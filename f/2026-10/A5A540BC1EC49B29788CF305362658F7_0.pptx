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6"/>
  </p:notesMasterIdLst>
  <p:sldIdLst>
    <p:sldId id="256" r:id="rId2"/>
    <p:sldId id="325" r:id="rId3"/>
    <p:sldId id="275" r:id="rId4"/>
    <p:sldId id="259" r:id="rId5"/>
    <p:sldId id="312" r:id="rId6"/>
    <p:sldId id="324" r:id="rId7"/>
    <p:sldId id="262" r:id="rId8"/>
    <p:sldId id="313" r:id="rId9"/>
    <p:sldId id="318" r:id="rId10"/>
    <p:sldId id="319" r:id="rId11"/>
    <p:sldId id="320" r:id="rId12"/>
    <p:sldId id="321" r:id="rId13"/>
    <p:sldId id="267" r:id="rId14"/>
    <p:sldId id="322" r:id="rId15"/>
  </p:sldIdLst>
  <p:sldSz cx="9144000" cy="5143500" type="screen16x9"/>
  <p:notesSz cx="6858000" cy="9144000"/>
  <p:embeddedFontLst>
    <p:embeddedFont>
      <p:font typeface="Aleo" panose="020B0604020202020204" charset="0"/>
      <p:regular r:id="rId17"/>
      <p:bold r:id="rId18"/>
      <p:italic r:id="rId19"/>
      <p:boldItalic r:id="rId20"/>
    </p:embeddedFont>
    <p:embeddedFont>
      <p:font typeface="David" panose="020E0502060401010101" pitchFamily="34" charset="-79"/>
      <p:regular r:id="rId21"/>
      <p:bold r:id="rId22"/>
    </p:embeddedFont>
    <p:embeddedFont>
      <p:font typeface="Gadugi" panose="020B0502040204020203" pitchFamily="34" charset="0"/>
      <p:regular r:id="rId23"/>
      <p:bold r:id="rId24"/>
    </p:embeddedFont>
    <p:embeddedFont>
      <p:font typeface="Patrick Hand" panose="00000500000000000000" pitchFamily="2" charset="0"/>
      <p:regular r:id="rId25"/>
    </p:embeddedFont>
    <p:embeddedFont>
      <p:font typeface="Patrick Hand SC" panose="00000500000000000000" pitchFamily="2" charset="0"/>
      <p:regular r:id="rId26"/>
    </p:embeddedFont>
    <p:embeddedFont>
      <p:font typeface="Questrial" panose="020B0604020202020204" charset="0"/>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5379084-322C-4DAB-9956-D44A4CA77A22}">
  <a:tblStyle styleId="{F5379084-322C-4DAB-9956-D44A4CA77A2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62" autoAdjust="0"/>
    <p:restoredTop sz="94660"/>
  </p:normalViewPr>
  <p:slideViewPr>
    <p:cSldViewPr snapToGrid="0">
      <p:cViewPr varScale="1">
        <p:scale>
          <a:sx n="84" d="100"/>
          <a:sy n="84" d="100"/>
        </p:scale>
        <p:origin x="68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24f779fa67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7" name="Google Shape;1407;g124f779fa67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0269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0"/>
        <p:cNvGrpSpPr/>
        <p:nvPr/>
      </p:nvGrpSpPr>
      <p:grpSpPr>
        <a:xfrm>
          <a:off x="0" y="0"/>
          <a:ext cx="0" cy="0"/>
          <a:chOff x="0" y="0"/>
          <a:chExt cx="0" cy="0"/>
        </a:xfrm>
      </p:grpSpPr>
      <p:sp>
        <p:nvSpPr>
          <p:cNvPr id="8361" name="Google Shape;8361;g124f779fa67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2" name="Google Shape;8362;g124f779fa67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24f779fa67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7" name="Google Shape;1407;g124f779fa67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24f779fa67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7" name="Google Shape;1407;g124f779fa67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074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24f779fa67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7" name="Google Shape;1407;g124f779fa67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0729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3"/>
        <p:cNvGrpSpPr/>
        <p:nvPr/>
      </p:nvGrpSpPr>
      <p:grpSpPr>
        <a:xfrm>
          <a:off x="0" y="0"/>
          <a:ext cx="0" cy="0"/>
          <a:chOff x="0" y="0"/>
          <a:chExt cx="0" cy="0"/>
        </a:xfrm>
      </p:grpSpPr>
      <p:sp>
        <p:nvSpPr>
          <p:cNvPr id="2984" name="Google Shape;2984;g11b25f6973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5" name="Google Shape;2985;g11b25f6973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3"/>
        <p:cNvGrpSpPr/>
        <p:nvPr/>
      </p:nvGrpSpPr>
      <p:grpSpPr>
        <a:xfrm>
          <a:off x="0" y="0"/>
          <a:ext cx="0" cy="0"/>
          <a:chOff x="0" y="0"/>
          <a:chExt cx="0" cy="0"/>
        </a:xfrm>
      </p:grpSpPr>
      <p:sp>
        <p:nvSpPr>
          <p:cNvPr id="2984" name="Google Shape;2984;g11b25f6973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5" name="Google Shape;2985;g11b25f6973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13851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3"/>
        <p:cNvGrpSpPr/>
        <p:nvPr/>
      </p:nvGrpSpPr>
      <p:grpSpPr>
        <a:xfrm>
          <a:off x="0" y="0"/>
          <a:ext cx="0" cy="0"/>
          <a:chOff x="0" y="0"/>
          <a:chExt cx="0" cy="0"/>
        </a:xfrm>
      </p:grpSpPr>
      <p:sp>
        <p:nvSpPr>
          <p:cNvPr id="2984" name="Google Shape;2984;g11b25f6973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5" name="Google Shape;2985;g11b25f6973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0863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3"/>
        <p:cNvGrpSpPr/>
        <p:nvPr/>
      </p:nvGrpSpPr>
      <p:grpSpPr>
        <a:xfrm>
          <a:off x="0" y="0"/>
          <a:ext cx="0" cy="0"/>
          <a:chOff x="0" y="0"/>
          <a:chExt cx="0" cy="0"/>
        </a:xfrm>
      </p:grpSpPr>
      <p:sp>
        <p:nvSpPr>
          <p:cNvPr id="2984" name="Google Shape;2984;g11b25f6973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5" name="Google Shape;2985;g11b25f6973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3274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3"/>
        <p:cNvGrpSpPr/>
        <p:nvPr/>
      </p:nvGrpSpPr>
      <p:grpSpPr>
        <a:xfrm>
          <a:off x="0" y="0"/>
          <a:ext cx="0" cy="0"/>
          <a:chOff x="0" y="0"/>
          <a:chExt cx="0" cy="0"/>
        </a:xfrm>
      </p:grpSpPr>
      <p:sp>
        <p:nvSpPr>
          <p:cNvPr id="2984" name="Google Shape;2984;g11b25f6973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5" name="Google Shape;2985;g11b25f6973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4595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3"/>
        <p:cNvGrpSpPr/>
        <p:nvPr/>
      </p:nvGrpSpPr>
      <p:grpSpPr>
        <a:xfrm>
          <a:off x="0" y="0"/>
          <a:ext cx="0" cy="0"/>
          <a:chOff x="0" y="0"/>
          <a:chExt cx="0" cy="0"/>
        </a:xfrm>
      </p:grpSpPr>
      <p:sp>
        <p:nvSpPr>
          <p:cNvPr id="2984" name="Google Shape;2984;g11b25f6973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5" name="Google Shape;2985;g11b25f6973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7163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7"/>
        <p:cNvGrpSpPr/>
        <p:nvPr/>
      </p:nvGrpSpPr>
      <p:grpSpPr>
        <a:xfrm>
          <a:off x="0" y="0"/>
          <a:ext cx="0" cy="0"/>
          <a:chOff x="0" y="0"/>
          <a:chExt cx="0" cy="0"/>
        </a:xfrm>
      </p:grpSpPr>
      <p:sp>
        <p:nvSpPr>
          <p:cNvPr id="3138" name="Google Shape;3138;g124f779fa67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9" name="Google Shape;3139;g124f779fa67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24f779fa67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7" name="Google Shape;1407;g124f779fa67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06841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24000"/>
          </a:blip>
          <a:srcRect t="19267" b="1992"/>
          <a:stretch/>
        </p:blipFill>
        <p:spPr>
          <a:xfrm>
            <a:off x="0" y="0"/>
            <a:ext cx="9144003" cy="5143498"/>
          </a:xfrm>
          <a:prstGeom prst="rect">
            <a:avLst/>
          </a:prstGeom>
          <a:noFill/>
          <a:ln>
            <a:noFill/>
          </a:ln>
        </p:spPr>
      </p:pic>
      <p:sp>
        <p:nvSpPr>
          <p:cNvPr id="10" name="Google Shape;10;p2"/>
          <p:cNvSpPr txBox="1">
            <a:spLocks noGrp="1"/>
          </p:cNvSpPr>
          <p:nvPr>
            <p:ph type="ctrTitle"/>
          </p:nvPr>
        </p:nvSpPr>
        <p:spPr>
          <a:xfrm>
            <a:off x="1078825" y="1710950"/>
            <a:ext cx="6986400" cy="914100"/>
          </a:xfrm>
          <a:prstGeom prst="rect">
            <a:avLst/>
          </a:prstGeom>
        </p:spPr>
        <p:txBody>
          <a:bodyPr spcFirstLastPara="1" wrap="square" lIns="91425" tIns="0" rIns="91425" bIns="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788500" y="3073085"/>
            <a:ext cx="3567000" cy="297000"/>
          </a:xfrm>
          <a:prstGeom prst="rect">
            <a:avLst/>
          </a:prstGeom>
        </p:spPr>
        <p:txBody>
          <a:bodyPr spcFirstLastPara="1" wrap="square" lIns="91425" tIns="0" rIns="91425" bIns="0"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2" name="Google Shape;12;p2"/>
          <p:cNvGrpSpPr/>
          <p:nvPr/>
        </p:nvGrpSpPr>
        <p:grpSpPr>
          <a:xfrm rot="8100030">
            <a:off x="7915249" y="3953406"/>
            <a:ext cx="2602157" cy="2298827"/>
            <a:chOff x="3375445" y="3388204"/>
            <a:chExt cx="326198" cy="288171"/>
          </a:xfrm>
        </p:grpSpPr>
        <p:sp>
          <p:nvSpPr>
            <p:cNvPr id="13" name="Google Shape;13;p2"/>
            <p:cNvSpPr/>
            <p:nvPr/>
          </p:nvSpPr>
          <p:spPr>
            <a:xfrm>
              <a:off x="3375445" y="3613216"/>
              <a:ext cx="326198" cy="63160"/>
            </a:xfrm>
            <a:custGeom>
              <a:avLst/>
              <a:gdLst/>
              <a:ahLst/>
              <a:cxnLst/>
              <a:rect l="l" t="t" r="r" b="b"/>
              <a:pathLst>
                <a:path w="10257" h="1986" extrusionOk="0">
                  <a:moveTo>
                    <a:pt x="10257" y="1"/>
                  </a:moveTo>
                  <a:lnTo>
                    <a:pt x="10257" y="1655"/>
                  </a:lnTo>
                  <a:cubicBezTo>
                    <a:pt x="10210" y="1591"/>
                    <a:pt x="10147" y="1513"/>
                    <a:pt x="10068" y="1465"/>
                  </a:cubicBezTo>
                  <a:cubicBezTo>
                    <a:pt x="9879" y="1371"/>
                    <a:pt x="9674" y="1545"/>
                    <a:pt x="9485" y="1434"/>
                  </a:cubicBezTo>
                  <a:cubicBezTo>
                    <a:pt x="9391" y="1371"/>
                    <a:pt x="9233" y="1230"/>
                    <a:pt x="9154" y="1135"/>
                  </a:cubicBezTo>
                  <a:cubicBezTo>
                    <a:pt x="9076" y="1024"/>
                    <a:pt x="9107" y="930"/>
                    <a:pt x="8965" y="978"/>
                  </a:cubicBezTo>
                  <a:cubicBezTo>
                    <a:pt x="8776" y="1041"/>
                    <a:pt x="8824" y="1182"/>
                    <a:pt x="8603" y="1087"/>
                  </a:cubicBezTo>
                  <a:cubicBezTo>
                    <a:pt x="8555" y="1072"/>
                    <a:pt x="8477" y="1041"/>
                    <a:pt x="8429" y="1009"/>
                  </a:cubicBezTo>
                  <a:cubicBezTo>
                    <a:pt x="8383" y="978"/>
                    <a:pt x="8383" y="930"/>
                    <a:pt x="8351" y="867"/>
                  </a:cubicBezTo>
                  <a:cubicBezTo>
                    <a:pt x="8288" y="789"/>
                    <a:pt x="8225" y="726"/>
                    <a:pt x="8083" y="789"/>
                  </a:cubicBezTo>
                  <a:cubicBezTo>
                    <a:pt x="8020" y="820"/>
                    <a:pt x="8020" y="835"/>
                    <a:pt x="7988" y="883"/>
                  </a:cubicBezTo>
                  <a:cubicBezTo>
                    <a:pt x="7925" y="978"/>
                    <a:pt x="7956" y="1104"/>
                    <a:pt x="7784" y="1072"/>
                  </a:cubicBezTo>
                  <a:cubicBezTo>
                    <a:pt x="7815" y="1167"/>
                    <a:pt x="7830" y="1293"/>
                    <a:pt x="7721" y="1339"/>
                  </a:cubicBezTo>
                  <a:cubicBezTo>
                    <a:pt x="7658" y="1356"/>
                    <a:pt x="7578" y="1308"/>
                    <a:pt x="7515" y="1308"/>
                  </a:cubicBezTo>
                  <a:cubicBezTo>
                    <a:pt x="7437" y="1324"/>
                    <a:pt x="7421" y="1371"/>
                    <a:pt x="7343" y="1402"/>
                  </a:cubicBezTo>
                  <a:cubicBezTo>
                    <a:pt x="7154" y="1465"/>
                    <a:pt x="7137" y="1339"/>
                    <a:pt x="6996" y="1308"/>
                  </a:cubicBezTo>
                  <a:cubicBezTo>
                    <a:pt x="6807" y="1261"/>
                    <a:pt x="6633" y="1482"/>
                    <a:pt x="6444" y="1450"/>
                  </a:cubicBezTo>
                  <a:cubicBezTo>
                    <a:pt x="6318" y="1419"/>
                    <a:pt x="6366" y="1371"/>
                    <a:pt x="6286" y="1324"/>
                  </a:cubicBezTo>
                  <a:cubicBezTo>
                    <a:pt x="6208" y="1276"/>
                    <a:pt x="6208" y="1308"/>
                    <a:pt x="6145" y="1308"/>
                  </a:cubicBezTo>
                  <a:cubicBezTo>
                    <a:pt x="5971" y="1308"/>
                    <a:pt x="5830" y="1261"/>
                    <a:pt x="5673" y="1230"/>
                  </a:cubicBezTo>
                  <a:cubicBezTo>
                    <a:pt x="5547" y="1198"/>
                    <a:pt x="5436" y="1293"/>
                    <a:pt x="5341" y="1198"/>
                  </a:cubicBezTo>
                  <a:cubicBezTo>
                    <a:pt x="5294" y="1150"/>
                    <a:pt x="5341" y="1056"/>
                    <a:pt x="5278" y="1009"/>
                  </a:cubicBezTo>
                  <a:cubicBezTo>
                    <a:pt x="5215" y="961"/>
                    <a:pt x="5105" y="993"/>
                    <a:pt x="5042" y="1009"/>
                  </a:cubicBezTo>
                  <a:cubicBezTo>
                    <a:pt x="5042" y="978"/>
                    <a:pt x="5042" y="915"/>
                    <a:pt x="5057" y="883"/>
                  </a:cubicBezTo>
                  <a:cubicBezTo>
                    <a:pt x="5042" y="898"/>
                    <a:pt x="5026" y="898"/>
                    <a:pt x="5011" y="898"/>
                  </a:cubicBezTo>
                  <a:cubicBezTo>
                    <a:pt x="4931" y="804"/>
                    <a:pt x="5089" y="663"/>
                    <a:pt x="5042" y="552"/>
                  </a:cubicBezTo>
                  <a:cubicBezTo>
                    <a:pt x="4948" y="568"/>
                    <a:pt x="4805" y="631"/>
                    <a:pt x="4790" y="536"/>
                  </a:cubicBezTo>
                  <a:cubicBezTo>
                    <a:pt x="4679" y="804"/>
                    <a:pt x="4459" y="772"/>
                    <a:pt x="4223" y="804"/>
                  </a:cubicBezTo>
                  <a:cubicBezTo>
                    <a:pt x="3923" y="852"/>
                    <a:pt x="4049" y="1167"/>
                    <a:pt x="3876" y="1324"/>
                  </a:cubicBezTo>
                  <a:cubicBezTo>
                    <a:pt x="3750" y="1419"/>
                    <a:pt x="3561" y="1419"/>
                    <a:pt x="3435" y="1465"/>
                  </a:cubicBezTo>
                  <a:cubicBezTo>
                    <a:pt x="3404" y="1497"/>
                    <a:pt x="3387" y="1465"/>
                    <a:pt x="3356" y="1497"/>
                  </a:cubicBezTo>
                  <a:cubicBezTo>
                    <a:pt x="3324" y="1513"/>
                    <a:pt x="3309" y="1591"/>
                    <a:pt x="3278" y="1608"/>
                  </a:cubicBezTo>
                  <a:cubicBezTo>
                    <a:pt x="3135" y="1781"/>
                    <a:pt x="2774" y="1875"/>
                    <a:pt x="2568" y="1860"/>
                  </a:cubicBezTo>
                  <a:cubicBezTo>
                    <a:pt x="2427" y="1844"/>
                    <a:pt x="2411" y="1734"/>
                    <a:pt x="2301" y="1702"/>
                  </a:cubicBezTo>
                  <a:cubicBezTo>
                    <a:pt x="2221" y="1671"/>
                    <a:pt x="2127" y="1734"/>
                    <a:pt x="2049" y="1718"/>
                  </a:cubicBezTo>
                  <a:cubicBezTo>
                    <a:pt x="1969" y="1718"/>
                    <a:pt x="1923" y="1655"/>
                    <a:pt x="1843" y="1639"/>
                  </a:cubicBezTo>
                  <a:cubicBezTo>
                    <a:pt x="1780" y="1639"/>
                    <a:pt x="1749" y="1702"/>
                    <a:pt x="1686" y="1655"/>
                  </a:cubicBezTo>
                  <a:cubicBezTo>
                    <a:pt x="1591" y="1608"/>
                    <a:pt x="1639" y="1528"/>
                    <a:pt x="1608" y="1450"/>
                  </a:cubicBezTo>
                  <a:cubicBezTo>
                    <a:pt x="1560" y="1324"/>
                    <a:pt x="1513" y="1387"/>
                    <a:pt x="1371" y="1419"/>
                  </a:cubicBezTo>
                  <a:cubicBezTo>
                    <a:pt x="1198" y="1465"/>
                    <a:pt x="1040" y="1545"/>
                    <a:pt x="866" y="1608"/>
                  </a:cubicBezTo>
                  <a:cubicBezTo>
                    <a:pt x="772" y="1639"/>
                    <a:pt x="520" y="1970"/>
                    <a:pt x="473" y="1765"/>
                  </a:cubicBezTo>
                  <a:cubicBezTo>
                    <a:pt x="394" y="1844"/>
                    <a:pt x="190" y="1938"/>
                    <a:pt x="1" y="1986"/>
                  </a:cubicBezTo>
                  <a:lnTo>
                    <a:pt x="1" y="1"/>
                  </a:lnTo>
                  <a:close/>
                </a:path>
              </a:pathLst>
            </a:custGeom>
            <a:solidFill>
              <a:schemeClr val="accent6"/>
            </a:solidFill>
            <a:ln>
              <a:noFill/>
            </a:ln>
            <a:effectLst>
              <a:outerShdw blurRad="57150" dist="19050" dir="540000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375445" y="3388204"/>
              <a:ext cx="326198" cy="283169"/>
            </a:xfrm>
            <a:custGeom>
              <a:avLst/>
              <a:gdLst/>
              <a:ahLst/>
              <a:cxnLst/>
              <a:rect l="l" t="t" r="r" b="b"/>
              <a:pathLst>
                <a:path w="10257" h="8904" extrusionOk="0">
                  <a:moveTo>
                    <a:pt x="9674" y="1"/>
                  </a:moveTo>
                  <a:lnTo>
                    <a:pt x="9643" y="348"/>
                  </a:lnTo>
                  <a:cubicBezTo>
                    <a:pt x="9738" y="364"/>
                    <a:pt x="9801" y="458"/>
                    <a:pt x="9784" y="553"/>
                  </a:cubicBezTo>
                  <a:cubicBezTo>
                    <a:pt x="9769" y="616"/>
                    <a:pt x="9721" y="679"/>
                    <a:pt x="9658" y="694"/>
                  </a:cubicBezTo>
                  <a:cubicBezTo>
                    <a:pt x="9548" y="711"/>
                    <a:pt x="9438" y="631"/>
                    <a:pt x="9438" y="521"/>
                  </a:cubicBezTo>
                  <a:cubicBezTo>
                    <a:pt x="9438" y="427"/>
                    <a:pt x="9517" y="364"/>
                    <a:pt x="9595" y="348"/>
                  </a:cubicBezTo>
                  <a:lnTo>
                    <a:pt x="9595" y="1"/>
                  </a:lnTo>
                  <a:lnTo>
                    <a:pt x="8618" y="1"/>
                  </a:lnTo>
                  <a:lnTo>
                    <a:pt x="8618" y="348"/>
                  </a:lnTo>
                  <a:cubicBezTo>
                    <a:pt x="8729" y="348"/>
                    <a:pt x="8807" y="442"/>
                    <a:pt x="8776" y="553"/>
                  </a:cubicBezTo>
                  <a:cubicBezTo>
                    <a:pt x="8761" y="616"/>
                    <a:pt x="8713" y="679"/>
                    <a:pt x="8650" y="694"/>
                  </a:cubicBezTo>
                  <a:cubicBezTo>
                    <a:pt x="8540" y="711"/>
                    <a:pt x="8446" y="631"/>
                    <a:pt x="8446" y="521"/>
                  </a:cubicBezTo>
                  <a:cubicBezTo>
                    <a:pt x="8446" y="442"/>
                    <a:pt x="8492" y="364"/>
                    <a:pt x="8572" y="348"/>
                  </a:cubicBezTo>
                  <a:lnTo>
                    <a:pt x="8555" y="1"/>
                  </a:lnTo>
                  <a:lnTo>
                    <a:pt x="7626" y="1"/>
                  </a:lnTo>
                  <a:lnTo>
                    <a:pt x="7626" y="348"/>
                  </a:lnTo>
                  <a:cubicBezTo>
                    <a:pt x="7721" y="364"/>
                    <a:pt x="7799" y="442"/>
                    <a:pt x="7767" y="553"/>
                  </a:cubicBezTo>
                  <a:cubicBezTo>
                    <a:pt x="7767" y="616"/>
                    <a:pt x="7704" y="679"/>
                    <a:pt x="7641" y="694"/>
                  </a:cubicBezTo>
                  <a:cubicBezTo>
                    <a:pt x="7532" y="711"/>
                    <a:pt x="7437" y="631"/>
                    <a:pt x="7437" y="521"/>
                  </a:cubicBezTo>
                  <a:cubicBezTo>
                    <a:pt x="7437" y="442"/>
                    <a:pt x="7484" y="379"/>
                    <a:pt x="7563" y="348"/>
                  </a:cubicBezTo>
                  <a:lnTo>
                    <a:pt x="7515" y="1"/>
                  </a:lnTo>
                  <a:lnTo>
                    <a:pt x="6602" y="1"/>
                  </a:lnTo>
                  <a:lnTo>
                    <a:pt x="6618" y="348"/>
                  </a:lnTo>
                  <a:cubicBezTo>
                    <a:pt x="6712" y="364"/>
                    <a:pt x="6791" y="458"/>
                    <a:pt x="6775" y="553"/>
                  </a:cubicBezTo>
                  <a:cubicBezTo>
                    <a:pt x="6759" y="616"/>
                    <a:pt x="6696" y="679"/>
                    <a:pt x="6633" y="694"/>
                  </a:cubicBezTo>
                  <a:cubicBezTo>
                    <a:pt x="6523" y="711"/>
                    <a:pt x="6429" y="631"/>
                    <a:pt x="6429" y="521"/>
                  </a:cubicBezTo>
                  <a:cubicBezTo>
                    <a:pt x="6429" y="442"/>
                    <a:pt x="6492" y="364"/>
                    <a:pt x="6555" y="348"/>
                  </a:cubicBezTo>
                  <a:lnTo>
                    <a:pt x="6538" y="1"/>
                  </a:lnTo>
                  <a:lnTo>
                    <a:pt x="5673" y="1"/>
                  </a:lnTo>
                  <a:lnTo>
                    <a:pt x="5625" y="348"/>
                  </a:lnTo>
                  <a:cubicBezTo>
                    <a:pt x="5719" y="364"/>
                    <a:pt x="5782" y="458"/>
                    <a:pt x="5767" y="553"/>
                  </a:cubicBezTo>
                  <a:cubicBezTo>
                    <a:pt x="5751" y="616"/>
                    <a:pt x="5704" y="679"/>
                    <a:pt x="5641" y="694"/>
                  </a:cubicBezTo>
                  <a:cubicBezTo>
                    <a:pt x="5530" y="711"/>
                    <a:pt x="5420" y="631"/>
                    <a:pt x="5420" y="521"/>
                  </a:cubicBezTo>
                  <a:cubicBezTo>
                    <a:pt x="5420" y="427"/>
                    <a:pt x="5483" y="364"/>
                    <a:pt x="5578" y="348"/>
                  </a:cubicBezTo>
                  <a:lnTo>
                    <a:pt x="5562" y="1"/>
                  </a:lnTo>
                  <a:lnTo>
                    <a:pt x="4570" y="1"/>
                  </a:lnTo>
                  <a:lnTo>
                    <a:pt x="4585" y="348"/>
                  </a:lnTo>
                  <a:lnTo>
                    <a:pt x="4601" y="348"/>
                  </a:lnTo>
                  <a:cubicBezTo>
                    <a:pt x="4696" y="348"/>
                    <a:pt x="4774" y="427"/>
                    <a:pt x="4774" y="521"/>
                  </a:cubicBezTo>
                  <a:cubicBezTo>
                    <a:pt x="4774" y="616"/>
                    <a:pt x="4696" y="694"/>
                    <a:pt x="4601" y="694"/>
                  </a:cubicBezTo>
                  <a:cubicBezTo>
                    <a:pt x="4490" y="694"/>
                    <a:pt x="4427" y="616"/>
                    <a:pt x="4427" y="521"/>
                  </a:cubicBezTo>
                  <a:cubicBezTo>
                    <a:pt x="4427" y="442"/>
                    <a:pt x="4475" y="379"/>
                    <a:pt x="4553" y="348"/>
                  </a:cubicBezTo>
                  <a:lnTo>
                    <a:pt x="4475" y="1"/>
                  </a:lnTo>
                  <a:lnTo>
                    <a:pt x="3593" y="1"/>
                  </a:lnTo>
                  <a:lnTo>
                    <a:pt x="3608" y="348"/>
                  </a:lnTo>
                  <a:cubicBezTo>
                    <a:pt x="3702" y="364"/>
                    <a:pt x="3782" y="442"/>
                    <a:pt x="3765" y="553"/>
                  </a:cubicBezTo>
                  <a:cubicBezTo>
                    <a:pt x="3750" y="616"/>
                    <a:pt x="3687" y="679"/>
                    <a:pt x="3624" y="694"/>
                  </a:cubicBezTo>
                  <a:cubicBezTo>
                    <a:pt x="3513" y="711"/>
                    <a:pt x="3419" y="631"/>
                    <a:pt x="3419" y="521"/>
                  </a:cubicBezTo>
                  <a:cubicBezTo>
                    <a:pt x="3419" y="427"/>
                    <a:pt x="3482" y="348"/>
                    <a:pt x="3576" y="348"/>
                  </a:cubicBezTo>
                  <a:lnTo>
                    <a:pt x="3530" y="1"/>
                  </a:lnTo>
                  <a:lnTo>
                    <a:pt x="2726" y="1"/>
                  </a:lnTo>
                  <a:lnTo>
                    <a:pt x="2631" y="348"/>
                  </a:lnTo>
                  <a:cubicBezTo>
                    <a:pt x="2710" y="379"/>
                    <a:pt x="2774" y="458"/>
                    <a:pt x="2757" y="568"/>
                  </a:cubicBezTo>
                  <a:cubicBezTo>
                    <a:pt x="2742" y="631"/>
                    <a:pt x="2679" y="679"/>
                    <a:pt x="2616" y="694"/>
                  </a:cubicBezTo>
                  <a:cubicBezTo>
                    <a:pt x="2505" y="711"/>
                    <a:pt x="2411" y="631"/>
                    <a:pt x="2411" y="521"/>
                  </a:cubicBezTo>
                  <a:cubicBezTo>
                    <a:pt x="2411" y="427"/>
                    <a:pt x="2474" y="364"/>
                    <a:pt x="2553" y="348"/>
                  </a:cubicBezTo>
                  <a:lnTo>
                    <a:pt x="2616" y="1"/>
                  </a:lnTo>
                  <a:lnTo>
                    <a:pt x="1608" y="1"/>
                  </a:lnTo>
                  <a:lnTo>
                    <a:pt x="1608" y="348"/>
                  </a:lnTo>
                  <a:cubicBezTo>
                    <a:pt x="1702" y="364"/>
                    <a:pt x="1765" y="458"/>
                    <a:pt x="1749" y="553"/>
                  </a:cubicBezTo>
                  <a:cubicBezTo>
                    <a:pt x="1734" y="616"/>
                    <a:pt x="1686" y="679"/>
                    <a:pt x="1623" y="694"/>
                  </a:cubicBezTo>
                  <a:cubicBezTo>
                    <a:pt x="1513" y="711"/>
                    <a:pt x="1402" y="631"/>
                    <a:pt x="1402" y="521"/>
                  </a:cubicBezTo>
                  <a:cubicBezTo>
                    <a:pt x="1402" y="442"/>
                    <a:pt x="1465" y="364"/>
                    <a:pt x="1545" y="348"/>
                  </a:cubicBezTo>
                  <a:lnTo>
                    <a:pt x="1528" y="1"/>
                  </a:lnTo>
                  <a:lnTo>
                    <a:pt x="599" y="1"/>
                  </a:lnTo>
                  <a:lnTo>
                    <a:pt x="583" y="348"/>
                  </a:lnTo>
                  <a:cubicBezTo>
                    <a:pt x="694" y="348"/>
                    <a:pt x="772" y="442"/>
                    <a:pt x="740" y="553"/>
                  </a:cubicBezTo>
                  <a:cubicBezTo>
                    <a:pt x="725" y="616"/>
                    <a:pt x="677" y="679"/>
                    <a:pt x="614" y="694"/>
                  </a:cubicBezTo>
                  <a:cubicBezTo>
                    <a:pt x="505" y="711"/>
                    <a:pt x="410" y="631"/>
                    <a:pt x="410" y="521"/>
                  </a:cubicBezTo>
                  <a:cubicBezTo>
                    <a:pt x="410" y="442"/>
                    <a:pt x="457" y="379"/>
                    <a:pt x="520" y="348"/>
                  </a:cubicBezTo>
                  <a:lnTo>
                    <a:pt x="488" y="1"/>
                  </a:lnTo>
                  <a:lnTo>
                    <a:pt x="173" y="1"/>
                  </a:lnTo>
                  <a:cubicBezTo>
                    <a:pt x="79" y="1"/>
                    <a:pt x="1" y="80"/>
                    <a:pt x="1" y="190"/>
                  </a:cubicBezTo>
                  <a:lnTo>
                    <a:pt x="1" y="8903"/>
                  </a:lnTo>
                  <a:cubicBezTo>
                    <a:pt x="190" y="8872"/>
                    <a:pt x="394" y="8761"/>
                    <a:pt x="473" y="8683"/>
                  </a:cubicBezTo>
                  <a:cubicBezTo>
                    <a:pt x="520" y="8887"/>
                    <a:pt x="772" y="8557"/>
                    <a:pt x="866" y="8525"/>
                  </a:cubicBezTo>
                  <a:cubicBezTo>
                    <a:pt x="1040" y="8462"/>
                    <a:pt x="1198" y="8383"/>
                    <a:pt x="1371" y="8336"/>
                  </a:cubicBezTo>
                  <a:cubicBezTo>
                    <a:pt x="1513" y="8305"/>
                    <a:pt x="1560" y="8242"/>
                    <a:pt x="1608" y="8383"/>
                  </a:cubicBezTo>
                  <a:cubicBezTo>
                    <a:pt x="1639" y="8446"/>
                    <a:pt x="1591" y="8525"/>
                    <a:pt x="1686" y="8588"/>
                  </a:cubicBezTo>
                  <a:cubicBezTo>
                    <a:pt x="1749" y="8620"/>
                    <a:pt x="1780" y="8557"/>
                    <a:pt x="1843" y="8572"/>
                  </a:cubicBezTo>
                  <a:cubicBezTo>
                    <a:pt x="1923" y="8572"/>
                    <a:pt x="1969" y="8635"/>
                    <a:pt x="2049" y="8635"/>
                  </a:cubicBezTo>
                  <a:cubicBezTo>
                    <a:pt x="2127" y="8651"/>
                    <a:pt x="2221" y="8603"/>
                    <a:pt x="2301" y="8620"/>
                  </a:cubicBezTo>
                  <a:cubicBezTo>
                    <a:pt x="2411" y="8651"/>
                    <a:pt x="2427" y="8761"/>
                    <a:pt x="2568" y="8777"/>
                  </a:cubicBezTo>
                  <a:cubicBezTo>
                    <a:pt x="2774" y="8793"/>
                    <a:pt x="3135" y="8698"/>
                    <a:pt x="3278" y="8540"/>
                  </a:cubicBezTo>
                  <a:cubicBezTo>
                    <a:pt x="3309" y="8509"/>
                    <a:pt x="3324" y="8431"/>
                    <a:pt x="3356" y="8414"/>
                  </a:cubicBezTo>
                  <a:cubicBezTo>
                    <a:pt x="3387" y="8399"/>
                    <a:pt x="3404" y="8414"/>
                    <a:pt x="3435" y="8399"/>
                  </a:cubicBezTo>
                  <a:cubicBezTo>
                    <a:pt x="3561" y="8336"/>
                    <a:pt x="3750" y="8336"/>
                    <a:pt x="3876" y="8242"/>
                  </a:cubicBezTo>
                  <a:cubicBezTo>
                    <a:pt x="4049" y="8084"/>
                    <a:pt x="3923" y="7769"/>
                    <a:pt x="4223" y="7721"/>
                  </a:cubicBezTo>
                  <a:cubicBezTo>
                    <a:pt x="4459" y="7690"/>
                    <a:pt x="4679" y="7721"/>
                    <a:pt x="4790" y="7454"/>
                  </a:cubicBezTo>
                  <a:cubicBezTo>
                    <a:pt x="4805" y="7548"/>
                    <a:pt x="4948" y="7485"/>
                    <a:pt x="5042" y="7469"/>
                  </a:cubicBezTo>
                  <a:cubicBezTo>
                    <a:pt x="5089" y="7580"/>
                    <a:pt x="4931" y="7721"/>
                    <a:pt x="5011" y="7816"/>
                  </a:cubicBezTo>
                  <a:cubicBezTo>
                    <a:pt x="5026" y="7816"/>
                    <a:pt x="5042" y="7816"/>
                    <a:pt x="5057" y="7801"/>
                  </a:cubicBezTo>
                  <a:cubicBezTo>
                    <a:pt x="5042" y="7847"/>
                    <a:pt x="5042" y="7895"/>
                    <a:pt x="5042" y="7927"/>
                  </a:cubicBezTo>
                  <a:cubicBezTo>
                    <a:pt x="5105" y="7910"/>
                    <a:pt x="5215" y="7879"/>
                    <a:pt x="5278" y="7927"/>
                  </a:cubicBezTo>
                  <a:cubicBezTo>
                    <a:pt x="5341" y="7990"/>
                    <a:pt x="5294" y="8068"/>
                    <a:pt x="5341" y="8116"/>
                  </a:cubicBezTo>
                  <a:cubicBezTo>
                    <a:pt x="5436" y="8210"/>
                    <a:pt x="5547" y="8116"/>
                    <a:pt x="5673" y="8147"/>
                  </a:cubicBezTo>
                  <a:cubicBezTo>
                    <a:pt x="5830" y="8179"/>
                    <a:pt x="5971" y="8225"/>
                    <a:pt x="6145" y="8225"/>
                  </a:cubicBezTo>
                  <a:cubicBezTo>
                    <a:pt x="6208" y="8242"/>
                    <a:pt x="6208" y="8210"/>
                    <a:pt x="6286" y="8242"/>
                  </a:cubicBezTo>
                  <a:cubicBezTo>
                    <a:pt x="6366" y="8288"/>
                    <a:pt x="6318" y="8351"/>
                    <a:pt x="6444" y="8368"/>
                  </a:cubicBezTo>
                  <a:cubicBezTo>
                    <a:pt x="6633" y="8399"/>
                    <a:pt x="6807" y="8179"/>
                    <a:pt x="6996" y="8225"/>
                  </a:cubicBezTo>
                  <a:cubicBezTo>
                    <a:pt x="7137" y="8257"/>
                    <a:pt x="7154" y="8383"/>
                    <a:pt x="7343" y="8320"/>
                  </a:cubicBezTo>
                  <a:cubicBezTo>
                    <a:pt x="7421" y="8305"/>
                    <a:pt x="7437" y="8242"/>
                    <a:pt x="7515" y="8242"/>
                  </a:cubicBezTo>
                  <a:cubicBezTo>
                    <a:pt x="7578" y="8225"/>
                    <a:pt x="7658" y="8288"/>
                    <a:pt x="7721" y="8257"/>
                  </a:cubicBezTo>
                  <a:cubicBezTo>
                    <a:pt x="7830" y="8225"/>
                    <a:pt x="7815" y="8084"/>
                    <a:pt x="7784" y="7990"/>
                  </a:cubicBezTo>
                  <a:cubicBezTo>
                    <a:pt x="7956" y="8021"/>
                    <a:pt x="7925" y="7895"/>
                    <a:pt x="7988" y="7801"/>
                  </a:cubicBezTo>
                  <a:cubicBezTo>
                    <a:pt x="8020" y="7753"/>
                    <a:pt x="8020" y="7738"/>
                    <a:pt x="8083" y="7706"/>
                  </a:cubicBezTo>
                  <a:cubicBezTo>
                    <a:pt x="8225" y="7643"/>
                    <a:pt x="8288" y="7706"/>
                    <a:pt x="8351" y="7801"/>
                  </a:cubicBezTo>
                  <a:cubicBezTo>
                    <a:pt x="8383" y="7847"/>
                    <a:pt x="8383" y="7895"/>
                    <a:pt x="8429" y="7942"/>
                  </a:cubicBezTo>
                  <a:cubicBezTo>
                    <a:pt x="8477" y="7973"/>
                    <a:pt x="8555" y="7990"/>
                    <a:pt x="8603" y="8021"/>
                  </a:cubicBezTo>
                  <a:cubicBezTo>
                    <a:pt x="8824" y="8099"/>
                    <a:pt x="8776" y="7958"/>
                    <a:pt x="8965" y="7895"/>
                  </a:cubicBezTo>
                  <a:cubicBezTo>
                    <a:pt x="9107" y="7847"/>
                    <a:pt x="9076" y="7942"/>
                    <a:pt x="9154" y="8053"/>
                  </a:cubicBezTo>
                  <a:cubicBezTo>
                    <a:pt x="9233" y="8147"/>
                    <a:pt x="9391" y="8288"/>
                    <a:pt x="9485" y="8351"/>
                  </a:cubicBezTo>
                  <a:cubicBezTo>
                    <a:pt x="9674" y="8462"/>
                    <a:pt x="9879" y="8288"/>
                    <a:pt x="10068" y="8399"/>
                  </a:cubicBezTo>
                  <a:cubicBezTo>
                    <a:pt x="10147" y="8431"/>
                    <a:pt x="10210" y="8509"/>
                    <a:pt x="10257" y="8572"/>
                  </a:cubicBezTo>
                  <a:lnTo>
                    <a:pt x="10257" y="190"/>
                  </a:lnTo>
                  <a:cubicBezTo>
                    <a:pt x="10257" y="80"/>
                    <a:pt x="10179" y="1"/>
                    <a:pt x="10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2"/>
          <p:cNvGrpSpPr/>
          <p:nvPr/>
        </p:nvGrpSpPr>
        <p:grpSpPr>
          <a:xfrm rot="-2413412">
            <a:off x="-1116814" y="-1156288"/>
            <a:ext cx="2602175" cy="2298841"/>
            <a:chOff x="3375445" y="3388204"/>
            <a:chExt cx="326198" cy="288171"/>
          </a:xfrm>
        </p:grpSpPr>
        <p:sp>
          <p:nvSpPr>
            <p:cNvPr id="16" name="Google Shape;16;p2"/>
            <p:cNvSpPr/>
            <p:nvPr/>
          </p:nvSpPr>
          <p:spPr>
            <a:xfrm>
              <a:off x="3375445" y="3613216"/>
              <a:ext cx="326198" cy="63160"/>
            </a:xfrm>
            <a:custGeom>
              <a:avLst/>
              <a:gdLst/>
              <a:ahLst/>
              <a:cxnLst/>
              <a:rect l="l" t="t" r="r" b="b"/>
              <a:pathLst>
                <a:path w="10257" h="1986" extrusionOk="0">
                  <a:moveTo>
                    <a:pt x="10257" y="1"/>
                  </a:moveTo>
                  <a:lnTo>
                    <a:pt x="10257" y="1655"/>
                  </a:lnTo>
                  <a:cubicBezTo>
                    <a:pt x="10210" y="1591"/>
                    <a:pt x="10147" y="1513"/>
                    <a:pt x="10068" y="1465"/>
                  </a:cubicBezTo>
                  <a:cubicBezTo>
                    <a:pt x="9879" y="1371"/>
                    <a:pt x="9674" y="1545"/>
                    <a:pt x="9485" y="1434"/>
                  </a:cubicBezTo>
                  <a:cubicBezTo>
                    <a:pt x="9391" y="1371"/>
                    <a:pt x="9233" y="1230"/>
                    <a:pt x="9154" y="1135"/>
                  </a:cubicBezTo>
                  <a:cubicBezTo>
                    <a:pt x="9076" y="1024"/>
                    <a:pt x="9107" y="930"/>
                    <a:pt x="8965" y="978"/>
                  </a:cubicBezTo>
                  <a:cubicBezTo>
                    <a:pt x="8776" y="1041"/>
                    <a:pt x="8824" y="1182"/>
                    <a:pt x="8603" y="1087"/>
                  </a:cubicBezTo>
                  <a:cubicBezTo>
                    <a:pt x="8555" y="1072"/>
                    <a:pt x="8477" y="1041"/>
                    <a:pt x="8429" y="1009"/>
                  </a:cubicBezTo>
                  <a:cubicBezTo>
                    <a:pt x="8383" y="978"/>
                    <a:pt x="8383" y="930"/>
                    <a:pt x="8351" y="867"/>
                  </a:cubicBezTo>
                  <a:cubicBezTo>
                    <a:pt x="8288" y="789"/>
                    <a:pt x="8225" y="726"/>
                    <a:pt x="8083" y="789"/>
                  </a:cubicBezTo>
                  <a:cubicBezTo>
                    <a:pt x="8020" y="820"/>
                    <a:pt x="8020" y="835"/>
                    <a:pt x="7988" y="883"/>
                  </a:cubicBezTo>
                  <a:cubicBezTo>
                    <a:pt x="7925" y="978"/>
                    <a:pt x="7956" y="1104"/>
                    <a:pt x="7784" y="1072"/>
                  </a:cubicBezTo>
                  <a:cubicBezTo>
                    <a:pt x="7815" y="1167"/>
                    <a:pt x="7830" y="1293"/>
                    <a:pt x="7721" y="1339"/>
                  </a:cubicBezTo>
                  <a:cubicBezTo>
                    <a:pt x="7658" y="1356"/>
                    <a:pt x="7578" y="1308"/>
                    <a:pt x="7515" y="1308"/>
                  </a:cubicBezTo>
                  <a:cubicBezTo>
                    <a:pt x="7437" y="1324"/>
                    <a:pt x="7421" y="1371"/>
                    <a:pt x="7343" y="1402"/>
                  </a:cubicBezTo>
                  <a:cubicBezTo>
                    <a:pt x="7154" y="1465"/>
                    <a:pt x="7137" y="1339"/>
                    <a:pt x="6996" y="1308"/>
                  </a:cubicBezTo>
                  <a:cubicBezTo>
                    <a:pt x="6807" y="1261"/>
                    <a:pt x="6633" y="1482"/>
                    <a:pt x="6444" y="1450"/>
                  </a:cubicBezTo>
                  <a:cubicBezTo>
                    <a:pt x="6318" y="1419"/>
                    <a:pt x="6366" y="1371"/>
                    <a:pt x="6286" y="1324"/>
                  </a:cubicBezTo>
                  <a:cubicBezTo>
                    <a:pt x="6208" y="1276"/>
                    <a:pt x="6208" y="1308"/>
                    <a:pt x="6145" y="1308"/>
                  </a:cubicBezTo>
                  <a:cubicBezTo>
                    <a:pt x="5971" y="1308"/>
                    <a:pt x="5830" y="1261"/>
                    <a:pt x="5673" y="1230"/>
                  </a:cubicBezTo>
                  <a:cubicBezTo>
                    <a:pt x="5547" y="1198"/>
                    <a:pt x="5436" y="1293"/>
                    <a:pt x="5341" y="1198"/>
                  </a:cubicBezTo>
                  <a:cubicBezTo>
                    <a:pt x="5294" y="1150"/>
                    <a:pt x="5341" y="1056"/>
                    <a:pt x="5278" y="1009"/>
                  </a:cubicBezTo>
                  <a:cubicBezTo>
                    <a:pt x="5215" y="961"/>
                    <a:pt x="5105" y="993"/>
                    <a:pt x="5042" y="1009"/>
                  </a:cubicBezTo>
                  <a:cubicBezTo>
                    <a:pt x="5042" y="978"/>
                    <a:pt x="5042" y="915"/>
                    <a:pt x="5057" y="883"/>
                  </a:cubicBezTo>
                  <a:cubicBezTo>
                    <a:pt x="5042" y="898"/>
                    <a:pt x="5026" y="898"/>
                    <a:pt x="5011" y="898"/>
                  </a:cubicBezTo>
                  <a:cubicBezTo>
                    <a:pt x="4931" y="804"/>
                    <a:pt x="5089" y="663"/>
                    <a:pt x="5042" y="552"/>
                  </a:cubicBezTo>
                  <a:cubicBezTo>
                    <a:pt x="4948" y="568"/>
                    <a:pt x="4805" y="631"/>
                    <a:pt x="4790" y="536"/>
                  </a:cubicBezTo>
                  <a:cubicBezTo>
                    <a:pt x="4679" y="804"/>
                    <a:pt x="4459" y="772"/>
                    <a:pt x="4223" y="804"/>
                  </a:cubicBezTo>
                  <a:cubicBezTo>
                    <a:pt x="3923" y="852"/>
                    <a:pt x="4049" y="1167"/>
                    <a:pt x="3876" y="1324"/>
                  </a:cubicBezTo>
                  <a:cubicBezTo>
                    <a:pt x="3750" y="1419"/>
                    <a:pt x="3561" y="1419"/>
                    <a:pt x="3435" y="1465"/>
                  </a:cubicBezTo>
                  <a:cubicBezTo>
                    <a:pt x="3404" y="1497"/>
                    <a:pt x="3387" y="1465"/>
                    <a:pt x="3356" y="1497"/>
                  </a:cubicBezTo>
                  <a:cubicBezTo>
                    <a:pt x="3324" y="1513"/>
                    <a:pt x="3309" y="1591"/>
                    <a:pt x="3278" y="1608"/>
                  </a:cubicBezTo>
                  <a:cubicBezTo>
                    <a:pt x="3135" y="1781"/>
                    <a:pt x="2774" y="1875"/>
                    <a:pt x="2568" y="1860"/>
                  </a:cubicBezTo>
                  <a:cubicBezTo>
                    <a:pt x="2427" y="1844"/>
                    <a:pt x="2411" y="1734"/>
                    <a:pt x="2301" y="1702"/>
                  </a:cubicBezTo>
                  <a:cubicBezTo>
                    <a:pt x="2221" y="1671"/>
                    <a:pt x="2127" y="1734"/>
                    <a:pt x="2049" y="1718"/>
                  </a:cubicBezTo>
                  <a:cubicBezTo>
                    <a:pt x="1969" y="1718"/>
                    <a:pt x="1923" y="1655"/>
                    <a:pt x="1843" y="1639"/>
                  </a:cubicBezTo>
                  <a:cubicBezTo>
                    <a:pt x="1780" y="1639"/>
                    <a:pt x="1749" y="1702"/>
                    <a:pt x="1686" y="1655"/>
                  </a:cubicBezTo>
                  <a:cubicBezTo>
                    <a:pt x="1591" y="1608"/>
                    <a:pt x="1639" y="1528"/>
                    <a:pt x="1608" y="1450"/>
                  </a:cubicBezTo>
                  <a:cubicBezTo>
                    <a:pt x="1560" y="1324"/>
                    <a:pt x="1513" y="1387"/>
                    <a:pt x="1371" y="1419"/>
                  </a:cubicBezTo>
                  <a:cubicBezTo>
                    <a:pt x="1198" y="1465"/>
                    <a:pt x="1040" y="1545"/>
                    <a:pt x="866" y="1608"/>
                  </a:cubicBezTo>
                  <a:cubicBezTo>
                    <a:pt x="772" y="1639"/>
                    <a:pt x="520" y="1970"/>
                    <a:pt x="473" y="1765"/>
                  </a:cubicBezTo>
                  <a:cubicBezTo>
                    <a:pt x="394" y="1844"/>
                    <a:pt x="190" y="1938"/>
                    <a:pt x="1" y="1986"/>
                  </a:cubicBezTo>
                  <a:lnTo>
                    <a:pt x="1" y="1"/>
                  </a:lnTo>
                  <a:close/>
                </a:path>
              </a:pathLst>
            </a:custGeom>
            <a:solidFill>
              <a:schemeClr val="accent6"/>
            </a:solidFill>
            <a:ln>
              <a:noFill/>
            </a:ln>
            <a:effectLst>
              <a:outerShdw blurRad="57150" dist="19050" dir="540000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375445" y="3388204"/>
              <a:ext cx="326198" cy="283169"/>
            </a:xfrm>
            <a:custGeom>
              <a:avLst/>
              <a:gdLst/>
              <a:ahLst/>
              <a:cxnLst/>
              <a:rect l="l" t="t" r="r" b="b"/>
              <a:pathLst>
                <a:path w="10257" h="8904" extrusionOk="0">
                  <a:moveTo>
                    <a:pt x="9674" y="1"/>
                  </a:moveTo>
                  <a:lnTo>
                    <a:pt x="9643" y="348"/>
                  </a:lnTo>
                  <a:cubicBezTo>
                    <a:pt x="9738" y="364"/>
                    <a:pt x="9801" y="458"/>
                    <a:pt x="9784" y="553"/>
                  </a:cubicBezTo>
                  <a:cubicBezTo>
                    <a:pt x="9769" y="616"/>
                    <a:pt x="9721" y="679"/>
                    <a:pt x="9658" y="694"/>
                  </a:cubicBezTo>
                  <a:cubicBezTo>
                    <a:pt x="9548" y="711"/>
                    <a:pt x="9438" y="631"/>
                    <a:pt x="9438" y="521"/>
                  </a:cubicBezTo>
                  <a:cubicBezTo>
                    <a:pt x="9438" y="427"/>
                    <a:pt x="9517" y="364"/>
                    <a:pt x="9595" y="348"/>
                  </a:cubicBezTo>
                  <a:lnTo>
                    <a:pt x="9595" y="1"/>
                  </a:lnTo>
                  <a:lnTo>
                    <a:pt x="8618" y="1"/>
                  </a:lnTo>
                  <a:lnTo>
                    <a:pt x="8618" y="348"/>
                  </a:lnTo>
                  <a:cubicBezTo>
                    <a:pt x="8729" y="348"/>
                    <a:pt x="8807" y="442"/>
                    <a:pt x="8776" y="553"/>
                  </a:cubicBezTo>
                  <a:cubicBezTo>
                    <a:pt x="8761" y="616"/>
                    <a:pt x="8713" y="679"/>
                    <a:pt x="8650" y="694"/>
                  </a:cubicBezTo>
                  <a:cubicBezTo>
                    <a:pt x="8540" y="711"/>
                    <a:pt x="8446" y="631"/>
                    <a:pt x="8446" y="521"/>
                  </a:cubicBezTo>
                  <a:cubicBezTo>
                    <a:pt x="8446" y="442"/>
                    <a:pt x="8492" y="364"/>
                    <a:pt x="8572" y="348"/>
                  </a:cubicBezTo>
                  <a:lnTo>
                    <a:pt x="8555" y="1"/>
                  </a:lnTo>
                  <a:lnTo>
                    <a:pt x="7626" y="1"/>
                  </a:lnTo>
                  <a:lnTo>
                    <a:pt x="7626" y="348"/>
                  </a:lnTo>
                  <a:cubicBezTo>
                    <a:pt x="7721" y="364"/>
                    <a:pt x="7799" y="442"/>
                    <a:pt x="7767" y="553"/>
                  </a:cubicBezTo>
                  <a:cubicBezTo>
                    <a:pt x="7767" y="616"/>
                    <a:pt x="7704" y="679"/>
                    <a:pt x="7641" y="694"/>
                  </a:cubicBezTo>
                  <a:cubicBezTo>
                    <a:pt x="7532" y="711"/>
                    <a:pt x="7437" y="631"/>
                    <a:pt x="7437" y="521"/>
                  </a:cubicBezTo>
                  <a:cubicBezTo>
                    <a:pt x="7437" y="442"/>
                    <a:pt x="7484" y="379"/>
                    <a:pt x="7563" y="348"/>
                  </a:cubicBezTo>
                  <a:lnTo>
                    <a:pt x="7515" y="1"/>
                  </a:lnTo>
                  <a:lnTo>
                    <a:pt x="6602" y="1"/>
                  </a:lnTo>
                  <a:lnTo>
                    <a:pt x="6618" y="348"/>
                  </a:lnTo>
                  <a:cubicBezTo>
                    <a:pt x="6712" y="364"/>
                    <a:pt x="6791" y="458"/>
                    <a:pt x="6775" y="553"/>
                  </a:cubicBezTo>
                  <a:cubicBezTo>
                    <a:pt x="6759" y="616"/>
                    <a:pt x="6696" y="679"/>
                    <a:pt x="6633" y="694"/>
                  </a:cubicBezTo>
                  <a:cubicBezTo>
                    <a:pt x="6523" y="711"/>
                    <a:pt x="6429" y="631"/>
                    <a:pt x="6429" y="521"/>
                  </a:cubicBezTo>
                  <a:cubicBezTo>
                    <a:pt x="6429" y="442"/>
                    <a:pt x="6492" y="364"/>
                    <a:pt x="6555" y="348"/>
                  </a:cubicBezTo>
                  <a:lnTo>
                    <a:pt x="6538" y="1"/>
                  </a:lnTo>
                  <a:lnTo>
                    <a:pt x="5673" y="1"/>
                  </a:lnTo>
                  <a:lnTo>
                    <a:pt x="5625" y="348"/>
                  </a:lnTo>
                  <a:cubicBezTo>
                    <a:pt x="5719" y="364"/>
                    <a:pt x="5782" y="458"/>
                    <a:pt x="5767" y="553"/>
                  </a:cubicBezTo>
                  <a:cubicBezTo>
                    <a:pt x="5751" y="616"/>
                    <a:pt x="5704" y="679"/>
                    <a:pt x="5641" y="694"/>
                  </a:cubicBezTo>
                  <a:cubicBezTo>
                    <a:pt x="5530" y="711"/>
                    <a:pt x="5420" y="631"/>
                    <a:pt x="5420" y="521"/>
                  </a:cubicBezTo>
                  <a:cubicBezTo>
                    <a:pt x="5420" y="427"/>
                    <a:pt x="5483" y="364"/>
                    <a:pt x="5578" y="348"/>
                  </a:cubicBezTo>
                  <a:lnTo>
                    <a:pt x="5562" y="1"/>
                  </a:lnTo>
                  <a:lnTo>
                    <a:pt x="4570" y="1"/>
                  </a:lnTo>
                  <a:lnTo>
                    <a:pt x="4585" y="348"/>
                  </a:lnTo>
                  <a:lnTo>
                    <a:pt x="4601" y="348"/>
                  </a:lnTo>
                  <a:cubicBezTo>
                    <a:pt x="4696" y="348"/>
                    <a:pt x="4774" y="427"/>
                    <a:pt x="4774" y="521"/>
                  </a:cubicBezTo>
                  <a:cubicBezTo>
                    <a:pt x="4774" y="616"/>
                    <a:pt x="4696" y="694"/>
                    <a:pt x="4601" y="694"/>
                  </a:cubicBezTo>
                  <a:cubicBezTo>
                    <a:pt x="4490" y="694"/>
                    <a:pt x="4427" y="616"/>
                    <a:pt x="4427" y="521"/>
                  </a:cubicBezTo>
                  <a:cubicBezTo>
                    <a:pt x="4427" y="442"/>
                    <a:pt x="4475" y="379"/>
                    <a:pt x="4553" y="348"/>
                  </a:cubicBezTo>
                  <a:lnTo>
                    <a:pt x="4475" y="1"/>
                  </a:lnTo>
                  <a:lnTo>
                    <a:pt x="3593" y="1"/>
                  </a:lnTo>
                  <a:lnTo>
                    <a:pt x="3608" y="348"/>
                  </a:lnTo>
                  <a:cubicBezTo>
                    <a:pt x="3702" y="364"/>
                    <a:pt x="3782" y="442"/>
                    <a:pt x="3765" y="553"/>
                  </a:cubicBezTo>
                  <a:cubicBezTo>
                    <a:pt x="3750" y="616"/>
                    <a:pt x="3687" y="679"/>
                    <a:pt x="3624" y="694"/>
                  </a:cubicBezTo>
                  <a:cubicBezTo>
                    <a:pt x="3513" y="711"/>
                    <a:pt x="3419" y="631"/>
                    <a:pt x="3419" y="521"/>
                  </a:cubicBezTo>
                  <a:cubicBezTo>
                    <a:pt x="3419" y="427"/>
                    <a:pt x="3482" y="348"/>
                    <a:pt x="3576" y="348"/>
                  </a:cubicBezTo>
                  <a:lnTo>
                    <a:pt x="3530" y="1"/>
                  </a:lnTo>
                  <a:lnTo>
                    <a:pt x="2726" y="1"/>
                  </a:lnTo>
                  <a:lnTo>
                    <a:pt x="2631" y="348"/>
                  </a:lnTo>
                  <a:cubicBezTo>
                    <a:pt x="2710" y="379"/>
                    <a:pt x="2774" y="458"/>
                    <a:pt x="2757" y="568"/>
                  </a:cubicBezTo>
                  <a:cubicBezTo>
                    <a:pt x="2742" y="631"/>
                    <a:pt x="2679" y="679"/>
                    <a:pt x="2616" y="694"/>
                  </a:cubicBezTo>
                  <a:cubicBezTo>
                    <a:pt x="2505" y="711"/>
                    <a:pt x="2411" y="631"/>
                    <a:pt x="2411" y="521"/>
                  </a:cubicBezTo>
                  <a:cubicBezTo>
                    <a:pt x="2411" y="427"/>
                    <a:pt x="2474" y="364"/>
                    <a:pt x="2553" y="348"/>
                  </a:cubicBezTo>
                  <a:lnTo>
                    <a:pt x="2616" y="1"/>
                  </a:lnTo>
                  <a:lnTo>
                    <a:pt x="1608" y="1"/>
                  </a:lnTo>
                  <a:lnTo>
                    <a:pt x="1608" y="348"/>
                  </a:lnTo>
                  <a:cubicBezTo>
                    <a:pt x="1702" y="364"/>
                    <a:pt x="1765" y="458"/>
                    <a:pt x="1749" y="553"/>
                  </a:cubicBezTo>
                  <a:cubicBezTo>
                    <a:pt x="1734" y="616"/>
                    <a:pt x="1686" y="679"/>
                    <a:pt x="1623" y="694"/>
                  </a:cubicBezTo>
                  <a:cubicBezTo>
                    <a:pt x="1513" y="711"/>
                    <a:pt x="1402" y="631"/>
                    <a:pt x="1402" y="521"/>
                  </a:cubicBezTo>
                  <a:cubicBezTo>
                    <a:pt x="1402" y="442"/>
                    <a:pt x="1465" y="364"/>
                    <a:pt x="1545" y="348"/>
                  </a:cubicBezTo>
                  <a:lnTo>
                    <a:pt x="1528" y="1"/>
                  </a:lnTo>
                  <a:lnTo>
                    <a:pt x="599" y="1"/>
                  </a:lnTo>
                  <a:lnTo>
                    <a:pt x="583" y="348"/>
                  </a:lnTo>
                  <a:cubicBezTo>
                    <a:pt x="694" y="348"/>
                    <a:pt x="772" y="442"/>
                    <a:pt x="740" y="553"/>
                  </a:cubicBezTo>
                  <a:cubicBezTo>
                    <a:pt x="725" y="616"/>
                    <a:pt x="677" y="679"/>
                    <a:pt x="614" y="694"/>
                  </a:cubicBezTo>
                  <a:cubicBezTo>
                    <a:pt x="505" y="711"/>
                    <a:pt x="410" y="631"/>
                    <a:pt x="410" y="521"/>
                  </a:cubicBezTo>
                  <a:cubicBezTo>
                    <a:pt x="410" y="442"/>
                    <a:pt x="457" y="379"/>
                    <a:pt x="520" y="348"/>
                  </a:cubicBezTo>
                  <a:lnTo>
                    <a:pt x="488" y="1"/>
                  </a:lnTo>
                  <a:lnTo>
                    <a:pt x="173" y="1"/>
                  </a:lnTo>
                  <a:cubicBezTo>
                    <a:pt x="79" y="1"/>
                    <a:pt x="1" y="80"/>
                    <a:pt x="1" y="190"/>
                  </a:cubicBezTo>
                  <a:lnTo>
                    <a:pt x="1" y="8903"/>
                  </a:lnTo>
                  <a:cubicBezTo>
                    <a:pt x="190" y="8872"/>
                    <a:pt x="394" y="8761"/>
                    <a:pt x="473" y="8683"/>
                  </a:cubicBezTo>
                  <a:cubicBezTo>
                    <a:pt x="520" y="8887"/>
                    <a:pt x="772" y="8557"/>
                    <a:pt x="866" y="8525"/>
                  </a:cubicBezTo>
                  <a:cubicBezTo>
                    <a:pt x="1040" y="8462"/>
                    <a:pt x="1198" y="8383"/>
                    <a:pt x="1371" y="8336"/>
                  </a:cubicBezTo>
                  <a:cubicBezTo>
                    <a:pt x="1513" y="8305"/>
                    <a:pt x="1560" y="8242"/>
                    <a:pt x="1608" y="8383"/>
                  </a:cubicBezTo>
                  <a:cubicBezTo>
                    <a:pt x="1639" y="8446"/>
                    <a:pt x="1591" y="8525"/>
                    <a:pt x="1686" y="8588"/>
                  </a:cubicBezTo>
                  <a:cubicBezTo>
                    <a:pt x="1749" y="8620"/>
                    <a:pt x="1780" y="8557"/>
                    <a:pt x="1843" y="8572"/>
                  </a:cubicBezTo>
                  <a:cubicBezTo>
                    <a:pt x="1923" y="8572"/>
                    <a:pt x="1969" y="8635"/>
                    <a:pt x="2049" y="8635"/>
                  </a:cubicBezTo>
                  <a:cubicBezTo>
                    <a:pt x="2127" y="8651"/>
                    <a:pt x="2221" y="8603"/>
                    <a:pt x="2301" y="8620"/>
                  </a:cubicBezTo>
                  <a:cubicBezTo>
                    <a:pt x="2411" y="8651"/>
                    <a:pt x="2427" y="8761"/>
                    <a:pt x="2568" y="8777"/>
                  </a:cubicBezTo>
                  <a:cubicBezTo>
                    <a:pt x="2774" y="8793"/>
                    <a:pt x="3135" y="8698"/>
                    <a:pt x="3278" y="8540"/>
                  </a:cubicBezTo>
                  <a:cubicBezTo>
                    <a:pt x="3309" y="8509"/>
                    <a:pt x="3324" y="8431"/>
                    <a:pt x="3356" y="8414"/>
                  </a:cubicBezTo>
                  <a:cubicBezTo>
                    <a:pt x="3387" y="8399"/>
                    <a:pt x="3404" y="8414"/>
                    <a:pt x="3435" y="8399"/>
                  </a:cubicBezTo>
                  <a:cubicBezTo>
                    <a:pt x="3561" y="8336"/>
                    <a:pt x="3750" y="8336"/>
                    <a:pt x="3876" y="8242"/>
                  </a:cubicBezTo>
                  <a:cubicBezTo>
                    <a:pt x="4049" y="8084"/>
                    <a:pt x="3923" y="7769"/>
                    <a:pt x="4223" y="7721"/>
                  </a:cubicBezTo>
                  <a:cubicBezTo>
                    <a:pt x="4459" y="7690"/>
                    <a:pt x="4679" y="7721"/>
                    <a:pt x="4790" y="7454"/>
                  </a:cubicBezTo>
                  <a:cubicBezTo>
                    <a:pt x="4805" y="7548"/>
                    <a:pt x="4948" y="7485"/>
                    <a:pt x="5042" y="7469"/>
                  </a:cubicBezTo>
                  <a:cubicBezTo>
                    <a:pt x="5089" y="7580"/>
                    <a:pt x="4931" y="7721"/>
                    <a:pt x="5011" y="7816"/>
                  </a:cubicBezTo>
                  <a:cubicBezTo>
                    <a:pt x="5026" y="7816"/>
                    <a:pt x="5042" y="7816"/>
                    <a:pt x="5057" y="7801"/>
                  </a:cubicBezTo>
                  <a:cubicBezTo>
                    <a:pt x="5042" y="7847"/>
                    <a:pt x="5042" y="7895"/>
                    <a:pt x="5042" y="7927"/>
                  </a:cubicBezTo>
                  <a:cubicBezTo>
                    <a:pt x="5105" y="7910"/>
                    <a:pt x="5215" y="7879"/>
                    <a:pt x="5278" y="7927"/>
                  </a:cubicBezTo>
                  <a:cubicBezTo>
                    <a:pt x="5341" y="7990"/>
                    <a:pt x="5294" y="8068"/>
                    <a:pt x="5341" y="8116"/>
                  </a:cubicBezTo>
                  <a:cubicBezTo>
                    <a:pt x="5436" y="8210"/>
                    <a:pt x="5547" y="8116"/>
                    <a:pt x="5673" y="8147"/>
                  </a:cubicBezTo>
                  <a:cubicBezTo>
                    <a:pt x="5830" y="8179"/>
                    <a:pt x="5971" y="8225"/>
                    <a:pt x="6145" y="8225"/>
                  </a:cubicBezTo>
                  <a:cubicBezTo>
                    <a:pt x="6208" y="8242"/>
                    <a:pt x="6208" y="8210"/>
                    <a:pt x="6286" y="8242"/>
                  </a:cubicBezTo>
                  <a:cubicBezTo>
                    <a:pt x="6366" y="8288"/>
                    <a:pt x="6318" y="8351"/>
                    <a:pt x="6444" y="8368"/>
                  </a:cubicBezTo>
                  <a:cubicBezTo>
                    <a:pt x="6633" y="8399"/>
                    <a:pt x="6807" y="8179"/>
                    <a:pt x="6996" y="8225"/>
                  </a:cubicBezTo>
                  <a:cubicBezTo>
                    <a:pt x="7137" y="8257"/>
                    <a:pt x="7154" y="8383"/>
                    <a:pt x="7343" y="8320"/>
                  </a:cubicBezTo>
                  <a:cubicBezTo>
                    <a:pt x="7421" y="8305"/>
                    <a:pt x="7437" y="8242"/>
                    <a:pt x="7515" y="8242"/>
                  </a:cubicBezTo>
                  <a:cubicBezTo>
                    <a:pt x="7578" y="8225"/>
                    <a:pt x="7658" y="8288"/>
                    <a:pt x="7721" y="8257"/>
                  </a:cubicBezTo>
                  <a:cubicBezTo>
                    <a:pt x="7830" y="8225"/>
                    <a:pt x="7815" y="8084"/>
                    <a:pt x="7784" y="7990"/>
                  </a:cubicBezTo>
                  <a:cubicBezTo>
                    <a:pt x="7956" y="8021"/>
                    <a:pt x="7925" y="7895"/>
                    <a:pt x="7988" y="7801"/>
                  </a:cubicBezTo>
                  <a:cubicBezTo>
                    <a:pt x="8020" y="7753"/>
                    <a:pt x="8020" y="7738"/>
                    <a:pt x="8083" y="7706"/>
                  </a:cubicBezTo>
                  <a:cubicBezTo>
                    <a:pt x="8225" y="7643"/>
                    <a:pt x="8288" y="7706"/>
                    <a:pt x="8351" y="7801"/>
                  </a:cubicBezTo>
                  <a:cubicBezTo>
                    <a:pt x="8383" y="7847"/>
                    <a:pt x="8383" y="7895"/>
                    <a:pt x="8429" y="7942"/>
                  </a:cubicBezTo>
                  <a:cubicBezTo>
                    <a:pt x="8477" y="7973"/>
                    <a:pt x="8555" y="7990"/>
                    <a:pt x="8603" y="8021"/>
                  </a:cubicBezTo>
                  <a:cubicBezTo>
                    <a:pt x="8824" y="8099"/>
                    <a:pt x="8776" y="7958"/>
                    <a:pt x="8965" y="7895"/>
                  </a:cubicBezTo>
                  <a:cubicBezTo>
                    <a:pt x="9107" y="7847"/>
                    <a:pt x="9076" y="7942"/>
                    <a:pt x="9154" y="8053"/>
                  </a:cubicBezTo>
                  <a:cubicBezTo>
                    <a:pt x="9233" y="8147"/>
                    <a:pt x="9391" y="8288"/>
                    <a:pt x="9485" y="8351"/>
                  </a:cubicBezTo>
                  <a:cubicBezTo>
                    <a:pt x="9674" y="8462"/>
                    <a:pt x="9879" y="8288"/>
                    <a:pt x="10068" y="8399"/>
                  </a:cubicBezTo>
                  <a:cubicBezTo>
                    <a:pt x="10147" y="8431"/>
                    <a:pt x="10210" y="8509"/>
                    <a:pt x="10257" y="8572"/>
                  </a:cubicBezTo>
                  <a:lnTo>
                    <a:pt x="10257" y="190"/>
                  </a:lnTo>
                  <a:cubicBezTo>
                    <a:pt x="10257" y="80"/>
                    <a:pt x="10179" y="1"/>
                    <a:pt x="10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6"/>
        <p:cNvGrpSpPr/>
        <p:nvPr/>
      </p:nvGrpSpPr>
      <p:grpSpPr>
        <a:xfrm>
          <a:off x="0" y="0"/>
          <a:ext cx="0" cy="0"/>
          <a:chOff x="0" y="0"/>
          <a:chExt cx="0" cy="0"/>
        </a:xfrm>
      </p:grpSpPr>
      <p:pic>
        <p:nvPicPr>
          <p:cNvPr id="37" name="Google Shape;37;p5"/>
          <p:cNvPicPr preferRelativeResize="0"/>
          <p:nvPr/>
        </p:nvPicPr>
        <p:blipFill rotWithShape="1">
          <a:blip r:embed="rId2">
            <a:alphaModFix amt="24000"/>
          </a:blip>
          <a:srcRect t="19267" b="1992"/>
          <a:stretch/>
        </p:blipFill>
        <p:spPr>
          <a:xfrm>
            <a:off x="0" y="0"/>
            <a:ext cx="9144003" cy="5143498"/>
          </a:xfrm>
          <a:prstGeom prst="rect">
            <a:avLst/>
          </a:prstGeom>
          <a:noFill/>
          <a:ln>
            <a:noFill/>
          </a:ln>
        </p:spPr>
      </p:pic>
      <p:grpSp>
        <p:nvGrpSpPr>
          <p:cNvPr id="38" name="Google Shape;38;p5"/>
          <p:cNvGrpSpPr/>
          <p:nvPr/>
        </p:nvGrpSpPr>
        <p:grpSpPr>
          <a:xfrm rot="2699970" flipH="1">
            <a:off x="7915249" y="-1141345"/>
            <a:ext cx="2602157" cy="2298827"/>
            <a:chOff x="3375445" y="3388204"/>
            <a:chExt cx="326198" cy="288171"/>
          </a:xfrm>
        </p:grpSpPr>
        <p:sp>
          <p:nvSpPr>
            <p:cNvPr id="39" name="Google Shape;39;p5"/>
            <p:cNvSpPr/>
            <p:nvPr/>
          </p:nvSpPr>
          <p:spPr>
            <a:xfrm>
              <a:off x="3375445" y="3613216"/>
              <a:ext cx="326198" cy="63160"/>
            </a:xfrm>
            <a:custGeom>
              <a:avLst/>
              <a:gdLst/>
              <a:ahLst/>
              <a:cxnLst/>
              <a:rect l="l" t="t" r="r" b="b"/>
              <a:pathLst>
                <a:path w="10257" h="1986" extrusionOk="0">
                  <a:moveTo>
                    <a:pt x="10257" y="1"/>
                  </a:moveTo>
                  <a:lnTo>
                    <a:pt x="10257" y="1655"/>
                  </a:lnTo>
                  <a:cubicBezTo>
                    <a:pt x="10210" y="1591"/>
                    <a:pt x="10147" y="1513"/>
                    <a:pt x="10068" y="1465"/>
                  </a:cubicBezTo>
                  <a:cubicBezTo>
                    <a:pt x="9879" y="1371"/>
                    <a:pt x="9674" y="1545"/>
                    <a:pt x="9485" y="1434"/>
                  </a:cubicBezTo>
                  <a:cubicBezTo>
                    <a:pt x="9391" y="1371"/>
                    <a:pt x="9233" y="1230"/>
                    <a:pt x="9154" y="1135"/>
                  </a:cubicBezTo>
                  <a:cubicBezTo>
                    <a:pt x="9076" y="1024"/>
                    <a:pt x="9107" y="930"/>
                    <a:pt x="8965" y="978"/>
                  </a:cubicBezTo>
                  <a:cubicBezTo>
                    <a:pt x="8776" y="1041"/>
                    <a:pt x="8824" y="1182"/>
                    <a:pt x="8603" y="1087"/>
                  </a:cubicBezTo>
                  <a:cubicBezTo>
                    <a:pt x="8555" y="1072"/>
                    <a:pt x="8477" y="1041"/>
                    <a:pt x="8429" y="1009"/>
                  </a:cubicBezTo>
                  <a:cubicBezTo>
                    <a:pt x="8383" y="978"/>
                    <a:pt x="8383" y="930"/>
                    <a:pt x="8351" y="867"/>
                  </a:cubicBezTo>
                  <a:cubicBezTo>
                    <a:pt x="8288" y="789"/>
                    <a:pt x="8225" y="726"/>
                    <a:pt x="8083" y="789"/>
                  </a:cubicBezTo>
                  <a:cubicBezTo>
                    <a:pt x="8020" y="820"/>
                    <a:pt x="8020" y="835"/>
                    <a:pt x="7988" y="883"/>
                  </a:cubicBezTo>
                  <a:cubicBezTo>
                    <a:pt x="7925" y="978"/>
                    <a:pt x="7956" y="1104"/>
                    <a:pt x="7784" y="1072"/>
                  </a:cubicBezTo>
                  <a:cubicBezTo>
                    <a:pt x="7815" y="1167"/>
                    <a:pt x="7830" y="1293"/>
                    <a:pt x="7721" y="1339"/>
                  </a:cubicBezTo>
                  <a:cubicBezTo>
                    <a:pt x="7658" y="1356"/>
                    <a:pt x="7578" y="1308"/>
                    <a:pt x="7515" y="1308"/>
                  </a:cubicBezTo>
                  <a:cubicBezTo>
                    <a:pt x="7437" y="1324"/>
                    <a:pt x="7421" y="1371"/>
                    <a:pt x="7343" y="1402"/>
                  </a:cubicBezTo>
                  <a:cubicBezTo>
                    <a:pt x="7154" y="1465"/>
                    <a:pt x="7137" y="1339"/>
                    <a:pt x="6996" y="1308"/>
                  </a:cubicBezTo>
                  <a:cubicBezTo>
                    <a:pt x="6807" y="1261"/>
                    <a:pt x="6633" y="1482"/>
                    <a:pt x="6444" y="1450"/>
                  </a:cubicBezTo>
                  <a:cubicBezTo>
                    <a:pt x="6318" y="1419"/>
                    <a:pt x="6366" y="1371"/>
                    <a:pt x="6286" y="1324"/>
                  </a:cubicBezTo>
                  <a:cubicBezTo>
                    <a:pt x="6208" y="1276"/>
                    <a:pt x="6208" y="1308"/>
                    <a:pt x="6145" y="1308"/>
                  </a:cubicBezTo>
                  <a:cubicBezTo>
                    <a:pt x="5971" y="1308"/>
                    <a:pt x="5830" y="1261"/>
                    <a:pt x="5673" y="1230"/>
                  </a:cubicBezTo>
                  <a:cubicBezTo>
                    <a:pt x="5547" y="1198"/>
                    <a:pt x="5436" y="1293"/>
                    <a:pt x="5341" y="1198"/>
                  </a:cubicBezTo>
                  <a:cubicBezTo>
                    <a:pt x="5294" y="1150"/>
                    <a:pt x="5341" y="1056"/>
                    <a:pt x="5278" y="1009"/>
                  </a:cubicBezTo>
                  <a:cubicBezTo>
                    <a:pt x="5215" y="961"/>
                    <a:pt x="5105" y="993"/>
                    <a:pt x="5042" y="1009"/>
                  </a:cubicBezTo>
                  <a:cubicBezTo>
                    <a:pt x="5042" y="978"/>
                    <a:pt x="5042" y="915"/>
                    <a:pt x="5057" y="883"/>
                  </a:cubicBezTo>
                  <a:cubicBezTo>
                    <a:pt x="5042" y="898"/>
                    <a:pt x="5026" y="898"/>
                    <a:pt x="5011" y="898"/>
                  </a:cubicBezTo>
                  <a:cubicBezTo>
                    <a:pt x="4931" y="804"/>
                    <a:pt x="5089" y="663"/>
                    <a:pt x="5042" y="552"/>
                  </a:cubicBezTo>
                  <a:cubicBezTo>
                    <a:pt x="4948" y="568"/>
                    <a:pt x="4805" y="631"/>
                    <a:pt x="4790" y="536"/>
                  </a:cubicBezTo>
                  <a:cubicBezTo>
                    <a:pt x="4679" y="804"/>
                    <a:pt x="4459" y="772"/>
                    <a:pt x="4223" y="804"/>
                  </a:cubicBezTo>
                  <a:cubicBezTo>
                    <a:pt x="3923" y="852"/>
                    <a:pt x="4049" y="1167"/>
                    <a:pt x="3876" y="1324"/>
                  </a:cubicBezTo>
                  <a:cubicBezTo>
                    <a:pt x="3750" y="1419"/>
                    <a:pt x="3561" y="1419"/>
                    <a:pt x="3435" y="1465"/>
                  </a:cubicBezTo>
                  <a:cubicBezTo>
                    <a:pt x="3404" y="1497"/>
                    <a:pt x="3387" y="1465"/>
                    <a:pt x="3356" y="1497"/>
                  </a:cubicBezTo>
                  <a:cubicBezTo>
                    <a:pt x="3324" y="1513"/>
                    <a:pt x="3309" y="1591"/>
                    <a:pt x="3278" y="1608"/>
                  </a:cubicBezTo>
                  <a:cubicBezTo>
                    <a:pt x="3135" y="1781"/>
                    <a:pt x="2774" y="1875"/>
                    <a:pt x="2568" y="1860"/>
                  </a:cubicBezTo>
                  <a:cubicBezTo>
                    <a:pt x="2427" y="1844"/>
                    <a:pt x="2411" y="1734"/>
                    <a:pt x="2301" y="1702"/>
                  </a:cubicBezTo>
                  <a:cubicBezTo>
                    <a:pt x="2221" y="1671"/>
                    <a:pt x="2127" y="1734"/>
                    <a:pt x="2049" y="1718"/>
                  </a:cubicBezTo>
                  <a:cubicBezTo>
                    <a:pt x="1969" y="1718"/>
                    <a:pt x="1923" y="1655"/>
                    <a:pt x="1843" y="1639"/>
                  </a:cubicBezTo>
                  <a:cubicBezTo>
                    <a:pt x="1780" y="1639"/>
                    <a:pt x="1749" y="1702"/>
                    <a:pt x="1686" y="1655"/>
                  </a:cubicBezTo>
                  <a:cubicBezTo>
                    <a:pt x="1591" y="1608"/>
                    <a:pt x="1639" y="1528"/>
                    <a:pt x="1608" y="1450"/>
                  </a:cubicBezTo>
                  <a:cubicBezTo>
                    <a:pt x="1560" y="1324"/>
                    <a:pt x="1513" y="1387"/>
                    <a:pt x="1371" y="1419"/>
                  </a:cubicBezTo>
                  <a:cubicBezTo>
                    <a:pt x="1198" y="1465"/>
                    <a:pt x="1040" y="1545"/>
                    <a:pt x="866" y="1608"/>
                  </a:cubicBezTo>
                  <a:cubicBezTo>
                    <a:pt x="772" y="1639"/>
                    <a:pt x="520" y="1970"/>
                    <a:pt x="473" y="1765"/>
                  </a:cubicBezTo>
                  <a:cubicBezTo>
                    <a:pt x="394" y="1844"/>
                    <a:pt x="190" y="1938"/>
                    <a:pt x="1" y="1986"/>
                  </a:cubicBezTo>
                  <a:lnTo>
                    <a:pt x="1" y="1"/>
                  </a:lnTo>
                  <a:close/>
                </a:path>
              </a:pathLst>
            </a:custGeom>
            <a:solidFill>
              <a:schemeClr val="accent6"/>
            </a:solidFill>
            <a:ln>
              <a:noFill/>
            </a:ln>
            <a:effectLst>
              <a:outerShdw blurRad="57150" dist="19050" dir="540000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3375445" y="3388204"/>
              <a:ext cx="326198" cy="283169"/>
            </a:xfrm>
            <a:custGeom>
              <a:avLst/>
              <a:gdLst/>
              <a:ahLst/>
              <a:cxnLst/>
              <a:rect l="l" t="t" r="r" b="b"/>
              <a:pathLst>
                <a:path w="10257" h="8904" extrusionOk="0">
                  <a:moveTo>
                    <a:pt x="9674" y="1"/>
                  </a:moveTo>
                  <a:lnTo>
                    <a:pt x="9643" y="348"/>
                  </a:lnTo>
                  <a:cubicBezTo>
                    <a:pt x="9738" y="364"/>
                    <a:pt x="9801" y="458"/>
                    <a:pt x="9784" y="553"/>
                  </a:cubicBezTo>
                  <a:cubicBezTo>
                    <a:pt x="9769" y="616"/>
                    <a:pt x="9721" y="679"/>
                    <a:pt x="9658" y="694"/>
                  </a:cubicBezTo>
                  <a:cubicBezTo>
                    <a:pt x="9548" y="711"/>
                    <a:pt x="9438" y="631"/>
                    <a:pt x="9438" y="521"/>
                  </a:cubicBezTo>
                  <a:cubicBezTo>
                    <a:pt x="9438" y="427"/>
                    <a:pt x="9517" y="364"/>
                    <a:pt x="9595" y="348"/>
                  </a:cubicBezTo>
                  <a:lnTo>
                    <a:pt x="9595" y="1"/>
                  </a:lnTo>
                  <a:lnTo>
                    <a:pt x="8618" y="1"/>
                  </a:lnTo>
                  <a:lnTo>
                    <a:pt x="8618" y="348"/>
                  </a:lnTo>
                  <a:cubicBezTo>
                    <a:pt x="8729" y="348"/>
                    <a:pt x="8807" y="442"/>
                    <a:pt x="8776" y="553"/>
                  </a:cubicBezTo>
                  <a:cubicBezTo>
                    <a:pt x="8761" y="616"/>
                    <a:pt x="8713" y="679"/>
                    <a:pt x="8650" y="694"/>
                  </a:cubicBezTo>
                  <a:cubicBezTo>
                    <a:pt x="8540" y="711"/>
                    <a:pt x="8446" y="631"/>
                    <a:pt x="8446" y="521"/>
                  </a:cubicBezTo>
                  <a:cubicBezTo>
                    <a:pt x="8446" y="442"/>
                    <a:pt x="8492" y="364"/>
                    <a:pt x="8572" y="348"/>
                  </a:cubicBezTo>
                  <a:lnTo>
                    <a:pt x="8555" y="1"/>
                  </a:lnTo>
                  <a:lnTo>
                    <a:pt x="7626" y="1"/>
                  </a:lnTo>
                  <a:lnTo>
                    <a:pt x="7626" y="348"/>
                  </a:lnTo>
                  <a:cubicBezTo>
                    <a:pt x="7721" y="364"/>
                    <a:pt x="7799" y="442"/>
                    <a:pt x="7767" y="553"/>
                  </a:cubicBezTo>
                  <a:cubicBezTo>
                    <a:pt x="7767" y="616"/>
                    <a:pt x="7704" y="679"/>
                    <a:pt x="7641" y="694"/>
                  </a:cubicBezTo>
                  <a:cubicBezTo>
                    <a:pt x="7532" y="711"/>
                    <a:pt x="7437" y="631"/>
                    <a:pt x="7437" y="521"/>
                  </a:cubicBezTo>
                  <a:cubicBezTo>
                    <a:pt x="7437" y="442"/>
                    <a:pt x="7484" y="379"/>
                    <a:pt x="7563" y="348"/>
                  </a:cubicBezTo>
                  <a:lnTo>
                    <a:pt x="7515" y="1"/>
                  </a:lnTo>
                  <a:lnTo>
                    <a:pt x="6602" y="1"/>
                  </a:lnTo>
                  <a:lnTo>
                    <a:pt x="6618" y="348"/>
                  </a:lnTo>
                  <a:cubicBezTo>
                    <a:pt x="6712" y="364"/>
                    <a:pt x="6791" y="458"/>
                    <a:pt x="6775" y="553"/>
                  </a:cubicBezTo>
                  <a:cubicBezTo>
                    <a:pt x="6759" y="616"/>
                    <a:pt x="6696" y="679"/>
                    <a:pt x="6633" y="694"/>
                  </a:cubicBezTo>
                  <a:cubicBezTo>
                    <a:pt x="6523" y="711"/>
                    <a:pt x="6429" y="631"/>
                    <a:pt x="6429" y="521"/>
                  </a:cubicBezTo>
                  <a:cubicBezTo>
                    <a:pt x="6429" y="442"/>
                    <a:pt x="6492" y="364"/>
                    <a:pt x="6555" y="348"/>
                  </a:cubicBezTo>
                  <a:lnTo>
                    <a:pt x="6538" y="1"/>
                  </a:lnTo>
                  <a:lnTo>
                    <a:pt x="5673" y="1"/>
                  </a:lnTo>
                  <a:lnTo>
                    <a:pt x="5625" y="348"/>
                  </a:lnTo>
                  <a:cubicBezTo>
                    <a:pt x="5719" y="364"/>
                    <a:pt x="5782" y="458"/>
                    <a:pt x="5767" y="553"/>
                  </a:cubicBezTo>
                  <a:cubicBezTo>
                    <a:pt x="5751" y="616"/>
                    <a:pt x="5704" y="679"/>
                    <a:pt x="5641" y="694"/>
                  </a:cubicBezTo>
                  <a:cubicBezTo>
                    <a:pt x="5530" y="711"/>
                    <a:pt x="5420" y="631"/>
                    <a:pt x="5420" y="521"/>
                  </a:cubicBezTo>
                  <a:cubicBezTo>
                    <a:pt x="5420" y="427"/>
                    <a:pt x="5483" y="364"/>
                    <a:pt x="5578" y="348"/>
                  </a:cubicBezTo>
                  <a:lnTo>
                    <a:pt x="5562" y="1"/>
                  </a:lnTo>
                  <a:lnTo>
                    <a:pt x="4570" y="1"/>
                  </a:lnTo>
                  <a:lnTo>
                    <a:pt x="4585" y="348"/>
                  </a:lnTo>
                  <a:lnTo>
                    <a:pt x="4601" y="348"/>
                  </a:lnTo>
                  <a:cubicBezTo>
                    <a:pt x="4696" y="348"/>
                    <a:pt x="4774" y="427"/>
                    <a:pt x="4774" y="521"/>
                  </a:cubicBezTo>
                  <a:cubicBezTo>
                    <a:pt x="4774" y="616"/>
                    <a:pt x="4696" y="694"/>
                    <a:pt x="4601" y="694"/>
                  </a:cubicBezTo>
                  <a:cubicBezTo>
                    <a:pt x="4490" y="694"/>
                    <a:pt x="4427" y="616"/>
                    <a:pt x="4427" y="521"/>
                  </a:cubicBezTo>
                  <a:cubicBezTo>
                    <a:pt x="4427" y="442"/>
                    <a:pt x="4475" y="379"/>
                    <a:pt x="4553" y="348"/>
                  </a:cubicBezTo>
                  <a:lnTo>
                    <a:pt x="4475" y="1"/>
                  </a:lnTo>
                  <a:lnTo>
                    <a:pt x="3593" y="1"/>
                  </a:lnTo>
                  <a:lnTo>
                    <a:pt x="3608" y="348"/>
                  </a:lnTo>
                  <a:cubicBezTo>
                    <a:pt x="3702" y="364"/>
                    <a:pt x="3782" y="442"/>
                    <a:pt x="3765" y="553"/>
                  </a:cubicBezTo>
                  <a:cubicBezTo>
                    <a:pt x="3750" y="616"/>
                    <a:pt x="3687" y="679"/>
                    <a:pt x="3624" y="694"/>
                  </a:cubicBezTo>
                  <a:cubicBezTo>
                    <a:pt x="3513" y="711"/>
                    <a:pt x="3419" y="631"/>
                    <a:pt x="3419" y="521"/>
                  </a:cubicBezTo>
                  <a:cubicBezTo>
                    <a:pt x="3419" y="427"/>
                    <a:pt x="3482" y="348"/>
                    <a:pt x="3576" y="348"/>
                  </a:cubicBezTo>
                  <a:lnTo>
                    <a:pt x="3530" y="1"/>
                  </a:lnTo>
                  <a:lnTo>
                    <a:pt x="2726" y="1"/>
                  </a:lnTo>
                  <a:lnTo>
                    <a:pt x="2631" y="348"/>
                  </a:lnTo>
                  <a:cubicBezTo>
                    <a:pt x="2710" y="379"/>
                    <a:pt x="2774" y="458"/>
                    <a:pt x="2757" y="568"/>
                  </a:cubicBezTo>
                  <a:cubicBezTo>
                    <a:pt x="2742" y="631"/>
                    <a:pt x="2679" y="679"/>
                    <a:pt x="2616" y="694"/>
                  </a:cubicBezTo>
                  <a:cubicBezTo>
                    <a:pt x="2505" y="711"/>
                    <a:pt x="2411" y="631"/>
                    <a:pt x="2411" y="521"/>
                  </a:cubicBezTo>
                  <a:cubicBezTo>
                    <a:pt x="2411" y="427"/>
                    <a:pt x="2474" y="364"/>
                    <a:pt x="2553" y="348"/>
                  </a:cubicBezTo>
                  <a:lnTo>
                    <a:pt x="2616" y="1"/>
                  </a:lnTo>
                  <a:lnTo>
                    <a:pt x="1608" y="1"/>
                  </a:lnTo>
                  <a:lnTo>
                    <a:pt x="1608" y="348"/>
                  </a:lnTo>
                  <a:cubicBezTo>
                    <a:pt x="1702" y="364"/>
                    <a:pt x="1765" y="458"/>
                    <a:pt x="1749" y="553"/>
                  </a:cubicBezTo>
                  <a:cubicBezTo>
                    <a:pt x="1734" y="616"/>
                    <a:pt x="1686" y="679"/>
                    <a:pt x="1623" y="694"/>
                  </a:cubicBezTo>
                  <a:cubicBezTo>
                    <a:pt x="1513" y="711"/>
                    <a:pt x="1402" y="631"/>
                    <a:pt x="1402" y="521"/>
                  </a:cubicBezTo>
                  <a:cubicBezTo>
                    <a:pt x="1402" y="442"/>
                    <a:pt x="1465" y="364"/>
                    <a:pt x="1545" y="348"/>
                  </a:cubicBezTo>
                  <a:lnTo>
                    <a:pt x="1528" y="1"/>
                  </a:lnTo>
                  <a:lnTo>
                    <a:pt x="599" y="1"/>
                  </a:lnTo>
                  <a:lnTo>
                    <a:pt x="583" y="348"/>
                  </a:lnTo>
                  <a:cubicBezTo>
                    <a:pt x="694" y="348"/>
                    <a:pt x="772" y="442"/>
                    <a:pt x="740" y="553"/>
                  </a:cubicBezTo>
                  <a:cubicBezTo>
                    <a:pt x="725" y="616"/>
                    <a:pt x="677" y="679"/>
                    <a:pt x="614" y="694"/>
                  </a:cubicBezTo>
                  <a:cubicBezTo>
                    <a:pt x="505" y="711"/>
                    <a:pt x="410" y="631"/>
                    <a:pt x="410" y="521"/>
                  </a:cubicBezTo>
                  <a:cubicBezTo>
                    <a:pt x="410" y="442"/>
                    <a:pt x="457" y="379"/>
                    <a:pt x="520" y="348"/>
                  </a:cubicBezTo>
                  <a:lnTo>
                    <a:pt x="488" y="1"/>
                  </a:lnTo>
                  <a:lnTo>
                    <a:pt x="173" y="1"/>
                  </a:lnTo>
                  <a:cubicBezTo>
                    <a:pt x="79" y="1"/>
                    <a:pt x="1" y="80"/>
                    <a:pt x="1" y="190"/>
                  </a:cubicBezTo>
                  <a:lnTo>
                    <a:pt x="1" y="8903"/>
                  </a:lnTo>
                  <a:cubicBezTo>
                    <a:pt x="190" y="8872"/>
                    <a:pt x="394" y="8761"/>
                    <a:pt x="473" y="8683"/>
                  </a:cubicBezTo>
                  <a:cubicBezTo>
                    <a:pt x="520" y="8887"/>
                    <a:pt x="772" y="8557"/>
                    <a:pt x="866" y="8525"/>
                  </a:cubicBezTo>
                  <a:cubicBezTo>
                    <a:pt x="1040" y="8462"/>
                    <a:pt x="1198" y="8383"/>
                    <a:pt x="1371" y="8336"/>
                  </a:cubicBezTo>
                  <a:cubicBezTo>
                    <a:pt x="1513" y="8305"/>
                    <a:pt x="1560" y="8242"/>
                    <a:pt x="1608" y="8383"/>
                  </a:cubicBezTo>
                  <a:cubicBezTo>
                    <a:pt x="1639" y="8446"/>
                    <a:pt x="1591" y="8525"/>
                    <a:pt x="1686" y="8588"/>
                  </a:cubicBezTo>
                  <a:cubicBezTo>
                    <a:pt x="1749" y="8620"/>
                    <a:pt x="1780" y="8557"/>
                    <a:pt x="1843" y="8572"/>
                  </a:cubicBezTo>
                  <a:cubicBezTo>
                    <a:pt x="1923" y="8572"/>
                    <a:pt x="1969" y="8635"/>
                    <a:pt x="2049" y="8635"/>
                  </a:cubicBezTo>
                  <a:cubicBezTo>
                    <a:pt x="2127" y="8651"/>
                    <a:pt x="2221" y="8603"/>
                    <a:pt x="2301" y="8620"/>
                  </a:cubicBezTo>
                  <a:cubicBezTo>
                    <a:pt x="2411" y="8651"/>
                    <a:pt x="2427" y="8761"/>
                    <a:pt x="2568" y="8777"/>
                  </a:cubicBezTo>
                  <a:cubicBezTo>
                    <a:pt x="2774" y="8793"/>
                    <a:pt x="3135" y="8698"/>
                    <a:pt x="3278" y="8540"/>
                  </a:cubicBezTo>
                  <a:cubicBezTo>
                    <a:pt x="3309" y="8509"/>
                    <a:pt x="3324" y="8431"/>
                    <a:pt x="3356" y="8414"/>
                  </a:cubicBezTo>
                  <a:cubicBezTo>
                    <a:pt x="3387" y="8399"/>
                    <a:pt x="3404" y="8414"/>
                    <a:pt x="3435" y="8399"/>
                  </a:cubicBezTo>
                  <a:cubicBezTo>
                    <a:pt x="3561" y="8336"/>
                    <a:pt x="3750" y="8336"/>
                    <a:pt x="3876" y="8242"/>
                  </a:cubicBezTo>
                  <a:cubicBezTo>
                    <a:pt x="4049" y="8084"/>
                    <a:pt x="3923" y="7769"/>
                    <a:pt x="4223" y="7721"/>
                  </a:cubicBezTo>
                  <a:cubicBezTo>
                    <a:pt x="4459" y="7690"/>
                    <a:pt x="4679" y="7721"/>
                    <a:pt x="4790" y="7454"/>
                  </a:cubicBezTo>
                  <a:cubicBezTo>
                    <a:pt x="4805" y="7548"/>
                    <a:pt x="4948" y="7485"/>
                    <a:pt x="5042" y="7469"/>
                  </a:cubicBezTo>
                  <a:cubicBezTo>
                    <a:pt x="5089" y="7580"/>
                    <a:pt x="4931" y="7721"/>
                    <a:pt x="5011" y="7816"/>
                  </a:cubicBezTo>
                  <a:cubicBezTo>
                    <a:pt x="5026" y="7816"/>
                    <a:pt x="5042" y="7816"/>
                    <a:pt x="5057" y="7801"/>
                  </a:cubicBezTo>
                  <a:cubicBezTo>
                    <a:pt x="5042" y="7847"/>
                    <a:pt x="5042" y="7895"/>
                    <a:pt x="5042" y="7927"/>
                  </a:cubicBezTo>
                  <a:cubicBezTo>
                    <a:pt x="5105" y="7910"/>
                    <a:pt x="5215" y="7879"/>
                    <a:pt x="5278" y="7927"/>
                  </a:cubicBezTo>
                  <a:cubicBezTo>
                    <a:pt x="5341" y="7990"/>
                    <a:pt x="5294" y="8068"/>
                    <a:pt x="5341" y="8116"/>
                  </a:cubicBezTo>
                  <a:cubicBezTo>
                    <a:pt x="5436" y="8210"/>
                    <a:pt x="5547" y="8116"/>
                    <a:pt x="5673" y="8147"/>
                  </a:cubicBezTo>
                  <a:cubicBezTo>
                    <a:pt x="5830" y="8179"/>
                    <a:pt x="5971" y="8225"/>
                    <a:pt x="6145" y="8225"/>
                  </a:cubicBezTo>
                  <a:cubicBezTo>
                    <a:pt x="6208" y="8242"/>
                    <a:pt x="6208" y="8210"/>
                    <a:pt x="6286" y="8242"/>
                  </a:cubicBezTo>
                  <a:cubicBezTo>
                    <a:pt x="6366" y="8288"/>
                    <a:pt x="6318" y="8351"/>
                    <a:pt x="6444" y="8368"/>
                  </a:cubicBezTo>
                  <a:cubicBezTo>
                    <a:pt x="6633" y="8399"/>
                    <a:pt x="6807" y="8179"/>
                    <a:pt x="6996" y="8225"/>
                  </a:cubicBezTo>
                  <a:cubicBezTo>
                    <a:pt x="7137" y="8257"/>
                    <a:pt x="7154" y="8383"/>
                    <a:pt x="7343" y="8320"/>
                  </a:cubicBezTo>
                  <a:cubicBezTo>
                    <a:pt x="7421" y="8305"/>
                    <a:pt x="7437" y="8242"/>
                    <a:pt x="7515" y="8242"/>
                  </a:cubicBezTo>
                  <a:cubicBezTo>
                    <a:pt x="7578" y="8225"/>
                    <a:pt x="7658" y="8288"/>
                    <a:pt x="7721" y="8257"/>
                  </a:cubicBezTo>
                  <a:cubicBezTo>
                    <a:pt x="7830" y="8225"/>
                    <a:pt x="7815" y="8084"/>
                    <a:pt x="7784" y="7990"/>
                  </a:cubicBezTo>
                  <a:cubicBezTo>
                    <a:pt x="7956" y="8021"/>
                    <a:pt x="7925" y="7895"/>
                    <a:pt x="7988" y="7801"/>
                  </a:cubicBezTo>
                  <a:cubicBezTo>
                    <a:pt x="8020" y="7753"/>
                    <a:pt x="8020" y="7738"/>
                    <a:pt x="8083" y="7706"/>
                  </a:cubicBezTo>
                  <a:cubicBezTo>
                    <a:pt x="8225" y="7643"/>
                    <a:pt x="8288" y="7706"/>
                    <a:pt x="8351" y="7801"/>
                  </a:cubicBezTo>
                  <a:cubicBezTo>
                    <a:pt x="8383" y="7847"/>
                    <a:pt x="8383" y="7895"/>
                    <a:pt x="8429" y="7942"/>
                  </a:cubicBezTo>
                  <a:cubicBezTo>
                    <a:pt x="8477" y="7973"/>
                    <a:pt x="8555" y="7990"/>
                    <a:pt x="8603" y="8021"/>
                  </a:cubicBezTo>
                  <a:cubicBezTo>
                    <a:pt x="8824" y="8099"/>
                    <a:pt x="8776" y="7958"/>
                    <a:pt x="8965" y="7895"/>
                  </a:cubicBezTo>
                  <a:cubicBezTo>
                    <a:pt x="9107" y="7847"/>
                    <a:pt x="9076" y="7942"/>
                    <a:pt x="9154" y="8053"/>
                  </a:cubicBezTo>
                  <a:cubicBezTo>
                    <a:pt x="9233" y="8147"/>
                    <a:pt x="9391" y="8288"/>
                    <a:pt x="9485" y="8351"/>
                  </a:cubicBezTo>
                  <a:cubicBezTo>
                    <a:pt x="9674" y="8462"/>
                    <a:pt x="9879" y="8288"/>
                    <a:pt x="10068" y="8399"/>
                  </a:cubicBezTo>
                  <a:cubicBezTo>
                    <a:pt x="10147" y="8431"/>
                    <a:pt x="10210" y="8509"/>
                    <a:pt x="10257" y="8572"/>
                  </a:cubicBezTo>
                  <a:lnTo>
                    <a:pt x="10257" y="190"/>
                  </a:lnTo>
                  <a:cubicBezTo>
                    <a:pt x="10257" y="80"/>
                    <a:pt x="10179" y="1"/>
                    <a:pt x="10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41;p5"/>
          <p:cNvGrpSpPr/>
          <p:nvPr/>
        </p:nvGrpSpPr>
        <p:grpSpPr>
          <a:xfrm rot="-8386588" flipH="1">
            <a:off x="-1116814" y="3968334"/>
            <a:ext cx="2602175" cy="2298841"/>
            <a:chOff x="3375445" y="3388204"/>
            <a:chExt cx="326198" cy="288171"/>
          </a:xfrm>
        </p:grpSpPr>
        <p:sp>
          <p:nvSpPr>
            <p:cNvPr id="42" name="Google Shape;42;p5"/>
            <p:cNvSpPr/>
            <p:nvPr/>
          </p:nvSpPr>
          <p:spPr>
            <a:xfrm>
              <a:off x="3375445" y="3613216"/>
              <a:ext cx="326198" cy="63160"/>
            </a:xfrm>
            <a:custGeom>
              <a:avLst/>
              <a:gdLst/>
              <a:ahLst/>
              <a:cxnLst/>
              <a:rect l="l" t="t" r="r" b="b"/>
              <a:pathLst>
                <a:path w="10257" h="1986" extrusionOk="0">
                  <a:moveTo>
                    <a:pt x="10257" y="1"/>
                  </a:moveTo>
                  <a:lnTo>
                    <a:pt x="10257" y="1655"/>
                  </a:lnTo>
                  <a:cubicBezTo>
                    <a:pt x="10210" y="1591"/>
                    <a:pt x="10147" y="1513"/>
                    <a:pt x="10068" y="1465"/>
                  </a:cubicBezTo>
                  <a:cubicBezTo>
                    <a:pt x="9879" y="1371"/>
                    <a:pt x="9674" y="1545"/>
                    <a:pt x="9485" y="1434"/>
                  </a:cubicBezTo>
                  <a:cubicBezTo>
                    <a:pt x="9391" y="1371"/>
                    <a:pt x="9233" y="1230"/>
                    <a:pt x="9154" y="1135"/>
                  </a:cubicBezTo>
                  <a:cubicBezTo>
                    <a:pt x="9076" y="1024"/>
                    <a:pt x="9107" y="930"/>
                    <a:pt x="8965" y="978"/>
                  </a:cubicBezTo>
                  <a:cubicBezTo>
                    <a:pt x="8776" y="1041"/>
                    <a:pt x="8824" y="1182"/>
                    <a:pt x="8603" y="1087"/>
                  </a:cubicBezTo>
                  <a:cubicBezTo>
                    <a:pt x="8555" y="1072"/>
                    <a:pt x="8477" y="1041"/>
                    <a:pt x="8429" y="1009"/>
                  </a:cubicBezTo>
                  <a:cubicBezTo>
                    <a:pt x="8383" y="978"/>
                    <a:pt x="8383" y="930"/>
                    <a:pt x="8351" y="867"/>
                  </a:cubicBezTo>
                  <a:cubicBezTo>
                    <a:pt x="8288" y="789"/>
                    <a:pt x="8225" y="726"/>
                    <a:pt x="8083" y="789"/>
                  </a:cubicBezTo>
                  <a:cubicBezTo>
                    <a:pt x="8020" y="820"/>
                    <a:pt x="8020" y="835"/>
                    <a:pt x="7988" y="883"/>
                  </a:cubicBezTo>
                  <a:cubicBezTo>
                    <a:pt x="7925" y="978"/>
                    <a:pt x="7956" y="1104"/>
                    <a:pt x="7784" y="1072"/>
                  </a:cubicBezTo>
                  <a:cubicBezTo>
                    <a:pt x="7815" y="1167"/>
                    <a:pt x="7830" y="1293"/>
                    <a:pt x="7721" y="1339"/>
                  </a:cubicBezTo>
                  <a:cubicBezTo>
                    <a:pt x="7658" y="1356"/>
                    <a:pt x="7578" y="1308"/>
                    <a:pt x="7515" y="1308"/>
                  </a:cubicBezTo>
                  <a:cubicBezTo>
                    <a:pt x="7437" y="1324"/>
                    <a:pt x="7421" y="1371"/>
                    <a:pt x="7343" y="1402"/>
                  </a:cubicBezTo>
                  <a:cubicBezTo>
                    <a:pt x="7154" y="1465"/>
                    <a:pt x="7137" y="1339"/>
                    <a:pt x="6996" y="1308"/>
                  </a:cubicBezTo>
                  <a:cubicBezTo>
                    <a:pt x="6807" y="1261"/>
                    <a:pt x="6633" y="1482"/>
                    <a:pt x="6444" y="1450"/>
                  </a:cubicBezTo>
                  <a:cubicBezTo>
                    <a:pt x="6318" y="1419"/>
                    <a:pt x="6366" y="1371"/>
                    <a:pt x="6286" y="1324"/>
                  </a:cubicBezTo>
                  <a:cubicBezTo>
                    <a:pt x="6208" y="1276"/>
                    <a:pt x="6208" y="1308"/>
                    <a:pt x="6145" y="1308"/>
                  </a:cubicBezTo>
                  <a:cubicBezTo>
                    <a:pt x="5971" y="1308"/>
                    <a:pt x="5830" y="1261"/>
                    <a:pt x="5673" y="1230"/>
                  </a:cubicBezTo>
                  <a:cubicBezTo>
                    <a:pt x="5547" y="1198"/>
                    <a:pt x="5436" y="1293"/>
                    <a:pt x="5341" y="1198"/>
                  </a:cubicBezTo>
                  <a:cubicBezTo>
                    <a:pt x="5294" y="1150"/>
                    <a:pt x="5341" y="1056"/>
                    <a:pt x="5278" y="1009"/>
                  </a:cubicBezTo>
                  <a:cubicBezTo>
                    <a:pt x="5215" y="961"/>
                    <a:pt x="5105" y="993"/>
                    <a:pt x="5042" y="1009"/>
                  </a:cubicBezTo>
                  <a:cubicBezTo>
                    <a:pt x="5042" y="978"/>
                    <a:pt x="5042" y="915"/>
                    <a:pt x="5057" y="883"/>
                  </a:cubicBezTo>
                  <a:cubicBezTo>
                    <a:pt x="5042" y="898"/>
                    <a:pt x="5026" y="898"/>
                    <a:pt x="5011" y="898"/>
                  </a:cubicBezTo>
                  <a:cubicBezTo>
                    <a:pt x="4931" y="804"/>
                    <a:pt x="5089" y="663"/>
                    <a:pt x="5042" y="552"/>
                  </a:cubicBezTo>
                  <a:cubicBezTo>
                    <a:pt x="4948" y="568"/>
                    <a:pt x="4805" y="631"/>
                    <a:pt x="4790" y="536"/>
                  </a:cubicBezTo>
                  <a:cubicBezTo>
                    <a:pt x="4679" y="804"/>
                    <a:pt x="4459" y="772"/>
                    <a:pt x="4223" y="804"/>
                  </a:cubicBezTo>
                  <a:cubicBezTo>
                    <a:pt x="3923" y="852"/>
                    <a:pt x="4049" y="1167"/>
                    <a:pt x="3876" y="1324"/>
                  </a:cubicBezTo>
                  <a:cubicBezTo>
                    <a:pt x="3750" y="1419"/>
                    <a:pt x="3561" y="1419"/>
                    <a:pt x="3435" y="1465"/>
                  </a:cubicBezTo>
                  <a:cubicBezTo>
                    <a:pt x="3404" y="1497"/>
                    <a:pt x="3387" y="1465"/>
                    <a:pt x="3356" y="1497"/>
                  </a:cubicBezTo>
                  <a:cubicBezTo>
                    <a:pt x="3324" y="1513"/>
                    <a:pt x="3309" y="1591"/>
                    <a:pt x="3278" y="1608"/>
                  </a:cubicBezTo>
                  <a:cubicBezTo>
                    <a:pt x="3135" y="1781"/>
                    <a:pt x="2774" y="1875"/>
                    <a:pt x="2568" y="1860"/>
                  </a:cubicBezTo>
                  <a:cubicBezTo>
                    <a:pt x="2427" y="1844"/>
                    <a:pt x="2411" y="1734"/>
                    <a:pt x="2301" y="1702"/>
                  </a:cubicBezTo>
                  <a:cubicBezTo>
                    <a:pt x="2221" y="1671"/>
                    <a:pt x="2127" y="1734"/>
                    <a:pt x="2049" y="1718"/>
                  </a:cubicBezTo>
                  <a:cubicBezTo>
                    <a:pt x="1969" y="1718"/>
                    <a:pt x="1923" y="1655"/>
                    <a:pt x="1843" y="1639"/>
                  </a:cubicBezTo>
                  <a:cubicBezTo>
                    <a:pt x="1780" y="1639"/>
                    <a:pt x="1749" y="1702"/>
                    <a:pt x="1686" y="1655"/>
                  </a:cubicBezTo>
                  <a:cubicBezTo>
                    <a:pt x="1591" y="1608"/>
                    <a:pt x="1639" y="1528"/>
                    <a:pt x="1608" y="1450"/>
                  </a:cubicBezTo>
                  <a:cubicBezTo>
                    <a:pt x="1560" y="1324"/>
                    <a:pt x="1513" y="1387"/>
                    <a:pt x="1371" y="1419"/>
                  </a:cubicBezTo>
                  <a:cubicBezTo>
                    <a:pt x="1198" y="1465"/>
                    <a:pt x="1040" y="1545"/>
                    <a:pt x="866" y="1608"/>
                  </a:cubicBezTo>
                  <a:cubicBezTo>
                    <a:pt x="772" y="1639"/>
                    <a:pt x="520" y="1970"/>
                    <a:pt x="473" y="1765"/>
                  </a:cubicBezTo>
                  <a:cubicBezTo>
                    <a:pt x="394" y="1844"/>
                    <a:pt x="190" y="1938"/>
                    <a:pt x="1" y="1986"/>
                  </a:cubicBezTo>
                  <a:lnTo>
                    <a:pt x="1" y="1"/>
                  </a:lnTo>
                  <a:close/>
                </a:path>
              </a:pathLst>
            </a:custGeom>
            <a:solidFill>
              <a:schemeClr val="accent6"/>
            </a:solidFill>
            <a:ln>
              <a:noFill/>
            </a:ln>
            <a:effectLst>
              <a:outerShdw blurRad="57150" dist="19050" dir="540000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3375445" y="3388204"/>
              <a:ext cx="326198" cy="283169"/>
            </a:xfrm>
            <a:custGeom>
              <a:avLst/>
              <a:gdLst/>
              <a:ahLst/>
              <a:cxnLst/>
              <a:rect l="l" t="t" r="r" b="b"/>
              <a:pathLst>
                <a:path w="10257" h="8904" extrusionOk="0">
                  <a:moveTo>
                    <a:pt x="9674" y="1"/>
                  </a:moveTo>
                  <a:lnTo>
                    <a:pt x="9643" y="348"/>
                  </a:lnTo>
                  <a:cubicBezTo>
                    <a:pt x="9738" y="364"/>
                    <a:pt x="9801" y="458"/>
                    <a:pt x="9784" y="553"/>
                  </a:cubicBezTo>
                  <a:cubicBezTo>
                    <a:pt x="9769" y="616"/>
                    <a:pt x="9721" y="679"/>
                    <a:pt x="9658" y="694"/>
                  </a:cubicBezTo>
                  <a:cubicBezTo>
                    <a:pt x="9548" y="711"/>
                    <a:pt x="9438" y="631"/>
                    <a:pt x="9438" y="521"/>
                  </a:cubicBezTo>
                  <a:cubicBezTo>
                    <a:pt x="9438" y="427"/>
                    <a:pt x="9517" y="364"/>
                    <a:pt x="9595" y="348"/>
                  </a:cubicBezTo>
                  <a:lnTo>
                    <a:pt x="9595" y="1"/>
                  </a:lnTo>
                  <a:lnTo>
                    <a:pt x="8618" y="1"/>
                  </a:lnTo>
                  <a:lnTo>
                    <a:pt x="8618" y="348"/>
                  </a:lnTo>
                  <a:cubicBezTo>
                    <a:pt x="8729" y="348"/>
                    <a:pt x="8807" y="442"/>
                    <a:pt x="8776" y="553"/>
                  </a:cubicBezTo>
                  <a:cubicBezTo>
                    <a:pt x="8761" y="616"/>
                    <a:pt x="8713" y="679"/>
                    <a:pt x="8650" y="694"/>
                  </a:cubicBezTo>
                  <a:cubicBezTo>
                    <a:pt x="8540" y="711"/>
                    <a:pt x="8446" y="631"/>
                    <a:pt x="8446" y="521"/>
                  </a:cubicBezTo>
                  <a:cubicBezTo>
                    <a:pt x="8446" y="442"/>
                    <a:pt x="8492" y="364"/>
                    <a:pt x="8572" y="348"/>
                  </a:cubicBezTo>
                  <a:lnTo>
                    <a:pt x="8555" y="1"/>
                  </a:lnTo>
                  <a:lnTo>
                    <a:pt x="7626" y="1"/>
                  </a:lnTo>
                  <a:lnTo>
                    <a:pt x="7626" y="348"/>
                  </a:lnTo>
                  <a:cubicBezTo>
                    <a:pt x="7721" y="364"/>
                    <a:pt x="7799" y="442"/>
                    <a:pt x="7767" y="553"/>
                  </a:cubicBezTo>
                  <a:cubicBezTo>
                    <a:pt x="7767" y="616"/>
                    <a:pt x="7704" y="679"/>
                    <a:pt x="7641" y="694"/>
                  </a:cubicBezTo>
                  <a:cubicBezTo>
                    <a:pt x="7532" y="711"/>
                    <a:pt x="7437" y="631"/>
                    <a:pt x="7437" y="521"/>
                  </a:cubicBezTo>
                  <a:cubicBezTo>
                    <a:pt x="7437" y="442"/>
                    <a:pt x="7484" y="379"/>
                    <a:pt x="7563" y="348"/>
                  </a:cubicBezTo>
                  <a:lnTo>
                    <a:pt x="7515" y="1"/>
                  </a:lnTo>
                  <a:lnTo>
                    <a:pt x="6602" y="1"/>
                  </a:lnTo>
                  <a:lnTo>
                    <a:pt x="6618" y="348"/>
                  </a:lnTo>
                  <a:cubicBezTo>
                    <a:pt x="6712" y="364"/>
                    <a:pt x="6791" y="458"/>
                    <a:pt x="6775" y="553"/>
                  </a:cubicBezTo>
                  <a:cubicBezTo>
                    <a:pt x="6759" y="616"/>
                    <a:pt x="6696" y="679"/>
                    <a:pt x="6633" y="694"/>
                  </a:cubicBezTo>
                  <a:cubicBezTo>
                    <a:pt x="6523" y="711"/>
                    <a:pt x="6429" y="631"/>
                    <a:pt x="6429" y="521"/>
                  </a:cubicBezTo>
                  <a:cubicBezTo>
                    <a:pt x="6429" y="442"/>
                    <a:pt x="6492" y="364"/>
                    <a:pt x="6555" y="348"/>
                  </a:cubicBezTo>
                  <a:lnTo>
                    <a:pt x="6538" y="1"/>
                  </a:lnTo>
                  <a:lnTo>
                    <a:pt x="5673" y="1"/>
                  </a:lnTo>
                  <a:lnTo>
                    <a:pt x="5625" y="348"/>
                  </a:lnTo>
                  <a:cubicBezTo>
                    <a:pt x="5719" y="364"/>
                    <a:pt x="5782" y="458"/>
                    <a:pt x="5767" y="553"/>
                  </a:cubicBezTo>
                  <a:cubicBezTo>
                    <a:pt x="5751" y="616"/>
                    <a:pt x="5704" y="679"/>
                    <a:pt x="5641" y="694"/>
                  </a:cubicBezTo>
                  <a:cubicBezTo>
                    <a:pt x="5530" y="711"/>
                    <a:pt x="5420" y="631"/>
                    <a:pt x="5420" y="521"/>
                  </a:cubicBezTo>
                  <a:cubicBezTo>
                    <a:pt x="5420" y="427"/>
                    <a:pt x="5483" y="364"/>
                    <a:pt x="5578" y="348"/>
                  </a:cubicBezTo>
                  <a:lnTo>
                    <a:pt x="5562" y="1"/>
                  </a:lnTo>
                  <a:lnTo>
                    <a:pt x="4570" y="1"/>
                  </a:lnTo>
                  <a:lnTo>
                    <a:pt x="4585" y="348"/>
                  </a:lnTo>
                  <a:lnTo>
                    <a:pt x="4601" y="348"/>
                  </a:lnTo>
                  <a:cubicBezTo>
                    <a:pt x="4696" y="348"/>
                    <a:pt x="4774" y="427"/>
                    <a:pt x="4774" y="521"/>
                  </a:cubicBezTo>
                  <a:cubicBezTo>
                    <a:pt x="4774" y="616"/>
                    <a:pt x="4696" y="694"/>
                    <a:pt x="4601" y="694"/>
                  </a:cubicBezTo>
                  <a:cubicBezTo>
                    <a:pt x="4490" y="694"/>
                    <a:pt x="4427" y="616"/>
                    <a:pt x="4427" y="521"/>
                  </a:cubicBezTo>
                  <a:cubicBezTo>
                    <a:pt x="4427" y="442"/>
                    <a:pt x="4475" y="379"/>
                    <a:pt x="4553" y="348"/>
                  </a:cubicBezTo>
                  <a:lnTo>
                    <a:pt x="4475" y="1"/>
                  </a:lnTo>
                  <a:lnTo>
                    <a:pt x="3593" y="1"/>
                  </a:lnTo>
                  <a:lnTo>
                    <a:pt x="3608" y="348"/>
                  </a:lnTo>
                  <a:cubicBezTo>
                    <a:pt x="3702" y="364"/>
                    <a:pt x="3782" y="442"/>
                    <a:pt x="3765" y="553"/>
                  </a:cubicBezTo>
                  <a:cubicBezTo>
                    <a:pt x="3750" y="616"/>
                    <a:pt x="3687" y="679"/>
                    <a:pt x="3624" y="694"/>
                  </a:cubicBezTo>
                  <a:cubicBezTo>
                    <a:pt x="3513" y="711"/>
                    <a:pt x="3419" y="631"/>
                    <a:pt x="3419" y="521"/>
                  </a:cubicBezTo>
                  <a:cubicBezTo>
                    <a:pt x="3419" y="427"/>
                    <a:pt x="3482" y="348"/>
                    <a:pt x="3576" y="348"/>
                  </a:cubicBezTo>
                  <a:lnTo>
                    <a:pt x="3530" y="1"/>
                  </a:lnTo>
                  <a:lnTo>
                    <a:pt x="2726" y="1"/>
                  </a:lnTo>
                  <a:lnTo>
                    <a:pt x="2631" y="348"/>
                  </a:lnTo>
                  <a:cubicBezTo>
                    <a:pt x="2710" y="379"/>
                    <a:pt x="2774" y="458"/>
                    <a:pt x="2757" y="568"/>
                  </a:cubicBezTo>
                  <a:cubicBezTo>
                    <a:pt x="2742" y="631"/>
                    <a:pt x="2679" y="679"/>
                    <a:pt x="2616" y="694"/>
                  </a:cubicBezTo>
                  <a:cubicBezTo>
                    <a:pt x="2505" y="711"/>
                    <a:pt x="2411" y="631"/>
                    <a:pt x="2411" y="521"/>
                  </a:cubicBezTo>
                  <a:cubicBezTo>
                    <a:pt x="2411" y="427"/>
                    <a:pt x="2474" y="364"/>
                    <a:pt x="2553" y="348"/>
                  </a:cubicBezTo>
                  <a:lnTo>
                    <a:pt x="2616" y="1"/>
                  </a:lnTo>
                  <a:lnTo>
                    <a:pt x="1608" y="1"/>
                  </a:lnTo>
                  <a:lnTo>
                    <a:pt x="1608" y="348"/>
                  </a:lnTo>
                  <a:cubicBezTo>
                    <a:pt x="1702" y="364"/>
                    <a:pt x="1765" y="458"/>
                    <a:pt x="1749" y="553"/>
                  </a:cubicBezTo>
                  <a:cubicBezTo>
                    <a:pt x="1734" y="616"/>
                    <a:pt x="1686" y="679"/>
                    <a:pt x="1623" y="694"/>
                  </a:cubicBezTo>
                  <a:cubicBezTo>
                    <a:pt x="1513" y="711"/>
                    <a:pt x="1402" y="631"/>
                    <a:pt x="1402" y="521"/>
                  </a:cubicBezTo>
                  <a:cubicBezTo>
                    <a:pt x="1402" y="442"/>
                    <a:pt x="1465" y="364"/>
                    <a:pt x="1545" y="348"/>
                  </a:cubicBezTo>
                  <a:lnTo>
                    <a:pt x="1528" y="1"/>
                  </a:lnTo>
                  <a:lnTo>
                    <a:pt x="599" y="1"/>
                  </a:lnTo>
                  <a:lnTo>
                    <a:pt x="583" y="348"/>
                  </a:lnTo>
                  <a:cubicBezTo>
                    <a:pt x="694" y="348"/>
                    <a:pt x="772" y="442"/>
                    <a:pt x="740" y="553"/>
                  </a:cubicBezTo>
                  <a:cubicBezTo>
                    <a:pt x="725" y="616"/>
                    <a:pt x="677" y="679"/>
                    <a:pt x="614" y="694"/>
                  </a:cubicBezTo>
                  <a:cubicBezTo>
                    <a:pt x="505" y="711"/>
                    <a:pt x="410" y="631"/>
                    <a:pt x="410" y="521"/>
                  </a:cubicBezTo>
                  <a:cubicBezTo>
                    <a:pt x="410" y="442"/>
                    <a:pt x="457" y="379"/>
                    <a:pt x="520" y="348"/>
                  </a:cubicBezTo>
                  <a:lnTo>
                    <a:pt x="488" y="1"/>
                  </a:lnTo>
                  <a:lnTo>
                    <a:pt x="173" y="1"/>
                  </a:lnTo>
                  <a:cubicBezTo>
                    <a:pt x="79" y="1"/>
                    <a:pt x="1" y="80"/>
                    <a:pt x="1" y="190"/>
                  </a:cubicBezTo>
                  <a:lnTo>
                    <a:pt x="1" y="8903"/>
                  </a:lnTo>
                  <a:cubicBezTo>
                    <a:pt x="190" y="8872"/>
                    <a:pt x="394" y="8761"/>
                    <a:pt x="473" y="8683"/>
                  </a:cubicBezTo>
                  <a:cubicBezTo>
                    <a:pt x="520" y="8887"/>
                    <a:pt x="772" y="8557"/>
                    <a:pt x="866" y="8525"/>
                  </a:cubicBezTo>
                  <a:cubicBezTo>
                    <a:pt x="1040" y="8462"/>
                    <a:pt x="1198" y="8383"/>
                    <a:pt x="1371" y="8336"/>
                  </a:cubicBezTo>
                  <a:cubicBezTo>
                    <a:pt x="1513" y="8305"/>
                    <a:pt x="1560" y="8242"/>
                    <a:pt x="1608" y="8383"/>
                  </a:cubicBezTo>
                  <a:cubicBezTo>
                    <a:pt x="1639" y="8446"/>
                    <a:pt x="1591" y="8525"/>
                    <a:pt x="1686" y="8588"/>
                  </a:cubicBezTo>
                  <a:cubicBezTo>
                    <a:pt x="1749" y="8620"/>
                    <a:pt x="1780" y="8557"/>
                    <a:pt x="1843" y="8572"/>
                  </a:cubicBezTo>
                  <a:cubicBezTo>
                    <a:pt x="1923" y="8572"/>
                    <a:pt x="1969" y="8635"/>
                    <a:pt x="2049" y="8635"/>
                  </a:cubicBezTo>
                  <a:cubicBezTo>
                    <a:pt x="2127" y="8651"/>
                    <a:pt x="2221" y="8603"/>
                    <a:pt x="2301" y="8620"/>
                  </a:cubicBezTo>
                  <a:cubicBezTo>
                    <a:pt x="2411" y="8651"/>
                    <a:pt x="2427" y="8761"/>
                    <a:pt x="2568" y="8777"/>
                  </a:cubicBezTo>
                  <a:cubicBezTo>
                    <a:pt x="2774" y="8793"/>
                    <a:pt x="3135" y="8698"/>
                    <a:pt x="3278" y="8540"/>
                  </a:cubicBezTo>
                  <a:cubicBezTo>
                    <a:pt x="3309" y="8509"/>
                    <a:pt x="3324" y="8431"/>
                    <a:pt x="3356" y="8414"/>
                  </a:cubicBezTo>
                  <a:cubicBezTo>
                    <a:pt x="3387" y="8399"/>
                    <a:pt x="3404" y="8414"/>
                    <a:pt x="3435" y="8399"/>
                  </a:cubicBezTo>
                  <a:cubicBezTo>
                    <a:pt x="3561" y="8336"/>
                    <a:pt x="3750" y="8336"/>
                    <a:pt x="3876" y="8242"/>
                  </a:cubicBezTo>
                  <a:cubicBezTo>
                    <a:pt x="4049" y="8084"/>
                    <a:pt x="3923" y="7769"/>
                    <a:pt x="4223" y="7721"/>
                  </a:cubicBezTo>
                  <a:cubicBezTo>
                    <a:pt x="4459" y="7690"/>
                    <a:pt x="4679" y="7721"/>
                    <a:pt x="4790" y="7454"/>
                  </a:cubicBezTo>
                  <a:cubicBezTo>
                    <a:pt x="4805" y="7548"/>
                    <a:pt x="4948" y="7485"/>
                    <a:pt x="5042" y="7469"/>
                  </a:cubicBezTo>
                  <a:cubicBezTo>
                    <a:pt x="5089" y="7580"/>
                    <a:pt x="4931" y="7721"/>
                    <a:pt x="5011" y="7816"/>
                  </a:cubicBezTo>
                  <a:cubicBezTo>
                    <a:pt x="5026" y="7816"/>
                    <a:pt x="5042" y="7816"/>
                    <a:pt x="5057" y="7801"/>
                  </a:cubicBezTo>
                  <a:cubicBezTo>
                    <a:pt x="5042" y="7847"/>
                    <a:pt x="5042" y="7895"/>
                    <a:pt x="5042" y="7927"/>
                  </a:cubicBezTo>
                  <a:cubicBezTo>
                    <a:pt x="5105" y="7910"/>
                    <a:pt x="5215" y="7879"/>
                    <a:pt x="5278" y="7927"/>
                  </a:cubicBezTo>
                  <a:cubicBezTo>
                    <a:pt x="5341" y="7990"/>
                    <a:pt x="5294" y="8068"/>
                    <a:pt x="5341" y="8116"/>
                  </a:cubicBezTo>
                  <a:cubicBezTo>
                    <a:pt x="5436" y="8210"/>
                    <a:pt x="5547" y="8116"/>
                    <a:pt x="5673" y="8147"/>
                  </a:cubicBezTo>
                  <a:cubicBezTo>
                    <a:pt x="5830" y="8179"/>
                    <a:pt x="5971" y="8225"/>
                    <a:pt x="6145" y="8225"/>
                  </a:cubicBezTo>
                  <a:cubicBezTo>
                    <a:pt x="6208" y="8242"/>
                    <a:pt x="6208" y="8210"/>
                    <a:pt x="6286" y="8242"/>
                  </a:cubicBezTo>
                  <a:cubicBezTo>
                    <a:pt x="6366" y="8288"/>
                    <a:pt x="6318" y="8351"/>
                    <a:pt x="6444" y="8368"/>
                  </a:cubicBezTo>
                  <a:cubicBezTo>
                    <a:pt x="6633" y="8399"/>
                    <a:pt x="6807" y="8179"/>
                    <a:pt x="6996" y="8225"/>
                  </a:cubicBezTo>
                  <a:cubicBezTo>
                    <a:pt x="7137" y="8257"/>
                    <a:pt x="7154" y="8383"/>
                    <a:pt x="7343" y="8320"/>
                  </a:cubicBezTo>
                  <a:cubicBezTo>
                    <a:pt x="7421" y="8305"/>
                    <a:pt x="7437" y="8242"/>
                    <a:pt x="7515" y="8242"/>
                  </a:cubicBezTo>
                  <a:cubicBezTo>
                    <a:pt x="7578" y="8225"/>
                    <a:pt x="7658" y="8288"/>
                    <a:pt x="7721" y="8257"/>
                  </a:cubicBezTo>
                  <a:cubicBezTo>
                    <a:pt x="7830" y="8225"/>
                    <a:pt x="7815" y="8084"/>
                    <a:pt x="7784" y="7990"/>
                  </a:cubicBezTo>
                  <a:cubicBezTo>
                    <a:pt x="7956" y="8021"/>
                    <a:pt x="7925" y="7895"/>
                    <a:pt x="7988" y="7801"/>
                  </a:cubicBezTo>
                  <a:cubicBezTo>
                    <a:pt x="8020" y="7753"/>
                    <a:pt x="8020" y="7738"/>
                    <a:pt x="8083" y="7706"/>
                  </a:cubicBezTo>
                  <a:cubicBezTo>
                    <a:pt x="8225" y="7643"/>
                    <a:pt x="8288" y="7706"/>
                    <a:pt x="8351" y="7801"/>
                  </a:cubicBezTo>
                  <a:cubicBezTo>
                    <a:pt x="8383" y="7847"/>
                    <a:pt x="8383" y="7895"/>
                    <a:pt x="8429" y="7942"/>
                  </a:cubicBezTo>
                  <a:cubicBezTo>
                    <a:pt x="8477" y="7973"/>
                    <a:pt x="8555" y="7990"/>
                    <a:pt x="8603" y="8021"/>
                  </a:cubicBezTo>
                  <a:cubicBezTo>
                    <a:pt x="8824" y="8099"/>
                    <a:pt x="8776" y="7958"/>
                    <a:pt x="8965" y="7895"/>
                  </a:cubicBezTo>
                  <a:cubicBezTo>
                    <a:pt x="9107" y="7847"/>
                    <a:pt x="9076" y="7942"/>
                    <a:pt x="9154" y="8053"/>
                  </a:cubicBezTo>
                  <a:cubicBezTo>
                    <a:pt x="9233" y="8147"/>
                    <a:pt x="9391" y="8288"/>
                    <a:pt x="9485" y="8351"/>
                  </a:cubicBezTo>
                  <a:cubicBezTo>
                    <a:pt x="9674" y="8462"/>
                    <a:pt x="9879" y="8288"/>
                    <a:pt x="10068" y="8399"/>
                  </a:cubicBezTo>
                  <a:cubicBezTo>
                    <a:pt x="10147" y="8431"/>
                    <a:pt x="10210" y="8509"/>
                    <a:pt x="10257" y="8572"/>
                  </a:cubicBezTo>
                  <a:lnTo>
                    <a:pt x="10257" y="190"/>
                  </a:lnTo>
                  <a:cubicBezTo>
                    <a:pt x="10257" y="80"/>
                    <a:pt x="10179" y="1"/>
                    <a:pt x="10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 name="Google Shape;44;p5"/>
          <p:cNvSpPr txBox="1">
            <a:spLocks noGrp="1"/>
          </p:cNvSpPr>
          <p:nvPr>
            <p:ph type="title"/>
          </p:nvPr>
        </p:nvSpPr>
        <p:spPr>
          <a:xfrm>
            <a:off x="720000" y="540000"/>
            <a:ext cx="7704000" cy="477600"/>
          </a:xfrm>
          <a:prstGeom prst="rect">
            <a:avLst/>
          </a:prstGeom>
        </p:spPr>
        <p:txBody>
          <a:bodyPr spcFirstLastPara="1" wrap="square" lIns="91425"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5" name="Google Shape;45;p5"/>
          <p:cNvSpPr txBox="1">
            <a:spLocks noGrp="1"/>
          </p:cNvSpPr>
          <p:nvPr>
            <p:ph type="subTitle" idx="1"/>
          </p:nvPr>
        </p:nvSpPr>
        <p:spPr>
          <a:xfrm>
            <a:off x="1567313" y="3142150"/>
            <a:ext cx="2801400" cy="432000"/>
          </a:xfrm>
          <a:prstGeom prst="rect">
            <a:avLst/>
          </a:prstGeom>
        </p:spPr>
        <p:txBody>
          <a:bodyPr spcFirstLastPara="1" wrap="square" lIns="91425" tIns="0" rIns="91425" bIns="0" anchor="b" anchorCtr="0">
            <a:noAutofit/>
          </a:bodyPr>
          <a:lstStyle>
            <a:lvl1pPr lvl="0" algn="ctr" rtl="0">
              <a:spcBef>
                <a:spcPts val="0"/>
              </a:spcBef>
              <a:spcAft>
                <a:spcPts val="0"/>
              </a:spcAft>
              <a:buClr>
                <a:schemeClr val="dk1"/>
              </a:buClr>
              <a:buSzPts val="2000"/>
              <a:buFont typeface="Aleo"/>
              <a:buNone/>
              <a:defRPr sz="2200">
                <a:solidFill>
                  <a:schemeClr val="accent5"/>
                </a:solidFill>
                <a:latin typeface="Aleo"/>
                <a:ea typeface="Aleo"/>
                <a:cs typeface="Aleo"/>
                <a:sym typeface="Aleo"/>
              </a:defRPr>
            </a:lvl1pPr>
            <a:lvl2pPr lvl="1"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2pPr>
            <a:lvl3pPr lvl="2"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3pPr>
            <a:lvl4pPr lvl="3"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4pPr>
            <a:lvl5pPr lvl="4"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5pPr>
            <a:lvl6pPr lvl="5"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6pPr>
            <a:lvl7pPr lvl="6"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7pPr>
            <a:lvl8pPr lvl="7"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8pPr>
            <a:lvl9pPr lvl="8"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9pPr>
          </a:lstStyle>
          <a:p>
            <a:endParaRPr/>
          </a:p>
        </p:txBody>
      </p:sp>
      <p:sp>
        <p:nvSpPr>
          <p:cNvPr id="46" name="Google Shape;46;p5"/>
          <p:cNvSpPr txBox="1">
            <a:spLocks noGrp="1"/>
          </p:cNvSpPr>
          <p:nvPr>
            <p:ph type="subTitle" idx="2"/>
          </p:nvPr>
        </p:nvSpPr>
        <p:spPr>
          <a:xfrm>
            <a:off x="1567325" y="3620375"/>
            <a:ext cx="2801400" cy="983100"/>
          </a:xfrm>
          <a:prstGeom prst="rect">
            <a:avLst/>
          </a:prstGeom>
        </p:spPr>
        <p:txBody>
          <a:bodyPr spcFirstLastPara="1" wrap="square" lIns="91425" tIns="0" rIns="91425" bIns="0" anchor="b" anchorCtr="0">
            <a:noAutofit/>
          </a:bodyPr>
          <a:lstStyle>
            <a:lvl1pPr lvl="0" algn="ctr" rtl="0">
              <a:spcBef>
                <a:spcPts val="0"/>
              </a:spcBef>
              <a:spcAft>
                <a:spcPts val="0"/>
              </a:spcAft>
              <a:buClr>
                <a:schemeClr val="dk1"/>
              </a:buClr>
              <a:buSzPts val="1600"/>
              <a:buNone/>
              <a:defRPr>
                <a:solidFill>
                  <a:schemeClr val="dk1"/>
                </a:solidFill>
              </a:defRPr>
            </a:lvl1pPr>
            <a:lvl2pPr lvl="1" algn="ctr" rtl="0">
              <a:spcBef>
                <a:spcPts val="0"/>
              </a:spcBef>
              <a:spcAft>
                <a:spcPts val="0"/>
              </a:spcAft>
              <a:buClr>
                <a:schemeClr val="dk1"/>
              </a:buClr>
              <a:buSzPts val="1600"/>
              <a:buNone/>
              <a:defRPr>
                <a:solidFill>
                  <a:schemeClr val="dk1"/>
                </a:solidFill>
              </a:defRPr>
            </a:lvl2pPr>
            <a:lvl3pPr lvl="2" algn="ctr" rtl="0">
              <a:spcBef>
                <a:spcPts val="0"/>
              </a:spcBef>
              <a:spcAft>
                <a:spcPts val="0"/>
              </a:spcAft>
              <a:buClr>
                <a:schemeClr val="dk1"/>
              </a:buClr>
              <a:buSzPts val="1600"/>
              <a:buNone/>
              <a:defRPr>
                <a:solidFill>
                  <a:schemeClr val="dk1"/>
                </a:solidFill>
              </a:defRPr>
            </a:lvl3pPr>
            <a:lvl4pPr lvl="3" algn="ctr" rtl="0">
              <a:spcBef>
                <a:spcPts val="0"/>
              </a:spcBef>
              <a:spcAft>
                <a:spcPts val="0"/>
              </a:spcAft>
              <a:buClr>
                <a:schemeClr val="dk1"/>
              </a:buClr>
              <a:buSzPts val="1600"/>
              <a:buNone/>
              <a:defRPr>
                <a:solidFill>
                  <a:schemeClr val="dk1"/>
                </a:solidFill>
              </a:defRPr>
            </a:lvl4pPr>
            <a:lvl5pPr lvl="4" algn="ctr" rtl="0">
              <a:spcBef>
                <a:spcPts val="0"/>
              </a:spcBef>
              <a:spcAft>
                <a:spcPts val="0"/>
              </a:spcAft>
              <a:buClr>
                <a:schemeClr val="dk1"/>
              </a:buClr>
              <a:buSzPts val="1600"/>
              <a:buNone/>
              <a:defRPr>
                <a:solidFill>
                  <a:schemeClr val="dk1"/>
                </a:solidFill>
              </a:defRPr>
            </a:lvl5pPr>
            <a:lvl6pPr lvl="5" algn="ctr" rtl="0">
              <a:spcBef>
                <a:spcPts val="0"/>
              </a:spcBef>
              <a:spcAft>
                <a:spcPts val="0"/>
              </a:spcAft>
              <a:buClr>
                <a:schemeClr val="dk1"/>
              </a:buClr>
              <a:buSzPts val="1600"/>
              <a:buNone/>
              <a:defRPr>
                <a:solidFill>
                  <a:schemeClr val="dk1"/>
                </a:solidFill>
              </a:defRPr>
            </a:lvl6pPr>
            <a:lvl7pPr lvl="6" algn="ctr" rtl="0">
              <a:spcBef>
                <a:spcPts val="0"/>
              </a:spcBef>
              <a:spcAft>
                <a:spcPts val="0"/>
              </a:spcAft>
              <a:buClr>
                <a:schemeClr val="dk1"/>
              </a:buClr>
              <a:buSzPts val="1600"/>
              <a:buNone/>
              <a:defRPr>
                <a:solidFill>
                  <a:schemeClr val="dk1"/>
                </a:solidFill>
              </a:defRPr>
            </a:lvl7pPr>
            <a:lvl8pPr lvl="7" algn="ctr" rtl="0">
              <a:spcBef>
                <a:spcPts val="0"/>
              </a:spcBef>
              <a:spcAft>
                <a:spcPts val="0"/>
              </a:spcAft>
              <a:buClr>
                <a:schemeClr val="dk1"/>
              </a:buClr>
              <a:buSzPts val="1600"/>
              <a:buNone/>
              <a:defRPr>
                <a:solidFill>
                  <a:schemeClr val="dk1"/>
                </a:solidFill>
              </a:defRPr>
            </a:lvl8pPr>
            <a:lvl9pPr lvl="8" algn="ctr" rtl="0">
              <a:spcBef>
                <a:spcPts val="0"/>
              </a:spcBef>
              <a:spcAft>
                <a:spcPts val="0"/>
              </a:spcAft>
              <a:buClr>
                <a:schemeClr val="dk1"/>
              </a:buClr>
              <a:buSzPts val="1600"/>
              <a:buNone/>
              <a:defRPr>
                <a:solidFill>
                  <a:schemeClr val="dk1"/>
                </a:solidFill>
              </a:defRPr>
            </a:lvl9pPr>
          </a:lstStyle>
          <a:p>
            <a:endParaRPr/>
          </a:p>
        </p:txBody>
      </p:sp>
      <p:sp>
        <p:nvSpPr>
          <p:cNvPr id="47" name="Google Shape;47;p5"/>
          <p:cNvSpPr txBox="1">
            <a:spLocks noGrp="1"/>
          </p:cNvSpPr>
          <p:nvPr>
            <p:ph type="subTitle" idx="3"/>
          </p:nvPr>
        </p:nvSpPr>
        <p:spPr>
          <a:xfrm>
            <a:off x="4775275" y="3142150"/>
            <a:ext cx="2801400" cy="432000"/>
          </a:xfrm>
          <a:prstGeom prst="rect">
            <a:avLst/>
          </a:prstGeom>
        </p:spPr>
        <p:txBody>
          <a:bodyPr spcFirstLastPara="1" wrap="square" lIns="91425" tIns="0" rIns="91425" bIns="0" anchor="b" anchorCtr="0">
            <a:noAutofit/>
          </a:bodyPr>
          <a:lstStyle>
            <a:lvl1pPr lvl="0" algn="ctr" rtl="0">
              <a:spcBef>
                <a:spcPts val="0"/>
              </a:spcBef>
              <a:spcAft>
                <a:spcPts val="0"/>
              </a:spcAft>
              <a:buClr>
                <a:schemeClr val="dk1"/>
              </a:buClr>
              <a:buSzPts val="2000"/>
              <a:buFont typeface="Aleo"/>
              <a:buNone/>
              <a:defRPr sz="2200">
                <a:solidFill>
                  <a:schemeClr val="accent5"/>
                </a:solidFill>
                <a:latin typeface="Aleo"/>
                <a:ea typeface="Aleo"/>
                <a:cs typeface="Aleo"/>
                <a:sym typeface="Aleo"/>
              </a:defRPr>
            </a:lvl1pPr>
            <a:lvl2pPr lvl="1"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2pPr>
            <a:lvl3pPr lvl="2"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3pPr>
            <a:lvl4pPr lvl="3"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4pPr>
            <a:lvl5pPr lvl="4"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5pPr>
            <a:lvl6pPr lvl="5"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6pPr>
            <a:lvl7pPr lvl="6"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7pPr>
            <a:lvl8pPr lvl="7"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8pPr>
            <a:lvl9pPr lvl="8" algn="ctr" rtl="0">
              <a:spcBef>
                <a:spcPts val="0"/>
              </a:spcBef>
              <a:spcAft>
                <a:spcPts val="0"/>
              </a:spcAft>
              <a:buClr>
                <a:schemeClr val="dk1"/>
              </a:buClr>
              <a:buSzPts val="2000"/>
              <a:buFont typeface="Aleo"/>
              <a:buNone/>
              <a:defRPr sz="2000">
                <a:solidFill>
                  <a:schemeClr val="dk1"/>
                </a:solidFill>
                <a:latin typeface="Aleo"/>
                <a:ea typeface="Aleo"/>
                <a:cs typeface="Aleo"/>
                <a:sym typeface="Aleo"/>
              </a:defRPr>
            </a:lvl9pPr>
          </a:lstStyle>
          <a:p>
            <a:endParaRPr/>
          </a:p>
        </p:txBody>
      </p:sp>
      <p:sp>
        <p:nvSpPr>
          <p:cNvPr id="48" name="Google Shape;48;p5"/>
          <p:cNvSpPr txBox="1">
            <a:spLocks noGrp="1"/>
          </p:cNvSpPr>
          <p:nvPr>
            <p:ph type="subTitle" idx="4"/>
          </p:nvPr>
        </p:nvSpPr>
        <p:spPr>
          <a:xfrm>
            <a:off x="4775288" y="3620375"/>
            <a:ext cx="2801400" cy="983100"/>
          </a:xfrm>
          <a:prstGeom prst="rect">
            <a:avLst/>
          </a:prstGeom>
        </p:spPr>
        <p:txBody>
          <a:bodyPr spcFirstLastPara="1" wrap="square" lIns="91425" tIns="0" rIns="91425" bIns="0" anchor="b" anchorCtr="0">
            <a:noAutofit/>
          </a:bodyPr>
          <a:lstStyle>
            <a:lvl1pPr lvl="0" algn="ctr" rtl="0">
              <a:spcBef>
                <a:spcPts val="0"/>
              </a:spcBef>
              <a:spcAft>
                <a:spcPts val="0"/>
              </a:spcAft>
              <a:buClr>
                <a:schemeClr val="dk1"/>
              </a:buClr>
              <a:buSzPts val="1600"/>
              <a:buNone/>
              <a:defRPr>
                <a:solidFill>
                  <a:schemeClr val="dk1"/>
                </a:solidFill>
              </a:defRPr>
            </a:lvl1pPr>
            <a:lvl2pPr lvl="1" algn="ctr" rtl="0">
              <a:spcBef>
                <a:spcPts val="0"/>
              </a:spcBef>
              <a:spcAft>
                <a:spcPts val="0"/>
              </a:spcAft>
              <a:buClr>
                <a:schemeClr val="dk1"/>
              </a:buClr>
              <a:buSzPts val="1600"/>
              <a:buNone/>
              <a:defRPr>
                <a:solidFill>
                  <a:schemeClr val="dk1"/>
                </a:solidFill>
              </a:defRPr>
            </a:lvl2pPr>
            <a:lvl3pPr lvl="2" algn="ctr" rtl="0">
              <a:spcBef>
                <a:spcPts val="0"/>
              </a:spcBef>
              <a:spcAft>
                <a:spcPts val="0"/>
              </a:spcAft>
              <a:buClr>
                <a:schemeClr val="dk1"/>
              </a:buClr>
              <a:buSzPts val="1600"/>
              <a:buNone/>
              <a:defRPr>
                <a:solidFill>
                  <a:schemeClr val="dk1"/>
                </a:solidFill>
              </a:defRPr>
            </a:lvl3pPr>
            <a:lvl4pPr lvl="3" algn="ctr" rtl="0">
              <a:spcBef>
                <a:spcPts val="0"/>
              </a:spcBef>
              <a:spcAft>
                <a:spcPts val="0"/>
              </a:spcAft>
              <a:buClr>
                <a:schemeClr val="dk1"/>
              </a:buClr>
              <a:buSzPts val="1600"/>
              <a:buNone/>
              <a:defRPr>
                <a:solidFill>
                  <a:schemeClr val="dk1"/>
                </a:solidFill>
              </a:defRPr>
            </a:lvl4pPr>
            <a:lvl5pPr lvl="4" algn="ctr" rtl="0">
              <a:spcBef>
                <a:spcPts val="0"/>
              </a:spcBef>
              <a:spcAft>
                <a:spcPts val="0"/>
              </a:spcAft>
              <a:buClr>
                <a:schemeClr val="dk1"/>
              </a:buClr>
              <a:buSzPts val="1600"/>
              <a:buNone/>
              <a:defRPr>
                <a:solidFill>
                  <a:schemeClr val="dk1"/>
                </a:solidFill>
              </a:defRPr>
            </a:lvl5pPr>
            <a:lvl6pPr lvl="5" algn="ctr" rtl="0">
              <a:spcBef>
                <a:spcPts val="0"/>
              </a:spcBef>
              <a:spcAft>
                <a:spcPts val="0"/>
              </a:spcAft>
              <a:buClr>
                <a:schemeClr val="dk1"/>
              </a:buClr>
              <a:buSzPts val="1600"/>
              <a:buNone/>
              <a:defRPr>
                <a:solidFill>
                  <a:schemeClr val="dk1"/>
                </a:solidFill>
              </a:defRPr>
            </a:lvl6pPr>
            <a:lvl7pPr lvl="6" algn="ctr" rtl="0">
              <a:spcBef>
                <a:spcPts val="0"/>
              </a:spcBef>
              <a:spcAft>
                <a:spcPts val="0"/>
              </a:spcAft>
              <a:buClr>
                <a:schemeClr val="dk1"/>
              </a:buClr>
              <a:buSzPts val="1600"/>
              <a:buNone/>
              <a:defRPr>
                <a:solidFill>
                  <a:schemeClr val="dk1"/>
                </a:solidFill>
              </a:defRPr>
            </a:lvl7pPr>
            <a:lvl8pPr lvl="7" algn="ctr" rtl="0">
              <a:spcBef>
                <a:spcPts val="0"/>
              </a:spcBef>
              <a:spcAft>
                <a:spcPts val="0"/>
              </a:spcAft>
              <a:buClr>
                <a:schemeClr val="dk1"/>
              </a:buClr>
              <a:buSzPts val="1600"/>
              <a:buNone/>
              <a:defRPr>
                <a:solidFill>
                  <a:schemeClr val="dk1"/>
                </a:solidFill>
              </a:defRPr>
            </a:lvl8pPr>
            <a:lvl9pPr lvl="8" algn="ctr" rtl="0">
              <a:spcBef>
                <a:spcPts val="0"/>
              </a:spcBef>
              <a:spcAft>
                <a:spcPts val="0"/>
              </a:spcAft>
              <a:buClr>
                <a:schemeClr val="dk1"/>
              </a:buClr>
              <a:buSzPts val="1600"/>
              <a:buNone/>
              <a:defRPr>
                <a:solidFill>
                  <a:schemeClr val="dk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2"/>
        <p:cNvGrpSpPr/>
        <p:nvPr/>
      </p:nvGrpSpPr>
      <p:grpSpPr>
        <a:xfrm>
          <a:off x="0" y="0"/>
          <a:ext cx="0" cy="0"/>
          <a:chOff x="0" y="0"/>
          <a:chExt cx="0" cy="0"/>
        </a:xfrm>
      </p:grpSpPr>
      <p:pic>
        <p:nvPicPr>
          <p:cNvPr id="63" name="Google Shape;63;p8"/>
          <p:cNvPicPr preferRelativeResize="0"/>
          <p:nvPr/>
        </p:nvPicPr>
        <p:blipFill rotWithShape="1">
          <a:blip r:embed="rId2">
            <a:alphaModFix amt="24000"/>
          </a:blip>
          <a:srcRect t="19267" b="1992"/>
          <a:stretch/>
        </p:blipFill>
        <p:spPr>
          <a:xfrm>
            <a:off x="0" y="0"/>
            <a:ext cx="9144003" cy="5143498"/>
          </a:xfrm>
          <a:prstGeom prst="rect">
            <a:avLst/>
          </a:prstGeom>
          <a:noFill/>
          <a:ln>
            <a:noFill/>
          </a:ln>
        </p:spPr>
      </p:pic>
      <p:sp>
        <p:nvSpPr>
          <p:cNvPr id="64" name="Google Shape;64;p8"/>
          <p:cNvSpPr txBox="1">
            <a:spLocks noGrp="1"/>
          </p:cNvSpPr>
          <p:nvPr>
            <p:ph type="title"/>
          </p:nvPr>
        </p:nvSpPr>
        <p:spPr>
          <a:xfrm>
            <a:off x="1033775" y="1724300"/>
            <a:ext cx="7156200" cy="1572300"/>
          </a:xfrm>
          <a:prstGeom prst="rect">
            <a:avLst/>
          </a:prstGeom>
        </p:spPr>
        <p:txBody>
          <a:bodyPr spcFirstLastPara="1" wrap="square" lIns="91425" tIns="0" rIns="91425" bIns="0" anchor="ctr" anchorCtr="0">
            <a:noAutofit/>
          </a:bodyPr>
          <a:lstStyle>
            <a:lvl1pPr lvl="0">
              <a:spcBef>
                <a:spcPts val="0"/>
              </a:spcBef>
              <a:spcAft>
                <a:spcPts val="0"/>
              </a:spcAft>
              <a:buSzPts val="4800"/>
              <a:buNone/>
              <a:defRPr sz="6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5"/>
        <p:cNvGrpSpPr/>
        <p:nvPr/>
      </p:nvGrpSpPr>
      <p:grpSpPr>
        <a:xfrm>
          <a:off x="0" y="0"/>
          <a:ext cx="0" cy="0"/>
          <a:chOff x="0" y="0"/>
          <a:chExt cx="0" cy="0"/>
        </a:xfrm>
      </p:grpSpPr>
      <p:pic>
        <p:nvPicPr>
          <p:cNvPr id="66" name="Google Shape;66;p9"/>
          <p:cNvPicPr preferRelativeResize="0"/>
          <p:nvPr/>
        </p:nvPicPr>
        <p:blipFill rotWithShape="1">
          <a:blip r:embed="rId2">
            <a:alphaModFix amt="24000"/>
          </a:blip>
          <a:srcRect t="19267" b="1992"/>
          <a:stretch/>
        </p:blipFill>
        <p:spPr>
          <a:xfrm>
            <a:off x="0" y="0"/>
            <a:ext cx="9144003" cy="5143498"/>
          </a:xfrm>
          <a:prstGeom prst="rect">
            <a:avLst/>
          </a:prstGeom>
          <a:noFill/>
          <a:ln>
            <a:noFill/>
          </a:ln>
        </p:spPr>
      </p:pic>
      <p:sp>
        <p:nvSpPr>
          <p:cNvPr id="67" name="Google Shape;67;p9"/>
          <p:cNvSpPr txBox="1">
            <a:spLocks noGrp="1"/>
          </p:cNvSpPr>
          <p:nvPr>
            <p:ph type="title"/>
          </p:nvPr>
        </p:nvSpPr>
        <p:spPr>
          <a:xfrm>
            <a:off x="1332050" y="1591050"/>
            <a:ext cx="3426300" cy="1162200"/>
          </a:xfrm>
          <a:prstGeom prst="rect">
            <a:avLst/>
          </a:prstGeom>
        </p:spPr>
        <p:txBody>
          <a:bodyPr spcFirstLastPara="1" wrap="square" lIns="91425" tIns="0" rIns="91425" bIns="0" anchor="b" anchorCtr="0">
            <a:noAutofit/>
          </a:bodyPr>
          <a:lstStyle>
            <a:lvl1pPr lvl="0" algn="ctr">
              <a:spcBef>
                <a:spcPts val="0"/>
              </a:spcBef>
              <a:spcAft>
                <a:spcPts val="0"/>
              </a:spcAft>
              <a:buSzPts val="4200"/>
              <a:buNone/>
              <a:defRPr sz="78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8" name="Google Shape;68;p9"/>
          <p:cNvSpPr txBox="1">
            <a:spLocks noGrp="1"/>
          </p:cNvSpPr>
          <p:nvPr>
            <p:ph type="subTitle" idx="1"/>
          </p:nvPr>
        </p:nvSpPr>
        <p:spPr>
          <a:xfrm>
            <a:off x="1332125" y="2753250"/>
            <a:ext cx="3426300" cy="799200"/>
          </a:xfrm>
          <a:prstGeom prst="rect">
            <a:avLst/>
          </a:prstGeom>
        </p:spPr>
        <p:txBody>
          <a:bodyPr spcFirstLastPara="1" wrap="square" lIns="91425" tIns="0" rIns="91425" bIns="0"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2">
  <p:cSld name="SECTION_TITLE_AND_DESCRIPTION_1_2">
    <p:spTree>
      <p:nvGrpSpPr>
        <p:cNvPr id="1" name="Shape 118"/>
        <p:cNvGrpSpPr/>
        <p:nvPr/>
      </p:nvGrpSpPr>
      <p:grpSpPr>
        <a:xfrm>
          <a:off x="0" y="0"/>
          <a:ext cx="0" cy="0"/>
          <a:chOff x="0" y="0"/>
          <a:chExt cx="0" cy="0"/>
        </a:xfrm>
      </p:grpSpPr>
      <p:pic>
        <p:nvPicPr>
          <p:cNvPr id="119" name="Google Shape;119;p18"/>
          <p:cNvPicPr preferRelativeResize="0"/>
          <p:nvPr/>
        </p:nvPicPr>
        <p:blipFill rotWithShape="1">
          <a:blip r:embed="rId2">
            <a:alphaModFix amt="24000"/>
          </a:blip>
          <a:srcRect t="19267" b="1992"/>
          <a:stretch/>
        </p:blipFill>
        <p:spPr>
          <a:xfrm>
            <a:off x="0" y="0"/>
            <a:ext cx="9144003" cy="5143498"/>
          </a:xfrm>
          <a:prstGeom prst="rect">
            <a:avLst/>
          </a:prstGeom>
          <a:noFill/>
          <a:ln>
            <a:noFill/>
          </a:ln>
        </p:spPr>
      </p:pic>
      <p:sp>
        <p:nvSpPr>
          <p:cNvPr id="120" name="Google Shape;120;p18"/>
          <p:cNvSpPr txBox="1">
            <a:spLocks noGrp="1"/>
          </p:cNvSpPr>
          <p:nvPr>
            <p:ph type="title"/>
          </p:nvPr>
        </p:nvSpPr>
        <p:spPr>
          <a:xfrm>
            <a:off x="5345900" y="1407950"/>
            <a:ext cx="3078000" cy="1006200"/>
          </a:xfrm>
          <a:prstGeom prst="rect">
            <a:avLst/>
          </a:prstGeom>
        </p:spPr>
        <p:txBody>
          <a:bodyPr spcFirstLastPara="1" wrap="square" lIns="91425" tIns="0" rIns="91425" bIns="0" anchor="b" anchorCtr="0">
            <a:noAutofit/>
          </a:bodyPr>
          <a:lstStyle>
            <a:lvl1pPr lvl="0" algn="r" rtl="0">
              <a:spcBef>
                <a:spcPts val="0"/>
              </a:spcBef>
              <a:spcAft>
                <a:spcPts val="0"/>
              </a:spcAft>
              <a:buSzPts val="3500"/>
              <a:buNone/>
              <a:defRPr sz="3500"/>
            </a:lvl1pPr>
            <a:lvl2pPr lvl="1" algn="r" rtl="0">
              <a:spcBef>
                <a:spcPts val="0"/>
              </a:spcBef>
              <a:spcAft>
                <a:spcPts val="0"/>
              </a:spcAft>
              <a:buSzPts val="3500"/>
              <a:buNone/>
              <a:defRPr sz="3500"/>
            </a:lvl2pPr>
            <a:lvl3pPr lvl="2" algn="r" rtl="0">
              <a:spcBef>
                <a:spcPts val="0"/>
              </a:spcBef>
              <a:spcAft>
                <a:spcPts val="0"/>
              </a:spcAft>
              <a:buSzPts val="3500"/>
              <a:buNone/>
              <a:defRPr sz="3500"/>
            </a:lvl3pPr>
            <a:lvl4pPr lvl="3" algn="r" rtl="0">
              <a:spcBef>
                <a:spcPts val="0"/>
              </a:spcBef>
              <a:spcAft>
                <a:spcPts val="0"/>
              </a:spcAft>
              <a:buSzPts val="3500"/>
              <a:buNone/>
              <a:defRPr sz="3500"/>
            </a:lvl4pPr>
            <a:lvl5pPr lvl="4" algn="r" rtl="0">
              <a:spcBef>
                <a:spcPts val="0"/>
              </a:spcBef>
              <a:spcAft>
                <a:spcPts val="0"/>
              </a:spcAft>
              <a:buSzPts val="3500"/>
              <a:buNone/>
              <a:defRPr sz="3500"/>
            </a:lvl5pPr>
            <a:lvl6pPr lvl="5" algn="r" rtl="0">
              <a:spcBef>
                <a:spcPts val="0"/>
              </a:spcBef>
              <a:spcAft>
                <a:spcPts val="0"/>
              </a:spcAft>
              <a:buSzPts val="3500"/>
              <a:buNone/>
              <a:defRPr sz="3500"/>
            </a:lvl6pPr>
            <a:lvl7pPr lvl="6" algn="r" rtl="0">
              <a:spcBef>
                <a:spcPts val="0"/>
              </a:spcBef>
              <a:spcAft>
                <a:spcPts val="0"/>
              </a:spcAft>
              <a:buSzPts val="3500"/>
              <a:buNone/>
              <a:defRPr sz="3500"/>
            </a:lvl7pPr>
            <a:lvl8pPr lvl="7" algn="r" rtl="0">
              <a:spcBef>
                <a:spcPts val="0"/>
              </a:spcBef>
              <a:spcAft>
                <a:spcPts val="0"/>
              </a:spcAft>
              <a:buSzPts val="3500"/>
              <a:buNone/>
              <a:defRPr sz="3500"/>
            </a:lvl8pPr>
            <a:lvl9pPr lvl="8" algn="r" rtl="0">
              <a:spcBef>
                <a:spcPts val="0"/>
              </a:spcBef>
              <a:spcAft>
                <a:spcPts val="0"/>
              </a:spcAft>
              <a:buSzPts val="3500"/>
              <a:buNone/>
              <a:defRPr sz="3500"/>
            </a:lvl9pPr>
          </a:lstStyle>
          <a:p>
            <a:endParaRPr/>
          </a:p>
        </p:txBody>
      </p:sp>
      <p:sp>
        <p:nvSpPr>
          <p:cNvPr id="121" name="Google Shape;121;p18"/>
          <p:cNvSpPr txBox="1">
            <a:spLocks noGrp="1"/>
          </p:cNvSpPr>
          <p:nvPr>
            <p:ph type="subTitle" idx="1"/>
          </p:nvPr>
        </p:nvSpPr>
        <p:spPr>
          <a:xfrm>
            <a:off x="5161950" y="2551350"/>
            <a:ext cx="3262200" cy="1235100"/>
          </a:xfrm>
          <a:prstGeom prst="rect">
            <a:avLst/>
          </a:prstGeom>
        </p:spPr>
        <p:txBody>
          <a:bodyPr spcFirstLastPara="1" wrap="square" lIns="91425" tIns="0" rIns="91425" bIns="0" anchor="t" anchorCtr="0">
            <a:noAutofit/>
          </a:bodyPr>
          <a:lstStyle>
            <a:lvl1pPr lvl="0" algn="r" rtl="0">
              <a:lnSpc>
                <a:spcPct val="100000"/>
              </a:lnSpc>
              <a:spcBef>
                <a:spcPts val="0"/>
              </a:spcBef>
              <a:spcAft>
                <a:spcPts val="0"/>
              </a:spcAft>
              <a:buSzPts val="1600"/>
              <a:buNon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grpSp>
        <p:nvGrpSpPr>
          <p:cNvPr id="122" name="Google Shape;122;p18"/>
          <p:cNvGrpSpPr/>
          <p:nvPr/>
        </p:nvGrpSpPr>
        <p:grpSpPr>
          <a:xfrm rot="8100030">
            <a:off x="7915249" y="3953406"/>
            <a:ext cx="2602157" cy="2298827"/>
            <a:chOff x="3375445" y="3388204"/>
            <a:chExt cx="326198" cy="288171"/>
          </a:xfrm>
        </p:grpSpPr>
        <p:sp>
          <p:nvSpPr>
            <p:cNvPr id="123" name="Google Shape;123;p18"/>
            <p:cNvSpPr/>
            <p:nvPr/>
          </p:nvSpPr>
          <p:spPr>
            <a:xfrm>
              <a:off x="3375445" y="3613216"/>
              <a:ext cx="326198" cy="63160"/>
            </a:xfrm>
            <a:custGeom>
              <a:avLst/>
              <a:gdLst/>
              <a:ahLst/>
              <a:cxnLst/>
              <a:rect l="l" t="t" r="r" b="b"/>
              <a:pathLst>
                <a:path w="10257" h="1986" extrusionOk="0">
                  <a:moveTo>
                    <a:pt x="10257" y="1"/>
                  </a:moveTo>
                  <a:lnTo>
                    <a:pt x="10257" y="1655"/>
                  </a:lnTo>
                  <a:cubicBezTo>
                    <a:pt x="10210" y="1591"/>
                    <a:pt x="10147" y="1513"/>
                    <a:pt x="10068" y="1465"/>
                  </a:cubicBezTo>
                  <a:cubicBezTo>
                    <a:pt x="9879" y="1371"/>
                    <a:pt x="9674" y="1545"/>
                    <a:pt x="9485" y="1434"/>
                  </a:cubicBezTo>
                  <a:cubicBezTo>
                    <a:pt x="9391" y="1371"/>
                    <a:pt x="9233" y="1230"/>
                    <a:pt x="9154" y="1135"/>
                  </a:cubicBezTo>
                  <a:cubicBezTo>
                    <a:pt x="9076" y="1024"/>
                    <a:pt x="9107" y="930"/>
                    <a:pt x="8965" y="978"/>
                  </a:cubicBezTo>
                  <a:cubicBezTo>
                    <a:pt x="8776" y="1041"/>
                    <a:pt x="8824" y="1182"/>
                    <a:pt x="8603" y="1087"/>
                  </a:cubicBezTo>
                  <a:cubicBezTo>
                    <a:pt x="8555" y="1072"/>
                    <a:pt x="8477" y="1041"/>
                    <a:pt x="8429" y="1009"/>
                  </a:cubicBezTo>
                  <a:cubicBezTo>
                    <a:pt x="8383" y="978"/>
                    <a:pt x="8383" y="930"/>
                    <a:pt x="8351" y="867"/>
                  </a:cubicBezTo>
                  <a:cubicBezTo>
                    <a:pt x="8288" y="789"/>
                    <a:pt x="8225" y="726"/>
                    <a:pt x="8083" y="789"/>
                  </a:cubicBezTo>
                  <a:cubicBezTo>
                    <a:pt x="8020" y="820"/>
                    <a:pt x="8020" y="835"/>
                    <a:pt x="7988" y="883"/>
                  </a:cubicBezTo>
                  <a:cubicBezTo>
                    <a:pt x="7925" y="978"/>
                    <a:pt x="7956" y="1104"/>
                    <a:pt x="7784" y="1072"/>
                  </a:cubicBezTo>
                  <a:cubicBezTo>
                    <a:pt x="7815" y="1167"/>
                    <a:pt x="7830" y="1293"/>
                    <a:pt x="7721" y="1339"/>
                  </a:cubicBezTo>
                  <a:cubicBezTo>
                    <a:pt x="7658" y="1356"/>
                    <a:pt x="7578" y="1308"/>
                    <a:pt x="7515" y="1308"/>
                  </a:cubicBezTo>
                  <a:cubicBezTo>
                    <a:pt x="7437" y="1324"/>
                    <a:pt x="7421" y="1371"/>
                    <a:pt x="7343" y="1402"/>
                  </a:cubicBezTo>
                  <a:cubicBezTo>
                    <a:pt x="7154" y="1465"/>
                    <a:pt x="7137" y="1339"/>
                    <a:pt x="6996" y="1308"/>
                  </a:cubicBezTo>
                  <a:cubicBezTo>
                    <a:pt x="6807" y="1261"/>
                    <a:pt x="6633" y="1482"/>
                    <a:pt x="6444" y="1450"/>
                  </a:cubicBezTo>
                  <a:cubicBezTo>
                    <a:pt x="6318" y="1419"/>
                    <a:pt x="6366" y="1371"/>
                    <a:pt x="6286" y="1324"/>
                  </a:cubicBezTo>
                  <a:cubicBezTo>
                    <a:pt x="6208" y="1276"/>
                    <a:pt x="6208" y="1308"/>
                    <a:pt x="6145" y="1308"/>
                  </a:cubicBezTo>
                  <a:cubicBezTo>
                    <a:pt x="5971" y="1308"/>
                    <a:pt x="5830" y="1261"/>
                    <a:pt x="5673" y="1230"/>
                  </a:cubicBezTo>
                  <a:cubicBezTo>
                    <a:pt x="5547" y="1198"/>
                    <a:pt x="5436" y="1293"/>
                    <a:pt x="5341" y="1198"/>
                  </a:cubicBezTo>
                  <a:cubicBezTo>
                    <a:pt x="5294" y="1150"/>
                    <a:pt x="5341" y="1056"/>
                    <a:pt x="5278" y="1009"/>
                  </a:cubicBezTo>
                  <a:cubicBezTo>
                    <a:pt x="5215" y="961"/>
                    <a:pt x="5105" y="993"/>
                    <a:pt x="5042" y="1009"/>
                  </a:cubicBezTo>
                  <a:cubicBezTo>
                    <a:pt x="5042" y="978"/>
                    <a:pt x="5042" y="915"/>
                    <a:pt x="5057" y="883"/>
                  </a:cubicBezTo>
                  <a:cubicBezTo>
                    <a:pt x="5042" y="898"/>
                    <a:pt x="5026" y="898"/>
                    <a:pt x="5011" y="898"/>
                  </a:cubicBezTo>
                  <a:cubicBezTo>
                    <a:pt x="4931" y="804"/>
                    <a:pt x="5089" y="663"/>
                    <a:pt x="5042" y="552"/>
                  </a:cubicBezTo>
                  <a:cubicBezTo>
                    <a:pt x="4948" y="568"/>
                    <a:pt x="4805" y="631"/>
                    <a:pt x="4790" y="536"/>
                  </a:cubicBezTo>
                  <a:cubicBezTo>
                    <a:pt x="4679" y="804"/>
                    <a:pt x="4459" y="772"/>
                    <a:pt x="4223" y="804"/>
                  </a:cubicBezTo>
                  <a:cubicBezTo>
                    <a:pt x="3923" y="852"/>
                    <a:pt x="4049" y="1167"/>
                    <a:pt x="3876" y="1324"/>
                  </a:cubicBezTo>
                  <a:cubicBezTo>
                    <a:pt x="3750" y="1419"/>
                    <a:pt x="3561" y="1419"/>
                    <a:pt x="3435" y="1465"/>
                  </a:cubicBezTo>
                  <a:cubicBezTo>
                    <a:pt x="3404" y="1497"/>
                    <a:pt x="3387" y="1465"/>
                    <a:pt x="3356" y="1497"/>
                  </a:cubicBezTo>
                  <a:cubicBezTo>
                    <a:pt x="3324" y="1513"/>
                    <a:pt x="3309" y="1591"/>
                    <a:pt x="3278" y="1608"/>
                  </a:cubicBezTo>
                  <a:cubicBezTo>
                    <a:pt x="3135" y="1781"/>
                    <a:pt x="2774" y="1875"/>
                    <a:pt x="2568" y="1860"/>
                  </a:cubicBezTo>
                  <a:cubicBezTo>
                    <a:pt x="2427" y="1844"/>
                    <a:pt x="2411" y="1734"/>
                    <a:pt x="2301" y="1702"/>
                  </a:cubicBezTo>
                  <a:cubicBezTo>
                    <a:pt x="2221" y="1671"/>
                    <a:pt x="2127" y="1734"/>
                    <a:pt x="2049" y="1718"/>
                  </a:cubicBezTo>
                  <a:cubicBezTo>
                    <a:pt x="1969" y="1718"/>
                    <a:pt x="1923" y="1655"/>
                    <a:pt x="1843" y="1639"/>
                  </a:cubicBezTo>
                  <a:cubicBezTo>
                    <a:pt x="1780" y="1639"/>
                    <a:pt x="1749" y="1702"/>
                    <a:pt x="1686" y="1655"/>
                  </a:cubicBezTo>
                  <a:cubicBezTo>
                    <a:pt x="1591" y="1608"/>
                    <a:pt x="1639" y="1528"/>
                    <a:pt x="1608" y="1450"/>
                  </a:cubicBezTo>
                  <a:cubicBezTo>
                    <a:pt x="1560" y="1324"/>
                    <a:pt x="1513" y="1387"/>
                    <a:pt x="1371" y="1419"/>
                  </a:cubicBezTo>
                  <a:cubicBezTo>
                    <a:pt x="1198" y="1465"/>
                    <a:pt x="1040" y="1545"/>
                    <a:pt x="866" y="1608"/>
                  </a:cubicBezTo>
                  <a:cubicBezTo>
                    <a:pt x="772" y="1639"/>
                    <a:pt x="520" y="1970"/>
                    <a:pt x="473" y="1765"/>
                  </a:cubicBezTo>
                  <a:cubicBezTo>
                    <a:pt x="394" y="1844"/>
                    <a:pt x="190" y="1938"/>
                    <a:pt x="1" y="1986"/>
                  </a:cubicBezTo>
                  <a:lnTo>
                    <a:pt x="1" y="1"/>
                  </a:lnTo>
                  <a:close/>
                </a:path>
              </a:pathLst>
            </a:custGeom>
            <a:solidFill>
              <a:schemeClr val="accent6"/>
            </a:solidFill>
            <a:ln>
              <a:noFill/>
            </a:ln>
            <a:effectLst>
              <a:outerShdw blurRad="57150" dist="19050" dir="540000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8"/>
            <p:cNvSpPr/>
            <p:nvPr/>
          </p:nvSpPr>
          <p:spPr>
            <a:xfrm>
              <a:off x="3375445" y="3388204"/>
              <a:ext cx="326198" cy="283169"/>
            </a:xfrm>
            <a:custGeom>
              <a:avLst/>
              <a:gdLst/>
              <a:ahLst/>
              <a:cxnLst/>
              <a:rect l="l" t="t" r="r" b="b"/>
              <a:pathLst>
                <a:path w="10257" h="8904" extrusionOk="0">
                  <a:moveTo>
                    <a:pt x="9674" y="1"/>
                  </a:moveTo>
                  <a:lnTo>
                    <a:pt x="9643" y="348"/>
                  </a:lnTo>
                  <a:cubicBezTo>
                    <a:pt x="9738" y="364"/>
                    <a:pt x="9801" y="458"/>
                    <a:pt x="9784" y="553"/>
                  </a:cubicBezTo>
                  <a:cubicBezTo>
                    <a:pt x="9769" y="616"/>
                    <a:pt x="9721" y="679"/>
                    <a:pt x="9658" y="694"/>
                  </a:cubicBezTo>
                  <a:cubicBezTo>
                    <a:pt x="9548" y="711"/>
                    <a:pt x="9438" y="631"/>
                    <a:pt x="9438" y="521"/>
                  </a:cubicBezTo>
                  <a:cubicBezTo>
                    <a:pt x="9438" y="427"/>
                    <a:pt x="9517" y="364"/>
                    <a:pt x="9595" y="348"/>
                  </a:cubicBezTo>
                  <a:lnTo>
                    <a:pt x="9595" y="1"/>
                  </a:lnTo>
                  <a:lnTo>
                    <a:pt x="8618" y="1"/>
                  </a:lnTo>
                  <a:lnTo>
                    <a:pt x="8618" y="348"/>
                  </a:lnTo>
                  <a:cubicBezTo>
                    <a:pt x="8729" y="348"/>
                    <a:pt x="8807" y="442"/>
                    <a:pt x="8776" y="553"/>
                  </a:cubicBezTo>
                  <a:cubicBezTo>
                    <a:pt x="8761" y="616"/>
                    <a:pt x="8713" y="679"/>
                    <a:pt x="8650" y="694"/>
                  </a:cubicBezTo>
                  <a:cubicBezTo>
                    <a:pt x="8540" y="711"/>
                    <a:pt x="8446" y="631"/>
                    <a:pt x="8446" y="521"/>
                  </a:cubicBezTo>
                  <a:cubicBezTo>
                    <a:pt x="8446" y="442"/>
                    <a:pt x="8492" y="364"/>
                    <a:pt x="8572" y="348"/>
                  </a:cubicBezTo>
                  <a:lnTo>
                    <a:pt x="8555" y="1"/>
                  </a:lnTo>
                  <a:lnTo>
                    <a:pt x="7626" y="1"/>
                  </a:lnTo>
                  <a:lnTo>
                    <a:pt x="7626" y="348"/>
                  </a:lnTo>
                  <a:cubicBezTo>
                    <a:pt x="7721" y="364"/>
                    <a:pt x="7799" y="442"/>
                    <a:pt x="7767" y="553"/>
                  </a:cubicBezTo>
                  <a:cubicBezTo>
                    <a:pt x="7767" y="616"/>
                    <a:pt x="7704" y="679"/>
                    <a:pt x="7641" y="694"/>
                  </a:cubicBezTo>
                  <a:cubicBezTo>
                    <a:pt x="7532" y="711"/>
                    <a:pt x="7437" y="631"/>
                    <a:pt x="7437" y="521"/>
                  </a:cubicBezTo>
                  <a:cubicBezTo>
                    <a:pt x="7437" y="442"/>
                    <a:pt x="7484" y="379"/>
                    <a:pt x="7563" y="348"/>
                  </a:cubicBezTo>
                  <a:lnTo>
                    <a:pt x="7515" y="1"/>
                  </a:lnTo>
                  <a:lnTo>
                    <a:pt x="6602" y="1"/>
                  </a:lnTo>
                  <a:lnTo>
                    <a:pt x="6618" y="348"/>
                  </a:lnTo>
                  <a:cubicBezTo>
                    <a:pt x="6712" y="364"/>
                    <a:pt x="6791" y="458"/>
                    <a:pt x="6775" y="553"/>
                  </a:cubicBezTo>
                  <a:cubicBezTo>
                    <a:pt x="6759" y="616"/>
                    <a:pt x="6696" y="679"/>
                    <a:pt x="6633" y="694"/>
                  </a:cubicBezTo>
                  <a:cubicBezTo>
                    <a:pt x="6523" y="711"/>
                    <a:pt x="6429" y="631"/>
                    <a:pt x="6429" y="521"/>
                  </a:cubicBezTo>
                  <a:cubicBezTo>
                    <a:pt x="6429" y="442"/>
                    <a:pt x="6492" y="364"/>
                    <a:pt x="6555" y="348"/>
                  </a:cubicBezTo>
                  <a:lnTo>
                    <a:pt x="6538" y="1"/>
                  </a:lnTo>
                  <a:lnTo>
                    <a:pt x="5673" y="1"/>
                  </a:lnTo>
                  <a:lnTo>
                    <a:pt x="5625" y="348"/>
                  </a:lnTo>
                  <a:cubicBezTo>
                    <a:pt x="5719" y="364"/>
                    <a:pt x="5782" y="458"/>
                    <a:pt x="5767" y="553"/>
                  </a:cubicBezTo>
                  <a:cubicBezTo>
                    <a:pt x="5751" y="616"/>
                    <a:pt x="5704" y="679"/>
                    <a:pt x="5641" y="694"/>
                  </a:cubicBezTo>
                  <a:cubicBezTo>
                    <a:pt x="5530" y="711"/>
                    <a:pt x="5420" y="631"/>
                    <a:pt x="5420" y="521"/>
                  </a:cubicBezTo>
                  <a:cubicBezTo>
                    <a:pt x="5420" y="427"/>
                    <a:pt x="5483" y="364"/>
                    <a:pt x="5578" y="348"/>
                  </a:cubicBezTo>
                  <a:lnTo>
                    <a:pt x="5562" y="1"/>
                  </a:lnTo>
                  <a:lnTo>
                    <a:pt x="4570" y="1"/>
                  </a:lnTo>
                  <a:lnTo>
                    <a:pt x="4585" y="348"/>
                  </a:lnTo>
                  <a:lnTo>
                    <a:pt x="4601" y="348"/>
                  </a:lnTo>
                  <a:cubicBezTo>
                    <a:pt x="4696" y="348"/>
                    <a:pt x="4774" y="427"/>
                    <a:pt x="4774" y="521"/>
                  </a:cubicBezTo>
                  <a:cubicBezTo>
                    <a:pt x="4774" y="616"/>
                    <a:pt x="4696" y="694"/>
                    <a:pt x="4601" y="694"/>
                  </a:cubicBezTo>
                  <a:cubicBezTo>
                    <a:pt x="4490" y="694"/>
                    <a:pt x="4427" y="616"/>
                    <a:pt x="4427" y="521"/>
                  </a:cubicBezTo>
                  <a:cubicBezTo>
                    <a:pt x="4427" y="442"/>
                    <a:pt x="4475" y="379"/>
                    <a:pt x="4553" y="348"/>
                  </a:cubicBezTo>
                  <a:lnTo>
                    <a:pt x="4475" y="1"/>
                  </a:lnTo>
                  <a:lnTo>
                    <a:pt x="3593" y="1"/>
                  </a:lnTo>
                  <a:lnTo>
                    <a:pt x="3608" y="348"/>
                  </a:lnTo>
                  <a:cubicBezTo>
                    <a:pt x="3702" y="364"/>
                    <a:pt x="3782" y="442"/>
                    <a:pt x="3765" y="553"/>
                  </a:cubicBezTo>
                  <a:cubicBezTo>
                    <a:pt x="3750" y="616"/>
                    <a:pt x="3687" y="679"/>
                    <a:pt x="3624" y="694"/>
                  </a:cubicBezTo>
                  <a:cubicBezTo>
                    <a:pt x="3513" y="711"/>
                    <a:pt x="3419" y="631"/>
                    <a:pt x="3419" y="521"/>
                  </a:cubicBezTo>
                  <a:cubicBezTo>
                    <a:pt x="3419" y="427"/>
                    <a:pt x="3482" y="348"/>
                    <a:pt x="3576" y="348"/>
                  </a:cubicBezTo>
                  <a:lnTo>
                    <a:pt x="3530" y="1"/>
                  </a:lnTo>
                  <a:lnTo>
                    <a:pt x="2726" y="1"/>
                  </a:lnTo>
                  <a:lnTo>
                    <a:pt x="2631" y="348"/>
                  </a:lnTo>
                  <a:cubicBezTo>
                    <a:pt x="2710" y="379"/>
                    <a:pt x="2774" y="458"/>
                    <a:pt x="2757" y="568"/>
                  </a:cubicBezTo>
                  <a:cubicBezTo>
                    <a:pt x="2742" y="631"/>
                    <a:pt x="2679" y="679"/>
                    <a:pt x="2616" y="694"/>
                  </a:cubicBezTo>
                  <a:cubicBezTo>
                    <a:pt x="2505" y="711"/>
                    <a:pt x="2411" y="631"/>
                    <a:pt x="2411" y="521"/>
                  </a:cubicBezTo>
                  <a:cubicBezTo>
                    <a:pt x="2411" y="427"/>
                    <a:pt x="2474" y="364"/>
                    <a:pt x="2553" y="348"/>
                  </a:cubicBezTo>
                  <a:lnTo>
                    <a:pt x="2616" y="1"/>
                  </a:lnTo>
                  <a:lnTo>
                    <a:pt x="1608" y="1"/>
                  </a:lnTo>
                  <a:lnTo>
                    <a:pt x="1608" y="348"/>
                  </a:lnTo>
                  <a:cubicBezTo>
                    <a:pt x="1702" y="364"/>
                    <a:pt x="1765" y="458"/>
                    <a:pt x="1749" y="553"/>
                  </a:cubicBezTo>
                  <a:cubicBezTo>
                    <a:pt x="1734" y="616"/>
                    <a:pt x="1686" y="679"/>
                    <a:pt x="1623" y="694"/>
                  </a:cubicBezTo>
                  <a:cubicBezTo>
                    <a:pt x="1513" y="711"/>
                    <a:pt x="1402" y="631"/>
                    <a:pt x="1402" y="521"/>
                  </a:cubicBezTo>
                  <a:cubicBezTo>
                    <a:pt x="1402" y="442"/>
                    <a:pt x="1465" y="364"/>
                    <a:pt x="1545" y="348"/>
                  </a:cubicBezTo>
                  <a:lnTo>
                    <a:pt x="1528" y="1"/>
                  </a:lnTo>
                  <a:lnTo>
                    <a:pt x="599" y="1"/>
                  </a:lnTo>
                  <a:lnTo>
                    <a:pt x="583" y="348"/>
                  </a:lnTo>
                  <a:cubicBezTo>
                    <a:pt x="694" y="348"/>
                    <a:pt x="772" y="442"/>
                    <a:pt x="740" y="553"/>
                  </a:cubicBezTo>
                  <a:cubicBezTo>
                    <a:pt x="725" y="616"/>
                    <a:pt x="677" y="679"/>
                    <a:pt x="614" y="694"/>
                  </a:cubicBezTo>
                  <a:cubicBezTo>
                    <a:pt x="505" y="711"/>
                    <a:pt x="410" y="631"/>
                    <a:pt x="410" y="521"/>
                  </a:cubicBezTo>
                  <a:cubicBezTo>
                    <a:pt x="410" y="442"/>
                    <a:pt x="457" y="379"/>
                    <a:pt x="520" y="348"/>
                  </a:cubicBezTo>
                  <a:lnTo>
                    <a:pt x="488" y="1"/>
                  </a:lnTo>
                  <a:lnTo>
                    <a:pt x="173" y="1"/>
                  </a:lnTo>
                  <a:cubicBezTo>
                    <a:pt x="79" y="1"/>
                    <a:pt x="1" y="80"/>
                    <a:pt x="1" y="190"/>
                  </a:cubicBezTo>
                  <a:lnTo>
                    <a:pt x="1" y="8903"/>
                  </a:lnTo>
                  <a:cubicBezTo>
                    <a:pt x="190" y="8872"/>
                    <a:pt x="394" y="8761"/>
                    <a:pt x="473" y="8683"/>
                  </a:cubicBezTo>
                  <a:cubicBezTo>
                    <a:pt x="520" y="8887"/>
                    <a:pt x="772" y="8557"/>
                    <a:pt x="866" y="8525"/>
                  </a:cubicBezTo>
                  <a:cubicBezTo>
                    <a:pt x="1040" y="8462"/>
                    <a:pt x="1198" y="8383"/>
                    <a:pt x="1371" y="8336"/>
                  </a:cubicBezTo>
                  <a:cubicBezTo>
                    <a:pt x="1513" y="8305"/>
                    <a:pt x="1560" y="8242"/>
                    <a:pt x="1608" y="8383"/>
                  </a:cubicBezTo>
                  <a:cubicBezTo>
                    <a:pt x="1639" y="8446"/>
                    <a:pt x="1591" y="8525"/>
                    <a:pt x="1686" y="8588"/>
                  </a:cubicBezTo>
                  <a:cubicBezTo>
                    <a:pt x="1749" y="8620"/>
                    <a:pt x="1780" y="8557"/>
                    <a:pt x="1843" y="8572"/>
                  </a:cubicBezTo>
                  <a:cubicBezTo>
                    <a:pt x="1923" y="8572"/>
                    <a:pt x="1969" y="8635"/>
                    <a:pt x="2049" y="8635"/>
                  </a:cubicBezTo>
                  <a:cubicBezTo>
                    <a:pt x="2127" y="8651"/>
                    <a:pt x="2221" y="8603"/>
                    <a:pt x="2301" y="8620"/>
                  </a:cubicBezTo>
                  <a:cubicBezTo>
                    <a:pt x="2411" y="8651"/>
                    <a:pt x="2427" y="8761"/>
                    <a:pt x="2568" y="8777"/>
                  </a:cubicBezTo>
                  <a:cubicBezTo>
                    <a:pt x="2774" y="8793"/>
                    <a:pt x="3135" y="8698"/>
                    <a:pt x="3278" y="8540"/>
                  </a:cubicBezTo>
                  <a:cubicBezTo>
                    <a:pt x="3309" y="8509"/>
                    <a:pt x="3324" y="8431"/>
                    <a:pt x="3356" y="8414"/>
                  </a:cubicBezTo>
                  <a:cubicBezTo>
                    <a:pt x="3387" y="8399"/>
                    <a:pt x="3404" y="8414"/>
                    <a:pt x="3435" y="8399"/>
                  </a:cubicBezTo>
                  <a:cubicBezTo>
                    <a:pt x="3561" y="8336"/>
                    <a:pt x="3750" y="8336"/>
                    <a:pt x="3876" y="8242"/>
                  </a:cubicBezTo>
                  <a:cubicBezTo>
                    <a:pt x="4049" y="8084"/>
                    <a:pt x="3923" y="7769"/>
                    <a:pt x="4223" y="7721"/>
                  </a:cubicBezTo>
                  <a:cubicBezTo>
                    <a:pt x="4459" y="7690"/>
                    <a:pt x="4679" y="7721"/>
                    <a:pt x="4790" y="7454"/>
                  </a:cubicBezTo>
                  <a:cubicBezTo>
                    <a:pt x="4805" y="7548"/>
                    <a:pt x="4948" y="7485"/>
                    <a:pt x="5042" y="7469"/>
                  </a:cubicBezTo>
                  <a:cubicBezTo>
                    <a:pt x="5089" y="7580"/>
                    <a:pt x="4931" y="7721"/>
                    <a:pt x="5011" y="7816"/>
                  </a:cubicBezTo>
                  <a:cubicBezTo>
                    <a:pt x="5026" y="7816"/>
                    <a:pt x="5042" y="7816"/>
                    <a:pt x="5057" y="7801"/>
                  </a:cubicBezTo>
                  <a:cubicBezTo>
                    <a:pt x="5042" y="7847"/>
                    <a:pt x="5042" y="7895"/>
                    <a:pt x="5042" y="7927"/>
                  </a:cubicBezTo>
                  <a:cubicBezTo>
                    <a:pt x="5105" y="7910"/>
                    <a:pt x="5215" y="7879"/>
                    <a:pt x="5278" y="7927"/>
                  </a:cubicBezTo>
                  <a:cubicBezTo>
                    <a:pt x="5341" y="7990"/>
                    <a:pt x="5294" y="8068"/>
                    <a:pt x="5341" y="8116"/>
                  </a:cubicBezTo>
                  <a:cubicBezTo>
                    <a:pt x="5436" y="8210"/>
                    <a:pt x="5547" y="8116"/>
                    <a:pt x="5673" y="8147"/>
                  </a:cubicBezTo>
                  <a:cubicBezTo>
                    <a:pt x="5830" y="8179"/>
                    <a:pt x="5971" y="8225"/>
                    <a:pt x="6145" y="8225"/>
                  </a:cubicBezTo>
                  <a:cubicBezTo>
                    <a:pt x="6208" y="8242"/>
                    <a:pt x="6208" y="8210"/>
                    <a:pt x="6286" y="8242"/>
                  </a:cubicBezTo>
                  <a:cubicBezTo>
                    <a:pt x="6366" y="8288"/>
                    <a:pt x="6318" y="8351"/>
                    <a:pt x="6444" y="8368"/>
                  </a:cubicBezTo>
                  <a:cubicBezTo>
                    <a:pt x="6633" y="8399"/>
                    <a:pt x="6807" y="8179"/>
                    <a:pt x="6996" y="8225"/>
                  </a:cubicBezTo>
                  <a:cubicBezTo>
                    <a:pt x="7137" y="8257"/>
                    <a:pt x="7154" y="8383"/>
                    <a:pt x="7343" y="8320"/>
                  </a:cubicBezTo>
                  <a:cubicBezTo>
                    <a:pt x="7421" y="8305"/>
                    <a:pt x="7437" y="8242"/>
                    <a:pt x="7515" y="8242"/>
                  </a:cubicBezTo>
                  <a:cubicBezTo>
                    <a:pt x="7578" y="8225"/>
                    <a:pt x="7658" y="8288"/>
                    <a:pt x="7721" y="8257"/>
                  </a:cubicBezTo>
                  <a:cubicBezTo>
                    <a:pt x="7830" y="8225"/>
                    <a:pt x="7815" y="8084"/>
                    <a:pt x="7784" y="7990"/>
                  </a:cubicBezTo>
                  <a:cubicBezTo>
                    <a:pt x="7956" y="8021"/>
                    <a:pt x="7925" y="7895"/>
                    <a:pt x="7988" y="7801"/>
                  </a:cubicBezTo>
                  <a:cubicBezTo>
                    <a:pt x="8020" y="7753"/>
                    <a:pt x="8020" y="7738"/>
                    <a:pt x="8083" y="7706"/>
                  </a:cubicBezTo>
                  <a:cubicBezTo>
                    <a:pt x="8225" y="7643"/>
                    <a:pt x="8288" y="7706"/>
                    <a:pt x="8351" y="7801"/>
                  </a:cubicBezTo>
                  <a:cubicBezTo>
                    <a:pt x="8383" y="7847"/>
                    <a:pt x="8383" y="7895"/>
                    <a:pt x="8429" y="7942"/>
                  </a:cubicBezTo>
                  <a:cubicBezTo>
                    <a:pt x="8477" y="7973"/>
                    <a:pt x="8555" y="7990"/>
                    <a:pt x="8603" y="8021"/>
                  </a:cubicBezTo>
                  <a:cubicBezTo>
                    <a:pt x="8824" y="8099"/>
                    <a:pt x="8776" y="7958"/>
                    <a:pt x="8965" y="7895"/>
                  </a:cubicBezTo>
                  <a:cubicBezTo>
                    <a:pt x="9107" y="7847"/>
                    <a:pt x="9076" y="7942"/>
                    <a:pt x="9154" y="8053"/>
                  </a:cubicBezTo>
                  <a:cubicBezTo>
                    <a:pt x="9233" y="8147"/>
                    <a:pt x="9391" y="8288"/>
                    <a:pt x="9485" y="8351"/>
                  </a:cubicBezTo>
                  <a:cubicBezTo>
                    <a:pt x="9674" y="8462"/>
                    <a:pt x="9879" y="8288"/>
                    <a:pt x="10068" y="8399"/>
                  </a:cubicBezTo>
                  <a:cubicBezTo>
                    <a:pt x="10147" y="8431"/>
                    <a:pt x="10210" y="8509"/>
                    <a:pt x="10257" y="8572"/>
                  </a:cubicBezTo>
                  <a:lnTo>
                    <a:pt x="10257" y="190"/>
                  </a:lnTo>
                  <a:cubicBezTo>
                    <a:pt x="10257" y="80"/>
                    <a:pt x="10179" y="1"/>
                    <a:pt x="10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18"/>
          <p:cNvGrpSpPr/>
          <p:nvPr/>
        </p:nvGrpSpPr>
        <p:grpSpPr>
          <a:xfrm rot="-2413412">
            <a:off x="-1116814" y="-1156288"/>
            <a:ext cx="2602175" cy="2298841"/>
            <a:chOff x="3375445" y="3388204"/>
            <a:chExt cx="326198" cy="288171"/>
          </a:xfrm>
        </p:grpSpPr>
        <p:sp>
          <p:nvSpPr>
            <p:cNvPr id="126" name="Google Shape;126;p18"/>
            <p:cNvSpPr/>
            <p:nvPr/>
          </p:nvSpPr>
          <p:spPr>
            <a:xfrm>
              <a:off x="3375445" y="3613216"/>
              <a:ext cx="326198" cy="63160"/>
            </a:xfrm>
            <a:custGeom>
              <a:avLst/>
              <a:gdLst/>
              <a:ahLst/>
              <a:cxnLst/>
              <a:rect l="l" t="t" r="r" b="b"/>
              <a:pathLst>
                <a:path w="10257" h="1986" extrusionOk="0">
                  <a:moveTo>
                    <a:pt x="10257" y="1"/>
                  </a:moveTo>
                  <a:lnTo>
                    <a:pt x="10257" y="1655"/>
                  </a:lnTo>
                  <a:cubicBezTo>
                    <a:pt x="10210" y="1591"/>
                    <a:pt x="10147" y="1513"/>
                    <a:pt x="10068" y="1465"/>
                  </a:cubicBezTo>
                  <a:cubicBezTo>
                    <a:pt x="9879" y="1371"/>
                    <a:pt x="9674" y="1545"/>
                    <a:pt x="9485" y="1434"/>
                  </a:cubicBezTo>
                  <a:cubicBezTo>
                    <a:pt x="9391" y="1371"/>
                    <a:pt x="9233" y="1230"/>
                    <a:pt x="9154" y="1135"/>
                  </a:cubicBezTo>
                  <a:cubicBezTo>
                    <a:pt x="9076" y="1024"/>
                    <a:pt x="9107" y="930"/>
                    <a:pt x="8965" y="978"/>
                  </a:cubicBezTo>
                  <a:cubicBezTo>
                    <a:pt x="8776" y="1041"/>
                    <a:pt x="8824" y="1182"/>
                    <a:pt x="8603" y="1087"/>
                  </a:cubicBezTo>
                  <a:cubicBezTo>
                    <a:pt x="8555" y="1072"/>
                    <a:pt x="8477" y="1041"/>
                    <a:pt x="8429" y="1009"/>
                  </a:cubicBezTo>
                  <a:cubicBezTo>
                    <a:pt x="8383" y="978"/>
                    <a:pt x="8383" y="930"/>
                    <a:pt x="8351" y="867"/>
                  </a:cubicBezTo>
                  <a:cubicBezTo>
                    <a:pt x="8288" y="789"/>
                    <a:pt x="8225" y="726"/>
                    <a:pt x="8083" y="789"/>
                  </a:cubicBezTo>
                  <a:cubicBezTo>
                    <a:pt x="8020" y="820"/>
                    <a:pt x="8020" y="835"/>
                    <a:pt x="7988" y="883"/>
                  </a:cubicBezTo>
                  <a:cubicBezTo>
                    <a:pt x="7925" y="978"/>
                    <a:pt x="7956" y="1104"/>
                    <a:pt x="7784" y="1072"/>
                  </a:cubicBezTo>
                  <a:cubicBezTo>
                    <a:pt x="7815" y="1167"/>
                    <a:pt x="7830" y="1293"/>
                    <a:pt x="7721" y="1339"/>
                  </a:cubicBezTo>
                  <a:cubicBezTo>
                    <a:pt x="7658" y="1356"/>
                    <a:pt x="7578" y="1308"/>
                    <a:pt x="7515" y="1308"/>
                  </a:cubicBezTo>
                  <a:cubicBezTo>
                    <a:pt x="7437" y="1324"/>
                    <a:pt x="7421" y="1371"/>
                    <a:pt x="7343" y="1402"/>
                  </a:cubicBezTo>
                  <a:cubicBezTo>
                    <a:pt x="7154" y="1465"/>
                    <a:pt x="7137" y="1339"/>
                    <a:pt x="6996" y="1308"/>
                  </a:cubicBezTo>
                  <a:cubicBezTo>
                    <a:pt x="6807" y="1261"/>
                    <a:pt x="6633" y="1482"/>
                    <a:pt x="6444" y="1450"/>
                  </a:cubicBezTo>
                  <a:cubicBezTo>
                    <a:pt x="6318" y="1419"/>
                    <a:pt x="6366" y="1371"/>
                    <a:pt x="6286" y="1324"/>
                  </a:cubicBezTo>
                  <a:cubicBezTo>
                    <a:pt x="6208" y="1276"/>
                    <a:pt x="6208" y="1308"/>
                    <a:pt x="6145" y="1308"/>
                  </a:cubicBezTo>
                  <a:cubicBezTo>
                    <a:pt x="5971" y="1308"/>
                    <a:pt x="5830" y="1261"/>
                    <a:pt x="5673" y="1230"/>
                  </a:cubicBezTo>
                  <a:cubicBezTo>
                    <a:pt x="5547" y="1198"/>
                    <a:pt x="5436" y="1293"/>
                    <a:pt x="5341" y="1198"/>
                  </a:cubicBezTo>
                  <a:cubicBezTo>
                    <a:pt x="5294" y="1150"/>
                    <a:pt x="5341" y="1056"/>
                    <a:pt x="5278" y="1009"/>
                  </a:cubicBezTo>
                  <a:cubicBezTo>
                    <a:pt x="5215" y="961"/>
                    <a:pt x="5105" y="993"/>
                    <a:pt x="5042" y="1009"/>
                  </a:cubicBezTo>
                  <a:cubicBezTo>
                    <a:pt x="5042" y="978"/>
                    <a:pt x="5042" y="915"/>
                    <a:pt x="5057" y="883"/>
                  </a:cubicBezTo>
                  <a:cubicBezTo>
                    <a:pt x="5042" y="898"/>
                    <a:pt x="5026" y="898"/>
                    <a:pt x="5011" y="898"/>
                  </a:cubicBezTo>
                  <a:cubicBezTo>
                    <a:pt x="4931" y="804"/>
                    <a:pt x="5089" y="663"/>
                    <a:pt x="5042" y="552"/>
                  </a:cubicBezTo>
                  <a:cubicBezTo>
                    <a:pt x="4948" y="568"/>
                    <a:pt x="4805" y="631"/>
                    <a:pt x="4790" y="536"/>
                  </a:cubicBezTo>
                  <a:cubicBezTo>
                    <a:pt x="4679" y="804"/>
                    <a:pt x="4459" y="772"/>
                    <a:pt x="4223" y="804"/>
                  </a:cubicBezTo>
                  <a:cubicBezTo>
                    <a:pt x="3923" y="852"/>
                    <a:pt x="4049" y="1167"/>
                    <a:pt x="3876" y="1324"/>
                  </a:cubicBezTo>
                  <a:cubicBezTo>
                    <a:pt x="3750" y="1419"/>
                    <a:pt x="3561" y="1419"/>
                    <a:pt x="3435" y="1465"/>
                  </a:cubicBezTo>
                  <a:cubicBezTo>
                    <a:pt x="3404" y="1497"/>
                    <a:pt x="3387" y="1465"/>
                    <a:pt x="3356" y="1497"/>
                  </a:cubicBezTo>
                  <a:cubicBezTo>
                    <a:pt x="3324" y="1513"/>
                    <a:pt x="3309" y="1591"/>
                    <a:pt x="3278" y="1608"/>
                  </a:cubicBezTo>
                  <a:cubicBezTo>
                    <a:pt x="3135" y="1781"/>
                    <a:pt x="2774" y="1875"/>
                    <a:pt x="2568" y="1860"/>
                  </a:cubicBezTo>
                  <a:cubicBezTo>
                    <a:pt x="2427" y="1844"/>
                    <a:pt x="2411" y="1734"/>
                    <a:pt x="2301" y="1702"/>
                  </a:cubicBezTo>
                  <a:cubicBezTo>
                    <a:pt x="2221" y="1671"/>
                    <a:pt x="2127" y="1734"/>
                    <a:pt x="2049" y="1718"/>
                  </a:cubicBezTo>
                  <a:cubicBezTo>
                    <a:pt x="1969" y="1718"/>
                    <a:pt x="1923" y="1655"/>
                    <a:pt x="1843" y="1639"/>
                  </a:cubicBezTo>
                  <a:cubicBezTo>
                    <a:pt x="1780" y="1639"/>
                    <a:pt x="1749" y="1702"/>
                    <a:pt x="1686" y="1655"/>
                  </a:cubicBezTo>
                  <a:cubicBezTo>
                    <a:pt x="1591" y="1608"/>
                    <a:pt x="1639" y="1528"/>
                    <a:pt x="1608" y="1450"/>
                  </a:cubicBezTo>
                  <a:cubicBezTo>
                    <a:pt x="1560" y="1324"/>
                    <a:pt x="1513" y="1387"/>
                    <a:pt x="1371" y="1419"/>
                  </a:cubicBezTo>
                  <a:cubicBezTo>
                    <a:pt x="1198" y="1465"/>
                    <a:pt x="1040" y="1545"/>
                    <a:pt x="866" y="1608"/>
                  </a:cubicBezTo>
                  <a:cubicBezTo>
                    <a:pt x="772" y="1639"/>
                    <a:pt x="520" y="1970"/>
                    <a:pt x="473" y="1765"/>
                  </a:cubicBezTo>
                  <a:cubicBezTo>
                    <a:pt x="394" y="1844"/>
                    <a:pt x="190" y="1938"/>
                    <a:pt x="1" y="1986"/>
                  </a:cubicBezTo>
                  <a:lnTo>
                    <a:pt x="1" y="1"/>
                  </a:lnTo>
                  <a:close/>
                </a:path>
              </a:pathLst>
            </a:custGeom>
            <a:solidFill>
              <a:schemeClr val="accent6"/>
            </a:solidFill>
            <a:ln>
              <a:noFill/>
            </a:ln>
            <a:effectLst>
              <a:outerShdw blurRad="57150" dist="19050" dir="540000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8"/>
            <p:cNvSpPr/>
            <p:nvPr/>
          </p:nvSpPr>
          <p:spPr>
            <a:xfrm>
              <a:off x="3375445" y="3388204"/>
              <a:ext cx="326198" cy="283169"/>
            </a:xfrm>
            <a:custGeom>
              <a:avLst/>
              <a:gdLst/>
              <a:ahLst/>
              <a:cxnLst/>
              <a:rect l="l" t="t" r="r" b="b"/>
              <a:pathLst>
                <a:path w="10257" h="8904" extrusionOk="0">
                  <a:moveTo>
                    <a:pt x="9674" y="1"/>
                  </a:moveTo>
                  <a:lnTo>
                    <a:pt x="9643" y="348"/>
                  </a:lnTo>
                  <a:cubicBezTo>
                    <a:pt x="9738" y="364"/>
                    <a:pt x="9801" y="458"/>
                    <a:pt x="9784" y="553"/>
                  </a:cubicBezTo>
                  <a:cubicBezTo>
                    <a:pt x="9769" y="616"/>
                    <a:pt x="9721" y="679"/>
                    <a:pt x="9658" y="694"/>
                  </a:cubicBezTo>
                  <a:cubicBezTo>
                    <a:pt x="9548" y="711"/>
                    <a:pt x="9438" y="631"/>
                    <a:pt x="9438" y="521"/>
                  </a:cubicBezTo>
                  <a:cubicBezTo>
                    <a:pt x="9438" y="427"/>
                    <a:pt x="9517" y="364"/>
                    <a:pt x="9595" y="348"/>
                  </a:cubicBezTo>
                  <a:lnTo>
                    <a:pt x="9595" y="1"/>
                  </a:lnTo>
                  <a:lnTo>
                    <a:pt x="8618" y="1"/>
                  </a:lnTo>
                  <a:lnTo>
                    <a:pt x="8618" y="348"/>
                  </a:lnTo>
                  <a:cubicBezTo>
                    <a:pt x="8729" y="348"/>
                    <a:pt x="8807" y="442"/>
                    <a:pt x="8776" y="553"/>
                  </a:cubicBezTo>
                  <a:cubicBezTo>
                    <a:pt x="8761" y="616"/>
                    <a:pt x="8713" y="679"/>
                    <a:pt x="8650" y="694"/>
                  </a:cubicBezTo>
                  <a:cubicBezTo>
                    <a:pt x="8540" y="711"/>
                    <a:pt x="8446" y="631"/>
                    <a:pt x="8446" y="521"/>
                  </a:cubicBezTo>
                  <a:cubicBezTo>
                    <a:pt x="8446" y="442"/>
                    <a:pt x="8492" y="364"/>
                    <a:pt x="8572" y="348"/>
                  </a:cubicBezTo>
                  <a:lnTo>
                    <a:pt x="8555" y="1"/>
                  </a:lnTo>
                  <a:lnTo>
                    <a:pt x="7626" y="1"/>
                  </a:lnTo>
                  <a:lnTo>
                    <a:pt x="7626" y="348"/>
                  </a:lnTo>
                  <a:cubicBezTo>
                    <a:pt x="7721" y="364"/>
                    <a:pt x="7799" y="442"/>
                    <a:pt x="7767" y="553"/>
                  </a:cubicBezTo>
                  <a:cubicBezTo>
                    <a:pt x="7767" y="616"/>
                    <a:pt x="7704" y="679"/>
                    <a:pt x="7641" y="694"/>
                  </a:cubicBezTo>
                  <a:cubicBezTo>
                    <a:pt x="7532" y="711"/>
                    <a:pt x="7437" y="631"/>
                    <a:pt x="7437" y="521"/>
                  </a:cubicBezTo>
                  <a:cubicBezTo>
                    <a:pt x="7437" y="442"/>
                    <a:pt x="7484" y="379"/>
                    <a:pt x="7563" y="348"/>
                  </a:cubicBezTo>
                  <a:lnTo>
                    <a:pt x="7515" y="1"/>
                  </a:lnTo>
                  <a:lnTo>
                    <a:pt x="6602" y="1"/>
                  </a:lnTo>
                  <a:lnTo>
                    <a:pt x="6618" y="348"/>
                  </a:lnTo>
                  <a:cubicBezTo>
                    <a:pt x="6712" y="364"/>
                    <a:pt x="6791" y="458"/>
                    <a:pt x="6775" y="553"/>
                  </a:cubicBezTo>
                  <a:cubicBezTo>
                    <a:pt x="6759" y="616"/>
                    <a:pt x="6696" y="679"/>
                    <a:pt x="6633" y="694"/>
                  </a:cubicBezTo>
                  <a:cubicBezTo>
                    <a:pt x="6523" y="711"/>
                    <a:pt x="6429" y="631"/>
                    <a:pt x="6429" y="521"/>
                  </a:cubicBezTo>
                  <a:cubicBezTo>
                    <a:pt x="6429" y="442"/>
                    <a:pt x="6492" y="364"/>
                    <a:pt x="6555" y="348"/>
                  </a:cubicBezTo>
                  <a:lnTo>
                    <a:pt x="6538" y="1"/>
                  </a:lnTo>
                  <a:lnTo>
                    <a:pt x="5673" y="1"/>
                  </a:lnTo>
                  <a:lnTo>
                    <a:pt x="5625" y="348"/>
                  </a:lnTo>
                  <a:cubicBezTo>
                    <a:pt x="5719" y="364"/>
                    <a:pt x="5782" y="458"/>
                    <a:pt x="5767" y="553"/>
                  </a:cubicBezTo>
                  <a:cubicBezTo>
                    <a:pt x="5751" y="616"/>
                    <a:pt x="5704" y="679"/>
                    <a:pt x="5641" y="694"/>
                  </a:cubicBezTo>
                  <a:cubicBezTo>
                    <a:pt x="5530" y="711"/>
                    <a:pt x="5420" y="631"/>
                    <a:pt x="5420" y="521"/>
                  </a:cubicBezTo>
                  <a:cubicBezTo>
                    <a:pt x="5420" y="427"/>
                    <a:pt x="5483" y="364"/>
                    <a:pt x="5578" y="348"/>
                  </a:cubicBezTo>
                  <a:lnTo>
                    <a:pt x="5562" y="1"/>
                  </a:lnTo>
                  <a:lnTo>
                    <a:pt x="4570" y="1"/>
                  </a:lnTo>
                  <a:lnTo>
                    <a:pt x="4585" y="348"/>
                  </a:lnTo>
                  <a:lnTo>
                    <a:pt x="4601" y="348"/>
                  </a:lnTo>
                  <a:cubicBezTo>
                    <a:pt x="4696" y="348"/>
                    <a:pt x="4774" y="427"/>
                    <a:pt x="4774" y="521"/>
                  </a:cubicBezTo>
                  <a:cubicBezTo>
                    <a:pt x="4774" y="616"/>
                    <a:pt x="4696" y="694"/>
                    <a:pt x="4601" y="694"/>
                  </a:cubicBezTo>
                  <a:cubicBezTo>
                    <a:pt x="4490" y="694"/>
                    <a:pt x="4427" y="616"/>
                    <a:pt x="4427" y="521"/>
                  </a:cubicBezTo>
                  <a:cubicBezTo>
                    <a:pt x="4427" y="442"/>
                    <a:pt x="4475" y="379"/>
                    <a:pt x="4553" y="348"/>
                  </a:cubicBezTo>
                  <a:lnTo>
                    <a:pt x="4475" y="1"/>
                  </a:lnTo>
                  <a:lnTo>
                    <a:pt x="3593" y="1"/>
                  </a:lnTo>
                  <a:lnTo>
                    <a:pt x="3608" y="348"/>
                  </a:lnTo>
                  <a:cubicBezTo>
                    <a:pt x="3702" y="364"/>
                    <a:pt x="3782" y="442"/>
                    <a:pt x="3765" y="553"/>
                  </a:cubicBezTo>
                  <a:cubicBezTo>
                    <a:pt x="3750" y="616"/>
                    <a:pt x="3687" y="679"/>
                    <a:pt x="3624" y="694"/>
                  </a:cubicBezTo>
                  <a:cubicBezTo>
                    <a:pt x="3513" y="711"/>
                    <a:pt x="3419" y="631"/>
                    <a:pt x="3419" y="521"/>
                  </a:cubicBezTo>
                  <a:cubicBezTo>
                    <a:pt x="3419" y="427"/>
                    <a:pt x="3482" y="348"/>
                    <a:pt x="3576" y="348"/>
                  </a:cubicBezTo>
                  <a:lnTo>
                    <a:pt x="3530" y="1"/>
                  </a:lnTo>
                  <a:lnTo>
                    <a:pt x="2726" y="1"/>
                  </a:lnTo>
                  <a:lnTo>
                    <a:pt x="2631" y="348"/>
                  </a:lnTo>
                  <a:cubicBezTo>
                    <a:pt x="2710" y="379"/>
                    <a:pt x="2774" y="458"/>
                    <a:pt x="2757" y="568"/>
                  </a:cubicBezTo>
                  <a:cubicBezTo>
                    <a:pt x="2742" y="631"/>
                    <a:pt x="2679" y="679"/>
                    <a:pt x="2616" y="694"/>
                  </a:cubicBezTo>
                  <a:cubicBezTo>
                    <a:pt x="2505" y="711"/>
                    <a:pt x="2411" y="631"/>
                    <a:pt x="2411" y="521"/>
                  </a:cubicBezTo>
                  <a:cubicBezTo>
                    <a:pt x="2411" y="427"/>
                    <a:pt x="2474" y="364"/>
                    <a:pt x="2553" y="348"/>
                  </a:cubicBezTo>
                  <a:lnTo>
                    <a:pt x="2616" y="1"/>
                  </a:lnTo>
                  <a:lnTo>
                    <a:pt x="1608" y="1"/>
                  </a:lnTo>
                  <a:lnTo>
                    <a:pt x="1608" y="348"/>
                  </a:lnTo>
                  <a:cubicBezTo>
                    <a:pt x="1702" y="364"/>
                    <a:pt x="1765" y="458"/>
                    <a:pt x="1749" y="553"/>
                  </a:cubicBezTo>
                  <a:cubicBezTo>
                    <a:pt x="1734" y="616"/>
                    <a:pt x="1686" y="679"/>
                    <a:pt x="1623" y="694"/>
                  </a:cubicBezTo>
                  <a:cubicBezTo>
                    <a:pt x="1513" y="711"/>
                    <a:pt x="1402" y="631"/>
                    <a:pt x="1402" y="521"/>
                  </a:cubicBezTo>
                  <a:cubicBezTo>
                    <a:pt x="1402" y="442"/>
                    <a:pt x="1465" y="364"/>
                    <a:pt x="1545" y="348"/>
                  </a:cubicBezTo>
                  <a:lnTo>
                    <a:pt x="1528" y="1"/>
                  </a:lnTo>
                  <a:lnTo>
                    <a:pt x="599" y="1"/>
                  </a:lnTo>
                  <a:lnTo>
                    <a:pt x="583" y="348"/>
                  </a:lnTo>
                  <a:cubicBezTo>
                    <a:pt x="694" y="348"/>
                    <a:pt x="772" y="442"/>
                    <a:pt x="740" y="553"/>
                  </a:cubicBezTo>
                  <a:cubicBezTo>
                    <a:pt x="725" y="616"/>
                    <a:pt x="677" y="679"/>
                    <a:pt x="614" y="694"/>
                  </a:cubicBezTo>
                  <a:cubicBezTo>
                    <a:pt x="505" y="711"/>
                    <a:pt x="410" y="631"/>
                    <a:pt x="410" y="521"/>
                  </a:cubicBezTo>
                  <a:cubicBezTo>
                    <a:pt x="410" y="442"/>
                    <a:pt x="457" y="379"/>
                    <a:pt x="520" y="348"/>
                  </a:cubicBezTo>
                  <a:lnTo>
                    <a:pt x="488" y="1"/>
                  </a:lnTo>
                  <a:lnTo>
                    <a:pt x="173" y="1"/>
                  </a:lnTo>
                  <a:cubicBezTo>
                    <a:pt x="79" y="1"/>
                    <a:pt x="1" y="80"/>
                    <a:pt x="1" y="190"/>
                  </a:cubicBezTo>
                  <a:lnTo>
                    <a:pt x="1" y="8903"/>
                  </a:lnTo>
                  <a:cubicBezTo>
                    <a:pt x="190" y="8872"/>
                    <a:pt x="394" y="8761"/>
                    <a:pt x="473" y="8683"/>
                  </a:cubicBezTo>
                  <a:cubicBezTo>
                    <a:pt x="520" y="8887"/>
                    <a:pt x="772" y="8557"/>
                    <a:pt x="866" y="8525"/>
                  </a:cubicBezTo>
                  <a:cubicBezTo>
                    <a:pt x="1040" y="8462"/>
                    <a:pt x="1198" y="8383"/>
                    <a:pt x="1371" y="8336"/>
                  </a:cubicBezTo>
                  <a:cubicBezTo>
                    <a:pt x="1513" y="8305"/>
                    <a:pt x="1560" y="8242"/>
                    <a:pt x="1608" y="8383"/>
                  </a:cubicBezTo>
                  <a:cubicBezTo>
                    <a:pt x="1639" y="8446"/>
                    <a:pt x="1591" y="8525"/>
                    <a:pt x="1686" y="8588"/>
                  </a:cubicBezTo>
                  <a:cubicBezTo>
                    <a:pt x="1749" y="8620"/>
                    <a:pt x="1780" y="8557"/>
                    <a:pt x="1843" y="8572"/>
                  </a:cubicBezTo>
                  <a:cubicBezTo>
                    <a:pt x="1923" y="8572"/>
                    <a:pt x="1969" y="8635"/>
                    <a:pt x="2049" y="8635"/>
                  </a:cubicBezTo>
                  <a:cubicBezTo>
                    <a:pt x="2127" y="8651"/>
                    <a:pt x="2221" y="8603"/>
                    <a:pt x="2301" y="8620"/>
                  </a:cubicBezTo>
                  <a:cubicBezTo>
                    <a:pt x="2411" y="8651"/>
                    <a:pt x="2427" y="8761"/>
                    <a:pt x="2568" y="8777"/>
                  </a:cubicBezTo>
                  <a:cubicBezTo>
                    <a:pt x="2774" y="8793"/>
                    <a:pt x="3135" y="8698"/>
                    <a:pt x="3278" y="8540"/>
                  </a:cubicBezTo>
                  <a:cubicBezTo>
                    <a:pt x="3309" y="8509"/>
                    <a:pt x="3324" y="8431"/>
                    <a:pt x="3356" y="8414"/>
                  </a:cubicBezTo>
                  <a:cubicBezTo>
                    <a:pt x="3387" y="8399"/>
                    <a:pt x="3404" y="8414"/>
                    <a:pt x="3435" y="8399"/>
                  </a:cubicBezTo>
                  <a:cubicBezTo>
                    <a:pt x="3561" y="8336"/>
                    <a:pt x="3750" y="8336"/>
                    <a:pt x="3876" y="8242"/>
                  </a:cubicBezTo>
                  <a:cubicBezTo>
                    <a:pt x="4049" y="8084"/>
                    <a:pt x="3923" y="7769"/>
                    <a:pt x="4223" y="7721"/>
                  </a:cubicBezTo>
                  <a:cubicBezTo>
                    <a:pt x="4459" y="7690"/>
                    <a:pt x="4679" y="7721"/>
                    <a:pt x="4790" y="7454"/>
                  </a:cubicBezTo>
                  <a:cubicBezTo>
                    <a:pt x="4805" y="7548"/>
                    <a:pt x="4948" y="7485"/>
                    <a:pt x="5042" y="7469"/>
                  </a:cubicBezTo>
                  <a:cubicBezTo>
                    <a:pt x="5089" y="7580"/>
                    <a:pt x="4931" y="7721"/>
                    <a:pt x="5011" y="7816"/>
                  </a:cubicBezTo>
                  <a:cubicBezTo>
                    <a:pt x="5026" y="7816"/>
                    <a:pt x="5042" y="7816"/>
                    <a:pt x="5057" y="7801"/>
                  </a:cubicBezTo>
                  <a:cubicBezTo>
                    <a:pt x="5042" y="7847"/>
                    <a:pt x="5042" y="7895"/>
                    <a:pt x="5042" y="7927"/>
                  </a:cubicBezTo>
                  <a:cubicBezTo>
                    <a:pt x="5105" y="7910"/>
                    <a:pt x="5215" y="7879"/>
                    <a:pt x="5278" y="7927"/>
                  </a:cubicBezTo>
                  <a:cubicBezTo>
                    <a:pt x="5341" y="7990"/>
                    <a:pt x="5294" y="8068"/>
                    <a:pt x="5341" y="8116"/>
                  </a:cubicBezTo>
                  <a:cubicBezTo>
                    <a:pt x="5436" y="8210"/>
                    <a:pt x="5547" y="8116"/>
                    <a:pt x="5673" y="8147"/>
                  </a:cubicBezTo>
                  <a:cubicBezTo>
                    <a:pt x="5830" y="8179"/>
                    <a:pt x="5971" y="8225"/>
                    <a:pt x="6145" y="8225"/>
                  </a:cubicBezTo>
                  <a:cubicBezTo>
                    <a:pt x="6208" y="8242"/>
                    <a:pt x="6208" y="8210"/>
                    <a:pt x="6286" y="8242"/>
                  </a:cubicBezTo>
                  <a:cubicBezTo>
                    <a:pt x="6366" y="8288"/>
                    <a:pt x="6318" y="8351"/>
                    <a:pt x="6444" y="8368"/>
                  </a:cubicBezTo>
                  <a:cubicBezTo>
                    <a:pt x="6633" y="8399"/>
                    <a:pt x="6807" y="8179"/>
                    <a:pt x="6996" y="8225"/>
                  </a:cubicBezTo>
                  <a:cubicBezTo>
                    <a:pt x="7137" y="8257"/>
                    <a:pt x="7154" y="8383"/>
                    <a:pt x="7343" y="8320"/>
                  </a:cubicBezTo>
                  <a:cubicBezTo>
                    <a:pt x="7421" y="8305"/>
                    <a:pt x="7437" y="8242"/>
                    <a:pt x="7515" y="8242"/>
                  </a:cubicBezTo>
                  <a:cubicBezTo>
                    <a:pt x="7578" y="8225"/>
                    <a:pt x="7658" y="8288"/>
                    <a:pt x="7721" y="8257"/>
                  </a:cubicBezTo>
                  <a:cubicBezTo>
                    <a:pt x="7830" y="8225"/>
                    <a:pt x="7815" y="8084"/>
                    <a:pt x="7784" y="7990"/>
                  </a:cubicBezTo>
                  <a:cubicBezTo>
                    <a:pt x="7956" y="8021"/>
                    <a:pt x="7925" y="7895"/>
                    <a:pt x="7988" y="7801"/>
                  </a:cubicBezTo>
                  <a:cubicBezTo>
                    <a:pt x="8020" y="7753"/>
                    <a:pt x="8020" y="7738"/>
                    <a:pt x="8083" y="7706"/>
                  </a:cubicBezTo>
                  <a:cubicBezTo>
                    <a:pt x="8225" y="7643"/>
                    <a:pt x="8288" y="7706"/>
                    <a:pt x="8351" y="7801"/>
                  </a:cubicBezTo>
                  <a:cubicBezTo>
                    <a:pt x="8383" y="7847"/>
                    <a:pt x="8383" y="7895"/>
                    <a:pt x="8429" y="7942"/>
                  </a:cubicBezTo>
                  <a:cubicBezTo>
                    <a:pt x="8477" y="7973"/>
                    <a:pt x="8555" y="7990"/>
                    <a:pt x="8603" y="8021"/>
                  </a:cubicBezTo>
                  <a:cubicBezTo>
                    <a:pt x="8824" y="8099"/>
                    <a:pt x="8776" y="7958"/>
                    <a:pt x="8965" y="7895"/>
                  </a:cubicBezTo>
                  <a:cubicBezTo>
                    <a:pt x="9107" y="7847"/>
                    <a:pt x="9076" y="7942"/>
                    <a:pt x="9154" y="8053"/>
                  </a:cubicBezTo>
                  <a:cubicBezTo>
                    <a:pt x="9233" y="8147"/>
                    <a:pt x="9391" y="8288"/>
                    <a:pt x="9485" y="8351"/>
                  </a:cubicBezTo>
                  <a:cubicBezTo>
                    <a:pt x="9674" y="8462"/>
                    <a:pt x="9879" y="8288"/>
                    <a:pt x="10068" y="8399"/>
                  </a:cubicBezTo>
                  <a:cubicBezTo>
                    <a:pt x="10147" y="8431"/>
                    <a:pt x="10210" y="8509"/>
                    <a:pt x="10257" y="8572"/>
                  </a:cubicBezTo>
                  <a:lnTo>
                    <a:pt x="10257" y="190"/>
                  </a:lnTo>
                  <a:cubicBezTo>
                    <a:pt x="10257" y="80"/>
                    <a:pt x="10179" y="1"/>
                    <a:pt x="10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3">
    <p:spTree>
      <p:nvGrpSpPr>
        <p:cNvPr id="1" name="Shape 269"/>
        <p:cNvGrpSpPr/>
        <p:nvPr/>
      </p:nvGrpSpPr>
      <p:grpSpPr>
        <a:xfrm>
          <a:off x="0" y="0"/>
          <a:ext cx="0" cy="0"/>
          <a:chOff x="0" y="0"/>
          <a:chExt cx="0" cy="0"/>
        </a:xfrm>
      </p:grpSpPr>
      <p:pic>
        <p:nvPicPr>
          <p:cNvPr id="270" name="Google Shape;270;p30"/>
          <p:cNvPicPr preferRelativeResize="0"/>
          <p:nvPr/>
        </p:nvPicPr>
        <p:blipFill rotWithShape="1">
          <a:blip r:embed="rId2">
            <a:alphaModFix amt="36000"/>
          </a:blip>
          <a:srcRect t="19267" b="1992"/>
          <a:stretch/>
        </p:blipFill>
        <p:spPr>
          <a:xfrm>
            <a:off x="0" y="0"/>
            <a:ext cx="9144003" cy="514349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3_1">
    <p:spTree>
      <p:nvGrpSpPr>
        <p:cNvPr id="1" name="Shape 271"/>
        <p:cNvGrpSpPr/>
        <p:nvPr/>
      </p:nvGrpSpPr>
      <p:grpSpPr>
        <a:xfrm>
          <a:off x="0" y="0"/>
          <a:ext cx="0" cy="0"/>
          <a:chOff x="0" y="0"/>
          <a:chExt cx="0" cy="0"/>
        </a:xfrm>
      </p:grpSpPr>
      <p:pic>
        <p:nvPicPr>
          <p:cNvPr id="272" name="Google Shape;272;p31"/>
          <p:cNvPicPr preferRelativeResize="0"/>
          <p:nvPr/>
        </p:nvPicPr>
        <p:blipFill rotWithShape="1">
          <a:blip r:embed="rId2">
            <a:alphaModFix amt="36000"/>
          </a:blip>
          <a:srcRect t="19267" b="1992"/>
          <a:stretch/>
        </p:blipFill>
        <p:spPr>
          <a:xfrm>
            <a:off x="0" y="0"/>
            <a:ext cx="9144003" cy="514349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477600"/>
          </a:xfrm>
          <a:prstGeom prst="rect">
            <a:avLst/>
          </a:prstGeom>
          <a:noFill/>
          <a:ln>
            <a:noFill/>
          </a:ln>
        </p:spPr>
        <p:txBody>
          <a:bodyPr spcFirstLastPara="1" wrap="square" lIns="91425" tIns="0" rIns="91425" bIns="0" anchor="t" anchorCtr="0">
            <a:noAutofit/>
          </a:bodyPr>
          <a:lstStyle>
            <a:lvl1pPr lvl="0" algn="ctr">
              <a:spcBef>
                <a:spcPts val="0"/>
              </a:spcBef>
              <a:spcAft>
                <a:spcPts val="0"/>
              </a:spcAft>
              <a:buClr>
                <a:schemeClr val="accent5"/>
              </a:buClr>
              <a:buSzPts val="2800"/>
              <a:buFont typeface="Aleo"/>
              <a:buNone/>
              <a:defRPr sz="2800">
                <a:solidFill>
                  <a:schemeClr val="accent5"/>
                </a:solidFill>
                <a:latin typeface="Aleo"/>
                <a:ea typeface="Aleo"/>
                <a:cs typeface="Aleo"/>
                <a:sym typeface="Aleo"/>
              </a:defRPr>
            </a:lvl1pPr>
            <a:lvl2pPr lvl="1" algn="ctr">
              <a:spcBef>
                <a:spcPts val="0"/>
              </a:spcBef>
              <a:spcAft>
                <a:spcPts val="0"/>
              </a:spcAft>
              <a:buClr>
                <a:schemeClr val="accent5"/>
              </a:buClr>
              <a:buSzPts val="2800"/>
              <a:buFont typeface="Aleo"/>
              <a:buNone/>
              <a:defRPr sz="2800">
                <a:solidFill>
                  <a:schemeClr val="accent5"/>
                </a:solidFill>
                <a:latin typeface="Aleo"/>
                <a:ea typeface="Aleo"/>
                <a:cs typeface="Aleo"/>
                <a:sym typeface="Aleo"/>
              </a:defRPr>
            </a:lvl2pPr>
            <a:lvl3pPr lvl="2" algn="ctr">
              <a:spcBef>
                <a:spcPts val="0"/>
              </a:spcBef>
              <a:spcAft>
                <a:spcPts val="0"/>
              </a:spcAft>
              <a:buClr>
                <a:schemeClr val="accent5"/>
              </a:buClr>
              <a:buSzPts val="2800"/>
              <a:buFont typeface="Aleo"/>
              <a:buNone/>
              <a:defRPr sz="2800">
                <a:solidFill>
                  <a:schemeClr val="accent5"/>
                </a:solidFill>
                <a:latin typeface="Aleo"/>
                <a:ea typeface="Aleo"/>
                <a:cs typeface="Aleo"/>
                <a:sym typeface="Aleo"/>
              </a:defRPr>
            </a:lvl3pPr>
            <a:lvl4pPr lvl="3" algn="ctr">
              <a:spcBef>
                <a:spcPts val="0"/>
              </a:spcBef>
              <a:spcAft>
                <a:spcPts val="0"/>
              </a:spcAft>
              <a:buClr>
                <a:schemeClr val="accent5"/>
              </a:buClr>
              <a:buSzPts val="2800"/>
              <a:buFont typeface="Aleo"/>
              <a:buNone/>
              <a:defRPr sz="2800">
                <a:solidFill>
                  <a:schemeClr val="accent5"/>
                </a:solidFill>
                <a:latin typeface="Aleo"/>
                <a:ea typeface="Aleo"/>
                <a:cs typeface="Aleo"/>
                <a:sym typeface="Aleo"/>
              </a:defRPr>
            </a:lvl4pPr>
            <a:lvl5pPr lvl="4" algn="ctr">
              <a:spcBef>
                <a:spcPts val="0"/>
              </a:spcBef>
              <a:spcAft>
                <a:spcPts val="0"/>
              </a:spcAft>
              <a:buClr>
                <a:schemeClr val="accent5"/>
              </a:buClr>
              <a:buSzPts val="2800"/>
              <a:buFont typeface="Aleo"/>
              <a:buNone/>
              <a:defRPr sz="2800">
                <a:solidFill>
                  <a:schemeClr val="accent5"/>
                </a:solidFill>
                <a:latin typeface="Aleo"/>
                <a:ea typeface="Aleo"/>
                <a:cs typeface="Aleo"/>
                <a:sym typeface="Aleo"/>
              </a:defRPr>
            </a:lvl5pPr>
            <a:lvl6pPr lvl="5" algn="ctr">
              <a:spcBef>
                <a:spcPts val="0"/>
              </a:spcBef>
              <a:spcAft>
                <a:spcPts val="0"/>
              </a:spcAft>
              <a:buClr>
                <a:schemeClr val="accent5"/>
              </a:buClr>
              <a:buSzPts val="2800"/>
              <a:buFont typeface="Aleo"/>
              <a:buNone/>
              <a:defRPr sz="2800">
                <a:solidFill>
                  <a:schemeClr val="accent5"/>
                </a:solidFill>
                <a:latin typeface="Aleo"/>
                <a:ea typeface="Aleo"/>
                <a:cs typeface="Aleo"/>
                <a:sym typeface="Aleo"/>
              </a:defRPr>
            </a:lvl6pPr>
            <a:lvl7pPr lvl="6" algn="ctr">
              <a:spcBef>
                <a:spcPts val="0"/>
              </a:spcBef>
              <a:spcAft>
                <a:spcPts val="0"/>
              </a:spcAft>
              <a:buClr>
                <a:schemeClr val="accent5"/>
              </a:buClr>
              <a:buSzPts val="2800"/>
              <a:buFont typeface="Aleo"/>
              <a:buNone/>
              <a:defRPr sz="2800">
                <a:solidFill>
                  <a:schemeClr val="accent5"/>
                </a:solidFill>
                <a:latin typeface="Aleo"/>
                <a:ea typeface="Aleo"/>
                <a:cs typeface="Aleo"/>
                <a:sym typeface="Aleo"/>
              </a:defRPr>
            </a:lvl7pPr>
            <a:lvl8pPr lvl="7" algn="ctr">
              <a:spcBef>
                <a:spcPts val="0"/>
              </a:spcBef>
              <a:spcAft>
                <a:spcPts val="0"/>
              </a:spcAft>
              <a:buClr>
                <a:schemeClr val="accent5"/>
              </a:buClr>
              <a:buSzPts val="2800"/>
              <a:buFont typeface="Aleo"/>
              <a:buNone/>
              <a:defRPr sz="2800">
                <a:solidFill>
                  <a:schemeClr val="accent5"/>
                </a:solidFill>
                <a:latin typeface="Aleo"/>
                <a:ea typeface="Aleo"/>
                <a:cs typeface="Aleo"/>
                <a:sym typeface="Aleo"/>
              </a:defRPr>
            </a:lvl8pPr>
            <a:lvl9pPr lvl="8" algn="ctr">
              <a:spcBef>
                <a:spcPts val="0"/>
              </a:spcBef>
              <a:spcAft>
                <a:spcPts val="0"/>
              </a:spcAft>
              <a:buClr>
                <a:schemeClr val="accent5"/>
              </a:buClr>
              <a:buSzPts val="2800"/>
              <a:buFont typeface="Aleo"/>
              <a:buNone/>
              <a:defRPr sz="2800">
                <a:solidFill>
                  <a:schemeClr val="accent5"/>
                </a:solidFill>
                <a:latin typeface="Aleo"/>
                <a:ea typeface="Aleo"/>
                <a:cs typeface="Aleo"/>
                <a:sym typeface="Aleo"/>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0" rIns="91425" bIns="0" anchor="t" anchorCtr="0">
            <a:noAutofit/>
          </a:bodyPr>
          <a:lstStyle>
            <a:lvl1pPr marL="457200" lvl="0" indent="-330200">
              <a:lnSpc>
                <a:spcPct val="100000"/>
              </a:lnSpc>
              <a:spcBef>
                <a:spcPts val="0"/>
              </a:spcBef>
              <a:spcAft>
                <a:spcPts val="0"/>
              </a:spcAft>
              <a:buClr>
                <a:schemeClr val="dk1"/>
              </a:buClr>
              <a:buSzPts val="1600"/>
              <a:buFont typeface="Questrial"/>
              <a:buChar char="●"/>
              <a:defRPr sz="1600">
                <a:solidFill>
                  <a:schemeClr val="dk1"/>
                </a:solidFill>
                <a:latin typeface="Questrial"/>
                <a:ea typeface="Questrial"/>
                <a:cs typeface="Questrial"/>
                <a:sym typeface="Questrial"/>
              </a:defRPr>
            </a:lvl1pPr>
            <a:lvl2pPr marL="914400" lvl="1" indent="-330200">
              <a:lnSpc>
                <a:spcPct val="100000"/>
              </a:lnSpc>
              <a:spcBef>
                <a:spcPts val="0"/>
              </a:spcBef>
              <a:spcAft>
                <a:spcPts val="0"/>
              </a:spcAft>
              <a:buClr>
                <a:schemeClr val="dk1"/>
              </a:buClr>
              <a:buSzPts val="1600"/>
              <a:buFont typeface="Questrial"/>
              <a:buChar char="○"/>
              <a:defRPr sz="1600">
                <a:solidFill>
                  <a:schemeClr val="dk1"/>
                </a:solidFill>
                <a:latin typeface="Questrial"/>
                <a:ea typeface="Questrial"/>
                <a:cs typeface="Questrial"/>
                <a:sym typeface="Questrial"/>
              </a:defRPr>
            </a:lvl2pPr>
            <a:lvl3pPr marL="1371600" lvl="2" indent="-330200">
              <a:lnSpc>
                <a:spcPct val="100000"/>
              </a:lnSpc>
              <a:spcBef>
                <a:spcPts val="0"/>
              </a:spcBef>
              <a:spcAft>
                <a:spcPts val="0"/>
              </a:spcAft>
              <a:buClr>
                <a:schemeClr val="dk1"/>
              </a:buClr>
              <a:buSzPts val="1600"/>
              <a:buFont typeface="Questrial"/>
              <a:buChar char="■"/>
              <a:defRPr sz="1600">
                <a:solidFill>
                  <a:schemeClr val="dk1"/>
                </a:solidFill>
                <a:latin typeface="Questrial"/>
                <a:ea typeface="Questrial"/>
                <a:cs typeface="Questrial"/>
                <a:sym typeface="Questrial"/>
              </a:defRPr>
            </a:lvl3pPr>
            <a:lvl4pPr marL="1828800" lvl="3" indent="-330200">
              <a:lnSpc>
                <a:spcPct val="100000"/>
              </a:lnSpc>
              <a:spcBef>
                <a:spcPts val="0"/>
              </a:spcBef>
              <a:spcAft>
                <a:spcPts val="0"/>
              </a:spcAft>
              <a:buClr>
                <a:schemeClr val="dk1"/>
              </a:buClr>
              <a:buSzPts val="1600"/>
              <a:buFont typeface="Questrial"/>
              <a:buChar char="●"/>
              <a:defRPr sz="1600">
                <a:solidFill>
                  <a:schemeClr val="dk1"/>
                </a:solidFill>
                <a:latin typeface="Questrial"/>
                <a:ea typeface="Questrial"/>
                <a:cs typeface="Questrial"/>
                <a:sym typeface="Questrial"/>
              </a:defRPr>
            </a:lvl4pPr>
            <a:lvl5pPr marL="2286000" lvl="4" indent="-330200">
              <a:lnSpc>
                <a:spcPct val="100000"/>
              </a:lnSpc>
              <a:spcBef>
                <a:spcPts val="0"/>
              </a:spcBef>
              <a:spcAft>
                <a:spcPts val="0"/>
              </a:spcAft>
              <a:buClr>
                <a:schemeClr val="dk1"/>
              </a:buClr>
              <a:buSzPts val="1600"/>
              <a:buFont typeface="Questrial"/>
              <a:buChar char="○"/>
              <a:defRPr sz="1600">
                <a:solidFill>
                  <a:schemeClr val="dk1"/>
                </a:solidFill>
                <a:latin typeface="Questrial"/>
                <a:ea typeface="Questrial"/>
                <a:cs typeface="Questrial"/>
                <a:sym typeface="Questrial"/>
              </a:defRPr>
            </a:lvl5pPr>
            <a:lvl6pPr marL="2743200" lvl="5" indent="-330200">
              <a:lnSpc>
                <a:spcPct val="100000"/>
              </a:lnSpc>
              <a:spcBef>
                <a:spcPts val="0"/>
              </a:spcBef>
              <a:spcAft>
                <a:spcPts val="0"/>
              </a:spcAft>
              <a:buClr>
                <a:schemeClr val="dk1"/>
              </a:buClr>
              <a:buSzPts val="1600"/>
              <a:buFont typeface="Questrial"/>
              <a:buChar char="■"/>
              <a:defRPr sz="1600">
                <a:solidFill>
                  <a:schemeClr val="dk1"/>
                </a:solidFill>
                <a:latin typeface="Questrial"/>
                <a:ea typeface="Questrial"/>
                <a:cs typeface="Questrial"/>
                <a:sym typeface="Questrial"/>
              </a:defRPr>
            </a:lvl6pPr>
            <a:lvl7pPr marL="3200400" lvl="6" indent="-330200">
              <a:lnSpc>
                <a:spcPct val="100000"/>
              </a:lnSpc>
              <a:spcBef>
                <a:spcPts val="0"/>
              </a:spcBef>
              <a:spcAft>
                <a:spcPts val="0"/>
              </a:spcAft>
              <a:buClr>
                <a:schemeClr val="dk1"/>
              </a:buClr>
              <a:buSzPts val="1600"/>
              <a:buFont typeface="Questrial"/>
              <a:buChar char="●"/>
              <a:defRPr sz="1600">
                <a:solidFill>
                  <a:schemeClr val="dk1"/>
                </a:solidFill>
                <a:latin typeface="Questrial"/>
                <a:ea typeface="Questrial"/>
                <a:cs typeface="Questrial"/>
                <a:sym typeface="Questrial"/>
              </a:defRPr>
            </a:lvl7pPr>
            <a:lvl8pPr marL="3657600" lvl="7" indent="-330200">
              <a:lnSpc>
                <a:spcPct val="100000"/>
              </a:lnSpc>
              <a:spcBef>
                <a:spcPts val="0"/>
              </a:spcBef>
              <a:spcAft>
                <a:spcPts val="0"/>
              </a:spcAft>
              <a:buClr>
                <a:schemeClr val="dk1"/>
              </a:buClr>
              <a:buSzPts val="1600"/>
              <a:buFont typeface="Questrial"/>
              <a:buChar char="○"/>
              <a:defRPr sz="1600">
                <a:solidFill>
                  <a:schemeClr val="dk1"/>
                </a:solidFill>
                <a:latin typeface="Questrial"/>
                <a:ea typeface="Questrial"/>
                <a:cs typeface="Questrial"/>
                <a:sym typeface="Questrial"/>
              </a:defRPr>
            </a:lvl8pPr>
            <a:lvl9pPr marL="4114800" lvl="8" indent="-330200">
              <a:lnSpc>
                <a:spcPct val="100000"/>
              </a:lnSpc>
              <a:spcBef>
                <a:spcPts val="0"/>
              </a:spcBef>
              <a:spcAft>
                <a:spcPts val="0"/>
              </a:spcAft>
              <a:buClr>
                <a:schemeClr val="dk1"/>
              </a:buClr>
              <a:buSzPts val="1600"/>
              <a:buFont typeface="Questrial"/>
              <a:buChar char="■"/>
              <a:defRPr sz="1600">
                <a:solidFill>
                  <a:schemeClr val="dk1"/>
                </a:solidFill>
                <a:latin typeface="Questrial"/>
                <a:ea typeface="Questrial"/>
                <a:cs typeface="Questrial"/>
                <a:sym typeface="Quest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4" r:id="rId3"/>
    <p:sldLayoutId id="2147483655" r:id="rId4"/>
    <p:sldLayoutId id="2147483658" r:id="rId5"/>
    <p:sldLayoutId id="2147483664" r:id="rId6"/>
    <p:sldLayoutId id="2147483676" r:id="rId7"/>
    <p:sldLayoutId id="214748367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pSp>
        <p:nvGrpSpPr>
          <p:cNvPr id="283" name="Google Shape;283;p35"/>
          <p:cNvGrpSpPr/>
          <p:nvPr/>
        </p:nvGrpSpPr>
        <p:grpSpPr>
          <a:xfrm>
            <a:off x="822381" y="3528821"/>
            <a:ext cx="5127050" cy="1139552"/>
            <a:chOff x="2999621" y="1744174"/>
            <a:chExt cx="460023" cy="102245"/>
          </a:xfrm>
        </p:grpSpPr>
        <p:sp>
          <p:nvSpPr>
            <p:cNvPr id="284" name="Google Shape;284;p35"/>
            <p:cNvSpPr/>
            <p:nvPr/>
          </p:nvSpPr>
          <p:spPr>
            <a:xfrm>
              <a:off x="2999621" y="1744174"/>
              <a:ext cx="460023" cy="102245"/>
            </a:xfrm>
            <a:custGeom>
              <a:avLst/>
              <a:gdLst/>
              <a:ahLst/>
              <a:cxnLst/>
              <a:rect l="l" t="t" r="r" b="b"/>
              <a:pathLst>
                <a:path w="14465" h="3215" extrusionOk="0">
                  <a:moveTo>
                    <a:pt x="16" y="1639"/>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07" y="3088"/>
                    <a:pt x="4160" y="3103"/>
                  </a:cubicBezTo>
                  <a:cubicBezTo>
                    <a:pt x="4112" y="3103"/>
                    <a:pt x="4097" y="3135"/>
                    <a:pt x="4066" y="3088"/>
                  </a:cubicBezTo>
                  <a:cubicBezTo>
                    <a:pt x="4066" y="3057"/>
                    <a:pt x="4066" y="3040"/>
                    <a:pt x="4049" y="3025"/>
                  </a:cubicBezTo>
                  <a:cubicBezTo>
                    <a:pt x="4034" y="2994"/>
                    <a:pt x="4018" y="2977"/>
                    <a:pt x="4003" y="2962"/>
                  </a:cubicBezTo>
                  <a:cubicBezTo>
                    <a:pt x="3986" y="2946"/>
                    <a:pt x="3971" y="2946"/>
                    <a:pt x="3955" y="2946"/>
                  </a:cubicBezTo>
                  <a:lnTo>
                    <a:pt x="3923" y="2946"/>
                  </a:lnTo>
                  <a:cubicBezTo>
                    <a:pt x="3908" y="2946"/>
                    <a:pt x="3908" y="2931"/>
                    <a:pt x="3892" y="2914"/>
                  </a:cubicBezTo>
                  <a:cubicBezTo>
                    <a:pt x="3860" y="2899"/>
                    <a:pt x="3829" y="2899"/>
                    <a:pt x="3797" y="2883"/>
                  </a:cubicBezTo>
                  <a:cubicBezTo>
                    <a:pt x="3782" y="2883"/>
                    <a:pt x="3766" y="2883"/>
                    <a:pt x="3766" y="2868"/>
                  </a:cubicBezTo>
                  <a:cubicBezTo>
                    <a:pt x="3751" y="2851"/>
                    <a:pt x="3751" y="2805"/>
                    <a:pt x="3751" y="2788"/>
                  </a:cubicBezTo>
                  <a:cubicBezTo>
                    <a:pt x="3751" y="2742"/>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77" y="2301"/>
                    <a:pt x="3545" y="2301"/>
                  </a:cubicBezTo>
                  <a:cubicBezTo>
                    <a:pt x="3499" y="2316"/>
                    <a:pt x="3467" y="2316"/>
                    <a:pt x="3419" y="2316"/>
                  </a:cubicBezTo>
                  <a:lnTo>
                    <a:pt x="3388" y="2316"/>
                  </a:lnTo>
                  <a:lnTo>
                    <a:pt x="3341" y="2316"/>
                  </a:lnTo>
                  <a:cubicBezTo>
                    <a:pt x="3293" y="2332"/>
                    <a:pt x="3246" y="2347"/>
                    <a:pt x="3199" y="2379"/>
                  </a:cubicBezTo>
                  <a:cubicBezTo>
                    <a:pt x="3167" y="2395"/>
                    <a:pt x="3152" y="2395"/>
                    <a:pt x="3152" y="2410"/>
                  </a:cubicBezTo>
                  <a:cubicBezTo>
                    <a:pt x="3120" y="2458"/>
                    <a:pt x="3120" y="2505"/>
                    <a:pt x="3089" y="2536"/>
                  </a:cubicBezTo>
                  <a:cubicBezTo>
                    <a:pt x="3057" y="2521"/>
                    <a:pt x="2963" y="2521"/>
                    <a:pt x="2931" y="2568"/>
                  </a:cubicBezTo>
                  <a:cubicBezTo>
                    <a:pt x="2931" y="2584"/>
                    <a:pt x="2915" y="2584"/>
                    <a:pt x="2915" y="2599"/>
                  </a:cubicBezTo>
                  <a:cubicBezTo>
                    <a:pt x="2915" y="2599"/>
                    <a:pt x="2900" y="2616"/>
                    <a:pt x="2883" y="2616"/>
                  </a:cubicBezTo>
                  <a:cubicBezTo>
                    <a:pt x="2883" y="2631"/>
                    <a:pt x="2868" y="2631"/>
                    <a:pt x="2868" y="2662"/>
                  </a:cubicBezTo>
                  <a:cubicBezTo>
                    <a:pt x="2852" y="2694"/>
                    <a:pt x="2868" y="2710"/>
                    <a:pt x="2837" y="2725"/>
                  </a:cubicBezTo>
                  <a:cubicBezTo>
                    <a:pt x="2820" y="2742"/>
                    <a:pt x="2789" y="2742"/>
                    <a:pt x="2774" y="2757"/>
                  </a:cubicBezTo>
                  <a:cubicBezTo>
                    <a:pt x="2742" y="2773"/>
                    <a:pt x="2679" y="2788"/>
                    <a:pt x="2648" y="2820"/>
                  </a:cubicBezTo>
                  <a:cubicBezTo>
                    <a:pt x="2648" y="2836"/>
                    <a:pt x="2648" y="2868"/>
                    <a:pt x="2631" y="2883"/>
                  </a:cubicBezTo>
                  <a:cubicBezTo>
                    <a:pt x="2631" y="2899"/>
                    <a:pt x="2616" y="2977"/>
                    <a:pt x="2616" y="2977"/>
                  </a:cubicBezTo>
                  <a:cubicBezTo>
                    <a:pt x="2585" y="2994"/>
                    <a:pt x="2568" y="2977"/>
                    <a:pt x="2553" y="2977"/>
                  </a:cubicBezTo>
                  <a:cubicBezTo>
                    <a:pt x="2537" y="2962"/>
                    <a:pt x="2505" y="2962"/>
                    <a:pt x="2490" y="2962"/>
                  </a:cubicBezTo>
                  <a:lnTo>
                    <a:pt x="2427" y="2994"/>
                  </a:lnTo>
                  <a:cubicBezTo>
                    <a:pt x="2411" y="3009"/>
                    <a:pt x="2396" y="3009"/>
                    <a:pt x="2364" y="3009"/>
                  </a:cubicBezTo>
                  <a:lnTo>
                    <a:pt x="2348" y="3009"/>
                  </a:lnTo>
                  <a:cubicBezTo>
                    <a:pt x="2316" y="3009"/>
                    <a:pt x="2301" y="3009"/>
                    <a:pt x="2285" y="3025"/>
                  </a:cubicBezTo>
                  <a:cubicBezTo>
                    <a:pt x="2253" y="3040"/>
                    <a:pt x="2238" y="3040"/>
                    <a:pt x="2207" y="3057"/>
                  </a:cubicBezTo>
                  <a:cubicBezTo>
                    <a:pt x="2175" y="3057"/>
                    <a:pt x="2081" y="3088"/>
                    <a:pt x="2049" y="3057"/>
                  </a:cubicBezTo>
                  <a:cubicBezTo>
                    <a:pt x="2033" y="3040"/>
                    <a:pt x="2049" y="3040"/>
                    <a:pt x="2033" y="3025"/>
                  </a:cubicBezTo>
                  <a:cubicBezTo>
                    <a:pt x="2018" y="3009"/>
                    <a:pt x="2033" y="3009"/>
                    <a:pt x="2001" y="3009"/>
                  </a:cubicBezTo>
                  <a:lnTo>
                    <a:pt x="1970" y="3009"/>
                  </a:lnTo>
                  <a:cubicBezTo>
                    <a:pt x="1954" y="2994"/>
                    <a:pt x="1954" y="2977"/>
                    <a:pt x="1938" y="2962"/>
                  </a:cubicBezTo>
                  <a:lnTo>
                    <a:pt x="1891" y="2962"/>
                  </a:lnTo>
                  <a:cubicBezTo>
                    <a:pt x="1844" y="2977"/>
                    <a:pt x="1812" y="2977"/>
                    <a:pt x="1765" y="2977"/>
                  </a:cubicBezTo>
                  <a:lnTo>
                    <a:pt x="1702" y="2977"/>
                  </a:lnTo>
                  <a:lnTo>
                    <a:pt x="1686" y="2977"/>
                  </a:lnTo>
                  <a:lnTo>
                    <a:pt x="1655" y="2977"/>
                  </a:lnTo>
                  <a:cubicBezTo>
                    <a:pt x="1639" y="2977"/>
                    <a:pt x="1639" y="2962"/>
                    <a:pt x="1623" y="2962"/>
                  </a:cubicBezTo>
                  <a:lnTo>
                    <a:pt x="1591" y="2962"/>
                  </a:lnTo>
                  <a:cubicBezTo>
                    <a:pt x="1576" y="2977"/>
                    <a:pt x="1560" y="2977"/>
                    <a:pt x="1560" y="2977"/>
                  </a:cubicBezTo>
                  <a:cubicBezTo>
                    <a:pt x="1560" y="2962"/>
                    <a:pt x="1545" y="2962"/>
                    <a:pt x="1545" y="2962"/>
                  </a:cubicBezTo>
                  <a:cubicBezTo>
                    <a:pt x="1545" y="2946"/>
                    <a:pt x="1528" y="2946"/>
                    <a:pt x="1528" y="2946"/>
                  </a:cubicBezTo>
                  <a:cubicBezTo>
                    <a:pt x="1497" y="2946"/>
                    <a:pt x="1450" y="2946"/>
                    <a:pt x="1419" y="2931"/>
                  </a:cubicBezTo>
                  <a:cubicBezTo>
                    <a:pt x="1402" y="2914"/>
                    <a:pt x="1387" y="2914"/>
                    <a:pt x="1371" y="2899"/>
                  </a:cubicBezTo>
                  <a:lnTo>
                    <a:pt x="1293" y="2899"/>
                  </a:lnTo>
                  <a:lnTo>
                    <a:pt x="1245" y="2899"/>
                  </a:lnTo>
                  <a:cubicBezTo>
                    <a:pt x="1245" y="2883"/>
                    <a:pt x="1245" y="2883"/>
                    <a:pt x="1230" y="2883"/>
                  </a:cubicBezTo>
                  <a:lnTo>
                    <a:pt x="1198" y="2883"/>
                  </a:lnTo>
                  <a:cubicBezTo>
                    <a:pt x="1198" y="2820"/>
                    <a:pt x="1072" y="2820"/>
                    <a:pt x="1024" y="2820"/>
                  </a:cubicBezTo>
                  <a:cubicBezTo>
                    <a:pt x="978" y="2820"/>
                    <a:pt x="1009" y="2805"/>
                    <a:pt x="993" y="2773"/>
                  </a:cubicBezTo>
                  <a:cubicBezTo>
                    <a:pt x="978" y="2757"/>
                    <a:pt x="946" y="2757"/>
                    <a:pt x="915" y="2757"/>
                  </a:cubicBezTo>
                  <a:lnTo>
                    <a:pt x="883" y="2757"/>
                  </a:lnTo>
                  <a:cubicBezTo>
                    <a:pt x="883" y="2742"/>
                    <a:pt x="883" y="2694"/>
                    <a:pt x="867" y="2694"/>
                  </a:cubicBezTo>
                  <a:cubicBezTo>
                    <a:pt x="867" y="2679"/>
                    <a:pt x="835" y="2679"/>
                    <a:pt x="820" y="2694"/>
                  </a:cubicBezTo>
                  <a:lnTo>
                    <a:pt x="772" y="2694"/>
                  </a:lnTo>
                  <a:cubicBezTo>
                    <a:pt x="772" y="2647"/>
                    <a:pt x="694" y="2662"/>
                    <a:pt x="694" y="2616"/>
                  </a:cubicBezTo>
                  <a:lnTo>
                    <a:pt x="646" y="2616"/>
                  </a:lnTo>
                  <a:cubicBezTo>
                    <a:pt x="631" y="2616"/>
                    <a:pt x="600" y="2616"/>
                    <a:pt x="583" y="2599"/>
                  </a:cubicBezTo>
                  <a:cubicBezTo>
                    <a:pt x="568" y="2584"/>
                    <a:pt x="568" y="2536"/>
                    <a:pt x="552" y="2521"/>
                  </a:cubicBezTo>
                  <a:cubicBezTo>
                    <a:pt x="552" y="2473"/>
                    <a:pt x="552" y="2427"/>
                    <a:pt x="520" y="2379"/>
                  </a:cubicBezTo>
                  <a:cubicBezTo>
                    <a:pt x="505" y="2379"/>
                    <a:pt x="489" y="2364"/>
                    <a:pt x="473" y="2364"/>
                  </a:cubicBezTo>
                  <a:cubicBezTo>
                    <a:pt x="457" y="2347"/>
                    <a:pt x="394" y="2332"/>
                    <a:pt x="379" y="2316"/>
                  </a:cubicBezTo>
                  <a:cubicBezTo>
                    <a:pt x="347" y="2301"/>
                    <a:pt x="347" y="2238"/>
                    <a:pt x="347" y="2206"/>
                  </a:cubicBezTo>
                  <a:cubicBezTo>
                    <a:pt x="347" y="2158"/>
                    <a:pt x="347" y="2112"/>
                    <a:pt x="331" y="2048"/>
                  </a:cubicBezTo>
                  <a:cubicBezTo>
                    <a:pt x="316" y="2001"/>
                    <a:pt x="316" y="1954"/>
                    <a:pt x="300" y="1906"/>
                  </a:cubicBezTo>
                  <a:cubicBezTo>
                    <a:pt x="300" y="1891"/>
                    <a:pt x="300" y="1891"/>
                    <a:pt x="284" y="1875"/>
                  </a:cubicBezTo>
                  <a:cubicBezTo>
                    <a:pt x="253" y="1843"/>
                    <a:pt x="173" y="1843"/>
                    <a:pt x="158" y="1796"/>
                  </a:cubicBezTo>
                  <a:cubicBezTo>
                    <a:pt x="142" y="1749"/>
                    <a:pt x="173" y="1670"/>
                    <a:pt x="127" y="1654"/>
                  </a:cubicBezTo>
                  <a:cubicBezTo>
                    <a:pt x="110" y="1639"/>
                    <a:pt x="95" y="1639"/>
                    <a:pt x="79" y="163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85" name="Google Shape;285;p35"/>
            <p:cNvSpPr/>
            <p:nvPr/>
          </p:nvSpPr>
          <p:spPr>
            <a:xfrm>
              <a:off x="2999621" y="1744174"/>
              <a:ext cx="460023" cy="102245"/>
            </a:xfrm>
            <a:custGeom>
              <a:avLst/>
              <a:gdLst/>
              <a:ahLst/>
              <a:cxnLst/>
              <a:rect l="l" t="t" r="r" b="b"/>
              <a:pathLst>
                <a:path w="14465" h="3215" extrusionOk="0">
                  <a:moveTo>
                    <a:pt x="47" y="1622"/>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55" y="3025"/>
                    <a:pt x="4207" y="3025"/>
                  </a:cubicBezTo>
                  <a:cubicBezTo>
                    <a:pt x="4160" y="3040"/>
                    <a:pt x="4144" y="3072"/>
                    <a:pt x="4112" y="3009"/>
                  </a:cubicBezTo>
                  <a:cubicBezTo>
                    <a:pt x="4112" y="2994"/>
                    <a:pt x="4097" y="2977"/>
                    <a:pt x="4081" y="2946"/>
                  </a:cubicBezTo>
                  <a:cubicBezTo>
                    <a:pt x="4081" y="2931"/>
                    <a:pt x="4066" y="2914"/>
                    <a:pt x="4049" y="2899"/>
                  </a:cubicBezTo>
                  <a:cubicBezTo>
                    <a:pt x="4018" y="2868"/>
                    <a:pt x="4018" y="2868"/>
                    <a:pt x="4003" y="2868"/>
                  </a:cubicBezTo>
                  <a:lnTo>
                    <a:pt x="3971" y="2868"/>
                  </a:lnTo>
                  <a:cubicBezTo>
                    <a:pt x="3955" y="2868"/>
                    <a:pt x="3940" y="2851"/>
                    <a:pt x="3940" y="2851"/>
                  </a:cubicBezTo>
                  <a:cubicBezTo>
                    <a:pt x="3908" y="2836"/>
                    <a:pt x="3877" y="2836"/>
                    <a:pt x="3845" y="2820"/>
                  </a:cubicBezTo>
                  <a:cubicBezTo>
                    <a:pt x="3829" y="2805"/>
                    <a:pt x="3814" y="2805"/>
                    <a:pt x="3814" y="2805"/>
                  </a:cubicBezTo>
                  <a:cubicBezTo>
                    <a:pt x="3797" y="2788"/>
                    <a:pt x="3782" y="2788"/>
                    <a:pt x="3782" y="2773"/>
                  </a:cubicBezTo>
                  <a:cubicBezTo>
                    <a:pt x="3766" y="2710"/>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62" y="2269"/>
                    <a:pt x="3530" y="2269"/>
                  </a:cubicBezTo>
                  <a:cubicBezTo>
                    <a:pt x="3482" y="2269"/>
                    <a:pt x="3436" y="2284"/>
                    <a:pt x="3404" y="2284"/>
                  </a:cubicBezTo>
                  <a:lnTo>
                    <a:pt x="3372" y="2284"/>
                  </a:lnTo>
                  <a:cubicBezTo>
                    <a:pt x="3356" y="2269"/>
                    <a:pt x="3341" y="2269"/>
                    <a:pt x="3309" y="2284"/>
                  </a:cubicBezTo>
                  <a:cubicBezTo>
                    <a:pt x="3262" y="2284"/>
                    <a:pt x="3199" y="2269"/>
                    <a:pt x="3152" y="2301"/>
                  </a:cubicBezTo>
                  <a:cubicBezTo>
                    <a:pt x="3136" y="2316"/>
                    <a:pt x="3120" y="2316"/>
                    <a:pt x="3104" y="2332"/>
                  </a:cubicBezTo>
                  <a:cubicBezTo>
                    <a:pt x="3089" y="2379"/>
                    <a:pt x="3089" y="2427"/>
                    <a:pt x="3057" y="2473"/>
                  </a:cubicBezTo>
                  <a:cubicBezTo>
                    <a:pt x="3009" y="2442"/>
                    <a:pt x="2868" y="2442"/>
                    <a:pt x="2837" y="2490"/>
                  </a:cubicBezTo>
                  <a:cubicBezTo>
                    <a:pt x="2837" y="2505"/>
                    <a:pt x="2820" y="2505"/>
                    <a:pt x="2820" y="2521"/>
                  </a:cubicBezTo>
                  <a:cubicBezTo>
                    <a:pt x="2820" y="2521"/>
                    <a:pt x="2805" y="2536"/>
                    <a:pt x="2789" y="2536"/>
                  </a:cubicBezTo>
                  <a:cubicBezTo>
                    <a:pt x="2789" y="2553"/>
                    <a:pt x="2774" y="2553"/>
                    <a:pt x="2774" y="2584"/>
                  </a:cubicBezTo>
                  <a:cubicBezTo>
                    <a:pt x="2757" y="2616"/>
                    <a:pt x="2774" y="2631"/>
                    <a:pt x="2742" y="2647"/>
                  </a:cubicBezTo>
                  <a:cubicBezTo>
                    <a:pt x="2726" y="2662"/>
                    <a:pt x="2694" y="2662"/>
                    <a:pt x="2679" y="2679"/>
                  </a:cubicBezTo>
                  <a:cubicBezTo>
                    <a:pt x="2648" y="2694"/>
                    <a:pt x="2648" y="2757"/>
                    <a:pt x="2616" y="2773"/>
                  </a:cubicBezTo>
                  <a:cubicBezTo>
                    <a:pt x="2600" y="2788"/>
                    <a:pt x="2585" y="2773"/>
                    <a:pt x="2585" y="2788"/>
                  </a:cubicBezTo>
                  <a:cubicBezTo>
                    <a:pt x="2568" y="2805"/>
                    <a:pt x="2568" y="2883"/>
                    <a:pt x="2553" y="2899"/>
                  </a:cubicBezTo>
                  <a:cubicBezTo>
                    <a:pt x="2537" y="2899"/>
                    <a:pt x="2522" y="2883"/>
                    <a:pt x="2505" y="2883"/>
                  </a:cubicBezTo>
                  <a:lnTo>
                    <a:pt x="2442" y="2883"/>
                  </a:lnTo>
                  <a:cubicBezTo>
                    <a:pt x="2411" y="2883"/>
                    <a:pt x="2474" y="2962"/>
                    <a:pt x="2442" y="2962"/>
                  </a:cubicBezTo>
                  <a:cubicBezTo>
                    <a:pt x="2427" y="2977"/>
                    <a:pt x="2396" y="2977"/>
                    <a:pt x="2379" y="2977"/>
                  </a:cubicBezTo>
                  <a:lnTo>
                    <a:pt x="2364" y="2977"/>
                  </a:lnTo>
                  <a:cubicBezTo>
                    <a:pt x="2333" y="2977"/>
                    <a:pt x="2316" y="2977"/>
                    <a:pt x="2301" y="2994"/>
                  </a:cubicBezTo>
                  <a:cubicBezTo>
                    <a:pt x="2270" y="3009"/>
                    <a:pt x="2253" y="3025"/>
                    <a:pt x="2222" y="3025"/>
                  </a:cubicBezTo>
                  <a:cubicBezTo>
                    <a:pt x="2190" y="3025"/>
                    <a:pt x="2096" y="3057"/>
                    <a:pt x="2064" y="3025"/>
                  </a:cubicBezTo>
                  <a:cubicBezTo>
                    <a:pt x="2049" y="3009"/>
                    <a:pt x="2064" y="3025"/>
                    <a:pt x="2049" y="2994"/>
                  </a:cubicBezTo>
                  <a:cubicBezTo>
                    <a:pt x="2033" y="2977"/>
                    <a:pt x="2049" y="2977"/>
                    <a:pt x="2018" y="2977"/>
                  </a:cubicBezTo>
                  <a:cubicBezTo>
                    <a:pt x="2018" y="2977"/>
                    <a:pt x="1986" y="2994"/>
                    <a:pt x="1986" y="2977"/>
                  </a:cubicBezTo>
                  <a:cubicBezTo>
                    <a:pt x="1970" y="2962"/>
                    <a:pt x="1954" y="2914"/>
                    <a:pt x="1938" y="2899"/>
                  </a:cubicBezTo>
                  <a:cubicBezTo>
                    <a:pt x="1923" y="2899"/>
                    <a:pt x="1907" y="2914"/>
                    <a:pt x="1891" y="2914"/>
                  </a:cubicBezTo>
                  <a:lnTo>
                    <a:pt x="1781" y="2914"/>
                  </a:lnTo>
                  <a:cubicBezTo>
                    <a:pt x="1749" y="2931"/>
                    <a:pt x="1734" y="2931"/>
                    <a:pt x="1702" y="2931"/>
                  </a:cubicBezTo>
                  <a:cubicBezTo>
                    <a:pt x="1702" y="2914"/>
                    <a:pt x="1702" y="2914"/>
                    <a:pt x="1686" y="2914"/>
                  </a:cubicBezTo>
                  <a:lnTo>
                    <a:pt x="1655" y="2914"/>
                  </a:lnTo>
                  <a:lnTo>
                    <a:pt x="1623" y="2914"/>
                  </a:lnTo>
                  <a:lnTo>
                    <a:pt x="1591" y="2914"/>
                  </a:lnTo>
                  <a:lnTo>
                    <a:pt x="1560" y="2914"/>
                  </a:lnTo>
                  <a:cubicBezTo>
                    <a:pt x="1560" y="2914"/>
                    <a:pt x="1560" y="2899"/>
                    <a:pt x="1545" y="2899"/>
                  </a:cubicBezTo>
                  <a:lnTo>
                    <a:pt x="1528" y="2899"/>
                  </a:lnTo>
                  <a:cubicBezTo>
                    <a:pt x="1513" y="2883"/>
                    <a:pt x="1497" y="2899"/>
                    <a:pt x="1497" y="2899"/>
                  </a:cubicBezTo>
                  <a:cubicBezTo>
                    <a:pt x="1482" y="2899"/>
                    <a:pt x="1465" y="2899"/>
                    <a:pt x="1450" y="2883"/>
                  </a:cubicBezTo>
                  <a:cubicBezTo>
                    <a:pt x="1419" y="2883"/>
                    <a:pt x="1419" y="2868"/>
                    <a:pt x="1387" y="2851"/>
                  </a:cubicBezTo>
                  <a:lnTo>
                    <a:pt x="1324" y="2851"/>
                  </a:lnTo>
                  <a:lnTo>
                    <a:pt x="1276" y="2851"/>
                  </a:lnTo>
                  <a:cubicBezTo>
                    <a:pt x="1261" y="2851"/>
                    <a:pt x="1261" y="2836"/>
                    <a:pt x="1261" y="2836"/>
                  </a:cubicBezTo>
                  <a:lnTo>
                    <a:pt x="1230" y="2836"/>
                  </a:lnTo>
                  <a:cubicBezTo>
                    <a:pt x="1230" y="2773"/>
                    <a:pt x="1150" y="2742"/>
                    <a:pt x="1104" y="2742"/>
                  </a:cubicBezTo>
                  <a:cubicBezTo>
                    <a:pt x="1056" y="2757"/>
                    <a:pt x="1087" y="2742"/>
                    <a:pt x="1072" y="2710"/>
                  </a:cubicBezTo>
                  <a:cubicBezTo>
                    <a:pt x="1041" y="2679"/>
                    <a:pt x="1024" y="2679"/>
                    <a:pt x="993" y="2679"/>
                  </a:cubicBezTo>
                  <a:cubicBezTo>
                    <a:pt x="978" y="2662"/>
                    <a:pt x="961" y="2631"/>
                    <a:pt x="961" y="2616"/>
                  </a:cubicBezTo>
                  <a:cubicBezTo>
                    <a:pt x="930" y="2599"/>
                    <a:pt x="898" y="2584"/>
                    <a:pt x="867" y="2584"/>
                  </a:cubicBezTo>
                  <a:cubicBezTo>
                    <a:pt x="867" y="2427"/>
                    <a:pt x="741" y="2395"/>
                    <a:pt x="741" y="2458"/>
                  </a:cubicBezTo>
                  <a:lnTo>
                    <a:pt x="709" y="2458"/>
                  </a:lnTo>
                  <a:cubicBezTo>
                    <a:pt x="694" y="2473"/>
                    <a:pt x="694" y="2473"/>
                    <a:pt x="678" y="2458"/>
                  </a:cubicBezTo>
                  <a:cubicBezTo>
                    <a:pt x="663" y="2442"/>
                    <a:pt x="646" y="2379"/>
                    <a:pt x="646" y="2364"/>
                  </a:cubicBezTo>
                  <a:cubicBezTo>
                    <a:pt x="631" y="2332"/>
                    <a:pt x="646" y="2316"/>
                    <a:pt x="631" y="2284"/>
                  </a:cubicBezTo>
                  <a:cubicBezTo>
                    <a:pt x="615" y="2284"/>
                    <a:pt x="600" y="2269"/>
                    <a:pt x="583" y="2269"/>
                  </a:cubicBezTo>
                  <a:cubicBezTo>
                    <a:pt x="552" y="2253"/>
                    <a:pt x="505" y="2238"/>
                    <a:pt x="473" y="2221"/>
                  </a:cubicBezTo>
                  <a:cubicBezTo>
                    <a:pt x="457" y="2190"/>
                    <a:pt x="457" y="2143"/>
                    <a:pt x="457" y="2112"/>
                  </a:cubicBezTo>
                  <a:cubicBezTo>
                    <a:pt x="457" y="2064"/>
                    <a:pt x="457" y="2001"/>
                    <a:pt x="442" y="1954"/>
                  </a:cubicBezTo>
                  <a:cubicBezTo>
                    <a:pt x="426" y="1906"/>
                    <a:pt x="363" y="1938"/>
                    <a:pt x="347" y="1891"/>
                  </a:cubicBezTo>
                  <a:cubicBezTo>
                    <a:pt x="347" y="1875"/>
                    <a:pt x="347" y="1875"/>
                    <a:pt x="331" y="1859"/>
                  </a:cubicBezTo>
                  <a:cubicBezTo>
                    <a:pt x="300" y="1828"/>
                    <a:pt x="221" y="1828"/>
                    <a:pt x="205" y="1780"/>
                  </a:cubicBezTo>
                  <a:cubicBezTo>
                    <a:pt x="190" y="1733"/>
                    <a:pt x="221" y="1654"/>
                    <a:pt x="158" y="1639"/>
                  </a:cubicBezTo>
                  <a:cubicBezTo>
                    <a:pt x="142" y="1622"/>
                    <a:pt x="142" y="1639"/>
                    <a:pt x="110" y="1622"/>
                  </a:cubicBezTo>
                  <a:close/>
                </a:path>
              </a:pathLst>
            </a:custGeom>
            <a:solidFill>
              <a:srgbClr val="BDCD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86" name="Google Shape;286;p35"/>
            <p:cNvSpPr/>
            <p:nvPr/>
          </p:nvSpPr>
          <p:spPr>
            <a:xfrm>
              <a:off x="3345867" y="1783261"/>
              <a:ext cx="12053" cy="7028"/>
            </a:xfrm>
            <a:custGeom>
              <a:avLst/>
              <a:gdLst/>
              <a:ahLst/>
              <a:cxnLst/>
              <a:rect l="l" t="t" r="r" b="b"/>
              <a:pathLst>
                <a:path w="379" h="221" extrusionOk="0">
                  <a:moveTo>
                    <a:pt x="300" y="0"/>
                  </a:moveTo>
                  <a:lnTo>
                    <a:pt x="300" y="15"/>
                  </a:lnTo>
                  <a:cubicBezTo>
                    <a:pt x="315" y="32"/>
                    <a:pt x="300" y="47"/>
                    <a:pt x="300" y="63"/>
                  </a:cubicBezTo>
                  <a:lnTo>
                    <a:pt x="269" y="63"/>
                  </a:lnTo>
                  <a:lnTo>
                    <a:pt x="252" y="63"/>
                  </a:lnTo>
                  <a:lnTo>
                    <a:pt x="221" y="110"/>
                  </a:lnTo>
                  <a:lnTo>
                    <a:pt x="206" y="126"/>
                  </a:lnTo>
                  <a:lnTo>
                    <a:pt x="189" y="126"/>
                  </a:lnTo>
                  <a:lnTo>
                    <a:pt x="158" y="95"/>
                  </a:lnTo>
                  <a:lnTo>
                    <a:pt x="126" y="110"/>
                  </a:lnTo>
                  <a:lnTo>
                    <a:pt x="126" y="126"/>
                  </a:lnTo>
                  <a:cubicBezTo>
                    <a:pt x="111" y="141"/>
                    <a:pt x="111" y="141"/>
                    <a:pt x="95" y="141"/>
                  </a:cubicBezTo>
                  <a:lnTo>
                    <a:pt x="95" y="141"/>
                  </a:lnTo>
                  <a:lnTo>
                    <a:pt x="95" y="141"/>
                  </a:lnTo>
                  <a:cubicBezTo>
                    <a:pt x="95" y="158"/>
                    <a:pt x="80" y="173"/>
                    <a:pt x="63" y="173"/>
                  </a:cubicBezTo>
                  <a:lnTo>
                    <a:pt x="63" y="173"/>
                  </a:lnTo>
                  <a:lnTo>
                    <a:pt x="32" y="173"/>
                  </a:lnTo>
                  <a:lnTo>
                    <a:pt x="17" y="189"/>
                  </a:lnTo>
                  <a:lnTo>
                    <a:pt x="0" y="189"/>
                  </a:lnTo>
                  <a:lnTo>
                    <a:pt x="17" y="189"/>
                  </a:lnTo>
                  <a:lnTo>
                    <a:pt x="17" y="189"/>
                  </a:lnTo>
                  <a:lnTo>
                    <a:pt x="32" y="189"/>
                  </a:lnTo>
                  <a:cubicBezTo>
                    <a:pt x="48" y="204"/>
                    <a:pt x="48" y="204"/>
                    <a:pt x="48" y="221"/>
                  </a:cubicBezTo>
                  <a:lnTo>
                    <a:pt x="63" y="221"/>
                  </a:lnTo>
                  <a:lnTo>
                    <a:pt x="63" y="221"/>
                  </a:lnTo>
                  <a:lnTo>
                    <a:pt x="95" y="221"/>
                  </a:lnTo>
                  <a:lnTo>
                    <a:pt x="315" y="78"/>
                  </a:lnTo>
                  <a:lnTo>
                    <a:pt x="315" y="78"/>
                  </a:lnTo>
                  <a:lnTo>
                    <a:pt x="332" y="78"/>
                  </a:lnTo>
                  <a:lnTo>
                    <a:pt x="347" y="78"/>
                  </a:lnTo>
                  <a:cubicBezTo>
                    <a:pt x="363" y="78"/>
                    <a:pt x="378" y="78"/>
                    <a:pt x="378" y="63"/>
                  </a:cubicBezTo>
                  <a:cubicBezTo>
                    <a:pt x="378" y="32"/>
                    <a:pt x="363" y="15"/>
                    <a:pt x="347" y="15"/>
                  </a:cubicBezTo>
                  <a:lnTo>
                    <a:pt x="30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87" name="Google Shape;287;p35"/>
            <p:cNvSpPr/>
            <p:nvPr/>
          </p:nvSpPr>
          <p:spPr>
            <a:xfrm>
              <a:off x="3387467" y="1780239"/>
              <a:ext cx="8523" cy="3053"/>
            </a:xfrm>
            <a:custGeom>
              <a:avLst/>
              <a:gdLst/>
              <a:ahLst/>
              <a:cxnLst/>
              <a:rect l="l" t="t" r="r" b="b"/>
              <a:pathLst>
                <a:path w="268" h="96" extrusionOk="0">
                  <a:moveTo>
                    <a:pt x="253" y="1"/>
                  </a:moveTo>
                  <a:cubicBezTo>
                    <a:pt x="253" y="16"/>
                    <a:pt x="236" y="16"/>
                    <a:pt x="236" y="16"/>
                  </a:cubicBezTo>
                  <a:lnTo>
                    <a:pt x="205" y="16"/>
                  </a:lnTo>
                  <a:cubicBezTo>
                    <a:pt x="173" y="16"/>
                    <a:pt x="158" y="32"/>
                    <a:pt x="127" y="32"/>
                  </a:cubicBezTo>
                  <a:lnTo>
                    <a:pt x="79" y="32"/>
                  </a:lnTo>
                  <a:lnTo>
                    <a:pt x="47" y="32"/>
                  </a:lnTo>
                  <a:lnTo>
                    <a:pt x="47" y="32"/>
                  </a:lnTo>
                  <a:cubicBezTo>
                    <a:pt x="32" y="32"/>
                    <a:pt x="16" y="47"/>
                    <a:pt x="16" y="64"/>
                  </a:cubicBezTo>
                  <a:cubicBezTo>
                    <a:pt x="1" y="79"/>
                    <a:pt x="16" y="95"/>
                    <a:pt x="32" y="95"/>
                  </a:cubicBezTo>
                  <a:lnTo>
                    <a:pt x="79" y="95"/>
                  </a:lnTo>
                  <a:lnTo>
                    <a:pt x="127" y="95"/>
                  </a:lnTo>
                  <a:lnTo>
                    <a:pt x="127" y="95"/>
                  </a:lnTo>
                  <a:lnTo>
                    <a:pt x="142" y="79"/>
                  </a:lnTo>
                  <a:lnTo>
                    <a:pt x="142" y="64"/>
                  </a:lnTo>
                  <a:cubicBezTo>
                    <a:pt x="142" y="47"/>
                    <a:pt x="142" y="32"/>
                    <a:pt x="158" y="32"/>
                  </a:cubicBezTo>
                  <a:lnTo>
                    <a:pt x="173" y="32"/>
                  </a:lnTo>
                  <a:lnTo>
                    <a:pt x="173" y="32"/>
                  </a:lnTo>
                  <a:cubicBezTo>
                    <a:pt x="190" y="32"/>
                    <a:pt x="205" y="32"/>
                    <a:pt x="205" y="47"/>
                  </a:cubicBezTo>
                  <a:lnTo>
                    <a:pt x="205" y="64"/>
                  </a:lnTo>
                  <a:cubicBezTo>
                    <a:pt x="221" y="64"/>
                    <a:pt x="236" y="47"/>
                    <a:pt x="253" y="47"/>
                  </a:cubicBezTo>
                  <a:cubicBezTo>
                    <a:pt x="253" y="32"/>
                    <a:pt x="268" y="16"/>
                    <a:pt x="25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88" name="Google Shape;288;p35"/>
            <p:cNvSpPr/>
            <p:nvPr/>
          </p:nvSpPr>
          <p:spPr>
            <a:xfrm>
              <a:off x="3269698" y="1778713"/>
              <a:ext cx="7060" cy="6583"/>
            </a:xfrm>
            <a:custGeom>
              <a:avLst/>
              <a:gdLst/>
              <a:ahLst/>
              <a:cxnLst/>
              <a:rect l="l" t="t" r="r" b="b"/>
              <a:pathLst>
                <a:path w="222" h="207" extrusionOk="0">
                  <a:moveTo>
                    <a:pt x="190" y="1"/>
                  </a:moveTo>
                  <a:lnTo>
                    <a:pt x="190" y="1"/>
                  </a:lnTo>
                  <a:cubicBezTo>
                    <a:pt x="190" y="1"/>
                    <a:pt x="190" y="17"/>
                    <a:pt x="174" y="32"/>
                  </a:cubicBezTo>
                  <a:lnTo>
                    <a:pt x="158" y="32"/>
                  </a:lnTo>
                  <a:cubicBezTo>
                    <a:pt x="174" y="49"/>
                    <a:pt x="174" y="64"/>
                    <a:pt x="174" y="80"/>
                  </a:cubicBezTo>
                  <a:cubicBezTo>
                    <a:pt x="158" y="95"/>
                    <a:pt x="158" y="95"/>
                    <a:pt x="143" y="95"/>
                  </a:cubicBezTo>
                  <a:lnTo>
                    <a:pt x="126" y="95"/>
                  </a:lnTo>
                  <a:lnTo>
                    <a:pt x="95" y="80"/>
                  </a:lnTo>
                  <a:lnTo>
                    <a:pt x="80" y="80"/>
                  </a:lnTo>
                  <a:lnTo>
                    <a:pt x="63" y="80"/>
                  </a:lnTo>
                  <a:lnTo>
                    <a:pt x="48" y="80"/>
                  </a:lnTo>
                  <a:lnTo>
                    <a:pt x="48" y="80"/>
                  </a:lnTo>
                  <a:cubicBezTo>
                    <a:pt x="48" y="80"/>
                    <a:pt x="32" y="80"/>
                    <a:pt x="32" y="95"/>
                  </a:cubicBezTo>
                  <a:lnTo>
                    <a:pt x="0" y="158"/>
                  </a:lnTo>
                  <a:cubicBezTo>
                    <a:pt x="0" y="175"/>
                    <a:pt x="0" y="190"/>
                    <a:pt x="17" y="206"/>
                  </a:cubicBezTo>
                  <a:cubicBezTo>
                    <a:pt x="17" y="190"/>
                    <a:pt x="32" y="190"/>
                    <a:pt x="32" y="190"/>
                  </a:cubicBezTo>
                  <a:lnTo>
                    <a:pt x="32" y="190"/>
                  </a:lnTo>
                  <a:lnTo>
                    <a:pt x="48" y="190"/>
                  </a:lnTo>
                  <a:cubicBezTo>
                    <a:pt x="48" y="190"/>
                    <a:pt x="63" y="190"/>
                    <a:pt x="63" y="206"/>
                  </a:cubicBezTo>
                  <a:lnTo>
                    <a:pt x="63" y="190"/>
                  </a:lnTo>
                  <a:lnTo>
                    <a:pt x="95" y="143"/>
                  </a:lnTo>
                  <a:cubicBezTo>
                    <a:pt x="143" y="127"/>
                    <a:pt x="190" y="112"/>
                    <a:pt x="221" y="49"/>
                  </a:cubicBezTo>
                  <a:cubicBezTo>
                    <a:pt x="221" y="32"/>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89" name="Google Shape;289;p35"/>
            <p:cNvSpPr/>
            <p:nvPr/>
          </p:nvSpPr>
          <p:spPr>
            <a:xfrm>
              <a:off x="3381933" y="1761698"/>
              <a:ext cx="5057" cy="3530"/>
            </a:xfrm>
            <a:custGeom>
              <a:avLst/>
              <a:gdLst/>
              <a:ahLst/>
              <a:cxnLst/>
              <a:rect l="l" t="t" r="r" b="b"/>
              <a:pathLst>
                <a:path w="159" h="111" extrusionOk="0">
                  <a:moveTo>
                    <a:pt x="112" y="0"/>
                  </a:moveTo>
                  <a:lnTo>
                    <a:pt x="112" y="0"/>
                  </a:lnTo>
                  <a:lnTo>
                    <a:pt x="95" y="0"/>
                  </a:lnTo>
                  <a:lnTo>
                    <a:pt x="17" y="63"/>
                  </a:lnTo>
                  <a:cubicBezTo>
                    <a:pt x="1" y="79"/>
                    <a:pt x="1" y="95"/>
                    <a:pt x="17" y="111"/>
                  </a:cubicBezTo>
                  <a:cubicBezTo>
                    <a:pt x="17" y="111"/>
                    <a:pt x="32" y="95"/>
                    <a:pt x="49" y="95"/>
                  </a:cubicBezTo>
                  <a:lnTo>
                    <a:pt x="49" y="95"/>
                  </a:lnTo>
                  <a:lnTo>
                    <a:pt x="49" y="95"/>
                  </a:lnTo>
                  <a:lnTo>
                    <a:pt x="80" y="111"/>
                  </a:lnTo>
                  <a:lnTo>
                    <a:pt x="143" y="63"/>
                  </a:lnTo>
                  <a:cubicBezTo>
                    <a:pt x="158" y="48"/>
                    <a:pt x="158" y="16"/>
                    <a:pt x="143" y="16"/>
                  </a:cubicBezTo>
                  <a:cubicBezTo>
                    <a:pt x="127" y="0"/>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0" name="Google Shape;290;p35"/>
            <p:cNvSpPr/>
            <p:nvPr/>
          </p:nvSpPr>
          <p:spPr>
            <a:xfrm>
              <a:off x="3367907" y="1784724"/>
              <a:ext cx="6042" cy="2576"/>
            </a:xfrm>
            <a:custGeom>
              <a:avLst/>
              <a:gdLst/>
              <a:ahLst/>
              <a:cxnLst/>
              <a:rect l="l" t="t" r="r" b="b"/>
              <a:pathLst>
                <a:path w="190" h="81" extrusionOk="0">
                  <a:moveTo>
                    <a:pt x="32" y="1"/>
                  </a:moveTo>
                  <a:lnTo>
                    <a:pt x="32" y="1"/>
                  </a:lnTo>
                  <a:cubicBezTo>
                    <a:pt x="17" y="17"/>
                    <a:pt x="1" y="17"/>
                    <a:pt x="1" y="32"/>
                  </a:cubicBezTo>
                  <a:cubicBezTo>
                    <a:pt x="1" y="64"/>
                    <a:pt x="1" y="80"/>
                    <a:pt x="32" y="80"/>
                  </a:cubicBezTo>
                  <a:lnTo>
                    <a:pt x="158" y="80"/>
                  </a:lnTo>
                  <a:lnTo>
                    <a:pt x="158" y="80"/>
                  </a:lnTo>
                  <a:cubicBezTo>
                    <a:pt x="174" y="80"/>
                    <a:pt x="190" y="80"/>
                    <a:pt x="190" y="49"/>
                  </a:cubicBezTo>
                  <a:cubicBezTo>
                    <a:pt x="190" y="32"/>
                    <a:pt x="174" y="17"/>
                    <a:pt x="15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1" name="Google Shape;291;p35"/>
            <p:cNvSpPr/>
            <p:nvPr/>
          </p:nvSpPr>
          <p:spPr>
            <a:xfrm>
              <a:off x="3437049" y="1810803"/>
              <a:ext cx="6042" cy="3562"/>
            </a:xfrm>
            <a:custGeom>
              <a:avLst/>
              <a:gdLst/>
              <a:ahLst/>
              <a:cxnLst/>
              <a:rect l="l" t="t" r="r" b="b"/>
              <a:pathLst>
                <a:path w="190" h="112" extrusionOk="0">
                  <a:moveTo>
                    <a:pt x="95" y="0"/>
                  </a:moveTo>
                  <a:cubicBezTo>
                    <a:pt x="80" y="0"/>
                    <a:pt x="64" y="17"/>
                    <a:pt x="49" y="32"/>
                  </a:cubicBezTo>
                  <a:lnTo>
                    <a:pt x="49" y="63"/>
                  </a:lnTo>
                  <a:lnTo>
                    <a:pt x="32" y="63"/>
                  </a:lnTo>
                  <a:cubicBezTo>
                    <a:pt x="1" y="80"/>
                    <a:pt x="1" y="95"/>
                    <a:pt x="1" y="111"/>
                  </a:cubicBezTo>
                  <a:lnTo>
                    <a:pt x="17" y="111"/>
                  </a:lnTo>
                  <a:cubicBezTo>
                    <a:pt x="64" y="95"/>
                    <a:pt x="112" y="95"/>
                    <a:pt x="158" y="80"/>
                  </a:cubicBezTo>
                  <a:cubicBezTo>
                    <a:pt x="143" y="80"/>
                    <a:pt x="143" y="63"/>
                    <a:pt x="143" y="63"/>
                  </a:cubicBezTo>
                  <a:cubicBezTo>
                    <a:pt x="143" y="32"/>
                    <a:pt x="158" y="32"/>
                    <a:pt x="175" y="32"/>
                  </a:cubicBezTo>
                  <a:lnTo>
                    <a:pt x="175" y="32"/>
                  </a:lnTo>
                  <a:lnTo>
                    <a:pt x="190" y="32"/>
                  </a:lnTo>
                  <a:cubicBezTo>
                    <a:pt x="190" y="17"/>
                    <a:pt x="175" y="17"/>
                    <a:pt x="175" y="17"/>
                  </a:cubicBezTo>
                  <a:lnTo>
                    <a:pt x="175" y="0"/>
                  </a:lnTo>
                  <a:lnTo>
                    <a:pt x="158" y="0"/>
                  </a:lnTo>
                  <a:cubicBezTo>
                    <a:pt x="158" y="17"/>
                    <a:pt x="143" y="32"/>
                    <a:pt x="127" y="32"/>
                  </a:cubicBezTo>
                  <a:lnTo>
                    <a:pt x="127" y="32"/>
                  </a:lnTo>
                  <a:cubicBezTo>
                    <a:pt x="112" y="32"/>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2" name="Google Shape;292;p35"/>
            <p:cNvSpPr/>
            <p:nvPr/>
          </p:nvSpPr>
          <p:spPr>
            <a:xfrm>
              <a:off x="3285727" y="1804283"/>
              <a:ext cx="4580" cy="7060"/>
            </a:xfrm>
            <a:custGeom>
              <a:avLst/>
              <a:gdLst/>
              <a:ahLst/>
              <a:cxnLst/>
              <a:rect l="l" t="t" r="r" b="b"/>
              <a:pathLst>
                <a:path w="144" h="222" extrusionOk="0">
                  <a:moveTo>
                    <a:pt x="64" y="64"/>
                  </a:moveTo>
                  <a:lnTo>
                    <a:pt x="64" y="64"/>
                  </a:lnTo>
                  <a:lnTo>
                    <a:pt x="64" y="64"/>
                  </a:lnTo>
                  <a:close/>
                  <a:moveTo>
                    <a:pt x="49" y="1"/>
                  </a:moveTo>
                  <a:lnTo>
                    <a:pt x="49" y="16"/>
                  </a:lnTo>
                  <a:lnTo>
                    <a:pt x="17" y="16"/>
                  </a:lnTo>
                  <a:cubicBezTo>
                    <a:pt x="17" y="32"/>
                    <a:pt x="17" y="48"/>
                    <a:pt x="1" y="64"/>
                  </a:cubicBezTo>
                  <a:lnTo>
                    <a:pt x="1" y="64"/>
                  </a:lnTo>
                  <a:cubicBezTo>
                    <a:pt x="1" y="95"/>
                    <a:pt x="17" y="127"/>
                    <a:pt x="49" y="127"/>
                  </a:cubicBezTo>
                  <a:cubicBezTo>
                    <a:pt x="64" y="142"/>
                    <a:pt x="80" y="142"/>
                    <a:pt x="80" y="190"/>
                  </a:cubicBezTo>
                  <a:cubicBezTo>
                    <a:pt x="80" y="205"/>
                    <a:pt x="95" y="205"/>
                    <a:pt x="112" y="222"/>
                  </a:cubicBezTo>
                  <a:cubicBezTo>
                    <a:pt x="112" y="205"/>
                    <a:pt x="127" y="205"/>
                    <a:pt x="143" y="190"/>
                  </a:cubicBezTo>
                  <a:lnTo>
                    <a:pt x="143" y="174"/>
                  </a:lnTo>
                  <a:lnTo>
                    <a:pt x="143" y="127"/>
                  </a:lnTo>
                  <a:lnTo>
                    <a:pt x="112" y="127"/>
                  </a:lnTo>
                  <a:lnTo>
                    <a:pt x="80" y="95"/>
                  </a:lnTo>
                  <a:lnTo>
                    <a:pt x="80" y="79"/>
                  </a:lnTo>
                  <a:lnTo>
                    <a:pt x="80" y="64"/>
                  </a:lnTo>
                  <a:cubicBezTo>
                    <a:pt x="64" y="64"/>
                    <a:pt x="64" y="48"/>
                    <a:pt x="64" y="32"/>
                  </a:cubicBezTo>
                  <a:cubicBezTo>
                    <a:pt x="64" y="32"/>
                    <a:pt x="49" y="16"/>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3" name="Google Shape;293;p35"/>
            <p:cNvSpPr/>
            <p:nvPr/>
          </p:nvSpPr>
          <p:spPr>
            <a:xfrm>
              <a:off x="3287730" y="1806287"/>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4" name="Google Shape;294;p35"/>
            <p:cNvSpPr/>
            <p:nvPr/>
          </p:nvSpPr>
          <p:spPr>
            <a:xfrm>
              <a:off x="3196072" y="1776709"/>
              <a:ext cx="5502" cy="8587"/>
            </a:xfrm>
            <a:custGeom>
              <a:avLst/>
              <a:gdLst/>
              <a:ahLst/>
              <a:cxnLst/>
              <a:rect l="l" t="t" r="r" b="b"/>
              <a:pathLst>
                <a:path w="173" h="270" extrusionOk="0">
                  <a:moveTo>
                    <a:pt x="126" y="1"/>
                  </a:moveTo>
                  <a:lnTo>
                    <a:pt x="126" y="1"/>
                  </a:lnTo>
                  <a:cubicBezTo>
                    <a:pt x="95" y="1"/>
                    <a:pt x="95" y="17"/>
                    <a:pt x="95" y="49"/>
                  </a:cubicBezTo>
                  <a:lnTo>
                    <a:pt x="95" y="143"/>
                  </a:lnTo>
                  <a:lnTo>
                    <a:pt x="95" y="143"/>
                  </a:lnTo>
                  <a:lnTo>
                    <a:pt x="47" y="190"/>
                  </a:lnTo>
                  <a:lnTo>
                    <a:pt x="15" y="190"/>
                  </a:lnTo>
                  <a:lnTo>
                    <a:pt x="0" y="190"/>
                  </a:lnTo>
                  <a:lnTo>
                    <a:pt x="0" y="206"/>
                  </a:lnTo>
                  <a:lnTo>
                    <a:pt x="0" y="221"/>
                  </a:lnTo>
                  <a:lnTo>
                    <a:pt x="0" y="269"/>
                  </a:lnTo>
                  <a:cubicBezTo>
                    <a:pt x="0" y="253"/>
                    <a:pt x="15" y="253"/>
                    <a:pt x="15" y="253"/>
                  </a:cubicBezTo>
                  <a:lnTo>
                    <a:pt x="110" y="206"/>
                  </a:lnTo>
                  <a:lnTo>
                    <a:pt x="126" y="206"/>
                  </a:lnTo>
                  <a:lnTo>
                    <a:pt x="126" y="206"/>
                  </a:lnTo>
                  <a:lnTo>
                    <a:pt x="126" y="206"/>
                  </a:lnTo>
                  <a:lnTo>
                    <a:pt x="141" y="206"/>
                  </a:lnTo>
                  <a:cubicBezTo>
                    <a:pt x="141" y="190"/>
                    <a:pt x="141" y="190"/>
                    <a:pt x="158" y="175"/>
                  </a:cubicBezTo>
                  <a:cubicBezTo>
                    <a:pt x="173" y="175"/>
                    <a:pt x="173" y="158"/>
                    <a:pt x="173" y="158"/>
                  </a:cubicBezTo>
                  <a:lnTo>
                    <a:pt x="158" y="32"/>
                  </a:ln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5" name="Google Shape;295;p35"/>
            <p:cNvSpPr/>
            <p:nvPr/>
          </p:nvSpPr>
          <p:spPr>
            <a:xfrm>
              <a:off x="3034700" y="1797286"/>
              <a:ext cx="2035" cy="2035"/>
            </a:xfrm>
            <a:custGeom>
              <a:avLst/>
              <a:gdLst/>
              <a:ahLst/>
              <a:cxnLst/>
              <a:rect l="l" t="t" r="r" b="b"/>
              <a:pathLst>
                <a:path w="64" h="64" extrusionOk="0">
                  <a:moveTo>
                    <a:pt x="47" y="0"/>
                  </a:moveTo>
                  <a:cubicBezTo>
                    <a:pt x="47" y="15"/>
                    <a:pt x="32" y="15"/>
                    <a:pt x="32" y="15"/>
                  </a:cubicBezTo>
                  <a:lnTo>
                    <a:pt x="16" y="15"/>
                  </a:lnTo>
                  <a:lnTo>
                    <a:pt x="16" y="0"/>
                  </a:lnTo>
                  <a:lnTo>
                    <a:pt x="16" y="47"/>
                  </a:lnTo>
                  <a:lnTo>
                    <a:pt x="1" y="63"/>
                  </a:lnTo>
                  <a:lnTo>
                    <a:pt x="16" y="63"/>
                  </a:lnTo>
                  <a:cubicBezTo>
                    <a:pt x="47" y="63"/>
                    <a:pt x="64" y="47"/>
                    <a:pt x="47"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6" name="Google Shape;296;p35"/>
            <p:cNvSpPr/>
            <p:nvPr/>
          </p:nvSpPr>
          <p:spPr>
            <a:xfrm>
              <a:off x="3038199" y="1797286"/>
              <a:ext cx="6042" cy="2512"/>
            </a:xfrm>
            <a:custGeom>
              <a:avLst/>
              <a:gdLst/>
              <a:ahLst/>
              <a:cxnLst/>
              <a:rect l="l" t="t" r="r" b="b"/>
              <a:pathLst>
                <a:path w="190" h="79" extrusionOk="0">
                  <a:moveTo>
                    <a:pt x="158" y="0"/>
                  </a:moveTo>
                  <a:lnTo>
                    <a:pt x="158" y="0"/>
                  </a:lnTo>
                  <a:lnTo>
                    <a:pt x="32" y="0"/>
                  </a:lnTo>
                  <a:lnTo>
                    <a:pt x="32" y="0"/>
                  </a:lnTo>
                  <a:cubicBezTo>
                    <a:pt x="17" y="15"/>
                    <a:pt x="0" y="32"/>
                    <a:pt x="0" y="47"/>
                  </a:cubicBezTo>
                  <a:cubicBezTo>
                    <a:pt x="0" y="63"/>
                    <a:pt x="17" y="79"/>
                    <a:pt x="32" y="79"/>
                  </a:cubicBezTo>
                  <a:lnTo>
                    <a:pt x="32" y="79"/>
                  </a:lnTo>
                  <a:lnTo>
                    <a:pt x="158" y="79"/>
                  </a:lnTo>
                  <a:cubicBezTo>
                    <a:pt x="174" y="63"/>
                    <a:pt x="189" y="47"/>
                    <a:pt x="189" y="32"/>
                  </a:cubicBezTo>
                  <a:cubicBezTo>
                    <a:pt x="189" y="15"/>
                    <a:pt x="174"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7" name="Google Shape;297;p35"/>
            <p:cNvSpPr/>
            <p:nvPr/>
          </p:nvSpPr>
          <p:spPr>
            <a:xfrm>
              <a:off x="3381933" y="1764687"/>
              <a:ext cx="6583" cy="3053"/>
            </a:xfrm>
            <a:custGeom>
              <a:avLst/>
              <a:gdLst/>
              <a:ahLst/>
              <a:cxnLst/>
              <a:rect l="l" t="t" r="r" b="b"/>
              <a:pathLst>
                <a:path w="207" h="96" extrusionOk="0">
                  <a:moveTo>
                    <a:pt x="49" y="1"/>
                  </a:moveTo>
                  <a:lnTo>
                    <a:pt x="49" y="1"/>
                  </a:lnTo>
                  <a:cubicBezTo>
                    <a:pt x="32" y="1"/>
                    <a:pt x="17" y="17"/>
                    <a:pt x="17" y="17"/>
                  </a:cubicBezTo>
                  <a:lnTo>
                    <a:pt x="17" y="32"/>
                  </a:lnTo>
                  <a:cubicBezTo>
                    <a:pt x="1" y="49"/>
                    <a:pt x="17" y="64"/>
                    <a:pt x="32" y="64"/>
                  </a:cubicBezTo>
                  <a:lnTo>
                    <a:pt x="158" y="95"/>
                  </a:lnTo>
                  <a:lnTo>
                    <a:pt x="158" y="95"/>
                  </a:lnTo>
                  <a:cubicBezTo>
                    <a:pt x="175" y="95"/>
                    <a:pt x="190" y="80"/>
                    <a:pt x="206" y="64"/>
                  </a:cubicBezTo>
                  <a:cubicBezTo>
                    <a:pt x="206" y="49"/>
                    <a:pt x="190" y="32"/>
                    <a:pt x="175" y="32"/>
                  </a:cubicBez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8" name="Google Shape;298;p35"/>
            <p:cNvSpPr/>
            <p:nvPr/>
          </p:nvSpPr>
          <p:spPr>
            <a:xfrm>
              <a:off x="3290275" y="1816814"/>
              <a:ext cx="9032" cy="3021"/>
            </a:xfrm>
            <a:custGeom>
              <a:avLst/>
              <a:gdLst/>
              <a:ahLst/>
              <a:cxnLst/>
              <a:rect l="l" t="t" r="r" b="b"/>
              <a:pathLst>
                <a:path w="284" h="95" extrusionOk="0">
                  <a:moveTo>
                    <a:pt x="0" y="0"/>
                  </a:moveTo>
                  <a:lnTo>
                    <a:pt x="0" y="0"/>
                  </a:lnTo>
                  <a:lnTo>
                    <a:pt x="32" y="63"/>
                  </a:lnTo>
                  <a:cubicBezTo>
                    <a:pt x="32" y="80"/>
                    <a:pt x="47" y="95"/>
                    <a:pt x="63" y="95"/>
                  </a:cubicBezTo>
                  <a:lnTo>
                    <a:pt x="63" y="95"/>
                  </a:lnTo>
                  <a:lnTo>
                    <a:pt x="189" y="80"/>
                  </a:lnTo>
                  <a:cubicBezTo>
                    <a:pt x="189" y="80"/>
                    <a:pt x="189" y="63"/>
                    <a:pt x="204" y="63"/>
                  </a:cubicBezTo>
                  <a:lnTo>
                    <a:pt x="204" y="63"/>
                  </a:lnTo>
                  <a:lnTo>
                    <a:pt x="221" y="63"/>
                  </a:lnTo>
                  <a:lnTo>
                    <a:pt x="221" y="80"/>
                  </a:lnTo>
                  <a:lnTo>
                    <a:pt x="252" y="63"/>
                  </a:lnTo>
                  <a:cubicBezTo>
                    <a:pt x="267" y="63"/>
                    <a:pt x="284" y="48"/>
                    <a:pt x="284" y="32"/>
                  </a:cubicBezTo>
                  <a:cubicBezTo>
                    <a:pt x="284" y="17"/>
                    <a:pt x="267" y="17"/>
                    <a:pt x="267" y="17"/>
                  </a:cubicBezTo>
                  <a:cubicBezTo>
                    <a:pt x="252" y="17"/>
                    <a:pt x="252" y="32"/>
                    <a:pt x="236" y="32"/>
                  </a:cubicBezTo>
                  <a:lnTo>
                    <a:pt x="236" y="48"/>
                  </a:lnTo>
                  <a:cubicBezTo>
                    <a:pt x="221" y="48"/>
                    <a:pt x="221" y="63"/>
                    <a:pt x="204" y="63"/>
                  </a:cubicBezTo>
                  <a:cubicBezTo>
                    <a:pt x="189" y="63"/>
                    <a:pt x="189" y="48"/>
                    <a:pt x="173" y="48"/>
                  </a:cubicBezTo>
                  <a:lnTo>
                    <a:pt x="173" y="32"/>
                  </a:lnTo>
                  <a:lnTo>
                    <a:pt x="173" y="32"/>
                  </a:lnTo>
                  <a:lnTo>
                    <a:pt x="126" y="48"/>
                  </a:lnTo>
                  <a:lnTo>
                    <a:pt x="110" y="48"/>
                  </a:lnTo>
                  <a:cubicBezTo>
                    <a:pt x="110" y="48"/>
                    <a:pt x="95" y="48"/>
                    <a:pt x="78" y="32"/>
                  </a:cubicBezTo>
                  <a:lnTo>
                    <a:pt x="78" y="17"/>
                  </a:lnTo>
                  <a:lnTo>
                    <a:pt x="78" y="17"/>
                  </a:lnTo>
                  <a:lnTo>
                    <a:pt x="78" y="17"/>
                  </a:lnTo>
                  <a:lnTo>
                    <a:pt x="63" y="32"/>
                  </a:lnTo>
                  <a:cubicBezTo>
                    <a:pt x="63" y="32"/>
                    <a:pt x="47" y="48"/>
                    <a:pt x="32" y="48"/>
                  </a:cubicBezTo>
                  <a:lnTo>
                    <a:pt x="15" y="32"/>
                  </a:lnTo>
                  <a:cubicBezTo>
                    <a:pt x="0" y="32"/>
                    <a:pt x="0" y="17"/>
                    <a:pt x="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9" name="Google Shape;299;p35"/>
            <p:cNvSpPr/>
            <p:nvPr/>
          </p:nvSpPr>
          <p:spPr>
            <a:xfrm>
              <a:off x="3384954" y="1778713"/>
              <a:ext cx="11035" cy="3053"/>
            </a:xfrm>
            <a:custGeom>
              <a:avLst/>
              <a:gdLst/>
              <a:ahLst/>
              <a:cxnLst/>
              <a:rect l="l" t="t" r="r" b="b"/>
              <a:pathLst>
                <a:path w="347" h="96" extrusionOk="0">
                  <a:moveTo>
                    <a:pt x="315" y="1"/>
                  </a:moveTo>
                  <a:lnTo>
                    <a:pt x="300" y="1"/>
                  </a:lnTo>
                  <a:lnTo>
                    <a:pt x="269" y="1"/>
                  </a:lnTo>
                  <a:lnTo>
                    <a:pt x="221" y="1"/>
                  </a:lnTo>
                  <a:cubicBezTo>
                    <a:pt x="221" y="17"/>
                    <a:pt x="221" y="17"/>
                    <a:pt x="206" y="17"/>
                  </a:cubicBezTo>
                  <a:lnTo>
                    <a:pt x="111" y="32"/>
                  </a:lnTo>
                  <a:lnTo>
                    <a:pt x="95" y="49"/>
                  </a:lnTo>
                  <a:cubicBezTo>
                    <a:pt x="80" y="49"/>
                    <a:pt x="63" y="32"/>
                    <a:pt x="63" y="17"/>
                  </a:cubicBezTo>
                  <a:lnTo>
                    <a:pt x="63" y="1"/>
                  </a:lnTo>
                  <a:lnTo>
                    <a:pt x="63" y="1"/>
                  </a:lnTo>
                  <a:cubicBezTo>
                    <a:pt x="48" y="1"/>
                    <a:pt x="48" y="17"/>
                    <a:pt x="32" y="17"/>
                  </a:cubicBezTo>
                  <a:lnTo>
                    <a:pt x="32" y="17"/>
                  </a:lnTo>
                  <a:lnTo>
                    <a:pt x="17" y="32"/>
                  </a:lnTo>
                  <a:cubicBezTo>
                    <a:pt x="0" y="49"/>
                    <a:pt x="17" y="80"/>
                    <a:pt x="17" y="80"/>
                  </a:cubicBezTo>
                  <a:cubicBezTo>
                    <a:pt x="32" y="95"/>
                    <a:pt x="32" y="95"/>
                    <a:pt x="48" y="95"/>
                  </a:cubicBezTo>
                  <a:cubicBezTo>
                    <a:pt x="48" y="95"/>
                    <a:pt x="63" y="95"/>
                    <a:pt x="80" y="80"/>
                  </a:cubicBezTo>
                  <a:lnTo>
                    <a:pt x="80" y="80"/>
                  </a:lnTo>
                  <a:lnTo>
                    <a:pt x="111" y="80"/>
                  </a:lnTo>
                  <a:lnTo>
                    <a:pt x="174" y="80"/>
                  </a:lnTo>
                  <a:lnTo>
                    <a:pt x="206" y="80"/>
                  </a:lnTo>
                  <a:lnTo>
                    <a:pt x="206" y="80"/>
                  </a:lnTo>
                  <a:cubicBezTo>
                    <a:pt x="237" y="80"/>
                    <a:pt x="252" y="64"/>
                    <a:pt x="284" y="64"/>
                  </a:cubicBezTo>
                  <a:lnTo>
                    <a:pt x="315" y="64"/>
                  </a:lnTo>
                  <a:cubicBezTo>
                    <a:pt x="315" y="64"/>
                    <a:pt x="332" y="64"/>
                    <a:pt x="332" y="49"/>
                  </a:cubicBezTo>
                  <a:cubicBezTo>
                    <a:pt x="347" y="49"/>
                    <a:pt x="347" y="32"/>
                    <a:pt x="347" y="32"/>
                  </a:cubicBezTo>
                  <a:cubicBezTo>
                    <a:pt x="347" y="17"/>
                    <a:pt x="332" y="1"/>
                    <a:pt x="3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00" name="Google Shape;300;p35"/>
            <p:cNvSpPr/>
            <p:nvPr/>
          </p:nvSpPr>
          <p:spPr>
            <a:xfrm>
              <a:off x="3206567" y="1794265"/>
              <a:ext cx="2544" cy="7537"/>
            </a:xfrm>
            <a:custGeom>
              <a:avLst/>
              <a:gdLst/>
              <a:ahLst/>
              <a:cxnLst/>
              <a:rect l="l" t="t" r="r" b="b"/>
              <a:pathLst>
                <a:path w="80" h="237" extrusionOk="0">
                  <a:moveTo>
                    <a:pt x="48" y="1"/>
                  </a:moveTo>
                  <a:lnTo>
                    <a:pt x="48" y="1"/>
                  </a:lnTo>
                  <a:cubicBezTo>
                    <a:pt x="32" y="1"/>
                    <a:pt x="17" y="1"/>
                    <a:pt x="17" y="16"/>
                  </a:cubicBezTo>
                  <a:cubicBezTo>
                    <a:pt x="17" y="32"/>
                    <a:pt x="17" y="32"/>
                    <a:pt x="0" y="32"/>
                  </a:cubicBezTo>
                  <a:lnTo>
                    <a:pt x="0" y="79"/>
                  </a:lnTo>
                  <a:lnTo>
                    <a:pt x="0" y="174"/>
                  </a:lnTo>
                  <a:lnTo>
                    <a:pt x="0" y="205"/>
                  </a:lnTo>
                  <a:cubicBezTo>
                    <a:pt x="0" y="221"/>
                    <a:pt x="17" y="237"/>
                    <a:pt x="32" y="237"/>
                  </a:cubicBezTo>
                  <a:lnTo>
                    <a:pt x="48" y="237"/>
                  </a:lnTo>
                  <a:cubicBezTo>
                    <a:pt x="63" y="237"/>
                    <a:pt x="80" y="221"/>
                    <a:pt x="80" y="205"/>
                  </a:cubicBezTo>
                  <a:lnTo>
                    <a:pt x="80" y="158"/>
                  </a:lnTo>
                  <a:cubicBezTo>
                    <a:pt x="63" y="127"/>
                    <a:pt x="63" y="95"/>
                    <a:pt x="63" y="64"/>
                  </a:cubicBezTo>
                  <a:lnTo>
                    <a:pt x="80" y="47"/>
                  </a:lnTo>
                  <a:lnTo>
                    <a:pt x="80" y="47"/>
                  </a:lnTo>
                  <a:cubicBezTo>
                    <a:pt x="63" y="47"/>
                    <a:pt x="48" y="32"/>
                    <a:pt x="48"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01" name="Google Shape;301;p35"/>
            <p:cNvSpPr/>
            <p:nvPr/>
          </p:nvSpPr>
          <p:spPr>
            <a:xfrm>
              <a:off x="3274214" y="1781734"/>
              <a:ext cx="6551" cy="3021"/>
            </a:xfrm>
            <a:custGeom>
              <a:avLst/>
              <a:gdLst/>
              <a:ahLst/>
              <a:cxnLst/>
              <a:rect l="l" t="t" r="r" b="b"/>
              <a:pathLst>
                <a:path w="206" h="95" extrusionOk="0">
                  <a:moveTo>
                    <a:pt x="174" y="0"/>
                  </a:moveTo>
                  <a:lnTo>
                    <a:pt x="32" y="32"/>
                  </a:lnTo>
                  <a:cubicBezTo>
                    <a:pt x="16" y="32"/>
                    <a:pt x="1" y="63"/>
                    <a:pt x="16" y="80"/>
                  </a:cubicBezTo>
                  <a:cubicBezTo>
                    <a:pt x="16" y="95"/>
                    <a:pt x="32" y="95"/>
                    <a:pt x="48" y="95"/>
                  </a:cubicBezTo>
                  <a:lnTo>
                    <a:pt x="48" y="95"/>
                  </a:lnTo>
                  <a:lnTo>
                    <a:pt x="205" y="63"/>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02" name="Google Shape;302;p35"/>
            <p:cNvSpPr/>
            <p:nvPr/>
          </p:nvSpPr>
          <p:spPr>
            <a:xfrm>
              <a:off x="3334355" y="1786727"/>
              <a:ext cx="8046" cy="5057"/>
            </a:xfrm>
            <a:custGeom>
              <a:avLst/>
              <a:gdLst/>
              <a:ahLst/>
              <a:cxnLst/>
              <a:rect l="l" t="t" r="r" b="b"/>
              <a:pathLst>
                <a:path w="253" h="159" extrusionOk="0">
                  <a:moveTo>
                    <a:pt x="221" y="1"/>
                  </a:moveTo>
                  <a:lnTo>
                    <a:pt x="205" y="1"/>
                  </a:lnTo>
                  <a:lnTo>
                    <a:pt x="205" y="1"/>
                  </a:lnTo>
                  <a:lnTo>
                    <a:pt x="79" y="17"/>
                  </a:lnTo>
                  <a:cubicBezTo>
                    <a:pt x="64" y="32"/>
                    <a:pt x="47" y="49"/>
                    <a:pt x="47" y="64"/>
                  </a:cubicBezTo>
                  <a:lnTo>
                    <a:pt x="64" y="95"/>
                  </a:lnTo>
                  <a:lnTo>
                    <a:pt x="47" y="95"/>
                  </a:lnTo>
                  <a:lnTo>
                    <a:pt x="47" y="95"/>
                  </a:lnTo>
                  <a:cubicBezTo>
                    <a:pt x="32" y="95"/>
                    <a:pt x="16" y="112"/>
                    <a:pt x="16" y="112"/>
                  </a:cubicBezTo>
                  <a:lnTo>
                    <a:pt x="1" y="143"/>
                  </a:lnTo>
                  <a:lnTo>
                    <a:pt x="95" y="158"/>
                  </a:lnTo>
                  <a:lnTo>
                    <a:pt x="127" y="127"/>
                  </a:lnTo>
                  <a:lnTo>
                    <a:pt x="127" y="127"/>
                  </a:lnTo>
                  <a:cubicBezTo>
                    <a:pt x="110" y="112"/>
                    <a:pt x="110" y="112"/>
                    <a:pt x="110" y="95"/>
                  </a:cubicBezTo>
                  <a:cubicBezTo>
                    <a:pt x="110" y="80"/>
                    <a:pt x="127" y="64"/>
                    <a:pt x="142" y="64"/>
                  </a:cubicBezTo>
                  <a:lnTo>
                    <a:pt x="205" y="49"/>
                  </a:lnTo>
                  <a:lnTo>
                    <a:pt x="205" y="49"/>
                  </a:lnTo>
                  <a:cubicBezTo>
                    <a:pt x="221" y="49"/>
                    <a:pt x="236" y="64"/>
                    <a:pt x="236" y="64"/>
                  </a:cubicBezTo>
                  <a:lnTo>
                    <a:pt x="253" y="80"/>
                  </a:lnTo>
                  <a:lnTo>
                    <a:pt x="253" y="32"/>
                  </a:lnTo>
                  <a:cubicBezTo>
                    <a:pt x="253" y="17"/>
                    <a:pt x="236" y="17"/>
                    <a:pt x="236" y="17"/>
                  </a:cubicBezTo>
                  <a:cubicBezTo>
                    <a:pt x="236" y="1"/>
                    <a:pt x="221" y="1"/>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03" name="Google Shape;303;p35"/>
            <p:cNvSpPr/>
            <p:nvPr/>
          </p:nvSpPr>
          <p:spPr>
            <a:xfrm>
              <a:off x="3130398" y="1833352"/>
              <a:ext cx="7028" cy="4039"/>
            </a:xfrm>
            <a:custGeom>
              <a:avLst/>
              <a:gdLst/>
              <a:ahLst/>
              <a:cxnLst/>
              <a:rect l="l" t="t" r="r" b="b"/>
              <a:pathLst>
                <a:path w="221" h="127" extrusionOk="0">
                  <a:moveTo>
                    <a:pt x="80" y="1"/>
                  </a:moveTo>
                  <a:lnTo>
                    <a:pt x="80" y="1"/>
                  </a:lnTo>
                  <a:lnTo>
                    <a:pt x="48" y="1"/>
                  </a:lnTo>
                  <a:lnTo>
                    <a:pt x="32" y="1"/>
                  </a:lnTo>
                  <a:cubicBezTo>
                    <a:pt x="17" y="1"/>
                    <a:pt x="0" y="16"/>
                    <a:pt x="17" y="47"/>
                  </a:cubicBezTo>
                  <a:cubicBezTo>
                    <a:pt x="17" y="64"/>
                    <a:pt x="32" y="79"/>
                    <a:pt x="48" y="79"/>
                  </a:cubicBezTo>
                  <a:lnTo>
                    <a:pt x="48" y="79"/>
                  </a:lnTo>
                  <a:lnTo>
                    <a:pt x="63" y="64"/>
                  </a:lnTo>
                  <a:lnTo>
                    <a:pt x="80" y="64"/>
                  </a:lnTo>
                  <a:cubicBezTo>
                    <a:pt x="111" y="79"/>
                    <a:pt x="126" y="79"/>
                    <a:pt x="143" y="95"/>
                  </a:cubicBezTo>
                  <a:cubicBezTo>
                    <a:pt x="158" y="110"/>
                    <a:pt x="158" y="110"/>
                    <a:pt x="174" y="110"/>
                  </a:cubicBezTo>
                  <a:lnTo>
                    <a:pt x="189" y="127"/>
                  </a:lnTo>
                  <a:cubicBezTo>
                    <a:pt x="206" y="127"/>
                    <a:pt x="206" y="110"/>
                    <a:pt x="221" y="110"/>
                  </a:cubicBezTo>
                  <a:cubicBezTo>
                    <a:pt x="221" y="79"/>
                    <a:pt x="221" y="64"/>
                    <a:pt x="206" y="64"/>
                  </a:cubicBezTo>
                  <a:cubicBezTo>
                    <a:pt x="206" y="47"/>
                    <a:pt x="189" y="47"/>
                    <a:pt x="174" y="47"/>
                  </a:cubicBezTo>
                  <a:cubicBezTo>
                    <a:pt x="158" y="32"/>
                    <a:pt x="143"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04" name="Google Shape;304;p35"/>
            <p:cNvSpPr/>
            <p:nvPr/>
          </p:nvSpPr>
          <p:spPr>
            <a:xfrm>
              <a:off x="3423023" y="1778236"/>
              <a:ext cx="9573" cy="12053"/>
            </a:xfrm>
            <a:custGeom>
              <a:avLst/>
              <a:gdLst/>
              <a:ahLst/>
              <a:cxnLst/>
              <a:rect l="l" t="t" r="r" b="b"/>
              <a:pathLst>
                <a:path w="301" h="379" extrusionOk="0">
                  <a:moveTo>
                    <a:pt x="190" y="173"/>
                  </a:moveTo>
                  <a:cubicBezTo>
                    <a:pt x="175" y="173"/>
                    <a:pt x="175" y="173"/>
                    <a:pt x="158" y="190"/>
                  </a:cubicBezTo>
                  <a:cubicBezTo>
                    <a:pt x="143" y="221"/>
                    <a:pt x="158" y="236"/>
                    <a:pt x="190" y="284"/>
                  </a:cubicBezTo>
                  <a:lnTo>
                    <a:pt x="158" y="299"/>
                  </a:lnTo>
                  <a:lnTo>
                    <a:pt x="158" y="299"/>
                  </a:lnTo>
                  <a:cubicBezTo>
                    <a:pt x="143" y="284"/>
                    <a:pt x="143" y="268"/>
                    <a:pt x="127" y="253"/>
                  </a:cubicBezTo>
                  <a:lnTo>
                    <a:pt x="127" y="253"/>
                  </a:lnTo>
                  <a:lnTo>
                    <a:pt x="112" y="253"/>
                  </a:lnTo>
                  <a:lnTo>
                    <a:pt x="49" y="236"/>
                  </a:lnTo>
                  <a:cubicBezTo>
                    <a:pt x="64" y="253"/>
                    <a:pt x="64" y="268"/>
                    <a:pt x="80" y="284"/>
                  </a:cubicBezTo>
                  <a:lnTo>
                    <a:pt x="112" y="284"/>
                  </a:lnTo>
                  <a:lnTo>
                    <a:pt x="112" y="284"/>
                  </a:lnTo>
                  <a:lnTo>
                    <a:pt x="112" y="284"/>
                  </a:lnTo>
                  <a:cubicBezTo>
                    <a:pt x="127" y="284"/>
                    <a:pt x="143" y="284"/>
                    <a:pt x="143" y="299"/>
                  </a:cubicBezTo>
                  <a:cubicBezTo>
                    <a:pt x="158" y="316"/>
                    <a:pt x="143" y="316"/>
                    <a:pt x="143" y="331"/>
                  </a:cubicBezTo>
                  <a:cubicBezTo>
                    <a:pt x="158" y="331"/>
                    <a:pt x="158" y="347"/>
                    <a:pt x="158" y="362"/>
                  </a:cubicBezTo>
                  <a:lnTo>
                    <a:pt x="158" y="379"/>
                  </a:lnTo>
                  <a:lnTo>
                    <a:pt x="175" y="379"/>
                  </a:lnTo>
                  <a:lnTo>
                    <a:pt x="175" y="379"/>
                  </a:lnTo>
                  <a:cubicBezTo>
                    <a:pt x="175" y="379"/>
                    <a:pt x="190" y="379"/>
                    <a:pt x="190" y="362"/>
                  </a:cubicBezTo>
                  <a:lnTo>
                    <a:pt x="253" y="316"/>
                  </a:lnTo>
                  <a:cubicBezTo>
                    <a:pt x="253" y="316"/>
                    <a:pt x="269" y="284"/>
                    <a:pt x="253" y="284"/>
                  </a:cubicBezTo>
                  <a:cubicBezTo>
                    <a:pt x="253" y="268"/>
                    <a:pt x="253" y="268"/>
                    <a:pt x="238" y="253"/>
                  </a:cubicBezTo>
                  <a:lnTo>
                    <a:pt x="284" y="221"/>
                  </a:lnTo>
                  <a:lnTo>
                    <a:pt x="284" y="221"/>
                  </a:lnTo>
                  <a:lnTo>
                    <a:pt x="301" y="190"/>
                  </a:lnTo>
                  <a:cubicBezTo>
                    <a:pt x="301" y="190"/>
                    <a:pt x="284" y="190"/>
                    <a:pt x="284" y="173"/>
                  </a:cubicBezTo>
                  <a:lnTo>
                    <a:pt x="284" y="173"/>
                  </a:lnTo>
                  <a:lnTo>
                    <a:pt x="238" y="205"/>
                  </a:lnTo>
                  <a:lnTo>
                    <a:pt x="221" y="205"/>
                  </a:lnTo>
                  <a:cubicBezTo>
                    <a:pt x="221" y="205"/>
                    <a:pt x="206" y="205"/>
                    <a:pt x="190" y="190"/>
                  </a:cubicBezTo>
                  <a:lnTo>
                    <a:pt x="190" y="173"/>
                  </a:lnTo>
                  <a:close/>
                  <a:moveTo>
                    <a:pt x="17" y="47"/>
                  </a:moveTo>
                  <a:lnTo>
                    <a:pt x="17" y="47"/>
                  </a:lnTo>
                  <a:lnTo>
                    <a:pt x="17" y="47"/>
                  </a:lnTo>
                  <a:close/>
                  <a:moveTo>
                    <a:pt x="32" y="1"/>
                  </a:moveTo>
                  <a:lnTo>
                    <a:pt x="32" y="1"/>
                  </a:lnTo>
                  <a:cubicBezTo>
                    <a:pt x="32" y="1"/>
                    <a:pt x="17" y="1"/>
                    <a:pt x="17" y="16"/>
                  </a:cubicBezTo>
                  <a:cubicBezTo>
                    <a:pt x="1" y="32"/>
                    <a:pt x="1" y="47"/>
                    <a:pt x="17" y="64"/>
                  </a:cubicBezTo>
                  <a:lnTo>
                    <a:pt x="17" y="64"/>
                  </a:lnTo>
                  <a:cubicBezTo>
                    <a:pt x="17" y="95"/>
                    <a:pt x="17" y="142"/>
                    <a:pt x="32" y="173"/>
                  </a:cubicBezTo>
                  <a:lnTo>
                    <a:pt x="95" y="173"/>
                  </a:lnTo>
                  <a:cubicBezTo>
                    <a:pt x="95" y="142"/>
                    <a:pt x="80" y="95"/>
                    <a:pt x="95" y="47"/>
                  </a:cubicBezTo>
                  <a:cubicBezTo>
                    <a:pt x="95" y="32"/>
                    <a:pt x="80" y="16"/>
                    <a:pt x="64" y="16"/>
                  </a:cubicBezTo>
                  <a:lnTo>
                    <a:pt x="64" y="16"/>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05" name="Google Shape;305;p35"/>
            <p:cNvSpPr/>
            <p:nvPr/>
          </p:nvSpPr>
          <p:spPr>
            <a:xfrm>
              <a:off x="3423564" y="1779731"/>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06" name="Google Shape;306;p35"/>
            <p:cNvSpPr/>
            <p:nvPr/>
          </p:nvSpPr>
          <p:spPr>
            <a:xfrm>
              <a:off x="3440070" y="1796746"/>
              <a:ext cx="2035" cy="3053"/>
            </a:xfrm>
            <a:custGeom>
              <a:avLst/>
              <a:gdLst/>
              <a:ahLst/>
              <a:cxnLst/>
              <a:rect l="l" t="t" r="r" b="b"/>
              <a:pathLst>
                <a:path w="64" h="96" extrusionOk="0">
                  <a:moveTo>
                    <a:pt x="17" y="1"/>
                  </a:moveTo>
                  <a:cubicBezTo>
                    <a:pt x="0" y="1"/>
                    <a:pt x="0" y="17"/>
                    <a:pt x="0" y="32"/>
                  </a:cubicBezTo>
                  <a:lnTo>
                    <a:pt x="0" y="49"/>
                  </a:lnTo>
                  <a:cubicBezTo>
                    <a:pt x="0" y="80"/>
                    <a:pt x="17" y="96"/>
                    <a:pt x="32" y="96"/>
                  </a:cubicBezTo>
                  <a:lnTo>
                    <a:pt x="32" y="96"/>
                  </a:lnTo>
                  <a:lnTo>
                    <a:pt x="32" y="96"/>
                  </a:lnTo>
                  <a:cubicBezTo>
                    <a:pt x="17" y="80"/>
                    <a:pt x="17" y="64"/>
                    <a:pt x="32" y="49"/>
                  </a:cubicBezTo>
                  <a:cubicBezTo>
                    <a:pt x="32" y="32"/>
                    <a:pt x="48" y="32"/>
                    <a:pt x="63" y="32"/>
                  </a:cubicBezTo>
                  <a:lnTo>
                    <a:pt x="63" y="32"/>
                  </a:lnTo>
                  <a:lnTo>
                    <a:pt x="63" y="32"/>
                  </a:lnTo>
                  <a:lnTo>
                    <a:pt x="63" y="32"/>
                  </a:lnTo>
                  <a:lnTo>
                    <a:pt x="48" y="32"/>
                  </a:lnTo>
                  <a:lnTo>
                    <a:pt x="48" y="32"/>
                  </a:lnTo>
                  <a:cubicBezTo>
                    <a:pt x="32"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07" name="Google Shape;307;p35"/>
            <p:cNvSpPr/>
            <p:nvPr/>
          </p:nvSpPr>
          <p:spPr>
            <a:xfrm>
              <a:off x="3332351" y="1811312"/>
              <a:ext cx="7060" cy="6042"/>
            </a:xfrm>
            <a:custGeom>
              <a:avLst/>
              <a:gdLst/>
              <a:ahLst/>
              <a:cxnLst/>
              <a:rect l="l" t="t" r="r" b="b"/>
              <a:pathLst>
                <a:path w="222" h="190" extrusionOk="0">
                  <a:moveTo>
                    <a:pt x="221" y="16"/>
                  </a:moveTo>
                  <a:lnTo>
                    <a:pt x="221" y="16"/>
                  </a:lnTo>
                  <a:lnTo>
                    <a:pt x="221" y="16"/>
                  </a:lnTo>
                  <a:lnTo>
                    <a:pt x="221" y="16"/>
                  </a:lnTo>
                  <a:lnTo>
                    <a:pt x="221" y="16"/>
                  </a:lnTo>
                  <a:lnTo>
                    <a:pt x="221" y="16"/>
                  </a:lnTo>
                  <a:close/>
                  <a:moveTo>
                    <a:pt x="32" y="1"/>
                  </a:moveTo>
                  <a:lnTo>
                    <a:pt x="32" y="1"/>
                  </a:lnTo>
                  <a:cubicBezTo>
                    <a:pt x="16" y="1"/>
                    <a:pt x="16" y="16"/>
                    <a:pt x="1" y="16"/>
                  </a:cubicBezTo>
                  <a:cubicBezTo>
                    <a:pt x="1" y="32"/>
                    <a:pt x="1" y="47"/>
                    <a:pt x="16" y="64"/>
                  </a:cubicBezTo>
                  <a:lnTo>
                    <a:pt x="32" y="79"/>
                  </a:lnTo>
                  <a:lnTo>
                    <a:pt x="32" y="79"/>
                  </a:lnTo>
                  <a:cubicBezTo>
                    <a:pt x="47" y="64"/>
                    <a:pt x="47" y="47"/>
                    <a:pt x="64" y="47"/>
                  </a:cubicBezTo>
                  <a:lnTo>
                    <a:pt x="79" y="47"/>
                  </a:lnTo>
                  <a:lnTo>
                    <a:pt x="79" y="47"/>
                  </a:lnTo>
                  <a:cubicBezTo>
                    <a:pt x="95" y="47"/>
                    <a:pt x="110" y="79"/>
                    <a:pt x="110" y="95"/>
                  </a:cubicBezTo>
                  <a:lnTo>
                    <a:pt x="95" y="110"/>
                  </a:lnTo>
                  <a:lnTo>
                    <a:pt x="110" y="110"/>
                  </a:lnTo>
                  <a:cubicBezTo>
                    <a:pt x="127" y="110"/>
                    <a:pt x="142" y="127"/>
                    <a:pt x="142" y="142"/>
                  </a:cubicBezTo>
                  <a:cubicBezTo>
                    <a:pt x="142" y="158"/>
                    <a:pt x="142" y="158"/>
                    <a:pt x="127" y="173"/>
                  </a:cubicBezTo>
                  <a:lnTo>
                    <a:pt x="127" y="173"/>
                  </a:lnTo>
                  <a:cubicBezTo>
                    <a:pt x="142" y="173"/>
                    <a:pt x="142" y="190"/>
                    <a:pt x="142" y="190"/>
                  </a:cubicBezTo>
                  <a:lnTo>
                    <a:pt x="173" y="173"/>
                  </a:lnTo>
                  <a:lnTo>
                    <a:pt x="190" y="173"/>
                  </a:lnTo>
                  <a:lnTo>
                    <a:pt x="190" y="173"/>
                  </a:lnTo>
                  <a:lnTo>
                    <a:pt x="190" y="173"/>
                  </a:lnTo>
                  <a:lnTo>
                    <a:pt x="205" y="142"/>
                  </a:lnTo>
                  <a:cubicBezTo>
                    <a:pt x="190" y="142"/>
                    <a:pt x="190" y="142"/>
                    <a:pt x="190" y="127"/>
                  </a:cubicBezTo>
                  <a:lnTo>
                    <a:pt x="190" y="110"/>
                  </a:lnTo>
                  <a:cubicBezTo>
                    <a:pt x="173" y="110"/>
                    <a:pt x="173" y="95"/>
                    <a:pt x="158" y="79"/>
                  </a:cubicBezTo>
                  <a:lnTo>
                    <a:pt x="158" y="79"/>
                  </a:lnTo>
                  <a:lnTo>
                    <a:pt x="158" y="95"/>
                  </a:lnTo>
                  <a:lnTo>
                    <a:pt x="127" y="79"/>
                  </a:lnTo>
                  <a:lnTo>
                    <a:pt x="142" y="79"/>
                  </a:lnTo>
                  <a:lnTo>
                    <a:pt x="158" y="79"/>
                  </a:lnTo>
                  <a:lnTo>
                    <a:pt x="142" y="32"/>
                  </a:lnTo>
                  <a:lnTo>
                    <a:pt x="127" y="47"/>
                  </a:lnTo>
                  <a:lnTo>
                    <a:pt x="110" y="47"/>
                  </a:lnTo>
                  <a:lnTo>
                    <a:pt x="79" y="47"/>
                  </a:lnTo>
                  <a:lnTo>
                    <a:pt x="79" y="47"/>
                  </a:lnTo>
                  <a:lnTo>
                    <a:pt x="79" y="47"/>
                  </a:lnTo>
                  <a:cubicBezTo>
                    <a:pt x="64" y="47"/>
                    <a:pt x="47" y="32"/>
                    <a:pt x="4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08" name="Google Shape;308;p35"/>
            <p:cNvSpPr/>
            <p:nvPr/>
          </p:nvSpPr>
          <p:spPr>
            <a:xfrm>
              <a:off x="3429034" y="1749167"/>
              <a:ext cx="8587" cy="4516"/>
            </a:xfrm>
            <a:custGeom>
              <a:avLst/>
              <a:gdLst/>
              <a:ahLst/>
              <a:cxnLst/>
              <a:rect l="l" t="t" r="r" b="b"/>
              <a:pathLst>
                <a:path w="270" h="142" extrusionOk="0">
                  <a:moveTo>
                    <a:pt x="221" y="1"/>
                  </a:moveTo>
                  <a:cubicBezTo>
                    <a:pt x="206" y="16"/>
                    <a:pt x="175" y="16"/>
                    <a:pt x="158" y="16"/>
                  </a:cubicBezTo>
                  <a:cubicBezTo>
                    <a:pt x="158" y="32"/>
                    <a:pt x="158" y="32"/>
                    <a:pt x="175" y="47"/>
                  </a:cubicBezTo>
                  <a:cubicBezTo>
                    <a:pt x="143" y="64"/>
                    <a:pt x="95" y="64"/>
                    <a:pt x="64" y="79"/>
                  </a:cubicBezTo>
                  <a:cubicBezTo>
                    <a:pt x="49" y="79"/>
                    <a:pt x="32" y="95"/>
                    <a:pt x="17" y="110"/>
                  </a:cubicBezTo>
                  <a:lnTo>
                    <a:pt x="1" y="110"/>
                  </a:lnTo>
                  <a:lnTo>
                    <a:pt x="1" y="110"/>
                  </a:lnTo>
                  <a:lnTo>
                    <a:pt x="64" y="127"/>
                  </a:lnTo>
                  <a:cubicBezTo>
                    <a:pt x="80" y="127"/>
                    <a:pt x="95" y="127"/>
                    <a:pt x="95" y="142"/>
                  </a:cubicBezTo>
                  <a:cubicBezTo>
                    <a:pt x="112" y="127"/>
                    <a:pt x="143" y="127"/>
                    <a:pt x="158" y="127"/>
                  </a:cubicBezTo>
                  <a:lnTo>
                    <a:pt x="175" y="110"/>
                  </a:lnTo>
                  <a:cubicBezTo>
                    <a:pt x="175" y="95"/>
                    <a:pt x="175" y="79"/>
                    <a:pt x="190" y="64"/>
                  </a:cubicBezTo>
                  <a:lnTo>
                    <a:pt x="206" y="64"/>
                  </a:lnTo>
                  <a:lnTo>
                    <a:pt x="221" y="64"/>
                  </a:lnTo>
                  <a:cubicBezTo>
                    <a:pt x="238" y="64"/>
                    <a:pt x="238" y="64"/>
                    <a:pt x="238" y="47"/>
                  </a:cubicBezTo>
                  <a:lnTo>
                    <a:pt x="253" y="47"/>
                  </a:lnTo>
                  <a:lnTo>
                    <a:pt x="253" y="64"/>
                  </a:lnTo>
                  <a:lnTo>
                    <a:pt x="269" y="64"/>
                  </a:lnTo>
                  <a:cubicBezTo>
                    <a:pt x="269" y="64"/>
                    <a:pt x="269" y="47"/>
                    <a:pt x="253" y="47"/>
                  </a:cubicBezTo>
                  <a:cubicBezTo>
                    <a:pt x="253" y="32"/>
                    <a:pt x="238" y="32"/>
                    <a:pt x="238"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09" name="Google Shape;309;p35"/>
            <p:cNvSpPr/>
            <p:nvPr/>
          </p:nvSpPr>
          <p:spPr>
            <a:xfrm>
              <a:off x="3277712" y="1807304"/>
              <a:ext cx="2544" cy="7060"/>
            </a:xfrm>
            <a:custGeom>
              <a:avLst/>
              <a:gdLst/>
              <a:ahLst/>
              <a:cxnLst/>
              <a:rect l="l" t="t" r="r" b="b"/>
              <a:pathLst>
                <a:path w="80" h="222" extrusionOk="0">
                  <a:moveTo>
                    <a:pt x="48" y="0"/>
                  </a:moveTo>
                  <a:lnTo>
                    <a:pt x="48" y="0"/>
                  </a:lnTo>
                  <a:cubicBezTo>
                    <a:pt x="32" y="0"/>
                    <a:pt x="17" y="16"/>
                    <a:pt x="17" y="32"/>
                  </a:cubicBezTo>
                  <a:cubicBezTo>
                    <a:pt x="1" y="47"/>
                    <a:pt x="1" y="63"/>
                    <a:pt x="1" y="79"/>
                  </a:cubicBezTo>
                  <a:lnTo>
                    <a:pt x="1" y="142"/>
                  </a:lnTo>
                  <a:lnTo>
                    <a:pt x="1" y="158"/>
                  </a:lnTo>
                  <a:lnTo>
                    <a:pt x="1" y="221"/>
                  </a:lnTo>
                  <a:lnTo>
                    <a:pt x="1" y="221"/>
                  </a:lnTo>
                  <a:cubicBezTo>
                    <a:pt x="80" y="190"/>
                    <a:pt x="80" y="127"/>
                    <a:pt x="80" y="79"/>
                  </a:cubicBezTo>
                  <a:lnTo>
                    <a:pt x="80" y="32"/>
                  </a:lnTo>
                  <a:cubicBezTo>
                    <a:pt x="80"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0" name="Google Shape;310;p35"/>
            <p:cNvSpPr/>
            <p:nvPr/>
          </p:nvSpPr>
          <p:spPr>
            <a:xfrm>
              <a:off x="3120379" y="1826355"/>
              <a:ext cx="5565" cy="3498"/>
            </a:xfrm>
            <a:custGeom>
              <a:avLst/>
              <a:gdLst/>
              <a:ahLst/>
              <a:cxnLst/>
              <a:rect l="l" t="t" r="r" b="b"/>
              <a:pathLst>
                <a:path w="175" h="110" extrusionOk="0">
                  <a:moveTo>
                    <a:pt x="126" y="0"/>
                  </a:moveTo>
                  <a:lnTo>
                    <a:pt x="126" y="0"/>
                  </a:lnTo>
                  <a:lnTo>
                    <a:pt x="111" y="0"/>
                  </a:lnTo>
                  <a:cubicBezTo>
                    <a:pt x="126" y="15"/>
                    <a:pt x="111" y="32"/>
                    <a:pt x="111" y="47"/>
                  </a:cubicBezTo>
                  <a:lnTo>
                    <a:pt x="80" y="47"/>
                  </a:lnTo>
                  <a:cubicBezTo>
                    <a:pt x="80" y="47"/>
                    <a:pt x="63" y="47"/>
                    <a:pt x="48" y="32"/>
                  </a:cubicBezTo>
                  <a:lnTo>
                    <a:pt x="48" y="15"/>
                  </a:lnTo>
                  <a:lnTo>
                    <a:pt x="17" y="32"/>
                  </a:lnTo>
                  <a:cubicBezTo>
                    <a:pt x="17" y="32"/>
                    <a:pt x="0" y="47"/>
                    <a:pt x="0" y="63"/>
                  </a:cubicBezTo>
                  <a:lnTo>
                    <a:pt x="0" y="78"/>
                  </a:lnTo>
                  <a:cubicBezTo>
                    <a:pt x="0" y="95"/>
                    <a:pt x="17" y="110"/>
                    <a:pt x="32" y="110"/>
                  </a:cubicBezTo>
                  <a:lnTo>
                    <a:pt x="143" y="110"/>
                  </a:lnTo>
                  <a:lnTo>
                    <a:pt x="143" y="110"/>
                  </a:lnTo>
                  <a:cubicBezTo>
                    <a:pt x="158" y="110"/>
                    <a:pt x="174" y="95"/>
                    <a:pt x="174" y="78"/>
                  </a:cubicBezTo>
                  <a:cubicBezTo>
                    <a:pt x="174" y="63"/>
                    <a:pt x="158" y="47"/>
                    <a:pt x="143" y="47"/>
                  </a:cubicBezTo>
                  <a:lnTo>
                    <a:pt x="126" y="47"/>
                  </a:lnTo>
                  <a:cubicBezTo>
                    <a:pt x="143" y="32"/>
                    <a:pt x="143"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1" name="Google Shape;311;p35"/>
            <p:cNvSpPr/>
            <p:nvPr/>
          </p:nvSpPr>
          <p:spPr>
            <a:xfrm>
              <a:off x="3260188" y="1773243"/>
              <a:ext cx="7060" cy="4516"/>
            </a:xfrm>
            <a:custGeom>
              <a:avLst/>
              <a:gdLst/>
              <a:ahLst/>
              <a:cxnLst/>
              <a:rect l="l" t="t" r="r" b="b"/>
              <a:pathLst>
                <a:path w="222" h="142" extrusionOk="0">
                  <a:moveTo>
                    <a:pt x="142" y="63"/>
                  </a:moveTo>
                  <a:lnTo>
                    <a:pt x="142" y="47"/>
                  </a:lnTo>
                  <a:lnTo>
                    <a:pt x="142" y="63"/>
                  </a:lnTo>
                  <a:close/>
                  <a:moveTo>
                    <a:pt x="110" y="15"/>
                  </a:moveTo>
                  <a:lnTo>
                    <a:pt x="95" y="32"/>
                  </a:lnTo>
                  <a:lnTo>
                    <a:pt x="95" y="32"/>
                  </a:lnTo>
                  <a:lnTo>
                    <a:pt x="95" y="63"/>
                  </a:lnTo>
                  <a:lnTo>
                    <a:pt x="79" y="78"/>
                  </a:lnTo>
                  <a:lnTo>
                    <a:pt x="79" y="95"/>
                  </a:lnTo>
                  <a:cubicBezTo>
                    <a:pt x="95" y="110"/>
                    <a:pt x="110" y="110"/>
                    <a:pt x="142" y="126"/>
                  </a:cubicBezTo>
                  <a:lnTo>
                    <a:pt x="173" y="126"/>
                  </a:lnTo>
                  <a:lnTo>
                    <a:pt x="173" y="141"/>
                  </a:lnTo>
                  <a:cubicBezTo>
                    <a:pt x="190" y="141"/>
                    <a:pt x="205" y="126"/>
                    <a:pt x="205" y="110"/>
                  </a:cubicBezTo>
                  <a:cubicBezTo>
                    <a:pt x="221" y="95"/>
                    <a:pt x="221" y="78"/>
                    <a:pt x="190" y="78"/>
                  </a:cubicBezTo>
                  <a:cubicBezTo>
                    <a:pt x="190" y="63"/>
                    <a:pt x="173" y="63"/>
                    <a:pt x="158" y="63"/>
                  </a:cubicBezTo>
                  <a:cubicBezTo>
                    <a:pt x="158" y="63"/>
                    <a:pt x="142" y="47"/>
                    <a:pt x="127" y="47"/>
                  </a:cubicBezTo>
                  <a:cubicBezTo>
                    <a:pt x="127" y="32"/>
                    <a:pt x="127" y="15"/>
                    <a:pt x="110" y="15"/>
                  </a:cubicBezTo>
                  <a:close/>
                  <a:moveTo>
                    <a:pt x="32" y="0"/>
                  </a:moveTo>
                  <a:lnTo>
                    <a:pt x="32" y="0"/>
                  </a:lnTo>
                  <a:cubicBezTo>
                    <a:pt x="16" y="0"/>
                    <a:pt x="1" y="15"/>
                    <a:pt x="1" y="47"/>
                  </a:cubicBezTo>
                  <a:cubicBezTo>
                    <a:pt x="1" y="47"/>
                    <a:pt x="1" y="63"/>
                    <a:pt x="16" y="63"/>
                  </a:cubicBezTo>
                  <a:lnTo>
                    <a:pt x="16" y="47"/>
                  </a:lnTo>
                  <a:lnTo>
                    <a:pt x="32" y="32"/>
                  </a:lnTo>
                  <a:lnTo>
                    <a:pt x="32"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2" name="Google Shape;312;p35"/>
            <p:cNvSpPr/>
            <p:nvPr/>
          </p:nvSpPr>
          <p:spPr>
            <a:xfrm>
              <a:off x="3264673" y="1774706"/>
              <a:ext cx="32" cy="572"/>
            </a:xfrm>
            <a:custGeom>
              <a:avLst/>
              <a:gdLst/>
              <a:ahLst/>
              <a:cxnLst/>
              <a:rect l="l" t="t" r="r" b="b"/>
              <a:pathLst>
                <a:path w="1" h="18" extrusionOk="0">
                  <a:moveTo>
                    <a:pt x="1" y="1"/>
                  </a:move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3" name="Google Shape;313;p35"/>
            <p:cNvSpPr/>
            <p:nvPr/>
          </p:nvSpPr>
          <p:spPr>
            <a:xfrm>
              <a:off x="3353882" y="1814333"/>
              <a:ext cx="6042" cy="7028"/>
            </a:xfrm>
            <a:custGeom>
              <a:avLst/>
              <a:gdLst/>
              <a:ahLst/>
              <a:cxnLst/>
              <a:rect l="l" t="t" r="r" b="b"/>
              <a:pathLst>
                <a:path w="190" h="221" extrusionOk="0">
                  <a:moveTo>
                    <a:pt x="126" y="0"/>
                  </a:moveTo>
                  <a:lnTo>
                    <a:pt x="126" y="15"/>
                  </a:lnTo>
                  <a:lnTo>
                    <a:pt x="63" y="158"/>
                  </a:lnTo>
                  <a:lnTo>
                    <a:pt x="17" y="173"/>
                  </a:lnTo>
                  <a:cubicBezTo>
                    <a:pt x="0" y="189"/>
                    <a:pt x="0" y="204"/>
                    <a:pt x="0" y="221"/>
                  </a:cubicBezTo>
                  <a:lnTo>
                    <a:pt x="17" y="221"/>
                  </a:lnTo>
                  <a:lnTo>
                    <a:pt x="80" y="221"/>
                  </a:lnTo>
                  <a:lnTo>
                    <a:pt x="111" y="204"/>
                  </a:lnTo>
                  <a:cubicBezTo>
                    <a:pt x="126" y="204"/>
                    <a:pt x="126" y="189"/>
                    <a:pt x="126" y="189"/>
                  </a:cubicBezTo>
                  <a:lnTo>
                    <a:pt x="189" y="32"/>
                  </a:lnTo>
                  <a:lnTo>
                    <a:pt x="189" y="15"/>
                  </a:lnTo>
                  <a:cubicBezTo>
                    <a:pt x="189" y="32"/>
                    <a:pt x="174" y="32"/>
                    <a:pt x="158" y="32"/>
                  </a:cubicBezTo>
                  <a:lnTo>
                    <a:pt x="158" y="32"/>
                  </a:lnTo>
                  <a:cubicBezTo>
                    <a:pt x="143" y="32"/>
                    <a:pt x="126"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4" name="Google Shape;314;p35"/>
            <p:cNvSpPr/>
            <p:nvPr/>
          </p:nvSpPr>
          <p:spPr>
            <a:xfrm>
              <a:off x="3118376" y="1813315"/>
              <a:ext cx="3562" cy="5534"/>
            </a:xfrm>
            <a:custGeom>
              <a:avLst/>
              <a:gdLst/>
              <a:ahLst/>
              <a:cxnLst/>
              <a:rect l="l" t="t" r="r" b="b"/>
              <a:pathLst>
                <a:path w="112" h="174" extrusionOk="0">
                  <a:moveTo>
                    <a:pt x="48" y="1"/>
                  </a:moveTo>
                  <a:lnTo>
                    <a:pt x="48" y="1"/>
                  </a:lnTo>
                  <a:lnTo>
                    <a:pt x="32" y="1"/>
                  </a:lnTo>
                  <a:lnTo>
                    <a:pt x="32" y="1"/>
                  </a:lnTo>
                  <a:cubicBezTo>
                    <a:pt x="17" y="1"/>
                    <a:pt x="17" y="1"/>
                    <a:pt x="17" y="16"/>
                  </a:cubicBezTo>
                  <a:lnTo>
                    <a:pt x="17" y="16"/>
                  </a:lnTo>
                  <a:cubicBezTo>
                    <a:pt x="17" y="47"/>
                    <a:pt x="0" y="64"/>
                    <a:pt x="0" y="79"/>
                  </a:cubicBezTo>
                  <a:lnTo>
                    <a:pt x="17" y="95"/>
                  </a:lnTo>
                  <a:lnTo>
                    <a:pt x="32" y="95"/>
                  </a:lnTo>
                  <a:lnTo>
                    <a:pt x="32" y="95"/>
                  </a:lnTo>
                  <a:lnTo>
                    <a:pt x="32" y="110"/>
                  </a:lnTo>
                  <a:lnTo>
                    <a:pt x="17" y="127"/>
                  </a:lnTo>
                  <a:cubicBezTo>
                    <a:pt x="17" y="142"/>
                    <a:pt x="17" y="158"/>
                    <a:pt x="32" y="158"/>
                  </a:cubicBezTo>
                  <a:lnTo>
                    <a:pt x="48" y="173"/>
                  </a:lnTo>
                  <a:cubicBezTo>
                    <a:pt x="63" y="173"/>
                    <a:pt x="80" y="158"/>
                    <a:pt x="80" y="158"/>
                  </a:cubicBezTo>
                  <a:lnTo>
                    <a:pt x="80" y="142"/>
                  </a:lnTo>
                  <a:cubicBezTo>
                    <a:pt x="95" y="127"/>
                    <a:pt x="111" y="95"/>
                    <a:pt x="111" y="64"/>
                  </a:cubicBezTo>
                  <a:lnTo>
                    <a:pt x="95" y="16"/>
                  </a:lnTo>
                  <a:cubicBezTo>
                    <a:pt x="80"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5" name="Google Shape;315;p35"/>
            <p:cNvSpPr/>
            <p:nvPr/>
          </p:nvSpPr>
          <p:spPr>
            <a:xfrm>
              <a:off x="3105336" y="1785741"/>
              <a:ext cx="8046" cy="4548"/>
            </a:xfrm>
            <a:custGeom>
              <a:avLst/>
              <a:gdLst/>
              <a:ahLst/>
              <a:cxnLst/>
              <a:rect l="l" t="t" r="r" b="b"/>
              <a:pathLst>
                <a:path w="253" h="143" extrusionOk="0">
                  <a:moveTo>
                    <a:pt x="80" y="17"/>
                  </a:moveTo>
                  <a:lnTo>
                    <a:pt x="80" y="32"/>
                  </a:lnTo>
                  <a:lnTo>
                    <a:pt x="48" y="63"/>
                  </a:lnTo>
                  <a:lnTo>
                    <a:pt x="64" y="63"/>
                  </a:lnTo>
                  <a:cubicBezTo>
                    <a:pt x="64" y="80"/>
                    <a:pt x="64" y="80"/>
                    <a:pt x="80" y="95"/>
                  </a:cubicBezTo>
                  <a:lnTo>
                    <a:pt x="190" y="143"/>
                  </a:lnTo>
                  <a:lnTo>
                    <a:pt x="206" y="143"/>
                  </a:lnTo>
                  <a:cubicBezTo>
                    <a:pt x="221" y="143"/>
                    <a:pt x="238" y="143"/>
                    <a:pt x="238" y="126"/>
                  </a:cubicBezTo>
                  <a:cubicBezTo>
                    <a:pt x="253" y="111"/>
                    <a:pt x="238" y="95"/>
                    <a:pt x="238" y="95"/>
                  </a:cubicBezTo>
                  <a:lnTo>
                    <a:pt x="190" y="111"/>
                  </a:lnTo>
                  <a:lnTo>
                    <a:pt x="175" y="111"/>
                  </a:lnTo>
                  <a:cubicBezTo>
                    <a:pt x="175" y="111"/>
                    <a:pt x="158" y="111"/>
                    <a:pt x="158" y="95"/>
                  </a:cubicBezTo>
                  <a:lnTo>
                    <a:pt x="143" y="95"/>
                  </a:lnTo>
                  <a:lnTo>
                    <a:pt x="143" y="95"/>
                  </a:lnTo>
                  <a:cubicBezTo>
                    <a:pt x="127" y="95"/>
                    <a:pt x="112" y="95"/>
                    <a:pt x="112" y="80"/>
                  </a:cubicBezTo>
                  <a:lnTo>
                    <a:pt x="112" y="32"/>
                  </a:lnTo>
                  <a:lnTo>
                    <a:pt x="80" y="17"/>
                  </a:lnTo>
                  <a:close/>
                  <a:moveTo>
                    <a:pt x="1" y="0"/>
                  </a:moveTo>
                  <a:lnTo>
                    <a:pt x="1" y="17"/>
                  </a:ln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6" name="Google Shape;316;p35"/>
            <p:cNvSpPr/>
            <p:nvPr/>
          </p:nvSpPr>
          <p:spPr>
            <a:xfrm>
              <a:off x="3438066" y="1748181"/>
              <a:ext cx="4039" cy="13039"/>
            </a:xfrm>
            <a:custGeom>
              <a:avLst/>
              <a:gdLst/>
              <a:ahLst/>
              <a:cxnLst/>
              <a:rect l="l" t="t" r="r" b="b"/>
              <a:pathLst>
                <a:path w="127" h="410" extrusionOk="0">
                  <a:moveTo>
                    <a:pt x="80" y="0"/>
                  </a:moveTo>
                  <a:cubicBezTo>
                    <a:pt x="63" y="15"/>
                    <a:pt x="32" y="15"/>
                    <a:pt x="17" y="15"/>
                  </a:cubicBezTo>
                  <a:lnTo>
                    <a:pt x="0" y="63"/>
                  </a:lnTo>
                  <a:lnTo>
                    <a:pt x="0" y="95"/>
                  </a:lnTo>
                  <a:cubicBezTo>
                    <a:pt x="17" y="110"/>
                    <a:pt x="17" y="141"/>
                    <a:pt x="17" y="189"/>
                  </a:cubicBezTo>
                  <a:cubicBezTo>
                    <a:pt x="0" y="221"/>
                    <a:pt x="0" y="252"/>
                    <a:pt x="17" y="284"/>
                  </a:cubicBezTo>
                  <a:lnTo>
                    <a:pt x="32" y="268"/>
                  </a:lnTo>
                  <a:lnTo>
                    <a:pt x="48" y="268"/>
                  </a:lnTo>
                  <a:lnTo>
                    <a:pt x="48" y="268"/>
                  </a:lnTo>
                  <a:cubicBezTo>
                    <a:pt x="48" y="268"/>
                    <a:pt x="63" y="268"/>
                    <a:pt x="80" y="284"/>
                  </a:cubicBezTo>
                  <a:cubicBezTo>
                    <a:pt x="80" y="299"/>
                    <a:pt x="80" y="315"/>
                    <a:pt x="63" y="331"/>
                  </a:cubicBezTo>
                  <a:lnTo>
                    <a:pt x="48" y="347"/>
                  </a:lnTo>
                  <a:lnTo>
                    <a:pt x="48" y="347"/>
                  </a:lnTo>
                  <a:lnTo>
                    <a:pt x="32" y="362"/>
                  </a:lnTo>
                  <a:cubicBezTo>
                    <a:pt x="17" y="378"/>
                    <a:pt x="32" y="410"/>
                    <a:pt x="48" y="410"/>
                  </a:cubicBezTo>
                  <a:lnTo>
                    <a:pt x="63" y="410"/>
                  </a:lnTo>
                  <a:cubicBezTo>
                    <a:pt x="80" y="410"/>
                    <a:pt x="80" y="410"/>
                    <a:pt x="95" y="394"/>
                  </a:cubicBezTo>
                  <a:lnTo>
                    <a:pt x="111" y="347"/>
                  </a:lnTo>
                  <a:cubicBezTo>
                    <a:pt x="126" y="347"/>
                    <a:pt x="126" y="331"/>
                    <a:pt x="111" y="315"/>
                  </a:cubicBezTo>
                  <a:cubicBezTo>
                    <a:pt x="80" y="284"/>
                    <a:pt x="80" y="236"/>
                    <a:pt x="80" y="189"/>
                  </a:cubicBezTo>
                  <a:cubicBezTo>
                    <a:pt x="80" y="141"/>
                    <a:pt x="80" y="110"/>
                    <a:pt x="63" y="78"/>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7" name="Google Shape;317;p35"/>
            <p:cNvSpPr/>
            <p:nvPr/>
          </p:nvSpPr>
          <p:spPr>
            <a:xfrm>
              <a:off x="3380470" y="1776709"/>
              <a:ext cx="5025" cy="3562"/>
            </a:xfrm>
            <a:custGeom>
              <a:avLst/>
              <a:gdLst/>
              <a:ahLst/>
              <a:cxnLst/>
              <a:rect l="l" t="t" r="r" b="b"/>
              <a:pathLst>
                <a:path w="158" h="112" extrusionOk="0">
                  <a:moveTo>
                    <a:pt x="126" y="1"/>
                  </a:moveTo>
                  <a:lnTo>
                    <a:pt x="126" y="1"/>
                  </a:lnTo>
                  <a:lnTo>
                    <a:pt x="110" y="1"/>
                  </a:lnTo>
                  <a:lnTo>
                    <a:pt x="0" y="49"/>
                  </a:lnTo>
                  <a:lnTo>
                    <a:pt x="0" y="49"/>
                  </a:lnTo>
                  <a:lnTo>
                    <a:pt x="0" y="64"/>
                  </a:lnTo>
                  <a:lnTo>
                    <a:pt x="0" y="95"/>
                  </a:lnTo>
                  <a:cubicBezTo>
                    <a:pt x="0" y="112"/>
                    <a:pt x="15" y="112"/>
                    <a:pt x="15" y="112"/>
                  </a:cubicBezTo>
                  <a:lnTo>
                    <a:pt x="32" y="112"/>
                  </a:lnTo>
                  <a:lnTo>
                    <a:pt x="141" y="64"/>
                  </a:lnTo>
                  <a:cubicBezTo>
                    <a:pt x="158" y="64"/>
                    <a:pt x="158" y="32"/>
                    <a:pt x="158" y="17"/>
                  </a:cubicBez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8" name="Google Shape;318;p35"/>
            <p:cNvSpPr/>
            <p:nvPr/>
          </p:nvSpPr>
          <p:spPr>
            <a:xfrm>
              <a:off x="3384954" y="1791275"/>
              <a:ext cx="9032" cy="3498"/>
            </a:xfrm>
            <a:custGeom>
              <a:avLst/>
              <a:gdLst/>
              <a:ahLst/>
              <a:cxnLst/>
              <a:rect l="l" t="t" r="r" b="b"/>
              <a:pathLst>
                <a:path w="284" h="110" extrusionOk="0">
                  <a:moveTo>
                    <a:pt x="17" y="0"/>
                  </a:moveTo>
                  <a:cubicBezTo>
                    <a:pt x="17" y="15"/>
                    <a:pt x="0" y="15"/>
                    <a:pt x="0" y="15"/>
                  </a:cubicBezTo>
                  <a:cubicBezTo>
                    <a:pt x="17" y="15"/>
                    <a:pt x="17" y="32"/>
                    <a:pt x="17" y="32"/>
                  </a:cubicBezTo>
                  <a:lnTo>
                    <a:pt x="237" y="110"/>
                  </a:lnTo>
                  <a:lnTo>
                    <a:pt x="237" y="110"/>
                  </a:lnTo>
                  <a:cubicBezTo>
                    <a:pt x="252" y="110"/>
                    <a:pt x="269" y="95"/>
                    <a:pt x="284" y="95"/>
                  </a:cubicBezTo>
                  <a:cubicBezTo>
                    <a:pt x="284" y="63"/>
                    <a:pt x="269" y="47"/>
                    <a:pt x="252" y="47"/>
                  </a:cubicBezTo>
                  <a:lnTo>
                    <a:pt x="158" y="15"/>
                  </a:lnTo>
                  <a:cubicBezTo>
                    <a:pt x="158" y="32"/>
                    <a:pt x="158" y="32"/>
                    <a:pt x="143" y="47"/>
                  </a:cubicBezTo>
                  <a:lnTo>
                    <a:pt x="126" y="47"/>
                  </a:lnTo>
                  <a:cubicBezTo>
                    <a:pt x="111" y="47"/>
                    <a:pt x="95" y="32"/>
                    <a:pt x="95" y="15"/>
                  </a:cubicBezTo>
                  <a:lnTo>
                    <a:pt x="95" y="15"/>
                  </a:lnTo>
                  <a:lnTo>
                    <a:pt x="17" y="15"/>
                  </a:lnTo>
                  <a:lnTo>
                    <a:pt x="1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9" name="Google Shape;319;p35"/>
            <p:cNvSpPr/>
            <p:nvPr/>
          </p:nvSpPr>
          <p:spPr>
            <a:xfrm>
              <a:off x="3390965" y="1801294"/>
              <a:ext cx="7569" cy="3530"/>
            </a:xfrm>
            <a:custGeom>
              <a:avLst/>
              <a:gdLst/>
              <a:ahLst/>
              <a:cxnLst/>
              <a:rect l="l" t="t" r="r" b="b"/>
              <a:pathLst>
                <a:path w="238" h="111" extrusionOk="0">
                  <a:moveTo>
                    <a:pt x="206" y="16"/>
                  </a:moveTo>
                  <a:lnTo>
                    <a:pt x="189" y="16"/>
                  </a:lnTo>
                  <a:lnTo>
                    <a:pt x="143" y="32"/>
                  </a:lnTo>
                  <a:lnTo>
                    <a:pt x="143" y="110"/>
                  </a:lnTo>
                  <a:cubicBezTo>
                    <a:pt x="143" y="110"/>
                    <a:pt x="158" y="110"/>
                    <a:pt x="158" y="95"/>
                  </a:cubicBezTo>
                  <a:lnTo>
                    <a:pt x="158" y="95"/>
                  </a:lnTo>
                  <a:lnTo>
                    <a:pt x="174" y="95"/>
                  </a:lnTo>
                  <a:cubicBezTo>
                    <a:pt x="174" y="95"/>
                    <a:pt x="189" y="79"/>
                    <a:pt x="206" y="79"/>
                  </a:cubicBezTo>
                  <a:lnTo>
                    <a:pt x="221" y="79"/>
                  </a:lnTo>
                  <a:cubicBezTo>
                    <a:pt x="237" y="79"/>
                    <a:pt x="237" y="63"/>
                    <a:pt x="237" y="47"/>
                  </a:cubicBezTo>
                  <a:cubicBezTo>
                    <a:pt x="237" y="32"/>
                    <a:pt x="221" y="16"/>
                    <a:pt x="206" y="16"/>
                  </a:cubicBezTo>
                  <a:close/>
                  <a:moveTo>
                    <a:pt x="32" y="0"/>
                  </a:moveTo>
                  <a:cubicBezTo>
                    <a:pt x="32" y="16"/>
                    <a:pt x="0" y="47"/>
                    <a:pt x="32" y="79"/>
                  </a:cubicBezTo>
                  <a:lnTo>
                    <a:pt x="32" y="79"/>
                  </a:lnTo>
                  <a:lnTo>
                    <a:pt x="48" y="79"/>
                  </a:lnTo>
                  <a:lnTo>
                    <a:pt x="48" y="79"/>
                  </a:lnTo>
                  <a:lnTo>
                    <a:pt x="80" y="79"/>
                  </a:lnTo>
                  <a:lnTo>
                    <a:pt x="80" y="32"/>
                  </a:lnTo>
                  <a:cubicBezTo>
                    <a:pt x="63" y="16"/>
                    <a:pt x="80" y="16"/>
                    <a:pt x="80" y="16"/>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0" name="Google Shape;320;p35"/>
            <p:cNvSpPr/>
            <p:nvPr/>
          </p:nvSpPr>
          <p:spPr>
            <a:xfrm>
              <a:off x="3185513" y="1774229"/>
              <a:ext cx="7569" cy="6042"/>
            </a:xfrm>
            <a:custGeom>
              <a:avLst/>
              <a:gdLst/>
              <a:ahLst/>
              <a:cxnLst/>
              <a:rect l="l" t="t" r="r" b="b"/>
              <a:pathLst>
                <a:path w="238" h="190" extrusionOk="0">
                  <a:moveTo>
                    <a:pt x="158" y="95"/>
                  </a:moveTo>
                  <a:lnTo>
                    <a:pt x="158" y="95"/>
                  </a:lnTo>
                  <a:lnTo>
                    <a:pt x="158" y="95"/>
                  </a:lnTo>
                  <a:close/>
                  <a:moveTo>
                    <a:pt x="95" y="1"/>
                  </a:moveTo>
                  <a:cubicBezTo>
                    <a:pt x="64" y="1"/>
                    <a:pt x="32" y="1"/>
                    <a:pt x="1" y="16"/>
                  </a:cubicBezTo>
                  <a:lnTo>
                    <a:pt x="1" y="16"/>
                  </a:lnTo>
                  <a:cubicBezTo>
                    <a:pt x="17" y="32"/>
                    <a:pt x="32" y="47"/>
                    <a:pt x="48" y="47"/>
                  </a:cubicBezTo>
                  <a:cubicBezTo>
                    <a:pt x="80" y="79"/>
                    <a:pt x="95" y="95"/>
                    <a:pt x="111" y="127"/>
                  </a:cubicBezTo>
                  <a:cubicBezTo>
                    <a:pt x="111" y="158"/>
                    <a:pt x="143" y="158"/>
                    <a:pt x="158" y="173"/>
                  </a:cubicBezTo>
                  <a:lnTo>
                    <a:pt x="190" y="173"/>
                  </a:lnTo>
                  <a:cubicBezTo>
                    <a:pt x="190" y="190"/>
                    <a:pt x="190" y="190"/>
                    <a:pt x="206" y="190"/>
                  </a:cubicBezTo>
                  <a:cubicBezTo>
                    <a:pt x="221" y="190"/>
                    <a:pt x="221" y="173"/>
                    <a:pt x="237" y="158"/>
                  </a:cubicBezTo>
                  <a:cubicBezTo>
                    <a:pt x="237" y="142"/>
                    <a:pt x="237" y="127"/>
                    <a:pt x="221" y="110"/>
                  </a:cubicBezTo>
                  <a:lnTo>
                    <a:pt x="190" y="110"/>
                  </a:lnTo>
                  <a:lnTo>
                    <a:pt x="174" y="95"/>
                  </a:lnTo>
                  <a:cubicBezTo>
                    <a:pt x="158" y="47"/>
                    <a:pt x="127"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1" name="Google Shape;321;p35"/>
            <p:cNvSpPr/>
            <p:nvPr/>
          </p:nvSpPr>
          <p:spPr>
            <a:xfrm>
              <a:off x="3190538" y="177725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2" name="Google Shape;322;p35"/>
            <p:cNvSpPr/>
            <p:nvPr/>
          </p:nvSpPr>
          <p:spPr>
            <a:xfrm>
              <a:off x="3042206" y="1820821"/>
              <a:ext cx="6042" cy="4039"/>
            </a:xfrm>
            <a:custGeom>
              <a:avLst/>
              <a:gdLst/>
              <a:ahLst/>
              <a:cxnLst/>
              <a:rect l="l" t="t" r="r" b="b"/>
              <a:pathLst>
                <a:path w="190" h="127" extrusionOk="0">
                  <a:moveTo>
                    <a:pt x="158" y="0"/>
                  </a:moveTo>
                  <a:lnTo>
                    <a:pt x="158" y="0"/>
                  </a:lnTo>
                  <a:cubicBezTo>
                    <a:pt x="143" y="0"/>
                    <a:pt x="126" y="17"/>
                    <a:pt x="126" y="17"/>
                  </a:cubicBezTo>
                  <a:cubicBezTo>
                    <a:pt x="126" y="32"/>
                    <a:pt x="111" y="32"/>
                    <a:pt x="95" y="48"/>
                  </a:cubicBezTo>
                  <a:lnTo>
                    <a:pt x="95" y="63"/>
                  </a:lnTo>
                  <a:cubicBezTo>
                    <a:pt x="95" y="80"/>
                    <a:pt x="80" y="95"/>
                    <a:pt x="63" y="95"/>
                  </a:cubicBezTo>
                  <a:lnTo>
                    <a:pt x="0" y="95"/>
                  </a:lnTo>
                  <a:lnTo>
                    <a:pt x="0" y="111"/>
                  </a:lnTo>
                  <a:cubicBezTo>
                    <a:pt x="17" y="126"/>
                    <a:pt x="17" y="126"/>
                    <a:pt x="32" y="126"/>
                  </a:cubicBezTo>
                  <a:lnTo>
                    <a:pt x="48" y="126"/>
                  </a:lnTo>
                  <a:cubicBezTo>
                    <a:pt x="63" y="111"/>
                    <a:pt x="80" y="111"/>
                    <a:pt x="95" y="111"/>
                  </a:cubicBezTo>
                  <a:cubicBezTo>
                    <a:pt x="126" y="111"/>
                    <a:pt x="174" y="95"/>
                    <a:pt x="189" y="48"/>
                  </a:cubicBezTo>
                  <a:cubicBezTo>
                    <a:pt x="189" y="32"/>
                    <a:pt x="189" y="17"/>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3" name="Google Shape;323;p35"/>
            <p:cNvSpPr/>
            <p:nvPr/>
          </p:nvSpPr>
          <p:spPr>
            <a:xfrm>
              <a:off x="3167004" y="1793279"/>
              <a:ext cx="6042" cy="3021"/>
            </a:xfrm>
            <a:custGeom>
              <a:avLst/>
              <a:gdLst/>
              <a:ahLst/>
              <a:cxnLst/>
              <a:rect l="l" t="t" r="r" b="b"/>
              <a:pathLst>
                <a:path w="190" h="95" extrusionOk="0">
                  <a:moveTo>
                    <a:pt x="173" y="0"/>
                  </a:moveTo>
                  <a:lnTo>
                    <a:pt x="173" y="0"/>
                  </a:lnTo>
                  <a:lnTo>
                    <a:pt x="32" y="15"/>
                  </a:lnTo>
                  <a:cubicBezTo>
                    <a:pt x="0" y="15"/>
                    <a:pt x="0" y="32"/>
                    <a:pt x="0" y="63"/>
                  </a:cubicBezTo>
                  <a:cubicBezTo>
                    <a:pt x="0" y="78"/>
                    <a:pt x="15" y="95"/>
                    <a:pt x="32" y="95"/>
                  </a:cubicBezTo>
                  <a:lnTo>
                    <a:pt x="32" y="95"/>
                  </a:lnTo>
                  <a:lnTo>
                    <a:pt x="63" y="78"/>
                  </a:lnTo>
                  <a:lnTo>
                    <a:pt x="63" y="78"/>
                  </a:lnTo>
                  <a:cubicBezTo>
                    <a:pt x="78" y="63"/>
                    <a:pt x="110" y="47"/>
                    <a:pt x="141" y="47"/>
                  </a:cubicBezTo>
                  <a:lnTo>
                    <a:pt x="189" y="47"/>
                  </a:lnTo>
                  <a:lnTo>
                    <a:pt x="189" y="32"/>
                  </a:lnTo>
                  <a:lnTo>
                    <a:pt x="189" y="15"/>
                  </a:lnTo>
                  <a:cubicBezTo>
                    <a:pt x="189" y="0"/>
                    <a:pt x="173" y="0"/>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4" name="Google Shape;324;p35"/>
            <p:cNvSpPr/>
            <p:nvPr/>
          </p:nvSpPr>
          <p:spPr>
            <a:xfrm>
              <a:off x="3346376" y="1812806"/>
              <a:ext cx="7537" cy="8555"/>
            </a:xfrm>
            <a:custGeom>
              <a:avLst/>
              <a:gdLst/>
              <a:ahLst/>
              <a:cxnLst/>
              <a:rect l="l" t="t" r="r" b="b"/>
              <a:pathLst>
                <a:path w="237" h="269" extrusionOk="0">
                  <a:moveTo>
                    <a:pt x="158" y="189"/>
                  </a:moveTo>
                  <a:lnTo>
                    <a:pt x="158" y="189"/>
                  </a:lnTo>
                  <a:lnTo>
                    <a:pt x="142" y="206"/>
                  </a:lnTo>
                  <a:lnTo>
                    <a:pt x="110" y="206"/>
                  </a:lnTo>
                  <a:lnTo>
                    <a:pt x="95" y="206"/>
                  </a:lnTo>
                  <a:lnTo>
                    <a:pt x="95" y="206"/>
                  </a:lnTo>
                  <a:lnTo>
                    <a:pt x="64" y="206"/>
                  </a:lnTo>
                  <a:lnTo>
                    <a:pt x="47" y="206"/>
                  </a:lnTo>
                  <a:lnTo>
                    <a:pt x="47" y="206"/>
                  </a:lnTo>
                  <a:cubicBezTo>
                    <a:pt x="47" y="221"/>
                    <a:pt x="47" y="237"/>
                    <a:pt x="32" y="237"/>
                  </a:cubicBezTo>
                  <a:lnTo>
                    <a:pt x="1" y="252"/>
                  </a:lnTo>
                  <a:cubicBezTo>
                    <a:pt x="16" y="252"/>
                    <a:pt x="16" y="252"/>
                    <a:pt x="16" y="269"/>
                  </a:cubicBezTo>
                  <a:lnTo>
                    <a:pt x="32" y="269"/>
                  </a:lnTo>
                  <a:lnTo>
                    <a:pt x="47" y="269"/>
                  </a:lnTo>
                  <a:lnTo>
                    <a:pt x="47" y="269"/>
                  </a:lnTo>
                  <a:lnTo>
                    <a:pt x="47" y="269"/>
                  </a:lnTo>
                  <a:lnTo>
                    <a:pt x="110" y="237"/>
                  </a:lnTo>
                  <a:lnTo>
                    <a:pt x="173" y="269"/>
                  </a:lnTo>
                  <a:lnTo>
                    <a:pt x="190" y="269"/>
                  </a:lnTo>
                  <a:cubicBezTo>
                    <a:pt x="205" y="269"/>
                    <a:pt x="221" y="252"/>
                    <a:pt x="221" y="252"/>
                  </a:cubicBezTo>
                  <a:cubicBezTo>
                    <a:pt x="236" y="221"/>
                    <a:pt x="221" y="206"/>
                    <a:pt x="205" y="206"/>
                  </a:cubicBezTo>
                  <a:lnTo>
                    <a:pt x="158" y="189"/>
                  </a:lnTo>
                  <a:close/>
                  <a:moveTo>
                    <a:pt x="95" y="17"/>
                  </a:moveTo>
                  <a:lnTo>
                    <a:pt x="79" y="32"/>
                  </a:lnTo>
                  <a:cubicBezTo>
                    <a:pt x="79" y="48"/>
                    <a:pt x="64" y="63"/>
                    <a:pt x="47" y="63"/>
                  </a:cubicBezTo>
                  <a:lnTo>
                    <a:pt x="32" y="48"/>
                  </a:lnTo>
                  <a:lnTo>
                    <a:pt x="16" y="48"/>
                  </a:lnTo>
                  <a:lnTo>
                    <a:pt x="16" y="63"/>
                  </a:lnTo>
                  <a:lnTo>
                    <a:pt x="1" y="63"/>
                  </a:lnTo>
                  <a:lnTo>
                    <a:pt x="32" y="80"/>
                  </a:lnTo>
                  <a:cubicBezTo>
                    <a:pt x="47" y="95"/>
                    <a:pt x="47" y="111"/>
                    <a:pt x="32" y="126"/>
                  </a:cubicBezTo>
                  <a:cubicBezTo>
                    <a:pt x="32" y="126"/>
                    <a:pt x="16" y="143"/>
                    <a:pt x="1" y="143"/>
                  </a:cubicBezTo>
                  <a:lnTo>
                    <a:pt x="1" y="143"/>
                  </a:lnTo>
                  <a:lnTo>
                    <a:pt x="1" y="174"/>
                  </a:lnTo>
                  <a:lnTo>
                    <a:pt x="1" y="174"/>
                  </a:lnTo>
                  <a:lnTo>
                    <a:pt x="16" y="174"/>
                  </a:lnTo>
                  <a:lnTo>
                    <a:pt x="16" y="174"/>
                  </a:lnTo>
                  <a:lnTo>
                    <a:pt x="16" y="174"/>
                  </a:lnTo>
                  <a:cubicBezTo>
                    <a:pt x="16" y="158"/>
                    <a:pt x="32" y="143"/>
                    <a:pt x="47" y="143"/>
                  </a:cubicBezTo>
                  <a:lnTo>
                    <a:pt x="64" y="143"/>
                  </a:lnTo>
                  <a:cubicBezTo>
                    <a:pt x="79" y="111"/>
                    <a:pt x="79" y="80"/>
                    <a:pt x="95" y="32"/>
                  </a:cubicBezTo>
                  <a:cubicBezTo>
                    <a:pt x="110" y="32"/>
                    <a:pt x="110" y="17"/>
                    <a:pt x="95" y="17"/>
                  </a:cubicBezTo>
                  <a:close/>
                  <a:moveTo>
                    <a:pt x="32" y="0"/>
                  </a:moveTo>
                  <a:lnTo>
                    <a:pt x="16" y="0"/>
                  </a:lnTo>
                  <a:lnTo>
                    <a:pt x="16" y="17"/>
                  </a:lnTo>
                  <a:lnTo>
                    <a:pt x="16" y="17"/>
                  </a:lnTo>
                  <a:lnTo>
                    <a:pt x="1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5" name="Google Shape;325;p35"/>
            <p:cNvSpPr/>
            <p:nvPr/>
          </p:nvSpPr>
          <p:spPr>
            <a:xfrm>
              <a:off x="3103842" y="1790258"/>
              <a:ext cx="7060" cy="2512"/>
            </a:xfrm>
            <a:custGeom>
              <a:avLst/>
              <a:gdLst/>
              <a:ahLst/>
              <a:cxnLst/>
              <a:rect l="l" t="t" r="r" b="b"/>
              <a:pathLst>
                <a:path w="222" h="79" extrusionOk="0">
                  <a:moveTo>
                    <a:pt x="32" y="16"/>
                  </a:moveTo>
                  <a:lnTo>
                    <a:pt x="16" y="16"/>
                  </a:lnTo>
                  <a:cubicBezTo>
                    <a:pt x="1" y="32"/>
                    <a:pt x="16" y="64"/>
                    <a:pt x="32" y="64"/>
                  </a:cubicBezTo>
                  <a:lnTo>
                    <a:pt x="32" y="79"/>
                  </a:lnTo>
                  <a:cubicBezTo>
                    <a:pt x="32" y="64"/>
                    <a:pt x="48" y="47"/>
                    <a:pt x="64" y="47"/>
                  </a:cubicBezTo>
                  <a:lnTo>
                    <a:pt x="64" y="47"/>
                  </a:lnTo>
                  <a:lnTo>
                    <a:pt x="64" y="47"/>
                  </a:lnTo>
                  <a:cubicBezTo>
                    <a:pt x="79" y="47"/>
                    <a:pt x="95" y="64"/>
                    <a:pt x="95" y="79"/>
                  </a:cubicBezTo>
                  <a:lnTo>
                    <a:pt x="95" y="79"/>
                  </a:lnTo>
                  <a:lnTo>
                    <a:pt x="111" y="79"/>
                  </a:lnTo>
                  <a:lnTo>
                    <a:pt x="111" y="79"/>
                  </a:lnTo>
                  <a:lnTo>
                    <a:pt x="111" y="79"/>
                  </a:lnTo>
                  <a:lnTo>
                    <a:pt x="111" y="64"/>
                  </a:lnTo>
                  <a:cubicBezTo>
                    <a:pt x="111" y="64"/>
                    <a:pt x="127" y="64"/>
                    <a:pt x="127" y="47"/>
                  </a:cubicBezTo>
                  <a:lnTo>
                    <a:pt x="127" y="47"/>
                  </a:lnTo>
                  <a:lnTo>
                    <a:pt x="95" y="16"/>
                  </a:lnTo>
                  <a:lnTo>
                    <a:pt x="79" y="16"/>
                  </a:lnTo>
                  <a:lnTo>
                    <a:pt x="79" y="16"/>
                  </a:lnTo>
                  <a:lnTo>
                    <a:pt x="64" y="16"/>
                  </a:lnTo>
                  <a:lnTo>
                    <a:pt x="48" y="16"/>
                  </a:lnTo>
                  <a:lnTo>
                    <a:pt x="32" y="16"/>
                  </a:lnTo>
                  <a:close/>
                  <a:moveTo>
                    <a:pt x="190" y="1"/>
                  </a:moveTo>
                  <a:lnTo>
                    <a:pt x="190" y="1"/>
                  </a:lnTo>
                  <a:lnTo>
                    <a:pt x="174" y="16"/>
                  </a:lnTo>
                  <a:lnTo>
                    <a:pt x="174" y="47"/>
                  </a:lnTo>
                  <a:lnTo>
                    <a:pt x="174" y="47"/>
                  </a:lnTo>
                  <a:cubicBezTo>
                    <a:pt x="174" y="47"/>
                    <a:pt x="190" y="64"/>
                    <a:pt x="190" y="79"/>
                  </a:cubicBezTo>
                  <a:lnTo>
                    <a:pt x="190" y="79"/>
                  </a:lnTo>
                  <a:cubicBezTo>
                    <a:pt x="222" y="79"/>
                    <a:pt x="222" y="64"/>
                    <a:pt x="222" y="32"/>
                  </a:cubicBezTo>
                  <a:cubicBezTo>
                    <a:pt x="222" y="16"/>
                    <a:pt x="205" y="1"/>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6" name="Google Shape;326;p35"/>
            <p:cNvSpPr/>
            <p:nvPr/>
          </p:nvSpPr>
          <p:spPr>
            <a:xfrm>
              <a:off x="3397485" y="1767709"/>
              <a:ext cx="4516" cy="3021"/>
            </a:xfrm>
            <a:custGeom>
              <a:avLst/>
              <a:gdLst/>
              <a:ahLst/>
              <a:cxnLst/>
              <a:rect l="l" t="t" r="r" b="b"/>
              <a:pathLst>
                <a:path w="142" h="95" extrusionOk="0">
                  <a:moveTo>
                    <a:pt x="127" y="0"/>
                  </a:moveTo>
                  <a:lnTo>
                    <a:pt x="110" y="17"/>
                  </a:lnTo>
                  <a:lnTo>
                    <a:pt x="95" y="17"/>
                  </a:lnTo>
                  <a:lnTo>
                    <a:pt x="64" y="17"/>
                  </a:lnTo>
                  <a:lnTo>
                    <a:pt x="32" y="17"/>
                  </a:lnTo>
                  <a:cubicBezTo>
                    <a:pt x="16" y="32"/>
                    <a:pt x="1" y="48"/>
                    <a:pt x="16" y="63"/>
                  </a:cubicBezTo>
                  <a:cubicBezTo>
                    <a:pt x="16" y="80"/>
                    <a:pt x="32" y="95"/>
                    <a:pt x="47" y="95"/>
                  </a:cubicBezTo>
                  <a:lnTo>
                    <a:pt x="47" y="95"/>
                  </a:lnTo>
                  <a:lnTo>
                    <a:pt x="142" y="63"/>
                  </a:lnTo>
                  <a:lnTo>
                    <a:pt x="142" y="48"/>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7" name="Google Shape;327;p35"/>
            <p:cNvSpPr/>
            <p:nvPr/>
          </p:nvSpPr>
          <p:spPr>
            <a:xfrm>
              <a:off x="3263210" y="1818817"/>
              <a:ext cx="4039" cy="9573"/>
            </a:xfrm>
            <a:custGeom>
              <a:avLst/>
              <a:gdLst/>
              <a:ahLst/>
              <a:cxnLst/>
              <a:rect l="l" t="t" r="r" b="b"/>
              <a:pathLst>
                <a:path w="127" h="301" extrusionOk="0">
                  <a:moveTo>
                    <a:pt x="63" y="0"/>
                  </a:moveTo>
                  <a:lnTo>
                    <a:pt x="63" y="0"/>
                  </a:lnTo>
                  <a:cubicBezTo>
                    <a:pt x="47" y="0"/>
                    <a:pt x="47" y="17"/>
                    <a:pt x="32" y="17"/>
                  </a:cubicBezTo>
                  <a:cubicBezTo>
                    <a:pt x="32" y="32"/>
                    <a:pt x="32" y="63"/>
                    <a:pt x="47" y="63"/>
                  </a:cubicBezTo>
                  <a:cubicBezTo>
                    <a:pt x="47" y="80"/>
                    <a:pt x="47" y="80"/>
                    <a:pt x="63" y="80"/>
                  </a:cubicBezTo>
                  <a:cubicBezTo>
                    <a:pt x="47" y="95"/>
                    <a:pt x="47" y="95"/>
                    <a:pt x="47" y="111"/>
                  </a:cubicBezTo>
                  <a:cubicBezTo>
                    <a:pt x="47" y="126"/>
                    <a:pt x="32" y="143"/>
                    <a:pt x="32" y="158"/>
                  </a:cubicBezTo>
                  <a:lnTo>
                    <a:pt x="32" y="174"/>
                  </a:lnTo>
                  <a:cubicBezTo>
                    <a:pt x="15" y="206"/>
                    <a:pt x="0" y="252"/>
                    <a:pt x="47" y="284"/>
                  </a:cubicBezTo>
                  <a:cubicBezTo>
                    <a:pt x="47" y="300"/>
                    <a:pt x="47" y="300"/>
                    <a:pt x="63" y="300"/>
                  </a:cubicBezTo>
                  <a:cubicBezTo>
                    <a:pt x="78" y="300"/>
                    <a:pt x="78" y="300"/>
                    <a:pt x="95" y="284"/>
                  </a:cubicBezTo>
                  <a:lnTo>
                    <a:pt x="95" y="237"/>
                  </a:lnTo>
                  <a:cubicBezTo>
                    <a:pt x="78" y="237"/>
                    <a:pt x="78" y="237"/>
                    <a:pt x="78" y="206"/>
                  </a:cubicBezTo>
                  <a:lnTo>
                    <a:pt x="78" y="206"/>
                  </a:lnTo>
                  <a:cubicBezTo>
                    <a:pt x="63" y="206"/>
                    <a:pt x="47" y="206"/>
                    <a:pt x="47" y="189"/>
                  </a:cubicBezTo>
                  <a:cubicBezTo>
                    <a:pt x="32" y="174"/>
                    <a:pt x="47" y="158"/>
                    <a:pt x="63" y="143"/>
                  </a:cubicBezTo>
                  <a:lnTo>
                    <a:pt x="95" y="126"/>
                  </a:lnTo>
                  <a:cubicBezTo>
                    <a:pt x="78" y="126"/>
                    <a:pt x="78" y="111"/>
                    <a:pt x="78" y="111"/>
                  </a:cubicBezTo>
                  <a:cubicBezTo>
                    <a:pt x="78" y="80"/>
                    <a:pt x="78" y="63"/>
                    <a:pt x="95" y="63"/>
                  </a:cubicBezTo>
                  <a:lnTo>
                    <a:pt x="126" y="63"/>
                  </a:lnTo>
                  <a:lnTo>
                    <a:pt x="126" y="48"/>
                  </a:lnTo>
                  <a:cubicBezTo>
                    <a:pt x="126" y="63"/>
                    <a:pt x="110" y="63"/>
                    <a:pt x="110" y="63"/>
                  </a:cubicBezTo>
                  <a:cubicBezTo>
                    <a:pt x="95" y="63"/>
                    <a:pt x="95" y="63"/>
                    <a:pt x="78" y="48"/>
                  </a:cubicBezTo>
                  <a:lnTo>
                    <a:pt x="78" y="17"/>
                  </a:lnTo>
                  <a:cubicBezTo>
                    <a:pt x="78"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8" name="Google Shape;328;p35"/>
            <p:cNvSpPr/>
            <p:nvPr/>
          </p:nvSpPr>
          <p:spPr>
            <a:xfrm>
              <a:off x="3398503" y="1786727"/>
              <a:ext cx="3021" cy="9573"/>
            </a:xfrm>
            <a:custGeom>
              <a:avLst/>
              <a:gdLst/>
              <a:ahLst/>
              <a:cxnLst/>
              <a:rect l="l" t="t" r="r" b="b"/>
              <a:pathLst>
                <a:path w="95" h="301" extrusionOk="0">
                  <a:moveTo>
                    <a:pt x="95" y="1"/>
                  </a:moveTo>
                  <a:cubicBezTo>
                    <a:pt x="78" y="17"/>
                    <a:pt x="47" y="17"/>
                    <a:pt x="32" y="17"/>
                  </a:cubicBezTo>
                  <a:lnTo>
                    <a:pt x="15" y="17"/>
                  </a:lnTo>
                  <a:lnTo>
                    <a:pt x="15" y="80"/>
                  </a:lnTo>
                  <a:lnTo>
                    <a:pt x="15" y="80"/>
                  </a:lnTo>
                  <a:lnTo>
                    <a:pt x="0" y="143"/>
                  </a:lnTo>
                  <a:cubicBezTo>
                    <a:pt x="15" y="158"/>
                    <a:pt x="15" y="158"/>
                    <a:pt x="15" y="175"/>
                  </a:cubicBezTo>
                  <a:lnTo>
                    <a:pt x="15" y="221"/>
                  </a:lnTo>
                  <a:lnTo>
                    <a:pt x="0" y="238"/>
                  </a:lnTo>
                  <a:cubicBezTo>
                    <a:pt x="15" y="238"/>
                    <a:pt x="15" y="253"/>
                    <a:pt x="15" y="269"/>
                  </a:cubicBezTo>
                  <a:lnTo>
                    <a:pt x="32" y="284"/>
                  </a:lnTo>
                  <a:lnTo>
                    <a:pt x="32" y="301"/>
                  </a:lnTo>
                  <a:lnTo>
                    <a:pt x="32" y="301"/>
                  </a:lnTo>
                  <a:cubicBezTo>
                    <a:pt x="47" y="301"/>
                    <a:pt x="63" y="284"/>
                    <a:pt x="63" y="253"/>
                  </a:cubicBezTo>
                  <a:lnTo>
                    <a:pt x="63" y="221"/>
                  </a:lnTo>
                  <a:lnTo>
                    <a:pt x="47" y="206"/>
                  </a:lnTo>
                  <a:cubicBezTo>
                    <a:pt x="32" y="206"/>
                    <a:pt x="15" y="190"/>
                    <a:pt x="32" y="175"/>
                  </a:cubicBezTo>
                  <a:cubicBezTo>
                    <a:pt x="32" y="158"/>
                    <a:pt x="47" y="143"/>
                    <a:pt x="47" y="143"/>
                  </a:cubicBezTo>
                  <a:lnTo>
                    <a:pt x="63" y="143"/>
                  </a:lnTo>
                  <a:lnTo>
                    <a:pt x="63" y="143"/>
                  </a:lnTo>
                  <a:lnTo>
                    <a:pt x="78" y="143"/>
                  </a:lnTo>
                  <a:lnTo>
                    <a:pt x="78" y="95"/>
                  </a:lnTo>
                  <a:lnTo>
                    <a:pt x="78" y="80"/>
                  </a:lnTo>
                  <a:lnTo>
                    <a:pt x="78" y="80"/>
                  </a:lnTo>
                  <a:lnTo>
                    <a:pt x="78" y="80"/>
                  </a:lnTo>
                  <a:cubicBezTo>
                    <a:pt x="63" y="80"/>
                    <a:pt x="47" y="80"/>
                    <a:pt x="47" y="64"/>
                  </a:cubicBezTo>
                  <a:cubicBezTo>
                    <a:pt x="32" y="32"/>
                    <a:pt x="47" y="17"/>
                    <a:pt x="78" y="17"/>
                  </a:cubicBez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9" name="Google Shape;329;p35"/>
            <p:cNvSpPr/>
            <p:nvPr/>
          </p:nvSpPr>
          <p:spPr>
            <a:xfrm>
              <a:off x="3429034" y="1757182"/>
              <a:ext cx="5565" cy="4548"/>
            </a:xfrm>
            <a:custGeom>
              <a:avLst/>
              <a:gdLst/>
              <a:ahLst/>
              <a:cxnLst/>
              <a:rect l="l" t="t" r="r" b="b"/>
              <a:pathLst>
                <a:path w="175" h="143" extrusionOk="0">
                  <a:moveTo>
                    <a:pt x="32" y="1"/>
                  </a:moveTo>
                  <a:lnTo>
                    <a:pt x="32" y="1"/>
                  </a:lnTo>
                  <a:lnTo>
                    <a:pt x="1" y="95"/>
                  </a:lnTo>
                  <a:lnTo>
                    <a:pt x="1" y="95"/>
                  </a:lnTo>
                  <a:lnTo>
                    <a:pt x="17" y="95"/>
                  </a:lnTo>
                  <a:lnTo>
                    <a:pt x="32" y="127"/>
                  </a:lnTo>
                  <a:cubicBezTo>
                    <a:pt x="49" y="127"/>
                    <a:pt x="49" y="142"/>
                    <a:pt x="64" y="142"/>
                  </a:cubicBezTo>
                  <a:lnTo>
                    <a:pt x="64" y="142"/>
                  </a:lnTo>
                  <a:lnTo>
                    <a:pt x="158" y="127"/>
                  </a:lnTo>
                  <a:lnTo>
                    <a:pt x="175" y="127"/>
                  </a:lnTo>
                  <a:lnTo>
                    <a:pt x="158" y="111"/>
                  </a:lnTo>
                  <a:lnTo>
                    <a:pt x="175" y="79"/>
                  </a:lnTo>
                  <a:cubicBezTo>
                    <a:pt x="175" y="64"/>
                    <a:pt x="158" y="64"/>
                    <a:pt x="158" y="64"/>
                  </a:cubicBezTo>
                  <a:lnTo>
                    <a:pt x="143" y="64"/>
                  </a:lnTo>
                  <a:lnTo>
                    <a:pt x="143" y="64"/>
                  </a:lnTo>
                  <a:lnTo>
                    <a:pt x="80" y="64"/>
                  </a:lnTo>
                  <a:lnTo>
                    <a:pt x="64" y="16"/>
                  </a:lnTo>
                  <a:cubicBezTo>
                    <a:pt x="49" y="16"/>
                    <a:pt x="32"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0" name="Google Shape;330;p35"/>
            <p:cNvSpPr/>
            <p:nvPr/>
          </p:nvSpPr>
          <p:spPr>
            <a:xfrm>
              <a:off x="3181029" y="1780239"/>
              <a:ext cx="5534" cy="6042"/>
            </a:xfrm>
            <a:custGeom>
              <a:avLst/>
              <a:gdLst/>
              <a:ahLst/>
              <a:cxnLst/>
              <a:rect l="l" t="t" r="r" b="b"/>
              <a:pathLst>
                <a:path w="174" h="190" extrusionOk="0">
                  <a:moveTo>
                    <a:pt x="110" y="1"/>
                  </a:moveTo>
                  <a:lnTo>
                    <a:pt x="95" y="1"/>
                  </a:lnTo>
                  <a:lnTo>
                    <a:pt x="78" y="1"/>
                  </a:lnTo>
                  <a:cubicBezTo>
                    <a:pt x="95" y="1"/>
                    <a:pt x="95" y="16"/>
                    <a:pt x="95" y="16"/>
                  </a:cubicBezTo>
                  <a:cubicBezTo>
                    <a:pt x="95" y="32"/>
                    <a:pt x="95" y="47"/>
                    <a:pt x="78" y="64"/>
                  </a:cubicBezTo>
                  <a:cubicBezTo>
                    <a:pt x="63" y="64"/>
                    <a:pt x="63" y="64"/>
                    <a:pt x="47" y="79"/>
                  </a:cubicBezTo>
                  <a:cubicBezTo>
                    <a:pt x="47" y="79"/>
                    <a:pt x="32" y="79"/>
                    <a:pt x="32" y="95"/>
                  </a:cubicBezTo>
                  <a:lnTo>
                    <a:pt x="15" y="110"/>
                  </a:lnTo>
                  <a:lnTo>
                    <a:pt x="15" y="110"/>
                  </a:lnTo>
                  <a:lnTo>
                    <a:pt x="15" y="127"/>
                  </a:lnTo>
                  <a:lnTo>
                    <a:pt x="15" y="158"/>
                  </a:lnTo>
                  <a:lnTo>
                    <a:pt x="0" y="173"/>
                  </a:lnTo>
                  <a:cubicBezTo>
                    <a:pt x="0" y="190"/>
                    <a:pt x="15" y="190"/>
                    <a:pt x="32" y="190"/>
                  </a:cubicBezTo>
                  <a:lnTo>
                    <a:pt x="47" y="190"/>
                  </a:lnTo>
                  <a:cubicBezTo>
                    <a:pt x="47" y="173"/>
                    <a:pt x="47" y="173"/>
                    <a:pt x="63" y="173"/>
                  </a:cubicBezTo>
                  <a:cubicBezTo>
                    <a:pt x="63" y="173"/>
                    <a:pt x="78" y="158"/>
                    <a:pt x="95" y="158"/>
                  </a:cubicBezTo>
                  <a:cubicBezTo>
                    <a:pt x="110" y="158"/>
                    <a:pt x="142" y="142"/>
                    <a:pt x="158" y="110"/>
                  </a:cubicBezTo>
                  <a:cubicBezTo>
                    <a:pt x="173" y="79"/>
                    <a:pt x="158" y="47"/>
                    <a:pt x="142" y="16"/>
                  </a:cubicBez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1" name="Google Shape;331;p35"/>
            <p:cNvSpPr/>
            <p:nvPr/>
          </p:nvSpPr>
          <p:spPr>
            <a:xfrm>
              <a:off x="3428557" y="1768218"/>
              <a:ext cx="3530" cy="6042"/>
            </a:xfrm>
            <a:custGeom>
              <a:avLst/>
              <a:gdLst/>
              <a:ahLst/>
              <a:cxnLst/>
              <a:rect l="l" t="t" r="r" b="b"/>
              <a:pathLst>
                <a:path w="111" h="190" extrusionOk="0">
                  <a:moveTo>
                    <a:pt x="47" y="1"/>
                  </a:moveTo>
                  <a:lnTo>
                    <a:pt x="47" y="1"/>
                  </a:lnTo>
                  <a:cubicBezTo>
                    <a:pt x="32" y="1"/>
                    <a:pt x="16" y="16"/>
                    <a:pt x="16" y="32"/>
                  </a:cubicBezTo>
                  <a:lnTo>
                    <a:pt x="1" y="142"/>
                  </a:lnTo>
                  <a:lnTo>
                    <a:pt x="1" y="142"/>
                  </a:lnTo>
                  <a:lnTo>
                    <a:pt x="16" y="142"/>
                  </a:lnTo>
                  <a:lnTo>
                    <a:pt x="16" y="142"/>
                  </a:lnTo>
                  <a:cubicBezTo>
                    <a:pt x="32" y="142"/>
                    <a:pt x="47" y="158"/>
                    <a:pt x="47" y="173"/>
                  </a:cubicBezTo>
                  <a:lnTo>
                    <a:pt x="47" y="173"/>
                  </a:lnTo>
                  <a:lnTo>
                    <a:pt x="79" y="190"/>
                  </a:lnTo>
                  <a:cubicBezTo>
                    <a:pt x="79" y="173"/>
                    <a:pt x="64" y="173"/>
                    <a:pt x="64" y="158"/>
                  </a:cubicBezTo>
                  <a:cubicBezTo>
                    <a:pt x="79" y="142"/>
                    <a:pt x="79" y="127"/>
                    <a:pt x="95" y="127"/>
                  </a:cubicBezTo>
                  <a:lnTo>
                    <a:pt x="110" y="127"/>
                  </a:lnTo>
                  <a:lnTo>
                    <a:pt x="110" y="127"/>
                  </a:lnTo>
                  <a:cubicBezTo>
                    <a:pt x="95" y="110"/>
                    <a:pt x="95" y="110"/>
                    <a:pt x="95" y="95"/>
                  </a:cubicBezTo>
                  <a:lnTo>
                    <a:pt x="79" y="79"/>
                  </a:lnTo>
                  <a:lnTo>
                    <a:pt x="79" y="47"/>
                  </a:lnTo>
                  <a:cubicBezTo>
                    <a:pt x="95" y="16"/>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2" name="Google Shape;332;p35"/>
            <p:cNvSpPr/>
            <p:nvPr/>
          </p:nvSpPr>
          <p:spPr>
            <a:xfrm>
              <a:off x="3384954" y="1789272"/>
              <a:ext cx="3021" cy="2512"/>
            </a:xfrm>
            <a:custGeom>
              <a:avLst/>
              <a:gdLst/>
              <a:ahLst/>
              <a:cxnLst/>
              <a:rect l="l" t="t" r="r" b="b"/>
              <a:pathLst>
                <a:path w="95" h="79" extrusionOk="0">
                  <a:moveTo>
                    <a:pt x="95" y="0"/>
                  </a:moveTo>
                  <a:lnTo>
                    <a:pt x="17" y="0"/>
                  </a:lnTo>
                  <a:lnTo>
                    <a:pt x="17" y="0"/>
                  </a:lnTo>
                  <a:lnTo>
                    <a:pt x="0" y="15"/>
                  </a:lnTo>
                  <a:lnTo>
                    <a:pt x="0" y="32"/>
                  </a:lnTo>
                  <a:lnTo>
                    <a:pt x="0" y="63"/>
                  </a:lnTo>
                  <a:lnTo>
                    <a:pt x="17" y="63"/>
                  </a:lnTo>
                  <a:lnTo>
                    <a:pt x="17" y="78"/>
                  </a:lnTo>
                  <a:lnTo>
                    <a:pt x="17" y="78"/>
                  </a:lnTo>
                  <a:lnTo>
                    <a:pt x="95" y="78"/>
                  </a:lnTo>
                  <a:cubicBezTo>
                    <a:pt x="80" y="47"/>
                    <a:pt x="8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3" name="Google Shape;333;p35"/>
            <p:cNvSpPr/>
            <p:nvPr/>
          </p:nvSpPr>
          <p:spPr>
            <a:xfrm>
              <a:off x="3440579" y="1795283"/>
              <a:ext cx="6042" cy="2512"/>
            </a:xfrm>
            <a:custGeom>
              <a:avLst/>
              <a:gdLst/>
              <a:ahLst/>
              <a:cxnLst/>
              <a:rect l="l" t="t" r="r" b="b"/>
              <a:pathLst>
                <a:path w="190" h="79" extrusionOk="0">
                  <a:moveTo>
                    <a:pt x="142" y="0"/>
                  </a:moveTo>
                  <a:lnTo>
                    <a:pt x="16" y="15"/>
                  </a:lnTo>
                  <a:cubicBezTo>
                    <a:pt x="1" y="15"/>
                    <a:pt x="1" y="32"/>
                    <a:pt x="1" y="47"/>
                  </a:cubicBezTo>
                  <a:lnTo>
                    <a:pt x="1" y="47"/>
                  </a:lnTo>
                  <a:cubicBezTo>
                    <a:pt x="1" y="63"/>
                    <a:pt x="16" y="78"/>
                    <a:pt x="32" y="78"/>
                  </a:cubicBezTo>
                  <a:lnTo>
                    <a:pt x="32" y="78"/>
                  </a:lnTo>
                  <a:lnTo>
                    <a:pt x="47" y="78"/>
                  </a:lnTo>
                  <a:lnTo>
                    <a:pt x="110" y="63"/>
                  </a:lnTo>
                  <a:lnTo>
                    <a:pt x="127" y="47"/>
                  </a:lnTo>
                  <a:lnTo>
                    <a:pt x="142" y="47"/>
                  </a:lnTo>
                  <a:lnTo>
                    <a:pt x="158" y="47"/>
                  </a:lnTo>
                  <a:lnTo>
                    <a:pt x="190" y="47"/>
                  </a:lnTo>
                  <a:cubicBezTo>
                    <a:pt x="190" y="32"/>
                    <a:pt x="173" y="15"/>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4" name="Google Shape;334;p35"/>
            <p:cNvSpPr/>
            <p:nvPr/>
          </p:nvSpPr>
          <p:spPr>
            <a:xfrm>
              <a:off x="3378943" y="1789272"/>
              <a:ext cx="3562" cy="6042"/>
            </a:xfrm>
            <a:custGeom>
              <a:avLst/>
              <a:gdLst/>
              <a:ahLst/>
              <a:cxnLst/>
              <a:rect l="l" t="t" r="r" b="b"/>
              <a:pathLst>
                <a:path w="112" h="190" extrusionOk="0">
                  <a:moveTo>
                    <a:pt x="111" y="158"/>
                  </a:moveTo>
                  <a:lnTo>
                    <a:pt x="111" y="158"/>
                  </a:lnTo>
                  <a:cubicBezTo>
                    <a:pt x="111" y="158"/>
                    <a:pt x="111" y="173"/>
                    <a:pt x="95" y="173"/>
                  </a:cubicBezTo>
                  <a:lnTo>
                    <a:pt x="95" y="189"/>
                  </a:lnTo>
                  <a:lnTo>
                    <a:pt x="111" y="173"/>
                  </a:lnTo>
                  <a:lnTo>
                    <a:pt x="111" y="158"/>
                  </a:lnTo>
                  <a:close/>
                  <a:moveTo>
                    <a:pt x="32" y="0"/>
                  </a:moveTo>
                  <a:lnTo>
                    <a:pt x="17" y="0"/>
                  </a:lnTo>
                  <a:cubicBezTo>
                    <a:pt x="0" y="15"/>
                    <a:pt x="0" y="15"/>
                    <a:pt x="0" y="32"/>
                  </a:cubicBezTo>
                  <a:lnTo>
                    <a:pt x="0" y="32"/>
                  </a:lnTo>
                  <a:lnTo>
                    <a:pt x="0" y="32"/>
                  </a:lnTo>
                  <a:lnTo>
                    <a:pt x="17" y="32"/>
                  </a:lnTo>
                  <a:cubicBezTo>
                    <a:pt x="32" y="32"/>
                    <a:pt x="48" y="47"/>
                    <a:pt x="32" y="63"/>
                  </a:cubicBezTo>
                  <a:lnTo>
                    <a:pt x="32" y="95"/>
                  </a:lnTo>
                  <a:lnTo>
                    <a:pt x="32" y="95"/>
                  </a:lnTo>
                  <a:lnTo>
                    <a:pt x="32" y="95"/>
                  </a:lnTo>
                  <a:cubicBezTo>
                    <a:pt x="48" y="95"/>
                    <a:pt x="63" y="110"/>
                    <a:pt x="63" y="110"/>
                  </a:cubicBezTo>
                  <a:lnTo>
                    <a:pt x="63" y="110"/>
                  </a:lnTo>
                  <a:lnTo>
                    <a:pt x="80" y="95"/>
                  </a:lnTo>
                  <a:lnTo>
                    <a:pt x="80" y="78"/>
                  </a:lnTo>
                  <a:cubicBezTo>
                    <a:pt x="80" y="63"/>
                    <a:pt x="80" y="47"/>
                    <a:pt x="63" y="32"/>
                  </a:cubicBezTo>
                  <a:lnTo>
                    <a:pt x="63" y="32"/>
                  </a:lnTo>
                  <a:lnTo>
                    <a:pt x="63" y="32"/>
                  </a:lnTo>
                  <a:cubicBezTo>
                    <a:pt x="48" y="32"/>
                    <a:pt x="32" y="15"/>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5" name="Google Shape;335;p35"/>
            <p:cNvSpPr/>
            <p:nvPr/>
          </p:nvSpPr>
          <p:spPr>
            <a:xfrm>
              <a:off x="3441597" y="1811312"/>
              <a:ext cx="7505" cy="2035"/>
            </a:xfrm>
            <a:custGeom>
              <a:avLst/>
              <a:gdLst/>
              <a:ahLst/>
              <a:cxnLst/>
              <a:rect l="l" t="t" r="r" b="b"/>
              <a:pathLst>
                <a:path w="236" h="64" extrusionOk="0">
                  <a:moveTo>
                    <a:pt x="221" y="1"/>
                  </a:moveTo>
                  <a:lnTo>
                    <a:pt x="189" y="16"/>
                  </a:lnTo>
                  <a:lnTo>
                    <a:pt x="173" y="16"/>
                  </a:lnTo>
                  <a:lnTo>
                    <a:pt x="158" y="16"/>
                  </a:lnTo>
                  <a:lnTo>
                    <a:pt x="158" y="16"/>
                  </a:lnTo>
                  <a:cubicBezTo>
                    <a:pt x="141" y="16"/>
                    <a:pt x="141" y="16"/>
                    <a:pt x="141" y="32"/>
                  </a:cubicBezTo>
                  <a:lnTo>
                    <a:pt x="126" y="16"/>
                  </a:lnTo>
                  <a:cubicBezTo>
                    <a:pt x="110" y="32"/>
                    <a:pt x="110" y="32"/>
                    <a:pt x="95" y="32"/>
                  </a:cubicBezTo>
                  <a:lnTo>
                    <a:pt x="95" y="32"/>
                  </a:lnTo>
                  <a:cubicBezTo>
                    <a:pt x="78" y="32"/>
                    <a:pt x="63" y="16"/>
                    <a:pt x="63" y="16"/>
                  </a:cubicBezTo>
                  <a:lnTo>
                    <a:pt x="47" y="16"/>
                  </a:lnTo>
                  <a:lnTo>
                    <a:pt x="32" y="16"/>
                  </a:lnTo>
                  <a:lnTo>
                    <a:pt x="32" y="16"/>
                  </a:lnTo>
                  <a:cubicBezTo>
                    <a:pt x="15" y="16"/>
                    <a:pt x="0" y="16"/>
                    <a:pt x="0" y="47"/>
                  </a:cubicBezTo>
                  <a:cubicBezTo>
                    <a:pt x="0" y="47"/>
                    <a:pt x="0" y="64"/>
                    <a:pt x="15" y="64"/>
                  </a:cubicBezTo>
                  <a:lnTo>
                    <a:pt x="15" y="64"/>
                  </a:lnTo>
                  <a:cubicBezTo>
                    <a:pt x="78" y="64"/>
                    <a:pt x="158" y="47"/>
                    <a:pt x="221" y="16"/>
                  </a:cubicBezTo>
                  <a:cubicBezTo>
                    <a:pt x="204" y="32"/>
                    <a:pt x="110" y="47"/>
                    <a:pt x="110" y="47"/>
                  </a:cubicBezTo>
                  <a:lnTo>
                    <a:pt x="141" y="32"/>
                  </a:lnTo>
                  <a:cubicBezTo>
                    <a:pt x="173" y="32"/>
                    <a:pt x="204" y="16"/>
                    <a:pt x="236" y="16"/>
                  </a:cubicBezTo>
                  <a:cubicBezTo>
                    <a:pt x="221" y="16"/>
                    <a:pt x="221"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6" name="Google Shape;336;p35"/>
            <p:cNvSpPr/>
            <p:nvPr/>
          </p:nvSpPr>
          <p:spPr>
            <a:xfrm>
              <a:off x="3033174" y="1802279"/>
              <a:ext cx="2035" cy="3053"/>
            </a:xfrm>
            <a:custGeom>
              <a:avLst/>
              <a:gdLst/>
              <a:ahLst/>
              <a:cxnLst/>
              <a:rect l="l" t="t" r="r" b="b"/>
              <a:pathLst>
                <a:path w="64" h="96" extrusionOk="0">
                  <a:moveTo>
                    <a:pt x="64" y="1"/>
                  </a:moveTo>
                  <a:lnTo>
                    <a:pt x="49" y="1"/>
                  </a:lnTo>
                  <a:cubicBezTo>
                    <a:pt x="32" y="1"/>
                    <a:pt x="32" y="1"/>
                    <a:pt x="17" y="16"/>
                  </a:cubicBezTo>
                  <a:lnTo>
                    <a:pt x="1" y="16"/>
                  </a:lnTo>
                  <a:lnTo>
                    <a:pt x="1" y="16"/>
                  </a:lnTo>
                  <a:cubicBezTo>
                    <a:pt x="1" y="32"/>
                    <a:pt x="1" y="32"/>
                    <a:pt x="17" y="48"/>
                  </a:cubicBezTo>
                  <a:lnTo>
                    <a:pt x="17" y="79"/>
                  </a:lnTo>
                  <a:lnTo>
                    <a:pt x="17" y="79"/>
                  </a:lnTo>
                  <a:lnTo>
                    <a:pt x="17" y="95"/>
                  </a:lnTo>
                  <a:lnTo>
                    <a:pt x="32" y="79"/>
                  </a:lnTo>
                  <a:cubicBezTo>
                    <a:pt x="49" y="64"/>
                    <a:pt x="49" y="64"/>
                    <a:pt x="64"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7" name="Google Shape;337;p35"/>
            <p:cNvSpPr/>
            <p:nvPr/>
          </p:nvSpPr>
          <p:spPr>
            <a:xfrm>
              <a:off x="3326340" y="1768695"/>
              <a:ext cx="6042" cy="4039"/>
            </a:xfrm>
            <a:custGeom>
              <a:avLst/>
              <a:gdLst/>
              <a:ahLst/>
              <a:cxnLst/>
              <a:rect l="l" t="t" r="r" b="b"/>
              <a:pathLst>
                <a:path w="190" h="127" extrusionOk="0">
                  <a:moveTo>
                    <a:pt x="47" y="1"/>
                  </a:moveTo>
                  <a:cubicBezTo>
                    <a:pt x="32" y="17"/>
                    <a:pt x="16" y="32"/>
                    <a:pt x="0" y="64"/>
                  </a:cubicBezTo>
                  <a:lnTo>
                    <a:pt x="0" y="95"/>
                  </a:lnTo>
                  <a:lnTo>
                    <a:pt x="0" y="95"/>
                  </a:lnTo>
                  <a:cubicBezTo>
                    <a:pt x="0" y="112"/>
                    <a:pt x="16" y="112"/>
                    <a:pt x="16" y="112"/>
                  </a:cubicBezTo>
                  <a:lnTo>
                    <a:pt x="32" y="127"/>
                  </a:lnTo>
                  <a:cubicBezTo>
                    <a:pt x="47" y="127"/>
                    <a:pt x="63" y="112"/>
                    <a:pt x="63" y="95"/>
                  </a:cubicBezTo>
                  <a:cubicBezTo>
                    <a:pt x="79" y="64"/>
                    <a:pt x="95" y="49"/>
                    <a:pt x="95" y="49"/>
                  </a:cubicBezTo>
                  <a:lnTo>
                    <a:pt x="127" y="80"/>
                  </a:lnTo>
                  <a:cubicBezTo>
                    <a:pt x="142" y="95"/>
                    <a:pt x="142" y="95"/>
                    <a:pt x="158" y="95"/>
                  </a:cubicBezTo>
                  <a:cubicBezTo>
                    <a:pt x="158" y="95"/>
                    <a:pt x="173" y="95"/>
                    <a:pt x="173" y="80"/>
                  </a:cubicBezTo>
                  <a:cubicBezTo>
                    <a:pt x="190" y="64"/>
                    <a:pt x="190" y="49"/>
                    <a:pt x="173" y="32"/>
                  </a:cubicBezTo>
                  <a:lnTo>
                    <a:pt x="158" y="17"/>
                  </a:lnTo>
                  <a:cubicBezTo>
                    <a:pt x="158" y="32"/>
                    <a:pt x="142" y="49"/>
                    <a:pt x="142" y="49"/>
                  </a:cubicBezTo>
                  <a:lnTo>
                    <a:pt x="127" y="49"/>
                  </a:lnTo>
                  <a:cubicBezTo>
                    <a:pt x="110" y="49"/>
                    <a:pt x="110" y="49"/>
                    <a:pt x="95" y="32"/>
                  </a:cubicBezTo>
                  <a:lnTo>
                    <a:pt x="79" y="32"/>
                  </a:lnTo>
                  <a:lnTo>
                    <a:pt x="63" y="32"/>
                  </a:lnTo>
                  <a:cubicBezTo>
                    <a:pt x="47" y="32"/>
                    <a:pt x="47"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8" name="Google Shape;338;p35"/>
            <p:cNvSpPr/>
            <p:nvPr/>
          </p:nvSpPr>
          <p:spPr>
            <a:xfrm>
              <a:off x="3357412" y="1800785"/>
              <a:ext cx="4516" cy="8046"/>
            </a:xfrm>
            <a:custGeom>
              <a:avLst/>
              <a:gdLst/>
              <a:ahLst/>
              <a:cxnLst/>
              <a:rect l="l" t="t" r="r" b="b"/>
              <a:pathLst>
                <a:path w="142" h="253" extrusionOk="0">
                  <a:moveTo>
                    <a:pt x="78" y="0"/>
                  </a:moveTo>
                  <a:lnTo>
                    <a:pt x="78" y="0"/>
                  </a:lnTo>
                  <a:cubicBezTo>
                    <a:pt x="63" y="0"/>
                    <a:pt x="63" y="0"/>
                    <a:pt x="47" y="16"/>
                  </a:cubicBezTo>
                  <a:lnTo>
                    <a:pt x="47" y="16"/>
                  </a:lnTo>
                  <a:cubicBezTo>
                    <a:pt x="47" y="32"/>
                    <a:pt x="63" y="32"/>
                    <a:pt x="47" y="48"/>
                  </a:cubicBezTo>
                  <a:lnTo>
                    <a:pt x="47" y="95"/>
                  </a:lnTo>
                  <a:lnTo>
                    <a:pt x="47" y="95"/>
                  </a:lnTo>
                  <a:lnTo>
                    <a:pt x="47" y="111"/>
                  </a:lnTo>
                  <a:lnTo>
                    <a:pt x="63" y="95"/>
                  </a:lnTo>
                  <a:lnTo>
                    <a:pt x="78" y="95"/>
                  </a:lnTo>
                  <a:lnTo>
                    <a:pt x="78" y="95"/>
                  </a:lnTo>
                  <a:lnTo>
                    <a:pt x="110" y="95"/>
                  </a:lnTo>
                  <a:cubicBezTo>
                    <a:pt x="126" y="111"/>
                    <a:pt x="126" y="142"/>
                    <a:pt x="110" y="142"/>
                  </a:cubicBezTo>
                  <a:lnTo>
                    <a:pt x="47" y="189"/>
                  </a:lnTo>
                  <a:cubicBezTo>
                    <a:pt x="47" y="205"/>
                    <a:pt x="32" y="205"/>
                    <a:pt x="32" y="205"/>
                  </a:cubicBezTo>
                  <a:cubicBezTo>
                    <a:pt x="15" y="205"/>
                    <a:pt x="15" y="205"/>
                    <a:pt x="0" y="189"/>
                  </a:cubicBezTo>
                  <a:cubicBezTo>
                    <a:pt x="15" y="221"/>
                    <a:pt x="15" y="237"/>
                    <a:pt x="15" y="252"/>
                  </a:cubicBezTo>
                  <a:lnTo>
                    <a:pt x="15" y="252"/>
                  </a:lnTo>
                  <a:cubicBezTo>
                    <a:pt x="78" y="252"/>
                    <a:pt x="110" y="205"/>
                    <a:pt x="126" y="174"/>
                  </a:cubicBezTo>
                  <a:lnTo>
                    <a:pt x="126" y="158"/>
                  </a:lnTo>
                  <a:cubicBezTo>
                    <a:pt x="141" y="158"/>
                    <a:pt x="141" y="142"/>
                    <a:pt x="141" y="126"/>
                  </a:cubicBezTo>
                  <a:lnTo>
                    <a:pt x="110" y="63"/>
                  </a:lnTo>
                  <a:lnTo>
                    <a:pt x="110" y="48"/>
                  </a:lnTo>
                  <a:cubicBezTo>
                    <a:pt x="126" y="32"/>
                    <a:pt x="110" y="16"/>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9" name="Google Shape;339;p35"/>
            <p:cNvSpPr/>
            <p:nvPr/>
          </p:nvSpPr>
          <p:spPr>
            <a:xfrm>
              <a:off x="3040202" y="1790258"/>
              <a:ext cx="8046" cy="4516"/>
            </a:xfrm>
            <a:custGeom>
              <a:avLst/>
              <a:gdLst/>
              <a:ahLst/>
              <a:cxnLst/>
              <a:rect l="l" t="t" r="r" b="b"/>
              <a:pathLst>
                <a:path w="253" h="142" extrusionOk="0">
                  <a:moveTo>
                    <a:pt x="206" y="1"/>
                  </a:moveTo>
                  <a:cubicBezTo>
                    <a:pt x="143" y="1"/>
                    <a:pt x="63" y="16"/>
                    <a:pt x="0" y="16"/>
                  </a:cubicBezTo>
                  <a:lnTo>
                    <a:pt x="80" y="16"/>
                  </a:lnTo>
                  <a:cubicBezTo>
                    <a:pt x="95" y="16"/>
                    <a:pt x="95" y="1"/>
                    <a:pt x="111" y="1"/>
                  </a:cubicBezTo>
                  <a:lnTo>
                    <a:pt x="111" y="1"/>
                  </a:lnTo>
                  <a:lnTo>
                    <a:pt x="126" y="1"/>
                  </a:lnTo>
                  <a:cubicBezTo>
                    <a:pt x="143" y="16"/>
                    <a:pt x="158" y="32"/>
                    <a:pt x="143" y="47"/>
                  </a:cubicBezTo>
                  <a:lnTo>
                    <a:pt x="158" y="110"/>
                  </a:lnTo>
                  <a:cubicBezTo>
                    <a:pt x="158" y="127"/>
                    <a:pt x="174" y="142"/>
                    <a:pt x="189" y="142"/>
                  </a:cubicBezTo>
                  <a:lnTo>
                    <a:pt x="189" y="142"/>
                  </a:lnTo>
                  <a:lnTo>
                    <a:pt x="221" y="142"/>
                  </a:lnTo>
                  <a:cubicBezTo>
                    <a:pt x="237" y="142"/>
                    <a:pt x="252" y="127"/>
                    <a:pt x="252" y="110"/>
                  </a:cubicBezTo>
                  <a:cubicBezTo>
                    <a:pt x="252" y="95"/>
                    <a:pt x="237" y="79"/>
                    <a:pt x="221" y="7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0" name="Google Shape;340;p35"/>
            <p:cNvSpPr/>
            <p:nvPr/>
          </p:nvSpPr>
          <p:spPr>
            <a:xfrm>
              <a:off x="3187517" y="1795283"/>
              <a:ext cx="3053" cy="2035"/>
            </a:xfrm>
            <a:custGeom>
              <a:avLst/>
              <a:gdLst/>
              <a:ahLst/>
              <a:cxnLst/>
              <a:rect l="l" t="t" r="r" b="b"/>
              <a:pathLst>
                <a:path w="96" h="64" extrusionOk="0">
                  <a:moveTo>
                    <a:pt x="80" y="0"/>
                  </a:moveTo>
                  <a:cubicBezTo>
                    <a:pt x="80" y="15"/>
                    <a:pt x="64" y="15"/>
                    <a:pt x="64" y="32"/>
                  </a:cubicBezTo>
                  <a:lnTo>
                    <a:pt x="1" y="32"/>
                  </a:lnTo>
                  <a:lnTo>
                    <a:pt x="1" y="32"/>
                  </a:lnTo>
                  <a:lnTo>
                    <a:pt x="1" y="32"/>
                  </a:lnTo>
                  <a:cubicBezTo>
                    <a:pt x="17" y="32"/>
                    <a:pt x="32" y="47"/>
                    <a:pt x="32" y="47"/>
                  </a:cubicBezTo>
                  <a:cubicBezTo>
                    <a:pt x="32" y="63"/>
                    <a:pt x="48" y="63"/>
                    <a:pt x="48" y="63"/>
                  </a:cubicBezTo>
                  <a:cubicBezTo>
                    <a:pt x="48" y="63"/>
                    <a:pt x="64" y="47"/>
                    <a:pt x="80" y="47"/>
                  </a:cubicBezTo>
                  <a:cubicBezTo>
                    <a:pt x="80" y="47"/>
                    <a:pt x="80" y="32"/>
                    <a:pt x="95" y="32"/>
                  </a:cubicBezTo>
                  <a:lnTo>
                    <a:pt x="95" y="15"/>
                  </a:lnTo>
                  <a:cubicBezTo>
                    <a:pt x="95" y="15"/>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1" name="Google Shape;341;p35"/>
            <p:cNvSpPr/>
            <p:nvPr/>
          </p:nvSpPr>
          <p:spPr>
            <a:xfrm>
              <a:off x="3262669" y="1802279"/>
              <a:ext cx="6583" cy="4548"/>
            </a:xfrm>
            <a:custGeom>
              <a:avLst/>
              <a:gdLst/>
              <a:ahLst/>
              <a:cxnLst/>
              <a:rect l="l" t="t" r="r" b="b"/>
              <a:pathLst>
                <a:path w="207" h="143" extrusionOk="0">
                  <a:moveTo>
                    <a:pt x="112" y="142"/>
                  </a:moveTo>
                  <a:lnTo>
                    <a:pt x="112" y="142"/>
                  </a:lnTo>
                  <a:lnTo>
                    <a:pt x="112" y="142"/>
                  </a:lnTo>
                  <a:lnTo>
                    <a:pt x="112" y="142"/>
                  </a:lnTo>
                  <a:close/>
                  <a:moveTo>
                    <a:pt x="127" y="1"/>
                  </a:moveTo>
                  <a:lnTo>
                    <a:pt x="112" y="1"/>
                  </a:lnTo>
                  <a:cubicBezTo>
                    <a:pt x="112" y="1"/>
                    <a:pt x="95" y="1"/>
                    <a:pt x="95" y="16"/>
                  </a:cubicBezTo>
                  <a:lnTo>
                    <a:pt x="64" y="48"/>
                  </a:lnTo>
                  <a:lnTo>
                    <a:pt x="64" y="48"/>
                  </a:lnTo>
                  <a:cubicBezTo>
                    <a:pt x="49" y="48"/>
                    <a:pt x="32" y="48"/>
                    <a:pt x="17" y="64"/>
                  </a:cubicBezTo>
                  <a:cubicBezTo>
                    <a:pt x="1" y="79"/>
                    <a:pt x="1" y="95"/>
                    <a:pt x="17" y="111"/>
                  </a:cubicBezTo>
                  <a:cubicBezTo>
                    <a:pt x="17" y="127"/>
                    <a:pt x="32" y="127"/>
                    <a:pt x="32" y="127"/>
                  </a:cubicBezTo>
                  <a:cubicBezTo>
                    <a:pt x="49" y="127"/>
                    <a:pt x="49" y="111"/>
                    <a:pt x="49" y="111"/>
                  </a:cubicBezTo>
                  <a:lnTo>
                    <a:pt x="64" y="95"/>
                  </a:lnTo>
                  <a:cubicBezTo>
                    <a:pt x="80" y="79"/>
                    <a:pt x="80" y="79"/>
                    <a:pt x="95" y="79"/>
                  </a:cubicBezTo>
                  <a:lnTo>
                    <a:pt x="95" y="79"/>
                  </a:lnTo>
                  <a:lnTo>
                    <a:pt x="112" y="79"/>
                  </a:lnTo>
                  <a:lnTo>
                    <a:pt x="127" y="95"/>
                  </a:lnTo>
                  <a:lnTo>
                    <a:pt x="143" y="79"/>
                  </a:lnTo>
                  <a:lnTo>
                    <a:pt x="158" y="79"/>
                  </a:lnTo>
                  <a:cubicBezTo>
                    <a:pt x="175" y="79"/>
                    <a:pt x="190" y="95"/>
                    <a:pt x="190" y="127"/>
                  </a:cubicBezTo>
                  <a:lnTo>
                    <a:pt x="190" y="127"/>
                  </a:lnTo>
                  <a:lnTo>
                    <a:pt x="190" y="127"/>
                  </a:lnTo>
                  <a:lnTo>
                    <a:pt x="206" y="79"/>
                  </a:lnTo>
                  <a:cubicBezTo>
                    <a:pt x="206" y="64"/>
                    <a:pt x="206" y="48"/>
                    <a:pt x="190" y="32"/>
                  </a:cubicBezTo>
                  <a:lnTo>
                    <a:pt x="14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2" name="Google Shape;342;p35"/>
            <p:cNvSpPr/>
            <p:nvPr/>
          </p:nvSpPr>
          <p:spPr>
            <a:xfrm>
              <a:off x="3372932" y="1787745"/>
              <a:ext cx="5565" cy="5565"/>
            </a:xfrm>
            <a:custGeom>
              <a:avLst/>
              <a:gdLst/>
              <a:ahLst/>
              <a:cxnLst/>
              <a:rect l="l" t="t" r="r" b="b"/>
              <a:pathLst>
                <a:path w="175" h="175" extrusionOk="0">
                  <a:moveTo>
                    <a:pt x="63" y="0"/>
                  </a:moveTo>
                  <a:lnTo>
                    <a:pt x="48" y="0"/>
                  </a:lnTo>
                  <a:cubicBezTo>
                    <a:pt x="48" y="0"/>
                    <a:pt x="32" y="0"/>
                    <a:pt x="32" y="17"/>
                  </a:cubicBezTo>
                  <a:lnTo>
                    <a:pt x="0" y="143"/>
                  </a:lnTo>
                  <a:cubicBezTo>
                    <a:pt x="0" y="158"/>
                    <a:pt x="0" y="158"/>
                    <a:pt x="16" y="174"/>
                  </a:cubicBezTo>
                  <a:lnTo>
                    <a:pt x="32" y="174"/>
                  </a:lnTo>
                  <a:lnTo>
                    <a:pt x="48" y="174"/>
                  </a:lnTo>
                  <a:lnTo>
                    <a:pt x="158" y="95"/>
                  </a:lnTo>
                  <a:lnTo>
                    <a:pt x="174" y="80"/>
                  </a:lnTo>
                  <a:lnTo>
                    <a:pt x="174" y="48"/>
                  </a:lnTo>
                  <a:cubicBezTo>
                    <a:pt x="158" y="32"/>
                    <a:pt x="158" y="32"/>
                    <a:pt x="143" y="32"/>
                  </a:cubicBezTo>
                  <a:lnTo>
                    <a:pt x="126" y="32"/>
                  </a:lnTo>
                  <a:lnTo>
                    <a:pt x="80" y="63"/>
                  </a:ln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3" name="Google Shape;343;p35"/>
            <p:cNvSpPr/>
            <p:nvPr/>
          </p:nvSpPr>
          <p:spPr>
            <a:xfrm>
              <a:off x="3261206" y="1804792"/>
              <a:ext cx="7505" cy="9032"/>
            </a:xfrm>
            <a:custGeom>
              <a:avLst/>
              <a:gdLst/>
              <a:ahLst/>
              <a:cxnLst/>
              <a:rect l="l" t="t" r="r" b="b"/>
              <a:pathLst>
                <a:path w="236" h="284" extrusionOk="0">
                  <a:moveTo>
                    <a:pt x="204" y="0"/>
                  </a:moveTo>
                  <a:lnTo>
                    <a:pt x="189" y="0"/>
                  </a:lnTo>
                  <a:lnTo>
                    <a:pt x="173" y="16"/>
                  </a:lnTo>
                  <a:lnTo>
                    <a:pt x="173" y="48"/>
                  </a:lnTo>
                  <a:lnTo>
                    <a:pt x="158" y="63"/>
                  </a:lnTo>
                  <a:lnTo>
                    <a:pt x="158" y="63"/>
                  </a:lnTo>
                  <a:lnTo>
                    <a:pt x="158" y="95"/>
                  </a:lnTo>
                  <a:lnTo>
                    <a:pt x="158" y="95"/>
                  </a:lnTo>
                  <a:lnTo>
                    <a:pt x="78" y="189"/>
                  </a:lnTo>
                  <a:lnTo>
                    <a:pt x="78" y="206"/>
                  </a:lnTo>
                  <a:cubicBezTo>
                    <a:pt x="78" y="221"/>
                    <a:pt x="63" y="237"/>
                    <a:pt x="47" y="237"/>
                  </a:cubicBezTo>
                  <a:lnTo>
                    <a:pt x="47" y="237"/>
                  </a:lnTo>
                  <a:cubicBezTo>
                    <a:pt x="15" y="237"/>
                    <a:pt x="15" y="221"/>
                    <a:pt x="15" y="206"/>
                  </a:cubicBezTo>
                  <a:lnTo>
                    <a:pt x="15" y="206"/>
                  </a:lnTo>
                  <a:cubicBezTo>
                    <a:pt x="0" y="221"/>
                    <a:pt x="0" y="237"/>
                    <a:pt x="15" y="252"/>
                  </a:cubicBezTo>
                  <a:lnTo>
                    <a:pt x="47" y="284"/>
                  </a:lnTo>
                  <a:lnTo>
                    <a:pt x="78" y="284"/>
                  </a:lnTo>
                  <a:lnTo>
                    <a:pt x="78" y="284"/>
                  </a:lnTo>
                  <a:cubicBezTo>
                    <a:pt x="95" y="284"/>
                    <a:pt x="95" y="284"/>
                    <a:pt x="95" y="269"/>
                  </a:cubicBezTo>
                  <a:lnTo>
                    <a:pt x="189" y="158"/>
                  </a:lnTo>
                  <a:lnTo>
                    <a:pt x="189" y="158"/>
                  </a:lnTo>
                  <a:lnTo>
                    <a:pt x="221" y="158"/>
                  </a:lnTo>
                  <a:cubicBezTo>
                    <a:pt x="221" y="142"/>
                    <a:pt x="236" y="142"/>
                    <a:pt x="236" y="126"/>
                  </a:cubicBezTo>
                  <a:lnTo>
                    <a:pt x="236" y="48"/>
                  </a:lnTo>
                  <a:lnTo>
                    <a:pt x="236" y="48"/>
                  </a:lnTo>
                  <a:cubicBezTo>
                    <a:pt x="236" y="16"/>
                    <a:pt x="221" y="0"/>
                    <a:pt x="20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4" name="Google Shape;344;p35"/>
            <p:cNvSpPr/>
            <p:nvPr/>
          </p:nvSpPr>
          <p:spPr>
            <a:xfrm>
              <a:off x="3227590" y="1789272"/>
              <a:ext cx="2576" cy="7505"/>
            </a:xfrm>
            <a:custGeom>
              <a:avLst/>
              <a:gdLst/>
              <a:ahLst/>
              <a:cxnLst/>
              <a:rect l="l" t="t" r="r" b="b"/>
              <a:pathLst>
                <a:path w="81" h="236" extrusionOk="0">
                  <a:moveTo>
                    <a:pt x="17" y="0"/>
                  </a:moveTo>
                  <a:lnTo>
                    <a:pt x="17" y="15"/>
                  </a:lnTo>
                  <a:lnTo>
                    <a:pt x="1" y="189"/>
                  </a:lnTo>
                  <a:cubicBezTo>
                    <a:pt x="1" y="221"/>
                    <a:pt x="17" y="236"/>
                    <a:pt x="32" y="236"/>
                  </a:cubicBezTo>
                  <a:lnTo>
                    <a:pt x="32" y="236"/>
                  </a:lnTo>
                  <a:cubicBezTo>
                    <a:pt x="49" y="236"/>
                    <a:pt x="64" y="221"/>
                    <a:pt x="64" y="204"/>
                  </a:cubicBezTo>
                  <a:lnTo>
                    <a:pt x="80" y="95"/>
                  </a:lnTo>
                  <a:cubicBezTo>
                    <a:pt x="64" y="95"/>
                    <a:pt x="64" y="95"/>
                    <a:pt x="64" y="7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5" name="Google Shape;345;p35"/>
            <p:cNvSpPr/>
            <p:nvPr/>
          </p:nvSpPr>
          <p:spPr>
            <a:xfrm>
              <a:off x="3413514" y="1771716"/>
              <a:ext cx="2544" cy="3562"/>
            </a:xfrm>
            <a:custGeom>
              <a:avLst/>
              <a:gdLst/>
              <a:ahLst/>
              <a:cxnLst/>
              <a:rect l="l" t="t" r="r" b="b"/>
              <a:pathLst>
                <a:path w="80" h="112" extrusionOk="0">
                  <a:moveTo>
                    <a:pt x="79" y="0"/>
                  </a:moveTo>
                  <a:cubicBezTo>
                    <a:pt x="64" y="17"/>
                    <a:pt x="32" y="32"/>
                    <a:pt x="1" y="48"/>
                  </a:cubicBezTo>
                  <a:lnTo>
                    <a:pt x="1" y="80"/>
                  </a:lnTo>
                  <a:lnTo>
                    <a:pt x="1" y="111"/>
                  </a:lnTo>
                  <a:lnTo>
                    <a:pt x="1" y="111"/>
                  </a:lnTo>
                  <a:lnTo>
                    <a:pt x="64" y="95"/>
                  </a:lnTo>
                  <a:lnTo>
                    <a:pt x="64" y="95"/>
                  </a:lnTo>
                  <a:lnTo>
                    <a:pt x="64" y="80"/>
                  </a:lnTo>
                  <a:cubicBezTo>
                    <a:pt x="64" y="80"/>
                    <a:pt x="64" y="63"/>
                    <a:pt x="79" y="48"/>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6" name="Google Shape;346;p35"/>
            <p:cNvSpPr/>
            <p:nvPr/>
          </p:nvSpPr>
          <p:spPr>
            <a:xfrm>
              <a:off x="3198553" y="1790735"/>
              <a:ext cx="5025" cy="4580"/>
            </a:xfrm>
            <a:custGeom>
              <a:avLst/>
              <a:gdLst/>
              <a:ahLst/>
              <a:cxnLst/>
              <a:rect l="l" t="t" r="r" b="b"/>
              <a:pathLst>
                <a:path w="158" h="144" extrusionOk="0">
                  <a:moveTo>
                    <a:pt x="48" y="1"/>
                  </a:moveTo>
                  <a:lnTo>
                    <a:pt x="32" y="1"/>
                  </a:lnTo>
                  <a:cubicBezTo>
                    <a:pt x="17" y="1"/>
                    <a:pt x="17" y="17"/>
                    <a:pt x="17" y="32"/>
                  </a:cubicBezTo>
                  <a:cubicBezTo>
                    <a:pt x="0" y="32"/>
                    <a:pt x="17" y="32"/>
                    <a:pt x="17" y="49"/>
                  </a:cubicBezTo>
                  <a:lnTo>
                    <a:pt x="32" y="49"/>
                  </a:lnTo>
                  <a:cubicBezTo>
                    <a:pt x="48" y="49"/>
                    <a:pt x="63" y="64"/>
                    <a:pt x="63" y="80"/>
                  </a:cubicBezTo>
                  <a:cubicBezTo>
                    <a:pt x="80" y="80"/>
                    <a:pt x="80" y="95"/>
                    <a:pt x="80" y="112"/>
                  </a:cubicBezTo>
                  <a:cubicBezTo>
                    <a:pt x="80" y="143"/>
                    <a:pt x="95" y="143"/>
                    <a:pt x="111" y="143"/>
                  </a:cubicBezTo>
                  <a:lnTo>
                    <a:pt x="111" y="143"/>
                  </a:lnTo>
                  <a:lnTo>
                    <a:pt x="111" y="143"/>
                  </a:lnTo>
                  <a:cubicBezTo>
                    <a:pt x="143" y="143"/>
                    <a:pt x="158" y="127"/>
                    <a:pt x="143" y="112"/>
                  </a:cubicBezTo>
                  <a:cubicBezTo>
                    <a:pt x="143" y="32"/>
                    <a:pt x="111"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7" name="Google Shape;347;p35"/>
            <p:cNvSpPr/>
            <p:nvPr/>
          </p:nvSpPr>
          <p:spPr>
            <a:xfrm>
              <a:off x="3391951" y="1781257"/>
              <a:ext cx="5565" cy="4039"/>
            </a:xfrm>
            <a:custGeom>
              <a:avLst/>
              <a:gdLst/>
              <a:ahLst/>
              <a:cxnLst/>
              <a:rect l="l" t="t" r="r" b="b"/>
              <a:pathLst>
                <a:path w="175" h="127" extrusionOk="0">
                  <a:moveTo>
                    <a:pt x="32" y="0"/>
                  </a:moveTo>
                  <a:lnTo>
                    <a:pt x="32" y="0"/>
                  </a:lnTo>
                  <a:lnTo>
                    <a:pt x="17" y="0"/>
                  </a:lnTo>
                  <a:cubicBezTo>
                    <a:pt x="1" y="0"/>
                    <a:pt x="1" y="15"/>
                    <a:pt x="1" y="32"/>
                  </a:cubicBezTo>
                  <a:lnTo>
                    <a:pt x="1" y="47"/>
                  </a:lnTo>
                  <a:lnTo>
                    <a:pt x="17" y="47"/>
                  </a:lnTo>
                  <a:cubicBezTo>
                    <a:pt x="32" y="47"/>
                    <a:pt x="32" y="32"/>
                    <a:pt x="32" y="32"/>
                  </a:cubicBezTo>
                  <a:lnTo>
                    <a:pt x="32" y="32"/>
                  </a:lnTo>
                  <a:cubicBezTo>
                    <a:pt x="49" y="32"/>
                    <a:pt x="64" y="47"/>
                    <a:pt x="64" y="63"/>
                  </a:cubicBezTo>
                  <a:cubicBezTo>
                    <a:pt x="80" y="78"/>
                    <a:pt x="64" y="95"/>
                    <a:pt x="49" y="110"/>
                  </a:cubicBezTo>
                  <a:lnTo>
                    <a:pt x="32" y="110"/>
                  </a:lnTo>
                  <a:lnTo>
                    <a:pt x="32" y="126"/>
                  </a:lnTo>
                  <a:lnTo>
                    <a:pt x="49" y="126"/>
                  </a:lnTo>
                  <a:lnTo>
                    <a:pt x="64" y="126"/>
                  </a:lnTo>
                  <a:lnTo>
                    <a:pt x="112" y="110"/>
                  </a:lnTo>
                  <a:cubicBezTo>
                    <a:pt x="112" y="95"/>
                    <a:pt x="127" y="95"/>
                    <a:pt x="127" y="95"/>
                  </a:cubicBezTo>
                  <a:lnTo>
                    <a:pt x="143" y="95"/>
                  </a:lnTo>
                  <a:lnTo>
                    <a:pt x="143" y="95"/>
                  </a:lnTo>
                  <a:lnTo>
                    <a:pt x="158" y="95"/>
                  </a:lnTo>
                  <a:cubicBezTo>
                    <a:pt x="175" y="95"/>
                    <a:pt x="175" y="78"/>
                    <a:pt x="175" y="63"/>
                  </a:cubicBezTo>
                  <a:cubicBezTo>
                    <a:pt x="175" y="47"/>
                    <a:pt x="158" y="32"/>
                    <a:pt x="143" y="32"/>
                  </a:cubicBezTo>
                  <a:lnTo>
                    <a:pt x="127" y="32"/>
                  </a:lnTo>
                  <a:lnTo>
                    <a:pt x="80" y="47"/>
                  </a:lnTo>
                  <a:lnTo>
                    <a:pt x="64" y="32"/>
                  </a:lnTo>
                  <a:lnTo>
                    <a:pt x="64" y="15"/>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8" name="Google Shape;348;p35"/>
            <p:cNvSpPr/>
            <p:nvPr/>
          </p:nvSpPr>
          <p:spPr>
            <a:xfrm>
              <a:off x="3350861" y="1782243"/>
              <a:ext cx="5057" cy="5057"/>
            </a:xfrm>
            <a:custGeom>
              <a:avLst/>
              <a:gdLst/>
              <a:ahLst/>
              <a:cxnLst/>
              <a:rect l="l" t="t" r="r" b="b"/>
              <a:pathLst>
                <a:path w="159" h="159" extrusionOk="0">
                  <a:moveTo>
                    <a:pt x="80" y="1"/>
                  </a:moveTo>
                  <a:lnTo>
                    <a:pt x="80" y="1"/>
                  </a:lnTo>
                  <a:lnTo>
                    <a:pt x="80" y="1"/>
                  </a:lnTo>
                  <a:lnTo>
                    <a:pt x="64" y="16"/>
                  </a:lnTo>
                  <a:lnTo>
                    <a:pt x="17" y="110"/>
                  </a:lnTo>
                  <a:cubicBezTo>
                    <a:pt x="1" y="110"/>
                    <a:pt x="1" y="127"/>
                    <a:pt x="1" y="127"/>
                  </a:cubicBezTo>
                  <a:lnTo>
                    <a:pt x="32" y="158"/>
                  </a:lnTo>
                  <a:lnTo>
                    <a:pt x="49" y="158"/>
                  </a:lnTo>
                  <a:lnTo>
                    <a:pt x="64" y="142"/>
                  </a:lnTo>
                  <a:lnTo>
                    <a:pt x="95" y="95"/>
                  </a:lnTo>
                  <a:lnTo>
                    <a:pt x="112" y="95"/>
                  </a:lnTo>
                  <a:lnTo>
                    <a:pt x="143" y="95"/>
                  </a:lnTo>
                  <a:cubicBezTo>
                    <a:pt x="143" y="79"/>
                    <a:pt x="158" y="64"/>
                    <a:pt x="143" y="47"/>
                  </a:cubicBezTo>
                  <a:lnTo>
                    <a:pt x="143" y="32"/>
                  </a:lnTo>
                  <a:lnTo>
                    <a:pt x="112" y="16"/>
                  </a:lnTo>
                  <a:cubicBezTo>
                    <a:pt x="112"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9" name="Google Shape;349;p35"/>
            <p:cNvSpPr/>
            <p:nvPr/>
          </p:nvSpPr>
          <p:spPr>
            <a:xfrm>
              <a:off x="3093314" y="1790258"/>
              <a:ext cx="3562" cy="3053"/>
            </a:xfrm>
            <a:custGeom>
              <a:avLst/>
              <a:gdLst/>
              <a:ahLst/>
              <a:cxnLst/>
              <a:rect l="l" t="t" r="r" b="b"/>
              <a:pathLst>
                <a:path w="112" h="96" extrusionOk="0">
                  <a:moveTo>
                    <a:pt x="0" y="1"/>
                  </a:moveTo>
                  <a:lnTo>
                    <a:pt x="0" y="32"/>
                  </a:lnTo>
                  <a:cubicBezTo>
                    <a:pt x="0" y="47"/>
                    <a:pt x="17" y="64"/>
                    <a:pt x="32" y="64"/>
                  </a:cubicBezTo>
                  <a:lnTo>
                    <a:pt x="32" y="64"/>
                  </a:lnTo>
                  <a:lnTo>
                    <a:pt x="32" y="64"/>
                  </a:lnTo>
                  <a:cubicBezTo>
                    <a:pt x="48" y="64"/>
                    <a:pt x="48" y="64"/>
                    <a:pt x="63" y="79"/>
                  </a:cubicBezTo>
                  <a:lnTo>
                    <a:pt x="63" y="79"/>
                  </a:lnTo>
                  <a:lnTo>
                    <a:pt x="63" y="79"/>
                  </a:lnTo>
                  <a:lnTo>
                    <a:pt x="80" y="79"/>
                  </a:lnTo>
                  <a:lnTo>
                    <a:pt x="95" y="95"/>
                  </a:lnTo>
                  <a:lnTo>
                    <a:pt x="95" y="95"/>
                  </a:lnTo>
                  <a:cubicBezTo>
                    <a:pt x="95" y="79"/>
                    <a:pt x="111" y="79"/>
                    <a:pt x="111" y="79"/>
                  </a:cubicBezTo>
                  <a:cubicBezTo>
                    <a:pt x="111" y="64"/>
                    <a:pt x="111" y="47"/>
                    <a:pt x="95" y="47"/>
                  </a:cubicBezTo>
                  <a:lnTo>
                    <a:pt x="17" y="16"/>
                  </a:lnTo>
                  <a:cubicBezTo>
                    <a:pt x="0" y="16"/>
                    <a:pt x="0" y="1"/>
                    <a:pt x="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0" name="Google Shape;350;p35"/>
            <p:cNvSpPr/>
            <p:nvPr/>
          </p:nvSpPr>
          <p:spPr>
            <a:xfrm>
              <a:off x="3271701" y="1773720"/>
              <a:ext cx="4548" cy="1018"/>
            </a:xfrm>
            <a:custGeom>
              <a:avLst/>
              <a:gdLst/>
              <a:ahLst/>
              <a:cxnLst/>
              <a:rect l="l" t="t" r="r" b="b"/>
              <a:pathLst>
                <a:path w="143" h="32" extrusionOk="0">
                  <a:moveTo>
                    <a:pt x="95" y="0"/>
                  </a:moveTo>
                  <a:lnTo>
                    <a:pt x="95" y="0"/>
                  </a:lnTo>
                  <a:cubicBezTo>
                    <a:pt x="95" y="0"/>
                    <a:pt x="95" y="17"/>
                    <a:pt x="80" y="17"/>
                  </a:cubicBezTo>
                  <a:lnTo>
                    <a:pt x="63" y="17"/>
                  </a:lnTo>
                  <a:cubicBezTo>
                    <a:pt x="48" y="17"/>
                    <a:pt x="48" y="17"/>
                    <a:pt x="32" y="0"/>
                  </a:cubicBezTo>
                  <a:lnTo>
                    <a:pt x="32" y="0"/>
                  </a:lnTo>
                  <a:lnTo>
                    <a:pt x="17" y="0"/>
                  </a:lnTo>
                  <a:cubicBezTo>
                    <a:pt x="17" y="17"/>
                    <a:pt x="0" y="17"/>
                    <a:pt x="0" y="32"/>
                  </a:cubicBezTo>
                  <a:lnTo>
                    <a:pt x="111" y="17"/>
                  </a:lnTo>
                  <a:lnTo>
                    <a:pt x="111" y="17"/>
                  </a:lnTo>
                  <a:cubicBezTo>
                    <a:pt x="127" y="17"/>
                    <a:pt x="127" y="32"/>
                    <a:pt x="143" y="32"/>
                  </a:cubicBezTo>
                  <a:lnTo>
                    <a:pt x="143" y="17"/>
                  </a:lnTo>
                  <a:cubicBezTo>
                    <a:pt x="127" y="0"/>
                    <a:pt x="127"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1" name="Google Shape;351;p35"/>
            <p:cNvSpPr/>
            <p:nvPr/>
          </p:nvSpPr>
          <p:spPr>
            <a:xfrm>
              <a:off x="3403496" y="1768695"/>
              <a:ext cx="6042" cy="3053"/>
            </a:xfrm>
            <a:custGeom>
              <a:avLst/>
              <a:gdLst/>
              <a:ahLst/>
              <a:cxnLst/>
              <a:rect l="l" t="t" r="r" b="b"/>
              <a:pathLst>
                <a:path w="190" h="96" extrusionOk="0">
                  <a:moveTo>
                    <a:pt x="110" y="1"/>
                  </a:moveTo>
                  <a:lnTo>
                    <a:pt x="110" y="17"/>
                  </a:lnTo>
                  <a:cubicBezTo>
                    <a:pt x="127" y="32"/>
                    <a:pt x="110" y="49"/>
                    <a:pt x="95" y="64"/>
                  </a:cubicBezTo>
                  <a:lnTo>
                    <a:pt x="79" y="64"/>
                  </a:lnTo>
                  <a:cubicBezTo>
                    <a:pt x="64" y="64"/>
                    <a:pt x="64" y="64"/>
                    <a:pt x="47" y="49"/>
                  </a:cubicBezTo>
                  <a:lnTo>
                    <a:pt x="47" y="32"/>
                  </a:lnTo>
                  <a:lnTo>
                    <a:pt x="16" y="32"/>
                  </a:lnTo>
                  <a:cubicBezTo>
                    <a:pt x="1" y="49"/>
                    <a:pt x="1" y="49"/>
                    <a:pt x="1" y="64"/>
                  </a:cubicBezTo>
                  <a:lnTo>
                    <a:pt x="32" y="95"/>
                  </a:lnTo>
                  <a:lnTo>
                    <a:pt x="47" y="95"/>
                  </a:lnTo>
                  <a:cubicBezTo>
                    <a:pt x="79" y="80"/>
                    <a:pt x="95" y="80"/>
                    <a:pt x="110" y="80"/>
                  </a:cubicBezTo>
                  <a:cubicBezTo>
                    <a:pt x="110" y="64"/>
                    <a:pt x="127" y="49"/>
                    <a:pt x="142" y="32"/>
                  </a:cubicBezTo>
                  <a:lnTo>
                    <a:pt x="158" y="32"/>
                  </a:lnTo>
                  <a:lnTo>
                    <a:pt x="158" y="32"/>
                  </a:lnTo>
                  <a:cubicBezTo>
                    <a:pt x="174" y="32"/>
                    <a:pt x="190" y="32"/>
                    <a:pt x="190" y="49"/>
                  </a:cubicBezTo>
                  <a:cubicBezTo>
                    <a:pt x="190" y="32"/>
                    <a:pt x="174" y="32"/>
                    <a:pt x="174" y="32"/>
                  </a:cubicBezTo>
                  <a:cubicBezTo>
                    <a:pt x="158" y="17"/>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2" name="Google Shape;352;p35"/>
            <p:cNvSpPr/>
            <p:nvPr/>
          </p:nvSpPr>
          <p:spPr>
            <a:xfrm>
              <a:off x="3410016" y="1766691"/>
              <a:ext cx="6042" cy="3562"/>
            </a:xfrm>
            <a:custGeom>
              <a:avLst/>
              <a:gdLst/>
              <a:ahLst/>
              <a:cxnLst/>
              <a:rect l="l" t="t" r="r" b="b"/>
              <a:pathLst>
                <a:path w="190" h="112" extrusionOk="0">
                  <a:moveTo>
                    <a:pt x="158" y="1"/>
                  </a:moveTo>
                  <a:lnTo>
                    <a:pt x="142" y="1"/>
                  </a:lnTo>
                  <a:lnTo>
                    <a:pt x="142" y="1"/>
                  </a:lnTo>
                  <a:lnTo>
                    <a:pt x="48" y="32"/>
                  </a:lnTo>
                  <a:cubicBezTo>
                    <a:pt x="48" y="49"/>
                    <a:pt x="48" y="49"/>
                    <a:pt x="32" y="64"/>
                  </a:cubicBezTo>
                  <a:lnTo>
                    <a:pt x="16" y="64"/>
                  </a:lnTo>
                  <a:lnTo>
                    <a:pt x="0" y="64"/>
                  </a:lnTo>
                  <a:lnTo>
                    <a:pt x="0" y="80"/>
                  </a:lnTo>
                  <a:cubicBezTo>
                    <a:pt x="16" y="95"/>
                    <a:pt x="32" y="112"/>
                    <a:pt x="48" y="112"/>
                  </a:cubicBezTo>
                  <a:lnTo>
                    <a:pt x="48" y="95"/>
                  </a:lnTo>
                  <a:lnTo>
                    <a:pt x="126" y="80"/>
                  </a:lnTo>
                  <a:cubicBezTo>
                    <a:pt x="126" y="64"/>
                    <a:pt x="142" y="49"/>
                    <a:pt x="158" y="49"/>
                  </a:cubicBezTo>
                  <a:lnTo>
                    <a:pt x="158" y="49"/>
                  </a:lnTo>
                  <a:lnTo>
                    <a:pt x="174" y="49"/>
                  </a:lnTo>
                  <a:lnTo>
                    <a:pt x="189" y="49"/>
                  </a:lnTo>
                  <a:lnTo>
                    <a:pt x="189" y="32"/>
                  </a:lnTo>
                  <a:cubicBezTo>
                    <a:pt x="189" y="17"/>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3" name="Google Shape;353;p35"/>
            <p:cNvSpPr/>
            <p:nvPr/>
          </p:nvSpPr>
          <p:spPr>
            <a:xfrm>
              <a:off x="3110361" y="1795283"/>
              <a:ext cx="3021" cy="5025"/>
            </a:xfrm>
            <a:custGeom>
              <a:avLst/>
              <a:gdLst/>
              <a:ahLst/>
              <a:cxnLst/>
              <a:rect l="l" t="t" r="r" b="b"/>
              <a:pathLst>
                <a:path w="95" h="158" extrusionOk="0">
                  <a:moveTo>
                    <a:pt x="48" y="47"/>
                  </a:moveTo>
                  <a:lnTo>
                    <a:pt x="32" y="63"/>
                  </a:lnTo>
                  <a:lnTo>
                    <a:pt x="17" y="63"/>
                  </a:lnTo>
                  <a:lnTo>
                    <a:pt x="0" y="63"/>
                  </a:lnTo>
                  <a:lnTo>
                    <a:pt x="0" y="95"/>
                  </a:lnTo>
                  <a:cubicBezTo>
                    <a:pt x="0" y="110"/>
                    <a:pt x="32" y="142"/>
                    <a:pt x="48" y="158"/>
                  </a:cubicBezTo>
                  <a:lnTo>
                    <a:pt x="63" y="158"/>
                  </a:lnTo>
                  <a:cubicBezTo>
                    <a:pt x="80" y="158"/>
                    <a:pt x="95" y="158"/>
                    <a:pt x="95" y="142"/>
                  </a:cubicBezTo>
                  <a:lnTo>
                    <a:pt x="95" y="142"/>
                  </a:lnTo>
                  <a:cubicBezTo>
                    <a:pt x="80" y="142"/>
                    <a:pt x="63" y="142"/>
                    <a:pt x="63" y="126"/>
                  </a:cubicBezTo>
                  <a:cubicBezTo>
                    <a:pt x="48" y="110"/>
                    <a:pt x="48" y="95"/>
                    <a:pt x="63" y="78"/>
                  </a:cubicBezTo>
                  <a:lnTo>
                    <a:pt x="63" y="78"/>
                  </a:lnTo>
                  <a:lnTo>
                    <a:pt x="63" y="78"/>
                  </a:lnTo>
                  <a:cubicBezTo>
                    <a:pt x="63" y="78"/>
                    <a:pt x="63" y="63"/>
                    <a:pt x="48" y="47"/>
                  </a:cubicBezTo>
                  <a:close/>
                  <a:moveTo>
                    <a:pt x="0" y="0"/>
                  </a:moveTo>
                  <a:lnTo>
                    <a:pt x="0" y="0"/>
                  </a:lnTo>
                  <a:lnTo>
                    <a:pt x="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4" name="Google Shape;354;p35"/>
            <p:cNvSpPr/>
            <p:nvPr/>
          </p:nvSpPr>
          <p:spPr>
            <a:xfrm>
              <a:off x="3268680" y="1767709"/>
              <a:ext cx="7060" cy="13580"/>
            </a:xfrm>
            <a:custGeom>
              <a:avLst/>
              <a:gdLst/>
              <a:ahLst/>
              <a:cxnLst/>
              <a:rect l="l" t="t" r="r" b="b"/>
              <a:pathLst>
                <a:path w="222" h="427" extrusionOk="0">
                  <a:moveTo>
                    <a:pt x="112" y="174"/>
                  </a:moveTo>
                  <a:cubicBezTo>
                    <a:pt x="95" y="174"/>
                    <a:pt x="95" y="174"/>
                    <a:pt x="80" y="189"/>
                  </a:cubicBezTo>
                  <a:lnTo>
                    <a:pt x="64" y="189"/>
                  </a:lnTo>
                  <a:lnTo>
                    <a:pt x="32" y="189"/>
                  </a:lnTo>
                  <a:cubicBezTo>
                    <a:pt x="32" y="206"/>
                    <a:pt x="32" y="221"/>
                    <a:pt x="17" y="237"/>
                  </a:cubicBezTo>
                  <a:cubicBezTo>
                    <a:pt x="17" y="269"/>
                    <a:pt x="17" y="284"/>
                    <a:pt x="1" y="315"/>
                  </a:cubicBezTo>
                  <a:cubicBezTo>
                    <a:pt x="1" y="315"/>
                    <a:pt x="1" y="332"/>
                    <a:pt x="17" y="347"/>
                  </a:cubicBezTo>
                  <a:lnTo>
                    <a:pt x="49" y="410"/>
                  </a:lnTo>
                  <a:cubicBezTo>
                    <a:pt x="64" y="426"/>
                    <a:pt x="64" y="426"/>
                    <a:pt x="80" y="426"/>
                  </a:cubicBezTo>
                  <a:lnTo>
                    <a:pt x="80" y="426"/>
                  </a:lnTo>
                  <a:lnTo>
                    <a:pt x="95" y="426"/>
                  </a:lnTo>
                  <a:lnTo>
                    <a:pt x="112" y="426"/>
                  </a:lnTo>
                  <a:cubicBezTo>
                    <a:pt x="95" y="410"/>
                    <a:pt x="95" y="395"/>
                    <a:pt x="112" y="395"/>
                  </a:cubicBezTo>
                  <a:cubicBezTo>
                    <a:pt x="112" y="378"/>
                    <a:pt x="127" y="363"/>
                    <a:pt x="127" y="363"/>
                  </a:cubicBezTo>
                  <a:lnTo>
                    <a:pt x="143" y="363"/>
                  </a:lnTo>
                  <a:lnTo>
                    <a:pt x="143" y="363"/>
                  </a:lnTo>
                  <a:lnTo>
                    <a:pt x="190" y="378"/>
                  </a:lnTo>
                  <a:lnTo>
                    <a:pt x="190" y="378"/>
                  </a:lnTo>
                  <a:lnTo>
                    <a:pt x="206" y="378"/>
                  </a:lnTo>
                  <a:cubicBezTo>
                    <a:pt x="222" y="363"/>
                    <a:pt x="222" y="347"/>
                    <a:pt x="222" y="347"/>
                  </a:cubicBezTo>
                  <a:lnTo>
                    <a:pt x="222" y="332"/>
                  </a:lnTo>
                  <a:cubicBezTo>
                    <a:pt x="206" y="315"/>
                    <a:pt x="206" y="315"/>
                    <a:pt x="190" y="315"/>
                  </a:cubicBezTo>
                  <a:lnTo>
                    <a:pt x="158" y="315"/>
                  </a:lnTo>
                  <a:lnTo>
                    <a:pt x="95" y="347"/>
                  </a:lnTo>
                  <a:lnTo>
                    <a:pt x="95" y="347"/>
                  </a:lnTo>
                  <a:lnTo>
                    <a:pt x="80" y="363"/>
                  </a:lnTo>
                  <a:cubicBezTo>
                    <a:pt x="80" y="363"/>
                    <a:pt x="64" y="378"/>
                    <a:pt x="49" y="378"/>
                  </a:cubicBezTo>
                  <a:cubicBezTo>
                    <a:pt x="49" y="378"/>
                    <a:pt x="32" y="378"/>
                    <a:pt x="32" y="363"/>
                  </a:cubicBezTo>
                  <a:cubicBezTo>
                    <a:pt x="17" y="347"/>
                    <a:pt x="17" y="332"/>
                    <a:pt x="32" y="315"/>
                  </a:cubicBezTo>
                  <a:lnTo>
                    <a:pt x="64" y="269"/>
                  </a:lnTo>
                  <a:lnTo>
                    <a:pt x="64" y="252"/>
                  </a:lnTo>
                  <a:cubicBezTo>
                    <a:pt x="64" y="237"/>
                    <a:pt x="80" y="221"/>
                    <a:pt x="95" y="221"/>
                  </a:cubicBezTo>
                  <a:lnTo>
                    <a:pt x="95" y="221"/>
                  </a:lnTo>
                  <a:cubicBezTo>
                    <a:pt x="95" y="206"/>
                    <a:pt x="112" y="206"/>
                    <a:pt x="112" y="189"/>
                  </a:cubicBezTo>
                  <a:lnTo>
                    <a:pt x="112" y="174"/>
                  </a:lnTo>
                  <a:lnTo>
                    <a:pt x="112" y="174"/>
                  </a:lnTo>
                  <a:close/>
                  <a:moveTo>
                    <a:pt x="143" y="0"/>
                  </a:moveTo>
                  <a:lnTo>
                    <a:pt x="143" y="0"/>
                  </a:lnTo>
                  <a:cubicBezTo>
                    <a:pt x="143" y="17"/>
                    <a:pt x="143" y="17"/>
                    <a:pt x="127" y="17"/>
                  </a:cubicBezTo>
                  <a:lnTo>
                    <a:pt x="112" y="32"/>
                  </a:lnTo>
                  <a:lnTo>
                    <a:pt x="95" y="48"/>
                  </a:lnTo>
                  <a:lnTo>
                    <a:pt x="95" y="48"/>
                  </a:lnTo>
                  <a:lnTo>
                    <a:pt x="95" y="80"/>
                  </a:lnTo>
                  <a:cubicBezTo>
                    <a:pt x="80" y="95"/>
                    <a:pt x="80" y="111"/>
                    <a:pt x="64" y="111"/>
                  </a:cubicBezTo>
                  <a:lnTo>
                    <a:pt x="64" y="111"/>
                  </a:lnTo>
                  <a:lnTo>
                    <a:pt x="64" y="111"/>
                  </a:lnTo>
                  <a:lnTo>
                    <a:pt x="80" y="111"/>
                  </a:lnTo>
                  <a:lnTo>
                    <a:pt x="95" y="111"/>
                  </a:lnTo>
                  <a:lnTo>
                    <a:pt x="95" y="95"/>
                  </a:lnTo>
                  <a:cubicBezTo>
                    <a:pt x="95" y="63"/>
                    <a:pt x="112" y="48"/>
                    <a:pt x="127" y="48"/>
                  </a:cubicBezTo>
                  <a:lnTo>
                    <a:pt x="127" y="48"/>
                  </a:lnTo>
                  <a:cubicBezTo>
                    <a:pt x="143" y="48"/>
                    <a:pt x="158" y="63"/>
                    <a:pt x="158" y="63"/>
                  </a:cubicBezTo>
                  <a:lnTo>
                    <a:pt x="175" y="48"/>
                  </a:lnTo>
                  <a:cubicBezTo>
                    <a:pt x="158" y="32"/>
                    <a:pt x="158" y="17"/>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5" name="Google Shape;355;p35"/>
            <p:cNvSpPr/>
            <p:nvPr/>
          </p:nvSpPr>
          <p:spPr>
            <a:xfrm>
              <a:off x="3415009" y="1754192"/>
              <a:ext cx="7569" cy="3021"/>
            </a:xfrm>
            <a:custGeom>
              <a:avLst/>
              <a:gdLst/>
              <a:ahLst/>
              <a:cxnLst/>
              <a:rect l="l" t="t" r="r" b="b"/>
              <a:pathLst>
                <a:path w="238" h="95" extrusionOk="0">
                  <a:moveTo>
                    <a:pt x="127" y="16"/>
                  </a:moveTo>
                  <a:lnTo>
                    <a:pt x="95" y="32"/>
                  </a:lnTo>
                  <a:lnTo>
                    <a:pt x="80" y="32"/>
                  </a:lnTo>
                  <a:cubicBezTo>
                    <a:pt x="64" y="32"/>
                    <a:pt x="64" y="32"/>
                    <a:pt x="48" y="16"/>
                  </a:cubicBezTo>
                  <a:lnTo>
                    <a:pt x="32" y="32"/>
                  </a:lnTo>
                  <a:cubicBezTo>
                    <a:pt x="17" y="32"/>
                    <a:pt x="1" y="47"/>
                    <a:pt x="1" y="63"/>
                  </a:cubicBezTo>
                  <a:lnTo>
                    <a:pt x="1" y="79"/>
                  </a:lnTo>
                  <a:cubicBezTo>
                    <a:pt x="17" y="79"/>
                    <a:pt x="32" y="79"/>
                    <a:pt x="32" y="95"/>
                  </a:cubicBezTo>
                  <a:lnTo>
                    <a:pt x="32" y="95"/>
                  </a:lnTo>
                  <a:lnTo>
                    <a:pt x="48" y="95"/>
                  </a:lnTo>
                  <a:lnTo>
                    <a:pt x="64" y="95"/>
                  </a:lnTo>
                  <a:lnTo>
                    <a:pt x="64" y="63"/>
                  </a:lnTo>
                  <a:cubicBezTo>
                    <a:pt x="80" y="47"/>
                    <a:pt x="80" y="47"/>
                    <a:pt x="95" y="47"/>
                  </a:cubicBezTo>
                  <a:lnTo>
                    <a:pt x="95" y="47"/>
                  </a:lnTo>
                  <a:lnTo>
                    <a:pt x="112" y="47"/>
                  </a:lnTo>
                  <a:lnTo>
                    <a:pt x="127" y="47"/>
                  </a:lnTo>
                  <a:lnTo>
                    <a:pt x="127" y="47"/>
                  </a:lnTo>
                  <a:lnTo>
                    <a:pt x="127" y="16"/>
                  </a:lnTo>
                  <a:close/>
                  <a:moveTo>
                    <a:pt x="238" y="0"/>
                  </a:moveTo>
                  <a:cubicBezTo>
                    <a:pt x="238" y="16"/>
                    <a:pt x="221" y="16"/>
                    <a:pt x="221" y="16"/>
                  </a:cubicBezTo>
                  <a:lnTo>
                    <a:pt x="206" y="16"/>
                  </a:lnTo>
                  <a:lnTo>
                    <a:pt x="190" y="16"/>
                  </a:lnTo>
                  <a:lnTo>
                    <a:pt x="206" y="47"/>
                  </a:lnTo>
                  <a:lnTo>
                    <a:pt x="221" y="32"/>
                  </a:lnTo>
                  <a:lnTo>
                    <a:pt x="23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6" name="Google Shape;356;p35"/>
            <p:cNvSpPr/>
            <p:nvPr/>
          </p:nvSpPr>
          <p:spPr>
            <a:xfrm>
              <a:off x="3016159" y="1795760"/>
              <a:ext cx="5025" cy="2035"/>
            </a:xfrm>
            <a:custGeom>
              <a:avLst/>
              <a:gdLst/>
              <a:ahLst/>
              <a:cxnLst/>
              <a:rect l="l" t="t" r="r" b="b"/>
              <a:pathLst>
                <a:path w="158" h="64" extrusionOk="0">
                  <a:moveTo>
                    <a:pt x="126" y="0"/>
                  </a:moveTo>
                  <a:lnTo>
                    <a:pt x="32" y="0"/>
                  </a:lnTo>
                  <a:cubicBezTo>
                    <a:pt x="16" y="0"/>
                    <a:pt x="0" y="17"/>
                    <a:pt x="0" y="48"/>
                  </a:cubicBezTo>
                  <a:cubicBezTo>
                    <a:pt x="0" y="48"/>
                    <a:pt x="0" y="63"/>
                    <a:pt x="16" y="63"/>
                  </a:cubicBezTo>
                  <a:cubicBezTo>
                    <a:pt x="16" y="48"/>
                    <a:pt x="32" y="48"/>
                    <a:pt x="32" y="48"/>
                  </a:cubicBezTo>
                  <a:lnTo>
                    <a:pt x="48" y="48"/>
                  </a:lnTo>
                  <a:lnTo>
                    <a:pt x="48" y="48"/>
                  </a:lnTo>
                  <a:lnTo>
                    <a:pt x="126" y="63"/>
                  </a:lnTo>
                  <a:lnTo>
                    <a:pt x="158" y="63"/>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7" name="Google Shape;357;p35"/>
            <p:cNvSpPr/>
            <p:nvPr/>
          </p:nvSpPr>
          <p:spPr>
            <a:xfrm>
              <a:off x="3415518" y="1802788"/>
              <a:ext cx="12562" cy="6551"/>
            </a:xfrm>
            <a:custGeom>
              <a:avLst/>
              <a:gdLst/>
              <a:ahLst/>
              <a:cxnLst/>
              <a:rect l="l" t="t" r="r" b="b"/>
              <a:pathLst>
                <a:path w="395" h="206" extrusionOk="0">
                  <a:moveTo>
                    <a:pt x="190" y="111"/>
                  </a:moveTo>
                  <a:lnTo>
                    <a:pt x="190" y="126"/>
                  </a:lnTo>
                  <a:cubicBezTo>
                    <a:pt x="174" y="142"/>
                    <a:pt x="174" y="158"/>
                    <a:pt x="159" y="158"/>
                  </a:cubicBezTo>
                  <a:lnTo>
                    <a:pt x="142" y="158"/>
                  </a:lnTo>
                  <a:cubicBezTo>
                    <a:pt x="142" y="142"/>
                    <a:pt x="127" y="142"/>
                    <a:pt x="127" y="142"/>
                  </a:cubicBezTo>
                  <a:lnTo>
                    <a:pt x="96" y="142"/>
                  </a:lnTo>
                  <a:cubicBezTo>
                    <a:pt x="79" y="142"/>
                    <a:pt x="79" y="126"/>
                    <a:pt x="64" y="126"/>
                  </a:cubicBezTo>
                  <a:lnTo>
                    <a:pt x="64" y="126"/>
                  </a:lnTo>
                  <a:cubicBezTo>
                    <a:pt x="64" y="142"/>
                    <a:pt x="64" y="158"/>
                    <a:pt x="48" y="158"/>
                  </a:cubicBezTo>
                  <a:lnTo>
                    <a:pt x="16" y="174"/>
                  </a:lnTo>
                  <a:lnTo>
                    <a:pt x="1" y="174"/>
                  </a:lnTo>
                  <a:cubicBezTo>
                    <a:pt x="16" y="189"/>
                    <a:pt x="32" y="205"/>
                    <a:pt x="48" y="205"/>
                  </a:cubicBezTo>
                  <a:lnTo>
                    <a:pt x="48" y="205"/>
                  </a:lnTo>
                  <a:cubicBezTo>
                    <a:pt x="111" y="205"/>
                    <a:pt x="159" y="174"/>
                    <a:pt x="205" y="142"/>
                  </a:cubicBezTo>
                  <a:lnTo>
                    <a:pt x="190" y="111"/>
                  </a:lnTo>
                  <a:lnTo>
                    <a:pt x="190" y="111"/>
                  </a:lnTo>
                  <a:close/>
                  <a:moveTo>
                    <a:pt x="363" y="0"/>
                  </a:moveTo>
                  <a:lnTo>
                    <a:pt x="285" y="0"/>
                  </a:lnTo>
                  <a:lnTo>
                    <a:pt x="285" y="32"/>
                  </a:lnTo>
                  <a:cubicBezTo>
                    <a:pt x="285" y="48"/>
                    <a:pt x="268" y="63"/>
                    <a:pt x="253" y="63"/>
                  </a:cubicBezTo>
                  <a:lnTo>
                    <a:pt x="253" y="63"/>
                  </a:lnTo>
                  <a:cubicBezTo>
                    <a:pt x="237" y="63"/>
                    <a:pt x="222" y="48"/>
                    <a:pt x="222" y="32"/>
                  </a:cubicBezTo>
                  <a:lnTo>
                    <a:pt x="222" y="32"/>
                  </a:lnTo>
                  <a:cubicBezTo>
                    <a:pt x="205" y="48"/>
                    <a:pt x="190" y="48"/>
                    <a:pt x="190" y="63"/>
                  </a:cubicBezTo>
                  <a:cubicBezTo>
                    <a:pt x="190" y="79"/>
                    <a:pt x="174" y="79"/>
                    <a:pt x="159" y="79"/>
                  </a:cubicBezTo>
                  <a:lnTo>
                    <a:pt x="159" y="79"/>
                  </a:lnTo>
                  <a:lnTo>
                    <a:pt x="159" y="79"/>
                  </a:lnTo>
                  <a:lnTo>
                    <a:pt x="159" y="79"/>
                  </a:lnTo>
                  <a:lnTo>
                    <a:pt x="174" y="95"/>
                  </a:lnTo>
                  <a:cubicBezTo>
                    <a:pt x="174" y="79"/>
                    <a:pt x="174" y="79"/>
                    <a:pt x="190" y="63"/>
                  </a:cubicBezTo>
                  <a:lnTo>
                    <a:pt x="205" y="63"/>
                  </a:lnTo>
                  <a:lnTo>
                    <a:pt x="205" y="63"/>
                  </a:lnTo>
                  <a:lnTo>
                    <a:pt x="237" y="63"/>
                  </a:lnTo>
                  <a:lnTo>
                    <a:pt x="253" y="95"/>
                  </a:lnTo>
                  <a:cubicBezTo>
                    <a:pt x="253" y="79"/>
                    <a:pt x="268" y="79"/>
                    <a:pt x="268" y="79"/>
                  </a:cubicBezTo>
                  <a:lnTo>
                    <a:pt x="316" y="126"/>
                  </a:lnTo>
                  <a:cubicBezTo>
                    <a:pt x="316" y="142"/>
                    <a:pt x="331" y="142"/>
                    <a:pt x="331" y="142"/>
                  </a:cubicBezTo>
                  <a:lnTo>
                    <a:pt x="331" y="142"/>
                  </a:lnTo>
                  <a:lnTo>
                    <a:pt x="348" y="142"/>
                  </a:lnTo>
                  <a:lnTo>
                    <a:pt x="363" y="142"/>
                  </a:lnTo>
                  <a:lnTo>
                    <a:pt x="363" y="126"/>
                  </a:lnTo>
                  <a:lnTo>
                    <a:pt x="394" y="79"/>
                  </a:lnTo>
                  <a:lnTo>
                    <a:pt x="379" y="79"/>
                  </a:lnTo>
                  <a:lnTo>
                    <a:pt x="379" y="79"/>
                  </a:lnTo>
                  <a:cubicBezTo>
                    <a:pt x="348" y="79"/>
                    <a:pt x="331" y="63"/>
                    <a:pt x="331" y="48"/>
                  </a:cubicBezTo>
                  <a:cubicBezTo>
                    <a:pt x="331" y="32"/>
                    <a:pt x="348" y="16"/>
                    <a:pt x="379" y="16"/>
                  </a:cubicBezTo>
                  <a:lnTo>
                    <a:pt x="379" y="16"/>
                  </a:lnTo>
                  <a:lnTo>
                    <a:pt x="379" y="16"/>
                  </a:lnTo>
                  <a:cubicBezTo>
                    <a:pt x="379" y="0"/>
                    <a:pt x="379" y="0"/>
                    <a:pt x="3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8" name="Google Shape;358;p35"/>
            <p:cNvSpPr/>
            <p:nvPr/>
          </p:nvSpPr>
          <p:spPr>
            <a:xfrm>
              <a:off x="3325831" y="1811312"/>
              <a:ext cx="5565" cy="7060"/>
            </a:xfrm>
            <a:custGeom>
              <a:avLst/>
              <a:gdLst/>
              <a:ahLst/>
              <a:cxnLst/>
              <a:rect l="l" t="t" r="r" b="b"/>
              <a:pathLst>
                <a:path w="175" h="222" extrusionOk="0">
                  <a:moveTo>
                    <a:pt x="143" y="1"/>
                  </a:moveTo>
                  <a:lnTo>
                    <a:pt x="143" y="1"/>
                  </a:lnTo>
                  <a:lnTo>
                    <a:pt x="126" y="1"/>
                  </a:lnTo>
                  <a:lnTo>
                    <a:pt x="32" y="47"/>
                  </a:lnTo>
                  <a:cubicBezTo>
                    <a:pt x="16" y="47"/>
                    <a:pt x="16" y="47"/>
                    <a:pt x="0" y="64"/>
                  </a:cubicBezTo>
                  <a:lnTo>
                    <a:pt x="16" y="64"/>
                  </a:lnTo>
                  <a:cubicBezTo>
                    <a:pt x="32" y="64"/>
                    <a:pt x="48" y="79"/>
                    <a:pt x="32" y="95"/>
                  </a:cubicBezTo>
                  <a:lnTo>
                    <a:pt x="32" y="173"/>
                  </a:lnTo>
                  <a:lnTo>
                    <a:pt x="16" y="190"/>
                  </a:lnTo>
                  <a:lnTo>
                    <a:pt x="16" y="221"/>
                  </a:lnTo>
                  <a:lnTo>
                    <a:pt x="16" y="221"/>
                  </a:lnTo>
                  <a:cubicBezTo>
                    <a:pt x="32" y="221"/>
                    <a:pt x="32" y="221"/>
                    <a:pt x="32" y="205"/>
                  </a:cubicBezTo>
                  <a:lnTo>
                    <a:pt x="79" y="173"/>
                  </a:lnTo>
                  <a:lnTo>
                    <a:pt x="79" y="173"/>
                  </a:lnTo>
                  <a:lnTo>
                    <a:pt x="79" y="158"/>
                  </a:lnTo>
                  <a:lnTo>
                    <a:pt x="95" y="158"/>
                  </a:lnTo>
                  <a:cubicBezTo>
                    <a:pt x="111" y="142"/>
                    <a:pt x="111" y="142"/>
                    <a:pt x="111" y="127"/>
                  </a:cubicBezTo>
                  <a:lnTo>
                    <a:pt x="111" y="127"/>
                  </a:lnTo>
                  <a:lnTo>
                    <a:pt x="111" y="110"/>
                  </a:lnTo>
                  <a:lnTo>
                    <a:pt x="111" y="110"/>
                  </a:lnTo>
                  <a:lnTo>
                    <a:pt x="95" y="95"/>
                  </a:lnTo>
                  <a:lnTo>
                    <a:pt x="126" y="79"/>
                  </a:lnTo>
                  <a:cubicBezTo>
                    <a:pt x="126" y="64"/>
                    <a:pt x="143" y="64"/>
                    <a:pt x="143" y="64"/>
                  </a:cubicBezTo>
                  <a:lnTo>
                    <a:pt x="143" y="64"/>
                  </a:lnTo>
                  <a:lnTo>
                    <a:pt x="158" y="64"/>
                  </a:lnTo>
                  <a:cubicBezTo>
                    <a:pt x="174" y="47"/>
                    <a:pt x="174" y="32"/>
                    <a:pt x="174" y="16"/>
                  </a:cubicBezTo>
                  <a:cubicBezTo>
                    <a:pt x="158"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9" name="Google Shape;359;p35"/>
            <p:cNvSpPr/>
            <p:nvPr/>
          </p:nvSpPr>
          <p:spPr>
            <a:xfrm>
              <a:off x="3155459" y="1818817"/>
              <a:ext cx="6042" cy="2544"/>
            </a:xfrm>
            <a:custGeom>
              <a:avLst/>
              <a:gdLst/>
              <a:ahLst/>
              <a:cxnLst/>
              <a:rect l="l" t="t" r="r" b="b"/>
              <a:pathLst>
                <a:path w="190" h="80" extrusionOk="0">
                  <a:moveTo>
                    <a:pt x="111" y="0"/>
                  </a:moveTo>
                  <a:lnTo>
                    <a:pt x="80" y="0"/>
                  </a:lnTo>
                  <a:lnTo>
                    <a:pt x="80" y="0"/>
                  </a:lnTo>
                  <a:cubicBezTo>
                    <a:pt x="80" y="0"/>
                    <a:pt x="80" y="17"/>
                    <a:pt x="63" y="17"/>
                  </a:cubicBezTo>
                  <a:lnTo>
                    <a:pt x="17" y="63"/>
                  </a:lnTo>
                  <a:lnTo>
                    <a:pt x="0" y="63"/>
                  </a:lnTo>
                  <a:cubicBezTo>
                    <a:pt x="0" y="80"/>
                    <a:pt x="17" y="80"/>
                    <a:pt x="17" y="80"/>
                  </a:cubicBezTo>
                  <a:lnTo>
                    <a:pt x="32" y="80"/>
                  </a:lnTo>
                  <a:lnTo>
                    <a:pt x="48" y="80"/>
                  </a:lnTo>
                  <a:cubicBezTo>
                    <a:pt x="63" y="80"/>
                    <a:pt x="63" y="63"/>
                    <a:pt x="80" y="63"/>
                  </a:cubicBezTo>
                  <a:lnTo>
                    <a:pt x="80" y="63"/>
                  </a:lnTo>
                  <a:lnTo>
                    <a:pt x="95" y="63"/>
                  </a:lnTo>
                  <a:lnTo>
                    <a:pt x="95" y="63"/>
                  </a:lnTo>
                  <a:lnTo>
                    <a:pt x="126" y="63"/>
                  </a:lnTo>
                  <a:lnTo>
                    <a:pt x="143" y="63"/>
                  </a:lnTo>
                  <a:lnTo>
                    <a:pt x="158" y="63"/>
                  </a:lnTo>
                  <a:lnTo>
                    <a:pt x="158" y="63"/>
                  </a:lnTo>
                  <a:lnTo>
                    <a:pt x="158" y="48"/>
                  </a:lnTo>
                  <a:cubicBezTo>
                    <a:pt x="158" y="32"/>
                    <a:pt x="174" y="32"/>
                    <a:pt x="189" y="32"/>
                  </a:cubicBezTo>
                  <a:lnTo>
                    <a:pt x="189" y="32"/>
                  </a:lnTo>
                  <a:cubicBezTo>
                    <a:pt x="189" y="17"/>
                    <a:pt x="174" y="0"/>
                    <a:pt x="158" y="0"/>
                  </a:cubicBezTo>
                  <a:lnTo>
                    <a:pt x="158" y="0"/>
                  </a:lnTo>
                  <a:lnTo>
                    <a:pt x="126" y="0"/>
                  </a:ln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0" name="Google Shape;360;p35"/>
            <p:cNvSpPr/>
            <p:nvPr/>
          </p:nvSpPr>
          <p:spPr>
            <a:xfrm>
              <a:off x="3332351" y="1797763"/>
              <a:ext cx="7060" cy="3562"/>
            </a:xfrm>
            <a:custGeom>
              <a:avLst/>
              <a:gdLst/>
              <a:ahLst/>
              <a:cxnLst/>
              <a:rect l="l" t="t" r="r" b="b"/>
              <a:pathLst>
                <a:path w="222" h="112" extrusionOk="0">
                  <a:moveTo>
                    <a:pt x="32" y="0"/>
                  </a:moveTo>
                  <a:lnTo>
                    <a:pt x="32" y="0"/>
                  </a:lnTo>
                  <a:cubicBezTo>
                    <a:pt x="16" y="0"/>
                    <a:pt x="1" y="17"/>
                    <a:pt x="1" y="32"/>
                  </a:cubicBezTo>
                  <a:cubicBezTo>
                    <a:pt x="1" y="48"/>
                    <a:pt x="1" y="64"/>
                    <a:pt x="16" y="80"/>
                  </a:cubicBezTo>
                  <a:lnTo>
                    <a:pt x="32" y="80"/>
                  </a:lnTo>
                  <a:lnTo>
                    <a:pt x="47" y="80"/>
                  </a:lnTo>
                  <a:lnTo>
                    <a:pt x="47" y="80"/>
                  </a:lnTo>
                  <a:cubicBezTo>
                    <a:pt x="32" y="64"/>
                    <a:pt x="47" y="48"/>
                    <a:pt x="64" y="32"/>
                  </a:cubicBezTo>
                  <a:lnTo>
                    <a:pt x="64" y="32"/>
                  </a:lnTo>
                  <a:lnTo>
                    <a:pt x="79" y="32"/>
                  </a:lnTo>
                  <a:cubicBezTo>
                    <a:pt x="79" y="32"/>
                    <a:pt x="95" y="48"/>
                    <a:pt x="110" y="48"/>
                  </a:cubicBezTo>
                  <a:lnTo>
                    <a:pt x="127" y="95"/>
                  </a:lnTo>
                  <a:cubicBezTo>
                    <a:pt x="142" y="111"/>
                    <a:pt x="158" y="111"/>
                    <a:pt x="158" y="111"/>
                  </a:cubicBezTo>
                  <a:lnTo>
                    <a:pt x="173" y="111"/>
                  </a:lnTo>
                  <a:cubicBezTo>
                    <a:pt x="190" y="95"/>
                    <a:pt x="205" y="95"/>
                    <a:pt x="221" y="80"/>
                  </a:cubicBezTo>
                  <a:lnTo>
                    <a:pt x="221" y="80"/>
                  </a:lnTo>
                  <a:lnTo>
                    <a:pt x="221" y="80"/>
                  </a:lnTo>
                  <a:cubicBezTo>
                    <a:pt x="221" y="48"/>
                    <a:pt x="205" y="32"/>
                    <a:pt x="190" y="32"/>
                  </a:cubicBezTo>
                  <a:lnTo>
                    <a:pt x="158" y="32"/>
                  </a:lnTo>
                  <a:lnTo>
                    <a:pt x="95" y="32"/>
                  </a:lnTo>
                  <a:cubicBezTo>
                    <a:pt x="95" y="32"/>
                    <a:pt x="79" y="32"/>
                    <a:pt x="64" y="17"/>
                  </a:cubicBezTo>
                  <a:lnTo>
                    <a:pt x="47" y="17"/>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1" name="Google Shape;361;p35"/>
            <p:cNvSpPr/>
            <p:nvPr/>
          </p:nvSpPr>
          <p:spPr>
            <a:xfrm>
              <a:off x="3435045" y="1792738"/>
              <a:ext cx="5565" cy="2576"/>
            </a:xfrm>
            <a:custGeom>
              <a:avLst/>
              <a:gdLst/>
              <a:ahLst/>
              <a:cxnLst/>
              <a:rect l="l" t="t" r="r" b="b"/>
              <a:pathLst>
                <a:path w="175" h="81" extrusionOk="0">
                  <a:moveTo>
                    <a:pt x="95" y="1"/>
                  </a:moveTo>
                  <a:lnTo>
                    <a:pt x="95" y="1"/>
                  </a:lnTo>
                  <a:lnTo>
                    <a:pt x="95" y="32"/>
                  </a:lnTo>
                  <a:cubicBezTo>
                    <a:pt x="80" y="32"/>
                    <a:pt x="80" y="49"/>
                    <a:pt x="64" y="49"/>
                  </a:cubicBezTo>
                  <a:cubicBezTo>
                    <a:pt x="64" y="49"/>
                    <a:pt x="49" y="49"/>
                    <a:pt x="49" y="32"/>
                  </a:cubicBezTo>
                  <a:lnTo>
                    <a:pt x="32" y="17"/>
                  </a:lnTo>
                  <a:lnTo>
                    <a:pt x="32" y="17"/>
                  </a:lnTo>
                  <a:cubicBezTo>
                    <a:pt x="17" y="32"/>
                    <a:pt x="1" y="49"/>
                    <a:pt x="17" y="64"/>
                  </a:cubicBezTo>
                  <a:cubicBezTo>
                    <a:pt x="32" y="80"/>
                    <a:pt x="32" y="80"/>
                    <a:pt x="49" y="80"/>
                  </a:cubicBezTo>
                  <a:lnTo>
                    <a:pt x="64" y="80"/>
                  </a:lnTo>
                  <a:lnTo>
                    <a:pt x="95" y="64"/>
                  </a:lnTo>
                  <a:lnTo>
                    <a:pt x="127" y="80"/>
                  </a:lnTo>
                  <a:lnTo>
                    <a:pt x="143" y="80"/>
                  </a:lnTo>
                  <a:cubicBezTo>
                    <a:pt x="158" y="80"/>
                    <a:pt x="175" y="64"/>
                    <a:pt x="175" y="49"/>
                  </a:cubicBezTo>
                  <a:cubicBezTo>
                    <a:pt x="175" y="32"/>
                    <a:pt x="175" y="17"/>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2" name="Google Shape;362;p35"/>
            <p:cNvSpPr/>
            <p:nvPr/>
          </p:nvSpPr>
          <p:spPr>
            <a:xfrm>
              <a:off x="3441597" y="1790258"/>
              <a:ext cx="3021" cy="5057"/>
            </a:xfrm>
            <a:custGeom>
              <a:avLst/>
              <a:gdLst/>
              <a:ahLst/>
              <a:cxnLst/>
              <a:rect l="l" t="t" r="r" b="b"/>
              <a:pathLst>
                <a:path w="95" h="159" extrusionOk="0">
                  <a:moveTo>
                    <a:pt x="32" y="1"/>
                  </a:moveTo>
                  <a:lnTo>
                    <a:pt x="32" y="1"/>
                  </a:lnTo>
                  <a:cubicBezTo>
                    <a:pt x="15" y="1"/>
                    <a:pt x="15" y="1"/>
                    <a:pt x="15" y="16"/>
                  </a:cubicBezTo>
                  <a:cubicBezTo>
                    <a:pt x="0" y="16"/>
                    <a:pt x="0" y="47"/>
                    <a:pt x="15" y="64"/>
                  </a:cubicBezTo>
                  <a:lnTo>
                    <a:pt x="32" y="79"/>
                  </a:lnTo>
                  <a:lnTo>
                    <a:pt x="15" y="95"/>
                  </a:lnTo>
                  <a:cubicBezTo>
                    <a:pt x="0" y="110"/>
                    <a:pt x="0" y="127"/>
                    <a:pt x="15" y="142"/>
                  </a:cubicBezTo>
                  <a:cubicBezTo>
                    <a:pt x="15" y="158"/>
                    <a:pt x="32" y="158"/>
                    <a:pt x="32" y="158"/>
                  </a:cubicBezTo>
                  <a:lnTo>
                    <a:pt x="63" y="158"/>
                  </a:lnTo>
                  <a:lnTo>
                    <a:pt x="78" y="142"/>
                  </a:lnTo>
                  <a:cubicBezTo>
                    <a:pt x="63" y="127"/>
                    <a:pt x="63" y="110"/>
                    <a:pt x="63" y="95"/>
                  </a:cubicBezTo>
                  <a:cubicBezTo>
                    <a:pt x="47" y="95"/>
                    <a:pt x="47" y="79"/>
                    <a:pt x="47" y="64"/>
                  </a:cubicBezTo>
                  <a:cubicBezTo>
                    <a:pt x="47" y="47"/>
                    <a:pt x="63" y="32"/>
                    <a:pt x="78" y="32"/>
                  </a:cubicBezTo>
                  <a:lnTo>
                    <a:pt x="95" y="32"/>
                  </a:lnTo>
                  <a:lnTo>
                    <a:pt x="95" y="32"/>
                  </a:ln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3" name="Google Shape;363;p35"/>
            <p:cNvSpPr/>
            <p:nvPr/>
          </p:nvSpPr>
          <p:spPr>
            <a:xfrm>
              <a:off x="3261683" y="1804792"/>
              <a:ext cx="5025" cy="7569"/>
            </a:xfrm>
            <a:custGeom>
              <a:avLst/>
              <a:gdLst/>
              <a:ahLst/>
              <a:cxnLst/>
              <a:rect l="l" t="t" r="r" b="b"/>
              <a:pathLst>
                <a:path w="158" h="238" extrusionOk="0">
                  <a:moveTo>
                    <a:pt x="126" y="0"/>
                  </a:moveTo>
                  <a:lnTo>
                    <a:pt x="126" y="0"/>
                  </a:lnTo>
                  <a:cubicBezTo>
                    <a:pt x="111" y="0"/>
                    <a:pt x="111" y="0"/>
                    <a:pt x="95" y="16"/>
                  </a:cubicBezTo>
                  <a:lnTo>
                    <a:pt x="80" y="32"/>
                  </a:lnTo>
                  <a:cubicBezTo>
                    <a:pt x="80" y="32"/>
                    <a:pt x="80" y="48"/>
                    <a:pt x="63" y="48"/>
                  </a:cubicBezTo>
                  <a:cubicBezTo>
                    <a:pt x="32" y="95"/>
                    <a:pt x="0" y="142"/>
                    <a:pt x="0" y="206"/>
                  </a:cubicBezTo>
                  <a:lnTo>
                    <a:pt x="0" y="206"/>
                  </a:lnTo>
                  <a:cubicBezTo>
                    <a:pt x="0" y="221"/>
                    <a:pt x="0" y="237"/>
                    <a:pt x="32" y="237"/>
                  </a:cubicBezTo>
                  <a:lnTo>
                    <a:pt x="32" y="237"/>
                  </a:lnTo>
                  <a:cubicBezTo>
                    <a:pt x="48" y="237"/>
                    <a:pt x="63" y="221"/>
                    <a:pt x="63" y="206"/>
                  </a:cubicBezTo>
                  <a:lnTo>
                    <a:pt x="63" y="189"/>
                  </a:lnTo>
                  <a:cubicBezTo>
                    <a:pt x="63" y="142"/>
                    <a:pt x="95" y="111"/>
                    <a:pt x="126" y="79"/>
                  </a:cubicBezTo>
                  <a:cubicBezTo>
                    <a:pt x="143" y="79"/>
                    <a:pt x="143" y="63"/>
                    <a:pt x="143" y="63"/>
                  </a:cubicBezTo>
                  <a:lnTo>
                    <a:pt x="143" y="63"/>
                  </a:lnTo>
                  <a:lnTo>
                    <a:pt x="158" y="48"/>
                  </a:lnTo>
                  <a:lnTo>
                    <a:pt x="158" y="16"/>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4" name="Google Shape;364;p35"/>
            <p:cNvSpPr/>
            <p:nvPr/>
          </p:nvSpPr>
          <p:spPr>
            <a:xfrm>
              <a:off x="3051747" y="1823811"/>
              <a:ext cx="7028" cy="3562"/>
            </a:xfrm>
            <a:custGeom>
              <a:avLst/>
              <a:gdLst/>
              <a:ahLst/>
              <a:cxnLst/>
              <a:rect l="l" t="t" r="r" b="b"/>
              <a:pathLst>
                <a:path w="221" h="112" extrusionOk="0">
                  <a:moveTo>
                    <a:pt x="32" y="1"/>
                  </a:moveTo>
                  <a:lnTo>
                    <a:pt x="0" y="1"/>
                  </a:lnTo>
                  <a:cubicBezTo>
                    <a:pt x="0" y="1"/>
                    <a:pt x="16" y="17"/>
                    <a:pt x="16" y="32"/>
                  </a:cubicBezTo>
                  <a:cubicBezTo>
                    <a:pt x="16" y="32"/>
                    <a:pt x="16" y="49"/>
                    <a:pt x="0" y="49"/>
                  </a:cubicBezTo>
                  <a:cubicBezTo>
                    <a:pt x="32" y="49"/>
                    <a:pt x="32" y="64"/>
                    <a:pt x="32" y="80"/>
                  </a:cubicBezTo>
                  <a:cubicBezTo>
                    <a:pt x="47" y="80"/>
                    <a:pt x="32" y="80"/>
                    <a:pt x="32" y="95"/>
                  </a:cubicBezTo>
                  <a:cubicBezTo>
                    <a:pt x="79" y="112"/>
                    <a:pt x="126" y="112"/>
                    <a:pt x="158" y="112"/>
                  </a:cubicBezTo>
                  <a:lnTo>
                    <a:pt x="205" y="112"/>
                  </a:lnTo>
                  <a:lnTo>
                    <a:pt x="205" y="95"/>
                  </a:lnTo>
                  <a:cubicBezTo>
                    <a:pt x="205" y="95"/>
                    <a:pt x="189" y="80"/>
                    <a:pt x="205" y="80"/>
                  </a:cubicBezTo>
                  <a:cubicBezTo>
                    <a:pt x="205" y="64"/>
                    <a:pt x="205" y="49"/>
                    <a:pt x="221" y="49"/>
                  </a:cubicBezTo>
                  <a:lnTo>
                    <a:pt x="205" y="49"/>
                  </a:lnTo>
                  <a:lnTo>
                    <a:pt x="205" y="49"/>
                  </a:lnTo>
                  <a:lnTo>
                    <a:pt x="205" y="49"/>
                  </a:lnTo>
                  <a:lnTo>
                    <a:pt x="158" y="49"/>
                  </a:lnTo>
                  <a:lnTo>
                    <a:pt x="110" y="49"/>
                  </a:lnTo>
                  <a:lnTo>
                    <a:pt x="110" y="32"/>
                  </a:lnTo>
                  <a:cubicBezTo>
                    <a:pt x="95" y="32"/>
                    <a:pt x="95" y="32"/>
                    <a:pt x="95" y="17"/>
                  </a:cubicBez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5" name="Google Shape;365;p35"/>
            <p:cNvSpPr/>
            <p:nvPr/>
          </p:nvSpPr>
          <p:spPr>
            <a:xfrm>
              <a:off x="3036704" y="1821807"/>
              <a:ext cx="8523" cy="2576"/>
            </a:xfrm>
            <a:custGeom>
              <a:avLst/>
              <a:gdLst/>
              <a:ahLst/>
              <a:cxnLst/>
              <a:rect l="l" t="t" r="r" b="b"/>
              <a:pathLst>
                <a:path w="268" h="81" extrusionOk="0">
                  <a:moveTo>
                    <a:pt x="16" y="1"/>
                  </a:moveTo>
                  <a:lnTo>
                    <a:pt x="1" y="17"/>
                  </a:lnTo>
                  <a:lnTo>
                    <a:pt x="1" y="32"/>
                  </a:lnTo>
                  <a:cubicBezTo>
                    <a:pt x="1" y="49"/>
                    <a:pt x="1" y="49"/>
                    <a:pt x="16" y="64"/>
                  </a:cubicBezTo>
                  <a:lnTo>
                    <a:pt x="79" y="80"/>
                  </a:lnTo>
                  <a:lnTo>
                    <a:pt x="79" y="80"/>
                  </a:lnTo>
                  <a:lnTo>
                    <a:pt x="79" y="64"/>
                  </a:lnTo>
                  <a:lnTo>
                    <a:pt x="79" y="64"/>
                  </a:lnTo>
                  <a:lnTo>
                    <a:pt x="79" y="64"/>
                  </a:lnTo>
                  <a:cubicBezTo>
                    <a:pt x="64" y="64"/>
                    <a:pt x="47" y="64"/>
                    <a:pt x="47" y="49"/>
                  </a:cubicBezTo>
                  <a:lnTo>
                    <a:pt x="16" y="1"/>
                  </a:lnTo>
                  <a:close/>
                  <a:moveTo>
                    <a:pt x="158" y="1"/>
                  </a:moveTo>
                  <a:lnTo>
                    <a:pt x="110" y="1"/>
                  </a:lnTo>
                  <a:lnTo>
                    <a:pt x="95" y="1"/>
                  </a:lnTo>
                  <a:lnTo>
                    <a:pt x="110" y="17"/>
                  </a:lnTo>
                  <a:lnTo>
                    <a:pt x="110" y="32"/>
                  </a:lnTo>
                  <a:lnTo>
                    <a:pt x="110" y="32"/>
                  </a:lnTo>
                  <a:lnTo>
                    <a:pt x="127" y="32"/>
                  </a:lnTo>
                  <a:lnTo>
                    <a:pt x="127" y="32"/>
                  </a:lnTo>
                  <a:lnTo>
                    <a:pt x="158" y="49"/>
                  </a:lnTo>
                  <a:cubicBezTo>
                    <a:pt x="158" y="49"/>
                    <a:pt x="173" y="49"/>
                    <a:pt x="173" y="64"/>
                  </a:cubicBezTo>
                  <a:lnTo>
                    <a:pt x="236" y="64"/>
                  </a:lnTo>
                  <a:cubicBezTo>
                    <a:pt x="253" y="64"/>
                    <a:pt x="268" y="49"/>
                    <a:pt x="268" y="32"/>
                  </a:cubicBezTo>
                  <a:lnTo>
                    <a:pt x="268" y="17"/>
                  </a:lnTo>
                  <a:lnTo>
                    <a:pt x="253" y="1"/>
                  </a:lnTo>
                  <a:lnTo>
                    <a:pt x="205" y="32"/>
                  </a:lnTo>
                  <a:cubicBezTo>
                    <a:pt x="205" y="49"/>
                    <a:pt x="205" y="49"/>
                    <a:pt x="190" y="49"/>
                  </a:cubicBezTo>
                  <a:cubicBezTo>
                    <a:pt x="173" y="49"/>
                    <a:pt x="173" y="32"/>
                    <a:pt x="158"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6" name="Google Shape;366;p35"/>
            <p:cNvSpPr/>
            <p:nvPr/>
          </p:nvSpPr>
          <p:spPr>
            <a:xfrm>
              <a:off x="3384954" y="1782720"/>
              <a:ext cx="2035" cy="5565"/>
            </a:xfrm>
            <a:custGeom>
              <a:avLst/>
              <a:gdLst/>
              <a:ahLst/>
              <a:cxnLst/>
              <a:rect l="l" t="t" r="r" b="b"/>
              <a:pathLst>
                <a:path w="64" h="175" extrusionOk="0">
                  <a:moveTo>
                    <a:pt x="32" y="1"/>
                  </a:moveTo>
                  <a:lnTo>
                    <a:pt x="32" y="1"/>
                  </a:lnTo>
                  <a:lnTo>
                    <a:pt x="32" y="1"/>
                  </a:lnTo>
                  <a:cubicBezTo>
                    <a:pt x="17" y="1"/>
                    <a:pt x="0" y="17"/>
                    <a:pt x="0" y="32"/>
                  </a:cubicBezTo>
                  <a:lnTo>
                    <a:pt x="0" y="143"/>
                  </a:lnTo>
                  <a:cubicBezTo>
                    <a:pt x="0" y="158"/>
                    <a:pt x="17" y="175"/>
                    <a:pt x="32" y="175"/>
                  </a:cubicBezTo>
                  <a:lnTo>
                    <a:pt x="32" y="175"/>
                  </a:lnTo>
                  <a:cubicBezTo>
                    <a:pt x="48" y="175"/>
                    <a:pt x="63" y="175"/>
                    <a:pt x="63" y="158"/>
                  </a:cubicBezTo>
                  <a:lnTo>
                    <a:pt x="48" y="143"/>
                  </a:lnTo>
                  <a:cubicBezTo>
                    <a:pt x="48" y="127"/>
                    <a:pt x="48" y="112"/>
                    <a:pt x="63" y="95"/>
                  </a:cubicBezTo>
                  <a:lnTo>
                    <a:pt x="63" y="95"/>
                  </a:lnTo>
                  <a:lnTo>
                    <a:pt x="63" y="32"/>
                  </a:lnTo>
                  <a:cubicBezTo>
                    <a:pt x="63" y="17"/>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7" name="Google Shape;367;p35"/>
            <p:cNvSpPr/>
            <p:nvPr/>
          </p:nvSpPr>
          <p:spPr>
            <a:xfrm>
              <a:off x="3115895" y="1797286"/>
              <a:ext cx="3498" cy="2035"/>
            </a:xfrm>
            <a:custGeom>
              <a:avLst/>
              <a:gdLst/>
              <a:ahLst/>
              <a:cxnLst/>
              <a:rect l="l" t="t" r="r" b="b"/>
              <a:pathLst>
                <a:path w="110" h="64" extrusionOk="0">
                  <a:moveTo>
                    <a:pt x="95" y="0"/>
                  </a:moveTo>
                  <a:lnTo>
                    <a:pt x="47" y="0"/>
                  </a:lnTo>
                  <a:cubicBezTo>
                    <a:pt x="47" y="15"/>
                    <a:pt x="47" y="15"/>
                    <a:pt x="32" y="32"/>
                  </a:cubicBezTo>
                  <a:lnTo>
                    <a:pt x="0" y="47"/>
                  </a:lnTo>
                  <a:cubicBezTo>
                    <a:pt x="0" y="63"/>
                    <a:pt x="0" y="63"/>
                    <a:pt x="15" y="63"/>
                  </a:cubicBezTo>
                  <a:lnTo>
                    <a:pt x="15" y="63"/>
                  </a:lnTo>
                  <a:cubicBezTo>
                    <a:pt x="32" y="63"/>
                    <a:pt x="47" y="63"/>
                    <a:pt x="63" y="47"/>
                  </a:cubicBezTo>
                  <a:lnTo>
                    <a:pt x="63" y="32"/>
                  </a:lnTo>
                  <a:lnTo>
                    <a:pt x="63" y="32"/>
                  </a:lnTo>
                  <a:lnTo>
                    <a:pt x="78" y="32"/>
                  </a:lnTo>
                  <a:lnTo>
                    <a:pt x="95" y="32"/>
                  </a:lnTo>
                  <a:lnTo>
                    <a:pt x="110" y="32"/>
                  </a:lnTo>
                  <a:lnTo>
                    <a:pt x="110"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8" name="Google Shape;368;p35"/>
            <p:cNvSpPr/>
            <p:nvPr/>
          </p:nvSpPr>
          <p:spPr>
            <a:xfrm>
              <a:off x="3117358" y="1795760"/>
              <a:ext cx="4580" cy="2035"/>
            </a:xfrm>
            <a:custGeom>
              <a:avLst/>
              <a:gdLst/>
              <a:ahLst/>
              <a:cxnLst/>
              <a:rect l="l" t="t" r="r" b="b"/>
              <a:pathLst>
                <a:path w="144" h="64" extrusionOk="0">
                  <a:moveTo>
                    <a:pt x="64" y="0"/>
                  </a:moveTo>
                  <a:lnTo>
                    <a:pt x="1" y="32"/>
                  </a:lnTo>
                  <a:lnTo>
                    <a:pt x="1" y="32"/>
                  </a:lnTo>
                  <a:cubicBezTo>
                    <a:pt x="17" y="32"/>
                    <a:pt x="17" y="48"/>
                    <a:pt x="1" y="48"/>
                  </a:cubicBezTo>
                  <a:lnTo>
                    <a:pt x="49" y="48"/>
                  </a:lnTo>
                  <a:lnTo>
                    <a:pt x="49" y="63"/>
                  </a:lnTo>
                  <a:lnTo>
                    <a:pt x="64" y="63"/>
                  </a:lnTo>
                  <a:lnTo>
                    <a:pt x="64" y="32"/>
                  </a:lnTo>
                  <a:lnTo>
                    <a:pt x="64" y="0"/>
                  </a:lnTo>
                  <a:close/>
                  <a:moveTo>
                    <a:pt x="143" y="0"/>
                  </a:moveTo>
                  <a:lnTo>
                    <a:pt x="127" y="0"/>
                  </a:lnTo>
                  <a:lnTo>
                    <a:pt x="127" y="17"/>
                  </a:lnTo>
                  <a:lnTo>
                    <a:pt x="143" y="17"/>
                  </a:lnTo>
                  <a:lnTo>
                    <a:pt x="143" y="17"/>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9" name="Google Shape;369;p35"/>
            <p:cNvSpPr/>
            <p:nvPr/>
          </p:nvSpPr>
          <p:spPr>
            <a:xfrm>
              <a:off x="3324813" y="1813315"/>
              <a:ext cx="2544" cy="4039"/>
            </a:xfrm>
            <a:custGeom>
              <a:avLst/>
              <a:gdLst/>
              <a:ahLst/>
              <a:cxnLst/>
              <a:rect l="l" t="t" r="r" b="b"/>
              <a:pathLst>
                <a:path w="80" h="127" extrusionOk="0">
                  <a:moveTo>
                    <a:pt x="32" y="1"/>
                  </a:moveTo>
                  <a:lnTo>
                    <a:pt x="32" y="1"/>
                  </a:lnTo>
                  <a:cubicBezTo>
                    <a:pt x="17" y="1"/>
                    <a:pt x="1" y="16"/>
                    <a:pt x="1" y="32"/>
                  </a:cubicBezTo>
                  <a:lnTo>
                    <a:pt x="1" y="64"/>
                  </a:lnTo>
                  <a:lnTo>
                    <a:pt x="32" y="110"/>
                  </a:lnTo>
                  <a:cubicBezTo>
                    <a:pt x="32" y="110"/>
                    <a:pt x="48" y="110"/>
                    <a:pt x="48" y="127"/>
                  </a:cubicBezTo>
                  <a:lnTo>
                    <a:pt x="48" y="127"/>
                  </a:lnTo>
                  <a:lnTo>
                    <a:pt x="64" y="110"/>
                  </a:lnTo>
                  <a:lnTo>
                    <a:pt x="64" y="32"/>
                  </a:lnTo>
                  <a:cubicBezTo>
                    <a:pt x="80" y="16"/>
                    <a:pt x="64" y="1"/>
                    <a:pt x="48"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0" name="Google Shape;370;p35"/>
            <p:cNvSpPr/>
            <p:nvPr/>
          </p:nvSpPr>
          <p:spPr>
            <a:xfrm>
              <a:off x="3267694" y="1815319"/>
              <a:ext cx="6042" cy="2512"/>
            </a:xfrm>
            <a:custGeom>
              <a:avLst/>
              <a:gdLst/>
              <a:ahLst/>
              <a:cxnLst/>
              <a:rect l="l" t="t" r="r" b="b"/>
              <a:pathLst>
                <a:path w="190" h="79" extrusionOk="0">
                  <a:moveTo>
                    <a:pt x="0" y="32"/>
                  </a:moveTo>
                  <a:lnTo>
                    <a:pt x="0" y="32"/>
                  </a:lnTo>
                  <a:lnTo>
                    <a:pt x="0" y="32"/>
                  </a:lnTo>
                  <a:lnTo>
                    <a:pt x="0" y="32"/>
                  </a:lnTo>
                  <a:close/>
                  <a:moveTo>
                    <a:pt x="63" y="1"/>
                  </a:moveTo>
                  <a:lnTo>
                    <a:pt x="63" y="1"/>
                  </a:lnTo>
                  <a:lnTo>
                    <a:pt x="63" y="16"/>
                  </a:lnTo>
                  <a:cubicBezTo>
                    <a:pt x="63" y="16"/>
                    <a:pt x="80" y="32"/>
                    <a:pt x="63" y="47"/>
                  </a:cubicBezTo>
                  <a:lnTo>
                    <a:pt x="63" y="64"/>
                  </a:lnTo>
                  <a:lnTo>
                    <a:pt x="80" y="64"/>
                  </a:lnTo>
                  <a:lnTo>
                    <a:pt x="80" y="47"/>
                  </a:lnTo>
                  <a:cubicBezTo>
                    <a:pt x="95" y="32"/>
                    <a:pt x="95" y="16"/>
                    <a:pt x="111" y="16"/>
                  </a:cubicBezTo>
                  <a:lnTo>
                    <a:pt x="111" y="16"/>
                  </a:lnTo>
                  <a:lnTo>
                    <a:pt x="126" y="16"/>
                  </a:lnTo>
                  <a:cubicBezTo>
                    <a:pt x="143" y="32"/>
                    <a:pt x="158" y="47"/>
                    <a:pt x="143" y="64"/>
                  </a:cubicBezTo>
                  <a:lnTo>
                    <a:pt x="143" y="79"/>
                  </a:lnTo>
                  <a:lnTo>
                    <a:pt x="158" y="79"/>
                  </a:lnTo>
                  <a:lnTo>
                    <a:pt x="158" y="79"/>
                  </a:lnTo>
                  <a:cubicBezTo>
                    <a:pt x="174" y="79"/>
                    <a:pt x="189" y="64"/>
                    <a:pt x="189" y="47"/>
                  </a:cubicBezTo>
                  <a:cubicBezTo>
                    <a:pt x="189" y="32"/>
                    <a:pt x="174"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1" name="Google Shape;371;p35"/>
            <p:cNvSpPr/>
            <p:nvPr/>
          </p:nvSpPr>
          <p:spPr>
            <a:xfrm>
              <a:off x="3404513" y="1785741"/>
              <a:ext cx="2512" cy="1558"/>
            </a:xfrm>
            <a:custGeom>
              <a:avLst/>
              <a:gdLst/>
              <a:ahLst/>
              <a:cxnLst/>
              <a:rect l="l" t="t" r="r" b="b"/>
              <a:pathLst>
                <a:path w="79" h="49" extrusionOk="0">
                  <a:moveTo>
                    <a:pt x="32" y="0"/>
                  </a:moveTo>
                  <a:lnTo>
                    <a:pt x="32" y="0"/>
                  </a:lnTo>
                  <a:lnTo>
                    <a:pt x="15" y="17"/>
                  </a:lnTo>
                  <a:lnTo>
                    <a:pt x="15" y="17"/>
                  </a:lnTo>
                  <a:lnTo>
                    <a:pt x="0" y="32"/>
                  </a:lnTo>
                  <a:lnTo>
                    <a:pt x="0" y="48"/>
                  </a:lnTo>
                  <a:lnTo>
                    <a:pt x="0" y="48"/>
                  </a:lnTo>
                  <a:lnTo>
                    <a:pt x="15" y="48"/>
                  </a:lnTo>
                  <a:cubicBezTo>
                    <a:pt x="15" y="32"/>
                    <a:pt x="32" y="32"/>
                    <a:pt x="32" y="32"/>
                  </a:cubicBezTo>
                  <a:lnTo>
                    <a:pt x="47" y="32"/>
                  </a:lnTo>
                  <a:lnTo>
                    <a:pt x="47" y="32"/>
                  </a:lnTo>
                  <a:lnTo>
                    <a:pt x="78" y="32"/>
                  </a:lnTo>
                  <a:lnTo>
                    <a:pt x="78" y="32"/>
                  </a:lnTo>
                  <a:cubicBezTo>
                    <a:pt x="63"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2" name="Google Shape;372;p35"/>
            <p:cNvSpPr/>
            <p:nvPr/>
          </p:nvSpPr>
          <p:spPr>
            <a:xfrm>
              <a:off x="3078271" y="1809785"/>
              <a:ext cx="5057" cy="4039"/>
            </a:xfrm>
            <a:custGeom>
              <a:avLst/>
              <a:gdLst/>
              <a:ahLst/>
              <a:cxnLst/>
              <a:rect l="l" t="t" r="r" b="b"/>
              <a:pathLst>
                <a:path w="159" h="127" extrusionOk="0">
                  <a:moveTo>
                    <a:pt x="32" y="1"/>
                  </a:moveTo>
                  <a:cubicBezTo>
                    <a:pt x="17" y="1"/>
                    <a:pt x="17" y="1"/>
                    <a:pt x="17" y="17"/>
                  </a:cubicBezTo>
                  <a:cubicBezTo>
                    <a:pt x="1" y="32"/>
                    <a:pt x="17" y="49"/>
                    <a:pt x="32" y="64"/>
                  </a:cubicBezTo>
                  <a:lnTo>
                    <a:pt x="64" y="80"/>
                  </a:lnTo>
                  <a:lnTo>
                    <a:pt x="64" y="80"/>
                  </a:lnTo>
                  <a:lnTo>
                    <a:pt x="64" y="95"/>
                  </a:lnTo>
                  <a:cubicBezTo>
                    <a:pt x="80" y="112"/>
                    <a:pt x="80" y="112"/>
                    <a:pt x="95" y="112"/>
                  </a:cubicBezTo>
                  <a:lnTo>
                    <a:pt x="95" y="127"/>
                  </a:lnTo>
                  <a:cubicBezTo>
                    <a:pt x="95" y="112"/>
                    <a:pt x="112" y="112"/>
                    <a:pt x="112" y="112"/>
                  </a:cubicBezTo>
                  <a:lnTo>
                    <a:pt x="158" y="80"/>
                  </a:lnTo>
                  <a:lnTo>
                    <a:pt x="158" y="64"/>
                  </a:lnTo>
                  <a:lnTo>
                    <a:pt x="143" y="64"/>
                  </a:lnTo>
                  <a:lnTo>
                    <a:pt x="143" y="64"/>
                  </a:lnTo>
                  <a:cubicBezTo>
                    <a:pt x="127" y="64"/>
                    <a:pt x="112" y="64"/>
                    <a:pt x="112" y="49"/>
                  </a:cubicBezTo>
                  <a:cubicBezTo>
                    <a:pt x="95" y="49"/>
                    <a:pt x="95" y="32"/>
                    <a:pt x="95" y="32"/>
                  </a:cubicBezTo>
                  <a:lnTo>
                    <a:pt x="95" y="17"/>
                  </a:lnTo>
                  <a:lnTo>
                    <a:pt x="64" y="17"/>
                  </a:lnTo>
                  <a:lnTo>
                    <a:pt x="4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3" name="Google Shape;373;p35"/>
            <p:cNvSpPr/>
            <p:nvPr/>
          </p:nvSpPr>
          <p:spPr>
            <a:xfrm>
              <a:off x="3337376" y="1821330"/>
              <a:ext cx="5502" cy="1527"/>
            </a:xfrm>
            <a:custGeom>
              <a:avLst/>
              <a:gdLst/>
              <a:ahLst/>
              <a:cxnLst/>
              <a:rect l="l" t="t" r="r" b="b"/>
              <a:pathLst>
                <a:path w="173" h="48" extrusionOk="0">
                  <a:moveTo>
                    <a:pt x="141" y="1"/>
                  </a:moveTo>
                  <a:lnTo>
                    <a:pt x="126" y="1"/>
                  </a:lnTo>
                  <a:lnTo>
                    <a:pt x="126" y="1"/>
                  </a:lnTo>
                  <a:lnTo>
                    <a:pt x="0" y="47"/>
                  </a:lnTo>
                  <a:cubicBezTo>
                    <a:pt x="47" y="47"/>
                    <a:pt x="110" y="32"/>
                    <a:pt x="173" y="32"/>
                  </a:cubicBezTo>
                  <a:lnTo>
                    <a:pt x="173" y="32"/>
                  </a:lnTo>
                  <a:lnTo>
                    <a:pt x="158" y="32"/>
                  </a:lnTo>
                  <a:lnTo>
                    <a:pt x="158" y="16"/>
                  </a:lnTo>
                  <a:cubicBezTo>
                    <a:pt x="158" y="1"/>
                    <a:pt x="141"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4" name="Google Shape;374;p35"/>
            <p:cNvSpPr/>
            <p:nvPr/>
          </p:nvSpPr>
          <p:spPr>
            <a:xfrm>
              <a:off x="3428557" y="1807781"/>
              <a:ext cx="3530" cy="2544"/>
            </a:xfrm>
            <a:custGeom>
              <a:avLst/>
              <a:gdLst/>
              <a:ahLst/>
              <a:cxnLst/>
              <a:rect l="l" t="t" r="r" b="b"/>
              <a:pathLst>
                <a:path w="111" h="80" extrusionOk="0">
                  <a:moveTo>
                    <a:pt x="1" y="48"/>
                  </a:moveTo>
                  <a:lnTo>
                    <a:pt x="1" y="48"/>
                  </a:lnTo>
                  <a:lnTo>
                    <a:pt x="1" y="64"/>
                  </a:lnTo>
                  <a:lnTo>
                    <a:pt x="1" y="48"/>
                  </a:lnTo>
                  <a:close/>
                  <a:moveTo>
                    <a:pt x="95" y="1"/>
                  </a:moveTo>
                  <a:lnTo>
                    <a:pt x="95" y="1"/>
                  </a:lnTo>
                  <a:cubicBezTo>
                    <a:pt x="95" y="17"/>
                    <a:pt x="79" y="17"/>
                    <a:pt x="79" y="17"/>
                  </a:cubicBezTo>
                  <a:lnTo>
                    <a:pt x="47" y="17"/>
                  </a:lnTo>
                  <a:lnTo>
                    <a:pt x="47" y="17"/>
                  </a:lnTo>
                  <a:lnTo>
                    <a:pt x="47" y="17"/>
                  </a:lnTo>
                  <a:cubicBezTo>
                    <a:pt x="64" y="17"/>
                    <a:pt x="79" y="32"/>
                    <a:pt x="79" y="64"/>
                  </a:cubicBezTo>
                  <a:lnTo>
                    <a:pt x="64" y="64"/>
                  </a:lnTo>
                  <a:lnTo>
                    <a:pt x="79" y="80"/>
                  </a:ln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5" name="Google Shape;375;p35"/>
            <p:cNvSpPr/>
            <p:nvPr/>
          </p:nvSpPr>
          <p:spPr>
            <a:xfrm>
              <a:off x="3059762" y="1827818"/>
              <a:ext cx="12053" cy="7569"/>
            </a:xfrm>
            <a:custGeom>
              <a:avLst/>
              <a:gdLst/>
              <a:ahLst/>
              <a:cxnLst/>
              <a:rect l="l" t="t" r="r" b="b"/>
              <a:pathLst>
                <a:path w="379" h="238" extrusionOk="0">
                  <a:moveTo>
                    <a:pt x="32" y="1"/>
                  </a:moveTo>
                  <a:cubicBezTo>
                    <a:pt x="47" y="17"/>
                    <a:pt x="47" y="32"/>
                    <a:pt x="47" y="49"/>
                  </a:cubicBezTo>
                  <a:cubicBezTo>
                    <a:pt x="32" y="64"/>
                    <a:pt x="16" y="64"/>
                    <a:pt x="16" y="64"/>
                  </a:cubicBezTo>
                  <a:lnTo>
                    <a:pt x="0" y="64"/>
                  </a:lnTo>
                  <a:cubicBezTo>
                    <a:pt x="16" y="64"/>
                    <a:pt x="16" y="80"/>
                    <a:pt x="16" y="80"/>
                  </a:cubicBezTo>
                  <a:lnTo>
                    <a:pt x="32" y="80"/>
                  </a:lnTo>
                  <a:lnTo>
                    <a:pt x="63" y="80"/>
                  </a:lnTo>
                  <a:lnTo>
                    <a:pt x="79" y="64"/>
                  </a:lnTo>
                  <a:lnTo>
                    <a:pt x="95" y="64"/>
                  </a:lnTo>
                  <a:cubicBezTo>
                    <a:pt x="95" y="64"/>
                    <a:pt x="95" y="80"/>
                    <a:pt x="110" y="80"/>
                  </a:cubicBezTo>
                  <a:cubicBezTo>
                    <a:pt x="110" y="64"/>
                    <a:pt x="127" y="49"/>
                    <a:pt x="142" y="49"/>
                  </a:cubicBezTo>
                  <a:lnTo>
                    <a:pt x="142" y="49"/>
                  </a:lnTo>
                  <a:lnTo>
                    <a:pt x="142" y="49"/>
                  </a:lnTo>
                  <a:cubicBezTo>
                    <a:pt x="158" y="49"/>
                    <a:pt x="173" y="64"/>
                    <a:pt x="173" y="80"/>
                  </a:cubicBezTo>
                  <a:lnTo>
                    <a:pt x="173" y="127"/>
                  </a:lnTo>
                  <a:cubicBezTo>
                    <a:pt x="236" y="143"/>
                    <a:pt x="284" y="175"/>
                    <a:pt x="316" y="221"/>
                  </a:cubicBezTo>
                  <a:cubicBezTo>
                    <a:pt x="316" y="238"/>
                    <a:pt x="331" y="238"/>
                    <a:pt x="347" y="238"/>
                  </a:cubicBezTo>
                  <a:lnTo>
                    <a:pt x="362" y="238"/>
                  </a:lnTo>
                  <a:cubicBezTo>
                    <a:pt x="379" y="238"/>
                    <a:pt x="379" y="206"/>
                    <a:pt x="379" y="190"/>
                  </a:cubicBezTo>
                  <a:cubicBezTo>
                    <a:pt x="362" y="190"/>
                    <a:pt x="362" y="175"/>
                    <a:pt x="362" y="175"/>
                  </a:cubicBezTo>
                  <a:cubicBezTo>
                    <a:pt x="299" y="143"/>
                    <a:pt x="253" y="112"/>
                    <a:pt x="205" y="80"/>
                  </a:cubicBezTo>
                  <a:lnTo>
                    <a:pt x="205" y="49"/>
                  </a:lnTo>
                  <a:lnTo>
                    <a:pt x="205" y="49"/>
                  </a:lnTo>
                  <a:lnTo>
                    <a:pt x="190" y="64"/>
                  </a:lnTo>
                  <a:cubicBezTo>
                    <a:pt x="173" y="64"/>
                    <a:pt x="173" y="64"/>
                    <a:pt x="158" y="49"/>
                  </a:cubicBezTo>
                  <a:lnTo>
                    <a:pt x="158" y="49"/>
                  </a:lnTo>
                  <a:cubicBezTo>
                    <a:pt x="142" y="49"/>
                    <a:pt x="142" y="32"/>
                    <a:pt x="142" y="32"/>
                  </a:cubicBezTo>
                  <a:lnTo>
                    <a:pt x="142" y="32"/>
                  </a:lnTo>
                  <a:lnTo>
                    <a:pt x="127" y="49"/>
                  </a:lnTo>
                  <a:cubicBezTo>
                    <a:pt x="110" y="49"/>
                    <a:pt x="110" y="32"/>
                    <a:pt x="95" y="32"/>
                  </a:cubicBezTo>
                  <a:lnTo>
                    <a:pt x="95" y="32"/>
                  </a:lnTo>
                  <a:cubicBezTo>
                    <a:pt x="79" y="17"/>
                    <a:pt x="63" y="17"/>
                    <a:pt x="63"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6" name="Google Shape;376;p35"/>
            <p:cNvSpPr/>
            <p:nvPr/>
          </p:nvSpPr>
          <p:spPr>
            <a:xfrm>
              <a:off x="3030184" y="1795283"/>
              <a:ext cx="6551" cy="10050"/>
            </a:xfrm>
            <a:custGeom>
              <a:avLst/>
              <a:gdLst/>
              <a:ahLst/>
              <a:cxnLst/>
              <a:rect l="l" t="t" r="r" b="b"/>
              <a:pathLst>
                <a:path w="206" h="316" extrusionOk="0">
                  <a:moveTo>
                    <a:pt x="80" y="236"/>
                  </a:moveTo>
                  <a:lnTo>
                    <a:pt x="17" y="236"/>
                  </a:lnTo>
                  <a:lnTo>
                    <a:pt x="17" y="252"/>
                  </a:lnTo>
                  <a:cubicBezTo>
                    <a:pt x="17" y="268"/>
                    <a:pt x="0" y="268"/>
                    <a:pt x="0" y="284"/>
                  </a:cubicBezTo>
                  <a:cubicBezTo>
                    <a:pt x="17" y="299"/>
                    <a:pt x="17" y="315"/>
                    <a:pt x="32" y="315"/>
                  </a:cubicBezTo>
                  <a:lnTo>
                    <a:pt x="63" y="299"/>
                  </a:lnTo>
                  <a:cubicBezTo>
                    <a:pt x="63" y="284"/>
                    <a:pt x="80" y="284"/>
                    <a:pt x="80" y="284"/>
                  </a:cubicBezTo>
                  <a:lnTo>
                    <a:pt x="80" y="284"/>
                  </a:lnTo>
                  <a:cubicBezTo>
                    <a:pt x="95" y="284"/>
                    <a:pt x="95" y="284"/>
                    <a:pt x="111" y="299"/>
                  </a:cubicBezTo>
                  <a:lnTo>
                    <a:pt x="111" y="268"/>
                  </a:lnTo>
                  <a:cubicBezTo>
                    <a:pt x="95" y="252"/>
                    <a:pt x="95" y="252"/>
                    <a:pt x="95" y="236"/>
                  </a:cubicBezTo>
                  <a:lnTo>
                    <a:pt x="80" y="236"/>
                  </a:lnTo>
                  <a:close/>
                  <a:moveTo>
                    <a:pt x="111" y="0"/>
                  </a:moveTo>
                  <a:lnTo>
                    <a:pt x="111" y="0"/>
                  </a:lnTo>
                  <a:cubicBezTo>
                    <a:pt x="95" y="0"/>
                    <a:pt x="95" y="15"/>
                    <a:pt x="95" y="32"/>
                  </a:cubicBezTo>
                  <a:lnTo>
                    <a:pt x="80" y="63"/>
                  </a:lnTo>
                  <a:cubicBezTo>
                    <a:pt x="95" y="63"/>
                    <a:pt x="111" y="78"/>
                    <a:pt x="111" y="95"/>
                  </a:cubicBezTo>
                  <a:cubicBezTo>
                    <a:pt x="111" y="110"/>
                    <a:pt x="95" y="126"/>
                    <a:pt x="80" y="126"/>
                  </a:cubicBezTo>
                  <a:lnTo>
                    <a:pt x="80" y="126"/>
                  </a:lnTo>
                  <a:lnTo>
                    <a:pt x="17" y="126"/>
                  </a:lnTo>
                  <a:cubicBezTo>
                    <a:pt x="17" y="126"/>
                    <a:pt x="17" y="142"/>
                    <a:pt x="0" y="142"/>
                  </a:cubicBezTo>
                  <a:lnTo>
                    <a:pt x="0" y="173"/>
                  </a:lnTo>
                  <a:lnTo>
                    <a:pt x="80" y="173"/>
                  </a:lnTo>
                  <a:cubicBezTo>
                    <a:pt x="95" y="158"/>
                    <a:pt x="111" y="158"/>
                    <a:pt x="126" y="142"/>
                  </a:cubicBezTo>
                  <a:cubicBezTo>
                    <a:pt x="143" y="142"/>
                    <a:pt x="143" y="142"/>
                    <a:pt x="143" y="126"/>
                  </a:cubicBezTo>
                  <a:lnTo>
                    <a:pt x="158" y="110"/>
                  </a:lnTo>
                  <a:lnTo>
                    <a:pt x="158" y="63"/>
                  </a:lnTo>
                  <a:lnTo>
                    <a:pt x="158" y="78"/>
                  </a:lnTo>
                  <a:lnTo>
                    <a:pt x="174" y="78"/>
                  </a:lnTo>
                  <a:cubicBezTo>
                    <a:pt x="174" y="78"/>
                    <a:pt x="189" y="78"/>
                    <a:pt x="189" y="63"/>
                  </a:cubicBezTo>
                  <a:cubicBezTo>
                    <a:pt x="189" y="63"/>
                    <a:pt x="206" y="63"/>
                    <a:pt x="206" y="47"/>
                  </a:cubicBezTo>
                  <a:cubicBezTo>
                    <a:pt x="206" y="32"/>
                    <a:pt x="206" y="15"/>
                    <a:pt x="189" y="0"/>
                  </a:cubicBezTo>
                  <a:lnTo>
                    <a:pt x="126" y="15"/>
                  </a:lnTo>
                  <a:lnTo>
                    <a:pt x="126" y="15"/>
                  </a:lnTo>
                  <a:cubicBezTo>
                    <a:pt x="111" y="15"/>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7" name="Google Shape;377;p35"/>
            <p:cNvSpPr/>
            <p:nvPr/>
          </p:nvSpPr>
          <p:spPr>
            <a:xfrm>
              <a:off x="3037181" y="1793756"/>
              <a:ext cx="6042" cy="3021"/>
            </a:xfrm>
            <a:custGeom>
              <a:avLst/>
              <a:gdLst/>
              <a:ahLst/>
              <a:cxnLst/>
              <a:rect l="l" t="t" r="r" b="b"/>
              <a:pathLst>
                <a:path w="190" h="95" extrusionOk="0">
                  <a:moveTo>
                    <a:pt x="143" y="0"/>
                  </a:moveTo>
                  <a:lnTo>
                    <a:pt x="32" y="0"/>
                  </a:lnTo>
                  <a:lnTo>
                    <a:pt x="17" y="17"/>
                  </a:lnTo>
                  <a:lnTo>
                    <a:pt x="32" y="17"/>
                  </a:lnTo>
                  <a:cubicBezTo>
                    <a:pt x="32" y="32"/>
                    <a:pt x="17" y="48"/>
                    <a:pt x="1" y="48"/>
                  </a:cubicBezTo>
                  <a:lnTo>
                    <a:pt x="1" y="63"/>
                  </a:lnTo>
                  <a:cubicBezTo>
                    <a:pt x="17" y="80"/>
                    <a:pt x="17" y="95"/>
                    <a:pt x="49" y="95"/>
                  </a:cubicBezTo>
                  <a:lnTo>
                    <a:pt x="49" y="95"/>
                  </a:lnTo>
                  <a:lnTo>
                    <a:pt x="127" y="95"/>
                  </a:lnTo>
                  <a:cubicBezTo>
                    <a:pt x="143" y="95"/>
                    <a:pt x="158" y="80"/>
                    <a:pt x="158" y="63"/>
                  </a:cubicBezTo>
                  <a:cubicBezTo>
                    <a:pt x="175" y="63"/>
                    <a:pt x="190" y="48"/>
                    <a:pt x="190" y="32"/>
                  </a:cubicBezTo>
                  <a:lnTo>
                    <a:pt x="190" y="32"/>
                  </a:lnTo>
                  <a:lnTo>
                    <a:pt x="190" y="32"/>
                  </a:lnTo>
                  <a:cubicBezTo>
                    <a:pt x="175" y="32"/>
                    <a:pt x="158" y="32"/>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8" name="Google Shape;378;p35"/>
            <p:cNvSpPr/>
            <p:nvPr/>
          </p:nvSpPr>
          <p:spPr>
            <a:xfrm>
              <a:off x="3379929" y="1786250"/>
              <a:ext cx="2035" cy="4039"/>
            </a:xfrm>
            <a:custGeom>
              <a:avLst/>
              <a:gdLst/>
              <a:ahLst/>
              <a:cxnLst/>
              <a:rect l="l" t="t" r="r" b="b"/>
              <a:pathLst>
                <a:path w="64" h="127" extrusionOk="0">
                  <a:moveTo>
                    <a:pt x="64" y="1"/>
                  </a:moveTo>
                  <a:lnTo>
                    <a:pt x="49" y="1"/>
                  </a:lnTo>
                  <a:lnTo>
                    <a:pt x="32" y="1"/>
                  </a:lnTo>
                  <a:lnTo>
                    <a:pt x="1" y="1"/>
                  </a:lnTo>
                  <a:lnTo>
                    <a:pt x="1" y="79"/>
                  </a:lnTo>
                  <a:lnTo>
                    <a:pt x="1" y="95"/>
                  </a:lnTo>
                  <a:cubicBezTo>
                    <a:pt x="1" y="110"/>
                    <a:pt x="17" y="127"/>
                    <a:pt x="32" y="127"/>
                  </a:cubicBezTo>
                  <a:lnTo>
                    <a:pt x="32" y="127"/>
                  </a:lnTo>
                  <a:lnTo>
                    <a:pt x="32" y="127"/>
                  </a:lnTo>
                  <a:cubicBezTo>
                    <a:pt x="49" y="110"/>
                    <a:pt x="64" y="110"/>
                    <a:pt x="64" y="9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9" name="Google Shape;379;p35"/>
            <p:cNvSpPr/>
            <p:nvPr/>
          </p:nvSpPr>
          <p:spPr>
            <a:xfrm>
              <a:off x="3317785" y="1762684"/>
              <a:ext cx="6074" cy="4580"/>
            </a:xfrm>
            <a:custGeom>
              <a:avLst/>
              <a:gdLst/>
              <a:ahLst/>
              <a:cxnLst/>
              <a:rect l="l" t="t" r="r" b="b"/>
              <a:pathLst>
                <a:path w="191" h="144" extrusionOk="0">
                  <a:moveTo>
                    <a:pt x="159" y="1"/>
                  </a:moveTo>
                  <a:lnTo>
                    <a:pt x="159" y="1"/>
                  </a:lnTo>
                  <a:lnTo>
                    <a:pt x="80" y="1"/>
                  </a:lnTo>
                  <a:cubicBezTo>
                    <a:pt x="64" y="1"/>
                    <a:pt x="64" y="17"/>
                    <a:pt x="49" y="17"/>
                  </a:cubicBezTo>
                  <a:lnTo>
                    <a:pt x="1" y="95"/>
                  </a:lnTo>
                  <a:cubicBezTo>
                    <a:pt x="1" y="112"/>
                    <a:pt x="1" y="127"/>
                    <a:pt x="17" y="143"/>
                  </a:cubicBezTo>
                  <a:lnTo>
                    <a:pt x="33" y="143"/>
                  </a:lnTo>
                  <a:lnTo>
                    <a:pt x="64" y="143"/>
                  </a:lnTo>
                  <a:lnTo>
                    <a:pt x="96" y="80"/>
                  </a:lnTo>
                  <a:lnTo>
                    <a:pt x="143" y="64"/>
                  </a:lnTo>
                  <a:cubicBezTo>
                    <a:pt x="143" y="48"/>
                    <a:pt x="159" y="32"/>
                    <a:pt x="175" y="32"/>
                  </a:cubicBezTo>
                  <a:lnTo>
                    <a:pt x="175" y="32"/>
                  </a:lnTo>
                  <a:lnTo>
                    <a:pt x="190" y="32"/>
                  </a:lnTo>
                  <a:lnTo>
                    <a:pt x="190" y="32"/>
                  </a:lnTo>
                  <a:cubicBezTo>
                    <a:pt x="190" y="17"/>
                    <a:pt x="175" y="1"/>
                    <a:pt x="15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0" name="Google Shape;380;p35"/>
            <p:cNvSpPr/>
            <p:nvPr/>
          </p:nvSpPr>
          <p:spPr>
            <a:xfrm>
              <a:off x="3181506" y="1799290"/>
              <a:ext cx="5057" cy="3021"/>
            </a:xfrm>
            <a:custGeom>
              <a:avLst/>
              <a:gdLst/>
              <a:ahLst/>
              <a:cxnLst/>
              <a:rect l="l" t="t" r="r" b="b"/>
              <a:pathLst>
                <a:path w="159" h="95" extrusionOk="0">
                  <a:moveTo>
                    <a:pt x="143" y="0"/>
                  </a:moveTo>
                  <a:lnTo>
                    <a:pt x="127" y="0"/>
                  </a:lnTo>
                  <a:cubicBezTo>
                    <a:pt x="127" y="16"/>
                    <a:pt x="111" y="16"/>
                    <a:pt x="95" y="16"/>
                  </a:cubicBezTo>
                  <a:lnTo>
                    <a:pt x="95" y="16"/>
                  </a:lnTo>
                  <a:lnTo>
                    <a:pt x="80" y="32"/>
                  </a:lnTo>
                  <a:lnTo>
                    <a:pt x="63" y="16"/>
                  </a:lnTo>
                  <a:lnTo>
                    <a:pt x="48" y="16"/>
                  </a:lnTo>
                  <a:lnTo>
                    <a:pt x="32" y="16"/>
                  </a:lnTo>
                  <a:lnTo>
                    <a:pt x="17" y="16"/>
                  </a:lnTo>
                  <a:lnTo>
                    <a:pt x="17" y="16"/>
                  </a:lnTo>
                  <a:lnTo>
                    <a:pt x="17" y="32"/>
                  </a:lnTo>
                  <a:cubicBezTo>
                    <a:pt x="0" y="47"/>
                    <a:pt x="0" y="63"/>
                    <a:pt x="17" y="79"/>
                  </a:cubicBezTo>
                  <a:cubicBezTo>
                    <a:pt x="48" y="95"/>
                    <a:pt x="63" y="95"/>
                    <a:pt x="80" y="95"/>
                  </a:cubicBezTo>
                  <a:cubicBezTo>
                    <a:pt x="111" y="95"/>
                    <a:pt x="127" y="79"/>
                    <a:pt x="158" y="47"/>
                  </a:cubicBezTo>
                  <a:lnTo>
                    <a:pt x="158" y="47"/>
                  </a:lnTo>
                  <a:cubicBezTo>
                    <a:pt x="143" y="32"/>
                    <a:pt x="143" y="16"/>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1" name="Google Shape;381;p35"/>
            <p:cNvSpPr/>
            <p:nvPr/>
          </p:nvSpPr>
          <p:spPr>
            <a:xfrm>
              <a:off x="3374936" y="1766691"/>
              <a:ext cx="8046" cy="3562"/>
            </a:xfrm>
            <a:custGeom>
              <a:avLst/>
              <a:gdLst/>
              <a:ahLst/>
              <a:cxnLst/>
              <a:rect l="l" t="t" r="r" b="b"/>
              <a:pathLst>
                <a:path w="253" h="112" extrusionOk="0">
                  <a:moveTo>
                    <a:pt x="206" y="1"/>
                  </a:moveTo>
                  <a:lnTo>
                    <a:pt x="206" y="1"/>
                  </a:lnTo>
                  <a:lnTo>
                    <a:pt x="189" y="1"/>
                  </a:lnTo>
                  <a:cubicBezTo>
                    <a:pt x="158" y="32"/>
                    <a:pt x="143" y="32"/>
                    <a:pt x="111" y="32"/>
                  </a:cubicBezTo>
                  <a:cubicBezTo>
                    <a:pt x="95" y="32"/>
                    <a:pt x="80" y="32"/>
                    <a:pt x="63" y="17"/>
                  </a:cubicBezTo>
                  <a:lnTo>
                    <a:pt x="32" y="17"/>
                  </a:lnTo>
                  <a:cubicBezTo>
                    <a:pt x="32" y="17"/>
                    <a:pt x="17" y="17"/>
                    <a:pt x="17" y="32"/>
                  </a:cubicBezTo>
                  <a:cubicBezTo>
                    <a:pt x="0" y="49"/>
                    <a:pt x="0" y="80"/>
                    <a:pt x="17" y="80"/>
                  </a:cubicBezTo>
                  <a:cubicBezTo>
                    <a:pt x="48" y="95"/>
                    <a:pt x="80" y="112"/>
                    <a:pt x="111" y="112"/>
                  </a:cubicBezTo>
                  <a:cubicBezTo>
                    <a:pt x="158" y="112"/>
                    <a:pt x="189" y="95"/>
                    <a:pt x="237" y="64"/>
                  </a:cubicBezTo>
                  <a:cubicBezTo>
                    <a:pt x="252" y="49"/>
                    <a:pt x="252" y="32"/>
                    <a:pt x="237" y="17"/>
                  </a:cubicBezTo>
                  <a:cubicBezTo>
                    <a:pt x="237" y="1"/>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2" name="Google Shape;382;p35"/>
            <p:cNvSpPr/>
            <p:nvPr/>
          </p:nvSpPr>
          <p:spPr>
            <a:xfrm>
              <a:off x="3277235" y="1775246"/>
              <a:ext cx="6042" cy="6042"/>
            </a:xfrm>
            <a:custGeom>
              <a:avLst/>
              <a:gdLst/>
              <a:ahLst/>
              <a:cxnLst/>
              <a:rect l="l" t="t" r="r" b="b"/>
              <a:pathLst>
                <a:path w="190" h="190" extrusionOk="0">
                  <a:moveTo>
                    <a:pt x="32" y="0"/>
                  </a:moveTo>
                  <a:lnTo>
                    <a:pt x="32" y="0"/>
                  </a:lnTo>
                  <a:lnTo>
                    <a:pt x="16" y="0"/>
                  </a:lnTo>
                  <a:cubicBezTo>
                    <a:pt x="0" y="15"/>
                    <a:pt x="0" y="32"/>
                    <a:pt x="0" y="47"/>
                  </a:cubicBezTo>
                  <a:lnTo>
                    <a:pt x="47" y="158"/>
                  </a:lnTo>
                  <a:lnTo>
                    <a:pt x="63" y="141"/>
                  </a:lnTo>
                  <a:lnTo>
                    <a:pt x="79" y="126"/>
                  </a:lnTo>
                  <a:lnTo>
                    <a:pt x="95" y="126"/>
                  </a:lnTo>
                  <a:lnTo>
                    <a:pt x="110" y="141"/>
                  </a:lnTo>
                  <a:lnTo>
                    <a:pt x="142" y="189"/>
                  </a:lnTo>
                  <a:lnTo>
                    <a:pt x="173" y="158"/>
                  </a:lnTo>
                  <a:cubicBezTo>
                    <a:pt x="189" y="141"/>
                    <a:pt x="189" y="126"/>
                    <a:pt x="189" y="110"/>
                  </a:cubicBezTo>
                  <a:lnTo>
                    <a:pt x="126" y="15"/>
                  </a:lnTo>
                  <a:cubicBezTo>
                    <a:pt x="110" y="15"/>
                    <a:pt x="95" y="0"/>
                    <a:pt x="95" y="0"/>
                  </a:cubicBezTo>
                  <a:cubicBezTo>
                    <a:pt x="79" y="0"/>
                    <a:pt x="79" y="15"/>
                    <a:pt x="79" y="15"/>
                  </a:cubicBezTo>
                  <a:lnTo>
                    <a:pt x="63" y="15"/>
                  </a:lnTo>
                  <a:cubicBezTo>
                    <a:pt x="63" y="15"/>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3" name="Google Shape;383;p35"/>
            <p:cNvSpPr/>
            <p:nvPr/>
          </p:nvSpPr>
          <p:spPr>
            <a:xfrm>
              <a:off x="3066250" y="1828358"/>
              <a:ext cx="9573" cy="6042"/>
            </a:xfrm>
            <a:custGeom>
              <a:avLst/>
              <a:gdLst/>
              <a:ahLst/>
              <a:cxnLst/>
              <a:rect l="l" t="t" r="r" b="b"/>
              <a:pathLst>
                <a:path w="301" h="190" extrusionOk="0">
                  <a:moveTo>
                    <a:pt x="32" y="0"/>
                  </a:moveTo>
                  <a:lnTo>
                    <a:pt x="32" y="0"/>
                  </a:lnTo>
                  <a:cubicBezTo>
                    <a:pt x="17" y="0"/>
                    <a:pt x="17" y="15"/>
                    <a:pt x="17" y="15"/>
                  </a:cubicBezTo>
                  <a:lnTo>
                    <a:pt x="1" y="32"/>
                  </a:lnTo>
                  <a:lnTo>
                    <a:pt x="1" y="32"/>
                  </a:lnTo>
                  <a:lnTo>
                    <a:pt x="1" y="32"/>
                  </a:lnTo>
                  <a:lnTo>
                    <a:pt x="1" y="63"/>
                  </a:lnTo>
                  <a:cubicBezTo>
                    <a:pt x="49" y="95"/>
                    <a:pt x="95" y="126"/>
                    <a:pt x="158" y="158"/>
                  </a:cubicBezTo>
                  <a:cubicBezTo>
                    <a:pt x="190" y="158"/>
                    <a:pt x="221" y="173"/>
                    <a:pt x="253" y="189"/>
                  </a:cubicBezTo>
                  <a:lnTo>
                    <a:pt x="253" y="189"/>
                  </a:lnTo>
                  <a:cubicBezTo>
                    <a:pt x="269" y="189"/>
                    <a:pt x="284" y="173"/>
                    <a:pt x="284" y="158"/>
                  </a:cubicBezTo>
                  <a:cubicBezTo>
                    <a:pt x="301" y="141"/>
                    <a:pt x="284" y="126"/>
                    <a:pt x="269" y="110"/>
                  </a:cubicBezTo>
                  <a:cubicBezTo>
                    <a:pt x="175" y="95"/>
                    <a:pt x="112" y="63"/>
                    <a:pt x="49" y="15"/>
                  </a:cubicBezTo>
                  <a:cubicBezTo>
                    <a:pt x="49"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4" name="Google Shape;384;p35"/>
            <p:cNvSpPr/>
            <p:nvPr/>
          </p:nvSpPr>
          <p:spPr>
            <a:xfrm>
              <a:off x="3119362" y="1791275"/>
              <a:ext cx="3053" cy="4516"/>
            </a:xfrm>
            <a:custGeom>
              <a:avLst/>
              <a:gdLst/>
              <a:ahLst/>
              <a:cxnLst/>
              <a:rect l="l" t="t" r="r" b="b"/>
              <a:pathLst>
                <a:path w="96" h="142" extrusionOk="0">
                  <a:moveTo>
                    <a:pt x="95" y="15"/>
                  </a:moveTo>
                  <a:lnTo>
                    <a:pt x="95" y="15"/>
                  </a:lnTo>
                  <a:lnTo>
                    <a:pt x="95" y="15"/>
                  </a:lnTo>
                  <a:lnTo>
                    <a:pt x="95" y="15"/>
                  </a:lnTo>
                  <a:close/>
                  <a:moveTo>
                    <a:pt x="17" y="0"/>
                  </a:moveTo>
                  <a:cubicBezTo>
                    <a:pt x="1" y="15"/>
                    <a:pt x="1" y="32"/>
                    <a:pt x="1" y="32"/>
                  </a:cubicBezTo>
                  <a:lnTo>
                    <a:pt x="1" y="78"/>
                  </a:lnTo>
                  <a:cubicBezTo>
                    <a:pt x="17" y="78"/>
                    <a:pt x="17" y="78"/>
                    <a:pt x="17" y="95"/>
                  </a:cubicBezTo>
                  <a:cubicBezTo>
                    <a:pt x="32" y="95"/>
                    <a:pt x="32" y="110"/>
                    <a:pt x="32" y="126"/>
                  </a:cubicBezTo>
                  <a:lnTo>
                    <a:pt x="32" y="141"/>
                  </a:lnTo>
                  <a:lnTo>
                    <a:pt x="32" y="141"/>
                  </a:lnTo>
                  <a:lnTo>
                    <a:pt x="32" y="141"/>
                  </a:lnTo>
                  <a:lnTo>
                    <a:pt x="32" y="141"/>
                  </a:lnTo>
                  <a:lnTo>
                    <a:pt x="64" y="141"/>
                  </a:lnTo>
                  <a:lnTo>
                    <a:pt x="80" y="141"/>
                  </a:lnTo>
                  <a:lnTo>
                    <a:pt x="80" y="110"/>
                  </a:lnTo>
                  <a:lnTo>
                    <a:pt x="80" y="95"/>
                  </a:lnTo>
                  <a:lnTo>
                    <a:pt x="80" y="95"/>
                  </a:lnTo>
                  <a:lnTo>
                    <a:pt x="80" y="95"/>
                  </a:lnTo>
                  <a:lnTo>
                    <a:pt x="80" y="95"/>
                  </a:lnTo>
                  <a:lnTo>
                    <a:pt x="95" y="32"/>
                  </a:lnTo>
                  <a:cubicBezTo>
                    <a:pt x="95" y="32"/>
                    <a:pt x="95" y="47"/>
                    <a:pt x="80" y="47"/>
                  </a:cubicBezTo>
                  <a:lnTo>
                    <a:pt x="64" y="47"/>
                  </a:lnTo>
                  <a:lnTo>
                    <a:pt x="32" y="4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5" name="Google Shape;385;p35"/>
            <p:cNvSpPr/>
            <p:nvPr/>
          </p:nvSpPr>
          <p:spPr>
            <a:xfrm>
              <a:off x="3410016" y="1781734"/>
              <a:ext cx="4548" cy="3562"/>
            </a:xfrm>
            <a:custGeom>
              <a:avLst/>
              <a:gdLst/>
              <a:ahLst/>
              <a:cxnLst/>
              <a:rect l="l" t="t" r="r" b="b"/>
              <a:pathLst>
                <a:path w="143" h="112" extrusionOk="0">
                  <a:moveTo>
                    <a:pt x="111" y="0"/>
                  </a:moveTo>
                  <a:lnTo>
                    <a:pt x="111" y="0"/>
                  </a:lnTo>
                  <a:lnTo>
                    <a:pt x="111" y="0"/>
                  </a:lnTo>
                  <a:lnTo>
                    <a:pt x="0" y="32"/>
                  </a:lnTo>
                  <a:lnTo>
                    <a:pt x="16" y="48"/>
                  </a:lnTo>
                  <a:cubicBezTo>
                    <a:pt x="16" y="63"/>
                    <a:pt x="16" y="95"/>
                    <a:pt x="0" y="95"/>
                  </a:cubicBezTo>
                  <a:lnTo>
                    <a:pt x="0" y="95"/>
                  </a:lnTo>
                  <a:cubicBezTo>
                    <a:pt x="0" y="111"/>
                    <a:pt x="0" y="111"/>
                    <a:pt x="16" y="111"/>
                  </a:cubicBezTo>
                  <a:lnTo>
                    <a:pt x="16" y="111"/>
                  </a:lnTo>
                  <a:lnTo>
                    <a:pt x="111" y="63"/>
                  </a:lnTo>
                  <a:lnTo>
                    <a:pt x="126" y="32"/>
                  </a:lnTo>
                  <a:cubicBezTo>
                    <a:pt x="126" y="17"/>
                    <a:pt x="142" y="17"/>
                    <a:pt x="142" y="17"/>
                  </a:cubicBezTo>
                  <a:cubicBezTo>
                    <a:pt x="142" y="0"/>
                    <a:pt x="142" y="0"/>
                    <a:pt x="126" y="0"/>
                  </a:cubicBezTo>
                  <a:lnTo>
                    <a:pt x="126" y="0"/>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6" name="Google Shape;386;p35"/>
            <p:cNvSpPr/>
            <p:nvPr/>
          </p:nvSpPr>
          <p:spPr>
            <a:xfrm>
              <a:off x="3392969" y="1804283"/>
              <a:ext cx="8555" cy="4548"/>
            </a:xfrm>
            <a:custGeom>
              <a:avLst/>
              <a:gdLst/>
              <a:ahLst/>
              <a:cxnLst/>
              <a:rect l="l" t="t" r="r" b="b"/>
              <a:pathLst>
                <a:path w="269" h="143" extrusionOk="0">
                  <a:moveTo>
                    <a:pt x="206" y="32"/>
                  </a:moveTo>
                  <a:cubicBezTo>
                    <a:pt x="189" y="48"/>
                    <a:pt x="189" y="48"/>
                    <a:pt x="174" y="48"/>
                  </a:cubicBezTo>
                  <a:lnTo>
                    <a:pt x="143" y="64"/>
                  </a:lnTo>
                  <a:lnTo>
                    <a:pt x="174" y="79"/>
                  </a:lnTo>
                  <a:cubicBezTo>
                    <a:pt x="174" y="95"/>
                    <a:pt x="189" y="111"/>
                    <a:pt x="189" y="127"/>
                  </a:cubicBezTo>
                  <a:cubicBezTo>
                    <a:pt x="206" y="127"/>
                    <a:pt x="206" y="142"/>
                    <a:pt x="221" y="142"/>
                  </a:cubicBezTo>
                  <a:lnTo>
                    <a:pt x="237" y="142"/>
                  </a:lnTo>
                  <a:cubicBezTo>
                    <a:pt x="252" y="127"/>
                    <a:pt x="269" y="111"/>
                    <a:pt x="252" y="95"/>
                  </a:cubicBezTo>
                  <a:lnTo>
                    <a:pt x="252" y="79"/>
                  </a:lnTo>
                  <a:cubicBezTo>
                    <a:pt x="237" y="79"/>
                    <a:pt x="237" y="64"/>
                    <a:pt x="237" y="64"/>
                  </a:cubicBezTo>
                  <a:lnTo>
                    <a:pt x="221" y="48"/>
                  </a:lnTo>
                  <a:lnTo>
                    <a:pt x="206" y="32"/>
                  </a:lnTo>
                  <a:close/>
                  <a:moveTo>
                    <a:pt x="17" y="32"/>
                  </a:moveTo>
                  <a:lnTo>
                    <a:pt x="17" y="48"/>
                  </a:lnTo>
                  <a:lnTo>
                    <a:pt x="0" y="48"/>
                  </a:lnTo>
                  <a:lnTo>
                    <a:pt x="0" y="64"/>
                  </a:lnTo>
                  <a:cubicBezTo>
                    <a:pt x="17" y="64"/>
                    <a:pt x="17" y="79"/>
                    <a:pt x="32" y="79"/>
                  </a:cubicBezTo>
                  <a:lnTo>
                    <a:pt x="48" y="79"/>
                  </a:lnTo>
                  <a:lnTo>
                    <a:pt x="48" y="64"/>
                  </a:lnTo>
                  <a:lnTo>
                    <a:pt x="48" y="64"/>
                  </a:lnTo>
                  <a:cubicBezTo>
                    <a:pt x="32" y="64"/>
                    <a:pt x="17" y="48"/>
                    <a:pt x="17" y="32"/>
                  </a:cubicBezTo>
                  <a:lnTo>
                    <a:pt x="17" y="32"/>
                  </a:lnTo>
                  <a:close/>
                  <a:moveTo>
                    <a:pt x="111" y="1"/>
                  </a:moveTo>
                  <a:lnTo>
                    <a:pt x="95" y="1"/>
                  </a:lnTo>
                  <a:lnTo>
                    <a:pt x="95" y="1"/>
                  </a:lnTo>
                  <a:cubicBezTo>
                    <a:pt x="95" y="16"/>
                    <a:pt x="80" y="16"/>
                    <a:pt x="80" y="16"/>
                  </a:cubicBezTo>
                  <a:lnTo>
                    <a:pt x="95" y="32"/>
                  </a:lnTo>
                  <a:lnTo>
                    <a:pt x="95" y="32"/>
                  </a:lnTo>
                  <a:lnTo>
                    <a:pt x="111" y="32"/>
                  </a:lnTo>
                  <a:lnTo>
                    <a:pt x="111"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7" name="Google Shape;387;p35"/>
            <p:cNvSpPr/>
            <p:nvPr/>
          </p:nvSpPr>
          <p:spPr>
            <a:xfrm>
              <a:off x="3312792" y="1778713"/>
              <a:ext cx="5025" cy="4580"/>
            </a:xfrm>
            <a:custGeom>
              <a:avLst/>
              <a:gdLst/>
              <a:ahLst/>
              <a:cxnLst/>
              <a:rect l="l" t="t" r="r" b="b"/>
              <a:pathLst>
                <a:path w="158" h="144" extrusionOk="0">
                  <a:moveTo>
                    <a:pt x="80" y="112"/>
                  </a:moveTo>
                  <a:lnTo>
                    <a:pt x="80" y="112"/>
                  </a:lnTo>
                  <a:lnTo>
                    <a:pt x="80" y="112"/>
                  </a:lnTo>
                  <a:close/>
                  <a:moveTo>
                    <a:pt x="80" y="1"/>
                  </a:moveTo>
                  <a:lnTo>
                    <a:pt x="63" y="1"/>
                  </a:lnTo>
                  <a:lnTo>
                    <a:pt x="48" y="1"/>
                  </a:lnTo>
                  <a:lnTo>
                    <a:pt x="0" y="64"/>
                  </a:lnTo>
                  <a:lnTo>
                    <a:pt x="0" y="80"/>
                  </a:lnTo>
                  <a:lnTo>
                    <a:pt x="32" y="95"/>
                  </a:lnTo>
                  <a:cubicBezTo>
                    <a:pt x="48" y="95"/>
                    <a:pt x="48" y="112"/>
                    <a:pt x="48" y="112"/>
                  </a:cubicBezTo>
                  <a:lnTo>
                    <a:pt x="48" y="112"/>
                  </a:lnTo>
                  <a:lnTo>
                    <a:pt x="63" y="80"/>
                  </a:lnTo>
                  <a:cubicBezTo>
                    <a:pt x="80" y="95"/>
                    <a:pt x="80" y="95"/>
                    <a:pt x="80" y="112"/>
                  </a:cubicBezTo>
                  <a:lnTo>
                    <a:pt x="80" y="112"/>
                  </a:lnTo>
                  <a:cubicBezTo>
                    <a:pt x="80" y="127"/>
                    <a:pt x="95" y="143"/>
                    <a:pt x="111" y="143"/>
                  </a:cubicBezTo>
                  <a:lnTo>
                    <a:pt x="126" y="143"/>
                  </a:lnTo>
                  <a:cubicBezTo>
                    <a:pt x="143" y="143"/>
                    <a:pt x="158" y="127"/>
                    <a:pt x="143" y="95"/>
                  </a:cubicBezTo>
                  <a:lnTo>
                    <a:pt x="143" y="80"/>
                  </a:lnTo>
                  <a:cubicBezTo>
                    <a:pt x="143" y="64"/>
                    <a:pt x="126" y="49"/>
                    <a:pt x="111" y="32"/>
                  </a:cubicBezTo>
                  <a:lnTo>
                    <a:pt x="95" y="17"/>
                  </a:lnTo>
                  <a:cubicBezTo>
                    <a:pt x="95" y="1"/>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8" name="Google Shape;388;p35"/>
            <p:cNvSpPr/>
            <p:nvPr/>
          </p:nvSpPr>
          <p:spPr>
            <a:xfrm>
              <a:off x="3315304" y="178224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9" name="Google Shape;389;p35"/>
            <p:cNvSpPr/>
            <p:nvPr/>
          </p:nvSpPr>
          <p:spPr>
            <a:xfrm>
              <a:off x="3455622" y="1777727"/>
              <a:ext cx="32" cy="32"/>
            </a:xfrm>
            <a:custGeom>
              <a:avLst/>
              <a:gdLst/>
              <a:ahLst/>
              <a:cxnLst/>
              <a:rect l="l" t="t" r="r" b="b"/>
              <a:pathLst>
                <a:path w="1" h="1" extrusionOk="0">
                  <a:moveTo>
                    <a:pt x="0" y="0"/>
                  </a:moveTo>
                  <a:lnTo>
                    <a:pt x="0"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0" name="Google Shape;390;p35"/>
            <p:cNvSpPr/>
            <p:nvPr/>
          </p:nvSpPr>
          <p:spPr>
            <a:xfrm>
              <a:off x="3451615" y="1775246"/>
              <a:ext cx="4039" cy="4039"/>
            </a:xfrm>
            <a:custGeom>
              <a:avLst/>
              <a:gdLst/>
              <a:ahLst/>
              <a:cxnLst/>
              <a:rect l="l" t="t" r="r" b="b"/>
              <a:pathLst>
                <a:path w="127" h="127" extrusionOk="0">
                  <a:moveTo>
                    <a:pt x="32" y="0"/>
                  </a:moveTo>
                  <a:lnTo>
                    <a:pt x="32" y="0"/>
                  </a:lnTo>
                  <a:lnTo>
                    <a:pt x="16" y="15"/>
                  </a:lnTo>
                  <a:cubicBezTo>
                    <a:pt x="0" y="32"/>
                    <a:pt x="0" y="47"/>
                    <a:pt x="16" y="63"/>
                  </a:cubicBezTo>
                  <a:lnTo>
                    <a:pt x="16" y="78"/>
                  </a:lnTo>
                  <a:cubicBezTo>
                    <a:pt x="0" y="95"/>
                    <a:pt x="16" y="110"/>
                    <a:pt x="32" y="110"/>
                  </a:cubicBezTo>
                  <a:lnTo>
                    <a:pt x="63" y="126"/>
                  </a:lnTo>
                  <a:lnTo>
                    <a:pt x="79" y="126"/>
                  </a:lnTo>
                  <a:cubicBezTo>
                    <a:pt x="95" y="126"/>
                    <a:pt x="95" y="126"/>
                    <a:pt x="110" y="110"/>
                  </a:cubicBezTo>
                  <a:lnTo>
                    <a:pt x="126" y="95"/>
                  </a:lnTo>
                  <a:lnTo>
                    <a:pt x="126" y="78"/>
                  </a:lnTo>
                  <a:lnTo>
                    <a:pt x="126" y="78"/>
                  </a:lnTo>
                  <a:cubicBezTo>
                    <a:pt x="126" y="63"/>
                    <a:pt x="126" y="47"/>
                    <a:pt x="110" y="47"/>
                  </a:cubicBezTo>
                  <a:lnTo>
                    <a:pt x="63"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1" name="Google Shape;391;p35"/>
            <p:cNvSpPr/>
            <p:nvPr/>
          </p:nvSpPr>
          <p:spPr>
            <a:xfrm>
              <a:off x="3332828" y="1812806"/>
              <a:ext cx="4039" cy="4039"/>
            </a:xfrm>
            <a:custGeom>
              <a:avLst/>
              <a:gdLst/>
              <a:ahLst/>
              <a:cxnLst/>
              <a:rect l="l" t="t" r="r" b="b"/>
              <a:pathLst>
                <a:path w="127" h="127" extrusionOk="0">
                  <a:moveTo>
                    <a:pt x="64" y="0"/>
                  </a:moveTo>
                  <a:lnTo>
                    <a:pt x="49" y="0"/>
                  </a:lnTo>
                  <a:cubicBezTo>
                    <a:pt x="32" y="0"/>
                    <a:pt x="32" y="17"/>
                    <a:pt x="17" y="32"/>
                  </a:cubicBezTo>
                  <a:lnTo>
                    <a:pt x="17" y="32"/>
                  </a:lnTo>
                  <a:lnTo>
                    <a:pt x="17" y="48"/>
                  </a:lnTo>
                  <a:cubicBezTo>
                    <a:pt x="32" y="48"/>
                    <a:pt x="32" y="48"/>
                    <a:pt x="32" y="63"/>
                  </a:cubicBezTo>
                  <a:cubicBezTo>
                    <a:pt x="32" y="80"/>
                    <a:pt x="32" y="95"/>
                    <a:pt x="17" y="95"/>
                  </a:cubicBezTo>
                  <a:lnTo>
                    <a:pt x="1" y="95"/>
                  </a:lnTo>
                  <a:lnTo>
                    <a:pt x="1" y="95"/>
                  </a:lnTo>
                  <a:cubicBezTo>
                    <a:pt x="1" y="111"/>
                    <a:pt x="1" y="111"/>
                    <a:pt x="17" y="126"/>
                  </a:cubicBezTo>
                  <a:cubicBezTo>
                    <a:pt x="17" y="111"/>
                    <a:pt x="32" y="111"/>
                    <a:pt x="49" y="111"/>
                  </a:cubicBezTo>
                  <a:lnTo>
                    <a:pt x="64" y="111"/>
                  </a:lnTo>
                  <a:lnTo>
                    <a:pt x="80" y="111"/>
                  </a:lnTo>
                  <a:cubicBezTo>
                    <a:pt x="95" y="111"/>
                    <a:pt x="95" y="126"/>
                    <a:pt x="112" y="126"/>
                  </a:cubicBezTo>
                  <a:lnTo>
                    <a:pt x="112" y="126"/>
                  </a:lnTo>
                  <a:cubicBezTo>
                    <a:pt x="127" y="111"/>
                    <a:pt x="127" y="111"/>
                    <a:pt x="127" y="95"/>
                  </a:cubicBezTo>
                  <a:cubicBezTo>
                    <a:pt x="127" y="80"/>
                    <a:pt x="112" y="63"/>
                    <a:pt x="95" y="63"/>
                  </a:cubicBezTo>
                  <a:lnTo>
                    <a:pt x="80" y="63"/>
                  </a:lnTo>
                  <a:lnTo>
                    <a:pt x="95" y="48"/>
                  </a:lnTo>
                  <a:cubicBezTo>
                    <a:pt x="95" y="32"/>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2" name="Google Shape;392;p35"/>
            <p:cNvSpPr/>
            <p:nvPr/>
          </p:nvSpPr>
          <p:spPr>
            <a:xfrm>
              <a:off x="3417012" y="1764210"/>
              <a:ext cx="3053" cy="6042"/>
            </a:xfrm>
            <a:custGeom>
              <a:avLst/>
              <a:gdLst/>
              <a:ahLst/>
              <a:cxnLst/>
              <a:rect l="l" t="t" r="r" b="b"/>
              <a:pathLst>
                <a:path w="96" h="190" extrusionOk="0">
                  <a:moveTo>
                    <a:pt x="32" y="0"/>
                  </a:moveTo>
                  <a:lnTo>
                    <a:pt x="1" y="0"/>
                  </a:lnTo>
                  <a:lnTo>
                    <a:pt x="17" y="158"/>
                  </a:lnTo>
                  <a:lnTo>
                    <a:pt x="17" y="158"/>
                  </a:lnTo>
                  <a:lnTo>
                    <a:pt x="32" y="158"/>
                  </a:lnTo>
                  <a:cubicBezTo>
                    <a:pt x="49" y="173"/>
                    <a:pt x="49" y="173"/>
                    <a:pt x="49" y="190"/>
                  </a:cubicBezTo>
                  <a:lnTo>
                    <a:pt x="49" y="190"/>
                  </a:lnTo>
                  <a:lnTo>
                    <a:pt x="64" y="190"/>
                  </a:lnTo>
                  <a:lnTo>
                    <a:pt x="64" y="190"/>
                  </a:lnTo>
                  <a:cubicBezTo>
                    <a:pt x="64" y="173"/>
                    <a:pt x="80" y="173"/>
                    <a:pt x="80" y="173"/>
                  </a:cubicBezTo>
                  <a:cubicBezTo>
                    <a:pt x="95" y="158"/>
                    <a:pt x="95" y="158"/>
                    <a:pt x="95" y="142"/>
                  </a:cubicBezTo>
                  <a:lnTo>
                    <a:pt x="80" y="47"/>
                  </a:lnTo>
                  <a:lnTo>
                    <a:pt x="64" y="64"/>
                  </a:lnTo>
                  <a:lnTo>
                    <a:pt x="49" y="64"/>
                  </a:lnTo>
                  <a:cubicBezTo>
                    <a:pt x="32" y="64"/>
                    <a:pt x="17" y="64"/>
                    <a:pt x="17" y="47"/>
                  </a:cubicBezTo>
                  <a:cubicBezTo>
                    <a:pt x="1" y="32"/>
                    <a:pt x="17" y="16"/>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3" name="Google Shape;393;p35"/>
            <p:cNvSpPr/>
            <p:nvPr/>
          </p:nvSpPr>
          <p:spPr>
            <a:xfrm>
              <a:off x="3343864" y="1789272"/>
              <a:ext cx="3562" cy="2512"/>
            </a:xfrm>
            <a:custGeom>
              <a:avLst/>
              <a:gdLst/>
              <a:ahLst/>
              <a:cxnLst/>
              <a:rect l="l" t="t" r="r" b="b"/>
              <a:pathLst>
                <a:path w="112" h="79" extrusionOk="0">
                  <a:moveTo>
                    <a:pt x="80" y="0"/>
                  </a:moveTo>
                  <a:lnTo>
                    <a:pt x="80" y="0"/>
                  </a:lnTo>
                  <a:lnTo>
                    <a:pt x="63" y="0"/>
                  </a:lnTo>
                  <a:lnTo>
                    <a:pt x="63" y="0"/>
                  </a:lnTo>
                  <a:lnTo>
                    <a:pt x="0" y="32"/>
                  </a:lnTo>
                  <a:lnTo>
                    <a:pt x="0" y="32"/>
                  </a:lnTo>
                  <a:lnTo>
                    <a:pt x="48" y="47"/>
                  </a:lnTo>
                  <a:cubicBezTo>
                    <a:pt x="48" y="63"/>
                    <a:pt x="63" y="63"/>
                    <a:pt x="63" y="78"/>
                  </a:cubicBezTo>
                  <a:lnTo>
                    <a:pt x="80" y="78"/>
                  </a:lnTo>
                  <a:cubicBezTo>
                    <a:pt x="80" y="63"/>
                    <a:pt x="95" y="32"/>
                    <a:pt x="111" y="32"/>
                  </a:cubicBezTo>
                  <a:lnTo>
                    <a:pt x="111" y="32"/>
                  </a:lnTo>
                  <a:cubicBezTo>
                    <a:pt x="111" y="15"/>
                    <a:pt x="111"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4" name="Google Shape;394;p35"/>
            <p:cNvSpPr/>
            <p:nvPr/>
          </p:nvSpPr>
          <p:spPr>
            <a:xfrm>
              <a:off x="3415518" y="1785741"/>
              <a:ext cx="5057" cy="2544"/>
            </a:xfrm>
            <a:custGeom>
              <a:avLst/>
              <a:gdLst/>
              <a:ahLst/>
              <a:cxnLst/>
              <a:rect l="l" t="t" r="r" b="b"/>
              <a:pathLst>
                <a:path w="159" h="80" extrusionOk="0">
                  <a:moveTo>
                    <a:pt x="111" y="0"/>
                  </a:moveTo>
                  <a:lnTo>
                    <a:pt x="79" y="0"/>
                  </a:lnTo>
                  <a:lnTo>
                    <a:pt x="79" y="0"/>
                  </a:lnTo>
                  <a:cubicBezTo>
                    <a:pt x="79" y="17"/>
                    <a:pt x="64" y="32"/>
                    <a:pt x="64" y="32"/>
                  </a:cubicBezTo>
                  <a:lnTo>
                    <a:pt x="32" y="48"/>
                  </a:lnTo>
                  <a:lnTo>
                    <a:pt x="16" y="48"/>
                  </a:lnTo>
                  <a:lnTo>
                    <a:pt x="1" y="48"/>
                  </a:lnTo>
                  <a:lnTo>
                    <a:pt x="1" y="80"/>
                  </a:lnTo>
                  <a:lnTo>
                    <a:pt x="1" y="80"/>
                  </a:lnTo>
                  <a:cubicBezTo>
                    <a:pt x="16" y="80"/>
                    <a:pt x="16" y="63"/>
                    <a:pt x="32" y="63"/>
                  </a:cubicBezTo>
                  <a:lnTo>
                    <a:pt x="32" y="63"/>
                  </a:lnTo>
                  <a:lnTo>
                    <a:pt x="48" y="63"/>
                  </a:lnTo>
                  <a:lnTo>
                    <a:pt x="64" y="80"/>
                  </a:lnTo>
                  <a:lnTo>
                    <a:pt x="159" y="17"/>
                  </a:lnTo>
                  <a:cubicBezTo>
                    <a:pt x="142" y="0"/>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5" name="Google Shape;395;p35"/>
            <p:cNvSpPr/>
            <p:nvPr/>
          </p:nvSpPr>
          <p:spPr>
            <a:xfrm>
              <a:off x="3446081" y="1791752"/>
              <a:ext cx="2035" cy="2035"/>
            </a:xfrm>
            <a:custGeom>
              <a:avLst/>
              <a:gdLst/>
              <a:ahLst/>
              <a:cxnLst/>
              <a:rect l="l" t="t" r="r" b="b"/>
              <a:pathLst>
                <a:path w="64" h="64" extrusionOk="0">
                  <a:moveTo>
                    <a:pt x="48" y="0"/>
                  </a:moveTo>
                  <a:lnTo>
                    <a:pt x="32" y="0"/>
                  </a:lnTo>
                  <a:cubicBezTo>
                    <a:pt x="32" y="17"/>
                    <a:pt x="17" y="32"/>
                    <a:pt x="0" y="48"/>
                  </a:cubicBezTo>
                  <a:cubicBezTo>
                    <a:pt x="0" y="48"/>
                    <a:pt x="17" y="63"/>
                    <a:pt x="32" y="63"/>
                  </a:cubicBezTo>
                  <a:lnTo>
                    <a:pt x="32" y="48"/>
                  </a:lnTo>
                  <a:lnTo>
                    <a:pt x="63" y="48"/>
                  </a:lnTo>
                  <a:lnTo>
                    <a:pt x="63" y="48"/>
                  </a:lnTo>
                  <a:lnTo>
                    <a:pt x="63" y="48"/>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6" name="Google Shape;396;p35"/>
            <p:cNvSpPr/>
            <p:nvPr/>
          </p:nvSpPr>
          <p:spPr>
            <a:xfrm>
              <a:off x="3190538" y="1788254"/>
              <a:ext cx="5534" cy="7537"/>
            </a:xfrm>
            <a:custGeom>
              <a:avLst/>
              <a:gdLst/>
              <a:ahLst/>
              <a:cxnLst/>
              <a:rect l="l" t="t" r="r" b="b"/>
              <a:pathLst>
                <a:path w="174" h="237" extrusionOk="0">
                  <a:moveTo>
                    <a:pt x="126" y="1"/>
                  </a:moveTo>
                  <a:lnTo>
                    <a:pt x="126" y="16"/>
                  </a:lnTo>
                  <a:cubicBezTo>
                    <a:pt x="126" y="32"/>
                    <a:pt x="111" y="47"/>
                    <a:pt x="95" y="47"/>
                  </a:cubicBezTo>
                  <a:lnTo>
                    <a:pt x="79" y="64"/>
                  </a:lnTo>
                  <a:lnTo>
                    <a:pt x="79" y="64"/>
                  </a:lnTo>
                  <a:cubicBezTo>
                    <a:pt x="79" y="79"/>
                    <a:pt x="63" y="79"/>
                    <a:pt x="48" y="79"/>
                  </a:cubicBezTo>
                  <a:lnTo>
                    <a:pt x="63" y="95"/>
                  </a:lnTo>
                  <a:cubicBezTo>
                    <a:pt x="79" y="110"/>
                    <a:pt x="79" y="127"/>
                    <a:pt x="63" y="142"/>
                  </a:cubicBezTo>
                  <a:cubicBezTo>
                    <a:pt x="48" y="142"/>
                    <a:pt x="48" y="158"/>
                    <a:pt x="32" y="158"/>
                  </a:cubicBezTo>
                  <a:lnTo>
                    <a:pt x="16" y="142"/>
                  </a:lnTo>
                  <a:lnTo>
                    <a:pt x="16" y="142"/>
                  </a:lnTo>
                  <a:cubicBezTo>
                    <a:pt x="0" y="158"/>
                    <a:pt x="0" y="173"/>
                    <a:pt x="16" y="190"/>
                  </a:cubicBezTo>
                  <a:lnTo>
                    <a:pt x="16" y="221"/>
                  </a:lnTo>
                  <a:lnTo>
                    <a:pt x="0" y="236"/>
                  </a:lnTo>
                  <a:cubicBezTo>
                    <a:pt x="16" y="221"/>
                    <a:pt x="32" y="205"/>
                    <a:pt x="48" y="205"/>
                  </a:cubicBezTo>
                  <a:lnTo>
                    <a:pt x="48" y="205"/>
                  </a:lnTo>
                  <a:lnTo>
                    <a:pt x="63" y="205"/>
                  </a:lnTo>
                  <a:lnTo>
                    <a:pt x="79" y="205"/>
                  </a:lnTo>
                  <a:lnTo>
                    <a:pt x="79" y="173"/>
                  </a:lnTo>
                  <a:cubicBezTo>
                    <a:pt x="79" y="158"/>
                    <a:pt x="79" y="158"/>
                    <a:pt x="95" y="142"/>
                  </a:cubicBezTo>
                  <a:lnTo>
                    <a:pt x="79" y="142"/>
                  </a:lnTo>
                  <a:cubicBezTo>
                    <a:pt x="79" y="110"/>
                    <a:pt x="79" y="95"/>
                    <a:pt x="95" y="95"/>
                  </a:cubicBezTo>
                  <a:lnTo>
                    <a:pt x="111" y="79"/>
                  </a:lnTo>
                  <a:lnTo>
                    <a:pt x="111" y="79"/>
                  </a:lnTo>
                  <a:cubicBezTo>
                    <a:pt x="126" y="79"/>
                    <a:pt x="142" y="95"/>
                    <a:pt x="142" y="95"/>
                  </a:cubicBezTo>
                  <a:cubicBezTo>
                    <a:pt x="142" y="110"/>
                    <a:pt x="158" y="110"/>
                    <a:pt x="158" y="110"/>
                  </a:cubicBezTo>
                  <a:lnTo>
                    <a:pt x="174" y="95"/>
                  </a:lnTo>
                  <a:cubicBezTo>
                    <a:pt x="158" y="79"/>
                    <a:pt x="158" y="79"/>
                    <a:pt x="158" y="64"/>
                  </a:cubicBezTo>
                  <a:lnTo>
                    <a:pt x="158" y="64"/>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7" name="Google Shape;397;p35"/>
            <p:cNvSpPr/>
            <p:nvPr/>
          </p:nvSpPr>
          <p:spPr>
            <a:xfrm>
              <a:off x="3294759" y="1823811"/>
              <a:ext cx="5025" cy="2576"/>
            </a:xfrm>
            <a:custGeom>
              <a:avLst/>
              <a:gdLst/>
              <a:ahLst/>
              <a:cxnLst/>
              <a:rect l="l" t="t" r="r" b="b"/>
              <a:pathLst>
                <a:path w="158" h="81" extrusionOk="0">
                  <a:moveTo>
                    <a:pt x="17" y="1"/>
                  </a:moveTo>
                  <a:cubicBezTo>
                    <a:pt x="32" y="17"/>
                    <a:pt x="32" y="17"/>
                    <a:pt x="32" y="32"/>
                  </a:cubicBezTo>
                  <a:cubicBezTo>
                    <a:pt x="32" y="49"/>
                    <a:pt x="17" y="64"/>
                    <a:pt x="0" y="64"/>
                  </a:cubicBezTo>
                  <a:lnTo>
                    <a:pt x="0" y="64"/>
                  </a:lnTo>
                  <a:lnTo>
                    <a:pt x="0" y="80"/>
                  </a:lnTo>
                  <a:lnTo>
                    <a:pt x="32" y="80"/>
                  </a:lnTo>
                  <a:lnTo>
                    <a:pt x="32" y="80"/>
                  </a:lnTo>
                  <a:cubicBezTo>
                    <a:pt x="80" y="80"/>
                    <a:pt x="111" y="80"/>
                    <a:pt x="158" y="64"/>
                  </a:cubicBezTo>
                  <a:cubicBezTo>
                    <a:pt x="143" y="49"/>
                    <a:pt x="126" y="49"/>
                    <a:pt x="111" y="32"/>
                  </a:cubicBezTo>
                  <a:lnTo>
                    <a:pt x="95" y="32"/>
                  </a:lnTo>
                  <a:lnTo>
                    <a:pt x="80" y="32"/>
                  </a:lnTo>
                  <a:cubicBezTo>
                    <a:pt x="63" y="17"/>
                    <a:pt x="63" y="17"/>
                    <a:pt x="4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8" name="Google Shape;398;p35"/>
            <p:cNvSpPr/>
            <p:nvPr/>
          </p:nvSpPr>
          <p:spPr>
            <a:xfrm>
              <a:off x="3113891" y="1792738"/>
              <a:ext cx="6520" cy="4039"/>
            </a:xfrm>
            <a:custGeom>
              <a:avLst/>
              <a:gdLst/>
              <a:ahLst/>
              <a:cxnLst/>
              <a:rect l="l" t="t" r="r" b="b"/>
              <a:pathLst>
                <a:path w="205" h="127" extrusionOk="0">
                  <a:moveTo>
                    <a:pt x="95" y="1"/>
                  </a:moveTo>
                  <a:lnTo>
                    <a:pt x="95" y="17"/>
                  </a:lnTo>
                  <a:cubicBezTo>
                    <a:pt x="95" y="32"/>
                    <a:pt x="78" y="49"/>
                    <a:pt x="63" y="49"/>
                  </a:cubicBezTo>
                  <a:lnTo>
                    <a:pt x="63" y="49"/>
                  </a:lnTo>
                  <a:cubicBezTo>
                    <a:pt x="47" y="49"/>
                    <a:pt x="32" y="32"/>
                    <a:pt x="32" y="32"/>
                  </a:cubicBezTo>
                  <a:cubicBezTo>
                    <a:pt x="15" y="32"/>
                    <a:pt x="15" y="49"/>
                    <a:pt x="0" y="49"/>
                  </a:cubicBezTo>
                  <a:lnTo>
                    <a:pt x="15" y="49"/>
                  </a:lnTo>
                  <a:lnTo>
                    <a:pt x="15" y="64"/>
                  </a:lnTo>
                  <a:lnTo>
                    <a:pt x="32" y="64"/>
                  </a:lnTo>
                  <a:lnTo>
                    <a:pt x="47" y="64"/>
                  </a:lnTo>
                  <a:lnTo>
                    <a:pt x="63" y="64"/>
                  </a:lnTo>
                  <a:lnTo>
                    <a:pt x="63" y="64"/>
                  </a:lnTo>
                  <a:lnTo>
                    <a:pt x="78" y="64"/>
                  </a:lnTo>
                  <a:lnTo>
                    <a:pt x="78" y="64"/>
                  </a:lnTo>
                  <a:cubicBezTo>
                    <a:pt x="95" y="80"/>
                    <a:pt x="110" y="95"/>
                    <a:pt x="110" y="112"/>
                  </a:cubicBezTo>
                  <a:lnTo>
                    <a:pt x="110" y="127"/>
                  </a:lnTo>
                  <a:lnTo>
                    <a:pt x="173" y="95"/>
                  </a:lnTo>
                  <a:lnTo>
                    <a:pt x="204" y="95"/>
                  </a:lnTo>
                  <a:lnTo>
                    <a:pt x="204" y="80"/>
                  </a:lnTo>
                  <a:cubicBezTo>
                    <a:pt x="204" y="64"/>
                    <a:pt x="204" y="49"/>
                    <a:pt x="189" y="49"/>
                  </a:cubicBezTo>
                  <a:cubicBezTo>
                    <a:pt x="189" y="32"/>
                    <a:pt x="189" y="32"/>
                    <a:pt x="173" y="32"/>
                  </a:cubicBezTo>
                  <a:cubicBezTo>
                    <a:pt x="158"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9" name="Google Shape;399;p35"/>
            <p:cNvSpPr/>
            <p:nvPr/>
          </p:nvSpPr>
          <p:spPr>
            <a:xfrm>
              <a:off x="3265213" y="1807304"/>
              <a:ext cx="8523" cy="7060"/>
            </a:xfrm>
            <a:custGeom>
              <a:avLst/>
              <a:gdLst/>
              <a:ahLst/>
              <a:cxnLst/>
              <a:rect l="l" t="t" r="r" b="b"/>
              <a:pathLst>
                <a:path w="268" h="222" extrusionOk="0">
                  <a:moveTo>
                    <a:pt x="236" y="0"/>
                  </a:moveTo>
                  <a:lnTo>
                    <a:pt x="236" y="0"/>
                  </a:lnTo>
                  <a:lnTo>
                    <a:pt x="221" y="0"/>
                  </a:lnTo>
                  <a:cubicBezTo>
                    <a:pt x="204" y="0"/>
                    <a:pt x="173" y="16"/>
                    <a:pt x="158" y="47"/>
                  </a:cubicBezTo>
                  <a:lnTo>
                    <a:pt x="158" y="95"/>
                  </a:lnTo>
                  <a:lnTo>
                    <a:pt x="15" y="158"/>
                  </a:lnTo>
                  <a:cubicBezTo>
                    <a:pt x="0" y="173"/>
                    <a:pt x="0" y="190"/>
                    <a:pt x="0" y="205"/>
                  </a:cubicBezTo>
                  <a:cubicBezTo>
                    <a:pt x="0" y="221"/>
                    <a:pt x="15" y="221"/>
                    <a:pt x="32" y="221"/>
                  </a:cubicBezTo>
                  <a:lnTo>
                    <a:pt x="32" y="221"/>
                  </a:lnTo>
                  <a:lnTo>
                    <a:pt x="32" y="205"/>
                  </a:lnTo>
                  <a:cubicBezTo>
                    <a:pt x="32" y="190"/>
                    <a:pt x="47" y="173"/>
                    <a:pt x="63" y="173"/>
                  </a:cubicBezTo>
                  <a:lnTo>
                    <a:pt x="63" y="173"/>
                  </a:lnTo>
                  <a:lnTo>
                    <a:pt x="63" y="173"/>
                  </a:lnTo>
                  <a:cubicBezTo>
                    <a:pt x="95" y="173"/>
                    <a:pt x="110" y="173"/>
                    <a:pt x="126" y="190"/>
                  </a:cubicBezTo>
                  <a:lnTo>
                    <a:pt x="204" y="158"/>
                  </a:lnTo>
                  <a:cubicBezTo>
                    <a:pt x="221" y="158"/>
                    <a:pt x="221" y="142"/>
                    <a:pt x="221" y="142"/>
                  </a:cubicBezTo>
                  <a:lnTo>
                    <a:pt x="221" y="127"/>
                  </a:lnTo>
                  <a:cubicBezTo>
                    <a:pt x="221" y="127"/>
                    <a:pt x="221" y="110"/>
                    <a:pt x="236" y="110"/>
                  </a:cubicBezTo>
                  <a:lnTo>
                    <a:pt x="221" y="110"/>
                  </a:lnTo>
                  <a:lnTo>
                    <a:pt x="221" y="79"/>
                  </a:lnTo>
                  <a:cubicBezTo>
                    <a:pt x="221" y="79"/>
                    <a:pt x="221" y="63"/>
                    <a:pt x="252" y="63"/>
                  </a:cubicBezTo>
                  <a:cubicBezTo>
                    <a:pt x="267" y="63"/>
                    <a:pt x="267" y="32"/>
                    <a:pt x="267" y="16"/>
                  </a:cubicBezTo>
                  <a:cubicBezTo>
                    <a:pt x="267" y="0"/>
                    <a:pt x="252" y="0"/>
                    <a:pt x="23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0" name="Google Shape;400;p35"/>
            <p:cNvSpPr/>
            <p:nvPr/>
          </p:nvSpPr>
          <p:spPr>
            <a:xfrm>
              <a:off x="3410016" y="1768218"/>
              <a:ext cx="6551" cy="5534"/>
            </a:xfrm>
            <a:custGeom>
              <a:avLst/>
              <a:gdLst/>
              <a:ahLst/>
              <a:cxnLst/>
              <a:rect l="l" t="t" r="r" b="b"/>
              <a:pathLst>
                <a:path w="206" h="174" extrusionOk="0">
                  <a:moveTo>
                    <a:pt x="174" y="1"/>
                  </a:moveTo>
                  <a:lnTo>
                    <a:pt x="158" y="1"/>
                  </a:lnTo>
                  <a:lnTo>
                    <a:pt x="158" y="1"/>
                  </a:lnTo>
                  <a:cubicBezTo>
                    <a:pt x="142" y="1"/>
                    <a:pt x="126" y="16"/>
                    <a:pt x="126" y="32"/>
                  </a:cubicBezTo>
                  <a:lnTo>
                    <a:pt x="126" y="32"/>
                  </a:lnTo>
                  <a:cubicBezTo>
                    <a:pt x="142" y="79"/>
                    <a:pt x="111" y="95"/>
                    <a:pt x="48" y="95"/>
                  </a:cubicBezTo>
                  <a:lnTo>
                    <a:pt x="32" y="110"/>
                  </a:lnTo>
                  <a:cubicBezTo>
                    <a:pt x="16" y="110"/>
                    <a:pt x="0" y="127"/>
                    <a:pt x="16" y="142"/>
                  </a:cubicBezTo>
                  <a:lnTo>
                    <a:pt x="16" y="158"/>
                  </a:lnTo>
                  <a:lnTo>
                    <a:pt x="32" y="158"/>
                  </a:lnTo>
                  <a:cubicBezTo>
                    <a:pt x="32" y="173"/>
                    <a:pt x="32" y="173"/>
                    <a:pt x="48" y="173"/>
                  </a:cubicBezTo>
                  <a:lnTo>
                    <a:pt x="48" y="173"/>
                  </a:lnTo>
                  <a:lnTo>
                    <a:pt x="63" y="173"/>
                  </a:lnTo>
                  <a:cubicBezTo>
                    <a:pt x="79" y="173"/>
                    <a:pt x="95" y="158"/>
                    <a:pt x="111" y="158"/>
                  </a:cubicBezTo>
                  <a:cubicBezTo>
                    <a:pt x="142" y="142"/>
                    <a:pt x="174" y="127"/>
                    <a:pt x="189" y="110"/>
                  </a:cubicBezTo>
                  <a:cubicBezTo>
                    <a:pt x="189" y="95"/>
                    <a:pt x="205" y="64"/>
                    <a:pt x="205" y="32"/>
                  </a:cubicBezTo>
                  <a:cubicBezTo>
                    <a:pt x="205" y="16"/>
                    <a:pt x="189" y="16"/>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1" name="Google Shape;401;p35"/>
            <p:cNvSpPr/>
            <p:nvPr/>
          </p:nvSpPr>
          <p:spPr>
            <a:xfrm>
              <a:off x="3028689" y="1806287"/>
              <a:ext cx="4516" cy="5057"/>
            </a:xfrm>
            <a:custGeom>
              <a:avLst/>
              <a:gdLst/>
              <a:ahLst/>
              <a:cxnLst/>
              <a:rect l="l" t="t" r="r" b="b"/>
              <a:pathLst>
                <a:path w="142" h="159" extrusionOk="0">
                  <a:moveTo>
                    <a:pt x="142" y="1"/>
                  </a:moveTo>
                  <a:lnTo>
                    <a:pt x="127" y="32"/>
                  </a:lnTo>
                  <a:lnTo>
                    <a:pt x="110" y="48"/>
                  </a:lnTo>
                  <a:cubicBezTo>
                    <a:pt x="95" y="48"/>
                    <a:pt x="95" y="48"/>
                    <a:pt x="95" y="32"/>
                  </a:cubicBezTo>
                  <a:cubicBezTo>
                    <a:pt x="79" y="64"/>
                    <a:pt x="64" y="64"/>
                    <a:pt x="32" y="79"/>
                  </a:cubicBezTo>
                  <a:lnTo>
                    <a:pt x="16" y="95"/>
                  </a:lnTo>
                  <a:cubicBezTo>
                    <a:pt x="1" y="111"/>
                    <a:pt x="1" y="127"/>
                    <a:pt x="1" y="142"/>
                  </a:cubicBezTo>
                  <a:cubicBezTo>
                    <a:pt x="16" y="159"/>
                    <a:pt x="32" y="159"/>
                    <a:pt x="32" y="159"/>
                  </a:cubicBezTo>
                  <a:lnTo>
                    <a:pt x="47" y="159"/>
                  </a:lnTo>
                  <a:lnTo>
                    <a:pt x="64" y="142"/>
                  </a:lnTo>
                  <a:cubicBezTo>
                    <a:pt x="95" y="127"/>
                    <a:pt x="110" y="111"/>
                    <a:pt x="127" y="95"/>
                  </a:cubicBezTo>
                  <a:lnTo>
                    <a:pt x="127" y="79"/>
                  </a:lnTo>
                  <a:lnTo>
                    <a:pt x="142" y="48"/>
                  </a:lnTo>
                  <a:lnTo>
                    <a:pt x="14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2" name="Google Shape;402;p35"/>
            <p:cNvSpPr/>
            <p:nvPr/>
          </p:nvSpPr>
          <p:spPr>
            <a:xfrm>
              <a:off x="3085300" y="1796269"/>
              <a:ext cx="2544" cy="3053"/>
            </a:xfrm>
            <a:custGeom>
              <a:avLst/>
              <a:gdLst/>
              <a:ahLst/>
              <a:cxnLst/>
              <a:rect l="l" t="t" r="r" b="b"/>
              <a:pathLst>
                <a:path w="80" h="96" extrusionOk="0">
                  <a:moveTo>
                    <a:pt x="32" y="1"/>
                  </a:moveTo>
                  <a:lnTo>
                    <a:pt x="32" y="1"/>
                  </a:lnTo>
                  <a:lnTo>
                    <a:pt x="17" y="1"/>
                  </a:lnTo>
                  <a:lnTo>
                    <a:pt x="17" y="1"/>
                  </a:lnTo>
                  <a:lnTo>
                    <a:pt x="32" y="32"/>
                  </a:lnTo>
                  <a:cubicBezTo>
                    <a:pt x="32" y="47"/>
                    <a:pt x="32" y="64"/>
                    <a:pt x="17" y="79"/>
                  </a:cubicBezTo>
                  <a:lnTo>
                    <a:pt x="0" y="79"/>
                  </a:lnTo>
                  <a:cubicBezTo>
                    <a:pt x="0" y="95"/>
                    <a:pt x="0" y="95"/>
                    <a:pt x="17" y="95"/>
                  </a:cubicBezTo>
                  <a:lnTo>
                    <a:pt x="32" y="95"/>
                  </a:lnTo>
                  <a:lnTo>
                    <a:pt x="63" y="95"/>
                  </a:lnTo>
                  <a:cubicBezTo>
                    <a:pt x="80" y="64"/>
                    <a:pt x="80" y="32"/>
                    <a:pt x="63" y="16"/>
                  </a:cubicBezTo>
                  <a:lnTo>
                    <a:pt x="63" y="16"/>
                  </a:lnTo>
                  <a:lnTo>
                    <a:pt x="63" y="16"/>
                  </a:lnTo>
                  <a:cubicBezTo>
                    <a:pt x="48"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3" name="Google Shape;403;p35"/>
            <p:cNvSpPr/>
            <p:nvPr/>
          </p:nvSpPr>
          <p:spPr>
            <a:xfrm>
              <a:off x="3106863" y="1800276"/>
              <a:ext cx="3053" cy="4039"/>
            </a:xfrm>
            <a:custGeom>
              <a:avLst/>
              <a:gdLst/>
              <a:ahLst/>
              <a:cxnLst/>
              <a:rect l="l" t="t" r="r" b="b"/>
              <a:pathLst>
                <a:path w="96" h="127" extrusionOk="0">
                  <a:moveTo>
                    <a:pt x="47" y="1"/>
                  </a:moveTo>
                  <a:lnTo>
                    <a:pt x="16" y="48"/>
                  </a:lnTo>
                  <a:cubicBezTo>
                    <a:pt x="0" y="48"/>
                    <a:pt x="0" y="64"/>
                    <a:pt x="0" y="64"/>
                  </a:cubicBezTo>
                  <a:lnTo>
                    <a:pt x="32" y="111"/>
                  </a:lnTo>
                  <a:cubicBezTo>
                    <a:pt x="32" y="111"/>
                    <a:pt x="47" y="127"/>
                    <a:pt x="64" y="127"/>
                  </a:cubicBezTo>
                  <a:lnTo>
                    <a:pt x="79" y="111"/>
                  </a:lnTo>
                  <a:cubicBezTo>
                    <a:pt x="95" y="111"/>
                    <a:pt x="95" y="79"/>
                    <a:pt x="79"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4" name="Google Shape;404;p35"/>
            <p:cNvSpPr/>
            <p:nvPr/>
          </p:nvSpPr>
          <p:spPr>
            <a:xfrm>
              <a:off x="3417521" y="1783738"/>
              <a:ext cx="6551" cy="6042"/>
            </a:xfrm>
            <a:custGeom>
              <a:avLst/>
              <a:gdLst/>
              <a:ahLst/>
              <a:cxnLst/>
              <a:rect l="l" t="t" r="r" b="b"/>
              <a:pathLst>
                <a:path w="206" h="190" extrusionOk="0">
                  <a:moveTo>
                    <a:pt x="142" y="0"/>
                  </a:moveTo>
                  <a:cubicBezTo>
                    <a:pt x="142" y="17"/>
                    <a:pt x="127" y="32"/>
                    <a:pt x="127" y="32"/>
                  </a:cubicBezTo>
                  <a:cubicBezTo>
                    <a:pt x="111" y="48"/>
                    <a:pt x="96" y="48"/>
                    <a:pt x="79" y="48"/>
                  </a:cubicBezTo>
                  <a:lnTo>
                    <a:pt x="111" y="63"/>
                  </a:lnTo>
                  <a:lnTo>
                    <a:pt x="96" y="80"/>
                  </a:lnTo>
                  <a:lnTo>
                    <a:pt x="1" y="143"/>
                  </a:lnTo>
                  <a:lnTo>
                    <a:pt x="16" y="143"/>
                  </a:lnTo>
                  <a:cubicBezTo>
                    <a:pt x="33" y="143"/>
                    <a:pt x="33" y="174"/>
                    <a:pt x="33" y="189"/>
                  </a:cubicBezTo>
                  <a:lnTo>
                    <a:pt x="33" y="189"/>
                  </a:lnTo>
                  <a:lnTo>
                    <a:pt x="33" y="189"/>
                  </a:lnTo>
                  <a:lnTo>
                    <a:pt x="33" y="189"/>
                  </a:lnTo>
                  <a:lnTo>
                    <a:pt x="48" y="189"/>
                  </a:lnTo>
                  <a:lnTo>
                    <a:pt x="48" y="189"/>
                  </a:lnTo>
                  <a:lnTo>
                    <a:pt x="64" y="174"/>
                  </a:lnTo>
                  <a:cubicBezTo>
                    <a:pt x="48" y="174"/>
                    <a:pt x="48" y="158"/>
                    <a:pt x="48" y="143"/>
                  </a:cubicBezTo>
                  <a:cubicBezTo>
                    <a:pt x="48" y="126"/>
                    <a:pt x="64" y="111"/>
                    <a:pt x="79" y="111"/>
                  </a:cubicBezTo>
                  <a:lnTo>
                    <a:pt x="79" y="111"/>
                  </a:lnTo>
                  <a:lnTo>
                    <a:pt x="96" y="111"/>
                  </a:lnTo>
                  <a:lnTo>
                    <a:pt x="142" y="126"/>
                  </a:lnTo>
                  <a:lnTo>
                    <a:pt x="142" y="126"/>
                  </a:lnTo>
                  <a:lnTo>
                    <a:pt x="190" y="95"/>
                  </a:lnTo>
                  <a:cubicBezTo>
                    <a:pt x="205" y="95"/>
                    <a:pt x="205" y="80"/>
                    <a:pt x="205" y="80"/>
                  </a:cubicBezTo>
                  <a:lnTo>
                    <a:pt x="205" y="63"/>
                  </a:lnTo>
                  <a:lnTo>
                    <a:pt x="190" y="63"/>
                  </a:lnTo>
                  <a:cubicBezTo>
                    <a:pt x="174" y="63"/>
                    <a:pt x="159" y="48"/>
                    <a:pt x="159" y="32"/>
                  </a:cubicBezTo>
                  <a:lnTo>
                    <a:pt x="15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5" name="Google Shape;405;p35"/>
            <p:cNvSpPr/>
            <p:nvPr/>
          </p:nvSpPr>
          <p:spPr>
            <a:xfrm>
              <a:off x="3302296" y="1809785"/>
              <a:ext cx="4516" cy="4039"/>
            </a:xfrm>
            <a:custGeom>
              <a:avLst/>
              <a:gdLst/>
              <a:ahLst/>
              <a:cxnLst/>
              <a:rect l="l" t="t" r="r" b="b"/>
              <a:pathLst>
                <a:path w="142" h="127" extrusionOk="0">
                  <a:moveTo>
                    <a:pt x="78" y="1"/>
                  </a:moveTo>
                  <a:lnTo>
                    <a:pt x="78" y="1"/>
                  </a:lnTo>
                  <a:lnTo>
                    <a:pt x="63" y="1"/>
                  </a:lnTo>
                  <a:lnTo>
                    <a:pt x="15" y="32"/>
                  </a:lnTo>
                  <a:cubicBezTo>
                    <a:pt x="15" y="32"/>
                    <a:pt x="15" y="49"/>
                    <a:pt x="0" y="49"/>
                  </a:cubicBezTo>
                  <a:cubicBezTo>
                    <a:pt x="15" y="49"/>
                    <a:pt x="15" y="49"/>
                    <a:pt x="15" y="64"/>
                  </a:cubicBezTo>
                  <a:lnTo>
                    <a:pt x="15" y="80"/>
                  </a:lnTo>
                  <a:lnTo>
                    <a:pt x="15" y="95"/>
                  </a:lnTo>
                  <a:lnTo>
                    <a:pt x="32" y="80"/>
                  </a:lnTo>
                  <a:lnTo>
                    <a:pt x="47" y="80"/>
                  </a:lnTo>
                  <a:lnTo>
                    <a:pt x="47" y="80"/>
                  </a:lnTo>
                  <a:lnTo>
                    <a:pt x="78" y="80"/>
                  </a:lnTo>
                  <a:lnTo>
                    <a:pt x="78" y="112"/>
                  </a:lnTo>
                  <a:cubicBezTo>
                    <a:pt x="78" y="127"/>
                    <a:pt x="78" y="127"/>
                    <a:pt x="95" y="127"/>
                  </a:cubicBezTo>
                  <a:lnTo>
                    <a:pt x="95" y="127"/>
                  </a:lnTo>
                  <a:lnTo>
                    <a:pt x="95" y="127"/>
                  </a:lnTo>
                  <a:cubicBezTo>
                    <a:pt x="110" y="127"/>
                    <a:pt x="126" y="112"/>
                    <a:pt x="126" y="95"/>
                  </a:cubicBezTo>
                  <a:cubicBezTo>
                    <a:pt x="141" y="80"/>
                    <a:pt x="126" y="64"/>
                    <a:pt x="110" y="64"/>
                  </a:cubicBezTo>
                  <a:lnTo>
                    <a:pt x="110" y="64"/>
                  </a:lnTo>
                  <a:cubicBezTo>
                    <a:pt x="95" y="64"/>
                    <a:pt x="95" y="64"/>
                    <a:pt x="78" y="49"/>
                  </a:cubicBezTo>
                  <a:cubicBezTo>
                    <a:pt x="63" y="32"/>
                    <a:pt x="78" y="17"/>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6" name="Google Shape;406;p35"/>
            <p:cNvSpPr/>
            <p:nvPr/>
          </p:nvSpPr>
          <p:spPr>
            <a:xfrm>
              <a:off x="3319311" y="1809785"/>
              <a:ext cx="7060" cy="7569"/>
            </a:xfrm>
            <a:custGeom>
              <a:avLst/>
              <a:gdLst/>
              <a:ahLst/>
              <a:cxnLst/>
              <a:rect l="l" t="t" r="r" b="b"/>
              <a:pathLst>
                <a:path w="222" h="238" extrusionOk="0">
                  <a:moveTo>
                    <a:pt x="111" y="1"/>
                  </a:moveTo>
                  <a:lnTo>
                    <a:pt x="111" y="1"/>
                  </a:lnTo>
                  <a:cubicBezTo>
                    <a:pt x="95" y="1"/>
                    <a:pt x="95" y="17"/>
                    <a:pt x="95" y="17"/>
                  </a:cubicBezTo>
                  <a:lnTo>
                    <a:pt x="1" y="80"/>
                  </a:lnTo>
                  <a:lnTo>
                    <a:pt x="1" y="80"/>
                  </a:lnTo>
                  <a:lnTo>
                    <a:pt x="79" y="112"/>
                  </a:lnTo>
                  <a:lnTo>
                    <a:pt x="95" y="95"/>
                  </a:lnTo>
                  <a:lnTo>
                    <a:pt x="95" y="112"/>
                  </a:lnTo>
                  <a:lnTo>
                    <a:pt x="95" y="112"/>
                  </a:lnTo>
                  <a:cubicBezTo>
                    <a:pt x="111" y="112"/>
                    <a:pt x="127" y="127"/>
                    <a:pt x="111" y="143"/>
                  </a:cubicBezTo>
                  <a:cubicBezTo>
                    <a:pt x="111" y="158"/>
                    <a:pt x="95" y="175"/>
                    <a:pt x="79" y="175"/>
                  </a:cubicBezTo>
                  <a:lnTo>
                    <a:pt x="79" y="175"/>
                  </a:lnTo>
                  <a:cubicBezTo>
                    <a:pt x="79" y="190"/>
                    <a:pt x="95" y="190"/>
                    <a:pt x="95" y="206"/>
                  </a:cubicBezTo>
                  <a:lnTo>
                    <a:pt x="127" y="221"/>
                  </a:lnTo>
                  <a:lnTo>
                    <a:pt x="190" y="221"/>
                  </a:lnTo>
                  <a:lnTo>
                    <a:pt x="190" y="221"/>
                  </a:lnTo>
                  <a:cubicBezTo>
                    <a:pt x="205" y="221"/>
                    <a:pt x="205" y="238"/>
                    <a:pt x="221" y="238"/>
                  </a:cubicBezTo>
                  <a:cubicBezTo>
                    <a:pt x="221" y="221"/>
                    <a:pt x="205" y="221"/>
                    <a:pt x="205" y="221"/>
                  </a:cubicBezTo>
                  <a:lnTo>
                    <a:pt x="174" y="175"/>
                  </a:lnTo>
                  <a:lnTo>
                    <a:pt x="158" y="158"/>
                  </a:lnTo>
                  <a:lnTo>
                    <a:pt x="158" y="64"/>
                  </a:lnTo>
                  <a:cubicBezTo>
                    <a:pt x="158" y="49"/>
                    <a:pt x="158" y="32"/>
                    <a:pt x="142" y="17"/>
                  </a:cubicBezTo>
                  <a:lnTo>
                    <a:pt x="12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7" name="Google Shape;407;p35"/>
            <p:cNvSpPr/>
            <p:nvPr/>
          </p:nvSpPr>
          <p:spPr>
            <a:xfrm>
              <a:off x="3263210" y="1813792"/>
              <a:ext cx="4516" cy="5057"/>
            </a:xfrm>
            <a:custGeom>
              <a:avLst/>
              <a:gdLst/>
              <a:ahLst/>
              <a:cxnLst/>
              <a:rect l="l" t="t" r="r" b="b"/>
              <a:pathLst>
                <a:path w="142" h="159" extrusionOk="0">
                  <a:moveTo>
                    <a:pt x="32" y="1"/>
                  </a:moveTo>
                  <a:lnTo>
                    <a:pt x="32" y="1"/>
                  </a:lnTo>
                  <a:cubicBezTo>
                    <a:pt x="15" y="1"/>
                    <a:pt x="0" y="17"/>
                    <a:pt x="0" y="32"/>
                  </a:cubicBezTo>
                  <a:lnTo>
                    <a:pt x="0" y="95"/>
                  </a:lnTo>
                  <a:cubicBezTo>
                    <a:pt x="0" y="112"/>
                    <a:pt x="0" y="127"/>
                    <a:pt x="15" y="143"/>
                  </a:cubicBezTo>
                  <a:lnTo>
                    <a:pt x="32" y="143"/>
                  </a:lnTo>
                  <a:cubicBezTo>
                    <a:pt x="32" y="143"/>
                    <a:pt x="32" y="158"/>
                    <a:pt x="47" y="158"/>
                  </a:cubicBezTo>
                  <a:lnTo>
                    <a:pt x="63" y="143"/>
                  </a:lnTo>
                  <a:lnTo>
                    <a:pt x="78" y="127"/>
                  </a:lnTo>
                  <a:lnTo>
                    <a:pt x="110" y="143"/>
                  </a:lnTo>
                  <a:cubicBezTo>
                    <a:pt x="110" y="143"/>
                    <a:pt x="110" y="127"/>
                    <a:pt x="126" y="127"/>
                  </a:cubicBezTo>
                  <a:cubicBezTo>
                    <a:pt x="126" y="112"/>
                    <a:pt x="126" y="112"/>
                    <a:pt x="141" y="95"/>
                  </a:cubicBezTo>
                  <a:lnTo>
                    <a:pt x="141" y="95"/>
                  </a:lnTo>
                  <a:lnTo>
                    <a:pt x="141" y="80"/>
                  </a:lnTo>
                  <a:lnTo>
                    <a:pt x="141" y="80"/>
                  </a:lnTo>
                  <a:lnTo>
                    <a:pt x="95" y="64"/>
                  </a:lnTo>
                  <a:lnTo>
                    <a:pt x="78" y="49"/>
                  </a:lnTo>
                  <a:lnTo>
                    <a:pt x="78" y="49"/>
                  </a:lnTo>
                  <a:lnTo>
                    <a:pt x="78" y="49"/>
                  </a:lnTo>
                  <a:cubicBezTo>
                    <a:pt x="78" y="32"/>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8" name="Google Shape;408;p35"/>
            <p:cNvSpPr/>
            <p:nvPr/>
          </p:nvSpPr>
          <p:spPr>
            <a:xfrm>
              <a:off x="3433041" y="1803297"/>
              <a:ext cx="4039" cy="3530"/>
            </a:xfrm>
            <a:custGeom>
              <a:avLst/>
              <a:gdLst/>
              <a:ahLst/>
              <a:cxnLst/>
              <a:rect l="l" t="t" r="r" b="b"/>
              <a:pathLst>
                <a:path w="127" h="111" extrusionOk="0">
                  <a:moveTo>
                    <a:pt x="32" y="0"/>
                  </a:moveTo>
                  <a:lnTo>
                    <a:pt x="32" y="16"/>
                  </a:lnTo>
                  <a:lnTo>
                    <a:pt x="17" y="32"/>
                  </a:lnTo>
                  <a:lnTo>
                    <a:pt x="17" y="16"/>
                  </a:lnTo>
                  <a:lnTo>
                    <a:pt x="17" y="32"/>
                  </a:lnTo>
                  <a:cubicBezTo>
                    <a:pt x="17" y="32"/>
                    <a:pt x="17" y="47"/>
                    <a:pt x="1" y="47"/>
                  </a:cubicBezTo>
                  <a:lnTo>
                    <a:pt x="32" y="47"/>
                  </a:lnTo>
                  <a:lnTo>
                    <a:pt x="49" y="47"/>
                  </a:lnTo>
                  <a:lnTo>
                    <a:pt x="49" y="47"/>
                  </a:lnTo>
                  <a:cubicBezTo>
                    <a:pt x="80" y="47"/>
                    <a:pt x="95" y="63"/>
                    <a:pt x="95" y="95"/>
                  </a:cubicBezTo>
                  <a:lnTo>
                    <a:pt x="80" y="95"/>
                  </a:lnTo>
                  <a:lnTo>
                    <a:pt x="95" y="110"/>
                  </a:lnTo>
                  <a:lnTo>
                    <a:pt x="95" y="95"/>
                  </a:lnTo>
                  <a:lnTo>
                    <a:pt x="95" y="95"/>
                  </a:lnTo>
                  <a:cubicBezTo>
                    <a:pt x="95" y="79"/>
                    <a:pt x="95" y="63"/>
                    <a:pt x="127" y="47"/>
                  </a:cubicBezTo>
                  <a:lnTo>
                    <a:pt x="127" y="47"/>
                  </a:lnTo>
                  <a:cubicBezTo>
                    <a:pt x="112" y="47"/>
                    <a:pt x="112" y="47"/>
                    <a:pt x="95"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9" name="Google Shape;409;p35"/>
            <p:cNvSpPr/>
            <p:nvPr/>
          </p:nvSpPr>
          <p:spPr>
            <a:xfrm>
              <a:off x="3309293" y="1817323"/>
              <a:ext cx="6042" cy="3530"/>
            </a:xfrm>
            <a:custGeom>
              <a:avLst/>
              <a:gdLst/>
              <a:ahLst/>
              <a:cxnLst/>
              <a:rect l="l" t="t" r="r" b="b"/>
              <a:pathLst>
                <a:path w="190" h="111" extrusionOk="0">
                  <a:moveTo>
                    <a:pt x="190" y="1"/>
                  </a:moveTo>
                  <a:lnTo>
                    <a:pt x="173" y="1"/>
                  </a:lnTo>
                  <a:lnTo>
                    <a:pt x="173" y="16"/>
                  </a:lnTo>
                  <a:cubicBezTo>
                    <a:pt x="190" y="32"/>
                    <a:pt x="173" y="47"/>
                    <a:pt x="142" y="47"/>
                  </a:cubicBezTo>
                  <a:lnTo>
                    <a:pt x="142" y="47"/>
                  </a:lnTo>
                  <a:cubicBezTo>
                    <a:pt x="127" y="47"/>
                    <a:pt x="110" y="32"/>
                    <a:pt x="110" y="16"/>
                  </a:cubicBezTo>
                  <a:lnTo>
                    <a:pt x="110" y="1"/>
                  </a:lnTo>
                  <a:lnTo>
                    <a:pt x="64" y="1"/>
                  </a:lnTo>
                  <a:cubicBezTo>
                    <a:pt x="64" y="1"/>
                    <a:pt x="79" y="16"/>
                    <a:pt x="64" y="16"/>
                  </a:cubicBezTo>
                  <a:cubicBezTo>
                    <a:pt x="64" y="79"/>
                    <a:pt x="16" y="79"/>
                    <a:pt x="1" y="79"/>
                  </a:cubicBezTo>
                  <a:lnTo>
                    <a:pt x="1" y="79"/>
                  </a:lnTo>
                  <a:lnTo>
                    <a:pt x="1" y="95"/>
                  </a:lnTo>
                  <a:lnTo>
                    <a:pt x="1" y="110"/>
                  </a:lnTo>
                  <a:cubicBezTo>
                    <a:pt x="1" y="95"/>
                    <a:pt x="16" y="95"/>
                    <a:pt x="16" y="79"/>
                  </a:cubicBezTo>
                  <a:lnTo>
                    <a:pt x="32" y="79"/>
                  </a:lnTo>
                  <a:lnTo>
                    <a:pt x="32" y="79"/>
                  </a:lnTo>
                  <a:lnTo>
                    <a:pt x="47" y="79"/>
                  </a:lnTo>
                  <a:lnTo>
                    <a:pt x="47" y="79"/>
                  </a:lnTo>
                  <a:cubicBezTo>
                    <a:pt x="64" y="64"/>
                    <a:pt x="64" y="64"/>
                    <a:pt x="79" y="64"/>
                  </a:cubicBezTo>
                  <a:lnTo>
                    <a:pt x="79" y="64"/>
                  </a:lnTo>
                  <a:lnTo>
                    <a:pt x="95" y="64"/>
                  </a:lnTo>
                  <a:lnTo>
                    <a:pt x="190" y="64"/>
                  </a:lnTo>
                  <a:cubicBezTo>
                    <a:pt x="190" y="47"/>
                    <a:pt x="173" y="16"/>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0" name="Google Shape;410;p35"/>
            <p:cNvSpPr/>
            <p:nvPr/>
          </p:nvSpPr>
          <p:spPr>
            <a:xfrm>
              <a:off x="3426045" y="1802279"/>
              <a:ext cx="8046" cy="3053"/>
            </a:xfrm>
            <a:custGeom>
              <a:avLst/>
              <a:gdLst/>
              <a:ahLst/>
              <a:cxnLst/>
              <a:rect l="l" t="t" r="r" b="b"/>
              <a:pathLst>
                <a:path w="253" h="96" extrusionOk="0">
                  <a:moveTo>
                    <a:pt x="206" y="1"/>
                  </a:moveTo>
                  <a:lnTo>
                    <a:pt x="206" y="1"/>
                  </a:lnTo>
                  <a:cubicBezTo>
                    <a:pt x="189" y="1"/>
                    <a:pt x="189" y="16"/>
                    <a:pt x="189" y="16"/>
                  </a:cubicBezTo>
                  <a:lnTo>
                    <a:pt x="143" y="16"/>
                  </a:lnTo>
                  <a:cubicBezTo>
                    <a:pt x="126" y="32"/>
                    <a:pt x="111" y="48"/>
                    <a:pt x="95" y="48"/>
                  </a:cubicBezTo>
                  <a:cubicBezTo>
                    <a:pt x="80" y="48"/>
                    <a:pt x="63" y="32"/>
                    <a:pt x="48" y="32"/>
                  </a:cubicBezTo>
                  <a:lnTo>
                    <a:pt x="48" y="32"/>
                  </a:lnTo>
                  <a:lnTo>
                    <a:pt x="48" y="32"/>
                  </a:lnTo>
                  <a:cubicBezTo>
                    <a:pt x="17" y="32"/>
                    <a:pt x="0" y="48"/>
                    <a:pt x="0" y="64"/>
                  </a:cubicBezTo>
                  <a:cubicBezTo>
                    <a:pt x="0" y="79"/>
                    <a:pt x="17" y="95"/>
                    <a:pt x="48" y="95"/>
                  </a:cubicBezTo>
                  <a:lnTo>
                    <a:pt x="48" y="95"/>
                  </a:lnTo>
                  <a:lnTo>
                    <a:pt x="63" y="95"/>
                  </a:lnTo>
                  <a:lnTo>
                    <a:pt x="95" y="95"/>
                  </a:lnTo>
                  <a:lnTo>
                    <a:pt x="95" y="95"/>
                  </a:lnTo>
                  <a:cubicBezTo>
                    <a:pt x="111" y="64"/>
                    <a:pt x="126" y="48"/>
                    <a:pt x="143" y="32"/>
                  </a:cubicBezTo>
                  <a:lnTo>
                    <a:pt x="158" y="32"/>
                  </a:lnTo>
                  <a:lnTo>
                    <a:pt x="174" y="32"/>
                  </a:lnTo>
                  <a:cubicBezTo>
                    <a:pt x="174" y="32"/>
                    <a:pt x="189" y="32"/>
                    <a:pt x="189" y="48"/>
                  </a:cubicBezTo>
                  <a:cubicBezTo>
                    <a:pt x="206" y="64"/>
                    <a:pt x="206" y="79"/>
                    <a:pt x="189" y="79"/>
                  </a:cubicBezTo>
                  <a:lnTo>
                    <a:pt x="189" y="79"/>
                  </a:lnTo>
                  <a:lnTo>
                    <a:pt x="206" y="79"/>
                  </a:lnTo>
                  <a:lnTo>
                    <a:pt x="221" y="79"/>
                  </a:lnTo>
                  <a:cubicBezTo>
                    <a:pt x="237" y="79"/>
                    <a:pt x="237" y="64"/>
                    <a:pt x="237" y="64"/>
                  </a:cubicBezTo>
                  <a:lnTo>
                    <a:pt x="237" y="48"/>
                  </a:lnTo>
                  <a:lnTo>
                    <a:pt x="237" y="64"/>
                  </a:lnTo>
                  <a:lnTo>
                    <a:pt x="252" y="48"/>
                  </a:lnTo>
                  <a:lnTo>
                    <a:pt x="252" y="32"/>
                  </a:lnTo>
                  <a:cubicBezTo>
                    <a:pt x="252" y="16"/>
                    <a:pt x="237"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1" name="Google Shape;411;p35"/>
            <p:cNvSpPr/>
            <p:nvPr/>
          </p:nvSpPr>
          <p:spPr>
            <a:xfrm>
              <a:off x="3443060" y="1798749"/>
              <a:ext cx="3053" cy="4580"/>
            </a:xfrm>
            <a:custGeom>
              <a:avLst/>
              <a:gdLst/>
              <a:ahLst/>
              <a:cxnLst/>
              <a:rect l="l" t="t" r="r" b="b"/>
              <a:pathLst>
                <a:path w="96" h="144" extrusionOk="0">
                  <a:moveTo>
                    <a:pt x="95" y="1"/>
                  </a:moveTo>
                  <a:cubicBezTo>
                    <a:pt x="95" y="17"/>
                    <a:pt x="80" y="17"/>
                    <a:pt x="80" y="17"/>
                  </a:cubicBezTo>
                  <a:lnTo>
                    <a:pt x="80" y="49"/>
                  </a:lnTo>
                  <a:lnTo>
                    <a:pt x="32" y="49"/>
                  </a:lnTo>
                  <a:lnTo>
                    <a:pt x="32" y="64"/>
                  </a:lnTo>
                  <a:cubicBezTo>
                    <a:pt x="32" y="64"/>
                    <a:pt x="17" y="80"/>
                    <a:pt x="1" y="80"/>
                  </a:cubicBezTo>
                  <a:lnTo>
                    <a:pt x="1" y="80"/>
                  </a:lnTo>
                  <a:lnTo>
                    <a:pt x="1" y="80"/>
                  </a:lnTo>
                  <a:cubicBezTo>
                    <a:pt x="1" y="80"/>
                    <a:pt x="1" y="96"/>
                    <a:pt x="17" y="112"/>
                  </a:cubicBezTo>
                  <a:lnTo>
                    <a:pt x="32" y="143"/>
                  </a:lnTo>
                  <a:lnTo>
                    <a:pt x="32" y="143"/>
                  </a:lnTo>
                  <a:lnTo>
                    <a:pt x="49" y="143"/>
                  </a:lnTo>
                  <a:lnTo>
                    <a:pt x="95" y="112"/>
                  </a:lnTo>
                  <a:lnTo>
                    <a:pt x="95" y="112"/>
                  </a:lnTo>
                  <a:lnTo>
                    <a:pt x="95" y="112"/>
                  </a:lnTo>
                  <a:lnTo>
                    <a:pt x="95" y="64"/>
                  </a:lnTo>
                  <a:lnTo>
                    <a:pt x="95" y="49"/>
                  </a:lnTo>
                  <a:lnTo>
                    <a:pt x="95"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2" name="Google Shape;412;p35"/>
            <p:cNvSpPr/>
            <p:nvPr/>
          </p:nvSpPr>
          <p:spPr>
            <a:xfrm>
              <a:off x="3443060" y="1805301"/>
              <a:ext cx="2576" cy="7060"/>
            </a:xfrm>
            <a:custGeom>
              <a:avLst/>
              <a:gdLst/>
              <a:ahLst/>
              <a:cxnLst/>
              <a:rect l="l" t="t" r="r" b="b"/>
              <a:pathLst>
                <a:path w="81" h="222" extrusionOk="0">
                  <a:moveTo>
                    <a:pt x="49" y="0"/>
                  </a:moveTo>
                  <a:lnTo>
                    <a:pt x="49" y="0"/>
                  </a:lnTo>
                  <a:lnTo>
                    <a:pt x="32" y="16"/>
                  </a:lnTo>
                  <a:cubicBezTo>
                    <a:pt x="17" y="32"/>
                    <a:pt x="1" y="32"/>
                    <a:pt x="1" y="63"/>
                  </a:cubicBezTo>
                  <a:lnTo>
                    <a:pt x="1" y="158"/>
                  </a:lnTo>
                  <a:cubicBezTo>
                    <a:pt x="1" y="173"/>
                    <a:pt x="17" y="173"/>
                    <a:pt x="17" y="190"/>
                  </a:cubicBezTo>
                  <a:lnTo>
                    <a:pt x="17" y="205"/>
                  </a:lnTo>
                  <a:cubicBezTo>
                    <a:pt x="17" y="205"/>
                    <a:pt x="32" y="221"/>
                    <a:pt x="49" y="221"/>
                  </a:cubicBezTo>
                  <a:lnTo>
                    <a:pt x="49" y="221"/>
                  </a:lnTo>
                  <a:cubicBezTo>
                    <a:pt x="64" y="221"/>
                    <a:pt x="64" y="221"/>
                    <a:pt x="80" y="205"/>
                  </a:cubicBezTo>
                  <a:lnTo>
                    <a:pt x="80" y="190"/>
                  </a:lnTo>
                  <a:lnTo>
                    <a:pt x="80" y="158"/>
                  </a:lnTo>
                  <a:lnTo>
                    <a:pt x="64" y="158"/>
                  </a:lnTo>
                  <a:lnTo>
                    <a:pt x="49" y="158"/>
                  </a:lnTo>
                  <a:cubicBezTo>
                    <a:pt x="49" y="158"/>
                    <a:pt x="32" y="158"/>
                    <a:pt x="17" y="142"/>
                  </a:cubicBezTo>
                  <a:cubicBezTo>
                    <a:pt x="17" y="126"/>
                    <a:pt x="17" y="110"/>
                    <a:pt x="32" y="95"/>
                  </a:cubicBezTo>
                  <a:lnTo>
                    <a:pt x="64" y="79"/>
                  </a:lnTo>
                  <a:cubicBezTo>
                    <a:pt x="49" y="63"/>
                    <a:pt x="32" y="47"/>
                    <a:pt x="32" y="32"/>
                  </a:cubicBezTo>
                  <a:cubicBezTo>
                    <a:pt x="49" y="16"/>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3" name="Google Shape;413;p35"/>
            <p:cNvSpPr/>
            <p:nvPr/>
          </p:nvSpPr>
          <p:spPr>
            <a:xfrm>
              <a:off x="3269221" y="1774229"/>
              <a:ext cx="7537" cy="5534"/>
            </a:xfrm>
            <a:custGeom>
              <a:avLst/>
              <a:gdLst/>
              <a:ahLst/>
              <a:cxnLst/>
              <a:rect l="l" t="t" r="r" b="b"/>
              <a:pathLst>
                <a:path w="237" h="174" extrusionOk="0">
                  <a:moveTo>
                    <a:pt x="189" y="1"/>
                  </a:moveTo>
                  <a:lnTo>
                    <a:pt x="189" y="1"/>
                  </a:lnTo>
                  <a:lnTo>
                    <a:pt x="78" y="16"/>
                  </a:lnTo>
                  <a:lnTo>
                    <a:pt x="78" y="16"/>
                  </a:lnTo>
                  <a:cubicBezTo>
                    <a:pt x="63" y="16"/>
                    <a:pt x="47" y="32"/>
                    <a:pt x="47" y="47"/>
                  </a:cubicBezTo>
                  <a:lnTo>
                    <a:pt x="47" y="64"/>
                  </a:lnTo>
                  <a:lnTo>
                    <a:pt x="15" y="110"/>
                  </a:lnTo>
                  <a:cubicBezTo>
                    <a:pt x="0" y="127"/>
                    <a:pt x="0" y="142"/>
                    <a:pt x="15" y="158"/>
                  </a:cubicBezTo>
                  <a:cubicBezTo>
                    <a:pt x="15" y="173"/>
                    <a:pt x="32" y="173"/>
                    <a:pt x="32" y="173"/>
                  </a:cubicBezTo>
                  <a:cubicBezTo>
                    <a:pt x="47" y="173"/>
                    <a:pt x="63" y="158"/>
                    <a:pt x="63" y="158"/>
                  </a:cubicBezTo>
                  <a:lnTo>
                    <a:pt x="78" y="142"/>
                  </a:lnTo>
                  <a:lnTo>
                    <a:pt x="95" y="110"/>
                  </a:lnTo>
                  <a:lnTo>
                    <a:pt x="110" y="110"/>
                  </a:lnTo>
                  <a:lnTo>
                    <a:pt x="126" y="110"/>
                  </a:lnTo>
                  <a:lnTo>
                    <a:pt x="141" y="110"/>
                  </a:lnTo>
                  <a:lnTo>
                    <a:pt x="173" y="110"/>
                  </a:lnTo>
                  <a:cubicBezTo>
                    <a:pt x="205" y="95"/>
                    <a:pt x="221" y="79"/>
                    <a:pt x="221" y="47"/>
                  </a:cubicBezTo>
                  <a:cubicBezTo>
                    <a:pt x="236" y="47"/>
                    <a:pt x="236" y="32"/>
                    <a:pt x="221" y="16"/>
                  </a:cubicBezTo>
                  <a:lnTo>
                    <a:pt x="221" y="16"/>
                  </a:lnTo>
                  <a:cubicBezTo>
                    <a:pt x="205" y="16"/>
                    <a:pt x="205"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4" name="Google Shape;414;p35"/>
            <p:cNvSpPr/>
            <p:nvPr/>
          </p:nvSpPr>
          <p:spPr>
            <a:xfrm>
              <a:off x="3317785" y="1766691"/>
              <a:ext cx="5057" cy="4039"/>
            </a:xfrm>
            <a:custGeom>
              <a:avLst/>
              <a:gdLst/>
              <a:ahLst/>
              <a:cxnLst/>
              <a:rect l="l" t="t" r="r" b="b"/>
              <a:pathLst>
                <a:path w="159" h="127" extrusionOk="0">
                  <a:moveTo>
                    <a:pt x="127" y="1"/>
                  </a:moveTo>
                  <a:lnTo>
                    <a:pt x="127" y="1"/>
                  </a:lnTo>
                  <a:cubicBezTo>
                    <a:pt x="112" y="1"/>
                    <a:pt x="96" y="1"/>
                    <a:pt x="96" y="17"/>
                  </a:cubicBezTo>
                  <a:cubicBezTo>
                    <a:pt x="64" y="17"/>
                    <a:pt x="33" y="17"/>
                    <a:pt x="17" y="49"/>
                  </a:cubicBezTo>
                  <a:cubicBezTo>
                    <a:pt x="1" y="64"/>
                    <a:pt x="1" y="95"/>
                    <a:pt x="1" y="127"/>
                  </a:cubicBezTo>
                  <a:cubicBezTo>
                    <a:pt x="17" y="95"/>
                    <a:pt x="49" y="95"/>
                    <a:pt x="64" y="95"/>
                  </a:cubicBezTo>
                  <a:lnTo>
                    <a:pt x="64" y="95"/>
                  </a:lnTo>
                  <a:lnTo>
                    <a:pt x="80" y="80"/>
                  </a:lnTo>
                  <a:cubicBezTo>
                    <a:pt x="80" y="80"/>
                    <a:pt x="96" y="64"/>
                    <a:pt x="112" y="64"/>
                  </a:cubicBezTo>
                  <a:lnTo>
                    <a:pt x="112" y="64"/>
                  </a:lnTo>
                  <a:lnTo>
                    <a:pt x="112" y="64"/>
                  </a:lnTo>
                  <a:cubicBezTo>
                    <a:pt x="127" y="64"/>
                    <a:pt x="127" y="64"/>
                    <a:pt x="143" y="80"/>
                  </a:cubicBezTo>
                  <a:lnTo>
                    <a:pt x="159" y="64"/>
                  </a:lnTo>
                  <a:lnTo>
                    <a:pt x="159" y="32"/>
                  </a:lnTo>
                  <a:cubicBezTo>
                    <a:pt x="159" y="17"/>
                    <a:pt x="143"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5" name="Google Shape;415;p35"/>
            <p:cNvSpPr/>
            <p:nvPr/>
          </p:nvSpPr>
          <p:spPr>
            <a:xfrm>
              <a:off x="3407503" y="1772702"/>
              <a:ext cx="3530" cy="12053"/>
            </a:xfrm>
            <a:custGeom>
              <a:avLst/>
              <a:gdLst/>
              <a:ahLst/>
              <a:cxnLst/>
              <a:rect l="l" t="t" r="r" b="b"/>
              <a:pathLst>
                <a:path w="111" h="379" extrusionOk="0">
                  <a:moveTo>
                    <a:pt x="111" y="175"/>
                  </a:moveTo>
                  <a:lnTo>
                    <a:pt x="111" y="190"/>
                  </a:lnTo>
                  <a:lnTo>
                    <a:pt x="95" y="190"/>
                  </a:lnTo>
                  <a:lnTo>
                    <a:pt x="95" y="190"/>
                  </a:lnTo>
                  <a:cubicBezTo>
                    <a:pt x="95" y="221"/>
                    <a:pt x="79" y="238"/>
                    <a:pt x="64" y="238"/>
                  </a:cubicBezTo>
                  <a:lnTo>
                    <a:pt x="64" y="238"/>
                  </a:lnTo>
                  <a:lnTo>
                    <a:pt x="32" y="221"/>
                  </a:lnTo>
                  <a:cubicBezTo>
                    <a:pt x="32" y="238"/>
                    <a:pt x="16" y="253"/>
                    <a:pt x="1" y="269"/>
                  </a:cubicBezTo>
                  <a:lnTo>
                    <a:pt x="1" y="316"/>
                  </a:lnTo>
                  <a:lnTo>
                    <a:pt x="16" y="347"/>
                  </a:lnTo>
                  <a:lnTo>
                    <a:pt x="32" y="347"/>
                  </a:lnTo>
                  <a:lnTo>
                    <a:pt x="32" y="347"/>
                  </a:lnTo>
                  <a:cubicBezTo>
                    <a:pt x="48" y="347"/>
                    <a:pt x="64" y="347"/>
                    <a:pt x="79" y="379"/>
                  </a:cubicBezTo>
                  <a:lnTo>
                    <a:pt x="79" y="379"/>
                  </a:lnTo>
                  <a:cubicBezTo>
                    <a:pt x="95" y="379"/>
                    <a:pt x="95" y="347"/>
                    <a:pt x="95" y="332"/>
                  </a:cubicBezTo>
                  <a:lnTo>
                    <a:pt x="79" y="316"/>
                  </a:lnTo>
                  <a:lnTo>
                    <a:pt x="79" y="301"/>
                  </a:lnTo>
                  <a:cubicBezTo>
                    <a:pt x="95" y="284"/>
                    <a:pt x="95" y="253"/>
                    <a:pt x="111" y="238"/>
                  </a:cubicBezTo>
                  <a:lnTo>
                    <a:pt x="111" y="238"/>
                  </a:lnTo>
                  <a:lnTo>
                    <a:pt x="111" y="206"/>
                  </a:lnTo>
                  <a:lnTo>
                    <a:pt x="111" y="175"/>
                  </a:lnTo>
                  <a:close/>
                  <a:moveTo>
                    <a:pt x="79" y="1"/>
                  </a:moveTo>
                  <a:lnTo>
                    <a:pt x="64" y="1"/>
                  </a:lnTo>
                  <a:lnTo>
                    <a:pt x="64" y="1"/>
                  </a:lnTo>
                  <a:lnTo>
                    <a:pt x="64" y="1"/>
                  </a:lnTo>
                  <a:cubicBezTo>
                    <a:pt x="79" y="1"/>
                    <a:pt x="95" y="17"/>
                    <a:pt x="95" y="32"/>
                  </a:cubicBezTo>
                  <a:cubicBezTo>
                    <a:pt x="95" y="64"/>
                    <a:pt x="95" y="80"/>
                    <a:pt x="64" y="80"/>
                  </a:cubicBezTo>
                  <a:lnTo>
                    <a:pt x="48" y="80"/>
                  </a:lnTo>
                  <a:lnTo>
                    <a:pt x="48" y="80"/>
                  </a:lnTo>
                  <a:lnTo>
                    <a:pt x="48" y="112"/>
                  </a:lnTo>
                  <a:lnTo>
                    <a:pt x="48" y="112"/>
                  </a:lnTo>
                  <a:lnTo>
                    <a:pt x="95" y="112"/>
                  </a:lnTo>
                  <a:lnTo>
                    <a:pt x="111" y="112"/>
                  </a:lnTo>
                  <a:lnTo>
                    <a:pt x="111" y="64"/>
                  </a:lnTo>
                  <a:lnTo>
                    <a:pt x="111" y="32"/>
                  </a:lnTo>
                  <a:lnTo>
                    <a:pt x="111"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6" name="Google Shape;416;p35"/>
            <p:cNvSpPr/>
            <p:nvPr/>
          </p:nvSpPr>
          <p:spPr>
            <a:xfrm>
              <a:off x="3188535" y="1799290"/>
              <a:ext cx="3530" cy="3021"/>
            </a:xfrm>
            <a:custGeom>
              <a:avLst/>
              <a:gdLst/>
              <a:ahLst/>
              <a:cxnLst/>
              <a:rect l="l" t="t" r="r" b="b"/>
              <a:pathLst>
                <a:path w="111" h="95" extrusionOk="0">
                  <a:moveTo>
                    <a:pt x="32" y="0"/>
                  </a:moveTo>
                  <a:lnTo>
                    <a:pt x="16" y="0"/>
                  </a:lnTo>
                  <a:lnTo>
                    <a:pt x="16" y="0"/>
                  </a:lnTo>
                  <a:lnTo>
                    <a:pt x="0" y="0"/>
                  </a:lnTo>
                  <a:lnTo>
                    <a:pt x="0" y="16"/>
                  </a:lnTo>
                  <a:lnTo>
                    <a:pt x="0" y="47"/>
                  </a:lnTo>
                  <a:lnTo>
                    <a:pt x="16" y="79"/>
                  </a:lnTo>
                  <a:cubicBezTo>
                    <a:pt x="32" y="79"/>
                    <a:pt x="48" y="95"/>
                    <a:pt x="48" y="95"/>
                  </a:cubicBezTo>
                  <a:cubicBezTo>
                    <a:pt x="63" y="95"/>
                    <a:pt x="63" y="95"/>
                    <a:pt x="63" y="79"/>
                  </a:cubicBezTo>
                  <a:lnTo>
                    <a:pt x="79" y="79"/>
                  </a:lnTo>
                  <a:cubicBezTo>
                    <a:pt x="95" y="63"/>
                    <a:pt x="111" y="47"/>
                    <a:pt x="111" y="32"/>
                  </a:cubicBezTo>
                  <a:lnTo>
                    <a:pt x="63" y="47"/>
                  </a:lnTo>
                  <a:lnTo>
                    <a:pt x="63" y="47"/>
                  </a:lnTo>
                  <a:cubicBezTo>
                    <a:pt x="48" y="47"/>
                    <a:pt x="32" y="32"/>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7" name="Google Shape;417;p35"/>
            <p:cNvSpPr/>
            <p:nvPr/>
          </p:nvSpPr>
          <p:spPr>
            <a:xfrm>
              <a:off x="3392492" y="1774229"/>
              <a:ext cx="5025" cy="3530"/>
            </a:xfrm>
            <a:custGeom>
              <a:avLst/>
              <a:gdLst/>
              <a:ahLst/>
              <a:cxnLst/>
              <a:rect l="l" t="t" r="r" b="b"/>
              <a:pathLst>
                <a:path w="158" h="111" extrusionOk="0">
                  <a:moveTo>
                    <a:pt x="78" y="1"/>
                  </a:moveTo>
                  <a:lnTo>
                    <a:pt x="63" y="1"/>
                  </a:lnTo>
                  <a:cubicBezTo>
                    <a:pt x="47" y="16"/>
                    <a:pt x="47" y="16"/>
                    <a:pt x="32" y="16"/>
                  </a:cubicBezTo>
                  <a:lnTo>
                    <a:pt x="15" y="64"/>
                  </a:lnTo>
                  <a:lnTo>
                    <a:pt x="0" y="79"/>
                  </a:lnTo>
                  <a:lnTo>
                    <a:pt x="0" y="95"/>
                  </a:lnTo>
                  <a:lnTo>
                    <a:pt x="0" y="110"/>
                  </a:lnTo>
                  <a:lnTo>
                    <a:pt x="0" y="110"/>
                  </a:lnTo>
                  <a:lnTo>
                    <a:pt x="15" y="95"/>
                  </a:lnTo>
                  <a:cubicBezTo>
                    <a:pt x="32" y="79"/>
                    <a:pt x="47" y="79"/>
                    <a:pt x="78" y="79"/>
                  </a:cubicBezTo>
                  <a:lnTo>
                    <a:pt x="95" y="79"/>
                  </a:lnTo>
                  <a:lnTo>
                    <a:pt x="110" y="79"/>
                  </a:lnTo>
                  <a:cubicBezTo>
                    <a:pt x="126" y="79"/>
                    <a:pt x="141" y="79"/>
                    <a:pt x="141" y="64"/>
                  </a:cubicBezTo>
                  <a:cubicBezTo>
                    <a:pt x="158" y="47"/>
                    <a:pt x="141" y="32"/>
                    <a:pt x="126" y="16"/>
                  </a:cubicBezTo>
                  <a:cubicBezTo>
                    <a:pt x="110" y="16"/>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8" name="Google Shape;418;p35"/>
            <p:cNvSpPr/>
            <p:nvPr/>
          </p:nvSpPr>
          <p:spPr>
            <a:xfrm>
              <a:off x="3430561" y="1772225"/>
              <a:ext cx="7060" cy="8523"/>
            </a:xfrm>
            <a:custGeom>
              <a:avLst/>
              <a:gdLst/>
              <a:ahLst/>
              <a:cxnLst/>
              <a:rect l="l" t="t" r="r" b="b"/>
              <a:pathLst>
                <a:path w="222" h="268" extrusionOk="0">
                  <a:moveTo>
                    <a:pt x="221" y="205"/>
                  </a:moveTo>
                  <a:lnTo>
                    <a:pt x="205" y="205"/>
                  </a:lnTo>
                  <a:cubicBezTo>
                    <a:pt x="190" y="205"/>
                    <a:pt x="173" y="205"/>
                    <a:pt x="158" y="221"/>
                  </a:cubicBezTo>
                  <a:lnTo>
                    <a:pt x="158" y="221"/>
                  </a:lnTo>
                  <a:cubicBezTo>
                    <a:pt x="173" y="236"/>
                    <a:pt x="173" y="236"/>
                    <a:pt x="173" y="253"/>
                  </a:cubicBezTo>
                  <a:cubicBezTo>
                    <a:pt x="190" y="268"/>
                    <a:pt x="205" y="268"/>
                    <a:pt x="205" y="268"/>
                  </a:cubicBezTo>
                  <a:lnTo>
                    <a:pt x="221" y="268"/>
                  </a:lnTo>
                  <a:lnTo>
                    <a:pt x="221" y="236"/>
                  </a:lnTo>
                  <a:lnTo>
                    <a:pt x="221" y="236"/>
                  </a:lnTo>
                  <a:cubicBezTo>
                    <a:pt x="221" y="221"/>
                    <a:pt x="205" y="221"/>
                    <a:pt x="221" y="205"/>
                  </a:cubicBezTo>
                  <a:lnTo>
                    <a:pt x="221" y="205"/>
                  </a:lnTo>
                  <a:close/>
                  <a:moveTo>
                    <a:pt x="47" y="1"/>
                  </a:moveTo>
                  <a:lnTo>
                    <a:pt x="32" y="1"/>
                  </a:lnTo>
                  <a:cubicBezTo>
                    <a:pt x="16" y="1"/>
                    <a:pt x="16" y="16"/>
                    <a:pt x="1" y="32"/>
                  </a:cubicBezTo>
                  <a:cubicBezTo>
                    <a:pt x="1" y="47"/>
                    <a:pt x="16" y="47"/>
                    <a:pt x="16" y="64"/>
                  </a:cubicBezTo>
                  <a:cubicBezTo>
                    <a:pt x="16" y="64"/>
                    <a:pt x="32" y="64"/>
                    <a:pt x="32" y="79"/>
                  </a:cubicBezTo>
                  <a:lnTo>
                    <a:pt x="110" y="79"/>
                  </a:lnTo>
                  <a:lnTo>
                    <a:pt x="110" y="95"/>
                  </a:lnTo>
                  <a:cubicBezTo>
                    <a:pt x="127" y="110"/>
                    <a:pt x="127" y="142"/>
                    <a:pt x="127" y="158"/>
                  </a:cubicBezTo>
                  <a:lnTo>
                    <a:pt x="127" y="158"/>
                  </a:lnTo>
                  <a:cubicBezTo>
                    <a:pt x="158" y="142"/>
                    <a:pt x="173" y="142"/>
                    <a:pt x="190" y="142"/>
                  </a:cubicBezTo>
                  <a:lnTo>
                    <a:pt x="205" y="142"/>
                  </a:lnTo>
                  <a:lnTo>
                    <a:pt x="190" y="127"/>
                  </a:lnTo>
                  <a:lnTo>
                    <a:pt x="190" y="79"/>
                  </a:lnTo>
                  <a:cubicBezTo>
                    <a:pt x="173" y="64"/>
                    <a:pt x="173" y="64"/>
                    <a:pt x="173" y="47"/>
                  </a:cubicBezTo>
                  <a:cubicBezTo>
                    <a:pt x="173" y="32"/>
                    <a:pt x="158" y="16"/>
                    <a:pt x="142" y="16"/>
                  </a:cubicBezTo>
                  <a:lnTo>
                    <a:pt x="127" y="16"/>
                  </a:lnTo>
                  <a:lnTo>
                    <a:pt x="127" y="16"/>
                  </a:lnTo>
                  <a:cubicBezTo>
                    <a:pt x="142" y="32"/>
                    <a:pt x="127" y="47"/>
                    <a:pt x="110" y="64"/>
                  </a:cubicBezTo>
                  <a:lnTo>
                    <a:pt x="95" y="64"/>
                  </a:lnTo>
                  <a:cubicBezTo>
                    <a:pt x="79" y="64"/>
                    <a:pt x="64" y="64"/>
                    <a:pt x="64" y="47"/>
                  </a:cubicBezTo>
                  <a:cubicBezTo>
                    <a:pt x="64" y="47"/>
                    <a:pt x="64" y="32"/>
                    <a:pt x="47"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9" name="Google Shape;419;p35"/>
            <p:cNvSpPr/>
            <p:nvPr/>
          </p:nvSpPr>
          <p:spPr>
            <a:xfrm>
              <a:off x="3414023" y="1787268"/>
              <a:ext cx="8555" cy="5025"/>
            </a:xfrm>
            <a:custGeom>
              <a:avLst/>
              <a:gdLst/>
              <a:ahLst/>
              <a:cxnLst/>
              <a:rect l="l" t="t" r="r" b="b"/>
              <a:pathLst>
                <a:path w="269" h="158" extrusionOk="0">
                  <a:moveTo>
                    <a:pt x="189" y="0"/>
                  </a:moveTo>
                  <a:lnTo>
                    <a:pt x="189" y="0"/>
                  </a:lnTo>
                  <a:cubicBezTo>
                    <a:pt x="174" y="0"/>
                    <a:pt x="158" y="15"/>
                    <a:pt x="158" y="32"/>
                  </a:cubicBezTo>
                  <a:cubicBezTo>
                    <a:pt x="158" y="47"/>
                    <a:pt x="158" y="63"/>
                    <a:pt x="174" y="63"/>
                  </a:cubicBezTo>
                  <a:lnTo>
                    <a:pt x="158" y="78"/>
                  </a:lnTo>
                  <a:lnTo>
                    <a:pt x="158" y="78"/>
                  </a:lnTo>
                  <a:lnTo>
                    <a:pt x="158" y="78"/>
                  </a:lnTo>
                  <a:lnTo>
                    <a:pt x="143" y="78"/>
                  </a:lnTo>
                  <a:lnTo>
                    <a:pt x="143" y="78"/>
                  </a:lnTo>
                  <a:lnTo>
                    <a:pt x="143" y="78"/>
                  </a:lnTo>
                  <a:lnTo>
                    <a:pt x="143" y="110"/>
                  </a:lnTo>
                  <a:cubicBezTo>
                    <a:pt x="126" y="126"/>
                    <a:pt x="111" y="141"/>
                    <a:pt x="95" y="141"/>
                  </a:cubicBezTo>
                  <a:lnTo>
                    <a:pt x="95" y="141"/>
                  </a:lnTo>
                  <a:cubicBezTo>
                    <a:pt x="79" y="141"/>
                    <a:pt x="63" y="110"/>
                    <a:pt x="63" y="95"/>
                  </a:cubicBezTo>
                  <a:lnTo>
                    <a:pt x="63" y="95"/>
                  </a:lnTo>
                  <a:lnTo>
                    <a:pt x="32" y="95"/>
                  </a:lnTo>
                  <a:cubicBezTo>
                    <a:pt x="16" y="95"/>
                    <a:pt x="0" y="110"/>
                    <a:pt x="0" y="126"/>
                  </a:cubicBezTo>
                  <a:cubicBezTo>
                    <a:pt x="0" y="141"/>
                    <a:pt x="16" y="141"/>
                    <a:pt x="16" y="141"/>
                  </a:cubicBezTo>
                  <a:lnTo>
                    <a:pt x="16" y="141"/>
                  </a:lnTo>
                  <a:lnTo>
                    <a:pt x="16" y="141"/>
                  </a:lnTo>
                  <a:cubicBezTo>
                    <a:pt x="32" y="141"/>
                    <a:pt x="48" y="158"/>
                    <a:pt x="48" y="158"/>
                  </a:cubicBezTo>
                  <a:lnTo>
                    <a:pt x="79" y="158"/>
                  </a:lnTo>
                  <a:cubicBezTo>
                    <a:pt x="95" y="158"/>
                    <a:pt x="111" y="141"/>
                    <a:pt x="111" y="141"/>
                  </a:cubicBezTo>
                  <a:lnTo>
                    <a:pt x="143" y="141"/>
                  </a:lnTo>
                  <a:cubicBezTo>
                    <a:pt x="143" y="126"/>
                    <a:pt x="143" y="126"/>
                    <a:pt x="158" y="126"/>
                  </a:cubicBezTo>
                  <a:lnTo>
                    <a:pt x="158" y="126"/>
                  </a:lnTo>
                  <a:cubicBezTo>
                    <a:pt x="174" y="126"/>
                    <a:pt x="174" y="141"/>
                    <a:pt x="189" y="141"/>
                  </a:cubicBezTo>
                  <a:lnTo>
                    <a:pt x="189" y="141"/>
                  </a:lnTo>
                  <a:lnTo>
                    <a:pt x="252" y="95"/>
                  </a:lnTo>
                  <a:cubicBezTo>
                    <a:pt x="252" y="78"/>
                    <a:pt x="252" y="78"/>
                    <a:pt x="237" y="78"/>
                  </a:cubicBezTo>
                  <a:cubicBezTo>
                    <a:pt x="237" y="63"/>
                    <a:pt x="252" y="47"/>
                    <a:pt x="269" y="32"/>
                  </a:cubicBezTo>
                  <a:lnTo>
                    <a:pt x="252" y="15"/>
                  </a:lnTo>
                  <a:lnTo>
                    <a:pt x="252" y="15"/>
                  </a:lnTo>
                  <a:lnTo>
                    <a:pt x="20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0" name="Google Shape;420;p35"/>
            <p:cNvSpPr/>
            <p:nvPr/>
          </p:nvSpPr>
          <p:spPr>
            <a:xfrm>
              <a:off x="3176004" y="1810803"/>
              <a:ext cx="6520" cy="7028"/>
            </a:xfrm>
            <a:custGeom>
              <a:avLst/>
              <a:gdLst/>
              <a:ahLst/>
              <a:cxnLst/>
              <a:rect l="l" t="t" r="r" b="b"/>
              <a:pathLst>
                <a:path w="205" h="221" extrusionOk="0">
                  <a:moveTo>
                    <a:pt x="110" y="0"/>
                  </a:moveTo>
                  <a:lnTo>
                    <a:pt x="110" y="0"/>
                  </a:lnTo>
                  <a:cubicBezTo>
                    <a:pt x="110" y="0"/>
                    <a:pt x="95" y="0"/>
                    <a:pt x="95" y="17"/>
                  </a:cubicBezTo>
                  <a:lnTo>
                    <a:pt x="79" y="32"/>
                  </a:lnTo>
                  <a:lnTo>
                    <a:pt x="79" y="32"/>
                  </a:lnTo>
                  <a:cubicBezTo>
                    <a:pt x="79" y="48"/>
                    <a:pt x="79" y="48"/>
                    <a:pt x="64" y="63"/>
                  </a:cubicBezTo>
                  <a:cubicBezTo>
                    <a:pt x="64" y="80"/>
                    <a:pt x="64" y="95"/>
                    <a:pt x="47" y="95"/>
                  </a:cubicBezTo>
                  <a:lnTo>
                    <a:pt x="32" y="95"/>
                  </a:lnTo>
                  <a:lnTo>
                    <a:pt x="16" y="95"/>
                  </a:lnTo>
                  <a:cubicBezTo>
                    <a:pt x="1" y="95"/>
                    <a:pt x="1" y="111"/>
                    <a:pt x="1" y="111"/>
                  </a:cubicBezTo>
                  <a:lnTo>
                    <a:pt x="16" y="189"/>
                  </a:lnTo>
                  <a:cubicBezTo>
                    <a:pt x="16" y="206"/>
                    <a:pt x="16" y="206"/>
                    <a:pt x="32" y="221"/>
                  </a:cubicBezTo>
                  <a:lnTo>
                    <a:pt x="47" y="189"/>
                  </a:lnTo>
                  <a:cubicBezTo>
                    <a:pt x="47" y="174"/>
                    <a:pt x="64" y="174"/>
                    <a:pt x="79" y="174"/>
                  </a:cubicBezTo>
                  <a:lnTo>
                    <a:pt x="79" y="174"/>
                  </a:lnTo>
                  <a:lnTo>
                    <a:pt x="95" y="174"/>
                  </a:lnTo>
                  <a:cubicBezTo>
                    <a:pt x="110" y="189"/>
                    <a:pt x="110" y="206"/>
                    <a:pt x="110" y="221"/>
                  </a:cubicBezTo>
                  <a:lnTo>
                    <a:pt x="95" y="221"/>
                  </a:lnTo>
                  <a:cubicBezTo>
                    <a:pt x="127" y="221"/>
                    <a:pt x="142" y="221"/>
                    <a:pt x="158" y="206"/>
                  </a:cubicBezTo>
                  <a:lnTo>
                    <a:pt x="158" y="206"/>
                  </a:lnTo>
                  <a:cubicBezTo>
                    <a:pt x="173" y="189"/>
                    <a:pt x="173" y="174"/>
                    <a:pt x="190" y="174"/>
                  </a:cubicBezTo>
                  <a:lnTo>
                    <a:pt x="190" y="174"/>
                  </a:lnTo>
                  <a:cubicBezTo>
                    <a:pt x="205" y="158"/>
                    <a:pt x="205" y="126"/>
                    <a:pt x="190" y="126"/>
                  </a:cubicBezTo>
                  <a:lnTo>
                    <a:pt x="173" y="126"/>
                  </a:lnTo>
                  <a:cubicBezTo>
                    <a:pt x="158" y="126"/>
                    <a:pt x="142" y="126"/>
                    <a:pt x="142" y="143"/>
                  </a:cubicBezTo>
                  <a:cubicBezTo>
                    <a:pt x="127" y="158"/>
                    <a:pt x="127" y="158"/>
                    <a:pt x="95" y="158"/>
                  </a:cubicBezTo>
                  <a:lnTo>
                    <a:pt x="79" y="158"/>
                  </a:lnTo>
                  <a:lnTo>
                    <a:pt x="79" y="126"/>
                  </a:lnTo>
                  <a:lnTo>
                    <a:pt x="142" y="63"/>
                  </a:lnTo>
                  <a:cubicBezTo>
                    <a:pt x="158" y="48"/>
                    <a:pt x="158" y="32"/>
                    <a:pt x="142" y="17"/>
                  </a:cubicBezTo>
                  <a:cubicBezTo>
                    <a:pt x="127" y="0"/>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1" name="Google Shape;421;p35"/>
            <p:cNvSpPr/>
            <p:nvPr/>
          </p:nvSpPr>
          <p:spPr>
            <a:xfrm>
              <a:off x="3345390" y="1821330"/>
              <a:ext cx="5502" cy="1049"/>
            </a:xfrm>
            <a:custGeom>
              <a:avLst/>
              <a:gdLst/>
              <a:ahLst/>
              <a:cxnLst/>
              <a:rect l="l" t="t" r="r" b="b"/>
              <a:pathLst>
                <a:path w="173" h="33" extrusionOk="0">
                  <a:moveTo>
                    <a:pt x="95" y="1"/>
                  </a:moveTo>
                  <a:lnTo>
                    <a:pt x="78" y="1"/>
                  </a:lnTo>
                  <a:lnTo>
                    <a:pt x="78" y="1"/>
                  </a:lnTo>
                  <a:lnTo>
                    <a:pt x="63" y="1"/>
                  </a:lnTo>
                  <a:cubicBezTo>
                    <a:pt x="47" y="1"/>
                    <a:pt x="15" y="16"/>
                    <a:pt x="0" y="32"/>
                  </a:cubicBezTo>
                  <a:cubicBezTo>
                    <a:pt x="63" y="32"/>
                    <a:pt x="110" y="16"/>
                    <a:pt x="173" y="16"/>
                  </a:cubicBezTo>
                  <a:cubicBezTo>
                    <a:pt x="141"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2" name="Google Shape;422;p35"/>
            <p:cNvSpPr/>
            <p:nvPr/>
          </p:nvSpPr>
          <p:spPr>
            <a:xfrm>
              <a:off x="3097831" y="1789272"/>
              <a:ext cx="6042" cy="4516"/>
            </a:xfrm>
            <a:custGeom>
              <a:avLst/>
              <a:gdLst/>
              <a:ahLst/>
              <a:cxnLst/>
              <a:rect l="l" t="t" r="r" b="b"/>
              <a:pathLst>
                <a:path w="190" h="142" extrusionOk="0">
                  <a:moveTo>
                    <a:pt x="32" y="0"/>
                  </a:moveTo>
                  <a:lnTo>
                    <a:pt x="32" y="0"/>
                  </a:lnTo>
                  <a:lnTo>
                    <a:pt x="32" y="0"/>
                  </a:lnTo>
                  <a:lnTo>
                    <a:pt x="16" y="63"/>
                  </a:lnTo>
                  <a:lnTo>
                    <a:pt x="1" y="63"/>
                  </a:lnTo>
                  <a:lnTo>
                    <a:pt x="1" y="110"/>
                  </a:lnTo>
                  <a:cubicBezTo>
                    <a:pt x="16" y="126"/>
                    <a:pt x="16" y="141"/>
                    <a:pt x="48" y="141"/>
                  </a:cubicBezTo>
                  <a:lnTo>
                    <a:pt x="48" y="141"/>
                  </a:lnTo>
                  <a:lnTo>
                    <a:pt x="95" y="141"/>
                  </a:lnTo>
                  <a:lnTo>
                    <a:pt x="95" y="126"/>
                  </a:lnTo>
                  <a:lnTo>
                    <a:pt x="127" y="126"/>
                  </a:lnTo>
                  <a:lnTo>
                    <a:pt x="127" y="126"/>
                  </a:lnTo>
                  <a:lnTo>
                    <a:pt x="142" y="126"/>
                  </a:lnTo>
                  <a:lnTo>
                    <a:pt x="142" y="126"/>
                  </a:lnTo>
                  <a:lnTo>
                    <a:pt x="158" y="126"/>
                  </a:lnTo>
                  <a:cubicBezTo>
                    <a:pt x="174" y="126"/>
                    <a:pt x="190" y="110"/>
                    <a:pt x="190" y="95"/>
                  </a:cubicBezTo>
                  <a:cubicBezTo>
                    <a:pt x="174" y="78"/>
                    <a:pt x="174" y="63"/>
                    <a:pt x="142" y="63"/>
                  </a:cubicBezTo>
                  <a:lnTo>
                    <a:pt x="142" y="63"/>
                  </a:lnTo>
                  <a:lnTo>
                    <a:pt x="79" y="63"/>
                  </a:lnTo>
                  <a:lnTo>
                    <a:pt x="64" y="32"/>
                  </a:lnTo>
                  <a:cubicBezTo>
                    <a:pt x="64"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3" name="Google Shape;423;p35"/>
            <p:cNvSpPr/>
            <p:nvPr/>
          </p:nvSpPr>
          <p:spPr>
            <a:xfrm>
              <a:off x="3015141" y="1798272"/>
              <a:ext cx="2035" cy="4039"/>
            </a:xfrm>
            <a:custGeom>
              <a:avLst/>
              <a:gdLst/>
              <a:ahLst/>
              <a:cxnLst/>
              <a:rect l="l" t="t" r="r" b="b"/>
              <a:pathLst>
                <a:path w="64" h="127" extrusionOk="0">
                  <a:moveTo>
                    <a:pt x="17" y="64"/>
                  </a:moveTo>
                  <a:lnTo>
                    <a:pt x="17" y="79"/>
                  </a:lnTo>
                  <a:lnTo>
                    <a:pt x="17" y="95"/>
                  </a:lnTo>
                  <a:cubicBezTo>
                    <a:pt x="17" y="111"/>
                    <a:pt x="32" y="111"/>
                    <a:pt x="32" y="127"/>
                  </a:cubicBezTo>
                  <a:lnTo>
                    <a:pt x="64" y="111"/>
                  </a:lnTo>
                  <a:lnTo>
                    <a:pt x="64" y="79"/>
                  </a:lnTo>
                  <a:lnTo>
                    <a:pt x="64" y="79"/>
                  </a:lnTo>
                  <a:lnTo>
                    <a:pt x="64" y="79"/>
                  </a:lnTo>
                  <a:lnTo>
                    <a:pt x="48" y="79"/>
                  </a:lnTo>
                  <a:lnTo>
                    <a:pt x="32" y="79"/>
                  </a:lnTo>
                  <a:cubicBezTo>
                    <a:pt x="32" y="79"/>
                    <a:pt x="32" y="64"/>
                    <a:pt x="17" y="64"/>
                  </a:cubicBezTo>
                  <a:close/>
                  <a:moveTo>
                    <a:pt x="32" y="1"/>
                  </a:moveTo>
                  <a:lnTo>
                    <a:pt x="32" y="1"/>
                  </a:lnTo>
                  <a:cubicBezTo>
                    <a:pt x="17" y="1"/>
                    <a:pt x="1" y="16"/>
                    <a:pt x="1" y="32"/>
                  </a:cubicBezTo>
                  <a:lnTo>
                    <a:pt x="1" y="32"/>
                  </a:lnTo>
                  <a:lnTo>
                    <a:pt x="1" y="32"/>
                  </a:lnTo>
                  <a:lnTo>
                    <a:pt x="1" y="32"/>
                  </a:lnTo>
                  <a:cubicBezTo>
                    <a:pt x="1" y="16"/>
                    <a:pt x="17" y="16"/>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4" name="Google Shape;424;p35"/>
            <p:cNvSpPr/>
            <p:nvPr/>
          </p:nvSpPr>
          <p:spPr>
            <a:xfrm>
              <a:off x="3415009" y="1779731"/>
              <a:ext cx="7060" cy="6042"/>
            </a:xfrm>
            <a:custGeom>
              <a:avLst/>
              <a:gdLst/>
              <a:ahLst/>
              <a:cxnLst/>
              <a:rect l="l" t="t" r="r" b="b"/>
              <a:pathLst>
                <a:path w="222" h="190" extrusionOk="0">
                  <a:moveTo>
                    <a:pt x="143" y="0"/>
                  </a:moveTo>
                  <a:lnTo>
                    <a:pt x="143" y="0"/>
                  </a:lnTo>
                  <a:lnTo>
                    <a:pt x="143" y="17"/>
                  </a:lnTo>
                  <a:cubicBezTo>
                    <a:pt x="158" y="32"/>
                    <a:pt x="143" y="48"/>
                    <a:pt x="127" y="63"/>
                  </a:cubicBezTo>
                  <a:lnTo>
                    <a:pt x="143" y="111"/>
                  </a:lnTo>
                  <a:cubicBezTo>
                    <a:pt x="127" y="126"/>
                    <a:pt x="95" y="126"/>
                    <a:pt x="80" y="126"/>
                  </a:cubicBezTo>
                  <a:lnTo>
                    <a:pt x="32" y="126"/>
                  </a:lnTo>
                  <a:lnTo>
                    <a:pt x="1" y="189"/>
                  </a:lnTo>
                  <a:lnTo>
                    <a:pt x="1" y="189"/>
                  </a:lnTo>
                  <a:lnTo>
                    <a:pt x="1" y="174"/>
                  </a:lnTo>
                  <a:lnTo>
                    <a:pt x="32" y="158"/>
                  </a:lnTo>
                  <a:lnTo>
                    <a:pt x="48" y="158"/>
                  </a:lnTo>
                  <a:lnTo>
                    <a:pt x="48" y="158"/>
                  </a:lnTo>
                  <a:cubicBezTo>
                    <a:pt x="64" y="158"/>
                    <a:pt x="80" y="158"/>
                    <a:pt x="80" y="174"/>
                  </a:cubicBezTo>
                  <a:cubicBezTo>
                    <a:pt x="95" y="174"/>
                    <a:pt x="95" y="189"/>
                    <a:pt x="95" y="189"/>
                  </a:cubicBezTo>
                  <a:lnTo>
                    <a:pt x="95" y="189"/>
                  </a:lnTo>
                  <a:lnTo>
                    <a:pt x="127" y="189"/>
                  </a:lnTo>
                  <a:cubicBezTo>
                    <a:pt x="143" y="189"/>
                    <a:pt x="158" y="189"/>
                    <a:pt x="158" y="174"/>
                  </a:cubicBezTo>
                  <a:cubicBezTo>
                    <a:pt x="175" y="174"/>
                    <a:pt x="190" y="174"/>
                    <a:pt x="206" y="158"/>
                  </a:cubicBezTo>
                  <a:cubicBezTo>
                    <a:pt x="206" y="158"/>
                    <a:pt x="221" y="143"/>
                    <a:pt x="221" y="126"/>
                  </a:cubicBezTo>
                  <a:lnTo>
                    <a:pt x="221" y="126"/>
                  </a:lnTo>
                  <a:lnTo>
                    <a:pt x="190" y="32"/>
                  </a:lnTo>
                  <a:lnTo>
                    <a:pt x="190" y="17"/>
                  </a:lnTo>
                  <a:lnTo>
                    <a:pt x="175" y="17"/>
                  </a:lnTo>
                  <a:cubicBezTo>
                    <a:pt x="158" y="17"/>
                    <a:pt x="158" y="0"/>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5" name="Google Shape;425;p35"/>
            <p:cNvSpPr/>
            <p:nvPr/>
          </p:nvSpPr>
          <p:spPr>
            <a:xfrm>
              <a:off x="3443600" y="1793279"/>
              <a:ext cx="5025" cy="5025"/>
            </a:xfrm>
            <a:custGeom>
              <a:avLst/>
              <a:gdLst/>
              <a:ahLst/>
              <a:cxnLst/>
              <a:rect l="l" t="t" r="r" b="b"/>
              <a:pathLst>
                <a:path w="158" h="158" extrusionOk="0">
                  <a:moveTo>
                    <a:pt x="78" y="0"/>
                  </a:moveTo>
                  <a:cubicBezTo>
                    <a:pt x="63" y="0"/>
                    <a:pt x="47" y="15"/>
                    <a:pt x="32" y="15"/>
                  </a:cubicBezTo>
                  <a:lnTo>
                    <a:pt x="15" y="15"/>
                  </a:lnTo>
                  <a:cubicBezTo>
                    <a:pt x="15" y="15"/>
                    <a:pt x="0" y="15"/>
                    <a:pt x="0" y="0"/>
                  </a:cubicBezTo>
                  <a:cubicBezTo>
                    <a:pt x="0" y="15"/>
                    <a:pt x="0" y="32"/>
                    <a:pt x="15" y="47"/>
                  </a:cubicBezTo>
                  <a:lnTo>
                    <a:pt x="15" y="47"/>
                  </a:lnTo>
                  <a:lnTo>
                    <a:pt x="32" y="47"/>
                  </a:lnTo>
                  <a:lnTo>
                    <a:pt x="47" y="63"/>
                  </a:lnTo>
                  <a:cubicBezTo>
                    <a:pt x="78" y="78"/>
                    <a:pt x="95" y="95"/>
                    <a:pt x="95" y="110"/>
                  </a:cubicBezTo>
                  <a:lnTo>
                    <a:pt x="95" y="110"/>
                  </a:lnTo>
                  <a:lnTo>
                    <a:pt x="95" y="110"/>
                  </a:lnTo>
                  <a:cubicBezTo>
                    <a:pt x="110" y="126"/>
                    <a:pt x="110" y="126"/>
                    <a:pt x="110" y="141"/>
                  </a:cubicBezTo>
                  <a:lnTo>
                    <a:pt x="126" y="141"/>
                  </a:lnTo>
                  <a:cubicBezTo>
                    <a:pt x="126" y="141"/>
                    <a:pt x="141" y="141"/>
                    <a:pt x="141" y="158"/>
                  </a:cubicBezTo>
                  <a:lnTo>
                    <a:pt x="141" y="141"/>
                  </a:lnTo>
                  <a:cubicBezTo>
                    <a:pt x="158" y="110"/>
                    <a:pt x="158" y="95"/>
                    <a:pt x="158" y="63"/>
                  </a:cubicBezTo>
                  <a:lnTo>
                    <a:pt x="158" y="78"/>
                  </a:lnTo>
                  <a:lnTo>
                    <a:pt x="126" y="78"/>
                  </a:lnTo>
                  <a:lnTo>
                    <a:pt x="95" y="78"/>
                  </a:lnTo>
                  <a:cubicBezTo>
                    <a:pt x="95" y="63"/>
                    <a:pt x="78" y="47"/>
                    <a:pt x="95" y="32"/>
                  </a:cubicBezTo>
                  <a:lnTo>
                    <a:pt x="110" y="15"/>
                  </a:lnTo>
                  <a:cubicBezTo>
                    <a:pt x="95" y="15"/>
                    <a:pt x="78" y="0"/>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6" name="Google Shape;426;p35"/>
            <p:cNvSpPr/>
            <p:nvPr/>
          </p:nvSpPr>
          <p:spPr>
            <a:xfrm>
              <a:off x="3394972" y="1813792"/>
              <a:ext cx="3021" cy="2576"/>
            </a:xfrm>
            <a:custGeom>
              <a:avLst/>
              <a:gdLst/>
              <a:ahLst/>
              <a:cxnLst/>
              <a:rect l="l" t="t" r="r" b="b"/>
              <a:pathLst>
                <a:path w="95" h="81" extrusionOk="0">
                  <a:moveTo>
                    <a:pt x="80" y="1"/>
                  </a:moveTo>
                  <a:cubicBezTo>
                    <a:pt x="80" y="17"/>
                    <a:pt x="63" y="32"/>
                    <a:pt x="48" y="32"/>
                  </a:cubicBezTo>
                  <a:lnTo>
                    <a:pt x="0" y="49"/>
                  </a:lnTo>
                  <a:lnTo>
                    <a:pt x="0" y="64"/>
                  </a:lnTo>
                  <a:cubicBezTo>
                    <a:pt x="0" y="64"/>
                    <a:pt x="0" y="80"/>
                    <a:pt x="17" y="80"/>
                  </a:cubicBezTo>
                  <a:lnTo>
                    <a:pt x="63" y="64"/>
                  </a:lnTo>
                  <a:cubicBezTo>
                    <a:pt x="80" y="64"/>
                    <a:pt x="95" y="49"/>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7" name="Google Shape;427;p35"/>
            <p:cNvSpPr/>
            <p:nvPr/>
          </p:nvSpPr>
          <p:spPr>
            <a:xfrm>
              <a:off x="3421560" y="1807304"/>
              <a:ext cx="5025" cy="4039"/>
            </a:xfrm>
            <a:custGeom>
              <a:avLst/>
              <a:gdLst/>
              <a:ahLst/>
              <a:cxnLst/>
              <a:rect l="l" t="t" r="r" b="b"/>
              <a:pathLst>
                <a:path w="158" h="127" extrusionOk="0">
                  <a:moveTo>
                    <a:pt x="32" y="0"/>
                  </a:moveTo>
                  <a:cubicBezTo>
                    <a:pt x="15" y="0"/>
                    <a:pt x="0" y="16"/>
                    <a:pt x="0" y="32"/>
                  </a:cubicBezTo>
                  <a:lnTo>
                    <a:pt x="15" y="95"/>
                  </a:lnTo>
                  <a:cubicBezTo>
                    <a:pt x="15" y="95"/>
                    <a:pt x="15" y="110"/>
                    <a:pt x="32" y="110"/>
                  </a:cubicBezTo>
                  <a:cubicBezTo>
                    <a:pt x="32" y="127"/>
                    <a:pt x="47" y="127"/>
                    <a:pt x="47" y="127"/>
                  </a:cubicBezTo>
                  <a:lnTo>
                    <a:pt x="63" y="110"/>
                  </a:lnTo>
                  <a:lnTo>
                    <a:pt x="78" y="127"/>
                  </a:lnTo>
                  <a:lnTo>
                    <a:pt x="110" y="127"/>
                  </a:lnTo>
                  <a:cubicBezTo>
                    <a:pt x="141" y="127"/>
                    <a:pt x="158" y="127"/>
                    <a:pt x="158" y="110"/>
                  </a:cubicBezTo>
                  <a:lnTo>
                    <a:pt x="110" y="79"/>
                  </a:lnTo>
                  <a:cubicBezTo>
                    <a:pt x="110" y="79"/>
                    <a:pt x="95" y="95"/>
                    <a:pt x="78" y="95"/>
                  </a:cubicBezTo>
                  <a:lnTo>
                    <a:pt x="63" y="95"/>
                  </a:lnTo>
                  <a:cubicBezTo>
                    <a:pt x="47" y="79"/>
                    <a:pt x="47" y="63"/>
                    <a:pt x="47" y="47"/>
                  </a:cubicBezTo>
                  <a:lnTo>
                    <a:pt x="4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8" name="Google Shape;428;p35"/>
            <p:cNvSpPr/>
            <p:nvPr/>
          </p:nvSpPr>
          <p:spPr>
            <a:xfrm>
              <a:off x="3352387" y="1814333"/>
              <a:ext cx="3053" cy="2512"/>
            </a:xfrm>
            <a:custGeom>
              <a:avLst/>
              <a:gdLst/>
              <a:ahLst/>
              <a:cxnLst/>
              <a:rect l="l" t="t" r="r" b="b"/>
              <a:pathLst>
                <a:path w="96" h="79" extrusionOk="0">
                  <a:moveTo>
                    <a:pt x="32" y="0"/>
                  </a:moveTo>
                  <a:lnTo>
                    <a:pt x="16" y="32"/>
                  </a:lnTo>
                  <a:lnTo>
                    <a:pt x="1" y="63"/>
                  </a:lnTo>
                  <a:lnTo>
                    <a:pt x="64" y="63"/>
                  </a:lnTo>
                  <a:lnTo>
                    <a:pt x="64" y="63"/>
                  </a:lnTo>
                  <a:lnTo>
                    <a:pt x="64" y="78"/>
                  </a:lnTo>
                  <a:lnTo>
                    <a:pt x="95" y="32"/>
                  </a:lnTo>
                  <a:lnTo>
                    <a:pt x="95"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9" name="Google Shape;429;p35"/>
            <p:cNvSpPr/>
            <p:nvPr/>
          </p:nvSpPr>
          <p:spPr>
            <a:xfrm>
              <a:off x="3025700" y="1797763"/>
              <a:ext cx="3498" cy="4039"/>
            </a:xfrm>
            <a:custGeom>
              <a:avLst/>
              <a:gdLst/>
              <a:ahLst/>
              <a:cxnLst/>
              <a:rect l="l" t="t" r="r" b="b"/>
              <a:pathLst>
                <a:path w="110" h="127" extrusionOk="0">
                  <a:moveTo>
                    <a:pt x="32" y="0"/>
                  </a:moveTo>
                  <a:cubicBezTo>
                    <a:pt x="15" y="0"/>
                    <a:pt x="15" y="17"/>
                    <a:pt x="15" y="17"/>
                  </a:cubicBezTo>
                  <a:cubicBezTo>
                    <a:pt x="0" y="32"/>
                    <a:pt x="0" y="48"/>
                    <a:pt x="15" y="64"/>
                  </a:cubicBezTo>
                  <a:lnTo>
                    <a:pt x="32" y="80"/>
                  </a:lnTo>
                  <a:lnTo>
                    <a:pt x="32" y="111"/>
                  </a:lnTo>
                  <a:lnTo>
                    <a:pt x="32" y="127"/>
                  </a:lnTo>
                  <a:lnTo>
                    <a:pt x="32" y="127"/>
                  </a:lnTo>
                  <a:cubicBezTo>
                    <a:pt x="32" y="111"/>
                    <a:pt x="47" y="95"/>
                    <a:pt x="63" y="95"/>
                  </a:cubicBezTo>
                  <a:lnTo>
                    <a:pt x="63" y="95"/>
                  </a:lnTo>
                  <a:lnTo>
                    <a:pt x="63" y="95"/>
                  </a:lnTo>
                  <a:lnTo>
                    <a:pt x="95" y="95"/>
                  </a:lnTo>
                  <a:lnTo>
                    <a:pt x="110" y="95"/>
                  </a:lnTo>
                  <a:lnTo>
                    <a:pt x="110" y="64"/>
                  </a:lnTo>
                  <a:lnTo>
                    <a:pt x="110" y="64"/>
                  </a:lnTo>
                  <a:lnTo>
                    <a:pt x="95" y="64"/>
                  </a:lnTo>
                  <a:cubicBezTo>
                    <a:pt x="95" y="64"/>
                    <a:pt x="78" y="64"/>
                    <a:pt x="78" y="48"/>
                  </a:cubicBezTo>
                  <a:cubicBezTo>
                    <a:pt x="63" y="32"/>
                    <a:pt x="63" y="32"/>
                    <a:pt x="63" y="17"/>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0" name="Google Shape;430;p35"/>
            <p:cNvSpPr/>
            <p:nvPr/>
          </p:nvSpPr>
          <p:spPr>
            <a:xfrm>
              <a:off x="3025700" y="1822348"/>
              <a:ext cx="1495" cy="1495"/>
            </a:xfrm>
            <a:custGeom>
              <a:avLst/>
              <a:gdLst/>
              <a:ahLst/>
              <a:cxnLst/>
              <a:rect l="l" t="t" r="r" b="b"/>
              <a:pathLst>
                <a:path w="47" h="47" extrusionOk="0">
                  <a:moveTo>
                    <a:pt x="15" y="0"/>
                  </a:moveTo>
                  <a:lnTo>
                    <a:pt x="15" y="15"/>
                  </a:lnTo>
                  <a:cubicBezTo>
                    <a:pt x="0" y="15"/>
                    <a:pt x="15" y="15"/>
                    <a:pt x="15" y="32"/>
                  </a:cubicBezTo>
                  <a:lnTo>
                    <a:pt x="15" y="32"/>
                  </a:lnTo>
                  <a:cubicBezTo>
                    <a:pt x="15" y="32"/>
                    <a:pt x="32" y="47"/>
                    <a:pt x="47" y="47"/>
                  </a:cubicBezTo>
                  <a:cubicBezTo>
                    <a:pt x="32" y="32"/>
                    <a:pt x="15" y="0"/>
                    <a:pt x="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1" name="Google Shape;431;p35"/>
            <p:cNvSpPr/>
            <p:nvPr/>
          </p:nvSpPr>
          <p:spPr>
            <a:xfrm>
              <a:off x="3026177" y="1818817"/>
              <a:ext cx="4039" cy="6551"/>
            </a:xfrm>
            <a:custGeom>
              <a:avLst/>
              <a:gdLst/>
              <a:ahLst/>
              <a:cxnLst/>
              <a:rect l="l" t="t" r="r" b="b"/>
              <a:pathLst>
                <a:path w="127" h="206" extrusionOk="0">
                  <a:moveTo>
                    <a:pt x="95" y="0"/>
                  </a:moveTo>
                  <a:lnTo>
                    <a:pt x="95" y="0"/>
                  </a:lnTo>
                  <a:lnTo>
                    <a:pt x="63" y="0"/>
                  </a:lnTo>
                  <a:cubicBezTo>
                    <a:pt x="32" y="48"/>
                    <a:pt x="0" y="80"/>
                    <a:pt x="0" y="111"/>
                  </a:cubicBezTo>
                  <a:cubicBezTo>
                    <a:pt x="0" y="111"/>
                    <a:pt x="17" y="143"/>
                    <a:pt x="32" y="158"/>
                  </a:cubicBezTo>
                  <a:cubicBezTo>
                    <a:pt x="48" y="174"/>
                    <a:pt x="63" y="174"/>
                    <a:pt x="80" y="189"/>
                  </a:cubicBezTo>
                  <a:cubicBezTo>
                    <a:pt x="95" y="189"/>
                    <a:pt x="95" y="206"/>
                    <a:pt x="111" y="206"/>
                  </a:cubicBezTo>
                  <a:lnTo>
                    <a:pt x="111" y="174"/>
                  </a:lnTo>
                  <a:lnTo>
                    <a:pt x="95" y="174"/>
                  </a:lnTo>
                  <a:lnTo>
                    <a:pt x="80" y="174"/>
                  </a:lnTo>
                  <a:lnTo>
                    <a:pt x="63" y="174"/>
                  </a:lnTo>
                  <a:cubicBezTo>
                    <a:pt x="48" y="174"/>
                    <a:pt x="32" y="158"/>
                    <a:pt x="32" y="143"/>
                  </a:cubicBezTo>
                  <a:cubicBezTo>
                    <a:pt x="48" y="111"/>
                    <a:pt x="48" y="95"/>
                    <a:pt x="63" y="95"/>
                  </a:cubicBezTo>
                  <a:cubicBezTo>
                    <a:pt x="80" y="95"/>
                    <a:pt x="80" y="95"/>
                    <a:pt x="80" y="80"/>
                  </a:cubicBezTo>
                  <a:cubicBezTo>
                    <a:pt x="95" y="80"/>
                    <a:pt x="111" y="63"/>
                    <a:pt x="111" y="63"/>
                  </a:cubicBezTo>
                  <a:cubicBezTo>
                    <a:pt x="126" y="48"/>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2" name="Google Shape;432;p35"/>
            <p:cNvSpPr/>
            <p:nvPr/>
          </p:nvSpPr>
          <p:spPr>
            <a:xfrm>
              <a:off x="3408012" y="1795283"/>
              <a:ext cx="4548" cy="5534"/>
            </a:xfrm>
            <a:custGeom>
              <a:avLst/>
              <a:gdLst/>
              <a:ahLst/>
              <a:cxnLst/>
              <a:rect l="l" t="t" r="r" b="b"/>
              <a:pathLst>
                <a:path w="143" h="174" extrusionOk="0">
                  <a:moveTo>
                    <a:pt x="79" y="0"/>
                  </a:moveTo>
                  <a:lnTo>
                    <a:pt x="79" y="15"/>
                  </a:lnTo>
                  <a:cubicBezTo>
                    <a:pt x="79" y="15"/>
                    <a:pt x="63" y="32"/>
                    <a:pt x="48" y="32"/>
                  </a:cubicBezTo>
                  <a:lnTo>
                    <a:pt x="32" y="32"/>
                  </a:lnTo>
                  <a:lnTo>
                    <a:pt x="32" y="32"/>
                  </a:lnTo>
                  <a:lnTo>
                    <a:pt x="32" y="32"/>
                  </a:lnTo>
                  <a:lnTo>
                    <a:pt x="16" y="32"/>
                  </a:lnTo>
                  <a:lnTo>
                    <a:pt x="0" y="32"/>
                  </a:lnTo>
                  <a:cubicBezTo>
                    <a:pt x="0" y="47"/>
                    <a:pt x="0" y="63"/>
                    <a:pt x="16" y="63"/>
                  </a:cubicBezTo>
                  <a:cubicBezTo>
                    <a:pt x="16" y="78"/>
                    <a:pt x="32" y="95"/>
                    <a:pt x="32" y="110"/>
                  </a:cubicBezTo>
                  <a:cubicBezTo>
                    <a:pt x="48" y="142"/>
                    <a:pt x="79" y="173"/>
                    <a:pt x="126" y="173"/>
                  </a:cubicBezTo>
                  <a:lnTo>
                    <a:pt x="142" y="173"/>
                  </a:lnTo>
                  <a:lnTo>
                    <a:pt x="142" y="158"/>
                  </a:lnTo>
                  <a:lnTo>
                    <a:pt x="142" y="110"/>
                  </a:lnTo>
                  <a:lnTo>
                    <a:pt x="142" y="110"/>
                  </a:lnTo>
                  <a:cubicBezTo>
                    <a:pt x="126" y="110"/>
                    <a:pt x="111" y="95"/>
                    <a:pt x="95" y="78"/>
                  </a:cubicBezTo>
                  <a:lnTo>
                    <a:pt x="95" y="63"/>
                  </a:lnTo>
                  <a:lnTo>
                    <a:pt x="95" y="63"/>
                  </a:lnTo>
                  <a:cubicBezTo>
                    <a:pt x="95" y="63"/>
                    <a:pt x="111" y="63"/>
                    <a:pt x="111" y="47"/>
                  </a:cubicBezTo>
                  <a:lnTo>
                    <a:pt x="95" y="47"/>
                  </a:lnTo>
                  <a:cubicBezTo>
                    <a:pt x="95" y="32"/>
                    <a:pt x="95" y="15"/>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3" name="Google Shape;433;p35"/>
            <p:cNvSpPr/>
            <p:nvPr/>
          </p:nvSpPr>
          <p:spPr>
            <a:xfrm>
              <a:off x="3373918" y="1777250"/>
              <a:ext cx="3053" cy="3498"/>
            </a:xfrm>
            <a:custGeom>
              <a:avLst/>
              <a:gdLst/>
              <a:ahLst/>
              <a:cxnLst/>
              <a:rect l="l" t="t" r="r" b="b"/>
              <a:pathLst>
                <a:path w="96" h="110" extrusionOk="0">
                  <a:moveTo>
                    <a:pt x="49" y="0"/>
                  </a:moveTo>
                  <a:cubicBezTo>
                    <a:pt x="49" y="15"/>
                    <a:pt x="32" y="15"/>
                    <a:pt x="17" y="15"/>
                  </a:cubicBezTo>
                  <a:lnTo>
                    <a:pt x="1" y="32"/>
                  </a:lnTo>
                  <a:lnTo>
                    <a:pt x="1" y="32"/>
                  </a:lnTo>
                  <a:lnTo>
                    <a:pt x="1" y="47"/>
                  </a:lnTo>
                  <a:lnTo>
                    <a:pt x="17" y="95"/>
                  </a:lnTo>
                  <a:cubicBezTo>
                    <a:pt x="32" y="110"/>
                    <a:pt x="32" y="110"/>
                    <a:pt x="49" y="110"/>
                  </a:cubicBezTo>
                  <a:lnTo>
                    <a:pt x="64" y="110"/>
                  </a:lnTo>
                  <a:cubicBezTo>
                    <a:pt x="80" y="110"/>
                    <a:pt x="95" y="78"/>
                    <a:pt x="80" y="63"/>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4" name="Google Shape;434;p35"/>
            <p:cNvSpPr/>
            <p:nvPr/>
          </p:nvSpPr>
          <p:spPr>
            <a:xfrm>
              <a:off x="3203069" y="1804283"/>
              <a:ext cx="4516" cy="4039"/>
            </a:xfrm>
            <a:custGeom>
              <a:avLst/>
              <a:gdLst/>
              <a:ahLst/>
              <a:cxnLst/>
              <a:rect l="l" t="t" r="r" b="b"/>
              <a:pathLst>
                <a:path w="142" h="127" extrusionOk="0">
                  <a:moveTo>
                    <a:pt x="79" y="111"/>
                  </a:moveTo>
                  <a:lnTo>
                    <a:pt x="79" y="111"/>
                  </a:lnTo>
                  <a:lnTo>
                    <a:pt x="79" y="111"/>
                  </a:lnTo>
                  <a:close/>
                  <a:moveTo>
                    <a:pt x="64" y="48"/>
                  </a:moveTo>
                  <a:lnTo>
                    <a:pt x="64" y="48"/>
                  </a:lnTo>
                  <a:lnTo>
                    <a:pt x="64" y="48"/>
                  </a:lnTo>
                  <a:close/>
                  <a:moveTo>
                    <a:pt x="47" y="1"/>
                  </a:moveTo>
                  <a:cubicBezTo>
                    <a:pt x="32" y="16"/>
                    <a:pt x="32" y="16"/>
                    <a:pt x="16" y="16"/>
                  </a:cubicBezTo>
                  <a:lnTo>
                    <a:pt x="16" y="16"/>
                  </a:lnTo>
                  <a:cubicBezTo>
                    <a:pt x="16" y="16"/>
                    <a:pt x="1" y="16"/>
                    <a:pt x="1" y="32"/>
                  </a:cubicBezTo>
                  <a:cubicBezTo>
                    <a:pt x="1" y="48"/>
                    <a:pt x="1" y="79"/>
                    <a:pt x="16" y="95"/>
                  </a:cubicBezTo>
                  <a:cubicBezTo>
                    <a:pt x="32" y="111"/>
                    <a:pt x="47" y="111"/>
                    <a:pt x="79" y="111"/>
                  </a:cubicBezTo>
                  <a:lnTo>
                    <a:pt x="79" y="111"/>
                  </a:lnTo>
                  <a:cubicBezTo>
                    <a:pt x="95" y="127"/>
                    <a:pt x="95" y="127"/>
                    <a:pt x="110" y="127"/>
                  </a:cubicBezTo>
                  <a:cubicBezTo>
                    <a:pt x="110" y="127"/>
                    <a:pt x="127" y="127"/>
                    <a:pt x="127" y="111"/>
                  </a:cubicBezTo>
                  <a:cubicBezTo>
                    <a:pt x="142" y="111"/>
                    <a:pt x="142" y="79"/>
                    <a:pt x="127" y="64"/>
                  </a:cubicBezTo>
                  <a:cubicBezTo>
                    <a:pt x="110" y="48"/>
                    <a:pt x="95" y="48"/>
                    <a:pt x="79" y="48"/>
                  </a:cubicBezTo>
                  <a:lnTo>
                    <a:pt x="79" y="48"/>
                  </a:lnTo>
                  <a:lnTo>
                    <a:pt x="79" y="48"/>
                  </a:lnTo>
                  <a:cubicBezTo>
                    <a:pt x="79" y="32"/>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5" name="Google Shape;435;p35"/>
            <p:cNvSpPr/>
            <p:nvPr/>
          </p:nvSpPr>
          <p:spPr>
            <a:xfrm>
              <a:off x="3205073" y="1805778"/>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6" name="Google Shape;436;p35"/>
            <p:cNvSpPr/>
            <p:nvPr/>
          </p:nvSpPr>
          <p:spPr>
            <a:xfrm>
              <a:off x="3205550" y="180778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7" name="Google Shape;437;p35"/>
            <p:cNvSpPr/>
            <p:nvPr/>
          </p:nvSpPr>
          <p:spPr>
            <a:xfrm>
              <a:off x="3176481" y="1803774"/>
              <a:ext cx="3562" cy="3053"/>
            </a:xfrm>
            <a:custGeom>
              <a:avLst/>
              <a:gdLst/>
              <a:ahLst/>
              <a:cxnLst/>
              <a:rect l="l" t="t" r="r" b="b"/>
              <a:pathLst>
                <a:path w="112" h="96" extrusionOk="0">
                  <a:moveTo>
                    <a:pt x="49" y="1"/>
                  </a:moveTo>
                  <a:lnTo>
                    <a:pt x="49" y="1"/>
                  </a:lnTo>
                  <a:cubicBezTo>
                    <a:pt x="32" y="17"/>
                    <a:pt x="17" y="17"/>
                    <a:pt x="17" y="17"/>
                  </a:cubicBezTo>
                  <a:lnTo>
                    <a:pt x="1" y="17"/>
                  </a:lnTo>
                  <a:lnTo>
                    <a:pt x="1" y="32"/>
                  </a:lnTo>
                  <a:cubicBezTo>
                    <a:pt x="17" y="48"/>
                    <a:pt x="17" y="48"/>
                    <a:pt x="17" y="64"/>
                  </a:cubicBezTo>
                  <a:lnTo>
                    <a:pt x="17" y="95"/>
                  </a:lnTo>
                  <a:lnTo>
                    <a:pt x="32" y="95"/>
                  </a:lnTo>
                  <a:lnTo>
                    <a:pt x="80" y="95"/>
                  </a:lnTo>
                  <a:lnTo>
                    <a:pt x="80" y="95"/>
                  </a:lnTo>
                  <a:lnTo>
                    <a:pt x="112" y="95"/>
                  </a:lnTo>
                  <a:lnTo>
                    <a:pt x="112" y="95"/>
                  </a:lnTo>
                  <a:cubicBezTo>
                    <a:pt x="95" y="95"/>
                    <a:pt x="80" y="80"/>
                    <a:pt x="80"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8" name="Google Shape;438;p35"/>
            <p:cNvSpPr/>
            <p:nvPr/>
          </p:nvSpPr>
          <p:spPr>
            <a:xfrm>
              <a:off x="3395958" y="1762684"/>
              <a:ext cx="6583" cy="5565"/>
            </a:xfrm>
            <a:custGeom>
              <a:avLst/>
              <a:gdLst/>
              <a:ahLst/>
              <a:cxnLst/>
              <a:rect l="l" t="t" r="r" b="b"/>
              <a:pathLst>
                <a:path w="207" h="175" extrusionOk="0">
                  <a:moveTo>
                    <a:pt x="112" y="1"/>
                  </a:moveTo>
                  <a:lnTo>
                    <a:pt x="64" y="17"/>
                  </a:lnTo>
                  <a:lnTo>
                    <a:pt x="49" y="17"/>
                  </a:lnTo>
                  <a:lnTo>
                    <a:pt x="32" y="17"/>
                  </a:lnTo>
                  <a:lnTo>
                    <a:pt x="17" y="64"/>
                  </a:lnTo>
                  <a:cubicBezTo>
                    <a:pt x="1" y="80"/>
                    <a:pt x="1" y="95"/>
                    <a:pt x="17" y="112"/>
                  </a:cubicBezTo>
                  <a:lnTo>
                    <a:pt x="32" y="112"/>
                  </a:lnTo>
                  <a:cubicBezTo>
                    <a:pt x="49" y="112"/>
                    <a:pt x="64" y="112"/>
                    <a:pt x="64" y="95"/>
                  </a:cubicBezTo>
                  <a:lnTo>
                    <a:pt x="80" y="80"/>
                  </a:lnTo>
                  <a:lnTo>
                    <a:pt x="127" y="112"/>
                  </a:lnTo>
                  <a:lnTo>
                    <a:pt x="112" y="127"/>
                  </a:lnTo>
                  <a:cubicBezTo>
                    <a:pt x="112" y="127"/>
                    <a:pt x="95" y="158"/>
                    <a:pt x="112" y="175"/>
                  </a:cubicBezTo>
                  <a:lnTo>
                    <a:pt x="112" y="175"/>
                  </a:lnTo>
                  <a:lnTo>
                    <a:pt x="143" y="175"/>
                  </a:lnTo>
                  <a:lnTo>
                    <a:pt x="158" y="175"/>
                  </a:lnTo>
                  <a:lnTo>
                    <a:pt x="175" y="158"/>
                  </a:lnTo>
                  <a:lnTo>
                    <a:pt x="175" y="143"/>
                  </a:lnTo>
                  <a:cubicBezTo>
                    <a:pt x="158" y="127"/>
                    <a:pt x="175" y="112"/>
                    <a:pt x="190" y="95"/>
                  </a:cubicBezTo>
                  <a:lnTo>
                    <a:pt x="206" y="95"/>
                  </a:lnTo>
                  <a:lnTo>
                    <a:pt x="206" y="95"/>
                  </a:lnTo>
                  <a:lnTo>
                    <a:pt x="206" y="95"/>
                  </a:lnTo>
                  <a:lnTo>
                    <a:pt x="206" y="8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9" name="Google Shape;439;p35"/>
            <p:cNvSpPr/>
            <p:nvPr/>
          </p:nvSpPr>
          <p:spPr>
            <a:xfrm>
              <a:off x="3317785" y="1768695"/>
              <a:ext cx="8078" cy="5057"/>
            </a:xfrm>
            <a:custGeom>
              <a:avLst/>
              <a:gdLst/>
              <a:ahLst/>
              <a:cxnLst/>
              <a:rect l="l" t="t" r="r" b="b"/>
              <a:pathLst>
                <a:path w="254" h="159" extrusionOk="0">
                  <a:moveTo>
                    <a:pt x="112" y="1"/>
                  </a:moveTo>
                  <a:lnTo>
                    <a:pt x="112" y="1"/>
                  </a:lnTo>
                  <a:lnTo>
                    <a:pt x="112" y="1"/>
                  </a:lnTo>
                  <a:cubicBezTo>
                    <a:pt x="96" y="1"/>
                    <a:pt x="80" y="17"/>
                    <a:pt x="80" y="17"/>
                  </a:cubicBezTo>
                  <a:lnTo>
                    <a:pt x="80" y="32"/>
                  </a:lnTo>
                  <a:lnTo>
                    <a:pt x="80" y="32"/>
                  </a:lnTo>
                  <a:lnTo>
                    <a:pt x="64" y="32"/>
                  </a:lnTo>
                  <a:lnTo>
                    <a:pt x="64" y="32"/>
                  </a:lnTo>
                  <a:cubicBezTo>
                    <a:pt x="49" y="32"/>
                    <a:pt x="17" y="32"/>
                    <a:pt x="1" y="64"/>
                  </a:cubicBezTo>
                  <a:lnTo>
                    <a:pt x="1" y="64"/>
                  </a:lnTo>
                  <a:lnTo>
                    <a:pt x="1" y="95"/>
                  </a:lnTo>
                  <a:lnTo>
                    <a:pt x="17" y="143"/>
                  </a:lnTo>
                  <a:cubicBezTo>
                    <a:pt x="17" y="158"/>
                    <a:pt x="33" y="158"/>
                    <a:pt x="33" y="158"/>
                  </a:cubicBezTo>
                  <a:lnTo>
                    <a:pt x="33" y="143"/>
                  </a:lnTo>
                  <a:cubicBezTo>
                    <a:pt x="33" y="127"/>
                    <a:pt x="49" y="112"/>
                    <a:pt x="64" y="112"/>
                  </a:cubicBezTo>
                  <a:lnTo>
                    <a:pt x="64" y="112"/>
                  </a:lnTo>
                  <a:lnTo>
                    <a:pt x="80" y="112"/>
                  </a:lnTo>
                  <a:lnTo>
                    <a:pt x="96" y="127"/>
                  </a:lnTo>
                  <a:lnTo>
                    <a:pt x="112" y="127"/>
                  </a:lnTo>
                  <a:lnTo>
                    <a:pt x="112" y="127"/>
                  </a:lnTo>
                  <a:lnTo>
                    <a:pt x="143" y="158"/>
                  </a:lnTo>
                  <a:lnTo>
                    <a:pt x="143" y="158"/>
                  </a:lnTo>
                  <a:lnTo>
                    <a:pt x="143" y="158"/>
                  </a:lnTo>
                  <a:cubicBezTo>
                    <a:pt x="143" y="127"/>
                    <a:pt x="143" y="112"/>
                    <a:pt x="159" y="112"/>
                  </a:cubicBezTo>
                  <a:lnTo>
                    <a:pt x="175" y="112"/>
                  </a:lnTo>
                  <a:lnTo>
                    <a:pt x="175" y="112"/>
                  </a:lnTo>
                  <a:cubicBezTo>
                    <a:pt x="190" y="112"/>
                    <a:pt x="206" y="127"/>
                    <a:pt x="206" y="143"/>
                  </a:cubicBezTo>
                  <a:lnTo>
                    <a:pt x="206" y="143"/>
                  </a:lnTo>
                  <a:lnTo>
                    <a:pt x="206" y="143"/>
                  </a:lnTo>
                  <a:lnTo>
                    <a:pt x="238" y="143"/>
                  </a:lnTo>
                  <a:cubicBezTo>
                    <a:pt x="253" y="143"/>
                    <a:pt x="253" y="127"/>
                    <a:pt x="253" y="112"/>
                  </a:cubicBezTo>
                  <a:lnTo>
                    <a:pt x="238" y="112"/>
                  </a:lnTo>
                  <a:lnTo>
                    <a:pt x="238" y="112"/>
                  </a:lnTo>
                  <a:cubicBezTo>
                    <a:pt x="206" y="112"/>
                    <a:pt x="206" y="95"/>
                    <a:pt x="206" y="80"/>
                  </a:cubicBezTo>
                  <a:lnTo>
                    <a:pt x="190" y="80"/>
                  </a:lnTo>
                  <a:cubicBezTo>
                    <a:pt x="175" y="95"/>
                    <a:pt x="159" y="95"/>
                    <a:pt x="143" y="95"/>
                  </a:cubicBezTo>
                  <a:lnTo>
                    <a:pt x="112" y="95"/>
                  </a:lnTo>
                  <a:lnTo>
                    <a:pt x="112" y="95"/>
                  </a:lnTo>
                  <a:cubicBezTo>
                    <a:pt x="127" y="95"/>
                    <a:pt x="127" y="95"/>
                    <a:pt x="127" y="80"/>
                  </a:cubicBezTo>
                  <a:cubicBezTo>
                    <a:pt x="143" y="80"/>
                    <a:pt x="159" y="49"/>
                    <a:pt x="143" y="32"/>
                  </a:cubicBez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0" name="Google Shape;440;p35"/>
            <p:cNvSpPr/>
            <p:nvPr/>
          </p:nvSpPr>
          <p:spPr>
            <a:xfrm>
              <a:off x="3245654" y="1797763"/>
              <a:ext cx="2544" cy="4548"/>
            </a:xfrm>
            <a:custGeom>
              <a:avLst/>
              <a:gdLst/>
              <a:ahLst/>
              <a:cxnLst/>
              <a:rect l="l" t="t" r="r" b="b"/>
              <a:pathLst>
                <a:path w="80" h="143" extrusionOk="0">
                  <a:moveTo>
                    <a:pt x="32" y="0"/>
                  </a:moveTo>
                  <a:lnTo>
                    <a:pt x="32" y="0"/>
                  </a:lnTo>
                  <a:lnTo>
                    <a:pt x="17" y="0"/>
                  </a:lnTo>
                  <a:cubicBezTo>
                    <a:pt x="32" y="17"/>
                    <a:pt x="32" y="32"/>
                    <a:pt x="17" y="48"/>
                  </a:cubicBezTo>
                  <a:lnTo>
                    <a:pt x="0" y="64"/>
                  </a:lnTo>
                  <a:lnTo>
                    <a:pt x="0" y="80"/>
                  </a:lnTo>
                  <a:lnTo>
                    <a:pt x="0" y="111"/>
                  </a:lnTo>
                  <a:lnTo>
                    <a:pt x="17" y="111"/>
                  </a:lnTo>
                  <a:lnTo>
                    <a:pt x="32" y="111"/>
                  </a:lnTo>
                  <a:cubicBezTo>
                    <a:pt x="48" y="127"/>
                    <a:pt x="63" y="127"/>
                    <a:pt x="63" y="143"/>
                  </a:cubicBezTo>
                  <a:cubicBezTo>
                    <a:pt x="80" y="143"/>
                    <a:pt x="80" y="127"/>
                    <a:pt x="80" y="127"/>
                  </a:cubicBezTo>
                  <a:lnTo>
                    <a:pt x="63" y="32"/>
                  </a:lnTo>
                  <a:cubicBezTo>
                    <a:pt x="63" y="17"/>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1" name="Google Shape;441;p35"/>
            <p:cNvSpPr/>
            <p:nvPr/>
          </p:nvSpPr>
          <p:spPr>
            <a:xfrm>
              <a:off x="3432055" y="1776232"/>
              <a:ext cx="8046" cy="5534"/>
            </a:xfrm>
            <a:custGeom>
              <a:avLst/>
              <a:gdLst/>
              <a:ahLst/>
              <a:cxnLst/>
              <a:rect l="l" t="t" r="r" b="b"/>
              <a:pathLst>
                <a:path w="253" h="174" extrusionOk="0">
                  <a:moveTo>
                    <a:pt x="174" y="1"/>
                  </a:moveTo>
                  <a:lnTo>
                    <a:pt x="158" y="1"/>
                  </a:lnTo>
                  <a:lnTo>
                    <a:pt x="158" y="16"/>
                  </a:lnTo>
                  <a:lnTo>
                    <a:pt x="143" y="16"/>
                  </a:lnTo>
                  <a:cubicBezTo>
                    <a:pt x="126" y="16"/>
                    <a:pt x="111" y="16"/>
                    <a:pt x="80" y="32"/>
                  </a:cubicBezTo>
                  <a:lnTo>
                    <a:pt x="63" y="32"/>
                  </a:lnTo>
                  <a:cubicBezTo>
                    <a:pt x="48" y="47"/>
                    <a:pt x="32" y="47"/>
                    <a:pt x="17" y="47"/>
                  </a:cubicBezTo>
                  <a:lnTo>
                    <a:pt x="0" y="64"/>
                  </a:lnTo>
                  <a:lnTo>
                    <a:pt x="0" y="95"/>
                  </a:lnTo>
                  <a:lnTo>
                    <a:pt x="32" y="158"/>
                  </a:lnTo>
                  <a:cubicBezTo>
                    <a:pt x="48" y="173"/>
                    <a:pt x="48" y="173"/>
                    <a:pt x="63" y="173"/>
                  </a:cubicBezTo>
                  <a:lnTo>
                    <a:pt x="80" y="173"/>
                  </a:lnTo>
                  <a:cubicBezTo>
                    <a:pt x="95" y="158"/>
                    <a:pt x="111" y="142"/>
                    <a:pt x="95" y="127"/>
                  </a:cubicBezTo>
                  <a:lnTo>
                    <a:pt x="80" y="95"/>
                  </a:lnTo>
                  <a:lnTo>
                    <a:pt x="80" y="95"/>
                  </a:lnTo>
                  <a:lnTo>
                    <a:pt x="111" y="95"/>
                  </a:lnTo>
                  <a:cubicBezTo>
                    <a:pt x="126" y="79"/>
                    <a:pt x="143" y="79"/>
                    <a:pt x="158" y="79"/>
                  </a:cubicBezTo>
                  <a:lnTo>
                    <a:pt x="174" y="79"/>
                  </a:lnTo>
                  <a:lnTo>
                    <a:pt x="174" y="79"/>
                  </a:lnTo>
                  <a:cubicBezTo>
                    <a:pt x="158" y="95"/>
                    <a:pt x="174" y="95"/>
                    <a:pt x="174" y="110"/>
                  </a:cubicBezTo>
                  <a:cubicBezTo>
                    <a:pt x="174" y="95"/>
                    <a:pt x="189" y="95"/>
                    <a:pt x="206" y="95"/>
                  </a:cubicBezTo>
                  <a:lnTo>
                    <a:pt x="206" y="95"/>
                  </a:lnTo>
                  <a:lnTo>
                    <a:pt x="206" y="95"/>
                  </a:lnTo>
                  <a:lnTo>
                    <a:pt x="237" y="95"/>
                  </a:lnTo>
                  <a:cubicBezTo>
                    <a:pt x="252" y="64"/>
                    <a:pt x="237" y="32"/>
                    <a:pt x="221" y="32"/>
                  </a:cubicBezTo>
                  <a:cubicBezTo>
                    <a:pt x="221" y="16"/>
                    <a:pt x="206" y="1"/>
                    <a:pt x="17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2" name="Google Shape;442;p35"/>
            <p:cNvSpPr/>
            <p:nvPr/>
          </p:nvSpPr>
          <p:spPr>
            <a:xfrm>
              <a:off x="3400506" y="1811789"/>
              <a:ext cx="5502" cy="6583"/>
            </a:xfrm>
            <a:custGeom>
              <a:avLst/>
              <a:gdLst/>
              <a:ahLst/>
              <a:cxnLst/>
              <a:rect l="l" t="t" r="r" b="b"/>
              <a:pathLst>
                <a:path w="173" h="207" extrusionOk="0">
                  <a:moveTo>
                    <a:pt x="141" y="1"/>
                  </a:moveTo>
                  <a:lnTo>
                    <a:pt x="141" y="1"/>
                  </a:lnTo>
                  <a:lnTo>
                    <a:pt x="63" y="1"/>
                  </a:lnTo>
                  <a:cubicBezTo>
                    <a:pt x="78" y="17"/>
                    <a:pt x="95" y="32"/>
                    <a:pt x="78" y="32"/>
                  </a:cubicBezTo>
                  <a:cubicBezTo>
                    <a:pt x="78" y="49"/>
                    <a:pt x="63" y="64"/>
                    <a:pt x="47" y="64"/>
                  </a:cubicBezTo>
                  <a:lnTo>
                    <a:pt x="47" y="64"/>
                  </a:lnTo>
                  <a:lnTo>
                    <a:pt x="32" y="64"/>
                  </a:lnTo>
                  <a:lnTo>
                    <a:pt x="32" y="64"/>
                  </a:lnTo>
                  <a:lnTo>
                    <a:pt x="15" y="95"/>
                  </a:lnTo>
                  <a:lnTo>
                    <a:pt x="32" y="95"/>
                  </a:lnTo>
                  <a:lnTo>
                    <a:pt x="32" y="95"/>
                  </a:lnTo>
                  <a:cubicBezTo>
                    <a:pt x="63" y="95"/>
                    <a:pt x="78" y="112"/>
                    <a:pt x="78" y="143"/>
                  </a:cubicBezTo>
                  <a:cubicBezTo>
                    <a:pt x="78" y="158"/>
                    <a:pt x="63" y="175"/>
                    <a:pt x="47" y="175"/>
                  </a:cubicBezTo>
                  <a:lnTo>
                    <a:pt x="0" y="175"/>
                  </a:lnTo>
                  <a:lnTo>
                    <a:pt x="0" y="175"/>
                  </a:lnTo>
                  <a:lnTo>
                    <a:pt x="0" y="206"/>
                  </a:lnTo>
                  <a:cubicBezTo>
                    <a:pt x="15" y="206"/>
                    <a:pt x="32" y="206"/>
                    <a:pt x="63" y="190"/>
                  </a:cubicBezTo>
                  <a:lnTo>
                    <a:pt x="63" y="190"/>
                  </a:lnTo>
                  <a:lnTo>
                    <a:pt x="95" y="64"/>
                  </a:lnTo>
                  <a:lnTo>
                    <a:pt x="141" y="64"/>
                  </a:lnTo>
                  <a:lnTo>
                    <a:pt x="141" y="49"/>
                  </a:lnTo>
                  <a:lnTo>
                    <a:pt x="173" y="49"/>
                  </a:lnTo>
                  <a:lnTo>
                    <a:pt x="173" y="49"/>
                  </a:lnTo>
                  <a:lnTo>
                    <a:pt x="173" y="32"/>
                  </a:lnTo>
                  <a:cubicBezTo>
                    <a:pt x="173" y="17"/>
                    <a:pt x="158"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3" name="Google Shape;443;p35"/>
            <p:cNvSpPr/>
            <p:nvPr/>
          </p:nvSpPr>
          <p:spPr>
            <a:xfrm>
              <a:off x="3413514" y="1769712"/>
              <a:ext cx="7537" cy="8555"/>
            </a:xfrm>
            <a:custGeom>
              <a:avLst/>
              <a:gdLst/>
              <a:ahLst/>
              <a:cxnLst/>
              <a:rect l="l" t="t" r="r" b="b"/>
              <a:pathLst>
                <a:path w="237" h="269" extrusionOk="0">
                  <a:moveTo>
                    <a:pt x="205" y="0"/>
                  </a:moveTo>
                  <a:lnTo>
                    <a:pt x="205" y="0"/>
                  </a:lnTo>
                  <a:lnTo>
                    <a:pt x="190" y="0"/>
                  </a:lnTo>
                  <a:cubicBezTo>
                    <a:pt x="190" y="0"/>
                    <a:pt x="174" y="0"/>
                    <a:pt x="174" y="17"/>
                  </a:cubicBezTo>
                  <a:lnTo>
                    <a:pt x="174" y="32"/>
                  </a:lnTo>
                  <a:lnTo>
                    <a:pt x="159" y="48"/>
                  </a:lnTo>
                  <a:lnTo>
                    <a:pt x="174" y="48"/>
                  </a:lnTo>
                  <a:cubicBezTo>
                    <a:pt x="190" y="48"/>
                    <a:pt x="205" y="63"/>
                    <a:pt x="205" y="95"/>
                  </a:cubicBezTo>
                  <a:cubicBezTo>
                    <a:pt x="205" y="111"/>
                    <a:pt x="190" y="111"/>
                    <a:pt x="174" y="111"/>
                  </a:cubicBezTo>
                  <a:lnTo>
                    <a:pt x="159" y="111"/>
                  </a:lnTo>
                  <a:lnTo>
                    <a:pt x="159" y="111"/>
                  </a:lnTo>
                  <a:lnTo>
                    <a:pt x="142" y="189"/>
                  </a:lnTo>
                  <a:lnTo>
                    <a:pt x="95" y="158"/>
                  </a:lnTo>
                  <a:lnTo>
                    <a:pt x="79" y="158"/>
                  </a:lnTo>
                  <a:lnTo>
                    <a:pt x="64" y="158"/>
                  </a:lnTo>
                  <a:lnTo>
                    <a:pt x="64" y="158"/>
                  </a:lnTo>
                  <a:lnTo>
                    <a:pt x="1" y="174"/>
                  </a:lnTo>
                  <a:lnTo>
                    <a:pt x="1" y="174"/>
                  </a:lnTo>
                  <a:lnTo>
                    <a:pt x="1" y="174"/>
                  </a:lnTo>
                  <a:cubicBezTo>
                    <a:pt x="16" y="189"/>
                    <a:pt x="16" y="189"/>
                    <a:pt x="16" y="206"/>
                  </a:cubicBezTo>
                  <a:lnTo>
                    <a:pt x="16" y="237"/>
                  </a:lnTo>
                  <a:lnTo>
                    <a:pt x="64" y="221"/>
                  </a:lnTo>
                  <a:lnTo>
                    <a:pt x="111" y="237"/>
                  </a:lnTo>
                  <a:lnTo>
                    <a:pt x="127" y="237"/>
                  </a:lnTo>
                  <a:lnTo>
                    <a:pt x="127" y="237"/>
                  </a:lnTo>
                  <a:cubicBezTo>
                    <a:pt x="142" y="237"/>
                    <a:pt x="159" y="237"/>
                    <a:pt x="159" y="252"/>
                  </a:cubicBezTo>
                  <a:lnTo>
                    <a:pt x="174" y="269"/>
                  </a:lnTo>
                  <a:lnTo>
                    <a:pt x="174" y="269"/>
                  </a:lnTo>
                  <a:lnTo>
                    <a:pt x="190" y="269"/>
                  </a:lnTo>
                  <a:cubicBezTo>
                    <a:pt x="190" y="252"/>
                    <a:pt x="205" y="252"/>
                    <a:pt x="205" y="237"/>
                  </a:cubicBezTo>
                  <a:lnTo>
                    <a:pt x="205" y="206"/>
                  </a:lnTo>
                  <a:lnTo>
                    <a:pt x="190" y="221"/>
                  </a:lnTo>
                  <a:lnTo>
                    <a:pt x="190" y="221"/>
                  </a:lnTo>
                  <a:cubicBezTo>
                    <a:pt x="174" y="221"/>
                    <a:pt x="159" y="206"/>
                    <a:pt x="159" y="189"/>
                  </a:cubicBezTo>
                  <a:cubicBezTo>
                    <a:pt x="159" y="158"/>
                    <a:pt x="174" y="143"/>
                    <a:pt x="190" y="143"/>
                  </a:cubicBezTo>
                  <a:lnTo>
                    <a:pt x="222" y="143"/>
                  </a:lnTo>
                  <a:lnTo>
                    <a:pt x="222" y="111"/>
                  </a:lnTo>
                  <a:lnTo>
                    <a:pt x="222" y="80"/>
                  </a:lnTo>
                  <a:lnTo>
                    <a:pt x="237" y="80"/>
                  </a:lnTo>
                  <a:lnTo>
                    <a:pt x="237" y="32"/>
                  </a:lnTo>
                  <a:cubicBezTo>
                    <a:pt x="237" y="17"/>
                    <a:pt x="222"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4" name="Google Shape;444;p35"/>
            <p:cNvSpPr/>
            <p:nvPr/>
          </p:nvSpPr>
          <p:spPr>
            <a:xfrm>
              <a:off x="3168467" y="1794742"/>
              <a:ext cx="7569" cy="5565"/>
            </a:xfrm>
            <a:custGeom>
              <a:avLst/>
              <a:gdLst/>
              <a:ahLst/>
              <a:cxnLst/>
              <a:rect l="l" t="t" r="r" b="b"/>
              <a:pathLst>
                <a:path w="238" h="175" extrusionOk="0">
                  <a:moveTo>
                    <a:pt x="190" y="143"/>
                  </a:moveTo>
                  <a:lnTo>
                    <a:pt x="190" y="159"/>
                  </a:lnTo>
                  <a:cubicBezTo>
                    <a:pt x="206" y="159"/>
                    <a:pt x="206" y="175"/>
                    <a:pt x="190" y="175"/>
                  </a:cubicBezTo>
                  <a:lnTo>
                    <a:pt x="221" y="159"/>
                  </a:lnTo>
                  <a:lnTo>
                    <a:pt x="206" y="159"/>
                  </a:lnTo>
                  <a:cubicBezTo>
                    <a:pt x="206" y="159"/>
                    <a:pt x="190" y="159"/>
                    <a:pt x="190" y="143"/>
                  </a:cubicBezTo>
                  <a:close/>
                  <a:moveTo>
                    <a:pt x="143" y="1"/>
                  </a:moveTo>
                  <a:lnTo>
                    <a:pt x="95" y="1"/>
                  </a:lnTo>
                  <a:cubicBezTo>
                    <a:pt x="64" y="1"/>
                    <a:pt x="32" y="17"/>
                    <a:pt x="17" y="32"/>
                  </a:cubicBezTo>
                  <a:lnTo>
                    <a:pt x="17" y="32"/>
                  </a:lnTo>
                  <a:cubicBezTo>
                    <a:pt x="1" y="49"/>
                    <a:pt x="1" y="80"/>
                    <a:pt x="17" y="80"/>
                  </a:cubicBezTo>
                  <a:cubicBezTo>
                    <a:pt x="17" y="95"/>
                    <a:pt x="32" y="95"/>
                    <a:pt x="32" y="95"/>
                  </a:cubicBezTo>
                  <a:lnTo>
                    <a:pt x="64" y="95"/>
                  </a:lnTo>
                  <a:cubicBezTo>
                    <a:pt x="80" y="80"/>
                    <a:pt x="80" y="64"/>
                    <a:pt x="158" y="64"/>
                  </a:cubicBezTo>
                  <a:lnTo>
                    <a:pt x="158" y="95"/>
                  </a:lnTo>
                  <a:cubicBezTo>
                    <a:pt x="158" y="95"/>
                    <a:pt x="158" y="112"/>
                    <a:pt x="175" y="112"/>
                  </a:cubicBezTo>
                  <a:lnTo>
                    <a:pt x="158" y="112"/>
                  </a:lnTo>
                  <a:cubicBezTo>
                    <a:pt x="158" y="127"/>
                    <a:pt x="143" y="127"/>
                    <a:pt x="143" y="143"/>
                  </a:cubicBezTo>
                  <a:lnTo>
                    <a:pt x="158" y="127"/>
                  </a:lnTo>
                  <a:lnTo>
                    <a:pt x="158" y="127"/>
                  </a:lnTo>
                  <a:cubicBezTo>
                    <a:pt x="175" y="127"/>
                    <a:pt x="175" y="127"/>
                    <a:pt x="190" y="143"/>
                  </a:cubicBezTo>
                  <a:cubicBezTo>
                    <a:pt x="175" y="127"/>
                    <a:pt x="175" y="112"/>
                    <a:pt x="190" y="112"/>
                  </a:cubicBezTo>
                  <a:cubicBezTo>
                    <a:pt x="190" y="95"/>
                    <a:pt x="206" y="95"/>
                    <a:pt x="206" y="95"/>
                  </a:cubicBezTo>
                  <a:lnTo>
                    <a:pt x="221" y="95"/>
                  </a:lnTo>
                  <a:lnTo>
                    <a:pt x="221" y="95"/>
                  </a:lnTo>
                  <a:lnTo>
                    <a:pt x="238" y="95"/>
                  </a:lnTo>
                  <a:cubicBezTo>
                    <a:pt x="238" y="80"/>
                    <a:pt x="238" y="80"/>
                    <a:pt x="221" y="80"/>
                  </a:cubicBezTo>
                  <a:lnTo>
                    <a:pt x="221" y="64"/>
                  </a:lnTo>
                  <a:lnTo>
                    <a:pt x="190" y="64"/>
                  </a:lnTo>
                  <a:lnTo>
                    <a:pt x="190" y="64"/>
                  </a:lnTo>
                  <a:cubicBezTo>
                    <a:pt x="175" y="64"/>
                    <a:pt x="175" y="64"/>
                    <a:pt x="158" y="4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5" name="Google Shape;445;p35"/>
            <p:cNvSpPr/>
            <p:nvPr/>
          </p:nvSpPr>
          <p:spPr>
            <a:xfrm>
              <a:off x="3376463" y="1773720"/>
              <a:ext cx="4039" cy="6551"/>
            </a:xfrm>
            <a:custGeom>
              <a:avLst/>
              <a:gdLst/>
              <a:ahLst/>
              <a:cxnLst/>
              <a:rect l="l" t="t" r="r" b="b"/>
              <a:pathLst>
                <a:path w="127" h="206" extrusionOk="0">
                  <a:moveTo>
                    <a:pt x="32" y="0"/>
                  </a:moveTo>
                  <a:lnTo>
                    <a:pt x="32" y="0"/>
                  </a:lnTo>
                  <a:lnTo>
                    <a:pt x="15" y="0"/>
                  </a:lnTo>
                  <a:cubicBezTo>
                    <a:pt x="0" y="17"/>
                    <a:pt x="0" y="32"/>
                    <a:pt x="15" y="48"/>
                  </a:cubicBezTo>
                  <a:lnTo>
                    <a:pt x="47" y="95"/>
                  </a:lnTo>
                  <a:lnTo>
                    <a:pt x="47" y="95"/>
                  </a:lnTo>
                  <a:lnTo>
                    <a:pt x="63" y="174"/>
                  </a:lnTo>
                  <a:cubicBezTo>
                    <a:pt x="63" y="189"/>
                    <a:pt x="78" y="206"/>
                    <a:pt x="95" y="206"/>
                  </a:cubicBezTo>
                  <a:lnTo>
                    <a:pt x="110" y="206"/>
                  </a:lnTo>
                  <a:lnTo>
                    <a:pt x="126" y="189"/>
                  </a:lnTo>
                  <a:lnTo>
                    <a:pt x="126" y="158"/>
                  </a:lnTo>
                  <a:lnTo>
                    <a:pt x="126" y="143"/>
                  </a:lnTo>
                  <a:lnTo>
                    <a:pt x="126" y="111"/>
                  </a:lnTo>
                  <a:lnTo>
                    <a:pt x="126" y="111"/>
                  </a:lnTo>
                  <a:cubicBezTo>
                    <a:pt x="110" y="95"/>
                    <a:pt x="110" y="80"/>
                    <a:pt x="110" y="80"/>
                  </a:cubicBezTo>
                  <a:lnTo>
                    <a:pt x="110" y="48"/>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6" name="Google Shape;446;p35"/>
            <p:cNvSpPr/>
            <p:nvPr/>
          </p:nvSpPr>
          <p:spPr>
            <a:xfrm>
              <a:off x="3208094" y="1793756"/>
              <a:ext cx="5025" cy="2035"/>
            </a:xfrm>
            <a:custGeom>
              <a:avLst/>
              <a:gdLst/>
              <a:ahLst/>
              <a:cxnLst/>
              <a:rect l="l" t="t" r="r" b="b"/>
              <a:pathLst>
                <a:path w="158" h="64" extrusionOk="0">
                  <a:moveTo>
                    <a:pt x="32" y="0"/>
                  </a:moveTo>
                  <a:lnTo>
                    <a:pt x="32" y="0"/>
                  </a:lnTo>
                  <a:cubicBezTo>
                    <a:pt x="15" y="0"/>
                    <a:pt x="15" y="0"/>
                    <a:pt x="0" y="17"/>
                  </a:cubicBezTo>
                  <a:lnTo>
                    <a:pt x="0" y="32"/>
                  </a:lnTo>
                  <a:cubicBezTo>
                    <a:pt x="0" y="48"/>
                    <a:pt x="15" y="63"/>
                    <a:pt x="32" y="63"/>
                  </a:cubicBezTo>
                  <a:lnTo>
                    <a:pt x="32" y="63"/>
                  </a:lnTo>
                  <a:lnTo>
                    <a:pt x="126" y="63"/>
                  </a:lnTo>
                  <a:lnTo>
                    <a:pt x="126" y="63"/>
                  </a:lnTo>
                  <a:cubicBezTo>
                    <a:pt x="141" y="63"/>
                    <a:pt x="158" y="48"/>
                    <a:pt x="158" y="32"/>
                  </a:cubicBezTo>
                  <a:cubicBezTo>
                    <a:pt x="158" y="17"/>
                    <a:pt x="158" y="0"/>
                    <a:pt x="126"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7" name="Google Shape;447;p35"/>
            <p:cNvSpPr/>
            <p:nvPr/>
          </p:nvSpPr>
          <p:spPr>
            <a:xfrm>
              <a:off x="3265690" y="1820344"/>
              <a:ext cx="5025" cy="2512"/>
            </a:xfrm>
            <a:custGeom>
              <a:avLst/>
              <a:gdLst/>
              <a:ahLst/>
              <a:cxnLst/>
              <a:rect l="l" t="t" r="r" b="b"/>
              <a:pathLst>
                <a:path w="158" h="79" extrusionOk="0">
                  <a:moveTo>
                    <a:pt x="126" y="0"/>
                  </a:moveTo>
                  <a:lnTo>
                    <a:pt x="126" y="0"/>
                  </a:lnTo>
                  <a:lnTo>
                    <a:pt x="111" y="0"/>
                  </a:lnTo>
                  <a:lnTo>
                    <a:pt x="111" y="0"/>
                  </a:lnTo>
                  <a:lnTo>
                    <a:pt x="111" y="0"/>
                  </a:lnTo>
                  <a:cubicBezTo>
                    <a:pt x="95" y="0"/>
                    <a:pt x="95" y="15"/>
                    <a:pt x="80" y="15"/>
                  </a:cubicBezTo>
                  <a:lnTo>
                    <a:pt x="80" y="0"/>
                  </a:lnTo>
                  <a:lnTo>
                    <a:pt x="48" y="15"/>
                  </a:lnTo>
                  <a:lnTo>
                    <a:pt x="17" y="15"/>
                  </a:lnTo>
                  <a:cubicBezTo>
                    <a:pt x="0" y="15"/>
                    <a:pt x="0" y="32"/>
                    <a:pt x="0" y="63"/>
                  </a:cubicBezTo>
                  <a:cubicBezTo>
                    <a:pt x="0" y="63"/>
                    <a:pt x="0" y="78"/>
                    <a:pt x="17" y="78"/>
                  </a:cubicBezTo>
                  <a:lnTo>
                    <a:pt x="32" y="78"/>
                  </a:lnTo>
                  <a:cubicBezTo>
                    <a:pt x="32" y="63"/>
                    <a:pt x="48" y="63"/>
                    <a:pt x="48" y="63"/>
                  </a:cubicBezTo>
                  <a:lnTo>
                    <a:pt x="48" y="63"/>
                  </a:lnTo>
                  <a:cubicBezTo>
                    <a:pt x="63" y="63"/>
                    <a:pt x="63" y="63"/>
                    <a:pt x="80" y="78"/>
                  </a:cubicBezTo>
                  <a:lnTo>
                    <a:pt x="126" y="63"/>
                  </a:lnTo>
                  <a:cubicBezTo>
                    <a:pt x="143" y="63"/>
                    <a:pt x="158" y="47"/>
                    <a:pt x="158" y="32"/>
                  </a:cubicBezTo>
                  <a:cubicBezTo>
                    <a:pt x="158" y="15"/>
                    <a:pt x="143"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8" name="Google Shape;448;p35"/>
            <p:cNvSpPr/>
            <p:nvPr/>
          </p:nvSpPr>
          <p:spPr>
            <a:xfrm>
              <a:off x="3034191" y="1822348"/>
              <a:ext cx="2544" cy="3498"/>
            </a:xfrm>
            <a:custGeom>
              <a:avLst/>
              <a:gdLst/>
              <a:ahLst/>
              <a:cxnLst/>
              <a:rect l="l" t="t" r="r" b="b"/>
              <a:pathLst>
                <a:path w="80" h="110" extrusionOk="0">
                  <a:moveTo>
                    <a:pt x="80" y="0"/>
                  </a:moveTo>
                  <a:lnTo>
                    <a:pt x="32" y="32"/>
                  </a:lnTo>
                  <a:lnTo>
                    <a:pt x="17" y="32"/>
                  </a:lnTo>
                  <a:lnTo>
                    <a:pt x="0" y="32"/>
                  </a:lnTo>
                  <a:lnTo>
                    <a:pt x="0" y="78"/>
                  </a:lnTo>
                  <a:cubicBezTo>
                    <a:pt x="0" y="95"/>
                    <a:pt x="17" y="110"/>
                    <a:pt x="32" y="110"/>
                  </a:cubicBezTo>
                  <a:lnTo>
                    <a:pt x="32" y="110"/>
                  </a:lnTo>
                  <a:cubicBezTo>
                    <a:pt x="48" y="110"/>
                    <a:pt x="63" y="95"/>
                    <a:pt x="63" y="78"/>
                  </a:cubicBezTo>
                  <a:lnTo>
                    <a:pt x="80"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9" name="Google Shape;449;p35"/>
            <p:cNvSpPr/>
            <p:nvPr/>
          </p:nvSpPr>
          <p:spPr>
            <a:xfrm>
              <a:off x="3170470" y="1809785"/>
              <a:ext cx="5565" cy="2576"/>
            </a:xfrm>
            <a:custGeom>
              <a:avLst/>
              <a:gdLst/>
              <a:ahLst/>
              <a:cxnLst/>
              <a:rect l="l" t="t" r="r" b="b"/>
              <a:pathLst>
                <a:path w="175" h="81" extrusionOk="0">
                  <a:moveTo>
                    <a:pt x="32" y="1"/>
                  </a:moveTo>
                  <a:lnTo>
                    <a:pt x="32" y="1"/>
                  </a:lnTo>
                  <a:cubicBezTo>
                    <a:pt x="17" y="1"/>
                    <a:pt x="1" y="17"/>
                    <a:pt x="1" y="32"/>
                  </a:cubicBezTo>
                  <a:cubicBezTo>
                    <a:pt x="1" y="49"/>
                    <a:pt x="17" y="64"/>
                    <a:pt x="32" y="64"/>
                  </a:cubicBezTo>
                  <a:lnTo>
                    <a:pt x="127" y="80"/>
                  </a:lnTo>
                  <a:lnTo>
                    <a:pt x="127" y="80"/>
                  </a:lnTo>
                  <a:cubicBezTo>
                    <a:pt x="143" y="80"/>
                    <a:pt x="158" y="64"/>
                    <a:pt x="158" y="49"/>
                  </a:cubicBezTo>
                  <a:cubicBezTo>
                    <a:pt x="175" y="32"/>
                    <a:pt x="158" y="17"/>
                    <a:pt x="127"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0" name="Google Shape;450;p35"/>
            <p:cNvSpPr/>
            <p:nvPr/>
          </p:nvSpPr>
          <p:spPr>
            <a:xfrm>
              <a:off x="3274723" y="1765196"/>
              <a:ext cx="2035" cy="2067"/>
            </a:xfrm>
            <a:custGeom>
              <a:avLst/>
              <a:gdLst/>
              <a:ahLst/>
              <a:cxnLst/>
              <a:rect l="l" t="t" r="r" b="b"/>
              <a:pathLst>
                <a:path w="64" h="65" extrusionOk="0">
                  <a:moveTo>
                    <a:pt x="32" y="1"/>
                  </a:moveTo>
                  <a:lnTo>
                    <a:pt x="16" y="1"/>
                  </a:lnTo>
                  <a:lnTo>
                    <a:pt x="0" y="1"/>
                  </a:lnTo>
                  <a:lnTo>
                    <a:pt x="0" y="1"/>
                  </a:lnTo>
                  <a:cubicBezTo>
                    <a:pt x="16" y="1"/>
                    <a:pt x="16" y="16"/>
                    <a:pt x="16" y="33"/>
                  </a:cubicBezTo>
                  <a:cubicBezTo>
                    <a:pt x="16" y="48"/>
                    <a:pt x="16" y="48"/>
                    <a:pt x="32" y="64"/>
                  </a:cubicBezTo>
                  <a:lnTo>
                    <a:pt x="32" y="64"/>
                  </a:lnTo>
                  <a:cubicBezTo>
                    <a:pt x="48" y="64"/>
                    <a:pt x="63" y="48"/>
                    <a:pt x="63" y="33"/>
                  </a:cubicBezTo>
                  <a:cubicBezTo>
                    <a:pt x="63"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1" name="Google Shape;451;p35"/>
            <p:cNvSpPr/>
            <p:nvPr/>
          </p:nvSpPr>
          <p:spPr>
            <a:xfrm>
              <a:off x="3271224" y="1765196"/>
              <a:ext cx="8523" cy="7060"/>
            </a:xfrm>
            <a:custGeom>
              <a:avLst/>
              <a:gdLst/>
              <a:ahLst/>
              <a:cxnLst/>
              <a:rect l="l" t="t" r="r" b="b"/>
              <a:pathLst>
                <a:path w="268" h="222" extrusionOk="0">
                  <a:moveTo>
                    <a:pt x="95" y="1"/>
                  </a:moveTo>
                  <a:lnTo>
                    <a:pt x="95" y="1"/>
                  </a:lnTo>
                  <a:lnTo>
                    <a:pt x="78" y="1"/>
                  </a:lnTo>
                  <a:lnTo>
                    <a:pt x="15" y="33"/>
                  </a:lnTo>
                  <a:cubicBezTo>
                    <a:pt x="15" y="33"/>
                    <a:pt x="0" y="33"/>
                    <a:pt x="0" y="48"/>
                  </a:cubicBezTo>
                  <a:lnTo>
                    <a:pt x="15" y="48"/>
                  </a:lnTo>
                  <a:cubicBezTo>
                    <a:pt x="15" y="33"/>
                    <a:pt x="32" y="33"/>
                    <a:pt x="32" y="33"/>
                  </a:cubicBezTo>
                  <a:lnTo>
                    <a:pt x="32" y="33"/>
                  </a:lnTo>
                  <a:cubicBezTo>
                    <a:pt x="47" y="33"/>
                    <a:pt x="63" y="48"/>
                    <a:pt x="63" y="64"/>
                  </a:cubicBezTo>
                  <a:lnTo>
                    <a:pt x="63" y="79"/>
                  </a:lnTo>
                  <a:lnTo>
                    <a:pt x="63" y="79"/>
                  </a:lnTo>
                  <a:cubicBezTo>
                    <a:pt x="78" y="96"/>
                    <a:pt x="78" y="111"/>
                    <a:pt x="95" y="127"/>
                  </a:cubicBezTo>
                  <a:cubicBezTo>
                    <a:pt x="110" y="174"/>
                    <a:pt x="142" y="205"/>
                    <a:pt x="205" y="222"/>
                  </a:cubicBezTo>
                  <a:lnTo>
                    <a:pt x="221" y="222"/>
                  </a:lnTo>
                  <a:lnTo>
                    <a:pt x="236" y="222"/>
                  </a:lnTo>
                  <a:lnTo>
                    <a:pt x="252" y="205"/>
                  </a:lnTo>
                  <a:lnTo>
                    <a:pt x="268" y="159"/>
                  </a:lnTo>
                  <a:cubicBezTo>
                    <a:pt x="268" y="142"/>
                    <a:pt x="268" y="127"/>
                    <a:pt x="252" y="111"/>
                  </a:cubicBezTo>
                  <a:lnTo>
                    <a:pt x="236" y="111"/>
                  </a:lnTo>
                  <a:cubicBezTo>
                    <a:pt x="221" y="111"/>
                    <a:pt x="205" y="111"/>
                    <a:pt x="205" y="127"/>
                  </a:cubicBezTo>
                  <a:lnTo>
                    <a:pt x="205" y="142"/>
                  </a:lnTo>
                  <a:cubicBezTo>
                    <a:pt x="158" y="127"/>
                    <a:pt x="142" y="96"/>
                    <a:pt x="142" y="64"/>
                  </a:cubicBezTo>
                  <a:cubicBezTo>
                    <a:pt x="126" y="48"/>
                    <a:pt x="126" y="48"/>
                    <a:pt x="126" y="33"/>
                  </a:cubicBezTo>
                  <a:cubicBezTo>
                    <a:pt x="126" y="16"/>
                    <a:pt x="126" y="1"/>
                    <a:pt x="110" y="1"/>
                  </a:cubicBez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2" name="Google Shape;452;p35"/>
            <p:cNvSpPr/>
            <p:nvPr/>
          </p:nvSpPr>
          <p:spPr>
            <a:xfrm>
              <a:off x="3393955" y="1790735"/>
              <a:ext cx="5057" cy="4580"/>
            </a:xfrm>
            <a:custGeom>
              <a:avLst/>
              <a:gdLst/>
              <a:ahLst/>
              <a:cxnLst/>
              <a:rect l="l" t="t" r="r" b="b"/>
              <a:pathLst>
                <a:path w="159" h="144" extrusionOk="0">
                  <a:moveTo>
                    <a:pt x="95" y="1"/>
                  </a:moveTo>
                  <a:lnTo>
                    <a:pt x="95" y="1"/>
                  </a:lnTo>
                  <a:lnTo>
                    <a:pt x="80" y="1"/>
                  </a:lnTo>
                  <a:lnTo>
                    <a:pt x="95" y="49"/>
                  </a:lnTo>
                  <a:cubicBezTo>
                    <a:pt x="95" y="64"/>
                    <a:pt x="80" y="80"/>
                    <a:pt x="64" y="80"/>
                  </a:cubicBezTo>
                  <a:lnTo>
                    <a:pt x="64" y="80"/>
                  </a:lnTo>
                  <a:lnTo>
                    <a:pt x="49" y="80"/>
                  </a:lnTo>
                  <a:lnTo>
                    <a:pt x="32" y="95"/>
                  </a:lnTo>
                  <a:lnTo>
                    <a:pt x="17" y="80"/>
                  </a:lnTo>
                  <a:lnTo>
                    <a:pt x="17" y="95"/>
                  </a:lnTo>
                  <a:cubicBezTo>
                    <a:pt x="1" y="95"/>
                    <a:pt x="1" y="112"/>
                    <a:pt x="17" y="127"/>
                  </a:cubicBezTo>
                  <a:lnTo>
                    <a:pt x="17" y="127"/>
                  </a:lnTo>
                  <a:lnTo>
                    <a:pt x="32" y="143"/>
                  </a:lnTo>
                  <a:lnTo>
                    <a:pt x="49" y="143"/>
                  </a:lnTo>
                  <a:cubicBezTo>
                    <a:pt x="49" y="143"/>
                    <a:pt x="64" y="143"/>
                    <a:pt x="64" y="127"/>
                  </a:cubicBezTo>
                  <a:lnTo>
                    <a:pt x="80" y="112"/>
                  </a:lnTo>
                  <a:lnTo>
                    <a:pt x="95" y="112"/>
                  </a:lnTo>
                  <a:lnTo>
                    <a:pt x="112" y="112"/>
                  </a:lnTo>
                  <a:lnTo>
                    <a:pt x="112" y="112"/>
                  </a:lnTo>
                  <a:lnTo>
                    <a:pt x="127" y="112"/>
                  </a:lnTo>
                  <a:lnTo>
                    <a:pt x="127" y="112"/>
                  </a:lnTo>
                  <a:lnTo>
                    <a:pt x="143" y="112"/>
                  </a:lnTo>
                  <a:lnTo>
                    <a:pt x="158" y="95"/>
                  </a:lnTo>
                  <a:lnTo>
                    <a:pt x="158" y="49"/>
                  </a:lnTo>
                  <a:cubicBezTo>
                    <a:pt x="158" y="32"/>
                    <a:pt x="158" y="32"/>
                    <a:pt x="143" y="17"/>
                  </a:cubicBezTo>
                  <a:lnTo>
                    <a:pt x="127" y="1"/>
                  </a:lnTo>
                  <a:lnTo>
                    <a:pt x="11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3" name="Google Shape;453;p35"/>
            <p:cNvSpPr/>
            <p:nvPr/>
          </p:nvSpPr>
          <p:spPr>
            <a:xfrm>
              <a:off x="3119362" y="1795760"/>
              <a:ext cx="4039" cy="5057"/>
            </a:xfrm>
            <a:custGeom>
              <a:avLst/>
              <a:gdLst/>
              <a:ahLst/>
              <a:cxnLst/>
              <a:rect l="l" t="t" r="r" b="b"/>
              <a:pathLst>
                <a:path w="127" h="159" extrusionOk="0">
                  <a:moveTo>
                    <a:pt x="32" y="0"/>
                  </a:moveTo>
                  <a:lnTo>
                    <a:pt x="32" y="0"/>
                  </a:lnTo>
                  <a:lnTo>
                    <a:pt x="32" y="0"/>
                  </a:lnTo>
                  <a:lnTo>
                    <a:pt x="32" y="0"/>
                  </a:lnTo>
                  <a:lnTo>
                    <a:pt x="1" y="0"/>
                  </a:lnTo>
                  <a:lnTo>
                    <a:pt x="1" y="32"/>
                  </a:lnTo>
                  <a:lnTo>
                    <a:pt x="1" y="63"/>
                  </a:lnTo>
                  <a:lnTo>
                    <a:pt x="1" y="80"/>
                  </a:lnTo>
                  <a:lnTo>
                    <a:pt x="1" y="127"/>
                  </a:lnTo>
                  <a:lnTo>
                    <a:pt x="1" y="127"/>
                  </a:lnTo>
                  <a:lnTo>
                    <a:pt x="1" y="127"/>
                  </a:lnTo>
                  <a:lnTo>
                    <a:pt x="17" y="127"/>
                  </a:lnTo>
                  <a:cubicBezTo>
                    <a:pt x="32" y="127"/>
                    <a:pt x="49" y="143"/>
                    <a:pt x="49" y="158"/>
                  </a:cubicBezTo>
                  <a:lnTo>
                    <a:pt x="49" y="158"/>
                  </a:lnTo>
                  <a:lnTo>
                    <a:pt x="49" y="158"/>
                  </a:lnTo>
                  <a:lnTo>
                    <a:pt x="64" y="158"/>
                  </a:lnTo>
                  <a:lnTo>
                    <a:pt x="64" y="158"/>
                  </a:lnTo>
                  <a:cubicBezTo>
                    <a:pt x="80" y="158"/>
                    <a:pt x="112" y="143"/>
                    <a:pt x="112" y="127"/>
                  </a:cubicBezTo>
                  <a:cubicBezTo>
                    <a:pt x="127" y="111"/>
                    <a:pt x="127" y="80"/>
                    <a:pt x="112" y="48"/>
                  </a:cubicBezTo>
                  <a:cubicBezTo>
                    <a:pt x="95" y="32"/>
                    <a:pt x="95" y="17"/>
                    <a:pt x="80" y="17"/>
                  </a:cubicBezTo>
                  <a:lnTo>
                    <a:pt x="80"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4" name="Google Shape;454;p35"/>
            <p:cNvSpPr/>
            <p:nvPr/>
          </p:nvSpPr>
          <p:spPr>
            <a:xfrm>
              <a:off x="3103842" y="1799290"/>
              <a:ext cx="4548" cy="3021"/>
            </a:xfrm>
            <a:custGeom>
              <a:avLst/>
              <a:gdLst/>
              <a:ahLst/>
              <a:cxnLst/>
              <a:rect l="l" t="t" r="r" b="b"/>
              <a:pathLst>
                <a:path w="143" h="95" extrusionOk="0">
                  <a:moveTo>
                    <a:pt x="95" y="0"/>
                  </a:moveTo>
                  <a:cubicBezTo>
                    <a:pt x="79" y="0"/>
                    <a:pt x="48" y="16"/>
                    <a:pt x="16" y="16"/>
                  </a:cubicBezTo>
                  <a:lnTo>
                    <a:pt x="1" y="16"/>
                  </a:lnTo>
                  <a:lnTo>
                    <a:pt x="48" y="79"/>
                  </a:lnTo>
                  <a:cubicBezTo>
                    <a:pt x="48" y="95"/>
                    <a:pt x="64" y="95"/>
                    <a:pt x="79" y="95"/>
                  </a:cubicBezTo>
                  <a:lnTo>
                    <a:pt x="79" y="95"/>
                  </a:lnTo>
                  <a:lnTo>
                    <a:pt x="95" y="95"/>
                  </a:lnTo>
                  <a:cubicBezTo>
                    <a:pt x="95" y="95"/>
                    <a:pt x="95" y="79"/>
                    <a:pt x="111" y="79"/>
                  </a:cubicBezTo>
                  <a:lnTo>
                    <a:pt x="142" y="32"/>
                  </a:lnTo>
                  <a:lnTo>
                    <a:pt x="142" y="16"/>
                  </a:lnTo>
                  <a:lnTo>
                    <a:pt x="142" y="16"/>
                  </a:lnTo>
                  <a:lnTo>
                    <a:pt x="111"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5" name="Google Shape;455;p35"/>
            <p:cNvSpPr/>
            <p:nvPr/>
          </p:nvSpPr>
          <p:spPr>
            <a:xfrm>
              <a:off x="3435045" y="1789272"/>
              <a:ext cx="6583" cy="5025"/>
            </a:xfrm>
            <a:custGeom>
              <a:avLst/>
              <a:gdLst/>
              <a:ahLst/>
              <a:cxnLst/>
              <a:rect l="l" t="t" r="r" b="b"/>
              <a:pathLst>
                <a:path w="207" h="158" extrusionOk="0">
                  <a:moveTo>
                    <a:pt x="64" y="15"/>
                  </a:moveTo>
                  <a:lnTo>
                    <a:pt x="49" y="15"/>
                  </a:lnTo>
                  <a:lnTo>
                    <a:pt x="49" y="15"/>
                  </a:lnTo>
                  <a:lnTo>
                    <a:pt x="1" y="63"/>
                  </a:lnTo>
                  <a:lnTo>
                    <a:pt x="1" y="95"/>
                  </a:lnTo>
                  <a:lnTo>
                    <a:pt x="1" y="110"/>
                  </a:lnTo>
                  <a:lnTo>
                    <a:pt x="32" y="126"/>
                  </a:lnTo>
                  <a:lnTo>
                    <a:pt x="49" y="141"/>
                  </a:lnTo>
                  <a:cubicBezTo>
                    <a:pt x="49" y="158"/>
                    <a:pt x="64" y="158"/>
                    <a:pt x="64" y="158"/>
                  </a:cubicBezTo>
                  <a:cubicBezTo>
                    <a:pt x="80" y="158"/>
                    <a:pt x="80" y="141"/>
                    <a:pt x="95" y="141"/>
                  </a:cubicBezTo>
                  <a:lnTo>
                    <a:pt x="95" y="110"/>
                  </a:lnTo>
                  <a:lnTo>
                    <a:pt x="95" y="110"/>
                  </a:lnTo>
                  <a:lnTo>
                    <a:pt x="80" y="110"/>
                  </a:lnTo>
                  <a:cubicBezTo>
                    <a:pt x="64" y="110"/>
                    <a:pt x="49" y="95"/>
                    <a:pt x="49" y="78"/>
                  </a:cubicBezTo>
                  <a:cubicBezTo>
                    <a:pt x="49" y="63"/>
                    <a:pt x="64" y="47"/>
                    <a:pt x="80" y="32"/>
                  </a:cubicBezTo>
                  <a:cubicBezTo>
                    <a:pt x="64" y="32"/>
                    <a:pt x="64" y="32"/>
                    <a:pt x="64" y="15"/>
                  </a:cubicBezTo>
                  <a:close/>
                  <a:moveTo>
                    <a:pt x="158" y="0"/>
                  </a:moveTo>
                  <a:lnTo>
                    <a:pt x="143" y="0"/>
                  </a:lnTo>
                  <a:lnTo>
                    <a:pt x="127" y="0"/>
                  </a:lnTo>
                  <a:lnTo>
                    <a:pt x="127" y="15"/>
                  </a:lnTo>
                  <a:cubicBezTo>
                    <a:pt x="127" y="15"/>
                    <a:pt x="127" y="32"/>
                    <a:pt x="112" y="32"/>
                  </a:cubicBezTo>
                  <a:lnTo>
                    <a:pt x="143" y="32"/>
                  </a:lnTo>
                  <a:lnTo>
                    <a:pt x="158" y="32"/>
                  </a:lnTo>
                  <a:cubicBezTo>
                    <a:pt x="175" y="32"/>
                    <a:pt x="190" y="47"/>
                    <a:pt x="190" y="63"/>
                  </a:cubicBezTo>
                  <a:lnTo>
                    <a:pt x="190" y="63"/>
                  </a:lnTo>
                  <a:cubicBezTo>
                    <a:pt x="206" y="63"/>
                    <a:pt x="206" y="47"/>
                    <a:pt x="206" y="32"/>
                  </a:cubicBezTo>
                  <a:cubicBezTo>
                    <a:pt x="206" y="15"/>
                    <a:pt x="190" y="0"/>
                    <a:pt x="17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6" name="Google Shape;456;p35"/>
            <p:cNvSpPr/>
            <p:nvPr/>
          </p:nvSpPr>
          <p:spPr>
            <a:xfrm>
              <a:off x="3301756" y="1818817"/>
              <a:ext cx="7060" cy="3562"/>
            </a:xfrm>
            <a:custGeom>
              <a:avLst/>
              <a:gdLst/>
              <a:ahLst/>
              <a:cxnLst/>
              <a:rect l="l" t="t" r="r" b="b"/>
              <a:pathLst>
                <a:path w="222" h="112" extrusionOk="0">
                  <a:moveTo>
                    <a:pt x="49" y="0"/>
                  </a:moveTo>
                  <a:lnTo>
                    <a:pt x="49" y="0"/>
                  </a:lnTo>
                  <a:cubicBezTo>
                    <a:pt x="32" y="0"/>
                    <a:pt x="17" y="17"/>
                    <a:pt x="17" y="17"/>
                  </a:cubicBezTo>
                  <a:cubicBezTo>
                    <a:pt x="1" y="48"/>
                    <a:pt x="17" y="63"/>
                    <a:pt x="32" y="63"/>
                  </a:cubicBezTo>
                  <a:lnTo>
                    <a:pt x="158" y="111"/>
                  </a:lnTo>
                  <a:lnTo>
                    <a:pt x="175" y="111"/>
                  </a:lnTo>
                  <a:cubicBezTo>
                    <a:pt x="190" y="111"/>
                    <a:pt x="206" y="95"/>
                    <a:pt x="206" y="80"/>
                  </a:cubicBezTo>
                  <a:cubicBezTo>
                    <a:pt x="221" y="63"/>
                    <a:pt x="206" y="48"/>
                    <a:pt x="190" y="48"/>
                  </a:cubicBezTo>
                  <a:lnTo>
                    <a:pt x="158" y="32"/>
                  </a:lnTo>
                  <a:lnTo>
                    <a:pt x="158" y="32"/>
                  </a:lnTo>
                  <a:lnTo>
                    <a:pt x="158" y="32"/>
                  </a:lnTo>
                  <a:cubicBezTo>
                    <a:pt x="143" y="32"/>
                    <a:pt x="127" y="32"/>
                    <a:pt x="127"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7" name="Google Shape;457;p35"/>
            <p:cNvSpPr/>
            <p:nvPr/>
          </p:nvSpPr>
          <p:spPr>
            <a:xfrm>
              <a:off x="3421560" y="1787268"/>
              <a:ext cx="6520" cy="3021"/>
            </a:xfrm>
            <a:custGeom>
              <a:avLst/>
              <a:gdLst/>
              <a:ahLst/>
              <a:cxnLst/>
              <a:rect l="l" t="t" r="r" b="b"/>
              <a:pathLst>
                <a:path w="205" h="95" extrusionOk="0">
                  <a:moveTo>
                    <a:pt x="158" y="0"/>
                  </a:moveTo>
                  <a:lnTo>
                    <a:pt x="158" y="0"/>
                  </a:lnTo>
                  <a:lnTo>
                    <a:pt x="158" y="0"/>
                  </a:lnTo>
                  <a:lnTo>
                    <a:pt x="126" y="0"/>
                  </a:lnTo>
                  <a:lnTo>
                    <a:pt x="32" y="32"/>
                  </a:lnTo>
                  <a:lnTo>
                    <a:pt x="32" y="32"/>
                  </a:lnTo>
                  <a:cubicBezTo>
                    <a:pt x="15" y="47"/>
                    <a:pt x="0" y="63"/>
                    <a:pt x="0" y="78"/>
                  </a:cubicBezTo>
                  <a:cubicBezTo>
                    <a:pt x="15" y="78"/>
                    <a:pt x="15" y="78"/>
                    <a:pt x="15" y="95"/>
                  </a:cubicBezTo>
                  <a:lnTo>
                    <a:pt x="32" y="95"/>
                  </a:lnTo>
                  <a:lnTo>
                    <a:pt x="47" y="95"/>
                  </a:lnTo>
                  <a:lnTo>
                    <a:pt x="47" y="95"/>
                  </a:lnTo>
                  <a:lnTo>
                    <a:pt x="63" y="95"/>
                  </a:lnTo>
                  <a:lnTo>
                    <a:pt x="63" y="95"/>
                  </a:lnTo>
                  <a:lnTo>
                    <a:pt x="141" y="78"/>
                  </a:lnTo>
                  <a:lnTo>
                    <a:pt x="141" y="63"/>
                  </a:lnTo>
                  <a:cubicBezTo>
                    <a:pt x="141" y="47"/>
                    <a:pt x="158" y="32"/>
                    <a:pt x="173" y="32"/>
                  </a:cubicBezTo>
                  <a:lnTo>
                    <a:pt x="173" y="32"/>
                  </a:lnTo>
                  <a:lnTo>
                    <a:pt x="189" y="32"/>
                  </a:lnTo>
                  <a:lnTo>
                    <a:pt x="189" y="47"/>
                  </a:lnTo>
                  <a:cubicBezTo>
                    <a:pt x="189" y="32"/>
                    <a:pt x="204" y="32"/>
                    <a:pt x="189" y="15"/>
                  </a:cubicBezTo>
                  <a:cubicBezTo>
                    <a:pt x="189" y="0"/>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8" name="Google Shape;458;p35"/>
            <p:cNvSpPr/>
            <p:nvPr/>
          </p:nvSpPr>
          <p:spPr>
            <a:xfrm>
              <a:off x="3085809" y="1790735"/>
              <a:ext cx="3053" cy="2576"/>
            </a:xfrm>
            <a:custGeom>
              <a:avLst/>
              <a:gdLst/>
              <a:ahLst/>
              <a:cxnLst/>
              <a:rect l="l" t="t" r="r" b="b"/>
              <a:pathLst>
                <a:path w="96" h="81" extrusionOk="0">
                  <a:moveTo>
                    <a:pt x="79" y="1"/>
                  </a:moveTo>
                  <a:lnTo>
                    <a:pt x="79" y="1"/>
                  </a:lnTo>
                  <a:lnTo>
                    <a:pt x="16" y="17"/>
                  </a:lnTo>
                  <a:lnTo>
                    <a:pt x="16" y="17"/>
                  </a:lnTo>
                  <a:lnTo>
                    <a:pt x="1" y="17"/>
                  </a:lnTo>
                  <a:lnTo>
                    <a:pt x="1" y="32"/>
                  </a:lnTo>
                  <a:lnTo>
                    <a:pt x="1" y="49"/>
                  </a:lnTo>
                  <a:lnTo>
                    <a:pt x="16" y="49"/>
                  </a:lnTo>
                  <a:lnTo>
                    <a:pt x="16" y="49"/>
                  </a:lnTo>
                  <a:cubicBezTo>
                    <a:pt x="1" y="64"/>
                    <a:pt x="16" y="80"/>
                    <a:pt x="16" y="80"/>
                  </a:cubicBezTo>
                  <a:lnTo>
                    <a:pt x="16" y="80"/>
                  </a:lnTo>
                  <a:lnTo>
                    <a:pt x="32" y="80"/>
                  </a:lnTo>
                  <a:lnTo>
                    <a:pt x="47" y="80"/>
                  </a:lnTo>
                  <a:lnTo>
                    <a:pt x="64" y="80"/>
                  </a:lnTo>
                  <a:cubicBezTo>
                    <a:pt x="64" y="80"/>
                    <a:pt x="79" y="80"/>
                    <a:pt x="79" y="64"/>
                  </a:cubicBezTo>
                  <a:lnTo>
                    <a:pt x="79" y="64"/>
                  </a:lnTo>
                  <a:lnTo>
                    <a:pt x="95" y="17"/>
                  </a:lnTo>
                  <a:lnTo>
                    <a:pt x="95"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9" name="Google Shape;459;p35"/>
            <p:cNvSpPr/>
            <p:nvPr/>
          </p:nvSpPr>
          <p:spPr>
            <a:xfrm>
              <a:off x="3033174" y="1793279"/>
              <a:ext cx="5057" cy="2512"/>
            </a:xfrm>
            <a:custGeom>
              <a:avLst/>
              <a:gdLst/>
              <a:ahLst/>
              <a:cxnLst/>
              <a:rect l="l" t="t" r="r" b="b"/>
              <a:pathLst>
                <a:path w="159" h="79" extrusionOk="0">
                  <a:moveTo>
                    <a:pt x="112" y="0"/>
                  </a:moveTo>
                  <a:lnTo>
                    <a:pt x="112" y="0"/>
                  </a:lnTo>
                  <a:lnTo>
                    <a:pt x="32" y="0"/>
                  </a:lnTo>
                  <a:lnTo>
                    <a:pt x="32" y="0"/>
                  </a:lnTo>
                  <a:cubicBezTo>
                    <a:pt x="17" y="0"/>
                    <a:pt x="1" y="15"/>
                    <a:pt x="1" y="32"/>
                  </a:cubicBezTo>
                  <a:cubicBezTo>
                    <a:pt x="1" y="47"/>
                    <a:pt x="1" y="63"/>
                    <a:pt x="17" y="63"/>
                  </a:cubicBezTo>
                  <a:cubicBezTo>
                    <a:pt x="17" y="63"/>
                    <a:pt x="17" y="78"/>
                    <a:pt x="32" y="78"/>
                  </a:cubicBezTo>
                  <a:lnTo>
                    <a:pt x="32" y="78"/>
                  </a:lnTo>
                  <a:lnTo>
                    <a:pt x="95" y="63"/>
                  </a:lnTo>
                  <a:lnTo>
                    <a:pt x="112" y="63"/>
                  </a:lnTo>
                  <a:lnTo>
                    <a:pt x="127" y="63"/>
                  </a:lnTo>
                  <a:cubicBezTo>
                    <a:pt x="143" y="63"/>
                    <a:pt x="158" y="47"/>
                    <a:pt x="158" y="32"/>
                  </a:cubicBezTo>
                  <a:lnTo>
                    <a:pt x="143" y="32"/>
                  </a:lnTo>
                  <a:cubicBezTo>
                    <a:pt x="143" y="15"/>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0" name="Google Shape;460;p35"/>
            <p:cNvSpPr/>
            <p:nvPr/>
          </p:nvSpPr>
          <p:spPr>
            <a:xfrm>
              <a:off x="3393478" y="1789749"/>
              <a:ext cx="3053" cy="4039"/>
            </a:xfrm>
            <a:custGeom>
              <a:avLst/>
              <a:gdLst/>
              <a:ahLst/>
              <a:cxnLst/>
              <a:rect l="l" t="t" r="r" b="b"/>
              <a:pathLst>
                <a:path w="96" h="127" extrusionOk="0">
                  <a:moveTo>
                    <a:pt x="95" y="0"/>
                  </a:moveTo>
                  <a:lnTo>
                    <a:pt x="95" y="17"/>
                  </a:lnTo>
                  <a:lnTo>
                    <a:pt x="95" y="17"/>
                  </a:lnTo>
                  <a:lnTo>
                    <a:pt x="95" y="0"/>
                  </a:lnTo>
                  <a:close/>
                  <a:moveTo>
                    <a:pt x="16" y="0"/>
                  </a:moveTo>
                  <a:cubicBezTo>
                    <a:pt x="16" y="0"/>
                    <a:pt x="16" y="17"/>
                    <a:pt x="1" y="32"/>
                  </a:cubicBezTo>
                  <a:cubicBezTo>
                    <a:pt x="1" y="48"/>
                    <a:pt x="1" y="80"/>
                    <a:pt x="16" y="95"/>
                  </a:cubicBezTo>
                  <a:cubicBezTo>
                    <a:pt x="16" y="111"/>
                    <a:pt x="32" y="111"/>
                    <a:pt x="32" y="111"/>
                  </a:cubicBezTo>
                  <a:lnTo>
                    <a:pt x="47" y="126"/>
                  </a:lnTo>
                  <a:lnTo>
                    <a:pt x="64" y="111"/>
                  </a:lnTo>
                  <a:cubicBezTo>
                    <a:pt x="47" y="111"/>
                    <a:pt x="47" y="95"/>
                    <a:pt x="32" y="80"/>
                  </a:cubicBezTo>
                  <a:lnTo>
                    <a:pt x="32" y="17"/>
                  </a:lnTo>
                  <a:cubicBezTo>
                    <a:pt x="32" y="17"/>
                    <a:pt x="16" y="17"/>
                    <a:pt x="16" y="0"/>
                  </a:cubicBezTo>
                  <a:close/>
                  <a:moveTo>
                    <a:pt x="95" y="0"/>
                  </a:move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1" name="Google Shape;461;p35"/>
            <p:cNvSpPr/>
            <p:nvPr/>
          </p:nvSpPr>
          <p:spPr>
            <a:xfrm>
              <a:off x="3266199" y="1812806"/>
              <a:ext cx="3530" cy="4039"/>
            </a:xfrm>
            <a:custGeom>
              <a:avLst/>
              <a:gdLst/>
              <a:ahLst/>
              <a:cxnLst/>
              <a:rect l="l" t="t" r="r" b="b"/>
              <a:pathLst>
                <a:path w="111" h="127" extrusionOk="0">
                  <a:moveTo>
                    <a:pt x="32" y="63"/>
                  </a:moveTo>
                  <a:lnTo>
                    <a:pt x="32" y="63"/>
                  </a:lnTo>
                  <a:lnTo>
                    <a:pt x="32" y="63"/>
                  </a:lnTo>
                  <a:close/>
                  <a:moveTo>
                    <a:pt x="32" y="0"/>
                  </a:moveTo>
                  <a:lnTo>
                    <a:pt x="32" y="0"/>
                  </a:lnTo>
                  <a:cubicBezTo>
                    <a:pt x="16" y="0"/>
                    <a:pt x="1" y="17"/>
                    <a:pt x="1" y="32"/>
                  </a:cubicBezTo>
                  <a:lnTo>
                    <a:pt x="1" y="48"/>
                  </a:lnTo>
                  <a:cubicBezTo>
                    <a:pt x="16" y="63"/>
                    <a:pt x="16" y="63"/>
                    <a:pt x="32" y="63"/>
                  </a:cubicBezTo>
                  <a:lnTo>
                    <a:pt x="32" y="63"/>
                  </a:lnTo>
                  <a:lnTo>
                    <a:pt x="32" y="80"/>
                  </a:lnTo>
                  <a:lnTo>
                    <a:pt x="32" y="95"/>
                  </a:lnTo>
                  <a:cubicBezTo>
                    <a:pt x="32" y="95"/>
                    <a:pt x="32" y="111"/>
                    <a:pt x="47" y="111"/>
                  </a:cubicBezTo>
                  <a:lnTo>
                    <a:pt x="47" y="111"/>
                  </a:lnTo>
                  <a:lnTo>
                    <a:pt x="47" y="126"/>
                  </a:lnTo>
                  <a:lnTo>
                    <a:pt x="47" y="111"/>
                  </a:lnTo>
                  <a:cubicBezTo>
                    <a:pt x="64" y="95"/>
                    <a:pt x="64" y="80"/>
                    <a:pt x="79" y="80"/>
                  </a:cubicBezTo>
                  <a:lnTo>
                    <a:pt x="79" y="80"/>
                  </a:lnTo>
                  <a:lnTo>
                    <a:pt x="95" y="80"/>
                  </a:lnTo>
                  <a:cubicBezTo>
                    <a:pt x="95" y="95"/>
                    <a:pt x="95" y="95"/>
                    <a:pt x="110" y="95"/>
                  </a:cubicBezTo>
                  <a:lnTo>
                    <a:pt x="110" y="80"/>
                  </a:lnTo>
                  <a:lnTo>
                    <a:pt x="110" y="80"/>
                  </a:lnTo>
                  <a:cubicBezTo>
                    <a:pt x="110" y="63"/>
                    <a:pt x="110" y="32"/>
                    <a:pt x="95" y="17"/>
                  </a:cubicBezTo>
                  <a:cubicBezTo>
                    <a:pt x="79"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2" name="Google Shape;462;p35"/>
            <p:cNvSpPr/>
            <p:nvPr/>
          </p:nvSpPr>
          <p:spPr>
            <a:xfrm>
              <a:off x="3267217" y="181481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3" name="Google Shape;463;p35"/>
            <p:cNvSpPr/>
            <p:nvPr/>
          </p:nvSpPr>
          <p:spPr>
            <a:xfrm>
              <a:off x="3109344" y="1786727"/>
              <a:ext cx="6042" cy="8587"/>
            </a:xfrm>
            <a:custGeom>
              <a:avLst/>
              <a:gdLst/>
              <a:ahLst/>
              <a:cxnLst/>
              <a:rect l="l" t="t" r="r" b="b"/>
              <a:pathLst>
                <a:path w="190" h="270" extrusionOk="0">
                  <a:moveTo>
                    <a:pt x="143" y="1"/>
                  </a:moveTo>
                  <a:lnTo>
                    <a:pt x="143" y="1"/>
                  </a:lnTo>
                  <a:lnTo>
                    <a:pt x="143" y="1"/>
                  </a:lnTo>
                  <a:lnTo>
                    <a:pt x="143" y="17"/>
                  </a:lnTo>
                  <a:cubicBezTo>
                    <a:pt x="158" y="32"/>
                    <a:pt x="143" y="49"/>
                    <a:pt x="127" y="49"/>
                  </a:cubicBezTo>
                  <a:lnTo>
                    <a:pt x="112" y="64"/>
                  </a:lnTo>
                  <a:lnTo>
                    <a:pt x="127" y="158"/>
                  </a:lnTo>
                  <a:cubicBezTo>
                    <a:pt x="95" y="190"/>
                    <a:pt x="80" y="206"/>
                    <a:pt x="49" y="206"/>
                  </a:cubicBezTo>
                  <a:cubicBezTo>
                    <a:pt x="32" y="206"/>
                    <a:pt x="17" y="190"/>
                    <a:pt x="17" y="190"/>
                  </a:cubicBezTo>
                  <a:lnTo>
                    <a:pt x="1" y="206"/>
                  </a:lnTo>
                  <a:cubicBezTo>
                    <a:pt x="1" y="206"/>
                    <a:pt x="17" y="221"/>
                    <a:pt x="17" y="253"/>
                  </a:cubicBezTo>
                  <a:lnTo>
                    <a:pt x="32" y="269"/>
                  </a:lnTo>
                  <a:lnTo>
                    <a:pt x="32" y="269"/>
                  </a:lnTo>
                  <a:lnTo>
                    <a:pt x="49" y="269"/>
                  </a:lnTo>
                  <a:lnTo>
                    <a:pt x="95" y="253"/>
                  </a:lnTo>
                  <a:lnTo>
                    <a:pt x="112" y="253"/>
                  </a:lnTo>
                  <a:lnTo>
                    <a:pt x="112" y="253"/>
                  </a:lnTo>
                  <a:lnTo>
                    <a:pt x="127" y="253"/>
                  </a:lnTo>
                  <a:lnTo>
                    <a:pt x="143" y="238"/>
                  </a:lnTo>
                  <a:cubicBezTo>
                    <a:pt x="158" y="238"/>
                    <a:pt x="158" y="221"/>
                    <a:pt x="175" y="221"/>
                  </a:cubicBezTo>
                  <a:lnTo>
                    <a:pt x="175" y="206"/>
                  </a:lnTo>
                  <a:lnTo>
                    <a:pt x="175" y="175"/>
                  </a:lnTo>
                  <a:cubicBezTo>
                    <a:pt x="158" y="158"/>
                    <a:pt x="175" y="143"/>
                    <a:pt x="190" y="143"/>
                  </a:cubicBezTo>
                  <a:lnTo>
                    <a:pt x="175" y="32"/>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4" name="Google Shape;464;p35"/>
            <p:cNvSpPr/>
            <p:nvPr/>
          </p:nvSpPr>
          <p:spPr>
            <a:xfrm>
              <a:off x="3298766" y="1810803"/>
              <a:ext cx="4039" cy="2035"/>
            </a:xfrm>
            <a:custGeom>
              <a:avLst/>
              <a:gdLst/>
              <a:ahLst/>
              <a:cxnLst/>
              <a:rect l="l" t="t" r="r" b="b"/>
              <a:pathLst>
                <a:path w="127" h="64" extrusionOk="0">
                  <a:moveTo>
                    <a:pt x="95" y="0"/>
                  </a:moveTo>
                  <a:lnTo>
                    <a:pt x="95" y="0"/>
                  </a:lnTo>
                  <a:lnTo>
                    <a:pt x="80" y="0"/>
                  </a:lnTo>
                  <a:lnTo>
                    <a:pt x="0" y="32"/>
                  </a:lnTo>
                  <a:lnTo>
                    <a:pt x="0" y="32"/>
                  </a:lnTo>
                  <a:lnTo>
                    <a:pt x="48" y="63"/>
                  </a:lnTo>
                  <a:lnTo>
                    <a:pt x="48" y="63"/>
                  </a:lnTo>
                  <a:lnTo>
                    <a:pt x="63" y="63"/>
                  </a:lnTo>
                  <a:lnTo>
                    <a:pt x="95" y="63"/>
                  </a:lnTo>
                  <a:lnTo>
                    <a:pt x="95" y="63"/>
                  </a:lnTo>
                  <a:cubicBezTo>
                    <a:pt x="111" y="63"/>
                    <a:pt x="111" y="63"/>
                    <a:pt x="126" y="48"/>
                  </a:cubicBezTo>
                  <a:lnTo>
                    <a:pt x="126" y="32"/>
                  </a:lnTo>
                  <a:cubicBezTo>
                    <a:pt x="126" y="17"/>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5" name="Google Shape;465;p35"/>
            <p:cNvSpPr/>
            <p:nvPr/>
          </p:nvSpPr>
          <p:spPr>
            <a:xfrm>
              <a:off x="3325322" y="1814333"/>
              <a:ext cx="10558" cy="9032"/>
            </a:xfrm>
            <a:custGeom>
              <a:avLst/>
              <a:gdLst/>
              <a:ahLst/>
              <a:cxnLst/>
              <a:rect l="l" t="t" r="r" b="b"/>
              <a:pathLst>
                <a:path w="332" h="284" extrusionOk="0">
                  <a:moveTo>
                    <a:pt x="205" y="78"/>
                  </a:moveTo>
                  <a:lnTo>
                    <a:pt x="205" y="78"/>
                  </a:lnTo>
                  <a:lnTo>
                    <a:pt x="190" y="78"/>
                  </a:lnTo>
                  <a:cubicBezTo>
                    <a:pt x="190" y="95"/>
                    <a:pt x="174" y="95"/>
                    <a:pt x="174" y="95"/>
                  </a:cubicBezTo>
                  <a:cubicBezTo>
                    <a:pt x="174" y="95"/>
                    <a:pt x="174" y="110"/>
                    <a:pt x="159" y="110"/>
                  </a:cubicBezTo>
                  <a:lnTo>
                    <a:pt x="142" y="126"/>
                  </a:lnTo>
                  <a:lnTo>
                    <a:pt x="159" y="173"/>
                  </a:lnTo>
                  <a:cubicBezTo>
                    <a:pt x="159" y="173"/>
                    <a:pt x="174" y="189"/>
                    <a:pt x="190" y="189"/>
                  </a:cubicBezTo>
                  <a:lnTo>
                    <a:pt x="253" y="221"/>
                  </a:lnTo>
                  <a:lnTo>
                    <a:pt x="253" y="252"/>
                  </a:lnTo>
                  <a:lnTo>
                    <a:pt x="32" y="221"/>
                  </a:lnTo>
                  <a:lnTo>
                    <a:pt x="32" y="221"/>
                  </a:lnTo>
                  <a:cubicBezTo>
                    <a:pt x="16" y="221"/>
                    <a:pt x="1" y="221"/>
                    <a:pt x="1" y="236"/>
                  </a:cubicBezTo>
                  <a:cubicBezTo>
                    <a:pt x="1" y="252"/>
                    <a:pt x="1" y="284"/>
                    <a:pt x="32" y="284"/>
                  </a:cubicBezTo>
                  <a:lnTo>
                    <a:pt x="79" y="284"/>
                  </a:lnTo>
                  <a:cubicBezTo>
                    <a:pt x="174" y="284"/>
                    <a:pt x="253" y="284"/>
                    <a:pt x="331" y="267"/>
                  </a:cubicBezTo>
                  <a:lnTo>
                    <a:pt x="316" y="204"/>
                  </a:lnTo>
                  <a:lnTo>
                    <a:pt x="300" y="204"/>
                  </a:lnTo>
                  <a:cubicBezTo>
                    <a:pt x="300" y="221"/>
                    <a:pt x="285" y="221"/>
                    <a:pt x="285" y="221"/>
                  </a:cubicBezTo>
                  <a:cubicBezTo>
                    <a:pt x="268" y="221"/>
                    <a:pt x="253" y="204"/>
                    <a:pt x="253" y="204"/>
                  </a:cubicBezTo>
                  <a:cubicBezTo>
                    <a:pt x="237" y="189"/>
                    <a:pt x="253" y="158"/>
                    <a:pt x="268" y="158"/>
                  </a:cubicBezTo>
                  <a:lnTo>
                    <a:pt x="268" y="158"/>
                  </a:lnTo>
                  <a:lnTo>
                    <a:pt x="253" y="141"/>
                  </a:lnTo>
                  <a:lnTo>
                    <a:pt x="237" y="158"/>
                  </a:lnTo>
                  <a:lnTo>
                    <a:pt x="222" y="158"/>
                  </a:lnTo>
                  <a:cubicBezTo>
                    <a:pt x="205" y="158"/>
                    <a:pt x="205" y="141"/>
                    <a:pt x="190" y="126"/>
                  </a:cubicBezTo>
                  <a:cubicBezTo>
                    <a:pt x="190" y="110"/>
                    <a:pt x="205" y="95"/>
                    <a:pt x="205" y="95"/>
                  </a:cubicBezTo>
                  <a:lnTo>
                    <a:pt x="205" y="78"/>
                  </a:lnTo>
                  <a:close/>
                  <a:moveTo>
                    <a:pt x="127" y="0"/>
                  </a:moveTo>
                  <a:lnTo>
                    <a:pt x="127" y="15"/>
                  </a:lnTo>
                  <a:lnTo>
                    <a:pt x="127" y="32"/>
                  </a:lnTo>
                  <a:lnTo>
                    <a:pt x="127" y="32"/>
                  </a:lnTo>
                  <a:lnTo>
                    <a:pt x="127" y="47"/>
                  </a:lnTo>
                  <a:lnTo>
                    <a:pt x="127" y="47"/>
                  </a:lnTo>
                  <a:cubicBezTo>
                    <a:pt x="142" y="47"/>
                    <a:pt x="142" y="32"/>
                    <a:pt x="142" y="32"/>
                  </a:cubicBezTo>
                  <a:lnTo>
                    <a:pt x="159" y="32"/>
                  </a:lnTo>
                  <a:cubicBezTo>
                    <a:pt x="142" y="32"/>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6" name="Google Shape;466;p35"/>
            <p:cNvSpPr/>
            <p:nvPr/>
          </p:nvSpPr>
          <p:spPr>
            <a:xfrm>
              <a:off x="3167004" y="1800785"/>
              <a:ext cx="7505" cy="5534"/>
            </a:xfrm>
            <a:custGeom>
              <a:avLst/>
              <a:gdLst/>
              <a:ahLst/>
              <a:cxnLst/>
              <a:rect l="l" t="t" r="r" b="b"/>
              <a:pathLst>
                <a:path w="236" h="174" extrusionOk="0">
                  <a:moveTo>
                    <a:pt x="221" y="111"/>
                  </a:moveTo>
                  <a:lnTo>
                    <a:pt x="126" y="126"/>
                  </a:lnTo>
                  <a:lnTo>
                    <a:pt x="126" y="126"/>
                  </a:lnTo>
                  <a:lnTo>
                    <a:pt x="110" y="126"/>
                  </a:lnTo>
                  <a:lnTo>
                    <a:pt x="78" y="126"/>
                  </a:lnTo>
                  <a:lnTo>
                    <a:pt x="78" y="142"/>
                  </a:lnTo>
                  <a:cubicBezTo>
                    <a:pt x="95" y="142"/>
                    <a:pt x="95" y="158"/>
                    <a:pt x="95" y="158"/>
                  </a:cubicBezTo>
                  <a:cubicBezTo>
                    <a:pt x="110" y="174"/>
                    <a:pt x="110" y="174"/>
                    <a:pt x="126" y="174"/>
                  </a:cubicBezTo>
                  <a:lnTo>
                    <a:pt x="126" y="174"/>
                  </a:lnTo>
                  <a:lnTo>
                    <a:pt x="204" y="142"/>
                  </a:lnTo>
                  <a:cubicBezTo>
                    <a:pt x="221" y="142"/>
                    <a:pt x="221" y="126"/>
                    <a:pt x="221" y="126"/>
                  </a:cubicBezTo>
                  <a:lnTo>
                    <a:pt x="221" y="111"/>
                  </a:lnTo>
                  <a:close/>
                  <a:moveTo>
                    <a:pt x="78" y="16"/>
                  </a:moveTo>
                  <a:lnTo>
                    <a:pt x="78" y="16"/>
                  </a:lnTo>
                  <a:cubicBezTo>
                    <a:pt x="63" y="16"/>
                    <a:pt x="63" y="32"/>
                    <a:pt x="47" y="32"/>
                  </a:cubicBezTo>
                  <a:lnTo>
                    <a:pt x="47" y="32"/>
                  </a:lnTo>
                  <a:cubicBezTo>
                    <a:pt x="47" y="32"/>
                    <a:pt x="32" y="32"/>
                    <a:pt x="32" y="16"/>
                  </a:cubicBezTo>
                  <a:cubicBezTo>
                    <a:pt x="15" y="32"/>
                    <a:pt x="0" y="48"/>
                    <a:pt x="0" y="63"/>
                  </a:cubicBezTo>
                  <a:lnTo>
                    <a:pt x="15" y="79"/>
                  </a:lnTo>
                  <a:lnTo>
                    <a:pt x="32" y="79"/>
                  </a:lnTo>
                  <a:lnTo>
                    <a:pt x="95" y="63"/>
                  </a:lnTo>
                  <a:lnTo>
                    <a:pt x="95" y="48"/>
                  </a:lnTo>
                  <a:lnTo>
                    <a:pt x="110" y="48"/>
                  </a:lnTo>
                  <a:lnTo>
                    <a:pt x="110" y="48"/>
                  </a:lnTo>
                  <a:lnTo>
                    <a:pt x="110" y="48"/>
                  </a:lnTo>
                  <a:lnTo>
                    <a:pt x="141" y="48"/>
                  </a:lnTo>
                  <a:lnTo>
                    <a:pt x="126" y="48"/>
                  </a:lnTo>
                  <a:lnTo>
                    <a:pt x="126" y="48"/>
                  </a:lnTo>
                  <a:lnTo>
                    <a:pt x="126" y="48"/>
                  </a:lnTo>
                  <a:cubicBezTo>
                    <a:pt x="110" y="48"/>
                    <a:pt x="110" y="32"/>
                    <a:pt x="95" y="32"/>
                  </a:cubicBezTo>
                  <a:lnTo>
                    <a:pt x="78" y="16"/>
                  </a:lnTo>
                  <a:close/>
                  <a:moveTo>
                    <a:pt x="236" y="0"/>
                  </a:moveTo>
                  <a:lnTo>
                    <a:pt x="221" y="0"/>
                  </a:lnTo>
                  <a:lnTo>
                    <a:pt x="158" y="32"/>
                  </a:lnTo>
                  <a:lnTo>
                    <a:pt x="158" y="48"/>
                  </a:lnTo>
                  <a:lnTo>
                    <a:pt x="236" y="48"/>
                  </a:lnTo>
                  <a:lnTo>
                    <a:pt x="236"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7" name="Google Shape;467;p35"/>
            <p:cNvSpPr/>
            <p:nvPr/>
          </p:nvSpPr>
          <p:spPr>
            <a:xfrm>
              <a:off x="3442074" y="1778236"/>
              <a:ext cx="4548" cy="6520"/>
            </a:xfrm>
            <a:custGeom>
              <a:avLst/>
              <a:gdLst/>
              <a:ahLst/>
              <a:cxnLst/>
              <a:rect l="l" t="t" r="r" b="b"/>
              <a:pathLst>
                <a:path w="143" h="205" extrusionOk="0">
                  <a:moveTo>
                    <a:pt x="48" y="1"/>
                  </a:moveTo>
                  <a:lnTo>
                    <a:pt x="32" y="32"/>
                  </a:lnTo>
                  <a:cubicBezTo>
                    <a:pt x="32" y="32"/>
                    <a:pt x="17" y="47"/>
                    <a:pt x="0" y="47"/>
                  </a:cubicBezTo>
                  <a:lnTo>
                    <a:pt x="0" y="47"/>
                  </a:lnTo>
                  <a:lnTo>
                    <a:pt x="0" y="47"/>
                  </a:lnTo>
                  <a:lnTo>
                    <a:pt x="0" y="47"/>
                  </a:lnTo>
                  <a:lnTo>
                    <a:pt x="0" y="79"/>
                  </a:lnTo>
                  <a:cubicBezTo>
                    <a:pt x="0" y="95"/>
                    <a:pt x="0" y="110"/>
                    <a:pt x="17" y="110"/>
                  </a:cubicBezTo>
                  <a:lnTo>
                    <a:pt x="17" y="127"/>
                  </a:lnTo>
                  <a:cubicBezTo>
                    <a:pt x="17" y="142"/>
                    <a:pt x="32" y="158"/>
                    <a:pt x="32" y="158"/>
                  </a:cubicBezTo>
                  <a:lnTo>
                    <a:pt x="48" y="142"/>
                  </a:lnTo>
                  <a:lnTo>
                    <a:pt x="63" y="142"/>
                  </a:lnTo>
                  <a:lnTo>
                    <a:pt x="63" y="142"/>
                  </a:lnTo>
                  <a:cubicBezTo>
                    <a:pt x="80" y="158"/>
                    <a:pt x="95" y="173"/>
                    <a:pt x="95" y="190"/>
                  </a:cubicBezTo>
                  <a:lnTo>
                    <a:pt x="95" y="190"/>
                  </a:lnTo>
                  <a:lnTo>
                    <a:pt x="111" y="205"/>
                  </a:lnTo>
                  <a:lnTo>
                    <a:pt x="111" y="205"/>
                  </a:lnTo>
                  <a:lnTo>
                    <a:pt x="111" y="205"/>
                  </a:lnTo>
                  <a:cubicBezTo>
                    <a:pt x="143" y="205"/>
                    <a:pt x="143" y="173"/>
                    <a:pt x="143" y="158"/>
                  </a:cubicBezTo>
                  <a:cubicBezTo>
                    <a:pt x="143" y="142"/>
                    <a:pt x="126" y="127"/>
                    <a:pt x="111" y="127"/>
                  </a:cubicBezTo>
                  <a:lnTo>
                    <a:pt x="111" y="142"/>
                  </a:lnTo>
                  <a:lnTo>
                    <a:pt x="95" y="142"/>
                  </a:lnTo>
                  <a:lnTo>
                    <a:pt x="95" y="142"/>
                  </a:lnTo>
                  <a:lnTo>
                    <a:pt x="95" y="110"/>
                  </a:lnTo>
                  <a:cubicBezTo>
                    <a:pt x="95" y="95"/>
                    <a:pt x="95" y="79"/>
                    <a:pt x="80" y="47"/>
                  </a:cubicBezTo>
                  <a:lnTo>
                    <a:pt x="80" y="32"/>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8" name="Google Shape;468;p35"/>
            <p:cNvSpPr/>
            <p:nvPr/>
          </p:nvSpPr>
          <p:spPr>
            <a:xfrm>
              <a:off x="3318326" y="1778713"/>
              <a:ext cx="5534" cy="9064"/>
            </a:xfrm>
            <a:custGeom>
              <a:avLst/>
              <a:gdLst/>
              <a:ahLst/>
              <a:cxnLst/>
              <a:rect l="l" t="t" r="r" b="b"/>
              <a:pathLst>
                <a:path w="174" h="285" extrusionOk="0">
                  <a:moveTo>
                    <a:pt x="95" y="1"/>
                  </a:moveTo>
                  <a:lnTo>
                    <a:pt x="79" y="17"/>
                  </a:lnTo>
                  <a:cubicBezTo>
                    <a:pt x="95" y="32"/>
                    <a:pt x="79" y="49"/>
                    <a:pt x="63" y="49"/>
                  </a:cubicBezTo>
                  <a:lnTo>
                    <a:pt x="47" y="49"/>
                  </a:lnTo>
                  <a:lnTo>
                    <a:pt x="47" y="49"/>
                  </a:lnTo>
                  <a:lnTo>
                    <a:pt x="0" y="190"/>
                  </a:lnTo>
                  <a:cubicBezTo>
                    <a:pt x="0" y="206"/>
                    <a:pt x="0" y="221"/>
                    <a:pt x="16" y="221"/>
                  </a:cubicBezTo>
                  <a:cubicBezTo>
                    <a:pt x="16" y="238"/>
                    <a:pt x="32" y="238"/>
                    <a:pt x="32" y="238"/>
                  </a:cubicBezTo>
                  <a:lnTo>
                    <a:pt x="32" y="238"/>
                  </a:lnTo>
                  <a:lnTo>
                    <a:pt x="32" y="238"/>
                  </a:lnTo>
                  <a:cubicBezTo>
                    <a:pt x="47" y="253"/>
                    <a:pt x="47" y="269"/>
                    <a:pt x="79" y="284"/>
                  </a:cubicBezTo>
                  <a:lnTo>
                    <a:pt x="95" y="284"/>
                  </a:lnTo>
                  <a:cubicBezTo>
                    <a:pt x="110" y="284"/>
                    <a:pt x="126" y="284"/>
                    <a:pt x="126" y="269"/>
                  </a:cubicBezTo>
                  <a:lnTo>
                    <a:pt x="126" y="238"/>
                  </a:lnTo>
                  <a:lnTo>
                    <a:pt x="142" y="238"/>
                  </a:lnTo>
                  <a:cubicBezTo>
                    <a:pt x="173" y="238"/>
                    <a:pt x="173" y="221"/>
                    <a:pt x="173" y="206"/>
                  </a:cubicBezTo>
                  <a:lnTo>
                    <a:pt x="173" y="175"/>
                  </a:lnTo>
                  <a:lnTo>
                    <a:pt x="173" y="158"/>
                  </a:lnTo>
                  <a:cubicBezTo>
                    <a:pt x="158" y="143"/>
                    <a:pt x="158" y="143"/>
                    <a:pt x="142" y="143"/>
                  </a:cubicBezTo>
                  <a:lnTo>
                    <a:pt x="142" y="143"/>
                  </a:lnTo>
                  <a:lnTo>
                    <a:pt x="126" y="143"/>
                  </a:lnTo>
                  <a:lnTo>
                    <a:pt x="126" y="143"/>
                  </a:lnTo>
                  <a:lnTo>
                    <a:pt x="126" y="143"/>
                  </a:lnTo>
                  <a:lnTo>
                    <a:pt x="95" y="143"/>
                  </a:lnTo>
                  <a:lnTo>
                    <a:pt x="110" y="32"/>
                  </a:lnTo>
                  <a:cubicBezTo>
                    <a:pt x="126" y="17"/>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9" name="Google Shape;469;p35"/>
            <p:cNvSpPr/>
            <p:nvPr/>
          </p:nvSpPr>
          <p:spPr>
            <a:xfrm>
              <a:off x="3421020" y="1804792"/>
              <a:ext cx="4580" cy="5534"/>
            </a:xfrm>
            <a:custGeom>
              <a:avLst/>
              <a:gdLst/>
              <a:ahLst/>
              <a:cxnLst/>
              <a:rect l="l" t="t" r="r" b="b"/>
              <a:pathLst>
                <a:path w="144" h="174" extrusionOk="0">
                  <a:moveTo>
                    <a:pt x="32" y="0"/>
                  </a:moveTo>
                  <a:lnTo>
                    <a:pt x="32" y="0"/>
                  </a:lnTo>
                  <a:lnTo>
                    <a:pt x="17" y="0"/>
                  </a:lnTo>
                  <a:cubicBezTo>
                    <a:pt x="1" y="16"/>
                    <a:pt x="1" y="16"/>
                    <a:pt x="1" y="32"/>
                  </a:cubicBezTo>
                  <a:cubicBezTo>
                    <a:pt x="17" y="32"/>
                    <a:pt x="17" y="48"/>
                    <a:pt x="17" y="48"/>
                  </a:cubicBezTo>
                  <a:lnTo>
                    <a:pt x="17" y="48"/>
                  </a:lnTo>
                  <a:lnTo>
                    <a:pt x="32" y="79"/>
                  </a:lnTo>
                  <a:lnTo>
                    <a:pt x="49" y="79"/>
                  </a:lnTo>
                  <a:lnTo>
                    <a:pt x="64" y="111"/>
                  </a:lnTo>
                  <a:lnTo>
                    <a:pt x="64" y="126"/>
                  </a:lnTo>
                  <a:cubicBezTo>
                    <a:pt x="64" y="142"/>
                    <a:pt x="64" y="158"/>
                    <a:pt x="80" y="174"/>
                  </a:cubicBezTo>
                  <a:lnTo>
                    <a:pt x="95" y="174"/>
                  </a:lnTo>
                  <a:cubicBezTo>
                    <a:pt x="112" y="174"/>
                    <a:pt x="127" y="158"/>
                    <a:pt x="127" y="158"/>
                  </a:cubicBezTo>
                  <a:lnTo>
                    <a:pt x="127" y="158"/>
                  </a:lnTo>
                  <a:lnTo>
                    <a:pt x="143" y="126"/>
                  </a:lnTo>
                  <a:lnTo>
                    <a:pt x="143" y="79"/>
                  </a:lnTo>
                  <a:lnTo>
                    <a:pt x="80" y="32"/>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0" name="Google Shape;470;p35"/>
            <p:cNvSpPr/>
            <p:nvPr/>
          </p:nvSpPr>
          <p:spPr>
            <a:xfrm>
              <a:off x="3404991" y="1788731"/>
              <a:ext cx="6551" cy="7569"/>
            </a:xfrm>
            <a:custGeom>
              <a:avLst/>
              <a:gdLst/>
              <a:ahLst/>
              <a:cxnLst/>
              <a:rect l="l" t="t" r="r" b="b"/>
              <a:pathLst>
                <a:path w="206" h="238" extrusionOk="0">
                  <a:moveTo>
                    <a:pt x="32" y="1"/>
                  </a:moveTo>
                  <a:lnTo>
                    <a:pt x="0" y="32"/>
                  </a:lnTo>
                  <a:lnTo>
                    <a:pt x="0" y="49"/>
                  </a:lnTo>
                  <a:lnTo>
                    <a:pt x="17" y="32"/>
                  </a:lnTo>
                  <a:lnTo>
                    <a:pt x="32" y="32"/>
                  </a:lnTo>
                  <a:lnTo>
                    <a:pt x="32" y="32"/>
                  </a:lnTo>
                  <a:cubicBezTo>
                    <a:pt x="48" y="32"/>
                    <a:pt x="63" y="32"/>
                    <a:pt x="63" y="49"/>
                  </a:cubicBezTo>
                  <a:cubicBezTo>
                    <a:pt x="80" y="64"/>
                    <a:pt x="63" y="80"/>
                    <a:pt x="48" y="95"/>
                  </a:cubicBezTo>
                  <a:cubicBezTo>
                    <a:pt x="32" y="95"/>
                    <a:pt x="32" y="112"/>
                    <a:pt x="32" y="112"/>
                  </a:cubicBezTo>
                  <a:lnTo>
                    <a:pt x="32" y="127"/>
                  </a:lnTo>
                  <a:lnTo>
                    <a:pt x="48" y="143"/>
                  </a:lnTo>
                  <a:lnTo>
                    <a:pt x="63" y="143"/>
                  </a:lnTo>
                  <a:lnTo>
                    <a:pt x="127" y="158"/>
                  </a:lnTo>
                  <a:lnTo>
                    <a:pt x="127" y="158"/>
                  </a:lnTo>
                  <a:cubicBezTo>
                    <a:pt x="127" y="175"/>
                    <a:pt x="143" y="175"/>
                    <a:pt x="143" y="190"/>
                  </a:cubicBezTo>
                  <a:cubicBezTo>
                    <a:pt x="143" y="206"/>
                    <a:pt x="143" y="221"/>
                    <a:pt x="127" y="238"/>
                  </a:cubicBezTo>
                  <a:lnTo>
                    <a:pt x="127" y="238"/>
                  </a:lnTo>
                  <a:lnTo>
                    <a:pt x="143" y="238"/>
                  </a:lnTo>
                  <a:cubicBezTo>
                    <a:pt x="158" y="238"/>
                    <a:pt x="174" y="221"/>
                    <a:pt x="174" y="221"/>
                  </a:cubicBezTo>
                  <a:lnTo>
                    <a:pt x="174" y="206"/>
                  </a:lnTo>
                  <a:lnTo>
                    <a:pt x="190" y="175"/>
                  </a:lnTo>
                  <a:cubicBezTo>
                    <a:pt x="190" y="158"/>
                    <a:pt x="174" y="158"/>
                    <a:pt x="174" y="143"/>
                  </a:cubicBezTo>
                  <a:cubicBezTo>
                    <a:pt x="174" y="127"/>
                    <a:pt x="190" y="112"/>
                    <a:pt x="206" y="112"/>
                  </a:cubicBezTo>
                  <a:cubicBezTo>
                    <a:pt x="206" y="95"/>
                    <a:pt x="190" y="95"/>
                    <a:pt x="190" y="95"/>
                  </a:cubicBezTo>
                  <a:lnTo>
                    <a:pt x="95" y="80"/>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1" name="Google Shape;471;p35"/>
            <p:cNvSpPr/>
            <p:nvPr/>
          </p:nvSpPr>
          <p:spPr>
            <a:xfrm>
              <a:off x="3085300" y="1808799"/>
              <a:ext cx="3562" cy="2544"/>
            </a:xfrm>
            <a:custGeom>
              <a:avLst/>
              <a:gdLst/>
              <a:ahLst/>
              <a:cxnLst/>
              <a:rect l="l" t="t" r="r" b="b"/>
              <a:pathLst>
                <a:path w="112" h="80" extrusionOk="0">
                  <a:moveTo>
                    <a:pt x="32" y="0"/>
                  </a:moveTo>
                  <a:lnTo>
                    <a:pt x="32" y="0"/>
                  </a:lnTo>
                  <a:lnTo>
                    <a:pt x="0" y="0"/>
                  </a:lnTo>
                  <a:cubicBezTo>
                    <a:pt x="17" y="0"/>
                    <a:pt x="32" y="16"/>
                    <a:pt x="32" y="32"/>
                  </a:cubicBezTo>
                  <a:cubicBezTo>
                    <a:pt x="48" y="32"/>
                    <a:pt x="48" y="48"/>
                    <a:pt x="48" y="48"/>
                  </a:cubicBezTo>
                  <a:lnTo>
                    <a:pt x="63" y="80"/>
                  </a:lnTo>
                  <a:lnTo>
                    <a:pt x="80" y="80"/>
                  </a:lnTo>
                  <a:lnTo>
                    <a:pt x="95" y="48"/>
                  </a:lnTo>
                  <a:cubicBezTo>
                    <a:pt x="95" y="32"/>
                    <a:pt x="111" y="32"/>
                    <a:pt x="111" y="32"/>
                  </a:cubicBezTo>
                  <a:lnTo>
                    <a:pt x="111" y="32"/>
                  </a:lnTo>
                  <a:cubicBezTo>
                    <a:pt x="95" y="16"/>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2" name="Google Shape;472;p35"/>
            <p:cNvSpPr/>
            <p:nvPr/>
          </p:nvSpPr>
          <p:spPr>
            <a:xfrm>
              <a:off x="3096336" y="1784247"/>
              <a:ext cx="6551" cy="4039"/>
            </a:xfrm>
            <a:custGeom>
              <a:avLst/>
              <a:gdLst/>
              <a:ahLst/>
              <a:cxnLst/>
              <a:rect l="l" t="t" r="r" b="b"/>
              <a:pathLst>
                <a:path w="206" h="127" extrusionOk="0">
                  <a:moveTo>
                    <a:pt x="158" y="1"/>
                  </a:moveTo>
                  <a:cubicBezTo>
                    <a:pt x="111" y="1"/>
                    <a:pt x="79" y="16"/>
                    <a:pt x="32" y="16"/>
                  </a:cubicBezTo>
                  <a:lnTo>
                    <a:pt x="16" y="47"/>
                  </a:lnTo>
                  <a:cubicBezTo>
                    <a:pt x="0" y="64"/>
                    <a:pt x="0" y="79"/>
                    <a:pt x="16" y="95"/>
                  </a:cubicBezTo>
                  <a:cubicBezTo>
                    <a:pt x="16" y="95"/>
                    <a:pt x="32" y="95"/>
                    <a:pt x="32" y="110"/>
                  </a:cubicBezTo>
                  <a:lnTo>
                    <a:pt x="111" y="64"/>
                  </a:lnTo>
                  <a:lnTo>
                    <a:pt x="126" y="64"/>
                  </a:lnTo>
                  <a:lnTo>
                    <a:pt x="126" y="64"/>
                  </a:lnTo>
                  <a:cubicBezTo>
                    <a:pt x="142" y="64"/>
                    <a:pt x="158" y="64"/>
                    <a:pt x="158" y="79"/>
                  </a:cubicBezTo>
                  <a:cubicBezTo>
                    <a:pt x="174" y="95"/>
                    <a:pt x="158" y="110"/>
                    <a:pt x="158" y="127"/>
                  </a:cubicBezTo>
                  <a:lnTo>
                    <a:pt x="158" y="127"/>
                  </a:lnTo>
                  <a:lnTo>
                    <a:pt x="158" y="127"/>
                  </a:lnTo>
                  <a:cubicBezTo>
                    <a:pt x="174" y="127"/>
                    <a:pt x="189" y="110"/>
                    <a:pt x="189" y="95"/>
                  </a:cubicBezTo>
                  <a:cubicBezTo>
                    <a:pt x="205" y="47"/>
                    <a:pt x="189"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3" name="Google Shape;473;p35"/>
            <p:cNvSpPr/>
            <p:nvPr/>
          </p:nvSpPr>
          <p:spPr>
            <a:xfrm>
              <a:off x="3400506" y="1804792"/>
              <a:ext cx="4516" cy="3021"/>
            </a:xfrm>
            <a:custGeom>
              <a:avLst/>
              <a:gdLst/>
              <a:ahLst/>
              <a:cxnLst/>
              <a:rect l="l" t="t" r="r" b="b"/>
              <a:pathLst>
                <a:path w="142" h="95" extrusionOk="0">
                  <a:moveTo>
                    <a:pt x="32" y="0"/>
                  </a:moveTo>
                  <a:lnTo>
                    <a:pt x="0" y="16"/>
                  </a:lnTo>
                  <a:lnTo>
                    <a:pt x="0" y="16"/>
                  </a:lnTo>
                  <a:lnTo>
                    <a:pt x="0" y="48"/>
                  </a:lnTo>
                  <a:cubicBezTo>
                    <a:pt x="0" y="48"/>
                    <a:pt x="0" y="63"/>
                    <a:pt x="15" y="63"/>
                  </a:cubicBezTo>
                  <a:lnTo>
                    <a:pt x="15" y="63"/>
                  </a:lnTo>
                  <a:lnTo>
                    <a:pt x="95" y="95"/>
                  </a:lnTo>
                  <a:lnTo>
                    <a:pt x="110" y="95"/>
                  </a:lnTo>
                  <a:cubicBezTo>
                    <a:pt x="110" y="95"/>
                    <a:pt x="126" y="95"/>
                    <a:pt x="141" y="79"/>
                  </a:cubicBezTo>
                  <a:cubicBezTo>
                    <a:pt x="141" y="63"/>
                    <a:pt x="126" y="48"/>
                    <a:pt x="110" y="32"/>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4" name="Google Shape;474;p35"/>
            <p:cNvSpPr/>
            <p:nvPr/>
          </p:nvSpPr>
          <p:spPr>
            <a:xfrm>
              <a:off x="3020166" y="1794265"/>
              <a:ext cx="6551" cy="7537"/>
            </a:xfrm>
            <a:custGeom>
              <a:avLst/>
              <a:gdLst/>
              <a:ahLst/>
              <a:cxnLst/>
              <a:rect l="l" t="t" r="r" b="b"/>
              <a:pathLst>
                <a:path w="206" h="237" extrusionOk="0">
                  <a:moveTo>
                    <a:pt x="111" y="158"/>
                  </a:moveTo>
                  <a:lnTo>
                    <a:pt x="95" y="158"/>
                  </a:lnTo>
                  <a:lnTo>
                    <a:pt x="95" y="158"/>
                  </a:lnTo>
                  <a:cubicBezTo>
                    <a:pt x="111" y="158"/>
                    <a:pt x="111" y="174"/>
                    <a:pt x="111" y="174"/>
                  </a:cubicBezTo>
                  <a:cubicBezTo>
                    <a:pt x="126" y="190"/>
                    <a:pt x="111" y="221"/>
                    <a:pt x="95" y="221"/>
                  </a:cubicBezTo>
                  <a:lnTo>
                    <a:pt x="80" y="221"/>
                  </a:lnTo>
                  <a:lnTo>
                    <a:pt x="80" y="237"/>
                  </a:lnTo>
                  <a:lnTo>
                    <a:pt x="95" y="237"/>
                  </a:lnTo>
                  <a:lnTo>
                    <a:pt x="95" y="237"/>
                  </a:lnTo>
                  <a:lnTo>
                    <a:pt x="174" y="237"/>
                  </a:lnTo>
                  <a:cubicBezTo>
                    <a:pt x="189" y="237"/>
                    <a:pt x="206" y="205"/>
                    <a:pt x="206" y="190"/>
                  </a:cubicBezTo>
                  <a:cubicBezTo>
                    <a:pt x="189" y="174"/>
                    <a:pt x="189" y="158"/>
                    <a:pt x="158" y="158"/>
                  </a:cubicBezTo>
                  <a:lnTo>
                    <a:pt x="158" y="158"/>
                  </a:lnTo>
                  <a:lnTo>
                    <a:pt x="126" y="174"/>
                  </a:lnTo>
                  <a:lnTo>
                    <a:pt x="111" y="158"/>
                  </a:lnTo>
                  <a:close/>
                  <a:moveTo>
                    <a:pt x="32" y="1"/>
                  </a:moveTo>
                  <a:lnTo>
                    <a:pt x="32" y="1"/>
                  </a:lnTo>
                  <a:lnTo>
                    <a:pt x="32" y="1"/>
                  </a:lnTo>
                  <a:cubicBezTo>
                    <a:pt x="17" y="1"/>
                    <a:pt x="0" y="16"/>
                    <a:pt x="0" y="47"/>
                  </a:cubicBezTo>
                  <a:lnTo>
                    <a:pt x="0" y="47"/>
                  </a:lnTo>
                  <a:lnTo>
                    <a:pt x="32" y="110"/>
                  </a:lnTo>
                  <a:lnTo>
                    <a:pt x="32" y="110"/>
                  </a:lnTo>
                  <a:cubicBezTo>
                    <a:pt x="32" y="127"/>
                    <a:pt x="48" y="127"/>
                    <a:pt x="48" y="142"/>
                  </a:cubicBezTo>
                  <a:lnTo>
                    <a:pt x="48" y="158"/>
                  </a:lnTo>
                  <a:lnTo>
                    <a:pt x="48" y="174"/>
                  </a:lnTo>
                  <a:cubicBezTo>
                    <a:pt x="48" y="158"/>
                    <a:pt x="63" y="158"/>
                    <a:pt x="63" y="158"/>
                  </a:cubicBezTo>
                  <a:lnTo>
                    <a:pt x="80" y="158"/>
                  </a:lnTo>
                  <a:cubicBezTo>
                    <a:pt x="63" y="158"/>
                    <a:pt x="63" y="158"/>
                    <a:pt x="63" y="142"/>
                  </a:cubicBezTo>
                  <a:cubicBezTo>
                    <a:pt x="48" y="127"/>
                    <a:pt x="48" y="110"/>
                    <a:pt x="63" y="95"/>
                  </a:cubicBezTo>
                  <a:lnTo>
                    <a:pt x="63" y="95"/>
                  </a:lnTo>
                  <a:cubicBezTo>
                    <a:pt x="48" y="95"/>
                    <a:pt x="32" y="79"/>
                    <a:pt x="32" y="64"/>
                  </a:cubicBezTo>
                  <a:cubicBezTo>
                    <a:pt x="32" y="64"/>
                    <a:pt x="32" y="47"/>
                    <a:pt x="48" y="32"/>
                  </a:cubicBez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5" name="Google Shape;475;p35"/>
            <p:cNvSpPr/>
            <p:nvPr/>
          </p:nvSpPr>
          <p:spPr>
            <a:xfrm>
              <a:off x="3095318" y="1786250"/>
              <a:ext cx="6551" cy="3053"/>
            </a:xfrm>
            <a:custGeom>
              <a:avLst/>
              <a:gdLst/>
              <a:ahLst/>
              <a:cxnLst/>
              <a:rect l="l" t="t" r="r" b="b"/>
              <a:pathLst>
                <a:path w="206" h="96" extrusionOk="0">
                  <a:moveTo>
                    <a:pt x="158" y="1"/>
                  </a:moveTo>
                  <a:lnTo>
                    <a:pt x="158" y="1"/>
                  </a:lnTo>
                  <a:lnTo>
                    <a:pt x="143" y="1"/>
                  </a:lnTo>
                  <a:lnTo>
                    <a:pt x="64" y="47"/>
                  </a:lnTo>
                  <a:lnTo>
                    <a:pt x="17" y="64"/>
                  </a:lnTo>
                  <a:lnTo>
                    <a:pt x="0" y="95"/>
                  </a:lnTo>
                  <a:lnTo>
                    <a:pt x="32" y="95"/>
                  </a:lnTo>
                  <a:lnTo>
                    <a:pt x="48" y="79"/>
                  </a:lnTo>
                  <a:cubicBezTo>
                    <a:pt x="48" y="64"/>
                    <a:pt x="64" y="47"/>
                    <a:pt x="80" y="47"/>
                  </a:cubicBezTo>
                  <a:lnTo>
                    <a:pt x="95" y="47"/>
                  </a:lnTo>
                  <a:cubicBezTo>
                    <a:pt x="111" y="64"/>
                    <a:pt x="111" y="79"/>
                    <a:pt x="111" y="95"/>
                  </a:cubicBezTo>
                  <a:lnTo>
                    <a:pt x="174" y="64"/>
                  </a:lnTo>
                  <a:lnTo>
                    <a:pt x="190" y="64"/>
                  </a:lnTo>
                  <a:cubicBezTo>
                    <a:pt x="190" y="47"/>
                    <a:pt x="206" y="32"/>
                    <a:pt x="190" y="16"/>
                  </a:cubicBezTo>
                  <a:cubicBezTo>
                    <a:pt x="190" y="1"/>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6" name="Google Shape;476;p35"/>
            <p:cNvSpPr/>
            <p:nvPr/>
          </p:nvSpPr>
          <p:spPr>
            <a:xfrm>
              <a:off x="3057758" y="1831348"/>
              <a:ext cx="3530" cy="4039"/>
            </a:xfrm>
            <a:custGeom>
              <a:avLst/>
              <a:gdLst/>
              <a:ahLst/>
              <a:cxnLst/>
              <a:rect l="l" t="t" r="r" b="b"/>
              <a:pathLst>
                <a:path w="111" h="127" extrusionOk="0">
                  <a:moveTo>
                    <a:pt x="32" y="1"/>
                  </a:moveTo>
                  <a:lnTo>
                    <a:pt x="32" y="1"/>
                  </a:lnTo>
                  <a:cubicBezTo>
                    <a:pt x="16" y="1"/>
                    <a:pt x="0" y="16"/>
                    <a:pt x="0" y="32"/>
                  </a:cubicBezTo>
                  <a:lnTo>
                    <a:pt x="16" y="79"/>
                  </a:lnTo>
                  <a:cubicBezTo>
                    <a:pt x="16" y="95"/>
                    <a:pt x="16" y="95"/>
                    <a:pt x="32" y="110"/>
                  </a:cubicBezTo>
                  <a:lnTo>
                    <a:pt x="47" y="110"/>
                  </a:lnTo>
                  <a:lnTo>
                    <a:pt x="63" y="127"/>
                  </a:lnTo>
                  <a:cubicBezTo>
                    <a:pt x="79" y="127"/>
                    <a:pt x="79" y="127"/>
                    <a:pt x="79" y="110"/>
                  </a:cubicBezTo>
                  <a:cubicBezTo>
                    <a:pt x="95" y="110"/>
                    <a:pt x="95" y="110"/>
                    <a:pt x="95" y="95"/>
                  </a:cubicBezTo>
                  <a:lnTo>
                    <a:pt x="110" y="64"/>
                  </a:lnTo>
                  <a:cubicBezTo>
                    <a:pt x="110" y="32"/>
                    <a:pt x="110" y="16"/>
                    <a:pt x="95" y="16"/>
                  </a:cubicBezTo>
                  <a:lnTo>
                    <a:pt x="79" y="16"/>
                  </a:lnTo>
                  <a:lnTo>
                    <a:pt x="63" y="16"/>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7" name="Google Shape;477;p35"/>
            <p:cNvSpPr/>
            <p:nvPr/>
          </p:nvSpPr>
          <p:spPr>
            <a:xfrm>
              <a:off x="3106863" y="1791752"/>
              <a:ext cx="3530" cy="8046"/>
            </a:xfrm>
            <a:custGeom>
              <a:avLst/>
              <a:gdLst/>
              <a:ahLst/>
              <a:cxnLst/>
              <a:rect l="l" t="t" r="r" b="b"/>
              <a:pathLst>
                <a:path w="111" h="253" extrusionOk="0">
                  <a:moveTo>
                    <a:pt x="79" y="0"/>
                  </a:moveTo>
                  <a:cubicBezTo>
                    <a:pt x="64" y="0"/>
                    <a:pt x="64" y="17"/>
                    <a:pt x="47" y="17"/>
                  </a:cubicBezTo>
                  <a:cubicBezTo>
                    <a:pt x="47" y="17"/>
                    <a:pt x="32" y="17"/>
                    <a:pt x="32" y="0"/>
                  </a:cubicBezTo>
                  <a:cubicBezTo>
                    <a:pt x="32" y="17"/>
                    <a:pt x="16" y="17"/>
                    <a:pt x="16" y="17"/>
                  </a:cubicBezTo>
                  <a:lnTo>
                    <a:pt x="16" y="32"/>
                  </a:lnTo>
                  <a:cubicBezTo>
                    <a:pt x="32" y="48"/>
                    <a:pt x="47" y="48"/>
                    <a:pt x="47" y="63"/>
                  </a:cubicBezTo>
                  <a:cubicBezTo>
                    <a:pt x="47" y="80"/>
                    <a:pt x="47" y="95"/>
                    <a:pt x="32" y="95"/>
                  </a:cubicBezTo>
                  <a:lnTo>
                    <a:pt x="32" y="111"/>
                  </a:lnTo>
                  <a:lnTo>
                    <a:pt x="32" y="111"/>
                  </a:lnTo>
                  <a:lnTo>
                    <a:pt x="16" y="126"/>
                  </a:lnTo>
                  <a:lnTo>
                    <a:pt x="16" y="158"/>
                  </a:lnTo>
                  <a:lnTo>
                    <a:pt x="16" y="158"/>
                  </a:lnTo>
                  <a:cubicBezTo>
                    <a:pt x="16" y="174"/>
                    <a:pt x="32" y="174"/>
                    <a:pt x="32" y="189"/>
                  </a:cubicBezTo>
                  <a:cubicBezTo>
                    <a:pt x="47" y="206"/>
                    <a:pt x="32" y="221"/>
                    <a:pt x="16" y="237"/>
                  </a:cubicBezTo>
                  <a:lnTo>
                    <a:pt x="0" y="237"/>
                  </a:lnTo>
                  <a:lnTo>
                    <a:pt x="16" y="253"/>
                  </a:lnTo>
                  <a:lnTo>
                    <a:pt x="47" y="253"/>
                  </a:lnTo>
                  <a:lnTo>
                    <a:pt x="47" y="253"/>
                  </a:lnTo>
                  <a:lnTo>
                    <a:pt x="64" y="253"/>
                  </a:lnTo>
                  <a:lnTo>
                    <a:pt x="110" y="206"/>
                  </a:lnTo>
                  <a:lnTo>
                    <a:pt x="110" y="174"/>
                  </a:lnTo>
                  <a:cubicBezTo>
                    <a:pt x="110" y="158"/>
                    <a:pt x="95" y="158"/>
                    <a:pt x="95" y="143"/>
                  </a:cubicBezTo>
                  <a:cubicBezTo>
                    <a:pt x="95" y="126"/>
                    <a:pt x="95" y="126"/>
                    <a:pt x="110" y="111"/>
                  </a:cubicBezTo>
                  <a:lnTo>
                    <a:pt x="110" y="111"/>
                  </a:lnTo>
                  <a:lnTo>
                    <a:pt x="95" y="95"/>
                  </a:lnTo>
                  <a:cubicBezTo>
                    <a:pt x="95" y="63"/>
                    <a:pt x="79" y="48"/>
                    <a:pt x="79" y="48"/>
                  </a:cubicBezTo>
                  <a:lnTo>
                    <a:pt x="95" y="32"/>
                  </a:lnTo>
                  <a:lnTo>
                    <a:pt x="95" y="32"/>
                  </a:lnTo>
                  <a:cubicBezTo>
                    <a:pt x="95" y="17"/>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8" name="Google Shape;478;p35"/>
            <p:cNvSpPr/>
            <p:nvPr/>
          </p:nvSpPr>
          <p:spPr>
            <a:xfrm>
              <a:off x="3342369" y="1818340"/>
              <a:ext cx="5534" cy="4039"/>
            </a:xfrm>
            <a:custGeom>
              <a:avLst/>
              <a:gdLst/>
              <a:ahLst/>
              <a:cxnLst/>
              <a:rect l="l" t="t" r="r" b="b"/>
              <a:pathLst>
                <a:path w="174" h="127" extrusionOk="0">
                  <a:moveTo>
                    <a:pt x="142" y="0"/>
                  </a:moveTo>
                  <a:lnTo>
                    <a:pt x="142" y="0"/>
                  </a:lnTo>
                  <a:lnTo>
                    <a:pt x="127" y="0"/>
                  </a:lnTo>
                  <a:lnTo>
                    <a:pt x="127" y="0"/>
                  </a:lnTo>
                  <a:lnTo>
                    <a:pt x="64" y="32"/>
                  </a:lnTo>
                  <a:lnTo>
                    <a:pt x="79" y="32"/>
                  </a:lnTo>
                  <a:cubicBezTo>
                    <a:pt x="79" y="47"/>
                    <a:pt x="79" y="78"/>
                    <a:pt x="64" y="78"/>
                  </a:cubicBezTo>
                  <a:cubicBezTo>
                    <a:pt x="64" y="95"/>
                    <a:pt x="47" y="95"/>
                    <a:pt x="47" y="95"/>
                  </a:cubicBezTo>
                  <a:cubicBezTo>
                    <a:pt x="32" y="95"/>
                    <a:pt x="16" y="78"/>
                    <a:pt x="16" y="78"/>
                  </a:cubicBezTo>
                  <a:lnTo>
                    <a:pt x="1" y="63"/>
                  </a:lnTo>
                  <a:lnTo>
                    <a:pt x="1" y="63"/>
                  </a:lnTo>
                  <a:lnTo>
                    <a:pt x="1" y="110"/>
                  </a:lnTo>
                  <a:lnTo>
                    <a:pt x="1" y="126"/>
                  </a:lnTo>
                  <a:lnTo>
                    <a:pt x="16" y="126"/>
                  </a:lnTo>
                  <a:lnTo>
                    <a:pt x="64" y="126"/>
                  </a:lnTo>
                  <a:lnTo>
                    <a:pt x="64" y="95"/>
                  </a:lnTo>
                  <a:lnTo>
                    <a:pt x="127" y="78"/>
                  </a:lnTo>
                  <a:lnTo>
                    <a:pt x="158" y="63"/>
                  </a:lnTo>
                  <a:cubicBezTo>
                    <a:pt x="173" y="63"/>
                    <a:pt x="173" y="47"/>
                    <a:pt x="173" y="32"/>
                  </a:cubicBezTo>
                  <a:cubicBezTo>
                    <a:pt x="158" y="32"/>
                    <a:pt x="142" y="32"/>
                    <a:pt x="142" y="0"/>
                  </a:cubicBez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9" name="Google Shape;479;p35"/>
            <p:cNvSpPr/>
            <p:nvPr/>
          </p:nvSpPr>
          <p:spPr>
            <a:xfrm>
              <a:off x="3180488" y="1796269"/>
              <a:ext cx="2576" cy="1527"/>
            </a:xfrm>
            <a:custGeom>
              <a:avLst/>
              <a:gdLst/>
              <a:ahLst/>
              <a:cxnLst/>
              <a:rect l="l" t="t" r="r" b="b"/>
              <a:pathLst>
                <a:path w="81" h="48" extrusionOk="0">
                  <a:moveTo>
                    <a:pt x="80" y="1"/>
                  </a:moveTo>
                  <a:cubicBezTo>
                    <a:pt x="64" y="1"/>
                    <a:pt x="32" y="16"/>
                    <a:pt x="17" y="16"/>
                  </a:cubicBezTo>
                  <a:cubicBezTo>
                    <a:pt x="17" y="32"/>
                    <a:pt x="1" y="47"/>
                    <a:pt x="1" y="47"/>
                  </a:cubicBezTo>
                  <a:lnTo>
                    <a:pt x="17" y="47"/>
                  </a:lnTo>
                  <a:lnTo>
                    <a:pt x="49" y="47"/>
                  </a:lnTo>
                  <a:lnTo>
                    <a:pt x="64" y="47"/>
                  </a:lnTo>
                  <a:lnTo>
                    <a:pt x="80" y="47"/>
                  </a:ln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0" name="Google Shape;480;p35"/>
            <p:cNvSpPr/>
            <p:nvPr/>
          </p:nvSpPr>
          <p:spPr>
            <a:xfrm>
              <a:off x="3100852" y="1796269"/>
              <a:ext cx="7537" cy="3530"/>
            </a:xfrm>
            <a:custGeom>
              <a:avLst/>
              <a:gdLst/>
              <a:ahLst/>
              <a:cxnLst/>
              <a:rect l="l" t="t" r="r" b="b"/>
              <a:pathLst>
                <a:path w="237" h="111" extrusionOk="0">
                  <a:moveTo>
                    <a:pt x="32" y="1"/>
                  </a:moveTo>
                  <a:lnTo>
                    <a:pt x="32" y="1"/>
                  </a:lnTo>
                  <a:lnTo>
                    <a:pt x="16" y="1"/>
                  </a:lnTo>
                  <a:lnTo>
                    <a:pt x="16" y="1"/>
                  </a:lnTo>
                  <a:lnTo>
                    <a:pt x="16" y="16"/>
                  </a:lnTo>
                  <a:lnTo>
                    <a:pt x="0" y="16"/>
                  </a:lnTo>
                  <a:cubicBezTo>
                    <a:pt x="0" y="32"/>
                    <a:pt x="0" y="47"/>
                    <a:pt x="16" y="47"/>
                  </a:cubicBezTo>
                  <a:cubicBezTo>
                    <a:pt x="32" y="95"/>
                    <a:pt x="63" y="111"/>
                    <a:pt x="95" y="111"/>
                  </a:cubicBezTo>
                  <a:lnTo>
                    <a:pt x="110" y="111"/>
                  </a:lnTo>
                  <a:cubicBezTo>
                    <a:pt x="142" y="111"/>
                    <a:pt x="173" y="95"/>
                    <a:pt x="189" y="95"/>
                  </a:cubicBezTo>
                  <a:lnTo>
                    <a:pt x="205" y="95"/>
                  </a:lnTo>
                  <a:cubicBezTo>
                    <a:pt x="221" y="79"/>
                    <a:pt x="236" y="64"/>
                    <a:pt x="221" y="47"/>
                  </a:cubicBezTo>
                  <a:cubicBezTo>
                    <a:pt x="221" y="32"/>
                    <a:pt x="205" y="32"/>
                    <a:pt x="205" y="16"/>
                  </a:cubicBezTo>
                  <a:cubicBezTo>
                    <a:pt x="189" y="32"/>
                    <a:pt x="189" y="47"/>
                    <a:pt x="173" y="47"/>
                  </a:cubicBezTo>
                  <a:lnTo>
                    <a:pt x="173" y="47"/>
                  </a:lnTo>
                  <a:lnTo>
                    <a:pt x="110" y="47"/>
                  </a:lnTo>
                  <a:lnTo>
                    <a:pt x="95" y="32"/>
                  </a:lnTo>
                  <a:cubicBezTo>
                    <a:pt x="79" y="32"/>
                    <a:pt x="79" y="32"/>
                    <a:pt x="63" y="16"/>
                  </a:cubicBezTo>
                  <a:lnTo>
                    <a:pt x="63" y="16"/>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1" name="Google Shape;481;p35"/>
            <p:cNvSpPr/>
            <p:nvPr/>
          </p:nvSpPr>
          <p:spPr>
            <a:xfrm>
              <a:off x="3089816" y="1804283"/>
              <a:ext cx="4516" cy="5057"/>
            </a:xfrm>
            <a:custGeom>
              <a:avLst/>
              <a:gdLst/>
              <a:ahLst/>
              <a:cxnLst/>
              <a:rect l="l" t="t" r="r" b="b"/>
              <a:pathLst>
                <a:path w="142" h="159" extrusionOk="0">
                  <a:moveTo>
                    <a:pt x="64" y="1"/>
                  </a:moveTo>
                  <a:lnTo>
                    <a:pt x="64" y="1"/>
                  </a:lnTo>
                  <a:cubicBezTo>
                    <a:pt x="47" y="1"/>
                    <a:pt x="32" y="1"/>
                    <a:pt x="32" y="16"/>
                  </a:cubicBezTo>
                  <a:cubicBezTo>
                    <a:pt x="32" y="32"/>
                    <a:pt x="32" y="48"/>
                    <a:pt x="47" y="64"/>
                  </a:cubicBezTo>
                  <a:lnTo>
                    <a:pt x="16" y="111"/>
                  </a:lnTo>
                  <a:cubicBezTo>
                    <a:pt x="1" y="127"/>
                    <a:pt x="16" y="142"/>
                    <a:pt x="32" y="158"/>
                  </a:cubicBezTo>
                  <a:lnTo>
                    <a:pt x="47" y="158"/>
                  </a:lnTo>
                  <a:cubicBezTo>
                    <a:pt x="64" y="158"/>
                    <a:pt x="64" y="158"/>
                    <a:pt x="79" y="142"/>
                  </a:cubicBezTo>
                  <a:lnTo>
                    <a:pt x="127" y="48"/>
                  </a:lnTo>
                  <a:cubicBezTo>
                    <a:pt x="142" y="48"/>
                    <a:pt x="142" y="32"/>
                    <a:pt x="127" y="16"/>
                  </a:cubicBezTo>
                  <a:lnTo>
                    <a:pt x="110"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2" name="Google Shape;482;p35"/>
            <p:cNvSpPr/>
            <p:nvPr/>
          </p:nvSpPr>
          <p:spPr>
            <a:xfrm>
              <a:off x="3367430" y="1768218"/>
              <a:ext cx="3021" cy="4039"/>
            </a:xfrm>
            <a:custGeom>
              <a:avLst/>
              <a:gdLst/>
              <a:ahLst/>
              <a:cxnLst/>
              <a:rect l="l" t="t" r="r" b="b"/>
              <a:pathLst>
                <a:path w="95" h="127" extrusionOk="0">
                  <a:moveTo>
                    <a:pt x="32" y="1"/>
                  </a:moveTo>
                  <a:lnTo>
                    <a:pt x="32" y="1"/>
                  </a:lnTo>
                  <a:cubicBezTo>
                    <a:pt x="16" y="1"/>
                    <a:pt x="0" y="16"/>
                    <a:pt x="0" y="47"/>
                  </a:cubicBezTo>
                  <a:lnTo>
                    <a:pt x="16" y="95"/>
                  </a:lnTo>
                  <a:cubicBezTo>
                    <a:pt x="16" y="110"/>
                    <a:pt x="16" y="127"/>
                    <a:pt x="32" y="127"/>
                  </a:cubicBezTo>
                  <a:lnTo>
                    <a:pt x="47" y="127"/>
                  </a:lnTo>
                  <a:lnTo>
                    <a:pt x="63" y="127"/>
                  </a:lnTo>
                  <a:lnTo>
                    <a:pt x="79" y="95"/>
                  </a:lnTo>
                  <a:cubicBezTo>
                    <a:pt x="95" y="95"/>
                    <a:pt x="95" y="64"/>
                    <a:pt x="79" y="47"/>
                  </a:cubicBezTo>
                  <a:lnTo>
                    <a:pt x="79" y="47"/>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3" name="Google Shape;483;p35"/>
            <p:cNvSpPr/>
            <p:nvPr/>
          </p:nvSpPr>
          <p:spPr>
            <a:xfrm>
              <a:off x="3332828" y="1771716"/>
              <a:ext cx="4039" cy="4039"/>
            </a:xfrm>
            <a:custGeom>
              <a:avLst/>
              <a:gdLst/>
              <a:ahLst/>
              <a:cxnLst/>
              <a:rect l="l" t="t" r="r" b="b"/>
              <a:pathLst>
                <a:path w="127" h="127" extrusionOk="0">
                  <a:moveTo>
                    <a:pt x="49" y="0"/>
                  </a:moveTo>
                  <a:lnTo>
                    <a:pt x="32" y="0"/>
                  </a:lnTo>
                  <a:lnTo>
                    <a:pt x="17" y="17"/>
                  </a:lnTo>
                  <a:lnTo>
                    <a:pt x="1" y="48"/>
                  </a:lnTo>
                  <a:cubicBezTo>
                    <a:pt x="1" y="48"/>
                    <a:pt x="17" y="48"/>
                    <a:pt x="17" y="63"/>
                  </a:cubicBezTo>
                  <a:cubicBezTo>
                    <a:pt x="32" y="63"/>
                    <a:pt x="32" y="80"/>
                    <a:pt x="32" y="80"/>
                  </a:cubicBezTo>
                  <a:lnTo>
                    <a:pt x="32" y="111"/>
                  </a:lnTo>
                  <a:lnTo>
                    <a:pt x="32" y="126"/>
                  </a:lnTo>
                  <a:lnTo>
                    <a:pt x="95" y="111"/>
                  </a:lnTo>
                  <a:cubicBezTo>
                    <a:pt x="112" y="111"/>
                    <a:pt x="127" y="95"/>
                    <a:pt x="127" y="80"/>
                  </a:cubicBezTo>
                  <a:lnTo>
                    <a:pt x="95" y="80"/>
                  </a:lnTo>
                  <a:lnTo>
                    <a:pt x="95" y="80"/>
                  </a:lnTo>
                  <a:cubicBezTo>
                    <a:pt x="80" y="80"/>
                    <a:pt x="64" y="63"/>
                    <a:pt x="49" y="48"/>
                  </a:cubicBezTo>
                  <a:cubicBezTo>
                    <a:pt x="49" y="32"/>
                    <a:pt x="64" y="32"/>
                    <a:pt x="64" y="17"/>
                  </a:cubicBezTo>
                  <a:lnTo>
                    <a:pt x="64" y="17"/>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4" name="Google Shape;484;p35"/>
            <p:cNvSpPr/>
            <p:nvPr/>
          </p:nvSpPr>
          <p:spPr>
            <a:xfrm>
              <a:off x="3322333" y="1772225"/>
              <a:ext cx="2512" cy="3530"/>
            </a:xfrm>
            <a:custGeom>
              <a:avLst/>
              <a:gdLst/>
              <a:ahLst/>
              <a:cxnLst/>
              <a:rect l="l" t="t" r="r" b="b"/>
              <a:pathLst>
                <a:path w="79" h="111" extrusionOk="0">
                  <a:moveTo>
                    <a:pt x="32" y="1"/>
                  </a:moveTo>
                  <a:lnTo>
                    <a:pt x="32" y="1"/>
                  </a:lnTo>
                  <a:lnTo>
                    <a:pt x="16" y="1"/>
                  </a:lnTo>
                  <a:cubicBezTo>
                    <a:pt x="0" y="1"/>
                    <a:pt x="0" y="16"/>
                    <a:pt x="0" y="47"/>
                  </a:cubicBezTo>
                  <a:lnTo>
                    <a:pt x="0" y="47"/>
                  </a:lnTo>
                  <a:lnTo>
                    <a:pt x="16" y="110"/>
                  </a:lnTo>
                  <a:lnTo>
                    <a:pt x="47" y="95"/>
                  </a:lnTo>
                  <a:lnTo>
                    <a:pt x="47" y="95"/>
                  </a:lnTo>
                  <a:lnTo>
                    <a:pt x="63" y="95"/>
                  </a:lnTo>
                  <a:lnTo>
                    <a:pt x="79" y="95"/>
                  </a:lnTo>
                  <a:lnTo>
                    <a:pt x="79" y="95"/>
                  </a:lnTo>
                  <a:lnTo>
                    <a:pt x="63" y="32"/>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5" name="Google Shape;485;p35"/>
            <p:cNvSpPr/>
            <p:nvPr/>
          </p:nvSpPr>
          <p:spPr>
            <a:xfrm>
              <a:off x="3322810" y="1778713"/>
              <a:ext cx="5057" cy="2576"/>
            </a:xfrm>
            <a:custGeom>
              <a:avLst/>
              <a:gdLst/>
              <a:ahLst/>
              <a:cxnLst/>
              <a:rect l="l" t="t" r="r" b="b"/>
              <a:pathLst>
                <a:path w="159" h="81" extrusionOk="0">
                  <a:moveTo>
                    <a:pt x="127" y="1"/>
                  </a:moveTo>
                  <a:lnTo>
                    <a:pt x="95" y="17"/>
                  </a:lnTo>
                  <a:cubicBezTo>
                    <a:pt x="80" y="32"/>
                    <a:pt x="80" y="32"/>
                    <a:pt x="64" y="32"/>
                  </a:cubicBezTo>
                  <a:lnTo>
                    <a:pt x="48" y="17"/>
                  </a:lnTo>
                  <a:lnTo>
                    <a:pt x="32" y="1"/>
                  </a:lnTo>
                  <a:lnTo>
                    <a:pt x="1" y="1"/>
                  </a:lnTo>
                  <a:lnTo>
                    <a:pt x="1" y="1"/>
                  </a:lnTo>
                  <a:lnTo>
                    <a:pt x="1" y="1"/>
                  </a:lnTo>
                  <a:lnTo>
                    <a:pt x="1" y="1"/>
                  </a:lnTo>
                  <a:lnTo>
                    <a:pt x="127" y="80"/>
                  </a:lnTo>
                  <a:lnTo>
                    <a:pt x="127" y="32"/>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6" name="Google Shape;486;p35"/>
            <p:cNvSpPr/>
            <p:nvPr/>
          </p:nvSpPr>
          <p:spPr>
            <a:xfrm>
              <a:off x="3245654" y="1805778"/>
              <a:ext cx="3562" cy="4039"/>
            </a:xfrm>
            <a:custGeom>
              <a:avLst/>
              <a:gdLst/>
              <a:ahLst/>
              <a:cxnLst/>
              <a:rect l="l" t="t" r="r" b="b"/>
              <a:pathLst>
                <a:path w="112" h="127" extrusionOk="0">
                  <a:moveTo>
                    <a:pt x="80" y="1"/>
                  </a:moveTo>
                  <a:cubicBezTo>
                    <a:pt x="63" y="17"/>
                    <a:pt x="48" y="32"/>
                    <a:pt x="17" y="32"/>
                  </a:cubicBezTo>
                  <a:lnTo>
                    <a:pt x="17" y="32"/>
                  </a:lnTo>
                  <a:lnTo>
                    <a:pt x="17" y="32"/>
                  </a:lnTo>
                  <a:lnTo>
                    <a:pt x="0" y="32"/>
                  </a:lnTo>
                  <a:lnTo>
                    <a:pt x="0" y="32"/>
                  </a:lnTo>
                  <a:lnTo>
                    <a:pt x="0" y="64"/>
                  </a:lnTo>
                  <a:lnTo>
                    <a:pt x="48" y="111"/>
                  </a:lnTo>
                  <a:cubicBezTo>
                    <a:pt x="48" y="127"/>
                    <a:pt x="63" y="127"/>
                    <a:pt x="63" y="127"/>
                  </a:cubicBezTo>
                  <a:lnTo>
                    <a:pt x="95" y="127"/>
                  </a:lnTo>
                  <a:cubicBezTo>
                    <a:pt x="111" y="111"/>
                    <a:pt x="111" y="95"/>
                    <a:pt x="95" y="80"/>
                  </a:cubicBezTo>
                  <a:lnTo>
                    <a:pt x="80" y="64"/>
                  </a:lnTo>
                  <a:cubicBezTo>
                    <a:pt x="95" y="48"/>
                    <a:pt x="95" y="48"/>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7" name="Google Shape;487;p35"/>
            <p:cNvSpPr/>
            <p:nvPr/>
          </p:nvSpPr>
          <p:spPr>
            <a:xfrm>
              <a:off x="3031711" y="1819803"/>
              <a:ext cx="3021" cy="4039"/>
            </a:xfrm>
            <a:custGeom>
              <a:avLst/>
              <a:gdLst/>
              <a:ahLst/>
              <a:cxnLst/>
              <a:rect l="l" t="t" r="r" b="b"/>
              <a:pathLst>
                <a:path w="95" h="127" extrusionOk="0">
                  <a:moveTo>
                    <a:pt x="32" y="1"/>
                  </a:moveTo>
                  <a:lnTo>
                    <a:pt x="32" y="1"/>
                  </a:lnTo>
                  <a:lnTo>
                    <a:pt x="15" y="1"/>
                  </a:lnTo>
                  <a:lnTo>
                    <a:pt x="32" y="1"/>
                  </a:lnTo>
                  <a:cubicBezTo>
                    <a:pt x="47" y="17"/>
                    <a:pt x="47" y="32"/>
                    <a:pt x="32" y="49"/>
                  </a:cubicBezTo>
                  <a:lnTo>
                    <a:pt x="0" y="95"/>
                  </a:lnTo>
                  <a:lnTo>
                    <a:pt x="0" y="112"/>
                  </a:lnTo>
                  <a:cubicBezTo>
                    <a:pt x="15" y="127"/>
                    <a:pt x="15" y="127"/>
                    <a:pt x="32" y="127"/>
                  </a:cubicBezTo>
                  <a:lnTo>
                    <a:pt x="47" y="127"/>
                  </a:lnTo>
                  <a:cubicBezTo>
                    <a:pt x="63" y="127"/>
                    <a:pt x="63" y="127"/>
                    <a:pt x="63" y="112"/>
                  </a:cubicBezTo>
                  <a:lnTo>
                    <a:pt x="63" y="95"/>
                  </a:lnTo>
                  <a:cubicBezTo>
                    <a:pt x="47" y="95"/>
                    <a:pt x="63" y="64"/>
                    <a:pt x="78" y="49"/>
                  </a:cubicBezTo>
                  <a:lnTo>
                    <a:pt x="95" y="32"/>
                  </a:lnTo>
                  <a:cubicBezTo>
                    <a:pt x="95" y="17"/>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8" name="Google Shape;488;p35"/>
            <p:cNvSpPr/>
            <p:nvPr/>
          </p:nvSpPr>
          <p:spPr>
            <a:xfrm>
              <a:off x="3419557" y="1792261"/>
              <a:ext cx="5502" cy="4516"/>
            </a:xfrm>
            <a:custGeom>
              <a:avLst/>
              <a:gdLst/>
              <a:ahLst/>
              <a:cxnLst/>
              <a:rect l="l" t="t" r="r" b="b"/>
              <a:pathLst>
                <a:path w="173" h="142" extrusionOk="0">
                  <a:moveTo>
                    <a:pt x="110" y="1"/>
                  </a:moveTo>
                  <a:cubicBezTo>
                    <a:pt x="95" y="16"/>
                    <a:pt x="95" y="16"/>
                    <a:pt x="95" y="32"/>
                  </a:cubicBezTo>
                  <a:lnTo>
                    <a:pt x="95" y="64"/>
                  </a:lnTo>
                  <a:cubicBezTo>
                    <a:pt x="95" y="64"/>
                    <a:pt x="78" y="64"/>
                    <a:pt x="78" y="79"/>
                  </a:cubicBezTo>
                  <a:lnTo>
                    <a:pt x="78" y="79"/>
                  </a:lnTo>
                  <a:cubicBezTo>
                    <a:pt x="63" y="64"/>
                    <a:pt x="63" y="47"/>
                    <a:pt x="47" y="47"/>
                  </a:cubicBezTo>
                  <a:lnTo>
                    <a:pt x="32" y="47"/>
                  </a:lnTo>
                  <a:cubicBezTo>
                    <a:pt x="15" y="64"/>
                    <a:pt x="0" y="79"/>
                    <a:pt x="15" y="95"/>
                  </a:cubicBezTo>
                  <a:cubicBezTo>
                    <a:pt x="15" y="110"/>
                    <a:pt x="32" y="142"/>
                    <a:pt x="63" y="142"/>
                  </a:cubicBezTo>
                  <a:lnTo>
                    <a:pt x="63" y="142"/>
                  </a:lnTo>
                  <a:lnTo>
                    <a:pt x="63" y="142"/>
                  </a:lnTo>
                  <a:cubicBezTo>
                    <a:pt x="63" y="127"/>
                    <a:pt x="78" y="127"/>
                    <a:pt x="95" y="110"/>
                  </a:cubicBezTo>
                  <a:lnTo>
                    <a:pt x="95" y="110"/>
                  </a:lnTo>
                  <a:lnTo>
                    <a:pt x="95" y="110"/>
                  </a:lnTo>
                  <a:lnTo>
                    <a:pt x="126" y="127"/>
                  </a:lnTo>
                  <a:lnTo>
                    <a:pt x="126" y="127"/>
                  </a:lnTo>
                  <a:lnTo>
                    <a:pt x="126" y="127"/>
                  </a:lnTo>
                  <a:lnTo>
                    <a:pt x="126" y="79"/>
                  </a:lnTo>
                  <a:cubicBezTo>
                    <a:pt x="141" y="64"/>
                    <a:pt x="141" y="47"/>
                    <a:pt x="158" y="47"/>
                  </a:cubicBezTo>
                  <a:lnTo>
                    <a:pt x="173" y="47"/>
                  </a:lnTo>
                  <a:lnTo>
                    <a:pt x="173"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9" name="Google Shape;489;p35"/>
            <p:cNvSpPr/>
            <p:nvPr/>
          </p:nvSpPr>
          <p:spPr>
            <a:xfrm>
              <a:off x="3419016" y="1810803"/>
              <a:ext cx="4580" cy="3021"/>
            </a:xfrm>
            <a:custGeom>
              <a:avLst/>
              <a:gdLst/>
              <a:ahLst/>
              <a:cxnLst/>
              <a:rect l="l" t="t" r="r" b="b"/>
              <a:pathLst>
                <a:path w="144" h="95" extrusionOk="0">
                  <a:moveTo>
                    <a:pt x="32" y="0"/>
                  </a:moveTo>
                  <a:lnTo>
                    <a:pt x="32" y="0"/>
                  </a:lnTo>
                  <a:cubicBezTo>
                    <a:pt x="17" y="0"/>
                    <a:pt x="1" y="0"/>
                    <a:pt x="1" y="17"/>
                  </a:cubicBezTo>
                  <a:cubicBezTo>
                    <a:pt x="1" y="32"/>
                    <a:pt x="1" y="63"/>
                    <a:pt x="32" y="63"/>
                  </a:cubicBezTo>
                  <a:lnTo>
                    <a:pt x="95" y="95"/>
                  </a:lnTo>
                  <a:lnTo>
                    <a:pt x="112" y="63"/>
                  </a:lnTo>
                  <a:lnTo>
                    <a:pt x="112" y="48"/>
                  </a:lnTo>
                  <a:cubicBezTo>
                    <a:pt x="127" y="32"/>
                    <a:pt x="127" y="32"/>
                    <a:pt x="143" y="32"/>
                  </a:cubicBezTo>
                  <a:lnTo>
                    <a:pt x="143" y="32"/>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0" name="Google Shape;490;p35"/>
            <p:cNvSpPr/>
            <p:nvPr/>
          </p:nvSpPr>
          <p:spPr>
            <a:xfrm>
              <a:off x="3081293" y="1812329"/>
              <a:ext cx="4039" cy="3021"/>
            </a:xfrm>
            <a:custGeom>
              <a:avLst/>
              <a:gdLst/>
              <a:ahLst/>
              <a:cxnLst/>
              <a:rect l="l" t="t" r="r" b="b"/>
              <a:pathLst>
                <a:path w="127" h="95" extrusionOk="0">
                  <a:moveTo>
                    <a:pt x="63" y="0"/>
                  </a:moveTo>
                  <a:lnTo>
                    <a:pt x="17" y="32"/>
                  </a:lnTo>
                  <a:cubicBezTo>
                    <a:pt x="17" y="32"/>
                    <a:pt x="0" y="32"/>
                    <a:pt x="0" y="47"/>
                  </a:cubicBezTo>
                  <a:lnTo>
                    <a:pt x="0" y="63"/>
                  </a:lnTo>
                  <a:lnTo>
                    <a:pt x="0" y="63"/>
                  </a:lnTo>
                  <a:lnTo>
                    <a:pt x="17" y="63"/>
                  </a:lnTo>
                  <a:cubicBezTo>
                    <a:pt x="17" y="63"/>
                    <a:pt x="32" y="63"/>
                    <a:pt x="48" y="78"/>
                  </a:cubicBezTo>
                  <a:lnTo>
                    <a:pt x="48" y="95"/>
                  </a:lnTo>
                  <a:lnTo>
                    <a:pt x="48" y="78"/>
                  </a:lnTo>
                  <a:lnTo>
                    <a:pt x="126" y="47"/>
                  </a:lnTo>
                  <a:lnTo>
                    <a:pt x="80" y="15"/>
                  </a:lnTo>
                  <a:cubicBezTo>
                    <a:pt x="80" y="15"/>
                    <a:pt x="63"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1" name="Google Shape;491;p35"/>
            <p:cNvSpPr/>
            <p:nvPr/>
          </p:nvSpPr>
          <p:spPr>
            <a:xfrm>
              <a:off x="3136917" y="1831825"/>
              <a:ext cx="4516" cy="3053"/>
            </a:xfrm>
            <a:custGeom>
              <a:avLst/>
              <a:gdLst/>
              <a:ahLst/>
              <a:cxnLst/>
              <a:rect l="l" t="t" r="r" b="b"/>
              <a:pathLst>
                <a:path w="142" h="96" extrusionOk="0">
                  <a:moveTo>
                    <a:pt x="32" y="1"/>
                  </a:moveTo>
                  <a:lnTo>
                    <a:pt x="32" y="1"/>
                  </a:lnTo>
                  <a:lnTo>
                    <a:pt x="32" y="1"/>
                  </a:lnTo>
                  <a:cubicBezTo>
                    <a:pt x="16" y="1"/>
                    <a:pt x="1" y="17"/>
                    <a:pt x="1" y="32"/>
                  </a:cubicBezTo>
                  <a:cubicBezTo>
                    <a:pt x="1" y="49"/>
                    <a:pt x="1" y="80"/>
                    <a:pt x="32" y="95"/>
                  </a:cubicBezTo>
                  <a:lnTo>
                    <a:pt x="64" y="95"/>
                  </a:lnTo>
                  <a:lnTo>
                    <a:pt x="79" y="95"/>
                  </a:lnTo>
                  <a:lnTo>
                    <a:pt x="95" y="95"/>
                  </a:lnTo>
                  <a:lnTo>
                    <a:pt x="95" y="95"/>
                  </a:lnTo>
                  <a:cubicBezTo>
                    <a:pt x="110" y="95"/>
                    <a:pt x="127" y="80"/>
                    <a:pt x="127" y="64"/>
                  </a:cubicBezTo>
                  <a:cubicBezTo>
                    <a:pt x="142" y="49"/>
                    <a:pt x="127" y="32"/>
                    <a:pt x="110" y="32"/>
                  </a:cubicBezTo>
                  <a:lnTo>
                    <a:pt x="95" y="17"/>
                  </a:lnTo>
                  <a:cubicBezTo>
                    <a:pt x="79" y="17"/>
                    <a:pt x="79" y="32"/>
                    <a:pt x="64" y="32"/>
                  </a:cubicBez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2" name="Google Shape;492;p35"/>
            <p:cNvSpPr/>
            <p:nvPr/>
          </p:nvSpPr>
          <p:spPr>
            <a:xfrm>
              <a:off x="3096336" y="1793279"/>
              <a:ext cx="6551" cy="4039"/>
            </a:xfrm>
            <a:custGeom>
              <a:avLst/>
              <a:gdLst/>
              <a:ahLst/>
              <a:cxnLst/>
              <a:rect l="l" t="t" r="r" b="b"/>
              <a:pathLst>
                <a:path w="206" h="127" extrusionOk="0">
                  <a:moveTo>
                    <a:pt x="174" y="0"/>
                  </a:moveTo>
                  <a:lnTo>
                    <a:pt x="174" y="0"/>
                  </a:lnTo>
                  <a:lnTo>
                    <a:pt x="142" y="0"/>
                  </a:lnTo>
                  <a:lnTo>
                    <a:pt x="142" y="15"/>
                  </a:lnTo>
                  <a:lnTo>
                    <a:pt x="111" y="47"/>
                  </a:lnTo>
                  <a:lnTo>
                    <a:pt x="16" y="32"/>
                  </a:lnTo>
                  <a:lnTo>
                    <a:pt x="0" y="95"/>
                  </a:lnTo>
                  <a:lnTo>
                    <a:pt x="0" y="95"/>
                  </a:lnTo>
                  <a:lnTo>
                    <a:pt x="111" y="126"/>
                  </a:lnTo>
                  <a:lnTo>
                    <a:pt x="126" y="126"/>
                  </a:lnTo>
                  <a:cubicBezTo>
                    <a:pt x="126" y="126"/>
                    <a:pt x="142" y="126"/>
                    <a:pt x="142" y="110"/>
                  </a:cubicBezTo>
                  <a:lnTo>
                    <a:pt x="158" y="110"/>
                  </a:lnTo>
                  <a:lnTo>
                    <a:pt x="158" y="95"/>
                  </a:lnTo>
                  <a:lnTo>
                    <a:pt x="174" y="78"/>
                  </a:lnTo>
                  <a:lnTo>
                    <a:pt x="174" y="78"/>
                  </a:lnTo>
                  <a:cubicBezTo>
                    <a:pt x="158" y="63"/>
                    <a:pt x="158" y="47"/>
                    <a:pt x="158" y="32"/>
                  </a:cubicBezTo>
                  <a:cubicBezTo>
                    <a:pt x="174" y="32"/>
                    <a:pt x="174" y="15"/>
                    <a:pt x="189" y="15"/>
                  </a:cubicBezTo>
                  <a:lnTo>
                    <a:pt x="205" y="32"/>
                  </a:lnTo>
                  <a:cubicBezTo>
                    <a:pt x="205" y="15"/>
                    <a:pt x="205" y="15"/>
                    <a:pt x="189" y="0"/>
                  </a:cubicBezTo>
                  <a:lnTo>
                    <a:pt x="18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3" name="Google Shape;493;p35"/>
            <p:cNvSpPr/>
            <p:nvPr/>
          </p:nvSpPr>
          <p:spPr>
            <a:xfrm>
              <a:off x="3248167" y="1821807"/>
              <a:ext cx="2512" cy="4039"/>
            </a:xfrm>
            <a:custGeom>
              <a:avLst/>
              <a:gdLst/>
              <a:ahLst/>
              <a:cxnLst/>
              <a:rect l="l" t="t" r="r" b="b"/>
              <a:pathLst>
                <a:path w="79" h="127" extrusionOk="0">
                  <a:moveTo>
                    <a:pt x="32" y="1"/>
                  </a:moveTo>
                  <a:lnTo>
                    <a:pt x="32" y="1"/>
                  </a:lnTo>
                  <a:cubicBezTo>
                    <a:pt x="16" y="1"/>
                    <a:pt x="1" y="17"/>
                    <a:pt x="1" y="32"/>
                  </a:cubicBezTo>
                  <a:lnTo>
                    <a:pt x="16" y="112"/>
                  </a:lnTo>
                  <a:lnTo>
                    <a:pt x="16" y="112"/>
                  </a:lnTo>
                  <a:lnTo>
                    <a:pt x="16" y="127"/>
                  </a:lnTo>
                  <a:lnTo>
                    <a:pt x="16" y="127"/>
                  </a:lnTo>
                  <a:lnTo>
                    <a:pt x="16" y="127"/>
                  </a:lnTo>
                  <a:cubicBezTo>
                    <a:pt x="32" y="112"/>
                    <a:pt x="32" y="112"/>
                    <a:pt x="47" y="112"/>
                  </a:cubicBezTo>
                  <a:lnTo>
                    <a:pt x="64" y="112"/>
                  </a:lnTo>
                  <a:cubicBezTo>
                    <a:pt x="79" y="112"/>
                    <a:pt x="79" y="127"/>
                    <a:pt x="79" y="127"/>
                  </a:cubicBezTo>
                  <a:lnTo>
                    <a:pt x="79" y="112"/>
                  </a:lnTo>
                  <a:lnTo>
                    <a:pt x="79"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4" name="Google Shape;494;p35"/>
            <p:cNvSpPr/>
            <p:nvPr/>
          </p:nvSpPr>
          <p:spPr>
            <a:xfrm>
              <a:off x="3121906" y="1790735"/>
              <a:ext cx="3021" cy="4580"/>
            </a:xfrm>
            <a:custGeom>
              <a:avLst/>
              <a:gdLst/>
              <a:ahLst/>
              <a:cxnLst/>
              <a:rect l="l" t="t" r="r" b="b"/>
              <a:pathLst>
                <a:path w="95" h="144" extrusionOk="0">
                  <a:moveTo>
                    <a:pt x="47" y="1"/>
                  </a:moveTo>
                  <a:lnTo>
                    <a:pt x="47" y="1"/>
                  </a:lnTo>
                  <a:cubicBezTo>
                    <a:pt x="32" y="1"/>
                    <a:pt x="15" y="1"/>
                    <a:pt x="15" y="17"/>
                  </a:cubicBezTo>
                  <a:lnTo>
                    <a:pt x="15" y="32"/>
                  </a:lnTo>
                  <a:lnTo>
                    <a:pt x="15" y="32"/>
                  </a:lnTo>
                  <a:lnTo>
                    <a:pt x="15" y="49"/>
                  </a:lnTo>
                  <a:lnTo>
                    <a:pt x="0" y="112"/>
                  </a:lnTo>
                  <a:lnTo>
                    <a:pt x="0" y="112"/>
                  </a:lnTo>
                  <a:cubicBezTo>
                    <a:pt x="0" y="127"/>
                    <a:pt x="15" y="143"/>
                    <a:pt x="32" y="143"/>
                  </a:cubicBezTo>
                  <a:lnTo>
                    <a:pt x="47" y="143"/>
                  </a:lnTo>
                  <a:cubicBezTo>
                    <a:pt x="63" y="143"/>
                    <a:pt x="78" y="143"/>
                    <a:pt x="78" y="127"/>
                  </a:cubicBezTo>
                  <a:lnTo>
                    <a:pt x="95" y="32"/>
                  </a:lnTo>
                  <a:cubicBezTo>
                    <a:pt x="95" y="17"/>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5" name="Google Shape;495;p35"/>
            <p:cNvSpPr/>
            <p:nvPr/>
          </p:nvSpPr>
          <p:spPr>
            <a:xfrm>
              <a:off x="3376940" y="1781734"/>
              <a:ext cx="7028" cy="4548"/>
            </a:xfrm>
            <a:custGeom>
              <a:avLst/>
              <a:gdLst/>
              <a:ahLst/>
              <a:cxnLst/>
              <a:rect l="l" t="t" r="r" b="b"/>
              <a:pathLst>
                <a:path w="221" h="143" extrusionOk="0">
                  <a:moveTo>
                    <a:pt x="174" y="0"/>
                  </a:moveTo>
                  <a:lnTo>
                    <a:pt x="174" y="0"/>
                  </a:lnTo>
                  <a:cubicBezTo>
                    <a:pt x="158" y="0"/>
                    <a:pt x="158" y="17"/>
                    <a:pt x="143" y="17"/>
                  </a:cubicBezTo>
                  <a:lnTo>
                    <a:pt x="126" y="80"/>
                  </a:lnTo>
                  <a:lnTo>
                    <a:pt x="48" y="63"/>
                  </a:lnTo>
                  <a:cubicBezTo>
                    <a:pt x="48" y="80"/>
                    <a:pt x="32" y="80"/>
                    <a:pt x="32" y="80"/>
                  </a:cubicBezTo>
                  <a:cubicBezTo>
                    <a:pt x="32" y="95"/>
                    <a:pt x="17" y="95"/>
                    <a:pt x="17" y="95"/>
                  </a:cubicBezTo>
                  <a:lnTo>
                    <a:pt x="0" y="80"/>
                  </a:lnTo>
                  <a:lnTo>
                    <a:pt x="0" y="95"/>
                  </a:lnTo>
                  <a:cubicBezTo>
                    <a:pt x="0" y="111"/>
                    <a:pt x="0" y="126"/>
                    <a:pt x="32" y="126"/>
                  </a:cubicBezTo>
                  <a:lnTo>
                    <a:pt x="95" y="143"/>
                  </a:lnTo>
                  <a:lnTo>
                    <a:pt x="126" y="143"/>
                  </a:lnTo>
                  <a:lnTo>
                    <a:pt x="143" y="143"/>
                  </a:lnTo>
                  <a:lnTo>
                    <a:pt x="158" y="143"/>
                  </a:lnTo>
                  <a:cubicBezTo>
                    <a:pt x="158" y="143"/>
                    <a:pt x="174" y="143"/>
                    <a:pt x="174" y="126"/>
                  </a:cubicBezTo>
                  <a:lnTo>
                    <a:pt x="206" y="48"/>
                  </a:lnTo>
                  <a:cubicBezTo>
                    <a:pt x="221" y="32"/>
                    <a:pt x="206" y="17"/>
                    <a:pt x="18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6" name="Google Shape;496;p35"/>
            <p:cNvSpPr/>
            <p:nvPr/>
          </p:nvSpPr>
          <p:spPr>
            <a:xfrm>
              <a:off x="3212101" y="1814333"/>
              <a:ext cx="5025" cy="3021"/>
            </a:xfrm>
            <a:custGeom>
              <a:avLst/>
              <a:gdLst/>
              <a:ahLst/>
              <a:cxnLst/>
              <a:rect l="l" t="t" r="r" b="b"/>
              <a:pathLst>
                <a:path w="158" h="95" extrusionOk="0">
                  <a:moveTo>
                    <a:pt x="78" y="0"/>
                  </a:moveTo>
                  <a:lnTo>
                    <a:pt x="78" y="0"/>
                  </a:lnTo>
                  <a:lnTo>
                    <a:pt x="63" y="0"/>
                  </a:lnTo>
                  <a:lnTo>
                    <a:pt x="15" y="15"/>
                  </a:lnTo>
                  <a:cubicBezTo>
                    <a:pt x="0" y="32"/>
                    <a:pt x="0" y="47"/>
                    <a:pt x="15" y="63"/>
                  </a:cubicBezTo>
                  <a:cubicBezTo>
                    <a:pt x="15" y="78"/>
                    <a:pt x="32" y="78"/>
                    <a:pt x="32" y="78"/>
                  </a:cubicBezTo>
                  <a:lnTo>
                    <a:pt x="63" y="78"/>
                  </a:lnTo>
                  <a:lnTo>
                    <a:pt x="78" y="63"/>
                  </a:lnTo>
                  <a:lnTo>
                    <a:pt x="95" y="78"/>
                  </a:lnTo>
                  <a:cubicBezTo>
                    <a:pt x="110" y="95"/>
                    <a:pt x="110" y="95"/>
                    <a:pt x="126" y="95"/>
                  </a:cubicBezTo>
                  <a:lnTo>
                    <a:pt x="141" y="78"/>
                  </a:lnTo>
                  <a:cubicBezTo>
                    <a:pt x="158" y="63"/>
                    <a:pt x="158" y="32"/>
                    <a:pt x="141"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7" name="Google Shape;497;p35"/>
            <p:cNvSpPr/>
            <p:nvPr/>
          </p:nvSpPr>
          <p:spPr>
            <a:xfrm>
              <a:off x="3436063" y="1804792"/>
              <a:ext cx="6551" cy="2544"/>
            </a:xfrm>
            <a:custGeom>
              <a:avLst/>
              <a:gdLst/>
              <a:ahLst/>
              <a:cxnLst/>
              <a:rect l="l" t="t" r="r" b="b"/>
              <a:pathLst>
                <a:path w="206" h="80" extrusionOk="0">
                  <a:moveTo>
                    <a:pt x="174" y="0"/>
                  </a:moveTo>
                  <a:lnTo>
                    <a:pt x="174" y="0"/>
                  </a:lnTo>
                  <a:lnTo>
                    <a:pt x="111" y="16"/>
                  </a:lnTo>
                  <a:lnTo>
                    <a:pt x="111" y="16"/>
                  </a:lnTo>
                  <a:cubicBezTo>
                    <a:pt x="95" y="16"/>
                    <a:pt x="95" y="16"/>
                    <a:pt x="80" y="0"/>
                  </a:cubicBezTo>
                  <a:lnTo>
                    <a:pt x="32" y="0"/>
                  </a:lnTo>
                  <a:lnTo>
                    <a:pt x="32" y="0"/>
                  </a:lnTo>
                  <a:cubicBezTo>
                    <a:pt x="0" y="16"/>
                    <a:pt x="0" y="32"/>
                    <a:pt x="0" y="48"/>
                  </a:cubicBezTo>
                  <a:lnTo>
                    <a:pt x="0" y="48"/>
                  </a:lnTo>
                  <a:cubicBezTo>
                    <a:pt x="0" y="63"/>
                    <a:pt x="17" y="79"/>
                    <a:pt x="32" y="79"/>
                  </a:cubicBezTo>
                  <a:lnTo>
                    <a:pt x="32" y="79"/>
                  </a:lnTo>
                  <a:cubicBezTo>
                    <a:pt x="32" y="63"/>
                    <a:pt x="32" y="48"/>
                    <a:pt x="48" y="32"/>
                  </a:cubicBezTo>
                  <a:lnTo>
                    <a:pt x="63" y="32"/>
                  </a:lnTo>
                  <a:lnTo>
                    <a:pt x="63" y="32"/>
                  </a:lnTo>
                  <a:cubicBezTo>
                    <a:pt x="80" y="32"/>
                    <a:pt x="80" y="32"/>
                    <a:pt x="95" y="48"/>
                  </a:cubicBezTo>
                  <a:lnTo>
                    <a:pt x="111" y="63"/>
                  </a:lnTo>
                  <a:lnTo>
                    <a:pt x="174" y="63"/>
                  </a:lnTo>
                  <a:cubicBezTo>
                    <a:pt x="189" y="63"/>
                    <a:pt x="206" y="48"/>
                    <a:pt x="206" y="16"/>
                  </a:cubicBezTo>
                  <a:cubicBezTo>
                    <a:pt x="206" y="16"/>
                    <a:pt x="189"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8" name="Google Shape;498;p35"/>
            <p:cNvSpPr/>
            <p:nvPr/>
          </p:nvSpPr>
          <p:spPr>
            <a:xfrm>
              <a:off x="3434568" y="1797286"/>
              <a:ext cx="5057" cy="7028"/>
            </a:xfrm>
            <a:custGeom>
              <a:avLst/>
              <a:gdLst/>
              <a:ahLst/>
              <a:cxnLst/>
              <a:rect l="l" t="t" r="r" b="b"/>
              <a:pathLst>
                <a:path w="159" h="221" extrusionOk="0">
                  <a:moveTo>
                    <a:pt x="64" y="0"/>
                  </a:moveTo>
                  <a:lnTo>
                    <a:pt x="47" y="0"/>
                  </a:lnTo>
                  <a:lnTo>
                    <a:pt x="47" y="0"/>
                  </a:lnTo>
                  <a:cubicBezTo>
                    <a:pt x="32" y="0"/>
                    <a:pt x="32" y="15"/>
                    <a:pt x="16" y="15"/>
                  </a:cubicBezTo>
                  <a:lnTo>
                    <a:pt x="1" y="63"/>
                  </a:lnTo>
                  <a:cubicBezTo>
                    <a:pt x="1" y="95"/>
                    <a:pt x="16" y="110"/>
                    <a:pt x="32" y="110"/>
                  </a:cubicBezTo>
                  <a:lnTo>
                    <a:pt x="47" y="110"/>
                  </a:lnTo>
                  <a:cubicBezTo>
                    <a:pt x="47" y="110"/>
                    <a:pt x="64" y="110"/>
                    <a:pt x="64" y="95"/>
                  </a:cubicBezTo>
                  <a:lnTo>
                    <a:pt x="95" y="142"/>
                  </a:lnTo>
                  <a:lnTo>
                    <a:pt x="79" y="173"/>
                  </a:lnTo>
                  <a:cubicBezTo>
                    <a:pt x="79" y="205"/>
                    <a:pt x="95" y="221"/>
                    <a:pt x="110" y="221"/>
                  </a:cubicBezTo>
                  <a:lnTo>
                    <a:pt x="110" y="221"/>
                  </a:lnTo>
                  <a:lnTo>
                    <a:pt x="127" y="221"/>
                  </a:lnTo>
                  <a:cubicBezTo>
                    <a:pt x="127" y="205"/>
                    <a:pt x="127" y="189"/>
                    <a:pt x="142" y="189"/>
                  </a:cubicBezTo>
                  <a:lnTo>
                    <a:pt x="158" y="173"/>
                  </a:lnTo>
                  <a:lnTo>
                    <a:pt x="158" y="142"/>
                  </a:lnTo>
                  <a:lnTo>
                    <a:pt x="158" y="126"/>
                  </a:lnTo>
                  <a:lnTo>
                    <a:pt x="110" y="32"/>
                  </a:lnTo>
                  <a:lnTo>
                    <a:pt x="95" y="15"/>
                  </a:lnTo>
                  <a:lnTo>
                    <a:pt x="7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9" name="Google Shape;499;p35"/>
            <p:cNvSpPr/>
            <p:nvPr/>
          </p:nvSpPr>
          <p:spPr>
            <a:xfrm>
              <a:off x="3048726" y="1804283"/>
              <a:ext cx="3530" cy="6042"/>
            </a:xfrm>
            <a:custGeom>
              <a:avLst/>
              <a:gdLst/>
              <a:ahLst/>
              <a:cxnLst/>
              <a:rect l="l" t="t" r="r" b="b"/>
              <a:pathLst>
                <a:path w="111" h="190" extrusionOk="0">
                  <a:moveTo>
                    <a:pt x="32" y="1"/>
                  </a:moveTo>
                  <a:lnTo>
                    <a:pt x="16" y="64"/>
                  </a:lnTo>
                  <a:cubicBezTo>
                    <a:pt x="16" y="79"/>
                    <a:pt x="16" y="95"/>
                    <a:pt x="32" y="95"/>
                  </a:cubicBezTo>
                  <a:cubicBezTo>
                    <a:pt x="32" y="111"/>
                    <a:pt x="47" y="111"/>
                    <a:pt x="47" y="127"/>
                  </a:cubicBezTo>
                  <a:lnTo>
                    <a:pt x="32" y="127"/>
                  </a:lnTo>
                  <a:cubicBezTo>
                    <a:pt x="16" y="127"/>
                    <a:pt x="1" y="142"/>
                    <a:pt x="1" y="174"/>
                  </a:cubicBezTo>
                  <a:cubicBezTo>
                    <a:pt x="1" y="190"/>
                    <a:pt x="16" y="190"/>
                    <a:pt x="32" y="190"/>
                  </a:cubicBezTo>
                  <a:lnTo>
                    <a:pt x="47" y="190"/>
                  </a:lnTo>
                  <a:cubicBezTo>
                    <a:pt x="64" y="190"/>
                    <a:pt x="95" y="174"/>
                    <a:pt x="111" y="142"/>
                  </a:cubicBezTo>
                  <a:lnTo>
                    <a:pt x="111" y="111"/>
                  </a:lnTo>
                  <a:lnTo>
                    <a:pt x="111" y="111"/>
                  </a:lnTo>
                  <a:lnTo>
                    <a:pt x="95" y="111"/>
                  </a:lnTo>
                  <a:cubicBezTo>
                    <a:pt x="79" y="95"/>
                    <a:pt x="64" y="79"/>
                    <a:pt x="79" y="64"/>
                  </a:cubicBezTo>
                  <a:lnTo>
                    <a:pt x="79" y="64"/>
                  </a:lnTo>
                  <a:lnTo>
                    <a:pt x="79" y="48"/>
                  </a:lnTo>
                  <a:lnTo>
                    <a:pt x="7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0" name="Google Shape;500;p35"/>
            <p:cNvSpPr/>
            <p:nvPr/>
          </p:nvSpPr>
          <p:spPr>
            <a:xfrm>
              <a:off x="3106863" y="1811789"/>
              <a:ext cx="5057" cy="3053"/>
            </a:xfrm>
            <a:custGeom>
              <a:avLst/>
              <a:gdLst/>
              <a:ahLst/>
              <a:cxnLst/>
              <a:rect l="l" t="t" r="r" b="b"/>
              <a:pathLst>
                <a:path w="159" h="96" extrusionOk="0">
                  <a:moveTo>
                    <a:pt x="95" y="1"/>
                  </a:moveTo>
                  <a:lnTo>
                    <a:pt x="95" y="1"/>
                  </a:lnTo>
                  <a:lnTo>
                    <a:pt x="95" y="1"/>
                  </a:lnTo>
                  <a:cubicBezTo>
                    <a:pt x="64" y="1"/>
                    <a:pt x="47" y="17"/>
                    <a:pt x="47" y="32"/>
                  </a:cubicBezTo>
                  <a:lnTo>
                    <a:pt x="32" y="32"/>
                  </a:lnTo>
                  <a:cubicBezTo>
                    <a:pt x="16" y="32"/>
                    <a:pt x="0" y="64"/>
                    <a:pt x="16" y="80"/>
                  </a:cubicBezTo>
                  <a:cubicBezTo>
                    <a:pt x="16" y="95"/>
                    <a:pt x="32" y="95"/>
                    <a:pt x="47" y="95"/>
                  </a:cubicBezTo>
                  <a:lnTo>
                    <a:pt x="47" y="95"/>
                  </a:lnTo>
                  <a:lnTo>
                    <a:pt x="47" y="95"/>
                  </a:lnTo>
                  <a:cubicBezTo>
                    <a:pt x="47" y="80"/>
                    <a:pt x="64" y="80"/>
                    <a:pt x="79" y="80"/>
                  </a:cubicBezTo>
                  <a:lnTo>
                    <a:pt x="79" y="80"/>
                  </a:lnTo>
                  <a:lnTo>
                    <a:pt x="95" y="80"/>
                  </a:lnTo>
                  <a:lnTo>
                    <a:pt x="95" y="64"/>
                  </a:lnTo>
                  <a:lnTo>
                    <a:pt x="95" y="64"/>
                  </a:lnTo>
                  <a:lnTo>
                    <a:pt x="95" y="64"/>
                  </a:lnTo>
                  <a:cubicBezTo>
                    <a:pt x="110" y="80"/>
                    <a:pt x="110" y="80"/>
                    <a:pt x="127" y="80"/>
                  </a:cubicBezTo>
                  <a:cubicBezTo>
                    <a:pt x="127" y="80"/>
                    <a:pt x="142" y="80"/>
                    <a:pt x="142" y="64"/>
                  </a:cubicBezTo>
                  <a:cubicBezTo>
                    <a:pt x="158" y="49"/>
                    <a:pt x="158" y="32"/>
                    <a:pt x="142" y="17"/>
                  </a:cubicBezTo>
                  <a:cubicBezTo>
                    <a:pt x="127"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1" name="Google Shape;501;p35"/>
            <p:cNvSpPr/>
            <p:nvPr/>
          </p:nvSpPr>
          <p:spPr>
            <a:xfrm>
              <a:off x="3432055" y="1761189"/>
              <a:ext cx="5565" cy="3053"/>
            </a:xfrm>
            <a:custGeom>
              <a:avLst/>
              <a:gdLst/>
              <a:ahLst/>
              <a:cxnLst/>
              <a:rect l="l" t="t" r="r" b="b"/>
              <a:pathLst>
                <a:path w="175" h="96" extrusionOk="0">
                  <a:moveTo>
                    <a:pt x="80" y="1"/>
                  </a:moveTo>
                  <a:cubicBezTo>
                    <a:pt x="63" y="16"/>
                    <a:pt x="48" y="16"/>
                    <a:pt x="32" y="32"/>
                  </a:cubicBezTo>
                  <a:cubicBezTo>
                    <a:pt x="17" y="32"/>
                    <a:pt x="0" y="48"/>
                    <a:pt x="17" y="64"/>
                  </a:cubicBezTo>
                  <a:cubicBezTo>
                    <a:pt x="17" y="79"/>
                    <a:pt x="32" y="95"/>
                    <a:pt x="48" y="95"/>
                  </a:cubicBezTo>
                  <a:cubicBezTo>
                    <a:pt x="48" y="95"/>
                    <a:pt x="63" y="95"/>
                    <a:pt x="63" y="79"/>
                  </a:cubicBezTo>
                  <a:lnTo>
                    <a:pt x="95" y="79"/>
                  </a:lnTo>
                  <a:lnTo>
                    <a:pt x="111" y="79"/>
                  </a:lnTo>
                  <a:cubicBezTo>
                    <a:pt x="111" y="95"/>
                    <a:pt x="126" y="95"/>
                    <a:pt x="126" y="95"/>
                  </a:cubicBezTo>
                  <a:cubicBezTo>
                    <a:pt x="126" y="95"/>
                    <a:pt x="143" y="79"/>
                    <a:pt x="158" y="79"/>
                  </a:cubicBezTo>
                  <a:lnTo>
                    <a:pt x="158" y="79"/>
                  </a:lnTo>
                  <a:lnTo>
                    <a:pt x="174" y="79"/>
                  </a:lnTo>
                  <a:lnTo>
                    <a:pt x="174" y="48"/>
                  </a:lnTo>
                  <a:cubicBezTo>
                    <a:pt x="158" y="32"/>
                    <a:pt x="143" y="16"/>
                    <a:pt x="126" y="16"/>
                  </a:cubicBezTo>
                  <a:lnTo>
                    <a:pt x="126" y="16"/>
                  </a:lnTo>
                  <a:lnTo>
                    <a:pt x="111" y="16"/>
                  </a:lnTo>
                  <a:lnTo>
                    <a:pt x="80"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2" name="Google Shape;502;p35"/>
            <p:cNvSpPr/>
            <p:nvPr/>
          </p:nvSpPr>
          <p:spPr>
            <a:xfrm>
              <a:off x="3309293" y="1819803"/>
              <a:ext cx="4039" cy="4580"/>
            </a:xfrm>
            <a:custGeom>
              <a:avLst/>
              <a:gdLst/>
              <a:ahLst/>
              <a:cxnLst/>
              <a:rect l="l" t="t" r="r" b="b"/>
              <a:pathLst>
                <a:path w="127" h="144" extrusionOk="0">
                  <a:moveTo>
                    <a:pt x="32" y="1"/>
                  </a:moveTo>
                  <a:lnTo>
                    <a:pt x="32" y="1"/>
                  </a:lnTo>
                  <a:lnTo>
                    <a:pt x="16" y="1"/>
                  </a:lnTo>
                  <a:cubicBezTo>
                    <a:pt x="16" y="17"/>
                    <a:pt x="1" y="17"/>
                    <a:pt x="1" y="32"/>
                  </a:cubicBezTo>
                  <a:cubicBezTo>
                    <a:pt x="1" y="32"/>
                    <a:pt x="1" y="49"/>
                    <a:pt x="16" y="49"/>
                  </a:cubicBezTo>
                  <a:lnTo>
                    <a:pt x="16" y="64"/>
                  </a:lnTo>
                  <a:lnTo>
                    <a:pt x="47" y="64"/>
                  </a:lnTo>
                  <a:lnTo>
                    <a:pt x="47" y="64"/>
                  </a:lnTo>
                  <a:lnTo>
                    <a:pt x="47" y="64"/>
                  </a:lnTo>
                  <a:cubicBezTo>
                    <a:pt x="64" y="64"/>
                    <a:pt x="79" y="64"/>
                    <a:pt x="79" y="80"/>
                  </a:cubicBezTo>
                  <a:cubicBezTo>
                    <a:pt x="95" y="112"/>
                    <a:pt x="79" y="127"/>
                    <a:pt x="64" y="127"/>
                  </a:cubicBezTo>
                  <a:lnTo>
                    <a:pt x="47" y="127"/>
                  </a:lnTo>
                  <a:lnTo>
                    <a:pt x="64" y="127"/>
                  </a:lnTo>
                  <a:cubicBezTo>
                    <a:pt x="64" y="143"/>
                    <a:pt x="79" y="143"/>
                    <a:pt x="79" y="143"/>
                  </a:cubicBezTo>
                  <a:lnTo>
                    <a:pt x="110" y="143"/>
                  </a:lnTo>
                  <a:cubicBezTo>
                    <a:pt x="127" y="127"/>
                    <a:pt x="127" y="112"/>
                    <a:pt x="110" y="95"/>
                  </a:cubicBezTo>
                  <a:lnTo>
                    <a:pt x="110" y="80"/>
                  </a:lnTo>
                  <a:lnTo>
                    <a:pt x="95" y="80"/>
                  </a:lnTo>
                  <a:lnTo>
                    <a:pt x="47" y="49"/>
                  </a:lnTo>
                  <a:cubicBezTo>
                    <a:pt x="47" y="32"/>
                    <a:pt x="32"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3" name="Google Shape;503;p35"/>
            <p:cNvSpPr/>
            <p:nvPr/>
          </p:nvSpPr>
          <p:spPr>
            <a:xfrm>
              <a:off x="3041729" y="1819326"/>
              <a:ext cx="4516" cy="4039"/>
            </a:xfrm>
            <a:custGeom>
              <a:avLst/>
              <a:gdLst/>
              <a:ahLst/>
              <a:cxnLst/>
              <a:rect l="l" t="t" r="r" b="b"/>
              <a:pathLst>
                <a:path w="142" h="127" extrusionOk="0">
                  <a:moveTo>
                    <a:pt x="95" y="1"/>
                  </a:moveTo>
                  <a:lnTo>
                    <a:pt x="95" y="1"/>
                  </a:lnTo>
                  <a:cubicBezTo>
                    <a:pt x="95" y="1"/>
                    <a:pt x="78" y="1"/>
                    <a:pt x="78" y="16"/>
                  </a:cubicBezTo>
                  <a:lnTo>
                    <a:pt x="15" y="64"/>
                  </a:lnTo>
                  <a:cubicBezTo>
                    <a:pt x="0" y="64"/>
                    <a:pt x="0" y="64"/>
                    <a:pt x="0" y="79"/>
                  </a:cubicBezTo>
                  <a:lnTo>
                    <a:pt x="0" y="110"/>
                  </a:lnTo>
                  <a:cubicBezTo>
                    <a:pt x="15" y="110"/>
                    <a:pt x="15" y="127"/>
                    <a:pt x="32" y="127"/>
                  </a:cubicBezTo>
                  <a:cubicBezTo>
                    <a:pt x="47" y="127"/>
                    <a:pt x="47" y="127"/>
                    <a:pt x="47" y="110"/>
                  </a:cubicBezTo>
                  <a:lnTo>
                    <a:pt x="95" y="79"/>
                  </a:lnTo>
                  <a:lnTo>
                    <a:pt x="126" y="64"/>
                  </a:lnTo>
                  <a:cubicBezTo>
                    <a:pt x="141" y="47"/>
                    <a:pt x="141" y="32"/>
                    <a:pt x="126" y="16"/>
                  </a:cubicBez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4" name="Google Shape;504;p35"/>
            <p:cNvSpPr/>
            <p:nvPr/>
          </p:nvSpPr>
          <p:spPr>
            <a:xfrm>
              <a:off x="3267694" y="1765705"/>
              <a:ext cx="4548" cy="5565"/>
            </a:xfrm>
            <a:custGeom>
              <a:avLst/>
              <a:gdLst/>
              <a:ahLst/>
              <a:cxnLst/>
              <a:rect l="l" t="t" r="r" b="b"/>
              <a:pathLst>
                <a:path w="143" h="175" extrusionOk="0">
                  <a:moveTo>
                    <a:pt x="143" y="95"/>
                  </a:moveTo>
                  <a:lnTo>
                    <a:pt x="95" y="126"/>
                  </a:lnTo>
                  <a:cubicBezTo>
                    <a:pt x="95" y="126"/>
                    <a:pt x="95" y="143"/>
                    <a:pt x="80" y="158"/>
                  </a:cubicBezTo>
                  <a:lnTo>
                    <a:pt x="80" y="174"/>
                  </a:lnTo>
                  <a:lnTo>
                    <a:pt x="95" y="174"/>
                  </a:lnTo>
                  <a:lnTo>
                    <a:pt x="95" y="174"/>
                  </a:lnTo>
                  <a:lnTo>
                    <a:pt x="95" y="174"/>
                  </a:lnTo>
                  <a:cubicBezTo>
                    <a:pt x="111" y="174"/>
                    <a:pt x="111" y="158"/>
                    <a:pt x="126" y="143"/>
                  </a:cubicBezTo>
                  <a:lnTo>
                    <a:pt x="126" y="111"/>
                  </a:lnTo>
                  <a:lnTo>
                    <a:pt x="126" y="111"/>
                  </a:lnTo>
                  <a:lnTo>
                    <a:pt x="143" y="95"/>
                  </a:lnTo>
                  <a:close/>
                  <a:moveTo>
                    <a:pt x="63" y="0"/>
                  </a:moveTo>
                  <a:lnTo>
                    <a:pt x="63" y="0"/>
                  </a:lnTo>
                  <a:lnTo>
                    <a:pt x="17" y="32"/>
                  </a:lnTo>
                  <a:cubicBezTo>
                    <a:pt x="0" y="32"/>
                    <a:pt x="0" y="63"/>
                    <a:pt x="17" y="80"/>
                  </a:cubicBezTo>
                  <a:lnTo>
                    <a:pt x="32" y="111"/>
                  </a:lnTo>
                  <a:lnTo>
                    <a:pt x="32" y="111"/>
                  </a:lnTo>
                  <a:lnTo>
                    <a:pt x="32" y="111"/>
                  </a:lnTo>
                  <a:cubicBezTo>
                    <a:pt x="32" y="95"/>
                    <a:pt x="32" y="80"/>
                    <a:pt x="48" y="63"/>
                  </a:cubicBezTo>
                  <a:lnTo>
                    <a:pt x="111" y="32"/>
                  </a:lnTo>
                  <a:lnTo>
                    <a:pt x="111" y="17"/>
                  </a:lnTo>
                  <a:lnTo>
                    <a:pt x="95" y="17"/>
                  </a:ln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5" name="Google Shape;505;p35"/>
            <p:cNvSpPr/>
            <p:nvPr/>
          </p:nvSpPr>
          <p:spPr>
            <a:xfrm>
              <a:off x="3183510" y="1831825"/>
              <a:ext cx="5057" cy="2576"/>
            </a:xfrm>
            <a:custGeom>
              <a:avLst/>
              <a:gdLst/>
              <a:ahLst/>
              <a:cxnLst/>
              <a:rect l="l" t="t" r="r" b="b"/>
              <a:pathLst>
                <a:path w="159" h="81" extrusionOk="0">
                  <a:moveTo>
                    <a:pt x="111" y="1"/>
                  </a:moveTo>
                  <a:lnTo>
                    <a:pt x="111" y="1"/>
                  </a:lnTo>
                  <a:lnTo>
                    <a:pt x="32" y="1"/>
                  </a:lnTo>
                  <a:cubicBezTo>
                    <a:pt x="17" y="1"/>
                    <a:pt x="0" y="17"/>
                    <a:pt x="0" y="49"/>
                  </a:cubicBezTo>
                  <a:cubicBezTo>
                    <a:pt x="0" y="64"/>
                    <a:pt x="17" y="80"/>
                    <a:pt x="48" y="80"/>
                  </a:cubicBezTo>
                  <a:lnTo>
                    <a:pt x="48" y="80"/>
                  </a:lnTo>
                  <a:lnTo>
                    <a:pt x="127" y="64"/>
                  </a:lnTo>
                  <a:cubicBezTo>
                    <a:pt x="143" y="64"/>
                    <a:pt x="158" y="49"/>
                    <a:pt x="158" y="32"/>
                  </a:cubicBezTo>
                  <a:cubicBezTo>
                    <a:pt x="143" y="17"/>
                    <a:pt x="143"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6" name="Google Shape;506;p35"/>
            <p:cNvSpPr/>
            <p:nvPr/>
          </p:nvSpPr>
          <p:spPr>
            <a:xfrm>
              <a:off x="3021693" y="1792261"/>
              <a:ext cx="4516" cy="7060"/>
            </a:xfrm>
            <a:custGeom>
              <a:avLst/>
              <a:gdLst/>
              <a:ahLst/>
              <a:cxnLst/>
              <a:rect l="l" t="t" r="r" b="b"/>
              <a:pathLst>
                <a:path w="142" h="222" extrusionOk="0">
                  <a:moveTo>
                    <a:pt x="110" y="1"/>
                  </a:moveTo>
                  <a:lnTo>
                    <a:pt x="63" y="1"/>
                  </a:lnTo>
                  <a:lnTo>
                    <a:pt x="63" y="32"/>
                  </a:lnTo>
                  <a:lnTo>
                    <a:pt x="63" y="64"/>
                  </a:lnTo>
                  <a:cubicBezTo>
                    <a:pt x="78" y="64"/>
                    <a:pt x="78" y="64"/>
                    <a:pt x="95" y="79"/>
                  </a:cubicBezTo>
                  <a:lnTo>
                    <a:pt x="95" y="110"/>
                  </a:lnTo>
                  <a:cubicBezTo>
                    <a:pt x="110" y="110"/>
                    <a:pt x="126" y="127"/>
                    <a:pt x="110" y="142"/>
                  </a:cubicBezTo>
                  <a:cubicBezTo>
                    <a:pt x="110" y="158"/>
                    <a:pt x="95" y="173"/>
                    <a:pt x="78" y="173"/>
                  </a:cubicBezTo>
                  <a:lnTo>
                    <a:pt x="78" y="173"/>
                  </a:lnTo>
                  <a:lnTo>
                    <a:pt x="15" y="158"/>
                  </a:lnTo>
                  <a:cubicBezTo>
                    <a:pt x="0" y="173"/>
                    <a:pt x="0" y="190"/>
                    <a:pt x="15" y="205"/>
                  </a:cubicBezTo>
                  <a:cubicBezTo>
                    <a:pt x="15" y="221"/>
                    <a:pt x="15" y="221"/>
                    <a:pt x="32" y="221"/>
                  </a:cubicBezTo>
                  <a:lnTo>
                    <a:pt x="32" y="221"/>
                  </a:lnTo>
                  <a:lnTo>
                    <a:pt x="32" y="221"/>
                  </a:lnTo>
                  <a:lnTo>
                    <a:pt x="47" y="221"/>
                  </a:lnTo>
                  <a:lnTo>
                    <a:pt x="47" y="221"/>
                  </a:lnTo>
                  <a:lnTo>
                    <a:pt x="63" y="221"/>
                  </a:lnTo>
                  <a:cubicBezTo>
                    <a:pt x="141" y="173"/>
                    <a:pt x="141" y="95"/>
                    <a:pt x="141" y="32"/>
                  </a:cubicBezTo>
                  <a:cubicBezTo>
                    <a:pt x="126" y="32"/>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7" name="Google Shape;507;p35"/>
            <p:cNvSpPr/>
            <p:nvPr/>
          </p:nvSpPr>
          <p:spPr>
            <a:xfrm>
              <a:off x="3120888" y="1812329"/>
              <a:ext cx="4516" cy="5502"/>
            </a:xfrm>
            <a:custGeom>
              <a:avLst/>
              <a:gdLst/>
              <a:ahLst/>
              <a:cxnLst/>
              <a:rect l="l" t="t" r="r" b="b"/>
              <a:pathLst>
                <a:path w="142" h="173" extrusionOk="0">
                  <a:moveTo>
                    <a:pt x="32" y="0"/>
                  </a:moveTo>
                  <a:lnTo>
                    <a:pt x="32" y="0"/>
                  </a:lnTo>
                  <a:lnTo>
                    <a:pt x="16" y="0"/>
                  </a:lnTo>
                  <a:cubicBezTo>
                    <a:pt x="1" y="15"/>
                    <a:pt x="1" y="32"/>
                    <a:pt x="16" y="47"/>
                  </a:cubicBezTo>
                  <a:lnTo>
                    <a:pt x="16" y="47"/>
                  </a:lnTo>
                  <a:lnTo>
                    <a:pt x="32" y="95"/>
                  </a:lnTo>
                  <a:lnTo>
                    <a:pt x="64" y="158"/>
                  </a:lnTo>
                  <a:cubicBezTo>
                    <a:pt x="64" y="158"/>
                    <a:pt x="79" y="158"/>
                    <a:pt x="79" y="173"/>
                  </a:cubicBezTo>
                  <a:lnTo>
                    <a:pt x="79" y="173"/>
                  </a:lnTo>
                  <a:lnTo>
                    <a:pt x="95" y="173"/>
                  </a:lnTo>
                  <a:lnTo>
                    <a:pt x="110" y="173"/>
                  </a:lnTo>
                  <a:cubicBezTo>
                    <a:pt x="127" y="158"/>
                    <a:pt x="142" y="141"/>
                    <a:pt x="127" y="126"/>
                  </a:cubicBezTo>
                  <a:lnTo>
                    <a:pt x="64" y="15"/>
                  </a:lnTo>
                  <a:cubicBezTo>
                    <a:pt x="64"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8" name="Google Shape;508;p35"/>
            <p:cNvSpPr/>
            <p:nvPr/>
          </p:nvSpPr>
          <p:spPr>
            <a:xfrm>
              <a:off x="3321824" y="1816814"/>
              <a:ext cx="4548" cy="2544"/>
            </a:xfrm>
            <a:custGeom>
              <a:avLst/>
              <a:gdLst/>
              <a:ahLst/>
              <a:cxnLst/>
              <a:rect l="l" t="t" r="r" b="b"/>
              <a:pathLst>
                <a:path w="143" h="80" extrusionOk="0">
                  <a:moveTo>
                    <a:pt x="111" y="0"/>
                  </a:moveTo>
                  <a:lnTo>
                    <a:pt x="111" y="0"/>
                  </a:lnTo>
                  <a:lnTo>
                    <a:pt x="48" y="0"/>
                  </a:lnTo>
                  <a:lnTo>
                    <a:pt x="32" y="0"/>
                  </a:lnTo>
                  <a:lnTo>
                    <a:pt x="32" y="0"/>
                  </a:lnTo>
                  <a:cubicBezTo>
                    <a:pt x="16" y="0"/>
                    <a:pt x="0" y="17"/>
                    <a:pt x="0" y="48"/>
                  </a:cubicBezTo>
                  <a:lnTo>
                    <a:pt x="0" y="48"/>
                  </a:lnTo>
                  <a:cubicBezTo>
                    <a:pt x="16" y="48"/>
                    <a:pt x="32" y="63"/>
                    <a:pt x="32" y="63"/>
                  </a:cubicBezTo>
                  <a:cubicBezTo>
                    <a:pt x="32" y="63"/>
                    <a:pt x="32" y="80"/>
                    <a:pt x="48" y="80"/>
                  </a:cubicBezTo>
                  <a:lnTo>
                    <a:pt x="111" y="80"/>
                  </a:lnTo>
                  <a:cubicBezTo>
                    <a:pt x="126" y="80"/>
                    <a:pt x="142" y="63"/>
                    <a:pt x="142" y="48"/>
                  </a:cubicBezTo>
                  <a:lnTo>
                    <a:pt x="142" y="48"/>
                  </a:lnTo>
                  <a:lnTo>
                    <a:pt x="142" y="17"/>
                  </a:lnTo>
                  <a:lnTo>
                    <a:pt x="142" y="17"/>
                  </a:lnTo>
                  <a:cubicBezTo>
                    <a:pt x="126" y="17"/>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9" name="Google Shape;509;p35"/>
            <p:cNvSpPr/>
            <p:nvPr/>
          </p:nvSpPr>
          <p:spPr>
            <a:xfrm>
              <a:off x="3416026" y="1752189"/>
              <a:ext cx="4548" cy="3021"/>
            </a:xfrm>
            <a:custGeom>
              <a:avLst/>
              <a:gdLst/>
              <a:ahLst/>
              <a:cxnLst/>
              <a:rect l="l" t="t" r="r" b="b"/>
              <a:pathLst>
                <a:path w="143" h="95" extrusionOk="0">
                  <a:moveTo>
                    <a:pt x="111" y="0"/>
                  </a:moveTo>
                  <a:lnTo>
                    <a:pt x="111" y="0"/>
                  </a:lnTo>
                  <a:lnTo>
                    <a:pt x="95" y="0"/>
                  </a:lnTo>
                  <a:lnTo>
                    <a:pt x="32" y="32"/>
                  </a:lnTo>
                  <a:cubicBezTo>
                    <a:pt x="16" y="47"/>
                    <a:pt x="0" y="63"/>
                    <a:pt x="16" y="79"/>
                  </a:cubicBezTo>
                  <a:lnTo>
                    <a:pt x="16" y="79"/>
                  </a:lnTo>
                  <a:cubicBezTo>
                    <a:pt x="32" y="95"/>
                    <a:pt x="32" y="95"/>
                    <a:pt x="48" y="95"/>
                  </a:cubicBezTo>
                  <a:lnTo>
                    <a:pt x="63" y="95"/>
                  </a:lnTo>
                  <a:lnTo>
                    <a:pt x="95" y="79"/>
                  </a:lnTo>
                  <a:lnTo>
                    <a:pt x="111" y="63"/>
                  </a:lnTo>
                  <a:lnTo>
                    <a:pt x="126" y="63"/>
                  </a:lnTo>
                  <a:lnTo>
                    <a:pt x="126" y="63"/>
                  </a:lnTo>
                  <a:lnTo>
                    <a:pt x="126" y="63"/>
                  </a:lnTo>
                  <a:lnTo>
                    <a:pt x="143" y="63"/>
                  </a:lnTo>
                  <a:cubicBezTo>
                    <a:pt x="126" y="47"/>
                    <a:pt x="143" y="32"/>
                    <a:pt x="143" y="32"/>
                  </a:cubicBezTo>
                  <a:lnTo>
                    <a:pt x="143" y="15"/>
                  </a:lnTo>
                  <a:cubicBezTo>
                    <a:pt x="143" y="15"/>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0" name="Google Shape;510;p35"/>
            <p:cNvSpPr/>
            <p:nvPr/>
          </p:nvSpPr>
          <p:spPr>
            <a:xfrm>
              <a:off x="3199539" y="1799290"/>
              <a:ext cx="2576" cy="4039"/>
            </a:xfrm>
            <a:custGeom>
              <a:avLst/>
              <a:gdLst/>
              <a:ahLst/>
              <a:cxnLst/>
              <a:rect l="l" t="t" r="r" b="b"/>
              <a:pathLst>
                <a:path w="81" h="127" extrusionOk="0">
                  <a:moveTo>
                    <a:pt x="49" y="0"/>
                  </a:moveTo>
                  <a:lnTo>
                    <a:pt x="49" y="0"/>
                  </a:lnTo>
                  <a:cubicBezTo>
                    <a:pt x="32" y="0"/>
                    <a:pt x="17" y="0"/>
                    <a:pt x="17" y="16"/>
                  </a:cubicBezTo>
                  <a:lnTo>
                    <a:pt x="1" y="95"/>
                  </a:lnTo>
                  <a:cubicBezTo>
                    <a:pt x="1" y="110"/>
                    <a:pt x="17" y="126"/>
                    <a:pt x="32" y="126"/>
                  </a:cubicBezTo>
                  <a:lnTo>
                    <a:pt x="32" y="126"/>
                  </a:lnTo>
                  <a:cubicBezTo>
                    <a:pt x="49" y="126"/>
                    <a:pt x="64" y="126"/>
                    <a:pt x="80" y="95"/>
                  </a:cubicBezTo>
                  <a:lnTo>
                    <a:pt x="80" y="32"/>
                  </a:lnTo>
                  <a:cubicBezTo>
                    <a:pt x="80"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1" name="Google Shape;511;p35"/>
            <p:cNvSpPr/>
            <p:nvPr/>
          </p:nvSpPr>
          <p:spPr>
            <a:xfrm>
              <a:off x="3356872" y="1755178"/>
              <a:ext cx="6583" cy="2035"/>
            </a:xfrm>
            <a:custGeom>
              <a:avLst/>
              <a:gdLst/>
              <a:ahLst/>
              <a:cxnLst/>
              <a:rect l="l" t="t" r="r" b="b"/>
              <a:pathLst>
                <a:path w="207" h="64" extrusionOk="0">
                  <a:moveTo>
                    <a:pt x="206" y="1"/>
                  </a:moveTo>
                  <a:cubicBezTo>
                    <a:pt x="143" y="16"/>
                    <a:pt x="80" y="16"/>
                    <a:pt x="1" y="32"/>
                  </a:cubicBezTo>
                  <a:lnTo>
                    <a:pt x="80" y="64"/>
                  </a:lnTo>
                  <a:lnTo>
                    <a:pt x="95" y="64"/>
                  </a:lnTo>
                  <a:lnTo>
                    <a:pt x="127" y="64"/>
                  </a:lnTo>
                  <a:lnTo>
                    <a:pt x="190" y="32"/>
                  </a:lnTo>
                  <a:cubicBezTo>
                    <a:pt x="190" y="16"/>
                    <a:pt x="206" y="16"/>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2" name="Google Shape;512;p35"/>
            <p:cNvSpPr/>
            <p:nvPr/>
          </p:nvSpPr>
          <p:spPr>
            <a:xfrm>
              <a:off x="3371438" y="1780239"/>
              <a:ext cx="5057" cy="3530"/>
            </a:xfrm>
            <a:custGeom>
              <a:avLst/>
              <a:gdLst/>
              <a:ahLst/>
              <a:cxnLst/>
              <a:rect l="l" t="t" r="r" b="b"/>
              <a:pathLst>
                <a:path w="159" h="111" extrusionOk="0">
                  <a:moveTo>
                    <a:pt x="158" y="110"/>
                  </a:moveTo>
                  <a:lnTo>
                    <a:pt x="158" y="110"/>
                  </a:lnTo>
                  <a:lnTo>
                    <a:pt x="158" y="110"/>
                  </a:lnTo>
                  <a:lnTo>
                    <a:pt x="158" y="110"/>
                  </a:lnTo>
                  <a:close/>
                  <a:moveTo>
                    <a:pt x="63" y="1"/>
                  </a:moveTo>
                  <a:lnTo>
                    <a:pt x="63" y="1"/>
                  </a:lnTo>
                  <a:cubicBezTo>
                    <a:pt x="47" y="1"/>
                    <a:pt x="47" y="1"/>
                    <a:pt x="32" y="16"/>
                  </a:cubicBezTo>
                  <a:lnTo>
                    <a:pt x="16" y="47"/>
                  </a:lnTo>
                  <a:cubicBezTo>
                    <a:pt x="0" y="47"/>
                    <a:pt x="0" y="64"/>
                    <a:pt x="16" y="79"/>
                  </a:cubicBezTo>
                  <a:cubicBezTo>
                    <a:pt x="16" y="95"/>
                    <a:pt x="32" y="95"/>
                    <a:pt x="47" y="95"/>
                  </a:cubicBezTo>
                  <a:lnTo>
                    <a:pt x="79" y="95"/>
                  </a:lnTo>
                  <a:cubicBezTo>
                    <a:pt x="79" y="95"/>
                    <a:pt x="79" y="79"/>
                    <a:pt x="95" y="64"/>
                  </a:cubicBezTo>
                  <a:lnTo>
                    <a:pt x="110" y="47"/>
                  </a:lnTo>
                  <a:lnTo>
                    <a:pt x="127" y="47"/>
                  </a:lnTo>
                  <a:lnTo>
                    <a:pt x="142" y="64"/>
                  </a:lnTo>
                  <a:lnTo>
                    <a:pt x="142" y="47"/>
                  </a:lnTo>
                  <a:lnTo>
                    <a:pt x="142" y="32"/>
                  </a:lnTo>
                  <a:lnTo>
                    <a:pt x="95" y="32"/>
                  </a:lnTo>
                  <a:cubicBezTo>
                    <a:pt x="95" y="16"/>
                    <a:pt x="95"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3" name="Google Shape;513;p35"/>
            <p:cNvSpPr/>
            <p:nvPr/>
          </p:nvSpPr>
          <p:spPr>
            <a:xfrm>
              <a:off x="3412528" y="1793756"/>
              <a:ext cx="5534" cy="8555"/>
            </a:xfrm>
            <a:custGeom>
              <a:avLst/>
              <a:gdLst/>
              <a:ahLst/>
              <a:cxnLst/>
              <a:rect l="l" t="t" r="r" b="b"/>
              <a:pathLst>
                <a:path w="174" h="269" extrusionOk="0">
                  <a:moveTo>
                    <a:pt x="173" y="0"/>
                  </a:moveTo>
                  <a:lnTo>
                    <a:pt x="158" y="17"/>
                  </a:lnTo>
                  <a:cubicBezTo>
                    <a:pt x="158" y="48"/>
                    <a:pt x="142" y="63"/>
                    <a:pt x="126" y="63"/>
                  </a:cubicBezTo>
                  <a:lnTo>
                    <a:pt x="110" y="48"/>
                  </a:lnTo>
                  <a:lnTo>
                    <a:pt x="95" y="63"/>
                  </a:lnTo>
                  <a:cubicBezTo>
                    <a:pt x="63" y="80"/>
                    <a:pt x="32" y="80"/>
                    <a:pt x="0" y="126"/>
                  </a:cubicBezTo>
                  <a:lnTo>
                    <a:pt x="0" y="158"/>
                  </a:lnTo>
                  <a:lnTo>
                    <a:pt x="0" y="206"/>
                  </a:lnTo>
                  <a:lnTo>
                    <a:pt x="0" y="221"/>
                  </a:lnTo>
                  <a:cubicBezTo>
                    <a:pt x="16" y="221"/>
                    <a:pt x="16" y="237"/>
                    <a:pt x="16" y="237"/>
                  </a:cubicBezTo>
                  <a:lnTo>
                    <a:pt x="110" y="269"/>
                  </a:lnTo>
                  <a:lnTo>
                    <a:pt x="126" y="269"/>
                  </a:lnTo>
                  <a:lnTo>
                    <a:pt x="126" y="253"/>
                  </a:lnTo>
                  <a:cubicBezTo>
                    <a:pt x="126" y="237"/>
                    <a:pt x="126" y="221"/>
                    <a:pt x="158" y="221"/>
                  </a:cubicBezTo>
                  <a:lnTo>
                    <a:pt x="158" y="221"/>
                  </a:lnTo>
                  <a:lnTo>
                    <a:pt x="158" y="221"/>
                  </a:lnTo>
                  <a:lnTo>
                    <a:pt x="158" y="221"/>
                  </a:lnTo>
                  <a:cubicBezTo>
                    <a:pt x="158" y="221"/>
                    <a:pt x="158" y="206"/>
                    <a:pt x="142" y="206"/>
                  </a:cubicBezTo>
                  <a:lnTo>
                    <a:pt x="95" y="190"/>
                  </a:lnTo>
                  <a:lnTo>
                    <a:pt x="79" y="190"/>
                  </a:lnTo>
                  <a:lnTo>
                    <a:pt x="79" y="190"/>
                  </a:lnTo>
                  <a:cubicBezTo>
                    <a:pt x="63" y="190"/>
                    <a:pt x="63" y="190"/>
                    <a:pt x="47" y="174"/>
                  </a:cubicBezTo>
                  <a:lnTo>
                    <a:pt x="32" y="143"/>
                  </a:lnTo>
                  <a:cubicBezTo>
                    <a:pt x="16" y="126"/>
                    <a:pt x="32" y="95"/>
                    <a:pt x="47" y="95"/>
                  </a:cubicBezTo>
                  <a:lnTo>
                    <a:pt x="63" y="80"/>
                  </a:lnTo>
                  <a:lnTo>
                    <a:pt x="79" y="95"/>
                  </a:lnTo>
                  <a:cubicBezTo>
                    <a:pt x="79" y="80"/>
                    <a:pt x="95" y="80"/>
                    <a:pt x="95" y="80"/>
                  </a:cubicBezTo>
                  <a:lnTo>
                    <a:pt x="95" y="80"/>
                  </a:lnTo>
                  <a:lnTo>
                    <a:pt x="110" y="80"/>
                  </a:lnTo>
                  <a:cubicBezTo>
                    <a:pt x="126" y="95"/>
                    <a:pt x="142" y="111"/>
                    <a:pt x="142" y="126"/>
                  </a:cubicBezTo>
                  <a:lnTo>
                    <a:pt x="126" y="126"/>
                  </a:lnTo>
                  <a:lnTo>
                    <a:pt x="142" y="126"/>
                  </a:lnTo>
                  <a:cubicBezTo>
                    <a:pt x="158" y="126"/>
                    <a:pt x="158" y="111"/>
                    <a:pt x="173" y="95"/>
                  </a:cubicBezTo>
                  <a:lnTo>
                    <a:pt x="17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4" name="Google Shape;514;p35"/>
            <p:cNvSpPr/>
            <p:nvPr/>
          </p:nvSpPr>
          <p:spPr>
            <a:xfrm>
              <a:off x="3159466" y="1811789"/>
              <a:ext cx="4548" cy="2035"/>
            </a:xfrm>
            <a:custGeom>
              <a:avLst/>
              <a:gdLst/>
              <a:ahLst/>
              <a:cxnLst/>
              <a:rect l="l" t="t" r="r" b="b"/>
              <a:pathLst>
                <a:path w="143" h="64" extrusionOk="0">
                  <a:moveTo>
                    <a:pt x="32" y="49"/>
                  </a:moveTo>
                  <a:lnTo>
                    <a:pt x="17" y="64"/>
                  </a:lnTo>
                  <a:lnTo>
                    <a:pt x="17" y="64"/>
                  </a:lnTo>
                  <a:lnTo>
                    <a:pt x="0" y="64"/>
                  </a:lnTo>
                  <a:lnTo>
                    <a:pt x="32" y="64"/>
                  </a:lnTo>
                  <a:lnTo>
                    <a:pt x="32" y="64"/>
                  </a:lnTo>
                  <a:lnTo>
                    <a:pt x="32" y="64"/>
                  </a:lnTo>
                  <a:lnTo>
                    <a:pt x="32" y="49"/>
                  </a:lnTo>
                  <a:close/>
                  <a:moveTo>
                    <a:pt x="111" y="1"/>
                  </a:moveTo>
                  <a:lnTo>
                    <a:pt x="111" y="1"/>
                  </a:lnTo>
                  <a:lnTo>
                    <a:pt x="32" y="1"/>
                  </a:lnTo>
                  <a:lnTo>
                    <a:pt x="32" y="1"/>
                  </a:lnTo>
                  <a:cubicBezTo>
                    <a:pt x="48" y="1"/>
                    <a:pt x="48" y="17"/>
                    <a:pt x="48" y="17"/>
                  </a:cubicBezTo>
                  <a:lnTo>
                    <a:pt x="48" y="32"/>
                  </a:lnTo>
                  <a:lnTo>
                    <a:pt x="48" y="32"/>
                  </a:lnTo>
                  <a:lnTo>
                    <a:pt x="63" y="32"/>
                  </a:lnTo>
                  <a:lnTo>
                    <a:pt x="63" y="32"/>
                  </a:lnTo>
                  <a:cubicBezTo>
                    <a:pt x="80" y="32"/>
                    <a:pt x="80" y="32"/>
                    <a:pt x="95" y="49"/>
                  </a:cubicBezTo>
                  <a:cubicBezTo>
                    <a:pt x="95" y="49"/>
                    <a:pt x="111" y="49"/>
                    <a:pt x="111" y="64"/>
                  </a:cubicBezTo>
                  <a:cubicBezTo>
                    <a:pt x="111" y="49"/>
                    <a:pt x="126" y="49"/>
                    <a:pt x="126" y="32"/>
                  </a:cubicBezTo>
                  <a:lnTo>
                    <a:pt x="143" y="32"/>
                  </a:lnTo>
                  <a:lnTo>
                    <a:pt x="143" y="32"/>
                  </a:lnTo>
                  <a:lnTo>
                    <a:pt x="143" y="32"/>
                  </a:lnTo>
                  <a:cubicBezTo>
                    <a:pt x="143" y="17"/>
                    <a:pt x="126"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5" name="Google Shape;515;p35"/>
            <p:cNvSpPr/>
            <p:nvPr/>
          </p:nvSpPr>
          <p:spPr>
            <a:xfrm>
              <a:off x="3086286" y="1812806"/>
              <a:ext cx="3053" cy="2035"/>
            </a:xfrm>
            <a:custGeom>
              <a:avLst/>
              <a:gdLst/>
              <a:ahLst/>
              <a:cxnLst/>
              <a:rect l="l" t="t" r="r" b="b"/>
              <a:pathLst>
                <a:path w="96" h="64" extrusionOk="0">
                  <a:moveTo>
                    <a:pt x="95" y="0"/>
                  </a:moveTo>
                  <a:lnTo>
                    <a:pt x="80" y="0"/>
                  </a:lnTo>
                  <a:lnTo>
                    <a:pt x="80" y="17"/>
                  </a:lnTo>
                  <a:cubicBezTo>
                    <a:pt x="80" y="17"/>
                    <a:pt x="64" y="32"/>
                    <a:pt x="49" y="32"/>
                  </a:cubicBezTo>
                  <a:lnTo>
                    <a:pt x="49" y="17"/>
                  </a:lnTo>
                  <a:lnTo>
                    <a:pt x="32" y="17"/>
                  </a:lnTo>
                  <a:cubicBezTo>
                    <a:pt x="32" y="32"/>
                    <a:pt x="17" y="32"/>
                    <a:pt x="17" y="32"/>
                  </a:cubicBezTo>
                  <a:lnTo>
                    <a:pt x="1" y="32"/>
                  </a:lnTo>
                  <a:lnTo>
                    <a:pt x="1" y="32"/>
                  </a:lnTo>
                  <a:lnTo>
                    <a:pt x="17" y="48"/>
                  </a:lnTo>
                  <a:cubicBezTo>
                    <a:pt x="17" y="63"/>
                    <a:pt x="32" y="63"/>
                    <a:pt x="49" y="63"/>
                  </a:cubicBezTo>
                  <a:lnTo>
                    <a:pt x="49" y="63"/>
                  </a:lnTo>
                  <a:cubicBezTo>
                    <a:pt x="64" y="63"/>
                    <a:pt x="64" y="63"/>
                    <a:pt x="80" y="4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6" name="Google Shape;516;p35"/>
            <p:cNvSpPr/>
            <p:nvPr/>
          </p:nvSpPr>
          <p:spPr>
            <a:xfrm>
              <a:off x="3427571" y="1804792"/>
              <a:ext cx="8523" cy="3530"/>
            </a:xfrm>
            <a:custGeom>
              <a:avLst/>
              <a:gdLst/>
              <a:ahLst/>
              <a:cxnLst/>
              <a:rect l="l" t="t" r="r" b="b"/>
              <a:pathLst>
                <a:path w="268" h="111" extrusionOk="0">
                  <a:moveTo>
                    <a:pt x="47" y="16"/>
                  </a:moveTo>
                  <a:lnTo>
                    <a:pt x="47" y="16"/>
                  </a:lnTo>
                  <a:cubicBezTo>
                    <a:pt x="32" y="16"/>
                    <a:pt x="15" y="48"/>
                    <a:pt x="0" y="63"/>
                  </a:cubicBezTo>
                  <a:lnTo>
                    <a:pt x="0" y="63"/>
                  </a:lnTo>
                  <a:lnTo>
                    <a:pt x="47" y="79"/>
                  </a:lnTo>
                  <a:cubicBezTo>
                    <a:pt x="47" y="79"/>
                    <a:pt x="63" y="95"/>
                    <a:pt x="63" y="111"/>
                  </a:cubicBezTo>
                  <a:lnTo>
                    <a:pt x="63" y="111"/>
                  </a:lnTo>
                  <a:lnTo>
                    <a:pt x="78" y="111"/>
                  </a:lnTo>
                  <a:lnTo>
                    <a:pt x="78" y="111"/>
                  </a:lnTo>
                  <a:lnTo>
                    <a:pt x="78" y="111"/>
                  </a:lnTo>
                  <a:lnTo>
                    <a:pt x="78" y="95"/>
                  </a:lnTo>
                  <a:cubicBezTo>
                    <a:pt x="63" y="79"/>
                    <a:pt x="47" y="48"/>
                    <a:pt x="47" y="32"/>
                  </a:cubicBezTo>
                  <a:lnTo>
                    <a:pt x="47" y="16"/>
                  </a:lnTo>
                  <a:close/>
                  <a:moveTo>
                    <a:pt x="221" y="0"/>
                  </a:moveTo>
                  <a:lnTo>
                    <a:pt x="221" y="0"/>
                  </a:lnTo>
                  <a:lnTo>
                    <a:pt x="204" y="0"/>
                  </a:lnTo>
                  <a:lnTo>
                    <a:pt x="173" y="0"/>
                  </a:lnTo>
                  <a:lnTo>
                    <a:pt x="158" y="0"/>
                  </a:lnTo>
                  <a:lnTo>
                    <a:pt x="141" y="0"/>
                  </a:lnTo>
                  <a:lnTo>
                    <a:pt x="141" y="0"/>
                  </a:lnTo>
                  <a:lnTo>
                    <a:pt x="141" y="16"/>
                  </a:lnTo>
                  <a:cubicBezTo>
                    <a:pt x="126" y="16"/>
                    <a:pt x="110" y="32"/>
                    <a:pt x="110" y="32"/>
                  </a:cubicBezTo>
                  <a:cubicBezTo>
                    <a:pt x="110" y="32"/>
                    <a:pt x="110" y="48"/>
                    <a:pt x="126" y="48"/>
                  </a:cubicBezTo>
                  <a:lnTo>
                    <a:pt x="126" y="63"/>
                  </a:lnTo>
                  <a:cubicBezTo>
                    <a:pt x="141" y="48"/>
                    <a:pt x="141" y="48"/>
                    <a:pt x="158" y="48"/>
                  </a:cubicBezTo>
                  <a:lnTo>
                    <a:pt x="173" y="48"/>
                  </a:lnTo>
                  <a:lnTo>
                    <a:pt x="189" y="48"/>
                  </a:lnTo>
                  <a:cubicBezTo>
                    <a:pt x="204" y="48"/>
                    <a:pt x="221" y="48"/>
                    <a:pt x="221" y="79"/>
                  </a:cubicBezTo>
                  <a:lnTo>
                    <a:pt x="221" y="79"/>
                  </a:lnTo>
                  <a:lnTo>
                    <a:pt x="221" y="79"/>
                  </a:lnTo>
                  <a:cubicBezTo>
                    <a:pt x="236" y="79"/>
                    <a:pt x="252" y="63"/>
                    <a:pt x="252" y="48"/>
                  </a:cubicBezTo>
                  <a:lnTo>
                    <a:pt x="267" y="48"/>
                  </a:lnTo>
                  <a:cubicBezTo>
                    <a:pt x="267" y="16"/>
                    <a:pt x="252"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7" name="Google Shape;517;p35"/>
            <p:cNvSpPr/>
            <p:nvPr/>
          </p:nvSpPr>
          <p:spPr>
            <a:xfrm>
              <a:off x="3379452" y="1753174"/>
              <a:ext cx="4516" cy="4039"/>
            </a:xfrm>
            <a:custGeom>
              <a:avLst/>
              <a:gdLst/>
              <a:ahLst/>
              <a:cxnLst/>
              <a:rect l="l" t="t" r="r" b="b"/>
              <a:pathLst>
                <a:path w="142" h="127" extrusionOk="0">
                  <a:moveTo>
                    <a:pt x="110" y="1"/>
                  </a:moveTo>
                  <a:lnTo>
                    <a:pt x="110" y="1"/>
                  </a:lnTo>
                  <a:lnTo>
                    <a:pt x="79" y="1"/>
                  </a:lnTo>
                  <a:lnTo>
                    <a:pt x="16" y="79"/>
                  </a:lnTo>
                  <a:cubicBezTo>
                    <a:pt x="1" y="95"/>
                    <a:pt x="1" y="111"/>
                    <a:pt x="16" y="127"/>
                  </a:cubicBezTo>
                  <a:lnTo>
                    <a:pt x="32" y="127"/>
                  </a:lnTo>
                  <a:lnTo>
                    <a:pt x="64" y="127"/>
                  </a:lnTo>
                  <a:lnTo>
                    <a:pt x="127" y="48"/>
                  </a:lnTo>
                  <a:cubicBezTo>
                    <a:pt x="142" y="48"/>
                    <a:pt x="142" y="16"/>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8" name="Google Shape;518;p35"/>
            <p:cNvSpPr/>
            <p:nvPr/>
          </p:nvSpPr>
          <p:spPr>
            <a:xfrm>
              <a:off x="3384477" y="1804283"/>
              <a:ext cx="4039" cy="3053"/>
            </a:xfrm>
            <a:custGeom>
              <a:avLst/>
              <a:gdLst/>
              <a:ahLst/>
              <a:cxnLst/>
              <a:rect l="l" t="t" r="r" b="b"/>
              <a:pathLst>
                <a:path w="127" h="96" extrusionOk="0">
                  <a:moveTo>
                    <a:pt x="95" y="1"/>
                  </a:moveTo>
                  <a:lnTo>
                    <a:pt x="95" y="1"/>
                  </a:lnTo>
                  <a:lnTo>
                    <a:pt x="95" y="1"/>
                  </a:lnTo>
                  <a:cubicBezTo>
                    <a:pt x="78" y="1"/>
                    <a:pt x="63" y="16"/>
                    <a:pt x="63" y="32"/>
                  </a:cubicBezTo>
                  <a:lnTo>
                    <a:pt x="47" y="32"/>
                  </a:lnTo>
                  <a:cubicBezTo>
                    <a:pt x="47" y="32"/>
                    <a:pt x="32" y="32"/>
                    <a:pt x="15" y="48"/>
                  </a:cubicBezTo>
                  <a:cubicBezTo>
                    <a:pt x="0" y="48"/>
                    <a:pt x="0" y="79"/>
                    <a:pt x="15" y="95"/>
                  </a:cubicBezTo>
                  <a:lnTo>
                    <a:pt x="47" y="95"/>
                  </a:lnTo>
                  <a:lnTo>
                    <a:pt x="63" y="95"/>
                  </a:lnTo>
                  <a:lnTo>
                    <a:pt x="63" y="95"/>
                  </a:lnTo>
                  <a:lnTo>
                    <a:pt x="78" y="95"/>
                  </a:lnTo>
                  <a:lnTo>
                    <a:pt x="110" y="95"/>
                  </a:lnTo>
                  <a:cubicBezTo>
                    <a:pt x="110" y="79"/>
                    <a:pt x="110" y="79"/>
                    <a:pt x="126" y="79"/>
                  </a:cubicBezTo>
                  <a:cubicBezTo>
                    <a:pt x="110" y="79"/>
                    <a:pt x="126" y="64"/>
                    <a:pt x="126" y="64"/>
                  </a:cubicBezTo>
                  <a:lnTo>
                    <a:pt x="126" y="48"/>
                  </a:lnTo>
                  <a:lnTo>
                    <a:pt x="126" y="32"/>
                  </a:lnTo>
                  <a:cubicBezTo>
                    <a:pt x="126" y="16"/>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9" name="Google Shape;519;p35"/>
            <p:cNvSpPr/>
            <p:nvPr/>
          </p:nvSpPr>
          <p:spPr>
            <a:xfrm>
              <a:off x="3026686" y="1799767"/>
              <a:ext cx="11067" cy="6042"/>
            </a:xfrm>
            <a:custGeom>
              <a:avLst/>
              <a:gdLst/>
              <a:ahLst/>
              <a:cxnLst/>
              <a:rect l="l" t="t" r="r" b="b"/>
              <a:pathLst>
                <a:path w="348" h="190" extrusionOk="0">
                  <a:moveTo>
                    <a:pt x="316" y="1"/>
                  </a:moveTo>
                  <a:lnTo>
                    <a:pt x="299" y="1"/>
                  </a:lnTo>
                  <a:cubicBezTo>
                    <a:pt x="284" y="17"/>
                    <a:pt x="268" y="17"/>
                    <a:pt x="253" y="17"/>
                  </a:cubicBezTo>
                  <a:cubicBezTo>
                    <a:pt x="221" y="17"/>
                    <a:pt x="205" y="17"/>
                    <a:pt x="190" y="32"/>
                  </a:cubicBezTo>
                  <a:lnTo>
                    <a:pt x="110" y="32"/>
                  </a:lnTo>
                  <a:lnTo>
                    <a:pt x="95" y="32"/>
                  </a:lnTo>
                  <a:lnTo>
                    <a:pt x="95" y="32"/>
                  </a:lnTo>
                  <a:lnTo>
                    <a:pt x="79" y="32"/>
                  </a:lnTo>
                  <a:lnTo>
                    <a:pt x="64" y="32"/>
                  </a:lnTo>
                  <a:lnTo>
                    <a:pt x="32" y="32"/>
                  </a:lnTo>
                  <a:lnTo>
                    <a:pt x="32" y="32"/>
                  </a:lnTo>
                  <a:lnTo>
                    <a:pt x="32" y="32"/>
                  </a:lnTo>
                  <a:cubicBezTo>
                    <a:pt x="16" y="32"/>
                    <a:pt x="1" y="48"/>
                    <a:pt x="1" y="64"/>
                  </a:cubicBezTo>
                  <a:lnTo>
                    <a:pt x="1" y="64"/>
                  </a:lnTo>
                  <a:cubicBezTo>
                    <a:pt x="1" y="80"/>
                    <a:pt x="16" y="95"/>
                    <a:pt x="32" y="95"/>
                  </a:cubicBezTo>
                  <a:lnTo>
                    <a:pt x="47" y="95"/>
                  </a:lnTo>
                  <a:cubicBezTo>
                    <a:pt x="64" y="95"/>
                    <a:pt x="79" y="111"/>
                    <a:pt x="95" y="111"/>
                  </a:cubicBezTo>
                  <a:lnTo>
                    <a:pt x="110" y="111"/>
                  </a:lnTo>
                  <a:lnTo>
                    <a:pt x="127" y="95"/>
                  </a:lnTo>
                  <a:lnTo>
                    <a:pt x="190" y="95"/>
                  </a:lnTo>
                  <a:lnTo>
                    <a:pt x="221" y="95"/>
                  </a:lnTo>
                  <a:cubicBezTo>
                    <a:pt x="236" y="80"/>
                    <a:pt x="236" y="80"/>
                    <a:pt x="253" y="80"/>
                  </a:cubicBezTo>
                  <a:lnTo>
                    <a:pt x="268" y="80"/>
                  </a:lnTo>
                  <a:lnTo>
                    <a:pt x="268" y="143"/>
                  </a:lnTo>
                  <a:lnTo>
                    <a:pt x="268" y="143"/>
                  </a:lnTo>
                  <a:lnTo>
                    <a:pt x="268" y="143"/>
                  </a:lnTo>
                  <a:lnTo>
                    <a:pt x="284" y="143"/>
                  </a:lnTo>
                  <a:cubicBezTo>
                    <a:pt x="299" y="143"/>
                    <a:pt x="316" y="174"/>
                    <a:pt x="299" y="190"/>
                  </a:cubicBezTo>
                  <a:cubicBezTo>
                    <a:pt x="316" y="190"/>
                    <a:pt x="331" y="174"/>
                    <a:pt x="331" y="158"/>
                  </a:cubicBezTo>
                  <a:lnTo>
                    <a:pt x="331" y="143"/>
                  </a:lnTo>
                  <a:lnTo>
                    <a:pt x="331" y="127"/>
                  </a:lnTo>
                  <a:lnTo>
                    <a:pt x="331" y="111"/>
                  </a:lnTo>
                  <a:cubicBezTo>
                    <a:pt x="316" y="111"/>
                    <a:pt x="316" y="95"/>
                    <a:pt x="316" y="80"/>
                  </a:cubicBezTo>
                  <a:cubicBezTo>
                    <a:pt x="331" y="64"/>
                    <a:pt x="331" y="64"/>
                    <a:pt x="347" y="64"/>
                  </a:cubicBezTo>
                  <a:lnTo>
                    <a:pt x="347" y="48"/>
                  </a:lnTo>
                  <a:cubicBezTo>
                    <a:pt x="347" y="32"/>
                    <a:pt x="347" y="17"/>
                    <a:pt x="33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0" name="Google Shape;520;p35"/>
            <p:cNvSpPr/>
            <p:nvPr/>
          </p:nvSpPr>
          <p:spPr>
            <a:xfrm>
              <a:off x="3289734" y="1823811"/>
              <a:ext cx="6042" cy="2576"/>
            </a:xfrm>
            <a:custGeom>
              <a:avLst/>
              <a:gdLst/>
              <a:ahLst/>
              <a:cxnLst/>
              <a:rect l="l" t="t" r="r" b="b"/>
              <a:pathLst>
                <a:path w="190" h="81" extrusionOk="0">
                  <a:moveTo>
                    <a:pt x="158" y="1"/>
                  </a:moveTo>
                  <a:lnTo>
                    <a:pt x="158" y="1"/>
                  </a:lnTo>
                  <a:lnTo>
                    <a:pt x="32" y="17"/>
                  </a:lnTo>
                  <a:cubicBezTo>
                    <a:pt x="17" y="17"/>
                    <a:pt x="1" y="32"/>
                    <a:pt x="1" y="49"/>
                  </a:cubicBezTo>
                  <a:cubicBezTo>
                    <a:pt x="1" y="64"/>
                    <a:pt x="17" y="80"/>
                    <a:pt x="32" y="80"/>
                  </a:cubicBezTo>
                  <a:lnTo>
                    <a:pt x="32" y="80"/>
                  </a:lnTo>
                  <a:lnTo>
                    <a:pt x="158" y="64"/>
                  </a:lnTo>
                  <a:lnTo>
                    <a:pt x="158" y="64"/>
                  </a:lnTo>
                  <a:cubicBezTo>
                    <a:pt x="175" y="64"/>
                    <a:pt x="190" y="49"/>
                    <a:pt x="190" y="32"/>
                  </a:cubicBezTo>
                  <a:cubicBezTo>
                    <a:pt x="190" y="17"/>
                    <a:pt x="190" y="17"/>
                    <a:pt x="17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1" name="Google Shape;521;p35"/>
            <p:cNvSpPr/>
            <p:nvPr/>
          </p:nvSpPr>
          <p:spPr>
            <a:xfrm>
              <a:off x="3101329" y="1792738"/>
              <a:ext cx="5057" cy="4039"/>
            </a:xfrm>
            <a:custGeom>
              <a:avLst/>
              <a:gdLst/>
              <a:ahLst/>
              <a:cxnLst/>
              <a:rect l="l" t="t" r="r" b="b"/>
              <a:pathLst>
                <a:path w="159" h="127" extrusionOk="0">
                  <a:moveTo>
                    <a:pt x="111" y="1"/>
                  </a:moveTo>
                  <a:lnTo>
                    <a:pt x="95" y="1"/>
                  </a:lnTo>
                  <a:cubicBezTo>
                    <a:pt x="95" y="1"/>
                    <a:pt x="80" y="1"/>
                    <a:pt x="80" y="17"/>
                  </a:cubicBezTo>
                  <a:cubicBezTo>
                    <a:pt x="64" y="17"/>
                    <a:pt x="64" y="32"/>
                    <a:pt x="80" y="49"/>
                  </a:cubicBezTo>
                  <a:lnTo>
                    <a:pt x="64" y="49"/>
                  </a:lnTo>
                  <a:lnTo>
                    <a:pt x="48" y="49"/>
                  </a:lnTo>
                  <a:lnTo>
                    <a:pt x="48" y="49"/>
                  </a:lnTo>
                  <a:lnTo>
                    <a:pt x="32" y="32"/>
                  </a:lnTo>
                  <a:cubicBezTo>
                    <a:pt x="17" y="32"/>
                    <a:pt x="17" y="49"/>
                    <a:pt x="1" y="49"/>
                  </a:cubicBezTo>
                  <a:cubicBezTo>
                    <a:pt x="1" y="64"/>
                    <a:pt x="1" y="80"/>
                    <a:pt x="17" y="95"/>
                  </a:cubicBezTo>
                  <a:lnTo>
                    <a:pt x="17" y="95"/>
                  </a:lnTo>
                  <a:cubicBezTo>
                    <a:pt x="17" y="112"/>
                    <a:pt x="17" y="112"/>
                    <a:pt x="32" y="112"/>
                  </a:cubicBezTo>
                  <a:cubicBezTo>
                    <a:pt x="32" y="112"/>
                    <a:pt x="48" y="112"/>
                    <a:pt x="48" y="127"/>
                  </a:cubicBezTo>
                  <a:lnTo>
                    <a:pt x="64" y="127"/>
                  </a:lnTo>
                  <a:lnTo>
                    <a:pt x="64" y="127"/>
                  </a:lnTo>
                  <a:lnTo>
                    <a:pt x="64" y="112"/>
                  </a:lnTo>
                  <a:cubicBezTo>
                    <a:pt x="64" y="95"/>
                    <a:pt x="80" y="95"/>
                    <a:pt x="95" y="80"/>
                  </a:cubicBezTo>
                  <a:lnTo>
                    <a:pt x="95" y="80"/>
                  </a:lnTo>
                  <a:lnTo>
                    <a:pt x="158" y="95"/>
                  </a:lnTo>
                  <a:lnTo>
                    <a:pt x="158" y="80"/>
                  </a:lnTo>
                  <a:lnTo>
                    <a:pt x="143" y="80"/>
                  </a:lnTo>
                  <a:lnTo>
                    <a:pt x="143" y="80"/>
                  </a:lnTo>
                  <a:cubicBezTo>
                    <a:pt x="127" y="80"/>
                    <a:pt x="111" y="80"/>
                    <a:pt x="111" y="64"/>
                  </a:cubicBezTo>
                  <a:cubicBezTo>
                    <a:pt x="95" y="64"/>
                    <a:pt x="95" y="49"/>
                    <a:pt x="95" y="49"/>
                  </a:cubicBezTo>
                  <a:lnTo>
                    <a:pt x="11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2" name="Google Shape;522;p35"/>
            <p:cNvSpPr/>
            <p:nvPr/>
          </p:nvSpPr>
          <p:spPr>
            <a:xfrm>
              <a:off x="3157971" y="1821330"/>
              <a:ext cx="3053" cy="4516"/>
            </a:xfrm>
            <a:custGeom>
              <a:avLst/>
              <a:gdLst/>
              <a:ahLst/>
              <a:cxnLst/>
              <a:rect l="l" t="t" r="r" b="b"/>
              <a:pathLst>
                <a:path w="96" h="142" extrusionOk="0">
                  <a:moveTo>
                    <a:pt x="47" y="1"/>
                  </a:moveTo>
                  <a:lnTo>
                    <a:pt x="47" y="1"/>
                  </a:lnTo>
                  <a:lnTo>
                    <a:pt x="47" y="1"/>
                  </a:lnTo>
                  <a:lnTo>
                    <a:pt x="47" y="32"/>
                  </a:lnTo>
                  <a:cubicBezTo>
                    <a:pt x="64" y="47"/>
                    <a:pt x="47" y="64"/>
                    <a:pt x="32" y="79"/>
                  </a:cubicBezTo>
                  <a:lnTo>
                    <a:pt x="16" y="79"/>
                  </a:lnTo>
                  <a:lnTo>
                    <a:pt x="1" y="79"/>
                  </a:lnTo>
                  <a:lnTo>
                    <a:pt x="16" y="95"/>
                  </a:lnTo>
                  <a:lnTo>
                    <a:pt x="1" y="95"/>
                  </a:lnTo>
                  <a:cubicBezTo>
                    <a:pt x="1" y="110"/>
                    <a:pt x="1" y="142"/>
                    <a:pt x="16" y="142"/>
                  </a:cubicBezTo>
                  <a:lnTo>
                    <a:pt x="32" y="142"/>
                  </a:lnTo>
                  <a:cubicBezTo>
                    <a:pt x="47" y="142"/>
                    <a:pt x="64" y="142"/>
                    <a:pt x="64" y="127"/>
                  </a:cubicBezTo>
                  <a:lnTo>
                    <a:pt x="95" y="64"/>
                  </a:lnTo>
                  <a:lnTo>
                    <a:pt x="95" y="32"/>
                  </a:lnTo>
                  <a:cubicBezTo>
                    <a:pt x="95" y="16"/>
                    <a:pt x="79" y="16"/>
                    <a:pt x="79"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3" name="Google Shape;523;p35"/>
            <p:cNvSpPr/>
            <p:nvPr/>
          </p:nvSpPr>
          <p:spPr>
            <a:xfrm>
              <a:off x="3307767" y="1821807"/>
              <a:ext cx="4580" cy="2576"/>
            </a:xfrm>
            <a:custGeom>
              <a:avLst/>
              <a:gdLst/>
              <a:ahLst/>
              <a:cxnLst/>
              <a:rect l="l" t="t" r="r" b="b"/>
              <a:pathLst>
                <a:path w="144" h="81" extrusionOk="0">
                  <a:moveTo>
                    <a:pt x="95" y="1"/>
                  </a:moveTo>
                  <a:lnTo>
                    <a:pt x="95" y="1"/>
                  </a:lnTo>
                  <a:lnTo>
                    <a:pt x="95" y="1"/>
                  </a:lnTo>
                  <a:lnTo>
                    <a:pt x="64" y="1"/>
                  </a:lnTo>
                  <a:lnTo>
                    <a:pt x="17" y="17"/>
                  </a:lnTo>
                  <a:lnTo>
                    <a:pt x="1" y="17"/>
                  </a:lnTo>
                  <a:cubicBezTo>
                    <a:pt x="17" y="17"/>
                    <a:pt x="32" y="32"/>
                    <a:pt x="32" y="49"/>
                  </a:cubicBezTo>
                  <a:cubicBezTo>
                    <a:pt x="32" y="64"/>
                    <a:pt x="17" y="80"/>
                    <a:pt x="17" y="80"/>
                  </a:cubicBezTo>
                  <a:lnTo>
                    <a:pt x="17" y="80"/>
                  </a:lnTo>
                  <a:lnTo>
                    <a:pt x="32" y="80"/>
                  </a:lnTo>
                  <a:lnTo>
                    <a:pt x="95" y="64"/>
                  </a:lnTo>
                  <a:lnTo>
                    <a:pt x="112" y="64"/>
                  </a:lnTo>
                  <a:cubicBezTo>
                    <a:pt x="127" y="64"/>
                    <a:pt x="143" y="49"/>
                    <a:pt x="127" y="17"/>
                  </a:cubicBezTo>
                  <a:cubicBezTo>
                    <a:pt x="127"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4" name="Google Shape;524;p35"/>
            <p:cNvSpPr/>
            <p:nvPr/>
          </p:nvSpPr>
          <p:spPr>
            <a:xfrm>
              <a:off x="3228607" y="1797763"/>
              <a:ext cx="3562" cy="3053"/>
            </a:xfrm>
            <a:custGeom>
              <a:avLst/>
              <a:gdLst/>
              <a:ahLst/>
              <a:cxnLst/>
              <a:rect l="l" t="t" r="r" b="b"/>
              <a:pathLst>
                <a:path w="112" h="96" extrusionOk="0">
                  <a:moveTo>
                    <a:pt x="80" y="0"/>
                  </a:moveTo>
                  <a:lnTo>
                    <a:pt x="64" y="0"/>
                  </a:lnTo>
                  <a:lnTo>
                    <a:pt x="64" y="0"/>
                  </a:lnTo>
                  <a:cubicBezTo>
                    <a:pt x="64" y="0"/>
                    <a:pt x="32" y="0"/>
                    <a:pt x="17" y="32"/>
                  </a:cubicBezTo>
                  <a:cubicBezTo>
                    <a:pt x="0" y="48"/>
                    <a:pt x="17" y="80"/>
                    <a:pt x="17" y="95"/>
                  </a:cubicBezTo>
                  <a:lnTo>
                    <a:pt x="17" y="95"/>
                  </a:lnTo>
                  <a:cubicBezTo>
                    <a:pt x="17" y="80"/>
                    <a:pt x="32" y="80"/>
                    <a:pt x="32" y="80"/>
                  </a:cubicBezTo>
                  <a:lnTo>
                    <a:pt x="48" y="64"/>
                  </a:lnTo>
                  <a:lnTo>
                    <a:pt x="48" y="64"/>
                  </a:lnTo>
                  <a:lnTo>
                    <a:pt x="64" y="64"/>
                  </a:lnTo>
                  <a:lnTo>
                    <a:pt x="80" y="80"/>
                  </a:lnTo>
                  <a:lnTo>
                    <a:pt x="95" y="80"/>
                  </a:lnTo>
                  <a:cubicBezTo>
                    <a:pt x="95" y="64"/>
                    <a:pt x="80" y="64"/>
                    <a:pt x="80" y="64"/>
                  </a:cubicBezTo>
                  <a:cubicBezTo>
                    <a:pt x="95" y="64"/>
                    <a:pt x="111" y="48"/>
                    <a:pt x="111" y="32"/>
                  </a:cubicBez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5" name="Google Shape;525;p35"/>
            <p:cNvSpPr/>
            <p:nvPr/>
          </p:nvSpPr>
          <p:spPr>
            <a:xfrm>
              <a:off x="3157463" y="1799767"/>
              <a:ext cx="7569" cy="7060"/>
            </a:xfrm>
            <a:custGeom>
              <a:avLst/>
              <a:gdLst/>
              <a:ahLst/>
              <a:cxnLst/>
              <a:rect l="l" t="t" r="r" b="b"/>
              <a:pathLst>
                <a:path w="238" h="222" extrusionOk="0">
                  <a:moveTo>
                    <a:pt x="221" y="1"/>
                  </a:moveTo>
                  <a:lnTo>
                    <a:pt x="174" y="17"/>
                  </a:lnTo>
                  <a:lnTo>
                    <a:pt x="158" y="17"/>
                  </a:lnTo>
                  <a:lnTo>
                    <a:pt x="126" y="17"/>
                  </a:lnTo>
                  <a:cubicBezTo>
                    <a:pt x="95" y="32"/>
                    <a:pt x="48" y="64"/>
                    <a:pt x="48" y="143"/>
                  </a:cubicBezTo>
                  <a:lnTo>
                    <a:pt x="32" y="143"/>
                  </a:lnTo>
                  <a:cubicBezTo>
                    <a:pt x="32" y="158"/>
                    <a:pt x="17" y="158"/>
                    <a:pt x="17" y="158"/>
                  </a:cubicBezTo>
                  <a:cubicBezTo>
                    <a:pt x="0" y="174"/>
                    <a:pt x="0" y="190"/>
                    <a:pt x="17" y="206"/>
                  </a:cubicBezTo>
                  <a:cubicBezTo>
                    <a:pt x="17" y="221"/>
                    <a:pt x="32" y="221"/>
                    <a:pt x="32" y="221"/>
                  </a:cubicBezTo>
                  <a:lnTo>
                    <a:pt x="48" y="221"/>
                  </a:lnTo>
                  <a:lnTo>
                    <a:pt x="48" y="221"/>
                  </a:lnTo>
                  <a:cubicBezTo>
                    <a:pt x="48" y="206"/>
                    <a:pt x="48" y="206"/>
                    <a:pt x="32" y="206"/>
                  </a:cubicBezTo>
                  <a:cubicBezTo>
                    <a:pt x="32" y="190"/>
                    <a:pt x="32" y="158"/>
                    <a:pt x="48" y="158"/>
                  </a:cubicBezTo>
                  <a:lnTo>
                    <a:pt x="63" y="158"/>
                  </a:lnTo>
                  <a:lnTo>
                    <a:pt x="63" y="158"/>
                  </a:lnTo>
                  <a:cubicBezTo>
                    <a:pt x="80" y="158"/>
                    <a:pt x="95" y="158"/>
                    <a:pt x="95" y="174"/>
                  </a:cubicBezTo>
                  <a:lnTo>
                    <a:pt x="111" y="174"/>
                  </a:lnTo>
                  <a:cubicBezTo>
                    <a:pt x="111" y="174"/>
                    <a:pt x="126" y="158"/>
                    <a:pt x="126" y="143"/>
                  </a:cubicBezTo>
                  <a:cubicBezTo>
                    <a:pt x="111" y="95"/>
                    <a:pt x="143" y="80"/>
                    <a:pt x="189" y="64"/>
                  </a:cubicBezTo>
                  <a:cubicBezTo>
                    <a:pt x="189" y="48"/>
                    <a:pt x="206" y="48"/>
                    <a:pt x="206" y="48"/>
                  </a:cubicBezTo>
                  <a:cubicBezTo>
                    <a:pt x="221" y="32"/>
                    <a:pt x="237" y="17"/>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6" name="Google Shape;526;p35"/>
            <p:cNvSpPr/>
            <p:nvPr/>
          </p:nvSpPr>
          <p:spPr>
            <a:xfrm>
              <a:off x="3303759" y="1779731"/>
              <a:ext cx="5057" cy="3562"/>
            </a:xfrm>
            <a:custGeom>
              <a:avLst/>
              <a:gdLst/>
              <a:ahLst/>
              <a:cxnLst/>
              <a:rect l="l" t="t" r="r" b="b"/>
              <a:pathLst>
                <a:path w="159" h="112" extrusionOk="0">
                  <a:moveTo>
                    <a:pt x="64" y="0"/>
                  </a:moveTo>
                  <a:lnTo>
                    <a:pt x="64" y="0"/>
                  </a:lnTo>
                  <a:lnTo>
                    <a:pt x="49" y="0"/>
                  </a:lnTo>
                  <a:lnTo>
                    <a:pt x="1" y="48"/>
                  </a:lnTo>
                  <a:cubicBezTo>
                    <a:pt x="1" y="63"/>
                    <a:pt x="17" y="63"/>
                    <a:pt x="17" y="80"/>
                  </a:cubicBezTo>
                  <a:cubicBezTo>
                    <a:pt x="17" y="95"/>
                    <a:pt x="17" y="111"/>
                    <a:pt x="1" y="111"/>
                  </a:cubicBezTo>
                  <a:lnTo>
                    <a:pt x="17" y="111"/>
                  </a:lnTo>
                  <a:lnTo>
                    <a:pt x="49" y="111"/>
                  </a:lnTo>
                  <a:lnTo>
                    <a:pt x="80" y="63"/>
                  </a:lnTo>
                  <a:lnTo>
                    <a:pt x="112" y="95"/>
                  </a:lnTo>
                  <a:lnTo>
                    <a:pt x="127" y="95"/>
                  </a:lnTo>
                  <a:cubicBezTo>
                    <a:pt x="143" y="95"/>
                    <a:pt x="143" y="80"/>
                    <a:pt x="158" y="80"/>
                  </a:cubicBezTo>
                  <a:cubicBezTo>
                    <a:pt x="158" y="63"/>
                    <a:pt x="158" y="32"/>
                    <a:pt x="143" y="32"/>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7" name="Google Shape;527;p35"/>
            <p:cNvSpPr/>
            <p:nvPr/>
          </p:nvSpPr>
          <p:spPr>
            <a:xfrm>
              <a:off x="3173015" y="1791752"/>
              <a:ext cx="8523" cy="5025"/>
            </a:xfrm>
            <a:custGeom>
              <a:avLst/>
              <a:gdLst/>
              <a:ahLst/>
              <a:cxnLst/>
              <a:rect l="l" t="t" r="r" b="b"/>
              <a:pathLst>
                <a:path w="268" h="158" extrusionOk="0">
                  <a:moveTo>
                    <a:pt x="252" y="0"/>
                  </a:moveTo>
                  <a:lnTo>
                    <a:pt x="252" y="17"/>
                  </a:lnTo>
                  <a:lnTo>
                    <a:pt x="173" y="17"/>
                  </a:lnTo>
                  <a:lnTo>
                    <a:pt x="173" y="63"/>
                  </a:lnTo>
                  <a:cubicBezTo>
                    <a:pt x="158" y="63"/>
                    <a:pt x="141" y="80"/>
                    <a:pt x="141" y="80"/>
                  </a:cubicBezTo>
                  <a:cubicBezTo>
                    <a:pt x="126" y="80"/>
                    <a:pt x="126" y="63"/>
                    <a:pt x="110" y="63"/>
                  </a:cubicBezTo>
                  <a:cubicBezTo>
                    <a:pt x="110" y="48"/>
                    <a:pt x="95" y="32"/>
                    <a:pt x="110" y="17"/>
                  </a:cubicBezTo>
                  <a:lnTo>
                    <a:pt x="95" y="32"/>
                  </a:lnTo>
                  <a:lnTo>
                    <a:pt x="78" y="32"/>
                  </a:lnTo>
                  <a:lnTo>
                    <a:pt x="78" y="32"/>
                  </a:lnTo>
                  <a:lnTo>
                    <a:pt x="63" y="32"/>
                  </a:lnTo>
                  <a:lnTo>
                    <a:pt x="32" y="32"/>
                  </a:lnTo>
                  <a:cubicBezTo>
                    <a:pt x="15" y="48"/>
                    <a:pt x="0" y="48"/>
                    <a:pt x="0" y="63"/>
                  </a:cubicBezTo>
                  <a:lnTo>
                    <a:pt x="0" y="63"/>
                  </a:lnTo>
                  <a:lnTo>
                    <a:pt x="0" y="80"/>
                  </a:lnTo>
                  <a:lnTo>
                    <a:pt x="0" y="95"/>
                  </a:lnTo>
                  <a:lnTo>
                    <a:pt x="15" y="143"/>
                  </a:lnTo>
                  <a:cubicBezTo>
                    <a:pt x="32" y="158"/>
                    <a:pt x="32" y="158"/>
                    <a:pt x="47" y="158"/>
                  </a:cubicBezTo>
                  <a:lnTo>
                    <a:pt x="47" y="158"/>
                  </a:lnTo>
                  <a:lnTo>
                    <a:pt x="78" y="158"/>
                  </a:lnTo>
                  <a:lnTo>
                    <a:pt x="78" y="143"/>
                  </a:lnTo>
                  <a:lnTo>
                    <a:pt x="78" y="143"/>
                  </a:lnTo>
                  <a:cubicBezTo>
                    <a:pt x="47" y="143"/>
                    <a:pt x="47" y="126"/>
                    <a:pt x="47" y="111"/>
                  </a:cubicBezTo>
                  <a:cubicBezTo>
                    <a:pt x="47" y="95"/>
                    <a:pt x="63" y="80"/>
                    <a:pt x="78" y="80"/>
                  </a:cubicBezTo>
                  <a:lnTo>
                    <a:pt x="78" y="80"/>
                  </a:lnTo>
                  <a:cubicBezTo>
                    <a:pt x="110" y="80"/>
                    <a:pt x="126" y="80"/>
                    <a:pt x="141" y="95"/>
                  </a:cubicBezTo>
                  <a:lnTo>
                    <a:pt x="252" y="80"/>
                  </a:lnTo>
                  <a:lnTo>
                    <a:pt x="236" y="80"/>
                  </a:lnTo>
                  <a:cubicBezTo>
                    <a:pt x="236" y="63"/>
                    <a:pt x="236" y="32"/>
                    <a:pt x="267" y="17"/>
                  </a:cubicBezTo>
                  <a:cubicBezTo>
                    <a:pt x="267" y="0"/>
                    <a:pt x="252" y="0"/>
                    <a:pt x="25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8" name="Google Shape;528;p35"/>
            <p:cNvSpPr/>
            <p:nvPr/>
          </p:nvSpPr>
          <p:spPr>
            <a:xfrm>
              <a:off x="3184019" y="1790258"/>
              <a:ext cx="3053" cy="2512"/>
            </a:xfrm>
            <a:custGeom>
              <a:avLst/>
              <a:gdLst/>
              <a:ahLst/>
              <a:cxnLst/>
              <a:rect l="l" t="t" r="r" b="b"/>
              <a:pathLst>
                <a:path w="96" h="79" extrusionOk="0">
                  <a:moveTo>
                    <a:pt x="95" y="1"/>
                  </a:moveTo>
                  <a:lnTo>
                    <a:pt x="32" y="16"/>
                  </a:lnTo>
                  <a:lnTo>
                    <a:pt x="32" y="16"/>
                  </a:lnTo>
                  <a:lnTo>
                    <a:pt x="16" y="16"/>
                  </a:lnTo>
                  <a:cubicBezTo>
                    <a:pt x="1" y="32"/>
                    <a:pt x="1" y="47"/>
                    <a:pt x="1" y="79"/>
                  </a:cubicBezTo>
                  <a:cubicBezTo>
                    <a:pt x="16" y="64"/>
                    <a:pt x="32" y="64"/>
                    <a:pt x="48" y="64"/>
                  </a:cubicBezTo>
                  <a:lnTo>
                    <a:pt x="64" y="64"/>
                  </a:lnTo>
                  <a:cubicBezTo>
                    <a:pt x="64" y="47"/>
                    <a:pt x="79" y="47"/>
                    <a:pt x="79" y="32"/>
                  </a:cubicBezTo>
                  <a:cubicBezTo>
                    <a:pt x="95" y="32"/>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9" name="Google Shape;529;p35"/>
            <p:cNvSpPr/>
            <p:nvPr/>
          </p:nvSpPr>
          <p:spPr>
            <a:xfrm>
              <a:off x="3180488" y="1791752"/>
              <a:ext cx="9064" cy="2544"/>
            </a:xfrm>
            <a:custGeom>
              <a:avLst/>
              <a:gdLst/>
              <a:ahLst/>
              <a:cxnLst/>
              <a:rect l="l" t="t" r="r" b="b"/>
              <a:pathLst>
                <a:path w="285" h="80" extrusionOk="0">
                  <a:moveTo>
                    <a:pt x="222" y="63"/>
                  </a:moveTo>
                  <a:lnTo>
                    <a:pt x="222" y="63"/>
                  </a:lnTo>
                  <a:lnTo>
                    <a:pt x="222" y="63"/>
                  </a:lnTo>
                  <a:close/>
                  <a:moveTo>
                    <a:pt x="49" y="0"/>
                  </a:moveTo>
                  <a:lnTo>
                    <a:pt x="49" y="0"/>
                  </a:lnTo>
                  <a:lnTo>
                    <a:pt x="32" y="0"/>
                  </a:lnTo>
                  <a:lnTo>
                    <a:pt x="32" y="17"/>
                  </a:lnTo>
                  <a:cubicBezTo>
                    <a:pt x="1" y="32"/>
                    <a:pt x="1" y="63"/>
                    <a:pt x="1" y="80"/>
                  </a:cubicBezTo>
                  <a:lnTo>
                    <a:pt x="17" y="80"/>
                  </a:lnTo>
                  <a:lnTo>
                    <a:pt x="17" y="80"/>
                  </a:lnTo>
                  <a:cubicBezTo>
                    <a:pt x="32" y="80"/>
                    <a:pt x="64" y="80"/>
                    <a:pt x="95" y="63"/>
                  </a:cubicBezTo>
                  <a:lnTo>
                    <a:pt x="95" y="63"/>
                  </a:lnTo>
                  <a:lnTo>
                    <a:pt x="95" y="48"/>
                  </a:lnTo>
                  <a:cubicBezTo>
                    <a:pt x="95" y="32"/>
                    <a:pt x="112" y="32"/>
                    <a:pt x="127" y="32"/>
                  </a:cubicBezTo>
                  <a:lnTo>
                    <a:pt x="127" y="32"/>
                  </a:lnTo>
                  <a:lnTo>
                    <a:pt x="143" y="32"/>
                  </a:lnTo>
                  <a:lnTo>
                    <a:pt x="143" y="32"/>
                  </a:lnTo>
                  <a:lnTo>
                    <a:pt x="143" y="32"/>
                  </a:lnTo>
                  <a:lnTo>
                    <a:pt x="159" y="32"/>
                  </a:lnTo>
                  <a:lnTo>
                    <a:pt x="159" y="32"/>
                  </a:lnTo>
                  <a:cubicBezTo>
                    <a:pt x="175" y="32"/>
                    <a:pt x="190" y="32"/>
                    <a:pt x="190" y="48"/>
                  </a:cubicBezTo>
                  <a:lnTo>
                    <a:pt x="206" y="80"/>
                  </a:lnTo>
                  <a:lnTo>
                    <a:pt x="206" y="80"/>
                  </a:lnTo>
                  <a:cubicBezTo>
                    <a:pt x="206" y="80"/>
                    <a:pt x="206" y="63"/>
                    <a:pt x="222" y="63"/>
                  </a:cubicBezTo>
                  <a:lnTo>
                    <a:pt x="222" y="80"/>
                  </a:lnTo>
                  <a:lnTo>
                    <a:pt x="269" y="63"/>
                  </a:lnTo>
                  <a:lnTo>
                    <a:pt x="269" y="63"/>
                  </a:lnTo>
                  <a:lnTo>
                    <a:pt x="269" y="63"/>
                  </a:lnTo>
                  <a:cubicBezTo>
                    <a:pt x="269" y="63"/>
                    <a:pt x="285" y="63"/>
                    <a:pt x="285" y="80"/>
                  </a:cubicBezTo>
                  <a:cubicBezTo>
                    <a:pt x="285" y="48"/>
                    <a:pt x="285" y="32"/>
                    <a:pt x="253" y="17"/>
                  </a:cubicBezTo>
                  <a:cubicBezTo>
                    <a:pt x="253" y="0"/>
                    <a:pt x="238" y="0"/>
                    <a:pt x="222" y="0"/>
                  </a:cubicBezTo>
                  <a:lnTo>
                    <a:pt x="190" y="0"/>
                  </a:lnTo>
                  <a:lnTo>
                    <a:pt x="175" y="17"/>
                  </a:lnTo>
                  <a:lnTo>
                    <a:pt x="159" y="17"/>
                  </a:lnTo>
                  <a:cubicBezTo>
                    <a:pt x="143" y="17"/>
                    <a:pt x="127" y="17"/>
                    <a:pt x="112" y="32"/>
                  </a:cubicBezTo>
                  <a:lnTo>
                    <a:pt x="80" y="32"/>
                  </a:ln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30" name="Google Shape;530;p35"/>
            <p:cNvSpPr/>
            <p:nvPr/>
          </p:nvSpPr>
          <p:spPr>
            <a:xfrm>
              <a:off x="3187517" y="179375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31" name="Google Shape;531;p35"/>
            <p:cNvSpPr/>
            <p:nvPr/>
          </p:nvSpPr>
          <p:spPr>
            <a:xfrm>
              <a:off x="3395958" y="1794265"/>
              <a:ext cx="6583" cy="4516"/>
            </a:xfrm>
            <a:custGeom>
              <a:avLst/>
              <a:gdLst/>
              <a:ahLst/>
              <a:cxnLst/>
              <a:rect l="l" t="t" r="r" b="b"/>
              <a:pathLst>
                <a:path w="207" h="142" extrusionOk="0">
                  <a:moveTo>
                    <a:pt x="64" y="1"/>
                  </a:moveTo>
                  <a:lnTo>
                    <a:pt x="64" y="1"/>
                  </a:lnTo>
                  <a:lnTo>
                    <a:pt x="49" y="1"/>
                  </a:lnTo>
                  <a:lnTo>
                    <a:pt x="49" y="1"/>
                  </a:lnTo>
                  <a:lnTo>
                    <a:pt x="32" y="1"/>
                  </a:lnTo>
                  <a:cubicBezTo>
                    <a:pt x="17" y="16"/>
                    <a:pt x="17" y="16"/>
                    <a:pt x="17" y="32"/>
                  </a:cubicBezTo>
                  <a:lnTo>
                    <a:pt x="1" y="95"/>
                  </a:lnTo>
                  <a:cubicBezTo>
                    <a:pt x="1" y="110"/>
                    <a:pt x="1" y="110"/>
                    <a:pt x="17" y="127"/>
                  </a:cubicBezTo>
                  <a:cubicBezTo>
                    <a:pt x="17" y="127"/>
                    <a:pt x="32" y="142"/>
                    <a:pt x="49" y="142"/>
                  </a:cubicBezTo>
                  <a:lnTo>
                    <a:pt x="49" y="142"/>
                  </a:lnTo>
                  <a:lnTo>
                    <a:pt x="80" y="142"/>
                  </a:lnTo>
                  <a:lnTo>
                    <a:pt x="80" y="142"/>
                  </a:lnTo>
                  <a:lnTo>
                    <a:pt x="95" y="142"/>
                  </a:lnTo>
                  <a:lnTo>
                    <a:pt x="112" y="142"/>
                  </a:lnTo>
                  <a:lnTo>
                    <a:pt x="112" y="142"/>
                  </a:lnTo>
                  <a:lnTo>
                    <a:pt x="112" y="127"/>
                  </a:lnTo>
                  <a:cubicBezTo>
                    <a:pt x="127" y="127"/>
                    <a:pt x="127" y="110"/>
                    <a:pt x="143" y="110"/>
                  </a:cubicBezTo>
                  <a:lnTo>
                    <a:pt x="143" y="110"/>
                  </a:lnTo>
                  <a:cubicBezTo>
                    <a:pt x="143" y="110"/>
                    <a:pt x="158" y="110"/>
                    <a:pt x="158" y="127"/>
                  </a:cubicBezTo>
                  <a:lnTo>
                    <a:pt x="175" y="127"/>
                  </a:lnTo>
                  <a:lnTo>
                    <a:pt x="175" y="127"/>
                  </a:lnTo>
                  <a:cubicBezTo>
                    <a:pt x="190" y="110"/>
                    <a:pt x="206" y="95"/>
                    <a:pt x="190" y="79"/>
                  </a:cubicBezTo>
                  <a:cubicBezTo>
                    <a:pt x="175" y="64"/>
                    <a:pt x="175" y="64"/>
                    <a:pt x="158" y="64"/>
                  </a:cubicBezTo>
                  <a:lnTo>
                    <a:pt x="143" y="64"/>
                  </a:lnTo>
                  <a:cubicBezTo>
                    <a:pt x="127" y="79"/>
                    <a:pt x="112" y="79"/>
                    <a:pt x="112" y="79"/>
                  </a:cubicBezTo>
                  <a:lnTo>
                    <a:pt x="112" y="47"/>
                  </a:lnTo>
                  <a:lnTo>
                    <a:pt x="95" y="32"/>
                  </a:ln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32" name="Google Shape;532;p35"/>
            <p:cNvSpPr/>
            <p:nvPr/>
          </p:nvSpPr>
          <p:spPr>
            <a:xfrm>
              <a:off x="3021693" y="1807304"/>
              <a:ext cx="2512" cy="2035"/>
            </a:xfrm>
            <a:custGeom>
              <a:avLst/>
              <a:gdLst/>
              <a:ahLst/>
              <a:cxnLst/>
              <a:rect l="l" t="t" r="r" b="b"/>
              <a:pathLst>
                <a:path w="79" h="64" extrusionOk="0">
                  <a:moveTo>
                    <a:pt x="78" y="0"/>
                  </a:moveTo>
                  <a:lnTo>
                    <a:pt x="0" y="32"/>
                  </a:lnTo>
                  <a:lnTo>
                    <a:pt x="0" y="32"/>
                  </a:lnTo>
                  <a:lnTo>
                    <a:pt x="0" y="63"/>
                  </a:lnTo>
                  <a:lnTo>
                    <a:pt x="0" y="63"/>
                  </a:lnTo>
                  <a:lnTo>
                    <a:pt x="0" y="63"/>
                  </a:lnTo>
                  <a:lnTo>
                    <a:pt x="15" y="63"/>
                  </a:lnTo>
                  <a:lnTo>
                    <a:pt x="63" y="63"/>
                  </a:lnTo>
                  <a:cubicBezTo>
                    <a:pt x="78" y="32"/>
                    <a:pt x="78" y="16"/>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33" name="Google Shape;533;p35"/>
            <p:cNvSpPr/>
            <p:nvPr/>
          </p:nvSpPr>
          <p:spPr>
            <a:xfrm>
              <a:off x="3111888" y="1794742"/>
              <a:ext cx="6042" cy="5057"/>
            </a:xfrm>
            <a:custGeom>
              <a:avLst/>
              <a:gdLst/>
              <a:ahLst/>
              <a:cxnLst/>
              <a:rect l="l" t="t" r="r" b="b"/>
              <a:pathLst>
                <a:path w="190" h="159" extrusionOk="0">
                  <a:moveTo>
                    <a:pt x="110" y="1"/>
                  </a:moveTo>
                  <a:lnTo>
                    <a:pt x="95" y="1"/>
                  </a:lnTo>
                  <a:lnTo>
                    <a:pt x="78" y="1"/>
                  </a:lnTo>
                  <a:cubicBezTo>
                    <a:pt x="78" y="1"/>
                    <a:pt x="63" y="1"/>
                    <a:pt x="63" y="17"/>
                  </a:cubicBezTo>
                  <a:lnTo>
                    <a:pt x="63" y="17"/>
                  </a:lnTo>
                  <a:lnTo>
                    <a:pt x="63" y="17"/>
                  </a:lnTo>
                  <a:lnTo>
                    <a:pt x="63" y="17"/>
                  </a:lnTo>
                  <a:lnTo>
                    <a:pt x="63" y="17"/>
                  </a:lnTo>
                  <a:cubicBezTo>
                    <a:pt x="95" y="17"/>
                    <a:pt x="95" y="32"/>
                    <a:pt x="95" y="49"/>
                  </a:cubicBezTo>
                  <a:lnTo>
                    <a:pt x="95" y="112"/>
                  </a:lnTo>
                  <a:cubicBezTo>
                    <a:pt x="78" y="127"/>
                    <a:pt x="63" y="143"/>
                    <a:pt x="47" y="143"/>
                  </a:cubicBezTo>
                  <a:lnTo>
                    <a:pt x="47" y="143"/>
                  </a:lnTo>
                  <a:cubicBezTo>
                    <a:pt x="32" y="143"/>
                    <a:pt x="15" y="127"/>
                    <a:pt x="15" y="95"/>
                  </a:cubicBezTo>
                  <a:cubicBezTo>
                    <a:pt x="0" y="112"/>
                    <a:pt x="0" y="127"/>
                    <a:pt x="15" y="143"/>
                  </a:cubicBezTo>
                  <a:cubicBezTo>
                    <a:pt x="15" y="159"/>
                    <a:pt x="32" y="159"/>
                    <a:pt x="47" y="159"/>
                  </a:cubicBezTo>
                  <a:lnTo>
                    <a:pt x="47" y="159"/>
                  </a:lnTo>
                  <a:lnTo>
                    <a:pt x="63" y="159"/>
                  </a:lnTo>
                  <a:lnTo>
                    <a:pt x="126" y="127"/>
                  </a:lnTo>
                  <a:lnTo>
                    <a:pt x="158" y="112"/>
                  </a:lnTo>
                  <a:cubicBezTo>
                    <a:pt x="173" y="95"/>
                    <a:pt x="173" y="95"/>
                    <a:pt x="173" y="80"/>
                  </a:cubicBezTo>
                  <a:cubicBezTo>
                    <a:pt x="189" y="80"/>
                    <a:pt x="189" y="64"/>
                    <a:pt x="173" y="64"/>
                  </a:cubicBezTo>
                  <a:lnTo>
                    <a:pt x="173" y="64"/>
                  </a:lnTo>
                  <a:lnTo>
                    <a:pt x="173" y="49"/>
                  </a:lnTo>
                  <a:cubicBezTo>
                    <a:pt x="173" y="32"/>
                    <a:pt x="158" y="17"/>
                    <a:pt x="141" y="1"/>
                  </a:cubicBezTo>
                  <a:lnTo>
                    <a:pt x="126" y="1"/>
                  </a:lnTo>
                  <a:lnTo>
                    <a:pt x="126"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34" name="Google Shape;534;p35"/>
            <p:cNvSpPr/>
            <p:nvPr/>
          </p:nvSpPr>
          <p:spPr>
            <a:xfrm>
              <a:off x="3016159" y="1797286"/>
              <a:ext cx="5565" cy="2512"/>
            </a:xfrm>
            <a:custGeom>
              <a:avLst/>
              <a:gdLst/>
              <a:ahLst/>
              <a:cxnLst/>
              <a:rect l="l" t="t" r="r" b="b"/>
              <a:pathLst>
                <a:path w="175" h="79" extrusionOk="0">
                  <a:moveTo>
                    <a:pt x="48" y="0"/>
                  </a:moveTo>
                  <a:lnTo>
                    <a:pt x="32" y="0"/>
                  </a:lnTo>
                  <a:cubicBezTo>
                    <a:pt x="32" y="0"/>
                    <a:pt x="16" y="0"/>
                    <a:pt x="16" y="15"/>
                  </a:cubicBezTo>
                  <a:lnTo>
                    <a:pt x="0" y="32"/>
                  </a:lnTo>
                  <a:lnTo>
                    <a:pt x="0" y="32"/>
                  </a:lnTo>
                  <a:lnTo>
                    <a:pt x="16" y="32"/>
                  </a:lnTo>
                  <a:lnTo>
                    <a:pt x="16" y="32"/>
                  </a:lnTo>
                  <a:lnTo>
                    <a:pt x="32" y="32"/>
                  </a:lnTo>
                  <a:lnTo>
                    <a:pt x="48" y="32"/>
                  </a:lnTo>
                  <a:cubicBezTo>
                    <a:pt x="63" y="32"/>
                    <a:pt x="95" y="32"/>
                    <a:pt x="111" y="63"/>
                  </a:cubicBezTo>
                  <a:cubicBezTo>
                    <a:pt x="126" y="79"/>
                    <a:pt x="126" y="79"/>
                    <a:pt x="143" y="79"/>
                  </a:cubicBezTo>
                  <a:lnTo>
                    <a:pt x="158" y="79"/>
                  </a:lnTo>
                  <a:lnTo>
                    <a:pt x="158" y="79"/>
                  </a:lnTo>
                  <a:lnTo>
                    <a:pt x="174" y="63"/>
                  </a:lnTo>
                  <a:lnTo>
                    <a:pt x="174" y="47"/>
                  </a:lnTo>
                  <a:cubicBezTo>
                    <a:pt x="174" y="32"/>
                    <a:pt x="158" y="32"/>
                    <a:pt x="158" y="15"/>
                  </a:cubicBezTo>
                  <a:lnTo>
                    <a:pt x="143" y="15"/>
                  </a:lnTo>
                  <a:lnTo>
                    <a:pt x="126"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35" name="Google Shape;535;p35"/>
            <p:cNvSpPr/>
            <p:nvPr/>
          </p:nvSpPr>
          <p:spPr>
            <a:xfrm>
              <a:off x="3104350" y="1787745"/>
              <a:ext cx="3530" cy="3021"/>
            </a:xfrm>
            <a:custGeom>
              <a:avLst/>
              <a:gdLst/>
              <a:ahLst/>
              <a:cxnLst/>
              <a:rect l="l" t="t" r="r" b="b"/>
              <a:pathLst>
                <a:path w="111" h="95" extrusionOk="0">
                  <a:moveTo>
                    <a:pt x="79" y="0"/>
                  </a:moveTo>
                  <a:lnTo>
                    <a:pt x="32" y="63"/>
                  </a:lnTo>
                  <a:cubicBezTo>
                    <a:pt x="32" y="63"/>
                    <a:pt x="16" y="80"/>
                    <a:pt x="0" y="80"/>
                  </a:cubicBezTo>
                  <a:lnTo>
                    <a:pt x="0" y="80"/>
                  </a:lnTo>
                  <a:lnTo>
                    <a:pt x="16" y="80"/>
                  </a:lnTo>
                  <a:lnTo>
                    <a:pt x="16" y="95"/>
                  </a:lnTo>
                  <a:lnTo>
                    <a:pt x="32" y="95"/>
                  </a:lnTo>
                  <a:lnTo>
                    <a:pt x="48" y="95"/>
                  </a:lnTo>
                  <a:lnTo>
                    <a:pt x="63" y="95"/>
                  </a:lnTo>
                  <a:lnTo>
                    <a:pt x="63" y="95"/>
                  </a:lnTo>
                  <a:lnTo>
                    <a:pt x="63" y="80"/>
                  </a:lnTo>
                  <a:cubicBezTo>
                    <a:pt x="48" y="80"/>
                    <a:pt x="48" y="48"/>
                    <a:pt x="63" y="32"/>
                  </a:cubicBezTo>
                  <a:lnTo>
                    <a:pt x="79" y="32"/>
                  </a:lnTo>
                  <a:lnTo>
                    <a:pt x="79" y="32"/>
                  </a:lnTo>
                  <a:lnTo>
                    <a:pt x="111" y="32"/>
                  </a:lnTo>
                  <a:lnTo>
                    <a:pt x="111" y="32"/>
                  </a:lnTo>
                  <a:cubicBezTo>
                    <a:pt x="95" y="17"/>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36" name="Google Shape;536;p35"/>
            <p:cNvSpPr/>
            <p:nvPr/>
          </p:nvSpPr>
          <p:spPr>
            <a:xfrm>
              <a:off x="3399488" y="1797286"/>
              <a:ext cx="6042" cy="4039"/>
            </a:xfrm>
            <a:custGeom>
              <a:avLst/>
              <a:gdLst/>
              <a:ahLst/>
              <a:cxnLst/>
              <a:rect l="l" t="t" r="r" b="b"/>
              <a:pathLst>
                <a:path w="190" h="127" extrusionOk="0">
                  <a:moveTo>
                    <a:pt x="1" y="126"/>
                  </a:moveTo>
                  <a:lnTo>
                    <a:pt x="1" y="126"/>
                  </a:lnTo>
                  <a:lnTo>
                    <a:pt x="1" y="126"/>
                  </a:lnTo>
                  <a:lnTo>
                    <a:pt x="1" y="126"/>
                  </a:lnTo>
                  <a:close/>
                  <a:moveTo>
                    <a:pt x="142" y="0"/>
                  </a:moveTo>
                  <a:cubicBezTo>
                    <a:pt x="127" y="0"/>
                    <a:pt x="110" y="0"/>
                    <a:pt x="110" y="15"/>
                  </a:cubicBezTo>
                  <a:cubicBezTo>
                    <a:pt x="110" y="47"/>
                    <a:pt x="95" y="63"/>
                    <a:pt x="79" y="63"/>
                  </a:cubicBezTo>
                  <a:cubicBezTo>
                    <a:pt x="79" y="79"/>
                    <a:pt x="79" y="79"/>
                    <a:pt x="64" y="79"/>
                  </a:cubicBezTo>
                  <a:lnTo>
                    <a:pt x="64" y="79"/>
                  </a:lnTo>
                  <a:lnTo>
                    <a:pt x="64" y="79"/>
                  </a:lnTo>
                  <a:lnTo>
                    <a:pt x="32" y="110"/>
                  </a:lnTo>
                  <a:lnTo>
                    <a:pt x="32" y="110"/>
                  </a:lnTo>
                  <a:lnTo>
                    <a:pt x="79" y="110"/>
                  </a:lnTo>
                  <a:lnTo>
                    <a:pt x="95" y="110"/>
                  </a:lnTo>
                  <a:cubicBezTo>
                    <a:pt x="95" y="110"/>
                    <a:pt x="110" y="110"/>
                    <a:pt x="110" y="126"/>
                  </a:cubicBezTo>
                  <a:cubicBezTo>
                    <a:pt x="142" y="110"/>
                    <a:pt x="158" y="79"/>
                    <a:pt x="173" y="32"/>
                  </a:cubicBezTo>
                  <a:cubicBezTo>
                    <a:pt x="190" y="32"/>
                    <a:pt x="173" y="15"/>
                    <a:pt x="173" y="0"/>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37" name="Google Shape;537;p35"/>
            <p:cNvSpPr/>
            <p:nvPr/>
          </p:nvSpPr>
          <p:spPr>
            <a:xfrm>
              <a:off x="3015141" y="1798272"/>
              <a:ext cx="9064" cy="3530"/>
            </a:xfrm>
            <a:custGeom>
              <a:avLst/>
              <a:gdLst/>
              <a:ahLst/>
              <a:cxnLst/>
              <a:rect l="l" t="t" r="r" b="b"/>
              <a:pathLst>
                <a:path w="285" h="111" extrusionOk="0">
                  <a:moveTo>
                    <a:pt x="80" y="64"/>
                  </a:moveTo>
                  <a:lnTo>
                    <a:pt x="80" y="64"/>
                  </a:lnTo>
                  <a:lnTo>
                    <a:pt x="80" y="64"/>
                  </a:lnTo>
                  <a:close/>
                  <a:moveTo>
                    <a:pt x="32" y="1"/>
                  </a:moveTo>
                  <a:lnTo>
                    <a:pt x="32" y="1"/>
                  </a:lnTo>
                  <a:lnTo>
                    <a:pt x="32" y="1"/>
                  </a:lnTo>
                  <a:cubicBezTo>
                    <a:pt x="17" y="16"/>
                    <a:pt x="1" y="16"/>
                    <a:pt x="1" y="32"/>
                  </a:cubicBezTo>
                  <a:lnTo>
                    <a:pt x="1" y="32"/>
                  </a:lnTo>
                  <a:cubicBezTo>
                    <a:pt x="17" y="48"/>
                    <a:pt x="17" y="64"/>
                    <a:pt x="17" y="64"/>
                  </a:cubicBezTo>
                  <a:cubicBezTo>
                    <a:pt x="32" y="64"/>
                    <a:pt x="32" y="79"/>
                    <a:pt x="32" y="79"/>
                  </a:cubicBezTo>
                  <a:lnTo>
                    <a:pt x="48" y="79"/>
                  </a:lnTo>
                  <a:lnTo>
                    <a:pt x="64" y="79"/>
                  </a:lnTo>
                  <a:lnTo>
                    <a:pt x="64" y="79"/>
                  </a:lnTo>
                  <a:lnTo>
                    <a:pt x="80" y="79"/>
                  </a:lnTo>
                  <a:lnTo>
                    <a:pt x="95" y="79"/>
                  </a:lnTo>
                  <a:lnTo>
                    <a:pt x="112" y="95"/>
                  </a:lnTo>
                  <a:cubicBezTo>
                    <a:pt x="127" y="95"/>
                    <a:pt x="127" y="111"/>
                    <a:pt x="127" y="111"/>
                  </a:cubicBezTo>
                  <a:lnTo>
                    <a:pt x="175" y="111"/>
                  </a:lnTo>
                  <a:lnTo>
                    <a:pt x="238" y="111"/>
                  </a:lnTo>
                  <a:lnTo>
                    <a:pt x="238" y="95"/>
                  </a:lnTo>
                  <a:lnTo>
                    <a:pt x="253" y="95"/>
                  </a:lnTo>
                  <a:cubicBezTo>
                    <a:pt x="269" y="95"/>
                    <a:pt x="284" y="64"/>
                    <a:pt x="269" y="48"/>
                  </a:cubicBezTo>
                  <a:cubicBezTo>
                    <a:pt x="269" y="48"/>
                    <a:pt x="269" y="32"/>
                    <a:pt x="253" y="32"/>
                  </a:cubicBezTo>
                  <a:lnTo>
                    <a:pt x="238" y="32"/>
                  </a:lnTo>
                  <a:lnTo>
                    <a:pt x="238" y="32"/>
                  </a:lnTo>
                  <a:lnTo>
                    <a:pt x="238" y="32"/>
                  </a:lnTo>
                  <a:lnTo>
                    <a:pt x="221" y="32"/>
                  </a:lnTo>
                  <a:cubicBezTo>
                    <a:pt x="221" y="32"/>
                    <a:pt x="206" y="32"/>
                    <a:pt x="206" y="48"/>
                  </a:cubicBezTo>
                  <a:lnTo>
                    <a:pt x="190" y="48"/>
                  </a:lnTo>
                  <a:lnTo>
                    <a:pt x="175" y="48"/>
                  </a:lnTo>
                  <a:cubicBezTo>
                    <a:pt x="158" y="48"/>
                    <a:pt x="158" y="48"/>
                    <a:pt x="143" y="32"/>
                  </a:cubicBezTo>
                  <a:cubicBezTo>
                    <a:pt x="127" y="1"/>
                    <a:pt x="95" y="1"/>
                    <a:pt x="80" y="1"/>
                  </a:cubicBezTo>
                  <a:lnTo>
                    <a:pt x="64" y="1"/>
                  </a:ln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38" name="Google Shape;538;p35"/>
            <p:cNvSpPr/>
            <p:nvPr/>
          </p:nvSpPr>
          <p:spPr>
            <a:xfrm>
              <a:off x="3017654" y="1800276"/>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39" name="Google Shape;539;p35"/>
            <p:cNvSpPr/>
            <p:nvPr/>
          </p:nvSpPr>
          <p:spPr>
            <a:xfrm>
              <a:off x="3407503" y="1783738"/>
              <a:ext cx="2544" cy="5565"/>
            </a:xfrm>
            <a:custGeom>
              <a:avLst/>
              <a:gdLst/>
              <a:ahLst/>
              <a:cxnLst/>
              <a:rect l="l" t="t" r="r" b="b"/>
              <a:pathLst>
                <a:path w="80" h="175" extrusionOk="0">
                  <a:moveTo>
                    <a:pt x="32" y="0"/>
                  </a:moveTo>
                  <a:lnTo>
                    <a:pt x="32" y="0"/>
                  </a:lnTo>
                  <a:lnTo>
                    <a:pt x="16" y="0"/>
                  </a:lnTo>
                  <a:cubicBezTo>
                    <a:pt x="1" y="0"/>
                    <a:pt x="1" y="17"/>
                    <a:pt x="1" y="32"/>
                  </a:cubicBezTo>
                  <a:lnTo>
                    <a:pt x="16" y="95"/>
                  </a:lnTo>
                  <a:lnTo>
                    <a:pt x="32" y="111"/>
                  </a:lnTo>
                  <a:cubicBezTo>
                    <a:pt x="48" y="111"/>
                    <a:pt x="64" y="126"/>
                    <a:pt x="64" y="143"/>
                  </a:cubicBezTo>
                  <a:cubicBezTo>
                    <a:pt x="64" y="158"/>
                    <a:pt x="48" y="158"/>
                    <a:pt x="48" y="174"/>
                  </a:cubicBezTo>
                  <a:lnTo>
                    <a:pt x="48" y="174"/>
                  </a:lnTo>
                  <a:lnTo>
                    <a:pt x="48" y="174"/>
                  </a:lnTo>
                  <a:cubicBezTo>
                    <a:pt x="64" y="174"/>
                    <a:pt x="79" y="158"/>
                    <a:pt x="79" y="126"/>
                  </a:cubicBezTo>
                  <a:lnTo>
                    <a:pt x="79" y="32"/>
                  </a:lnTo>
                  <a:lnTo>
                    <a:pt x="79" y="32"/>
                  </a:lnTo>
                  <a:lnTo>
                    <a:pt x="79" y="32"/>
                  </a:lnTo>
                  <a:cubicBezTo>
                    <a:pt x="64"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40" name="Google Shape;540;p35"/>
            <p:cNvSpPr/>
            <p:nvPr/>
          </p:nvSpPr>
          <p:spPr>
            <a:xfrm>
              <a:off x="3398980" y="1772225"/>
              <a:ext cx="6551" cy="5057"/>
            </a:xfrm>
            <a:custGeom>
              <a:avLst/>
              <a:gdLst/>
              <a:ahLst/>
              <a:cxnLst/>
              <a:rect l="l" t="t" r="r" b="b"/>
              <a:pathLst>
                <a:path w="206" h="159" extrusionOk="0">
                  <a:moveTo>
                    <a:pt x="158" y="1"/>
                  </a:moveTo>
                  <a:lnTo>
                    <a:pt x="143" y="1"/>
                  </a:lnTo>
                  <a:lnTo>
                    <a:pt x="48" y="16"/>
                  </a:lnTo>
                  <a:cubicBezTo>
                    <a:pt x="32" y="16"/>
                    <a:pt x="17" y="32"/>
                    <a:pt x="17" y="47"/>
                  </a:cubicBezTo>
                  <a:cubicBezTo>
                    <a:pt x="17" y="64"/>
                    <a:pt x="32" y="79"/>
                    <a:pt x="32" y="79"/>
                  </a:cubicBezTo>
                  <a:lnTo>
                    <a:pt x="32" y="64"/>
                  </a:lnTo>
                  <a:cubicBezTo>
                    <a:pt x="48" y="47"/>
                    <a:pt x="48" y="47"/>
                    <a:pt x="63" y="47"/>
                  </a:cubicBezTo>
                  <a:lnTo>
                    <a:pt x="63" y="47"/>
                  </a:lnTo>
                  <a:lnTo>
                    <a:pt x="80" y="47"/>
                  </a:lnTo>
                  <a:lnTo>
                    <a:pt x="143" y="64"/>
                  </a:lnTo>
                  <a:cubicBezTo>
                    <a:pt x="158" y="79"/>
                    <a:pt x="174" y="95"/>
                    <a:pt x="158" y="110"/>
                  </a:cubicBezTo>
                  <a:cubicBezTo>
                    <a:pt x="158" y="127"/>
                    <a:pt x="143" y="142"/>
                    <a:pt x="126" y="142"/>
                  </a:cubicBezTo>
                  <a:lnTo>
                    <a:pt x="111" y="127"/>
                  </a:lnTo>
                  <a:lnTo>
                    <a:pt x="48" y="110"/>
                  </a:lnTo>
                  <a:cubicBezTo>
                    <a:pt x="48" y="110"/>
                    <a:pt x="48" y="95"/>
                    <a:pt x="32" y="95"/>
                  </a:cubicBezTo>
                  <a:lnTo>
                    <a:pt x="32" y="95"/>
                  </a:lnTo>
                  <a:lnTo>
                    <a:pt x="32" y="95"/>
                  </a:lnTo>
                  <a:cubicBezTo>
                    <a:pt x="17" y="95"/>
                    <a:pt x="0" y="110"/>
                    <a:pt x="0" y="127"/>
                  </a:cubicBezTo>
                  <a:cubicBezTo>
                    <a:pt x="0" y="142"/>
                    <a:pt x="17" y="158"/>
                    <a:pt x="32" y="158"/>
                  </a:cubicBezTo>
                  <a:lnTo>
                    <a:pt x="48" y="158"/>
                  </a:lnTo>
                  <a:cubicBezTo>
                    <a:pt x="111" y="158"/>
                    <a:pt x="174" y="142"/>
                    <a:pt x="189" y="110"/>
                  </a:cubicBezTo>
                  <a:lnTo>
                    <a:pt x="189" y="110"/>
                  </a:lnTo>
                  <a:lnTo>
                    <a:pt x="189" y="110"/>
                  </a:lnTo>
                  <a:cubicBezTo>
                    <a:pt x="174" y="110"/>
                    <a:pt x="158" y="79"/>
                    <a:pt x="174" y="64"/>
                  </a:cubicBezTo>
                  <a:cubicBezTo>
                    <a:pt x="174" y="47"/>
                    <a:pt x="189" y="47"/>
                    <a:pt x="206" y="47"/>
                  </a:cubicBezTo>
                  <a:lnTo>
                    <a:pt x="206" y="47"/>
                  </a:lnTo>
                  <a:lnTo>
                    <a:pt x="206" y="47"/>
                  </a:lnTo>
                  <a:lnTo>
                    <a:pt x="206" y="47"/>
                  </a:lnTo>
                  <a:lnTo>
                    <a:pt x="174" y="16"/>
                  </a:lnTo>
                  <a:cubicBezTo>
                    <a:pt x="174" y="1"/>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41" name="Google Shape;541;p35"/>
            <p:cNvSpPr/>
            <p:nvPr/>
          </p:nvSpPr>
          <p:spPr>
            <a:xfrm>
              <a:off x="3293741" y="1819326"/>
              <a:ext cx="7060" cy="4039"/>
            </a:xfrm>
            <a:custGeom>
              <a:avLst/>
              <a:gdLst/>
              <a:ahLst/>
              <a:cxnLst/>
              <a:rect l="l" t="t" r="r" b="b"/>
              <a:pathLst>
                <a:path w="222" h="127" extrusionOk="0">
                  <a:moveTo>
                    <a:pt x="32" y="64"/>
                  </a:moveTo>
                  <a:cubicBezTo>
                    <a:pt x="17" y="64"/>
                    <a:pt x="1" y="64"/>
                    <a:pt x="1" y="79"/>
                  </a:cubicBezTo>
                  <a:cubicBezTo>
                    <a:pt x="1" y="110"/>
                    <a:pt x="17" y="127"/>
                    <a:pt x="32" y="127"/>
                  </a:cubicBezTo>
                  <a:lnTo>
                    <a:pt x="64" y="127"/>
                  </a:lnTo>
                  <a:cubicBezTo>
                    <a:pt x="80" y="127"/>
                    <a:pt x="95" y="127"/>
                    <a:pt x="112" y="110"/>
                  </a:cubicBezTo>
                  <a:lnTo>
                    <a:pt x="112" y="110"/>
                  </a:lnTo>
                  <a:cubicBezTo>
                    <a:pt x="95" y="110"/>
                    <a:pt x="95" y="127"/>
                    <a:pt x="80" y="127"/>
                  </a:cubicBezTo>
                  <a:lnTo>
                    <a:pt x="64" y="127"/>
                  </a:lnTo>
                  <a:cubicBezTo>
                    <a:pt x="49" y="110"/>
                    <a:pt x="49" y="95"/>
                    <a:pt x="49" y="79"/>
                  </a:cubicBezTo>
                  <a:lnTo>
                    <a:pt x="49" y="64"/>
                  </a:lnTo>
                  <a:lnTo>
                    <a:pt x="49" y="64"/>
                  </a:lnTo>
                  <a:lnTo>
                    <a:pt x="32" y="64"/>
                  </a:lnTo>
                  <a:close/>
                  <a:moveTo>
                    <a:pt x="127" y="1"/>
                  </a:moveTo>
                  <a:lnTo>
                    <a:pt x="127" y="32"/>
                  </a:lnTo>
                  <a:lnTo>
                    <a:pt x="127" y="47"/>
                  </a:lnTo>
                  <a:cubicBezTo>
                    <a:pt x="127" y="47"/>
                    <a:pt x="127" y="32"/>
                    <a:pt x="143" y="32"/>
                  </a:cubicBezTo>
                  <a:lnTo>
                    <a:pt x="143" y="32"/>
                  </a:lnTo>
                  <a:lnTo>
                    <a:pt x="158" y="47"/>
                  </a:lnTo>
                  <a:cubicBezTo>
                    <a:pt x="158" y="32"/>
                    <a:pt x="158" y="32"/>
                    <a:pt x="175" y="32"/>
                  </a:cubicBezTo>
                  <a:lnTo>
                    <a:pt x="175" y="32"/>
                  </a:lnTo>
                  <a:cubicBezTo>
                    <a:pt x="175" y="32"/>
                    <a:pt x="190" y="32"/>
                    <a:pt x="190" y="47"/>
                  </a:cubicBezTo>
                  <a:cubicBezTo>
                    <a:pt x="206" y="64"/>
                    <a:pt x="206" y="79"/>
                    <a:pt x="206" y="79"/>
                  </a:cubicBezTo>
                  <a:lnTo>
                    <a:pt x="206" y="79"/>
                  </a:lnTo>
                  <a:cubicBezTo>
                    <a:pt x="221" y="47"/>
                    <a:pt x="206" y="32"/>
                    <a:pt x="190" y="32"/>
                  </a:cubicBezTo>
                  <a:lnTo>
                    <a:pt x="143"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42" name="Google Shape;542;p35"/>
            <p:cNvSpPr/>
            <p:nvPr/>
          </p:nvSpPr>
          <p:spPr>
            <a:xfrm>
              <a:off x="3404991" y="1776232"/>
              <a:ext cx="5565" cy="5534"/>
            </a:xfrm>
            <a:custGeom>
              <a:avLst/>
              <a:gdLst/>
              <a:ahLst/>
              <a:cxnLst/>
              <a:rect l="l" t="t" r="r" b="b"/>
              <a:pathLst>
                <a:path w="175" h="174" extrusionOk="0">
                  <a:moveTo>
                    <a:pt x="32" y="47"/>
                  </a:moveTo>
                  <a:lnTo>
                    <a:pt x="32" y="47"/>
                  </a:lnTo>
                  <a:cubicBezTo>
                    <a:pt x="17" y="47"/>
                    <a:pt x="0" y="64"/>
                    <a:pt x="0" y="79"/>
                  </a:cubicBezTo>
                  <a:lnTo>
                    <a:pt x="0" y="142"/>
                  </a:lnTo>
                  <a:cubicBezTo>
                    <a:pt x="0" y="158"/>
                    <a:pt x="17" y="173"/>
                    <a:pt x="32" y="173"/>
                  </a:cubicBezTo>
                  <a:lnTo>
                    <a:pt x="32" y="173"/>
                  </a:lnTo>
                  <a:cubicBezTo>
                    <a:pt x="48" y="173"/>
                    <a:pt x="63" y="158"/>
                    <a:pt x="63" y="142"/>
                  </a:cubicBezTo>
                  <a:lnTo>
                    <a:pt x="63" y="95"/>
                  </a:lnTo>
                  <a:lnTo>
                    <a:pt x="63" y="79"/>
                  </a:lnTo>
                  <a:lnTo>
                    <a:pt x="63" y="79"/>
                  </a:lnTo>
                  <a:lnTo>
                    <a:pt x="63" y="79"/>
                  </a:lnTo>
                  <a:cubicBezTo>
                    <a:pt x="48" y="79"/>
                    <a:pt x="32" y="64"/>
                    <a:pt x="32" y="47"/>
                  </a:cubicBezTo>
                  <a:lnTo>
                    <a:pt x="32" y="47"/>
                  </a:lnTo>
                  <a:close/>
                  <a:moveTo>
                    <a:pt x="127" y="1"/>
                  </a:moveTo>
                  <a:lnTo>
                    <a:pt x="127" y="1"/>
                  </a:lnTo>
                  <a:lnTo>
                    <a:pt x="111" y="1"/>
                  </a:lnTo>
                  <a:lnTo>
                    <a:pt x="95" y="1"/>
                  </a:lnTo>
                  <a:lnTo>
                    <a:pt x="95" y="32"/>
                  </a:lnTo>
                  <a:lnTo>
                    <a:pt x="95" y="47"/>
                  </a:lnTo>
                  <a:lnTo>
                    <a:pt x="95" y="47"/>
                  </a:lnTo>
                  <a:lnTo>
                    <a:pt x="95" y="47"/>
                  </a:lnTo>
                  <a:lnTo>
                    <a:pt x="143" y="47"/>
                  </a:lnTo>
                  <a:cubicBezTo>
                    <a:pt x="143" y="32"/>
                    <a:pt x="143" y="16"/>
                    <a:pt x="158" y="16"/>
                  </a:cubicBezTo>
                  <a:lnTo>
                    <a:pt x="17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43" name="Google Shape;543;p35"/>
            <p:cNvSpPr/>
            <p:nvPr/>
          </p:nvSpPr>
          <p:spPr>
            <a:xfrm>
              <a:off x="3254177" y="1768695"/>
              <a:ext cx="3053" cy="4039"/>
            </a:xfrm>
            <a:custGeom>
              <a:avLst/>
              <a:gdLst/>
              <a:ahLst/>
              <a:cxnLst/>
              <a:rect l="l" t="t" r="r" b="b"/>
              <a:pathLst>
                <a:path w="96" h="127" extrusionOk="0">
                  <a:moveTo>
                    <a:pt x="64" y="1"/>
                  </a:moveTo>
                  <a:lnTo>
                    <a:pt x="64" y="1"/>
                  </a:lnTo>
                  <a:cubicBezTo>
                    <a:pt x="32" y="1"/>
                    <a:pt x="16" y="17"/>
                    <a:pt x="32" y="32"/>
                  </a:cubicBezTo>
                  <a:lnTo>
                    <a:pt x="32" y="64"/>
                  </a:lnTo>
                  <a:lnTo>
                    <a:pt x="32" y="64"/>
                  </a:lnTo>
                  <a:cubicBezTo>
                    <a:pt x="16" y="64"/>
                    <a:pt x="1" y="95"/>
                    <a:pt x="16" y="112"/>
                  </a:cubicBezTo>
                  <a:cubicBezTo>
                    <a:pt x="16" y="127"/>
                    <a:pt x="32" y="127"/>
                    <a:pt x="47" y="127"/>
                  </a:cubicBezTo>
                  <a:lnTo>
                    <a:pt x="64" y="127"/>
                  </a:lnTo>
                  <a:lnTo>
                    <a:pt x="79" y="112"/>
                  </a:lnTo>
                  <a:cubicBezTo>
                    <a:pt x="95" y="112"/>
                    <a:pt x="95" y="95"/>
                    <a:pt x="95" y="80"/>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44" name="Google Shape;544;p35"/>
            <p:cNvSpPr/>
            <p:nvPr/>
          </p:nvSpPr>
          <p:spPr>
            <a:xfrm>
              <a:off x="3026177" y="1793279"/>
              <a:ext cx="5025" cy="3021"/>
            </a:xfrm>
            <a:custGeom>
              <a:avLst/>
              <a:gdLst/>
              <a:ahLst/>
              <a:cxnLst/>
              <a:rect l="l" t="t" r="r" b="b"/>
              <a:pathLst>
                <a:path w="158" h="95" extrusionOk="0">
                  <a:moveTo>
                    <a:pt x="95" y="0"/>
                  </a:moveTo>
                  <a:lnTo>
                    <a:pt x="80" y="0"/>
                  </a:lnTo>
                  <a:cubicBezTo>
                    <a:pt x="63" y="0"/>
                    <a:pt x="48" y="15"/>
                    <a:pt x="48" y="32"/>
                  </a:cubicBezTo>
                  <a:lnTo>
                    <a:pt x="32" y="32"/>
                  </a:lnTo>
                  <a:cubicBezTo>
                    <a:pt x="17" y="47"/>
                    <a:pt x="0" y="63"/>
                    <a:pt x="17" y="78"/>
                  </a:cubicBezTo>
                  <a:lnTo>
                    <a:pt x="17" y="95"/>
                  </a:lnTo>
                  <a:lnTo>
                    <a:pt x="32" y="95"/>
                  </a:lnTo>
                  <a:lnTo>
                    <a:pt x="48" y="95"/>
                  </a:lnTo>
                  <a:lnTo>
                    <a:pt x="48" y="95"/>
                  </a:lnTo>
                  <a:lnTo>
                    <a:pt x="63" y="95"/>
                  </a:lnTo>
                  <a:cubicBezTo>
                    <a:pt x="80" y="95"/>
                    <a:pt x="80" y="78"/>
                    <a:pt x="95" y="78"/>
                  </a:cubicBezTo>
                  <a:lnTo>
                    <a:pt x="95" y="78"/>
                  </a:lnTo>
                  <a:lnTo>
                    <a:pt x="111" y="78"/>
                  </a:lnTo>
                  <a:lnTo>
                    <a:pt x="143" y="78"/>
                  </a:lnTo>
                  <a:cubicBezTo>
                    <a:pt x="143" y="63"/>
                    <a:pt x="158" y="47"/>
                    <a:pt x="143" y="32"/>
                  </a:cubicBezTo>
                  <a:cubicBezTo>
                    <a:pt x="126" y="15"/>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45" name="Google Shape;545;p35"/>
            <p:cNvSpPr/>
            <p:nvPr/>
          </p:nvSpPr>
          <p:spPr>
            <a:xfrm>
              <a:off x="3049203" y="1823811"/>
              <a:ext cx="4071" cy="3562"/>
            </a:xfrm>
            <a:custGeom>
              <a:avLst/>
              <a:gdLst/>
              <a:ahLst/>
              <a:cxnLst/>
              <a:rect l="l" t="t" r="r" b="b"/>
              <a:pathLst>
                <a:path w="128" h="112" extrusionOk="0">
                  <a:moveTo>
                    <a:pt x="80" y="1"/>
                  </a:moveTo>
                  <a:cubicBezTo>
                    <a:pt x="64" y="1"/>
                    <a:pt x="49" y="1"/>
                    <a:pt x="32" y="17"/>
                  </a:cubicBezTo>
                  <a:lnTo>
                    <a:pt x="32" y="17"/>
                  </a:lnTo>
                  <a:lnTo>
                    <a:pt x="17" y="17"/>
                  </a:lnTo>
                  <a:lnTo>
                    <a:pt x="17" y="32"/>
                  </a:lnTo>
                  <a:cubicBezTo>
                    <a:pt x="17" y="49"/>
                    <a:pt x="1" y="80"/>
                    <a:pt x="32" y="95"/>
                  </a:cubicBezTo>
                  <a:cubicBezTo>
                    <a:pt x="32" y="112"/>
                    <a:pt x="64" y="112"/>
                    <a:pt x="80" y="112"/>
                  </a:cubicBezTo>
                  <a:lnTo>
                    <a:pt x="96" y="112"/>
                  </a:lnTo>
                  <a:lnTo>
                    <a:pt x="112" y="95"/>
                  </a:lnTo>
                  <a:cubicBezTo>
                    <a:pt x="112" y="80"/>
                    <a:pt x="127" y="80"/>
                    <a:pt x="112" y="80"/>
                  </a:cubicBezTo>
                  <a:cubicBezTo>
                    <a:pt x="112" y="64"/>
                    <a:pt x="112" y="49"/>
                    <a:pt x="80" y="49"/>
                  </a:cubicBezTo>
                  <a:cubicBezTo>
                    <a:pt x="96" y="49"/>
                    <a:pt x="96" y="32"/>
                    <a:pt x="96" y="32"/>
                  </a:cubicBezTo>
                  <a:cubicBezTo>
                    <a:pt x="96"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46" name="Google Shape;546;p35"/>
            <p:cNvSpPr/>
            <p:nvPr/>
          </p:nvSpPr>
          <p:spPr>
            <a:xfrm>
              <a:off x="3346376" y="1790258"/>
              <a:ext cx="4039" cy="1527"/>
            </a:xfrm>
            <a:custGeom>
              <a:avLst/>
              <a:gdLst/>
              <a:ahLst/>
              <a:cxnLst/>
              <a:rect l="l" t="t" r="r" b="b"/>
              <a:pathLst>
                <a:path w="127" h="48" extrusionOk="0">
                  <a:moveTo>
                    <a:pt x="47" y="1"/>
                  </a:moveTo>
                  <a:lnTo>
                    <a:pt x="47" y="1"/>
                  </a:lnTo>
                  <a:lnTo>
                    <a:pt x="32" y="1"/>
                  </a:lnTo>
                  <a:lnTo>
                    <a:pt x="32" y="1"/>
                  </a:lnTo>
                  <a:cubicBezTo>
                    <a:pt x="16" y="1"/>
                    <a:pt x="1" y="32"/>
                    <a:pt x="1" y="47"/>
                  </a:cubicBezTo>
                  <a:lnTo>
                    <a:pt x="79" y="32"/>
                  </a:lnTo>
                  <a:lnTo>
                    <a:pt x="79" y="32"/>
                  </a:lnTo>
                  <a:cubicBezTo>
                    <a:pt x="95" y="32"/>
                    <a:pt x="110" y="47"/>
                    <a:pt x="110" y="47"/>
                  </a:cubicBezTo>
                  <a:cubicBezTo>
                    <a:pt x="127" y="32"/>
                    <a:pt x="110" y="16"/>
                    <a:pt x="95" y="16"/>
                  </a:cubicBezTo>
                  <a:cubicBezTo>
                    <a:pt x="95" y="1"/>
                    <a:pt x="79"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47" name="Google Shape;547;p35"/>
            <p:cNvSpPr/>
            <p:nvPr/>
          </p:nvSpPr>
          <p:spPr>
            <a:xfrm>
              <a:off x="3391474" y="1798749"/>
              <a:ext cx="7060" cy="3053"/>
            </a:xfrm>
            <a:custGeom>
              <a:avLst/>
              <a:gdLst/>
              <a:ahLst/>
              <a:cxnLst/>
              <a:rect l="l" t="t" r="r" b="b"/>
              <a:pathLst>
                <a:path w="222" h="96" extrusionOk="0">
                  <a:moveTo>
                    <a:pt x="32" y="1"/>
                  </a:moveTo>
                  <a:lnTo>
                    <a:pt x="32" y="1"/>
                  </a:lnTo>
                  <a:cubicBezTo>
                    <a:pt x="16" y="1"/>
                    <a:pt x="1" y="17"/>
                    <a:pt x="1" y="33"/>
                  </a:cubicBezTo>
                  <a:lnTo>
                    <a:pt x="16" y="49"/>
                  </a:lnTo>
                  <a:lnTo>
                    <a:pt x="16" y="80"/>
                  </a:lnTo>
                  <a:lnTo>
                    <a:pt x="32" y="80"/>
                  </a:lnTo>
                  <a:cubicBezTo>
                    <a:pt x="32" y="80"/>
                    <a:pt x="47" y="80"/>
                    <a:pt x="64" y="96"/>
                  </a:cubicBezTo>
                  <a:cubicBezTo>
                    <a:pt x="64" y="80"/>
                    <a:pt x="79" y="80"/>
                    <a:pt x="79" y="80"/>
                  </a:cubicBezTo>
                  <a:lnTo>
                    <a:pt x="95" y="80"/>
                  </a:lnTo>
                  <a:cubicBezTo>
                    <a:pt x="110" y="80"/>
                    <a:pt x="110" y="80"/>
                    <a:pt x="127" y="96"/>
                  </a:cubicBezTo>
                  <a:cubicBezTo>
                    <a:pt x="158" y="96"/>
                    <a:pt x="173" y="80"/>
                    <a:pt x="205" y="80"/>
                  </a:cubicBezTo>
                  <a:cubicBezTo>
                    <a:pt x="205" y="64"/>
                    <a:pt x="221" y="64"/>
                    <a:pt x="221" y="64"/>
                  </a:cubicBezTo>
                  <a:lnTo>
                    <a:pt x="221" y="64"/>
                  </a:lnTo>
                  <a:cubicBezTo>
                    <a:pt x="205" y="49"/>
                    <a:pt x="190" y="33"/>
                    <a:pt x="205" y="17"/>
                  </a:cubicBezTo>
                  <a:cubicBezTo>
                    <a:pt x="205" y="1"/>
                    <a:pt x="221" y="1"/>
                    <a:pt x="221" y="1"/>
                  </a:cubicBezTo>
                  <a:lnTo>
                    <a:pt x="221" y="1"/>
                  </a:lnTo>
                  <a:lnTo>
                    <a:pt x="190" y="1"/>
                  </a:lnTo>
                  <a:lnTo>
                    <a:pt x="190" y="1"/>
                  </a:lnTo>
                  <a:cubicBezTo>
                    <a:pt x="158" y="17"/>
                    <a:pt x="127" y="17"/>
                    <a:pt x="110" y="33"/>
                  </a:cubicBezTo>
                  <a:lnTo>
                    <a:pt x="110" y="1"/>
                  </a:lnTo>
                  <a:lnTo>
                    <a:pt x="110" y="1"/>
                  </a:lnTo>
                  <a:lnTo>
                    <a:pt x="110" y="1"/>
                  </a:lnTo>
                  <a:cubicBezTo>
                    <a:pt x="95" y="17"/>
                    <a:pt x="95" y="17"/>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48" name="Google Shape;548;p35"/>
            <p:cNvSpPr/>
            <p:nvPr/>
          </p:nvSpPr>
          <p:spPr>
            <a:xfrm>
              <a:off x="3306304" y="1814333"/>
              <a:ext cx="6520" cy="2035"/>
            </a:xfrm>
            <a:custGeom>
              <a:avLst/>
              <a:gdLst/>
              <a:ahLst/>
              <a:cxnLst/>
              <a:rect l="l" t="t" r="r" b="b"/>
              <a:pathLst>
                <a:path w="205" h="64" extrusionOk="0">
                  <a:moveTo>
                    <a:pt x="158" y="15"/>
                  </a:moveTo>
                  <a:lnTo>
                    <a:pt x="158" y="32"/>
                  </a:lnTo>
                  <a:lnTo>
                    <a:pt x="126" y="32"/>
                  </a:lnTo>
                  <a:cubicBezTo>
                    <a:pt x="141" y="47"/>
                    <a:pt x="141" y="47"/>
                    <a:pt x="141" y="63"/>
                  </a:cubicBezTo>
                  <a:lnTo>
                    <a:pt x="189" y="47"/>
                  </a:lnTo>
                  <a:lnTo>
                    <a:pt x="204" y="47"/>
                  </a:lnTo>
                  <a:lnTo>
                    <a:pt x="204" y="32"/>
                  </a:lnTo>
                  <a:lnTo>
                    <a:pt x="189" y="32"/>
                  </a:lnTo>
                  <a:cubicBezTo>
                    <a:pt x="173" y="15"/>
                    <a:pt x="173" y="15"/>
                    <a:pt x="158" y="15"/>
                  </a:cubicBezTo>
                  <a:close/>
                  <a:moveTo>
                    <a:pt x="95" y="0"/>
                  </a:moveTo>
                  <a:lnTo>
                    <a:pt x="32" y="0"/>
                  </a:lnTo>
                  <a:cubicBezTo>
                    <a:pt x="0" y="0"/>
                    <a:pt x="0" y="15"/>
                    <a:pt x="0" y="32"/>
                  </a:cubicBezTo>
                  <a:lnTo>
                    <a:pt x="0" y="32"/>
                  </a:lnTo>
                  <a:cubicBezTo>
                    <a:pt x="0" y="32"/>
                    <a:pt x="15" y="32"/>
                    <a:pt x="15" y="47"/>
                  </a:cubicBezTo>
                  <a:lnTo>
                    <a:pt x="47" y="47"/>
                  </a:lnTo>
                  <a:lnTo>
                    <a:pt x="78" y="32"/>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49" name="Google Shape;549;p35"/>
            <p:cNvSpPr/>
            <p:nvPr/>
          </p:nvSpPr>
          <p:spPr>
            <a:xfrm>
              <a:off x="3323319" y="1765705"/>
              <a:ext cx="3053" cy="6551"/>
            </a:xfrm>
            <a:custGeom>
              <a:avLst/>
              <a:gdLst/>
              <a:ahLst/>
              <a:cxnLst/>
              <a:rect l="l" t="t" r="r" b="b"/>
              <a:pathLst>
                <a:path w="96" h="206" extrusionOk="0">
                  <a:moveTo>
                    <a:pt x="79" y="0"/>
                  </a:moveTo>
                  <a:cubicBezTo>
                    <a:pt x="79" y="17"/>
                    <a:pt x="79" y="17"/>
                    <a:pt x="64" y="17"/>
                  </a:cubicBezTo>
                  <a:lnTo>
                    <a:pt x="64" y="17"/>
                  </a:lnTo>
                  <a:lnTo>
                    <a:pt x="48" y="17"/>
                  </a:lnTo>
                  <a:lnTo>
                    <a:pt x="48" y="17"/>
                  </a:lnTo>
                  <a:cubicBezTo>
                    <a:pt x="1" y="63"/>
                    <a:pt x="16" y="95"/>
                    <a:pt x="16" y="143"/>
                  </a:cubicBezTo>
                  <a:cubicBezTo>
                    <a:pt x="32" y="143"/>
                    <a:pt x="32" y="158"/>
                    <a:pt x="32" y="174"/>
                  </a:cubicBezTo>
                  <a:lnTo>
                    <a:pt x="32" y="174"/>
                  </a:lnTo>
                  <a:cubicBezTo>
                    <a:pt x="32" y="189"/>
                    <a:pt x="32" y="206"/>
                    <a:pt x="64" y="206"/>
                  </a:cubicBezTo>
                  <a:lnTo>
                    <a:pt x="64" y="206"/>
                  </a:lnTo>
                  <a:lnTo>
                    <a:pt x="79" y="206"/>
                  </a:lnTo>
                  <a:cubicBezTo>
                    <a:pt x="95" y="206"/>
                    <a:pt x="95" y="206"/>
                    <a:pt x="95" y="189"/>
                  </a:cubicBezTo>
                  <a:lnTo>
                    <a:pt x="95" y="189"/>
                  </a:lnTo>
                  <a:lnTo>
                    <a:pt x="95" y="158"/>
                  </a:lnTo>
                  <a:lnTo>
                    <a:pt x="95" y="126"/>
                  </a:lnTo>
                  <a:cubicBezTo>
                    <a:pt x="79" y="95"/>
                    <a:pt x="79" y="80"/>
                    <a:pt x="95" y="63"/>
                  </a:cubicBezTo>
                  <a:lnTo>
                    <a:pt x="95" y="63"/>
                  </a:lnTo>
                  <a:lnTo>
                    <a:pt x="95" y="48"/>
                  </a:lnTo>
                  <a:cubicBezTo>
                    <a:pt x="79" y="48"/>
                    <a:pt x="79" y="32"/>
                    <a:pt x="95" y="17"/>
                  </a:cubicBezTo>
                  <a:lnTo>
                    <a:pt x="95" y="17"/>
                  </a:lnTo>
                  <a:cubicBezTo>
                    <a:pt x="95" y="0"/>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50" name="Google Shape;550;p35"/>
            <p:cNvSpPr/>
            <p:nvPr/>
          </p:nvSpPr>
          <p:spPr>
            <a:xfrm>
              <a:off x="3169484" y="1820821"/>
              <a:ext cx="4039" cy="4548"/>
            </a:xfrm>
            <a:custGeom>
              <a:avLst/>
              <a:gdLst/>
              <a:ahLst/>
              <a:cxnLst/>
              <a:rect l="l" t="t" r="r" b="b"/>
              <a:pathLst>
                <a:path w="127" h="143" extrusionOk="0">
                  <a:moveTo>
                    <a:pt x="63" y="0"/>
                  </a:moveTo>
                  <a:lnTo>
                    <a:pt x="63" y="0"/>
                  </a:lnTo>
                  <a:lnTo>
                    <a:pt x="48" y="17"/>
                  </a:lnTo>
                  <a:lnTo>
                    <a:pt x="17" y="48"/>
                  </a:lnTo>
                  <a:cubicBezTo>
                    <a:pt x="32" y="48"/>
                    <a:pt x="32" y="63"/>
                    <a:pt x="32" y="80"/>
                  </a:cubicBezTo>
                  <a:lnTo>
                    <a:pt x="0" y="143"/>
                  </a:lnTo>
                  <a:lnTo>
                    <a:pt x="0" y="143"/>
                  </a:lnTo>
                  <a:lnTo>
                    <a:pt x="17" y="143"/>
                  </a:lnTo>
                  <a:lnTo>
                    <a:pt x="32" y="143"/>
                  </a:lnTo>
                  <a:lnTo>
                    <a:pt x="32" y="143"/>
                  </a:lnTo>
                  <a:lnTo>
                    <a:pt x="95" y="126"/>
                  </a:lnTo>
                  <a:cubicBezTo>
                    <a:pt x="126" y="126"/>
                    <a:pt x="126" y="111"/>
                    <a:pt x="126" y="95"/>
                  </a:cubicBezTo>
                  <a:cubicBezTo>
                    <a:pt x="126" y="80"/>
                    <a:pt x="111" y="63"/>
                    <a:pt x="95" y="63"/>
                  </a:cubicBezTo>
                  <a:lnTo>
                    <a:pt x="95" y="63"/>
                  </a:lnTo>
                  <a:cubicBezTo>
                    <a:pt x="111" y="48"/>
                    <a:pt x="111" y="32"/>
                    <a:pt x="95" y="17"/>
                  </a:cubicBezTo>
                  <a:cubicBezTo>
                    <a:pt x="80"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51" name="Google Shape;551;p35"/>
            <p:cNvSpPr/>
            <p:nvPr/>
          </p:nvSpPr>
          <p:spPr>
            <a:xfrm>
              <a:off x="3415518" y="1754192"/>
              <a:ext cx="6551" cy="8523"/>
            </a:xfrm>
            <a:custGeom>
              <a:avLst/>
              <a:gdLst/>
              <a:ahLst/>
              <a:cxnLst/>
              <a:rect l="l" t="t" r="r" b="b"/>
              <a:pathLst>
                <a:path w="206" h="268" extrusionOk="0">
                  <a:moveTo>
                    <a:pt x="205" y="110"/>
                  </a:moveTo>
                  <a:lnTo>
                    <a:pt x="190" y="110"/>
                  </a:lnTo>
                  <a:cubicBezTo>
                    <a:pt x="174" y="110"/>
                    <a:pt x="142" y="126"/>
                    <a:pt x="127" y="126"/>
                  </a:cubicBezTo>
                  <a:lnTo>
                    <a:pt x="127" y="158"/>
                  </a:lnTo>
                  <a:cubicBezTo>
                    <a:pt x="111" y="173"/>
                    <a:pt x="111" y="189"/>
                    <a:pt x="96" y="189"/>
                  </a:cubicBezTo>
                  <a:lnTo>
                    <a:pt x="96" y="189"/>
                  </a:lnTo>
                  <a:lnTo>
                    <a:pt x="64" y="189"/>
                  </a:lnTo>
                  <a:lnTo>
                    <a:pt x="48" y="189"/>
                  </a:lnTo>
                  <a:cubicBezTo>
                    <a:pt x="32" y="189"/>
                    <a:pt x="16" y="189"/>
                    <a:pt x="16" y="205"/>
                  </a:cubicBezTo>
                  <a:cubicBezTo>
                    <a:pt x="1" y="221"/>
                    <a:pt x="16" y="252"/>
                    <a:pt x="32" y="252"/>
                  </a:cubicBezTo>
                  <a:lnTo>
                    <a:pt x="32" y="252"/>
                  </a:lnTo>
                  <a:lnTo>
                    <a:pt x="79" y="252"/>
                  </a:lnTo>
                  <a:lnTo>
                    <a:pt x="79" y="252"/>
                  </a:lnTo>
                  <a:lnTo>
                    <a:pt x="79" y="236"/>
                  </a:lnTo>
                  <a:cubicBezTo>
                    <a:pt x="96" y="236"/>
                    <a:pt x="111" y="252"/>
                    <a:pt x="111" y="268"/>
                  </a:cubicBezTo>
                  <a:cubicBezTo>
                    <a:pt x="127" y="268"/>
                    <a:pt x="127" y="252"/>
                    <a:pt x="127" y="252"/>
                  </a:cubicBezTo>
                  <a:cubicBezTo>
                    <a:pt x="159" y="236"/>
                    <a:pt x="174" y="205"/>
                    <a:pt x="190" y="173"/>
                  </a:cubicBezTo>
                  <a:cubicBezTo>
                    <a:pt x="190" y="158"/>
                    <a:pt x="190" y="126"/>
                    <a:pt x="205" y="126"/>
                  </a:cubicBezTo>
                  <a:lnTo>
                    <a:pt x="205" y="110"/>
                  </a:lnTo>
                  <a:lnTo>
                    <a:pt x="205" y="110"/>
                  </a:lnTo>
                  <a:close/>
                  <a:moveTo>
                    <a:pt x="142" y="0"/>
                  </a:moveTo>
                  <a:lnTo>
                    <a:pt x="142" y="0"/>
                  </a:lnTo>
                  <a:lnTo>
                    <a:pt x="127" y="0"/>
                  </a:lnTo>
                  <a:lnTo>
                    <a:pt x="111" y="16"/>
                  </a:lnTo>
                  <a:lnTo>
                    <a:pt x="111" y="47"/>
                  </a:lnTo>
                  <a:lnTo>
                    <a:pt x="111" y="47"/>
                  </a:lnTo>
                  <a:lnTo>
                    <a:pt x="127" y="47"/>
                  </a:lnTo>
                  <a:lnTo>
                    <a:pt x="174" y="47"/>
                  </a:lnTo>
                  <a:lnTo>
                    <a:pt x="190" y="47"/>
                  </a:lnTo>
                  <a:lnTo>
                    <a:pt x="174" y="16"/>
                  </a:lnTo>
                  <a:cubicBezTo>
                    <a:pt x="174" y="16"/>
                    <a:pt x="159" y="16"/>
                    <a:pt x="159" y="0"/>
                  </a:cubicBezTo>
                  <a:lnTo>
                    <a:pt x="159"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52" name="Google Shape;552;p35"/>
            <p:cNvSpPr/>
            <p:nvPr/>
          </p:nvSpPr>
          <p:spPr>
            <a:xfrm>
              <a:off x="3432564" y="1786250"/>
              <a:ext cx="3053" cy="1527"/>
            </a:xfrm>
            <a:custGeom>
              <a:avLst/>
              <a:gdLst/>
              <a:ahLst/>
              <a:cxnLst/>
              <a:rect l="l" t="t" r="r" b="b"/>
              <a:pathLst>
                <a:path w="96" h="48" extrusionOk="0">
                  <a:moveTo>
                    <a:pt x="1" y="1"/>
                  </a:moveTo>
                  <a:lnTo>
                    <a:pt x="16" y="32"/>
                  </a:lnTo>
                  <a:lnTo>
                    <a:pt x="16" y="32"/>
                  </a:lnTo>
                  <a:lnTo>
                    <a:pt x="16" y="32"/>
                  </a:lnTo>
                  <a:lnTo>
                    <a:pt x="32" y="32"/>
                  </a:lnTo>
                  <a:lnTo>
                    <a:pt x="95" y="47"/>
                  </a:lnTo>
                  <a:lnTo>
                    <a:pt x="95" y="32"/>
                  </a:lnTo>
                  <a:lnTo>
                    <a:pt x="95" y="16"/>
                  </a:lnTo>
                  <a:lnTo>
                    <a:pt x="64" y="16"/>
                  </a:lnTo>
                  <a:lnTo>
                    <a:pt x="47" y="16"/>
                  </a:lnTo>
                  <a:lnTo>
                    <a:pt x="32" y="16"/>
                  </a:lnTo>
                  <a:lnTo>
                    <a:pt x="16" y="16"/>
                  </a:lnTo>
                  <a:cubicBezTo>
                    <a:pt x="1" y="16"/>
                    <a:pt x="1" y="1"/>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53" name="Google Shape;553;p35"/>
            <p:cNvSpPr/>
            <p:nvPr/>
          </p:nvSpPr>
          <p:spPr>
            <a:xfrm>
              <a:off x="3051206" y="1819326"/>
              <a:ext cx="3562" cy="2512"/>
            </a:xfrm>
            <a:custGeom>
              <a:avLst/>
              <a:gdLst/>
              <a:ahLst/>
              <a:cxnLst/>
              <a:rect l="l" t="t" r="r" b="b"/>
              <a:pathLst>
                <a:path w="112" h="79" extrusionOk="0">
                  <a:moveTo>
                    <a:pt x="33" y="1"/>
                  </a:moveTo>
                  <a:lnTo>
                    <a:pt x="17" y="16"/>
                  </a:lnTo>
                  <a:cubicBezTo>
                    <a:pt x="1" y="16"/>
                    <a:pt x="1" y="32"/>
                    <a:pt x="1" y="47"/>
                  </a:cubicBezTo>
                  <a:lnTo>
                    <a:pt x="17" y="64"/>
                  </a:lnTo>
                  <a:lnTo>
                    <a:pt x="33" y="64"/>
                  </a:lnTo>
                  <a:lnTo>
                    <a:pt x="49" y="64"/>
                  </a:lnTo>
                  <a:cubicBezTo>
                    <a:pt x="64" y="64"/>
                    <a:pt x="96" y="79"/>
                    <a:pt x="112" y="79"/>
                  </a:cubicBezTo>
                  <a:lnTo>
                    <a:pt x="112" y="79"/>
                  </a:lnTo>
                  <a:lnTo>
                    <a:pt x="80" y="32"/>
                  </a:lnTo>
                  <a:lnTo>
                    <a:pt x="64" y="47"/>
                  </a:lnTo>
                  <a:cubicBezTo>
                    <a:pt x="49" y="47"/>
                    <a:pt x="49" y="32"/>
                    <a:pt x="49" y="32"/>
                  </a:cubicBezTo>
                  <a:cubicBezTo>
                    <a:pt x="33" y="32"/>
                    <a:pt x="33" y="16"/>
                    <a:pt x="3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54" name="Google Shape;554;p35"/>
            <p:cNvSpPr/>
            <p:nvPr/>
          </p:nvSpPr>
          <p:spPr>
            <a:xfrm>
              <a:off x="3072801" y="1793756"/>
              <a:ext cx="5025" cy="5025"/>
            </a:xfrm>
            <a:custGeom>
              <a:avLst/>
              <a:gdLst/>
              <a:ahLst/>
              <a:cxnLst/>
              <a:rect l="l" t="t" r="r" b="b"/>
              <a:pathLst>
                <a:path w="158" h="158" extrusionOk="0">
                  <a:moveTo>
                    <a:pt x="32" y="0"/>
                  </a:moveTo>
                  <a:lnTo>
                    <a:pt x="32" y="0"/>
                  </a:lnTo>
                  <a:cubicBezTo>
                    <a:pt x="32" y="0"/>
                    <a:pt x="15" y="0"/>
                    <a:pt x="15" y="17"/>
                  </a:cubicBezTo>
                  <a:cubicBezTo>
                    <a:pt x="0" y="32"/>
                    <a:pt x="0" y="48"/>
                    <a:pt x="15" y="63"/>
                  </a:cubicBezTo>
                  <a:lnTo>
                    <a:pt x="63" y="95"/>
                  </a:lnTo>
                  <a:lnTo>
                    <a:pt x="63" y="95"/>
                  </a:lnTo>
                  <a:cubicBezTo>
                    <a:pt x="47" y="111"/>
                    <a:pt x="63" y="143"/>
                    <a:pt x="78" y="143"/>
                  </a:cubicBezTo>
                  <a:cubicBezTo>
                    <a:pt x="78" y="158"/>
                    <a:pt x="95" y="158"/>
                    <a:pt x="95" y="158"/>
                  </a:cubicBezTo>
                  <a:cubicBezTo>
                    <a:pt x="110" y="158"/>
                    <a:pt x="110" y="143"/>
                    <a:pt x="126" y="143"/>
                  </a:cubicBezTo>
                  <a:lnTo>
                    <a:pt x="141" y="111"/>
                  </a:lnTo>
                  <a:cubicBezTo>
                    <a:pt x="158" y="95"/>
                    <a:pt x="141" y="80"/>
                    <a:pt x="141" y="63"/>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55" name="Google Shape;555;p35"/>
            <p:cNvSpPr/>
            <p:nvPr/>
          </p:nvSpPr>
          <p:spPr>
            <a:xfrm>
              <a:off x="3396499" y="1760680"/>
              <a:ext cx="5025" cy="2544"/>
            </a:xfrm>
            <a:custGeom>
              <a:avLst/>
              <a:gdLst/>
              <a:ahLst/>
              <a:cxnLst/>
              <a:rect l="l" t="t" r="r" b="b"/>
              <a:pathLst>
                <a:path w="158" h="80" extrusionOk="0">
                  <a:moveTo>
                    <a:pt x="110" y="1"/>
                  </a:moveTo>
                  <a:lnTo>
                    <a:pt x="110" y="1"/>
                  </a:lnTo>
                  <a:lnTo>
                    <a:pt x="110" y="1"/>
                  </a:lnTo>
                  <a:lnTo>
                    <a:pt x="32" y="17"/>
                  </a:lnTo>
                  <a:cubicBezTo>
                    <a:pt x="15" y="17"/>
                    <a:pt x="0" y="32"/>
                    <a:pt x="0" y="48"/>
                  </a:cubicBezTo>
                  <a:cubicBezTo>
                    <a:pt x="0" y="64"/>
                    <a:pt x="15" y="80"/>
                    <a:pt x="15" y="80"/>
                  </a:cubicBezTo>
                  <a:lnTo>
                    <a:pt x="32" y="80"/>
                  </a:lnTo>
                  <a:lnTo>
                    <a:pt x="47" y="80"/>
                  </a:lnTo>
                  <a:lnTo>
                    <a:pt x="95" y="64"/>
                  </a:lnTo>
                  <a:lnTo>
                    <a:pt x="126" y="64"/>
                  </a:lnTo>
                  <a:cubicBezTo>
                    <a:pt x="141" y="64"/>
                    <a:pt x="158" y="48"/>
                    <a:pt x="141" y="32"/>
                  </a:cubicBezTo>
                  <a:cubicBezTo>
                    <a:pt x="141" y="17"/>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56" name="Google Shape;556;p35"/>
            <p:cNvSpPr/>
            <p:nvPr/>
          </p:nvSpPr>
          <p:spPr>
            <a:xfrm>
              <a:off x="3446081" y="1797763"/>
              <a:ext cx="2544" cy="3053"/>
            </a:xfrm>
            <a:custGeom>
              <a:avLst/>
              <a:gdLst/>
              <a:ahLst/>
              <a:cxnLst/>
              <a:rect l="l" t="t" r="r" b="b"/>
              <a:pathLst>
                <a:path w="80" h="96" extrusionOk="0">
                  <a:moveTo>
                    <a:pt x="48" y="0"/>
                  </a:moveTo>
                  <a:lnTo>
                    <a:pt x="32" y="0"/>
                  </a:lnTo>
                  <a:cubicBezTo>
                    <a:pt x="48" y="0"/>
                    <a:pt x="48" y="17"/>
                    <a:pt x="48" y="17"/>
                  </a:cubicBezTo>
                  <a:cubicBezTo>
                    <a:pt x="32" y="32"/>
                    <a:pt x="17" y="48"/>
                    <a:pt x="0" y="48"/>
                  </a:cubicBezTo>
                  <a:lnTo>
                    <a:pt x="0" y="48"/>
                  </a:lnTo>
                  <a:lnTo>
                    <a:pt x="0" y="80"/>
                  </a:lnTo>
                  <a:cubicBezTo>
                    <a:pt x="17" y="64"/>
                    <a:pt x="17" y="64"/>
                    <a:pt x="32" y="64"/>
                  </a:cubicBezTo>
                  <a:lnTo>
                    <a:pt x="32" y="64"/>
                  </a:lnTo>
                  <a:cubicBezTo>
                    <a:pt x="48" y="64"/>
                    <a:pt x="63" y="80"/>
                    <a:pt x="63" y="95"/>
                  </a:cubicBezTo>
                  <a:lnTo>
                    <a:pt x="63" y="95"/>
                  </a:lnTo>
                  <a:cubicBezTo>
                    <a:pt x="63" y="95"/>
                    <a:pt x="80" y="95"/>
                    <a:pt x="80" y="80"/>
                  </a:cubicBezTo>
                  <a:lnTo>
                    <a:pt x="80" y="32"/>
                  </a:lnTo>
                  <a:cubicBezTo>
                    <a:pt x="80" y="17"/>
                    <a:pt x="80" y="17"/>
                    <a:pt x="63" y="17"/>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57" name="Google Shape;557;p35"/>
            <p:cNvSpPr/>
            <p:nvPr/>
          </p:nvSpPr>
          <p:spPr>
            <a:xfrm>
              <a:off x="3406994" y="1802788"/>
              <a:ext cx="3562" cy="3530"/>
            </a:xfrm>
            <a:custGeom>
              <a:avLst/>
              <a:gdLst/>
              <a:ahLst/>
              <a:cxnLst/>
              <a:rect l="l" t="t" r="r" b="b"/>
              <a:pathLst>
                <a:path w="112" h="111" extrusionOk="0">
                  <a:moveTo>
                    <a:pt x="32" y="0"/>
                  </a:moveTo>
                  <a:lnTo>
                    <a:pt x="32" y="0"/>
                  </a:lnTo>
                  <a:cubicBezTo>
                    <a:pt x="17" y="0"/>
                    <a:pt x="17" y="0"/>
                    <a:pt x="17" y="16"/>
                  </a:cubicBezTo>
                  <a:cubicBezTo>
                    <a:pt x="0" y="16"/>
                    <a:pt x="0" y="32"/>
                    <a:pt x="0" y="32"/>
                  </a:cubicBezTo>
                  <a:lnTo>
                    <a:pt x="0" y="79"/>
                  </a:lnTo>
                  <a:cubicBezTo>
                    <a:pt x="0" y="95"/>
                    <a:pt x="17" y="111"/>
                    <a:pt x="32" y="111"/>
                  </a:cubicBezTo>
                  <a:lnTo>
                    <a:pt x="32" y="111"/>
                  </a:lnTo>
                  <a:cubicBezTo>
                    <a:pt x="48" y="111"/>
                    <a:pt x="64" y="95"/>
                    <a:pt x="64" y="79"/>
                  </a:cubicBezTo>
                  <a:lnTo>
                    <a:pt x="64" y="79"/>
                  </a:lnTo>
                  <a:cubicBezTo>
                    <a:pt x="64" y="95"/>
                    <a:pt x="80" y="95"/>
                    <a:pt x="80" y="95"/>
                  </a:cubicBezTo>
                  <a:cubicBezTo>
                    <a:pt x="95" y="95"/>
                    <a:pt x="111" y="79"/>
                    <a:pt x="111" y="63"/>
                  </a:cubicBezTo>
                  <a:cubicBezTo>
                    <a:pt x="111" y="48"/>
                    <a:pt x="111" y="32"/>
                    <a:pt x="95" y="16"/>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58" name="Google Shape;558;p35"/>
            <p:cNvSpPr/>
            <p:nvPr/>
          </p:nvSpPr>
          <p:spPr>
            <a:xfrm>
              <a:off x="3246640" y="1813315"/>
              <a:ext cx="4039" cy="3053"/>
            </a:xfrm>
            <a:custGeom>
              <a:avLst/>
              <a:gdLst/>
              <a:ahLst/>
              <a:cxnLst/>
              <a:rect l="l" t="t" r="r" b="b"/>
              <a:pathLst>
                <a:path w="127" h="96" extrusionOk="0">
                  <a:moveTo>
                    <a:pt x="1" y="32"/>
                  </a:moveTo>
                  <a:lnTo>
                    <a:pt x="1" y="32"/>
                  </a:lnTo>
                  <a:lnTo>
                    <a:pt x="1" y="32"/>
                  </a:lnTo>
                  <a:lnTo>
                    <a:pt x="1" y="32"/>
                  </a:lnTo>
                  <a:close/>
                  <a:moveTo>
                    <a:pt x="1" y="32"/>
                  </a:moveTo>
                  <a:lnTo>
                    <a:pt x="1" y="32"/>
                  </a:lnTo>
                  <a:lnTo>
                    <a:pt x="1" y="32"/>
                  </a:lnTo>
                  <a:close/>
                  <a:moveTo>
                    <a:pt x="1" y="32"/>
                  </a:moveTo>
                  <a:lnTo>
                    <a:pt x="1" y="32"/>
                  </a:lnTo>
                  <a:lnTo>
                    <a:pt x="1" y="32"/>
                  </a:lnTo>
                  <a:close/>
                  <a:moveTo>
                    <a:pt x="1" y="16"/>
                  </a:moveTo>
                  <a:lnTo>
                    <a:pt x="1" y="32"/>
                  </a:lnTo>
                  <a:lnTo>
                    <a:pt x="1" y="16"/>
                  </a:lnTo>
                  <a:lnTo>
                    <a:pt x="1" y="16"/>
                  </a:lnTo>
                  <a:close/>
                  <a:moveTo>
                    <a:pt x="49" y="1"/>
                  </a:moveTo>
                  <a:lnTo>
                    <a:pt x="49" y="16"/>
                  </a:lnTo>
                  <a:cubicBezTo>
                    <a:pt x="49" y="16"/>
                    <a:pt x="64" y="16"/>
                    <a:pt x="64" y="32"/>
                  </a:cubicBezTo>
                  <a:lnTo>
                    <a:pt x="80" y="95"/>
                  </a:lnTo>
                  <a:lnTo>
                    <a:pt x="80" y="95"/>
                  </a:lnTo>
                  <a:lnTo>
                    <a:pt x="112" y="79"/>
                  </a:lnTo>
                  <a:cubicBezTo>
                    <a:pt x="127" y="64"/>
                    <a:pt x="127" y="47"/>
                    <a:pt x="127" y="47"/>
                  </a:cubicBezTo>
                  <a:cubicBezTo>
                    <a:pt x="127" y="32"/>
                    <a:pt x="112" y="16"/>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59" name="Google Shape;559;p35"/>
            <p:cNvSpPr/>
            <p:nvPr/>
          </p:nvSpPr>
          <p:spPr>
            <a:xfrm>
              <a:off x="3162456" y="1821330"/>
              <a:ext cx="4039" cy="4039"/>
            </a:xfrm>
            <a:custGeom>
              <a:avLst/>
              <a:gdLst/>
              <a:ahLst/>
              <a:cxnLst/>
              <a:rect l="l" t="t" r="r" b="b"/>
              <a:pathLst>
                <a:path w="127" h="127" extrusionOk="0">
                  <a:moveTo>
                    <a:pt x="112" y="1"/>
                  </a:moveTo>
                  <a:cubicBezTo>
                    <a:pt x="112" y="16"/>
                    <a:pt x="95" y="47"/>
                    <a:pt x="80" y="47"/>
                  </a:cubicBezTo>
                  <a:lnTo>
                    <a:pt x="80" y="47"/>
                  </a:lnTo>
                  <a:lnTo>
                    <a:pt x="49" y="47"/>
                  </a:lnTo>
                  <a:lnTo>
                    <a:pt x="49" y="47"/>
                  </a:lnTo>
                  <a:lnTo>
                    <a:pt x="49" y="47"/>
                  </a:lnTo>
                  <a:lnTo>
                    <a:pt x="49" y="47"/>
                  </a:lnTo>
                  <a:cubicBezTo>
                    <a:pt x="32" y="64"/>
                    <a:pt x="17" y="64"/>
                    <a:pt x="17" y="79"/>
                  </a:cubicBezTo>
                  <a:cubicBezTo>
                    <a:pt x="1" y="79"/>
                    <a:pt x="1" y="110"/>
                    <a:pt x="1" y="127"/>
                  </a:cubicBezTo>
                  <a:lnTo>
                    <a:pt x="32" y="127"/>
                  </a:lnTo>
                  <a:lnTo>
                    <a:pt x="49" y="127"/>
                  </a:lnTo>
                  <a:lnTo>
                    <a:pt x="64" y="127"/>
                  </a:lnTo>
                  <a:cubicBezTo>
                    <a:pt x="80" y="110"/>
                    <a:pt x="112" y="110"/>
                    <a:pt x="127" y="79"/>
                  </a:cubicBezTo>
                  <a:cubicBezTo>
                    <a:pt x="127" y="47"/>
                    <a:pt x="112" y="16"/>
                    <a:pt x="11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60" name="Google Shape;560;p35"/>
            <p:cNvSpPr/>
            <p:nvPr/>
          </p:nvSpPr>
          <p:spPr>
            <a:xfrm>
              <a:off x="3426045" y="1792261"/>
              <a:ext cx="7028" cy="4516"/>
            </a:xfrm>
            <a:custGeom>
              <a:avLst/>
              <a:gdLst/>
              <a:ahLst/>
              <a:cxnLst/>
              <a:rect l="l" t="t" r="r" b="b"/>
              <a:pathLst>
                <a:path w="221" h="142" extrusionOk="0">
                  <a:moveTo>
                    <a:pt x="143" y="1"/>
                  </a:moveTo>
                  <a:lnTo>
                    <a:pt x="143" y="1"/>
                  </a:lnTo>
                  <a:lnTo>
                    <a:pt x="126" y="1"/>
                  </a:lnTo>
                  <a:cubicBezTo>
                    <a:pt x="111" y="16"/>
                    <a:pt x="95" y="16"/>
                    <a:pt x="95" y="16"/>
                  </a:cubicBezTo>
                  <a:lnTo>
                    <a:pt x="95" y="32"/>
                  </a:lnTo>
                  <a:cubicBezTo>
                    <a:pt x="111" y="47"/>
                    <a:pt x="111" y="79"/>
                    <a:pt x="95" y="79"/>
                  </a:cubicBezTo>
                  <a:lnTo>
                    <a:pt x="80" y="79"/>
                  </a:lnTo>
                  <a:cubicBezTo>
                    <a:pt x="80" y="95"/>
                    <a:pt x="63" y="110"/>
                    <a:pt x="63" y="110"/>
                  </a:cubicBezTo>
                  <a:lnTo>
                    <a:pt x="48" y="127"/>
                  </a:lnTo>
                  <a:cubicBezTo>
                    <a:pt x="32" y="127"/>
                    <a:pt x="17" y="110"/>
                    <a:pt x="17" y="95"/>
                  </a:cubicBezTo>
                  <a:lnTo>
                    <a:pt x="17" y="95"/>
                  </a:lnTo>
                  <a:cubicBezTo>
                    <a:pt x="0" y="110"/>
                    <a:pt x="0" y="110"/>
                    <a:pt x="0" y="127"/>
                  </a:cubicBezTo>
                  <a:lnTo>
                    <a:pt x="63" y="142"/>
                  </a:lnTo>
                  <a:cubicBezTo>
                    <a:pt x="80" y="110"/>
                    <a:pt x="111" y="95"/>
                    <a:pt x="143" y="64"/>
                  </a:cubicBezTo>
                  <a:lnTo>
                    <a:pt x="143" y="64"/>
                  </a:lnTo>
                  <a:lnTo>
                    <a:pt x="158" y="79"/>
                  </a:lnTo>
                  <a:lnTo>
                    <a:pt x="174" y="79"/>
                  </a:lnTo>
                  <a:cubicBezTo>
                    <a:pt x="189" y="79"/>
                    <a:pt x="206" y="79"/>
                    <a:pt x="206" y="64"/>
                  </a:cubicBezTo>
                  <a:cubicBezTo>
                    <a:pt x="221" y="47"/>
                    <a:pt x="206" y="32"/>
                    <a:pt x="189" y="16"/>
                  </a:cubicBezTo>
                  <a:lnTo>
                    <a:pt x="189" y="16"/>
                  </a:lnTo>
                  <a:cubicBezTo>
                    <a:pt x="174"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61" name="Google Shape;561;p35"/>
            <p:cNvSpPr/>
            <p:nvPr/>
          </p:nvSpPr>
          <p:spPr>
            <a:xfrm>
              <a:off x="3166463" y="1817800"/>
              <a:ext cx="4039" cy="6042"/>
            </a:xfrm>
            <a:custGeom>
              <a:avLst/>
              <a:gdLst/>
              <a:ahLst/>
              <a:cxnLst/>
              <a:rect l="l" t="t" r="r" b="b"/>
              <a:pathLst>
                <a:path w="127" h="190" extrusionOk="0">
                  <a:moveTo>
                    <a:pt x="95" y="1"/>
                  </a:moveTo>
                  <a:lnTo>
                    <a:pt x="95" y="1"/>
                  </a:lnTo>
                  <a:cubicBezTo>
                    <a:pt x="80" y="17"/>
                    <a:pt x="64" y="17"/>
                    <a:pt x="64" y="32"/>
                  </a:cubicBezTo>
                  <a:lnTo>
                    <a:pt x="17" y="158"/>
                  </a:lnTo>
                  <a:cubicBezTo>
                    <a:pt x="1" y="158"/>
                    <a:pt x="17" y="190"/>
                    <a:pt x="32" y="190"/>
                  </a:cubicBezTo>
                  <a:lnTo>
                    <a:pt x="32" y="190"/>
                  </a:lnTo>
                  <a:lnTo>
                    <a:pt x="64" y="143"/>
                  </a:lnTo>
                  <a:cubicBezTo>
                    <a:pt x="64" y="127"/>
                    <a:pt x="80" y="127"/>
                    <a:pt x="80" y="127"/>
                  </a:cubicBezTo>
                  <a:lnTo>
                    <a:pt x="95" y="127"/>
                  </a:lnTo>
                  <a:lnTo>
                    <a:pt x="95" y="127"/>
                  </a:lnTo>
                  <a:lnTo>
                    <a:pt x="127" y="49"/>
                  </a:lnTo>
                  <a:cubicBezTo>
                    <a:pt x="127" y="32"/>
                    <a:pt x="127" y="17"/>
                    <a:pt x="112" y="17"/>
                  </a:cubicBezTo>
                  <a:cubicBezTo>
                    <a:pt x="95" y="17"/>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62" name="Google Shape;562;p35"/>
            <p:cNvSpPr/>
            <p:nvPr/>
          </p:nvSpPr>
          <p:spPr>
            <a:xfrm>
              <a:off x="3134405" y="1826355"/>
              <a:ext cx="5025" cy="6042"/>
            </a:xfrm>
            <a:custGeom>
              <a:avLst/>
              <a:gdLst/>
              <a:ahLst/>
              <a:cxnLst/>
              <a:rect l="l" t="t" r="r" b="b"/>
              <a:pathLst>
                <a:path w="158" h="190" extrusionOk="0">
                  <a:moveTo>
                    <a:pt x="111" y="0"/>
                  </a:moveTo>
                  <a:lnTo>
                    <a:pt x="111" y="0"/>
                  </a:lnTo>
                  <a:cubicBezTo>
                    <a:pt x="95" y="0"/>
                    <a:pt x="95" y="15"/>
                    <a:pt x="80" y="15"/>
                  </a:cubicBezTo>
                  <a:lnTo>
                    <a:pt x="63" y="47"/>
                  </a:lnTo>
                  <a:cubicBezTo>
                    <a:pt x="63" y="63"/>
                    <a:pt x="63" y="63"/>
                    <a:pt x="48" y="78"/>
                  </a:cubicBezTo>
                  <a:lnTo>
                    <a:pt x="48" y="78"/>
                  </a:lnTo>
                  <a:lnTo>
                    <a:pt x="17" y="141"/>
                  </a:lnTo>
                  <a:cubicBezTo>
                    <a:pt x="0" y="158"/>
                    <a:pt x="17" y="173"/>
                    <a:pt x="32" y="189"/>
                  </a:cubicBezTo>
                  <a:lnTo>
                    <a:pt x="48" y="189"/>
                  </a:lnTo>
                  <a:cubicBezTo>
                    <a:pt x="63" y="189"/>
                    <a:pt x="63" y="173"/>
                    <a:pt x="80" y="173"/>
                  </a:cubicBezTo>
                  <a:lnTo>
                    <a:pt x="143" y="47"/>
                  </a:lnTo>
                  <a:cubicBezTo>
                    <a:pt x="158" y="32"/>
                    <a:pt x="143" y="15"/>
                    <a:pt x="126" y="15"/>
                  </a:cubicBezTo>
                  <a:cubicBezTo>
                    <a:pt x="126" y="0"/>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63" name="Google Shape;563;p35"/>
            <p:cNvSpPr/>
            <p:nvPr/>
          </p:nvSpPr>
          <p:spPr>
            <a:xfrm>
              <a:off x="3252651" y="1806287"/>
              <a:ext cx="4039" cy="4039"/>
            </a:xfrm>
            <a:custGeom>
              <a:avLst/>
              <a:gdLst/>
              <a:ahLst/>
              <a:cxnLst/>
              <a:rect l="l" t="t" r="r" b="b"/>
              <a:pathLst>
                <a:path w="127" h="127" extrusionOk="0">
                  <a:moveTo>
                    <a:pt x="80" y="1"/>
                  </a:moveTo>
                  <a:lnTo>
                    <a:pt x="80" y="1"/>
                  </a:lnTo>
                  <a:cubicBezTo>
                    <a:pt x="64" y="16"/>
                    <a:pt x="64" y="16"/>
                    <a:pt x="49" y="16"/>
                  </a:cubicBezTo>
                  <a:lnTo>
                    <a:pt x="17" y="64"/>
                  </a:lnTo>
                  <a:cubicBezTo>
                    <a:pt x="1" y="79"/>
                    <a:pt x="1" y="111"/>
                    <a:pt x="17" y="111"/>
                  </a:cubicBezTo>
                  <a:cubicBezTo>
                    <a:pt x="17" y="127"/>
                    <a:pt x="32" y="127"/>
                    <a:pt x="32" y="127"/>
                  </a:cubicBezTo>
                  <a:cubicBezTo>
                    <a:pt x="49" y="127"/>
                    <a:pt x="64" y="127"/>
                    <a:pt x="64" y="111"/>
                  </a:cubicBezTo>
                  <a:lnTo>
                    <a:pt x="112" y="64"/>
                  </a:lnTo>
                  <a:cubicBezTo>
                    <a:pt x="127" y="48"/>
                    <a:pt x="112" y="32"/>
                    <a:pt x="95" y="16"/>
                  </a:cubicBez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64" name="Google Shape;564;p35"/>
            <p:cNvSpPr/>
            <p:nvPr/>
          </p:nvSpPr>
          <p:spPr>
            <a:xfrm>
              <a:off x="3442582" y="1782720"/>
              <a:ext cx="3530" cy="4039"/>
            </a:xfrm>
            <a:custGeom>
              <a:avLst/>
              <a:gdLst/>
              <a:ahLst/>
              <a:cxnLst/>
              <a:rect l="l" t="t" r="r" b="b"/>
              <a:pathLst>
                <a:path w="111" h="127" extrusionOk="0">
                  <a:moveTo>
                    <a:pt x="47" y="1"/>
                  </a:moveTo>
                  <a:lnTo>
                    <a:pt x="32" y="1"/>
                  </a:lnTo>
                  <a:lnTo>
                    <a:pt x="16" y="17"/>
                  </a:lnTo>
                  <a:cubicBezTo>
                    <a:pt x="16" y="17"/>
                    <a:pt x="16" y="32"/>
                    <a:pt x="1" y="32"/>
                  </a:cubicBezTo>
                  <a:lnTo>
                    <a:pt x="1" y="64"/>
                  </a:lnTo>
                  <a:cubicBezTo>
                    <a:pt x="1" y="80"/>
                    <a:pt x="1" y="95"/>
                    <a:pt x="16" y="95"/>
                  </a:cubicBezTo>
                  <a:lnTo>
                    <a:pt x="47" y="112"/>
                  </a:lnTo>
                  <a:lnTo>
                    <a:pt x="64" y="112"/>
                  </a:lnTo>
                  <a:lnTo>
                    <a:pt x="64" y="112"/>
                  </a:lnTo>
                  <a:lnTo>
                    <a:pt x="64" y="112"/>
                  </a:lnTo>
                  <a:cubicBezTo>
                    <a:pt x="79" y="112"/>
                    <a:pt x="79" y="112"/>
                    <a:pt x="95" y="127"/>
                  </a:cubicBezTo>
                  <a:cubicBezTo>
                    <a:pt x="95" y="112"/>
                    <a:pt x="110" y="112"/>
                    <a:pt x="110" y="112"/>
                  </a:cubicBezTo>
                  <a:cubicBezTo>
                    <a:pt x="110" y="95"/>
                    <a:pt x="110" y="64"/>
                    <a:pt x="95" y="64"/>
                  </a:cubicBezTo>
                  <a:lnTo>
                    <a:pt x="95" y="64"/>
                  </a:lnTo>
                  <a:lnTo>
                    <a:pt x="79" y="49"/>
                  </a:lnTo>
                  <a:lnTo>
                    <a:pt x="79" y="49"/>
                  </a:lnTo>
                  <a:cubicBezTo>
                    <a:pt x="79" y="32"/>
                    <a:pt x="64"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65" name="Google Shape;565;p35"/>
            <p:cNvSpPr/>
            <p:nvPr/>
          </p:nvSpPr>
          <p:spPr>
            <a:xfrm>
              <a:off x="3410524" y="1791752"/>
              <a:ext cx="5534" cy="2544"/>
            </a:xfrm>
            <a:custGeom>
              <a:avLst/>
              <a:gdLst/>
              <a:ahLst/>
              <a:cxnLst/>
              <a:rect l="l" t="t" r="r" b="b"/>
              <a:pathLst>
                <a:path w="174" h="80" extrusionOk="0">
                  <a:moveTo>
                    <a:pt x="126" y="0"/>
                  </a:moveTo>
                  <a:lnTo>
                    <a:pt x="126" y="0"/>
                  </a:lnTo>
                  <a:lnTo>
                    <a:pt x="126" y="0"/>
                  </a:lnTo>
                  <a:lnTo>
                    <a:pt x="32" y="17"/>
                  </a:lnTo>
                  <a:lnTo>
                    <a:pt x="32" y="17"/>
                  </a:lnTo>
                  <a:cubicBezTo>
                    <a:pt x="16" y="17"/>
                    <a:pt x="0" y="32"/>
                    <a:pt x="0" y="48"/>
                  </a:cubicBezTo>
                  <a:cubicBezTo>
                    <a:pt x="0" y="63"/>
                    <a:pt x="16" y="63"/>
                    <a:pt x="16" y="80"/>
                  </a:cubicBezTo>
                  <a:lnTo>
                    <a:pt x="47" y="80"/>
                  </a:lnTo>
                  <a:lnTo>
                    <a:pt x="47" y="80"/>
                  </a:lnTo>
                  <a:lnTo>
                    <a:pt x="63" y="80"/>
                  </a:lnTo>
                  <a:cubicBezTo>
                    <a:pt x="63" y="63"/>
                    <a:pt x="79" y="63"/>
                    <a:pt x="95" y="63"/>
                  </a:cubicBezTo>
                  <a:lnTo>
                    <a:pt x="142" y="48"/>
                  </a:lnTo>
                  <a:lnTo>
                    <a:pt x="142" y="48"/>
                  </a:lnTo>
                  <a:cubicBezTo>
                    <a:pt x="142" y="48"/>
                    <a:pt x="142" y="63"/>
                    <a:pt x="158" y="63"/>
                  </a:cubicBezTo>
                  <a:cubicBezTo>
                    <a:pt x="158" y="48"/>
                    <a:pt x="158" y="48"/>
                    <a:pt x="173" y="32"/>
                  </a:cubicBezTo>
                  <a:lnTo>
                    <a:pt x="173" y="32"/>
                  </a:lnTo>
                  <a:lnTo>
                    <a:pt x="158" y="17"/>
                  </a:lnTo>
                  <a:cubicBezTo>
                    <a:pt x="158" y="17"/>
                    <a:pt x="142"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66" name="Google Shape;566;p35"/>
            <p:cNvSpPr/>
            <p:nvPr/>
          </p:nvSpPr>
          <p:spPr>
            <a:xfrm>
              <a:off x="3421560" y="1795760"/>
              <a:ext cx="9032" cy="7060"/>
            </a:xfrm>
            <a:custGeom>
              <a:avLst/>
              <a:gdLst/>
              <a:ahLst/>
              <a:cxnLst/>
              <a:rect l="l" t="t" r="r" b="b"/>
              <a:pathLst>
                <a:path w="284" h="222" extrusionOk="0">
                  <a:moveTo>
                    <a:pt x="32" y="0"/>
                  </a:moveTo>
                  <a:lnTo>
                    <a:pt x="32" y="0"/>
                  </a:lnTo>
                  <a:cubicBezTo>
                    <a:pt x="15" y="17"/>
                    <a:pt x="0" y="17"/>
                    <a:pt x="0" y="32"/>
                  </a:cubicBezTo>
                  <a:lnTo>
                    <a:pt x="0" y="32"/>
                  </a:lnTo>
                  <a:lnTo>
                    <a:pt x="0" y="63"/>
                  </a:lnTo>
                  <a:lnTo>
                    <a:pt x="15" y="80"/>
                  </a:lnTo>
                  <a:cubicBezTo>
                    <a:pt x="15" y="63"/>
                    <a:pt x="15" y="63"/>
                    <a:pt x="32" y="63"/>
                  </a:cubicBezTo>
                  <a:lnTo>
                    <a:pt x="32" y="63"/>
                  </a:lnTo>
                  <a:cubicBezTo>
                    <a:pt x="47" y="63"/>
                    <a:pt x="47" y="80"/>
                    <a:pt x="63" y="80"/>
                  </a:cubicBezTo>
                  <a:lnTo>
                    <a:pt x="63" y="127"/>
                  </a:lnTo>
                  <a:cubicBezTo>
                    <a:pt x="78" y="127"/>
                    <a:pt x="78" y="143"/>
                    <a:pt x="78" y="158"/>
                  </a:cubicBezTo>
                  <a:lnTo>
                    <a:pt x="110" y="206"/>
                  </a:lnTo>
                  <a:cubicBezTo>
                    <a:pt x="126" y="206"/>
                    <a:pt x="126" y="221"/>
                    <a:pt x="141" y="221"/>
                  </a:cubicBezTo>
                  <a:cubicBezTo>
                    <a:pt x="141" y="221"/>
                    <a:pt x="158" y="221"/>
                    <a:pt x="158" y="206"/>
                  </a:cubicBezTo>
                  <a:cubicBezTo>
                    <a:pt x="141" y="206"/>
                    <a:pt x="126" y="190"/>
                    <a:pt x="126" y="174"/>
                  </a:cubicBezTo>
                  <a:cubicBezTo>
                    <a:pt x="141" y="158"/>
                    <a:pt x="141" y="143"/>
                    <a:pt x="158" y="143"/>
                  </a:cubicBezTo>
                  <a:lnTo>
                    <a:pt x="110" y="80"/>
                  </a:lnTo>
                  <a:lnTo>
                    <a:pt x="236" y="95"/>
                  </a:lnTo>
                  <a:lnTo>
                    <a:pt x="236" y="95"/>
                  </a:lnTo>
                  <a:cubicBezTo>
                    <a:pt x="252" y="95"/>
                    <a:pt x="267" y="80"/>
                    <a:pt x="267" y="63"/>
                  </a:cubicBezTo>
                  <a:cubicBezTo>
                    <a:pt x="284" y="48"/>
                    <a:pt x="267" y="32"/>
                    <a:pt x="236" y="32"/>
                  </a:cubicBezTo>
                  <a:lnTo>
                    <a:pt x="204" y="32"/>
                  </a:lnTo>
                  <a:lnTo>
                    <a:pt x="141" y="17"/>
                  </a:lnTo>
                  <a:lnTo>
                    <a:pt x="141" y="17"/>
                  </a:lnTo>
                  <a:lnTo>
                    <a:pt x="141" y="32"/>
                  </a:lnTo>
                  <a:cubicBezTo>
                    <a:pt x="141" y="48"/>
                    <a:pt x="126" y="63"/>
                    <a:pt x="110" y="63"/>
                  </a:cubicBezTo>
                  <a:lnTo>
                    <a:pt x="110" y="63"/>
                  </a:lnTo>
                  <a:cubicBezTo>
                    <a:pt x="78" y="63"/>
                    <a:pt x="63" y="48"/>
                    <a:pt x="63" y="32"/>
                  </a:cubicBezTo>
                  <a:lnTo>
                    <a:pt x="63" y="17"/>
                  </a:lnTo>
                  <a:lnTo>
                    <a:pt x="63" y="17"/>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67" name="Google Shape;567;p35"/>
            <p:cNvSpPr/>
            <p:nvPr/>
          </p:nvSpPr>
          <p:spPr>
            <a:xfrm>
              <a:off x="3436572" y="1790258"/>
              <a:ext cx="4516" cy="2512"/>
            </a:xfrm>
            <a:custGeom>
              <a:avLst/>
              <a:gdLst/>
              <a:ahLst/>
              <a:cxnLst/>
              <a:rect l="l" t="t" r="r" b="b"/>
              <a:pathLst>
                <a:path w="142" h="79" extrusionOk="0">
                  <a:moveTo>
                    <a:pt x="110" y="1"/>
                  </a:moveTo>
                  <a:lnTo>
                    <a:pt x="95" y="1"/>
                  </a:lnTo>
                  <a:lnTo>
                    <a:pt x="64" y="1"/>
                  </a:lnTo>
                  <a:lnTo>
                    <a:pt x="47" y="16"/>
                  </a:lnTo>
                  <a:lnTo>
                    <a:pt x="47" y="16"/>
                  </a:lnTo>
                  <a:cubicBezTo>
                    <a:pt x="32" y="16"/>
                    <a:pt x="32" y="16"/>
                    <a:pt x="32" y="1"/>
                  </a:cubicBezTo>
                  <a:cubicBezTo>
                    <a:pt x="16" y="16"/>
                    <a:pt x="1" y="32"/>
                    <a:pt x="1" y="47"/>
                  </a:cubicBezTo>
                  <a:cubicBezTo>
                    <a:pt x="1" y="64"/>
                    <a:pt x="16" y="79"/>
                    <a:pt x="32" y="79"/>
                  </a:cubicBezTo>
                  <a:lnTo>
                    <a:pt x="47" y="79"/>
                  </a:lnTo>
                  <a:lnTo>
                    <a:pt x="47" y="79"/>
                  </a:lnTo>
                  <a:lnTo>
                    <a:pt x="47" y="79"/>
                  </a:lnTo>
                  <a:lnTo>
                    <a:pt x="110" y="64"/>
                  </a:lnTo>
                  <a:cubicBezTo>
                    <a:pt x="127" y="64"/>
                    <a:pt x="142" y="47"/>
                    <a:pt x="142" y="32"/>
                  </a:cubicBezTo>
                  <a:lnTo>
                    <a:pt x="142" y="32"/>
                  </a:lnTo>
                  <a:cubicBezTo>
                    <a:pt x="142" y="16"/>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68" name="Google Shape;568;p35"/>
            <p:cNvSpPr/>
            <p:nvPr/>
          </p:nvSpPr>
          <p:spPr>
            <a:xfrm>
              <a:off x="3380947" y="1791275"/>
              <a:ext cx="3562" cy="3498"/>
            </a:xfrm>
            <a:custGeom>
              <a:avLst/>
              <a:gdLst/>
              <a:ahLst/>
              <a:cxnLst/>
              <a:rect l="l" t="t" r="r" b="b"/>
              <a:pathLst>
                <a:path w="112" h="110" extrusionOk="0">
                  <a:moveTo>
                    <a:pt x="63" y="0"/>
                  </a:moveTo>
                  <a:lnTo>
                    <a:pt x="63" y="0"/>
                  </a:lnTo>
                  <a:lnTo>
                    <a:pt x="17" y="32"/>
                  </a:lnTo>
                  <a:lnTo>
                    <a:pt x="0" y="47"/>
                  </a:lnTo>
                  <a:lnTo>
                    <a:pt x="0" y="47"/>
                  </a:lnTo>
                  <a:lnTo>
                    <a:pt x="0" y="63"/>
                  </a:lnTo>
                  <a:lnTo>
                    <a:pt x="0" y="63"/>
                  </a:lnTo>
                  <a:cubicBezTo>
                    <a:pt x="17" y="63"/>
                    <a:pt x="32" y="63"/>
                    <a:pt x="32" y="78"/>
                  </a:cubicBezTo>
                  <a:cubicBezTo>
                    <a:pt x="32" y="78"/>
                    <a:pt x="48" y="95"/>
                    <a:pt x="32" y="110"/>
                  </a:cubicBezTo>
                  <a:cubicBezTo>
                    <a:pt x="48" y="110"/>
                    <a:pt x="48" y="95"/>
                    <a:pt x="48" y="95"/>
                  </a:cubicBezTo>
                  <a:lnTo>
                    <a:pt x="48" y="95"/>
                  </a:lnTo>
                  <a:lnTo>
                    <a:pt x="111" y="47"/>
                  </a:lnTo>
                  <a:lnTo>
                    <a:pt x="111" y="32"/>
                  </a:lnTo>
                  <a:lnTo>
                    <a:pt x="111" y="32"/>
                  </a:lnTo>
                  <a:lnTo>
                    <a:pt x="95" y="32"/>
                  </a:lnTo>
                  <a:cubicBezTo>
                    <a:pt x="80" y="32"/>
                    <a:pt x="80" y="32"/>
                    <a:pt x="63"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69" name="Google Shape;569;p35"/>
            <p:cNvSpPr/>
            <p:nvPr/>
          </p:nvSpPr>
          <p:spPr>
            <a:xfrm>
              <a:off x="3165986" y="1821807"/>
              <a:ext cx="4516" cy="4580"/>
            </a:xfrm>
            <a:custGeom>
              <a:avLst/>
              <a:gdLst/>
              <a:ahLst/>
              <a:cxnLst/>
              <a:rect l="l" t="t" r="r" b="b"/>
              <a:pathLst>
                <a:path w="142" h="144" extrusionOk="0">
                  <a:moveTo>
                    <a:pt x="110" y="1"/>
                  </a:moveTo>
                  <a:lnTo>
                    <a:pt x="95" y="1"/>
                  </a:lnTo>
                  <a:cubicBezTo>
                    <a:pt x="95" y="1"/>
                    <a:pt x="79" y="1"/>
                    <a:pt x="79" y="17"/>
                  </a:cubicBezTo>
                  <a:lnTo>
                    <a:pt x="47" y="64"/>
                  </a:lnTo>
                  <a:lnTo>
                    <a:pt x="47" y="64"/>
                  </a:lnTo>
                  <a:lnTo>
                    <a:pt x="32" y="64"/>
                  </a:lnTo>
                  <a:cubicBezTo>
                    <a:pt x="16" y="64"/>
                    <a:pt x="1" y="95"/>
                    <a:pt x="1" y="112"/>
                  </a:cubicBezTo>
                  <a:cubicBezTo>
                    <a:pt x="1" y="127"/>
                    <a:pt x="16" y="143"/>
                    <a:pt x="32" y="143"/>
                  </a:cubicBezTo>
                  <a:lnTo>
                    <a:pt x="47" y="143"/>
                  </a:lnTo>
                  <a:lnTo>
                    <a:pt x="79" y="127"/>
                  </a:lnTo>
                  <a:cubicBezTo>
                    <a:pt x="95" y="127"/>
                    <a:pt x="95" y="112"/>
                    <a:pt x="110" y="112"/>
                  </a:cubicBezTo>
                  <a:lnTo>
                    <a:pt x="110" y="112"/>
                  </a:lnTo>
                  <a:lnTo>
                    <a:pt x="110" y="112"/>
                  </a:lnTo>
                  <a:lnTo>
                    <a:pt x="142" y="49"/>
                  </a:lnTo>
                  <a:cubicBezTo>
                    <a:pt x="142" y="32"/>
                    <a:pt x="142" y="17"/>
                    <a:pt x="127" y="17"/>
                  </a:cubicBezTo>
                  <a:lnTo>
                    <a:pt x="127" y="1"/>
                  </a:ln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70" name="Google Shape;570;p35"/>
            <p:cNvSpPr/>
            <p:nvPr/>
          </p:nvSpPr>
          <p:spPr>
            <a:xfrm>
              <a:off x="3356872" y="1803774"/>
              <a:ext cx="4580" cy="3562"/>
            </a:xfrm>
            <a:custGeom>
              <a:avLst/>
              <a:gdLst/>
              <a:ahLst/>
              <a:cxnLst/>
              <a:rect l="l" t="t" r="r" b="b"/>
              <a:pathLst>
                <a:path w="144" h="112" extrusionOk="0">
                  <a:moveTo>
                    <a:pt x="95" y="1"/>
                  </a:moveTo>
                  <a:lnTo>
                    <a:pt x="95" y="1"/>
                  </a:lnTo>
                  <a:lnTo>
                    <a:pt x="80" y="1"/>
                  </a:lnTo>
                  <a:lnTo>
                    <a:pt x="64" y="17"/>
                  </a:lnTo>
                  <a:lnTo>
                    <a:pt x="17" y="48"/>
                  </a:lnTo>
                  <a:cubicBezTo>
                    <a:pt x="17" y="48"/>
                    <a:pt x="17" y="64"/>
                    <a:pt x="1" y="64"/>
                  </a:cubicBezTo>
                  <a:cubicBezTo>
                    <a:pt x="17" y="80"/>
                    <a:pt x="17" y="95"/>
                    <a:pt x="17" y="95"/>
                  </a:cubicBezTo>
                  <a:cubicBezTo>
                    <a:pt x="32" y="111"/>
                    <a:pt x="32" y="111"/>
                    <a:pt x="49" y="111"/>
                  </a:cubicBezTo>
                  <a:cubicBezTo>
                    <a:pt x="49" y="111"/>
                    <a:pt x="64" y="111"/>
                    <a:pt x="64" y="95"/>
                  </a:cubicBezTo>
                  <a:lnTo>
                    <a:pt x="127" y="48"/>
                  </a:lnTo>
                  <a:cubicBezTo>
                    <a:pt x="143" y="48"/>
                    <a:pt x="143" y="17"/>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71" name="Google Shape;571;p35"/>
            <p:cNvSpPr/>
            <p:nvPr/>
          </p:nvSpPr>
          <p:spPr>
            <a:xfrm>
              <a:off x="3298289" y="1780716"/>
              <a:ext cx="3021" cy="4039"/>
            </a:xfrm>
            <a:custGeom>
              <a:avLst/>
              <a:gdLst/>
              <a:ahLst/>
              <a:cxnLst/>
              <a:rect l="l" t="t" r="r" b="b"/>
              <a:pathLst>
                <a:path w="95" h="127" extrusionOk="0">
                  <a:moveTo>
                    <a:pt x="63" y="1"/>
                  </a:moveTo>
                  <a:lnTo>
                    <a:pt x="63" y="1"/>
                  </a:lnTo>
                  <a:lnTo>
                    <a:pt x="47" y="1"/>
                  </a:lnTo>
                  <a:cubicBezTo>
                    <a:pt x="32" y="17"/>
                    <a:pt x="32" y="17"/>
                    <a:pt x="32" y="32"/>
                  </a:cubicBezTo>
                  <a:lnTo>
                    <a:pt x="32" y="32"/>
                  </a:lnTo>
                  <a:cubicBezTo>
                    <a:pt x="15" y="49"/>
                    <a:pt x="0" y="49"/>
                    <a:pt x="0" y="80"/>
                  </a:cubicBezTo>
                  <a:cubicBezTo>
                    <a:pt x="0" y="112"/>
                    <a:pt x="32" y="127"/>
                    <a:pt x="32" y="127"/>
                  </a:cubicBezTo>
                  <a:lnTo>
                    <a:pt x="47" y="127"/>
                  </a:lnTo>
                  <a:cubicBezTo>
                    <a:pt x="63" y="127"/>
                    <a:pt x="78" y="127"/>
                    <a:pt x="78" y="112"/>
                  </a:cubicBezTo>
                  <a:lnTo>
                    <a:pt x="78" y="112"/>
                  </a:lnTo>
                  <a:lnTo>
                    <a:pt x="78" y="112"/>
                  </a:lnTo>
                  <a:cubicBezTo>
                    <a:pt x="63" y="112"/>
                    <a:pt x="63" y="112"/>
                    <a:pt x="47" y="95"/>
                  </a:cubicBezTo>
                  <a:cubicBezTo>
                    <a:pt x="47" y="64"/>
                    <a:pt x="63" y="49"/>
                    <a:pt x="78" y="49"/>
                  </a:cubicBezTo>
                  <a:lnTo>
                    <a:pt x="95" y="32"/>
                  </a:lnTo>
                  <a:lnTo>
                    <a:pt x="95" y="17"/>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72" name="Google Shape;572;p35"/>
            <p:cNvSpPr/>
            <p:nvPr/>
          </p:nvSpPr>
          <p:spPr>
            <a:xfrm>
              <a:off x="3183510" y="1793756"/>
              <a:ext cx="6551" cy="6042"/>
            </a:xfrm>
            <a:custGeom>
              <a:avLst/>
              <a:gdLst/>
              <a:ahLst/>
              <a:cxnLst/>
              <a:rect l="l" t="t" r="r" b="b"/>
              <a:pathLst>
                <a:path w="206" h="190" extrusionOk="0">
                  <a:moveTo>
                    <a:pt x="174" y="0"/>
                  </a:moveTo>
                  <a:lnTo>
                    <a:pt x="174" y="0"/>
                  </a:lnTo>
                  <a:lnTo>
                    <a:pt x="174" y="0"/>
                  </a:lnTo>
                  <a:lnTo>
                    <a:pt x="127" y="17"/>
                  </a:lnTo>
                  <a:lnTo>
                    <a:pt x="111" y="17"/>
                  </a:lnTo>
                  <a:lnTo>
                    <a:pt x="111" y="48"/>
                  </a:lnTo>
                  <a:cubicBezTo>
                    <a:pt x="127" y="63"/>
                    <a:pt x="111" y="80"/>
                    <a:pt x="95" y="95"/>
                  </a:cubicBezTo>
                  <a:lnTo>
                    <a:pt x="80" y="95"/>
                  </a:lnTo>
                  <a:cubicBezTo>
                    <a:pt x="64" y="95"/>
                    <a:pt x="64" y="80"/>
                    <a:pt x="48" y="63"/>
                  </a:cubicBezTo>
                  <a:lnTo>
                    <a:pt x="48" y="63"/>
                  </a:lnTo>
                  <a:lnTo>
                    <a:pt x="48" y="80"/>
                  </a:lnTo>
                  <a:lnTo>
                    <a:pt x="17" y="143"/>
                  </a:lnTo>
                  <a:cubicBezTo>
                    <a:pt x="0" y="158"/>
                    <a:pt x="0" y="174"/>
                    <a:pt x="17" y="190"/>
                  </a:cubicBezTo>
                  <a:lnTo>
                    <a:pt x="32" y="190"/>
                  </a:lnTo>
                  <a:lnTo>
                    <a:pt x="32" y="190"/>
                  </a:lnTo>
                  <a:cubicBezTo>
                    <a:pt x="48" y="190"/>
                    <a:pt x="64" y="190"/>
                    <a:pt x="64" y="174"/>
                  </a:cubicBezTo>
                  <a:lnTo>
                    <a:pt x="80" y="174"/>
                  </a:lnTo>
                  <a:lnTo>
                    <a:pt x="80" y="174"/>
                  </a:lnTo>
                  <a:cubicBezTo>
                    <a:pt x="64" y="174"/>
                    <a:pt x="64" y="158"/>
                    <a:pt x="64" y="158"/>
                  </a:cubicBezTo>
                  <a:cubicBezTo>
                    <a:pt x="48" y="143"/>
                    <a:pt x="64" y="111"/>
                    <a:pt x="80" y="111"/>
                  </a:cubicBezTo>
                  <a:lnTo>
                    <a:pt x="95" y="95"/>
                  </a:lnTo>
                  <a:cubicBezTo>
                    <a:pt x="95" y="95"/>
                    <a:pt x="111" y="95"/>
                    <a:pt x="127" y="80"/>
                  </a:cubicBezTo>
                  <a:lnTo>
                    <a:pt x="127" y="80"/>
                  </a:lnTo>
                  <a:lnTo>
                    <a:pt x="190" y="80"/>
                  </a:lnTo>
                  <a:cubicBezTo>
                    <a:pt x="190" y="63"/>
                    <a:pt x="206" y="63"/>
                    <a:pt x="206" y="48"/>
                  </a:cubicBezTo>
                  <a:lnTo>
                    <a:pt x="206" y="32"/>
                  </a:lnTo>
                  <a:cubicBezTo>
                    <a:pt x="206" y="17"/>
                    <a:pt x="206" y="17"/>
                    <a:pt x="190" y="17"/>
                  </a:cubicBezTo>
                  <a:cubicBezTo>
                    <a:pt x="190" y="0"/>
                    <a:pt x="174"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73" name="Google Shape;573;p35"/>
            <p:cNvSpPr/>
            <p:nvPr/>
          </p:nvSpPr>
          <p:spPr>
            <a:xfrm>
              <a:off x="3330824" y="1779731"/>
              <a:ext cx="3562" cy="4548"/>
            </a:xfrm>
            <a:custGeom>
              <a:avLst/>
              <a:gdLst/>
              <a:ahLst/>
              <a:cxnLst/>
              <a:rect l="l" t="t" r="r" b="b"/>
              <a:pathLst>
                <a:path w="112" h="143" extrusionOk="0">
                  <a:moveTo>
                    <a:pt x="64" y="0"/>
                  </a:moveTo>
                  <a:cubicBezTo>
                    <a:pt x="64" y="17"/>
                    <a:pt x="49" y="17"/>
                    <a:pt x="49" y="17"/>
                  </a:cubicBezTo>
                  <a:lnTo>
                    <a:pt x="32" y="17"/>
                  </a:lnTo>
                  <a:lnTo>
                    <a:pt x="17" y="0"/>
                  </a:lnTo>
                  <a:lnTo>
                    <a:pt x="17" y="17"/>
                  </a:lnTo>
                  <a:lnTo>
                    <a:pt x="1" y="63"/>
                  </a:lnTo>
                  <a:lnTo>
                    <a:pt x="1" y="95"/>
                  </a:lnTo>
                  <a:lnTo>
                    <a:pt x="49" y="143"/>
                  </a:lnTo>
                  <a:lnTo>
                    <a:pt x="80" y="143"/>
                  </a:lnTo>
                  <a:lnTo>
                    <a:pt x="95" y="143"/>
                  </a:lnTo>
                  <a:cubicBezTo>
                    <a:pt x="112" y="126"/>
                    <a:pt x="112" y="95"/>
                    <a:pt x="95" y="95"/>
                  </a:cubicBezTo>
                  <a:lnTo>
                    <a:pt x="64" y="63"/>
                  </a:lnTo>
                  <a:lnTo>
                    <a:pt x="80" y="48"/>
                  </a:lnTo>
                  <a:cubicBezTo>
                    <a:pt x="80" y="32"/>
                    <a:pt x="80" y="17"/>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74" name="Google Shape;574;p35"/>
            <p:cNvSpPr/>
            <p:nvPr/>
          </p:nvSpPr>
          <p:spPr>
            <a:xfrm>
              <a:off x="3396976" y="1784247"/>
              <a:ext cx="5565" cy="3053"/>
            </a:xfrm>
            <a:custGeom>
              <a:avLst/>
              <a:gdLst/>
              <a:ahLst/>
              <a:cxnLst/>
              <a:rect l="l" t="t" r="r" b="b"/>
              <a:pathLst>
                <a:path w="175" h="96" extrusionOk="0">
                  <a:moveTo>
                    <a:pt x="143" y="1"/>
                  </a:moveTo>
                  <a:lnTo>
                    <a:pt x="126" y="1"/>
                  </a:lnTo>
                  <a:lnTo>
                    <a:pt x="111" y="16"/>
                  </a:lnTo>
                  <a:cubicBezTo>
                    <a:pt x="95" y="32"/>
                    <a:pt x="95" y="32"/>
                    <a:pt x="80" y="32"/>
                  </a:cubicBezTo>
                  <a:lnTo>
                    <a:pt x="48" y="32"/>
                  </a:lnTo>
                  <a:lnTo>
                    <a:pt x="17" y="32"/>
                  </a:lnTo>
                  <a:lnTo>
                    <a:pt x="17" y="32"/>
                  </a:lnTo>
                  <a:lnTo>
                    <a:pt x="17" y="32"/>
                  </a:lnTo>
                  <a:lnTo>
                    <a:pt x="0" y="95"/>
                  </a:lnTo>
                  <a:lnTo>
                    <a:pt x="17" y="95"/>
                  </a:lnTo>
                  <a:lnTo>
                    <a:pt x="32" y="95"/>
                  </a:lnTo>
                  <a:lnTo>
                    <a:pt x="63" y="95"/>
                  </a:lnTo>
                  <a:lnTo>
                    <a:pt x="80" y="95"/>
                  </a:lnTo>
                  <a:cubicBezTo>
                    <a:pt x="95" y="95"/>
                    <a:pt x="126" y="95"/>
                    <a:pt x="143" y="79"/>
                  </a:cubicBezTo>
                  <a:lnTo>
                    <a:pt x="158" y="64"/>
                  </a:lnTo>
                  <a:cubicBezTo>
                    <a:pt x="174" y="47"/>
                    <a:pt x="174" y="16"/>
                    <a:pt x="158" y="16"/>
                  </a:cubicBezTo>
                  <a:cubicBezTo>
                    <a:pt x="158" y="1"/>
                    <a:pt x="143"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75" name="Google Shape;575;p35"/>
            <p:cNvSpPr/>
            <p:nvPr/>
          </p:nvSpPr>
          <p:spPr>
            <a:xfrm>
              <a:off x="3027163" y="1819803"/>
              <a:ext cx="6042" cy="4580"/>
            </a:xfrm>
            <a:custGeom>
              <a:avLst/>
              <a:gdLst/>
              <a:ahLst/>
              <a:cxnLst/>
              <a:rect l="l" t="t" r="r" b="b"/>
              <a:pathLst>
                <a:path w="190" h="144" extrusionOk="0">
                  <a:moveTo>
                    <a:pt x="143" y="1"/>
                  </a:moveTo>
                  <a:lnTo>
                    <a:pt x="143" y="1"/>
                  </a:lnTo>
                  <a:cubicBezTo>
                    <a:pt x="143" y="1"/>
                    <a:pt x="127" y="1"/>
                    <a:pt x="127" y="17"/>
                  </a:cubicBezTo>
                  <a:lnTo>
                    <a:pt x="80" y="64"/>
                  </a:lnTo>
                  <a:lnTo>
                    <a:pt x="64" y="49"/>
                  </a:lnTo>
                  <a:lnTo>
                    <a:pt x="49" y="49"/>
                  </a:lnTo>
                  <a:cubicBezTo>
                    <a:pt x="49" y="64"/>
                    <a:pt x="49" y="64"/>
                    <a:pt x="32" y="64"/>
                  </a:cubicBezTo>
                  <a:cubicBezTo>
                    <a:pt x="17" y="64"/>
                    <a:pt x="17" y="80"/>
                    <a:pt x="1" y="112"/>
                  </a:cubicBezTo>
                  <a:cubicBezTo>
                    <a:pt x="1" y="127"/>
                    <a:pt x="17" y="143"/>
                    <a:pt x="32" y="143"/>
                  </a:cubicBezTo>
                  <a:lnTo>
                    <a:pt x="49" y="143"/>
                  </a:lnTo>
                  <a:lnTo>
                    <a:pt x="64" y="143"/>
                  </a:lnTo>
                  <a:lnTo>
                    <a:pt x="64" y="127"/>
                  </a:lnTo>
                  <a:lnTo>
                    <a:pt x="95" y="127"/>
                  </a:lnTo>
                  <a:lnTo>
                    <a:pt x="127" y="127"/>
                  </a:lnTo>
                  <a:cubicBezTo>
                    <a:pt x="127" y="127"/>
                    <a:pt x="143" y="112"/>
                    <a:pt x="143" y="95"/>
                  </a:cubicBezTo>
                  <a:lnTo>
                    <a:pt x="143" y="95"/>
                  </a:lnTo>
                  <a:lnTo>
                    <a:pt x="175" y="49"/>
                  </a:lnTo>
                  <a:cubicBezTo>
                    <a:pt x="190" y="32"/>
                    <a:pt x="190" y="17"/>
                    <a:pt x="175" y="1"/>
                  </a:cubicBez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76" name="Google Shape;576;p35"/>
            <p:cNvSpPr/>
            <p:nvPr/>
          </p:nvSpPr>
          <p:spPr>
            <a:xfrm>
              <a:off x="3146427" y="1836373"/>
              <a:ext cx="4039" cy="3498"/>
            </a:xfrm>
            <a:custGeom>
              <a:avLst/>
              <a:gdLst/>
              <a:ahLst/>
              <a:cxnLst/>
              <a:rect l="l" t="t" r="r" b="b"/>
              <a:pathLst>
                <a:path w="127" h="110" extrusionOk="0">
                  <a:moveTo>
                    <a:pt x="48" y="0"/>
                  </a:moveTo>
                  <a:lnTo>
                    <a:pt x="32" y="0"/>
                  </a:lnTo>
                  <a:cubicBezTo>
                    <a:pt x="17" y="0"/>
                    <a:pt x="1" y="32"/>
                    <a:pt x="1" y="47"/>
                  </a:cubicBezTo>
                  <a:lnTo>
                    <a:pt x="17" y="78"/>
                  </a:lnTo>
                  <a:cubicBezTo>
                    <a:pt x="17" y="78"/>
                    <a:pt x="17" y="95"/>
                    <a:pt x="32" y="95"/>
                  </a:cubicBezTo>
                  <a:cubicBezTo>
                    <a:pt x="32" y="95"/>
                    <a:pt x="32" y="110"/>
                    <a:pt x="48" y="110"/>
                  </a:cubicBezTo>
                  <a:lnTo>
                    <a:pt x="48" y="95"/>
                  </a:lnTo>
                  <a:lnTo>
                    <a:pt x="95" y="95"/>
                  </a:lnTo>
                  <a:cubicBezTo>
                    <a:pt x="111" y="78"/>
                    <a:pt x="127" y="63"/>
                    <a:pt x="111" y="47"/>
                  </a:cubicBezTo>
                  <a:cubicBezTo>
                    <a:pt x="111" y="32"/>
                    <a:pt x="95" y="32"/>
                    <a:pt x="80" y="32"/>
                  </a:cubicBez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77" name="Google Shape;577;p35"/>
            <p:cNvSpPr/>
            <p:nvPr/>
          </p:nvSpPr>
          <p:spPr>
            <a:xfrm>
              <a:off x="3338839" y="1809308"/>
              <a:ext cx="3053" cy="4516"/>
            </a:xfrm>
            <a:custGeom>
              <a:avLst/>
              <a:gdLst/>
              <a:ahLst/>
              <a:cxnLst/>
              <a:rect l="l" t="t" r="r" b="b"/>
              <a:pathLst>
                <a:path w="96" h="142" extrusionOk="0">
                  <a:moveTo>
                    <a:pt x="64" y="110"/>
                  </a:moveTo>
                  <a:lnTo>
                    <a:pt x="64" y="110"/>
                  </a:lnTo>
                  <a:lnTo>
                    <a:pt x="64" y="110"/>
                  </a:lnTo>
                  <a:close/>
                  <a:moveTo>
                    <a:pt x="32" y="0"/>
                  </a:moveTo>
                  <a:lnTo>
                    <a:pt x="32" y="0"/>
                  </a:lnTo>
                  <a:lnTo>
                    <a:pt x="17" y="0"/>
                  </a:lnTo>
                  <a:lnTo>
                    <a:pt x="1" y="47"/>
                  </a:lnTo>
                  <a:lnTo>
                    <a:pt x="17" y="64"/>
                  </a:lnTo>
                  <a:lnTo>
                    <a:pt x="17" y="79"/>
                  </a:lnTo>
                  <a:lnTo>
                    <a:pt x="17" y="79"/>
                  </a:lnTo>
                  <a:lnTo>
                    <a:pt x="17" y="79"/>
                  </a:lnTo>
                  <a:lnTo>
                    <a:pt x="32" y="127"/>
                  </a:lnTo>
                  <a:lnTo>
                    <a:pt x="32" y="142"/>
                  </a:lnTo>
                  <a:lnTo>
                    <a:pt x="80" y="127"/>
                  </a:lnTo>
                  <a:lnTo>
                    <a:pt x="80" y="110"/>
                  </a:lnTo>
                  <a:cubicBezTo>
                    <a:pt x="80" y="110"/>
                    <a:pt x="95" y="110"/>
                    <a:pt x="95" y="95"/>
                  </a:cubicBezTo>
                  <a:lnTo>
                    <a:pt x="95" y="64"/>
                  </a:lnTo>
                  <a:lnTo>
                    <a:pt x="64" y="16"/>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78" name="Google Shape;578;p35"/>
            <p:cNvSpPr/>
            <p:nvPr/>
          </p:nvSpPr>
          <p:spPr>
            <a:xfrm>
              <a:off x="3229116" y="1799767"/>
              <a:ext cx="3053" cy="6042"/>
            </a:xfrm>
            <a:custGeom>
              <a:avLst/>
              <a:gdLst/>
              <a:ahLst/>
              <a:cxnLst/>
              <a:rect l="l" t="t" r="r" b="b"/>
              <a:pathLst>
                <a:path w="96" h="190" extrusionOk="0">
                  <a:moveTo>
                    <a:pt x="32" y="1"/>
                  </a:moveTo>
                  <a:lnTo>
                    <a:pt x="32" y="1"/>
                  </a:lnTo>
                  <a:lnTo>
                    <a:pt x="16" y="17"/>
                  </a:lnTo>
                  <a:cubicBezTo>
                    <a:pt x="16" y="17"/>
                    <a:pt x="1" y="17"/>
                    <a:pt x="1" y="32"/>
                  </a:cubicBezTo>
                  <a:lnTo>
                    <a:pt x="1" y="32"/>
                  </a:lnTo>
                  <a:lnTo>
                    <a:pt x="1" y="158"/>
                  </a:lnTo>
                  <a:lnTo>
                    <a:pt x="1" y="174"/>
                  </a:lnTo>
                  <a:cubicBezTo>
                    <a:pt x="16" y="190"/>
                    <a:pt x="16" y="190"/>
                    <a:pt x="32" y="190"/>
                  </a:cubicBezTo>
                  <a:lnTo>
                    <a:pt x="48" y="190"/>
                  </a:lnTo>
                  <a:lnTo>
                    <a:pt x="48" y="190"/>
                  </a:lnTo>
                  <a:cubicBezTo>
                    <a:pt x="64" y="190"/>
                    <a:pt x="64" y="190"/>
                    <a:pt x="79" y="174"/>
                  </a:cubicBezTo>
                  <a:lnTo>
                    <a:pt x="64" y="174"/>
                  </a:lnTo>
                  <a:cubicBezTo>
                    <a:pt x="48" y="158"/>
                    <a:pt x="64" y="143"/>
                    <a:pt x="64" y="127"/>
                  </a:cubicBezTo>
                  <a:lnTo>
                    <a:pt x="79" y="111"/>
                  </a:lnTo>
                  <a:lnTo>
                    <a:pt x="79" y="111"/>
                  </a:lnTo>
                  <a:lnTo>
                    <a:pt x="79" y="111"/>
                  </a:lnTo>
                  <a:lnTo>
                    <a:pt x="79" y="95"/>
                  </a:lnTo>
                  <a:lnTo>
                    <a:pt x="95" y="48"/>
                  </a:lnTo>
                  <a:lnTo>
                    <a:pt x="95" y="32"/>
                  </a:lnTo>
                  <a:lnTo>
                    <a:pt x="79" y="17"/>
                  </a:lnTo>
                  <a:lnTo>
                    <a:pt x="64"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79" name="Google Shape;579;p35"/>
            <p:cNvSpPr/>
            <p:nvPr/>
          </p:nvSpPr>
          <p:spPr>
            <a:xfrm>
              <a:off x="3414023" y="1804283"/>
              <a:ext cx="7569" cy="3530"/>
            </a:xfrm>
            <a:custGeom>
              <a:avLst/>
              <a:gdLst/>
              <a:ahLst/>
              <a:cxnLst/>
              <a:rect l="l" t="t" r="r" b="b"/>
              <a:pathLst>
                <a:path w="238" h="111" extrusionOk="0">
                  <a:moveTo>
                    <a:pt x="48" y="1"/>
                  </a:moveTo>
                  <a:lnTo>
                    <a:pt x="48" y="1"/>
                  </a:lnTo>
                  <a:lnTo>
                    <a:pt x="48" y="1"/>
                  </a:lnTo>
                  <a:close/>
                  <a:moveTo>
                    <a:pt x="32" y="1"/>
                  </a:moveTo>
                  <a:lnTo>
                    <a:pt x="32" y="1"/>
                  </a:lnTo>
                  <a:lnTo>
                    <a:pt x="16" y="1"/>
                  </a:lnTo>
                  <a:lnTo>
                    <a:pt x="0" y="16"/>
                  </a:lnTo>
                  <a:lnTo>
                    <a:pt x="0" y="32"/>
                  </a:lnTo>
                  <a:cubicBezTo>
                    <a:pt x="0" y="48"/>
                    <a:pt x="0" y="64"/>
                    <a:pt x="16" y="64"/>
                  </a:cubicBezTo>
                  <a:lnTo>
                    <a:pt x="32" y="79"/>
                  </a:lnTo>
                  <a:cubicBezTo>
                    <a:pt x="32" y="64"/>
                    <a:pt x="32" y="64"/>
                    <a:pt x="48" y="64"/>
                  </a:cubicBezTo>
                  <a:lnTo>
                    <a:pt x="63" y="48"/>
                  </a:lnTo>
                  <a:lnTo>
                    <a:pt x="79" y="48"/>
                  </a:lnTo>
                  <a:lnTo>
                    <a:pt x="79" y="48"/>
                  </a:lnTo>
                  <a:cubicBezTo>
                    <a:pt x="95" y="48"/>
                    <a:pt x="95" y="64"/>
                    <a:pt x="111" y="64"/>
                  </a:cubicBezTo>
                  <a:lnTo>
                    <a:pt x="111" y="79"/>
                  </a:lnTo>
                  <a:lnTo>
                    <a:pt x="111" y="79"/>
                  </a:lnTo>
                  <a:cubicBezTo>
                    <a:pt x="126" y="79"/>
                    <a:pt x="126" y="95"/>
                    <a:pt x="143" y="95"/>
                  </a:cubicBezTo>
                  <a:lnTo>
                    <a:pt x="174" y="95"/>
                  </a:lnTo>
                  <a:cubicBezTo>
                    <a:pt x="174" y="95"/>
                    <a:pt x="189" y="95"/>
                    <a:pt x="189" y="111"/>
                  </a:cubicBezTo>
                  <a:lnTo>
                    <a:pt x="206" y="111"/>
                  </a:lnTo>
                  <a:cubicBezTo>
                    <a:pt x="221" y="111"/>
                    <a:pt x="221" y="95"/>
                    <a:pt x="237" y="79"/>
                  </a:cubicBezTo>
                  <a:lnTo>
                    <a:pt x="237" y="64"/>
                  </a:lnTo>
                  <a:cubicBezTo>
                    <a:pt x="237" y="64"/>
                    <a:pt x="237" y="48"/>
                    <a:pt x="221" y="48"/>
                  </a:cubicBezTo>
                  <a:lnTo>
                    <a:pt x="206" y="32"/>
                  </a:lnTo>
                  <a:lnTo>
                    <a:pt x="206" y="32"/>
                  </a:lnTo>
                  <a:lnTo>
                    <a:pt x="206" y="64"/>
                  </a:lnTo>
                  <a:lnTo>
                    <a:pt x="174" y="95"/>
                  </a:lnTo>
                  <a:lnTo>
                    <a:pt x="174" y="95"/>
                  </a:lnTo>
                  <a:lnTo>
                    <a:pt x="158" y="95"/>
                  </a:lnTo>
                  <a:lnTo>
                    <a:pt x="126" y="79"/>
                  </a:lnTo>
                  <a:cubicBezTo>
                    <a:pt x="111" y="64"/>
                    <a:pt x="111" y="64"/>
                    <a:pt x="111" y="48"/>
                  </a:cubicBezTo>
                  <a:lnTo>
                    <a:pt x="111" y="16"/>
                  </a:lnTo>
                  <a:lnTo>
                    <a:pt x="79" y="16"/>
                  </a:ln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80" name="Google Shape;580;p35"/>
            <p:cNvSpPr/>
            <p:nvPr/>
          </p:nvSpPr>
          <p:spPr>
            <a:xfrm>
              <a:off x="3415518" y="180428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81" name="Google Shape;581;p35"/>
            <p:cNvSpPr/>
            <p:nvPr/>
          </p:nvSpPr>
          <p:spPr>
            <a:xfrm>
              <a:off x="3422546" y="1769712"/>
              <a:ext cx="4516" cy="4039"/>
            </a:xfrm>
            <a:custGeom>
              <a:avLst/>
              <a:gdLst/>
              <a:ahLst/>
              <a:cxnLst/>
              <a:rect l="l" t="t" r="r" b="b"/>
              <a:pathLst>
                <a:path w="142" h="127" extrusionOk="0">
                  <a:moveTo>
                    <a:pt x="47" y="0"/>
                  </a:moveTo>
                  <a:lnTo>
                    <a:pt x="47" y="0"/>
                  </a:lnTo>
                  <a:cubicBezTo>
                    <a:pt x="32" y="17"/>
                    <a:pt x="16" y="17"/>
                    <a:pt x="16" y="17"/>
                  </a:cubicBezTo>
                  <a:cubicBezTo>
                    <a:pt x="1" y="32"/>
                    <a:pt x="1" y="63"/>
                    <a:pt x="16" y="63"/>
                  </a:cubicBezTo>
                  <a:lnTo>
                    <a:pt x="79" y="111"/>
                  </a:lnTo>
                  <a:cubicBezTo>
                    <a:pt x="79" y="126"/>
                    <a:pt x="95" y="126"/>
                    <a:pt x="95" y="126"/>
                  </a:cubicBezTo>
                  <a:cubicBezTo>
                    <a:pt x="95" y="111"/>
                    <a:pt x="110" y="95"/>
                    <a:pt x="110" y="95"/>
                  </a:cubicBezTo>
                  <a:lnTo>
                    <a:pt x="127" y="95"/>
                  </a:lnTo>
                  <a:lnTo>
                    <a:pt x="127" y="95"/>
                  </a:lnTo>
                  <a:lnTo>
                    <a:pt x="142" y="95"/>
                  </a:lnTo>
                  <a:cubicBezTo>
                    <a:pt x="142" y="80"/>
                    <a:pt x="142" y="63"/>
                    <a:pt x="127" y="63"/>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82" name="Google Shape;582;p35"/>
            <p:cNvSpPr/>
            <p:nvPr/>
          </p:nvSpPr>
          <p:spPr>
            <a:xfrm>
              <a:off x="3429034" y="1779254"/>
              <a:ext cx="3562" cy="3498"/>
            </a:xfrm>
            <a:custGeom>
              <a:avLst/>
              <a:gdLst/>
              <a:ahLst/>
              <a:cxnLst/>
              <a:rect l="l" t="t" r="r" b="b"/>
              <a:pathLst>
                <a:path w="112" h="110" extrusionOk="0">
                  <a:moveTo>
                    <a:pt x="49" y="0"/>
                  </a:moveTo>
                  <a:lnTo>
                    <a:pt x="32" y="0"/>
                  </a:lnTo>
                  <a:cubicBezTo>
                    <a:pt x="17" y="0"/>
                    <a:pt x="17" y="0"/>
                    <a:pt x="1" y="15"/>
                  </a:cubicBezTo>
                  <a:cubicBezTo>
                    <a:pt x="1" y="32"/>
                    <a:pt x="1" y="47"/>
                    <a:pt x="17" y="63"/>
                  </a:cubicBezTo>
                  <a:lnTo>
                    <a:pt x="17" y="95"/>
                  </a:lnTo>
                  <a:cubicBezTo>
                    <a:pt x="17" y="95"/>
                    <a:pt x="17" y="110"/>
                    <a:pt x="32" y="110"/>
                  </a:cubicBezTo>
                  <a:lnTo>
                    <a:pt x="64" y="78"/>
                  </a:lnTo>
                  <a:lnTo>
                    <a:pt x="80" y="78"/>
                  </a:lnTo>
                  <a:lnTo>
                    <a:pt x="80" y="78"/>
                  </a:lnTo>
                  <a:lnTo>
                    <a:pt x="95" y="78"/>
                  </a:lnTo>
                  <a:cubicBezTo>
                    <a:pt x="95" y="78"/>
                    <a:pt x="112" y="63"/>
                    <a:pt x="112" y="47"/>
                  </a:cubicBezTo>
                  <a:cubicBezTo>
                    <a:pt x="95" y="15"/>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83" name="Google Shape;583;p35"/>
            <p:cNvSpPr/>
            <p:nvPr/>
          </p:nvSpPr>
          <p:spPr>
            <a:xfrm>
              <a:off x="3385940" y="1772702"/>
              <a:ext cx="5565" cy="4580"/>
            </a:xfrm>
            <a:custGeom>
              <a:avLst/>
              <a:gdLst/>
              <a:ahLst/>
              <a:cxnLst/>
              <a:rect l="l" t="t" r="r" b="b"/>
              <a:pathLst>
                <a:path w="175" h="144" extrusionOk="0">
                  <a:moveTo>
                    <a:pt x="112" y="1"/>
                  </a:moveTo>
                  <a:lnTo>
                    <a:pt x="112" y="1"/>
                  </a:lnTo>
                  <a:cubicBezTo>
                    <a:pt x="112" y="1"/>
                    <a:pt x="95" y="1"/>
                    <a:pt x="95" y="17"/>
                  </a:cubicBezTo>
                  <a:cubicBezTo>
                    <a:pt x="80" y="32"/>
                    <a:pt x="80" y="49"/>
                    <a:pt x="95" y="64"/>
                  </a:cubicBezTo>
                  <a:lnTo>
                    <a:pt x="95" y="64"/>
                  </a:lnTo>
                  <a:lnTo>
                    <a:pt x="95" y="64"/>
                  </a:lnTo>
                  <a:cubicBezTo>
                    <a:pt x="80" y="64"/>
                    <a:pt x="80" y="80"/>
                    <a:pt x="80" y="80"/>
                  </a:cubicBezTo>
                  <a:lnTo>
                    <a:pt x="80" y="80"/>
                  </a:lnTo>
                  <a:lnTo>
                    <a:pt x="49" y="80"/>
                  </a:lnTo>
                  <a:lnTo>
                    <a:pt x="32" y="80"/>
                  </a:lnTo>
                  <a:lnTo>
                    <a:pt x="32" y="80"/>
                  </a:lnTo>
                  <a:cubicBezTo>
                    <a:pt x="17" y="80"/>
                    <a:pt x="1" y="80"/>
                    <a:pt x="1" y="112"/>
                  </a:cubicBezTo>
                  <a:lnTo>
                    <a:pt x="1" y="127"/>
                  </a:lnTo>
                  <a:lnTo>
                    <a:pt x="32" y="127"/>
                  </a:lnTo>
                  <a:lnTo>
                    <a:pt x="32" y="127"/>
                  </a:lnTo>
                  <a:lnTo>
                    <a:pt x="49" y="127"/>
                  </a:lnTo>
                  <a:lnTo>
                    <a:pt x="95" y="143"/>
                  </a:lnTo>
                  <a:lnTo>
                    <a:pt x="95" y="143"/>
                  </a:lnTo>
                  <a:lnTo>
                    <a:pt x="112" y="143"/>
                  </a:lnTo>
                  <a:lnTo>
                    <a:pt x="112" y="143"/>
                  </a:lnTo>
                  <a:cubicBezTo>
                    <a:pt x="112" y="127"/>
                    <a:pt x="112" y="127"/>
                    <a:pt x="127" y="112"/>
                  </a:cubicBezTo>
                  <a:cubicBezTo>
                    <a:pt x="112" y="112"/>
                    <a:pt x="95" y="95"/>
                    <a:pt x="95" y="80"/>
                  </a:cubicBezTo>
                  <a:cubicBezTo>
                    <a:pt x="95" y="64"/>
                    <a:pt x="112" y="49"/>
                    <a:pt x="127" y="49"/>
                  </a:cubicBezTo>
                  <a:lnTo>
                    <a:pt x="143" y="49"/>
                  </a:lnTo>
                  <a:lnTo>
                    <a:pt x="175" y="49"/>
                  </a:lnTo>
                  <a:lnTo>
                    <a:pt x="175" y="49"/>
                  </a:ln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84" name="Google Shape;584;p35"/>
            <p:cNvSpPr/>
            <p:nvPr/>
          </p:nvSpPr>
          <p:spPr>
            <a:xfrm>
              <a:off x="3017654" y="1804792"/>
              <a:ext cx="4071" cy="6042"/>
            </a:xfrm>
            <a:custGeom>
              <a:avLst/>
              <a:gdLst/>
              <a:ahLst/>
              <a:cxnLst/>
              <a:rect l="l" t="t" r="r" b="b"/>
              <a:pathLst>
                <a:path w="128" h="190" extrusionOk="0">
                  <a:moveTo>
                    <a:pt x="33" y="0"/>
                  </a:moveTo>
                  <a:lnTo>
                    <a:pt x="33" y="16"/>
                  </a:lnTo>
                  <a:cubicBezTo>
                    <a:pt x="16" y="32"/>
                    <a:pt x="16" y="48"/>
                    <a:pt x="33" y="63"/>
                  </a:cubicBezTo>
                  <a:cubicBezTo>
                    <a:pt x="48" y="63"/>
                    <a:pt x="64" y="79"/>
                    <a:pt x="64" y="79"/>
                  </a:cubicBezTo>
                  <a:lnTo>
                    <a:pt x="48" y="79"/>
                  </a:lnTo>
                  <a:lnTo>
                    <a:pt x="33" y="79"/>
                  </a:lnTo>
                  <a:cubicBezTo>
                    <a:pt x="16" y="79"/>
                    <a:pt x="1" y="111"/>
                    <a:pt x="16" y="126"/>
                  </a:cubicBezTo>
                  <a:lnTo>
                    <a:pt x="16" y="142"/>
                  </a:lnTo>
                  <a:cubicBezTo>
                    <a:pt x="33" y="158"/>
                    <a:pt x="33" y="174"/>
                    <a:pt x="48" y="189"/>
                  </a:cubicBezTo>
                  <a:lnTo>
                    <a:pt x="48" y="189"/>
                  </a:lnTo>
                  <a:lnTo>
                    <a:pt x="64" y="189"/>
                  </a:lnTo>
                  <a:lnTo>
                    <a:pt x="64" y="189"/>
                  </a:lnTo>
                  <a:lnTo>
                    <a:pt x="64" y="174"/>
                  </a:lnTo>
                  <a:lnTo>
                    <a:pt x="64" y="174"/>
                  </a:lnTo>
                  <a:lnTo>
                    <a:pt x="64" y="174"/>
                  </a:lnTo>
                  <a:cubicBezTo>
                    <a:pt x="48" y="158"/>
                    <a:pt x="48" y="126"/>
                    <a:pt x="64" y="111"/>
                  </a:cubicBezTo>
                  <a:lnTo>
                    <a:pt x="79" y="111"/>
                  </a:lnTo>
                  <a:lnTo>
                    <a:pt x="79" y="111"/>
                  </a:lnTo>
                  <a:cubicBezTo>
                    <a:pt x="96" y="111"/>
                    <a:pt x="111" y="111"/>
                    <a:pt x="111" y="126"/>
                  </a:cubicBezTo>
                  <a:lnTo>
                    <a:pt x="127" y="142"/>
                  </a:lnTo>
                  <a:lnTo>
                    <a:pt x="127" y="111"/>
                  </a:lnTo>
                  <a:lnTo>
                    <a:pt x="111" y="111"/>
                  </a:lnTo>
                  <a:cubicBezTo>
                    <a:pt x="111" y="111"/>
                    <a:pt x="96" y="111"/>
                    <a:pt x="79" y="95"/>
                  </a:cubicBezTo>
                  <a:lnTo>
                    <a:pt x="79" y="63"/>
                  </a:lnTo>
                  <a:lnTo>
                    <a:pt x="79" y="48"/>
                  </a:lnTo>
                  <a:cubicBezTo>
                    <a:pt x="79" y="32"/>
                    <a:pt x="79" y="32"/>
                    <a:pt x="96" y="16"/>
                  </a:cubicBezTo>
                  <a:lnTo>
                    <a:pt x="96" y="16"/>
                  </a:lnTo>
                  <a:lnTo>
                    <a:pt x="79" y="16"/>
                  </a:lnTo>
                  <a:lnTo>
                    <a:pt x="64" y="16"/>
                  </a:lnTo>
                  <a:lnTo>
                    <a:pt x="48" y="16"/>
                  </a:lnTo>
                  <a:cubicBezTo>
                    <a:pt x="33" y="16"/>
                    <a:pt x="33" y="16"/>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85" name="Google Shape;585;p35"/>
            <p:cNvSpPr/>
            <p:nvPr/>
          </p:nvSpPr>
          <p:spPr>
            <a:xfrm>
              <a:off x="3419557" y="1764687"/>
              <a:ext cx="2512" cy="2035"/>
            </a:xfrm>
            <a:custGeom>
              <a:avLst/>
              <a:gdLst/>
              <a:ahLst/>
              <a:cxnLst/>
              <a:rect l="l" t="t" r="r" b="b"/>
              <a:pathLst>
                <a:path w="79" h="64" extrusionOk="0">
                  <a:moveTo>
                    <a:pt x="63" y="1"/>
                  </a:moveTo>
                  <a:lnTo>
                    <a:pt x="0" y="32"/>
                  </a:lnTo>
                  <a:lnTo>
                    <a:pt x="0" y="32"/>
                  </a:lnTo>
                  <a:lnTo>
                    <a:pt x="63" y="64"/>
                  </a:lnTo>
                  <a:lnTo>
                    <a:pt x="63" y="64"/>
                  </a:lnTo>
                  <a:lnTo>
                    <a:pt x="78" y="64"/>
                  </a:lnTo>
                  <a:cubicBezTo>
                    <a:pt x="63" y="49"/>
                    <a:pt x="63"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86" name="Google Shape;586;p35"/>
            <p:cNvSpPr/>
            <p:nvPr/>
          </p:nvSpPr>
          <p:spPr>
            <a:xfrm>
              <a:off x="3048726" y="1820344"/>
              <a:ext cx="3530" cy="2035"/>
            </a:xfrm>
            <a:custGeom>
              <a:avLst/>
              <a:gdLst/>
              <a:ahLst/>
              <a:cxnLst/>
              <a:rect l="l" t="t" r="r" b="b"/>
              <a:pathLst>
                <a:path w="111" h="64" extrusionOk="0">
                  <a:moveTo>
                    <a:pt x="32" y="0"/>
                  </a:moveTo>
                  <a:lnTo>
                    <a:pt x="32" y="0"/>
                  </a:lnTo>
                  <a:cubicBezTo>
                    <a:pt x="16" y="15"/>
                    <a:pt x="1" y="15"/>
                    <a:pt x="1" y="32"/>
                  </a:cubicBezTo>
                  <a:lnTo>
                    <a:pt x="1" y="63"/>
                  </a:lnTo>
                  <a:cubicBezTo>
                    <a:pt x="16" y="63"/>
                    <a:pt x="16" y="63"/>
                    <a:pt x="32" y="47"/>
                  </a:cubicBezTo>
                  <a:cubicBezTo>
                    <a:pt x="47" y="47"/>
                    <a:pt x="79" y="47"/>
                    <a:pt x="95" y="32"/>
                  </a:cubicBezTo>
                  <a:lnTo>
                    <a:pt x="111" y="32"/>
                  </a:lnTo>
                  <a:lnTo>
                    <a:pt x="95" y="32"/>
                  </a:lnTo>
                  <a:lnTo>
                    <a:pt x="79" y="15"/>
                  </a:lnTo>
                  <a:lnTo>
                    <a:pt x="4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87" name="Google Shape;587;p35"/>
            <p:cNvSpPr/>
            <p:nvPr/>
          </p:nvSpPr>
          <p:spPr>
            <a:xfrm>
              <a:off x="3268203" y="1763702"/>
              <a:ext cx="5534" cy="2544"/>
            </a:xfrm>
            <a:custGeom>
              <a:avLst/>
              <a:gdLst/>
              <a:ahLst/>
              <a:cxnLst/>
              <a:rect l="l" t="t" r="r" b="b"/>
              <a:pathLst>
                <a:path w="174" h="80" extrusionOk="0">
                  <a:moveTo>
                    <a:pt x="173" y="0"/>
                  </a:moveTo>
                  <a:cubicBezTo>
                    <a:pt x="110" y="0"/>
                    <a:pt x="47" y="16"/>
                    <a:pt x="1" y="16"/>
                  </a:cubicBezTo>
                  <a:lnTo>
                    <a:pt x="1" y="32"/>
                  </a:lnTo>
                  <a:lnTo>
                    <a:pt x="47" y="63"/>
                  </a:lnTo>
                  <a:lnTo>
                    <a:pt x="64" y="80"/>
                  </a:lnTo>
                  <a:lnTo>
                    <a:pt x="79" y="80"/>
                  </a:lnTo>
                  <a:lnTo>
                    <a:pt x="95" y="80"/>
                  </a:lnTo>
                  <a:lnTo>
                    <a:pt x="110" y="80"/>
                  </a:lnTo>
                  <a:lnTo>
                    <a:pt x="158" y="32"/>
                  </a:lnTo>
                  <a:cubicBezTo>
                    <a:pt x="173" y="32"/>
                    <a:pt x="173"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88" name="Google Shape;588;p35"/>
            <p:cNvSpPr/>
            <p:nvPr/>
          </p:nvSpPr>
          <p:spPr>
            <a:xfrm>
              <a:off x="3324813" y="1773243"/>
              <a:ext cx="9064" cy="4039"/>
            </a:xfrm>
            <a:custGeom>
              <a:avLst/>
              <a:gdLst/>
              <a:ahLst/>
              <a:cxnLst/>
              <a:rect l="l" t="t" r="r" b="b"/>
              <a:pathLst>
                <a:path w="285" h="127" extrusionOk="0">
                  <a:moveTo>
                    <a:pt x="238" y="0"/>
                  </a:moveTo>
                  <a:lnTo>
                    <a:pt x="238" y="0"/>
                  </a:lnTo>
                  <a:lnTo>
                    <a:pt x="238" y="0"/>
                  </a:lnTo>
                  <a:lnTo>
                    <a:pt x="158" y="32"/>
                  </a:lnTo>
                  <a:cubicBezTo>
                    <a:pt x="143" y="15"/>
                    <a:pt x="127" y="15"/>
                    <a:pt x="127" y="15"/>
                  </a:cubicBezTo>
                  <a:cubicBezTo>
                    <a:pt x="80" y="15"/>
                    <a:pt x="48" y="32"/>
                    <a:pt x="17" y="47"/>
                  </a:cubicBezTo>
                  <a:cubicBezTo>
                    <a:pt x="1" y="47"/>
                    <a:pt x="1" y="47"/>
                    <a:pt x="1" y="63"/>
                  </a:cubicBezTo>
                  <a:lnTo>
                    <a:pt x="1" y="63"/>
                  </a:lnTo>
                  <a:lnTo>
                    <a:pt x="1" y="63"/>
                  </a:lnTo>
                  <a:lnTo>
                    <a:pt x="17" y="78"/>
                  </a:lnTo>
                  <a:lnTo>
                    <a:pt x="17" y="110"/>
                  </a:lnTo>
                  <a:lnTo>
                    <a:pt x="17" y="126"/>
                  </a:lnTo>
                  <a:lnTo>
                    <a:pt x="95" y="78"/>
                  </a:lnTo>
                  <a:lnTo>
                    <a:pt x="111" y="63"/>
                  </a:lnTo>
                  <a:lnTo>
                    <a:pt x="111" y="63"/>
                  </a:lnTo>
                  <a:cubicBezTo>
                    <a:pt x="127" y="63"/>
                    <a:pt x="143" y="78"/>
                    <a:pt x="143" y="78"/>
                  </a:cubicBezTo>
                  <a:cubicBezTo>
                    <a:pt x="143" y="95"/>
                    <a:pt x="158" y="95"/>
                    <a:pt x="158" y="95"/>
                  </a:cubicBezTo>
                  <a:lnTo>
                    <a:pt x="158" y="95"/>
                  </a:lnTo>
                  <a:lnTo>
                    <a:pt x="158" y="95"/>
                  </a:lnTo>
                  <a:lnTo>
                    <a:pt x="158" y="78"/>
                  </a:lnTo>
                  <a:cubicBezTo>
                    <a:pt x="143" y="63"/>
                    <a:pt x="158" y="47"/>
                    <a:pt x="175" y="32"/>
                  </a:cubicBezTo>
                  <a:lnTo>
                    <a:pt x="175" y="32"/>
                  </a:lnTo>
                  <a:lnTo>
                    <a:pt x="190" y="32"/>
                  </a:lnTo>
                  <a:cubicBezTo>
                    <a:pt x="190" y="32"/>
                    <a:pt x="206" y="32"/>
                    <a:pt x="221" y="47"/>
                  </a:cubicBezTo>
                  <a:lnTo>
                    <a:pt x="221" y="47"/>
                  </a:lnTo>
                  <a:lnTo>
                    <a:pt x="221" y="47"/>
                  </a:lnTo>
                  <a:cubicBezTo>
                    <a:pt x="221" y="32"/>
                    <a:pt x="238" y="15"/>
                    <a:pt x="253" y="15"/>
                  </a:cubicBezTo>
                  <a:cubicBezTo>
                    <a:pt x="253" y="15"/>
                    <a:pt x="269" y="15"/>
                    <a:pt x="269" y="32"/>
                  </a:cubicBezTo>
                  <a:lnTo>
                    <a:pt x="284" y="32"/>
                  </a:lnTo>
                  <a:cubicBezTo>
                    <a:pt x="284" y="32"/>
                    <a:pt x="284" y="15"/>
                    <a:pt x="269" y="15"/>
                  </a:cubicBezTo>
                  <a:cubicBezTo>
                    <a:pt x="269" y="0"/>
                    <a:pt x="253" y="0"/>
                    <a:pt x="25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89" name="Google Shape;589;p35"/>
            <p:cNvSpPr/>
            <p:nvPr/>
          </p:nvSpPr>
          <p:spPr>
            <a:xfrm>
              <a:off x="3420543" y="1761698"/>
              <a:ext cx="8046" cy="3530"/>
            </a:xfrm>
            <a:custGeom>
              <a:avLst/>
              <a:gdLst/>
              <a:ahLst/>
              <a:cxnLst/>
              <a:rect l="l" t="t" r="r" b="b"/>
              <a:pathLst>
                <a:path w="253" h="111" extrusionOk="0">
                  <a:moveTo>
                    <a:pt x="47" y="0"/>
                  </a:moveTo>
                  <a:lnTo>
                    <a:pt x="32" y="0"/>
                  </a:lnTo>
                  <a:lnTo>
                    <a:pt x="16" y="16"/>
                  </a:lnTo>
                  <a:cubicBezTo>
                    <a:pt x="16" y="16"/>
                    <a:pt x="16" y="32"/>
                    <a:pt x="1" y="32"/>
                  </a:cubicBezTo>
                  <a:lnTo>
                    <a:pt x="16" y="32"/>
                  </a:lnTo>
                  <a:lnTo>
                    <a:pt x="16" y="32"/>
                  </a:lnTo>
                  <a:cubicBezTo>
                    <a:pt x="16" y="32"/>
                    <a:pt x="32" y="32"/>
                    <a:pt x="32" y="48"/>
                  </a:cubicBezTo>
                  <a:cubicBezTo>
                    <a:pt x="47" y="32"/>
                    <a:pt x="47" y="32"/>
                    <a:pt x="64" y="32"/>
                  </a:cubicBezTo>
                  <a:lnTo>
                    <a:pt x="64" y="32"/>
                  </a:lnTo>
                  <a:lnTo>
                    <a:pt x="64" y="32"/>
                  </a:lnTo>
                  <a:cubicBezTo>
                    <a:pt x="79" y="32"/>
                    <a:pt x="95" y="48"/>
                    <a:pt x="95" y="63"/>
                  </a:cubicBezTo>
                  <a:lnTo>
                    <a:pt x="95" y="95"/>
                  </a:lnTo>
                  <a:lnTo>
                    <a:pt x="95" y="95"/>
                  </a:lnTo>
                  <a:lnTo>
                    <a:pt x="110" y="95"/>
                  </a:lnTo>
                  <a:lnTo>
                    <a:pt x="127" y="95"/>
                  </a:lnTo>
                  <a:lnTo>
                    <a:pt x="142" y="95"/>
                  </a:lnTo>
                  <a:lnTo>
                    <a:pt x="158" y="95"/>
                  </a:lnTo>
                  <a:cubicBezTo>
                    <a:pt x="158" y="111"/>
                    <a:pt x="190" y="111"/>
                    <a:pt x="205" y="111"/>
                  </a:cubicBezTo>
                  <a:lnTo>
                    <a:pt x="221" y="111"/>
                  </a:lnTo>
                  <a:cubicBezTo>
                    <a:pt x="236" y="111"/>
                    <a:pt x="253" y="95"/>
                    <a:pt x="236" y="79"/>
                  </a:cubicBezTo>
                  <a:cubicBezTo>
                    <a:pt x="236" y="63"/>
                    <a:pt x="221" y="48"/>
                    <a:pt x="205" y="48"/>
                  </a:cubicBezTo>
                  <a:lnTo>
                    <a:pt x="205" y="48"/>
                  </a:lnTo>
                  <a:lnTo>
                    <a:pt x="190" y="48"/>
                  </a:lnTo>
                  <a:cubicBezTo>
                    <a:pt x="173" y="32"/>
                    <a:pt x="158" y="32"/>
                    <a:pt x="127" y="32"/>
                  </a:cubicBezTo>
                  <a:lnTo>
                    <a:pt x="95" y="32"/>
                  </a:lnTo>
                  <a:lnTo>
                    <a:pt x="79" y="32"/>
                  </a:lnTo>
                  <a:lnTo>
                    <a:pt x="79" y="32"/>
                  </a:lnTo>
                  <a:cubicBezTo>
                    <a:pt x="64" y="32"/>
                    <a:pt x="64" y="32"/>
                    <a:pt x="64" y="16"/>
                  </a:cubicBezTo>
                  <a:cubicBezTo>
                    <a:pt x="47" y="16"/>
                    <a:pt x="47" y="16"/>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90" name="Google Shape;590;p35"/>
            <p:cNvSpPr/>
            <p:nvPr/>
          </p:nvSpPr>
          <p:spPr>
            <a:xfrm>
              <a:off x="3020166" y="1804283"/>
              <a:ext cx="6042" cy="4039"/>
            </a:xfrm>
            <a:custGeom>
              <a:avLst/>
              <a:gdLst/>
              <a:ahLst/>
              <a:cxnLst/>
              <a:rect l="l" t="t" r="r" b="b"/>
              <a:pathLst>
                <a:path w="190" h="127" extrusionOk="0">
                  <a:moveTo>
                    <a:pt x="158" y="1"/>
                  </a:moveTo>
                  <a:lnTo>
                    <a:pt x="158" y="1"/>
                  </a:lnTo>
                  <a:lnTo>
                    <a:pt x="158" y="1"/>
                  </a:lnTo>
                  <a:cubicBezTo>
                    <a:pt x="143" y="16"/>
                    <a:pt x="143" y="32"/>
                    <a:pt x="126" y="32"/>
                  </a:cubicBezTo>
                  <a:lnTo>
                    <a:pt x="111" y="32"/>
                  </a:lnTo>
                  <a:lnTo>
                    <a:pt x="111" y="32"/>
                  </a:lnTo>
                  <a:lnTo>
                    <a:pt x="80" y="32"/>
                  </a:lnTo>
                  <a:cubicBezTo>
                    <a:pt x="80" y="48"/>
                    <a:pt x="95" y="48"/>
                    <a:pt x="95" y="64"/>
                  </a:cubicBezTo>
                  <a:cubicBezTo>
                    <a:pt x="95" y="79"/>
                    <a:pt x="80" y="95"/>
                    <a:pt x="63" y="95"/>
                  </a:cubicBezTo>
                  <a:lnTo>
                    <a:pt x="32" y="95"/>
                  </a:lnTo>
                  <a:lnTo>
                    <a:pt x="32" y="95"/>
                  </a:lnTo>
                  <a:cubicBezTo>
                    <a:pt x="17" y="95"/>
                    <a:pt x="17" y="95"/>
                    <a:pt x="0" y="79"/>
                  </a:cubicBezTo>
                  <a:lnTo>
                    <a:pt x="0" y="111"/>
                  </a:lnTo>
                  <a:cubicBezTo>
                    <a:pt x="17" y="127"/>
                    <a:pt x="32" y="127"/>
                    <a:pt x="32" y="127"/>
                  </a:cubicBezTo>
                  <a:lnTo>
                    <a:pt x="48" y="127"/>
                  </a:lnTo>
                  <a:lnTo>
                    <a:pt x="48" y="127"/>
                  </a:lnTo>
                  <a:lnTo>
                    <a:pt x="126" y="95"/>
                  </a:lnTo>
                  <a:lnTo>
                    <a:pt x="158" y="79"/>
                  </a:lnTo>
                  <a:cubicBezTo>
                    <a:pt x="158" y="64"/>
                    <a:pt x="158" y="64"/>
                    <a:pt x="174" y="64"/>
                  </a:cubicBezTo>
                  <a:lnTo>
                    <a:pt x="189" y="48"/>
                  </a:lnTo>
                  <a:lnTo>
                    <a:pt x="189" y="16"/>
                  </a:lnTo>
                  <a:cubicBezTo>
                    <a:pt x="189" y="16"/>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91" name="Google Shape;591;p35"/>
            <p:cNvSpPr/>
            <p:nvPr/>
          </p:nvSpPr>
          <p:spPr>
            <a:xfrm>
              <a:off x="3338362" y="1812806"/>
              <a:ext cx="4516" cy="3021"/>
            </a:xfrm>
            <a:custGeom>
              <a:avLst/>
              <a:gdLst/>
              <a:ahLst/>
              <a:cxnLst/>
              <a:rect l="l" t="t" r="r" b="b"/>
              <a:pathLst>
                <a:path w="142" h="95" extrusionOk="0">
                  <a:moveTo>
                    <a:pt x="127" y="0"/>
                  </a:moveTo>
                  <a:lnTo>
                    <a:pt x="95" y="17"/>
                  </a:lnTo>
                  <a:lnTo>
                    <a:pt x="47" y="32"/>
                  </a:lnTo>
                  <a:cubicBezTo>
                    <a:pt x="47" y="48"/>
                    <a:pt x="32" y="63"/>
                    <a:pt x="16" y="63"/>
                  </a:cubicBezTo>
                  <a:lnTo>
                    <a:pt x="16" y="63"/>
                  </a:lnTo>
                  <a:lnTo>
                    <a:pt x="1" y="63"/>
                  </a:lnTo>
                  <a:lnTo>
                    <a:pt x="1" y="80"/>
                  </a:lnTo>
                  <a:cubicBezTo>
                    <a:pt x="1" y="95"/>
                    <a:pt x="1" y="95"/>
                    <a:pt x="16" y="95"/>
                  </a:cubicBezTo>
                  <a:lnTo>
                    <a:pt x="32" y="95"/>
                  </a:lnTo>
                  <a:cubicBezTo>
                    <a:pt x="32" y="95"/>
                    <a:pt x="32" y="80"/>
                    <a:pt x="47" y="80"/>
                  </a:cubicBezTo>
                  <a:lnTo>
                    <a:pt x="64" y="63"/>
                  </a:lnTo>
                  <a:lnTo>
                    <a:pt x="79" y="63"/>
                  </a:lnTo>
                  <a:lnTo>
                    <a:pt x="79" y="63"/>
                  </a:lnTo>
                  <a:cubicBezTo>
                    <a:pt x="95" y="63"/>
                    <a:pt x="95" y="63"/>
                    <a:pt x="110" y="80"/>
                  </a:cubicBezTo>
                  <a:lnTo>
                    <a:pt x="110" y="80"/>
                  </a:lnTo>
                  <a:lnTo>
                    <a:pt x="142" y="63"/>
                  </a:lnTo>
                  <a:lnTo>
                    <a:pt x="127" y="63"/>
                  </a:lnTo>
                  <a:cubicBezTo>
                    <a:pt x="110" y="48"/>
                    <a:pt x="110" y="48"/>
                    <a:pt x="110" y="32"/>
                  </a:cubicBezTo>
                  <a:cubicBezTo>
                    <a:pt x="110" y="17"/>
                    <a:pt x="110"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92" name="Google Shape;592;p35"/>
            <p:cNvSpPr/>
            <p:nvPr/>
          </p:nvSpPr>
          <p:spPr>
            <a:xfrm>
              <a:off x="3182015" y="1804792"/>
              <a:ext cx="3053" cy="4548"/>
            </a:xfrm>
            <a:custGeom>
              <a:avLst/>
              <a:gdLst/>
              <a:ahLst/>
              <a:cxnLst/>
              <a:rect l="l" t="t" r="r" b="b"/>
              <a:pathLst>
                <a:path w="96" h="143" extrusionOk="0">
                  <a:moveTo>
                    <a:pt x="16" y="0"/>
                  </a:moveTo>
                  <a:lnTo>
                    <a:pt x="16" y="0"/>
                  </a:lnTo>
                  <a:lnTo>
                    <a:pt x="16" y="0"/>
                  </a:lnTo>
                  <a:cubicBezTo>
                    <a:pt x="1" y="0"/>
                    <a:pt x="1" y="0"/>
                    <a:pt x="1" y="16"/>
                  </a:cubicBezTo>
                  <a:lnTo>
                    <a:pt x="16" y="95"/>
                  </a:lnTo>
                  <a:lnTo>
                    <a:pt x="16" y="111"/>
                  </a:lnTo>
                  <a:lnTo>
                    <a:pt x="47" y="142"/>
                  </a:lnTo>
                  <a:lnTo>
                    <a:pt x="64" y="142"/>
                  </a:lnTo>
                  <a:cubicBezTo>
                    <a:pt x="79" y="126"/>
                    <a:pt x="95" y="111"/>
                    <a:pt x="79" y="95"/>
                  </a:cubicBezTo>
                  <a:lnTo>
                    <a:pt x="47" y="16"/>
                  </a:lnTo>
                  <a:cubicBezTo>
                    <a:pt x="47" y="16"/>
                    <a:pt x="32" y="0"/>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93" name="Google Shape;593;p35"/>
            <p:cNvSpPr/>
            <p:nvPr/>
          </p:nvSpPr>
          <p:spPr>
            <a:xfrm>
              <a:off x="3036704" y="1799767"/>
              <a:ext cx="5534" cy="4548"/>
            </a:xfrm>
            <a:custGeom>
              <a:avLst/>
              <a:gdLst/>
              <a:ahLst/>
              <a:cxnLst/>
              <a:rect l="l" t="t" r="r" b="b"/>
              <a:pathLst>
                <a:path w="174" h="143" extrusionOk="0">
                  <a:moveTo>
                    <a:pt x="110" y="1"/>
                  </a:moveTo>
                  <a:lnTo>
                    <a:pt x="110" y="1"/>
                  </a:lnTo>
                  <a:lnTo>
                    <a:pt x="95" y="1"/>
                  </a:lnTo>
                  <a:lnTo>
                    <a:pt x="95" y="1"/>
                  </a:lnTo>
                  <a:cubicBezTo>
                    <a:pt x="79" y="1"/>
                    <a:pt x="64" y="17"/>
                    <a:pt x="64" y="32"/>
                  </a:cubicBezTo>
                  <a:lnTo>
                    <a:pt x="47" y="64"/>
                  </a:lnTo>
                  <a:lnTo>
                    <a:pt x="47" y="64"/>
                  </a:lnTo>
                  <a:lnTo>
                    <a:pt x="32" y="64"/>
                  </a:lnTo>
                  <a:lnTo>
                    <a:pt x="32" y="64"/>
                  </a:lnTo>
                  <a:cubicBezTo>
                    <a:pt x="16" y="64"/>
                    <a:pt x="16" y="64"/>
                    <a:pt x="1" y="80"/>
                  </a:cubicBezTo>
                  <a:cubicBezTo>
                    <a:pt x="1" y="95"/>
                    <a:pt x="1" y="111"/>
                    <a:pt x="16" y="111"/>
                  </a:cubicBezTo>
                  <a:cubicBezTo>
                    <a:pt x="1" y="95"/>
                    <a:pt x="16" y="80"/>
                    <a:pt x="32" y="80"/>
                  </a:cubicBezTo>
                  <a:lnTo>
                    <a:pt x="47" y="80"/>
                  </a:lnTo>
                  <a:lnTo>
                    <a:pt x="47" y="80"/>
                  </a:lnTo>
                  <a:cubicBezTo>
                    <a:pt x="64" y="80"/>
                    <a:pt x="64" y="80"/>
                    <a:pt x="79" y="95"/>
                  </a:cubicBezTo>
                  <a:lnTo>
                    <a:pt x="95" y="127"/>
                  </a:lnTo>
                  <a:lnTo>
                    <a:pt x="95" y="143"/>
                  </a:lnTo>
                  <a:lnTo>
                    <a:pt x="110" y="127"/>
                  </a:lnTo>
                  <a:lnTo>
                    <a:pt x="110" y="95"/>
                  </a:lnTo>
                  <a:lnTo>
                    <a:pt x="127" y="111"/>
                  </a:lnTo>
                  <a:lnTo>
                    <a:pt x="142" y="111"/>
                  </a:lnTo>
                  <a:cubicBezTo>
                    <a:pt x="173" y="95"/>
                    <a:pt x="173" y="80"/>
                    <a:pt x="158" y="64"/>
                  </a:cubicBezTo>
                  <a:lnTo>
                    <a:pt x="142" y="17"/>
                  </a:lnTo>
                  <a:cubicBezTo>
                    <a:pt x="142" y="1"/>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94" name="Google Shape;594;p35"/>
            <p:cNvSpPr/>
            <p:nvPr/>
          </p:nvSpPr>
          <p:spPr>
            <a:xfrm>
              <a:off x="3443600" y="1804283"/>
              <a:ext cx="4039" cy="6042"/>
            </a:xfrm>
            <a:custGeom>
              <a:avLst/>
              <a:gdLst/>
              <a:ahLst/>
              <a:cxnLst/>
              <a:rect l="l" t="t" r="r" b="b"/>
              <a:pathLst>
                <a:path w="127" h="190" extrusionOk="0">
                  <a:moveTo>
                    <a:pt x="95" y="1"/>
                  </a:moveTo>
                  <a:lnTo>
                    <a:pt x="63" y="16"/>
                  </a:lnTo>
                  <a:cubicBezTo>
                    <a:pt x="63" y="32"/>
                    <a:pt x="63" y="32"/>
                    <a:pt x="47" y="32"/>
                  </a:cubicBezTo>
                  <a:lnTo>
                    <a:pt x="47" y="32"/>
                  </a:lnTo>
                  <a:lnTo>
                    <a:pt x="32" y="32"/>
                  </a:lnTo>
                  <a:cubicBezTo>
                    <a:pt x="32" y="32"/>
                    <a:pt x="32" y="48"/>
                    <a:pt x="15" y="64"/>
                  </a:cubicBezTo>
                  <a:cubicBezTo>
                    <a:pt x="15" y="79"/>
                    <a:pt x="32" y="95"/>
                    <a:pt x="47" y="111"/>
                  </a:cubicBezTo>
                  <a:lnTo>
                    <a:pt x="15" y="127"/>
                  </a:lnTo>
                  <a:cubicBezTo>
                    <a:pt x="0" y="142"/>
                    <a:pt x="0" y="158"/>
                    <a:pt x="0" y="174"/>
                  </a:cubicBezTo>
                  <a:cubicBezTo>
                    <a:pt x="15" y="190"/>
                    <a:pt x="32" y="190"/>
                    <a:pt x="32" y="190"/>
                  </a:cubicBezTo>
                  <a:lnTo>
                    <a:pt x="47" y="190"/>
                  </a:lnTo>
                  <a:lnTo>
                    <a:pt x="63" y="190"/>
                  </a:lnTo>
                  <a:lnTo>
                    <a:pt x="95" y="158"/>
                  </a:lnTo>
                  <a:lnTo>
                    <a:pt x="95" y="142"/>
                  </a:lnTo>
                  <a:cubicBezTo>
                    <a:pt x="110" y="142"/>
                    <a:pt x="110" y="127"/>
                    <a:pt x="126" y="127"/>
                  </a:cubicBezTo>
                  <a:cubicBezTo>
                    <a:pt x="126" y="95"/>
                    <a:pt x="110" y="79"/>
                    <a:pt x="95" y="64"/>
                  </a:cubicBezTo>
                  <a:lnTo>
                    <a:pt x="95" y="64"/>
                  </a:lnTo>
                  <a:lnTo>
                    <a:pt x="95" y="64"/>
                  </a:lnTo>
                  <a:cubicBezTo>
                    <a:pt x="110" y="64"/>
                    <a:pt x="126" y="32"/>
                    <a:pt x="110" y="16"/>
                  </a:cubicBezTo>
                  <a:cubicBezTo>
                    <a:pt x="110" y="16"/>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95" name="Google Shape;595;p35"/>
            <p:cNvSpPr/>
            <p:nvPr/>
          </p:nvSpPr>
          <p:spPr>
            <a:xfrm>
              <a:off x="3309293" y="1813315"/>
              <a:ext cx="6042" cy="5534"/>
            </a:xfrm>
            <a:custGeom>
              <a:avLst/>
              <a:gdLst/>
              <a:ahLst/>
              <a:cxnLst/>
              <a:rect l="l" t="t" r="r" b="b"/>
              <a:pathLst>
                <a:path w="190" h="174" extrusionOk="0">
                  <a:moveTo>
                    <a:pt x="110" y="1"/>
                  </a:moveTo>
                  <a:cubicBezTo>
                    <a:pt x="127" y="1"/>
                    <a:pt x="127" y="16"/>
                    <a:pt x="110" y="16"/>
                  </a:cubicBezTo>
                  <a:cubicBezTo>
                    <a:pt x="110" y="32"/>
                    <a:pt x="95" y="47"/>
                    <a:pt x="79" y="47"/>
                  </a:cubicBezTo>
                  <a:lnTo>
                    <a:pt x="64" y="32"/>
                  </a:lnTo>
                  <a:lnTo>
                    <a:pt x="16" y="16"/>
                  </a:lnTo>
                  <a:lnTo>
                    <a:pt x="16" y="1"/>
                  </a:lnTo>
                  <a:cubicBezTo>
                    <a:pt x="16" y="16"/>
                    <a:pt x="16" y="16"/>
                    <a:pt x="1" y="16"/>
                  </a:cubicBezTo>
                  <a:lnTo>
                    <a:pt x="1" y="32"/>
                  </a:lnTo>
                  <a:lnTo>
                    <a:pt x="1" y="47"/>
                  </a:lnTo>
                  <a:lnTo>
                    <a:pt x="1" y="47"/>
                  </a:lnTo>
                  <a:lnTo>
                    <a:pt x="1" y="47"/>
                  </a:lnTo>
                  <a:cubicBezTo>
                    <a:pt x="16" y="47"/>
                    <a:pt x="32" y="47"/>
                    <a:pt x="32" y="64"/>
                  </a:cubicBezTo>
                  <a:lnTo>
                    <a:pt x="32" y="64"/>
                  </a:lnTo>
                  <a:lnTo>
                    <a:pt x="64" y="64"/>
                  </a:lnTo>
                  <a:lnTo>
                    <a:pt x="64" y="47"/>
                  </a:lnTo>
                  <a:cubicBezTo>
                    <a:pt x="79" y="47"/>
                    <a:pt x="79" y="47"/>
                    <a:pt x="95" y="64"/>
                  </a:cubicBezTo>
                  <a:lnTo>
                    <a:pt x="110" y="64"/>
                  </a:lnTo>
                  <a:lnTo>
                    <a:pt x="110" y="79"/>
                  </a:lnTo>
                  <a:lnTo>
                    <a:pt x="110" y="127"/>
                  </a:lnTo>
                  <a:lnTo>
                    <a:pt x="110" y="142"/>
                  </a:lnTo>
                  <a:cubicBezTo>
                    <a:pt x="110" y="158"/>
                    <a:pt x="127" y="173"/>
                    <a:pt x="142" y="173"/>
                  </a:cubicBezTo>
                  <a:lnTo>
                    <a:pt x="142" y="173"/>
                  </a:lnTo>
                  <a:cubicBezTo>
                    <a:pt x="173" y="173"/>
                    <a:pt x="190" y="158"/>
                    <a:pt x="173" y="142"/>
                  </a:cubicBezTo>
                  <a:lnTo>
                    <a:pt x="173" y="127"/>
                  </a:lnTo>
                  <a:lnTo>
                    <a:pt x="173" y="32"/>
                  </a:lnTo>
                  <a:cubicBezTo>
                    <a:pt x="173" y="16"/>
                    <a:pt x="158" y="16"/>
                    <a:pt x="142" y="1"/>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96" name="Google Shape;596;p35"/>
            <p:cNvSpPr/>
            <p:nvPr/>
          </p:nvSpPr>
          <p:spPr>
            <a:xfrm>
              <a:off x="3320329" y="1775246"/>
              <a:ext cx="5025" cy="3498"/>
            </a:xfrm>
            <a:custGeom>
              <a:avLst/>
              <a:gdLst/>
              <a:ahLst/>
              <a:cxnLst/>
              <a:rect l="l" t="t" r="r" b="b"/>
              <a:pathLst>
                <a:path w="158" h="110" extrusionOk="0">
                  <a:moveTo>
                    <a:pt x="126" y="0"/>
                  </a:moveTo>
                  <a:lnTo>
                    <a:pt x="110" y="0"/>
                  </a:lnTo>
                  <a:lnTo>
                    <a:pt x="110" y="0"/>
                  </a:lnTo>
                  <a:lnTo>
                    <a:pt x="79" y="15"/>
                  </a:lnTo>
                  <a:lnTo>
                    <a:pt x="47" y="15"/>
                  </a:lnTo>
                  <a:lnTo>
                    <a:pt x="32" y="15"/>
                  </a:lnTo>
                  <a:lnTo>
                    <a:pt x="32" y="15"/>
                  </a:lnTo>
                  <a:cubicBezTo>
                    <a:pt x="16" y="15"/>
                    <a:pt x="16" y="15"/>
                    <a:pt x="16" y="32"/>
                  </a:cubicBezTo>
                  <a:lnTo>
                    <a:pt x="16" y="32"/>
                  </a:lnTo>
                  <a:lnTo>
                    <a:pt x="0" y="32"/>
                  </a:lnTo>
                  <a:lnTo>
                    <a:pt x="0" y="32"/>
                  </a:lnTo>
                  <a:cubicBezTo>
                    <a:pt x="0" y="47"/>
                    <a:pt x="16" y="47"/>
                    <a:pt x="16" y="63"/>
                  </a:cubicBezTo>
                  <a:lnTo>
                    <a:pt x="32" y="95"/>
                  </a:lnTo>
                  <a:lnTo>
                    <a:pt x="32" y="95"/>
                  </a:lnTo>
                  <a:lnTo>
                    <a:pt x="32" y="95"/>
                  </a:lnTo>
                  <a:cubicBezTo>
                    <a:pt x="47" y="110"/>
                    <a:pt x="63" y="110"/>
                    <a:pt x="79" y="110"/>
                  </a:cubicBezTo>
                  <a:lnTo>
                    <a:pt x="79" y="110"/>
                  </a:lnTo>
                  <a:lnTo>
                    <a:pt x="79" y="110"/>
                  </a:lnTo>
                  <a:lnTo>
                    <a:pt x="110" y="110"/>
                  </a:lnTo>
                  <a:cubicBezTo>
                    <a:pt x="110" y="95"/>
                    <a:pt x="126" y="78"/>
                    <a:pt x="126" y="78"/>
                  </a:cubicBezTo>
                  <a:lnTo>
                    <a:pt x="158" y="63"/>
                  </a:lnTo>
                  <a:lnTo>
                    <a:pt x="158" y="47"/>
                  </a:lnTo>
                  <a:lnTo>
                    <a:pt x="158" y="15"/>
                  </a:lnTo>
                  <a:lnTo>
                    <a:pt x="142"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97" name="Google Shape;597;p35"/>
            <p:cNvSpPr/>
            <p:nvPr/>
          </p:nvSpPr>
          <p:spPr>
            <a:xfrm>
              <a:off x="3013137" y="1799290"/>
              <a:ext cx="3053" cy="6042"/>
            </a:xfrm>
            <a:custGeom>
              <a:avLst/>
              <a:gdLst/>
              <a:ahLst/>
              <a:cxnLst/>
              <a:rect l="l" t="t" r="r" b="b"/>
              <a:pathLst>
                <a:path w="96" h="190" extrusionOk="0">
                  <a:moveTo>
                    <a:pt x="48" y="0"/>
                  </a:moveTo>
                  <a:lnTo>
                    <a:pt x="48" y="0"/>
                  </a:lnTo>
                  <a:cubicBezTo>
                    <a:pt x="32" y="0"/>
                    <a:pt x="17" y="16"/>
                    <a:pt x="17" y="16"/>
                  </a:cubicBezTo>
                  <a:lnTo>
                    <a:pt x="17" y="32"/>
                  </a:lnTo>
                  <a:cubicBezTo>
                    <a:pt x="1" y="47"/>
                    <a:pt x="1" y="63"/>
                    <a:pt x="1" y="79"/>
                  </a:cubicBezTo>
                  <a:cubicBezTo>
                    <a:pt x="17" y="110"/>
                    <a:pt x="48" y="142"/>
                    <a:pt x="80" y="189"/>
                  </a:cubicBezTo>
                  <a:cubicBezTo>
                    <a:pt x="95" y="158"/>
                    <a:pt x="95" y="142"/>
                    <a:pt x="95" y="110"/>
                  </a:cubicBezTo>
                  <a:lnTo>
                    <a:pt x="95" y="95"/>
                  </a:lnTo>
                  <a:cubicBezTo>
                    <a:pt x="95" y="79"/>
                    <a:pt x="80" y="79"/>
                    <a:pt x="80" y="63"/>
                  </a:cubicBezTo>
                  <a:lnTo>
                    <a:pt x="80" y="47"/>
                  </a:lnTo>
                  <a:lnTo>
                    <a:pt x="80" y="32"/>
                  </a:lnTo>
                  <a:cubicBezTo>
                    <a:pt x="80" y="32"/>
                    <a:pt x="80" y="16"/>
                    <a:pt x="64" y="0"/>
                  </a:cubicBezTo>
                  <a:lnTo>
                    <a:pt x="64"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98" name="Google Shape;598;p35"/>
            <p:cNvSpPr/>
            <p:nvPr/>
          </p:nvSpPr>
          <p:spPr>
            <a:xfrm>
              <a:off x="3179025" y="1783261"/>
              <a:ext cx="3021" cy="2512"/>
            </a:xfrm>
            <a:custGeom>
              <a:avLst/>
              <a:gdLst/>
              <a:ahLst/>
              <a:cxnLst/>
              <a:rect l="l" t="t" r="r" b="b"/>
              <a:pathLst>
                <a:path w="95" h="79" extrusionOk="0">
                  <a:moveTo>
                    <a:pt x="95" y="0"/>
                  </a:moveTo>
                  <a:cubicBezTo>
                    <a:pt x="78" y="0"/>
                    <a:pt x="63" y="15"/>
                    <a:pt x="47" y="15"/>
                  </a:cubicBezTo>
                  <a:cubicBezTo>
                    <a:pt x="32" y="15"/>
                    <a:pt x="32" y="15"/>
                    <a:pt x="15" y="0"/>
                  </a:cubicBezTo>
                  <a:lnTo>
                    <a:pt x="0" y="47"/>
                  </a:lnTo>
                  <a:cubicBezTo>
                    <a:pt x="0" y="63"/>
                    <a:pt x="15" y="78"/>
                    <a:pt x="32" y="78"/>
                  </a:cubicBezTo>
                  <a:lnTo>
                    <a:pt x="47" y="78"/>
                  </a:lnTo>
                  <a:lnTo>
                    <a:pt x="63" y="78"/>
                  </a:lnTo>
                  <a:lnTo>
                    <a:pt x="78" y="63"/>
                  </a:lnTo>
                  <a:lnTo>
                    <a:pt x="78" y="32"/>
                  </a:lnTo>
                  <a:lnTo>
                    <a:pt x="78"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99" name="Google Shape;599;p35"/>
            <p:cNvSpPr/>
            <p:nvPr/>
          </p:nvSpPr>
          <p:spPr>
            <a:xfrm>
              <a:off x="3327835" y="1766214"/>
              <a:ext cx="3562" cy="4039"/>
            </a:xfrm>
            <a:custGeom>
              <a:avLst/>
              <a:gdLst/>
              <a:ahLst/>
              <a:cxnLst/>
              <a:rect l="l" t="t" r="r" b="b"/>
              <a:pathLst>
                <a:path w="112" h="127" extrusionOk="0">
                  <a:moveTo>
                    <a:pt x="63" y="1"/>
                  </a:moveTo>
                  <a:lnTo>
                    <a:pt x="63" y="1"/>
                  </a:lnTo>
                  <a:cubicBezTo>
                    <a:pt x="48" y="16"/>
                    <a:pt x="32" y="16"/>
                    <a:pt x="32" y="32"/>
                  </a:cubicBezTo>
                  <a:lnTo>
                    <a:pt x="0" y="64"/>
                  </a:lnTo>
                  <a:lnTo>
                    <a:pt x="0" y="79"/>
                  </a:lnTo>
                  <a:cubicBezTo>
                    <a:pt x="0" y="95"/>
                    <a:pt x="0" y="110"/>
                    <a:pt x="16" y="110"/>
                  </a:cubicBezTo>
                  <a:lnTo>
                    <a:pt x="32" y="110"/>
                  </a:lnTo>
                  <a:lnTo>
                    <a:pt x="48" y="110"/>
                  </a:lnTo>
                  <a:cubicBezTo>
                    <a:pt x="63" y="127"/>
                    <a:pt x="63" y="127"/>
                    <a:pt x="80" y="127"/>
                  </a:cubicBezTo>
                  <a:lnTo>
                    <a:pt x="95" y="127"/>
                  </a:lnTo>
                  <a:cubicBezTo>
                    <a:pt x="95" y="127"/>
                    <a:pt x="111" y="110"/>
                    <a:pt x="111" y="95"/>
                  </a:cubicBezTo>
                  <a:lnTo>
                    <a:pt x="111" y="79"/>
                  </a:lnTo>
                  <a:lnTo>
                    <a:pt x="95" y="32"/>
                  </a:lnTo>
                  <a:cubicBezTo>
                    <a:pt x="95"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00" name="Google Shape;600;p35"/>
            <p:cNvSpPr/>
            <p:nvPr/>
          </p:nvSpPr>
          <p:spPr>
            <a:xfrm>
              <a:off x="3439052" y="1772702"/>
              <a:ext cx="5565" cy="7060"/>
            </a:xfrm>
            <a:custGeom>
              <a:avLst/>
              <a:gdLst/>
              <a:ahLst/>
              <a:cxnLst/>
              <a:rect l="l" t="t" r="r" b="b"/>
              <a:pathLst>
                <a:path w="175" h="222" extrusionOk="0">
                  <a:moveTo>
                    <a:pt x="32" y="1"/>
                  </a:moveTo>
                  <a:lnTo>
                    <a:pt x="32" y="1"/>
                  </a:lnTo>
                  <a:cubicBezTo>
                    <a:pt x="17" y="1"/>
                    <a:pt x="1" y="17"/>
                    <a:pt x="1" y="17"/>
                  </a:cubicBezTo>
                  <a:cubicBezTo>
                    <a:pt x="1" y="32"/>
                    <a:pt x="1" y="64"/>
                    <a:pt x="17" y="64"/>
                  </a:cubicBezTo>
                  <a:lnTo>
                    <a:pt x="32" y="64"/>
                  </a:lnTo>
                  <a:lnTo>
                    <a:pt x="17" y="95"/>
                  </a:lnTo>
                  <a:cubicBezTo>
                    <a:pt x="1" y="112"/>
                    <a:pt x="1" y="127"/>
                    <a:pt x="17" y="143"/>
                  </a:cubicBezTo>
                  <a:lnTo>
                    <a:pt x="64" y="206"/>
                  </a:lnTo>
                  <a:cubicBezTo>
                    <a:pt x="80" y="221"/>
                    <a:pt x="80" y="221"/>
                    <a:pt x="95" y="221"/>
                  </a:cubicBezTo>
                  <a:lnTo>
                    <a:pt x="95" y="221"/>
                  </a:lnTo>
                  <a:lnTo>
                    <a:pt x="95" y="221"/>
                  </a:lnTo>
                  <a:lnTo>
                    <a:pt x="95" y="221"/>
                  </a:lnTo>
                  <a:cubicBezTo>
                    <a:pt x="112" y="221"/>
                    <a:pt x="127" y="206"/>
                    <a:pt x="127" y="206"/>
                  </a:cubicBezTo>
                  <a:lnTo>
                    <a:pt x="143" y="175"/>
                  </a:lnTo>
                  <a:lnTo>
                    <a:pt x="158" y="127"/>
                  </a:lnTo>
                  <a:cubicBezTo>
                    <a:pt x="175" y="112"/>
                    <a:pt x="175" y="95"/>
                    <a:pt x="158" y="80"/>
                  </a:cubicBezTo>
                  <a:lnTo>
                    <a:pt x="143" y="80"/>
                  </a:lnTo>
                  <a:cubicBezTo>
                    <a:pt x="143" y="95"/>
                    <a:pt x="143" y="95"/>
                    <a:pt x="127" y="112"/>
                  </a:cubicBezTo>
                  <a:lnTo>
                    <a:pt x="95" y="127"/>
                  </a:lnTo>
                  <a:lnTo>
                    <a:pt x="95" y="127"/>
                  </a:lnTo>
                  <a:lnTo>
                    <a:pt x="80" y="127"/>
                  </a:lnTo>
                  <a:lnTo>
                    <a:pt x="80" y="127"/>
                  </a:lnTo>
                  <a:lnTo>
                    <a:pt x="64" y="127"/>
                  </a:lnTo>
                  <a:cubicBezTo>
                    <a:pt x="64" y="127"/>
                    <a:pt x="49" y="127"/>
                    <a:pt x="32" y="112"/>
                  </a:cubicBezTo>
                  <a:cubicBezTo>
                    <a:pt x="32" y="95"/>
                    <a:pt x="32" y="64"/>
                    <a:pt x="64" y="64"/>
                  </a:cubicBezTo>
                  <a:lnTo>
                    <a:pt x="95" y="49"/>
                  </a:lnTo>
                  <a:lnTo>
                    <a:pt x="95" y="49"/>
                  </a:ln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01" name="Google Shape;601;p35"/>
            <p:cNvSpPr/>
            <p:nvPr/>
          </p:nvSpPr>
          <p:spPr>
            <a:xfrm>
              <a:off x="3180011" y="1801771"/>
              <a:ext cx="2512" cy="7060"/>
            </a:xfrm>
            <a:custGeom>
              <a:avLst/>
              <a:gdLst/>
              <a:ahLst/>
              <a:cxnLst/>
              <a:rect l="l" t="t" r="r" b="b"/>
              <a:pathLst>
                <a:path w="79" h="222" extrusionOk="0">
                  <a:moveTo>
                    <a:pt x="32" y="1"/>
                  </a:moveTo>
                  <a:lnTo>
                    <a:pt x="32" y="1"/>
                  </a:lnTo>
                  <a:cubicBezTo>
                    <a:pt x="47" y="17"/>
                    <a:pt x="32" y="32"/>
                    <a:pt x="16" y="48"/>
                  </a:cubicBezTo>
                  <a:lnTo>
                    <a:pt x="1" y="48"/>
                  </a:lnTo>
                  <a:lnTo>
                    <a:pt x="32" y="95"/>
                  </a:lnTo>
                  <a:cubicBezTo>
                    <a:pt x="32" y="111"/>
                    <a:pt x="32" y="143"/>
                    <a:pt x="16" y="143"/>
                  </a:cubicBezTo>
                  <a:lnTo>
                    <a:pt x="1" y="158"/>
                  </a:lnTo>
                  <a:lnTo>
                    <a:pt x="1" y="190"/>
                  </a:lnTo>
                  <a:cubicBezTo>
                    <a:pt x="1" y="206"/>
                    <a:pt x="16" y="221"/>
                    <a:pt x="32" y="221"/>
                  </a:cubicBezTo>
                  <a:lnTo>
                    <a:pt x="32" y="221"/>
                  </a:lnTo>
                  <a:cubicBezTo>
                    <a:pt x="64" y="221"/>
                    <a:pt x="79" y="206"/>
                    <a:pt x="79" y="190"/>
                  </a:cubicBezTo>
                  <a:lnTo>
                    <a:pt x="79" y="190"/>
                  </a:lnTo>
                  <a:lnTo>
                    <a:pt x="64" y="111"/>
                  </a:lnTo>
                  <a:lnTo>
                    <a:pt x="64"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02" name="Google Shape;602;p35"/>
            <p:cNvSpPr/>
            <p:nvPr/>
          </p:nvSpPr>
          <p:spPr>
            <a:xfrm>
              <a:off x="3170470" y="1801771"/>
              <a:ext cx="5565" cy="3053"/>
            </a:xfrm>
            <a:custGeom>
              <a:avLst/>
              <a:gdLst/>
              <a:ahLst/>
              <a:cxnLst/>
              <a:rect l="l" t="t" r="r" b="b"/>
              <a:pathLst>
                <a:path w="175" h="96" extrusionOk="0">
                  <a:moveTo>
                    <a:pt x="143" y="1"/>
                  </a:moveTo>
                  <a:lnTo>
                    <a:pt x="143" y="1"/>
                  </a:lnTo>
                  <a:lnTo>
                    <a:pt x="127" y="17"/>
                  </a:lnTo>
                  <a:lnTo>
                    <a:pt x="49" y="17"/>
                  </a:lnTo>
                  <a:lnTo>
                    <a:pt x="32" y="17"/>
                  </a:lnTo>
                  <a:lnTo>
                    <a:pt x="1" y="17"/>
                  </a:lnTo>
                  <a:lnTo>
                    <a:pt x="1" y="17"/>
                  </a:lnTo>
                  <a:cubicBezTo>
                    <a:pt x="17" y="17"/>
                    <a:pt x="17" y="32"/>
                    <a:pt x="32" y="48"/>
                  </a:cubicBezTo>
                  <a:cubicBezTo>
                    <a:pt x="32" y="64"/>
                    <a:pt x="32" y="80"/>
                    <a:pt x="1" y="95"/>
                  </a:cubicBezTo>
                  <a:lnTo>
                    <a:pt x="1" y="95"/>
                  </a:lnTo>
                  <a:lnTo>
                    <a:pt x="17" y="95"/>
                  </a:lnTo>
                  <a:lnTo>
                    <a:pt x="17" y="95"/>
                  </a:lnTo>
                  <a:lnTo>
                    <a:pt x="112" y="80"/>
                  </a:lnTo>
                  <a:lnTo>
                    <a:pt x="158" y="80"/>
                  </a:lnTo>
                  <a:lnTo>
                    <a:pt x="175" y="64"/>
                  </a:lnTo>
                  <a:cubicBezTo>
                    <a:pt x="158" y="64"/>
                    <a:pt x="158" y="48"/>
                    <a:pt x="158" y="32"/>
                  </a:cubicBezTo>
                  <a:lnTo>
                    <a:pt x="175" y="17"/>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03" name="Google Shape;603;p35"/>
            <p:cNvSpPr/>
            <p:nvPr/>
          </p:nvSpPr>
          <p:spPr>
            <a:xfrm>
              <a:off x="3158448" y="1804792"/>
              <a:ext cx="5565" cy="3021"/>
            </a:xfrm>
            <a:custGeom>
              <a:avLst/>
              <a:gdLst/>
              <a:ahLst/>
              <a:cxnLst/>
              <a:rect l="l" t="t" r="r" b="b"/>
              <a:pathLst>
                <a:path w="175" h="95" extrusionOk="0">
                  <a:moveTo>
                    <a:pt x="32" y="0"/>
                  </a:moveTo>
                  <a:lnTo>
                    <a:pt x="32" y="0"/>
                  </a:lnTo>
                  <a:lnTo>
                    <a:pt x="17" y="0"/>
                  </a:lnTo>
                  <a:cubicBezTo>
                    <a:pt x="1" y="0"/>
                    <a:pt x="1" y="32"/>
                    <a:pt x="1" y="48"/>
                  </a:cubicBezTo>
                  <a:cubicBezTo>
                    <a:pt x="17" y="48"/>
                    <a:pt x="17" y="48"/>
                    <a:pt x="17" y="63"/>
                  </a:cubicBezTo>
                  <a:lnTo>
                    <a:pt x="17" y="63"/>
                  </a:lnTo>
                  <a:lnTo>
                    <a:pt x="17" y="48"/>
                  </a:lnTo>
                  <a:cubicBezTo>
                    <a:pt x="32" y="32"/>
                    <a:pt x="32" y="16"/>
                    <a:pt x="49" y="16"/>
                  </a:cubicBezTo>
                  <a:lnTo>
                    <a:pt x="49" y="16"/>
                  </a:lnTo>
                  <a:cubicBezTo>
                    <a:pt x="64" y="16"/>
                    <a:pt x="64" y="16"/>
                    <a:pt x="64" y="32"/>
                  </a:cubicBezTo>
                  <a:cubicBezTo>
                    <a:pt x="80" y="32"/>
                    <a:pt x="95" y="48"/>
                    <a:pt x="80" y="63"/>
                  </a:cubicBezTo>
                  <a:lnTo>
                    <a:pt x="80" y="95"/>
                  </a:lnTo>
                  <a:lnTo>
                    <a:pt x="95" y="95"/>
                  </a:lnTo>
                  <a:lnTo>
                    <a:pt x="95" y="95"/>
                  </a:lnTo>
                  <a:lnTo>
                    <a:pt x="95" y="63"/>
                  </a:lnTo>
                  <a:cubicBezTo>
                    <a:pt x="95" y="48"/>
                    <a:pt x="112" y="32"/>
                    <a:pt x="127" y="32"/>
                  </a:cubicBezTo>
                  <a:lnTo>
                    <a:pt x="127" y="32"/>
                  </a:lnTo>
                  <a:lnTo>
                    <a:pt x="127" y="32"/>
                  </a:lnTo>
                  <a:lnTo>
                    <a:pt x="158" y="48"/>
                  </a:lnTo>
                  <a:lnTo>
                    <a:pt x="175" y="48"/>
                  </a:lnTo>
                  <a:lnTo>
                    <a:pt x="158" y="32"/>
                  </a:lnTo>
                  <a:cubicBezTo>
                    <a:pt x="158" y="16"/>
                    <a:pt x="143" y="16"/>
                    <a:pt x="127" y="16"/>
                  </a:cubicBezTo>
                  <a:lnTo>
                    <a:pt x="112" y="16"/>
                  </a:lnTo>
                  <a:cubicBezTo>
                    <a:pt x="112" y="32"/>
                    <a:pt x="95" y="32"/>
                    <a:pt x="95" y="32"/>
                  </a:cubicBezTo>
                  <a:cubicBezTo>
                    <a:pt x="80" y="32"/>
                    <a:pt x="80" y="32"/>
                    <a:pt x="80" y="16"/>
                  </a:cubicBezTo>
                  <a:lnTo>
                    <a:pt x="64" y="16"/>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04" name="Google Shape;604;p35"/>
            <p:cNvSpPr/>
            <p:nvPr/>
          </p:nvSpPr>
          <p:spPr>
            <a:xfrm>
              <a:off x="3110361" y="1786250"/>
              <a:ext cx="4039" cy="3053"/>
            </a:xfrm>
            <a:custGeom>
              <a:avLst/>
              <a:gdLst/>
              <a:ahLst/>
              <a:cxnLst/>
              <a:rect l="l" t="t" r="r" b="b"/>
              <a:pathLst>
                <a:path w="127" h="96" extrusionOk="0">
                  <a:moveTo>
                    <a:pt x="95" y="1"/>
                  </a:moveTo>
                  <a:lnTo>
                    <a:pt x="80" y="1"/>
                  </a:lnTo>
                  <a:lnTo>
                    <a:pt x="63" y="1"/>
                  </a:lnTo>
                  <a:cubicBezTo>
                    <a:pt x="48" y="16"/>
                    <a:pt x="32" y="16"/>
                    <a:pt x="17" y="16"/>
                  </a:cubicBezTo>
                  <a:lnTo>
                    <a:pt x="17" y="47"/>
                  </a:lnTo>
                  <a:cubicBezTo>
                    <a:pt x="17" y="64"/>
                    <a:pt x="17" y="79"/>
                    <a:pt x="0" y="79"/>
                  </a:cubicBezTo>
                  <a:cubicBezTo>
                    <a:pt x="0" y="95"/>
                    <a:pt x="17" y="95"/>
                    <a:pt x="17" y="95"/>
                  </a:cubicBezTo>
                  <a:lnTo>
                    <a:pt x="32" y="95"/>
                  </a:lnTo>
                  <a:lnTo>
                    <a:pt x="80" y="79"/>
                  </a:lnTo>
                  <a:lnTo>
                    <a:pt x="80" y="79"/>
                  </a:lnTo>
                  <a:lnTo>
                    <a:pt x="95" y="64"/>
                  </a:lnTo>
                  <a:cubicBezTo>
                    <a:pt x="111" y="64"/>
                    <a:pt x="126" y="47"/>
                    <a:pt x="111" y="32"/>
                  </a:cubicBezTo>
                  <a:lnTo>
                    <a:pt x="111" y="16"/>
                  </a:lnTo>
                  <a:lnTo>
                    <a:pt x="111" y="16"/>
                  </a:lnTo>
                  <a:cubicBezTo>
                    <a:pt x="111" y="1"/>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05" name="Google Shape;605;p35"/>
            <p:cNvSpPr/>
            <p:nvPr/>
          </p:nvSpPr>
          <p:spPr>
            <a:xfrm>
              <a:off x="3245654" y="1824828"/>
              <a:ext cx="5025" cy="3562"/>
            </a:xfrm>
            <a:custGeom>
              <a:avLst/>
              <a:gdLst/>
              <a:ahLst/>
              <a:cxnLst/>
              <a:rect l="l" t="t" r="r" b="b"/>
              <a:pathLst>
                <a:path w="158" h="112" extrusionOk="0">
                  <a:moveTo>
                    <a:pt x="32" y="0"/>
                  </a:moveTo>
                  <a:lnTo>
                    <a:pt x="32" y="0"/>
                  </a:lnTo>
                  <a:lnTo>
                    <a:pt x="17" y="0"/>
                  </a:lnTo>
                  <a:cubicBezTo>
                    <a:pt x="0" y="0"/>
                    <a:pt x="0" y="17"/>
                    <a:pt x="0" y="32"/>
                  </a:cubicBezTo>
                  <a:cubicBezTo>
                    <a:pt x="0" y="48"/>
                    <a:pt x="17" y="63"/>
                    <a:pt x="32" y="63"/>
                  </a:cubicBezTo>
                  <a:lnTo>
                    <a:pt x="32" y="63"/>
                  </a:lnTo>
                  <a:lnTo>
                    <a:pt x="48" y="63"/>
                  </a:lnTo>
                  <a:cubicBezTo>
                    <a:pt x="48" y="80"/>
                    <a:pt x="63" y="111"/>
                    <a:pt x="95" y="111"/>
                  </a:cubicBezTo>
                  <a:lnTo>
                    <a:pt x="95" y="111"/>
                  </a:lnTo>
                  <a:cubicBezTo>
                    <a:pt x="126" y="111"/>
                    <a:pt x="143" y="80"/>
                    <a:pt x="158" y="63"/>
                  </a:cubicBezTo>
                  <a:lnTo>
                    <a:pt x="158" y="32"/>
                  </a:lnTo>
                  <a:cubicBezTo>
                    <a:pt x="158" y="32"/>
                    <a:pt x="158" y="17"/>
                    <a:pt x="143" y="17"/>
                  </a:cubicBezTo>
                  <a:lnTo>
                    <a:pt x="126" y="17"/>
                  </a:lnTo>
                  <a:cubicBezTo>
                    <a:pt x="111" y="17"/>
                    <a:pt x="111" y="17"/>
                    <a:pt x="95" y="32"/>
                  </a:cubicBezTo>
                  <a:lnTo>
                    <a:pt x="95" y="32"/>
                  </a:lnTo>
                  <a:lnTo>
                    <a:pt x="95" y="32"/>
                  </a:lnTo>
                  <a:lnTo>
                    <a:pt x="95" y="17"/>
                  </a:lnTo>
                  <a:cubicBezTo>
                    <a:pt x="80" y="17"/>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06" name="Google Shape;606;p35"/>
            <p:cNvSpPr/>
            <p:nvPr/>
          </p:nvSpPr>
          <p:spPr>
            <a:xfrm>
              <a:off x="3053751" y="1809308"/>
              <a:ext cx="5025" cy="4516"/>
            </a:xfrm>
            <a:custGeom>
              <a:avLst/>
              <a:gdLst/>
              <a:ahLst/>
              <a:cxnLst/>
              <a:rect l="l" t="t" r="r" b="b"/>
              <a:pathLst>
                <a:path w="158" h="142" extrusionOk="0">
                  <a:moveTo>
                    <a:pt x="126" y="0"/>
                  </a:moveTo>
                  <a:lnTo>
                    <a:pt x="126" y="0"/>
                  </a:lnTo>
                  <a:lnTo>
                    <a:pt x="95" y="0"/>
                  </a:lnTo>
                  <a:lnTo>
                    <a:pt x="16" y="95"/>
                  </a:lnTo>
                  <a:cubicBezTo>
                    <a:pt x="0" y="110"/>
                    <a:pt x="0" y="127"/>
                    <a:pt x="16" y="142"/>
                  </a:cubicBezTo>
                  <a:lnTo>
                    <a:pt x="32" y="142"/>
                  </a:lnTo>
                  <a:lnTo>
                    <a:pt x="63" y="142"/>
                  </a:lnTo>
                  <a:lnTo>
                    <a:pt x="142" y="47"/>
                  </a:lnTo>
                  <a:cubicBezTo>
                    <a:pt x="158" y="47"/>
                    <a:pt x="158" y="16"/>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07" name="Google Shape;607;p35"/>
            <p:cNvSpPr/>
            <p:nvPr/>
          </p:nvSpPr>
          <p:spPr>
            <a:xfrm>
              <a:off x="3337853" y="1788254"/>
              <a:ext cx="4039" cy="2512"/>
            </a:xfrm>
            <a:custGeom>
              <a:avLst/>
              <a:gdLst/>
              <a:ahLst/>
              <a:cxnLst/>
              <a:rect l="l" t="t" r="r" b="b"/>
              <a:pathLst>
                <a:path w="127" h="79" extrusionOk="0">
                  <a:moveTo>
                    <a:pt x="95" y="1"/>
                  </a:moveTo>
                  <a:lnTo>
                    <a:pt x="95" y="1"/>
                  </a:lnTo>
                  <a:lnTo>
                    <a:pt x="32" y="16"/>
                  </a:lnTo>
                  <a:cubicBezTo>
                    <a:pt x="17" y="16"/>
                    <a:pt x="0" y="32"/>
                    <a:pt x="0" y="47"/>
                  </a:cubicBezTo>
                  <a:cubicBezTo>
                    <a:pt x="0" y="64"/>
                    <a:pt x="0" y="64"/>
                    <a:pt x="17" y="79"/>
                  </a:cubicBezTo>
                  <a:lnTo>
                    <a:pt x="17" y="79"/>
                  </a:lnTo>
                  <a:lnTo>
                    <a:pt x="32" y="64"/>
                  </a:lnTo>
                  <a:cubicBezTo>
                    <a:pt x="48" y="64"/>
                    <a:pt x="48" y="47"/>
                    <a:pt x="63" y="47"/>
                  </a:cubicBezTo>
                  <a:lnTo>
                    <a:pt x="63" y="47"/>
                  </a:lnTo>
                  <a:lnTo>
                    <a:pt x="63" y="47"/>
                  </a:lnTo>
                  <a:lnTo>
                    <a:pt x="63" y="47"/>
                  </a:lnTo>
                  <a:cubicBezTo>
                    <a:pt x="63" y="32"/>
                    <a:pt x="80" y="32"/>
                    <a:pt x="95" y="32"/>
                  </a:cubicBezTo>
                  <a:lnTo>
                    <a:pt x="95" y="32"/>
                  </a:lnTo>
                  <a:lnTo>
                    <a:pt x="111" y="32"/>
                  </a:lnTo>
                  <a:cubicBezTo>
                    <a:pt x="111" y="32"/>
                    <a:pt x="111" y="16"/>
                    <a:pt x="126" y="16"/>
                  </a:cubicBezTo>
                  <a:lnTo>
                    <a:pt x="126" y="16"/>
                  </a:lnTo>
                  <a:lnTo>
                    <a:pt x="126" y="16"/>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08" name="Google Shape;608;p35"/>
            <p:cNvSpPr/>
            <p:nvPr/>
          </p:nvSpPr>
          <p:spPr>
            <a:xfrm>
              <a:off x="3399488" y="1784724"/>
              <a:ext cx="5534" cy="4580"/>
            </a:xfrm>
            <a:custGeom>
              <a:avLst/>
              <a:gdLst/>
              <a:ahLst/>
              <a:cxnLst/>
              <a:rect l="l" t="t" r="r" b="b"/>
              <a:pathLst>
                <a:path w="174" h="144" extrusionOk="0">
                  <a:moveTo>
                    <a:pt x="142" y="1"/>
                  </a:moveTo>
                  <a:lnTo>
                    <a:pt x="127" y="1"/>
                  </a:lnTo>
                  <a:cubicBezTo>
                    <a:pt x="127" y="1"/>
                    <a:pt x="110" y="17"/>
                    <a:pt x="110" y="32"/>
                  </a:cubicBezTo>
                  <a:lnTo>
                    <a:pt x="79" y="80"/>
                  </a:lnTo>
                  <a:lnTo>
                    <a:pt x="64" y="80"/>
                  </a:lnTo>
                  <a:lnTo>
                    <a:pt x="47" y="80"/>
                  </a:lnTo>
                  <a:cubicBezTo>
                    <a:pt x="16" y="80"/>
                    <a:pt x="1" y="95"/>
                    <a:pt x="16" y="127"/>
                  </a:cubicBezTo>
                  <a:cubicBezTo>
                    <a:pt x="16" y="143"/>
                    <a:pt x="32" y="143"/>
                    <a:pt x="47" y="143"/>
                  </a:cubicBezTo>
                  <a:lnTo>
                    <a:pt x="47" y="143"/>
                  </a:lnTo>
                  <a:lnTo>
                    <a:pt x="47" y="143"/>
                  </a:lnTo>
                  <a:lnTo>
                    <a:pt x="79" y="143"/>
                  </a:lnTo>
                  <a:lnTo>
                    <a:pt x="158" y="95"/>
                  </a:lnTo>
                  <a:lnTo>
                    <a:pt x="158" y="64"/>
                  </a:lnTo>
                  <a:lnTo>
                    <a:pt x="173" y="49"/>
                  </a:lnTo>
                  <a:lnTo>
                    <a:pt x="173" y="49"/>
                  </a:lnTo>
                  <a:cubicBezTo>
                    <a:pt x="173" y="32"/>
                    <a:pt x="173" y="17"/>
                    <a:pt x="14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09" name="Google Shape;609;p35"/>
            <p:cNvSpPr/>
            <p:nvPr/>
          </p:nvSpPr>
          <p:spPr>
            <a:xfrm>
              <a:off x="3174000" y="1797763"/>
              <a:ext cx="9541" cy="2544"/>
            </a:xfrm>
            <a:custGeom>
              <a:avLst/>
              <a:gdLst/>
              <a:ahLst/>
              <a:cxnLst/>
              <a:rect l="l" t="t" r="r" b="b"/>
              <a:pathLst>
                <a:path w="300" h="80" extrusionOk="0">
                  <a:moveTo>
                    <a:pt x="47" y="0"/>
                  </a:moveTo>
                  <a:lnTo>
                    <a:pt x="32" y="0"/>
                  </a:lnTo>
                  <a:cubicBezTo>
                    <a:pt x="32" y="0"/>
                    <a:pt x="16" y="0"/>
                    <a:pt x="16" y="17"/>
                  </a:cubicBezTo>
                  <a:cubicBezTo>
                    <a:pt x="1" y="17"/>
                    <a:pt x="1" y="32"/>
                    <a:pt x="16" y="48"/>
                  </a:cubicBezTo>
                  <a:lnTo>
                    <a:pt x="16" y="48"/>
                  </a:lnTo>
                  <a:cubicBezTo>
                    <a:pt x="16" y="64"/>
                    <a:pt x="32" y="64"/>
                    <a:pt x="32" y="64"/>
                  </a:cubicBezTo>
                  <a:lnTo>
                    <a:pt x="47" y="64"/>
                  </a:lnTo>
                  <a:cubicBezTo>
                    <a:pt x="79" y="80"/>
                    <a:pt x="110" y="80"/>
                    <a:pt x="142" y="80"/>
                  </a:cubicBezTo>
                  <a:lnTo>
                    <a:pt x="205" y="80"/>
                  </a:lnTo>
                  <a:cubicBezTo>
                    <a:pt x="221" y="80"/>
                    <a:pt x="236" y="80"/>
                    <a:pt x="253" y="64"/>
                  </a:cubicBezTo>
                  <a:lnTo>
                    <a:pt x="253" y="64"/>
                  </a:lnTo>
                  <a:lnTo>
                    <a:pt x="268" y="64"/>
                  </a:lnTo>
                  <a:lnTo>
                    <a:pt x="284" y="64"/>
                  </a:lnTo>
                  <a:cubicBezTo>
                    <a:pt x="284" y="48"/>
                    <a:pt x="299" y="48"/>
                    <a:pt x="299" y="32"/>
                  </a:cubicBezTo>
                  <a:cubicBezTo>
                    <a:pt x="299" y="17"/>
                    <a:pt x="284" y="17"/>
                    <a:pt x="284" y="0"/>
                  </a:cubicBezTo>
                  <a:lnTo>
                    <a:pt x="268" y="0"/>
                  </a:lnTo>
                  <a:lnTo>
                    <a:pt x="253" y="0"/>
                  </a:lnTo>
                  <a:lnTo>
                    <a:pt x="221" y="0"/>
                  </a:lnTo>
                  <a:lnTo>
                    <a:pt x="205" y="0"/>
                  </a:lnTo>
                  <a:cubicBezTo>
                    <a:pt x="173" y="17"/>
                    <a:pt x="158" y="32"/>
                    <a:pt x="142" y="32"/>
                  </a:cubicBezTo>
                  <a:cubicBezTo>
                    <a:pt x="127" y="32"/>
                    <a:pt x="127" y="48"/>
                    <a:pt x="110" y="48"/>
                  </a:cubicBezTo>
                  <a:lnTo>
                    <a:pt x="95" y="48"/>
                  </a:lnTo>
                  <a:cubicBezTo>
                    <a:pt x="95" y="48"/>
                    <a:pt x="79" y="48"/>
                    <a:pt x="64" y="32"/>
                  </a:cubicBezTo>
                  <a:lnTo>
                    <a:pt x="64" y="0"/>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10" name="Google Shape;610;p35"/>
            <p:cNvSpPr/>
            <p:nvPr/>
          </p:nvSpPr>
          <p:spPr>
            <a:xfrm>
              <a:off x="3420034" y="1751648"/>
              <a:ext cx="5025" cy="3562"/>
            </a:xfrm>
            <a:custGeom>
              <a:avLst/>
              <a:gdLst/>
              <a:ahLst/>
              <a:cxnLst/>
              <a:rect l="l" t="t" r="r" b="b"/>
              <a:pathLst>
                <a:path w="158" h="112" extrusionOk="0">
                  <a:moveTo>
                    <a:pt x="95" y="1"/>
                  </a:moveTo>
                  <a:lnTo>
                    <a:pt x="95" y="1"/>
                  </a:lnTo>
                  <a:cubicBezTo>
                    <a:pt x="63" y="1"/>
                    <a:pt x="48" y="17"/>
                    <a:pt x="32" y="32"/>
                  </a:cubicBezTo>
                  <a:lnTo>
                    <a:pt x="32" y="32"/>
                  </a:lnTo>
                  <a:lnTo>
                    <a:pt x="17" y="49"/>
                  </a:lnTo>
                  <a:cubicBezTo>
                    <a:pt x="17" y="49"/>
                    <a:pt x="0" y="64"/>
                    <a:pt x="17" y="80"/>
                  </a:cubicBezTo>
                  <a:lnTo>
                    <a:pt x="17" y="80"/>
                  </a:lnTo>
                  <a:lnTo>
                    <a:pt x="17" y="80"/>
                  </a:lnTo>
                  <a:cubicBezTo>
                    <a:pt x="17" y="96"/>
                    <a:pt x="32" y="96"/>
                    <a:pt x="32" y="96"/>
                  </a:cubicBezTo>
                  <a:lnTo>
                    <a:pt x="48" y="96"/>
                  </a:lnTo>
                  <a:lnTo>
                    <a:pt x="63" y="96"/>
                  </a:lnTo>
                  <a:cubicBezTo>
                    <a:pt x="63" y="96"/>
                    <a:pt x="80" y="96"/>
                    <a:pt x="80" y="80"/>
                  </a:cubicBezTo>
                  <a:lnTo>
                    <a:pt x="80" y="80"/>
                  </a:lnTo>
                  <a:lnTo>
                    <a:pt x="95" y="80"/>
                  </a:lnTo>
                  <a:lnTo>
                    <a:pt x="80" y="80"/>
                  </a:lnTo>
                  <a:lnTo>
                    <a:pt x="63" y="112"/>
                  </a:lnTo>
                  <a:lnTo>
                    <a:pt x="95" y="112"/>
                  </a:lnTo>
                  <a:lnTo>
                    <a:pt x="95" y="112"/>
                  </a:lnTo>
                  <a:cubicBezTo>
                    <a:pt x="95" y="112"/>
                    <a:pt x="95" y="96"/>
                    <a:pt x="111" y="96"/>
                  </a:cubicBezTo>
                  <a:cubicBezTo>
                    <a:pt x="111" y="80"/>
                    <a:pt x="95" y="80"/>
                    <a:pt x="111" y="64"/>
                  </a:cubicBezTo>
                  <a:cubicBezTo>
                    <a:pt x="111" y="49"/>
                    <a:pt x="111" y="32"/>
                    <a:pt x="126" y="32"/>
                  </a:cubicBezTo>
                  <a:lnTo>
                    <a:pt x="143" y="32"/>
                  </a:lnTo>
                  <a:lnTo>
                    <a:pt x="158" y="32"/>
                  </a:lnTo>
                  <a:cubicBezTo>
                    <a:pt x="143" y="17"/>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11" name="Google Shape;611;p35"/>
            <p:cNvSpPr/>
            <p:nvPr/>
          </p:nvSpPr>
          <p:spPr>
            <a:xfrm>
              <a:off x="3403973" y="1773720"/>
              <a:ext cx="4039" cy="5025"/>
            </a:xfrm>
            <a:custGeom>
              <a:avLst/>
              <a:gdLst/>
              <a:ahLst/>
              <a:cxnLst/>
              <a:rect l="l" t="t" r="r" b="b"/>
              <a:pathLst>
                <a:path w="127" h="158" extrusionOk="0">
                  <a:moveTo>
                    <a:pt x="49" y="0"/>
                  </a:moveTo>
                  <a:lnTo>
                    <a:pt x="49" y="0"/>
                  </a:lnTo>
                  <a:cubicBezTo>
                    <a:pt x="32" y="0"/>
                    <a:pt x="17" y="0"/>
                    <a:pt x="17" y="17"/>
                  </a:cubicBezTo>
                  <a:cubicBezTo>
                    <a:pt x="1" y="32"/>
                    <a:pt x="17" y="63"/>
                    <a:pt x="32" y="63"/>
                  </a:cubicBezTo>
                  <a:lnTo>
                    <a:pt x="32" y="63"/>
                  </a:lnTo>
                  <a:lnTo>
                    <a:pt x="49" y="63"/>
                  </a:lnTo>
                  <a:lnTo>
                    <a:pt x="64" y="126"/>
                  </a:lnTo>
                  <a:lnTo>
                    <a:pt x="64" y="126"/>
                  </a:lnTo>
                  <a:cubicBezTo>
                    <a:pt x="64" y="143"/>
                    <a:pt x="80" y="158"/>
                    <a:pt x="95" y="158"/>
                  </a:cubicBezTo>
                  <a:lnTo>
                    <a:pt x="95" y="158"/>
                  </a:lnTo>
                  <a:cubicBezTo>
                    <a:pt x="95" y="143"/>
                    <a:pt x="112" y="126"/>
                    <a:pt x="127" y="126"/>
                  </a:cubicBezTo>
                  <a:lnTo>
                    <a:pt x="127" y="126"/>
                  </a:lnTo>
                  <a:lnTo>
                    <a:pt x="127" y="111"/>
                  </a:lnTo>
                  <a:lnTo>
                    <a:pt x="127" y="80"/>
                  </a:lnTo>
                  <a:lnTo>
                    <a:pt x="112" y="32"/>
                  </a:lnTo>
                  <a:cubicBezTo>
                    <a:pt x="112" y="17"/>
                    <a:pt x="95" y="17"/>
                    <a:pt x="80" y="0"/>
                  </a:cubicBez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12" name="Google Shape;612;p35"/>
            <p:cNvSpPr/>
            <p:nvPr/>
          </p:nvSpPr>
          <p:spPr>
            <a:xfrm>
              <a:off x="3334355" y="1771716"/>
              <a:ext cx="4516" cy="2544"/>
            </a:xfrm>
            <a:custGeom>
              <a:avLst/>
              <a:gdLst/>
              <a:ahLst/>
              <a:cxnLst/>
              <a:rect l="l" t="t" r="r" b="b"/>
              <a:pathLst>
                <a:path w="142" h="80" extrusionOk="0">
                  <a:moveTo>
                    <a:pt x="110" y="0"/>
                  </a:moveTo>
                  <a:lnTo>
                    <a:pt x="95" y="0"/>
                  </a:lnTo>
                  <a:lnTo>
                    <a:pt x="32" y="17"/>
                  </a:lnTo>
                  <a:lnTo>
                    <a:pt x="16" y="17"/>
                  </a:lnTo>
                  <a:cubicBezTo>
                    <a:pt x="16" y="32"/>
                    <a:pt x="1" y="32"/>
                    <a:pt x="1" y="48"/>
                  </a:cubicBezTo>
                  <a:cubicBezTo>
                    <a:pt x="16" y="63"/>
                    <a:pt x="32" y="80"/>
                    <a:pt x="47" y="80"/>
                  </a:cubicBezTo>
                  <a:lnTo>
                    <a:pt x="47" y="80"/>
                  </a:lnTo>
                  <a:lnTo>
                    <a:pt x="79" y="80"/>
                  </a:lnTo>
                  <a:lnTo>
                    <a:pt x="110" y="80"/>
                  </a:lnTo>
                  <a:cubicBezTo>
                    <a:pt x="127" y="80"/>
                    <a:pt x="142" y="63"/>
                    <a:pt x="142" y="32"/>
                  </a:cubicBezTo>
                  <a:cubicBezTo>
                    <a:pt x="142" y="17"/>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13" name="Google Shape;613;p35"/>
            <p:cNvSpPr/>
            <p:nvPr/>
          </p:nvSpPr>
          <p:spPr>
            <a:xfrm>
              <a:off x="3300770" y="1822825"/>
              <a:ext cx="3562" cy="2544"/>
            </a:xfrm>
            <a:custGeom>
              <a:avLst/>
              <a:gdLst/>
              <a:ahLst/>
              <a:cxnLst/>
              <a:rect l="l" t="t" r="r" b="b"/>
              <a:pathLst>
                <a:path w="112" h="80" extrusionOk="0">
                  <a:moveTo>
                    <a:pt x="63" y="0"/>
                  </a:moveTo>
                  <a:lnTo>
                    <a:pt x="17" y="0"/>
                  </a:lnTo>
                  <a:cubicBezTo>
                    <a:pt x="0" y="0"/>
                    <a:pt x="0" y="0"/>
                    <a:pt x="0" y="17"/>
                  </a:cubicBezTo>
                  <a:cubicBezTo>
                    <a:pt x="17" y="17"/>
                    <a:pt x="17" y="32"/>
                    <a:pt x="17" y="48"/>
                  </a:cubicBezTo>
                  <a:cubicBezTo>
                    <a:pt x="17" y="63"/>
                    <a:pt x="0" y="63"/>
                    <a:pt x="0" y="63"/>
                  </a:cubicBezTo>
                  <a:cubicBezTo>
                    <a:pt x="0" y="63"/>
                    <a:pt x="0" y="80"/>
                    <a:pt x="17" y="80"/>
                  </a:cubicBezTo>
                  <a:lnTo>
                    <a:pt x="17" y="80"/>
                  </a:lnTo>
                  <a:lnTo>
                    <a:pt x="80" y="63"/>
                  </a:lnTo>
                  <a:cubicBezTo>
                    <a:pt x="95" y="63"/>
                    <a:pt x="111" y="48"/>
                    <a:pt x="111" y="32"/>
                  </a:cubicBezTo>
                  <a:lnTo>
                    <a:pt x="95" y="32"/>
                  </a:lnTo>
                  <a:cubicBezTo>
                    <a:pt x="80" y="32"/>
                    <a:pt x="63"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14" name="Google Shape;614;p35"/>
            <p:cNvSpPr/>
            <p:nvPr/>
          </p:nvSpPr>
          <p:spPr>
            <a:xfrm>
              <a:off x="3432564" y="1753174"/>
              <a:ext cx="3530" cy="4548"/>
            </a:xfrm>
            <a:custGeom>
              <a:avLst/>
              <a:gdLst/>
              <a:ahLst/>
              <a:cxnLst/>
              <a:rect l="l" t="t" r="r" b="b"/>
              <a:pathLst>
                <a:path w="111" h="143" extrusionOk="0">
                  <a:moveTo>
                    <a:pt x="32" y="1"/>
                  </a:moveTo>
                  <a:lnTo>
                    <a:pt x="32" y="1"/>
                  </a:lnTo>
                  <a:lnTo>
                    <a:pt x="16" y="1"/>
                  </a:lnTo>
                  <a:cubicBezTo>
                    <a:pt x="1" y="16"/>
                    <a:pt x="1" y="32"/>
                    <a:pt x="1" y="48"/>
                  </a:cubicBezTo>
                  <a:lnTo>
                    <a:pt x="47" y="142"/>
                  </a:lnTo>
                  <a:lnTo>
                    <a:pt x="64" y="142"/>
                  </a:lnTo>
                  <a:lnTo>
                    <a:pt x="79" y="142"/>
                  </a:lnTo>
                  <a:lnTo>
                    <a:pt x="79" y="142"/>
                  </a:lnTo>
                  <a:lnTo>
                    <a:pt x="79" y="142"/>
                  </a:lnTo>
                  <a:lnTo>
                    <a:pt x="110" y="142"/>
                  </a:lnTo>
                  <a:cubicBezTo>
                    <a:pt x="95" y="127"/>
                    <a:pt x="110" y="127"/>
                    <a:pt x="110" y="111"/>
                  </a:cubicBezTo>
                  <a:lnTo>
                    <a:pt x="110" y="111"/>
                  </a:lnTo>
                  <a:lnTo>
                    <a:pt x="110" y="111"/>
                  </a:lnTo>
                  <a:lnTo>
                    <a:pt x="110" y="95"/>
                  </a:lnTo>
                  <a:cubicBezTo>
                    <a:pt x="95" y="95"/>
                    <a:pt x="79" y="79"/>
                    <a:pt x="79" y="79"/>
                  </a:cubicBezTo>
                  <a:cubicBezTo>
                    <a:pt x="47" y="64"/>
                    <a:pt x="47" y="32"/>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15" name="Google Shape;615;p35"/>
            <p:cNvSpPr/>
            <p:nvPr/>
          </p:nvSpPr>
          <p:spPr>
            <a:xfrm>
              <a:off x="3423564" y="1793756"/>
              <a:ext cx="2512" cy="4039"/>
            </a:xfrm>
            <a:custGeom>
              <a:avLst/>
              <a:gdLst/>
              <a:ahLst/>
              <a:cxnLst/>
              <a:rect l="l" t="t" r="r" b="b"/>
              <a:pathLst>
                <a:path w="79" h="127" extrusionOk="0">
                  <a:moveTo>
                    <a:pt x="47" y="0"/>
                  </a:moveTo>
                  <a:lnTo>
                    <a:pt x="47" y="0"/>
                  </a:lnTo>
                  <a:lnTo>
                    <a:pt x="32" y="0"/>
                  </a:lnTo>
                  <a:cubicBezTo>
                    <a:pt x="15" y="0"/>
                    <a:pt x="15" y="17"/>
                    <a:pt x="0" y="32"/>
                  </a:cubicBezTo>
                  <a:lnTo>
                    <a:pt x="0" y="80"/>
                  </a:lnTo>
                  <a:lnTo>
                    <a:pt x="0" y="80"/>
                  </a:lnTo>
                  <a:lnTo>
                    <a:pt x="0" y="95"/>
                  </a:lnTo>
                  <a:cubicBezTo>
                    <a:pt x="0" y="111"/>
                    <a:pt x="15" y="126"/>
                    <a:pt x="47" y="126"/>
                  </a:cubicBezTo>
                  <a:lnTo>
                    <a:pt x="47" y="126"/>
                  </a:lnTo>
                  <a:cubicBezTo>
                    <a:pt x="63" y="126"/>
                    <a:pt x="78" y="111"/>
                    <a:pt x="78" y="95"/>
                  </a:cubicBezTo>
                  <a:lnTo>
                    <a:pt x="78" y="80"/>
                  </a:lnTo>
                  <a:lnTo>
                    <a:pt x="78" y="32"/>
                  </a:lnTo>
                  <a:lnTo>
                    <a:pt x="78" y="32"/>
                  </a:lnTo>
                  <a:lnTo>
                    <a:pt x="63" y="17"/>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16" name="Google Shape;616;p35"/>
            <p:cNvSpPr/>
            <p:nvPr/>
          </p:nvSpPr>
          <p:spPr>
            <a:xfrm>
              <a:off x="3394495" y="1789749"/>
              <a:ext cx="2512" cy="3562"/>
            </a:xfrm>
            <a:custGeom>
              <a:avLst/>
              <a:gdLst/>
              <a:ahLst/>
              <a:cxnLst/>
              <a:rect l="l" t="t" r="r" b="b"/>
              <a:pathLst>
                <a:path w="79" h="112" extrusionOk="0">
                  <a:moveTo>
                    <a:pt x="63" y="0"/>
                  </a:moveTo>
                  <a:lnTo>
                    <a:pt x="63" y="0"/>
                  </a:lnTo>
                  <a:cubicBezTo>
                    <a:pt x="63" y="17"/>
                    <a:pt x="47" y="32"/>
                    <a:pt x="32" y="32"/>
                  </a:cubicBezTo>
                  <a:lnTo>
                    <a:pt x="15" y="32"/>
                  </a:lnTo>
                  <a:cubicBezTo>
                    <a:pt x="15" y="32"/>
                    <a:pt x="0" y="32"/>
                    <a:pt x="0" y="17"/>
                  </a:cubicBezTo>
                  <a:lnTo>
                    <a:pt x="0" y="80"/>
                  </a:lnTo>
                  <a:cubicBezTo>
                    <a:pt x="15" y="95"/>
                    <a:pt x="15" y="111"/>
                    <a:pt x="32" y="111"/>
                  </a:cubicBezTo>
                  <a:lnTo>
                    <a:pt x="47" y="111"/>
                  </a:lnTo>
                  <a:lnTo>
                    <a:pt x="47" y="111"/>
                  </a:lnTo>
                  <a:cubicBezTo>
                    <a:pt x="63" y="111"/>
                    <a:pt x="78" y="95"/>
                    <a:pt x="78" y="80"/>
                  </a:cubicBezTo>
                  <a:lnTo>
                    <a:pt x="63" y="32"/>
                  </a:lnTo>
                  <a:lnTo>
                    <a:pt x="63" y="17"/>
                  </a:lnTo>
                  <a:lnTo>
                    <a:pt x="63" y="17"/>
                  </a:lnTo>
                  <a:lnTo>
                    <a:pt x="63" y="0"/>
                  </a:lnTo>
                  <a:lnTo>
                    <a:pt x="63" y="0"/>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17" name="Google Shape;617;p35"/>
            <p:cNvSpPr/>
            <p:nvPr/>
          </p:nvSpPr>
          <p:spPr>
            <a:xfrm>
              <a:off x="3109884" y="1794742"/>
              <a:ext cx="4039" cy="2576"/>
            </a:xfrm>
            <a:custGeom>
              <a:avLst/>
              <a:gdLst/>
              <a:ahLst/>
              <a:cxnLst/>
              <a:rect l="l" t="t" r="r" b="b"/>
              <a:pathLst>
                <a:path w="127" h="81" extrusionOk="0">
                  <a:moveTo>
                    <a:pt x="95" y="1"/>
                  </a:moveTo>
                  <a:lnTo>
                    <a:pt x="95" y="1"/>
                  </a:lnTo>
                  <a:lnTo>
                    <a:pt x="78" y="1"/>
                  </a:lnTo>
                  <a:lnTo>
                    <a:pt x="32" y="17"/>
                  </a:lnTo>
                  <a:lnTo>
                    <a:pt x="15" y="17"/>
                  </a:lnTo>
                  <a:lnTo>
                    <a:pt x="15" y="17"/>
                  </a:lnTo>
                  <a:cubicBezTo>
                    <a:pt x="0" y="32"/>
                    <a:pt x="0" y="32"/>
                    <a:pt x="0" y="49"/>
                  </a:cubicBezTo>
                  <a:cubicBezTo>
                    <a:pt x="0" y="64"/>
                    <a:pt x="15" y="64"/>
                    <a:pt x="15" y="80"/>
                  </a:cubicBezTo>
                  <a:lnTo>
                    <a:pt x="32" y="80"/>
                  </a:lnTo>
                  <a:lnTo>
                    <a:pt x="47" y="80"/>
                  </a:lnTo>
                  <a:lnTo>
                    <a:pt x="63" y="64"/>
                  </a:lnTo>
                  <a:lnTo>
                    <a:pt x="95" y="64"/>
                  </a:lnTo>
                  <a:lnTo>
                    <a:pt x="95" y="49"/>
                  </a:lnTo>
                  <a:cubicBezTo>
                    <a:pt x="95" y="32"/>
                    <a:pt x="110" y="17"/>
                    <a:pt x="126" y="17"/>
                  </a:cubicBezTo>
                  <a:lnTo>
                    <a:pt x="126" y="17"/>
                  </a:lnTo>
                  <a:lnTo>
                    <a:pt x="126" y="17"/>
                  </a:lnTo>
                  <a:cubicBezTo>
                    <a:pt x="126" y="1"/>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18" name="Google Shape;618;p35"/>
            <p:cNvSpPr/>
            <p:nvPr/>
          </p:nvSpPr>
          <p:spPr>
            <a:xfrm>
              <a:off x="3056740" y="1799767"/>
              <a:ext cx="2544" cy="3562"/>
            </a:xfrm>
            <a:custGeom>
              <a:avLst/>
              <a:gdLst/>
              <a:ahLst/>
              <a:cxnLst/>
              <a:rect l="l" t="t" r="r" b="b"/>
              <a:pathLst>
                <a:path w="80" h="112" extrusionOk="0">
                  <a:moveTo>
                    <a:pt x="64" y="1"/>
                  </a:moveTo>
                  <a:lnTo>
                    <a:pt x="64" y="1"/>
                  </a:lnTo>
                  <a:cubicBezTo>
                    <a:pt x="48" y="17"/>
                    <a:pt x="32" y="32"/>
                    <a:pt x="16" y="32"/>
                  </a:cubicBezTo>
                  <a:lnTo>
                    <a:pt x="1" y="80"/>
                  </a:lnTo>
                  <a:cubicBezTo>
                    <a:pt x="1" y="95"/>
                    <a:pt x="16" y="111"/>
                    <a:pt x="32" y="111"/>
                  </a:cubicBezTo>
                  <a:lnTo>
                    <a:pt x="32" y="111"/>
                  </a:lnTo>
                  <a:cubicBezTo>
                    <a:pt x="48" y="111"/>
                    <a:pt x="64" y="111"/>
                    <a:pt x="64" y="80"/>
                  </a:cubicBezTo>
                  <a:lnTo>
                    <a:pt x="79"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19" name="Google Shape;619;p35"/>
            <p:cNvSpPr/>
            <p:nvPr/>
          </p:nvSpPr>
          <p:spPr>
            <a:xfrm>
              <a:off x="3412019" y="1756673"/>
              <a:ext cx="4039" cy="2035"/>
            </a:xfrm>
            <a:custGeom>
              <a:avLst/>
              <a:gdLst/>
              <a:ahLst/>
              <a:cxnLst/>
              <a:rect l="l" t="t" r="r" b="b"/>
              <a:pathLst>
                <a:path w="127" h="64" extrusionOk="0">
                  <a:moveTo>
                    <a:pt x="32" y="1"/>
                  </a:moveTo>
                  <a:lnTo>
                    <a:pt x="32" y="1"/>
                  </a:lnTo>
                  <a:cubicBezTo>
                    <a:pt x="16" y="1"/>
                    <a:pt x="0" y="17"/>
                    <a:pt x="0" y="32"/>
                  </a:cubicBezTo>
                  <a:cubicBezTo>
                    <a:pt x="0" y="48"/>
                    <a:pt x="0" y="48"/>
                    <a:pt x="16" y="48"/>
                  </a:cubicBezTo>
                  <a:cubicBezTo>
                    <a:pt x="16" y="64"/>
                    <a:pt x="16" y="64"/>
                    <a:pt x="32" y="64"/>
                  </a:cubicBezTo>
                  <a:lnTo>
                    <a:pt x="32" y="64"/>
                  </a:lnTo>
                  <a:lnTo>
                    <a:pt x="95" y="64"/>
                  </a:lnTo>
                  <a:lnTo>
                    <a:pt x="95" y="64"/>
                  </a:lnTo>
                  <a:cubicBezTo>
                    <a:pt x="111" y="64"/>
                    <a:pt x="126" y="48"/>
                    <a:pt x="126" y="32"/>
                  </a:cubicBezTo>
                  <a:lnTo>
                    <a:pt x="126" y="17"/>
                  </a:lnTo>
                  <a:cubicBezTo>
                    <a:pt x="126" y="1"/>
                    <a:pt x="111" y="1"/>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20" name="Google Shape;620;p35"/>
            <p:cNvSpPr/>
            <p:nvPr/>
          </p:nvSpPr>
          <p:spPr>
            <a:xfrm>
              <a:off x="3304300" y="1807781"/>
              <a:ext cx="5025" cy="4039"/>
            </a:xfrm>
            <a:custGeom>
              <a:avLst/>
              <a:gdLst/>
              <a:ahLst/>
              <a:cxnLst/>
              <a:rect l="l" t="t" r="r" b="b"/>
              <a:pathLst>
                <a:path w="158" h="127" extrusionOk="0">
                  <a:moveTo>
                    <a:pt x="126" y="1"/>
                  </a:moveTo>
                  <a:lnTo>
                    <a:pt x="110" y="1"/>
                  </a:lnTo>
                  <a:cubicBezTo>
                    <a:pt x="110" y="1"/>
                    <a:pt x="110" y="17"/>
                    <a:pt x="95" y="17"/>
                  </a:cubicBezTo>
                  <a:lnTo>
                    <a:pt x="32" y="64"/>
                  </a:lnTo>
                  <a:lnTo>
                    <a:pt x="32" y="64"/>
                  </a:lnTo>
                  <a:cubicBezTo>
                    <a:pt x="15" y="80"/>
                    <a:pt x="0" y="95"/>
                    <a:pt x="15" y="112"/>
                  </a:cubicBezTo>
                  <a:cubicBezTo>
                    <a:pt x="32" y="127"/>
                    <a:pt x="32" y="127"/>
                    <a:pt x="47" y="127"/>
                  </a:cubicBezTo>
                  <a:lnTo>
                    <a:pt x="47" y="127"/>
                  </a:lnTo>
                  <a:lnTo>
                    <a:pt x="63" y="127"/>
                  </a:lnTo>
                  <a:lnTo>
                    <a:pt x="141" y="64"/>
                  </a:lnTo>
                  <a:cubicBezTo>
                    <a:pt x="158" y="48"/>
                    <a:pt x="158" y="32"/>
                    <a:pt x="14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21" name="Google Shape;621;p35"/>
            <p:cNvSpPr/>
            <p:nvPr/>
          </p:nvSpPr>
          <p:spPr>
            <a:xfrm>
              <a:off x="3190538" y="1784724"/>
              <a:ext cx="4039" cy="5565"/>
            </a:xfrm>
            <a:custGeom>
              <a:avLst/>
              <a:gdLst/>
              <a:ahLst/>
              <a:cxnLst/>
              <a:rect l="l" t="t" r="r" b="b"/>
              <a:pathLst>
                <a:path w="127" h="175" extrusionOk="0">
                  <a:moveTo>
                    <a:pt x="0" y="112"/>
                  </a:moveTo>
                  <a:lnTo>
                    <a:pt x="0" y="127"/>
                  </a:lnTo>
                  <a:lnTo>
                    <a:pt x="0" y="112"/>
                  </a:lnTo>
                  <a:lnTo>
                    <a:pt x="0" y="112"/>
                  </a:lnTo>
                  <a:close/>
                  <a:moveTo>
                    <a:pt x="111" y="1"/>
                  </a:moveTo>
                  <a:lnTo>
                    <a:pt x="48" y="49"/>
                  </a:lnTo>
                  <a:cubicBezTo>
                    <a:pt x="32" y="49"/>
                    <a:pt x="32" y="64"/>
                    <a:pt x="32" y="80"/>
                  </a:cubicBezTo>
                  <a:lnTo>
                    <a:pt x="32" y="80"/>
                  </a:lnTo>
                  <a:lnTo>
                    <a:pt x="79" y="64"/>
                  </a:lnTo>
                  <a:lnTo>
                    <a:pt x="79" y="64"/>
                  </a:lnTo>
                  <a:lnTo>
                    <a:pt x="95" y="64"/>
                  </a:lnTo>
                  <a:lnTo>
                    <a:pt x="126" y="95"/>
                  </a:lnTo>
                  <a:cubicBezTo>
                    <a:pt x="126" y="112"/>
                    <a:pt x="111" y="127"/>
                    <a:pt x="95" y="127"/>
                  </a:cubicBezTo>
                  <a:lnTo>
                    <a:pt x="63" y="143"/>
                  </a:lnTo>
                  <a:lnTo>
                    <a:pt x="63" y="158"/>
                  </a:lnTo>
                  <a:lnTo>
                    <a:pt x="63" y="175"/>
                  </a:lnTo>
                  <a:lnTo>
                    <a:pt x="79" y="175"/>
                  </a:lnTo>
                  <a:lnTo>
                    <a:pt x="95" y="158"/>
                  </a:lnTo>
                  <a:cubicBezTo>
                    <a:pt x="111" y="158"/>
                    <a:pt x="126" y="143"/>
                    <a:pt x="126" y="127"/>
                  </a:cubicBezTo>
                  <a:lnTo>
                    <a:pt x="126" y="112"/>
                  </a:lnTo>
                  <a:lnTo>
                    <a:pt x="126" y="80"/>
                  </a:lnTo>
                  <a:lnTo>
                    <a:pt x="126" y="80"/>
                  </a:lnTo>
                  <a:lnTo>
                    <a:pt x="126" y="64"/>
                  </a:lnTo>
                  <a:cubicBezTo>
                    <a:pt x="126" y="64"/>
                    <a:pt x="111" y="49"/>
                    <a:pt x="111"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22" name="Google Shape;622;p35"/>
            <p:cNvSpPr/>
            <p:nvPr/>
          </p:nvSpPr>
          <p:spPr>
            <a:xfrm>
              <a:off x="3090834" y="1792261"/>
              <a:ext cx="4516" cy="4516"/>
            </a:xfrm>
            <a:custGeom>
              <a:avLst/>
              <a:gdLst/>
              <a:ahLst/>
              <a:cxnLst/>
              <a:rect l="l" t="t" r="r" b="b"/>
              <a:pathLst>
                <a:path w="142" h="142" extrusionOk="0">
                  <a:moveTo>
                    <a:pt x="110" y="1"/>
                  </a:moveTo>
                  <a:lnTo>
                    <a:pt x="110" y="1"/>
                  </a:lnTo>
                  <a:lnTo>
                    <a:pt x="110" y="1"/>
                  </a:lnTo>
                  <a:cubicBezTo>
                    <a:pt x="95" y="1"/>
                    <a:pt x="95" y="16"/>
                    <a:pt x="95" y="16"/>
                  </a:cubicBezTo>
                  <a:lnTo>
                    <a:pt x="78" y="16"/>
                  </a:lnTo>
                  <a:cubicBezTo>
                    <a:pt x="63" y="32"/>
                    <a:pt x="0" y="64"/>
                    <a:pt x="32" y="127"/>
                  </a:cubicBezTo>
                  <a:cubicBezTo>
                    <a:pt x="47" y="142"/>
                    <a:pt x="63" y="142"/>
                    <a:pt x="63" y="142"/>
                  </a:cubicBezTo>
                  <a:lnTo>
                    <a:pt x="78" y="142"/>
                  </a:lnTo>
                  <a:lnTo>
                    <a:pt x="95" y="142"/>
                  </a:lnTo>
                  <a:lnTo>
                    <a:pt x="63" y="79"/>
                  </a:lnTo>
                  <a:cubicBezTo>
                    <a:pt x="63" y="64"/>
                    <a:pt x="63" y="47"/>
                    <a:pt x="78" y="32"/>
                  </a:cubicBezTo>
                  <a:lnTo>
                    <a:pt x="95" y="32"/>
                  </a:lnTo>
                  <a:lnTo>
                    <a:pt x="95" y="32"/>
                  </a:lnTo>
                  <a:cubicBezTo>
                    <a:pt x="110" y="32"/>
                    <a:pt x="110" y="32"/>
                    <a:pt x="110" y="47"/>
                  </a:cubicBezTo>
                  <a:cubicBezTo>
                    <a:pt x="126" y="32"/>
                    <a:pt x="126" y="16"/>
                    <a:pt x="141" y="16"/>
                  </a:cubicBezTo>
                  <a:lnTo>
                    <a:pt x="141" y="16"/>
                  </a:lnTo>
                  <a:lnTo>
                    <a:pt x="141"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23" name="Google Shape;623;p35"/>
            <p:cNvSpPr/>
            <p:nvPr/>
          </p:nvSpPr>
          <p:spPr>
            <a:xfrm>
              <a:off x="3193528" y="1782243"/>
              <a:ext cx="4580" cy="5057"/>
            </a:xfrm>
            <a:custGeom>
              <a:avLst/>
              <a:gdLst/>
              <a:ahLst/>
              <a:cxnLst/>
              <a:rect l="l" t="t" r="r" b="b"/>
              <a:pathLst>
                <a:path w="144" h="159" extrusionOk="0">
                  <a:moveTo>
                    <a:pt x="48" y="1"/>
                  </a:moveTo>
                  <a:lnTo>
                    <a:pt x="32" y="1"/>
                  </a:lnTo>
                  <a:cubicBezTo>
                    <a:pt x="17" y="1"/>
                    <a:pt x="1" y="16"/>
                    <a:pt x="1" y="32"/>
                  </a:cubicBezTo>
                  <a:lnTo>
                    <a:pt x="1" y="64"/>
                  </a:lnTo>
                  <a:cubicBezTo>
                    <a:pt x="17" y="64"/>
                    <a:pt x="17" y="79"/>
                    <a:pt x="17" y="79"/>
                  </a:cubicBezTo>
                  <a:lnTo>
                    <a:pt x="17" y="110"/>
                  </a:lnTo>
                  <a:cubicBezTo>
                    <a:pt x="17" y="127"/>
                    <a:pt x="32" y="142"/>
                    <a:pt x="32" y="142"/>
                  </a:cubicBezTo>
                  <a:cubicBezTo>
                    <a:pt x="48" y="158"/>
                    <a:pt x="48" y="158"/>
                    <a:pt x="64" y="158"/>
                  </a:cubicBezTo>
                  <a:lnTo>
                    <a:pt x="64" y="158"/>
                  </a:lnTo>
                  <a:lnTo>
                    <a:pt x="80" y="158"/>
                  </a:lnTo>
                  <a:lnTo>
                    <a:pt x="95" y="158"/>
                  </a:lnTo>
                  <a:lnTo>
                    <a:pt x="95" y="158"/>
                  </a:lnTo>
                  <a:lnTo>
                    <a:pt x="112" y="158"/>
                  </a:lnTo>
                  <a:cubicBezTo>
                    <a:pt x="112" y="158"/>
                    <a:pt x="127" y="158"/>
                    <a:pt x="127" y="142"/>
                  </a:cubicBezTo>
                  <a:cubicBezTo>
                    <a:pt x="127" y="142"/>
                    <a:pt x="143" y="142"/>
                    <a:pt x="143" y="127"/>
                  </a:cubicBezTo>
                  <a:lnTo>
                    <a:pt x="127" y="142"/>
                  </a:lnTo>
                  <a:lnTo>
                    <a:pt x="112" y="142"/>
                  </a:lnTo>
                  <a:cubicBezTo>
                    <a:pt x="95" y="142"/>
                    <a:pt x="80" y="127"/>
                    <a:pt x="80" y="110"/>
                  </a:cubicBezTo>
                  <a:lnTo>
                    <a:pt x="80" y="95"/>
                  </a:lnTo>
                  <a:lnTo>
                    <a:pt x="80" y="47"/>
                  </a:lnTo>
                  <a:lnTo>
                    <a:pt x="80" y="32"/>
                  </a:lnTo>
                  <a:lnTo>
                    <a:pt x="80"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24" name="Google Shape;624;p35"/>
            <p:cNvSpPr/>
            <p:nvPr/>
          </p:nvSpPr>
          <p:spPr>
            <a:xfrm>
              <a:off x="3392492" y="1812806"/>
              <a:ext cx="5025" cy="6042"/>
            </a:xfrm>
            <a:custGeom>
              <a:avLst/>
              <a:gdLst/>
              <a:ahLst/>
              <a:cxnLst/>
              <a:rect l="l" t="t" r="r" b="b"/>
              <a:pathLst>
                <a:path w="158" h="190" extrusionOk="0">
                  <a:moveTo>
                    <a:pt x="95" y="174"/>
                  </a:moveTo>
                  <a:lnTo>
                    <a:pt x="95" y="189"/>
                  </a:lnTo>
                  <a:lnTo>
                    <a:pt x="95" y="189"/>
                  </a:lnTo>
                  <a:lnTo>
                    <a:pt x="95" y="174"/>
                  </a:lnTo>
                  <a:close/>
                  <a:moveTo>
                    <a:pt x="47" y="48"/>
                  </a:moveTo>
                  <a:lnTo>
                    <a:pt x="47" y="48"/>
                  </a:lnTo>
                  <a:lnTo>
                    <a:pt x="47" y="48"/>
                  </a:lnTo>
                  <a:close/>
                  <a:moveTo>
                    <a:pt x="126" y="0"/>
                  </a:moveTo>
                  <a:lnTo>
                    <a:pt x="110" y="0"/>
                  </a:lnTo>
                  <a:lnTo>
                    <a:pt x="110" y="0"/>
                  </a:lnTo>
                  <a:lnTo>
                    <a:pt x="47" y="17"/>
                  </a:lnTo>
                  <a:cubicBezTo>
                    <a:pt x="32" y="17"/>
                    <a:pt x="32" y="17"/>
                    <a:pt x="32" y="32"/>
                  </a:cubicBezTo>
                  <a:cubicBezTo>
                    <a:pt x="0" y="63"/>
                    <a:pt x="0" y="80"/>
                    <a:pt x="0" y="111"/>
                  </a:cubicBezTo>
                  <a:lnTo>
                    <a:pt x="32" y="111"/>
                  </a:lnTo>
                  <a:lnTo>
                    <a:pt x="32" y="111"/>
                  </a:lnTo>
                  <a:cubicBezTo>
                    <a:pt x="47" y="126"/>
                    <a:pt x="95" y="126"/>
                    <a:pt x="95" y="174"/>
                  </a:cubicBezTo>
                  <a:lnTo>
                    <a:pt x="95" y="174"/>
                  </a:lnTo>
                  <a:lnTo>
                    <a:pt x="126" y="174"/>
                  </a:lnTo>
                  <a:lnTo>
                    <a:pt x="141" y="174"/>
                  </a:lnTo>
                  <a:cubicBezTo>
                    <a:pt x="141" y="143"/>
                    <a:pt x="141" y="126"/>
                    <a:pt x="126" y="126"/>
                  </a:cubicBezTo>
                  <a:cubicBezTo>
                    <a:pt x="110" y="126"/>
                    <a:pt x="110" y="111"/>
                    <a:pt x="95" y="111"/>
                  </a:cubicBezTo>
                  <a:cubicBezTo>
                    <a:pt x="78" y="111"/>
                    <a:pt x="78" y="95"/>
                    <a:pt x="78" y="95"/>
                  </a:cubicBezTo>
                  <a:lnTo>
                    <a:pt x="78" y="80"/>
                  </a:lnTo>
                  <a:lnTo>
                    <a:pt x="126" y="63"/>
                  </a:lnTo>
                  <a:cubicBezTo>
                    <a:pt x="141" y="63"/>
                    <a:pt x="158" y="48"/>
                    <a:pt x="158" y="32"/>
                  </a:cubicBezTo>
                  <a:lnTo>
                    <a:pt x="158" y="17"/>
                  </a:ln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25" name="Google Shape;625;p35"/>
            <p:cNvSpPr/>
            <p:nvPr/>
          </p:nvSpPr>
          <p:spPr>
            <a:xfrm>
              <a:off x="3393955" y="1814333"/>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26" name="Google Shape;626;p35"/>
            <p:cNvSpPr/>
            <p:nvPr/>
          </p:nvSpPr>
          <p:spPr>
            <a:xfrm>
              <a:off x="3297271" y="1820344"/>
              <a:ext cx="3053" cy="2512"/>
            </a:xfrm>
            <a:custGeom>
              <a:avLst/>
              <a:gdLst/>
              <a:ahLst/>
              <a:cxnLst/>
              <a:rect l="l" t="t" r="r" b="b"/>
              <a:pathLst>
                <a:path w="96" h="79" extrusionOk="0">
                  <a:moveTo>
                    <a:pt x="64" y="0"/>
                  </a:moveTo>
                  <a:lnTo>
                    <a:pt x="64" y="0"/>
                  </a:lnTo>
                  <a:cubicBezTo>
                    <a:pt x="47" y="0"/>
                    <a:pt x="47" y="0"/>
                    <a:pt x="47" y="15"/>
                  </a:cubicBezTo>
                  <a:lnTo>
                    <a:pt x="32" y="0"/>
                  </a:lnTo>
                  <a:lnTo>
                    <a:pt x="32" y="0"/>
                  </a:lnTo>
                  <a:cubicBezTo>
                    <a:pt x="16" y="0"/>
                    <a:pt x="16" y="15"/>
                    <a:pt x="16" y="15"/>
                  </a:cubicBezTo>
                  <a:lnTo>
                    <a:pt x="1" y="63"/>
                  </a:lnTo>
                  <a:lnTo>
                    <a:pt x="1" y="78"/>
                  </a:lnTo>
                  <a:lnTo>
                    <a:pt x="1" y="78"/>
                  </a:lnTo>
                  <a:lnTo>
                    <a:pt x="1" y="78"/>
                  </a:lnTo>
                  <a:lnTo>
                    <a:pt x="32" y="78"/>
                  </a:lnTo>
                  <a:lnTo>
                    <a:pt x="32" y="78"/>
                  </a:lnTo>
                  <a:lnTo>
                    <a:pt x="32" y="78"/>
                  </a:lnTo>
                  <a:lnTo>
                    <a:pt x="64" y="78"/>
                  </a:lnTo>
                  <a:lnTo>
                    <a:pt x="79" y="63"/>
                  </a:lnTo>
                  <a:cubicBezTo>
                    <a:pt x="79" y="63"/>
                    <a:pt x="95" y="63"/>
                    <a:pt x="95" y="47"/>
                  </a:cubicBezTo>
                  <a:cubicBezTo>
                    <a:pt x="95" y="47"/>
                    <a:pt x="95" y="32"/>
                    <a:pt x="79" y="15"/>
                  </a:cubicBezTo>
                  <a:cubicBezTo>
                    <a:pt x="79"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27" name="Google Shape;627;p35"/>
            <p:cNvSpPr/>
            <p:nvPr/>
          </p:nvSpPr>
          <p:spPr>
            <a:xfrm>
              <a:off x="3127376" y="1825337"/>
              <a:ext cx="3053" cy="4516"/>
            </a:xfrm>
            <a:custGeom>
              <a:avLst/>
              <a:gdLst/>
              <a:ahLst/>
              <a:cxnLst/>
              <a:rect l="l" t="t" r="r" b="b"/>
              <a:pathLst>
                <a:path w="96" h="142" extrusionOk="0">
                  <a:moveTo>
                    <a:pt x="64" y="1"/>
                  </a:moveTo>
                  <a:lnTo>
                    <a:pt x="64" y="1"/>
                  </a:lnTo>
                  <a:lnTo>
                    <a:pt x="32" y="1"/>
                  </a:lnTo>
                  <a:lnTo>
                    <a:pt x="32" y="1"/>
                  </a:lnTo>
                  <a:cubicBezTo>
                    <a:pt x="17" y="1"/>
                    <a:pt x="1" y="16"/>
                    <a:pt x="1" y="32"/>
                  </a:cubicBezTo>
                  <a:cubicBezTo>
                    <a:pt x="1" y="64"/>
                    <a:pt x="17" y="64"/>
                    <a:pt x="32" y="79"/>
                  </a:cubicBezTo>
                  <a:lnTo>
                    <a:pt x="17" y="110"/>
                  </a:lnTo>
                  <a:cubicBezTo>
                    <a:pt x="17" y="127"/>
                    <a:pt x="32" y="142"/>
                    <a:pt x="49" y="142"/>
                  </a:cubicBezTo>
                  <a:lnTo>
                    <a:pt x="64" y="142"/>
                  </a:lnTo>
                  <a:cubicBezTo>
                    <a:pt x="80" y="142"/>
                    <a:pt x="95" y="142"/>
                    <a:pt x="95" y="110"/>
                  </a:cubicBezTo>
                  <a:lnTo>
                    <a:pt x="95" y="47"/>
                  </a:lnTo>
                  <a:lnTo>
                    <a:pt x="95" y="16"/>
                  </a:lnTo>
                  <a:cubicBezTo>
                    <a:pt x="80" y="1"/>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28" name="Google Shape;628;p35"/>
            <p:cNvSpPr/>
            <p:nvPr/>
          </p:nvSpPr>
          <p:spPr>
            <a:xfrm>
              <a:off x="3412019" y="1761189"/>
              <a:ext cx="4039" cy="5534"/>
            </a:xfrm>
            <a:custGeom>
              <a:avLst/>
              <a:gdLst/>
              <a:ahLst/>
              <a:cxnLst/>
              <a:rect l="l" t="t" r="r" b="b"/>
              <a:pathLst>
                <a:path w="127" h="174" extrusionOk="0">
                  <a:moveTo>
                    <a:pt x="95" y="111"/>
                  </a:moveTo>
                  <a:lnTo>
                    <a:pt x="16" y="127"/>
                  </a:lnTo>
                  <a:lnTo>
                    <a:pt x="63" y="174"/>
                  </a:lnTo>
                  <a:lnTo>
                    <a:pt x="79" y="174"/>
                  </a:lnTo>
                  <a:lnTo>
                    <a:pt x="79" y="174"/>
                  </a:lnTo>
                  <a:lnTo>
                    <a:pt x="95" y="174"/>
                  </a:lnTo>
                  <a:lnTo>
                    <a:pt x="111" y="174"/>
                  </a:lnTo>
                  <a:cubicBezTo>
                    <a:pt x="126" y="159"/>
                    <a:pt x="126" y="142"/>
                    <a:pt x="111" y="127"/>
                  </a:cubicBezTo>
                  <a:cubicBezTo>
                    <a:pt x="111" y="111"/>
                    <a:pt x="95" y="111"/>
                    <a:pt x="95" y="111"/>
                  </a:cubicBezTo>
                  <a:close/>
                  <a:moveTo>
                    <a:pt x="16" y="1"/>
                  </a:moveTo>
                  <a:cubicBezTo>
                    <a:pt x="16" y="1"/>
                    <a:pt x="0" y="1"/>
                    <a:pt x="0" y="16"/>
                  </a:cubicBezTo>
                  <a:lnTo>
                    <a:pt x="0" y="64"/>
                  </a:lnTo>
                  <a:lnTo>
                    <a:pt x="32" y="48"/>
                  </a:lnTo>
                  <a:cubicBezTo>
                    <a:pt x="16" y="48"/>
                    <a:pt x="32" y="48"/>
                    <a:pt x="32" y="32"/>
                  </a:cubicBezTo>
                  <a:cubicBezTo>
                    <a:pt x="32" y="16"/>
                    <a:pt x="32" y="16"/>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29" name="Google Shape;629;p35"/>
            <p:cNvSpPr/>
            <p:nvPr/>
          </p:nvSpPr>
          <p:spPr>
            <a:xfrm>
              <a:off x="3332828" y="1816814"/>
              <a:ext cx="6583" cy="4548"/>
            </a:xfrm>
            <a:custGeom>
              <a:avLst/>
              <a:gdLst/>
              <a:ahLst/>
              <a:cxnLst/>
              <a:rect l="l" t="t" r="r" b="b"/>
              <a:pathLst>
                <a:path w="207" h="143" extrusionOk="0">
                  <a:moveTo>
                    <a:pt x="175" y="0"/>
                  </a:moveTo>
                  <a:lnTo>
                    <a:pt x="175" y="0"/>
                  </a:lnTo>
                  <a:lnTo>
                    <a:pt x="158" y="0"/>
                  </a:lnTo>
                  <a:lnTo>
                    <a:pt x="127" y="17"/>
                  </a:lnTo>
                  <a:lnTo>
                    <a:pt x="112" y="17"/>
                  </a:lnTo>
                  <a:cubicBezTo>
                    <a:pt x="127" y="32"/>
                    <a:pt x="127" y="32"/>
                    <a:pt x="127" y="48"/>
                  </a:cubicBezTo>
                  <a:cubicBezTo>
                    <a:pt x="143" y="63"/>
                    <a:pt x="127" y="80"/>
                    <a:pt x="112" y="80"/>
                  </a:cubicBezTo>
                  <a:lnTo>
                    <a:pt x="95" y="80"/>
                  </a:lnTo>
                  <a:cubicBezTo>
                    <a:pt x="80" y="80"/>
                    <a:pt x="64" y="80"/>
                    <a:pt x="64" y="63"/>
                  </a:cubicBezTo>
                  <a:lnTo>
                    <a:pt x="64" y="63"/>
                  </a:lnTo>
                  <a:lnTo>
                    <a:pt x="32" y="80"/>
                  </a:lnTo>
                  <a:lnTo>
                    <a:pt x="32" y="80"/>
                  </a:lnTo>
                  <a:cubicBezTo>
                    <a:pt x="17" y="80"/>
                    <a:pt x="1" y="111"/>
                    <a:pt x="17" y="126"/>
                  </a:cubicBezTo>
                  <a:cubicBezTo>
                    <a:pt x="17" y="126"/>
                    <a:pt x="32" y="143"/>
                    <a:pt x="49" y="143"/>
                  </a:cubicBezTo>
                  <a:cubicBezTo>
                    <a:pt x="49" y="143"/>
                    <a:pt x="64" y="143"/>
                    <a:pt x="64" y="126"/>
                  </a:cubicBezTo>
                  <a:lnTo>
                    <a:pt x="80" y="126"/>
                  </a:lnTo>
                  <a:lnTo>
                    <a:pt x="190" y="63"/>
                  </a:lnTo>
                  <a:lnTo>
                    <a:pt x="190" y="48"/>
                  </a:lnTo>
                  <a:lnTo>
                    <a:pt x="206" y="0"/>
                  </a:lnTo>
                  <a:lnTo>
                    <a:pt x="17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30" name="Google Shape;630;p35"/>
            <p:cNvSpPr/>
            <p:nvPr/>
          </p:nvSpPr>
          <p:spPr>
            <a:xfrm>
              <a:off x="3189521" y="1798272"/>
              <a:ext cx="3053" cy="2544"/>
            </a:xfrm>
            <a:custGeom>
              <a:avLst/>
              <a:gdLst/>
              <a:ahLst/>
              <a:cxnLst/>
              <a:rect l="l" t="t" r="r" b="b"/>
              <a:pathLst>
                <a:path w="96" h="80" extrusionOk="0">
                  <a:moveTo>
                    <a:pt x="48" y="1"/>
                  </a:moveTo>
                  <a:lnTo>
                    <a:pt x="48" y="1"/>
                  </a:lnTo>
                  <a:cubicBezTo>
                    <a:pt x="48" y="16"/>
                    <a:pt x="17" y="32"/>
                    <a:pt x="1" y="32"/>
                  </a:cubicBezTo>
                  <a:lnTo>
                    <a:pt x="1" y="48"/>
                  </a:lnTo>
                  <a:cubicBezTo>
                    <a:pt x="1" y="64"/>
                    <a:pt x="17" y="79"/>
                    <a:pt x="32" y="79"/>
                  </a:cubicBezTo>
                  <a:lnTo>
                    <a:pt x="32" y="79"/>
                  </a:lnTo>
                  <a:lnTo>
                    <a:pt x="80" y="64"/>
                  </a:lnTo>
                  <a:lnTo>
                    <a:pt x="95" y="64"/>
                  </a:lnTo>
                  <a:lnTo>
                    <a:pt x="95" y="64"/>
                  </a:lnTo>
                  <a:cubicBezTo>
                    <a:pt x="80" y="48"/>
                    <a:pt x="64" y="32"/>
                    <a:pt x="80" y="16"/>
                  </a:cubicBezTo>
                  <a:lnTo>
                    <a:pt x="95" y="16"/>
                  </a:lnTo>
                  <a:cubicBezTo>
                    <a:pt x="80" y="16"/>
                    <a:pt x="64" y="16"/>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31" name="Google Shape;631;p35"/>
            <p:cNvSpPr/>
            <p:nvPr/>
          </p:nvSpPr>
          <p:spPr>
            <a:xfrm>
              <a:off x="3081802" y="1808799"/>
              <a:ext cx="5534" cy="5025"/>
            </a:xfrm>
            <a:custGeom>
              <a:avLst/>
              <a:gdLst/>
              <a:ahLst/>
              <a:cxnLst/>
              <a:rect l="l" t="t" r="r" b="b"/>
              <a:pathLst>
                <a:path w="174" h="158" extrusionOk="0">
                  <a:moveTo>
                    <a:pt x="95" y="0"/>
                  </a:moveTo>
                  <a:lnTo>
                    <a:pt x="95" y="16"/>
                  </a:lnTo>
                  <a:cubicBezTo>
                    <a:pt x="110" y="32"/>
                    <a:pt x="95" y="48"/>
                    <a:pt x="79" y="48"/>
                  </a:cubicBezTo>
                  <a:cubicBezTo>
                    <a:pt x="79" y="63"/>
                    <a:pt x="79" y="63"/>
                    <a:pt x="64" y="63"/>
                  </a:cubicBezTo>
                  <a:cubicBezTo>
                    <a:pt x="64" y="63"/>
                    <a:pt x="64" y="48"/>
                    <a:pt x="47" y="48"/>
                  </a:cubicBezTo>
                  <a:cubicBezTo>
                    <a:pt x="47" y="63"/>
                    <a:pt x="47" y="80"/>
                    <a:pt x="32" y="80"/>
                  </a:cubicBezTo>
                  <a:lnTo>
                    <a:pt x="16" y="80"/>
                  </a:lnTo>
                  <a:lnTo>
                    <a:pt x="1" y="80"/>
                  </a:lnTo>
                  <a:cubicBezTo>
                    <a:pt x="1" y="95"/>
                    <a:pt x="16" y="95"/>
                    <a:pt x="32" y="95"/>
                  </a:cubicBezTo>
                  <a:lnTo>
                    <a:pt x="32" y="95"/>
                  </a:lnTo>
                  <a:lnTo>
                    <a:pt x="47" y="95"/>
                  </a:lnTo>
                  <a:lnTo>
                    <a:pt x="47" y="111"/>
                  </a:lnTo>
                  <a:lnTo>
                    <a:pt x="47" y="111"/>
                  </a:lnTo>
                  <a:cubicBezTo>
                    <a:pt x="47" y="126"/>
                    <a:pt x="64" y="126"/>
                    <a:pt x="64" y="126"/>
                  </a:cubicBezTo>
                  <a:lnTo>
                    <a:pt x="110" y="158"/>
                  </a:lnTo>
                  <a:lnTo>
                    <a:pt x="142" y="158"/>
                  </a:lnTo>
                  <a:lnTo>
                    <a:pt x="142" y="158"/>
                  </a:lnTo>
                  <a:lnTo>
                    <a:pt x="158" y="158"/>
                  </a:lnTo>
                  <a:cubicBezTo>
                    <a:pt x="158" y="158"/>
                    <a:pt x="173" y="158"/>
                    <a:pt x="173" y="143"/>
                  </a:cubicBezTo>
                  <a:lnTo>
                    <a:pt x="158" y="143"/>
                  </a:lnTo>
                  <a:cubicBezTo>
                    <a:pt x="127" y="126"/>
                    <a:pt x="127" y="111"/>
                    <a:pt x="127" y="95"/>
                  </a:cubicBezTo>
                  <a:cubicBezTo>
                    <a:pt x="142" y="80"/>
                    <a:pt x="142" y="80"/>
                    <a:pt x="158" y="80"/>
                  </a:cubicBezTo>
                  <a:lnTo>
                    <a:pt x="173" y="80"/>
                  </a:lnTo>
                  <a:lnTo>
                    <a:pt x="173" y="80"/>
                  </a:lnTo>
                  <a:lnTo>
                    <a:pt x="158" y="48"/>
                  </a:lnTo>
                  <a:cubicBezTo>
                    <a:pt x="158" y="48"/>
                    <a:pt x="158" y="32"/>
                    <a:pt x="142" y="32"/>
                  </a:cubicBezTo>
                  <a:cubicBezTo>
                    <a:pt x="142" y="16"/>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32" name="Google Shape;632;p35"/>
            <p:cNvSpPr/>
            <p:nvPr/>
          </p:nvSpPr>
          <p:spPr>
            <a:xfrm>
              <a:off x="3425568" y="1772702"/>
              <a:ext cx="4516" cy="2576"/>
            </a:xfrm>
            <a:custGeom>
              <a:avLst/>
              <a:gdLst/>
              <a:ahLst/>
              <a:cxnLst/>
              <a:rect l="l" t="t" r="r" b="b"/>
              <a:pathLst>
                <a:path w="142" h="81" extrusionOk="0">
                  <a:moveTo>
                    <a:pt x="32" y="1"/>
                  </a:moveTo>
                  <a:lnTo>
                    <a:pt x="32" y="1"/>
                  </a:lnTo>
                  <a:lnTo>
                    <a:pt x="15" y="1"/>
                  </a:lnTo>
                  <a:cubicBezTo>
                    <a:pt x="15" y="1"/>
                    <a:pt x="0" y="17"/>
                    <a:pt x="0" y="32"/>
                  </a:cubicBezTo>
                  <a:lnTo>
                    <a:pt x="0" y="49"/>
                  </a:lnTo>
                  <a:cubicBezTo>
                    <a:pt x="15" y="64"/>
                    <a:pt x="15" y="80"/>
                    <a:pt x="47" y="80"/>
                  </a:cubicBezTo>
                  <a:lnTo>
                    <a:pt x="47" y="80"/>
                  </a:lnTo>
                  <a:lnTo>
                    <a:pt x="126" y="80"/>
                  </a:lnTo>
                  <a:cubicBezTo>
                    <a:pt x="141" y="64"/>
                    <a:pt x="141" y="64"/>
                    <a:pt x="141" y="32"/>
                  </a:cubicBezTo>
                  <a:lnTo>
                    <a:pt x="141" y="32"/>
                  </a:lnTo>
                  <a:cubicBezTo>
                    <a:pt x="141" y="17"/>
                    <a:pt x="126" y="1"/>
                    <a:pt x="110" y="1"/>
                  </a:cubicBezTo>
                  <a:lnTo>
                    <a:pt x="110" y="1"/>
                  </a:lnTo>
                  <a:lnTo>
                    <a:pt x="95" y="1"/>
                  </a:lnTo>
                  <a:lnTo>
                    <a:pt x="63" y="17"/>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33" name="Google Shape;633;p35"/>
            <p:cNvSpPr/>
            <p:nvPr/>
          </p:nvSpPr>
          <p:spPr>
            <a:xfrm>
              <a:off x="3167481" y="1797763"/>
              <a:ext cx="7569" cy="4548"/>
            </a:xfrm>
            <a:custGeom>
              <a:avLst/>
              <a:gdLst/>
              <a:ahLst/>
              <a:cxnLst/>
              <a:rect l="l" t="t" r="r" b="b"/>
              <a:pathLst>
                <a:path w="238" h="143" extrusionOk="0">
                  <a:moveTo>
                    <a:pt x="32" y="0"/>
                  </a:moveTo>
                  <a:lnTo>
                    <a:pt x="32" y="0"/>
                  </a:lnTo>
                  <a:lnTo>
                    <a:pt x="32" y="0"/>
                  </a:lnTo>
                  <a:cubicBezTo>
                    <a:pt x="17" y="0"/>
                    <a:pt x="0" y="17"/>
                    <a:pt x="0" y="32"/>
                  </a:cubicBezTo>
                  <a:lnTo>
                    <a:pt x="0" y="80"/>
                  </a:lnTo>
                  <a:cubicBezTo>
                    <a:pt x="0" y="95"/>
                    <a:pt x="0" y="111"/>
                    <a:pt x="17" y="111"/>
                  </a:cubicBezTo>
                  <a:cubicBezTo>
                    <a:pt x="17" y="127"/>
                    <a:pt x="32" y="127"/>
                    <a:pt x="32" y="127"/>
                  </a:cubicBezTo>
                  <a:lnTo>
                    <a:pt x="32" y="127"/>
                  </a:lnTo>
                  <a:cubicBezTo>
                    <a:pt x="48" y="127"/>
                    <a:pt x="48" y="111"/>
                    <a:pt x="63" y="111"/>
                  </a:cubicBezTo>
                  <a:lnTo>
                    <a:pt x="63" y="111"/>
                  </a:lnTo>
                  <a:lnTo>
                    <a:pt x="63" y="111"/>
                  </a:lnTo>
                  <a:lnTo>
                    <a:pt x="80" y="127"/>
                  </a:lnTo>
                  <a:cubicBezTo>
                    <a:pt x="95" y="127"/>
                    <a:pt x="95" y="143"/>
                    <a:pt x="111" y="143"/>
                  </a:cubicBezTo>
                  <a:lnTo>
                    <a:pt x="111" y="143"/>
                  </a:lnTo>
                  <a:cubicBezTo>
                    <a:pt x="126" y="143"/>
                    <a:pt x="126" y="127"/>
                    <a:pt x="126" y="127"/>
                  </a:cubicBezTo>
                  <a:lnTo>
                    <a:pt x="143" y="127"/>
                  </a:lnTo>
                  <a:lnTo>
                    <a:pt x="206" y="95"/>
                  </a:lnTo>
                  <a:lnTo>
                    <a:pt x="221" y="95"/>
                  </a:lnTo>
                  <a:lnTo>
                    <a:pt x="221" y="80"/>
                  </a:lnTo>
                  <a:cubicBezTo>
                    <a:pt x="237" y="80"/>
                    <a:pt x="237" y="64"/>
                    <a:pt x="221" y="64"/>
                  </a:cubicBezTo>
                  <a:lnTo>
                    <a:pt x="221" y="48"/>
                  </a:lnTo>
                  <a:lnTo>
                    <a:pt x="221" y="48"/>
                  </a:lnTo>
                  <a:cubicBezTo>
                    <a:pt x="206" y="32"/>
                    <a:pt x="206" y="32"/>
                    <a:pt x="189" y="32"/>
                  </a:cubicBezTo>
                  <a:lnTo>
                    <a:pt x="189" y="32"/>
                  </a:lnTo>
                  <a:lnTo>
                    <a:pt x="174" y="48"/>
                  </a:lnTo>
                  <a:lnTo>
                    <a:pt x="111" y="64"/>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34" name="Google Shape;634;p35"/>
            <p:cNvSpPr/>
            <p:nvPr/>
          </p:nvSpPr>
          <p:spPr>
            <a:xfrm>
              <a:off x="3409507" y="1775246"/>
              <a:ext cx="4548" cy="3498"/>
            </a:xfrm>
            <a:custGeom>
              <a:avLst/>
              <a:gdLst/>
              <a:ahLst/>
              <a:cxnLst/>
              <a:rect l="l" t="t" r="r" b="b"/>
              <a:pathLst>
                <a:path w="143" h="110" extrusionOk="0">
                  <a:moveTo>
                    <a:pt x="111" y="0"/>
                  </a:moveTo>
                  <a:lnTo>
                    <a:pt x="111" y="0"/>
                  </a:lnTo>
                  <a:lnTo>
                    <a:pt x="95" y="0"/>
                  </a:lnTo>
                  <a:lnTo>
                    <a:pt x="48" y="32"/>
                  </a:lnTo>
                  <a:lnTo>
                    <a:pt x="32" y="32"/>
                  </a:lnTo>
                  <a:lnTo>
                    <a:pt x="16" y="47"/>
                  </a:lnTo>
                  <a:cubicBezTo>
                    <a:pt x="1" y="47"/>
                    <a:pt x="1" y="63"/>
                    <a:pt x="1" y="78"/>
                  </a:cubicBezTo>
                  <a:lnTo>
                    <a:pt x="1" y="78"/>
                  </a:lnTo>
                  <a:cubicBezTo>
                    <a:pt x="16" y="78"/>
                    <a:pt x="32" y="95"/>
                    <a:pt x="32" y="110"/>
                  </a:cubicBezTo>
                  <a:lnTo>
                    <a:pt x="48" y="110"/>
                  </a:lnTo>
                  <a:lnTo>
                    <a:pt x="48" y="95"/>
                  </a:lnTo>
                  <a:lnTo>
                    <a:pt x="48" y="95"/>
                  </a:lnTo>
                  <a:lnTo>
                    <a:pt x="64" y="110"/>
                  </a:lnTo>
                  <a:lnTo>
                    <a:pt x="79" y="110"/>
                  </a:lnTo>
                  <a:lnTo>
                    <a:pt x="79" y="110"/>
                  </a:lnTo>
                  <a:lnTo>
                    <a:pt x="79" y="95"/>
                  </a:lnTo>
                  <a:cubicBezTo>
                    <a:pt x="79" y="78"/>
                    <a:pt x="95" y="63"/>
                    <a:pt x="111" y="63"/>
                  </a:cubicBezTo>
                  <a:lnTo>
                    <a:pt x="111" y="63"/>
                  </a:lnTo>
                  <a:lnTo>
                    <a:pt x="127" y="63"/>
                  </a:lnTo>
                  <a:lnTo>
                    <a:pt x="142" y="78"/>
                  </a:lnTo>
                  <a:lnTo>
                    <a:pt x="142" y="63"/>
                  </a:lnTo>
                  <a:lnTo>
                    <a:pt x="142" y="32"/>
                  </a:lnTo>
                  <a:cubicBezTo>
                    <a:pt x="142" y="15"/>
                    <a:pt x="142" y="15"/>
                    <a:pt x="127" y="0"/>
                  </a:cubicBezTo>
                  <a:lnTo>
                    <a:pt x="12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35" name="Google Shape;635;p35"/>
            <p:cNvSpPr/>
            <p:nvPr/>
          </p:nvSpPr>
          <p:spPr>
            <a:xfrm>
              <a:off x="3403496" y="1793279"/>
              <a:ext cx="4039" cy="2035"/>
            </a:xfrm>
            <a:custGeom>
              <a:avLst/>
              <a:gdLst/>
              <a:ahLst/>
              <a:cxnLst/>
              <a:rect l="l" t="t" r="r" b="b"/>
              <a:pathLst>
                <a:path w="127" h="64" extrusionOk="0">
                  <a:moveTo>
                    <a:pt x="16" y="47"/>
                  </a:moveTo>
                  <a:lnTo>
                    <a:pt x="1" y="63"/>
                  </a:lnTo>
                  <a:lnTo>
                    <a:pt x="16" y="63"/>
                  </a:lnTo>
                  <a:lnTo>
                    <a:pt x="16" y="47"/>
                  </a:lnTo>
                  <a:close/>
                  <a:moveTo>
                    <a:pt x="79" y="0"/>
                  </a:moveTo>
                  <a:lnTo>
                    <a:pt x="79" y="15"/>
                  </a:lnTo>
                  <a:lnTo>
                    <a:pt x="79" y="47"/>
                  </a:lnTo>
                  <a:lnTo>
                    <a:pt x="127" y="32"/>
                  </a:lnTo>
                  <a:lnTo>
                    <a:pt x="110" y="15"/>
                  </a:lnTo>
                  <a:lnTo>
                    <a:pt x="110" y="0"/>
                  </a:lnTo>
                  <a:lnTo>
                    <a:pt x="95" y="0"/>
                  </a:ln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36" name="Google Shape;636;p35"/>
            <p:cNvSpPr/>
            <p:nvPr/>
          </p:nvSpPr>
          <p:spPr>
            <a:xfrm>
              <a:off x="3072801" y="1809308"/>
              <a:ext cx="2512" cy="4516"/>
            </a:xfrm>
            <a:custGeom>
              <a:avLst/>
              <a:gdLst/>
              <a:ahLst/>
              <a:cxnLst/>
              <a:rect l="l" t="t" r="r" b="b"/>
              <a:pathLst>
                <a:path w="79" h="142" extrusionOk="0">
                  <a:moveTo>
                    <a:pt x="47" y="0"/>
                  </a:moveTo>
                  <a:lnTo>
                    <a:pt x="32" y="0"/>
                  </a:lnTo>
                  <a:cubicBezTo>
                    <a:pt x="15" y="0"/>
                    <a:pt x="15" y="16"/>
                    <a:pt x="15" y="32"/>
                  </a:cubicBezTo>
                  <a:lnTo>
                    <a:pt x="0" y="95"/>
                  </a:lnTo>
                  <a:cubicBezTo>
                    <a:pt x="0" y="110"/>
                    <a:pt x="15" y="127"/>
                    <a:pt x="32" y="142"/>
                  </a:cubicBezTo>
                  <a:lnTo>
                    <a:pt x="32" y="142"/>
                  </a:lnTo>
                  <a:cubicBezTo>
                    <a:pt x="47" y="142"/>
                    <a:pt x="63" y="127"/>
                    <a:pt x="63" y="110"/>
                  </a:cubicBezTo>
                  <a:lnTo>
                    <a:pt x="78" y="47"/>
                  </a:lnTo>
                  <a:cubicBezTo>
                    <a:pt x="78" y="32"/>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37" name="Google Shape;637;p35"/>
            <p:cNvSpPr/>
            <p:nvPr/>
          </p:nvSpPr>
          <p:spPr>
            <a:xfrm>
              <a:off x="3019148" y="1808290"/>
              <a:ext cx="3562" cy="5534"/>
            </a:xfrm>
            <a:custGeom>
              <a:avLst/>
              <a:gdLst/>
              <a:ahLst/>
              <a:cxnLst/>
              <a:rect l="l" t="t" r="r" b="b"/>
              <a:pathLst>
                <a:path w="112" h="174" extrusionOk="0">
                  <a:moveTo>
                    <a:pt x="32" y="1"/>
                  </a:moveTo>
                  <a:lnTo>
                    <a:pt x="32" y="1"/>
                  </a:lnTo>
                  <a:lnTo>
                    <a:pt x="17" y="1"/>
                  </a:lnTo>
                  <a:cubicBezTo>
                    <a:pt x="1" y="16"/>
                    <a:pt x="1" y="48"/>
                    <a:pt x="17" y="64"/>
                  </a:cubicBezTo>
                  <a:lnTo>
                    <a:pt x="17" y="64"/>
                  </a:lnTo>
                  <a:lnTo>
                    <a:pt x="17" y="64"/>
                  </a:lnTo>
                  <a:lnTo>
                    <a:pt x="17" y="79"/>
                  </a:lnTo>
                  <a:cubicBezTo>
                    <a:pt x="17" y="96"/>
                    <a:pt x="1" y="96"/>
                    <a:pt x="1" y="96"/>
                  </a:cubicBezTo>
                  <a:cubicBezTo>
                    <a:pt x="17" y="127"/>
                    <a:pt x="32" y="142"/>
                    <a:pt x="32" y="174"/>
                  </a:cubicBezTo>
                  <a:cubicBezTo>
                    <a:pt x="64" y="142"/>
                    <a:pt x="80" y="111"/>
                    <a:pt x="95" y="96"/>
                  </a:cubicBezTo>
                  <a:cubicBezTo>
                    <a:pt x="112" y="64"/>
                    <a:pt x="95" y="48"/>
                    <a:pt x="80" y="32"/>
                  </a:cubicBezTo>
                  <a:lnTo>
                    <a:pt x="80" y="32"/>
                  </a:lnTo>
                  <a:lnTo>
                    <a:pt x="80" y="32"/>
                  </a:lnTo>
                  <a:lnTo>
                    <a:pt x="64" y="16"/>
                  </a:lnTo>
                  <a:cubicBezTo>
                    <a:pt x="64"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38" name="Google Shape;638;p35"/>
            <p:cNvSpPr/>
            <p:nvPr/>
          </p:nvSpPr>
          <p:spPr>
            <a:xfrm>
              <a:off x="3180488" y="1816337"/>
              <a:ext cx="3053" cy="6042"/>
            </a:xfrm>
            <a:custGeom>
              <a:avLst/>
              <a:gdLst/>
              <a:ahLst/>
              <a:cxnLst/>
              <a:rect l="l" t="t" r="r" b="b"/>
              <a:pathLst>
                <a:path w="96" h="190" extrusionOk="0">
                  <a:moveTo>
                    <a:pt x="49" y="0"/>
                  </a:moveTo>
                  <a:lnTo>
                    <a:pt x="49" y="0"/>
                  </a:lnTo>
                  <a:lnTo>
                    <a:pt x="49" y="0"/>
                  </a:lnTo>
                  <a:cubicBezTo>
                    <a:pt x="32" y="0"/>
                    <a:pt x="32" y="15"/>
                    <a:pt x="17" y="32"/>
                  </a:cubicBezTo>
                  <a:lnTo>
                    <a:pt x="17" y="32"/>
                  </a:lnTo>
                  <a:lnTo>
                    <a:pt x="17" y="63"/>
                  </a:lnTo>
                  <a:lnTo>
                    <a:pt x="17" y="63"/>
                  </a:lnTo>
                  <a:lnTo>
                    <a:pt x="17" y="63"/>
                  </a:lnTo>
                  <a:cubicBezTo>
                    <a:pt x="32" y="63"/>
                    <a:pt x="49" y="63"/>
                    <a:pt x="49" y="78"/>
                  </a:cubicBezTo>
                  <a:cubicBezTo>
                    <a:pt x="64" y="95"/>
                    <a:pt x="49" y="110"/>
                    <a:pt x="32" y="126"/>
                  </a:cubicBezTo>
                  <a:lnTo>
                    <a:pt x="1" y="126"/>
                  </a:lnTo>
                  <a:cubicBezTo>
                    <a:pt x="17" y="141"/>
                    <a:pt x="17" y="158"/>
                    <a:pt x="1" y="173"/>
                  </a:cubicBezTo>
                  <a:lnTo>
                    <a:pt x="1" y="173"/>
                  </a:lnTo>
                  <a:lnTo>
                    <a:pt x="1" y="189"/>
                  </a:lnTo>
                  <a:lnTo>
                    <a:pt x="17" y="189"/>
                  </a:lnTo>
                  <a:cubicBezTo>
                    <a:pt x="32" y="189"/>
                    <a:pt x="49" y="173"/>
                    <a:pt x="49" y="158"/>
                  </a:cubicBezTo>
                  <a:lnTo>
                    <a:pt x="80" y="47"/>
                  </a:lnTo>
                  <a:cubicBezTo>
                    <a:pt x="95" y="32"/>
                    <a:pt x="80" y="15"/>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39" name="Google Shape;639;p35"/>
            <p:cNvSpPr/>
            <p:nvPr/>
          </p:nvSpPr>
          <p:spPr>
            <a:xfrm>
              <a:off x="3190538" y="1794742"/>
              <a:ext cx="5534" cy="4580"/>
            </a:xfrm>
            <a:custGeom>
              <a:avLst/>
              <a:gdLst/>
              <a:ahLst/>
              <a:cxnLst/>
              <a:rect l="l" t="t" r="r" b="b"/>
              <a:pathLst>
                <a:path w="174" h="144" extrusionOk="0">
                  <a:moveTo>
                    <a:pt x="63" y="1"/>
                  </a:moveTo>
                  <a:lnTo>
                    <a:pt x="48" y="1"/>
                  </a:lnTo>
                  <a:lnTo>
                    <a:pt x="48" y="1"/>
                  </a:lnTo>
                  <a:cubicBezTo>
                    <a:pt x="32" y="1"/>
                    <a:pt x="16" y="17"/>
                    <a:pt x="0" y="32"/>
                  </a:cubicBezTo>
                  <a:lnTo>
                    <a:pt x="0" y="32"/>
                  </a:lnTo>
                  <a:lnTo>
                    <a:pt x="0" y="32"/>
                  </a:lnTo>
                  <a:lnTo>
                    <a:pt x="0" y="49"/>
                  </a:lnTo>
                  <a:cubicBezTo>
                    <a:pt x="0" y="49"/>
                    <a:pt x="16" y="49"/>
                    <a:pt x="16" y="32"/>
                  </a:cubicBezTo>
                  <a:lnTo>
                    <a:pt x="32" y="32"/>
                  </a:lnTo>
                  <a:lnTo>
                    <a:pt x="32" y="32"/>
                  </a:lnTo>
                  <a:cubicBezTo>
                    <a:pt x="48" y="32"/>
                    <a:pt x="63" y="49"/>
                    <a:pt x="63" y="49"/>
                  </a:cubicBezTo>
                  <a:cubicBezTo>
                    <a:pt x="63" y="80"/>
                    <a:pt x="63" y="95"/>
                    <a:pt x="48" y="95"/>
                  </a:cubicBezTo>
                  <a:cubicBezTo>
                    <a:pt x="32" y="95"/>
                    <a:pt x="32" y="112"/>
                    <a:pt x="16" y="112"/>
                  </a:cubicBezTo>
                  <a:lnTo>
                    <a:pt x="32" y="112"/>
                  </a:lnTo>
                  <a:cubicBezTo>
                    <a:pt x="32" y="127"/>
                    <a:pt x="48" y="127"/>
                    <a:pt x="63" y="127"/>
                  </a:cubicBezTo>
                  <a:cubicBezTo>
                    <a:pt x="63" y="127"/>
                    <a:pt x="63" y="112"/>
                    <a:pt x="79" y="112"/>
                  </a:cubicBezTo>
                  <a:lnTo>
                    <a:pt x="79" y="112"/>
                  </a:lnTo>
                  <a:cubicBezTo>
                    <a:pt x="79" y="112"/>
                    <a:pt x="95" y="112"/>
                    <a:pt x="95" y="127"/>
                  </a:cubicBezTo>
                  <a:lnTo>
                    <a:pt x="126" y="143"/>
                  </a:lnTo>
                  <a:lnTo>
                    <a:pt x="126" y="143"/>
                  </a:lnTo>
                  <a:lnTo>
                    <a:pt x="158" y="95"/>
                  </a:lnTo>
                  <a:cubicBezTo>
                    <a:pt x="174" y="95"/>
                    <a:pt x="174" y="80"/>
                    <a:pt x="174" y="64"/>
                  </a:cubicBezTo>
                  <a:cubicBezTo>
                    <a:pt x="174" y="49"/>
                    <a:pt x="158" y="49"/>
                    <a:pt x="142" y="49"/>
                  </a:cubicBezTo>
                  <a:lnTo>
                    <a:pt x="126" y="49"/>
                  </a:lnTo>
                  <a:lnTo>
                    <a:pt x="126" y="32"/>
                  </a:lnTo>
                  <a:lnTo>
                    <a:pt x="126" y="32"/>
                  </a:lnTo>
                  <a:cubicBezTo>
                    <a:pt x="111"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40" name="Google Shape;640;p35"/>
            <p:cNvSpPr/>
            <p:nvPr/>
          </p:nvSpPr>
          <p:spPr>
            <a:xfrm>
              <a:off x="3082819" y="1806287"/>
              <a:ext cx="2512" cy="4548"/>
            </a:xfrm>
            <a:custGeom>
              <a:avLst/>
              <a:gdLst/>
              <a:ahLst/>
              <a:cxnLst/>
              <a:rect l="l" t="t" r="r" b="b"/>
              <a:pathLst>
                <a:path w="79" h="143" extrusionOk="0">
                  <a:moveTo>
                    <a:pt x="15" y="1"/>
                  </a:moveTo>
                  <a:lnTo>
                    <a:pt x="15" y="1"/>
                  </a:lnTo>
                  <a:lnTo>
                    <a:pt x="0" y="16"/>
                  </a:lnTo>
                  <a:lnTo>
                    <a:pt x="0" y="16"/>
                  </a:lnTo>
                  <a:lnTo>
                    <a:pt x="15" y="32"/>
                  </a:lnTo>
                  <a:cubicBezTo>
                    <a:pt x="32" y="48"/>
                    <a:pt x="15" y="79"/>
                    <a:pt x="0" y="95"/>
                  </a:cubicBezTo>
                  <a:lnTo>
                    <a:pt x="0" y="95"/>
                  </a:lnTo>
                  <a:lnTo>
                    <a:pt x="0" y="95"/>
                  </a:lnTo>
                  <a:lnTo>
                    <a:pt x="15" y="111"/>
                  </a:lnTo>
                  <a:lnTo>
                    <a:pt x="15" y="127"/>
                  </a:lnTo>
                  <a:cubicBezTo>
                    <a:pt x="32" y="127"/>
                    <a:pt x="32" y="142"/>
                    <a:pt x="32" y="142"/>
                  </a:cubicBezTo>
                  <a:cubicBezTo>
                    <a:pt x="47" y="142"/>
                    <a:pt x="47" y="142"/>
                    <a:pt x="47" y="127"/>
                  </a:cubicBezTo>
                  <a:cubicBezTo>
                    <a:pt x="63" y="127"/>
                    <a:pt x="78" y="111"/>
                    <a:pt x="63" y="95"/>
                  </a:cubicBezTo>
                  <a:lnTo>
                    <a:pt x="63" y="79"/>
                  </a:lnTo>
                  <a:lnTo>
                    <a:pt x="47" y="32"/>
                  </a:lnTo>
                  <a:cubicBezTo>
                    <a:pt x="47" y="16"/>
                    <a:pt x="32" y="1"/>
                    <a:pt x="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41" name="Google Shape;641;p35"/>
            <p:cNvSpPr/>
            <p:nvPr/>
          </p:nvSpPr>
          <p:spPr>
            <a:xfrm>
              <a:off x="3133928" y="1800276"/>
              <a:ext cx="3021" cy="4039"/>
            </a:xfrm>
            <a:custGeom>
              <a:avLst/>
              <a:gdLst/>
              <a:ahLst/>
              <a:cxnLst/>
              <a:rect l="l" t="t" r="r" b="b"/>
              <a:pathLst>
                <a:path w="95" h="127" extrusionOk="0">
                  <a:moveTo>
                    <a:pt x="32" y="1"/>
                  </a:moveTo>
                  <a:lnTo>
                    <a:pt x="32" y="1"/>
                  </a:lnTo>
                  <a:lnTo>
                    <a:pt x="32" y="1"/>
                  </a:lnTo>
                  <a:cubicBezTo>
                    <a:pt x="0" y="16"/>
                    <a:pt x="0" y="32"/>
                    <a:pt x="0" y="48"/>
                  </a:cubicBezTo>
                  <a:lnTo>
                    <a:pt x="32" y="111"/>
                  </a:lnTo>
                  <a:cubicBezTo>
                    <a:pt x="32" y="127"/>
                    <a:pt x="47" y="127"/>
                    <a:pt x="63" y="127"/>
                  </a:cubicBezTo>
                  <a:lnTo>
                    <a:pt x="63" y="127"/>
                  </a:lnTo>
                  <a:cubicBezTo>
                    <a:pt x="95" y="127"/>
                    <a:pt x="95" y="111"/>
                    <a:pt x="95" y="95"/>
                  </a:cubicBez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42" name="Google Shape;642;p35"/>
            <p:cNvSpPr/>
            <p:nvPr/>
          </p:nvSpPr>
          <p:spPr>
            <a:xfrm>
              <a:off x="3280225" y="1803774"/>
              <a:ext cx="6074" cy="2544"/>
            </a:xfrm>
            <a:custGeom>
              <a:avLst/>
              <a:gdLst/>
              <a:ahLst/>
              <a:cxnLst/>
              <a:rect l="l" t="t" r="r" b="b"/>
              <a:pathLst>
                <a:path w="191" h="80" extrusionOk="0">
                  <a:moveTo>
                    <a:pt x="142" y="1"/>
                  </a:moveTo>
                  <a:lnTo>
                    <a:pt x="32" y="17"/>
                  </a:lnTo>
                  <a:cubicBezTo>
                    <a:pt x="16" y="17"/>
                    <a:pt x="1" y="32"/>
                    <a:pt x="1" y="48"/>
                  </a:cubicBezTo>
                  <a:cubicBezTo>
                    <a:pt x="1" y="80"/>
                    <a:pt x="16" y="80"/>
                    <a:pt x="32" y="80"/>
                  </a:cubicBezTo>
                  <a:lnTo>
                    <a:pt x="32" y="80"/>
                  </a:lnTo>
                  <a:lnTo>
                    <a:pt x="159" y="80"/>
                  </a:lnTo>
                  <a:lnTo>
                    <a:pt x="174" y="80"/>
                  </a:lnTo>
                  <a:cubicBezTo>
                    <a:pt x="190" y="64"/>
                    <a:pt x="190" y="48"/>
                    <a:pt x="190" y="32"/>
                  </a:cubicBezTo>
                  <a:lnTo>
                    <a:pt x="190" y="32"/>
                  </a:lnTo>
                  <a:lnTo>
                    <a:pt x="159" y="32"/>
                  </a:lnTo>
                  <a:lnTo>
                    <a:pt x="14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43" name="Google Shape;643;p35"/>
            <p:cNvSpPr/>
            <p:nvPr/>
          </p:nvSpPr>
          <p:spPr>
            <a:xfrm>
              <a:off x="3099325" y="1810803"/>
              <a:ext cx="2544" cy="4039"/>
            </a:xfrm>
            <a:custGeom>
              <a:avLst/>
              <a:gdLst/>
              <a:ahLst/>
              <a:cxnLst/>
              <a:rect l="l" t="t" r="r" b="b"/>
              <a:pathLst>
                <a:path w="80" h="127" extrusionOk="0">
                  <a:moveTo>
                    <a:pt x="32" y="0"/>
                  </a:moveTo>
                  <a:lnTo>
                    <a:pt x="32" y="0"/>
                  </a:lnTo>
                  <a:cubicBezTo>
                    <a:pt x="17" y="0"/>
                    <a:pt x="1" y="17"/>
                    <a:pt x="1" y="32"/>
                  </a:cubicBezTo>
                  <a:lnTo>
                    <a:pt x="17" y="95"/>
                  </a:lnTo>
                  <a:cubicBezTo>
                    <a:pt x="17" y="111"/>
                    <a:pt x="32" y="126"/>
                    <a:pt x="48" y="126"/>
                  </a:cubicBezTo>
                  <a:lnTo>
                    <a:pt x="48" y="126"/>
                  </a:lnTo>
                  <a:cubicBezTo>
                    <a:pt x="64" y="126"/>
                    <a:pt x="80" y="111"/>
                    <a:pt x="80" y="80"/>
                  </a:cubicBezTo>
                  <a:lnTo>
                    <a:pt x="80" y="32"/>
                  </a:lnTo>
                  <a:cubicBezTo>
                    <a:pt x="80"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44" name="Google Shape;644;p35"/>
            <p:cNvSpPr/>
            <p:nvPr/>
          </p:nvSpPr>
          <p:spPr>
            <a:xfrm>
              <a:off x="3322333" y="1786727"/>
              <a:ext cx="4039" cy="3562"/>
            </a:xfrm>
            <a:custGeom>
              <a:avLst/>
              <a:gdLst/>
              <a:ahLst/>
              <a:cxnLst/>
              <a:rect l="l" t="t" r="r" b="b"/>
              <a:pathLst>
                <a:path w="127" h="112" extrusionOk="0">
                  <a:moveTo>
                    <a:pt x="32" y="1"/>
                  </a:moveTo>
                  <a:lnTo>
                    <a:pt x="32" y="1"/>
                  </a:lnTo>
                  <a:cubicBezTo>
                    <a:pt x="16" y="1"/>
                    <a:pt x="16" y="17"/>
                    <a:pt x="0" y="17"/>
                  </a:cubicBezTo>
                  <a:lnTo>
                    <a:pt x="0" y="49"/>
                  </a:lnTo>
                  <a:cubicBezTo>
                    <a:pt x="0" y="49"/>
                    <a:pt x="0" y="64"/>
                    <a:pt x="16" y="80"/>
                  </a:cubicBezTo>
                  <a:lnTo>
                    <a:pt x="79" y="112"/>
                  </a:lnTo>
                  <a:lnTo>
                    <a:pt x="95" y="112"/>
                  </a:lnTo>
                  <a:cubicBezTo>
                    <a:pt x="95" y="112"/>
                    <a:pt x="110" y="112"/>
                    <a:pt x="126" y="95"/>
                  </a:cubicBezTo>
                  <a:lnTo>
                    <a:pt x="126" y="95"/>
                  </a:lnTo>
                  <a:lnTo>
                    <a:pt x="110" y="95"/>
                  </a:lnTo>
                  <a:lnTo>
                    <a:pt x="95" y="95"/>
                  </a:lnTo>
                  <a:cubicBezTo>
                    <a:pt x="79" y="95"/>
                    <a:pt x="63" y="80"/>
                    <a:pt x="63" y="64"/>
                  </a:cubicBezTo>
                  <a:cubicBezTo>
                    <a:pt x="63" y="49"/>
                    <a:pt x="79" y="49"/>
                    <a:pt x="79" y="49"/>
                  </a:cubicBezTo>
                  <a:cubicBezTo>
                    <a:pt x="79" y="17"/>
                    <a:pt x="79" y="17"/>
                    <a:pt x="63"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45" name="Google Shape;645;p35"/>
            <p:cNvSpPr/>
            <p:nvPr/>
          </p:nvSpPr>
          <p:spPr>
            <a:xfrm>
              <a:off x="3171011" y="1804792"/>
              <a:ext cx="6042" cy="3530"/>
            </a:xfrm>
            <a:custGeom>
              <a:avLst/>
              <a:gdLst/>
              <a:ahLst/>
              <a:cxnLst/>
              <a:rect l="l" t="t" r="r" b="b"/>
              <a:pathLst>
                <a:path w="190" h="111" extrusionOk="0">
                  <a:moveTo>
                    <a:pt x="158" y="0"/>
                  </a:moveTo>
                  <a:lnTo>
                    <a:pt x="158" y="0"/>
                  </a:lnTo>
                  <a:lnTo>
                    <a:pt x="141" y="0"/>
                  </a:lnTo>
                  <a:lnTo>
                    <a:pt x="32" y="32"/>
                  </a:lnTo>
                  <a:cubicBezTo>
                    <a:pt x="15" y="48"/>
                    <a:pt x="0" y="63"/>
                    <a:pt x="15" y="79"/>
                  </a:cubicBezTo>
                  <a:cubicBezTo>
                    <a:pt x="15" y="95"/>
                    <a:pt x="32" y="111"/>
                    <a:pt x="47" y="111"/>
                  </a:cubicBezTo>
                  <a:lnTo>
                    <a:pt x="47" y="111"/>
                  </a:lnTo>
                  <a:lnTo>
                    <a:pt x="173" y="63"/>
                  </a:lnTo>
                  <a:lnTo>
                    <a:pt x="189" y="63"/>
                  </a:lnTo>
                  <a:lnTo>
                    <a:pt x="189" y="32"/>
                  </a:lnTo>
                  <a:cubicBezTo>
                    <a:pt x="189" y="16"/>
                    <a:pt x="189"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46" name="Google Shape;646;p35"/>
            <p:cNvSpPr/>
            <p:nvPr/>
          </p:nvSpPr>
          <p:spPr>
            <a:xfrm>
              <a:off x="3294282" y="1791752"/>
              <a:ext cx="3498" cy="4039"/>
            </a:xfrm>
            <a:custGeom>
              <a:avLst/>
              <a:gdLst/>
              <a:ahLst/>
              <a:cxnLst/>
              <a:rect l="l" t="t" r="r" b="b"/>
              <a:pathLst>
                <a:path w="110" h="127" extrusionOk="0">
                  <a:moveTo>
                    <a:pt x="63" y="0"/>
                  </a:moveTo>
                  <a:lnTo>
                    <a:pt x="63" y="0"/>
                  </a:lnTo>
                  <a:cubicBezTo>
                    <a:pt x="47" y="0"/>
                    <a:pt x="47" y="17"/>
                    <a:pt x="32" y="32"/>
                  </a:cubicBezTo>
                  <a:lnTo>
                    <a:pt x="15" y="80"/>
                  </a:lnTo>
                  <a:cubicBezTo>
                    <a:pt x="0" y="95"/>
                    <a:pt x="15" y="111"/>
                    <a:pt x="32" y="126"/>
                  </a:cubicBezTo>
                  <a:lnTo>
                    <a:pt x="47" y="126"/>
                  </a:lnTo>
                  <a:cubicBezTo>
                    <a:pt x="63" y="126"/>
                    <a:pt x="63" y="111"/>
                    <a:pt x="78" y="111"/>
                  </a:cubicBezTo>
                  <a:lnTo>
                    <a:pt x="95" y="63"/>
                  </a:lnTo>
                  <a:cubicBezTo>
                    <a:pt x="110" y="32"/>
                    <a:pt x="95" y="17"/>
                    <a:pt x="78" y="17"/>
                  </a:cubicBezTo>
                  <a:cubicBezTo>
                    <a:pt x="78" y="0"/>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47" name="Google Shape;647;p35"/>
            <p:cNvSpPr/>
            <p:nvPr/>
          </p:nvSpPr>
          <p:spPr>
            <a:xfrm>
              <a:off x="3037722" y="1818817"/>
              <a:ext cx="3498" cy="3021"/>
            </a:xfrm>
            <a:custGeom>
              <a:avLst/>
              <a:gdLst/>
              <a:ahLst/>
              <a:cxnLst/>
              <a:rect l="l" t="t" r="r" b="b"/>
              <a:pathLst>
                <a:path w="110" h="95" extrusionOk="0">
                  <a:moveTo>
                    <a:pt x="32" y="0"/>
                  </a:moveTo>
                  <a:lnTo>
                    <a:pt x="32" y="0"/>
                  </a:lnTo>
                  <a:cubicBezTo>
                    <a:pt x="15" y="0"/>
                    <a:pt x="0" y="17"/>
                    <a:pt x="0" y="32"/>
                  </a:cubicBezTo>
                  <a:lnTo>
                    <a:pt x="0" y="32"/>
                  </a:lnTo>
                  <a:lnTo>
                    <a:pt x="0" y="32"/>
                  </a:lnTo>
                  <a:lnTo>
                    <a:pt x="0" y="32"/>
                  </a:lnTo>
                  <a:cubicBezTo>
                    <a:pt x="15" y="32"/>
                    <a:pt x="32" y="48"/>
                    <a:pt x="32" y="48"/>
                  </a:cubicBezTo>
                  <a:lnTo>
                    <a:pt x="63" y="95"/>
                  </a:lnTo>
                  <a:lnTo>
                    <a:pt x="78" y="95"/>
                  </a:lnTo>
                  <a:lnTo>
                    <a:pt x="78" y="80"/>
                  </a:lnTo>
                  <a:lnTo>
                    <a:pt x="95" y="63"/>
                  </a:lnTo>
                  <a:cubicBezTo>
                    <a:pt x="110" y="48"/>
                    <a:pt x="110" y="32"/>
                    <a:pt x="95" y="32"/>
                  </a:cubicBezTo>
                  <a:cubicBezTo>
                    <a:pt x="95" y="17"/>
                    <a:pt x="78" y="17"/>
                    <a:pt x="78" y="17"/>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48" name="Google Shape;648;p35"/>
            <p:cNvSpPr/>
            <p:nvPr/>
          </p:nvSpPr>
          <p:spPr>
            <a:xfrm>
              <a:off x="3153964" y="1816337"/>
              <a:ext cx="4039" cy="4516"/>
            </a:xfrm>
            <a:custGeom>
              <a:avLst/>
              <a:gdLst/>
              <a:ahLst/>
              <a:cxnLst/>
              <a:rect l="l" t="t" r="r" b="b"/>
              <a:pathLst>
                <a:path w="127" h="142" extrusionOk="0">
                  <a:moveTo>
                    <a:pt x="79" y="0"/>
                  </a:moveTo>
                  <a:lnTo>
                    <a:pt x="79" y="0"/>
                  </a:lnTo>
                  <a:cubicBezTo>
                    <a:pt x="79" y="15"/>
                    <a:pt x="64" y="15"/>
                    <a:pt x="64" y="15"/>
                  </a:cubicBezTo>
                  <a:lnTo>
                    <a:pt x="64" y="15"/>
                  </a:lnTo>
                  <a:cubicBezTo>
                    <a:pt x="47" y="15"/>
                    <a:pt x="47" y="32"/>
                    <a:pt x="47" y="47"/>
                  </a:cubicBezTo>
                  <a:lnTo>
                    <a:pt x="47" y="63"/>
                  </a:lnTo>
                  <a:lnTo>
                    <a:pt x="16" y="78"/>
                  </a:lnTo>
                  <a:cubicBezTo>
                    <a:pt x="1" y="95"/>
                    <a:pt x="1" y="110"/>
                    <a:pt x="16" y="126"/>
                  </a:cubicBezTo>
                  <a:cubicBezTo>
                    <a:pt x="16" y="141"/>
                    <a:pt x="32" y="141"/>
                    <a:pt x="32" y="141"/>
                  </a:cubicBezTo>
                  <a:lnTo>
                    <a:pt x="47" y="141"/>
                  </a:lnTo>
                  <a:lnTo>
                    <a:pt x="64" y="141"/>
                  </a:lnTo>
                  <a:lnTo>
                    <a:pt x="110" y="95"/>
                  </a:lnTo>
                  <a:cubicBezTo>
                    <a:pt x="127" y="95"/>
                    <a:pt x="127" y="78"/>
                    <a:pt x="127" y="78"/>
                  </a:cubicBezTo>
                  <a:lnTo>
                    <a:pt x="127" y="63"/>
                  </a:lnTo>
                  <a:lnTo>
                    <a:pt x="110" y="32"/>
                  </a:lnTo>
                  <a:cubicBezTo>
                    <a:pt x="110" y="15"/>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49" name="Google Shape;649;p35"/>
            <p:cNvSpPr/>
            <p:nvPr/>
          </p:nvSpPr>
          <p:spPr>
            <a:xfrm>
              <a:off x="3085809" y="1809785"/>
              <a:ext cx="5057" cy="4039"/>
            </a:xfrm>
            <a:custGeom>
              <a:avLst/>
              <a:gdLst/>
              <a:ahLst/>
              <a:cxnLst/>
              <a:rect l="l" t="t" r="r" b="b"/>
              <a:pathLst>
                <a:path w="159" h="127" extrusionOk="0">
                  <a:moveTo>
                    <a:pt x="110" y="1"/>
                  </a:moveTo>
                  <a:lnTo>
                    <a:pt x="95" y="1"/>
                  </a:lnTo>
                  <a:lnTo>
                    <a:pt x="95" y="1"/>
                  </a:lnTo>
                  <a:lnTo>
                    <a:pt x="95" y="1"/>
                  </a:lnTo>
                  <a:cubicBezTo>
                    <a:pt x="95" y="1"/>
                    <a:pt x="79" y="1"/>
                    <a:pt x="79" y="17"/>
                  </a:cubicBezTo>
                  <a:lnTo>
                    <a:pt x="64" y="49"/>
                  </a:lnTo>
                  <a:lnTo>
                    <a:pt x="47" y="49"/>
                  </a:lnTo>
                  <a:lnTo>
                    <a:pt x="47" y="49"/>
                  </a:lnTo>
                  <a:lnTo>
                    <a:pt x="32" y="49"/>
                  </a:lnTo>
                  <a:cubicBezTo>
                    <a:pt x="16" y="49"/>
                    <a:pt x="16" y="49"/>
                    <a:pt x="1" y="64"/>
                  </a:cubicBezTo>
                  <a:cubicBezTo>
                    <a:pt x="1" y="80"/>
                    <a:pt x="1" y="95"/>
                    <a:pt x="32" y="112"/>
                  </a:cubicBezTo>
                  <a:lnTo>
                    <a:pt x="47" y="112"/>
                  </a:lnTo>
                  <a:lnTo>
                    <a:pt x="64" y="112"/>
                  </a:lnTo>
                  <a:lnTo>
                    <a:pt x="64" y="127"/>
                  </a:lnTo>
                  <a:cubicBezTo>
                    <a:pt x="79" y="127"/>
                    <a:pt x="95" y="112"/>
                    <a:pt x="95" y="112"/>
                  </a:cubicBezTo>
                  <a:lnTo>
                    <a:pt x="95" y="95"/>
                  </a:lnTo>
                  <a:lnTo>
                    <a:pt x="110" y="95"/>
                  </a:lnTo>
                  <a:lnTo>
                    <a:pt x="127" y="95"/>
                  </a:lnTo>
                  <a:lnTo>
                    <a:pt x="142" y="80"/>
                  </a:lnTo>
                  <a:cubicBezTo>
                    <a:pt x="158" y="64"/>
                    <a:pt x="158" y="64"/>
                    <a:pt x="158" y="49"/>
                  </a:cubicBezTo>
                  <a:cubicBezTo>
                    <a:pt x="158" y="32"/>
                    <a:pt x="158" y="32"/>
                    <a:pt x="142" y="17"/>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50" name="Google Shape;650;p35"/>
            <p:cNvSpPr/>
            <p:nvPr/>
          </p:nvSpPr>
          <p:spPr>
            <a:xfrm>
              <a:off x="3167004" y="1802279"/>
              <a:ext cx="4516" cy="3053"/>
            </a:xfrm>
            <a:custGeom>
              <a:avLst/>
              <a:gdLst/>
              <a:ahLst/>
              <a:cxnLst/>
              <a:rect l="l" t="t" r="r" b="b"/>
              <a:pathLst>
                <a:path w="142" h="96" extrusionOk="0">
                  <a:moveTo>
                    <a:pt x="110" y="1"/>
                  </a:moveTo>
                  <a:lnTo>
                    <a:pt x="95" y="1"/>
                  </a:lnTo>
                  <a:lnTo>
                    <a:pt x="95" y="16"/>
                  </a:lnTo>
                  <a:lnTo>
                    <a:pt x="32" y="32"/>
                  </a:lnTo>
                  <a:lnTo>
                    <a:pt x="15" y="32"/>
                  </a:lnTo>
                  <a:cubicBezTo>
                    <a:pt x="15" y="48"/>
                    <a:pt x="0" y="64"/>
                    <a:pt x="15" y="79"/>
                  </a:cubicBezTo>
                  <a:cubicBezTo>
                    <a:pt x="15" y="95"/>
                    <a:pt x="32" y="95"/>
                    <a:pt x="47" y="95"/>
                  </a:cubicBezTo>
                  <a:lnTo>
                    <a:pt x="63" y="95"/>
                  </a:lnTo>
                  <a:lnTo>
                    <a:pt x="78" y="79"/>
                  </a:lnTo>
                  <a:lnTo>
                    <a:pt x="110" y="79"/>
                  </a:lnTo>
                  <a:lnTo>
                    <a:pt x="110" y="79"/>
                  </a:lnTo>
                  <a:cubicBezTo>
                    <a:pt x="141" y="64"/>
                    <a:pt x="141" y="48"/>
                    <a:pt x="141" y="32"/>
                  </a:cubicBezTo>
                  <a:cubicBezTo>
                    <a:pt x="126" y="16"/>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51" name="Google Shape;651;p35"/>
            <p:cNvSpPr/>
            <p:nvPr/>
          </p:nvSpPr>
          <p:spPr>
            <a:xfrm>
              <a:off x="3411001" y="1778713"/>
              <a:ext cx="2035" cy="2035"/>
            </a:xfrm>
            <a:custGeom>
              <a:avLst/>
              <a:gdLst/>
              <a:ahLst/>
              <a:cxnLst/>
              <a:rect l="l" t="t" r="r" b="b"/>
              <a:pathLst>
                <a:path w="64" h="64" extrusionOk="0">
                  <a:moveTo>
                    <a:pt x="32" y="1"/>
                  </a:moveTo>
                  <a:lnTo>
                    <a:pt x="32" y="1"/>
                  </a:lnTo>
                  <a:lnTo>
                    <a:pt x="17" y="1"/>
                  </a:lnTo>
                  <a:lnTo>
                    <a:pt x="1" y="17"/>
                  </a:lnTo>
                  <a:lnTo>
                    <a:pt x="1" y="49"/>
                  </a:lnTo>
                  <a:lnTo>
                    <a:pt x="1" y="49"/>
                  </a:lnTo>
                  <a:cubicBezTo>
                    <a:pt x="1" y="64"/>
                    <a:pt x="17" y="64"/>
                    <a:pt x="32" y="64"/>
                  </a:cubicBezTo>
                  <a:lnTo>
                    <a:pt x="32" y="64"/>
                  </a:lnTo>
                  <a:lnTo>
                    <a:pt x="64" y="64"/>
                  </a:lnTo>
                  <a:lnTo>
                    <a:pt x="64" y="64"/>
                  </a:lnTo>
                  <a:lnTo>
                    <a:pt x="64" y="32"/>
                  </a:lnTo>
                  <a:lnTo>
                    <a:pt x="48" y="17"/>
                  </a:lnTo>
                  <a:cubicBezTo>
                    <a:pt x="48" y="17"/>
                    <a:pt x="32" y="17"/>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52" name="Google Shape;652;p35"/>
            <p:cNvSpPr/>
            <p:nvPr/>
          </p:nvSpPr>
          <p:spPr>
            <a:xfrm>
              <a:off x="3415518" y="1791275"/>
              <a:ext cx="4548" cy="4516"/>
            </a:xfrm>
            <a:custGeom>
              <a:avLst/>
              <a:gdLst/>
              <a:ahLst/>
              <a:cxnLst/>
              <a:rect l="l" t="t" r="r" b="b"/>
              <a:pathLst>
                <a:path w="143" h="142" extrusionOk="0">
                  <a:moveTo>
                    <a:pt x="111" y="0"/>
                  </a:moveTo>
                  <a:lnTo>
                    <a:pt x="111" y="0"/>
                  </a:lnTo>
                  <a:cubicBezTo>
                    <a:pt x="96" y="0"/>
                    <a:pt x="96" y="0"/>
                    <a:pt x="96" y="15"/>
                  </a:cubicBezTo>
                  <a:lnTo>
                    <a:pt x="64" y="15"/>
                  </a:lnTo>
                  <a:cubicBezTo>
                    <a:pt x="64" y="15"/>
                    <a:pt x="48" y="32"/>
                    <a:pt x="32" y="32"/>
                  </a:cubicBezTo>
                  <a:cubicBezTo>
                    <a:pt x="16" y="32"/>
                    <a:pt x="16" y="47"/>
                    <a:pt x="16" y="47"/>
                  </a:cubicBezTo>
                  <a:cubicBezTo>
                    <a:pt x="1" y="63"/>
                    <a:pt x="1" y="63"/>
                    <a:pt x="1" y="78"/>
                  </a:cubicBezTo>
                  <a:lnTo>
                    <a:pt x="16" y="95"/>
                  </a:lnTo>
                  <a:cubicBezTo>
                    <a:pt x="16" y="110"/>
                    <a:pt x="16" y="126"/>
                    <a:pt x="1" y="126"/>
                  </a:cubicBezTo>
                  <a:lnTo>
                    <a:pt x="16" y="126"/>
                  </a:lnTo>
                  <a:lnTo>
                    <a:pt x="32" y="141"/>
                  </a:lnTo>
                  <a:cubicBezTo>
                    <a:pt x="48" y="141"/>
                    <a:pt x="64" y="126"/>
                    <a:pt x="64" y="95"/>
                  </a:cubicBezTo>
                  <a:lnTo>
                    <a:pt x="79" y="78"/>
                  </a:lnTo>
                  <a:lnTo>
                    <a:pt x="96" y="78"/>
                  </a:lnTo>
                  <a:cubicBezTo>
                    <a:pt x="96" y="78"/>
                    <a:pt x="111" y="78"/>
                    <a:pt x="127" y="63"/>
                  </a:cubicBezTo>
                  <a:cubicBezTo>
                    <a:pt x="142" y="63"/>
                    <a:pt x="142" y="32"/>
                    <a:pt x="142" y="15"/>
                  </a:cubicBezTo>
                  <a:lnTo>
                    <a:pt x="142" y="15"/>
                  </a:lnTo>
                  <a:cubicBezTo>
                    <a:pt x="127" y="15"/>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53" name="Google Shape;653;p35"/>
            <p:cNvSpPr/>
            <p:nvPr/>
          </p:nvSpPr>
          <p:spPr>
            <a:xfrm>
              <a:off x="3178008" y="1801294"/>
              <a:ext cx="3530" cy="5534"/>
            </a:xfrm>
            <a:custGeom>
              <a:avLst/>
              <a:gdLst/>
              <a:ahLst/>
              <a:cxnLst/>
              <a:rect l="l" t="t" r="r" b="b"/>
              <a:pathLst>
                <a:path w="111" h="174" extrusionOk="0">
                  <a:moveTo>
                    <a:pt x="64" y="0"/>
                  </a:moveTo>
                  <a:lnTo>
                    <a:pt x="64" y="0"/>
                  </a:lnTo>
                  <a:lnTo>
                    <a:pt x="47" y="0"/>
                  </a:lnTo>
                  <a:lnTo>
                    <a:pt x="1" y="32"/>
                  </a:lnTo>
                  <a:cubicBezTo>
                    <a:pt x="16" y="32"/>
                    <a:pt x="16" y="32"/>
                    <a:pt x="1" y="47"/>
                  </a:cubicBezTo>
                  <a:lnTo>
                    <a:pt x="1" y="79"/>
                  </a:lnTo>
                  <a:lnTo>
                    <a:pt x="32" y="142"/>
                  </a:lnTo>
                  <a:cubicBezTo>
                    <a:pt x="32" y="158"/>
                    <a:pt x="47" y="173"/>
                    <a:pt x="64" y="173"/>
                  </a:cubicBezTo>
                  <a:lnTo>
                    <a:pt x="64" y="173"/>
                  </a:lnTo>
                  <a:lnTo>
                    <a:pt x="64" y="173"/>
                  </a:lnTo>
                  <a:lnTo>
                    <a:pt x="79" y="158"/>
                  </a:lnTo>
                  <a:cubicBezTo>
                    <a:pt x="95" y="158"/>
                    <a:pt x="95" y="126"/>
                    <a:pt x="95" y="110"/>
                  </a:cubicBezTo>
                  <a:lnTo>
                    <a:pt x="64" y="63"/>
                  </a:lnTo>
                  <a:lnTo>
                    <a:pt x="79" y="63"/>
                  </a:lnTo>
                  <a:cubicBezTo>
                    <a:pt x="95" y="47"/>
                    <a:pt x="110" y="32"/>
                    <a:pt x="95" y="16"/>
                  </a:cubicBezTo>
                  <a:lnTo>
                    <a:pt x="95" y="16"/>
                  </a:ln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54" name="Google Shape;654;p35"/>
            <p:cNvSpPr/>
            <p:nvPr/>
          </p:nvSpPr>
          <p:spPr>
            <a:xfrm>
              <a:off x="3157463" y="1809308"/>
              <a:ext cx="4039" cy="2512"/>
            </a:xfrm>
            <a:custGeom>
              <a:avLst/>
              <a:gdLst/>
              <a:ahLst/>
              <a:cxnLst/>
              <a:rect l="l" t="t" r="r" b="b"/>
              <a:pathLst>
                <a:path w="127" h="79" extrusionOk="0">
                  <a:moveTo>
                    <a:pt x="32" y="0"/>
                  </a:moveTo>
                  <a:lnTo>
                    <a:pt x="32" y="0"/>
                  </a:lnTo>
                  <a:lnTo>
                    <a:pt x="17" y="0"/>
                  </a:lnTo>
                  <a:lnTo>
                    <a:pt x="0" y="0"/>
                  </a:lnTo>
                  <a:lnTo>
                    <a:pt x="17" y="16"/>
                  </a:lnTo>
                  <a:lnTo>
                    <a:pt x="32" y="47"/>
                  </a:lnTo>
                  <a:lnTo>
                    <a:pt x="17" y="64"/>
                  </a:lnTo>
                  <a:lnTo>
                    <a:pt x="17" y="64"/>
                  </a:lnTo>
                  <a:lnTo>
                    <a:pt x="80" y="64"/>
                  </a:lnTo>
                  <a:cubicBezTo>
                    <a:pt x="80" y="64"/>
                    <a:pt x="95" y="64"/>
                    <a:pt x="95" y="79"/>
                  </a:cubicBezTo>
                  <a:lnTo>
                    <a:pt x="95" y="79"/>
                  </a:lnTo>
                  <a:lnTo>
                    <a:pt x="111" y="64"/>
                  </a:lnTo>
                  <a:cubicBezTo>
                    <a:pt x="126" y="47"/>
                    <a:pt x="126" y="32"/>
                    <a:pt x="111" y="16"/>
                  </a:cubicBezTo>
                  <a:lnTo>
                    <a:pt x="95" y="16"/>
                  </a:lnTo>
                  <a:lnTo>
                    <a:pt x="95" y="16"/>
                  </a:lnTo>
                  <a:lnTo>
                    <a:pt x="95" y="16"/>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55" name="Google Shape;655;p35"/>
            <p:cNvSpPr/>
            <p:nvPr/>
          </p:nvSpPr>
          <p:spPr>
            <a:xfrm>
              <a:off x="3323828" y="1775246"/>
              <a:ext cx="6042" cy="4516"/>
            </a:xfrm>
            <a:custGeom>
              <a:avLst/>
              <a:gdLst/>
              <a:ahLst/>
              <a:cxnLst/>
              <a:rect l="l" t="t" r="r" b="b"/>
              <a:pathLst>
                <a:path w="190" h="142" extrusionOk="0">
                  <a:moveTo>
                    <a:pt x="142" y="0"/>
                  </a:moveTo>
                  <a:lnTo>
                    <a:pt x="142" y="0"/>
                  </a:lnTo>
                  <a:lnTo>
                    <a:pt x="126" y="15"/>
                  </a:lnTo>
                  <a:lnTo>
                    <a:pt x="48" y="63"/>
                  </a:lnTo>
                  <a:lnTo>
                    <a:pt x="16" y="78"/>
                  </a:lnTo>
                  <a:cubicBezTo>
                    <a:pt x="16" y="78"/>
                    <a:pt x="0" y="95"/>
                    <a:pt x="0" y="110"/>
                  </a:cubicBezTo>
                  <a:lnTo>
                    <a:pt x="16" y="126"/>
                  </a:lnTo>
                  <a:lnTo>
                    <a:pt x="32" y="141"/>
                  </a:lnTo>
                  <a:cubicBezTo>
                    <a:pt x="48" y="141"/>
                    <a:pt x="48" y="141"/>
                    <a:pt x="63" y="126"/>
                  </a:cubicBezTo>
                  <a:lnTo>
                    <a:pt x="95" y="110"/>
                  </a:lnTo>
                  <a:lnTo>
                    <a:pt x="142" y="78"/>
                  </a:lnTo>
                  <a:cubicBezTo>
                    <a:pt x="126" y="78"/>
                    <a:pt x="126" y="63"/>
                    <a:pt x="142" y="47"/>
                  </a:cubicBezTo>
                  <a:lnTo>
                    <a:pt x="158" y="32"/>
                  </a:lnTo>
                  <a:lnTo>
                    <a:pt x="174" y="32"/>
                  </a:lnTo>
                  <a:lnTo>
                    <a:pt x="189" y="32"/>
                  </a:lnTo>
                  <a:lnTo>
                    <a:pt x="189" y="32"/>
                  </a:lnTo>
                  <a:cubicBezTo>
                    <a:pt x="189" y="32"/>
                    <a:pt x="174" y="32"/>
                    <a:pt x="174" y="15"/>
                  </a:cubicBezTo>
                  <a:cubicBezTo>
                    <a:pt x="174" y="15"/>
                    <a:pt x="158" y="0"/>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56" name="Google Shape;656;p35"/>
            <p:cNvSpPr/>
            <p:nvPr/>
          </p:nvSpPr>
          <p:spPr>
            <a:xfrm>
              <a:off x="3432055" y="1787268"/>
              <a:ext cx="5025" cy="2512"/>
            </a:xfrm>
            <a:custGeom>
              <a:avLst/>
              <a:gdLst/>
              <a:ahLst/>
              <a:cxnLst/>
              <a:rect l="l" t="t" r="r" b="b"/>
              <a:pathLst>
                <a:path w="158" h="79" extrusionOk="0">
                  <a:moveTo>
                    <a:pt x="32" y="0"/>
                  </a:moveTo>
                  <a:lnTo>
                    <a:pt x="32" y="0"/>
                  </a:lnTo>
                  <a:lnTo>
                    <a:pt x="32" y="0"/>
                  </a:lnTo>
                  <a:cubicBezTo>
                    <a:pt x="17" y="0"/>
                    <a:pt x="0" y="15"/>
                    <a:pt x="0" y="32"/>
                  </a:cubicBezTo>
                  <a:cubicBezTo>
                    <a:pt x="0" y="47"/>
                    <a:pt x="17" y="63"/>
                    <a:pt x="32" y="63"/>
                  </a:cubicBezTo>
                  <a:lnTo>
                    <a:pt x="143" y="78"/>
                  </a:lnTo>
                  <a:lnTo>
                    <a:pt x="143" y="78"/>
                  </a:lnTo>
                  <a:lnTo>
                    <a:pt x="143" y="78"/>
                  </a:lnTo>
                  <a:lnTo>
                    <a:pt x="158" y="78"/>
                  </a:lnTo>
                  <a:lnTo>
                    <a:pt x="158" y="63"/>
                  </a:lnTo>
                  <a:lnTo>
                    <a:pt x="158" y="32"/>
                  </a:lnTo>
                  <a:lnTo>
                    <a:pt x="158" y="32"/>
                  </a:lnTo>
                  <a:cubicBezTo>
                    <a:pt x="158" y="15"/>
                    <a:pt x="143" y="15"/>
                    <a:pt x="143" y="15"/>
                  </a:cubicBezTo>
                  <a:lnTo>
                    <a:pt x="111"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57" name="Google Shape;657;p35"/>
            <p:cNvSpPr/>
            <p:nvPr/>
          </p:nvSpPr>
          <p:spPr>
            <a:xfrm>
              <a:off x="3421560" y="1762684"/>
              <a:ext cx="3498" cy="6042"/>
            </a:xfrm>
            <a:custGeom>
              <a:avLst/>
              <a:gdLst/>
              <a:ahLst/>
              <a:cxnLst/>
              <a:rect l="l" t="t" r="r" b="b"/>
              <a:pathLst>
                <a:path w="110" h="190" extrusionOk="0">
                  <a:moveTo>
                    <a:pt x="32" y="1"/>
                  </a:moveTo>
                  <a:lnTo>
                    <a:pt x="32" y="1"/>
                  </a:lnTo>
                  <a:lnTo>
                    <a:pt x="32" y="1"/>
                  </a:lnTo>
                  <a:cubicBezTo>
                    <a:pt x="15" y="1"/>
                    <a:pt x="15" y="1"/>
                    <a:pt x="0" y="17"/>
                  </a:cubicBezTo>
                  <a:lnTo>
                    <a:pt x="15" y="17"/>
                  </a:lnTo>
                  <a:cubicBezTo>
                    <a:pt x="15" y="32"/>
                    <a:pt x="15" y="48"/>
                    <a:pt x="0" y="64"/>
                  </a:cubicBezTo>
                  <a:lnTo>
                    <a:pt x="0" y="64"/>
                  </a:lnTo>
                  <a:cubicBezTo>
                    <a:pt x="0" y="80"/>
                    <a:pt x="0" y="112"/>
                    <a:pt x="15" y="127"/>
                  </a:cubicBezTo>
                  <a:cubicBezTo>
                    <a:pt x="15" y="112"/>
                    <a:pt x="15" y="112"/>
                    <a:pt x="32" y="112"/>
                  </a:cubicBezTo>
                  <a:lnTo>
                    <a:pt x="47" y="112"/>
                  </a:lnTo>
                  <a:cubicBezTo>
                    <a:pt x="63" y="112"/>
                    <a:pt x="78" y="127"/>
                    <a:pt x="78" y="143"/>
                  </a:cubicBezTo>
                  <a:lnTo>
                    <a:pt x="78" y="190"/>
                  </a:lnTo>
                  <a:lnTo>
                    <a:pt x="78" y="190"/>
                  </a:lnTo>
                  <a:cubicBezTo>
                    <a:pt x="78" y="175"/>
                    <a:pt x="78" y="158"/>
                    <a:pt x="95" y="158"/>
                  </a:cubicBezTo>
                  <a:lnTo>
                    <a:pt x="110" y="143"/>
                  </a:lnTo>
                  <a:lnTo>
                    <a:pt x="95" y="143"/>
                  </a:lnTo>
                  <a:lnTo>
                    <a:pt x="78" y="127"/>
                  </a:lnTo>
                  <a:lnTo>
                    <a:pt x="63" y="112"/>
                  </a:lnTo>
                  <a:cubicBezTo>
                    <a:pt x="47" y="112"/>
                    <a:pt x="47" y="80"/>
                    <a:pt x="63" y="64"/>
                  </a:cubicBezTo>
                  <a:lnTo>
                    <a:pt x="63" y="64"/>
                  </a:lnTo>
                  <a:lnTo>
                    <a:pt x="63" y="64"/>
                  </a:lnTo>
                  <a:lnTo>
                    <a:pt x="63" y="32"/>
                  </a:ln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58" name="Google Shape;658;p35"/>
            <p:cNvSpPr/>
            <p:nvPr/>
          </p:nvSpPr>
          <p:spPr>
            <a:xfrm>
              <a:off x="3421560" y="1809785"/>
              <a:ext cx="7028" cy="6042"/>
            </a:xfrm>
            <a:custGeom>
              <a:avLst/>
              <a:gdLst/>
              <a:ahLst/>
              <a:cxnLst/>
              <a:rect l="l" t="t" r="r" b="b"/>
              <a:pathLst>
                <a:path w="221" h="190" extrusionOk="0">
                  <a:moveTo>
                    <a:pt x="189" y="1"/>
                  </a:moveTo>
                  <a:lnTo>
                    <a:pt x="189" y="1"/>
                  </a:lnTo>
                  <a:cubicBezTo>
                    <a:pt x="173" y="1"/>
                    <a:pt x="158" y="17"/>
                    <a:pt x="158" y="32"/>
                  </a:cubicBezTo>
                  <a:lnTo>
                    <a:pt x="158" y="32"/>
                  </a:lnTo>
                  <a:cubicBezTo>
                    <a:pt x="158" y="49"/>
                    <a:pt x="141" y="49"/>
                    <a:pt x="110" y="49"/>
                  </a:cubicBezTo>
                  <a:lnTo>
                    <a:pt x="78" y="49"/>
                  </a:lnTo>
                  <a:lnTo>
                    <a:pt x="63" y="64"/>
                  </a:lnTo>
                  <a:cubicBezTo>
                    <a:pt x="47" y="64"/>
                    <a:pt x="47" y="64"/>
                    <a:pt x="32" y="80"/>
                  </a:cubicBezTo>
                  <a:lnTo>
                    <a:pt x="32" y="95"/>
                  </a:lnTo>
                  <a:lnTo>
                    <a:pt x="15" y="127"/>
                  </a:lnTo>
                  <a:lnTo>
                    <a:pt x="15" y="158"/>
                  </a:lnTo>
                  <a:cubicBezTo>
                    <a:pt x="0" y="175"/>
                    <a:pt x="15" y="190"/>
                    <a:pt x="32" y="190"/>
                  </a:cubicBezTo>
                  <a:lnTo>
                    <a:pt x="47" y="190"/>
                  </a:lnTo>
                  <a:cubicBezTo>
                    <a:pt x="63" y="190"/>
                    <a:pt x="78" y="190"/>
                    <a:pt x="78" y="175"/>
                  </a:cubicBezTo>
                  <a:lnTo>
                    <a:pt x="95" y="127"/>
                  </a:lnTo>
                  <a:cubicBezTo>
                    <a:pt x="95" y="127"/>
                    <a:pt x="110" y="112"/>
                    <a:pt x="126" y="112"/>
                  </a:cubicBezTo>
                  <a:cubicBezTo>
                    <a:pt x="158" y="112"/>
                    <a:pt x="204" y="112"/>
                    <a:pt x="221" y="49"/>
                  </a:cubicBezTo>
                  <a:lnTo>
                    <a:pt x="221" y="49"/>
                  </a:lnTo>
                  <a:lnTo>
                    <a:pt x="221" y="17"/>
                  </a:lnTo>
                  <a:cubicBezTo>
                    <a:pt x="204" y="17"/>
                    <a:pt x="204"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59" name="Google Shape;659;p35"/>
            <p:cNvSpPr/>
            <p:nvPr/>
          </p:nvSpPr>
          <p:spPr>
            <a:xfrm>
              <a:off x="3278730" y="1779254"/>
              <a:ext cx="5025" cy="5502"/>
            </a:xfrm>
            <a:custGeom>
              <a:avLst/>
              <a:gdLst/>
              <a:ahLst/>
              <a:cxnLst/>
              <a:rect l="l" t="t" r="r" b="b"/>
              <a:pathLst>
                <a:path w="158" h="173" extrusionOk="0">
                  <a:moveTo>
                    <a:pt x="48" y="0"/>
                  </a:moveTo>
                  <a:lnTo>
                    <a:pt x="32" y="0"/>
                  </a:lnTo>
                  <a:lnTo>
                    <a:pt x="16" y="15"/>
                  </a:lnTo>
                  <a:lnTo>
                    <a:pt x="0" y="32"/>
                  </a:lnTo>
                  <a:cubicBezTo>
                    <a:pt x="0" y="47"/>
                    <a:pt x="0" y="47"/>
                    <a:pt x="16" y="63"/>
                  </a:cubicBezTo>
                  <a:lnTo>
                    <a:pt x="32" y="78"/>
                  </a:lnTo>
                  <a:lnTo>
                    <a:pt x="63" y="141"/>
                  </a:lnTo>
                  <a:lnTo>
                    <a:pt x="79" y="158"/>
                  </a:lnTo>
                  <a:cubicBezTo>
                    <a:pt x="79" y="173"/>
                    <a:pt x="95" y="173"/>
                    <a:pt x="111" y="173"/>
                  </a:cubicBezTo>
                  <a:lnTo>
                    <a:pt x="111" y="173"/>
                  </a:lnTo>
                  <a:cubicBezTo>
                    <a:pt x="126" y="173"/>
                    <a:pt x="142" y="158"/>
                    <a:pt x="142" y="141"/>
                  </a:cubicBezTo>
                  <a:lnTo>
                    <a:pt x="158" y="95"/>
                  </a:lnTo>
                  <a:cubicBezTo>
                    <a:pt x="158" y="78"/>
                    <a:pt x="142" y="63"/>
                    <a:pt x="126" y="63"/>
                  </a:cubicBezTo>
                  <a:lnTo>
                    <a:pt x="111" y="63"/>
                  </a:lnTo>
                  <a:lnTo>
                    <a:pt x="95" y="63"/>
                  </a:lnTo>
                  <a:lnTo>
                    <a:pt x="95" y="63"/>
                  </a:lnTo>
                  <a:lnTo>
                    <a:pt x="63"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60" name="Google Shape;660;p35"/>
            <p:cNvSpPr/>
            <p:nvPr/>
          </p:nvSpPr>
          <p:spPr>
            <a:xfrm>
              <a:off x="3183510" y="1787745"/>
              <a:ext cx="4548" cy="3021"/>
            </a:xfrm>
            <a:custGeom>
              <a:avLst/>
              <a:gdLst/>
              <a:ahLst/>
              <a:cxnLst/>
              <a:rect l="l" t="t" r="r" b="b"/>
              <a:pathLst>
                <a:path w="143" h="95" extrusionOk="0">
                  <a:moveTo>
                    <a:pt x="95" y="0"/>
                  </a:moveTo>
                  <a:lnTo>
                    <a:pt x="95" y="0"/>
                  </a:lnTo>
                  <a:lnTo>
                    <a:pt x="95" y="17"/>
                  </a:lnTo>
                  <a:lnTo>
                    <a:pt x="32" y="32"/>
                  </a:lnTo>
                  <a:cubicBezTo>
                    <a:pt x="17" y="32"/>
                    <a:pt x="0" y="63"/>
                    <a:pt x="17" y="80"/>
                  </a:cubicBezTo>
                  <a:cubicBezTo>
                    <a:pt x="17" y="80"/>
                    <a:pt x="17" y="95"/>
                    <a:pt x="32" y="95"/>
                  </a:cubicBezTo>
                  <a:lnTo>
                    <a:pt x="48" y="95"/>
                  </a:lnTo>
                  <a:lnTo>
                    <a:pt x="48" y="95"/>
                  </a:lnTo>
                  <a:lnTo>
                    <a:pt x="111" y="80"/>
                  </a:lnTo>
                  <a:lnTo>
                    <a:pt x="111" y="80"/>
                  </a:lnTo>
                  <a:cubicBezTo>
                    <a:pt x="127" y="63"/>
                    <a:pt x="143" y="48"/>
                    <a:pt x="127" y="32"/>
                  </a:cubicBezTo>
                  <a:cubicBezTo>
                    <a:pt x="127" y="17"/>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61" name="Google Shape;661;p35"/>
            <p:cNvSpPr/>
            <p:nvPr/>
          </p:nvSpPr>
          <p:spPr>
            <a:xfrm>
              <a:off x="3441597" y="1786250"/>
              <a:ext cx="4516" cy="3053"/>
            </a:xfrm>
            <a:custGeom>
              <a:avLst/>
              <a:gdLst/>
              <a:ahLst/>
              <a:cxnLst/>
              <a:rect l="l" t="t" r="r" b="b"/>
              <a:pathLst>
                <a:path w="142" h="96" extrusionOk="0">
                  <a:moveTo>
                    <a:pt x="95" y="1"/>
                  </a:moveTo>
                  <a:lnTo>
                    <a:pt x="95" y="1"/>
                  </a:lnTo>
                  <a:lnTo>
                    <a:pt x="95" y="1"/>
                  </a:lnTo>
                  <a:lnTo>
                    <a:pt x="78" y="1"/>
                  </a:lnTo>
                  <a:lnTo>
                    <a:pt x="32" y="32"/>
                  </a:lnTo>
                  <a:cubicBezTo>
                    <a:pt x="15" y="32"/>
                    <a:pt x="0" y="47"/>
                    <a:pt x="0" y="64"/>
                  </a:cubicBezTo>
                  <a:lnTo>
                    <a:pt x="32" y="95"/>
                  </a:lnTo>
                  <a:lnTo>
                    <a:pt x="47" y="95"/>
                  </a:lnTo>
                  <a:lnTo>
                    <a:pt x="110" y="64"/>
                  </a:lnTo>
                  <a:cubicBezTo>
                    <a:pt x="126" y="64"/>
                    <a:pt x="141" y="47"/>
                    <a:pt x="126" y="16"/>
                  </a:cubicBezTo>
                  <a:lnTo>
                    <a:pt x="126"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62" name="Google Shape;662;p35"/>
            <p:cNvSpPr/>
            <p:nvPr/>
          </p:nvSpPr>
          <p:spPr>
            <a:xfrm>
              <a:off x="3057758" y="1825337"/>
              <a:ext cx="7060" cy="4039"/>
            </a:xfrm>
            <a:custGeom>
              <a:avLst/>
              <a:gdLst/>
              <a:ahLst/>
              <a:cxnLst/>
              <a:rect l="l" t="t" r="r" b="b"/>
              <a:pathLst>
                <a:path w="222" h="127" extrusionOk="0">
                  <a:moveTo>
                    <a:pt x="79" y="1"/>
                  </a:moveTo>
                  <a:lnTo>
                    <a:pt x="79" y="16"/>
                  </a:lnTo>
                  <a:lnTo>
                    <a:pt x="79" y="47"/>
                  </a:lnTo>
                  <a:lnTo>
                    <a:pt x="79" y="79"/>
                  </a:lnTo>
                  <a:lnTo>
                    <a:pt x="110" y="79"/>
                  </a:lnTo>
                  <a:lnTo>
                    <a:pt x="126" y="79"/>
                  </a:lnTo>
                  <a:lnTo>
                    <a:pt x="158" y="95"/>
                  </a:lnTo>
                  <a:lnTo>
                    <a:pt x="158" y="110"/>
                  </a:lnTo>
                  <a:cubicBezTo>
                    <a:pt x="173" y="110"/>
                    <a:pt x="173" y="127"/>
                    <a:pt x="190" y="127"/>
                  </a:cubicBezTo>
                  <a:lnTo>
                    <a:pt x="205" y="110"/>
                  </a:lnTo>
                  <a:lnTo>
                    <a:pt x="205" y="110"/>
                  </a:lnTo>
                  <a:lnTo>
                    <a:pt x="205" y="110"/>
                  </a:lnTo>
                  <a:cubicBezTo>
                    <a:pt x="205" y="95"/>
                    <a:pt x="205" y="95"/>
                    <a:pt x="221" y="79"/>
                  </a:cubicBezTo>
                  <a:lnTo>
                    <a:pt x="221" y="79"/>
                  </a:lnTo>
                  <a:lnTo>
                    <a:pt x="221" y="79"/>
                  </a:lnTo>
                  <a:cubicBezTo>
                    <a:pt x="205" y="32"/>
                    <a:pt x="173" y="32"/>
                    <a:pt x="142" y="16"/>
                  </a:cubicBezTo>
                  <a:lnTo>
                    <a:pt x="126" y="16"/>
                  </a:lnTo>
                  <a:cubicBezTo>
                    <a:pt x="110" y="16"/>
                    <a:pt x="95" y="1"/>
                    <a:pt x="79" y="1"/>
                  </a:cubicBezTo>
                  <a:close/>
                  <a:moveTo>
                    <a:pt x="32" y="1"/>
                  </a:moveTo>
                  <a:cubicBezTo>
                    <a:pt x="16" y="1"/>
                    <a:pt x="16" y="16"/>
                    <a:pt x="16" y="32"/>
                  </a:cubicBezTo>
                  <a:cubicBezTo>
                    <a:pt x="0" y="32"/>
                    <a:pt x="16" y="47"/>
                    <a:pt x="16" y="47"/>
                  </a:cubicBezTo>
                  <a:lnTo>
                    <a:pt x="16" y="32"/>
                  </a:lnTo>
                  <a:cubicBezTo>
                    <a:pt x="16" y="32"/>
                    <a:pt x="16" y="16"/>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63" name="Google Shape;663;p35"/>
            <p:cNvSpPr/>
            <p:nvPr/>
          </p:nvSpPr>
          <p:spPr>
            <a:xfrm>
              <a:off x="3185036" y="1792738"/>
              <a:ext cx="2512" cy="4039"/>
            </a:xfrm>
            <a:custGeom>
              <a:avLst/>
              <a:gdLst/>
              <a:ahLst/>
              <a:cxnLst/>
              <a:rect l="l" t="t" r="r" b="b"/>
              <a:pathLst>
                <a:path w="79" h="127" extrusionOk="0">
                  <a:moveTo>
                    <a:pt x="16" y="1"/>
                  </a:moveTo>
                  <a:lnTo>
                    <a:pt x="16" y="1"/>
                  </a:lnTo>
                  <a:lnTo>
                    <a:pt x="0" y="1"/>
                  </a:lnTo>
                  <a:lnTo>
                    <a:pt x="0" y="1"/>
                  </a:lnTo>
                  <a:cubicBezTo>
                    <a:pt x="16" y="1"/>
                    <a:pt x="16" y="32"/>
                    <a:pt x="16" y="49"/>
                  </a:cubicBezTo>
                  <a:lnTo>
                    <a:pt x="16" y="49"/>
                  </a:lnTo>
                  <a:cubicBezTo>
                    <a:pt x="16" y="64"/>
                    <a:pt x="0" y="80"/>
                    <a:pt x="0" y="80"/>
                  </a:cubicBezTo>
                  <a:lnTo>
                    <a:pt x="0" y="95"/>
                  </a:lnTo>
                  <a:lnTo>
                    <a:pt x="0" y="95"/>
                  </a:lnTo>
                  <a:cubicBezTo>
                    <a:pt x="16" y="112"/>
                    <a:pt x="16" y="127"/>
                    <a:pt x="32" y="127"/>
                  </a:cubicBezTo>
                  <a:lnTo>
                    <a:pt x="47" y="127"/>
                  </a:lnTo>
                  <a:cubicBezTo>
                    <a:pt x="63" y="112"/>
                    <a:pt x="79" y="95"/>
                    <a:pt x="63" y="80"/>
                  </a:cubicBezTo>
                  <a:lnTo>
                    <a:pt x="63" y="49"/>
                  </a:lnTo>
                  <a:lnTo>
                    <a:pt x="63" y="49"/>
                  </a:lnTo>
                  <a:lnTo>
                    <a:pt x="47" y="17"/>
                  </a:lnTo>
                  <a:cubicBezTo>
                    <a:pt x="47" y="1"/>
                    <a:pt x="32" y="1"/>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64" name="Google Shape;664;p35"/>
            <p:cNvSpPr/>
            <p:nvPr/>
          </p:nvSpPr>
          <p:spPr>
            <a:xfrm>
              <a:off x="3408012" y="1772702"/>
              <a:ext cx="2544" cy="2576"/>
            </a:xfrm>
            <a:custGeom>
              <a:avLst/>
              <a:gdLst/>
              <a:ahLst/>
              <a:cxnLst/>
              <a:rect l="l" t="t" r="r" b="b"/>
              <a:pathLst>
                <a:path w="80" h="81" extrusionOk="0">
                  <a:moveTo>
                    <a:pt x="48" y="1"/>
                  </a:moveTo>
                  <a:lnTo>
                    <a:pt x="48" y="1"/>
                  </a:lnTo>
                  <a:lnTo>
                    <a:pt x="48" y="1"/>
                  </a:lnTo>
                  <a:lnTo>
                    <a:pt x="48" y="1"/>
                  </a:lnTo>
                  <a:cubicBezTo>
                    <a:pt x="63" y="17"/>
                    <a:pt x="48" y="49"/>
                    <a:pt x="32" y="49"/>
                  </a:cubicBezTo>
                  <a:cubicBezTo>
                    <a:pt x="32" y="64"/>
                    <a:pt x="32" y="64"/>
                    <a:pt x="16" y="64"/>
                  </a:cubicBezTo>
                  <a:cubicBezTo>
                    <a:pt x="16" y="64"/>
                    <a:pt x="0" y="64"/>
                    <a:pt x="0" y="49"/>
                  </a:cubicBezTo>
                  <a:cubicBezTo>
                    <a:pt x="0" y="64"/>
                    <a:pt x="16" y="80"/>
                    <a:pt x="32" y="80"/>
                  </a:cubicBezTo>
                  <a:lnTo>
                    <a:pt x="32" y="80"/>
                  </a:lnTo>
                  <a:lnTo>
                    <a:pt x="32" y="80"/>
                  </a:lnTo>
                  <a:lnTo>
                    <a:pt x="48" y="80"/>
                  </a:lnTo>
                  <a:cubicBezTo>
                    <a:pt x="79" y="80"/>
                    <a:pt x="79" y="64"/>
                    <a:pt x="79" y="32"/>
                  </a:cubicBezTo>
                  <a:cubicBezTo>
                    <a:pt x="79"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65" name="Google Shape;665;p35"/>
            <p:cNvSpPr/>
            <p:nvPr/>
          </p:nvSpPr>
          <p:spPr>
            <a:xfrm>
              <a:off x="3160993" y="1795760"/>
              <a:ext cx="6520" cy="4548"/>
            </a:xfrm>
            <a:custGeom>
              <a:avLst/>
              <a:gdLst/>
              <a:ahLst/>
              <a:cxnLst/>
              <a:rect l="l" t="t" r="r" b="b"/>
              <a:pathLst>
                <a:path w="205" h="143" extrusionOk="0">
                  <a:moveTo>
                    <a:pt x="158" y="0"/>
                  </a:moveTo>
                  <a:lnTo>
                    <a:pt x="158" y="0"/>
                  </a:lnTo>
                  <a:cubicBezTo>
                    <a:pt x="158" y="17"/>
                    <a:pt x="158" y="17"/>
                    <a:pt x="141" y="17"/>
                  </a:cubicBezTo>
                  <a:lnTo>
                    <a:pt x="32" y="95"/>
                  </a:lnTo>
                  <a:cubicBezTo>
                    <a:pt x="15" y="95"/>
                    <a:pt x="0" y="111"/>
                    <a:pt x="15" y="143"/>
                  </a:cubicBezTo>
                  <a:lnTo>
                    <a:pt x="15" y="143"/>
                  </a:lnTo>
                  <a:lnTo>
                    <a:pt x="47" y="143"/>
                  </a:lnTo>
                  <a:lnTo>
                    <a:pt x="63" y="143"/>
                  </a:lnTo>
                  <a:lnTo>
                    <a:pt x="110" y="127"/>
                  </a:lnTo>
                  <a:lnTo>
                    <a:pt x="189" y="63"/>
                  </a:lnTo>
                  <a:cubicBezTo>
                    <a:pt x="204" y="63"/>
                    <a:pt x="204" y="32"/>
                    <a:pt x="189" y="17"/>
                  </a:cubicBezTo>
                  <a:cubicBezTo>
                    <a:pt x="189" y="17"/>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66" name="Google Shape;666;p35"/>
            <p:cNvSpPr/>
            <p:nvPr/>
          </p:nvSpPr>
          <p:spPr>
            <a:xfrm>
              <a:off x="3274214" y="1804283"/>
              <a:ext cx="4548" cy="2544"/>
            </a:xfrm>
            <a:custGeom>
              <a:avLst/>
              <a:gdLst/>
              <a:ahLst/>
              <a:cxnLst/>
              <a:rect l="l" t="t" r="r" b="b"/>
              <a:pathLst>
                <a:path w="143" h="80" extrusionOk="0">
                  <a:moveTo>
                    <a:pt x="32" y="1"/>
                  </a:moveTo>
                  <a:lnTo>
                    <a:pt x="32" y="1"/>
                  </a:lnTo>
                  <a:cubicBezTo>
                    <a:pt x="16" y="1"/>
                    <a:pt x="1" y="16"/>
                    <a:pt x="1" y="32"/>
                  </a:cubicBezTo>
                  <a:cubicBezTo>
                    <a:pt x="1" y="48"/>
                    <a:pt x="16" y="64"/>
                    <a:pt x="32" y="79"/>
                  </a:cubicBezTo>
                  <a:lnTo>
                    <a:pt x="95" y="79"/>
                  </a:lnTo>
                  <a:lnTo>
                    <a:pt x="95" y="79"/>
                  </a:lnTo>
                  <a:cubicBezTo>
                    <a:pt x="111" y="79"/>
                    <a:pt x="127" y="64"/>
                    <a:pt x="142" y="48"/>
                  </a:cubicBezTo>
                  <a:cubicBezTo>
                    <a:pt x="142" y="32"/>
                    <a:pt x="127" y="16"/>
                    <a:pt x="111"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67" name="Google Shape;667;p35"/>
            <p:cNvSpPr/>
            <p:nvPr/>
          </p:nvSpPr>
          <p:spPr>
            <a:xfrm>
              <a:off x="3398980" y="1791275"/>
              <a:ext cx="4039" cy="3021"/>
            </a:xfrm>
            <a:custGeom>
              <a:avLst/>
              <a:gdLst/>
              <a:ahLst/>
              <a:cxnLst/>
              <a:rect l="l" t="t" r="r" b="b"/>
              <a:pathLst>
                <a:path w="127" h="95" extrusionOk="0">
                  <a:moveTo>
                    <a:pt x="48" y="0"/>
                  </a:moveTo>
                  <a:lnTo>
                    <a:pt x="32" y="0"/>
                  </a:lnTo>
                  <a:cubicBezTo>
                    <a:pt x="32" y="0"/>
                    <a:pt x="17" y="15"/>
                    <a:pt x="17" y="32"/>
                  </a:cubicBezTo>
                  <a:cubicBezTo>
                    <a:pt x="0" y="47"/>
                    <a:pt x="17" y="63"/>
                    <a:pt x="32" y="63"/>
                  </a:cubicBezTo>
                  <a:lnTo>
                    <a:pt x="48" y="78"/>
                  </a:lnTo>
                  <a:lnTo>
                    <a:pt x="80" y="95"/>
                  </a:lnTo>
                  <a:lnTo>
                    <a:pt x="126" y="32"/>
                  </a:lnTo>
                  <a:lnTo>
                    <a:pt x="111" y="32"/>
                  </a:lnTo>
                  <a:lnTo>
                    <a:pt x="63"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68" name="Google Shape;668;p35"/>
            <p:cNvSpPr/>
            <p:nvPr/>
          </p:nvSpPr>
          <p:spPr>
            <a:xfrm>
              <a:off x="3406517" y="1769712"/>
              <a:ext cx="3530" cy="5025"/>
            </a:xfrm>
            <a:custGeom>
              <a:avLst/>
              <a:gdLst/>
              <a:ahLst/>
              <a:cxnLst/>
              <a:rect l="l" t="t" r="r" b="b"/>
              <a:pathLst>
                <a:path w="111" h="158" extrusionOk="0">
                  <a:moveTo>
                    <a:pt x="63" y="0"/>
                  </a:moveTo>
                  <a:lnTo>
                    <a:pt x="63" y="0"/>
                  </a:lnTo>
                  <a:lnTo>
                    <a:pt x="47" y="0"/>
                  </a:lnTo>
                  <a:cubicBezTo>
                    <a:pt x="32" y="17"/>
                    <a:pt x="15" y="32"/>
                    <a:pt x="15" y="48"/>
                  </a:cubicBezTo>
                  <a:lnTo>
                    <a:pt x="15" y="63"/>
                  </a:lnTo>
                  <a:cubicBezTo>
                    <a:pt x="0" y="95"/>
                    <a:pt x="15" y="126"/>
                    <a:pt x="32" y="143"/>
                  </a:cubicBezTo>
                  <a:lnTo>
                    <a:pt x="47" y="143"/>
                  </a:lnTo>
                  <a:cubicBezTo>
                    <a:pt x="47" y="158"/>
                    <a:pt x="63" y="158"/>
                    <a:pt x="63" y="158"/>
                  </a:cubicBezTo>
                  <a:cubicBezTo>
                    <a:pt x="79" y="158"/>
                    <a:pt x="79" y="158"/>
                    <a:pt x="79" y="143"/>
                  </a:cubicBezTo>
                  <a:cubicBezTo>
                    <a:pt x="95" y="143"/>
                    <a:pt x="110" y="111"/>
                    <a:pt x="95" y="95"/>
                  </a:cubicBezTo>
                  <a:lnTo>
                    <a:pt x="95" y="95"/>
                  </a:lnTo>
                  <a:lnTo>
                    <a:pt x="79" y="80"/>
                  </a:lnTo>
                  <a:lnTo>
                    <a:pt x="95" y="63"/>
                  </a:lnTo>
                  <a:cubicBezTo>
                    <a:pt x="110" y="63"/>
                    <a:pt x="110" y="32"/>
                    <a:pt x="95" y="17"/>
                  </a:cubicBezTo>
                  <a:lnTo>
                    <a:pt x="95" y="17"/>
                  </a:lnTo>
                  <a:cubicBezTo>
                    <a:pt x="95" y="0"/>
                    <a:pt x="79"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69" name="Google Shape;669;p35"/>
            <p:cNvSpPr/>
            <p:nvPr/>
          </p:nvSpPr>
          <p:spPr>
            <a:xfrm>
              <a:off x="3379929" y="1771239"/>
              <a:ext cx="3053" cy="6042"/>
            </a:xfrm>
            <a:custGeom>
              <a:avLst/>
              <a:gdLst/>
              <a:ahLst/>
              <a:cxnLst/>
              <a:rect l="l" t="t" r="r" b="b"/>
              <a:pathLst>
                <a:path w="96" h="190" extrusionOk="0">
                  <a:moveTo>
                    <a:pt x="64" y="0"/>
                  </a:moveTo>
                  <a:lnTo>
                    <a:pt x="49" y="0"/>
                  </a:lnTo>
                  <a:lnTo>
                    <a:pt x="32" y="15"/>
                  </a:lnTo>
                  <a:lnTo>
                    <a:pt x="1" y="126"/>
                  </a:lnTo>
                  <a:lnTo>
                    <a:pt x="1" y="158"/>
                  </a:lnTo>
                  <a:cubicBezTo>
                    <a:pt x="1" y="158"/>
                    <a:pt x="1" y="173"/>
                    <a:pt x="17" y="189"/>
                  </a:cubicBezTo>
                  <a:lnTo>
                    <a:pt x="32" y="189"/>
                  </a:lnTo>
                  <a:lnTo>
                    <a:pt x="32" y="189"/>
                  </a:lnTo>
                  <a:cubicBezTo>
                    <a:pt x="49" y="189"/>
                    <a:pt x="64" y="173"/>
                    <a:pt x="64" y="158"/>
                  </a:cubicBezTo>
                  <a:lnTo>
                    <a:pt x="95" y="32"/>
                  </a:lnTo>
                  <a:cubicBezTo>
                    <a:pt x="95" y="15"/>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70" name="Google Shape;670;p35"/>
            <p:cNvSpPr/>
            <p:nvPr/>
          </p:nvSpPr>
          <p:spPr>
            <a:xfrm>
              <a:off x="3061256" y="1829344"/>
              <a:ext cx="4039" cy="4516"/>
            </a:xfrm>
            <a:custGeom>
              <a:avLst/>
              <a:gdLst/>
              <a:ahLst/>
              <a:cxnLst/>
              <a:rect l="l" t="t" r="r" b="b"/>
              <a:pathLst>
                <a:path w="127" h="142" extrusionOk="0">
                  <a:moveTo>
                    <a:pt x="95" y="1"/>
                  </a:moveTo>
                  <a:lnTo>
                    <a:pt x="95" y="1"/>
                  </a:lnTo>
                  <a:lnTo>
                    <a:pt x="95" y="1"/>
                  </a:lnTo>
                  <a:cubicBezTo>
                    <a:pt x="80" y="1"/>
                    <a:pt x="63" y="16"/>
                    <a:pt x="63" y="32"/>
                  </a:cubicBezTo>
                  <a:cubicBezTo>
                    <a:pt x="48" y="32"/>
                    <a:pt x="48" y="16"/>
                    <a:pt x="48" y="16"/>
                  </a:cubicBezTo>
                  <a:lnTo>
                    <a:pt x="32" y="16"/>
                  </a:lnTo>
                  <a:lnTo>
                    <a:pt x="16" y="32"/>
                  </a:lnTo>
                  <a:cubicBezTo>
                    <a:pt x="16" y="47"/>
                    <a:pt x="0" y="47"/>
                    <a:pt x="0" y="64"/>
                  </a:cubicBezTo>
                  <a:lnTo>
                    <a:pt x="16" y="110"/>
                  </a:lnTo>
                  <a:cubicBezTo>
                    <a:pt x="16" y="127"/>
                    <a:pt x="32" y="142"/>
                    <a:pt x="48" y="142"/>
                  </a:cubicBezTo>
                  <a:lnTo>
                    <a:pt x="48" y="142"/>
                  </a:lnTo>
                  <a:cubicBezTo>
                    <a:pt x="80" y="142"/>
                    <a:pt x="95" y="127"/>
                    <a:pt x="111" y="110"/>
                  </a:cubicBezTo>
                  <a:cubicBezTo>
                    <a:pt x="126" y="95"/>
                    <a:pt x="126" y="79"/>
                    <a:pt x="126" y="79"/>
                  </a:cubicBezTo>
                  <a:lnTo>
                    <a:pt x="126" y="32"/>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71" name="Google Shape;671;p35"/>
            <p:cNvSpPr/>
            <p:nvPr/>
          </p:nvSpPr>
          <p:spPr>
            <a:xfrm>
              <a:off x="3120379" y="1824351"/>
              <a:ext cx="4039" cy="3498"/>
            </a:xfrm>
            <a:custGeom>
              <a:avLst/>
              <a:gdLst/>
              <a:ahLst/>
              <a:cxnLst/>
              <a:rect l="l" t="t" r="r" b="b"/>
              <a:pathLst>
                <a:path w="127" h="110" extrusionOk="0">
                  <a:moveTo>
                    <a:pt x="48" y="0"/>
                  </a:moveTo>
                  <a:lnTo>
                    <a:pt x="48" y="0"/>
                  </a:lnTo>
                  <a:lnTo>
                    <a:pt x="32" y="0"/>
                  </a:lnTo>
                  <a:cubicBezTo>
                    <a:pt x="17" y="15"/>
                    <a:pt x="0" y="32"/>
                    <a:pt x="17" y="47"/>
                  </a:cubicBezTo>
                  <a:lnTo>
                    <a:pt x="48" y="78"/>
                  </a:lnTo>
                  <a:lnTo>
                    <a:pt x="48" y="95"/>
                  </a:lnTo>
                  <a:cubicBezTo>
                    <a:pt x="63" y="110"/>
                    <a:pt x="80" y="110"/>
                    <a:pt x="80" y="110"/>
                  </a:cubicBezTo>
                  <a:lnTo>
                    <a:pt x="111" y="110"/>
                  </a:lnTo>
                  <a:cubicBezTo>
                    <a:pt x="111" y="95"/>
                    <a:pt x="126" y="78"/>
                    <a:pt x="111" y="63"/>
                  </a:cubicBezTo>
                  <a:cubicBezTo>
                    <a:pt x="111" y="78"/>
                    <a:pt x="95" y="78"/>
                    <a:pt x="95" y="78"/>
                  </a:cubicBezTo>
                  <a:cubicBezTo>
                    <a:pt x="95" y="78"/>
                    <a:pt x="80" y="78"/>
                    <a:pt x="80" y="63"/>
                  </a:cubicBezTo>
                  <a:lnTo>
                    <a:pt x="63" y="47"/>
                  </a:lnTo>
                  <a:cubicBezTo>
                    <a:pt x="48" y="47"/>
                    <a:pt x="32" y="15"/>
                    <a:pt x="48"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72" name="Google Shape;672;p35"/>
            <p:cNvSpPr/>
            <p:nvPr/>
          </p:nvSpPr>
          <p:spPr>
            <a:xfrm>
              <a:off x="3403496" y="1789749"/>
              <a:ext cx="6042" cy="7569"/>
            </a:xfrm>
            <a:custGeom>
              <a:avLst/>
              <a:gdLst/>
              <a:ahLst/>
              <a:cxnLst/>
              <a:rect l="l" t="t" r="r" b="b"/>
              <a:pathLst>
                <a:path w="190" h="238" extrusionOk="0">
                  <a:moveTo>
                    <a:pt x="79" y="0"/>
                  </a:moveTo>
                  <a:lnTo>
                    <a:pt x="79" y="0"/>
                  </a:lnTo>
                  <a:lnTo>
                    <a:pt x="64" y="0"/>
                  </a:lnTo>
                  <a:lnTo>
                    <a:pt x="47" y="17"/>
                  </a:lnTo>
                  <a:cubicBezTo>
                    <a:pt x="32" y="32"/>
                    <a:pt x="16" y="48"/>
                    <a:pt x="16" y="63"/>
                  </a:cubicBezTo>
                  <a:lnTo>
                    <a:pt x="32" y="63"/>
                  </a:lnTo>
                  <a:lnTo>
                    <a:pt x="32" y="63"/>
                  </a:lnTo>
                  <a:lnTo>
                    <a:pt x="64" y="63"/>
                  </a:lnTo>
                  <a:cubicBezTo>
                    <a:pt x="79" y="80"/>
                    <a:pt x="64" y="111"/>
                    <a:pt x="64" y="111"/>
                  </a:cubicBezTo>
                  <a:lnTo>
                    <a:pt x="16" y="158"/>
                  </a:lnTo>
                  <a:lnTo>
                    <a:pt x="16" y="174"/>
                  </a:lnTo>
                  <a:cubicBezTo>
                    <a:pt x="16" y="174"/>
                    <a:pt x="16" y="189"/>
                    <a:pt x="1" y="189"/>
                  </a:cubicBezTo>
                  <a:lnTo>
                    <a:pt x="1" y="221"/>
                  </a:lnTo>
                  <a:cubicBezTo>
                    <a:pt x="1" y="237"/>
                    <a:pt x="1" y="237"/>
                    <a:pt x="16" y="237"/>
                  </a:cubicBezTo>
                  <a:lnTo>
                    <a:pt x="32" y="237"/>
                  </a:lnTo>
                  <a:lnTo>
                    <a:pt x="47" y="237"/>
                  </a:lnTo>
                  <a:lnTo>
                    <a:pt x="47" y="237"/>
                  </a:lnTo>
                  <a:lnTo>
                    <a:pt x="158" y="206"/>
                  </a:lnTo>
                  <a:lnTo>
                    <a:pt x="174" y="206"/>
                  </a:lnTo>
                  <a:lnTo>
                    <a:pt x="174" y="206"/>
                  </a:lnTo>
                  <a:cubicBezTo>
                    <a:pt x="190" y="189"/>
                    <a:pt x="190" y="174"/>
                    <a:pt x="190" y="158"/>
                  </a:cubicBezTo>
                  <a:cubicBezTo>
                    <a:pt x="190" y="143"/>
                    <a:pt x="174" y="143"/>
                    <a:pt x="174" y="126"/>
                  </a:cubicBezTo>
                  <a:lnTo>
                    <a:pt x="158" y="126"/>
                  </a:lnTo>
                  <a:lnTo>
                    <a:pt x="142" y="126"/>
                  </a:lnTo>
                  <a:lnTo>
                    <a:pt x="127" y="143"/>
                  </a:lnTo>
                  <a:lnTo>
                    <a:pt x="79" y="158"/>
                  </a:lnTo>
                  <a:lnTo>
                    <a:pt x="79" y="126"/>
                  </a:lnTo>
                  <a:lnTo>
                    <a:pt x="79" y="111"/>
                  </a:lnTo>
                  <a:lnTo>
                    <a:pt x="79" y="80"/>
                  </a:lnTo>
                  <a:cubicBezTo>
                    <a:pt x="79" y="80"/>
                    <a:pt x="79" y="63"/>
                    <a:pt x="95" y="63"/>
                  </a:cubicBezTo>
                  <a:cubicBezTo>
                    <a:pt x="110" y="48"/>
                    <a:pt x="127" y="32"/>
                    <a:pt x="110" y="17"/>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73" name="Google Shape;673;p35"/>
            <p:cNvSpPr/>
            <p:nvPr/>
          </p:nvSpPr>
          <p:spPr>
            <a:xfrm>
              <a:off x="3160993" y="1815319"/>
              <a:ext cx="4039" cy="4516"/>
            </a:xfrm>
            <a:custGeom>
              <a:avLst/>
              <a:gdLst/>
              <a:ahLst/>
              <a:cxnLst/>
              <a:rect l="l" t="t" r="r" b="b"/>
              <a:pathLst>
                <a:path w="127" h="142" extrusionOk="0">
                  <a:moveTo>
                    <a:pt x="63" y="1"/>
                  </a:moveTo>
                  <a:cubicBezTo>
                    <a:pt x="78" y="1"/>
                    <a:pt x="63" y="16"/>
                    <a:pt x="63" y="16"/>
                  </a:cubicBezTo>
                  <a:cubicBezTo>
                    <a:pt x="63" y="32"/>
                    <a:pt x="47" y="32"/>
                    <a:pt x="47" y="32"/>
                  </a:cubicBezTo>
                  <a:lnTo>
                    <a:pt x="32" y="32"/>
                  </a:lnTo>
                  <a:lnTo>
                    <a:pt x="15" y="47"/>
                  </a:lnTo>
                  <a:lnTo>
                    <a:pt x="0" y="79"/>
                  </a:lnTo>
                  <a:cubicBezTo>
                    <a:pt x="0" y="95"/>
                    <a:pt x="0" y="110"/>
                    <a:pt x="15" y="110"/>
                  </a:cubicBezTo>
                  <a:lnTo>
                    <a:pt x="32" y="142"/>
                  </a:lnTo>
                  <a:lnTo>
                    <a:pt x="47" y="142"/>
                  </a:lnTo>
                  <a:lnTo>
                    <a:pt x="63" y="142"/>
                  </a:lnTo>
                  <a:lnTo>
                    <a:pt x="95" y="142"/>
                  </a:lnTo>
                  <a:lnTo>
                    <a:pt x="110" y="142"/>
                  </a:lnTo>
                  <a:lnTo>
                    <a:pt x="110" y="142"/>
                  </a:lnTo>
                  <a:lnTo>
                    <a:pt x="126" y="142"/>
                  </a:lnTo>
                  <a:cubicBezTo>
                    <a:pt x="126" y="142"/>
                    <a:pt x="126" y="127"/>
                    <a:pt x="110" y="127"/>
                  </a:cubicBezTo>
                  <a:lnTo>
                    <a:pt x="78" y="79"/>
                  </a:lnTo>
                  <a:lnTo>
                    <a:pt x="95" y="32"/>
                  </a:lnTo>
                  <a:cubicBezTo>
                    <a:pt x="110" y="32"/>
                    <a:pt x="110" y="16"/>
                    <a:pt x="95" y="16"/>
                  </a:cubicBezTo>
                  <a:lnTo>
                    <a:pt x="95" y="16"/>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74" name="Google Shape;674;p35"/>
            <p:cNvSpPr/>
            <p:nvPr/>
          </p:nvSpPr>
          <p:spPr>
            <a:xfrm>
              <a:off x="3391951" y="1794742"/>
              <a:ext cx="3053" cy="4580"/>
            </a:xfrm>
            <a:custGeom>
              <a:avLst/>
              <a:gdLst/>
              <a:ahLst/>
              <a:cxnLst/>
              <a:rect l="l" t="t" r="r" b="b"/>
              <a:pathLst>
                <a:path w="96" h="144" extrusionOk="0">
                  <a:moveTo>
                    <a:pt x="64" y="80"/>
                  </a:moveTo>
                  <a:lnTo>
                    <a:pt x="64" y="80"/>
                  </a:lnTo>
                  <a:lnTo>
                    <a:pt x="64" y="80"/>
                  </a:lnTo>
                  <a:close/>
                  <a:moveTo>
                    <a:pt x="64" y="1"/>
                  </a:moveTo>
                  <a:lnTo>
                    <a:pt x="64" y="1"/>
                  </a:lnTo>
                  <a:cubicBezTo>
                    <a:pt x="49" y="1"/>
                    <a:pt x="32" y="1"/>
                    <a:pt x="32" y="17"/>
                  </a:cubicBezTo>
                  <a:cubicBezTo>
                    <a:pt x="32" y="17"/>
                    <a:pt x="32" y="32"/>
                    <a:pt x="17" y="32"/>
                  </a:cubicBezTo>
                  <a:cubicBezTo>
                    <a:pt x="17" y="49"/>
                    <a:pt x="1" y="64"/>
                    <a:pt x="1" y="95"/>
                  </a:cubicBezTo>
                  <a:cubicBezTo>
                    <a:pt x="1" y="112"/>
                    <a:pt x="17" y="112"/>
                    <a:pt x="17" y="127"/>
                  </a:cubicBezTo>
                  <a:cubicBezTo>
                    <a:pt x="32" y="127"/>
                    <a:pt x="32" y="127"/>
                    <a:pt x="49" y="143"/>
                  </a:cubicBezTo>
                  <a:lnTo>
                    <a:pt x="64" y="143"/>
                  </a:lnTo>
                  <a:cubicBezTo>
                    <a:pt x="80" y="143"/>
                    <a:pt x="80" y="143"/>
                    <a:pt x="95" y="127"/>
                  </a:cubicBezTo>
                  <a:lnTo>
                    <a:pt x="95" y="127"/>
                  </a:lnTo>
                  <a:cubicBezTo>
                    <a:pt x="95" y="112"/>
                    <a:pt x="95" y="80"/>
                    <a:pt x="80" y="80"/>
                  </a:cubicBezTo>
                  <a:lnTo>
                    <a:pt x="80" y="80"/>
                  </a:lnTo>
                  <a:lnTo>
                    <a:pt x="80" y="64"/>
                  </a:lnTo>
                  <a:lnTo>
                    <a:pt x="95" y="49"/>
                  </a:lnTo>
                  <a:lnTo>
                    <a:pt x="95" y="17"/>
                  </a:lnTo>
                  <a:lnTo>
                    <a:pt x="80" y="1"/>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75" name="Google Shape;675;p35"/>
            <p:cNvSpPr/>
            <p:nvPr/>
          </p:nvSpPr>
          <p:spPr>
            <a:xfrm>
              <a:off x="3393955" y="179728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76" name="Google Shape;676;p35"/>
            <p:cNvSpPr/>
            <p:nvPr/>
          </p:nvSpPr>
          <p:spPr>
            <a:xfrm>
              <a:off x="3334832" y="1809785"/>
              <a:ext cx="5057" cy="5057"/>
            </a:xfrm>
            <a:custGeom>
              <a:avLst/>
              <a:gdLst/>
              <a:ahLst/>
              <a:cxnLst/>
              <a:rect l="l" t="t" r="r" b="b"/>
              <a:pathLst>
                <a:path w="159" h="159" extrusionOk="0">
                  <a:moveTo>
                    <a:pt x="64" y="1"/>
                  </a:moveTo>
                  <a:lnTo>
                    <a:pt x="17" y="32"/>
                  </a:lnTo>
                  <a:lnTo>
                    <a:pt x="32" y="49"/>
                  </a:lnTo>
                  <a:cubicBezTo>
                    <a:pt x="32" y="64"/>
                    <a:pt x="17" y="80"/>
                    <a:pt x="1" y="95"/>
                  </a:cubicBezTo>
                  <a:lnTo>
                    <a:pt x="32" y="95"/>
                  </a:lnTo>
                  <a:lnTo>
                    <a:pt x="49" y="95"/>
                  </a:lnTo>
                  <a:lnTo>
                    <a:pt x="64" y="80"/>
                  </a:lnTo>
                  <a:lnTo>
                    <a:pt x="80" y="127"/>
                  </a:lnTo>
                  <a:lnTo>
                    <a:pt x="80" y="127"/>
                  </a:lnTo>
                  <a:lnTo>
                    <a:pt x="80" y="127"/>
                  </a:lnTo>
                  <a:cubicBezTo>
                    <a:pt x="95" y="143"/>
                    <a:pt x="95" y="158"/>
                    <a:pt x="112" y="158"/>
                  </a:cubicBezTo>
                  <a:lnTo>
                    <a:pt x="127" y="158"/>
                  </a:lnTo>
                  <a:lnTo>
                    <a:pt x="127" y="158"/>
                  </a:lnTo>
                  <a:cubicBezTo>
                    <a:pt x="143" y="158"/>
                    <a:pt x="158" y="143"/>
                    <a:pt x="158" y="127"/>
                  </a:cubicBezTo>
                  <a:lnTo>
                    <a:pt x="158" y="112"/>
                  </a:lnTo>
                  <a:lnTo>
                    <a:pt x="143" y="64"/>
                  </a:lnTo>
                  <a:lnTo>
                    <a:pt x="143" y="64"/>
                  </a:lnTo>
                  <a:lnTo>
                    <a:pt x="143" y="49"/>
                  </a:lnTo>
                  <a:lnTo>
                    <a:pt x="127" y="32"/>
                  </a:lnTo>
                  <a:lnTo>
                    <a:pt x="127" y="49"/>
                  </a:lnTo>
                  <a:cubicBezTo>
                    <a:pt x="127" y="64"/>
                    <a:pt x="112" y="64"/>
                    <a:pt x="95" y="64"/>
                  </a:cubicBezTo>
                  <a:lnTo>
                    <a:pt x="95" y="64"/>
                  </a:lnTo>
                  <a:cubicBezTo>
                    <a:pt x="64" y="64"/>
                    <a:pt x="64" y="49"/>
                    <a:pt x="64"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77" name="Google Shape;677;p35"/>
            <p:cNvSpPr/>
            <p:nvPr/>
          </p:nvSpPr>
          <p:spPr>
            <a:xfrm>
              <a:off x="3353405" y="1813315"/>
              <a:ext cx="3498" cy="2035"/>
            </a:xfrm>
            <a:custGeom>
              <a:avLst/>
              <a:gdLst/>
              <a:ahLst/>
              <a:cxnLst/>
              <a:rect l="l" t="t" r="r" b="b"/>
              <a:pathLst>
                <a:path w="110" h="64" extrusionOk="0">
                  <a:moveTo>
                    <a:pt x="78" y="1"/>
                  </a:moveTo>
                  <a:lnTo>
                    <a:pt x="63" y="16"/>
                  </a:lnTo>
                  <a:lnTo>
                    <a:pt x="0" y="16"/>
                  </a:lnTo>
                  <a:lnTo>
                    <a:pt x="0" y="32"/>
                  </a:lnTo>
                  <a:lnTo>
                    <a:pt x="0" y="32"/>
                  </a:lnTo>
                  <a:lnTo>
                    <a:pt x="63" y="64"/>
                  </a:lnTo>
                  <a:lnTo>
                    <a:pt x="63" y="64"/>
                  </a:lnTo>
                  <a:lnTo>
                    <a:pt x="78" y="64"/>
                  </a:lnTo>
                  <a:cubicBezTo>
                    <a:pt x="95" y="64"/>
                    <a:pt x="95" y="64"/>
                    <a:pt x="110" y="47"/>
                  </a:cubicBezTo>
                  <a:cubicBezTo>
                    <a:pt x="110" y="32"/>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78" name="Google Shape;678;p35"/>
            <p:cNvSpPr/>
            <p:nvPr/>
          </p:nvSpPr>
          <p:spPr>
            <a:xfrm>
              <a:off x="3295745" y="1814333"/>
              <a:ext cx="6042" cy="4516"/>
            </a:xfrm>
            <a:custGeom>
              <a:avLst/>
              <a:gdLst/>
              <a:ahLst/>
              <a:cxnLst/>
              <a:rect l="l" t="t" r="r" b="b"/>
              <a:pathLst>
                <a:path w="190" h="142" extrusionOk="0">
                  <a:moveTo>
                    <a:pt x="95" y="0"/>
                  </a:moveTo>
                  <a:lnTo>
                    <a:pt x="95" y="15"/>
                  </a:lnTo>
                  <a:lnTo>
                    <a:pt x="95" y="32"/>
                  </a:lnTo>
                  <a:lnTo>
                    <a:pt x="95" y="32"/>
                  </a:lnTo>
                  <a:lnTo>
                    <a:pt x="95" y="63"/>
                  </a:lnTo>
                  <a:lnTo>
                    <a:pt x="64" y="95"/>
                  </a:lnTo>
                  <a:cubicBezTo>
                    <a:pt x="49" y="95"/>
                    <a:pt x="49" y="95"/>
                    <a:pt x="49" y="78"/>
                  </a:cubicBezTo>
                  <a:lnTo>
                    <a:pt x="17" y="78"/>
                  </a:lnTo>
                  <a:lnTo>
                    <a:pt x="17" y="78"/>
                  </a:lnTo>
                  <a:cubicBezTo>
                    <a:pt x="17" y="95"/>
                    <a:pt x="17" y="110"/>
                    <a:pt x="1" y="110"/>
                  </a:cubicBezTo>
                  <a:lnTo>
                    <a:pt x="1" y="126"/>
                  </a:lnTo>
                  <a:cubicBezTo>
                    <a:pt x="17" y="126"/>
                    <a:pt x="17" y="141"/>
                    <a:pt x="32" y="141"/>
                  </a:cubicBezTo>
                  <a:cubicBezTo>
                    <a:pt x="49" y="141"/>
                    <a:pt x="49" y="126"/>
                    <a:pt x="64" y="126"/>
                  </a:cubicBezTo>
                  <a:lnTo>
                    <a:pt x="64" y="110"/>
                  </a:lnTo>
                  <a:cubicBezTo>
                    <a:pt x="80" y="110"/>
                    <a:pt x="80" y="95"/>
                    <a:pt x="95" y="95"/>
                  </a:cubicBezTo>
                  <a:lnTo>
                    <a:pt x="95" y="95"/>
                  </a:lnTo>
                  <a:lnTo>
                    <a:pt x="143" y="47"/>
                  </a:lnTo>
                  <a:cubicBezTo>
                    <a:pt x="158" y="47"/>
                    <a:pt x="175" y="32"/>
                    <a:pt x="175" y="32"/>
                  </a:cubicBezTo>
                  <a:lnTo>
                    <a:pt x="190" y="32"/>
                  </a:lnTo>
                  <a:lnTo>
                    <a:pt x="175" y="15"/>
                  </a:lnTo>
                  <a:cubicBezTo>
                    <a:pt x="175" y="32"/>
                    <a:pt x="158" y="32"/>
                    <a:pt x="158" y="32"/>
                  </a:cubicBezTo>
                  <a:lnTo>
                    <a:pt x="143" y="32"/>
                  </a:lnTo>
                  <a:lnTo>
                    <a:pt x="12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79" name="Google Shape;679;p35"/>
            <p:cNvSpPr/>
            <p:nvPr/>
          </p:nvSpPr>
          <p:spPr>
            <a:xfrm>
              <a:off x="3316322" y="1814333"/>
              <a:ext cx="5025" cy="2512"/>
            </a:xfrm>
            <a:custGeom>
              <a:avLst/>
              <a:gdLst/>
              <a:ahLst/>
              <a:cxnLst/>
              <a:rect l="l" t="t" r="r" b="b"/>
              <a:pathLst>
                <a:path w="158" h="79" extrusionOk="0">
                  <a:moveTo>
                    <a:pt x="79" y="0"/>
                  </a:moveTo>
                  <a:lnTo>
                    <a:pt x="32" y="15"/>
                  </a:lnTo>
                  <a:cubicBezTo>
                    <a:pt x="15" y="15"/>
                    <a:pt x="15" y="15"/>
                    <a:pt x="0" y="32"/>
                  </a:cubicBezTo>
                  <a:cubicBezTo>
                    <a:pt x="15" y="32"/>
                    <a:pt x="15" y="15"/>
                    <a:pt x="15" y="15"/>
                  </a:cubicBezTo>
                  <a:lnTo>
                    <a:pt x="15" y="15"/>
                  </a:lnTo>
                  <a:cubicBezTo>
                    <a:pt x="32" y="15"/>
                    <a:pt x="47" y="32"/>
                    <a:pt x="47" y="32"/>
                  </a:cubicBezTo>
                  <a:lnTo>
                    <a:pt x="47" y="47"/>
                  </a:lnTo>
                  <a:lnTo>
                    <a:pt x="63" y="47"/>
                  </a:lnTo>
                  <a:lnTo>
                    <a:pt x="95" y="78"/>
                  </a:lnTo>
                  <a:lnTo>
                    <a:pt x="95" y="78"/>
                  </a:lnTo>
                  <a:lnTo>
                    <a:pt x="126" y="63"/>
                  </a:lnTo>
                  <a:cubicBezTo>
                    <a:pt x="142" y="63"/>
                    <a:pt x="158" y="47"/>
                    <a:pt x="158" y="32"/>
                  </a:cubicBezTo>
                  <a:lnTo>
                    <a:pt x="158"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80" name="Google Shape;680;p35"/>
            <p:cNvSpPr/>
            <p:nvPr/>
          </p:nvSpPr>
          <p:spPr>
            <a:xfrm>
              <a:off x="3393478" y="1752189"/>
              <a:ext cx="4039" cy="5534"/>
            </a:xfrm>
            <a:custGeom>
              <a:avLst/>
              <a:gdLst/>
              <a:ahLst/>
              <a:cxnLst/>
              <a:rect l="l" t="t" r="r" b="b"/>
              <a:pathLst>
                <a:path w="127" h="174" extrusionOk="0">
                  <a:moveTo>
                    <a:pt x="95" y="0"/>
                  </a:moveTo>
                  <a:lnTo>
                    <a:pt x="79" y="0"/>
                  </a:lnTo>
                  <a:cubicBezTo>
                    <a:pt x="79" y="0"/>
                    <a:pt x="64" y="15"/>
                    <a:pt x="47" y="15"/>
                  </a:cubicBezTo>
                  <a:lnTo>
                    <a:pt x="16" y="126"/>
                  </a:lnTo>
                  <a:cubicBezTo>
                    <a:pt x="1" y="158"/>
                    <a:pt x="16" y="173"/>
                    <a:pt x="32" y="173"/>
                  </a:cubicBezTo>
                  <a:lnTo>
                    <a:pt x="47" y="173"/>
                  </a:lnTo>
                  <a:cubicBezTo>
                    <a:pt x="64" y="173"/>
                    <a:pt x="79" y="173"/>
                    <a:pt x="79" y="158"/>
                  </a:cubicBezTo>
                  <a:lnTo>
                    <a:pt x="79" y="142"/>
                  </a:lnTo>
                  <a:cubicBezTo>
                    <a:pt x="64" y="142"/>
                    <a:pt x="64" y="126"/>
                    <a:pt x="47" y="110"/>
                  </a:cubicBezTo>
                  <a:cubicBezTo>
                    <a:pt x="47" y="95"/>
                    <a:pt x="64" y="79"/>
                    <a:pt x="79" y="63"/>
                  </a:cubicBezTo>
                  <a:lnTo>
                    <a:pt x="110" y="63"/>
                  </a:lnTo>
                  <a:lnTo>
                    <a:pt x="127" y="47"/>
                  </a:lnTo>
                  <a:cubicBezTo>
                    <a:pt x="127" y="32"/>
                    <a:pt x="11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81" name="Google Shape;681;p35"/>
            <p:cNvSpPr/>
            <p:nvPr/>
          </p:nvSpPr>
          <p:spPr>
            <a:xfrm>
              <a:off x="3176004" y="1831348"/>
              <a:ext cx="3530" cy="3053"/>
            </a:xfrm>
            <a:custGeom>
              <a:avLst/>
              <a:gdLst/>
              <a:ahLst/>
              <a:cxnLst/>
              <a:rect l="l" t="t" r="r" b="b"/>
              <a:pathLst>
                <a:path w="111" h="96" extrusionOk="0">
                  <a:moveTo>
                    <a:pt x="64" y="1"/>
                  </a:moveTo>
                  <a:lnTo>
                    <a:pt x="64" y="1"/>
                  </a:lnTo>
                  <a:lnTo>
                    <a:pt x="47" y="1"/>
                  </a:lnTo>
                  <a:lnTo>
                    <a:pt x="1" y="32"/>
                  </a:lnTo>
                  <a:lnTo>
                    <a:pt x="1" y="47"/>
                  </a:lnTo>
                  <a:lnTo>
                    <a:pt x="1" y="79"/>
                  </a:lnTo>
                  <a:lnTo>
                    <a:pt x="1" y="79"/>
                  </a:lnTo>
                  <a:cubicBezTo>
                    <a:pt x="1" y="95"/>
                    <a:pt x="16" y="95"/>
                    <a:pt x="32" y="95"/>
                  </a:cubicBezTo>
                  <a:lnTo>
                    <a:pt x="47" y="95"/>
                  </a:lnTo>
                  <a:lnTo>
                    <a:pt x="95" y="47"/>
                  </a:lnTo>
                  <a:cubicBezTo>
                    <a:pt x="110" y="47"/>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82" name="Google Shape;682;p35"/>
            <p:cNvSpPr/>
            <p:nvPr/>
          </p:nvSpPr>
          <p:spPr>
            <a:xfrm>
              <a:off x="3265690" y="1815319"/>
              <a:ext cx="4548" cy="5534"/>
            </a:xfrm>
            <a:custGeom>
              <a:avLst/>
              <a:gdLst/>
              <a:ahLst/>
              <a:cxnLst/>
              <a:rect l="l" t="t" r="r" b="b"/>
              <a:pathLst>
                <a:path w="143" h="174" extrusionOk="0">
                  <a:moveTo>
                    <a:pt x="95" y="1"/>
                  </a:moveTo>
                  <a:lnTo>
                    <a:pt x="95" y="1"/>
                  </a:lnTo>
                  <a:cubicBezTo>
                    <a:pt x="80" y="1"/>
                    <a:pt x="80" y="16"/>
                    <a:pt x="63" y="32"/>
                  </a:cubicBezTo>
                  <a:lnTo>
                    <a:pt x="63" y="47"/>
                  </a:lnTo>
                  <a:lnTo>
                    <a:pt x="63" y="47"/>
                  </a:lnTo>
                  <a:cubicBezTo>
                    <a:pt x="48" y="64"/>
                    <a:pt x="48" y="64"/>
                    <a:pt x="48" y="79"/>
                  </a:cubicBezTo>
                  <a:cubicBezTo>
                    <a:pt x="32" y="79"/>
                    <a:pt x="32" y="95"/>
                    <a:pt x="32" y="95"/>
                  </a:cubicBezTo>
                  <a:lnTo>
                    <a:pt x="17" y="95"/>
                  </a:lnTo>
                  <a:cubicBezTo>
                    <a:pt x="17" y="110"/>
                    <a:pt x="17" y="110"/>
                    <a:pt x="0" y="110"/>
                  </a:cubicBezTo>
                  <a:lnTo>
                    <a:pt x="0" y="127"/>
                  </a:lnTo>
                  <a:lnTo>
                    <a:pt x="0" y="158"/>
                  </a:lnTo>
                  <a:cubicBezTo>
                    <a:pt x="17" y="173"/>
                    <a:pt x="17" y="173"/>
                    <a:pt x="32" y="173"/>
                  </a:cubicBezTo>
                  <a:cubicBezTo>
                    <a:pt x="32" y="173"/>
                    <a:pt x="48" y="173"/>
                    <a:pt x="48" y="158"/>
                  </a:cubicBezTo>
                  <a:lnTo>
                    <a:pt x="48" y="158"/>
                  </a:lnTo>
                  <a:lnTo>
                    <a:pt x="63" y="158"/>
                  </a:lnTo>
                  <a:lnTo>
                    <a:pt x="63" y="158"/>
                  </a:lnTo>
                  <a:lnTo>
                    <a:pt x="32" y="127"/>
                  </a:lnTo>
                  <a:cubicBezTo>
                    <a:pt x="32" y="110"/>
                    <a:pt x="32" y="79"/>
                    <a:pt x="48" y="79"/>
                  </a:cubicBezTo>
                  <a:lnTo>
                    <a:pt x="63" y="64"/>
                  </a:lnTo>
                  <a:lnTo>
                    <a:pt x="63" y="64"/>
                  </a:lnTo>
                  <a:cubicBezTo>
                    <a:pt x="80" y="64"/>
                    <a:pt x="95" y="79"/>
                    <a:pt x="95" y="79"/>
                  </a:cubicBezTo>
                  <a:lnTo>
                    <a:pt x="111" y="110"/>
                  </a:lnTo>
                  <a:cubicBezTo>
                    <a:pt x="111" y="95"/>
                    <a:pt x="126" y="79"/>
                    <a:pt x="126" y="64"/>
                  </a:cubicBezTo>
                  <a:lnTo>
                    <a:pt x="126" y="64"/>
                  </a:lnTo>
                  <a:lnTo>
                    <a:pt x="126" y="47"/>
                  </a:lnTo>
                  <a:cubicBezTo>
                    <a:pt x="143" y="32"/>
                    <a:pt x="126" y="16"/>
                    <a:pt x="126" y="16"/>
                  </a:cubicBezTo>
                  <a:cubicBezTo>
                    <a:pt x="111" y="16"/>
                    <a:pt x="111"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83" name="Google Shape;683;p35"/>
            <p:cNvSpPr/>
            <p:nvPr/>
          </p:nvSpPr>
          <p:spPr>
            <a:xfrm>
              <a:off x="3412528" y="1781734"/>
              <a:ext cx="3530" cy="5565"/>
            </a:xfrm>
            <a:custGeom>
              <a:avLst/>
              <a:gdLst/>
              <a:ahLst/>
              <a:cxnLst/>
              <a:rect l="l" t="t" r="r" b="b"/>
              <a:pathLst>
                <a:path w="111" h="175" extrusionOk="0">
                  <a:moveTo>
                    <a:pt x="79" y="0"/>
                  </a:moveTo>
                  <a:lnTo>
                    <a:pt x="79" y="0"/>
                  </a:lnTo>
                  <a:cubicBezTo>
                    <a:pt x="63" y="0"/>
                    <a:pt x="63" y="0"/>
                    <a:pt x="63" y="17"/>
                  </a:cubicBezTo>
                  <a:cubicBezTo>
                    <a:pt x="63" y="17"/>
                    <a:pt x="47" y="17"/>
                    <a:pt x="47" y="32"/>
                  </a:cubicBezTo>
                  <a:lnTo>
                    <a:pt x="32" y="63"/>
                  </a:lnTo>
                  <a:lnTo>
                    <a:pt x="0" y="126"/>
                  </a:lnTo>
                  <a:cubicBezTo>
                    <a:pt x="0" y="143"/>
                    <a:pt x="0" y="158"/>
                    <a:pt x="16" y="174"/>
                  </a:cubicBezTo>
                  <a:lnTo>
                    <a:pt x="32" y="174"/>
                  </a:lnTo>
                  <a:cubicBezTo>
                    <a:pt x="47" y="174"/>
                    <a:pt x="63" y="158"/>
                    <a:pt x="63" y="158"/>
                  </a:cubicBezTo>
                  <a:lnTo>
                    <a:pt x="63" y="143"/>
                  </a:lnTo>
                  <a:cubicBezTo>
                    <a:pt x="79" y="143"/>
                    <a:pt x="79" y="126"/>
                    <a:pt x="79" y="126"/>
                  </a:cubicBezTo>
                  <a:lnTo>
                    <a:pt x="79" y="126"/>
                  </a:lnTo>
                  <a:lnTo>
                    <a:pt x="110" y="63"/>
                  </a:lnTo>
                  <a:lnTo>
                    <a:pt x="110" y="48"/>
                  </a:lnTo>
                  <a:lnTo>
                    <a:pt x="110" y="17"/>
                  </a:lnTo>
                  <a:lnTo>
                    <a:pt x="95" y="17"/>
                  </a:lnTo>
                  <a:cubicBezTo>
                    <a:pt x="95" y="17"/>
                    <a:pt x="79" y="17"/>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84" name="Google Shape;684;p35"/>
            <p:cNvSpPr/>
            <p:nvPr/>
          </p:nvSpPr>
          <p:spPr>
            <a:xfrm>
              <a:off x="3165986" y="1826832"/>
              <a:ext cx="5057" cy="2544"/>
            </a:xfrm>
            <a:custGeom>
              <a:avLst/>
              <a:gdLst/>
              <a:ahLst/>
              <a:cxnLst/>
              <a:rect l="l" t="t" r="r" b="b"/>
              <a:pathLst>
                <a:path w="159" h="80" extrusionOk="0">
                  <a:moveTo>
                    <a:pt x="32" y="0"/>
                  </a:moveTo>
                  <a:lnTo>
                    <a:pt x="32" y="0"/>
                  </a:lnTo>
                  <a:cubicBezTo>
                    <a:pt x="16" y="0"/>
                    <a:pt x="1" y="0"/>
                    <a:pt x="1" y="17"/>
                  </a:cubicBezTo>
                  <a:cubicBezTo>
                    <a:pt x="1" y="32"/>
                    <a:pt x="1" y="63"/>
                    <a:pt x="32" y="63"/>
                  </a:cubicBezTo>
                  <a:lnTo>
                    <a:pt x="95" y="80"/>
                  </a:lnTo>
                  <a:lnTo>
                    <a:pt x="95" y="80"/>
                  </a:lnTo>
                  <a:lnTo>
                    <a:pt x="110" y="80"/>
                  </a:lnTo>
                  <a:lnTo>
                    <a:pt x="127" y="80"/>
                  </a:lnTo>
                  <a:cubicBezTo>
                    <a:pt x="142" y="80"/>
                    <a:pt x="158" y="48"/>
                    <a:pt x="158" y="32"/>
                  </a:cubicBezTo>
                  <a:lnTo>
                    <a:pt x="158" y="32"/>
                  </a:lnTo>
                  <a:lnTo>
                    <a:pt x="158" y="32"/>
                  </a:lnTo>
                  <a:cubicBezTo>
                    <a:pt x="142" y="48"/>
                    <a:pt x="142" y="48"/>
                    <a:pt x="127" y="48"/>
                  </a:cubicBezTo>
                  <a:lnTo>
                    <a:pt x="110" y="48"/>
                  </a:lnTo>
                  <a:lnTo>
                    <a:pt x="79" y="32"/>
                  </a:lnTo>
                  <a:cubicBezTo>
                    <a:pt x="79" y="17"/>
                    <a:pt x="64" y="17"/>
                    <a:pt x="64"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85" name="Google Shape;685;p35"/>
            <p:cNvSpPr/>
            <p:nvPr/>
          </p:nvSpPr>
          <p:spPr>
            <a:xfrm>
              <a:off x="3398980" y="1802788"/>
              <a:ext cx="3562" cy="3021"/>
            </a:xfrm>
            <a:custGeom>
              <a:avLst/>
              <a:gdLst/>
              <a:ahLst/>
              <a:cxnLst/>
              <a:rect l="l" t="t" r="r" b="b"/>
              <a:pathLst>
                <a:path w="112" h="95" extrusionOk="0">
                  <a:moveTo>
                    <a:pt x="111" y="0"/>
                  </a:moveTo>
                  <a:lnTo>
                    <a:pt x="111" y="0"/>
                  </a:lnTo>
                  <a:lnTo>
                    <a:pt x="48" y="16"/>
                  </a:lnTo>
                  <a:lnTo>
                    <a:pt x="48" y="16"/>
                  </a:lnTo>
                  <a:lnTo>
                    <a:pt x="32" y="16"/>
                  </a:lnTo>
                  <a:lnTo>
                    <a:pt x="17" y="32"/>
                  </a:lnTo>
                  <a:cubicBezTo>
                    <a:pt x="0" y="32"/>
                    <a:pt x="0" y="32"/>
                    <a:pt x="0" y="48"/>
                  </a:cubicBezTo>
                  <a:cubicBezTo>
                    <a:pt x="17" y="48"/>
                    <a:pt x="17" y="48"/>
                    <a:pt x="17" y="63"/>
                  </a:cubicBezTo>
                  <a:lnTo>
                    <a:pt x="17" y="79"/>
                  </a:lnTo>
                  <a:lnTo>
                    <a:pt x="32" y="95"/>
                  </a:lnTo>
                  <a:lnTo>
                    <a:pt x="32" y="95"/>
                  </a:lnTo>
                  <a:cubicBezTo>
                    <a:pt x="32" y="95"/>
                    <a:pt x="48" y="95"/>
                    <a:pt x="48" y="79"/>
                  </a:cubicBezTo>
                  <a:lnTo>
                    <a:pt x="48" y="79"/>
                  </a:lnTo>
                  <a:lnTo>
                    <a:pt x="80" y="63"/>
                  </a:lnTo>
                  <a:lnTo>
                    <a:pt x="95" y="48"/>
                  </a:lnTo>
                  <a:cubicBezTo>
                    <a:pt x="111" y="32"/>
                    <a:pt x="111" y="16"/>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86" name="Google Shape;686;p35"/>
            <p:cNvSpPr/>
            <p:nvPr/>
          </p:nvSpPr>
          <p:spPr>
            <a:xfrm>
              <a:off x="3444077" y="1799767"/>
              <a:ext cx="4548" cy="5565"/>
            </a:xfrm>
            <a:custGeom>
              <a:avLst/>
              <a:gdLst/>
              <a:ahLst/>
              <a:cxnLst/>
              <a:rect l="l" t="t" r="r" b="b"/>
              <a:pathLst>
                <a:path w="143" h="175" extrusionOk="0">
                  <a:moveTo>
                    <a:pt x="95" y="1"/>
                  </a:moveTo>
                  <a:lnTo>
                    <a:pt x="95" y="1"/>
                  </a:lnTo>
                  <a:cubicBezTo>
                    <a:pt x="80" y="1"/>
                    <a:pt x="80" y="1"/>
                    <a:pt x="63" y="17"/>
                  </a:cubicBezTo>
                  <a:lnTo>
                    <a:pt x="63" y="32"/>
                  </a:lnTo>
                  <a:lnTo>
                    <a:pt x="63" y="80"/>
                  </a:lnTo>
                  <a:lnTo>
                    <a:pt x="63" y="80"/>
                  </a:lnTo>
                  <a:lnTo>
                    <a:pt x="63" y="80"/>
                  </a:lnTo>
                  <a:lnTo>
                    <a:pt x="17" y="111"/>
                  </a:lnTo>
                  <a:lnTo>
                    <a:pt x="0" y="111"/>
                  </a:lnTo>
                  <a:lnTo>
                    <a:pt x="0" y="158"/>
                  </a:lnTo>
                  <a:cubicBezTo>
                    <a:pt x="17" y="158"/>
                    <a:pt x="17" y="158"/>
                    <a:pt x="32" y="174"/>
                  </a:cubicBezTo>
                  <a:lnTo>
                    <a:pt x="32" y="174"/>
                  </a:lnTo>
                  <a:cubicBezTo>
                    <a:pt x="48" y="174"/>
                    <a:pt x="48" y="174"/>
                    <a:pt x="48" y="158"/>
                  </a:cubicBezTo>
                  <a:lnTo>
                    <a:pt x="80" y="143"/>
                  </a:lnTo>
                  <a:lnTo>
                    <a:pt x="126" y="127"/>
                  </a:lnTo>
                  <a:cubicBezTo>
                    <a:pt x="126" y="111"/>
                    <a:pt x="143" y="111"/>
                    <a:pt x="143" y="95"/>
                  </a:cubicBezTo>
                  <a:lnTo>
                    <a:pt x="126" y="32"/>
                  </a:lnTo>
                  <a:lnTo>
                    <a:pt x="126" y="32"/>
                  </a:lnTo>
                  <a:cubicBezTo>
                    <a:pt x="126" y="17"/>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87" name="Google Shape;687;p35"/>
            <p:cNvSpPr/>
            <p:nvPr/>
          </p:nvSpPr>
          <p:spPr>
            <a:xfrm>
              <a:off x="3438575" y="1802788"/>
              <a:ext cx="4039" cy="2544"/>
            </a:xfrm>
            <a:custGeom>
              <a:avLst/>
              <a:gdLst/>
              <a:ahLst/>
              <a:cxnLst/>
              <a:rect l="l" t="t" r="r" b="b"/>
              <a:pathLst>
                <a:path w="127" h="80" extrusionOk="0">
                  <a:moveTo>
                    <a:pt x="79" y="0"/>
                  </a:moveTo>
                  <a:lnTo>
                    <a:pt x="79" y="0"/>
                  </a:lnTo>
                  <a:lnTo>
                    <a:pt x="79" y="0"/>
                  </a:lnTo>
                  <a:lnTo>
                    <a:pt x="32" y="0"/>
                  </a:lnTo>
                  <a:lnTo>
                    <a:pt x="16" y="16"/>
                  </a:lnTo>
                  <a:cubicBezTo>
                    <a:pt x="1" y="16"/>
                    <a:pt x="1" y="32"/>
                    <a:pt x="1" y="48"/>
                  </a:cubicBezTo>
                  <a:lnTo>
                    <a:pt x="1" y="48"/>
                  </a:lnTo>
                  <a:lnTo>
                    <a:pt x="1" y="63"/>
                  </a:lnTo>
                  <a:cubicBezTo>
                    <a:pt x="16" y="79"/>
                    <a:pt x="16" y="79"/>
                    <a:pt x="32" y="79"/>
                  </a:cubicBezTo>
                  <a:lnTo>
                    <a:pt x="32" y="79"/>
                  </a:lnTo>
                  <a:lnTo>
                    <a:pt x="95" y="63"/>
                  </a:lnTo>
                  <a:lnTo>
                    <a:pt x="95" y="63"/>
                  </a:lnTo>
                  <a:cubicBezTo>
                    <a:pt x="110" y="48"/>
                    <a:pt x="127" y="32"/>
                    <a:pt x="110" y="16"/>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88" name="Google Shape;688;p35"/>
            <p:cNvSpPr/>
            <p:nvPr/>
          </p:nvSpPr>
          <p:spPr>
            <a:xfrm>
              <a:off x="3329361" y="1813315"/>
              <a:ext cx="4516" cy="3530"/>
            </a:xfrm>
            <a:custGeom>
              <a:avLst/>
              <a:gdLst/>
              <a:ahLst/>
              <a:cxnLst/>
              <a:rect l="l" t="t" r="r" b="b"/>
              <a:pathLst>
                <a:path w="142" h="111" extrusionOk="0">
                  <a:moveTo>
                    <a:pt x="32" y="1"/>
                  </a:moveTo>
                  <a:lnTo>
                    <a:pt x="32" y="1"/>
                  </a:lnTo>
                  <a:lnTo>
                    <a:pt x="32" y="1"/>
                  </a:lnTo>
                  <a:cubicBezTo>
                    <a:pt x="32" y="1"/>
                    <a:pt x="15" y="1"/>
                    <a:pt x="15" y="16"/>
                  </a:cubicBezTo>
                  <a:cubicBezTo>
                    <a:pt x="0" y="16"/>
                    <a:pt x="0" y="16"/>
                    <a:pt x="0" y="32"/>
                  </a:cubicBezTo>
                  <a:lnTo>
                    <a:pt x="0" y="32"/>
                  </a:lnTo>
                  <a:cubicBezTo>
                    <a:pt x="0" y="47"/>
                    <a:pt x="15" y="64"/>
                    <a:pt x="32" y="64"/>
                  </a:cubicBezTo>
                  <a:lnTo>
                    <a:pt x="15" y="64"/>
                  </a:lnTo>
                  <a:lnTo>
                    <a:pt x="32" y="64"/>
                  </a:lnTo>
                  <a:lnTo>
                    <a:pt x="32" y="64"/>
                  </a:lnTo>
                  <a:lnTo>
                    <a:pt x="47" y="79"/>
                  </a:lnTo>
                  <a:cubicBezTo>
                    <a:pt x="63" y="95"/>
                    <a:pt x="63" y="95"/>
                    <a:pt x="63" y="110"/>
                  </a:cubicBezTo>
                  <a:lnTo>
                    <a:pt x="78" y="110"/>
                  </a:lnTo>
                  <a:lnTo>
                    <a:pt x="78" y="110"/>
                  </a:lnTo>
                  <a:lnTo>
                    <a:pt x="110" y="79"/>
                  </a:lnTo>
                  <a:lnTo>
                    <a:pt x="126" y="79"/>
                  </a:lnTo>
                  <a:cubicBezTo>
                    <a:pt x="141" y="79"/>
                    <a:pt x="141" y="64"/>
                    <a:pt x="141" y="47"/>
                  </a:cubicBezTo>
                  <a:cubicBezTo>
                    <a:pt x="141" y="32"/>
                    <a:pt x="141" y="32"/>
                    <a:pt x="126" y="32"/>
                  </a:cubicBezTo>
                  <a:cubicBezTo>
                    <a:pt x="126" y="16"/>
                    <a:pt x="126" y="16"/>
                    <a:pt x="110"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89" name="Google Shape;689;p35"/>
            <p:cNvSpPr/>
            <p:nvPr/>
          </p:nvSpPr>
          <p:spPr>
            <a:xfrm>
              <a:off x="3296286" y="1810803"/>
              <a:ext cx="9032" cy="4548"/>
            </a:xfrm>
            <a:custGeom>
              <a:avLst/>
              <a:gdLst/>
              <a:ahLst/>
              <a:cxnLst/>
              <a:rect l="l" t="t" r="r" b="b"/>
              <a:pathLst>
                <a:path w="284" h="143" extrusionOk="0">
                  <a:moveTo>
                    <a:pt x="32" y="0"/>
                  </a:moveTo>
                  <a:lnTo>
                    <a:pt x="32" y="0"/>
                  </a:lnTo>
                  <a:cubicBezTo>
                    <a:pt x="32" y="17"/>
                    <a:pt x="15" y="17"/>
                    <a:pt x="15" y="17"/>
                  </a:cubicBezTo>
                  <a:cubicBezTo>
                    <a:pt x="0" y="32"/>
                    <a:pt x="0" y="48"/>
                    <a:pt x="15" y="63"/>
                  </a:cubicBezTo>
                  <a:lnTo>
                    <a:pt x="15" y="63"/>
                  </a:lnTo>
                  <a:cubicBezTo>
                    <a:pt x="15" y="63"/>
                    <a:pt x="15" y="80"/>
                    <a:pt x="32" y="80"/>
                  </a:cubicBezTo>
                  <a:lnTo>
                    <a:pt x="47" y="95"/>
                  </a:lnTo>
                  <a:lnTo>
                    <a:pt x="47" y="95"/>
                  </a:lnTo>
                  <a:cubicBezTo>
                    <a:pt x="47" y="95"/>
                    <a:pt x="63" y="95"/>
                    <a:pt x="63" y="111"/>
                  </a:cubicBezTo>
                  <a:lnTo>
                    <a:pt x="78" y="111"/>
                  </a:lnTo>
                  <a:lnTo>
                    <a:pt x="110" y="143"/>
                  </a:lnTo>
                  <a:lnTo>
                    <a:pt x="126" y="143"/>
                  </a:lnTo>
                  <a:lnTo>
                    <a:pt x="141" y="143"/>
                  </a:lnTo>
                  <a:cubicBezTo>
                    <a:pt x="141" y="143"/>
                    <a:pt x="158" y="143"/>
                    <a:pt x="158" y="126"/>
                  </a:cubicBezTo>
                  <a:lnTo>
                    <a:pt x="173" y="143"/>
                  </a:lnTo>
                  <a:lnTo>
                    <a:pt x="236" y="143"/>
                  </a:lnTo>
                  <a:lnTo>
                    <a:pt x="252" y="143"/>
                  </a:lnTo>
                  <a:cubicBezTo>
                    <a:pt x="267" y="143"/>
                    <a:pt x="284" y="126"/>
                    <a:pt x="284" y="111"/>
                  </a:cubicBezTo>
                  <a:lnTo>
                    <a:pt x="284" y="95"/>
                  </a:lnTo>
                  <a:cubicBezTo>
                    <a:pt x="267" y="95"/>
                    <a:pt x="267" y="95"/>
                    <a:pt x="267" y="80"/>
                  </a:cubicBezTo>
                  <a:cubicBezTo>
                    <a:pt x="267" y="95"/>
                    <a:pt x="267" y="95"/>
                    <a:pt x="252" y="95"/>
                  </a:cubicBezTo>
                  <a:lnTo>
                    <a:pt x="236" y="126"/>
                  </a:lnTo>
                  <a:lnTo>
                    <a:pt x="221" y="126"/>
                  </a:lnTo>
                  <a:cubicBezTo>
                    <a:pt x="204" y="126"/>
                    <a:pt x="189" y="126"/>
                    <a:pt x="189" y="111"/>
                  </a:cubicBezTo>
                  <a:cubicBezTo>
                    <a:pt x="173" y="95"/>
                    <a:pt x="173" y="80"/>
                    <a:pt x="189" y="63"/>
                  </a:cubicBezTo>
                  <a:lnTo>
                    <a:pt x="173" y="63"/>
                  </a:lnTo>
                  <a:lnTo>
                    <a:pt x="141" y="63"/>
                  </a:lnTo>
                  <a:lnTo>
                    <a:pt x="126" y="63"/>
                  </a:lnTo>
                  <a:lnTo>
                    <a:pt x="126" y="63"/>
                  </a:lnTo>
                  <a:lnTo>
                    <a:pt x="78" y="32"/>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90" name="Google Shape;690;p35"/>
            <p:cNvSpPr/>
            <p:nvPr/>
          </p:nvSpPr>
          <p:spPr>
            <a:xfrm>
              <a:off x="3264196" y="1822348"/>
              <a:ext cx="4516" cy="3021"/>
            </a:xfrm>
            <a:custGeom>
              <a:avLst/>
              <a:gdLst/>
              <a:ahLst/>
              <a:cxnLst/>
              <a:rect l="l" t="t" r="r" b="b"/>
              <a:pathLst>
                <a:path w="142" h="95" extrusionOk="0">
                  <a:moveTo>
                    <a:pt x="95" y="0"/>
                  </a:moveTo>
                  <a:lnTo>
                    <a:pt x="95" y="0"/>
                  </a:lnTo>
                  <a:cubicBezTo>
                    <a:pt x="95" y="0"/>
                    <a:pt x="79" y="0"/>
                    <a:pt x="79" y="15"/>
                  </a:cubicBezTo>
                  <a:lnTo>
                    <a:pt x="64" y="15"/>
                  </a:lnTo>
                  <a:lnTo>
                    <a:pt x="32" y="32"/>
                  </a:lnTo>
                  <a:cubicBezTo>
                    <a:pt x="16" y="47"/>
                    <a:pt x="1" y="63"/>
                    <a:pt x="16" y="78"/>
                  </a:cubicBezTo>
                  <a:cubicBezTo>
                    <a:pt x="16" y="95"/>
                    <a:pt x="32" y="95"/>
                    <a:pt x="47" y="95"/>
                  </a:cubicBezTo>
                  <a:lnTo>
                    <a:pt x="47" y="95"/>
                  </a:lnTo>
                  <a:lnTo>
                    <a:pt x="64" y="95"/>
                  </a:lnTo>
                  <a:lnTo>
                    <a:pt x="110" y="63"/>
                  </a:lnTo>
                  <a:cubicBezTo>
                    <a:pt x="127" y="63"/>
                    <a:pt x="142" y="32"/>
                    <a:pt x="127" y="15"/>
                  </a:cubicBezTo>
                  <a:lnTo>
                    <a:pt x="127" y="15"/>
                  </a:lnTo>
                  <a:cubicBezTo>
                    <a:pt x="110"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91" name="Google Shape;691;p35"/>
            <p:cNvSpPr/>
            <p:nvPr/>
          </p:nvSpPr>
          <p:spPr>
            <a:xfrm>
              <a:off x="3322333" y="1763702"/>
              <a:ext cx="4039" cy="2544"/>
            </a:xfrm>
            <a:custGeom>
              <a:avLst/>
              <a:gdLst/>
              <a:ahLst/>
              <a:cxnLst/>
              <a:rect l="l" t="t" r="r" b="b"/>
              <a:pathLst>
                <a:path w="127" h="80" extrusionOk="0">
                  <a:moveTo>
                    <a:pt x="32" y="0"/>
                  </a:moveTo>
                  <a:lnTo>
                    <a:pt x="32" y="0"/>
                  </a:lnTo>
                  <a:cubicBezTo>
                    <a:pt x="16" y="0"/>
                    <a:pt x="0" y="16"/>
                    <a:pt x="0" y="32"/>
                  </a:cubicBezTo>
                  <a:lnTo>
                    <a:pt x="0" y="32"/>
                  </a:lnTo>
                  <a:cubicBezTo>
                    <a:pt x="0" y="63"/>
                    <a:pt x="16" y="80"/>
                    <a:pt x="32" y="80"/>
                  </a:cubicBezTo>
                  <a:lnTo>
                    <a:pt x="79" y="80"/>
                  </a:lnTo>
                  <a:lnTo>
                    <a:pt x="95" y="80"/>
                  </a:lnTo>
                  <a:lnTo>
                    <a:pt x="95" y="80"/>
                  </a:lnTo>
                  <a:cubicBezTo>
                    <a:pt x="110" y="80"/>
                    <a:pt x="110" y="80"/>
                    <a:pt x="110" y="63"/>
                  </a:cubicBezTo>
                  <a:lnTo>
                    <a:pt x="126" y="63"/>
                  </a:lnTo>
                  <a:lnTo>
                    <a:pt x="126" y="48"/>
                  </a:lnTo>
                  <a:lnTo>
                    <a:pt x="126" y="48"/>
                  </a:lnTo>
                  <a:cubicBezTo>
                    <a:pt x="126" y="16"/>
                    <a:pt x="110" y="0"/>
                    <a:pt x="95"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92" name="Google Shape;692;p35"/>
            <p:cNvSpPr/>
            <p:nvPr/>
          </p:nvSpPr>
          <p:spPr>
            <a:xfrm>
              <a:off x="3243650" y="1772702"/>
              <a:ext cx="4548" cy="2576"/>
            </a:xfrm>
            <a:custGeom>
              <a:avLst/>
              <a:gdLst/>
              <a:ahLst/>
              <a:cxnLst/>
              <a:rect l="l" t="t" r="r" b="b"/>
              <a:pathLst>
                <a:path w="143" h="81" extrusionOk="0">
                  <a:moveTo>
                    <a:pt x="32" y="1"/>
                  </a:moveTo>
                  <a:lnTo>
                    <a:pt x="32" y="1"/>
                  </a:lnTo>
                  <a:cubicBezTo>
                    <a:pt x="17" y="1"/>
                    <a:pt x="0" y="17"/>
                    <a:pt x="0" y="32"/>
                  </a:cubicBezTo>
                  <a:cubicBezTo>
                    <a:pt x="0" y="49"/>
                    <a:pt x="17" y="64"/>
                    <a:pt x="32" y="64"/>
                  </a:cubicBezTo>
                  <a:lnTo>
                    <a:pt x="95" y="80"/>
                  </a:lnTo>
                  <a:lnTo>
                    <a:pt x="95" y="80"/>
                  </a:lnTo>
                  <a:cubicBezTo>
                    <a:pt x="111" y="80"/>
                    <a:pt x="126" y="64"/>
                    <a:pt x="126" y="49"/>
                  </a:cubicBezTo>
                  <a:cubicBezTo>
                    <a:pt x="143" y="32"/>
                    <a:pt x="126" y="17"/>
                    <a:pt x="111" y="1"/>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93" name="Google Shape;693;p35"/>
            <p:cNvSpPr/>
            <p:nvPr/>
          </p:nvSpPr>
          <p:spPr>
            <a:xfrm>
              <a:off x="3376940" y="1790258"/>
              <a:ext cx="5565" cy="6520"/>
            </a:xfrm>
            <a:custGeom>
              <a:avLst/>
              <a:gdLst/>
              <a:ahLst/>
              <a:cxnLst/>
              <a:rect l="l" t="t" r="r" b="b"/>
              <a:pathLst>
                <a:path w="175" h="205" extrusionOk="0">
                  <a:moveTo>
                    <a:pt x="63" y="1"/>
                  </a:moveTo>
                  <a:lnTo>
                    <a:pt x="63" y="1"/>
                  </a:lnTo>
                  <a:lnTo>
                    <a:pt x="63" y="1"/>
                  </a:lnTo>
                  <a:lnTo>
                    <a:pt x="48" y="1"/>
                  </a:lnTo>
                  <a:lnTo>
                    <a:pt x="32" y="16"/>
                  </a:lnTo>
                  <a:lnTo>
                    <a:pt x="32" y="16"/>
                  </a:lnTo>
                  <a:lnTo>
                    <a:pt x="0" y="127"/>
                  </a:lnTo>
                  <a:cubicBezTo>
                    <a:pt x="0" y="142"/>
                    <a:pt x="0" y="158"/>
                    <a:pt x="17" y="158"/>
                  </a:cubicBezTo>
                  <a:lnTo>
                    <a:pt x="80" y="190"/>
                  </a:lnTo>
                  <a:cubicBezTo>
                    <a:pt x="80" y="190"/>
                    <a:pt x="80" y="205"/>
                    <a:pt x="95" y="205"/>
                  </a:cubicBezTo>
                  <a:lnTo>
                    <a:pt x="111" y="190"/>
                  </a:lnTo>
                  <a:lnTo>
                    <a:pt x="158" y="158"/>
                  </a:lnTo>
                  <a:lnTo>
                    <a:pt x="158" y="158"/>
                  </a:lnTo>
                  <a:lnTo>
                    <a:pt x="158" y="142"/>
                  </a:lnTo>
                  <a:cubicBezTo>
                    <a:pt x="174" y="127"/>
                    <a:pt x="158" y="110"/>
                    <a:pt x="158" y="110"/>
                  </a:cubicBezTo>
                  <a:cubicBezTo>
                    <a:pt x="158" y="95"/>
                    <a:pt x="143" y="95"/>
                    <a:pt x="126" y="95"/>
                  </a:cubicBezTo>
                  <a:lnTo>
                    <a:pt x="126" y="95"/>
                  </a:lnTo>
                  <a:lnTo>
                    <a:pt x="126" y="95"/>
                  </a:lnTo>
                  <a:cubicBezTo>
                    <a:pt x="126" y="110"/>
                    <a:pt x="126" y="142"/>
                    <a:pt x="95" y="142"/>
                  </a:cubicBezTo>
                  <a:lnTo>
                    <a:pt x="80" y="142"/>
                  </a:lnTo>
                  <a:lnTo>
                    <a:pt x="80" y="142"/>
                  </a:lnTo>
                  <a:cubicBezTo>
                    <a:pt x="63" y="142"/>
                    <a:pt x="48" y="127"/>
                    <a:pt x="32" y="110"/>
                  </a:cubicBezTo>
                  <a:cubicBezTo>
                    <a:pt x="32" y="95"/>
                    <a:pt x="48" y="79"/>
                    <a:pt x="63" y="64"/>
                  </a:cubicBezTo>
                  <a:lnTo>
                    <a:pt x="95" y="64"/>
                  </a:lnTo>
                  <a:lnTo>
                    <a:pt x="95" y="32"/>
                  </a:lnTo>
                  <a:cubicBezTo>
                    <a:pt x="111"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94" name="Google Shape;694;p35"/>
            <p:cNvSpPr/>
            <p:nvPr/>
          </p:nvSpPr>
          <p:spPr>
            <a:xfrm>
              <a:off x="3398980" y="1800785"/>
              <a:ext cx="4548" cy="2544"/>
            </a:xfrm>
            <a:custGeom>
              <a:avLst/>
              <a:gdLst/>
              <a:ahLst/>
              <a:cxnLst/>
              <a:rect l="l" t="t" r="r" b="b"/>
              <a:pathLst>
                <a:path w="143" h="80" extrusionOk="0">
                  <a:moveTo>
                    <a:pt x="111" y="0"/>
                  </a:moveTo>
                  <a:lnTo>
                    <a:pt x="95" y="0"/>
                  </a:lnTo>
                  <a:lnTo>
                    <a:pt x="48" y="0"/>
                  </a:lnTo>
                  <a:cubicBezTo>
                    <a:pt x="32" y="16"/>
                    <a:pt x="32" y="16"/>
                    <a:pt x="17" y="16"/>
                  </a:cubicBezTo>
                  <a:lnTo>
                    <a:pt x="17" y="16"/>
                  </a:lnTo>
                  <a:lnTo>
                    <a:pt x="17" y="16"/>
                  </a:lnTo>
                  <a:cubicBezTo>
                    <a:pt x="17" y="16"/>
                    <a:pt x="0" y="32"/>
                    <a:pt x="0" y="48"/>
                  </a:cubicBezTo>
                  <a:cubicBezTo>
                    <a:pt x="0" y="63"/>
                    <a:pt x="17" y="63"/>
                    <a:pt x="32" y="79"/>
                  </a:cubicBezTo>
                  <a:lnTo>
                    <a:pt x="48" y="79"/>
                  </a:lnTo>
                  <a:lnTo>
                    <a:pt x="48" y="79"/>
                  </a:lnTo>
                  <a:lnTo>
                    <a:pt x="111" y="63"/>
                  </a:lnTo>
                  <a:lnTo>
                    <a:pt x="111" y="63"/>
                  </a:lnTo>
                  <a:cubicBezTo>
                    <a:pt x="126" y="63"/>
                    <a:pt x="143" y="48"/>
                    <a:pt x="143" y="32"/>
                  </a:cubicBezTo>
                  <a:cubicBezTo>
                    <a:pt x="143" y="32"/>
                    <a:pt x="143" y="16"/>
                    <a:pt x="126" y="16"/>
                  </a:cubicBezTo>
                  <a:cubicBezTo>
                    <a:pt x="126" y="0"/>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95" name="Google Shape;695;p35"/>
            <p:cNvSpPr/>
            <p:nvPr/>
          </p:nvSpPr>
          <p:spPr>
            <a:xfrm>
              <a:off x="3290275" y="1815796"/>
              <a:ext cx="3498" cy="2576"/>
            </a:xfrm>
            <a:custGeom>
              <a:avLst/>
              <a:gdLst/>
              <a:ahLst/>
              <a:cxnLst/>
              <a:rect l="l" t="t" r="r" b="b"/>
              <a:pathLst>
                <a:path w="110" h="81" extrusionOk="0">
                  <a:moveTo>
                    <a:pt x="110" y="1"/>
                  </a:moveTo>
                  <a:lnTo>
                    <a:pt x="78" y="17"/>
                  </a:lnTo>
                  <a:lnTo>
                    <a:pt x="78" y="17"/>
                  </a:lnTo>
                  <a:cubicBezTo>
                    <a:pt x="63" y="17"/>
                    <a:pt x="63" y="17"/>
                    <a:pt x="63" y="1"/>
                  </a:cubicBezTo>
                  <a:lnTo>
                    <a:pt x="47" y="17"/>
                  </a:lnTo>
                  <a:lnTo>
                    <a:pt x="0" y="32"/>
                  </a:lnTo>
                  <a:cubicBezTo>
                    <a:pt x="0" y="49"/>
                    <a:pt x="0" y="64"/>
                    <a:pt x="15" y="64"/>
                  </a:cubicBezTo>
                  <a:lnTo>
                    <a:pt x="32" y="80"/>
                  </a:lnTo>
                  <a:cubicBezTo>
                    <a:pt x="47" y="80"/>
                    <a:pt x="63" y="64"/>
                    <a:pt x="63" y="64"/>
                  </a:cubicBezTo>
                  <a:lnTo>
                    <a:pt x="78" y="49"/>
                  </a:lnTo>
                  <a:lnTo>
                    <a:pt x="95" y="17"/>
                  </a:lnTo>
                  <a:cubicBezTo>
                    <a:pt x="110" y="17"/>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96" name="Google Shape;696;p35"/>
            <p:cNvSpPr/>
            <p:nvPr/>
          </p:nvSpPr>
          <p:spPr>
            <a:xfrm>
              <a:off x="3393955" y="1784247"/>
              <a:ext cx="3562" cy="6520"/>
            </a:xfrm>
            <a:custGeom>
              <a:avLst/>
              <a:gdLst/>
              <a:ahLst/>
              <a:cxnLst/>
              <a:rect l="l" t="t" r="r" b="b"/>
              <a:pathLst>
                <a:path w="112" h="205" extrusionOk="0">
                  <a:moveTo>
                    <a:pt x="80" y="1"/>
                  </a:moveTo>
                  <a:lnTo>
                    <a:pt x="64" y="1"/>
                  </a:lnTo>
                  <a:cubicBezTo>
                    <a:pt x="64" y="1"/>
                    <a:pt x="49" y="1"/>
                    <a:pt x="49" y="16"/>
                  </a:cubicBezTo>
                  <a:lnTo>
                    <a:pt x="49" y="16"/>
                  </a:lnTo>
                  <a:lnTo>
                    <a:pt x="1" y="158"/>
                  </a:lnTo>
                  <a:lnTo>
                    <a:pt x="1" y="173"/>
                  </a:lnTo>
                  <a:cubicBezTo>
                    <a:pt x="1" y="190"/>
                    <a:pt x="17" y="190"/>
                    <a:pt x="17" y="190"/>
                  </a:cubicBezTo>
                  <a:cubicBezTo>
                    <a:pt x="17" y="205"/>
                    <a:pt x="32" y="205"/>
                    <a:pt x="32" y="205"/>
                  </a:cubicBezTo>
                  <a:lnTo>
                    <a:pt x="49" y="205"/>
                  </a:lnTo>
                  <a:cubicBezTo>
                    <a:pt x="64" y="205"/>
                    <a:pt x="80" y="190"/>
                    <a:pt x="80" y="173"/>
                  </a:cubicBezTo>
                  <a:lnTo>
                    <a:pt x="80" y="173"/>
                  </a:lnTo>
                  <a:lnTo>
                    <a:pt x="95" y="95"/>
                  </a:lnTo>
                  <a:lnTo>
                    <a:pt x="112" y="32"/>
                  </a:lnTo>
                  <a:lnTo>
                    <a:pt x="112" y="32"/>
                  </a:lnTo>
                  <a:cubicBezTo>
                    <a:pt x="112" y="16"/>
                    <a:pt x="112" y="16"/>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97" name="Google Shape;697;p35"/>
            <p:cNvSpPr/>
            <p:nvPr/>
          </p:nvSpPr>
          <p:spPr>
            <a:xfrm>
              <a:off x="3423023" y="1754669"/>
              <a:ext cx="6042" cy="1558"/>
            </a:xfrm>
            <a:custGeom>
              <a:avLst/>
              <a:gdLst/>
              <a:ahLst/>
              <a:cxnLst/>
              <a:rect l="l" t="t" r="r" b="b"/>
              <a:pathLst>
                <a:path w="190" h="49" extrusionOk="0">
                  <a:moveTo>
                    <a:pt x="95" y="17"/>
                  </a:moveTo>
                  <a:cubicBezTo>
                    <a:pt x="112" y="17"/>
                    <a:pt x="112" y="32"/>
                    <a:pt x="112" y="48"/>
                  </a:cubicBezTo>
                  <a:lnTo>
                    <a:pt x="112" y="48"/>
                  </a:lnTo>
                  <a:lnTo>
                    <a:pt x="175" y="32"/>
                  </a:lnTo>
                  <a:lnTo>
                    <a:pt x="190" y="32"/>
                  </a:lnTo>
                  <a:lnTo>
                    <a:pt x="190" y="17"/>
                  </a:lnTo>
                  <a:lnTo>
                    <a:pt x="190" y="17"/>
                  </a:lnTo>
                  <a:lnTo>
                    <a:pt x="95" y="17"/>
                  </a:lnTo>
                  <a:close/>
                  <a:moveTo>
                    <a:pt x="17" y="1"/>
                  </a:moveTo>
                  <a:cubicBezTo>
                    <a:pt x="1" y="1"/>
                    <a:pt x="1" y="17"/>
                    <a:pt x="1" y="17"/>
                  </a:cubicBezTo>
                  <a:lnTo>
                    <a:pt x="17" y="17"/>
                  </a:lnTo>
                  <a:lnTo>
                    <a:pt x="32" y="32"/>
                  </a:lnTo>
                  <a:cubicBezTo>
                    <a:pt x="49" y="32"/>
                    <a:pt x="49" y="48"/>
                    <a:pt x="49" y="48"/>
                  </a:cubicBezTo>
                  <a:lnTo>
                    <a:pt x="49" y="32"/>
                  </a:lnTo>
                  <a:cubicBezTo>
                    <a:pt x="49" y="17"/>
                    <a:pt x="64" y="17"/>
                    <a:pt x="64" y="1"/>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98" name="Google Shape;698;p35"/>
            <p:cNvSpPr/>
            <p:nvPr/>
          </p:nvSpPr>
          <p:spPr>
            <a:xfrm>
              <a:off x="3162996" y="1812806"/>
              <a:ext cx="3498" cy="3021"/>
            </a:xfrm>
            <a:custGeom>
              <a:avLst/>
              <a:gdLst/>
              <a:ahLst/>
              <a:cxnLst/>
              <a:rect l="l" t="t" r="r" b="b"/>
              <a:pathLst>
                <a:path w="110" h="95" extrusionOk="0">
                  <a:moveTo>
                    <a:pt x="32" y="0"/>
                  </a:moveTo>
                  <a:lnTo>
                    <a:pt x="32" y="0"/>
                  </a:lnTo>
                  <a:lnTo>
                    <a:pt x="32" y="0"/>
                  </a:lnTo>
                  <a:lnTo>
                    <a:pt x="15" y="0"/>
                  </a:lnTo>
                  <a:cubicBezTo>
                    <a:pt x="15" y="17"/>
                    <a:pt x="0" y="17"/>
                    <a:pt x="0" y="32"/>
                  </a:cubicBezTo>
                  <a:lnTo>
                    <a:pt x="0" y="48"/>
                  </a:lnTo>
                  <a:lnTo>
                    <a:pt x="0" y="63"/>
                  </a:lnTo>
                  <a:lnTo>
                    <a:pt x="0" y="80"/>
                  </a:lnTo>
                  <a:cubicBezTo>
                    <a:pt x="15" y="80"/>
                    <a:pt x="15" y="80"/>
                    <a:pt x="32" y="95"/>
                  </a:cubicBezTo>
                  <a:lnTo>
                    <a:pt x="32" y="95"/>
                  </a:lnTo>
                  <a:lnTo>
                    <a:pt x="47" y="95"/>
                  </a:lnTo>
                  <a:cubicBezTo>
                    <a:pt x="63" y="95"/>
                    <a:pt x="78" y="95"/>
                    <a:pt x="95" y="80"/>
                  </a:cubicBezTo>
                  <a:lnTo>
                    <a:pt x="95" y="80"/>
                  </a:lnTo>
                  <a:cubicBezTo>
                    <a:pt x="110" y="80"/>
                    <a:pt x="110" y="48"/>
                    <a:pt x="110" y="32"/>
                  </a:cubicBezTo>
                  <a:cubicBezTo>
                    <a:pt x="110" y="17"/>
                    <a:pt x="95" y="17"/>
                    <a:pt x="78" y="17"/>
                  </a:cubicBezTo>
                  <a:lnTo>
                    <a:pt x="63" y="17"/>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699" name="Google Shape;699;p35"/>
            <p:cNvSpPr/>
            <p:nvPr/>
          </p:nvSpPr>
          <p:spPr>
            <a:xfrm>
              <a:off x="3425568" y="1800276"/>
              <a:ext cx="5502" cy="3530"/>
            </a:xfrm>
            <a:custGeom>
              <a:avLst/>
              <a:gdLst/>
              <a:ahLst/>
              <a:cxnLst/>
              <a:rect l="l" t="t" r="r" b="b"/>
              <a:pathLst>
                <a:path w="173" h="111" extrusionOk="0">
                  <a:moveTo>
                    <a:pt x="47" y="1"/>
                  </a:moveTo>
                  <a:lnTo>
                    <a:pt x="32" y="1"/>
                  </a:lnTo>
                  <a:lnTo>
                    <a:pt x="32" y="1"/>
                  </a:lnTo>
                  <a:cubicBezTo>
                    <a:pt x="15" y="1"/>
                    <a:pt x="15" y="16"/>
                    <a:pt x="0" y="32"/>
                  </a:cubicBezTo>
                  <a:cubicBezTo>
                    <a:pt x="0" y="48"/>
                    <a:pt x="15" y="64"/>
                    <a:pt x="32" y="64"/>
                  </a:cubicBezTo>
                  <a:lnTo>
                    <a:pt x="32" y="79"/>
                  </a:lnTo>
                  <a:lnTo>
                    <a:pt x="47" y="79"/>
                  </a:lnTo>
                  <a:lnTo>
                    <a:pt x="47" y="79"/>
                  </a:lnTo>
                  <a:cubicBezTo>
                    <a:pt x="63" y="79"/>
                    <a:pt x="63" y="79"/>
                    <a:pt x="63" y="95"/>
                  </a:cubicBezTo>
                  <a:cubicBezTo>
                    <a:pt x="78" y="95"/>
                    <a:pt x="95" y="111"/>
                    <a:pt x="110" y="111"/>
                  </a:cubicBezTo>
                  <a:cubicBezTo>
                    <a:pt x="126" y="111"/>
                    <a:pt x="141" y="95"/>
                    <a:pt x="158" y="79"/>
                  </a:cubicBezTo>
                  <a:lnTo>
                    <a:pt x="173" y="79"/>
                  </a:lnTo>
                  <a:lnTo>
                    <a:pt x="173" y="32"/>
                  </a:lnTo>
                  <a:cubicBezTo>
                    <a:pt x="158" y="16"/>
                    <a:pt x="158" y="16"/>
                    <a:pt x="141" y="16"/>
                  </a:cubicBezTo>
                  <a:cubicBezTo>
                    <a:pt x="126" y="16"/>
                    <a:pt x="126" y="16"/>
                    <a:pt x="110" y="32"/>
                  </a:cubicBezTo>
                  <a:lnTo>
                    <a:pt x="110" y="32"/>
                  </a:lnTo>
                  <a:lnTo>
                    <a:pt x="95"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00" name="Google Shape;700;p35"/>
            <p:cNvSpPr/>
            <p:nvPr/>
          </p:nvSpPr>
          <p:spPr>
            <a:xfrm>
              <a:off x="3386481" y="1785741"/>
              <a:ext cx="3498" cy="3562"/>
            </a:xfrm>
            <a:custGeom>
              <a:avLst/>
              <a:gdLst/>
              <a:ahLst/>
              <a:cxnLst/>
              <a:rect l="l" t="t" r="r" b="b"/>
              <a:pathLst>
                <a:path w="110" h="112" extrusionOk="0">
                  <a:moveTo>
                    <a:pt x="32" y="0"/>
                  </a:moveTo>
                  <a:lnTo>
                    <a:pt x="32" y="0"/>
                  </a:lnTo>
                  <a:lnTo>
                    <a:pt x="15" y="0"/>
                  </a:lnTo>
                  <a:lnTo>
                    <a:pt x="15" y="0"/>
                  </a:lnTo>
                  <a:cubicBezTo>
                    <a:pt x="0" y="17"/>
                    <a:pt x="0" y="32"/>
                    <a:pt x="0" y="48"/>
                  </a:cubicBezTo>
                  <a:lnTo>
                    <a:pt x="15" y="63"/>
                  </a:lnTo>
                  <a:lnTo>
                    <a:pt x="47" y="111"/>
                  </a:lnTo>
                  <a:lnTo>
                    <a:pt x="47" y="111"/>
                  </a:lnTo>
                  <a:cubicBezTo>
                    <a:pt x="63" y="95"/>
                    <a:pt x="78" y="95"/>
                    <a:pt x="95" y="95"/>
                  </a:cubicBezTo>
                  <a:lnTo>
                    <a:pt x="110" y="95"/>
                  </a:lnTo>
                  <a:lnTo>
                    <a:pt x="110" y="95"/>
                  </a:lnTo>
                  <a:lnTo>
                    <a:pt x="110" y="63"/>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01" name="Google Shape;701;p35"/>
            <p:cNvSpPr/>
            <p:nvPr/>
          </p:nvSpPr>
          <p:spPr>
            <a:xfrm>
              <a:off x="3425027" y="1788254"/>
              <a:ext cx="4580" cy="6520"/>
            </a:xfrm>
            <a:custGeom>
              <a:avLst/>
              <a:gdLst/>
              <a:ahLst/>
              <a:cxnLst/>
              <a:rect l="l" t="t" r="r" b="b"/>
              <a:pathLst>
                <a:path w="144" h="205" extrusionOk="0">
                  <a:moveTo>
                    <a:pt x="64" y="1"/>
                  </a:moveTo>
                  <a:lnTo>
                    <a:pt x="64" y="1"/>
                  </a:lnTo>
                  <a:cubicBezTo>
                    <a:pt x="49" y="1"/>
                    <a:pt x="32" y="16"/>
                    <a:pt x="32" y="32"/>
                  </a:cubicBezTo>
                  <a:lnTo>
                    <a:pt x="32" y="47"/>
                  </a:lnTo>
                  <a:lnTo>
                    <a:pt x="1" y="79"/>
                  </a:lnTo>
                  <a:lnTo>
                    <a:pt x="49" y="95"/>
                  </a:lnTo>
                  <a:lnTo>
                    <a:pt x="64" y="110"/>
                  </a:lnTo>
                  <a:lnTo>
                    <a:pt x="112" y="205"/>
                  </a:lnTo>
                  <a:lnTo>
                    <a:pt x="112" y="205"/>
                  </a:lnTo>
                  <a:lnTo>
                    <a:pt x="127" y="205"/>
                  </a:lnTo>
                  <a:cubicBezTo>
                    <a:pt x="143" y="205"/>
                    <a:pt x="143" y="173"/>
                    <a:pt x="127" y="158"/>
                  </a:cubicBezTo>
                  <a:lnTo>
                    <a:pt x="127" y="142"/>
                  </a:lnTo>
                  <a:lnTo>
                    <a:pt x="80" y="95"/>
                  </a:lnTo>
                  <a:lnTo>
                    <a:pt x="80" y="95"/>
                  </a:lnTo>
                  <a:lnTo>
                    <a:pt x="95" y="64"/>
                  </a:lnTo>
                  <a:lnTo>
                    <a:pt x="95" y="47"/>
                  </a:lnTo>
                  <a:cubicBezTo>
                    <a:pt x="95" y="32"/>
                    <a:pt x="95" y="16"/>
                    <a:pt x="80" y="16"/>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02" name="Google Shape;702;p35"/>
            <p:cNvSpPr/>
            <p:nvPr/>
          </p:nvSpPr>
          <p:spPr>
            <a:xfrm>
              <a:off x="3437049" y="1788254"/>
              <a:ext cx="2035" cy="2512"/>
            </a:xfrm>
            <a:custGeom>
              <a:avLst/>
              <a:gdLst/>
              <a:ahLst/>
              <a:cxnLst/>
              <a:rect l="l" t="t" r="r" b="b"/>
              <a:pathLst>
                <a:path w="64" h="79" extrusionOk="0">
                  <a:moveTo>
                    <a:pt x="1" y="1"/>
                  </a:moveTo>
                  <a:lnTo>
                    <a:pt x="1" y="32"/>
                  </a:lnTo>
                  <a:lnTo>
                    <a:pt x="1" y="47"/>
                  </a:lnTo>
                  <a:cubicBezTo>
                    <a:pt x="1" y="64"/>
                    <a:pt x="1" y="64"/>
                    <a:pt x="17" y="64"/>
                  </a:cubicBezTo>
                  <a:cubicBezTo>
                    <a:pt x="17" y="79"/>
                    <a:pt x="17" y="79"/>
                    <a:pt x="32" y="79"/>
                  </a:cubicBezTo>
                  <a:lnTo>
                    <a:pt x="32" y="79"/>
                  </a:lnTo>
                  <a:lnTo>
                    <a:pt x="49" y="64"/>
                  </a:lnTo>
                  <a:cubicBezTo>
                    <a:pt x="64" y="64"/>
                    <a:pt x="64" y="47"/>
                    <a:pt x="64" y="47"/>
                  </a:cubicBezTo>
                  <a:lnTo>
                    <a:pt x="64" y="32"/>
                  </a:lnTo>
                  <a:lnTo>
                    <a:pt x="64" y="32"/>
                  </a:lnTo>
                  <a:cubicBezTo>
                    <a:pt x="32" y="32"/>
                    <a:pt x="17" y="16"/>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03" name="Google Shape;703;p35"/>
            <p:cNvSpPr/>
            <p:nvPr/>
          </p:nvSpPr>
          <p:spPr>
            <a:xfrm>
              <a:off x="3076808" y="1807304"/>
              <a:ext cx="3498" cy="2512"/>
            </a:xfrm>
            <a:custGeom>
              <a:avLst/>
              <a:gdLst/>
              <a:ahLst/>
              <a:cxnLst/>
              <a:rect l="l" t="t" r="r" b="b"/>
              <a:pathLst>
                <a:path w="110" h="79" extrusionOk="0">
                  <a:moveTo>
                    <a:pt x="95" y="0"/>
                  </a:moveTo>
                  <a:lnTo>
                    <a:pt x="78" y="0"/>
                  </a:lnTo>
                  <a:lnTo>
                    <a:pt x="78" y="0"/>
                  </a:lnTo>
                  <a:lnTo>
                    <a:pt x="32" y="16"/>
                  </a:lnTo>
                  <a:cubicBezTo>
                    <a:pt x="15" y="16"/>
                    <a:pt x="0" y="32"/>
                    <a:pt x="0" y="47"/>
                  </a:cubicBezTo>
                  <a:cubicBezTo>
                    <a:pt x="0" y="63"/>
                    <a:pt x="15" y="79"/>
                    <a:pt x="32" y="79"/>
                  </a:cubicBezTo>
                  <a:lnTo>
                    <a:pt x="47" y="79"/>
                  </a:lnTo>
                  <a:lnTo>
                    <a:pt x="63" y="63"/>
                  </a:lnTo>
                  <a:lnTo>
                    <a:pt x="63" y="47"/>
                  </a:lnTo>
                  <a:cubicBezTo>
                    <a:pt x="63" y="32"/>
                    <a:pt x="63" y="32"/>
                    <a:pt x="78" y="16"/>
                  </a:cubicBezTo>
                  <a:lnTo>
                    <a:pt x="95" y="16"/>
                  </a:lnTo>
                  <a:cubicBezTo>
                    <a:pt x="95" y="0"/>
                    <a:pt x="95"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04" name="Google Shape;704;p35"/>
            <p:cNvSpPr/>
            <p:nvPr/>
          </p:nvSpPr>
          <p:spPr>
            <a:xfrm>
              <a:off x="3426045" y="1777250"/>
              <a:ext cx="2544" cy="3498"/>
            </a:xfrm>
            <a:custGeom>
              <a:avLst/>
              <a:gdLst/>
              <a:ahLst/>
              <a:cxnLst/>
              <a:rect l="l" t="t" r="r" b="b"/>
              <a:pathLst>
                <a:path w="80" h="110" extrusionOk="0">
                  <a:moveTo>
                    <a:pt x="32" y="0"/>
                  </a:moveTo>
                  <a:lnTo>
                    <a:pt x="32" y="0"/>
                  </a:lnTo>
                  <a:cubicBezTo>
                    <a:pt x="17" y="0"/>
                    <a:pt x="0" y="15"/>
                    <a:pt x="0" y="32"/>
                  </a:cubicBezTo>
                  <a:lnTo>
                    <a:pt x="0" y="78"/>
                  </a:lnTo>
                  <a:cubicBezTo>
                    <a:pt x="0" y="95"/>
                    <a:pt x="17" y="110"/>
                    <a:pt x="32" y="110"/>
                  </a:cubicBezTo>
                  <a:lnTo>
                    <a:pt x="48" y="110"/>
                  </a:lnTo>
                  <a:cubicBezTo>
                    <a:pt x="63" y="110"/>
                    <a:pt x="80" y="95"/>
                    <a:pt x="80" y="63"/>
                  </a:cubicBezTo>
                  <a:lnTo>
                    <a:pt x="63" y="15"/>
                  </a:lnTo>
                  <a:cubicBezTo>
                    <a:pt x="63"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05" name="Google Shape;705;p35"/>
            <p:cNvSpPr/>
            <p:nvPr/>
          </p:nvSpPr>
          <p:spPr>
            <a:xfrm>
              <a:off x="3400506" y="1791752"/>
              <a:ext cx="5502" cy="4548"/>
            </a:xfrm>
            <a:custGeom>
              <a:avLst/>
              <a:gdLst/>
              <a:ahLst/>
              <a:cxnLst/>
              <a:rect l="l" t="t" r="r" b="b"/>
              <a:pathLst>
                <a:path w="173" h="143" extrusionOk="0">
                  <a:moveTo>
                    <a:pt x="126" y="0"/>
                  </a:moveTo>
                  <a:lnTo>
                    <a:pt x="126" y="0"/>
                  </a:lnTo>
                  <a:lnTo>
                    <a:pt x="110" y="0"/>
                  </a:lnTo>
                  <a:lnTo>
                    <a:pt x="110" y="0"/>
                  </a:lnTo>
                  <a:lnTo>
                    <a:pt x="78" y="17"/>
                  </a:lnTo>
                  <a:lnTo>
                    <a:pt x="32" y="80"/>
                  </a:lnTo>
                  <a:lnTo>
                    <a:pt x="15" y="80"/>
                  </a:lnTo>
                  <a:cubicBezTo>
                    <a:pt x="0" y="95"/>
                    <a:pt x="0" y="111"/>
                    <a:pt x="15" y="126"/>
                  </a:cubicBezTo>
                  <a:cubicBezTo>
                    <a:pt x="15" y="143"/>
                    <a:pt x="32" y="143"/>
                    <a:pt x="47" y="143"/>
                  </a:cubicBezTo>
                  <a:cubicBezTo>
                    <a:pt x="47" y="143"/>
                    <a:pt x="63" y="143"/>
                    <a:pt x="63" y="126"/>
                  </a:cubicBezTo>
                  <a:lnTo>
                    <a:pt x="95" y="111"/>
                  </a:lnTo>
                  <a:lnTo>
                    <a:pt x="110" y="95"/>
                  </a:lnTo>
                  <a:lnTo>
                    <a:pt x="158" y="48"/>
                  </a:lnTo>
                  <a:cubicBezTo>
                    <a:pt x="158" y="48"/>
                    <a:pt x="173" y="17"/>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06" name="Google Shape;706;p35"/>
            <p:cNvSpPr/>
            <p:nvPr/>
          </p:nvSpPr>
          <p:spPr>
            <a:xfrm>
              <a:off x="3399966" y="1773720"/>
              <a:ext cx="4580" cy="3021"/>
            </a:xfrm>
            <a:custGeom>
              <a:avLst/>
              <a:gdLst/>
              <a:ahLst/>
              <a:cxnLst/>
              <a:rect l="l" t="t" r="r" b="b"/>
              <a:pathLst>
                <a:path w="144" h="95" extrusionOk="0">
                  <a:moveTo>
                    <a:pt x="32" y="0"/>
                  </a:moveTo>
                  <a:lnTo>
                    <a:pt x="32" y="0"/>
                  </a:lnTo>
                  <a:cubicBezTo>
                    <a:pt x="17" y="0"/>
                    <a:pt x="17" y="0"/>
                    <a:pt x="1" y="17"/>
                  </a:cubicBezTo>
                  <a:lnTo>
                    <a:pt x="1" y="32"/>
                  </a:lnTo>
                  <a:lnTo>
                    <a:pt x="1" y="48"/>
                  </a:lnTo>
                  <a:cubicBezTo>
                    <a:pt x="17" y="48"/>
                    <a:pt x="17" y="63"/>
                    <a:pt x="17" y="63"/>
                  </a:cubicBezTo>
                  <a:lnTo>
                    <a:pt x="80" y="80"/>
                  </a:lnTo>
                  <a:lnTo>
                    <a:pt x="95" y="95"/>
                  </a:lnTo>
                  <a:cubicBezTo>
                    <a:pt x="112" y="95"/>
                    <a:pt x="127" y="80"/>
                    <a:pt x="127" y="63"/>
                  </a:cubicBezTo>
                  <a:cubicBezTo>
                    <a:pt x="143" y="48"/>
                    <a:pt x="127" y="32"/>
                    <a:pt x="112"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07" name="Google Shape;707;p35"/>
            <p:cNvSpPr/>
            <p:nvPr/>
          </p:nvSpPr>
          <p:spPr>
            <a:xfrm>
              <a:off x="3344850" y="1786250"/>
              <a:ext cx="4039" cy="2512"/>
            </a:xfrm>
            <a:custGeom>
              <a:avLst/>
              <a:gdLst/>
              <a:ahLst/>
              <a:cxnLst/>
              <a:rect l="l" t="t" r="r" b="b"/>
              <a:pathLst>
                <a:path w="127" h="79" extrusionOk="0">
                  <a:moveTo>
                    <a:pt x="32" y="1"/>
                  </a:moveTo>
                  <a:lnTo>
                    <a:pt x="32" y="1"/>
                  </a:lnTo>
                  <a:cubicBezTo>
                    <a:pt x="17" y="1"/>
                    <a:pt x="1" y="16"/>
                    <a:pt x="1" y="32"/>
                  </a:cubicBezTo>
                  <a:cubicBezTo>
                    <a:pt x="1" y="47"/>
                    <a:pt x="17" y="64"/>
                    <a:pt x="32" y="64"/>
                  </a:cubicBezTo>
                  <a:lnTo>
                    <a:pt x="64" y="79"/>
                  </a:lnTo>
                  <a:lnTo>
                    <a:pt x="95" y="79"/>
                  </a:lnTo>
                  <a:lnTo>
                    <a:pt x="95" y="79"/>
                  </a:lnTo>
                  <a:cubicBezTo>
                    <a:pt x="112" y="79"/>
                    <a:pt x="127" y="64"/>
                    <a:pt x="127" y="47"/>
                  </a:cubicBezTo>
                  <a:lnTo>
                    <a:pt x="127" y="47"/>
                  </a:lnTo>
                  <a:cubicBezTo>
                    <a:pt x="127" y="47"/>
                    <a:pt x="112" y="47"/>
                    <a:pt x="112" y="32"/>
                  </a:cubicBezTo>
                  <a:lnTo>
                    <a:pt x="95" y="32"/>
                  </a:lnTo>
                  <a:lnTo>
                    <a:pt x="80" y="16"/>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08" name="Google Shape;708;p35"/>
            <p:cNvSpPr/>
            <p:nvPr/>
          </p:nvSpPr>
          <p:spPr>
            <a:xfrm>
              <a:off x="3079289" y="1804792"/>
              <a:ext cx="4548" cy="4548"/>
            </a:xfrm>
            <a:custGeom>
              <a:avLst/>
              <a:gdLst/>
              <a:ahLst/>
              <a:cxnLst/>
              <a:rect l="l" t="t" r="r" b="b"/>
              <a:pathLst>
                <a:path w="143" h="143" extrusionOk="0">
                  <a:moveTo>
                    <a:pt x="48" y="0"/>
                  </a:moveTo>
                  <a:lnTo>
                    <a:pt x="32" y="0"/>
                  </a:lnTo>
                  <a:lnTo>
                    <a:pt x="17" y="16"/>
                  </a:lnTo>
                  <a:cubicBezTo>
                    <a:pt x="0" y="16"/>
                    <a:pt x="0" y="48"/>
                    <a:pt x="17" y="63"/>
                  </a:cubicBezTo>
                  <a:lnTo>
                    <a:pt x="32" y="79"/>
                  </a:lnTo>
                  <a:lnTo>
                    <a:pt x="32" y="79"/>
                  </a:lnTo>
                  <a:cubicBezTo>
                    <a:pt x="48" y="79"/>
                    <a:pt x="48" y="79"/>
                    <a:pt x="63" y="95"/>
                  </a:cubicBezTo>
                  <a:lnTo>
                    <a:pt x="63" y="126"/>
                  </a:lnTo>
                  <a:lnTo>
                    <a:pt x="63" y="126"/>
                  </a:lnTo>
                  <a:lnTo>
                    <a:pt x="63" y="126"/>
                  </a:lnTo>
                  <a:lnTo>
                    <a:pt x="80" y="126"/>
                  </a:lnTo>
                  <a:lnTo>
                    <a:pt x="80" y="126"/>
                  </a:lnTo>
                  <a:cubicBezTo>
                    <a:pt x="95" y="126"/>
                    <a:pt x="111" y="126"/>
                    <a:pt x="111" y="142"/>
                  </a:cubicBezTo>
                  <a:lnTo>
                    <a:pt x="111" y="142"/>
                  </a:lnTo>
                  <a:cubicBezTo>
                    <a:pt x="126" y="126"/>
                    <a:pt x="143" y="95"/>
                    <a:pt x="126" y="79"/>
                  </a:cubicBezTo>
                  <a:lnTo>
                    <a:pt x="111" y="63"/>
                  </a:lnTo>
                  <a:lnTo>
                    <a:pt x="63" y="16"/>
                  </a:ln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09" name="Google Shape;709;p35"/>
            <p:cNvSpPr/>
            <p:nvPr/>
          </p:nvSpPr>
          <p:spPr>
            <a:xfrm>
              <a:off x="3371915" y="1775723"/>
              <a:ext cx="3562" cy="4039"/>
            </a:xfrm>
            <a:custGeom>
              <a:avLst/>
              <a:gdLst/>
              <a:ahLst/>
              <a:cxnLst/>
              <a:rect l="l" t="t" r="r" b="b"/>
              <a:pathLst>
                <a:path w="112" h="127" extrusionOk="0">
                  <a:moveTo>
                    <a:pt x="80" y="0"/>
                  </a:moveTo>
                  <a:lnTo>
                    <a:pt x="80" y="0"/>
                  </a:lnTo>
                  <a:lnTo>
                    <a:pt x="80" y="0"/>
                  </a:lnTo>
                  <a:cubicBezTo>
                    <a:pt x="48" y="0"/>
                    <a:pt x="17" y="17"/>
                    <a:pt x="1" y="32"/>
                  </a:cubicBezTo>
                  <a:lnTo>
                    <a:pt x="1" y="111"/>
                  </a:lnTo>
                  <a:cubicBezTo>
                    <a:pt x="1" y="126"/>
                    <a:pt x="17" y="126"/>
                    <a:pt x="32" y="126"/>
                  </a:cubicBezTo>
                  <a:lnTo>
                    <a:pt x="48" y="126"/>
                  </a:lnTo>
                  <a:cubicBezTo>
                    <a:pt x="64" y="126"/>
                    <a:pt x="64" y="111"/>
                    <a:pt x="64" y="95"/>
                  </a:cubicBezTo>
                  <a:lnTo>
                    <a:pt x="64" y="80"/>
                  </a:lnTo>
                  <a:lnTo>
                    <a:pt x="64" y="80"/>
                  </a:lnTo>
                  <a:lnTo>
                    <a:pt x="80" y="63"/>
                  </a:lnTo>
                  <a:cubicBezTo>
                    <a:pt x="95" y="63"/>
                    <a:pt x="112" y="63"/>
                    <a:pt x="112" y="48"/>
                  </a:cubicBezTo>
                  <a:lnTo>
                    <a:pt x="112" y="32"/>
                  </a:lnTo>
                  <a:cubicBezTo>
                    <a:pt x="112"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10" name="Google Shape;710;p35"/>
            <p:cNvSpPr/>
            <p:nvPr/>
          </p:nvSpPr>
          <p:spPr>
            <a:xfrm>
              <a:off x="3178008" y="1818340"/>
              <a:ext cx="4516" cy="4039"/>
            </a:xfrm>
            <a:custGeom>
              <a:avLst/>
              <a:gdLst/>
              <a:ahLst/>
              <a:cxnLst/>
              <a:rect l="l" t="t" r="r" b="b"/>
              <a:pathLst>
                <a:path w="142" h="127" extrusionOk="0">
                  <a:moveTo>
                    <a:pt x="95" y="0"/>
                  </a:moveTo>
                  <a:lnTo>
                    <a:pt x="95" y="0"/>
                  </a:lnTo>
                  <a:lnTo>
                    <a:pt x="95" y="0"/>
                  </a:lnTo>
                  <a:lnTo>
                    <a:pt x="95" y="0"/>
                  </a:lnTo>
                  <a:lnTo>
                    <a:pt x="32" y="15"/>
                  </a:lnTo>
                  <a:lnTo>
                    <a:pt x="1" y="63"/>
                  </a:lnTo>
                  <a:lnTo>
                    <a:pt x="1" y="63"/>
                  </a:lnTo>
                  <a:lnTo>
                    <a:pt x="32" y="110"/>
                  </a:lnTo>
                  <a:cubicBezTo>
                    <a:pt x="32" y="110"/>
                    <a:pt x="47" y="126"/>
                    <a:pt x="64" y="126"/>
                  </a:cubicBezTo>
                  <a:cubicBezTo>
                    <a:pt x="64" y="126"/>
                    <a:pt x="64" y="110"/>
                    <a:pt x="79" y="110"/>
                  </a:cubicBezTo>
                  <a:lnTo>
                    <a:pt x="79" y="110"/>
                  </a:lnTo>
                  <a:cubicBezTo>
                    <a:pt x="95" y="95"/>
                    <a:pt x="95" y="78"/>
                    <a:pt x="79" y="63"/>
                  </a:cubicBezTo>
                  <a:lnTo>
                    <a:pt x="110" y="63"/>
                  </a:lnTo>
                  <a:cubicBezTo>
                    <a:pt x="127" y="47"/>
                    <a:pt x="142" y="32"/>
                    <a:pt x="127" y="15"/>
                  </a:cubicBezTo>
                  <a:cubicBezTo>
                    <a:pt x="127"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11" name="Google Shape;711;p35"/>
            <p:cNvSpPr/>
            <p:nvPr/>
          </p:nvSpPr>
          <p:spPr>
            <a:xfrm>
              <a:off x="3412528" y="1793279"/>
              <a:ext cx="3530" cy="2512"/>
            </a:xfrm>
            <a:custGeom>
              <a:avLst/>
              <a:gdLst/>
              <a:ahLst/>
              <a:cxnLst/>
              <a:rect l="l" t="t" r="r" b="b"/>
              <a:pathLst>
                <a:path w="111" h="79" extrusionOk="0">
                  <a:moveTo>
                    <a:pt x="79" y="0"/>
                  </a:moveTo>
                  <a:lnTo>
                    <a:pt x="79" y="0"/>
                  </a:lnTo>
                  <a:lnTo>
                    <a:pt x="32" y="15"/>
                  </a:lnTo>
                  <a:cubicBezTo>
                    <a:pt x="16" y="15"/>
                    <a:pt x="0" y="15"/>
                    <a:pt x="0" y="32"/>
                  </a:cubicBezTo>
                  <a:lnTo>
                    <a:pt x="0" y="47"/>
                  </a:lnTo>
                  <a:lnTo>
                    <a:pt x="16" y="47"/>
                  </a:lnTo>
                  <a:lnTo>
                    <a:pt x="16" y="32"/>
                  </a:lnTo>
                  <a:lnTo>
                    <a:pt x="32" y="32"/>
                  </a:lnTo>
                  <a:lnTo>
                    <a:pt x="47" y="47"/>
                  </a:lnTo>
                  <a:cubicBezTo>
                    <a:pt x="63" y="63"/>
                    <a:pt x="63" y="63"/>
                    <a:pt x="63" y="78"/>
                  </a:cubicBezTo>
                  <a:lnTo>
                    <a:pt x="79" y="78"/>
                  </a:lnTo>
                  <a:cubicBezTo>
                    <a:pt x="95" y="78"/>
                    <a:pt x="95" y="63"/>
                    <a:pt x="95" y="63"/>
                  </a:cubicBezTo>
                  <a:cubicBezTo>
                    <a:pt x="110" y="63"/>
                    <a:pt x="110" y="47"/>
                    <a:pt x="110" y="32"/>
                  </a:cubicBezTo>
                  <a:lnTo>
                    <a:pt x="95" y="15"/>
                  </a:lnTo>
                  <a:cubicBezTo>
                    <a:pt x="79" y="15"/>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12" name="Google Shape;712;p35"/>
            <p:cNvSpPr/>
            <p:nvPr/>
          </p:nvSpPr>
          <p:spPr>
            <a:xfrm>
              <a:off x="3154441" y="1813315"/>
              <a:ext cx="4039" cy="3530"/>
            </a:xfrm>
            <a:custGeom>
              <a:avLst/>
              <a:gdLst/>
              <a:ahLst/>
              <a:cxnLst/>
              <a:rect l="l" t="t" r="r" b="b"/>
              <a:pathLst>
                <a:path w="127" h="111" extrusionOk="0">
                  <a:moveTo>
                    <a:pt x="64" y="47"/>
                  </a:moveTo>
                  <a:lnTo>
                    <a:pt x="64" y="47"/>
                  </a:lnTo>
                  <a:lnTo>
                    <a:pt x="64" y="47"/>
                  </a:lnTo>
                  <a:close/>
                  <a:moveTo>
                    <a:pt x="32" y="1"/>
                  </a:moveTo>
                  <a:cubicBezTo>
                    <a:pt x="17" y="1"/>
                    <a:pt x="17" y="16"/>
                    <a:pt x="1" y="32"/>
                  </a:cubicBezTo>
                  <a:cubicBezTo>
                    <a:pt x="1" y="47"/>
                    <a:pt x="17" y="79"/>
                    <a:pt x="17" y="95"/>
                  </a:cubicBezTo>
                  <a:cubicBezTo>
                    <a:pt x="17" y="95"/>
                    <a:pt x="32" y="110"/>
                    <a:pt x="49" y="110"/>
                  </a:cubicBezTo>
                  <a:lnTo>
                    <a:pt x="49" y="110"/>
                  </a:lnTo>
                  <a:cubicBezTo>
                    <a:pt x="49" y="110"/>
                    <a:pt x="64" y="110"/>
                    <a:pt x="64" y="95"/>
                  </a:cubicBezTo>
                  <a:lnTo>
                    <a:pt x="64" y="95"/>
                  </a:lnTo>
                  <a:cubicBezTo>
                    <a:pt x="80" y="95"/>
                    <a:pt x="80" y="64"/>
                    <a:pt x="80" y="47"/>
                  </a:cubicBezTo>
                  <a:lnTo>
                    <a:pt x="80" y="47"/>
                  </a:lnTo>
                  <a:lnTo>
                    <a:pt x="80" y="47"/>
                  </a:lnTo>
                  <a:lnTo>
                    <a:pt x="95" y="47"/>
                  </a:lnTo>
                  <a:lnTo>
                    <a:pt x="95" y="47"/>
                  </a:lnTo>
                  <a:cubicBezTo>
                    <a:pt x="95" y="32"/>
                    <a:pt x="112" y="16"/>
                    <a:pt x="112" y="16"/>
                  </a:cubicBezTo>
                  <a:lnTo>
                    <a:pt x="127" y="16"/>
                  </a:lnTo>
                  <a:lnTo>
                    <a:pt x="127"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13" name="Google Shape;713;p35"/>
            <p:cNvSpPr/>
            <p:nvPr/>
          </p:nvSpPr>
          <p:spPr>
            <a:xfrm>
              <a:off x="3156445" y="1814810"/>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14" name="Google Shape;714;p35"/>
            <p:cNvSpPr/>
            <p:nvPr/>
          </p:nvSpPr>
          <p:spPr>
            <a:xfrm>
              <a:off x="3387467" y="1788731"/>
              <a:ext cx="4516" cy="4039"/>
            </a:xfrm>
            <a:custGeom>
              <a:avLst/>
              <a:gdLst/>
              <a:ahLst/>
              <a:cxnLst/>
              <a:rect l="l" t="t" r="r" b="b"/>
              <a:pathLst>
                <a:path w="142" h="127" extrusionOk="0">
                  <a:moveTo>
                    <a:pt x="79" y="1"/>
                  </a:moveTo>
                  <a:lnTo>
                    <a:pt x="64" y="1"/>
                  </a:lnTo>
                  <a:cubicBezTo>
                    <a:pt x="47" y="1"/>
                    <a:pt x="32" y="1"/>
                    <a:pt x="16" y="17"/>
                  </a:cubicBezTo>
                  <a:lnTo>
                    <a:pt x="16" y="17"/>
                  </a:lnTo>
                  <a:lnTo>
                    <a:pt x="16" y="17"/>
                  </a:lnTo>
                  <a:cubicBezTo>
                    <a:pt x="1" y="32"/>
                    <a:pt x="1" y="64"/>
                    <a:pt x="16" y="95"/>
                  </a:cubicBezTo>
                  <a:lnTo>
                    <a:pt x="16" y="95"/>
                  </a:lnTo>
                  <a:cubicBezTo>
                    <a:pt x="16" y="112"/>
                    <a:pt x="32" y="127"/>
                    <a:pt x="47" y="127"/>
                  </a:cubicBezTo>
                  <a:lnTo>
                    <a:pt x="64" y="127"/>
                  </a:lnTo>
                  <a:cubicBezTo>
                    <a:pt x="79" y="112"/>
                    <a:pt x="79" y="112"/>
                    <a:pt x="79" y="95"/>
                  </a:cubicBezTo>
                  <a:lnTo>
                    <a:pt x="79" y="80"/>
                  </a:lnTo>
                  <a:lnTo>
                    <a:pt x="79" y="64"/>
                  </a:lnTo>
                  <a:lnTo>
                    <a:pt x="95" y="64"/>
                  </a:lnTo>
                  <a:lnTo>
                    <a:pt x="95" y="64"/>
                  </a:lnTo>
                  <a:cubicBezTo>
                    <a:pt x="110" y="64"/>
                    <a:pt x="127" y="49"/>
                    <a:pt x="127" y="32"/>
                  </a:cubicBezTo>
                  <a:cubicBezTo>
                    <a:pt x="142" y="17"/>
                    <a:pt x="127" y="1"/>
                    <a:pt x="95" y="1"/>
                  </a:cubicBez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15" name="Google Shape;715;p35"/>
            <p:cNvSpPr/>
            <p:nvPr/>
          </p:nvSpPr>
          <p:spPr>
            <a:xfrm>
              <a:off x="3080816" y="1814333"/>
              <a:ext cx="2512" cy="3498"/>
            </a:xfrm>
            <a:custGeom>
              <a:avLst/>
              <a:gdLst/>
              <a:ahLst/>
              <a:cxnLst/>
              <a:rect l="l" t="t" r="r" b="b"/>
              <a:pathLst>
                <a:path w="79" h="110" extrusionOk="0">
                  <a:moveTo>
                    <a:pt x="32" y="0"/>
                  </a:moveTo>
                  <a:lnTo>
                    <a:pt x="15" y="0"/>
                  </a:lnTo>
                  <a:lnTo>
                    <a:pt x="15" y="0"/>
                  </a:lnTo>
                  <a:lnTo>
                    <a:pt x="15" y="0"/>
                  </a:lnTo>
                  <a:lnTo>
                    <a:pt x="0" y="0"/>
                  </a:lnTo>
                  <a:lnTo>
                    <a:pt x="15" y="32"/>
                  </a:lnTo>
                  <a:cubicBezTo>
                    <a:pt x="32" y="47"/>
                    <a:pt x="32" y="63"/>
                    <a:pt x="15" y="78"/>
                  </a:cubicBezTo>
                  <a:lnTo>
                    <a:pt x="15" y="78"/>
                  </a:lnTo>
                  <a:lnTo>
                    <a:pt x="15" y="78"/>
                  </a:lnTo>
                  <a:cubicBezTo>
                    <a:pt x="15" y="95"/>
                    <a:pt x="32" y="110"/>
                    <a:pt x="47" y="110"/>
                  </a:cubicBezTo>
                  <a:lnTo>
                    <a:pt x="63" y="95"/>
                  </a:lnTo>
                  <a:cubicBezTo>
                    <a:pt x="78" y="95"/>
                    <a:pt x="78" y="78"/>
                    <a:pt x="78" y="63"/>
                  </a:cubicBezTo>
                  <a:lnTo>
                    <a:pt x="63" y="32"/>
                  </a:lnTo>
                  <a:lnTo>
                    <a:pt x="63" y="15"/>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16" name="Google Shape;716;p35"/>
            <p:cNvSpPr/>
            <p:nvPr/>
          </p:nvSpPr>
          <p:spPr>
            <a:xfrm>
              <a:off x="3357889" y="1809785"/>
              <a:ext cx="4039" cy="5565"/>
            </a:xfrm>
            <a:custGeom>
              <a:avLst/>
              <a:gdLst/>
              <a:ahLst/>
              <a:cxnLst/>
              <a:rect l="l" t="t" r="r" b="b"/>
              <a:pathLst>
                <a:path w="127" h="175" extrusionOk="0">
                  <a:moveTo>
                    <a:pt x="63" y="1"/>
                  </a:moveTo>
                  <a:lnTo>
                    <a:pt x="63" y="1"/>
                  </a:lnTo>
                  <a:lnTo>
                    <a:pt x="48" y="1"/>
                  </a:lnTo>
                  <a:cubicBezTo>
                    <a:pt x="48" y="17"/>
                    <a:pt x="32" y="17"/>
                    <a:pt x="32" y="32"/>
                  </a:cubicBezTo>
                  <a:lnTo>
                    <a:pt x="0" y="127"/>
                  </a:lnTo>
                  <a:lnTo>
                    <a:pt x="0" y="143"/>
                  </a:lnTo>
                  <a:cubicBezTo>
                    <a:pt x="0" y="158"/>
                    <a:pt x="17" y="175"/>
                    <a:pt x="32" y="175"/>
                  </a:cubicBezTo>
                  <a:lnTo>
                    <a:pt x="32" y="175"/>
                  </a:lnTo>
                  <a:cubicBezTo>
                    <a:pt x="48" y="175"/>
                    <a:pt x="63" y="175"/>
                    <a:pt x="63" y="158"/>
                  </a:cubicBezTo>
                  <a:lnTo>
                    <a:pt x="63" y="158"/>
                  </a:lnTo>
                  <a:lnTo>
                    <a:pt x="80" y="127"/>
                  </a:lnTo>
                  <a:cubicBezTo>
                    <a:pt x="95" y="112"/>
                    <a:pt x="95" y="112"/>
                    <a:pt x="95" y="95"/>
                  </a:cubicBezTo>
                  <a:lnTo>
                    <a:pt x="126" y="64"/>
                  </a:lnTo>
                  <a:lnTo>
                    <a:pt x="126" y="32"/>
                  </a:lnTo>
                  <a:cubicBezTo>
                    <a:pt x="126" y="17"/>
                    <a:pt x="111" y="17"/>
                    <a:pt x="111"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17" name="Google Shape;717;p35"/>
            <p:cNvSpPr/>
            <p:nvPr/>
          </p:nvSpPr>
          <p:spPr>
            <a:xfrm>
              <a:off x="3326817" y="1778713"/>
              <a:ext cx="3562" cy="4039"/>
            </a:xfrm>
            <a:custGeom>
              <a:avLst/>
              <a:gdLst/>
              <a:ahLst/>
              <a:cxnLst/>
              <a:rect l="l" t="t" r="r" b="b"/>
              <a:pathLst>
                <a:path w="112" h="127" extrusionOk="0">
                  <a:moveTo>
                    <a:pt x="64" y="49"/>
                  </a:moveTo>
                  <a:lnTo>
                    <a:pt x="64" y="49"/>
                  </a:lnTo>
                  <a:lnTo>
                    <a:pt x="64" y="49"/>
                  </a:lnTo>
                  <a:close/>
                  <a:moveTo>
                    <a:pt x="64" y="1"/>
                  </a:moveTo>
                  <a:lnTo>
                    <a:pt x="32" y="1"/>
                  </a:lnTo>
                  <a:lnTo>
                    <a:pt x="1" y="32"/>
                  </a:lnTo>
                  <a:lnTo>
                    <a:pt x="1" y="80"/>
                  </a:lnTo>
                  <a:cubicBezTo>
                    <a:pt x="1" y="95"/>
                    <a:pt x="17" y="112"/>
                    <a:pt x="32" y="127"/>
                  </a:cubicBezTo>
                  <a:lnTo>
                    <a:pt x="64" y="127"/>
                  </a:lnTo>
                  <a:lnTo>
                    <a:pt x="80" y="127"/>
                  </a:lnTo>
                  <a:cubicBezTo>
                    <a:pt x="95" y="112"/>
                    <a:pt x="95" y="95"/>
                    <a:pt x="80" y="80"/>
                  </a:cubicBezTo>
                  <a:lnTo>
                    <a:pt x="80" y="64"/>
                  </a:lnTo>
                  <a:lnTo>
                    <a:pt x="80" y="64"/>
                  </a:lnTo>
                  <a:lnTo>
                    <a:pt x="80" y="64"/>
                  </a:lnTo>
                  <a:cubicBezTo>
                    <a:pt x="95" y="64"/>
                    <a:pt x="112" y="49"/>
                    <a:pt x="112" y="17"/>
                  </a:cubicBezTo>
                  <a:lnTo>
                    <a:pt x="11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18" name="Google Shape;718;p35"/>
            <p:cNvSpPr/>
            <p:nvPr/>
          </p:nvSpPr>
          <p:spPr>
            <a:xfrm>
              <a:off x="3328821" y="178023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19" name="Google Shape;719;p35"/>
            <p:cNvSpPr/>
            <p:nvPr/>
          </p:nvSpPr>
          <p:spPr>
            <a:xfrm>
              <a:off x="3317785" y="1812329"/>
              <a:ext cx="5565" cy="3021"/>
            </a:xfrm>
            <a:custGeom>
              <a:avLst/>
              <a:gdLst/>
              <a:ahLst/>
              <a:cxnLst/>
              <a:rect l="l" t="t" r="r" b="b"/>
              <a:pathLst>
                <a:path w="175" h="95" extrusionOk="0">
                  <a:moveTo>
                    <a:pt x="33" y="0"/>
                  </a:moveTo>
                  <a:lnTo>
                    <a:pt x="33" y="0"/>
                  </a:lnTo>
                  <a:cubicBezTo>
                    <a:pt x="17" y="0"/>
                    <a:pt x="1" y="15"/>
                    <a:pt x="1" y="15"/>
                  </a:cubicBezTo>
                  <a:cubicBezTo>
                    <a:pt x="1" y="47"/>
                    <a:pt x="1" y="63"/>
                    <a:pt x="33" y="63"/>
                  </a:cubicBezTo>
                  <a:lnTo>
                    <a:pt x="33" y="63"/>
                  </a:lnTo>
                  <a:lnTo>
                    <a:pt x="112" y="95"/>
                  </a:lnTo>
                  <a:lnTo>
                    <a:pt x="127" y="95"/>
                  </a:lnTo>
                  <a:lnTo>
                    <a:pt x="127" y="95"/>
                  </a:lnTo>
                  <a:lnTo>
                    <a:pt x="127" y="95"/>
                  </a:lnTo>
                  <a:cubicBezTo>
                    <a:pt x="143" y="95"/>
                    <a:pt x="159" y="78"/>
                    <a:pt x="159" y="63"/>
                  </a:cubicBezTo>
                  <a:cubicBezTo>
                    <a:pt x="175" y="47"/>
                    <a:pt x="159" y="32"/>
                    <a:pt x="143" y="32"/>
                  </a:cubicBezTo>
                  <a:lnTo>
                    <a:pt x="143" y="32"/>
                  </a:lnTo>
                  <a:lnTo>
                    <a:pt x="127" y="32"/>
                  </a:ln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20" name="Google Shape;720;p35"/>
            <p:cNvSpPr/>
            <p:nvPr/>
          </p:nvSpPr>
          <p:spPr>
            <a:xfrm>
              <a:off x="3419016" y="1801294"/>
              <a:ext cx="2576" cy="2035"/>
            </a:xfrm>
            <a:custGeom>
              <a:avLst/>
              <a:gdLst/>
              <a:ahLst/>
              <a:cxnLst/>
              <a:rect l="l" t="t" r="r" b="b"/>
              <a:pathLst>
                <a:path w="81" h="64" extrusionOk="0">
                  <a:moveTo>
                    <a:pt x="49" y="0"/>
                  </a:moveTo>
                  <a:lnTo>
                    <a:pt x="49" y="0"/>
                  </a:lnTo>
                  <a:lnTo>
                    <a:pt x="17" y="0"/>
                  </a:lnTo>
                  <a:lnTo>
                    <a:pt x="1" y="16"/>
                  </a:lnTo>
                  <a:lnTo>
                    <a:pt x="32" y="47"/>
                  </a:lnTo>
                  <a:lnTo>
                    <a:pt x="32" y="63"/>
                  </a:lnTo>
                  <a:lnTo>
                    <a:pt x="49" y="63"/>
                  </a:lnTo>
                  <a:lnTo>
                    <a:pt x="49" y="63"/>
                  </a:lnTo>
                  <a:lnTo>
                    <a:pt x="64" y="47"/>
                  </a:lnTo>
                  <a:cubicBezTo>
                    <a:pt x="80" y="47"/>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21" name="Google Shape;721;p35"/>
            <p:cNvSpPr/>
            <p:nvPr/>
          </p:nvSpPr>
          <p:spPr>
            <a:xfrm>
              <a:off x="3440070" y="1774229"/>
              <a:ext cx="4039" cy="2512"/>
            </a:xfrm>
            <a:custGeom>
              <a:avLst/>
              <a:gdLst/>
              <a:ahLst/>
              <a:cxnLst/>
              <a:rect l="l" t="t" r="r" b="b"/>
              <a:pathLst>
                <a:path w="127" h="79" extrusionOk="0">
                  <a:moveTo>
                    <a:pt x="63" y="1"/>
                  </a:moveTo>
                  <a:lnTo>
                    <a:pt x="32" y="16"/>
                  </a:lnTo>
                  <a:cubicBezTo>
                    <a:pt x="0" y="16"/>
                    <a:pt x="0" y="47"/>
                    <a:pt x="0" y="64"/>
                  </a:cubicBezTo>
                  <a:cubicBezTo>
                    <a:pt x="17" y="79"/>
                    <a:pt x="32" y="79"/>
                    <a:pt x="32" y="79"/>
                  </a:cubicBezTo>
                  <a:lnTo>
                    <a:pt x="48" y="79"/>
                  </a:lnTo>
                  <a:lnTo>
                    <a:pt x="48" y="79"/>
                  </a:lnTo>
                  <a:lnTo>
                    <a:pt x="63" y="79"/>
                  </a:lnTo>
                  <a:lnTo>
                    <a:pt x="95" y="64"/>
                  </a:lnTo>
                  <a:cubicBezTo>
                    <a:pt x="111" y="47"/>
                    <a:pt x="111" y="47"/>
                    <a:pt x="111" y="32"/>
                  </a:cubicBezTo>
                  <a:cubicBezTo>
                    <a:pt x="126" y="32"/>
                    <a:pt x="126" y="16"/>
                    <a:pt x="111" y="16"/>
                  </a:cubicBezTo>
                  <a:lnTo>
                    <a:pt x="111"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22" name="Google Shape;722;p35"/>
            <p:cNvSpPr/>
            <p:nvPr/>
          </p:nvSpPr>
          <p:spPr>
            <a:xfrm>
              <a:off x="3416535" y="1800785"/>
              <a:ext cx="5057" cy="4548"/>
            </a:xfrm>
            <a:custGeom>
              <a:avLst/>
              <a:gdLst/>
              <a:ahLst/>
              <a:cxnLst/>
              <a:rect l="l" t="t" r="r" b="b"/>
              <a:pathLst>
                <a:path w="159" h="143" extrusionOk="0">
                  <a:moveTo>
                    <a:pt x="32" y="0"/>
                  </a:moveTo>
                  <a:lnTo>
                    <a:pt x="32" y="0"/>
                  </a:lnTo>
                  <a:lnTo>
                    <a:pt x="32" y="0"/>
                  </a:lnTo>
                  <a:cubicBezTo>
                    <a:pt x="0" y="0"/>
                    <a:pt x="0" y="16"/>
                    <a:pt x="0" y="32"/>
                  </a:cubicBezTo>
                  <a:lnTo>
                    <a:pt x="0" y="48"/>
                  </a:lnTo>
                  <a:cubicBezTo>
                    <a:pt x="0" y="79"/>
                    <a:pt x="16" y="79"/>
                    <a:pt x="32" y="95"/>
                  </a:cubicBezTo>
                  <a:lnTo>
                    <a:pt x="32" y="95"/>
                  </a:lnTo>
                  <a:lnTo>
                    <a:pt x="32" y="111"/>
                  </a:lnTo>
                  <a:lnTo>
                    <a:pt x="32" y="111"/>
                  </a:lnTo>
                  <a:cubicBezTo>
                    <a:pt x="32" y="95"/>
                    <a:pt x="47" y="79"/>
                    <a:pt x="64" y="79"/>
                  </a:cubicBezTo>
                  <a:lnTo>
                    <a:pt x="64" y="79"/>
                  </a:lnTo>
                  <a:lnTo>
                    <a:pt x="64" y="79"/>
                  </a:lnTo>
                  <a:cubicBezTo>
                    <a:pt x="79" y="79"/>
                    <a:pt x="95" y="79"/>
                    <a:pt x="95" y="95"/>
                  </a:cubicBezTo>
                  <a:lnTo>
                    <a:pt x="95" y="95"/>
                  </a:lnTo>
                  <a:lnTo>
                    <a:pt x="110" y="95"/>
                  </a:lnTo>
                  <a:cubicBezTo>
                    <a:pt x="127" y="111"/>
                    <a:pt x="142" y="126"/>
                    <a:pt x="127" y="142"/>
                  </a:cubicBezTo>
                  <a:lnTo>
                    <a:pt x="127" y="142"/>
                  </a:lnTo>
                  <a:lnTo>
                    <a:pt x="127" y="142"/>
                  </a:lnTo>
                  <a:cubicBezTo>
                    <a:pt x="142" y="142"/>
                    <a:pt x="158" y="142"/>
                    <a:pt x="158" y="126"/>
                  </a:cubicBezTo>
                  <a:lnTo>
                    <a:pt x="158" y="126"/>
                  </a:lnTo>
                  <a:cubicBezTo>
                    <a:pt x="158" y="95"/>
                    <a:pt x="142" y="79"/>
                    <a:pt x="127" y="79"/>
                  </a:cubicBezTo>
                  <a:lnTo>
                    <a:pt x="127" y="79"/>
                  </a:lnTo>
                  <a:lnTo>
                    <a:pt x="110" y="79"/>
                  </a:lnTo>
                  <a:lnTo>
                    <a:pt x="110" y="63"/>
                  </a:lnTo>
                  <a:lnTo>
                    <a:pt x="79" y="32"/>
                  </a:lnTo>
                  <a:lnTo>
                    <a:pt x="64" y="32"/>
                  </a:lnTo>
                  <a:lnTo>
                    <a:pt x="64" y="32"/>
                  </a:lnTo>
                  <a:cubicBezTo>
                    <a:pt x="64"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23" name="Google Shape;723;p35"/>
            <p:cNvSpPr/>
            <p:nvPr/>
          </p:nvSpPr>
          <p:spPr>
            <a:xfrm>
              <a:off x="3440579" y="1771239"/>
              <a:ext cx="3530" cy="3021"/>
            </a:xfrm>
            <a:custGeom>
              <a:avLst/>
              <a:gdLst/>
              <a:ahLst/>
              <a:cxnLst/>
              <a:rect l="l" t="t" r="r" b="b"/>
              <a:pathLst>
                <a:path w="111" h="95" extrusionOk="0">
                  <a:moveTo>
                    <a:pt x="47" y="0"/>
                  </a:moveTo>
                  <a:lnTo>
                    <a:pt x="32" y="0"/>
                  </a:lnTo>
                  <a:lnTo>
                    <a:pt x="16" y="0"/>
                  </a:lnTo>
                  <a:cubicBezTo>
                    <a:pt x="1" y="15"/>
                    <a:pt x="1" y="32"/>
                    <a:pt x="16" y="47"/>
                  </a:cubicBezTo>
                  <a:lnTo>
                    <a:pt x="32" y="63"/>
                  </a:lnTo>
                  <a:lnTo>
                    <a:pt x="47" y="95"/>
                  </a:lnTo>
                  <a:lnTo>
                    <a:pt x="47" y="95"/>
                  </a:lnTo>
                  <a:lnTo>
                    <a:pt x="79" y="95"/>
                  </a:lnTo>
                  <a:lnTo>
                    <a:pt x="95" y="95"/>
                  </a:lnTo>
                  <a:lnTo>
                    <a:pt x="95"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24" name="Google Shape;724;p35"/>
            <p:cNvSpPr/>
            <p:nvPr/>
          </p:nvSpPr>
          <p:spPr>
            <a:xfrm>
              <a:off x="3042715" y="1812329"/>
              <a:ext cx="3530" cy="3021"/>
            </a:xfrm>
            <a:custGeom>
              <a:avLst/>
              <a:gdLst/>
              <a:ahLst/>
              <a:cxnLst/>
              <a:rect l="l" t="t" r="r" b="b"/>
              <a:pathLst>
                <a:path w="111" h="95" extrusionOk="0">
                  <a:moveTo>
                    <a:pt x="32" y="0"/>
                  </a:moveTo>
                  <a:lnTo>
                    <a:pt x="32" y="0"/>
                  </a:lnTo>
                  <a:cubicBezTo>
                    <a:pt x="16" y="0"/>
                    <a:pt x="16" y="0"/>
                    <a:pt x="16" y="15"/>
                  </a:cubicBezTo>
                  <a:cubicBezTo>
                    <a:pt x="1" y="32"/>
                    <a:pt x="1" y="47"/>
                    <a:pt x="16" y="63"/>
                  </a:cubicBezTo>
                  <a:lnTo>
                    <a:pt x="64" y="95"/>
                  </a:lnTo>
                  <a:lnTo>
                    <a:pt x="79" y="95"/>
                  </a:lnTo>
                  <a:lnTo>
                    <a:pt x="110"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25" name="Google Shape;725;p35"/>
            <p:cNvSpPr/>
            <p:nvPr/>
          </p:nvSpPr>
          <p:spPr>
            <a:xfrm>
              <a:off x="3418539" y="1774229"/>
              <a:ext cx="4039" cy="2512"/>
            </a:xfrm>
            <a:custGeom>
              <a:avLst/>
              <a:gdLst/>
              <a:ahLst/>
              <a:cxnLst/>
              <a:rect l="l" t="t" r="r" b="b"/>
              <a:pathLst>
                <a:path w="127" h="79" extrusionOk="0">
                  <a:moveTo>
                    <a:pt x="95" y="1"/>
                  </a:moveTo>
                  <a:lnTo>
                    <a:pt x="79" y="1"/>
                  </a:lnTo>
                  <a:lnTo>
                    <a:pt x="64" y="1"/>
                  </a:lnTo>
                  <a:lnTo>
                    <a:pt x="32" y="1"/>
                  </a:lnTo>
                  <a:cubicBezTo>
                    <a:pt x="16" y="1"/>
                    <a:pt x="1" y="16"/>
                    <a:pt x="1" y="47"/>
                  </a:cubicBezTo>
                  <a:cubicBezTo>
                    <a:pt x="1" y="64"/>
                    <a:pt x="16" y="79"/>
                    <a:pt x="32" y="79"/>
                  </a:cubicBezTo>
                  <a:lnTo>
                    <a:pt x="32" y="79"/>
                  </a:lnTo>
                  <a:lnTo>
                    <a:pt x="47" y="64"/>
                  </a:lnTo>
                  <a:lnTo>
                    <a:pt x="79" y="64"/>
                  </a:lnTo>
                  <a:cubicBezTo>
                    <a:pt x="79" y="64"/>
                    <a:pt x="79" y="47"/>
                    <a:pt x="95" y="47"/>
                  </a:cubicBezTo>
                  <a:lnTo>
                    <a:pt x="127"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26" name="Google Shape;726;p35"/>
            <p:cNvSpPr/>
            <p:nvPr/>
          </p:nvSpPr>
          <p:spPr>
            <a:xfrm>
              <a:off x="3197058" y="1796269"/>
              <a:ext cx="3530" cy="3053"/>
            </a:xfrm>
            <a:custGeom>
              <a:avLst/>
              <a:gdLst/>
              <a:ahLst/>
              <a:cxnLst/>
              <a:rect l="l" t="t" r="r" b="b"/>
              <a:pathLst>
                <a:path w="111" h="96" extrusionOk="0">
                  <a:moveTo>
                    <a:pt x="79" y="1"/>
                  </a:moveTo>
                  <a:lnTo>
                    <a:pt x="79" y="1"/>
                  </a:lnTo>
                  <a:lnTo>
                    <a:pt x="47" y="1"/>
                  </a:lnTo>
                  <a:lnTo>
                    <a:pt x="16" y="32"/>
                  </a:lnTo>
                  <a:cubicBezTo>
                    <a:pt x="1" y="47"/>
                    <a:pt x="1" y="64"/>
                    <a:pt x="1" y="79"/>
                  </a:cubicBezTo>
                  <a:cubicBezTo>
                    <a:pt x="16" y="95"/>
                    <a:pt x="16" y="95"/>
                    <a:pt x="32" y="95"/>
                  </a:cubicBezTo>
                  <a:lnTo>
                    <a:pt x="47" y="95"/>
                  </a:lnTo>
                  <a:lnTo>
                    <a:pt x="95" y="47"/>
                  </a:lnTo>
                  <a:cubicBezTo>
                    <a:pt x="110" y="47"/>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27" name="Google Shape;727;p35"/>
            <p:cNvSpPr/>
            <p:nvPr/>
          </p:nvSpPr>
          <p:spPr>
            <a:xfrm>
              <a:off x="3323828" y="1785264"/>
              <a:ext cx="3530" cy="4516"/>
            </a:xfrm>
            <a:custGeom>
              <a:avLst/>
              <a:gdLst/>
              <a:ahLst/>
              <a:cxnLst/>
              <a:rect l="l" t="t" r="r" b="b"/>
              <a:pathLst>
                <a:path w="111" h="142" extrusionOk="0">
                  <a:moveTo>
                    <a:pt x="48" y="0"/>
                  </a:moveTo>
                  <a:lnTo>
                    <a:pt x="32" y="0"/>
                  </a:lnTo>
                  <a:cubicBezTo>
                    <a:pt x="32" y="0"/>
                    <a:pt x="16" y="0"/>
                    <a:pt x="16" y="15"/>
                  </a:cubicBezTo>
                  <a:cubicBezTo>
                    <a:pt x="0" y="15"/>
                    <a:pt x="0" y="32"/>
                    <a:pt x="16" y="47"/>
                  </a:cubicBezTo>
                  <a:lnTo>
                    <a:pt x="16" y="63"/>
                  </a:lnTo>
                  <a:cubicBezTo>
                    <a:pt x="32" y="63"/>
                    <a:pt x="32" y="63"/>
                    <a:pt x="32" y="95"/>
                  </a:cubicBezTo>
                  <a:cubicBezTo>
                    <a:pt x="32" y="95"/>
                    <a:pt x="16" y="95"/>
                    <a:pt x="16" y="110"/>
                  </a:cubicBezTo>
                  <a:cubicBezTo>
                    <a:pt x="16" y="126"/>
                    <a:pt x="32" y="141"/>
                    <a:pt x="48" y="141"/>
                  </a:cubicBezTo>
                  <a:lnTo>
                    <a:pt x="63" y="141"/>
                  </a:lnTo>
                  <a:lnTo>
                    <a:pt x="79" y="141"/>
                  </a:lnTo>
                  <a:cubicBezTo>
                    <a:pt x="79" y="141"/>
                    <a:pt x="95" y="126"/>
                    <a:pt x="95" y="110"/>
                  </a:cubicBezTo>
                  <a:lnTo>
                    <a:pt x="95" y="110"/>
                  </a:lnTo>
                  <a:cubicBezTo>
                    <a:pt x="95" y="78"/>
                    <a:pt x="111" y="32"/>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28" name="Google Shape;728;p35"/>
            <p:cNvSpPr/>
            <p:nvPr/>
          </p:nvSpPr>
          <p:spPr>
            <a:xfrm>
              <a:off x="3375922" y="1780239"/>
              <a:ext cx="2576" cy="4516"/>
            </a:xfrm>
            <a:custGeom>
              <a:avLst/>
              <a:gdLst/>
              <a:ahLst/>
              <a:cxnLst/>
              <a:rect l="l" t="t" r="r" b="b"/>
              <a:pathLst>
                <a:path w="81" h="142" extrusionOk="0">
                  <a:moveTo>
                    <a:pt x="32" y="1"/>
                  </a:moveTo>
                  <a:lnTo>
                    <a:pt x="17" y="1"/>
                  </a:lnTo>
                  <a:lnTo>
                    <a:pt x="17" y="16"/>
                  </a:lnTo>
                  <a:cubicBezTo>
                    <a:pt x="1" y="16"/>
                    <a:pt x="1" y="32"/>
                    <a:pt x="1" y="32"/>
                  </a:cubicBezTo>
                  <a:lnTo>
                    <a:pt x="1" y="47"/>
                  </a:lnTo>
                  <a:lnTo>
                    <a:pt x="1" y="64"/>
                  </a:lnTo>
                  <a:lnTo>
                    <a:pt x="1" y="64"/>
                  </a:lnTo>
                  <a:cubicBezTo>
                    <a:pt x="17" y="64"/>
                    <a:pt x="17" y="79"/>
                    <a:pt x="17" y="95"/>
                  </a:cubicBezTo>
                  <a:lnTo>
                    <a:pt x="17" y="110"/>
                  </a:lnTo>
                  <a:lnTo>
                    <a:pt x="17" y="110"/>
                  </a:lnTo>
                  <a:lnTo>
                    <a:pt x="17" y="110"/>
                  </a:lnTo>
                  <a:cubicBezTo>
                    <a:pt x="17" y="127"/>
                    <a:pt x="32" y="127"/>
                    <a:pt x="32" y="127"/>
                  </a:cubicBezTo>
                  <a:lnTo>
                    <a:pt x="49" y="142"/>
                  </a:lnTo>
                  <a:cubicBezTo>
                    <a:pt x="49" y="142"/>
                    <a:pt x="64" y="142"/>
                    <a:pt x="64" y="127"/>
                  </a:cubicBezTo>
                  <a:cubicBezTo>
                    <a:pt x="64" y="127"/>
                    <a:pt x="80" y="127"/>
                    <a:pt x="80" y="110"/>
                  </a:cubicBezTo>
                  <a:lnTo>
                    <a:pt x="80" y="95"/>
                  </a:lnTo>
                  <a:lnTo>
                    <a:pt x="64" y="32"/>
                  </a:lnTo>
                  <a:cubicBezTo>
                    <a:pt x="49"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29" name="Google Shape;729;p35"/>
            <p:cNvSpPr/>
            <p:nvPr/>
          </p:nvSpPr>
          <p:spPr>
            <a:xfrm>
              <a:off x="3185036" y="1795760"/>
              <a:ext cx="7537" cy="3562"/>
            </a:xfrm>
            <a:custGeom>
              <a:avLst/>
              <a:gdLst/>
              <a:ahLst/>
              <a:cxnLst/>
              <a:rect l="l" t="t" r="r" b="b"/>
              <a:pathLst>
                <a:path w="237" h="112" extrusionOk="0">
                  <a:moveTo>
                    <a:pt x="205" y="0"/>
                  </a:moveTo>
                  <a:lnTo>
                    <a:pt x="205" y="0"/>
                  </a:lnTo>
                  <a:lnTo>
                    <a:pt x="189" y="0"/>
                  </a:lnTo>
                  <a:cubicBezTo>
                    <a:pt x="189" y="17"/>
                    <a:pt x="173" y="17"/>
                    <a:pt x="173" y="17"/>
                  </a:cubicBezTo>
                  <a:cubicBezTo>
                    <a:pt x="158" y="17"/>
                    <a:pt x="158" y="32"/>
                    <a:pt x="158" y="32"/>
                  </a:cubicBezTo>
                  <a:cubicBezTo>
                    <a:pt x="142" y="32"/>
                    <a:pt x="126" y="48"/>
                    <a:pt x="126" y="48"/>
                  </a:cubicBezTo>
                  <a:cubicBezTo>
                    <a:pt x="126" y="48"/>
                    <a:pt x="110" y="48"/>
                    <a:pt x="110" y="32"/>
                  </a:cubicBezTo>
                  <a:cubicBezTo>
                    <a:pt x="110" y="32"/>
                    <a:pt x="95" y="17"/>
                    <a:pt x="79" y="17"/>
                  </a:cubicBezTo>
                  <a:lnTo>
                    <a:pt x="79" y="17"/>
                  </a:lnTo>
                  <a:cubicBezTo>
                    <a:pt x="63" y="32"/>
                    <a:pt x="47" y="32"/>
                    <a:pt x="47" y="32"/>
                  </a:cubicBezTo>
                  <a:lnTo>
                    <a:pt x="32" y="48"/>
                  </a:lnTo>
                  <a:cubicBezTo>
                    <a:pt x="16" y="48"/>
                    <a:pt x="0" y="80"/>
                    <a:pt x="16" y="95"/>
                  </a:cubicBezTo>
                  <a:cubicBezTo>
                    <a:pt x="16" y="95"/>
                    <a:pt x="16" y="111"/>
                    <a:pt x="32" y="111"/>
                  </a:cubicBezTo>
                  <a:lnTo>
                    <a:pt x="47" y="111"/>
                  </a:lnTo>
                  <a:lnTo>
                    <a:pt x="63" y="80"/>
                  </a:lnTo>
                  <a:cubicBezTo>
                    <a:pt x="63" y="63"/>
                    <a:pt x="79" y="48"/>
                    <a:pt x="95" y="48"/>
                  </a:cubicBezTo>
                  <a:lnTo>
                    <a:pt x="95" y="48"/>
                  </a:lnTo>
                  <a:lnTo>
                    <a:pt x="110" y="63"/>
                  </a:lnTo>
                  <a:cubicBezTo>
                    <a:pt x="126" y="63"/>
                    <a:pt x="126" y="80"/>
                    <a:pt x="126" y="95"/>
                  </a:cubicBezTo>
                  <a:lnTo>
                    <a:pt x="126" y="111"/>
                  </a:lnTo>
                  <a:lnTo>
                    <a:pt x="126" y="111"/>
                  </a:lnTo>
                  <a:lnTo>
                    <a:pt x="126" y="111"/>
                  </a:lnTo>
                  <a:lnTo>
                    <a:pt x="142" y="111"/>
                  </a:lnTo>
                  <a:cubicBezTo>
                    <a:pt x="158" y="111"/>
                    <a:pt x="189" y="95"/>
                    <a:pt x="189" y="80"/>
                  </a:cubicBezTo>
                  <a:lnTo>
                    <a:pt x="189" y="80"/>
                  </a:lnTo>
                  <a:cubicBezTo>
                    <a:pt x="205" y="80"/>
                    <a:pt x="205" y="63"/>
                    <a:pt x="221" y="63"/>
                  </a:cubicBezTo>
                  <a:cubicBezTo>
                    <a:pt x="236" y="63"/>
                    <a:pt x="236" y="48"/>
                    <a:pt x="236" y="17"/>
                  </a:cubicBezTo>
                  <a:cubicBezTo>
                    <a:pt x="236" y="17"/>
                    <a:pt x="221"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30" name="Google Shape;730;p35"/>
            <p:cNvSpPr/>
            <p:nvPr/>
          </p:nvSpPr>
          <p:spPr>
            <a:xfrm>
              <a:off x="3171011" y="1818340"/>
              <a:ext cx="6042" cy="3498"/>
            </a:xfrm>
            <a:custGeom>
              <a:avLst/>
              <a:gdLst/>
              <a:ahLst/>
              <a:cxnLst/>
              <a:rect l="l" t="t" r="r" b="b"/>
              <a:pathLst>
                <a:path w="190" h="110" extrusionOk="0">
                  <a:moveTo>
                    <a:pt x="47" y="0"/>
                  </a:moveTo>
                  <a:lnTo>
                    <a:pt x="47" y="0"/>
                  </a:lnTo>
                  <a:cubicBezTo>
                    <a:pt x="32" y="0"/>
                    <a:pt x="15" y="15"/>
                    <a:pt x="15" y="32"/>
                  </a:cubicBezTo>
                  <a:cubicBezTo>
                    <a:pt x="0" y="47"/>
                    <a:pt x="15" y="63"/>
                    <a:pt x="32" y="78"/>
                  </a:cubicBezTo>
                  <a:lnTo>
                    <a:pt x="47" y="78"/>
                  </a:lnTo>
                  <a:cubicBezTo>
                    <a:pt x="63" y="78"/>
                    <a:pt x="78" y="78"/>
                    <a:pt x="95" y="95"/>
                  </a:cubicBezTo>
                  <a:cubicBezTo>
                    <a:pt x="110" y="95"/>
                    <a:pt x="110" y="95"/>
                    <a:pt x="126" y="110"/>
                  </a:cubicBezTo>
                  <a:lnTo>
                    <a:pt x="141" y="110"/>
                  </a:lnTo>
                  <a:lnTo>
                    <a:pt x="158" y="110"/>
                  </a:lnTo>
                  <a:cubicBezTo>
                    <a:pt x="173" y="110"/>
                    <a:pt x="189" y="110"/>
                    <a:pt x="189" y="95"/>
                  </a:cubicBezTo>
                  <a:lnTo>
                    <a:pt x="189" y="95"/>
                  </a:lnTo>
                  <a:lnTo>
                    <a:pt x="189" y="95"/>
                  </a:lnTo>
                  <a:lnTo>
                    <a:pt x="173" y="95"/>
                  </a:lnTo>
                  <a:lnTo>
                    <a:pt x="158" y="78"/>
                  </a:lnTo>
                  <a:lnTo>
                    <a:pt x="141" y="78"/>
                  </a:lnTo>
                  <a:cubicBezTo>
                    <a:pt x="141" y="95"/>
                    <a:pt x="126" y="95"/>
                    <a:pt x="126" y="95"/>
                  </a:cubicBezTo>
                  <a:cubicBezTo>
                    <a:pt x="110" y="95"/>
                    <a:pt x="95" y="78"/>
                    <a:pt x="95" y="63"/>
                  </a:cubicBezTo>
                  <a:cubicBezTo>
                    <a:pt x="95" y="47"/>
                    <a:pt x="95" y="32"/>
                    <a:pt x="110" y="15"/>
                  </a:cubicBezTo>
                  <a:lnTo>
                    <a:pt x="78" y="15"/>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31" name="Google Shape;731;p35"/>
            <p:cNvSpPr/>
            <p:nvPr/>
          </p:nvSpPr>
          <p:spPr>
            <a:xfrm>
              <a:off x="3385463" y="1776709"/>
              <a:ext cx="4039" cy="2035"/>
            </a:xfrm>
            <a:custGeom>
              <a:avLst/>
              <a:gdLst/>
              <a:ahLst/>
              <a:cxnLst/>
              <a:rect l="l" t="t" r="r" b="b"/>
              <a:pathLst>
                <a:path w="127" h="64" extrusionOk="0">
                  <a:moveTo>
                    <a:pt x="47" y="1"/>
                  </a:moveTo>
                  <a:lnTo>
                    <a:pt x="47" y="1"/>
                  </a:lnTo>
                  <a:lnTo>
                    <a:pt x="16" y="1"/>
                  </a:lnTo>
                  <a:lnTo>
                    <a:pt x="16" y="17"/>
                  </a:lnTo>
                  <a:cubicBezTo>
                    <a:pt x="1" y="32"/>
                    <a:pt x="16" y="49"/>
                    <a:pt x="32" y="64"/>
                  </a:cubicBezTo>
                  <a:lnTo>
                    <a:pt x="47" y="64"/>
                  </a:lnTo>
                  <a:cubicBezTo>
                    <a:pt x="47" y="49"/>
                    <a:pt x="64" y="32"/>
                    <a:pt x="64" y="32"/>
                  </a:cubicBezTo>
                  <a:lnTo>
                    <a:pt x="127" y="32"/>
                  </a:lnTo>
                  <a:lnTo>
                    <a:pt x="110" y="17"/>
                  </a:lnTo>
                  <a:lnTo>
                    <a:pt x="110" y="17"/>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32" name="Google Shape;732;p35"/>
            <p:cNvSpPr/>
            <p:nvPr/>
          </p:nvSpPr>
          <p:spPr>
            <a:xfrm>
              <a:off x="3415009" y="1777250"/>
              <a:ext cx="4039" cy="3021"/>
            </a:xfrm>
            <a:custGeom>
              <a:avLst/>
              <a:gdLst/>
              <a:ahLst/>
              <a:cxnLst/>
              <a:rect l="l" t="t" r="r" b="b"/>
              <a:pathLst>
                <a:path w="127" h="95" extrusionOk="0">
                  <a:moveTo>
                    <a:pt x="80" y="0"/>
                  </a:moveTo>
                  <a:lnTo>
                    <a:pt x="80" y="0"/>
                  </a:lnTo>
                  <a:lnTo>
                    <a:pt x="64" y="0"/>
                  </a:lnTo>
                  <a:lnTo>
                    <a:pt x="64" y="15"/>
                  </a:lnTo>
                  <a:lnTo>
                    <a:pt x="48" y="32"/>
                  </a:lnTo>
                  <a:lnTo>
                    <a:pt x="1" y="15"/>
                  </a:lnTo>
                  <a:lnTo>
                    <a:pt x="1" y="15"/>
                  </a:lnTo>
                  <a:cubicBezTo>
                    <a:pt x="1" y="32"/>
                    <a:pt x="17" y="32"/>
                    <a:pt x="17" y="47"/>
                  </a:cubicBezTo>
                  <a:lnTo>
                    <a:pt x="17" y="95"/>
                  </a:lnTo>
                  <a:lnTo>
                    <a:pt x="17" y="95"/>
                  </a:lnTo>
                  <a:lnTo>
                    <a:pt x="80" y="78"/>
                  </a:lnTo>
                  <a:lnTo>
                    <a:pt x="112" y="63"/>
                  </a:lnTo>
                  <a:cubicBezTo>
                    <a:pt x="112" y="47"/>
                    <a:pt x="127" y="47"/>
                    <a:pt x="127" y="32"/>
                  </a:cubicBezTo>
                  <a:lnTo>
                    <a:pt x="112" y="15"/>
                  </a:lnTo>
                  <a:cubicBezTo>
                    <a:pt x="112" y="0"/>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33" name="Google Shape;733;p35"/>
            <p:cNvSpPr/>
            <p:nvPr/>
          </p:nvSpPr>
          <p:spPr>
            <a:xfrm>
              <a:off x="3294759" y="1815319"/>
              <a:ext cx="4039" cy="2035"/>
            </a:xfrm>
            <a:custGeom>
              <a:avLst/>
              <a:gdLst/>
              <a:ahLst/>
              <a:cxnLst/>
              <a:rect l="l" t="t" r="r" b="b"/>
              <a:pathLst>
                <a:path w="127" h="64" extrusionOk="0">
                  <a:moveTo>
                    <a:pt x="17" y="1"/>
                  </a:moveTo>
                  <a:lnTo>
                    <a:pt x="0" y="1"/>
                  </a:lnTo>
                  <a:lnTo>
                    <a:pt x="0" y="16"/>
                  </a:lnTo>
                  <a:lnTo>
                    <a:pt x="17" y="16"/>
                  </a:lnTo>
                  <a:lnTo>
                    <a:pt x="17" y="16"/>
                  </a:lnTo>
                  <a:cubicBezTo>
                    <a:pt x="32" y="16"/>
                    <a:pt x="48" y="32"/>
                    <a:pt x="48" y="47"/>
                  </a:cubicBezTo>
                  <a:lnTo>
                    <a:pt x="80" y="47"/>
                  </a:lnTo>
                  <a:cubicBezTo>
                    <a:pt x="80" y="64"/>
                    <a:pt x="80" y="64"/>
                    <a:pt x="95" y="64"/>
                  </a:cubicBezTo>
                  <a:lnTo>
                    <a:pt x="126" y="32"/>
                  </a:lnTo>
                  <a:lnTo>
                    <a:pt x="126" y="1"/>
                  </a:lnTo>
                  <a:cubicBezTo>
                    <a:pt x="111" y="16"/>
                    <a:pt x="111" y="32"/>
                    <a:pt x="95" y="32"/>
                  </a:cubicBezTo>
                  <a:lnTo>
                    <a:pt x="80" y="32"/>
                  </a:lnTo>
                  <a:cubicBezTo>
                    <a:pt x="63" y="32"/>
                    <a:pt x="48" y="16"/>
                    <a:pt x="48" y="1"/>
                  </a:cubicBez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34" name="Google Shape;734;p35"/>
            <p:cNvSpPr/>
            <p:nvPr/>
          </p:nvSpPr>
          <p:spPr>
            <a:xfrm>
              <a:off x="3311774" y="1806796"/>
              <a:ext cx="3053" cy="4039"/>
            </a:xfrm>
            <a:custGeom>
              <a:avLst/>
              <a:gdLst/>
              <a:ahLst/>
              <a:cxnLst/>
              <a:rect l="l" t="t" r="r" b="b"/>
              <a:pathLst>
                <a:path w="96" h="127" extrusionOk="0">
                  <a:moveTo>
                    <a:pt x="49" y="0"/>
                  </a:moveTo>
                  <a:lnTo>
                    <a:pt x="49" y="0"/>
                  </a:lnTo>
                  <a:cubicBezTo>
                    <a:pt x="32" y="0"/>
                    <a:pt x="32" y="16"/>
                    <a:pt x="17" y="16"/>
                  </a:cubicBezTo>
                  <a:lnTo>
                    <a:pt x="1" y="79"/>
                  </a:lnTo>
                  <a:lnTo>
                    <a:pt x="1" y="79"/>
                  </a:lnTo>
                  <a:lnTo>
                    <a:pt x="1" y="79"/>
                  </a:lnTo>
                  <a:lnTo>
                    <a:pt x="17" y="79"/>
                  </a:lnTo>
                  <a:cubicBezTo>
                    <a:pt x="32" y="95"/>
                    <a:pt x="32" y="111"/>
                    <a:pt x="32" y="126"/>
                  </a:cubicBezTo>
                  <a:cubicBezTo>
                    <a:pt x="32" y="126"/>
                    <a:pt x="49" y="111"/>
                    <a:pt x="64" y="111"/>
                  </a:cubicBezTo>
                  <a:lnTo>
                    <a:pt x="80" y="48"/>
                  </a:lnTo>
                  <a:cubicBezTo>
                    <a:pt x="95" y="32"/>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35" name="Google Shape;735;p35"/>
            <p:cNvSpPr/>
            <p:nvPr/>
          </p:nvSpPr>
          <p:spPr>
            <a:xfrm>
              <a:off x="3394972" y="1754192"/>
              <a:ext cx="4039" cy="2512"/>
            </a:xfrm>
            <a:custGeom>
              <a:avLst/>
              <a:gdLst/>
              <a:ahLst/>
              <a:cxnLst/>
              <a:rect l="l" t="t" r="r" b="b"/>
              <a:pathLst>
                <a:path w="127" h="79" extrusionOk="0">
                  <a:moveTo>
                    <a:pt x="95" y="0"/>
                  </a:moveTo>
                  <a:lnTo>
                    <a:pt x="95" y="0"/>
                  </a:lnTo>
                  <a:lnTo>
                    <a:pt x="80" y="0"/>
                  </a:lnTo>
                  <a:lnTo>
                    <a:pt x="63" y="0"/>
                  </a:lnTo>
                  <a:lnTo>
                    <a:pt x="32" y="0"/>
                  </a:lnTo>
                  <a:cubicBezTo>
                    <a:pt x="17" y="16"/>
                    <a:pt x="0" y="32"/>
                    <a:pt x="0" y="47"/>
                  </a:cubicBezTo>
                  <a:cubicBezTo>
                    <a:pt x="17" y="63"/>
                    <a:pt x="17" y="79"/>
                    <a:pt x="32" y="79"/>
                  </a:cubicBezTo>
                  <a:lnTo>
                    <a:pt x="32" y="79"/>
                  </a:lnTo>
                  <a:lnTo>
                    <a:pt x="48" y="79"/>
                  </a:lnTo>
                  <a:lnTo>
                    <a:pt x="95" y="63"/>
                  </a:lnTo>
                  <a:cubicBezTo>
                    <a:pt x="126" y="47"/>
                    <a:pt x="126" y="32"/>
                    <a:pt x="126" y="16"/>
                  </a:cubicBezTo>
                  <a:cubicBezTo>
                    <a:pt x="126" y="0"/>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36" name="Google Shape;736;p35"/>
            <p:cNvSpPr/>
            <p:nvPr/>
          </p:nvSpPr>
          <p:spPr>
            <a:xfrm>
              <a:off x="3086286" y="1795283"/>
              <a:ext cx="3053" cy="2035"/>
            </a:xfrm>
            <a:custGeom>
              <a:avLst/>
              <a:gdLst/>
              <a:ahLst/>
              <a:cxnLst/>
              <a:rect l="l" t="t" r="r" b="b"/>
              <a:pathLst>
                <a:path w="96" h="64" extrusionOk="0">
                  <a:moveTo>
                    <a:pt x="49" y="0"/>
                  </a:moveTo>
                  <a:lnTo>
                    <a:pt x="1" y="32"/>
                  </a:lnTo>
                  <a:cubicBezTo>
                    <a:pt x="17" y="32"/>
                    <a:pt x="17" y="47"/>
                    <a:pt x="32" y="47"/>
                  </a:cubicBezTo>
                  <a:lnTo>
                    <a:pt x="32" y="47"/>
                  </a:lnTo>
                  <a:lnTo>
                    <a:pt x="80" y="47"/>
                  </a:lnTo>
                  <a:lnTo>
                    <a:pt x="80" y="63"/>
                  </a:lnTo>
                  <a:cubicBezTo>
                    <a:pt x="95" y="63"/>
                    <a:pt x="95" y="47"/>
                    <a:pt x="95" y="47"/>
                  </a:cubicBezTo>
                  <a:cubicBezTo>
                    <a:pt x="80" y="47"/>
                    <a:pt x="64" y="32"/>
                    <a:pt x="4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37" name="Google Shape;737;p35"/>
            <p:cNvSpPr/>
            <p:nvPr/>
          </p:nvSpPr>
          <p:spPr>
            <a:xfrm>
              <a:off x="3456608" y="1802788"/>
              <a:ext cx="1527" cy="6551"/>
            </a:xfrm>
            <a:custGeom>
              <a:avLst/>
              <a:gdLst/>
              <a:ahLst/>
              <a:cxnLst/>
              <a:rect l="l" t="t" r="r" b="b"/>
              <a:pathLst>
                <a:path w="48" h="206" extrusionOk="0">
                  <a:moveTo>
                    <a:pt x="48" y="0"/>
                  </a:moveTo>
                  <a:lnTo>
                    <a:pt x="32" y="16"/>
                  </a:lnTo>
                  <a:lnTo>
                    <a:pt x="32" y="32"/>
                  </a:lnTo>
                  <a:lnTo>
                    <a:pt x="32" y="48"/>
                  </a:lnTo>
                  <a:lnTo>
                    <a:pt x="32" y="48"/>
                  </a:lnTo>
                  <a:cubicBezTo>
                    <a:pt x="32" y="63"/>
                    <a:pt x="32" y="79"/>
                    <a:pt x="16" y="79"/>
                  </a:cubicBezTo>
                  <a:lnTo>
                    <a:pt x="16" y="79"/>
                  </a:lnTo>
                  <a:lnTo>
                    <a:pt x="1" y="174"/>
                  </a:lnTo>
                  <a:lnTo>
                    <a:pt x="1" y="205"/>
                  </a:lnTo>
                  <a:cubicBezTo>
                    <a:pt x="16" y="189"/>
                    <a:pt x="32" y="189"/>
                    <a:pt x="48" y="18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38" name="Google Shape;738;p35"/>
            <p:cNvSpPr/>
            <p:nvPr/>
          </p:nvSpPr>
          <p:spPr>
            <a:xfrm>
              <a:off x="3349398" y="1816814"/>
              <a:ext cx="2035" cy="2544"/>
            </a:xfrm>
            <a:custGeom>
              <a:avLst/>
              <a:gdLst/>
              <a:ahLst/>
              <a:cxnLst/>
              <a:rect l="l" t="t" r="r" b="b"/>
              <a:pathLst>
                <a:path w="64" h="80" extrusionOk="0">
                  <a:moveTo>
                    <a:pt x="15" y="48"/>
                  </a:moveTo>
                  <a:cubicBezTo>
                    <a:pt x="32" y="63"/>
                    <a:pt x="15" y="80"/>
                    <a:pt x="0" y="80"/>
                  </a:cubicBezTo>
                  <a:lnTo>
                    <a:pt x="15" y="80"/>
                  </a:lnTo>
                  <a:lnTo>
                    <a:pt x="47" y="80"/>
                  </a:lnTo>
                  <a:lnTo>
                    <a:pt x="63" y="63"/>
                  </a:lnTo>
                  <a:lnTo>
                    <a:pt x="47" y="63"/>
                  </a:lnTo>
                  <a:lnTo>
                    <a:pt x="47" y="63"/>
                  </a:lnTo>
                  <a:cubicBezTo>
                    <a:pt x="47" y="63"/>
                    <a:pt x="32" y="48"/>
                    <a:pt x="15" y="48"/>
                  </a:cubicBezTo>
                  <a:close/>
                  <a:moveTo>
                    <a:pt x="15" y="0"/>
                  </a:moveTo>
                  <a:lnTo>
                    <a:pt x="0" y="17"/>
                  </a:lnTo>
                  <a:cubicBezTo>
                    <a:pt x="15" y="17"/>
                    <a:pt x="15" y="17"/>
                    <a:pt x="15" y="32"/>
                  </a:cubicBezTo>
                  <a:lnTo>
                    <a:pt x="1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39" name="Google Shape;739;p35"/>
            <p:cNvSpPr/>
            <p:nvPr/>
          </p:nvSpPr>
          <p:spPr>
            <a:xfrm>
              <a:off x="3118885" y="1789272"/>
              <a:ext cx="3530" cy="3498"/>
            </a:xfrm>
            <a:custGeom>
              <a:avLst/>
              <a:gdLst/>
              <a:ahLst/>
              <a:cxnLst/>
              <a:rect l="l" t="t" r="r" b="b"/>
              <a:pathLst>
                <a:path w="111" h="110" extrusionOk="0">
                  <a:moveTo>
                    <a:pt x="47" y="0"/>
                  </a:moveTo>
                  <a:lnTo>
                    <a:pt x="47" y="0"/>
                  </a:lnTo>
                  <a:cubicBezTo>
                    <a:pt x="32" y="0"/>
                    <a:pt x="32" y="15"/>
                    <a:pt x="16" y="15"/>
                  </a:cubicBezTo>
                  <a:cubicBezTo>
                    <a:pt x="1" y="32"/>
                    <a:pt x="1" y="47"/>
                    <a:pt x="16" y="63"/>
                  </a:cubicBezTo>
                  <a:lnTo>
                    <a:pt x="32" y="63"/>
                  </a:lnTo>
                  <a:lnTo>
                    <a:pt x="47" y="110"/>
                  </a:lnTo>
                  <a:lnTo>
                    <a:pt x="79" y="110"/>
                  </a:lnTo>
                  <a:lnTo>
                    <a:pt x="95" y="110"/>
                  </a:lnTo>
                  <a:cubicBezTo>
                    <a:pt x="110" y="110"/>
                    <a:pt x="110" y="95"/>
                    <a:pt x="110" y="95"/>
                  </a:cubicBezTo>
                  <a:lnTo>
                    <a:pt x="110" y="78"/>
                  </a:lnTo>
                  <a:lnTo>
                    <a:pt x="110" y="78"/>
                  </a:lnTo>
                  <a:lnTo>
                    <a:pt x="110" y="63"/>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40" name="Google Shape;740;p35"/>
            <p:cNvSpPr/>
            <p:nvPr/>
          </p:nvSpPr>
          <p:spPr>
            <a:xfrm>
              <a:off x="3349875" y="1812329"/>
              <a:ext cx="5565" cy="6520"/>
            </a:xfrm>
            <a:custGeom>
              <a:avLst/>
              <a:gdLst/>
              <a:ahLst/>
              <a:cxnLst/>
              <a:rect l="l" t="t" r="r" b="b"/>
              <a:pathLst>
                <a:path w="175" h="205" extrusionOk="0">
                  <a:moveTo>
                    <a:pt x="48" y="0"/>
                  </a:moveTo>
                  <a:lnTo>
                    <a:pt x="48" y="15"/>
                  </a:lnTo>
                  <a:lnTo>
                    <a:pt x="0" y="141"/>
                  </a:lnTo>
                  <a:lnTo>
                    <a:pt x="0" y="158"/>
                  </a:lnTo>
                  <a:lnTo>
                    <a:pt x="0" y="173"/>
                  </a:lnTo>
                  <a:lnTo>
                    <a:pt x="0" y="189"/>
                  </a:lnTo>
                  <a:lnTo>
                    <a:pt x="0" y="189"/>
                  </a:lnTo>
                  <a:cubicBezTo>
                    <a:pt x="17" y="189"/>
                    <a:pt x="32" y="204"/>
                    <a:pt x="32" y="204"/>
                  </a:cubicBezTo>
                  <a:lnTo>
                    <a:pt x="32" y="204"/>
                  </a:lnTo>
                  <a:lnTo>
                    <a:pt x="48" y="204"/>
                  </a:lnTo>
                  <a:lnTo>
                    <a:pt x="48" y="204"/>
                  </a:lnTo>
                  <a:lnTo>
                    <a:pt x="143" y="204"/>
                  </a:lnTo>
                  <a:lnTo>
                    <a:pt x="143" y="204"/>
                  </a:lnTo>
                  <a:cubicBezTo>
                    <a:pt x="158" y="204"/>
                    <a:pt x="174" y="189"/>
                    <a:pt x="174" y="158"/>
                  </a:cubicBezTo>
                  <a:cubicBezTo>
                    <a:pt x="174" y="158"/>
                    <a:pt x="158" y="141"/>
                    <a:pt x="143" y="141"/>
                  </a:cubicBezTo>
                  <a:lnTo>
                    <a:pt x="143" y="126"/>
                  </a:lnTo>
                  <a:lnTo>
                    <a:pt x="143" y="126"/>
                  </a:lnTo>
                  <a:lnTo>
                    <a:pt x="80" y="126"/>
                  </a:lnTo>
                  <a:lnTo>
                    <a:pt x="95" y="95"/>
                  </a:lnTo>
                  <a:lnTo>
                    <a:pt x="111" y="63"/>
                  </a:lnTo>
                  <a:lnTo>
                    <a:pt x="111" y="47"/>
                  </a:lnTo>
                  <a:lnTo>
                    <a:pt x="95" y="47"/>
                  </a:lnTo>
                  <a:lnTo>
                    <a:pt x="80" y="47"/>
                  </a:lnTo>
                  <a:cubicBezTo>
                    <a:pt x="80" y="47"/>
                    <a:pt x="63" y="47"/>
                    <a:pt x="63" y="32"/>
                  </a:cubicBezTo>
                  <a:cubicBezTo>
                    <a:pt x="48" y="32"/>
                    <a:pt x="48" y="15"/>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41" name="Google Shape;741;p35"/>
            <p:cNvSpPr/>
            <p:nvPr/>
          </p:nvSpPr>
          <p:spPr>
            <a:xfrm>
              <a:off x="3081293" y="1794742"/>
              <a:ext cx="5025" cy="4039"/>
            </a:xfrm>
            <a:custGeom>
              <a:avLst/>
              <a:gdLst/>
              <a:ahLst/>
              <a:cxnLst/>
              <a:rect l="l" t="t" r="r" b="b"/>
              <a:pathLst>
                <a:path w="158" h="127" extrusionOk="0">
                  <a:moveTo>
                    <a:pt x="80" y="1"/>
                  </a:moveTo>
                  <a:lnTo>
                    <a:pt x="80" y="1"/>
                  </a:lnTo>
                  <a:cubicBezTo>
                    <a:pt x="80" y="1"/>
                    <a:pt x="63" y="1"/>
                    <a:pt x="63" y="17"/>
                  </a:cubicBezTo>
                  <a:lnTo>
                    <a:pt x="17" y="32"/>
                  </a:lnTo>
                  <a:cubicBezTo>
                    <a:pt x="0" y="49"/>
                    <a:pt x="0" y="64"/>
                    <a:pt x="17" y="80"/>
                  </a:cubicBezTo>
                  <a:cubicBezTo>
                    <a:pt x="17" y="95"/>
                    <a:pt x="32" y="95"/>
                    <a:pt x="48" y="95"/>
                  </a:cubicBezTo>
                  <a:lnTo>
                    <a:pt x="63" y="95"/>
                  </a:lnTo>
                  <a:lnTo>
                    <a:pt x="80" y="80"/>
                  </a:lnTo>
                  <a:lnTo>
                    <a:pt x="95" y="112"/>
                  </a:lnTo>
                  <a:cubicBezTo>
                    <a:pt x="95" y="127"/>
                    <a:pt x="111" y="127"/>
                    <a:pt x="126" y="127"/>
                  </a:cubicBezTo>
                  <a:lnTo>
                    <a:pt x="126" y="127"/>
                  </a:lnTo>
                  <a:lnTo>
                    <a:pt x="143" y="127"/>
                  </a:lnTo>
                  <a:cubicBezTo>
                    <a:pt x="158" y="112"/>
                    <a:pt x="158" y="95"/>
                    <a:pt x="158" y="80"/>
                  </a:cubicBezTo>
                  <a:lnTo>
                    <a:pt x="143" y="49"/>
                  </a:lnTo>
                  <a:cubicBezTo>
                    <a:pt x="126" y="49"/>
                    <a:pt x="126" y="49"/>
                    <a:pt x="111" y="32"/>
                  </a:cubicBezTo>
                  <a:lnTo>
                    <a:pt x="111"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42" name="Google Shape;742;p35"/>
            <p:cNvSpPr/>
            <p:nvPr/>
          </p:nvSpPr>
          <p:spPr>
            <a:xfrm>
              <a:off x="3021152" y="1802279"/>
              <a:ext cx="4039" cy="3053"/>
            </a:xfrm>
            <a:custGeom>
              <a:avLst/>
              <a:gdLst/>
              <a:ahLst/>
              <a:cxnLst/>
              <a:rect l="l" t="t" r="r" b="b"/>
              <a:pathLst>
                <a:path w="127" h="96" extrusionOk="0">
                  <a:moveTo>
                    <a:pt x="32" y="1"/>
                  </a:moveTo>
                  <a:lnTo>
                    <a:pt x="32" y="1"/>
                  </a:lnTo>
                  <a:cubicBezTo>
                    <a:pt x="17" y="1"/>
                    <a:pt x="1" y="16"/>
                    <a:pt x="1" y="32"/>
                  </a:cubicBezTo>
                  <a:lnTo>
                    <a:pt x="1" y="32"/>
                  </a:lnTo>
                  <a:cubicBezTo>
                    <a:pt x="17" y="32"/>
                    <a:pt x="32" y="32"/>
                    <a:pt x="32" y="48"/>
                  </a:cubicBezTo>
                  <a:lnTo>
                    <a:pt x="32" y="79"/>
                  </a:lnTo>
                  <a:lnTo>
                    <a:pt x="80" y="95"/>
                  </a:lnTo>
                  <a:lnTo>
                    <a:pt x="80" y="95"/>
                  </a:lnTo>
                  <a:lnTo>
                    <a:pt x="95" y="95"/>
                  </a:lnTo>
                  <a:cubicBezTo>
                    <a:pt x="112" y="95"/>
                    <a:pt x="112" y="79"/>
                    <a:pt x="127" y="64"/>
                  </a:cubicBezTo>
                  <a:lnTo>
                    <a:pt x="127" y="64"/>
                  </a:lnTo>
                  <a:cubicBezTo>
                    <a:pt x="127" y="48"/>
                    <a:pt x="112" y="32"/>
                    <a:pt x="95" y="32"/>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43" name="Google Shape;743;p35"/>
            <p:cNvSpPr/>
            <p:nvPr/>
          </p:nvSpPr>
          <p:spPr>
            <a:xfrm>
              <a:off x="3302774" y="1821807"/>
              <a:ext cx="6042" cy="2576"/>
            </a:xfrm>
            <a:custGeom>
              <a:avLst/>
              <a:gdLst/>
              <a:ahLst/>
              <a:cxnLst/>
              <a:rect l="l" t="t" r="r" b="b"/>
              <a:pathLst>
                <a:path w="190" h="81" extrusionOk="0">
                  <a:moveTo>
                    <a:pt x="32" y="1"/>
                  </a:moveTo>
                  <a:lnTo>
                    <a:pt x="32" y="1"/>
                  </a:lnTo>
                  <a:cubicBezTo>
                    <a:pt x="17" y="1"/>
                    <a:pt x="0" y="1"/>
                    <a:pt x="0" y="17"/>
                  </a:cubicBezTo>
                  <a:lnTo>
                    <a:pt x="0" y="32"/>
                  </a:lnTo>
                  <a:cubicBezTo>
                    <a:pt x="0" y="49"/>
                    <a:pt x="17" y="64"/>
                    <a:pt x="32" y="64"/>
                  </a:cubicBezTo>
                  <a:lnTo>
                    <a:pt x="48" y="64"/>
                  </a:lnTo>
                  <a:lnTo>
                    <a:pt x="143" y="80"/>
                  </a:lnTo>
                  <a:lnTo>
                    <a:pt x="143" y="80"/>
                  </a:lnTo>
                  <a:lnTo>
                    <a:pt x="174" y="80"/>
                  </a:lnTo>
                  <a:cubicBezTo>
                    <a:pt x="174" y="80"/>
                    <a:pt x="189" y="64"/>
                    <a:pt x="189" y="49"/>
                  </a:cubicBezTo>
                  <a:cubicBezTo>
                    <a:pt x="189" y="32"/>
                    <a:pt x="174" y="17"/>
                    <a:pt x="158" y="17"/>
                  </a:cubicBezTo>
                  <a:lnTo>
                    <a:pt x="158" y="17"/>
                  </a:lnTo>
                  <a:lnTo>
                    <a:pt x="143" y="17"/>
                  </a:lnTo>
                  <a:lnTo>
                    <a:pt x="126"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44" name="Google Shape;744;p35"/>
            <p:cNvSpPr/>
            <p:nvPr/>
          </p:nvSpPr>
          <p:spPr>
            <a:xfrm>
              <a:off x="3200556" y="1772225"/>
              <a:ext cx="6551" cy="2512"/>
            </a:xfrm>
            <a:custGeom>
              <a:avLst/>
              <a:gdLst/>
              <a:ahLst/>
              <a:cxnLst/>
              <a:rect l="l" t="t" r="r" b="b"/>
              <a:pathLst>
                <a:path w="206" h="79" extrusionOk="0">
                  <a:moveTo>
                    <a:pt x="206" y="1"/>
                  </a:moveTo>
                  <a:cubicBezTo>
                    <a:pt x="143" y="1"/>
                    <a:pt x="95" y="1"/>
                    <a:pt x="48" y="16"/>
                  </a:cubicBezTo>
                  <a:lnTo>
                    <a:pt x="32" y="16"/>
                  </a:lnTo>
                  <a:cubicBezTo>
                    <a:pt x="17" y="32"/>
                    <a:pt x="0" y="47"/>
                    <a:pt x="17" y="64"/>
                  </a:cubicBezTo>
                  <a:cubicBezTo>
                    <a:pt x="17" y="79"/>
                    <a:pt x="32" y="79"/>
                    <a:pt x="48" y="79"/>
                  </a:cubicBezTo>
                  <a:lnTo>
                    <a:pt x="63" y="79"/>
                  </a:lnTo>
                  <a:lnTo>
                    <a:pt x="174" y="16"/>
                  </a:lnTo>
                  <a:cubicBezTo>
                    <a:pt x="189" y="16"/>
                    <a:pt x="206"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45" name="Google Shape;745;p35"/>
            <p:cNvSpPr/>
            <p:nvPr/>
          </p:nvSpPr>
          <p:spPr>
            <a:xfrm>
              <a:off x="3411001" y="1761698"/>
              <a:ext cx="8046" cy="3530"/>
            </a:xfrm>
            <a:custGeom>
              <a:avLst/>
              <a:gdLst/>
              <a:ahLst/>
              <a:cxnLst/>
              <a:rect l="l" t="t" r="r" b="b"/>
              <a:pathLst>
                <a:path w="253" h="111" extrusionOk="0">
                  <a:moveTo>
                    <a:pt x="221" y="0"/>
                  </a:moveTo>
                  <a:lnTo>
                    <a:pt x="221" y="16"/>
                  </a:lnTo>
                  <a:lnTo>
                    <a:pt x="221" y="16"/>
                  </a:lnTo>
                  <a:lnTo>
                    <a:pt x="174" y="16"/>
                  </a:lnTo>
                  <a:lnTo>
                    <a:pt x="127" y="32"/>
                  </a:lnTo>
                  <a:lnTo>
                    <a:pt x="127" y="48"/>
                  </a:lnTo>
                  <a:cubicBezTo>
                    <a:pt x="111" y="63"/>
                    <a:pt x="111" y="63"/>
                    <a:pt x="95" y="63"/>
                  </a:cubicBezTo>
                  <a:lnTo>
                    <a:pt x="80" y="63"/>
                  </a:lnTo>
                  <a:cubicBezTo>
                    <a:pt x="64" y="63"/>
                    <a:pt x="64" y="48"/>
                    <a:pt x="64" y="32"/>
                  </a:cubicBezTo>
                  <a:lnTo>
                    <a:pt x="32" y="48"/>
                  </a:lnTo>
                  <a:lnTo>
                    <a:pt x="17" y="48"/>
                  </a:lnTo>
                  <a:lnTo>
                    <a:pt x="1" y="48"/>
                  </a:lnTo>
                  <a:cubicBezTo>
                    <a:pt x="1" y="63"/>
                    <a:pt x="17" y="63"/>
                    <a:pt x="17" y="79"/>
                  </a:cubicBezTo>
                  <a:lnTo>
                    <a:pt x="17" y="95"/>
                  </a:lnTo>
                  <a:lnTo>
                    <a:pt x="17" y="111"/>
                  </a:lnTo>
                  <a:lnTo>
                    <a:pt x="32" y="111"/>
                  </a:lnTo>
                  <a:lnTo>
                    <a:pt x="32" y="111"/>
                  </a:lnTo>
                  <a:lnTo>
                    <a:pt x="48" y="111"/>
                  </a:lnTo>
                  <a:lnTo>
                    <a:pt x="127" y="95"/>
                  </a:lnTo>
                  <a:lnTo>
                    <a:pt x="190" y="79"/>
                  </a:lnTo>
                  <a:lnTo>
                    <a:pt x="221" y="79"/>
                  </a:lnTo>
                  <a:lnTo>
                    <a:pt x="253" y="63"/>
                  </a:lnTo>
                  <a:lnTo>
                    <a:pt x="253" y="32"/>
                  </a:lnTo>
                  <a:lnTo>
                    <a:pt x="253" y="32"/>
                  </a:lnTo>
                  <a:cubicBezTo>
                    <a:pt x="253" y="16"/>
                    <a:pt x="238"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46" name="Google Shape;746;p35"/>
            <p:cNvSpPr/>
            <p:nvPr/>
          </p:nvSpPr>
          <p:spPr>
            <a:xfrm>
              <a:off x="3131924" y="1824351"/>
              <a:ext cx="4516" cy="4516"/>
            </a:xfrm>
            <a:custGeom>
              <a:avLst/>
              <a:gdLst/>
              <a:ahLst/>
              <a:cxnLst/>
              <a:rect l="l" t="t" r="r" b="b"/>
              <a:pathLst>
                <a:path w="142" h="142" extrusionOk="0">
                  <a:moveTo>
                    <a:pt x="15" y="63"/>
                  </a:moveTo>
                  <a:lnTo>
                    <a:pt x="15" y="63"/>
                  </a:lnTo>
                  <a:lnTo>
                    <a:pt x="15" y="63"/>
                  </a:lnTo>
                  <a:close/>
                  <a:moveTo>
                    <a:pt x="47" y="0"/>
                  </a:moveTo>
                  <a:lnTo>
                    <a:pt x="47" y="0"/>
                  </a:lnTo>
                  <a:cubicBezTo>
                    <a:pt x="32" y="0"/>
                    <a:pt x="32" y="15"/>
                    <a:pt x="15" y="15"/>
                  </a:cubicBezTo>
                  <a:cubicBezTo>
                    <a:pt x="0" y="32"/>
                    <a:pt x="0" y="47"/>
                    <a:pt x="15" y="63"/>
                  </a:cubicBezTo>
                  <a:lnTo>
                    <a:pt x="15" y="63"/>
                  </a:lnTo>
                  <a:cubicBezTo>
                    <a:pt x="15" y="78"/>
                    <a:pt x="32" y="110"/>
                    <a:pt x="47" y="126"/>
                  </a:cubicBezTo>
                  <a:lnTo>
                    <a:pt x="78" y="126"/>
                  </a:lnTo>
                  <a:lnTo>
                    <a:pt x="78" y="126"/>
                  </a:lnTo>
                  <a:lnTo>
                    <a:pt x="78" y="126"/>
                  </a:lnTo>
                  <a:cubicBezTo>
                    <a:pt x="95" y="141"/>
                    <a:pt x="110" y="141"/>
                    <a:pt x="110" y="141"/>
                  </a:cubicBezTo>
                  <a:lnTo>
                    <a:pt x="126" y="141"/>
                  </a:lnTo>
                  <a:lnTo>
                    <a:pt x="126" y="141"/>
                  </a:lnTo>
                  <a:cubicBezTo>
                    <a:pt x="141" y="126"/>
                    <a:pt x="141" y="126"/>
                    <a:pt x="141" y="110"/>
                  </a:cubicBezTo>
                  <a:lnTo>
                    <a:pt x="141" y="95"/>
                  </a:lnTo>
                  <a:lnTo>
                    <a:pt x="141" y="78"/>
                  </a:lnTo>
                  <a:cubicBezTo>
                    <a:pt x="126" y="63"/>
                    <a:pt x="110" y="47"/>
                    <a:pt x="95" y="47"/>
                  </a:cubicBezTo>
                  <a:lnTo>
                    <a:pt x="78" y="47"/>
                  </a:lnTo>
                  <a:cubicBezTo>
                    <a:pt x="78" y="32"/>
                    <a:pt x="78" y="32"/>
                    <a:pt x="63" y="15"/>
                  </a:cubicBez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47" name="Google Shape;747;p35"/>
            <p:cNvSpPr/>
            <p:nvPr/>
          </p:nvSpPr>
          <p:spPr>
            <a:xfrm>
              <a:off x="3132401" y="1826355"/>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48" name="Google Shape;748;p35"/>
            <p:cNvSpPr/>
            <p:nvPr/>
          </p:nvSpPr>
          <p:spPr>
            <a:xfrm>
              <a:off x="3196072" y="1783261"/>
              <a:ext cx="5502" cy="3498"/>
            </a:xfrm>
            <a:custGeom>
              <a:avLst/>
              <a:gdLst/>
              <a:ahLst/>
              <a:cxnLst/>
              <a:rect l="l" t="t" r="r" b="b"/>
              <a:pathLst>
                <a:path w="173" h="110" extrusionOk="0">
                  <a:moveTo>
                    <a:pt x="126" y="0"/>
                  </a:moveTo>
                  <a:lnTo>
                    <a:pt x="126" y="0"/>
                  </a:lnTo>
                  <a:lnTo>
                    <a:pt x="110" y="0"/>
                  </a:lnTo>
                  <a:lnTo>
                    <a:pt x="15" y="47"/>
                  </a:lnTo>
                  <a:cubicBezTo>
                    <a:pt x="15" y="47"/>
                    <a:pt x="0" y="47"/>
                    <a:pt x="0" y="63"/>
                  </a:cubicBezTo>
                  <a:lnTo>
                    <a:pt x="0" y="78"/>
                  </a:lnTo>
                  <a:cubicBezTo>
                    <a:pt x="0" y="95"/>
                    <a:pt x="15" y="110"/>
                    <a:pt x="32" y="110"/>
                  </a:cubicBezTo>
                  <a:lnTo>
                    <a:pt x="47" y="110"/>
                  </a:lnTo>
                  <a:lnTo>
                    <a:pt x="63" y="95"/>
                  </a:lnTo>
                  <a:lnTo>
                    <a:pt x="141" y="63"/>
                  </a:lnTo>
                  <a:cubicBezTo>
                    <a:pt x="158" y="63"/>
                    <a:pt x="173" y="32"/>
                    <a:pt x="158" y="15"/>
                  </a:cubicBez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49" name="Google Shape;749;p35"/>
            <p:cNvSpPr/>
            <p:nvPr/>
          </p:nvSpPr>
          <p:spPr>
            <a:xfrm>
              <a:off x="3017145" y="1801294"/>
              <a:ext cx="2576" cy="4039"/>
            </a:xfrm>
            <a:custGeom>
              <a:avLst/>
              <a:gdLst/>
              <a:ahLst/>
              <a:cxnLst/>
              <a:rect l="l" t="t" r="r" b="b"/>
              <a:pathLst>
                <a:path w="81" h="127" extrusionOk="0">
                  <a:moveTo>
                    <a:pt x="49" y="0"/>
                  </a:moveTo>
                  <a:lnTo>
                    <a:pt x="49" y="0"/>
                  </a:lnTo>
                  <a:lnTo>
                    <a:pt x="32" y="0"/>
                  </a:lnTo>
                  <a:cubicBezTo>
                    <a:pt x="17" y="16"/>
                    <a:pt x="1" y="32"/>
                    <a:pt x="17" y="47"/>
                  </a:cubicBezTo>
                  <a:lnTo>
                    <a:pt x="32" y="95"/>
                  </a:lnTo>
                  <a:cubicBezTo>
                    <a:pt x="32" y="110"/>
                    <a:pt x="49" y="110"/>
                    <a:pt x="49" y="110"/>
                  </a:cubicBezTo>
                  <a:cubicBezTo>
                    <a:pt x="49" y="126"/>
                    <a:pt x="49" y="126"/>
                    <a:pt x="64" y="126"/>
                  </a:cubicBezTo>
                  <a:lnTo>
                    <a:pt x="49" y="110"/>
                  </a:lnTo>
                  <a:lnTo>
                    <a:pt x="32" y="63"/>
                  </a:lnTo>
                  <a:cubicBezTo>
                    <a:pt x="32" y="47"/>
                    <a:pt x="49" y="32"/>
                    <a:pt x="64" y="32"/>
                  </a:cubicBezTo>
                  <a:lnTo>
                    <a:pt x="64" y="16"/>
                  </a:lnTo>
                  <a:lnTo>
                    <a:pt x="80" y="16"/>
                  </a:lnTo>
                  <a:lnTo>
                    <a:pt x="80" y="32"/>
                  </a:lnTo>
                  <a:cubicBezTo>
                    <a:pt x="80" y="16"/>
                    <a:pt x="80" y="16"/>
                    <a:pt x="64" y="16"/>
                  </a:cubicBezTo>
                  <a:cubicBezTo>
                    <a:pt x="64"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50" name="Google Shape;750;p35"/>
            <p:cNvSpPr/>
            <p:nvPr/>
          </p:nvSpPr>
          <p:spPr>
            <a:xfrm>
              <a:off x="3317308" y="1817800"/>
              <a:ext cx="7537" cy="4039"/>
            </a:xfrm>
            <a:custGeom>
              <a:avLst/>
              <a:gdLst/>
              <a:ahLst/>
              <a:cxnLst/>
              <a:rect l="l" t="t" r="r" b="b"/>
              <a:pathLst>
                <a:path w="237" h="127" extrusionOk="0">
                  <a:moveTo>
                    <a:pt x="111" y="1"/>
                  </a:moveTo>
                  <a:cubicBezTo>
                    <a:pt x="127" y="17"/>
                    <a:pt x="127" y="17"/>
                    <a:pt x="127" y="32"/>
                  </a:cubicBezTo>
                  <a:cubicBezTo>
                    <a:pt x="127" y="49"/>
                    <a:pt x="111" y="64"/>
                    <a:pt x="95" y="64"/>
                  </a:cubicBezTo>
                  <a:lnTo>
                    <a:pt x="79" y="64"/>
                  </a:lnTo>
                  <a:lnTo>
                    <a:pt x="64" y="64"/>
                  </a:lnTo>
                  <a:lnTo>
                    <a:pt x="48" y="64"/>
                  </a:lnTo>
                  <a:lnTo>
                    <a:pt x="32" y="64"/>
                  </a:lnTo>
                  <a:lnTo>
                    <a:pt x="16" y="64"/>
                  </a:lnTo>
                  <a:lnTo>
                    <a:pt x="32" y="64"/>
                  </a:lnTo>
                  <a:lnTo>
                    <a:pt x="32" y="80"/>
                  </a:lnTo>
                  <a:lnTo>
                    <a:pt x="79" y="95"/>
                  </a:lnTo>
                  <a:lnTo>
                    <a:pt x="79" y="95"/>
                  </a:lnTo>
                  <a:cubicBezTo>
                    <a:pt x="95" y="95"/>
                    <a:pt x="111" y="80"/>
                    <a:pt x="111" y="80"/>
                  </a:cubicBezTo>
                  <a:lnTo>
                    <a:pt x="111" y="80"/>
                  </a:lnTo>
                  <a:cubicBezTo>
                    <a:pt x="111" y="80"/>
                    <a:pt x="127" y="80"/>
                    <a:pt x="127" y="95"/>
                  </a:cubicBezTo>
                  <a:cubicBezTo>
                    <a:pt x="142" y="95"/>
                    <a:pt x="158" y="112"/>
                    <a:pt x="190" y="112"/>
                  </a:cubicBezTo>
                  <a:lnTo>
                    <a:pt x="190" y="127"/>
                  </a:lnTo>
                  <a:cubicBezTo>
                    <a:pt x="205" y="127"/>
                    <a:pt x="221" y="112"/>
                    <a:pt x="221" y="95"/>
                  </a:cubicBezTo>
                  <a:cubicBezTo>
                    <a:pt x="237" y="80"/>
                    <a:pt x="221" y="49"/>
                    <a:pt x="205" y="49"/>
                  </a:cubicBezTo>
                  <a:lnTo>
                    <a:pt x="190" y="49"/>
                  </a:lnTo>
                  <a:cubicBezTo>
                    <a:pt x="174" y="49"/>
                    <a:pt x="174" y="32"/>
                    <a:pt x="174" y="32"/>
                  </a:cubicBezTo>
                  <a:cubicBezTo>
                    <a:pt x="174" y="32"/>
                    <a:pt x="158" y="17"/>
                    <a:pt x="142" y="17"/>
                  </a:cubicBezTo>
                  <a:cubicBezTo>
                    <a:pt x="127" y="17"/>
                    <a:pt x="127" y="1"/>
                    <a:pt x="111" y="1"/>
                  </a:cubicBezTo>
                  <a:close/>
                  <a:moveTo>
                    <a:pt x="1" y="1"/>
                  </a:moveTo>
                  <a:lnTo>
                    <a:pt x="1" y="1"/>
                  </a:lnTo>
                  <a:lnTo>
                    <a:pt x="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51" name="Google Shape;751;p35"/>
            <p:cNvSpPr/>
            <p:nvPr/>
          </p:nvSpPr>
          <p:spPr>
            <a:xfrm>
              <a:off x="3424041" y="1754669"/>
              <a:ext cx="6042" cy="7060"/>
            </a:xfrm>
            <a:custGeom>
              <a:avLst/>
              <a:gdLst/>
              <a:ahLst/>
              <a:cxnLst/>
              <a:rect l="l" t="t" r="r" b="b"/>
              <a:pathLst>
                <a:path w="190" h="222" extrusionOk="0">
                  <a:moveTo>
                    <a:pt x="32" y="1"/>
                  </a:moveTo>
                  <a:cubicBezTo>
                    <a:pt x="32" y="17"/>
                    <a:pt x="17" y="17"/>
                    <a:pt x="17" y="32"/>
                  </a:cubicBezTo>
                  <a:lnTo>
                    <a:pt x="17" y="48"/>
                  </a:lnTo>
                  <a:lnTo>
                    <a:pt x="17" y="64"/>
                  </a:lnTo>
                  <a:cubicBezTo>
                    <a:pt x="0" y="80"/>
                    <a:pt x="17" y="95"/>
                    <a:pt x="17" y="111"/>
                  </a:cubicBezTo>
                  <a:lnTo>
                    <a:pt x="17" y="127"/>
                  </a:lnTo>
                  <a:cubicBezTo>
                    <a:pt x="17" y="143"/>
                    <a:pt x="32" y="143"/>
                    <a:pt x="32" y="143"/>
                  </a:cubicBezTo>
                  <a:lnTo>
                    <a:pt x="48" y="143"/>
                  </a:lnTo>
                  <a:lnTo>
                    <a:pt x="111" y="111"/>
                  </a:lnTo>
                  <a:lnTo>
                    <a:pt x="80" y="190"/>
                  </a:lnTo>
                  <a:cubicBezTo>
                    <a:pt x="80" y="206"/>
                    <a:pt x="95" y="221"/>
                    <a:pt x="111" y="221"/>
                  </a:cubicBezTo>
                  <a:lnTo>
                    <a:pt x="126" y="221"/>
                  </a:lnTo>
                  <a:cubicBezTo>
                    <a:pt x="143" y="221"/>
                    <a:pt x="143" y="221"/>
                    <a:pt x="158" y="206"/>
                  </a:cubicBezTo>
                  <a:lnTo>
                    <a:pt x="158" y="174"/>
                  </a:lnTo>
                  <a:lnTo>
                    <a:pt x="189" y="80"/>
                  </a:lnTo>
                  <a:lnTo>
                    <a:pt x="189" y="64"/>
                  </a:lnTo>
                  <a:cubicBezTo>
                    <a:pt x="189" y="64"/>
                    <a:pt x="189" y="48"/>
                    <a:pt x="174" y="32"/>
                  </a:cubicBezTo>
                  <a:lnTo>
                    <a:pt x="158" y="32"/>
                  </a:lnTo>
                  <a:lnTo>
                    <a:pt x="158" y="32"/>
                  </a:lnTo>
                  <a:lnTo>
                    <a:pt x="143" y="32"/>
                  </a:lnTo>
                  <a:lnTo>
                    <a:pt x="80" y="48"/>
                  </a:lnTo>
                  <a:lnTo>
                    <a:pt x="80" y="48"/>
                  </a:lnTo>
                  <a:cubicBezTo>
                    <a:pt x="80" y="32"/>
                    <a:pt x="80" y="17"/>
                    <a:pt x="63"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52" name="Google Shape;752;p35"/>
            <p:cNvSpPr/>
            <p:nvPr/>
          </p:nvSpPr>
          <p:spPr>
            <a:xfrm>
              <a:off x="3142928" y="1823333"/>
              <a:ext cx="3530" cy="5534"/>
            </a:xfrm>
            <a:custGeom>
              <a:avLst/>
              <a:gdLst/>
              <a:ahLst/>
              <a:cxnLst/>
              <a:rect l="l" t="t" r="r" b="b"/>
              <a:pathLst>
                <a:path w="111" h="174" extrusionOk="0">
                  <a:moveTo>
                    <a:pt x="48" y="1"/>
                  </a:moveTo>
                  <a:lnTo>
                    <a:pt x="32" y="1"/>
                  </a:lnTo>
                  <a:lnTo>
                    <a:pt x="32" y="16"/>
                  </a:lnTo>
                  <a:cubicBezTo>
                    <a:pt x="16" y="16"/>
                    <a:pt x="1" y="32"/>
                    <a:pt x="16" y="47"/>
                  </a:cubicBezTo>
                  <a:lnTo>
                    <a:pt x="16" y="79"/>
                  </a:lnTo>
                  <a:lnTo>
                    <a:pt x="16" y="110"/>
                  </a:lnTo>
                  <a:lnTo>
                    <a:pt x="16" y="110"/>
                  </a:lnTo>
                  <a:lnTo>
                    <a:pt x="1" y="110"/>
                  </a:lnTo>
                  <a:cubicBezTo>
                    <a:pt x="1" y="127"/>
                    <a:pt x="1" y="158"/>
                    <a:pt x="16" y="158"/>
                  </a:cubicBezTo>
                  <a:cubicBezTo>
                    <a:pt x="16" y="173"/>
                    <a:pt x="32" y="173"/>
                    <a:pt x="32" y="173"/>
                  </a:cubicBezTo>
                  <a:cubicBezTo>
                    <a:pt x="48" y="173"/>
                    <a:pt x="48" y="173"/>
                    <a:pt x="64" y="158"/>
                  </a:cubicBezTo>
                  <a:lnTo>
                    <a:pt x="64" y="158"/>
                  </a:lnTo>
                  <a:cubicBezTo>
                    <a:pt x="79" y="142"/>
                    <a:pt x="79" y="127"/>
                    <a:pt x="95" y="110"/>
                  </a:cubicBezTo>
                  <a:cubicBezTo>
                    <a:pt x="95" y="110"/>
                    <a:pt x="95" y="95"/>
                    <a:pt x="79" y="95"/>
                  </a:cubicBezTo>
                  <a:lnTo>
                    <a:pt x="95" y="95"/>
                  </a:lnTo>
                  <a:lnTo>
                    <a:pt x="95" y="95"/>
                  </a:lnTo>
                  <a:cubicBezTo>
                    <a:pt x="111" y="64"/>
                    <a:pt x="95" y="47"/>
                    <a:pt x="95" y="32"/>
                  </a:cubicBezTo>
                  <a:cubicBezTo>
                    <a:pt x="95" y="32"/>
                    <a:pt x="79" y="32"/>
                    <a:pt x="79" y="16"/>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53" name="Google Shape;753;p35"/>
            <p:cNvSpPr/>
            <p:nvPr/>
          </p:nvSpPr>
          <p:spPr>
            <a:xfrm>
              <a:off x="3326817" y="1815319"/>
              <a:ext cx="4580" cy="4516"/>
            </a:xfrm>
            <a:custGeom>
              <a:avLst/>
              <a:gdLst/>
              <a:ahLst/>
              <a:cxnLst/>
              <a:rect l="l" t="t" r="r" b="b"/>
              <a:pathLst>
                <a:path w="144" h="142" extrusionOk="0">
                  <a:moveTo>
                    <a:pt x="112" y="1"/>
                  </a:moveTo>
                  <a:lnTo>
                    <a:pt x="112" y="1"/>
                  </a:lnTo>
                  <a:lnTo>
                    <a:pt x="95" y="1"/>
                  </a:lnTo>
                  <a:cubicBezTo>
                    <a:pt x="95" y="1"/>
                    <a:pt x="95" y="16"/>
                    <a:pt x="80" y="16"/>
                  </a:cubicBezTo>
                  <a:lnTo>
                    <a:pt x="80" y="16"/>
                  </a:lnTo>
                  <a:lnTo>
                    <a:pt x="80" y="16"/>
                  </a:lnTo>
                  <a:cubicBezTo>
                    <a:pt x="64" y="32"/>
                    <a:pt x="64" y="32"/>
                    <a:pt x="48" y="32"/>
                  </a:cubicBezTo>
                  <a:lnTo>
                    <a:pt x="48" y="47"/>
                  </a:lnTo>
                  <a:lnTo>
                    <a:pt x="48" y="47"/>
                  </a:lnTo>
                  <a:cubicBezTo>
                    <a:pt x="32" y="47"/>
                    <a:pt x="32" y="64"/>
                    <a:pt x="17" y="64"/>
                  </a:cubicBezTo>
                  <a:lnTo>
                    <a:pt x="17" y="79"/>
                  </a:lnTo>
                  <a:cubicBezTo>
                    <a:pt x="1" y="95"/>
                    <a:pt x="1" y="110"/>
                    <a:pt x="17" y="127"/>
                  </a:cubicBezTo>
                  <a:cubicBezTo>
                    <a:pt x="32" y="127"/>
                    <a:pt x="32" y="142"/>
                    <a:pt x="48" y="142"/>
                  </a:cubicBezTo>
                  <a:lnTo>
                    <a:pt x="64" y="127"/>
                  </a:lnTo>
                  <a:cubicBezTo>
                    <a:pt x="80" y="127"/>
                    <a:pt x="80" y="110"/>
                    <a:pt x="80" y="110"/>
                  </a:cubicBezTo>
                  <a:lnTo>
                    <a:pt x="95" y="95"/>
                  </a:lnTo>
                  <a:lnTo>
                    <a:pt x="95" y="95"/>
                  </a:lnTo>
                  <a:lnTo>
                    <a:pt x="112" y="79"/>
                  </a:lnTo>
                  <a:cubicBezTo>
                    <a:pt x="127" y="79"/>
                    <a:pt x="127" y="64"/>
                    <a:pt x="127" y="64"/>
                  </a:cubicBezTo>
                  <a:cubicBezTo>
                    <a:pt x="127" y="64"/>
                    <a:pt x="143" y="64"/>
                    <a:pt x="143" y="47"/>
                  </a:cubicBezTo>
                  <a:cubicBezTo>
                    <a:pt x="143" y="32"/>
                    <a:pt x="143" y="32"/>
                    <a:pt x="12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54" name="Google Shape;754;p35"/>
            <p:cNvSpPr/>
            <p:nvPr/>
          </p:nvSpPr>
          <p:spPr>
            <a:xfrm>
              <a:off x="3021152" y="1794265"/>
              <a:ext cx="4580" cy="3530"/>
            </a:xfrm>
            <a:custGeom>
              <a:avLst/>
              <a:gdLst/>
              <a:ahLst/>
              <a:cxnLst/>
              <a:rect l="l" t="t" r="r" b="b"/>
              <a:pathLst>
                <a:path w="144" h="111" extrusionOk="0">
                  <a:moveTo>
                    <a:pt x="80" y="1"/>
                  </a:moveTo>
                  <a:lnTo>
                    <a:pt x="80" y="1"/>
                  </a:lnTo>
                  <a:lnTo>
                    <a:pt x="64" y="1"/>
                  </a:lnTo>
                  <a:lnTo>
                    <a:pt x="32" y="16"/>
                  </a:lnTo>
                  <a:lnTo>
                    <a:pt x="17" y="32"/>
                  </a:lnTo>
                  <a:cubicBezTo>
                    <a:pt x="1" y="47"/>
                    <a:pt x="1" y="64"/>
                    <a:pt x="1" y="64"/>
                  </a:cubicBezTo>
                  <a:cubicBezTo>
                    <a:pt x="1" y="79"/>
                    <a:pt x="17" y="95"/>
                    <a:pt x="32" y="95"/>
                  </a:cubicBezTo>
                  <a:lnTo>
                    <a:pt x="32" y="95"/>
                  </a:lnTo>
                  <a:lnTo>
                    <a:pt x="95" y="110"/>
                  </a:lnTo>
                  <a:lnTo>
                    <a:pt x="95" y="110"/>
                  </a:lnTo>
                  <a:cubicBezTo>
                    <a:pt x="112" y="110"/>
                    <a:pt x="127" y="95"/>
                    <a:pt x="127" y="79"/>
                  </a:cubicBezTo>
                  <a:cubicBezTo>
                    <a:pt x="143" y="64"/>
                    <a:pt x="127" y="47"/>
                    <a:pt x="112" y="47"/>
                  </a:cubicBezTo>
                  <a:lnTo>
                    <a:pt x="112"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55" name="Google Shape;755;p35"/>
            <p:cNvSpPr/>
            <p:nvPr/>
          </p:nvSpPr>
          <p:spPr>
            <a:xfrm>
              <a:off x="3268203" y="1771239"/>
              <a:ext cx="6520" cy="3021"/>
            </a:xfrm>
            <a:custGeom>
              <a:avLst/>
              <a:gdLst/>
              <a:ahLst/>
              <a:cxnLst/>
              <a:rect l="l" t="t" r="r" b="b"/>
              <a:pathLst>
                <a:path w="205" h="95" extrusionOk="0">
                  <a:moveTo>
                    <a:pt x="47" y="0"/>
                  </a:moveTo>
                  <a:lnTo>
                    <a:pt x="47" y="0"/>
                  </a:lnTo>
                  <a:cubicBezTo>
                    <a:pt x="47" y="15"/>
                    <a:pt x="32" y="15"/>
                    <a:pt x="16" y="15"/>
                  </a:cubicBezTo>
                  <a:lnTo>
                    <a:pt x="1" y="15"/>
                  </a:lnTo>
                  <a:cubicBezTo>
                    <a:pt x="1" y="32"/>
                    <a:pt x="1" y="47"/>
                    <a:pt x="16" y="63"/>
                  </a:cubicBezTo>
                  <a:cubicBezTo>
                    <a:pt x="32" y="63"/>
                    <a:pt x="47" y="63"/>
                    <a:pt x="47" y="78"/>
                  </a:cubicBezTo>
                  <a:lnTo>
                    <a:pt x="79" y="78"/>
                  </a:lnTo>
                  <a:lnTo>
                    <a:pt x="95" y="78"/>
                  </a:lnTo>
                  <a:cubicBezTo>
                    <a:pt x="110" y="63"/>
                    <a:pt x="110" y="63"/>
                    <a:pt x="127" y="63"/>
                  </a:cubicBezTo>
                  <a:lnTo>
                    <a:pt x="127" y="63"/>
                  </a:lnTo>
                  <a:cubicBezTo>
                    <a:pt x="142" y="63"/>
                    <a:pt x="142" y="78"/>
                    <a:pt x="142" y="78"/>
                  </a:cubicBezTo>
                  <a:lnTo>
                    <a:pt x="142" y="78"/>
                  </a:lnTo>
                  <a:cubicBezTo>
                    <a:pt x="158" y="95"/>
                    <a:pt x="158" y="95"/>
                    <a:pt x="173" y="95"/>
                  </a:cubicBezTo>
                  <a:lnTo>
                    <a:pt x="190" y="95"/>
                  </a:lnTo>
                  <a:cubicBezTo>
                    <a:pt x="205" y="95"/>
                    <a:pt x="205" y="78"/>
                    <a:pt x="205" y="78"/>
                  </a:cubicBezTo>
                  <a:lnTo>
                    <a:pt x="205" y="47"/>
                  </a:lnTo>
                  <a:cubicBezTo>
                    <a:pt x="205" y="32"/>
                    <a:pt x="190" y="32"/>
                    <a:pt x="190" y="15"/>
                  </a:cubicBezTo>
                  <a:lnTo>
                    <a:pt x="190" y="15"/>
                  </a:lnTo>
                  <a:cubicBezTo>
                    <a:pt x="190" y="47"/>
                    <a:pt x="173" y="63"/>
                    <a:pt x="158" y="63"/>
                  </a:cubicBezTo>
                  <a:lnTo>
                    <a:pt x="142" y="63"/>
                  </a:lnTo>
                  <a:cubicBezTo>
                    <a:pt x="127" y="63"/>
                    <a:pt x="110" y="47"/>
                    <a:pt x="110" y="32"/>
                  </a:cubicBezTo>
                  <a:lnTo>
                    <a:pt x="110" y="0"/>
                  </a:lnTo>
                  <a:lnTo>
                    <a:pt x="95" y="0"/>
                  </a:lnTo>
                  <a:lnTo>
                    <a:pt x="79" y="0"/>
                  </a:lnTo>
                  <a:lnTo>
                    <a:pt x="79"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56" name="Google Shape;756;p35"/>
            <p:cNvSpPr/>
            <p:nvPr/>
          </p:nvSpPr>
          <p:spPr>
            <a:xfrm>
              <a:off x="3417012" y="1755178"/>
              <a:ext cx="7569" cy="7537"/>
            </a:xfrm>
            <a:custGeom>
              <a:avLst/>
              <a:gdLst/>
              <a:ahLst/>
              <a:cxnLst/>
              <a:rect l="l" t="t" r="r" b="b"/>
              <a:pathLst>
                <a:path w="238" h="237" extrusionOk="0">
                  <a:moveTo>
                    <a:pt x="190" y="1"/>
                  </a:moveTo>
                  <a:lnTo>
                    <a:pt x="158" y="1"/>
                  </a:lnTo>
                  <a:lnTo>
                    <a:pt x="143" y="16"/>
                  </a:lnTo>
                  <a:lnTo>
                    <a:pt x="127" y="16"/>
                  </a:lnTo>
                  <a:lnTo>
                    <a:pt x="80" y="16"/>
                  </a:lnTo>
                  <a:lnTo>
                    <a:pt x="64" y="16"/>
                  </a:lnTo>
                  <a:lnTo>
                    <a:pt x="49" y="16"/>
                  </a:lnTo>
                  <a:lnTo>
                    <a:pt x="32" y="16"/>
                  </a:lnTo>
                  <a:lnTo>
                    <a:pt x="32" y="16"/>
                  </a:lnTo>
                  <a:cubicBezTo>
                    <a:pt x="17" y="16"/>
                    <a:pt x="17" y="16"/>
                    <a:pt x="1" y="32"/>
                  </a:cubicBezTo>
                  <a:lnTo>
                    <a:pt x="1" y="64"/>
                  </a:lnTo>
                  <a:cubicBezTo>
                    <a:pt x="17" y="64"/>
                    <a:pt x="17" y="79"/>
                    <a:pt x="17" y="79"/>
                  </a:cubicBezTo>
                  <a:cubicBezTo>
                    <a:pt x="49" y="79"/>
                    <a:pt x="64" y="95"/>
                    <a:pt x="80" y="95"/>
                  </a:cubicBezTo>
                  <a:lnTo>
                    <a:pt x="80" y="95"/>
                  </a:lnTo>
                  <a:cubicBezTo>
                    <a:pt x="95" y="95"/>
                    <a:pt x="127" y="79"/>
                    <a:pt x="143" y="79"/>
                  </a:cubicBezTo>
                  <a:lnTo>
                    <a:pt x="158" y="79"/>
                  </a:lnTo>
                  <a:lnTo>
                    <a:pt x="158" y="79"/>
                  </a:lnTo>
                  <a:cubicBezTo>
                    <a:pt x="158" y="95"/>
                    <a:pt x="158" y="95"/>
                    <a:pt x="175" y="111"/>
                  </a:cubicBezTo>
                  <a:cubicBezTo>
                    <a:pt x="175" y="142"/>
                    <a:pt x="175" y="158"/>
                    <a:pt x="158" y="174"/>
                  </a:cubicBezTo>
                  <a:lnTo>
                    <a:pt x="158" y="205"/>
                  </a:lnTo>
                  <a:cubicBezTo>
                    <a:pt x="158" y="221"/>
                    <a:pt x="158" y="221"/>
                    <a:pt x="175" y="221"/>
                  </a:cubicBezTo>
                  <a:cubicBezTo>
                    <a:pt x="175" y="237"/>
                    <a:pt x="175" y="237"/>
                    <a:pt x="190" y="237"/>
                  </a:cubicBezTo>
                  <a:lnTo>
                    <a:pt x="190" y="237"/>
                  </a:lnTo>
                  <a:cubicBezTo>
                    <a:pt x="206" y="237"/>
                    <a:pt x="206" y="221"/>
                    <a:pt x="221" y="221"/>
                  </a:cubicBezTo>
                  <a:cubicBezTo>
                    <a:pt x="238" y="190"/>
                    <a:pt x="238" y="142"/>
                    <a:pt x="238" y="111"/>
                  </a:cubicBezTo>
                  <a:lnTo>
                    <a:pt x="238" y="95"/>
                  </a:lnTo>
                  <a:cubicBezTo>
                    <a:pt x="238" y="79"/>
                    <a:pt x="221" y="64"/>
                    <a:pt x="238" y="48"/>
                  </a:cubicBezTo>
                  <a:lnTo>
                    <a:pt x="238" y="32"/>
                  </a:lnTo>
                  <a:cubicBezTo>
                    <a:pt x="238" y="32"/>
                    <a:pt x="238" y="16"/>
                    <a:pt x="221" y="16"/>
                  </a:cubicBezTo>
                  <a:lnTo>
                    <a:pt x="206" y="1"/>
                  </a:lnTo>
                  <a:lnTo>
                    <a:pt x="19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57" name="Google Shape;757;p35"/>
            <p:cNvSpPr/>
            <p:nvPr/>
          </p:nvSpPr>
          <p:spPr>
            <a:xfrm>
              <a:off x="3271701" y="1769235"/>
              <a:ext cx="2544" cy="4039"/>
            </a:xfrm>
            <a:custGeom>
              <a:avLst/>
              <a:gdLst/>
              <a:ahLst/>
              <a:cxnLst/>
              <a:rect l="l" t="t" r="r" b="b"/>
              <a:pathLst>
                <a:path w="80" h="127" extrusionOk="0">
                  <a:moveTo>
                    <a:pt x="32" y="0"/>
                  </a:moveTo>
                  <a:lnTo>
                    <a:pt x="32" y="0"/>
                  </a:lnTo>
                  <a:cubicBezTo>
                    <a:pt x="17" y="0"/>
                    <a:pt x="0" y="15"/>
                    <a:pt x="0" y="47"/>
                  </a:cubicBezTo>
                  <a:lnTo>
                    <a:pt x="0" y="63"/>
                  </a:lnTo>
                  <a:lnTo>
                    <a:pt x="0" y="95"/>
                  </a:lnTo>
                  <a:cubicBezTo>
                    <a:pt x="0" y="110"/>
                    <a:pt x="17" y="126"/>
                    <a:pt x="32" y="126"/>
                  </a:cubicBezTo>
                  <a:lnTo>
                    <a:pt x="48" y="126"/>
                  </a:lnTo>
                  <a:cubicBezTo>
                    <a:pt x="63" y="126"/>
                    <a:pt x="80" y="110"/>
                    <a:pt x="80" y="78"/>
                  </a:cubicBezTo>
                  <a:lnTo>
                    <a:pt x="80" y="78"/>
                  </a:lnTo>
                  <a:lnTo>
                    <a:pt x="63" y="32"/>
                  </a:lnTo>
                  <a:lnTo>
                    <a:pt x="63" y="15"/>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58" name="Google Shape;758;p35"/>
            <p:cNvSpPr/>
            <p:nvPr/>
          </p:nvSpPr>
          <p:spPr>
            <a:xfrm>
              <a:off x="3080275" y="1789749"/>
              <a:ext cx="5565" cy="3562"/>
            </a:xfrm>
            <a:custGeom>
              <a:avLst/>
              <a:gdLst/>
              <a:ahLst/>
              <a:cxnLst/>
              <a:rect l="l" t="t" r="r" b="b"/>
              <a:pathLst>
                <a:path w="175" h="112" extrusionOk="0">
                  <a:moveTo>
                    <a:pt x="95" y="48"/>
                  </a:moveTo>
                  <a:lnTo>
                    <a:pt x="95" y="32"/>
                  </a:lnTo>
                  <a:lnTo>
                    <a:pt x="95" y="48"/>
                  </a:lnTo>
                  <a:lnTo>
                    <a:pt x="95" y="48"/>
                  </a:lnTo>
                  <a:close/>
                  <a:moveTo>
                    <a:pt x="17" y="0"/>
                  </a:moveTo>
                  <a:cubicBezTo>
                    <a:pt x="17" y="0"/>
                    <a:pt x="1" y="0"/>
                    <a:pt x="1" y="17"/>
                  </a:cubicBezTo>
                  <a:lnTo>
                    <a:pt x="1" y="32"/>
                  </a:lnTo>
                  <a:cubicBezTo>
                    <a:pt x="17" y="95"/>
                    <a:pt x="64" y="111"/>
                    <a:pt x="95" y="111"/>
                  </a:cubicBezTo>
                  <a:lnTo>
                    <a:pt x="112" y="111"/>
                  </a:lnTo>
                  <a:lnTo>
                    <a:pt x="143" y="111"/>
                  </a:lnTo>
                  <a:lnTo>
                    <a:pt x="143" y="111"/>
                  </a:lnTo>
                  <a:lnTo>
                    <a:pt x="143" y="111"/>
                  </a:lnTo>
                  <a:cubicBezTo>
                    <a:pt x="158" y="111"/>
                    <a:pt x="175" y="95"/>
                    <a:pt x="175" y="95"/>
                  </a:cubicBezTo>
                  <a:lnTo>
                    <a:pt x="175" y="80"/>
                  </a:lnTo>
                  <a:lnTo>
                    <a:pt x="175" y="63"/>
                  </a:lnTo>
                  <a:lnTo>
                    <a:pt x="175" y="48"/>
                  </a:lnTo>
                  <a:cubicBezTo>
                    <a:pt x="158" y="48"/>
                    <a:pt x="158" y="32"/>
                    <a:pt x="158" y="32"/>
                  </a:cubicBezTo>
                  <a:lnTo>
                    <a:pt x="143" y="17"/>
                  </a:lnTo>
                  <a:lnTo>
                    <a:pt x="127" y="17"/>
                  </a:lnTo>
                  <a:lnTo>
                    <a:pt x="95" y="32"/>
                  </a:lnTo>
                  <a:lnTo>
                    <a:pt x="95" y="32"/>
                  </a:lnTo>
                  <a:cubicBezTo>
                    <a:pt x="80" y="32"/>
                    <a:pt x="64" y="17"/>
                    <a:pt x="64"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59" name="Google Shape;759;p35"/>
            <p:cNvSpPr/>
            <p:nvPr/>
          </p:nvSpPr>
          <p:spPr>
            <a:xfrm>
              <a:off x="3083296" y="1790735"/>
              <a:ext cx="32" cy="572"/>
            </a:xfrm>
            <a:custGeom>
              <a:avLst/>
              <a:gdLst/>
              <a:ahLst/>
              <a:cxnLst/>
              <a:rect l="l" t="t" r="r" b="b"/>
              <a:pathLst>
                <a:path w="1" h="18" extrusionOk="0">
                  <a:moveTo>
                    <a:pt x="0" y="1"/>
                  </a:moveTo>
                  <a:lnTo>
                    <a:pt x="0" y="17"/>
                  </a:lnTo>
                  <a:lnTo>
                    <a:pt x="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60" name="Google Shape;760;p35"/>
            <p:cNvSpPr/>
            <p:nvPr/>
          </p:nvSpPr>
          <p:spPr>
            <a:xfrm>
              <a:off x="3340843" y="1788731"/>
              <a:ext cx="5057" cy="5057"/>
            </a:xfrm>
            <a:custGeom>
              <a:avLst/>
              <a:gdLst/>
              <a:ahLst/>
              <a:cxnLst/>
              <a:rect l="l" t="t" r="r" b="b"/>
              <a:pathLst>
                <a:path w="159" h="159" extrusionOk="0">
                  <a:moveTo>
                    <a:pt x="32" y="1"/>
                  </a:moveTo>
                  <a:lnTo>
                    <a:pt x="32" y="1"/>
                  </a:lnTo>
                  <a:cubicBezTo>
                    <a:pt x="17" y="1"/>
                    <a:pt x="17" y="17"/>
                    <a:pt x="17" y="17"/>
                  </a:cubicBezTo>
                  <a:lnTo>
                    <a:pt x="17" y="17"/>
                  </a:lnTo>
                  <a:cubicBezTo>
                    <a:pt x="32" y="17"/>
                    <a:pt x="49" y="49"/>
                    <a:pt x="32" y="64"/>
                  </a:cubicBezTo>
                  <a:lnTo>
                    <a:pt x="32" y="80"/>
                  </a:lnTo>
                  <a:lnTo>
                    <a:pt x="49" y="95"/>
                  </a:lnTo>
                  <a:lnTo>
                    <a:pt x="32" y="95"/>
                  </a:lnTo>
                  <a:cubicBezTo>
                    <a:pt x="17" y="95"/>
                    <a:pt x="1" y="127"/>
                    <a:pt x="17" y="143"/>
                  </a:cubicBezTo>
                  <a:cubicBezTo>
                    <a:pt x="17" y="143"/>
                    <a:pt x="17" y="158"/>
                    <a:pt x="32" y="158"/>
                  </a:cubicBezTo>
                  <a:lnTo>
                    <a:pt x="32" y="158"/>
                  </a:lnTo>
                  <a:lnTo>
                    <a:pt x="112" y="127"/>
                  </a:lnTo>
                  <a:cubicBezTo>
                    <a:pt x="112" y="112"/>
                    <a:pt x="127" y="95"/>
                    <a:pt x="143" y="95"/>
                  </a:cubicBezTo>
                  <a:lnTo>
                    <a:pt x="158" y="95"/>
                  </a:lnTo>
                  <a:cubicBezTo>
                    <a:pt x="158" y="80"/>
                    <a:pt x="143" y="80"/>
                    <a:pt x="143" y="64"/>
                  </a:cubicBezTo>
                  <a:lnTo>
                    <a:pt x="95" y="49"/>
                  </a:lnTo>
                  <a:lnTo>
                    <a:pt x="49" y="17"/>
                  </a:lnTo>
                  <a:lnTo>
                    <a:pt x="49"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61" name="Google Shape;761;p35"/>
            <p:cNvSpPr/>
            <p:nvPr/>
          </p:nvSpPr>
          <p:spPr>
            <a:xfrm>
              <a:off x="3092837" y="1786727"/>
              <a:ext cx="6042" cy="5057"/>
            </a:xfrm>
            <a:custGeom>
              <a:avLst/>
              <a:gdLst/>
              <a:ahLst/>
              <a:cxnLst/>
              <a:rect l="l" t="t" r="r" b="b"/>
              <a:pathLst>
                <a:path w="190" h="159" extrusionOk="0">
                  <a:moveTo>
                    <a:pt x="63" y="1"/>
                  </a:moveTo>
                  <a:lnTo>
                    <a:pt x="63" y="1"/>
                  </a:lnTo>
                  <a:cubicBezTo>
                    <a:pt x="47" y="1"/>
                    <a:pt x="32" y="1"/>
                    <a:pt x="32" y="17"/>
                  </a:cubicBezTo>
                  <a:lnTo>
                    <a:pt x="15" y="80"/>
                  </a:lnTo>
                  <a:cubicBezTo>
                    <a:pt x="0" y="95"/>
                    <a:pt x="0" y="95"/>
                    <a:pt x="15" y="112"/>
                  </a:cubicBezTo>
                  <a:lnTo>
                    <a:pt x="15" y="112"/>
                  </a:lnTo>
                  <a:cubicBezTo>
                    <a:pt x="15" y="112"/>
                    <a:pt x="15" y="127"/>
                    <a:pt x="32" y="127"/>
                  </a:cubicBezTo>
                  <a:lnTo>
                    <a:pt x="110" y="158"/>
                  </a:lnTo>
                  <a:lnTo>
                    <a:pt x="126" y="158"/>
                  </a:lnTo>
                  <a:lnTo>
                    <a:pt x="142" y="158"/>
                  </a:lnTo>
                  <a:lnTo>
                    <a:pt x="142" y="158"/>
                  </a:lnTo>
                  <a:cubicBezTo>
                    <a:pt x="158" y="158"/>
                    <a:pt x="158" y="158"/>
                    <a:pt x="158" y="143"/>
                  </a:cubicBezTo>
                  <a:lnTo>
                    <a:pt x="173" y="143"/>
                  </a:lnTo>
                  <a:lnTo>
                    <a:pt x="189" y="80"/>
                  </a:lnTo>
                  <a:lnTo>
                    <a:pt x="189" y="80"/>
                  </a:lnTo>
                  <a:lnTo>
                    <a:pt x="189" y="80"/>
                  </a:lnTo>
                  <a:cubicBezTo>
                    <a:pt x="189" y="64"/>
                    <a:pt x="189" y="49"/>
                    <a:pt x="173" y="32"/>
                  </a:cubicBezTo>
                  <a:lnTo>
                    <a:pt x="158" y="32"/>
                  </a:lnTo>
                  <a:cubicBezTo>
                    <a:pt x="142" y="32"/>
                    <a:pt x="126" y="49"/>
                    <a:pt x="126" y="64"/>
                  </a:cubicBezTo>
                  <a:lnTo>
                    <a:pt x="110" y="80"/>
                  </a:lnTo>
                  <a:lnTo>
                    <a:pt x="78" y="80"/>
                  </a:lnTo>
                  <a:lnTo>
                    <a:pt x="95" y="49"/>
                  </a:lnTo>
                  <a:lnTo>
                    <a:pt x="95" y="49"/>
                  </a:lnTo>
                  <a:cubicBezTo>
                    <a:pt x="110" y="32"/>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62" name="Google Shape;762;p35"/>
            <p:cNvSpPr/>
            <p:nvPr/>
          </p:nvSpPr>
          <p:spPr>
            <a:xfrm>
              <a:off x="3273228" y="1811312"/>
              <a:ext cx="4516" cy="5057"/>
            </a:xfrm>
            <a:custGeom>
              <a:avLst/>
              <a:gdLst/>
              <a:ahLst/>
              <a:cxnLst/>
              <a:rect l="l" t="t" r="r" b="b"/>
              <a:pathLst>
                <a:path w="142" h="159" extrusionOk="0">
                  <a:moveTo>
                    <a:pt x="110" y="1"/>
                  </a:moveTo>
                  <a:lnTo>
                    <a:pt x="110" y="1"/>
                  </a:lnTo>
                  <a:cubicBezTo>
                    <a:pt x="79" y="1"/>
                    <a:pt x="79" y="16"/>
                    <a:pt x="79" y="32"/>
                  </a:cubicBezTo>
                  <a:lnTo>
                    <a:pt x="63" y="79"/>
                  </a:lnTo>
                  <a:lnTo>
                    <a:pt x="47" y="64"/>
                  </a:lnTo>
                  <a:lnTo>
                    <a:pt x="47" y="64"/>
                  </a:lnTo>
                  <a:lnTo>
                    <a:pt x="15" y="64"/>
                  </a:lnTo>
                  <a:lnTo>
                    <a:pt x="15" y="79"/>
                  </a:lnTo>
                  <a:lnTo>
                    <a:pt x="15" y="95"/>
                  </a:lnTo>
                  <a:cubicBezTo>
                    <a:pt x="0" y="110"/>
                    <a:pt x="15" y="127"/>
                    <a:pt x="32" y="127"/>
                  </a:cubicBezTo>
                  <a:lnTo>
                    <a:pt x="95" y="158"/>
                  </a:lnTo>
                  <a:lnTo>
                    <a:pt x="110" y="158"/>
                  </a:lnTo>
                  <a:lnTo>
                    <a:pt x="126" y="158"/>
                  </a:lnTo>
                  <a:cubicBezTo>
                    <a:pt x="126" y="142"/>
                    <a:pt x="142" y="127"/>
                    <a:pt x="142" y="127"/>
                  </a:cubicBezTo>
                  <a:lnTo>
                    <a:pt x="142" y="95"/>
                  </a:lnTo>
                  <a:lnTo>
                    <a:pt x="142" y="32"/>
                  </a:lnTo>
                  <a:lnTo>
                    <a:pt x="142"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63" name="Google Shape;763;p35"/>
            <p:cNvSpPr/>
            <p:nvPr/>
          </p:nvSpPr>
          <p:spPr>
            <a:xfrm>
              <a:off x="3084823" y="1793279"/>
              <a:ext cx="3021" cy="3021"/>
            </a:xfrm>
            <a:custGeom>
              <a:avLst/>
              <a:gdLst/>
              <a:ahLst/>
              <a:cxnLst/>
              <a:rect l="l" t="t" r="r" b="b"/>
              <a:pathLst>
                <a:path w="95" h="95" extrusionOk="0">
                  <a:moveTo>
                    <a:pt x="78" y="0"/>
                  </a:moveTo>
                  <a:lnTo>
                    <a:pt x="63" y="0"/>
                  </a:lnTo>
                  <a:lnTo>
                    <a:pt x="47" y="0"/>
                  </a:lnTo>
                  <a:lnTo>
                    <a:pt x="47" y="0"/>
                  </a:lnTo>
                  <a:lnTo>
                    <a:pt x="0" y="32"/>
                  </a:lnTo>
                  <a:lnTo>
                    <a:pt x="0" y="63"/>
                  </a:lnTo>
                  <a:lnTo>
                    <a:pt x="0" y="78"/>
                  </a:lnTo>
                  <a:cubicBezTo>
                    <a:pt x="15" y="95"/>
                    <a:pt x="15" y="95"/>
                    <a:pt x="32" y="95"/>
                  </a:cubicBezTo>
                  <a:lnTo>
                    <a:pt x="32" y="95"/>
                  </a:lnTo>
                  <a:lnTo>
                    <a:pt x="47" y="95"/>
                  </a:lnTo>
                  <a:lnTo>
                    <a:pt x="47" y="95"/>
                  </a:lnTo>
                  <a:lnTo>
                    <a:pt x="95" y="63"/>
                  </a:lnTo>
                  <a:cubicBezTo>
                    <a:pt x="78" y="47"/>
                    <a:pt x="95" y="32"/>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64" name="Google Shape;764;p35"/>
            <p:cNvSpPr/>
            <p:nvPr/>
          </p:nvSpPr>
          <p:spPr>
            <a:xfrm>
              <a:off x="3310311" y="1819326"/>
              <a:ext cx="3498" cy="3053"/>
            </a:xfrm>
            <a:custGeom>
              <a:avLst/>
              <a:gdLst/>
              <a:ahLst/>
              <a:cxnLst/>
              <a:rect l="l" t="t" r="r" b="b"/>
              <a:pathLst>
                <a:path w="110" h="96" extrusionOk="0">
                  <a:moveTo>
                    <a:pt x="47" y="1"/>
                  </a:moveTo>
                  <a:lnTo>
                    <a:pt x="47" y="1"/>
                  </a:lnTo>
                  <a:cubicBezTo>
                    <a:pt x="32" y="1"/>
                    <a:pt x="32" y="1"/>
                    <a:pt x="15" y="16"/>
                  </a:cubicBezTo>
                  <a:lnTo>
                    <a:pt x="15" y="16"/>
                  </a:lnTo>
                  <a:cubicBezTo>
                    <a:pt x="0" y="32"/>
                    <a:pt x="15" y="47"/>
                    <a:pt x="15" y="64"/>
                  </a:cubicBezTo>
                  <a:lnTo>
                    <a:pt x="63" y="95"/>
                  </a:lnTo>
                  <a:lnTo>
                    <a:pt x="78" y="95"/>
                  </a:lnTo>
                  <a:lnTo>
                    <a:pt x="78" y="95"/>
                  </a:lnTo>
                  <a:cubicBezTo>
                    <a:pt x="95" y="95"/>
                    <a:pt x="95" y="95"/>
                    <a:pt x="110" y="79"/>
                  </a:cubicBezTo>
                  <a:cubicBezTo>
                    <a:pt x="110" y="64"/>
                    <a:pt x="110" y="47"/>
                    <a:pt x="95" y="32"/>
                  </a:cubicBez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65" name="Google Shape;765;p35"/>
            <p:cNvSpPr/>
            <p:nvPr/>
          </p:nvSpPr>
          <p:spPr>
            <a:xfrm>
              <a:off x="3423023" y="1752666"/>
              <a:ext cx="9064" cy="2544"/>
            </a:xfrm>
            <a:custGeom>
              <a:avLst/>
              <a:gdLst/>
              <a:ahLst/>
              <a:cxnLst/>
              <a:rect l="l" t="t" r="r" b="b"/>
              <a:pathLst>
                <a:path w="285" h="80" extrusionOk="0">
                  <a:moveTo>
                    <a:pt x="49" y="0"/>
                  </a:moveTo>
                  <a:lnTo>
                    <a:pt x="32" y="0"/>
                  </a:lnTo>
                  <a:cubicBezTo>
                    <a:pt x="17" y="0"/>
                    <a:pt x="17" y="17"/>
                    <a:pt x="17" y="32"/>
                  </a:cubicBezTo>
                  <a:cubicBezTo>
                    <a:pt x="1" y="48"/>
                    <a:pt x="17" y="48"/>
                    <a:pt x="17" y="64"/>
                  </a:cubicBezTo>
                  <a:lnTo>
                    <a:pt x="49" y="64"/>
                  </a:lnTo>
                  <a:lnTo>
                    <a:pt x="64" y="64"/>
                  </a:lnTo>
                  <a:lnTo>
                    <a:pt x="95" y="80"/>
                  </a:lnTo>
                  <a:lnTo>
                    <a:pt x="190" y="80"/>
                  </a:lnTo>
                  <a:lnTo>
                    <a:pt x="253" y="80"/>
                  </a:lnTo>
                  <a:lnTo>
                    <a:pt x="253" y="80"/>
                  </a:lnTo>
                  <a:cubicBezTo>
                    <a:pt x="269" y="80"/>
                    <a:pt x="284" y="64"/>
                    <a:pt x="284" y="48"/>
                  </a:cubicBezTo>
                  <a:lnTo>
                    <a:pt x="284" y="32"/>
                  </a:lnTo>
                  <a:cubicBezTo>
                    <a:pt x="284" y="17"/>
                    <a:pt x="269" y="17"/>
                    <a:pt x="253" y="17"/>
                  </a:cubicBezTo>
                  <a:lnTo>
                    <a:pt x="190"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66" name="Google Shape;766;p35"/>
            <p:cNvSpPr/>
            <p:nvPr/>
          </p:nvSpPr>
          <p:spPr>
            <a:xfrm>
              <a:off x="3292278" y="1813315"/>
              <a:ext cx="3021" cy="3053"/>
            </a:xfrm>
            <a:custGeom>
              <a:avLst/>
              <a:gdLst/>
              <a:ahLst/>
              <a:cxnLst/>
              <a:rect l="l" t="t" r="r" b="b"/>
              <a:pathLst>
                <a:path w="95" h="96" extrusionOk="0">
                  <a:moveTo>
                    <a:pt x="63" y="1"/>
                  </a:moveTo>
                  <a:lnTo>
                    <a:pt x="63" y="1"/>
                  </a:lnTo>
                  <a:lnTo>
                    <a:pt x="47" y="1"/>
                  </a:lnTo>
                  <a:lnTo>
                    <a:pt x="0" y="16"/>
                  </a:lnTo>
                  <a:lnTo>
                    <a:pt x="0" y="64"/>
                  </a:lnTo>
                  <a:lnTo>
                    <a:pt x="0" y="79"/>
                  </a:lnTo>
                  <a:cubicBezTo>
                    <a:pt x="0" y="95"/>
                    <a:pt x="0" y="95"/>
                    <a:pt x="15" y="95"/>
                  </a:cubicBezTo>
                  <a:lnTo>
                    <a:pt x="15" y="95"/>
                  </a:lnTo>
                  <a:lnTo>
                    <a:pt x="47" y="79"/>
                  </a:lnTo>
                  <a:lnTo>
                    <a:pt x="78" y="64"/>
                  </a:lnTo>
                  <a:lnTo>
                    <a:pt x="78" y="64"/>
                  </a:lnTo>
                  <a:lnTo>
                    <a:pt x="95" y="64"/>
                  </a:lnTo>
                  <a:lnTo>
                    <a:pt x="78" y="64"/>
                  </a:lnTo>
                  <a:cubicBezTo>
                    <a:pt x="78" y="47"/>
                    <a:pt x="63" y="16"/>
                    <a:pt x="78" y="16"/>
                  </a:cubicBezTo>
                  <a:lnTo>
                    <a:pt x="7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67" name="Google Shape;767;p35"/>
            <p:cNvSpPr/>
            <p:nvPr/>
          </p:nvSpPr>
          <p:spPr>
            <a:xfrm>
              <a:off x="3317308" y="1776232"/>
              <a:ext cx="2512" cy="3530"/>
            </a:xfrm>
            <a:custGeom>
              <a:avLst/>
              <a:gdLst/>
              <a:ahLst/>
              <a:cxnLst/>
              <a:rect l="l" t="t" r="r" b="b"/>
              <a:pathLst>
                <a:path w="79" h="111" extrusionOk="0">
                  <a:moveTo>
                    <a:pt x="64" y="1"/>
                  </a:moveTo>
                  <a:lnTo>
                    <a:pt x="64" y="1"/>
                  </a:lnTo>
                  <a:cubicBezTo>
                    <a:pt x="48" y="1"/>
                    <a:pt x="32" y="1"/>
                    <a:pt x="32" y="16"/>
                  </a:cubicBezTo>
                  <a:lnTo>
                    <a:pt x="1" y="47"/>
                  </a:lnTo>
                  <a:cubicBezTo>
                    <a:pt x="1" y="64"/>
                    <a:pt x="1" y="95"/>
                    <a:pt x="16" y="95"/>
                  </a:cubicBezTo>
                  <a:cubicBezTo>
                    <a:pt x="16" y="110"/>
                    <a:pt x="32" y="110"/>
                    <a:pt x="32" y="110"/>
                  </a:cubicBezTo>
                  <a:cubicBezTo>
                    <a:pt x="32" y="110"/>
                    <a:pt x="48" y="110"/>
                    <a:pt x="48" y="95"/>
                  </a:cubicBezTo>
                  <a:lnTo>
                    <a:pt x="32" y="47"/>
                  </a:lnTo>
                  <a:cubicBezTo>
                    <a:pt x="32" y="32"/>
                    <a:pt x="48" y="1"/>
                    <a:pt x="64" y="1"/>
                  </a:cubicBezTo>
                  <a:lnTo>
                    <a:pt x="64" y="1"/>
                  </a:lnTo>
                  <a:lnTo>
                    <a:pt x="64" y="1"/>
                  </a:lnTo>
                  <a:lnTo>
                    <a:pt x="64" y="1"/>
                  </a:lnTo>
                  <a:lnTo>
                    <a:pt x="79" y="1"/>
                  </a:lnTo>
                  <a:lnTo>
                    <a:pt x="79" y="1"/>
                  </a:lnTo>
                  <a:lnTo>
                    <a:pt x="79" y="1"/>
                  </a:lnTo>
                  <a:lnTo>
                    <a:pt x="79" y="1"/>
                  </a:lnTo>
                  <a:lnTo>
                    <a:pt x="79"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68" name="Google Shape;768;p35"/>
            <p:cNvSpPr/>
            <p:nvPr/>
          </p:nvSpPr>
          <p:spPr>
            <a:xfrm>
              <a:off x="3436063" y="1763702"/>
              <a:ext cx="2035" cy="4548"/>
            </a:xfrm>
            <a:custGeom>
              <a:avLst/>
              <a:gdLst/>
              <a:ahLst/>
              <a:cxnLst/>
              <a:rect l="l" t="t" r="r" b="b"/>
              <a:pathLst>
                <a:path w="64" h="143" extrusionOk="0">
                  <a:moveTo>
                    <a:pt x="32" y="0"/>
                  </a:moveTo>
                  <a:lnTo>
                    <a:pt x="32" y="0"/>
                  </a:lnTo>
                  <a:cubicBezTo>
                    <a:pt x="17" y="0"/>
                    <a:pt x="0" y="16"/>
                    <a:pt x="0" y="16"/>
                  </a:cubicBezTo>
                  <a:lnTo>
                    <a:pt x="0" y="32"/>
                  </a:lnTo>
                  <a:lnTo>
                    <a:pt x="0" y="111"/>
                  </a:lnTo>
                  <a:cubicBezTo>
                    <a:pt x="0" y="126"/>
                    <a:pt x="17" y="126"/>
                    <a:pt x="32" y="143"/>
                  </a:cubicBezTo>
                  <a:lnTo>
                    <a:pt x="17" y="126"/>
                  </a:lnTo>
                  <a:lnTo>
                    <a:pt x="17" y="111"/>
                  </a:lnTo>
                  <a:lnTo>
                    <a:pt x="48" y="80"/>
                  </a:lnTo>
                  <a:lnTo>
                    <a:pt x="63" y="80"/>
                  </a:lnTo>
                  <a:lnTo>
                    <a:pt x="63" y="32"/>
                  </a:lnTo>
                  <a:cubicBezTo>
                    <a:pt x="63"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69" name="Google Shape;769;p35"/>
            <p:cNvSpPr/>
            <p:nvPr/>
          </p:nvSpPr>
          <p:spPr>
            <a:xfrm>
              <a:off x="3400983" y="1765705"/>
              <a:ext cx="6551" cy="5025"/>
            </a:xfrm>
            <a:custGeom>
              <a:avLst/>
              <a:gdLst/>
              <a:ahLst/>
              <a:cxnLst/>
              <a:rect l="l" t="t" r="r" b="b"/>
              <a:pathLst>
                <a:path w="206" h="158" extrusionOk="0">
                  <a:moveTo>
                    <a:pt x="48" y="0"/>
                  </a:moveTo>
                  <a:lnTo>
                    <a:pt x="48" y="0"/>
                  </a:lnTo>
                  <a:lnTo>
                    <a:pt x="32" y="0"/>
                  </a:lnTo>
                  <a:cubicBezTo>
                    <a:pt x="17" y="17"/>
                    <a:pt x="0" y="32"/>
                    <a:pt x="17" y="48"/>
                  </a:cubicBezTo>
                  <a:lnTo>
                    <a:pt x="17" y="63"/>
                  </a:lnTo>
                  <a:lnTo>
                    <a:pt x="32" y="111"/>
                  </a:lnTo>
                  <a:lnTo>
                    <a:pt x="32" y="126"/>
                  </a:lnTo>
                  <a:lnTo>
                    <a:pt x="48" y="126"/>
                  </a:lnTo>
                  <a:lnTo>
                    <a:pt x="63" y="126"/>
                  </a:lnTo>
                  <a:lnTo>
                    <a:pt x="63" y="126"/>
                  </a:lnTo>
                  <a:lnTo>
                    <a:pt x="95" y="126"/>
                  </a:lnTo>
                  <a:lnTo>
                    <a:pt x="126" y="126"/>
                  </a:lnTo>
                  <a:lnTo>
                    <a:pt x="126" y="143"/>
                  </a:lnTo>
                  <a:cubicBezTo>
                    <a:pt x="143" y="158"/>
                    <a:pt x="143" y="158"/>
                    <a:pt x="158" y="158"/>
                  </a:cubicBezTo>
                  <a:lnTo>
                    <a:pt x="174" y="158"/>
                  </a:lnTo>
                  <a:cubicBezTo>
                    <a:pt x="189" y="143"/>
                    <a:pt x="206" y="126"/>
                    <a:pt x="189" y="111"/>
                  </a:cubicBezTo>
                  <a:lnTo>
                    <a:pt x="189" y="95"/>
                  </a:lnTo>
                  <a:lnTo>
                    <a:pt x="174" y="63"/>
                  </a:lnTo>
                  <a:cubicBezTo>
                    <a:pt x="158" y="48"/>
                    <a:pt x="158" y="48"/>
                    <a:pt x="143" y="48"/>
                  </a:cubicBezTo>
                  <a:lnTo>
                    <a:pt x="126" y="48"/>
                  </a:lnTo>
                  <a:lnTo>
                    <a:pt x="80" y="63"/>
                  </a:lnTo>
                  <a:lnTo>
                    <a:pt x="80" y="32"/>
                  </a:lnTo>
                  <a:cubicBezTo>
                    <a:pt x="80" y="17"/>
                    <a:pt x="63" y="17"/>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70" name="Google Shape;770;p35"/>
            <p:cNvSpPr/>
            <p:nvPr/>
          </p:nvSpPr>
          <p:spPr>
            <a:xfrm>
              <a:off x="3049203" y="1802279"/>
              <a:ext cx="5057" cy="3530"/>
            </a:xfrm>
            <a:custGeom>
              <a:avLst/>
              <a:gdLst/>
              <a:ahLst/>
              <a:cxnLst/>
              <a:rect l="l" t="t" r="r" b="b"/>
              <a:pathLst>
                <a:path w="159" h="111" extrusionOk="0">
                  <a:moveTo>
                    <a:pt x="32" y="1"/>
                  </a:moveTo>
                  <a:lnTo>
                    <a:pt x="32" y="1"/>
                  </a:lnTo>
                  <a:cubicBezTo>
                    <a:pt x="17" y="1"/>
                    <a:pt x="1" y="16"/>
                    <a:pt x="1" y="16"/>
                  </a:cubicBezTo>
                  <a:cubicBezTo>
                    <a:pt x="1" y="32"/>
                    <a:pt x="1" y="64"/>
                    <a:pt x="17" y="64"/>
                  </a:cubicBezTo>
                  <a:lnTo>
                    <a:pt x="17" y="64"/>
                  </a:lnTo>
                  <a:lnTo>
                    <a:pt x="64" y="95"/>
                  </a:lnTo>
                  <a:cubicBezTo>
                    <a:pt x="80" y="79"/>
                    <a:pt x="80" y="79"/>
                    <a:pt x="96" y="79"/>
                  </a:cubicBezTo>
                  <a:lnTo>
                    <a:pt x="96" y="79"/>
                  </a:lnTo>
                  <a:cubicBezTo>
                    <a:pt x="112" y="79"/>
                    <a:pt x="127" y="95"/>
                    <a:pt x="127" y="111"/>
                  </a:cubicBezTo>
                  <a:lnTo>
                    <a:pt x="127" y="111"/>
                  </a:lnTo>
                  <a:cubicBezTo>
                    <a:pt x="143" y="111"/>
                    <a:pt x="143" y="111"/>
                    <a:pt x="159" y="95"/>
                  </a:cubicBezTo>
                  <a:cubicBezTo>
                    <a:pt x="159" y="79"/>
                    <a:pt x="159" y="64"/>
                    <a:pt x="143" y="48"/>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71" name="Google Shape;771;p35"/>
            <p:cNvSpPr/>
            <p:nvPr/>
          </p:nvSpPr>
          <p:spPr>
            <a:xfrm>
              <a:off x="3176004" y="1789749"/>
              <a:ext cx="4039" cy="4548"/>
            </a:xfrm>
            <a:custGeom>
              <a:avLst/>
              <a:gdLst/>
              <a:ahLst/>
              <a:cxnLst/>
              <a:rect l="l" t="t" r="r" b="b"/>
              <a:pathLst>
                <a:path w="127" h="143" extrusionOk="0">
                  <a:moveTo>
                    <a:pt x="16" y="80"/>
                  </a:moveTo>
                  <a:lnTo>
                    <a:pt x="16" y="80"/>
                  </a:lnTo>
                  <a:lnTo>
                    <a:pt x="16" y="80"/>
                  </a:lnTo>
                  <a:close/>
                  <a:moveTo>
                    <a:pt x="79" y="0"/>
                  </a:moveTo>
                  <a:lnTo>
                    <a:pt x="64" y="0"/>
                  </a:lnTo>
                  <a:cubicBezTo>
                    <a:pt x="64" y="0"/>
                    <a:pt x="47" y="0"/>
                    <a:pt x="32" y="17"/>
                  </a:cubicBezTo>
                  <a:cubicBezTo>
                    <a:pt x="16" y="32"/>
                    <a:pt x="16" y="48"/>
                    <a:pt x="16" y="63"/>
                  </a:cubicBezTo>
                  <a:lnTo>
                    <a:pt x="16" y="80"/>
                  </a:lnTo>
                  <a:lnTo>
                    <a:pt x="16" y="80"/>
                  </a:lnTo>
                  <a:cubicBezTo>
                    <a:pt x="1" y="95"/>
                    <a:pt x="16" y="111"/>
                    <a:pt x="16" y="126"/>
                  </a:cubicBezTo>
                  <a:cubicBezTo>
                    <a:pt x="32" y="126"/>
                    <a:pt x="32" y="143"/>
                    <a:pt x="47" y="143"/>
                  </a:cubicBezTo>
                  <a:cubicBezTo>
                    <a:pt x="47" y="143"/>
                    <a:pt x="64" y="126"/>
                    <a:pt x="79" y="126"/>
                  </a:cubicBezTo>
                  <a:lnTo>
                    <a:pt x="79" y="80"/>
                  </a:lnTo>
                  <a:lnTo>
                    <a:pt x="79" y="80"/>
                  </a:lnTo>
                  <a:lnTo>
                    <a:pt x="79" y="63"/>
                  </a:lnTo>
                  <a:lnTo>
                    <a:pt x="95" y="63"/>
                  </a:lnTo>
                  <a:lnTo>
                    <a:pt x="95" y="63"/>
                  </a:lnTo>
                  <a:cubicBezTo>
                    <a:pt x="110" y="63"/>
                    <a:pt x="127" y="63"/>
                    <a:pt x="127" y="48"/>
                  </a:cubicBezTo>
                  <a:cubicBezTo>
                    <a:pt x="127" y="17"/>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72" name="Google Shape;772;p35"/>
            <p:cNvSpPr/>
            <p:nvPr/>
          </p:nvSpPr>
          <p:spPr>
            <a:xfrm>
              <a:off x="3176481" y="179226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73" name="Google Shape;773;p35"/>
            <p:cNvSpPr/>
            <p:nvPr/>
          </p:nvSpPr>
          <p:spPr>
            <a:xfrm>
              <a:off x="3314795" y="1814810"/>
              <a:ext cx="3562" cy="6551"/>
            </a:xfrm>
            <a:custGeom>
              <a:avLst/>
              <a:gdLst/>
              <a:ahLst/>
              <a:cxnLst/>
              <a:rect l="l" t="t" r="r" b="b"/>
              <a:pathLst>
                <a:path w="112" h="206" extrusionOk="0">
                  <a:moveTo>
                    <a:pt x="63" y="0"/>
                  </a:moveTo>
                  <a:lnTo>
                    <a:pt x="63" y="0"/>
                  </a:lnTo>
                  <a:cubicBezTo>
                    <a:pt x="63" y="0"/>
                    <a:pt x="63" y="17"/>
                    <a:pt x="48" y="17"/>
                  </a:cubicBezTo>
                  <a:lnTo>
                    <a:pt x="48" y="17"/>
                  </a:lnTo>
                  <a:lnTo>
                    <a:pt x="48" y="17"/>
                  </a:lnTo>
                  <a:cubicBezTo>
                    <a:pt x="32" y="17"/>
                    <a:pt x="17" y="32"/>
                    <a:pt x="17" y="48"/>
                  </a:cubicBezTo>
                  <a:lnTo>
                    <a:pt x="17" y="80"/>
                  </a:lnTo>
                  <a:cubicBezTo>
                    <a:pt x="0" y="95"/>
                    <a:pt x="17" y="126"/>
                    <a:pt x="17" y="143"/>
                  </a:cubicBezTo>
                  <a:cubicBezTo>
                    <a:pt x="32" y="158"/>
                    <a:pt x="32" y="158"/>
                    <a:pt x="32" y="174"/>
                  </a:cubicBezTo>
                  <a:lnTo>
                    <a:pt x="48" y="189"/>
                  </a:lnTo>
                  <a:cubicBezTo>
                    <a:pt x="48" y="206"/>
                    <a:pt x="63" y="206"/>
                    <a:pt x="80" y="206"/>
                  </a:cubicBezTo>
                  <a:lnTo>
                    <a:pt x="95" y="206"/>
                  </a:lnTo>
                  <a:cubicBezTo>
                    <a:pt x="111" y="206"/>
                    <a:pt x="111" y="189"/>
                    <a:pt x="111" y="174"/>
                  </a:cubicBezTo>
                  <a:lnTo>
                    <a:pt x="111" y="158"/>
                  </a:lnTo>
                  <a:lnTo>
                    <a:pt x="95" y="158"/>
                  </a:lnTo>
                  <a:lnTo>
                    <a:pt x="95" y="158"/>
                  </a:lnTo>
                  <a:cubicBezTo>
                    <a:pt x="80" y="143"/>
                    <a:pt x="63" y="126"/>
                    <a:pt x="80" y="111"/>
                  </a:cubicBezTo>
                  <a:lnTo>
                    <a:pt x="80" y="95"/>
                  </a:lnTo>
                  <a:lnTo>
                    <a:pt x="80" y="95"/>
                  </a:lnTo>
                  <a:lnTo>
                    <a:pt x="80" y="95"/>
                  </a:lnTo>
                  <a:lnTo>
                    <a:pt x="63" y="80"/>
                  </a:lnTo>
                  <a:lnTo>
                    <a:pt x="63" y="32"/>
                  </a:lnTo>
                  <a:lnTo>
                    <a:pt x="95" y="32"/>
                  </a:lnTo>
                  <a:lnTo>
                    <a:pt x="95" y="17"/>
                  </a:lnTo>
                  <a:lnTo>
                    <a:pt x="95" y="32"/>
                  </a:lnTo>
                  <a:lnTo>
                    <a:pt x="95" y="17"/>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74" name="Google Shape;774;p35"/>
            <p:cNvSpPr/>
            <p:nvPr/>
          </p:nvSpPr>
          <p:spPr>
            <a:xfrm>
              <a:off x="3392492" y="1805301"/>
              <a:ext cx="7028" cy="5534"/>
            </a:xfrm>
            <a:custGeom>
              <a:avLst/>
              <a:gdLst/>
              <a:ahLst/>
              <a:cxnLst/>
              <a:rect l="l" t="t" r="r" b="b"/>
              <a:pathLst>
                <a:path w="221" h="174" extrusionOk="0">
                  <a:moveTo>
                    <a:pt x="126" y="0"/>
                  </a:moveTo>
                  <a:lnTo>
                    <a:pt x="126" y="0"/>
                  </a:lnTo>
                  <a:lnTo>
                    <a:pt x="110" y="0"/>
                  </a:lnTo>
                  <a:cubicBezTo>
                    <a:pt x="110" y="16"/>
                    <a:pt x="95" y="32"/>
                    <a:pt x="78" y="32"/>
                  </a:cubicBezTo>
                  <a:lnTo>
                    <a:pt x="63" y="32"/>
                  </a:lnTo>
                  <a:lnTo>
                    <a:pt x="63" y="47"/>
                  </a:lnTo>
                  <a:lnTo>
                    <a:pt x="15" y="95"/>
                  </a:lnTo>
                  <a:lnTo>
                    <a:pt x="15" y="95"/>
                  </a:lnTo>
                  <a:cubicBezTo>
                    <a:pt x="0" y="110"/>
                    <a:pt x="0" y="126"/>
                    <a:pt x="15" y="142"/>
                  </a:cubicBezTo>
                  <a:lnTo>
                    <a:pt x="15" y="142"/>
                  </a:lnTo>
                  <a:lnTo>
                    <a:pt x="15" y="142"/>
                  </a:lnTo>
                  <a:lnTo>
                    <a:pt x="32" y="173"/>
                  </a:lnTo>
                  <a:lnTo>
                    <a:pt x="63" y="173"/>
                  </a:lnTo>
                  <a:cubicBezTo>
                    <a:pt x="63" y="173"/>
                    <a:pt x="78" y="173"/>
                    <a:pt x="78" y="158"/>
                  </a:cubicBezTo>
                  <a:cubicBezTo>
                    <a:pt x="95" y="158"/>
                    <a:pt x="95" y="126"/>
                    <a:pt x="78" y="126"/>
                  </a:cubicBezTo>
                  <a:lnTo>
                    <a:pt x="110" y="79"/>
                  </a:lnTo>
                  <a:lnTo>
                    <a:pt x="158" y="158"/>
                  </a:lnTo>
                  <a:cubicBezTo>
                    <a:pt x="173" y="158"/>
                    <a:pt x="173" y="173"/>
                    <a:pt x="189" y="173"/>
                  </a:cubicBezTo>
                  <a:lnTo>
                    <a:pt x="189" y="173"/>
                  </a:lnTo>
                  <a:cubicBezTo>
                    <a:pt x="204" y="158"/>
                    <a:pt x="204" y="142"/>
                    <a:pt x="221" y="142"/>
                  </a:cubicBezTo>
                  <a:lnTo>
                    <a:pt x="221" y="142"/>
                  </a:lnTo>
                  <a:lnTo>
                    <a:pt x="221" y="110"/>
                  </a:lnTo>
                  <a:lnTo>
                    <a:pt x="189" y="47"/>
                  </a:lnTo>
                  <a:lnTo>
                    <a:pt x="158" y="32"/>
                  </a:lnTo>
                  <a:lnTo>
                    <a:pt x="158" y="32"/>
                  </a:lnTo>
                  <a:lnTo>
                    <a:pt x="158" y="32"/>
                  </a:lnTo>
                  <a:cubicBezTo>
                    <a:pt x="141" y="32"/>
                    <a:pt x="126" y="16"/>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75" name="Google Shape;775;p35"/>
            <p:cNvSpPr/>
            <p:nvPr/>
          </p:nvSpPr>
          <p:spPr>
            <a:xfrm>
              <a:off x="3319311" y="1820821"/>
              <a:ext cx="5534" cy="3021"/>
            </a:xfrm>
            <a:custGeom>
              <a:avLst/>
              <a:gdLst/>
              <a:ahLst/>
              <a:cxnLst/>
              <a:rect l="l" t="t" r="r" b="b"/>
              <a:pathLst>
                <a:path w="174" h="95" extrusionOk="0">
                  <a:moveTo>
                    <a:pt x="32" y="0"/>
                  </a:moveTo>
                  <a:lnTo>
                    <a:pt x="32" y="0"/>
                  </a:lnTo>
                  <a:cubicBezTo>
                    <a:pt x="16" y="0"/>
                    <a:pt x="16" y="17"/>
                    <a:pt x="1" y="17"/>
                  </a:cubicBezTo>
                  <a:cubicBezTo>
                    <a:pt x="1" y="32"/>
                    <a:pt x="1" y="63"/>
                    <a:pt x="16" y="63"/>
                  </a:cubicBezTo>
                  <a:lnTo>
                    <a:pt x="48" y="95"/>
                  </a:lnTo>
                  <a:lnTo>
                    <a:pt x="79" y="95"/>
                  </a:lnTo>
                  <a:lnTo>
                    <a:pt x="79" y="95"/>
                  </a:lnTo>
                  <a:lnTo>
                    <a:pt x="142" y="95"/>
                  </a:lnTo>
                  <a:cubicBezTo>
                    <a:pt x="158" y="95"/>
                    <a:pt x="174" y="80"/>
                    <a:pt x="174" y="48"/>
                  </a:cubicBezTo>
                  <a:cubicBezTo>
                    <a:pt x="174" y="32"/>
                    <a:pt x="158" y="32"/>
                    <a:pt x="142" y="32"/>
                  </a:cubicBezTo>
                  <a:lnTo>
                    <a:pt x="127" y="32"/>
                  </a:lnTo>
                  <a:lnTo>
                    <a:pt x="79" y="32"/>
                  </a:lnTo>
                  <a:lnTo>
                    <a:pt x="48" y="17"/>
                  </a:lnTo>
                  <a:cubicBezTo>
                    <a:pt x="48"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76" name="Google Shape;776;p35"/>
            <p:cNvSpPr/>
            <p:nvPr/>
          </p:nvSpPr>
          <p:spPr>
            <a:xfrm>
              <a:off x="3175495" y="1810803"/>
              <a:ext cx="3021" cy="3021"/>
            </a:xfrm>
            <a:custGeom>
              <a:avLst/>
              <a:gdLst/>
              <a:ahLst/>
              <a:cxnLst/>
              <a:rect l="l" t="t" r="r" b="b"/>
              <a:pathLst>
                <a:path w="95" h="95" extrusionOk="0">
                  <a:moveTo>
                    <a:pt x="63" y="0"/>
                  </a:moveTo>
                  <a:lnTo>
                    <a:pt x="63" y="0"/>
                  </a:lnTo>
                  <a:lnTo>
                    <a:pt x="32" y="0"/>
                  </a:lnTo>
                  <a:cubicBezTo>
                    <a:pt x="17" y="0"/>
                    <a:pt x="17" y="17"/>
                    <a:pt x="0" y="17"/>
                  </a:cubicBezTo>
                  <a:lnTo>
                    <a:pt x="0" y="48"/>
                  </a:lnTo>
                  <a:lnTo>
                    <a:pt x="17" y="80"/>
                  </a:lnTo>
                  <a:cubicBezTo>
                    <a:pt x="17" y="80"/>
                    <a:pt x="17" y="95"/>
                    <a:pt x="32" y="95"/>
                  </a:cubicBezTo>
                  <a:lnTo>
                    <a:pt x="48" y="95"/>
                  </a:lnTo>
                  <a:lnTo>
                    <a:pt x="63" y="95"/>
                  </a:lnTo>
                  <a:cubicBezTo>
                    <a:pt x="80" y="95"/>
                    <a:pt x="80" y="80"/>
                    <a:pt x="80" y="63"/>
                  </a:cubicBezTo>
                  <a:cubicBezTo>
                    <a:pt x="95" y="48"/>
                    <a:pt x="95" y="48"/>
                    <a:pt x="95" y="32"/>
                  </a:cubicBez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77" name="Google Shape;777;p35"/>
            <p:cNvSpPr/>
            <p:nvPr/>
          </p:nvSpPr>
          <p:spPr>
            <a:xfrm>
              <a:off x="3397485" y="1814810"/>
              <a:ext cx="5534" cy="2544"/>
            </a:xfrm>
            <a:custGeom>
              <a:avLst/>
              <a:gdLst/>
              <a:ahLst/>
              <a:cxnLst/>
              <a:rect l="l" t="t" r="r" b="b"/>
              <a:pathLst>
                <a:path w="174" h="80" extrusionOk="0">
                  <a:moveTo>
                    <a:pt x="127" y="0"/>
                  </a:moveTo>
                  <a:lnTo>
                    <a:pt x="127" y="0"/>
                  </a:lnTo>
                  <a:lnTo>
                    <a:pt x="110" y="0"/>
                  </a:lnTo>
                  <a:lnTo>
                    <a:pt x="32" y="17"/>
                  </a:lnTo>
                  <a:lnTo>
                    <a:pt x="32" y="17"/>
                  </a:lnTo>
                  <a:cubicBezTo>
                    <a:pt x="16" y="17"/>
                    <a:pt x="1" y="32"/>
                    <a:pt x="1" y="48"/>
                  </a:cubicBezTo>
                  <a:cubicBezTo>
                    <a:pt x="1" y="63"/>
                    <a:pt x="16" y="80"/>
                    <a:pt x="47" y="80"/>
                  </a:cubicBezTo>
                  <a:lnTo>
                    <a:pt x="47" y="80"/>
                  </a:lnTo>
                  <a:lnTo>
                    <a:pt x="95" y="80"/>
                  </a:lnTo>
                  <a:lnTo>
                    <a:pt x="142" y="80"/>
                  </a:lnTo>
                  <a:cubicBezTo>
                    <a:pt x="158" y="80"/>
                    <a:pt x="173" y="63"/>
                    <a:pt x="173" y="48"/>
                  </a:cubicBezTo>
                  <a:cubicBezTo>
                    <a:pt x="173" y="17"/>
                    <a:pt x="158"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78" name="Google Shape;778;p35"/>
            <p:cNvSpPr/>
            <p:nvPr/>
          </p:nvSpPr>
          <p:spPr>
            <a:xfrm>
              <a:off x="3037181" y="1819803"/>
              <a:ext cx="3053" cy="4039"/>
            </a:xfrm>
            <a:custGeom>
              <a:avLst/>
              <a:gdLst/>
              <a:ahLst/>
              <a:cxnLst/>
              <a:rect l="l" t="t" r="r" b="b"/>
              <a:pathLst>
                <a:path w="96" h="127" extrusionOk="0">
                  <a:moveTo>
                    <a:pt x="17" y="1"/>
                  </a:moveTo>
                  <a:lnTo>
                    <a:pt x="17" y="1"/>
                  </a:lnTo>
                  <a:lnTo>
                    <a:pt x="17" y="1"/>
                  </a:lnTo>
                  <a:cubicBezTo>
                    <a:pt x="17" y="17"/>
                    <a:pt x="17" y="17"/>
                    <a:pt x="1" y="17"/>
                  </a:cubicBezTo>
                  <a:lnTo>
                    <a:pt x="17" y="17"/>
                  </a:lnTo>
                  <a:cubicBezTo>
                    <a:pt x="17" y="32"/>
                    <a:pt x="17" y="49"/>
                    <a:pt x="1" y="64"/>
                  </a:cubicBezTo>
                  <a:lnTo>
                    <a:pt x="1" y="64"/>
                  </a:lnTo>
                  <a:lnTo>
                    <a:pt x="32" y="112"/>
                  </a:lnTo>
                  <a:cubicBezTo>
                    <a:pt x="32" y="127"/>
                    <a:pt x="49" y="127"/>
                    <a:pt x="64" y="127"/>
                  </a:cubicBezTo>
                  <a:lnTo>
                    <a:pt x="64" y="127"/>
                  </a:lnTo>
                  <a:lnTo>
                    <a:pt x="95" y="95"/>
                  </a:lnTo>
                  <a:lnTo>
                    <a:pt x="95" y="80"/>
                  </a:lnTo>
                  <a:lnTo>
                    <a:pt x="80" y="64"/>
                  </a:lnTo>
                  <a:lnTo>
                    <a:pt x="49" y="17"/>
                  </a:lnTo>
                  <a:cubicBezTo>
                    <a:pt x="49" y="17"/>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79" name="Google Shape;779;p35"/>
            <p:cNvSpPr/>
            <p:nvPr/>
          </p:nvSpPr>
          <p:spPr>
            <a:xfrm>
              <a:off x="3327835" y="1776232"/>
              <a:ext cx="4039" cy="3053"/>
            </a:xfrm>
            <a:custGeom>
              <a:avLst/>
              <a:gdLst/>
              <a:ahLst/>
              <a:cxnLst/>
              <a:rect l="l" t="t" r="r" b="b"/>
              <a:pathLst>
                <a:path w="127" h="96" extrusionOk="0">
                  <a:moveTo>
                    <a:pt x="48" y="1"/>
                  </a:moveTo>
                  <a:lnTo>
                    <a:pt x="32" y="1"/>
                  </a:lnTo>
                  <a:lnTo>
                    <a:pt x="16" y="16"/>
                  </a:lnTo>
                  <a:cubicBezTo>
                    <a:pt x="0" y="32"/>
                    <a:pt x="0" y="47"/>
                    <a:pt x="16" y="47"/>
                  </a:cubicBezTo>
                  <a:cubicBezTo>
                    <a:pt x="16" y="64"/>
                    <a:pt x="16" y="64"/>
                    <a:pt x="32" y="64"/>
                  </a:cubicBezTo>
                  <a:lnTo>
                    <a:pt x="32" y="79"/>
                  </a:lnTo>
                  <a:lnTo>
                    <a:pt x="80" y="95"/>
                  </a:lnTo>
                  <a:lnTo>
                    <a:pt x="80" y="95"/>
                  </a:lnTo>
                  <a:lnTo>
                    <a:pt x="95" y="95"/>
                  </a:lnTo>
                  <a:cubicBezTo>
                    <a:pt x="80" y="95"/>
                    <a:pt x="80" y="79"/>
                    <a:pt x="80" y="79"/>
                  </a:cubicBezTo>
                  <a:cubicBezTo>
                    <a:pt x="80" y="64"/>
                    <a:pt x="95" y="47"/>
                    <a:pt x="111" y="47"/>
                  </a:cubicBezTo>
                  <a:lnTo>
                    <a:pt x="111" y="47"/>
                  </a:lnTo>
                  <a:lnTo>
                    <a:pt x="126" y="47"/>
                  </a:lnTo>
                  <a:lnTo>
                    <a:pt x="126" y="47"/>
                  </a:lnTo>
                  <a:lnTo>
                    <a:pt x="111" y="32"/>
                  </a:lnTo>
                  <a:lnTo>
                    <a:pt x="111" y="32"/>
                  </a:lnTo>
                  <a:lnTo>
                    <a:pt x="95" y="32"/>
                  </a:lnTo>
                  <a:lnTo>
                    <a:pt x="63"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80" name="Google Shape;780;p35"/>
            <p:cNvSpPr/>
            <p:nvPr/>
          </p:nvSpPr>
          <p:spPr>
            <a:xfrm>
              <a:off x="3318803" y="1772225"/>
              <a:ext cx="3562" cy="4039"/>
            </a:xfrm>
            <a:custGeom>
              <a:avLst/>
              <a:gdLst/>
              <a:ahLst/>
              <a:cxnLst/>
              <a:rect l="l" t="t" r="r" b="b"/>
              <a:pathLst>
                <a:path w="112" h="127" extrusionOk="0">
                  <a:moveTo>
                    <a:pt x="32" y="1"/>
                  </a:moveTo>
                  <a:lnTo>
                    <a:pt x="32" y="1"/>
                  </a:lnTo>
                  <a:cubicBezTo>
                    <a:pt x="17" y="1"/>
                    <a:pt x="1" y="16"/>
                    <a:pt x="1" y="32"/>
                  </a:cubicBezTo>
                  <a:lnTo>
                    <a:pt x="1" y="47"/>
                  </a:lnTo>
                  <a:lnTo>
                    <a:pt x="1" y="95"/>
                  </a:lnTo>
                  <a:cubicBezTo>
                    <a:pt x="1" y="95"/>
                    <a:pt x="1" y="110"/>
                    <a:pt x="17" y="110"/>
                  </a:cubicBezTo>
                  <a:lnTo>
                    <a:pt x="17" y="127"/>
                  </a:lnTo>
                  <a:lnTo>
                    <a:pt x="32" y="127"/>
                  </a:lnTo>
                  <a:lnTo>
                    <a:pt x="32" y="127"/>
                  </a:lnTo>
                  <a:lnTo>
                    <a:pt x="32" y="127"/>
                  </a:lnTo>
                  <a:lnTo>
                    <a:pt x="64" y="127"/>
                  </a:lnTo>
                  <a:cubicBezTo>
                    <a:pt x="64" y="110"/>
                    <a:pt x="64" y="110"/>
                    <a:pt x="80" y="110"/>
                  </a:cubicBezTo>
                  <a:cubicBezTo>
                    <a:pt x="95" y="110"/>
                    <a:pt x="95" y="95"/>
                    <a:pt x="111" y="64"/>
                  </a:cubicBezTo>
                  <a:lnTo>
                    <a:pt x="111" y="47"/>
                  </a:lnTo>
                  <a:lnTo>
                    <a:pt x="80" y="16"/>
                  </a:lnTo>
                  <a:lnTo>
                    <a:pt x="80" y="16"/>
                  </a:lnTo>
                  <a:lnTo>
                    <a:pt x="64" y="16"/>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81" name="Google Shape;781;p35"/>
            <p:cNvSpPr/>
            <p:nvPr/>
          </p:nvSpPr>
          <p:spPr>
            <a:xfrm>
              <a:off x="3443600" y="1796746"/>
              <a:ext cx="4039" cy="3053"/>
            </a:xfrm>
            <a:custGeom>
              <a:avLst/>
              <a:gdLst/>
              <a:ahLst/>
              <a:cxnLst/>
              <a:rect l="l" t="t" r="r" b="b"/>
              <a:pathLst>
                <a:path w="127" h="96" extrusionOk="0">
                  <a:moveTo>
                    <a:pt x="63" y="1"/>
                  </a:moveTo>
                  <a:lnTo>
                    <a:pt x="47" y="1"/>
                  </a:lnTo>
                  <a:lnTo>
                    <a:pt x="32" y="1"/>
                  </a:lnTo>
                  <a:lnTo>
                    <a:pt x="15" y="17"/>
                  </a:lnTo>
                  <a:cubicBezTo>
                    <a:pt x="0" y="32"/>
                    <a:pt x="0" y="49"/>
                    <a:pt x="0" y="64"/>
                  </a:cubicBezTo>
                  <a:cubicBezTo>
                    <a:pt x="0" y="64"/>
                    <a:pt x="15" y="64"/>
                    <a:pt x="15" y="80"/>
                  </a:cubicBezTo>
                  <a:lnTo>
                    <a:pt x="15" y="80"/>
                  </a:lnTo>
                  <a:lnTo>
                    <a:pt x="15" y="80"/>
                  </a:lnTo>
                  <a:cubicBezTo>
                    <a:pt x="32" y="96"/>
                    <a:pt x="32" y="96"/>
                    <a:pt x="47" y="96"/>
                  </a:cubicBezTo>
                  <a:lnTo>
                    <a:pt x="47" y="96"/>
                  </a:lnTo>
                  <a:cubicBezTo>
                    <a:pt x="47" y="96"/>
                    <a:pt x="63" y="96"/>
                    <a:pt x="63" y="80"/>
                  </a:cubicBezTo>
                  <a:cubicBezTo>
                    <a:pt x="63" y="80"/>
                    <a:pt x="78" y="80"/>
                    <a:pt x="78" y="64"/>
                  </a:cubicBezTo>
                  <a:lnTo>
                    <a:pt x="78" y="80"/>
                  </a:lnTo>
                  <a:lnTo>
                    <a:pt x="78" y="80"/>
                  </a:lnTo>
                  <a:lnTo>
                    <a:pt x="78" y="80"/>
                  </a:lnTo>
                  <a:cubicBezTo>
                    <a:pt x="95" y="80"/>
                    <a:pt x="110" y="64"/>
                    <a:pt x="126" y="49"/>
                  </a:cubicBezTo>
                  <a:cubicBezTo>
                    <a:pt x="126" y="49"/>
                    <a:pt x="126" y="32"/>
                    <a:pt x="110" y="32"/>
                  </a:cubicBezTo>
                  <a:cubicBezTo>
                    <a:pt x="110" y="17"/>
                    <a:pt x="110" y="17"/>
                    <a:pt x="95" y="1"/>
                  </a:cubicBezTo>
                  <a:lnTo>
                    <a:pt x="95"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82" name="Google Shape;782;p35"/>
            <p:cNvSpPr/>
            <p:nvPr/>
          </p:nvSpPr>
          <p:spPr>
            <a:xfrm>
              <a:off x="3334355" y="1803774"/>
              <a:ext cx="3530" cy="3562"/>
            </a:xfrm>
            <a:custGeom>
              <a:avLst/>
              <a:gdLst/>
              <a:ahLst/>
              <a:cxnLst/>
              <a:rect l="l" t="t" r="r" b="b"/>
              <a:pathLst>
                <a:path w="111" h="112" extrusionOk="0">
                  <a:moveTo>
                    <a:pt x="79" y="1"/>
                  </a:moveTo>
                  <a:lnTo>
                    <a:pt x="64" y="32"/>
                  </a:lnTo>
                  <a:lnTo>
                    <a:pt x="47" y="32"/>
                  </a:lnTo>
                  <a:lnTo>
                    <a:pt x="32" y="32"/>
                  </a:lnTo>
                  <a:cubicBezTo>
                    <a:pt x="16" y="32"/>
                    <a:pt x="16" y="32"/>
                    <a:pt x="1" y="48"/>
                  </a:cubicBezTo>
                  <a:cubicBezTo>
                    <a:pt x="1" y="64"/>
                    <a:pt x="16" y="80"/>
                    <a:pt x="32" y="95"/>
                  </a:cubicBezTo>
                  <a:lnTo>
                    <a:pt x="64" y="111"/>
                  </a:lnTo>
                  <a:lnTo>
                    <a:pt x="64" y="111"/>
                  </a:lnTo>
                  <a:cubicBezTo>
                    <a:pt x="79" y="111"/>
                    <a:pt x="95" y="95"/>
                    <a:pt x="95" y="95"/>
                  </a:cubicBezTo>
                  <a:lnTo>
                    <a:pt x="110" y="80"/>
                  </a:lnTo>
                  <a:lnTo>
                    <a:pt x="95" y="80"/>
                  </a:lnTo>
                  <a:cubicBezTo>
                    <a:pt x="79" y="80"/>
                    <a:pt x="64" y="64"/>
                    <a:pt x="64" y="32"/>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83" name="Google Shape;783;p35"/>
            <p:cNvSpPr/>
            <p:nvPr/>
          </p:nvSpPr>
          <p:spPr>
            <a:xfrm>
              <a:off x="3205073" y="1785741"/>
              <a:ext cx="4039" cy="3021"/>
            </a:xfrm>
            <a:custGeom>
              <a:avLst/>
              <a:gdLst/>
              <a:ahLst/>
              <a:cxnLst/>
              <a:rect l="l" t="t" r="r" b="b"/>
              <a:pathLst>
                <a:path w="127" h="95" extrusionOk="0">
                  <a:moveTo>
                    <a:pt x="47" y="0"/>
                  </a:moveTo>
                  <a:lnTo>
                    <a:pt x="32" y="0"/>
                  </a:lnTo>
                  <a:cubicBezTo>
                    <a:pt x="32" y="17"/>
                    <a:pt x="16" y="17"/>
                    <a:pt x="16" y="17"/>
                  </a:cubicBezTo>
                  <a:cubicBezTo>
                    <a:pt x="1" y="32"/>
                    <a:pt x="1" y="63"/>
                    <a:pt x="16" y="63"/>
                  </a:cubicBezTo>
                  <a:lnTo>
                    <a:pt x="47" y="95"/>
                  </a:lnTo>
                  <a:lnTo>
                    <a:pt x="64" y="95"/>
                  </a:lnTo>
                  <a:cubicBezTo>
                    <a:pt x="64" y="80"/>
                    <a:pt x="79" y="80"/>
                    <a:pt x="79" y="80"/>
                  </a:cubicBezTo>
                  <a:lnTo>
                    <a:pt x="95" y="80"/>
                  </a:lnTo>
                  <a:lnTo>
                    <a:pt x="95" y="80"/>
                  </a:lnTo>
                  <a:cubicBezTo>
                    <a:pt x="110" y="80"/>
                    <a:pt x="110" y="80"/>
                    <a:pt x="110" y="95"/>
                  </a:cubicBezTo>
                  <a:cubicBezTo>
                    <a:pt x="127" y="80"/>
                    <a:pt x="110" y="63"/>
                    <a:pt x="110" y="48"/>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84" name="Google Shape;784;p35"/>
            <p:cNvSpPr/>
            <p:nvPr/>
          </p:nvSpPr>
          <p:spPr>
            <a:xfrm>
              <a:off x="3408521" y="1763193"/>
              <a:ext cx="3021" cy="5534"/>
            </a:xfrm>
            <a:custGeom>
              <a:avLst/>
              <a:gdLst/>
              <a:ahLst/>
              <a:cxnLst/>
              <a:rect l="l" t="t" r="r" b="b"/>
              <a:pathLst>
                <a:path w="95" h="174" extrusionOk="0">
                  <a:moveTo>
                    <a:pt x="63" y="1"/>
                  </a:moveTo>
                  <a:lnTo>
                    <a:pt x="47" y="1"/>
                  </a:lnTo>
                  <a:cubicBezTo>
                    <a:pt x="32" y="1"/>
                    <a:pt x="16" y="16"/>
                    <a:pt x="16" y="32"/>
                  </a:cubicBezTo>
                  <a:lnTo>
                    <a:pt x="32" y="64"/>
                  </a:lnTo>
                  <a:lnTo>
                    <a:pt x="32" y="96"/>
                  </a:lnTo>
                  <a:cubicBezTo>
                    <a:pt x="16" y="96"/>
                    <a:pt x="16" y="96"/>
                    <a:pt x="16" y="111"/>
                  </a:cubicBezTo>
                  <a:cubicBezTo>
                    <a:pt x="0" y="127"/>
                    <a:pt x="0" y="142"/>
                    <a:pt x="16" y="159"/>
                  </a:cubicBezTo>
                  <a:cubicBezTo>
                    <a:pt x="16" y="159"/>
                    <a:pt x="32" y="174"/>
                    <a:pt x="47" y="174"/>
                  </a:cubicBezTo>
                  <a:lnTo>
                    <a:pt x="63" y="174"/>
                  </a:lnTo>
                  <a:lnTo>
                    <a:pt x="79" y="174"/>
                  </a:lnTo>
                  <a:cubicBezTo>
                    <a:pt x="95" y="159"/>
                    <a:pt x="95" y="159"/>
                    <a:pt x="95" y="142"/>
                  </a:cubicBezTo>
                  <a:lnTo>
                    <a:pt x="95" y="111"/>
                  </a:lnTo>
                  <a:lnTo>
                    <a:pt x="95" y="64"/>
                  </a:lnTo>
                  <a:lnTo>
                    <a:pt x="95" y="48"/>
                  </a:lnTo>
                  <a:lnTo>
                    <a:pt x="95" y="32"/>
                  </a:lnTo>
                  <a:cubicBezTo>
                    <a:pt x="95" y="16"/>
                    <a:pt x="79"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85" name="Google Shape;785;p35"/>
            <p:cNvSpPr/>
            <p:nvPr/>
          </p:nvSpPr>
          <p:spPr>
            <a:xfrm>
              <a:off x="3188026" y="1788731"/>
              <a:ext cx="2544" cy="2035"/>
            </a:xfrm>
            <a:custGeom>
              <a:avLst/>
              <a:gdLst/>
              <a:ahLst/>
              <a:cxnLst/>
              <a:rect l="l" t="t" r="r" b="b"/>
              <a:pathLst>
                <a:path w="80" h="64" extrusionOk="0">
                  <a:moveTo>
                    <a:pt x="79" y="1"/>
                  </a:moveTo>
                  <a:lnTo>
                    <a:pt x="32" y="1"/>
                  </a:lnTo>
                  <a:cubicBezTo>
                    <a:pt x="16" y="1"/>
                    <a:pt x="1" y="17"/>
                    <a:pt x="1" y="32"/>
                  </a:cubicBezTo>
                  <a:cubicBezTo>
                    <a:pt x="1" y="49"/>
                    <a:pt x="16" y="64"/>
                    <a:pt x="32" y="64"/>
                  </a:cubicBezTo>
                  <a:lnTo>
                    <a:pt x="48" y="64"/>
                  </a:lnTo>
                  <a:lnTo>
                    <a:pt x="48" y="64"/>
                  </a:lnTo>
                  <a:lnTo>
                    <a:pt x="64" y="64"/>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86" name="Google Shape;786;p35"/>
            <p:cNvSpPr/>
            <p:nvPr/>
          </p:nvSpPr>
          <p:spPr>
            <a:xfrm>
              <a:off x="3112365" y="1795283"/>
              <a:ext cx="2544" cy="4039"/>
            </a:xfrm>
            <a:custGeom>
              <a:avLst/>
              <a:gdLst/>
              <a:ahLst/>
              <a:cxnLst/>
              <a:rect l="l" t="t" r="r" b="b"/>
              <a:pathLst>
                <a:path w="80" h="127" extrusionOk="0">
                  <a:moveTo>
                    <a:pt x="48" y="0"/>
                  </a:moveTo>
                  <a:lnTo>
                    <a:pt x="48" y="0"/>
                  </a:lnTo>
                  <a:lnTo>
                    <a:pt x="48" y="0"/>
                  </a:lnTo>
                  <a:cubicBezTo>
                    <a:pt x="32" y="0"/>
                    <a:pt x="17" y="15"/>
                    <a:pt x="17" y="32"/>
                  </a:cubicBezTo>
                  <a:lnTo>
                    <a:pt x="17" y="47"/>
                  </a:lnTo>
                  <a:lnTo>
                    <a:pt x="0" y="78"/>
                  </a:lnTo>
                  <a:lnTo>
                    <a:pt x="0" y="78"/>
                  </a:lnTo>
                  <a:lnTo>
                    <a:pt x="0" y="78"/>
                  </a:lnTo>
                  <a:cubicBezTo>
                    <a:pt x="0" y="110"/>
                    <a:pt x="17" y="126"/>
                    <a:pt x="32" y="126"/>
                  </a:cubicBezTo>
                  <a:lnTo>
                    <a:pt x="32" y="126"/>
                  </a:lnTo>
                  <a:cubicBezTo>
                    <a:pt x="48" y="126"/>
                    <a:pt x="63" y="110"/>
                    <a:pt x="80" y="95"/>
                  </a:cubicBezTo>
                  <a:lnTo>
                    <a:pt x="80" y="32"/>
                  </a:lnTo>
                  <a:cubicBezTo>
                    <a:pt x="80" y="15"/>
                    <a:pt x="80"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87" name="Google Shape;787;p35"/>
            <p:cNvSpPr/>
            <p:nvPr/>
          </p:nvSpPr>
          <p:spPr>
            <a:xfrm>
              <a:off x="3338839" y="1814810"/>
              <a:ext cx="6042" cy="6551"/>
            </a:xfrm>
            <a:custGeom>
              <a:avLst/>
              <a:gdLst/>
              <a:ahLst/>
              <a:cxnLst/>
              <a:rect l="l" t="t" r="r" b="b"/>
              <a:pathLst>
                <a:path w="190" h="206" extrusionOk="0">
                  <a:moveTo>
                    <a:pt x="64" y="0"/>
                  </a:moveTo>
                  <a:lnTo>
                    <a:pt x="64" y="0"/>
                  </a:lnTo>
                  <a:lnTo>
                    <a:pt x="49" y="0"/>
                  </a:lnTo>
                  <a:lnTo>
                    <a:pt x="32" y="17"/>
                  </a:lnTo>
                  <a:cubicBezTo>
                    <a:pt x="17" y="17"/>
                    <a:pt x="17" y="32"/>
                    <a:pt x="17" y="32"/>
                  </a:cubicBezTo>
                  <a:lnTo>
                    <a:pt x="17" y="32"/>
                  </a:lnTo>
                  <a:lnTo>
                    <a:pt x="17" y="63"/>
                  </a:lnTo>
                  <a:lnTo>
                    <a:pt x="1" y="111"/>
                  </a:lnTo>
                  <a:lnTo>
                    <a:pt x="1" y="126"/>
                  </a:lnTo>
                  <a:cubicBezTo>
                    <a:pt x="1" y="158"/>
                    <a:pt x="17" y="174"/>
                    <a:pt x="49" y="174"/>
                  </a:cubicBezTo>
                  <a:cubicBezTo>
                    <a:pt x="64" y="174"/>
                    <a:pt x="80" y="158"/>
                    <a:pt x="80" y="126"/>
                  </a:cubicBezTo>
                  <a:lnTo>
                    <a:pt x="80" y="111"/>
                  </a:lnTo>
                  <a:lnTo>
                    <a:pt x="80" y="126"/>
                  </a:lnTo>
                  <a:cubicBezTo>
                    <a:pt x="95" y="143"/>
                    <a:pt x="95" y="158"/>
                    <a:pt x="112" y="174"/>
                  </a:cubicBezTo>
                  <a:lnTo>
                    <a:pt x="112" y="174"/>
                  </a:lnTo>
                  <a:lnTo>
                    <a:pt x="127" y="189"/>
                  </a:lnTo>
                  <a:cubicBezTo>
                    <a:pt x="127" y="189"/>
                    <a:pt x="143" y="206"/>
                    <a:pt x="158" y="206"/>
                  </a:cubicBezTo>
                  <a:cubicBezTo>
                    <a:pt x="158" y="206"/>
                    <a:pt x="175" y="206"/>
                    <a:pt x="175" y="189"/>
                  </a:cubicBezTo>
                  <a:cubicBezTo>
                    <a:pt x="190" y="189"/>
                    <a:pt x="190" y="158"/>
                    <a:pt x="190" y="143"/>
                  </a:cubicBezTo>
                  <a:lnTo>
                    <a:pt x="175" y="143"/>
                  </a:lnTo>
                  <a:lnTo>
                    <a:pt x="175" y="126"/>
                  </a:lnTo>
                  <a:cubicBezTo>
                    <a:pt x="158" y="111"/>
                    <a:pt x="143" y="95"/>
                    <a:pt x="143" y="80"/>
                  </a:cubicBezTo>
                  <a:cubicBezTo>
                    <a:pt x="127" y="63"/>
                    <a:pt x="112" y="48"/>
                    <a:pt x="112" y="32"/>
                  </a:cubicBezTo>
                  <a:lnTo>
                    <a:pt x="95" y="17"/>
                  </a:lnTo>
                  <a:lnTo>
                    <a:pt x="95" y="17"/>
                  </a:lnTo>
                  <a:cubicBezTo>
                    <a:pt x="80" y="0"/>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88" name="Google Shape;788;p35"/>
            <p:cNvSpPr/>
            <p:nvPr/>
          </p:nvSpPr>
          <p:spPr>
            <a:xfrm>
              <a:off x="3417012" y="1762684"/>
              <a:ext cx="5057" cy="3562"/>
            </a:xfrm>
            <a:custGeom>
              <a:avLst/>
              <a:gdLst/>
              <a:ahLst/>
              <a:cxnLst/>
              <a:rect l="l" t="t" r="r" b="b"/>
              <a:pathLst>
                <a:path w="159" h="112" extrusionOk="0">
                  <a:moveTo>
                    <a:pt x="127" y="1"/>
                  </a:moveTo>
                  <a:lnTo>
                    <a:pt x="127" y="1"/>
                  </a:lnTo>
                  <a:lnTo>
                    <a:pt x="112" y="1"/>
                  </a:lnTo>
                  <a:lnTo>
                    <a:pt x="112" y="1"/>
                  </a:lnTo>
                  <a:lnTo>
                    <a:pt x="64" y="32"/>
                  </a:lnTo>
                  <a:lnTo>
                    <a:pt x="32" y="48"/>
                  </a:lnTo>
                  <a:lnTo>
                    <a:pt x="32" y="48"/>
                  </a:lnTo>
                  <a:cubicBezTo>
                    <a:pt x="17" y="64"/>
                    <a:pt x="1" y="80"/>
                    <a:pt x="17" y="95"/>
                  </a:cubicBezTo>
                  <a:cubicBezTo>
                    <a:pt x="17" y="112"/>
                    <a:pt x="32" y="112"/>
                    <a:pt x="49" y="112"/>
                  </a:cubicBezTo>
                  <a:lnTo>
                    <a:pt x="64" y="112"/>
                  </a:lnTo>
                  <a:lnTo>
                    <a:pt x="80" y="95"/>
                  </a:lnTo>
                  <a:lnTo>
                    <a:pt x="80" y="95"/>
                  </a:lnTo>
                  <a:lnTo>
                    <a:pt x="143" y="64"/>
                  </a:lnTo>
                  <a:lnTo>
                    <a:pt x="143" y="64"/>
                  </a:lnTo>
                  <a:cubicBezTo>
                    <a:pt x="158" y="48"/>
                    <a:pt x="158" y="32"/>
                    <a:pt x="158" y="17"/>
                  </a:cubicBezTo>
                  <a:lnTo>
                    <a:pt x="143" y="17"/>
                  </a:ln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89" name="Google Shape;789;p35"/>
            <p:cNvSpPr/>
            <p:nvPr/>
          </p:nvSpPr>
          <p:spPr>
            <a:xfrm>
              <a:off x="3167990" y="1825337"/>
              <a:ext cx="3530" cy="3053"/>
            </a:xfrm>
            <a:custGeom>
              <a:avLst/>
              <a:gdLst/>
              <a:ahLst/>
              <a:cxnLst/>
              <a:rect l="l" t="t" r="r" b="b"/>
              <a:pathLst>
                <a:path w="111" h="96" extrusionOk="0">
                  <a:moveTo>
                    <a:pt x="47" y="1"/>
                  </a:moveTo>
                  <a:lnTo>
                    <a:pt x="47" y="1"/>
                  </a:lnTo>
                  <a:lnTo>
                    <a:pt x="47" y="1"/>
                  </a:lnTo>
                  <a:cubicBezTo>
                    <a:pt x="32" y="1"/>
                    <a:pt x="32" y="16"/>
                    <a:pt x="16" y="16"/>
                  </a:cubicBezTo>
                  <a:lnTo>
                    <a:pt x="16" y="16"/>
                  </a:lnTo>
                  <a:lnTo>
                    <a:pt x="16" y="32"/>
                  </a:lnTo>
                  <a:cubicBezTo>
                    <a:pt x="1" y="32"/>
                    <a:pt x="1" y="47"/>
                    <a:pt x="1" y="47"/>
                  </a:cubicBezTo>
                  <a:cubicBezTo>
                    <a:pt x="1" y="64"/>
                    <a:pt x="16" y="64"/>
                    <a:pt x="16" y="79"/>
                  </a:cubicBezTo>
                  <a:lnTo>
                    <a:pt x="47" y="95"/>
                  </a:lnTo>
                  <a:lnTo>
                    <a:pt x="64" y="95"/>
                  </a:lnTo>
                  <a:cubicBezTo>
                    <a:pt x="79" y="95"/>
                    <a:pt x="79" y="95"/>
                    <a:pt x="95" y="79"/>
                  </a:cubicBezTo>
                  <a:lnTo>
                    <a:pt x="95" y="79"/>
                  </a:lnTo>
                  <a:lnTo>
                    <a:pt x="95" y="64"/>
                  </a:lnTo>
                  <a:cubicBezTo>
                    <a:pt x="110" y="64"/>
                    <a:pt x="110" y="47"/>
                    <a:pt x="110" y="47"/>
                  </a:cubicBez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90" name="Google Shape;790;p35"/>
            <p:cNvSpPr/>
            <p:nvPr/>
          </p:nvSpPr>
          <p:spPr>
            <a:xfrm>
              <a:off x="3305286" y="1816337"/>
              <a:ext cx="6520" cy="3498"/>
            </a:xfrm>
            <a:custGeom>
              <a:avLst/>
              <a:gdLst/>
              <a:ahLst/>
              <a:cxnLst/>
              <a:rect l="l" t="t" r="r" b="b"/>
              <a:pathLst>
                <a:path w="205" h="110" extrusionOk="0">
                  <a:moveTo>
                    <a:pt x="158" y="0"/>
                  </a:moveTo>
                  <a:lnTo>
                    <a:pt x="158" y="15"/>
                  </a:lnTo>
                  <a:lnTo>
                    <a:pt x="110" y="47"/>
                  </a:lnTo>
                  <a:cubicBezTo>
                    <a:pt x="110" y="63"/>
                    <a:pt x="95" y="63"/>
                    <a:pt x="95" y="63"/>
                  </a:cubicBezTo>
                  <a:lnTo>
                    <a:pt x="79" y="63"/>
                  </a:lnTo>
                  <a:lnTo>
                    <a:pt x="32" y="47"/>
                  </a:lnTo>
                  <a:cubicBezTo>
                    <a:pt x="16" y="47"/>
                    <a:pt x="1" y="63"/>
                    <a:pt x="1" y="78"/>
                  </a:cubicBezTo>
                  <a:cubicBezTo>
                    <a:pt x="1" y="95"/>
                    <a:pt x="16" y="95"/>
                    <a:pt x="16" y="95"/>
                  </a:cubicBezTo>
                  <a:cubicBezTo>
                    <a:pt x="16" y="110"/>
                    <a:pt x="32" y="110"/>
                    <a:pt x="47" y="110"/>
                  </a:cubicBezTo>
                  <a:lnTo>
                    <a:pt x="47" y="110"/>
                  </a:lnTo>
                  <a:lnTo>
                    <a:pt x="47" y="110"/>
                  </a:lnTo>
                  <a:lnTo>
                    <a:pt x="64" y="110"/>
                  </a:lnTo>
                  <a:lnTo>
                    <a:pt x="79" y="110"/>
                  </a:lnTo>
                  <a:lnTo>
                    <a:pt x="79" y="110"/>
                  </a:lnTo>
                  <a:lnTo>
                    <a:pt x="95" y="110"/>
                  </a:lnTo>
                  <a:lnTo>
                    <a:pt x="127" y="110"/>
                  </a:lnTo>
                  <a:lnTo>
                    <a:pt x="127" y="110"/>
                  </a:lnTo>
                  <a:cubicBezTo>
                    <a:pt x="142" y="110"/>
                    <a:pt x="190" y="110"/>
                    <a:pt x="190" y="47"/>
                  </a:cubicBezTo>
                  <a:cubicBezTo>
                    <a:pt x="205" y="47"/>
                    <a:pt x="190" y="32"/>
                    <a:pt x="190" y="32"/>
                  </a:cubicBezTo>
                  <a:cubicBezTo>
                    <a:pt x="190" y="15"/>
                    <a:pt x="190" y="15"/>
                    <a:pt x="173" y="15"/>
                  </a:cubicBezTo>
                  <a:cubicBezTo>
                    <a:pt x="173" y="15"/>
                    <a:pt x="158"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91" name="Google Shape;791;p35"/>
            <p:cNvSpPr/>
            <p:nvPr/>
          </p:nvSpPr>
          <p:spPr>
            <a:xfrm>
              <a:off x="3174477" y="1792738"/>
              <a:ext cx="11067" cy="4039"/>
            </a:xfrm>
            <a:custGeom>
              <a:avLst/>
              <a:gdLst/>
              <a:ahLst/>
              <a:cxnLst/>
              <a:rect l="l" t="t" r="r" b="b"/>
              <a:pathLst>
                <a:path w="348" h="127" extrusionOk="0">
                  <a:moveTo>
                    <a:pt x="316" y="1"/>
                  </a:moveTo>
                  <a:lnTo>
                    <a:pt x="316" y="1"/>
                  </a:lnTo>
                  <a:cubicBezTo>
                    <a:pt x="301" y="1"/>
                    <a:pt x="284" y="1"/>
                    <a:pt x="284" y="17"/>
                  </a:cubicBezTo>
                  <a:lnTo>
                    <a:pt x="284" y="32"/>
                  </a:lnTo>
                  <a:lnTo>
                    <a:pt x="284" y="32"/>
                  </a:lnTo>
                  <a:cubicBezTo>
                    <a:pt x="253" y="49"/>
                    <a:pt x="221" y="49"/>
                    <a:pt x="206" y="49"/>
                  </a:cubicBezTo>
                  <a:cubicBezTo>
                    <a:pt x="190" y="64"/>
                    <a:pt x="158" y="64"/>
                    <a:pt x="143" y="64"/>
                  </a:cubicBezTo>
                  <a:lnTo>
                    <a:pt x="95" y="64"/>
                  </a:lnTo>
                  <a:cubicBezTo>
                    <a:pt x="80" y="49"/>
                    <a:pt x="64" y="49"/>
                    <a:pt x="32" y="49"/>
                  </a:cubicBezTo>
                  <a:lnTo>
                    <a:pt x="32" y="49"/>
                  </a:lnTo>
                  <a:cubicBezTo>
                    <a:pt x="17" y="49"/>
                    <a:pt x="1" y="64"/>
                    <a:pt x="1" y="80"/>
                  </a:cubicBezTo>
                  <a:cubicBezTo>
                    <a:pt x="1" y="95"/>
                    <a:pt x="1" y="112"/>
                    <a:pt x="32" y="112"/>
                  </a:cubicBezTo>
                  <a:lnTo>
                    <a:pt x="32" y="112"/>
                  </a:lnTo>
                  <a:cubicBezTo>
                    <a:pt x="64" y="127"/>
                    <a:pt x="80" y="127"/>
                    <a:pt x="112" y="127"/>
                  </a:cubicBezTo>
                  <a:cubicBezTo>
                    <a:pt x="143" y="112"/>
                    <a:pt x="143" y="112"/>
                    <a:pt x="143" y="95"/>
                  </a:cubicBezTo>
                  <a:cubicBezTo>
                    <a:pt x="143" y="80"/>
                    <a:pt x="158" y="64"/>
                    <a:pt x="175" y="64"/>
                  </a:cubicBezTo>
                  <a:lnTo>
                    <a:pt x="175" y="64"/>
                  </a:lnTo>
                  <a:lnTo>
                    <a:pt x="175" y="64"/>
                  </a:lnTo>
                  <a:cubicBezTo>
                    <a:pt x="190" y="64"/>
                    <a:pt x="206" y="80"/>
                    <a:pt x="206" y="95"/>
                  </a:cubicBezTo>
                  <a:lnTo>
                    <a:pt x="206" y="127"/>
                  </a:lnTo>
                  <a:cubicBezTo>
                    <a:pt x="221" y="127"/>
                    <a:pt x="253" y="112"/>
                    <a:pt x="269" y="112"/>
                  </a:cubicBezTo>
                  <a:cubicBezTo>
                    <a:pt x="284" y="112"/>
                    <a:pt x="301" y="95"/>
                    <a:pt x="316" y="95"/>
                  </a:cubicBezTo>
                  <a:cubicBezTo>
                    <a:pt x="316" y="95"/>
                    <a:pt x="332" y="95"/>
                    <a:pt x="332" y="80"/>
                  </a:cubicBezTo>
                  <a:cubicBezTo>
                    <a:pt x="332" y="80"/>
                    <a:pt x="348" y="64"/>
                    <a:pt x="348" y="49"/>
                  </a:cubicBezTo>
                  <a:lnTo>
                    <a:pt x="348" y="49"/>
                  </a:lnTo>
                  <a:cubicBezTo>
                    <a:pt x="348" y="32"/>
                    <a:pt x="348" y="1"/>
                    <a:pt x="332" y="1"/>
                  </a:cubicBezTo>
                  <a:lnTo>
                    <a:pt x="3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92" name="Google Shape;792;p35"/>
            <p:cNvSpPr/>
            <p:nvPr/>
          </p:nvSpPr>
          <p:spPr>
            <a:xfrm>
              <a:off x="3299752" y="1781257"/>
              <a:ext cx="4580" cy="3021"/>
            </a:xfrm>
            <a:custGeom>
              <a:avLst/>
              <a:gdLst/>
              <a:ahLst/>
              <a:cxnLst/>
              <a:rect l="l" t="t" r="r" b="b"/>
              <a:pathLst>
                <a:path w="144" h="95" extrusionOk="0">
                  <a:moveTo>
                    <a:pt x="112" y="0"/>
                  </a:moveTo>
                  <a:lnTo>
                    <a:pt x="112" y="0"/>
                  </a:lnTo>
                  <a:lnTo>
                    <a:pt x="95" y="0"/>
                  </a:lnTo>
                  <a:lnTo>
                    <a:pt x="49" y="15"/>
                  </a:lnTo>
                  <a:lnTo>
                    <a:pt x="32" y="32"/>
                  </a:lnTo>
                  <a:cubicBezTo>
                    <a:pt x="17" y="32"/>
                    <a:pt x="1" y="47"/>
                    <a:pt x="1" y="78"/>
                  </a:cubicBezTo>
                  <a:cubicBezTo>
                    <a:pt x="17" y="95"/>
                    <a:pt x="17" y="95"/>
                    <a:pt x="32" y="95"/>
                  </a:cubicBezTo>
                  <a:lnTo>
                    <a:pt x="32" y="95"/>
                  </a:lnTo>
                  <a:lnTo>
                    <a:pt x="49" y="95"/>
                  </a:lnTo>
                  <a:lnTo>
                    <a:pt x="127" y="78"/>
                  </a:lnTo>
                  <a:lnTo>
                    <a:pt x="127" y="63"/>
                  </a:lnTo>
                  <a:cubicBezTo>
                    <a:pt x="143" y="63"/>
                    <a:pt x="143" y="47"/>
                    <a:pt x="143" y="32"/>
                  </a:cubicBezTo>
                  <a:cubicBezTo>
                    <a:pt x="143" y="15"/>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93" name="Google Shape;793;p35"/>
            <p:cNvSpPr/>
            <p:nvPr/>
          </p:nvSpPr>
          <p:spPr>
            <a:xfrm>
              <a:off x="3088290" y="1785741"/>
              <a:ext cx="3053" cy="3021"/>
            </a:xfrm>
            <a:custGeom>
              <a:avLst/>
              <a:gdLst/>
              <a:ahLst/>
              <a:cxnLst/>
              <a:rect l="l" t="t" r="r" b="b"/>
              <a:pathLst>
                <a:path w="96" h="95" extrusionOk="0">
                  <a:moveTo>
                    <a:pt x="49" y="0"/>
                  </a:moveTo>
                  <a:lnTo>
                    <a:pt x="32" y="0"/>
                  </a:lnTo>
                  <a:lnTo>
                    <a:pt x="32" y="0"/>
                  </a:lnTo>
                  <a:cubicBezTo>
                    <a:pt x="17" y="0"/>
                    <a:pt x="1" y="17"/>
                    <a:pt x="1" y="48"/>
                  </a:cubicBezTo>
                  <a:lnTo>
                    <a:pt x="17" y="95"/>
                  </a:lnTo>
                  <a:lnTo>
                    <a:pt x="80" y="95"/>
                  </a:lnTo>
                  <a:lnTo>
                    <a:pt x="95" y="95"/>
                  </a:lnTo>
                  <a:lnTo>
                    <a:pt x="80" y="32"/>
                  </a:lnTo>
                  <a:cubicBezTo>
                    <a:pt x="64" y="17"/>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94" name="Google Shape;794;p35"/>
            <p:cNvSpPr/>
            <p:nvPr/>
          </p:nvSpPr>
          <p:spPr>
            <a:xfrm>
              <a:off x="3104350" y="1791752"/>
              <a:ext cx="4039" cy="3562"/>
            </a:xfrm>
            <a:custGeom>
              <a:avLst/>
              <a:gdLst/>
              <a:ahLst/>
              <a:cxnLst/>
              <a:rect l="l" t="t" r="r" b="b"/>
              <a:pathLst>
                <a:path w="127" h="112" extrusionOk="0">
                  <a:moveTo>
                    <a:pt x="48" y="0"/>
                  </a:moveTo>
                  <a:lnTo>
                    <a:pt x="48" y="0"/>
                  </a:lnTo>
                  <a:cubicBezTo>
                    <a:pt x="32" y="0"/>
                    <a:pt x="16" y="17"/>
                    <a:pt x="16" y="32"/>
                  </a:cubicBezTo>
                  <a:lnTo>
                    <a:pt x="16" y="32"/>
                  </a:lnTo>
                  <a:lnTo>
                    <a:pt x="16" y="32"/>
                  </a:lnTo>
                  <a:lnTo>
                    <a:pt x="0" y="80"/>
                  </a:lnTo>
                  <a:cubicBezTo>
                    <a:pt x="0" y="80"/>
                    <a:pt x="0" y="95"/>
                    <a:pt x="16" y="95"/>
                  </a:cubicBezTo>
                  <a:cubicBezTo>
                    <a:pt x="16" y="111"/>
                    <a:pt x="32" y="111"/>
                    <a:pt x="48" y="111"/>
                  </a:cubicBezTo>
                  <a:lnTo>
                    <a:pt x="48" y="111"/>
                  </a:lnTo>
                  <a:lnTo>
                    <a:pt x="63" y="111"/>
                  </a:lnTo>
                  <a:lnTo>
                    <a:pt x="95" y="111"/>
                  </a:lnTo>
                  <a:cubicBezTo>
                    <a:pt x="95" y="111"/>
                    <a:pt x="111" y="111"/>
                    <a:pt x="111" y="95"/>
                  </a:cubicBezTo>
                  <a:cubicBezTo>
                    <a:pt x="126" y="95"/>
                    <a:pt x="126" y="80"/>
                    <a:pt x="126" y="63"/>
                  </a:cubicBezTo>
                  <a:cubicBezTo>
                    <a:pt x="126" y="48"/>
                    <a:pt x="111" y="48"/>
                    <a:pt x="95" y="32"/>
                  </a:cubicBezTo>
                  <a:lnTo>
                    <a:pt x="95" y="32"/>
                  </a:lnTo>
                  <a:lnTo>
                    <a:pt x="95" y="32"/>
                  </a:lnTo>
                  <a:lnTo>
                    <a:pt x="79" y="32"/>
                  </a:lnTo>
                  <a:lnTo>
                    <a:pt x="79" y="32"/>
                  </a:lnTo>
                  <a:cubicBezTo>
                    <a:pt x="79" y="17"/>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95" name="Google Shape;795;p35"/>
            <p:cNvSpPr/>
            <p:nvPr/>
          </p:nvSpPr>
          <p:spPr>
            <a:xfrm>
              <a:off x="3156445" y="1806796"/>
              <a:ext cx="2576" cy="2544"/>
            </a:xfrm>
            <a:custGeom>
              <a:avLst/>
              <a:gdLst/>
              <a:ahLst/>
              <a:cxnLst/>
              <a:rect l="l" t="t" r="r" b="b"/>
              <a:pathLst>
                <a:path w="81" h="80" extrusionOk="0">
                  <a:moveTo>
                    <a:pt x="80" y="0"/>
                  </a:moveTo>
                  <a:lnTo>
                    <a:pt x="80" y="0"/>
                  </a:lnTo>
                  <a:lnTo>
                    <a:pt x="80" y="0"/>
                  </a:lnTo>
                  <a:lnTo>
                    <a:pt x="64" y="0"/>
                  </a:lnTo>
                  <a:lnTo>
                    <a:pt x="32" y="16"/>
                  </a:lnTo>
                  <a:cubicBezTo>
                    <a:pt x="17" y="16"/>
                    <a:pt x="1" y="48"/>
                    <a:pt x="17" y="63"/>
                  </a:cubicBezTo>
                  <a:lnTo>
                    <a:pt x="32" y="79"/>
                  </a:lnTo>
                  <a:lnTo>
                    <a:pt x="49" y="79"/>
                  </a:lnTo>
                  <a:lnTo>
                    <a:pt x="64" y="79"/>
                  </a:lnTo>
                  <a:lnTo>
                    <a:pt x="64" y="79"/>
                  </a:lnTo>
                  <a:lnTo>
                    <a:pt x="64" y="63"/>
                  </a:lnTo>
                  <a:lnTo>
                    <a:pt x="64"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96" name="Google Shape;796;p35"/>
            <p:cNvSpPr/>
            <p:nvPr/>
          </p:nvSpPr>
          <p:spPr>
            <a:xfrm>
              <a:off x="3414532" y="1779731"/>
              <a:ext cx="5534" cy="2544"/>
            </a:xfrm>
            <a:custGeom>
              <a:avLst/>
              <a:gdLst/>
              <a:ahLst/>
              <a:cxnLst/>
              <a:rect l="l" t="t" r="r" b="b"/>
              <a:pathLst>
                <a:path w="174" h="80" extrusionOk="0">
                  <a:moveTo>
                    <a:pt x="127" y="0"/>
                  </a:moveTo>
                  <a:lnTo>
                    <a:pt x="127" y="0"/>
                  </a:lnTo>
                  <a:lnTo>
                    <a:pt x="127" y="0"/>
                  </a:lnTo>
                  <a:lnTo>
                    <a:pt x="95" y="0"/>
                  </a:lnTo>
                  <a:lnTo>
                    <a:pt x="32" y="17"/>
                  </a:lnTo>
                  <a:lnTo>
                    <a:pt x="32" y="17"/>
                  </a:lnTo>
                  <a:lnTo>
                    <a:pt x="32" y="17"/>
                  </a:lnTo>
                  <a:lnTo>
                    <a:pt x="32" y="32"/>
                  </a:lnTo>
                  <a:cubicBezTo>
                    <a:pt x="32" y="48"/>
                    <a:pt x="16" y="48"/>
                    <a:pt x="0" y="63"/>
                  </a:cubicBezTo>
                  <a:lnTo>
                    <a:pt x="16" y="63"/>
                  </a:lnTo>
                  <a:cubicBezTo>
                    <a:pt x="16" y="80"/>
                    <a:pt x="32" y="80"/>
                    <a:pt x="32" y="80"/>
                  </a:cubicBezTo>
                  <a:lnTo>
                    <a:pt x="47" y="80"/>
                  </a:lnTo>
                  <a:lnTo>
                    <a:pt x="47" y="80"/>
                  </a:lnTo>
                  <a:lnTo>
                    <a:pt x="142" y="63"/>
                  </a:lnTo>
                  <a:lnTo>
                    <a:pt x="142" y="63"/>
                  </a:lnTo>
                  <a:cubicBezTo>
                    <a:pt x="158" y="48"/>
                    <a:pt x="173" y="32"/>
                    <a:pt x="158" y="17"/>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97" name="Google Shape;797;p35"/>
            <p:cNvSpPr/>
            <p:nvPr/>
          </p:nvSpPr>
          <p:spPr>
            <a:xfrm>
              <a:off x="3437049" y="1767709"/>
              <a:ext cx="4039" cy="4039"/>
            </a:xfrm>
            <a:custGeom>
              <a:avLst/>
              <a:gdLst/>
              <a:ahLst/>
              <a:cxnLst/>
              <a:rect l="l" t="t" r="r" b="b"/>
              <a:pathLst>
                <a:path w="127" h="127" extrusionOk="0">
                  <a:moveTo>
                    <a:pt x="127" y="0"/>
                  </a:moveTo>
                  <a:lnTo>
                    <a:pt x="64" y="17"/>
                  </a:lnTo>
                  <a:lnTo>
                    <a:pt x="80" y="17"/>
                  </a:lnTo>
                  <a:cubicBezTo>
                    <a:pt x="80" y="32"/>
                    <a:pt x="80" y="63"/>
                    <a:pt x="49" y="63"/>
                  </a:cubicBezTo>
                  <a:lnTo>
                    <a:pt x="49" y="63"/>
                  </a:lnTo>
                  <a:cubicBezTo>
                    <a:pt x="32" y="63"/>
                    <a:pt x="17" y="63"/>
                    <a:pt x="17" y="48"/>
                  </a:cubicBezTo>
                  <a:lnTo>
                    <a:pt x="1" y="48"/>
                  </a:lnTo>
                  <a:lnTo>
                    <a:pt x="1" y="95"/>
                  </a:lnTo>
                  <a:cubicBezTo>
                    <a:pt x="17" y="111"/>
                    <a:pt x="32" y="126"/>
                    <a:pt x="49" y="126"/>
                  </a:cubicBezTo>
                  <a:lnTo>
                    <a:pt x="80" y="126"/>
                  </a:lnTo>
                  <a:cubicBezTo>
                    <a:pt x="95" y="111"/>
                    <a:pt x="112" y="95"/>
                    <a:pt x="112" y="80"/>
                  </a:cubicBezTo>
                  <a:cubicBezTo>
                    <a:pt x="95" y="63"/>
                    <a:pt x="95" y="63"/>
                    <a:pt x="80" y="63"/>
                  </a:cubicBezTo>
                  <a:lnTo>
                    <a:pt x="95" y="48"/>
                  </a:lnTo>
                  <a:cubicBezTo>
                    <a:pt x="95" y="48"/>
                    <a:pt x="112" y="48"/>
                    <a:pt x="112" y="32"/>
                  </a:cubicBezTo>
                  <a:cubicBezTo>
                    <a:pt x="127" y="32"/>
                    <a:pt x="127"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98" name="Google Shape;798;p35"/>
            <p:cNvSpPr/>
            <p:nvPr/>
          </p:nvSpPr>
          <p:spPr>
            <a:xfrm>
              <a:off x="3190538" y="1786727"/>
              <a:ext cx="4039" cy="2576"/>
            </a:xfrm>
            <a:custGeom>
              <a:avLst/>
              <a:gdLst/>
              <a:ahLst/>
              <a:cxnLst/>
              <a:rect l="l" t="t" r="r" b="b"/>
              <a:pathLst>
                <a:path w="127" h="81" extrusionOk="0">
                  <a:moveTo>
                    <a:pt x="95" y="1"/>
                  </a:moveTo>
                  <a:lnTo>
                    <a:pt x="79" y="1"/>
                  </a:lnTo>
                  <a:lnTo>
                    <a:pt x="79" y="1"/>
                  </a:lnTo>
                  <a:lnTo>
                    <a:pt x="32" y="17"/>
                  </a:lnTo>
                  <a:lnTo>
                    <a:pt x="32" y="17"/>
                  </a:lnTo>
                  <a:cubicBezTo>
                    <a:pt x="16" y="17"/>
                    <a:pt x="0" y="32"/>
                    <a:pt x="0" y="49"/>
                  </a:cubicBezTo>
                  <a:lnTo>
                    <a:pt x="0" y="49"/>
                  </a:lnTo>
                  <a:lnTo>
                    <a:pt x="32" y="49"/>
                  </a:lnTo>
                  <a:lnTo>
                    <a:pt x="32" y="49"/>
                  </a:lnTo>
                  <a:lnTo>
                    <a:pt x="48" y="49"/>
                  </a:lnTo>
                  <a:cubicBezTo>
                    <a:pt x="48" y="49"/>
                    <a:pt x="63" y="64"/>
                    <a:pt x="63" y="80"/>
                  </a:cubicBezTo>
                  <a:lnTo>
                    <a:pt x="95" y="64"/>
                  </a:lnTo>
                  <a:cubicBezTo>
                    <a:pt x="111" y="64"/>
                    <a:pt x="126" y="49"/>
                    <a:pt x="126"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799" name="Google Shape;799;p35"/>
            <p:cNvSpPr/>
            <p:nvPr/>
          </p:nvSpPr>
          <p:spPr>
            <a:xfrm>
              <a:off x="3431038" y="1768218"/>
              <a:ext cx="4039" cy="6042"/>
            </a:xfrm>
            <a:custGeom>
              <a:avLst/>
              <a:gdLst/>
              <a:ahLst/>
              <a:cxnLst/>
              <a:rect l="l" t="t" r="r" b="b"/>
              <a:pathLst>
                <a:path w="127" h="190" extrusionOk="0">
                  <a:moveTo>
                    <a:pt x="49" y="1"/>
                  </a:moveTo>
                  <a:cubicBezTo>
                    <a:pt x="32" y="1"/>
                    <a:pt x="17" y="16"/>
                    <a:pt x="17" y="16"/>
                  </a:cubicBezTo>
                  <a:lnTo>
                    <a:pt x="17" y="32"/>
                  </a:lnTo>
                  <a:cubicBezTo>
                    <a:pt x="17" y="47"/>
                    <a:pt x="1" y="64"/>
                    <a:pt x="17" y="95"/>
                  </a:cubicBezTo>
                  <a:lnTo>
                    <a:pt x="17" y="95"/>
                  </a:lnTo>
                  <a:cubicBezTo>
                    <a:pt x="17" y="110"/>
                    <a:pt x="17" y="110"/>
                    <a:pt x="32" y="127"/>
                  </a:cubicBezTo>
                  <a:lnTo>
                    <a:pt x="32" y="158"/>
                  </a:lnTo>
                  <a:cubicBezTo>
                    <a:pt x="49" y="158"/>
                    <a:pt x="49" y="173"/>
                    <a:pt x="49" y="173"/>
                  </a:cubicBezTo>
                  <a:cubicBezTo>
                    <a:pt x="49" y="190"/>
                    <a:pt x="64" y="190"/>
                    <a:pt x="80" y="190"/>
                  </a:cubicBezTo>
                  <a:lnTo>
                    <a:pt x="95" y="190"/>
                  </a:lnTo>
                  <a:cubicBezTo>
                    <a:pt x="112" y="173"/>
                    <a:pt x="127" y="158"/>
                    <a:pt x="112" y="142"/>
                  </a:cubicBezTo>
                  <a:lnTo>
                    <a:pt x="112" y="142"/>
                  </a:lnTo>
                  <a:cubicBezTo>
                    <a:pt x="112" y="127"/>
                    <a:pt x="95" y="127"/>
                    <a:pt x="95" y="127"/>
                  </a:cubicBezTo>
                  <a:cubicBezTo>
                    <a:pt x="95" y="95"/>
                    <a:pt x="80" y="79"/>
                    <a:pt x="80" y="64"/>
                  </a:cubicBezTo>
                  <a:lnTo>
                    <a:pt x="80" y="64"/>
                  </a:lnTo>
                  <a:lnTo>
                    <a:pt x="80" y="32"/>
                  </a:lnTo>
                  <a:lnTo>
                    <a:pt x="80" y="32"/>
                  </a:lnTo>
                  <a:lnTo>
                    <a:pt x="80" y="32"/>
                  </a:lnTo>
                  <a:cubicBezTo>
                    <a:pt x="80" y="32"/>
                    <a:pt x="64" y="32"/>
                    <a:pt x="64" y="16"/>
                  </a:cubicBezTo>
                  <a:cubicBezTo>
                    <a:pt x="49" y="16"/>
                    <a:pt x="49" y="1"/>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00" name="Google Shape;800;p35"/>
            <p:cNvSpPr/>
            <p:nvPr/>
          </p:nvSpPr>
          <p:spPr>
            <a:xfrm>
              <a:off x="3308784" y="1780239"/>
              <a:ext cx="5565" cy="4516"/>
            </a:xfrm>
            <a:custGeom>
              <a:avLst/>
              <a:gdLst/>
              <a:ahLst/>
              <a:cxnLst/>
              <a:rect l="l" t="t" r="r" b="b"/>
              <a:pathLst>
                <a:path w="175" h="142" extrusionOk="0">
                  <a:moveTo>
                    <a:pt x="48" y="1"/>
                  </a:moveTo>
                  <a:lnTo>
                    <a:pt x="48" y="1"/>
                  </a:lnTo>
                  <a:cubicBezTo>
                    <a:pt x="32" y="1"/>
                    <a:pt x="17" y="1"/>
                    <a:pt x="17" y="16"/>
                  </a:cubicBezTo>
                  <a:cubicBezTo>
                    <a:pt x="0" y="32"/>
                    <a:pt x="17" y="47"/>
                    <a:pt x="32" y="64"/>
                  </a:cubicBezTo>
                  <a:lnTo>
                    <a:pt x="63" y="79"/>
                  </a:lnTo>
                  <a:lnTo>
                    <a:pt x="63" y="110"/>
                  </a:lnTo>
                  <a:lnTo>
                    <a:pt x="95" y="142"/>
                  </a:lnTo>
                  <a:lnTo>
                    <a:pt x="111" y="142"/>
                  </a:lnTo>
                  <a:lnTo>
                    <a:pt x="126" y="127"/>
                  </a:lnTo>
                  <a:lnTo>
                    <a:pt x="158" y="110"/>
                  </a:lnTo>
                  <a:cubicBezTo>
                    <a:pt x="174" y="110"/>
                    <a:pt x="174" y="95"/>
                    <a:pt x="174" y="79"/>
                  </a:cubicBezTo>
                  <a:lnTo>
                    <a:pt x="174" y="64"/>
                  </a:lnTo>
                  <a:cubicBezTo>
                    <a:pt x="174" y="64"/>
                    <a:pt x="174" y="47"/>
                    <a:pt x="158" y="47"/>
                  </a:cubicBezTo>
                  <a:lnTo>
                    <a:pt x="126"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01" name="Google Shape;801;p35"/>
            <p:cNvSpPr/>
            <p:nvPr/>
          </p:nvSpPr>
          <p:spPr>
            <a:xfrm>
              <a:off x="3416026" y="1769235"/>
              <a:ext cx="4039" cy="4039"/>
            </a:xfrm>
            <a:custGeom>
              <a:avLst/>
              <a:gdLst/>
              <a:ahLst/>
              <a:cxnLst/>
              <a:rect l="l" t="t" r="r" b="b"/>
              <a:pathLst>
                <a:path w="127" h="127" extrusionOk="0">
                  <a:moveTo>
                    <a:pt x="48" y="0"/>
                  </a:moveTo>
                  <a:lnTo>
                    <a:pt x="48" y="0"/>
                  </a:lnTo>
                  <a:cubicBezTo>
                    <a:pt x="32" y="0"/>
                    <a:pt x="16" y="15"/>
                    <a:pt x="16" y="32"/>
                  </a:cubicBezTo>
                  <a:lnTo>
                    <a:pt x="0" y="78"/>
                  </a:lnTo>
                  <a:cubicBezTo>
                    <a:pt x="0" y="78"/>
                    <a:pt x="0" y="95"/>
                    <a:pt x="16" y="110"/>
                  </a:cubicBezTo>
                  <a:lnTo>
                    <a:pt x="32" y="126"/>
                  </a:lnTo>
                  <a:lnTo>
                    <a:pt x="80" y="126"/>
                  </a:lnTo>
                  <a:lnTo>
                    <a:pt x="80" y="126"/>
                  </a:lnTo>
                  <a:lnTo>
                    <a:pt x="95" y="126"/>
                  </a:lnTo>
                  <a:cubicBezTo>
                    <a:pt x="111" y="126"/>
                    <a:pt x="126" y="126"/>
                    <a:pt x="126" y="110"/>
                  </a:cubicBezTo>
                  <a:cubicBezTo>
                    <a:pt x="126" y="78"/>
                    <a:pt x="111" y="63"/>
                    <a:pt x="95" y="63"/>
                  </a:cubicBezTo>
                  <a:lnTo>
                    <a:pt x="80" y="63"/>
                  </a:lnTo>
                  <a:lnTo>
                    <a:pt x="80" y="63"/>
                  </a:lnTo>
                  <a:lnTo>
                    <a:pt x="80" y="47"/>
                  </a:lnTo>
                  <a:lnTo>
                    <a:pt x="80" y="32"/>
                  </a:lnTo>
                  <a:cubicBezTo>
                    <a:pt x="80" y="15"/>
                    <a:pt x="80" y="15"/>
                    <a:pt x="63"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02" name="Google Shape;802;p35"/>
            <p:cNvSpPr/>
            <p:nvPr/>
          </p:nvSpPr>
          <p:spPr>
            <a:xfrm>
              <a:off x="3388961" y="1771716"/>
              <a:ext cx="5565" cy="5025"/>
            </a:xfrm>
            <a:custGeom>
              <a:avLst/>
              <a:gdLst/>
              <a:ahLst/>
              <a:cxnLst/>
              <a:rect l="l" t="t" r="r" b="b"/>
              <a:pathLst>
                <a:path w="175" h="158" extrusionOk="0">
                  <a:moveTo>
                    <a:pt x="143" y="0"/>
                  </a:moveTo>
                  <a:lnTo>
                    <a:pt x="126" y="0"/>
                  </a:lnTo>
                  <a:lnTo>
                    <a:pt x="111" y="17"/>
                  </a:lnTo>
                  <a:lnTo>
                    <a:pt x="80" y="80"/>
                  </a:lnTo>
                  <a:lnTo>
                    <a:pt x="80" y="80"/>
                  </a:lnTo>
                  <a:lnTo>
                    <a:pt x="48" y="80"/>
                  </a:lnTo>
                  <a:lnTo>
                    <a:pt x="32" y="80"/>
                  </a:lnTo>
                  <a:cubicBezTo>
                    <a:pt x="17" y="80"/>
                    <a:pt x="0" y="95"/>
                    <a:pt x="0" y="111"/>
                  </a:cubicBezTo>
                  <a:cubicBezTo>
                    <a:pt x="0" y="126"/>
                    <a:pt x="17" y="143"/>
                    <a:pt x="32" y="143"/>
                  </a:cubicBezTo>
                  <a:lnTo>
                    <a:pt x="48" y="143"/>
                  </a:lnTo>
                  <a:lnTo>
                    <a:pt x="63" y="143"/>
                  </a:lnTo>
                  <a:lnTo>
                    <a:pt x="80" y="143"/>
                  </a:lnTo>
                  <a:cubicBezTo>
                    <a:pt x="80" y="143"/>
                    <a:pt x="95" y="143"/>
                    <a:pt x="111" y="158"/>
                  </a:cubicBezTo>
                  <a:lnTo>
                    <a:pt x="126" y="143"/>
                  </a:lnTo>
                  <a:lnTo>
                    <a:pt x="143" y="95"/>
                  </a:lnTo>
                  <a:lnTo>
                    <a:pt x="174" y="48"/>
                  </a:lnTo>
                  <a:cubicBezTo>
                    <a:pt x="174" y="32"/>
                    <a:pt x="174" y="17"/>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03" name="Google Shape;803;p35"/>
            <p:cNvSpPr/>
            <p:nvPr/>
          </p:nvSpPr>
          <p:spPr>
            <a:xfrm>
              <a:off x="3421020" y="1774229"/>
              <a:ext cx="3562" cy="3530"/>
            </a:xfrm>
            <a:custGeom>
              <a:avLst/>
              <a:gdLst/>
              <a:ahLst/>
              <a:cxnLst/>
              <a:rect l="l" t="t" r="r" b="b"/>
              <a:pathLst>
                <a:path w="112" h="111" extrusionOk="0">
                  <a:moveTo>
                    <a:pt x="80" y="1"/>
                  </a:moveTo>
                  <a:lnTo>
                    <a:pt x="64" y="1"/>
                  </a:lnTo>
                  <a:cubicBezTo>
                    <a:pt x="64" y="1"/>
                    <a:pt x="64" y="16"/>
                    <a:pt x="49" y="16"/>
                  </a:cubicBezTo>
                  <a:lnTo>
                    <a:pt x="49" y="16"/>
                  </a:lnTo>
                  <a:lnTo>
                    <a:pt x="17" y="47"/>
                  </a:lnTo>
                  <a:cubicBezTo>
                    <a:pt x="1" y="47"/>
                    <a:pt x="1" y="64"/>
                    <a:pt x="1" y="64"/>
                  </a:cubicBezTo>
                  <a:lnTo>
                    <a:pt x="1" y="95"/>
                  </a:lnTo>
                  <a:cubicBezTo>
                    <a:pt x="17" y="110"/>
                    <a:pt x="17" y="110"/>
                    <a:pt x="32" y="110"/>
                  </a:cubicBezTo>
                  <a:cubicBezTo>
                    <a:pt x="32" y="110"/>
                    <a:pt x="49" y="110"/>
                    <a:pt x="49" y="95"/>
                  </a:cubicBezTo>
                  <a:lnTo>
                    <a:pt x="95" y="64"/>
                  </a:lnTo>
                  <a:cubicBezTo>
                    <a:pt x="112" y="47"/>
                    <a:pt x="112"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04" name="Google Shape;804;p35"/>
            <p:cNvSpPr/>
            <p:nvPr/>
          </p:nvSpPr>
          <p:spPr>
            <a:xfrm>
              <a:off x="3406994" y="1777727"/>
              <a:ext cx="3562" cy="2544"/>
            </a:xfrm>
            <a:custGeom>
              <a:avLst/>
              <a:gdLst/>
              <a:ahLst/>
              <a:cxnLst/>
              <a:rect l="l" t="t" r="r" b="b"/>
              <a:pathLst>
                <a:path w="112" h="80" extrusionOk="0">
                  <a:moveTo>
                    <a:pt x="32" y="0"/>
                  </a:moveTo>
                  <a:lnTo>
                    <a:pt x="32" y="0"/>
                  </a:lnTo>
                  <a:lnTo>
                    <a:pt x="32" y="0"/>
                  </a:lnTo>
                  <a:cubicBezTo>
                    <a:pt x="17" y="0"/>
                    <a:pt x="0" y="17"/>
                    <a:pt x="0" y="32"/>
                  </a:cubicBezTo>
                  <a:lnTo>
                    <a:pt x="0" y="32"/>
                  </a:lnTo>
                  <a:lnTo>
                    <a:pt x="0" y="48"/>
                  </a:lnTo>
                  <a:cubicBezTo>
                    <a:pt x="17" y="63"/>
                    <a:pt x="17" y="63"/>
                    <a:pt x="32" y="63"/>
                  </a:cubicBezTo>
                  <a:lnTo>
                    <a:pt x="48" y="63"/>
                  </a:lnTo>
                  <a:lnTo>
                    <a:pt x="80" y="80"/>
                  </a:lnTo>
                  <a:lnTo>
                    <a:pt x="80" y="80"/>
                  </a:lnTo>
                  <a:cubicBezTo>
                    <a:pt x="95" y="80"/>
                    <a:pt x="111" y="63"/>
                    <a:pt x="111" y="32"/>
                  </a:cubicBezTo>
                  <a:lnTo>
                    <a:pt x="111" y="32"/>
                  </a:lnTo>
                  <a:cubicBezTo>
                    <a:pt x="111" y="17"/>
                    <a:pt x="95" y="0"/>
                    <a:pt x="80" y="0"/>
                  </a:cubicBezTo>
                  <a:lnTo>
                    <a:pt x="80"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05" name="Google Shape;805;p35"/>
            <p:cNvSpPr/>
            <p:nvPr/>
          </p:nvSpPr>
          <p:spPr>
            <a:xfrm>
              <a:off x="3369434" y="1756196"/>
              <a:ext cx="3021" cy="3021"/>
            </a:xfrm>
            <a:custGeom>
              <a:avLst/>
              <a:gdLst/>
              <a:ahLst/>
              <a:cxnLst/>
              <a:rect l="l" t="t" r="r" b="b"/>
              <a:pathLst>
                <a:path w="95" h="95" extrusionOk="0">
                  <a:moveTo>
                    <a:pt x="63" y="0"/>
                  </a:moveTo>
                  <a:lnTo>
                    <a:pt x="63" y="0"/>
                  </a:lnTo>
                  <a:cubicBezTo>
                    <a:pt x="47" y="0"/>
                    <a:pt x="32" y="0"/>
                    <a:pt x="32" y="16"/>
                  </a:cubicBezTo>
                  <a:lnTo>
                    <a:pt x="0" y="47"/>
                  </a:lnTo>
                  <a:cubicBezTo>
                    <a:pt x="0" y="63"/>
                    <a:pt x="0" y="79"/>
                    <a:pt x="16" y="95"/>
                  </a:cubicBezTo>
                  <a:lnTo>
                    <a:pt x="32" y="95"/>
                  </a:lnTo>
                  <a:lnTo>
                    <a:pt x="63" y="95"/>
                  </a:lnTo>
                  <a:lnTo>
                    <a:pt x="79" y="63"/>
                  </a:lnTo>
                  <a:cubicBezTo>
                    <a:pt x="95" y="47"/>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06" name="Google Shape;806;p35"/>
            <p:cNvSpPr/>
            <p:nvPr/>
          </p:nvSpPr>
          <p:spPr>
            <a:xfrm>
              <a:off x="3092837" y="1793279"/>
              <a:ext cx="3498" cy="5502"/>
            </a:xfrm>
            <a:custGeom>
              <a:avLst/>
              <a:gdLst/>
              <a:ahLst/>
              <a:cxnLst/>
              <a:rect l="l" t="t" r="r" b="b"/>
              <a:pathLst>
                <a:path w="110" h="173" extrusionOk="0">
                  <a:moveTo>
                    <a:pt x="32" y="0"/>
                  </a:moveTo>
                  <a:lnTo>
                    <a:pt x="32" y="0"/>
                  </a:lnTo>
                  <a:lnTo>
                    <a:pt x="15" y="0"/>
                  </a:lnTo>
                  <a:cubicBezTo>
                    <a:pt x="0" y="15"/>
                    <a:pt x="0" y="32"/>
                    <a:pt x="0" y="47"/>
                  </a:cubicBezTo>
                  <a:lnTo>
                    <a:pt x="32" y="110"/>
                  </a:lnTo>
                  <a:lnTo>
                    <a:pt x="47" y="141"/>
                  </a:lnTo>
                  <a:cubicBezTo>
                    <a:pt x="47" y="158"/>
                    <a:pt x="63" y="173"/>
                    <a:pt x="78" y="173"/>
                  </a:cubicBezTo>
                  <a:lnTo>
                    <a:pt x="78" y="158"/>
                  </a:lnTo>
                  <a:cubicBezTo>
                    <a:pt x="110" y="158"/>
                    <a:pt x="110" y="141"/>
                    <a:pt x="110" y="126"/>
                  </a:cubicBezTo>
                  <a:lnTo>
                    <a:pt x="95" y="110"/>
                  </a:lnTo>
                  <a:lnTo>
                    <a:pt x="78" y="126"/>
                  </a:lnTo>
                  <a:lnTo>
                    <a:pt x="78" y="126"/>
                  </a:lnTo>
                  <a:cubicBezTo>
                    <a:pt x="47" y="126"/>
                    <a:pt x="32" y="95"/>
                    <a:pt x="47" y="78"/>
                  </a:cubicBezTo>
                  <a:lnTo>
                    <a:pt x="47" y="15"/>
                  </a:lnTo>
                  <a:lnTo>
                    <a:pt x="47"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07" name="Google Shape;807;p35"/>
            <p:cNvSpPr/>
            <p:nvPr/>
          </p:nvSpPr>
          <p:spPr>
            <a:xfrm>
              <a:off x="3392969" y="1801294"/>
              <a:ext cx="3021" cy="5025"/>
            </a:xfrm>
            <a:custGeom>
              <a:avLst/>
              <a:gdLst/>
              <a:ahLst/>
              <a:cxnLst/>
              <a:rect l="l" t="t" r="r" b="b"/>
              <a:pathLst>
                <a:path w="95" h="158" extrusionOk="0">
                  <a:moveTo>
                    <a:pt x="48" y="0"/>
                  </a:moveTo>
                  <a:lnTo>
                    <a:pt x="32" y="0"/>
                  </a:lnTo>
                  <a:cubicBezTo>
                    <a:pt x="32" y="0"/>
                    <a:pt x="17" y="0"/>
                    <a:pt x="17" y="16"/>
                  </a:cubicBezTo>
                  <a:cubicBezTo>
                    <a:pt x="17" y="16"/>
                    <a:pt x="0" y="16"/>
                    <a:pt x="17" y="32"/>
                  </a:cubicBezTo>
                  <a:lnTo>
                    <a:pt x="17" y="79"/>
                  </a:lnTo>
                  <a:lnTo>
                    <a:pt x="17" y="95"/>
                  </a:lnTo>
                  <a:cubicBezTo>
                    <a:pt x="32" y="95"/>
                    <a:pt x="32" y="110"/>
                    <a:pt x="17" y="126"/>
                  </a:cubicBezTo>
                  <a:lnTo>
                    <a:pt x="17" y="126"/>
                  </a:lnTo>
                  <a:cubicBezTo>
                    <a:pt x="17" y="142"/>
                    <a:pt x="32" y="158"/>
                    <a:pt x="48" y="158"/>
                  </a:cubicBezTo>
                  <a:lnTo>
                    <a:pt x="48" y="158"/>
                  </a:lnTo>
                  <a:lnTo>
                    <a:pt x="63" y="158"/>
                  </a:lnTo>
                  <a:cubicBezTo>
                    <a:pt x="80" y="158"/>
                    <a:pt x="95" y="142"/>
                    <a:pt x="95" y="126"/>
                  </a:cubicBezTo>
                  <a:lnTo>
                    <a:pt x="95" y="126"/>
                  </a:lnTo>
                  <a:lnTo>
                    <a:pt x="80" y="110"/>
                  </a:lnTo>
                  <a:lnTo>
                    <a:pt x="80" y="32"/>
                  </a:lnTo>
                  <a:lnTo>
                    <a:pt x="80" y="16"/>
                  </a:lnTo>
                  <a:lnTo>
                    <a:pt x="80" y="16"/>
                  </a:ln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08" name="Google Shape;808;p35"/>
            <p:cNvSpPr/>
            <p:nvPr/>
          </p:nvSpPr>
          <p:spPr>
            <a:xfrm>
              <a:off x="3332828" y="1807781"/>
              <a:ext cx="3053" cy="5057"/>
            </a:xfrm>
            <a:custGeom>
              <a:avLst/>
              <a:gdLst/>
              <a:ahLst/>
              <a:cxnLst/>
              <a:rect l="l" t="t" r="r" b="b"/>
              <a:pathLst>
                <a:path w="96" h="159" extrusionOk="0">
                  <a:moveTo>
                    <a:pt x="32" y="1"/>
                  </a:moveTo>
                  <a:lnTo>
                    <a:pt x="32" y="1"/>
                  </a:lnTo>
                  <a:lnTo>
                    <a:pt x="17" y="1"/>
                  </a:lnTo>
                  <a:cubicBezTo>
                    <a:pt x="1" y="1"/>
                    <a:pt x="1" y="32"/>
                    <a:pt x="1" y="48"/>
                  </a:cubicBezTo>
                  <a:lnTo>
                    <a:pt x="17" y="112"/>
                  </a:lnTo>
                  <a:lnTo>
                    <a:pt x="32" y="127"/>
                  </a:lnTo>
                  <a:cubicBezTo>
                    <a:pt x="32" y="143"/>
                    <a:pt x="49" y="158"/>
                    <a:pt x="64" y="158"/>
                  </a:cubicBezTo>
                  <a:lnTo>
                    <a:pt x="64" y="158"/>
                  </a:lnTo>
                  <a:lnTo>
                    <a:pt x="64" y="158"/>
                  </a:lnTo>
                  <a:cubicBezTo>
                    <a:pt x="80" y="143"/>
                    <a:pt x="95" y="127"/>
                    <a:pt x="95" y="112"/>
                  </a:cubicBezTo>
                  <a:lnTo>
                    <a:pt x="80" y="95"/>
                  </a:lnTo>
                  <a:lnTo>
                    <a:pt x="64" y="32"/>
                  </a:lnTo>
                  <a:cubicBezTo>
                    <a:pt x="64" y="17"/>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09" name="Google Shape;809;p35"/>
            <p:cNvSpPr/>
            <p:nvPr/>
          </p:nvSpPr>
          <p:spPr>
            <a:xfrm>
              <a:off x="3030184" y="1797286"/>
              <a:ext cx="3562" cy="2035"/>
            </a:xfrm>
            <a:custGeom>
              <a:avLst/>
              <a:gdLst/>
              <a:ahLst/>
              <a:cxnLst/>
              <a:rect l="l" t="t" r="r" b="b"/>
              <a:pathLst>
                <a:path w="112" h="64" extrusionOk="0">
                  <a:moveTo>
                    <a:pt x="17" y="0"/>
                  </a:moveTo>
                  <a:lnTo>
                    <a:pt x="17" y="0"/>
                  </a:lnTo>
                  <a:cubicBezTo>
                    <a:pt x="32" y="15"/>
                    <a:pt x="32" y="15"/>
                    <a:pt x="32" y="32"/>
                  </a:cubicBezTo>
                  <a:cubicBezTo>
                    <a:pt x="32" y="47"/>
                    <a:pt x="17" y="47"/>
                    <a:pt x="17" y="63"/>
                  </a:cubicBezTo>
                  <a:lnTo>
                    <a:pt x="0" y="63"/>
                  </a:lnTo>
                  <a:lnTo>
                    <a:pt x="17" y="63"/>
                  </a:lnTo>
                  <a:lnTo>
                    <a:pt x="80" y="63"/>
                  </a:lnTo>
                  <a:lnTo>
                    <a:pt x="80" y="63"/>
                  </a:lnTo>
                  <a:cubicBezTo>
                    <a:pt x="95" y="63"/>
                    <a:pt x="111" y="47"/>
                    <a:pt x="111" y="32"/>
                  </a:cubicBezTo>
                  <a:cubicBezTo>
                    <a:pt x="111" y="15"/>
                    <a:pt x="95" y="0"/>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10" name="Google Shape;810;p35"/>
            <p:cNvSpPr/>
            <p:nvPr/>
          </p:nvSpPr>
          <p:spPr>
            <a:xfrm>
              <a:off x="3178008" y="1780239"/>
              <a:ext cx="6042" cy="3530"/>
            </a:xfrm>
            <a:custGeom>
              <a:avLst/>
              <a:gdLst/>
              <a:ahLst/>
              <a:cxnLst/>
              <a:rect l="l" t="t" r="r" b="b"/>
              <a:pathLst>
                <a:path w="190" h="111" extrusionOk="0">
                  <a:moveTo>
                    <a:pt x="158" y="1"/>
                  </a:moveTo>
                  <a:lnTo>
                    <a:pt x="158" y="1"/>
                  </a:lnTo>
                  <a:lnTo>
                    <a:pt x="142" y="1"/>
                  </a:lnTo>
                  <a:cubicBezTo>
                    <a:pt x="127" y="1"/>
                    <a:pt x="110" y="16"/>
                    <a:pt x="110" y="16"/>
                  </a:cubicBezTo>
                  <a:cubicBezTo>
                    <a:pt x="95" y="32"/>
                    <a:pt x="79" y="32"/>
                    <a:pt x="79" y="32"/>
                  </a:cubicBezTo>
                  <a:lnTo>
                    <a:pt x="64" y="32"/>
                  </a:lnTo>
                  <a:lnTo>
                    <a:pt x="47" y="32"/>
                  </a:lnTo>
                  <a:cubicBezTo>
                    <a:pt x="32" y="32"/>
                    <a:pt x="16" y="32"/>
                    <a:pt x="16" y="47"/>
                  </a:cubicBezTo>
                  <a:cubicBezTo>
                    <a:pt x="1" y="64"/>
                    <a:pt x="1" y="79"/>
                    <a:pt x="16" y="95"/>
                  </a:cubicBezTo>
                  <a:lnTo>
                    <a:pt x="47" y="95"/>
                  </a:lnTo>
                  <a:cubicBezTo>
                    <a:pt x="64" y="110"/>
                    <a:pt x="64" y="110"/>
                    <a:pt x="79" y="110"/>
                  </a:cubicBezTo>
                  <a:cubicBezTo>
                    <a:pt x="95" y="110"/>
                    <a:pt x="110" y="95"/>
                    <a:pt x="127" y="95"/>
                  </a:cubicBezTo>
                  <a:cubicBezTo>
                    <a:pt x="127" y="79"/>
                    <a:pt x="142" y="79"/>
                    <a:pt x="142" y="79"/>
                  </a:cubicBezTo>
                  <a:cubicBezTo>
                    <a:pt x="158" y="64"/>
                    <a:pt x="158" y="64"/>
                    <a:pt x="173" y="64"/>
                  </a:cubicBezTo>
                  <a:cubicBezTo>
                    <a:pt x="190" y="47"/>
                    <a:pt x="190" y="32"/>
                    <a:pt x="190" y="16"/>
                  </a:cubicBezTo>
                  <a:cubicBezTo>
                    <a:pt x="190" y="16"/>
                    <a:pt x="190" y="1"/>
                    <a:pt x="17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11" name="Google Shape;811;p35"/>
            <p:cNvSpPr/>
            <p:nvPr/>
          </p:nvSpPr>
          <p:spPr>
            <a:xfrm>
              <a:off x="3417521" y="1803297"/>
              <a:ext cx="3530" cy="4039"/>
            </a:xfrm>
            <a:custGeom>
              <a:avLst/>
              <a:gdLst/>
              <a:ahLst/>
              <a:cxnLst/>
              <a:rect l="l" t="t" r="r" b="b"/>
              <a:pathLst>
                <a:path w="111" h="127" extrusionOk="0">
                  <a:moveTo>
                    <a:pt x="33" y="0"/>
                  </a:moveTo>
                  <a:lnTo>
                    <a:pt x="33" y="0"/>
                  </a:lnTo>
                  <a:cubicBezTo>
                    <a:pt x="16" y="0"/>
                    <a:pt x="1" y="16"/>
                    <a:pt x="1" y="32"/>
                  </a:cubicBezTo>
                  <a:lnTo>
                    <a:pt x="1" y="32"/>
                  </a:lnTo>
                  <a:lnTo>
                    <a:pt x="1" y="47"/>
                  </a:lnTo>
                  <a:lnTo>
                    <a:pt x="1" y="79"/>
                  </a:lnTo>
                  <a:cubicBezTo>
                    <a:pt x="1" y="95"/>
                    <a:pt x="1" y="95"/>
                    <a:pt x="16" y="110"/>
                  </a:cubicBezTo>
                  <a:lnTo>
                    <a:pt x="48" y="126"/>
                  </a:lnTo>
                  <a:lnTo>
                    <a:pt x="64" y="126"/>
                  </a:lnTo>
                  <a:lnTo>
                    <a:pt x="64" y="126"/>
                  </a:lnTo>
                  <a:lnTo>
                    <a:pt x="96" y="95"/>
                  </a:lnTo>
                  <a:lnTo>
                    <a:pt x="96" y="63"/>
                  </a:lnTo>
                  <a:lnTo>
                    <a:pt x="96" y="63"/>
                  </a:lnTo>
                  <a:lnTo>
                    <a:pt x="96" y="63"/>
                  </a:lnTo>
                  <a:lnTo>
                    <a:pt x="96" y="63"/>
                  </a:lnTo>
                  <a:cubicBezTo>
                    <a:pt x="111" y="47"/>
                    <a:pt x="96" y="32"/>
                    <a:pt x="79" y="16"/>
                  </a:cubicBezTo>
                  <a:lnTo>
                    <a:pt x="64" y="16"/>
                  </a:lnTo>
                  <a:lnTo>
                    <a:pt x="64" y="16"/>
                  </a:lnTo>
                  <a:cubicBezTo>
                    <a:pt x="64" y="0"/>
                    <a:pt x="48" y="0"/>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12" name="Google Shape;812;p35"/>
            <p:cNvSpPr/>
            <p:nvPr/>
          </p:nvSpPr>
          <p:spPr>
            <a:xfrm>
              <a:off x="3305286" y="1814810"/>
              <a:ext cx="5534" cy="3562"/>
            </a:xfrm>
            <a:custGeom>
              <a:avLst/>
              <a:gdLst/>
              <a:ahLst/>
              <a:cxnLst/>
              <a:rect l="l" t="t" r="r" b="b"/>
              <a:pathLst>
                <a:path w="174" h="112" extrusionOk="0">
                  <a:moveTo>
                    <a:pt x="127" y="0"/>
                  </a:moveTo>
                  <a:lnTo>
                    <a:pt x="127" y="0"/>
                  </a:lnTo>
                  <a:lnTo>
                    <a:pt x="127" y="0"/>
                  </a:lnTo>
                  <a:lnTo>
                    <a:pt x="110" y="17"/>
                  </a:lnTo>
                  <a:lnTo>
                    <a:pt x="79" y="32"/>
                  </a:lnTo>
                  <a:lnTo>
                    <a:pt x="47" y="32"/>
                  </a:lnTo>
                  <a:cubicBezTo>
                    <a:pt x="47" y="17"/>
                    <a:pt x="32" y="17"/>
                    <a:pt x="32" y="17"/>
                  </a:cubicBezTo>
                  <a:lnTo>
                    <a:pt x="32" y="17"/>
                  </a:lnTo>
                  <a:cubicBezTo>
                    <a:pt x="16" y="32"/>
                    <a:pt x="1" y="32"/>
                    <a:pt x="1" y="48"/>
                  </a:cubicBezTo>
                  <a:cubicBezTo>
                    <a:pt x="1" y="63"/>
                    <a:pt x="1" y="80"/>
                    <a:pt x="16" y="95"/>
                  </a:cubicBezTo>
                  <a:lnTo>
                    <a:pt x="32" y="95"/>
                  </a:lnTo>
                  <a:lnTo>
                    <a:pt x="79" y="111"/>
                  </a:lnTo>
                  <a:lnTo>
                    <a:pt x="95" y="111"/>
                  </a:lnTo>
                  <a:cubicBezTo>
                    <a:pt x="95" y="111"/>
                    <a:pt x="110" y="111"/>
                    <a:pt x="110" y="95"/>
                  </a:cubicBezTo>
                  <a:lnTo>
                    <a:pt x="158" y="63"/>
                  </a:lnTo>
                  <a:lnTo>
                    <a:pt x="158" y="48"/>
                  </a:lnTo>
                  <a:lnTo>
                    <a:pt x="173" y="48"/>
                  </a:lnTo>
                  <a:cubicBezTo>
                    <a:pt x="173" y="32"/>
                    <a:pt x="173" y="32"/>
                    <a:pt x="158" y="17"/>
                  </a:cubicBezTo>
                  <a:lnTo>
                    <a:pt x="158" y="17"/>
                  </a:lnTo>
                  <a:cubicBezTo>
                    <a:pt x="158" y="0"/>
                    <a:pt x="142"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13" name="Google Shape;813;p35"/>
            <p:cNvSpPr/>
            <p:nvPr/>
          </p:nvSpPr>
          <p:spPr>
            <a:xfrm>
              <a:off x="3329361" y="1773720"/>
              <a:ext cx="4516" cy="3562"/>
            </a:xfrm>
            <a:custGeom>
              <a:avLst/>
              <a:gdLst/>
              <a:ahLst/>
              <a:cxnLst/>
              <a:rect l="l" t="t" r="r" b="b"/>
              <a:pathLst>
                <a:path w="142" h="112" extrusionOk="0">
                  <a:moveTo>
                    <a:pt x="110" y="0"/>
                  </a:moveTo>
                  <a:cubicBezTo>
                    <a:pt x="95" y="0"/>
                    <a:pt x="78" y="17"/>
                    <a:pt x="78" y="32"/>
                  </a:cubicBezTo>
                  <a:lnTo>
                    <a:pt x="78" y="32"/>
                  </a:lnTo>
                  <a:lnTo>
                    <a:pt x="78" y="32"/>
                  </a:lnTo>
                  <a:cubicBezTo>
                    <a:pt x="63" y="17"/>
                    <a:pt x="47" y="17"/>
                    <a:pt x="47" y="17"/>
                  </a:cubicBezTo>
                  <a:lnTo>
                    <a:pt x="32" y="17"/>
                  </a:lnTo>
                  <a:lnTo>
                    <a:pt x="32" y="17"/>
                  </a:lnTo>
                  <a:cubicBezTo>
                    <a:pt x="15" y="32"/>
                    <a:pt x="0" y="48"/>
                    <a:pt x="15" y="63"/>
                  </a:cubicBezTo>
                  <a:lnTo>
                    <a:pt x="15" y="80"/>
                  </a:lnTo>
                  <a:lnTo>
                    <a:pt x="47" y="111"/>
                  </a:lnTo>
                  <a:lnTo>
                    <a:pt x="63" y="111"/>
                  </a:lnTo>
                  <a:lnTo>
                    <a:pt x="78" y="111"/>
                  </a:lnTo>
                  <a:lnTo>
                    <a:pt x="78" y="111"/>
                  </a:lnTo>
                  <a:cubicBezTo>
                    <a:pt x="110" y="111"/>
                    <a:pt x="126" y="95"/>
                    <a:pt x="141" y="63"/>
                  </a:cubicBezTo>
                  <a:lnTo>
                    <a:pt x="141" y="48"/>
                  </a:lnTo>
                  <a:lnTo>
                    <a:pt x="141" y="17"/>
                  </a:lnTo>
                  <a:lnTo>
                    <a:pt x="126" y="17"/>
                  </a:lnTo>
                  <a:cubicBezTo>
                    <a:pt x="126" y="0"/>
                    <a:pt x="110"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14" name="Google Shape;814;p35"/>
            <p:cNvSpPr/>
            <p:nvPr/>
          </p:nvSpPr>
          <p:spPr>
            <a:xfrm>
              <a:off x="3332828" y="1793756"/>
              <a:ext cx="3562" cy="2544"/>
            </a:xfrm>
            <a:custGeom>
              <a:avLst/>
              <a:gdLst/>
              <a:ahLst/>
              <a:cxnLst/>
              <a:rect l="l" t="t" r="r" b="b"/>
              <a:pathLst>
                <a:path w="112" h="80" extrusionOk="0">
                  <a:moveTo>
                    <a:pt x="17" y="0"/>
                  </a:moveTo>
                  <a:lnTo>
                    <a:pt x="1" y="0"/>
                  </a:lnTo>
                  <a:lnTo>
                    <a:pt x="1" y="0"/>
                  </a:lnTo>
                  <a:cubicBezTo>
                    <a:pt x="17" y="17"/>
                    <a:pt x="17" y="32"/>
                    <a:pt x="1" y="48"/>
                  </a:cubicBezTo>
                  <a:lnTo>
                    <a:pt x="1" y="48"/>
                  </a:lnTo>
                  <a:lnTo>
                    <a:pt x="1" y="63"/>
                  </a:lnTo>
                  <a:cubicBezTo>
                    <a:pt x="17" y="63"/>
                    <a:pt x="49" y="80"/>
                    <a:pt x="64" y="80"/>
                  </a:cubicBezTo>
                  <a:cubicBezTo>
                    <a:pt x="64" y="80"/>
                    <a:pt x="80" y="63"/>
                    <a:pt x="95" y="63"/>
                  </a:cubicBezTo>
                  <a:lnTo>
                    <a:pt x="112" y="48"/>
                  </a:lnTo>
                  <a:cubicBezTo>
                    <a:pt x="95" y="48"/>
                    <a:pt x="80" y="48"/>
                    <a:pt x="80" y="32"/>
                  </a:cubicBezTo>
                  <a:cubicBezTo>
                    <a:pt x="64" y="17"/>
                    <a:pt x="64" y="0"/>
                    <a:pt x="64" y="0"/>
                  </a:cubicBezTo>
                  <a:lnTo>
                    <a:pt x="64" y="0"/>
                  </a:lnTo>
                  <a:lnTo>
                    <a:pt x="64" y="0"/>
                  </a:lnTo>
                  <a:lnTo>
                    <a:pt x="64"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15" name="Google Shape;815;p35"/>
            <p:cNvSpPr/>
            <p:nvPr/>
          </p:nvSpPr>
          <p:spPr>
            <a:xfrm>
              <a:off x="3244636" y="1801294"/>
              <a:ext cx="4039" cy="5534"/>
            </a:xfrm>
            <a:custGeom>
              <a:avLst/>
              <a:gdLst/>
              <a:ahLst/>
              <a:cxnLst/>
              <a:rect l="l" t="t" r="r" b="b"/>
              <a:pathLst>
                <a:path w="127" h="174" extrusionOk="0">
                  <a:moveTo>
                    <a:pt x="32" y="63"/>
                  </a:moveTo>
                  <a:lnTo>
                    <a:pt x="32" y="63"/>
                  </a:lnTo>
                  <a:lnTo>
                    <a:pt x="32" y="63"/>
                  </a:lnTo>
                  <a:close/>
                  <a:moveTo>
                    <a:pt x="32" y="0"/>
                  </a:moveTo>
                  <a:lnTo>
                    <a:pt x="32" y="0"/>
                  </a:lnTo>
                  <a:cubicBezTo>
                    <a:pt x="17" y="0"/>
                    <a:pt x="17" y="0"/>
                    <a:pt x="1" y="16"/>
                  </a:cubicBezTo>
                  <a:cubicBezTo>
                    <a:pt x="1" y="32"/>
                    <a:pt x="1" y="47"/>
                    <a:pt x="17" y="63"/>
                  </a:cubicBezTo>
                  <a:lnTo>
                    <a:pt x="32" y="63"/>
                  </a:lnTo>
                  <a:lnTo>
                    <a:pt x="49" y="63"/>
                  </a:lnTo>
                  <a:lnTo>
                    <a:pt x="49" y="79"/>
                  </a:lnTo>
                  <a:lnTo>
                    <a:pt x="49" y="95"/>
                  </a:lnTo>
                  <a:lnTo>
                    <a:pt x="49" y="95"/>
                  </a:lnTo>
                  <a:cubicBezTo>
                    <a:pt x="17" y="110"/>
                    <a:pt x="17" y="126"/>
                    <a:pt x="17" y="142"/>
                  </a:cubicBezTo>
                  <a:cubicBezTo>
                    <a:pt x="17" y="158"/>
                    <a:pt x="17" y="158"/>
                    <a:pt x="32" y="173"/>
                  </a:cubicBezTo>
                  <a:lnTo>
                    <a:pt x="49" y="173"/>
                  </a:lnTo>
                  <a:lnTo>
                    <a:pt x="49" y="173"/>
                  </a:lnTo>
                  <a:lnTo>
                    <a:pt x="49" y="173"/>
                  </a:lnTo>
                  <a:cubicBezTo>
                    <a:pt x="80" y="173"/>
                    <a:pt x="95" y="158"/>
                    <a:pt x="112" y="142"/>
                  </a:cubicBezTo>
                  <a:lnTo>
                    <a:pt x="112" y="142"/>
                  </a:lnTo>
                  <a:cubicBezTo>
                    <a:pt x="127" y="110"/>
                    <a:pt x="112" y="79"/>
                    <a:pt x="112" y="63"/>
                  </a:cubicBezTo>
                  <a:lnTo>
                    <a:pt x="112" y="47"/>
                  </a:lnTo>
                  <a:cubicBezTo>
                    <a:pt x="112" y="47"/>
                    <a:pt x="112" y="32"/>
                    <a:pt x="95" y="32"/>
                  </a:cubicBezTo>
                  <a:cubicBezTo>
                    <a:pt x="95" y="16"/>
                    <a:pt x="80" y="16"/>
                    <a:pt x="64" y="0"/>
                  </a:cubicBezTo>
                  <a:lnTo>
                    <a:pt x="49"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16" name="Google Shape;816;p35"/>
            <p:cNvSpPr/>
            <p:nvPr/>
          </p:nvSpPr>
          <p:spPr>
            <a:xfrm>
              <a:off x="3245654" y="1803297"/>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17" name="Google Shape;817;p35"/>
            <p:cNvSpPr/>
            <p:nvPr/>
          </p:nvSpPr>
          <p:spPr>
            <a:xfrm>
              <a:off x="3048726" y="1821330"/>
              <a:ext cx="8046" cy="3530"/>
            </a:xfrm>
            <a:custGeom>
              <a:avLst/>
              <a:gdLst/>
              <a:ahLst/>
              <a:cxnLst/>
              <a:rect l="l" t="t" r="r" b="b"/>
              <a:pathLst>
                <a:path w="253" h="111" extrusionOk="0">
                  <a:moveTo>
                    <a:pt x="127" y="1"/>
                  </a:moveTo>
                  <a:lnTo>
                    <a:pt x="111" y="1"/>
                  </a:lnTo>
                  <a:lnTo>
                    <a:pt x="95" y="1"/>
                  </a:lnTo>
                  <a:cubicBezTo>
                    <a:pt x="79" y="16"/>
                    <a:pt x="47" y="16"/>
                    <a:pt x="32" y="16"/>
                  </a:cubicBezTo>
                  <a:cubicBezTo>
                    <a:pt x="16" y="32"/>
                    <a:pt x="16" y="32"/>
                    <a:pt x="1" y="32"/>
                  </a:cubicBezTo>
                  <a:lnTo>
                    <a:pt x="1" y="64"/>
                  </a:lnTo>
                  <a:cubicBezTo>
                    <a:pt x="1" y="79"/>
                    <a:pt x="16" y="95"/>
                    <a:pt x="32" y="95"/>
                  </a:cubicBezTo>
                  <a:lnTo>
                    <a:pt x="47" y="95"/>
                  </a:lnTo>
                  <a:lnTo>
                    <a:pt x="47" y="95"/>
                  </a:lnTo>
                  <a:cubicBezTo>
                    <a:pt x="64" y="79"/>
                    <a:pt x="79" y="79"/>
                    <a:pt x="95" y="79"/>
                  </a:cubicBezTo>
                  <a:lnTo>
                    <a:pt x="127" y="79"/>
                  </a:lnTo>
                  <a:cubicBezTo>
                    <a:pt x="142" y="79"/>
                    <a:pt x="158" y="79"/>
                    <a:pt x="190" y="95"/>
                  </a:cubicBezTo>
                  <a:cubicBezTo>
                    <a:pt x="190" y="110"/>
                    <a:pt x="190" y="110"/>
                    <a:pt x="205" y="110"/>
                  </a:cubicBezTo>
                  <a:lnTo>
                    <a:pt x="205" y="110"/>
                  </a:lnTo>
                  <a:cubicBezTo>
                    <a:pt x="221" y="110"/>
                    <a:pt x="221" y="110"/>
                    <a:pt x="237" y="95"/>
                  </a:cubicBezTo>
                  <a:cubicBezTo>
                    <a:pt x="253" y="95"/>
                    <a:pt x="253" y="64"/>
                    <a:pt x="237" y="47"/>
                  </a:cubicBezTo>
                  <a:cubicBezTo>
                    <a:pt x="221" y="32"/>
                    <a:pt x="205" y="32"/>
                    <a:pt x="190" y="16"/>
                  </a:cubicBezTo>
                  <a:cubicBezTo>
                    <a:pt x="174"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18" name="Google Shape;818;p35"/>
            <p:cNvSpPr/>
            <p:nvPr/>
          </p:nvSpPr>
          <p:spPr>
            <a:xfrm>
              <a:off x="3271701" y="1800276"/>
              <a:ext cx="3562" cy="3053"/>
            </a:xfrm>
            <a:custGeom>
              <a:avLst/>
              <a:gdLst/>
              <a:ahLst/>
              <a:cxnLst/>
              <a:rect l="l" t="t" r="r" b="b"/>
              <a:pathLst>
                <a:path w="112" h="96" extrusionOk="0">
                  <a:moveTo>
                    <a:pt x="63" y="1"/>
                  </a:moveTo>
                  <a:lnTo>
                    <a:pt x="63" y="1"/>
                  </a:lnTo>
                  <a:cubicBezTo>
                    <a:pt x="63" y="1"/>
                    <a:pt x="48" y="1"/>
                    <a:pt x="48" y="16"/>
                  </a:cubicBezTo>
                  <a:lnTo>
                    <a:pt x="17" y="48"/>
                  </a:lnTo>
                  <a:cubicBezTo>
                    <a:pt x="0" y="64"/>
                    <a:pt x="0" y="79"/>
                    <a:pt x="17" y="95"/>
                  </a:cubicBezTo>
                  <a:lnTo>
                    <a:pt x="48" y="95"/>
                  </a:lnTo>
                  <a:cubicBezTo>
                    <a:pt x="48" y="95"/>
                    <a:pt x="63" y="95"/>
                    <a:pt x="63" y="79"/>
                  </a:cubicBezTo>
                  <a:lnTo>
                    <a:pt x="95" y="48"/>
                  </a:lnTo>
                  <a:cubicBezTo>
                    <a:pt x="111"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19" name="Google Shape;819;p35"/>
            <p:cNvSpPr/>
            <p:nvPr/>
          </p:nvSpPr>
          <p:spPr>
            <a:xfrm>
              <a:off x="3390965" y="1803774"/>
              <a:ext cx="3021" cy="4039"/>
            </a:xfrm>
            <a:custGeom>
              <a:avLst/>
              <a:gdLst/>
              <a:ahLst/>
              <a:cxnLst/>
              <a:rect l="l" t="t" r="r" b="b"/>
              <a:pathLst>
                <a:path w="95" h="127" extrusionOk="0">
                  <a:moveTo>
                    <a:pt x="48" y="1"/>
                  </a:moveTo>
                  <a:lnTo>
                    <a:pt x="48" y="1"/>
                  </a:lnTo>
                  <a:lnTo>
                    <a:pt x="32" y="1"/>
                  </a:lnTo>
                  <a:lnTo>
                    <a:pt x="32" y="1"/>
                  </a:lnTo>
                  <a:lnTo>
                    <a:pt x="17" y="17"/>
                  </a:lnTo>
                  <a:cubicBezTo>
                    <a:pt x="17" y="17"/>
                    <a:pt x="0" y="17"/>
                    <a:pt x="0" y="32"/>
                  </a:cubicBezTo>
                  <a:lnTo>
                    <a:pt x="17" y="32"/>
                  </a:lnTo>
                  <a:cubicBezTo>
                    <a:pt x="32" y="48"/>
                    <a:pt x="48" y="64"/>
                    <a:pt x="32" y="80"/>
                  </a:cubicBezTo>
                  <a:cubicBezTo>
                    <a:pt x="32" y="95"/>
                    <a:pt x="17" y="95"/>
                    <a:pt x="0" y="95"/>
                  </a:cubicBezTo>
                  <a:lnTo>
                    <a:pt x="0" y="95"/>
                  </a:lnTo>
                  <a:cubicBezTo>
                    <a:pt x="0" y="111"/>
                    <a:pt x="0" y="111"/>
                    <a:pt x="17" y="127"/>
                  </a:cubicBezTo>
                  <a:lnTo>
                    <a:pt x="32" y="127"/>
                  </a:lnTo>
                  <a:lnTo>
                    <a:pt x="48" y="127"/>
                  </a:lnTo>
                  <a:cubicBezTo>
                    <a:pt x="63" y="127"/>
                    <a:pt x="63" y="111"/>
                    <a:pt x="63" y="95"/>
                  </a:cubicBezTo>
                  <a:lnTo>
                    <a:pt x="63" y="80"/>
                  </a:lnTo>
                  <a:lnTo>
                    <a:pt x="63" y="64"/>
                  </a:lnTo>
                  <a:lnTo>
                    <a:pt x="80" y="64"/>
                  </a:lnTo>
                  <a:lnTo>
                    <a:pt x="80" y="48"/>
                  </a:lnTo>
                  <a:cubicBezTo>
                    <a:pt x="95" y="32"/>
                    <a:pt x="95" y="17"/>
                    <a:pt x="80"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20" name="Google Shape;820;p35"/>
            <p:cNvSpPr/>
            <p:nvPr/>
          </p:nvSpPr>
          <p:spPr>
            <a:xfrm>
              <a:off x="3454095" y="1797763"/>
              <a:ext cx="3562" cy="5565"/>
            </a:xfrm>
            <a:custGeom>
              <a:avLst/>
              <a:gdLst/>
              <a:ahLst/>
              <a:cxnLst/>
              <a:rect l="l" t="t" r="r" b="b"/>
              <a:pathLst>
                <a:path w="112" h="175" extrusionOk="0">
                  <a:moveTo>
                    <a:pt x="64" y="0"/>
                  </a:moveTo>
                  <a:lnTo>
                    <a:pt x="64" y="0"/>
                  </a:lnTo>
                  <a:cubicBezTo>
                    <a:pt x="48" y="0"/>
                    <a:pt x="48" y="0"/>
                    <a:pt x="32" y="17"/>
                  </a:cubicBezTo>
                  <a:lnTo>
                    <a:pt x="1" y="127"/>
                  </a:lnTo>
                  <a:cubicBezTo>
                    <a:pt x="1" y="143"/>
                    <a:pt x="1" y="158"/>
                    <a:pt x="17" y="158"/>
                  </a:cubicBezTo>
                  <a:cubicBezTo>
                    <a:pt x="17" y="174"/>
                    <a:pt x="32" y="174"/>
                    <a:pt x="32" y="174"/>
                  </a:cubicBezTo>
                  <a:lnTo>
                    <a:pt x="48" y="174"/>
                  </a:lnTo>
                  <a:lnTo>
                    <a:pt x="64" y="174"/>
                  </a:lnTo>
                  <a:lnTo>
                    <a:pt x="80" y="174"/>
                  </a:lnTo>
                  <a:lnTo>
                    <a:pt x="80" y="174"/>
                  </a:lnTo>
                  <a:lnTo>
                    <a:pt x="80" y="174"/>
                  </a:lnTo>
                  <a:lnTo>
                    <a:pt x="80" y="174"/>
                  </a:lnTo>
                  <a:lnTo>
                    <a:pt x="80" y="174"/>
                  </a:lnTo>
                  <a:cubicBezTo>
                    <a:pt x="111" y="174"/>
                    <a:pt x="111" y="158"/>
                    <a:pt x="111" y="127"/>
                  </a:cubicBezTo>
                  <a:cubicBezTo>
                    <a:pt x="111" y="111"/>
                    <a:pt x="95" y="111"/>
                    <a:pt x="80" y="95"/>
                  </a:cubicBezTo>
                  <a:lnTo>
                    <a:pt x="111" y="32"/>
                  </a:ln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21" name="Google Shape;821;p35"/>
            <p:cNvSpPr/>
            <p:nvPr/>
          </p:nvSpPr>
          <p:spPr>
            <a:xfrm>
              <a:off x="3196549" y="1810803"/>
              <a:ext cx="3562" cy="3021"/>
            </a:xfrm>
            <a:custGeom>
              <a:avLst/>
              <a:gdLst/>
              <a:ahLst/>
              <a:cxnLst/>
              <a:rect l="l" t="t" r="r" b="b"/>
              <a:pathLst>
                <a:path w="112" h="95" extrusionOk="0">
                  <a:moveTo>
                    <a:pt x="32" y="0"/>
                  </a:moveTo>
                  <a:lnTo>
                    <a:pt x="32" y="0"/>
                  </a:lnTo>
                  <a:cubicBezTo>
                    <a:pt x="17" y="0"/>
                    <a:pt x="17" y="17"/>
                    <a:pt x="0" y="17"/>
                  </a:cubicBezTo>
                  <a:cubicBezTo>
                    <a:pt x="0" y="32"/>
                    <a:pt x="0" y="48"/>
                    <a:pt x="17" y="63"/>
                  </a:cubicBezTo>
                  <a:lnTo>
                    <a:pt x="48" y="95"/>
                  </a:lnTo>
                  <a:lnTo>
                    <a:pt x="63" y="95"/>
                  </a:lnTo>
                  <a:lnTo>
                    <a:pt x="95" y="95"/>
                  </a:lnTo>
                  <a:cubicBezTo>
                    <a:pt x="111" y="80"/>
                    <a:pt x="95" y="48"/>
                    <a:pt x="95" y="48"/>
                  </a:cubicBezTo>
                  <a:lnTo>
                    <a:pt x="48"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22" name="Google Shape;822;p35"/>
            <p:cNvSpPr/>
            <p:nvPr/>
          </p:nvSpPr>
          <p:spPr>
            <a:xfrm>
              <a:off x="3434059" y="1752666"/>
              <a:ext cx="4039" cy="3562"/>
            </a:xfrm>
            <a:custGeom>
              <a:avLst/>
              <a:gdLst/>
              <a:ahLst/>
              <a:cxnLst/>
              <a:rect l="l" t="t" r="r" b="b"/>
              <a:pathLst>
                <a:path w="127" h="112" extrusionOk="0">
                  <a:moveTo>
                    <a:pt x="17" y="0"/>
                  </a:moveTo>
                  <a:lnTo>
                    <a:pt x="0" y="17"/>
                  </a:lnTo>
                  <a:lnTo>
                    <a:pt x="0" y="17"/>
                  </a:lnTo>
                  <a:lnTo>
                    <a:pt x="0" y="17"/>
                  </a:lnTo>
                  <a:cubicBezTo>
                    <a:pt x="0" y="48"/>
                    <a:pt x="0" y="80"/>
                    <a:pt x="32" y="95"/>
                  </a:cubicBezTo>
                  <a:cubicBezTo>
                    <a:pt x="32" y="95"/>
                    <a:pt x="48" y="111"/>
                    <a:pt x="63" y="111"/>
                  </a:cubicBezTo>
                  <a:lnTo>
                    <a:pt x="63" y="111"/>
                  </a:lnTo>
                  <a:lnTo>
                    <a:pt x="95" y="111"/>
                  </a:lnTo>
                  <a:cubicBezTo>
                    <a:pt x="111" y="111"/>
                    <a:pt x="126" y="80"/>
                    <a:pt x="111" y="64"/>
                  </a:cubicBezTo>
                  <a:cubicBezTo>
                    <a:pt x="111" y="48"/>
                    <a:pt x="111" y="48"/>
                    <a:pt x="95" y="48"/>
                  </a:cubicBezTo>
                  <a:lnTo>
                    <a:pt x="63" y="48"/>
                  </a:lnTo>
                  <a:lnTo>
                    <a:pt x="63" y="48"/>
                  </a:lnTo>
                  <a:cubicBezTo>
                    <a:pt x="63" y="48"/>
                    <a:pt x="48" y="48"/>
                    <a:pt x="48" y="32"/>
                  </a:cubicBezTo>
                  <a:lnTo>
                    <a:pt x="1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23" name="Google Shape;823;p35"/>
            <p:cNvSpPr/>
            <p:nvPr/>
          </p:nvSpPr>
          <p:spPr>
            <a:xfrm>
              <a:off x="3397485" y="1797763"/>
              <a:ext cx="4039" cy="3562"/>
            </a:xfrm>
            <a:custGeom>
              <a:avLst/>
              <a:gdLst/>
              <a:ahLst/>
              <a:cxnLst/>
              <a:rect l="l" t="t" r="r" b="b"/>
              <a:pathLst>
                <a:path w="127" h="112" extrusionOk="0">
                  <a:moveTo>
                    <a:pt x="95" y="0"/>
                  </a:moveTo>
                  <a:lnTo>
                    <a:pt x="95" y="0"/>
                  </a:lnTo>
                  <a:cubicBezTo>
                    <a:pt x="79" y="0"/>
                    <a:pt x="79" y="17"/>
                    <a:pt x="64" y="17"/>
                  </a:cubicBezTo>
                  <a:lnTo>
                    <a:pt x="64" y="32"/>
                  </a:lnTo>
                  <a:lnTo>
                    <a:pt x="64" y="32"/>
                  </a:lnTo>
                  <a:lnTo>
                    <a:pt x="47" y="32"/>
                  </a:lnTo>
                  <a:lnTo>
                    <a:pt x="32" y="32"/>
                  </a:lnTo>
                  <a:cubicBezTo>
                    <a:pt x="32" y="32"/>
                    <a:pt x="16" y="32"/>
                    <a:pt x="16" y="48"/>
                  </a:cubicBezTo>
                  <a:cubicBezTo>
                    <a:pt x="1" y="64"/>
                    <a:pt x="16" y="80"/>
                    <a:pt x="32" y="95"/>
                  </a:cubicBezTo>
                  <a:lnTo>
                    <a:pt x="32" y="95"/>
                  </a:lnTo>
                  <a:lnTo>
                    <a:pt x="47" y="111"/>
                  </a:lnTo>
                  <a:lnTo>
                    <a:pt x="64" y="111"/>
                  </a:lnTo>
                  <a:lnTo>
                    <a:pt x="64" y="111"/>
                  </a:lnTo>
                  <a:lnTo>
                    <a:pt x="64" y="111"/>
                  </a:lnTo>
                  <a:cubicBezTo>
                    <a:pt x="79" y="111"/>
                    <a:pt x="79" y="111"/>
                    <a:pt x="95" y="95"/>
                  </a:cubicBezTo>
                  <a:lnTo>
                    <a:pt x="95" y="95"/>
                  </a:lnTo>
                  <a:lnTo>
                    <a:pt x="127" y="64"/>
                  </a:lnTo>
                  <a:lnTo>
                    <a:pt x="127" y="64"/>
                  </a:lnTo>
                  <a:lnTo>
                    <a:pt x="127" y="17"/>
                  </a:lnTo>
                  <a:lnTo>
                    <a:pt x="110" y="17"/>
                  </a:lnTo>
                  <a:cubicBezTo>
                    <a:pt x="110"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24" name="Google Shape;824;p35"/>
            <p:cNvSpPr/>
            <p:nvPr/>
          </p:nvSpPr>
          <p:spPr>
            <a:xfrm>
              <a:off x="3058235" y="1825814"/>
              <a:ext cx="3053" cy="4039"/>
            </a:xfrm>
            <a:custGeom>
              <a:avLst/>
              <a:gdLst/>
              <a:ahLst/>
              <a:cxnLst/>
              <a:rect l="l" t="t" r="r" b="b"/>
              <a:pathLst>
                <a:path w="96" h="127" extrusionOk="0">
                  <a:moveTo>
                    <a:pt x="17" y="1"/>
                  </a:moveTo>
                  <a:cubicBezTo>
                    <a:pt x="1" y="1"/>
                    <a:pt x="1" y="17"/>
                    <a:pt x="1" y="17"/>
                  </a:cubicBezTo>
                  <a:lnTo>
                    <a:pt x="1" y="32"/>
                  </a:lnTo>
                  <a:lnTo>
                    <a:pt x="1" y="49"/>
                  </a:lnTo>
                  <a:lnTo>
                    <a:pt x="1" y="80"/>
                  </a:lnTo>
                  <a:cubicBezTo>
                    <a:pt x="1" y="95"/>
                    <a:pt x="1" y="112"/>
                    <a:pt x="17" y="112"/>
                  </a:cubicBezTo>
                  <a:lnTo>
                    <a:pt x="48" y="127"/>
                  </a:lnTo>
                  <a:lnTo>
                    <a:pt x="48" y="127"/>
                  </a:lnTo>
                  <a:lnTo>
                    <a:pt x="64" y="127"/>
                  </a:lnTo>
                  <a:cubicBezTo>
                    <a:pt x="64" y="127"/>
                    <a:pt x="80" y="127"/>
                    <a:pt x="95" y="112"/>
                  </a:cubicBezTo>
                  <a:cubicBezTo>
                    <a:pt x="95" y="95"/>
                    <a:pt x="95" y="80"/>
                    <a:pt x="80" y="64"/>
                  </a:cubicBezTo>
                  <a:lnTo>
                    <a:pt x="80" y="64"/>
                  </a:lnTo>
                  <a:lnTo>
                    <a:pt x="64" y="64"/>
                  </a:lnTo>
                  <a:lnTo>
                    <a:pt x="64" y="64"/>
                  </a:lnTo>
                  <a:lnTo>
                    <a:pt x="64" y="32"/>
                  </a:lnTo>
                  <a:lnTo>
                    <a:pt x="64" y="1"/>
                  </a:lnTo>
                  <a:lnTo>
                    <a:pt x="32"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25" name="Google Shape;825;p35"/>
            <p:cNvSpPr/>
            <p:nvPr/>
          </p:nvSpPr>
          <p:spPr>
            <a:xfrm>
              <a:off x="3366922" y="1793279"/>
              <a:ext cx="5534" cy="4039"/>
            </a:xfrm>
            <a:custGeom>
              <a:avLst/>
              <a:gdLst/>
              <a:ahLst/>
              <a:cxnLst/>
              <a:rect l="l" t="t" r="r" b="b"/>
              <a:pathLst>
                <a:path w="174" h="127" extrusionOk="0">
                  <a:moveTo>
                    <a:pt x="32" y="0"/>
                  </a:moveTo>
                  <a:lnTo>
                    <a:pt x="32" y="0"/>
                  </a:lnTo>
                  <a:cubicBezTo>
                    <a:pt x="16" y="0"/>
                    <a:pt x="0" y="15"/>
                    <a:pt x="0" y="32"/>
                  </a:cubicBezTo>
                  <a:lnTo>
                    <a:pt x="0" y="95"/>
                  </a:lnTo>
                  <a:cubicBezTo>
                    <a:pt x="0" y="110"/>
                    <a:pt x="16" y="126"/>
                    <a:pt x="32" y="126"/>
                  </a:cubicBezTo>
                  <a:lnTo>
                    <a:pt x="48" y="126"/>
                  </a:lnTo>
                  <a:lnTo>
                    <a:pt x="142" y="110"/>
                  </a:lnTo>
                  <a:cubicBezTo>
                    <a:pt x="158" y="110"/>
                    <a:pt x="174" y="95"/>
                    <a:pt x="174" y="78"/>
                  </a:cubicBezTo>
                  <a:cubicBezTo>
                    <a:pt x="174" y="47"/>
                    <a:pt x="158" y="47"/>
                    <a:pt x="142" y="47"/>
                  </a:cubicBezTo>
                  <a:lnTo>
                    <a:pt x="142" y="47"/>
                  </a:lnTo>
                  <a:lnTo>
                    <a:pt x="63" y="47"/>
                  </a:lnTo>
                  <a:lnTo>
                    <a:pt x="63" y="32"/>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26" name="Google Shape;826;p35"/>
            <p:cNvSpPr/>
            <p:nvPr/>
          </p:nvSpPr>
          <p:spPr>
            <a:xfrm>
              <a:off x="3356872" y="1800785"/>
              <a:ext cx="2576" cy="3530"/>
            </a:xfrm>
            <a:custGeom>
              <a:avLst/>
              <a:gdLst/>
              <a:ahLst/>
              <a:cxnLst/>
              <a:rect l="l" t="t" r="r" b="b"/>
              <a:pathLst>
                <a:path w="81" h="111" extrusionOk="0">
                  <a:moveTo>
                    <a:pt x="32" y="0"/>
                  </a:moveTo>
                  <a:lnTo>
                    <a:pt x="32" y="0"/>
                  </a:lnTo>
                  <a:lnTo>
                    <a:pt x="32" y="0"/>
                  </a:lnTo>
                  <a:lnTo>
                    <a:pt x="32" y="16"/>
                  </a:lnTo>
                  <a:cubicBezTo>
                    <a:pt x="32" y="16"/>
                    <a:pt x="32" y="32"/>
                    <a:pt x="17" y="32"/>
                  </a:cubicBezTo>
                  <a:lnTo>
                    <a:pt x="17" y="48"/>
                  </a:lnTo>
                  <a:cubicBezTo>
                    <a:pt x="32" y="63"/>
                    <a:pt x="32" y="79"/>
                    <a:pt x="17" y="95"/>
                  </a:cubicBezTo>
                  <a:lnTo>
                    <a:pt x="1" y="111"/>
                  </a:lnTo>
                  <a:lnTo>
                    <a:pt x="1" y="111"/>
                  </a:lnTo>
                  <a:lnTo>
                    <a:pt x="17" y="111"/>
                  </a:lnTo>
                  <a:lnTo>
                    <a:pt x="32" y="111"/>
                  </a:lnTo>
                  <a:cubicBezTo>
                    <a:pt x="49" y="111"/>
                    <a:pt x="49" y="111"/>
                    <a:pt x="64" y="95"/>
                  </a:cubicBezTo>
                  <a:lnTo>
                    <a:pt x="64" y="95"/>
                  </a:lnTo>
                  <a:lnTo>
                    <a:pt x="64" y="48"/>
                  </a:lnTo>
                  <a:cubicBezTo>
                    <a:pt x="80" y="32"/>
                    <a:pt x="64" y="32"/>
                    <a:pt x="64" y="16"/>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27" name="Google Shape;827;p35"/>
            <p:cNvSpPr/>
            <p:nvPr/>
          </p:nvSpPr>
          <p:spPr>
            <a:xfrm>
              <a:off x="3313301" y="1804792"/>
              <a:ext cx="4039" cy="2544"/>
            </a:xfrm>
            <a:custGeom>
              <a:avLst/>
              <a:gdLst/>
              <a:ahLst/>
              <a:cxnLst/>
              <a:rect l="l" t="t" r="r" b="b"/>
              <a:pathLst>
                <a:path w="127" h="80" extrusionOk="0">
                  <a:moveTo>
                    <a:pt x="47" y="0"/>
                  </a:moveTo>
                  <a:lnTo>
                    <a:pt x="47" y="0"/>
                  </a:lnTo>
                  <a:cubicBezTo>
                    <a:pt x="32" y="0"/>
                    <a:pt x="16" y="16"/>
                    <a:pt x="16" y="32"/>
                  </a:cubicBezTo>
                  <a:cubicBezTo>
                    <a:pt x="1" y="48"/>
                    <a:pt x="16" y="63"/>
                    <a:pt x="32" y="63"/>
                  </a:cubicBezTo>
                  <a:lnTo>
                    <a:pt x="79" y="79"/>
                  </a:lnTo>
                  <a:lnTo>
                    <a:pt x="95" y="79"/>
                  </a:lnTo>
                  <a:cubicBezTo>
                    <a:pt x="110" y="79"/>
                    <a:pt x="127" y="63"/>
                    <a:pt x="127" y="48"/>
                  </a:cubicBezTo>
                  <a:cubicBezTo>
                    <a:pt x="127" y="32"/>
                    <a:pt x="110" y="16"/>
                    <a:pt x="95"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28" name="Google Shape;828;p35"/>
            <p:cNvSpPr/>
            <p:nvPr/>
          </p:nvSpPr>
          <p:spPr>
            <a:xfrm>
              <a:off x="3422037" y="1790258"/>
              <a:ext cx="6551" cy="6042"/>
            </a:xfrm>
            <a:custGeom>
              <a:avLst/>
              <a:gdLst/>
              <a:ahLst/>
              <a:cxnLst/>
              <a:rect l="l" t="t" r="r" b="b"/>
              <a:pathLst>
                <a:path w="206" h="190" extrusionOk="0">
                  <a:moveTo>
                    <a:pt x="32" y="1"/>
                  </a:moveTo>
                  <a:lnTo>
                    <a:pt x="32" y="1"/>
                  </a:lnTo>
                  <a:lnTo>
                    <a:pt x="17" y="1"/>
                  </a:lnTo>
                  <a:cubicBezTo>
                    <a:pt x="0" y="1"/>
                    <a:pt x="0" y="16"/>
                    <a:pt x="0" y="16"/>
                  </a:cubicBezTo>
                  <a:cubicBezTo>
                    <a:pt x="0" y="32"/>
                    <a:pt x="0" y="64"/>
                    <a:pt x="17" y="64"/>
                  </a:cubicBezTo>
                  <a:lnTo>
                    <a:pt x="32" y="64"/>
                  </a:lnTo>
                  <a:lnTo>
                    <a:pt x="95" y="95"/>
                  </a:lnTo>
                  <a:lnTo>
                    <a:pt x="95" y="95"/>
                  </a:lnTo>
                  <a:lnTo>
                    <a:pt x="111" y="127"/>
                  </a:lnTo>
                  <a:lnTo>
                    <a:pt x="126" y="142"/>
                  </a:lnTo>
                  <a:lnTo>
                    <a:pt x="143" y="158"/>
                  </a:lnTo>
                  <a:lnTo>
                    <a:pt x="143" y="158"/>
                  </a:lnTo>
                  <a:cubicBezTo>
                    <a:pt x="143" y="173"/>
                    <a:pt x="158" y="190"/>
                    <a:pt x="174" y="190"/>
                  </a:cubicBezTo>
                  <a:lnTo>
                    <a:pt x="189" y="173"/>
                  </a:lnTo>
                  <a:cubicBezTo>
                    <a:pt x="189" y="173"/>
                    <a:pt x="206" y="158"/>
                    <a:pt x="206" y="142"/>
                  </a:cubicBezTo>
                  <a:lnTo>
                    <a:pt x="206" y="142"/>
                  </a:lnTo>
                  <a:lnTo>
                    <a:pt x="158" y="47"/>
                  </a:lnTo>
                  <a:lnTo>
                    <a:pt x="143" y="32"/>
                  </a:lnTo>
                  <a:lnTo>
                    <a:pt x="95" y="16"/>
                  </a:lnTo>
                  <a:lnTo>
                    <a:pt x="48"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29" name="Google Shape;829;p35"/>
            <p:cNvSpPr/>
            <p:nvPr/>
          </p:nvSpPr>
          <p:spPr>
            <a:xfrm>
              <a:off x="3401492" y="1786727"/>
              <a:ext cx="8046" cy="5057"/>
            </a:xfrm>
            <a:custGeom>
              <a:avLst/>
              <a:gdLst/>
              <a:ahLst/>
              <a:cxnLst/>
              <a:rect l="l" t="t" r="r" b="b"/>
              <a:pathLst>
                <a:path w="253" h="159" extrusionOk="0">
                  <a:moveTo>
                    <a:pt x="142" y="1"/>
                  </a:moveTo>
                  <a:lnTo>
                    <a:pt x="127" y="1"/>
                  </a:lnTo>
                  <a:cubicBezTo>
                    <a:pt x="127" y="1"/>
                    <a:pt x="110" y="1"/>
                    <a:pt x="110" y="17"/>
                  </a:cubicBezTo>
                  <a:lnTo>
                    <a:pt x="95" y="17"/>
                  </a:lnTo>
                  <a:lnTo>
                    <a:pt x="95" y="32"/>
                  </a:lnTo>
                  <a:lnTo>
                    <a:pt x="16" y="80"/>
                  </a:lnTo>
                  <a:lnTo>
                    <a:pt x="16" y="95"/>
                  </a:lnTo>
                  <a:cubicBezTo>
                    <a:pt x="1" y="95"/>
                    <a:pt x="1" y="127"/>
                    <a:pt x="1" y="143"/>
                  </a:cubicBezTo>
                  <a:cubicBezTo>
                    <a:pt x="16" y="143"/>
                    <a:pt x="32" y="158"/>
                    <a:pt x="32" y="158"/>
                  </a:cubicBezTo>
                  <a:cubicBezTo>
                    <a:pt x="47" y="158"/>
                    <a:pt x="47" y="143"/>
                    <a:pt x="64" y="143"/>
                  </a:cubicBezTo>
                  <a:lnTo>
                    <a:pt x="110" y="95"/>
                  </a:lnTo>
                  <a:lnTo>
                    <a:pt x="142" y="64"/>
                  </a:lnTo>
                  <a:lnTo>
                    <a:pt x="173" y="80"/>
                  </a:lnTo>
                  <a:lnTo>
                    <a:pt x="205" y="80"/>
                  </a:lnTo>
                  <a:lnTo>
                    <a:pt x="221" y="80"/>
                  </a:lnTo>
                  <a:lnTo>
                    <a:pt x="237" y="80"/>
                  </a:lnTo>
                  <a:cubicBezTo>
                    <a:pt x="237" y="64"/>
                    <a:pt x="253" y="64"/>
                    <a:pt x="253" y="49"/>
                  </a:cubicBezTo>
                  <a:cubicBezTo>
                    <a:pt x="253" y="32"/>
                    <a:pt x="237" y="17"/>
                    <a:pt x="221" y="17"/>
                  </a:cubicBezTo>
                  <a:lnTo>
                    <a:pt x="205" y="1"/>
                  </a:lnTo>
                  <a:lnTo>
                    <a:pt x="173" y="1"/>
                  </a:lnTo>
                  <a:lnTo>
                    <a:pt x="14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30" name="Google Shape;830;p35"/>
            <p:cNvSpPr/>
            <p:nvPr/>
          </p:nvSpPr>
          <p:spPr>
            <a:xfrm>
              <a:off x="3287253" y="1813792"/>
              <a:ext cx="5057" cy="3562"/>
            </a:xfrm>
            <a:custGeom>
              <a:avLst/>
              <a:gdLst/>
              <a:ahLst/>
              <a:cxnLst/>
              <a:rect l="l" t="t" r="r" b="b"/>
              <a:pathLst>
                <a:path w="159" h="112" extrusionOk="0">
                  <a:moveTo>
                    <a:pt x="158" y="1"/>
                  </a:moveTo>
                  <a:lnTo>
                    <a:pt x="142" y="1"/>
                  </a:lnTo>
                  <a:lnTo>
                    <a:pt x="127" y="17"/>
                  </a:lnTo>
                  <a:cubicBezTo>
                    <a:pt x="127" y="17"/>
                    <a:pt x="142" y="32"/>
                    <a:pt x="142" y="49"/>
                  </a:cubicBezTo>
                  <a:cubicBezTo>
                    <a:pt x="142" y="64"/>
                    <a:pt x="127" y="64"/>
                    <a:pt x="110" y="80"/>
                  </a:cubicBezTo>
                  <a:lnTo>
                    <a:pt x="95" y="95"/>
                  </a:lnTo>
                  <a:lnTo>
                    <a:pt x="79" y="95"/>
                  </a:lnTo>
                  <a:cubicBezTo>
                    <a:pt x="64" y="95"/>
                    <a:pt x="47" y="95"/>
                    <a:pt x="47" y="80"/>
                  </a:cubicBezTo>
                  <a:lnTo>
                    <a:pt x="32" y="49"/>
                  </a:lnTo>
                  <a:lnTo>
                    <a:pt x="32" y="49"/>
                  </a:lnTo>
                  <a:cubicBezTo>
                    <a:pt x="1" y="64"/>
                    <a:pt x="1" y="80"/>
                    <a:pt x="1" y="95"/>
                  </a:cubicBezTo>
                  <a:cubicBezTo>
                    <a:pt x="16" y="112"/>
                    <a:pt x="32" y="112"/>
                    <a:pt x="32" y="112"/>
                  </a:cubicBezTo>
                  <a:lnTo>
                    <a:pt x="47" y="112"/>
                  </a:lnTo>
                  <a:lnTo>
                    <a:pt x="95" y="95"/>
                  </a:lnTo>
                  <a:lnTo>
                    <a:pt x="95" y="95"/>
                  </a:lnTo>
                  <a:lnTo>
                    <a:pt x="142" y="80"/>
                  </a:lnTo>
                  <a:lnTo>
                    <a:pt x="158" y="64"/>
                  </a:lnTo>
                  <a:lnTo>
                    <a:pt x="158" y="49"/>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31" name="Google Shape;831;p35"/>
            <p:cNvSpPr/>
            <p:nvPr/>
          </p:nvSpPr>
          <p:spPr>
            <a:xfrm>
              <a:off x="3432055" y="1783261"/>
              <a:ext cx="8555" cy="6042"/>
            </a:xfrm>
            <a:custGeom>
              <a:avLst/>
              <a:gdLst/>
              <a:ahLst/>
              <a:cxnLst/>
              <a:rect l="l" t="t" r="r" b="b"/>
              <a:pathLst>
                <a:path w="269" h="190" extrusionOk="0">
                  <a:moveTo>
                    <a:pt x="48" y="0"/>
                  </a:moveTo>
                  <a:lnTo>
                    <a:pt x="48" y="0"/>
                  </a:lnTo>
                  <a:cubicBezTo>
                    <a:pt x="32" y="0"/>
                    <a:pt x="17" y="15"/>
                    <a:pt x="17" y="15"/>
                  </a:cubicBezTo>
                  <a:lnTo>
                    <a:pt x="17" y="32"/>
                  </a:lnTo>
                  <a:lnTo>
                    <a:pt x="0" y="63"/>
                  </a:lnTo>
                  <a:lnTo>
                    <a:pt x="0" y="63"/>
                  </a:lnTo>
                  <a:lnTo>
                    <a:pt x="0" y="78"/>
                  </a:lnTo>
                  <a:cubicBezTo>
                    <a:pt x="0" y="95"/>
                    <a:pt x="0" y="95"/>
                    <a:pt x="17" y="95"/>
                  </a:cubicBezTo>
                  <a:lnTo>
                    <a:pt x="17" y="95"/>
                  </a:lnTo>
                  <a:cubicBezTo>
                    <a:pt x="17" y="95"/>
                    <a:pt x="17" y="110"/>
                    <a:pt x="32" y="110"/>
                  </a:cubicBezTo>
                  <a:lnTo>
                    <a:pt x="48" y="110"/>
                  </a:lnTo>
                  <a:lnTo>
                    <a:pt x="63" y="110"/>
                  </a:lnTo>
                  <a:lnTo>
                    <a:pt x="80" y="110"/>
                  </a:lnTo>
                  <a:lnTo>
                    <a:pt x="111" y="110"/>
                  </a:lnTo>
                  <a:cubicBezTo>
                    <a:pt x="111" y="126"/>
                    <a:pt x="126" y="126"/>
                    <a:pt x="143" y="141"/>
                  </a:cubicBezTo>
                  <a:cubicBezTo>
                    <a:pt x="143" y="141"/>
                    <a:pt x="158" y="141"/>
                    <a:pt x="158" y="158"/>
                  </a:cubicBezTo>
                  <a:lnTo>
                    <a:pt x="158" y="158"/>
                  </a:lnTo>
                  <a:cubicBezTo>
                    <a:pt x="174" y="173"/>
                    <a:pt x="189" y="189"/>
                    <a:pt x="221" y="189"/>
                  </a:cubicBezTo>
                  <a:lnTo>
                    <a:pt x="221" y="189"/>
                  </a:lnTo>
                  <a:lnTo>
                    <a:pt x="237" y="189"/>
                  </a:lnTo>
                  <a:lnTo>
                    <a:pt x="252" y="189"/>
                  </a:lnTo>
                  <a:cubicBezTo>
                    <a:pt x="252" y="189"/>
                    <a:pt x="252" y="173"/>
                    <a:pt x="269" y="173"/>
                  </a:cubicBezTo>
                  <a:cubicBezTo>
                    <a:pt x="269" y="158"/>
                    <a:pt x="269" y="141"/>
                    <a:pt x="252" y="126"/>
                  </a:cubicBezTo>
                  <a:cubicBezTo>
                    <a:pt x="237" y="126"/>
                    <a:pt x="221" y="110"/>
                    <a:pt x="206" y="95"/>
                  </a:cubicBezTo>
                  <a:cubicBezTo>
                    <a:pt x="174" y="78"/>
                    <a:pt x="126" y="47"/>
                    <a:pt x="80" y="47"/>
                  </a:cubicBezTo>
                  <a:cubicBezTo>
                    <a:pt x="80" y="32"/>
                    <a:pt x="80"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32" name="Google Shape;832;p35"/>
            <p:cNvSpPr/>
            <p:nvPr/>
          </p:nvSpPr>
          <p:spPr>
            <a:xfrm>
              <a:off x="3157463" y="1813792"/>
              <a:ext cx="3021" cy="2576"/>
            </a:xfrm>
            <a:custGeom>
              <a:avLst/>
              <a:gdLst/>
              <a:ahLst/>
              <a:cxnLst/>
              <a:rect l="l" t="t" r="r" b="b"/>
              <a:pathLst>
                <a:path w="95" h="81" extrusionOk="0">
                  <a:moveTo>
                    <a:pt x="32" y="1"/>
                  </a:moveTo>
                  <a:lnTo>
                    <a:pt x="32" y="1"/>
                  </a:lnTo>
                  <a:lnTo>
                    <a:pt x="17" y="1"/>
                  </a:lnTo>
                  <a:cubicBezTo>
                    <a:pt x="17" y="1"/>
                    <a:pt x="0" y="17"/>
                    <a:pt x="0" y="32"/>
                  </a:cubicBezTo>
                  <a:lnTo>
                    <a:pt x="0" y="32"/>
                  </a:lnTo>
                  <a:cubicBezTo>
                    <a:pt x="0" y="49"/>
                    <a:pt x="0" y="64"/>
                    <a:pt x="17" y="64"/>
                  </a:cubicBezTo>
                  <a:lnTo>
                    <a:pt x="63" y="80"/>
                  </a:lnTo>
                  <a:lnTo>
                    <a:pt x="95" y="32"/>
                  </a:lnTo>
                  <a:lnTo>
                    <a:pt x="95"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33" name="Google Shape;833;p35"/>
            <p:cNvSpPr/>
            <p:nvPr/>
          </p:nvSpPr>
          <p:spPr>
            <a:xfrm>
              <a:off x="3161979" y="1819803"/>
              <a:ext cx="4039" cy="3053"/>
            </a:xfrm>
            <a:custGeom>
              <a:avLst/>
              <a:gdLst/>
              <a:ahLst/>
              <a:cxnLst/>
              <a:rect l="l" t="t" r="r" b="b"/>
              <a:pathLst>
                <a:path w="127" h="96" extrusionOk="0">
                  <a:moveTo>
                    <a:pt x="79" y="1"/>
                  </a:moveTo>
                  <a:lnTo>
                    <a:pt x="79" y="1"/>
                  </a:lnTo>
                  <a:lnTo>
                    <a:pt x="64" y="1"/>
                  </a:lnTo>
                  <a:lnTo>
                    <a:pt x="32" y="1"/>
                  </a:lnTo>
                  <a:cubicBezTo>
                    <a:pt x="47" y="17"/>
                    <a:pt x="47" y="32"/>
                    <a:pt x="47" y="49"/>
                  </a:cubicBezTo>
                  <a:cubicBezTo>
                    <a:pt x="47" y="64"/>
                    <a:pt x="32" y="64"/>
                    <a:pt x="16" y="64"/>
                  </a:cubicBezTo>
                  <a:lnTo>
                    <a:pt x="1" y="64"/>
                  </a:lnTo>
                  <a:lnTo>
                    <a:pt x="1" y="64"/>
                  </a:lnTo>
                  <a:cubicBezTo>
                    <a:pt x="1" y="80"/>
                    <a:pt x="16" y="80"/>
                    <a:pt x="16" y="80"/>
                  </a:cubicBezTo>
                  <a:lnTo>
                    <a:pt x="32" y="80"/>
                  </a:lnTo>
                  <a:lnTo>
                    <a:pt x="47" y="80"/>
                  </a:lnTo>
                  <a:lnTo>
                    <a:pt x="47" y="80"/>
                  </a:lnTo>
                  <a:cubicBezTo>
                    <a:pt x="64" y="80"/>
                    <a:pt x="64" y="80"/>
                    <a:pt x="64" y="95"/>
                  </a:cubicBezTo>
                  <a:lnTo>
                    <a:pt x="95" y="95"/>
                  </a:lnTo>
                  <a:lnTo>
                    <a:pt x="95" y="95"/>
                  </a:lnTo>
                  <a:cubicBezTo>
                    <a:pt x="110" y="95"/>
                    <a:pt x="127" y="64"/>
                    <a:pt x="127" y="49"/>
                  </a:cubicBezTo>
                  <a:lnTo>
                    <a:pt x="127" y="49"/>
                  </a:lnTo>
                  <a:lnTo>
                    <a:pt x="110"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34" name="Google Shape;834;p35"/>
            <p:cNvSpPr/>
            <p:nvPr/>
          </p:nvSpPr>
          <p:spPr>
            <a:xfrm>
              <a:off x="3026177" y="1796269"/>
              <a:ext cx="5025" cy="3530"/>
            </a:xfrm>
            <a:custGeom>
              <a:avLst/>
              <a:gdLst/>
              <a:ahLst/>
              <a:cxnLst/>
              <a:rect l="l" t="t" r="r" b="b"/>
              <a:pathLst>
                <a:path w="158" h="111" extrusionOk="0">
                  <a:moveTo>
                    <a:pt x="48" y="1"/>
                  </a:moveTo>
                  <a:lnTo>
                    <a:pt x="32" y="1"/>
                  </a:lnTo>
                  <a:lnTo>
                    <a:pt x="17" y="1"/>
                  </a:lnTo>
                  <a:lnTo>
                    <a:pt x="17" y="16"/>
                  </a:lnTo>
                  <a:cubicBezTo>
                    <a:pt x="0" y="32"/>
                    <a:pt x="17" y="47"/>
                    <a:pt x="17" y="47"/>
                  </a:cubicBezTo>
                  <a:lnTo>
                    <a:pt x="32" y="64"/>
                  </a:lnTo>
                  <a:lnTo>
                    <a:pt x="48" y="64"/>
                  </a:lnTo>
                  <a:cubicBezTo>
                    <a:pt x="48" y="79"/>
                    <a:pt x="48" y="79"/>
                    <a:pt x="63" y="95"/>
                  </a:cubicBezTo>
                  <a:cubicBezTo>
                    <a:pt x="63" y="111"/>
                    <a:pt x="80" y="111"/>
                    <a:pt x="80" y="111"/>
                  </a:cubicBezTo>
                  <a:lnTo>
                    <a:pt x="95" y="111"/>
                  </a:lnTo>
                  <a:lnTo>
                    <a:pt x="95" y="111"/>
                  </a:lnTo>
                  <a:lnTo>
                    <a:pt x="126" y="95"/>
                  </a:lnTo>
                  <a:lnTo>
                    <a:pt x="143" y="95"/>
                  </a:lnTo>
                  <a:cubicBezTo>
                    <a:pt x="143" y="79"/>
                    <a:pt x="158" y="79"/>
                    <a:pt x="158" y="64"/>
                  </a:cubicBezTo>
                  <a:cubicBezTo>
                    <a:pt x="158" y="47"/>
                    <a:pt x="158" y="47"/>
                    <a:pt x="143" y="32"/>
                  </a:cubicBezTo>
                  <a:lnTo>
                    <a:pt x="143" y="32"/>
                  </a:lnTo>
                  <a:lnTo>
                    <a:pt x="126" y="16"/>
                  </a:lnTo>
                  <a:lnTo>
                    <a:pt x="111" y="1"/>
                  </a:lnTo>
                  <a:lnTo>
                    <a:pt x="63"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35" name="Google Shape;835;p35"/>
            <p:cNvSpPr/>
            <p:nvPr/>
          </p:nvSpPr>
          <p:spPr>
            <a:xfrm>
              <a:off x="3087812" y="1788731"/>
              <a:ext cx="4039" cy="2035"/>
            </a:xfrm>
            <a:custGeom>
              <a:avLst/>
              <a:gdLst/>
              <a:ahLst/>
              <a:cxnLst/>
              <a:rect l="l" t="t" r="r" b="b"/>
              <a:pathLst>
                <a:path w="127" h="64" extrusionOk="0">
                  <a:moveTo>
                    <a:pt x="16" y="1"/>
                  </a:moveTo>
                  <a:lnTo>
                    <a:pt x="16" y="1"/>
                  </a:lnTo>
                  <a:lnTo>
                    <a:pt x="1" y="1"/>
                  </a:lnTo>
                  <a:cubicBezTo>
                    <a:pt x="16" y="1"/>
                    <a:pt x="32" y="17"/>
                    <a:pt x="32" y="32"/>
                  </a:cubicBezTo>
                  <a:cubicBezTo>
                    <a:pt x="47" y="49"/>
                    <a:pt x="32" y="64"/>
                    <a:pt x="16" y="64"/>
                  </a:cubicBezTo>
                  <a:lnTo>
                    <a:pt x="16" y="64"/>
                  </a:lnTo>
                  <a:lnTo>
                    <a:pt x="32" y="64"/>
                  </a:lnTo>
                  <a:lnTo>
                    <a:pt x="95" y="64"/>
                  </a:lnTo>
                  <a:cubicBezTo>
                    <a:pt x="110" y="64"/>
                    <a:pt x="127" y="49"/>
                    <a:pt x="127" y="32"/>
                  </a:cubicBezTo>
                  <a:cubicBezTo>
                    <a:pt x="127" y="17"/>
                    <a:pt x="110" y="17"/>
                    <a:pt x="110" y="1"/>
                  </a:cubicBezTo>
                  <a:lnTo>
                    <a:pt x="95"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36" name="Google Shape;836;p35"/>
            <p:cNvSpPr/>
            <p:nvPr/>
          </p:nvSpPr>
          <p:spPr>
            <a:xfrm>
              <a:off x="3446081" y="1808290"/>
              <a:ext cx="3562" cy="3530"/>
            </a:xfrm>
            <a:custGeom>
              <a:avLst/>
              <a:gdLst/>
              <a:ahLst/>
              <a:cxnLst/>
              <a:rect l="l" t="t" r="r" b="b"/>
              <a:pathLst>
                <a:path w="112" h="111" extrusionOk="0">
                  <a:moveTo>
                    <a:pt x="48" y="1"/>
                  </a:moveTo>
                  <a:lnTo>
                    <a:pt x="48" y="1"/>
                  </a:lnTo>
                  <a:lnTo>
                    <a:pt x="48" y="1"/>
                  </a:lnTo>
                  <a:cubicBezTo>
                    <a:pt x="32" y="1"/>
                    <a:pt x="32" y="16"/>
                    <a:pt x="17" y="16"/>
                  </a:cubicBezTo>
                  <a:lnTo>
                    <a:pt x="17" y="32"/>
                  </a:lnTo>
                  <a:lnTo>
                    <a:pt x="0" y="64"/>
                  </a:lnTo>
                  <a:lnTo>
                    <a:pt x="0" y="96"/>
                  </a:lnTo>
                  <a:lnTo>
                    <a:pt x="17" y="111"/>
                  </a:lnTo>
                  <a:lnTo>
                    <a:pt x="17" y="111"/>
                  </a:lnTo>
                  <a:lnTo>
                    <a:pt x="32" y="111"/>
                  </a:lnTo>
                  <a:lnTo>
                    <a:pt x="48" y="111"/>
                  </a:lnTo>
                  <a:lnTo>
                    <a:pt x="80" y="96"/>
                  </a:lnTo>
                  <a:lnTo>
                    <a:pt x="95" y="96"/>
                  </a:lnTo>
                  <a:cubicBezTo>
                    <a:pt x="111" y="79"/>
                    <a:pt x="111" y="64"/>
                    <a:pt x="95" y="48"/>
                  </a:cubicBez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37" name="Google Shape;837;p35"/>
            <p:cNvSpPr/>
            <p:nvPr/>
          </p:nvSpPr>
          <p:spPr>
            <a:xfrm>
              <a:off x="3429034" y="1808290"/>
              <a:ext cx="4580" cy="5534"/>
            </a:xfrm>
            <a:custGeom>
              <a:avLst/>
              <a:gdLst/>
              <a:ahLst/>
              <a:cxnLst/>
              <a:rect l="l" t="t" r="r" b="b"/>
              <a:pathLst>
                <a:path w="144" h="174" extrusionOk="0">
                  <a:moveTo>
                    <a:pt x="127" y="1"/>
                  </a:moveTo>
                  <a:lnTo>
                    <a:pt x="112" y="1"/>
                  </a:lnTo>
                  <a:cubicBezTo>
                    <a:pt x="95" y="1"/>
                    <a:pt x="95" y="16"/>
                    <a:pt x="80" y="32"/>
                  </a:cubicBezTo>
                  <a:lnTo>
                    <a:pt x="80" y="64"/>
                  </a:lnTo>
                  <a:lnTo>
                    <a:pt x="95" y="79"/>
                  </a:lnTo>
                  <a:cubicBezTo>
                    <a:pt x="112" y="79"/>
                    <a:pt x="112" y="111"/>
                    <a:pt x="95" y="127"/>
                  </a:cubicBezTo>
                  <a:lnTo>
                    <a:pt x="80" y="142"/>
                  </a:lnTo>
                  <a:cubicBezTo>
                    <a:pt x="64" y="142"/>
                    <a:pt x="64" y="142"/>
                    <a:pt x="49" y="127"/>
                  </a:cubicBezTo>
                  <a:lnTo>
                    <a:pt x="17" y="111"/>
                  </a:lnTo>
                  <a:lnTo>
                    <a:pt x="17" y="111"/>
                  </a:lnTo>
                  <a:cubicBezTo>
                    <a:pt x="1" y="127"/>
                    <a:pt x="1" y="142"/>
                    <a:pt x="1" y="159"/>
                  </a:cubicBezTo>
                  <a:cubicBezTo>
                    <a:pt x="17" y="174"/>
                    <a:pt x="32" y="174"/>
                    <a:pt x="32" y="174"/>
                  </a:cubicBezTo>
                  <a:lnTo>
                    <a:pt x="49" y="174"/>
                  </a:lnTo>
                  <a:lnTo>
                    <a:pt x="112" y="142"/>
                  </a:lnTo>
                  <a:cubicBezTo>
                    <a:pt x="127" y="142"/>
                    <a:pt x="127" y="142"/>
                    <a:pt x="143" y="127"/>
                  </a:cubicBezTo>
                  <a:lnTo>
                    <a:pt x="143" y="64"/>
                  </a:lnTo>
                  <a:lnTo>
                    <a:pt x="143" y="48"/>
                  </a:lnTo>
                  <a:cubicBezTo>
                    <a:pt x="127" y="32"/>
                    <a:pt x="127" y="16"/>
                    <a:pt x="143" y="16"/>
                  </a:cubicBez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38" name="Google Shape;838;p35"/>
            <p:cNvSpPr/>
            <p:nvPr/>
          </p:nvSpPr>
          <p:spPr>
            <a:xfrm>
              <a:off x="3084823" y="1788731"/>
              <a:ext cx="4516" cy="2576"/>
            </a:xfrm>
            <a:custGeom>
              <a:avLst/>
              <a:gdLst/>
              <a:ahLst/>
              <a:cxnLst/>
              <a:rect l="l" t="t" r="r" b="b"/>
              <a:pathLst>
                <a:path w="142" h="81" extrusionOk="0">
                  <a:moveTo>
                    <a:pt x="32" y="1"/>
                  </a:moveTo>
                  <a:lnTo>
                    <a:pt x="32" y="1"/>
                  </a:lnTo>
                  <a:lnTo>
                    <a:pt x="15" y="1"/>
                  </a:lnTo>
                  <a:lnTo>
                    <a:pt x="15" y="1"/>
                  </a:lnTo>
                  <a:lnTo>
                    <a:pt x="15" y="17"/>
                  </a:lnTo>
                  <a:cubicBezTo>
                    <a:pt x="15" y="17"/>
                    <a:pt x="15" y="32"/>
                    <a:pt x="0" y="49"/>
                  </a:cubicBezTo>
                  <a:lnTo>
                    <a:pt x="15" y="64"/>
                  </a:lnTo>
                  <a:cubicBezTo>
                    <a:pt x="15" y="64"/>
                    <a:pt x="15" y="80"/>
                    <a:pt x="32" y="80"/>
                  </a:cubicBezTo>
                  <a:lnTo>
                    <a:pt x="47" y="80"/>
                  </a:lnTo>
                  <a:lnTo>
                    <a:pt x="47" y="80"/>
                  </a:lnTo>
                  <a:lnTo>
                    <a:pt x="110" y="64"/>
                  </a:lnTo>
                  <a:lnTo>
                    <a:pt x="110" y="64"/>
                  </a:lnTo>
                  <a:cubicBezTo>
                    <a:pt x="126" y="64"/>
                    <a:pt x="141" y="49"/>
                    <a:pt x="126" y="32"/>
                  </a:cubicBezTo>
                  <a:cubicBezTo>
                    <a:pt x="126" y="17"/>
                    <a:pt x="110" y="1"/>
                    <a:pt x="95" y="1"/>
                  </a:cubicBezTo>
                  <a:lnTo>
                    <a:pt x="95" y="1"/>
                  </a:lnTo>
                  <a:lnTo>
                    <a:pt x="95"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39" name="Google Shape;839;p35"/>
            <p:cNvSpPr/>
            <p:nvPr/>
          </p:nvSpPr>
          <p:spPr>
            <a:xfrm>
              <a:off x="3115354" y="1812329"/>
              <a:ext cx="3562" cy="5025"/>
            </a:xfrm>
            <a:custGeom>
              <a:avLst/>
              <a:gdLst/>
              <a:ahLst/>
              <a:cxnLst/>
              <a:rect l="l" t="t" r="r" b="b"/>
              <a:pathLst>
                <a:path w="112" h="158" extrusionOk="0">
                  <a:moveTo>
                    <a:pt x="32" y="0"/>
                  </a:moveTo>
                  <a:lnTo>
                    <a:pt x="32" y="0"/>
                  </a:lnTo>
                  <a:cubicBezTo>
                    <a:pt x="17" y="0"/>
                    <a:pt x="17" y="0"/>
                    <a:pt x="1" y="15"/>
                  </a:cubicBezTo>
                  <a:lnTo>
                    <a:pt x="1" y="15"/>
                  </a:lnTo>
                  <a:lnTo>
                    <a:pt x="17" y="15"/>
                  </a:lnTo>
                  <a:lnTo>
                    <a:pt x="17" y="15"/>
                  </a:lnTo>
                  <a:lnTo>
                    <a:pt x="49" y="15"/>
                  </a:lnTo>
                  <a:lnTo>
                    <a:pt x="64" y="15"/>
                  </a:lnTo>
                  <a:cubicBezTo>
                    <a:pt x="95" y="15"/>
                    <a:pt x="95" y="32"/>
                    <a:pt x="95" y="47"/>
                  </a:cubicBezTo>
                  <a:cubicBezTo>
                    <a:pt x="95" y="63"/>
                    <a:pt x="80" y="78"/>
                    <a:pt x="64" y="78"/>
                  </a:cubicBezTo>
                  <a:lnTo>
                    <a:pt x="64" y="78"/>
                  </a:lnTo>
                  <a:cubicBezTo>
                    <a:pt x="64" y="95"/>
                    <a:pt x="49" y="110"/>
                    <a:pt x="32" y="126"/>
                  </a:cubicBezTo>
                  <a:lnTo>
                    <a:pt x="17" y="126"/>
                  </a:lnTo>
                  <a:cubicBezTo>
                    <a:pt x="17" y="141"/>
                    <a:pt x="32" y="158"/>
                    <a:pt x="49" y="158"/>
                  </a:cubicBezTo>
                  <a:lnTo>
                    <a:pt x="64" y="158"/>
                  </a:lnTo>
                  <a:cubicBezTo>
                    <a:pt x="80" y="158"/>
                    <a:pt x="80" y="141"/>
                    <a:pt x="95" y="126"/>
                  </a:cubicBezTo>
                  <a:lnTo>
                    <a:pt x="95" y="110"/>
                  </a:lnTo>
                  <a:lnTo>
                    <a:pt x="95" y="110"/>
                  </a:lnTo>
                  <a:cubicBezTo>
                    <a:pt x="95" y="95"/>
                    <a:pt x="112" y="78"/>
                    <a:pt x="112" y="47"/>
                  </a:cubicBezTo>
                  <a:lnTo>
                    <a:pt x="112" y="47"/>
                  </a:lnTo>
                  <a:cubicBezTo>
                    <a:pt x="95" y="32"/>
                    <a:pt x="80" y="15"/>
                    <a:pt x="64" y="15"/>
                  </a:cubicBez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40" name="Google Shape;840;p35"/>
            <p:cNvSpPr/>
            <p:nvPr/>
          </p:nvSpPr>
          <p:spPr>
            <a:xfrm>
              <a:off x="3025159" y="1791752"/>
              <a:ext cx="6042" cy="1558"/>
            </a:xfrm>
            <a:custGeom>
              <a:avLst/>
              <a:gdLst/>
              <a:ahLst/>
              <a:cxnLst/>
              <a:rect l="l" t="t" r="r" b="b"/>
              <a:pathLst>
                <a:path w="190" h="49" extrusionOk="0">
                  <a:moveTo>
                    <a:pt x="190" y="0"/>
                  </a:moveTo>
                  <a:cubicBezTo>
                    <a:pt x="127" y="0"/>
                    <a:pt x="64" y="17"/>
                    <a:pt x="1" y="17"/>
                  </a:cubicBezTo>
                  <a:lnTo>
                    <a:pt x="1" y="17"/>
                  </a:lnTo>
                  <a:cubicBezTo>
                    <a:pt x="1" y="32"/>
                    <a:pt x="17" y="48"/>
                    <a:pt x="32" y="48"/>
                  </a:cubicBezTo>
                  <a:lnTo>
                    <a:pt x="32" y="48"/>
                  </a:lnTo>
                  <a:lnTo>
                    <a:pt x="32" y="48"/>
                  </a:lnTo>
                  <a:lnTo>
                    <a:pt x="158" y="17"/>
                  </a:lnTo>
                  <a:cubicBezTo>
                    <a:pt x="175" y="17"/>
                    <a:pt x="190" y="17"/>
                    <a:pt x="19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41" name="Google Shape;841;p35"/>
            <p:cNvSpPr/>
            <p:nvPr/>
          </p:nvSpPr>
          <p:spPr>
            <a:xfrm>
              <a:off x="3172474" y="1831825"/>
              <a:ext cx="3562" cy="3053"/>
            </a:xfrm>
            <a:custGeom>
              <a:avLst/>
              <a:gdLst/>
              <a:ahLst/>
              <a:cxnLst/>
              <a:rect l="l" t="t" r="r" b="b"/>
              <a:pathLst>
                <a:path w="112" h="96" extrusionOk="0">
                  <a:moveTo>
                    <a:pt x="32" y="1"/>
                  </a:moveTo>
                  <a:lnTo>
                    <a:pt x="17" y="1"/>
                  </a:lnTo>
                  <a:lnTo>
                    <a:pt x="17" y="1"/>
                  </a:lnTo>
                  <a:cubicBezTo>
                    <a:pt x="17" y="17"/>
                    <a:pt x="17" y="32"/>
                    <a:pt x="1" y="32"/>
                  </a:cubicBezTo>
                  <a:lnTo>
                    <a:pt x="1" y="49"/>
                  </a:lnTo>
                  <a:lnTo>
                    <a:pt x="17" y="64"/>
                  </a:lnTo>
                  <a:lnTo>
                    <a:pt x="64" y="80"/>
                  </a:lnTo>
                  <a:cubicBezTo>
                    <a:pt x="64" y="95"/>
                    <a:pt x="64" y="95"/>
                    <a:pt x="80" y="95"/>
                  </a:cubicBezTo>
                  <a:cubicBezTo>
                    <a:pt x="95" y="95"/>
                    <a:pt x="95" y="80"/>
                    <a:pt x="112" y="64"/>
                  </a:cubicBezTo>
                  <a:lnTo>
                    <a:pt x="112" y="64"/>
                  </a:lnTo>
                  <a:lnTo>
                    <a:pt x="112" y="32"/>
                  </a:lnTo>
                  <a:lnTo>
                    <a:pt x="95" y="32"/>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42" name="Google Shape;842;p35"/>
            <p:cNvSpPr/>
            <p:nvPr/>
          </p:nvSpPr>
          <p:spPr>
            <a:xfrm>
              <a:off x="3316799" y="1815319"/>
              <a:ext cx="3021" cy="4516"/>
            </a:xfrm>
            <a:custGeom>
              <a:avLst/>
              <a:gdLst/>
              <a:ahLst/>
              <a:cxnLst/>
              <a:rect l="l" t="t" r="r" b="b"/>
              <a:pathLst>
                <a:path w="95" h="142" extrusionOk="0">
                  <a:moveTo>
                    <a:pt x="32" y="1"/>
                  </a:moveTo>
                  <a:lnTo>
                    <a:pt x="32" y="16"/>
                  </a:lnTo>
                  <a:lnTo>
                    <a:pt x="0" y="16"/>
                  </a:lnTo>
                  <a:lnTo>
                    <a:pt x="0" y="64"/>
                  </a:lnTo>
                  <a:lnTo>
                    <a:pt x="17" y="79"/>
                  </a:lnTo>
                  <a:lnTo>
                    <a:pt x="17" y="79"/>
                  </a:lnTo>
                  <a:lnTo>
                    <a:pt x="17" y="79"/>
                  </a:lnTo>
                  <a:lnTo>
                    <a:pt x="17" y="79"/>
                  </a:lnTo>
                  <a:lnTo>
                    <a:pt x="17" y="95"/>
                  </a:lnTo>
                  <a:cubicBezTo>
                    <a:pt x="0" y="110"/>
                    <a:pt x="17" y="127"/>
                    <a:pt x="32" y="142"/>
                  </a:cubicBezTo>
                  <a:lnTo>
                    <a:pt x="32" y="142"/>
                  </a:lnTo>
                  <a:lnTo>
                    <a:pt x="48" y="142"/>
                  </a:lnTo>
                  <a:lnTo>
                    <a:pt x="64" y="142"/>
                  </a:lnTo>
                  <a:cubicBezTo>
                    <a:pt x="48" y="127"/>
                    <a:pt x="48" y="127"/>
                    <a:pt x="48" y="110"/>
                  </a:cubicBezTo>
                  <a:cubicBezTo>
                    <a:pt x="48" y="95"/>
                    <a:pt x="64" y="79"/>
                    <a:pt x="80" y="79"/>
                  </a:cubicBezTo>
                  <a:lnTo>
                    <a:pt x="80" y="79"/>
                  </a:lnTo>
                  <a:lnTo>
                    <a:pt x="95" y="79"/>
                  </a:lnTo>
                  <a:cubicBezTo>
                    <a:pt x="95" y="64"/>
                    <a:pt x="80" y="47"/>
                    <a:pt x="80" y="47"/>
                  </a:cubicBezTo>
                  <a:lnTo>
                    <a:pt x="80" y="47"/>
                  </a:lnTo>
                  <a:lnTo>
                    <a:pt x="48" y="16"/>
                  </a:lnTo>
                  <a:lnTo>
                    <a:pt x="3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43" name="Google Shape;843;p35"/>
            <p:cNvSpPr/>
            <p:nvPr/>
          </p:nvSpPr>
          <p:spPr>
            <a:xfrm>
              <a:off x="3453109" y="1803297"/>
              <a:ext cx="4548" cy="3530"/>
            </a:xfrm>
            <a:custGeom>
              <a:avLst/>
              <a:gdLst/>
              <a:ahLst/>
              <a:cxnLst/>
              <a:rect l="l" t="t" r="r" b="b"/>
              <a:pathLst>
                <a:path w="143" h="111" extrusionOk="0">
                  <a:moveTo>
                    <a:pt x="111" y="0"/>
                  </a:moveTo>
                  <a:lnTo>
                    <a:pt x="111" y="0"/>
                  </a:lnTo>
                  <a:lnTo>
                    <a:pt x="111" y="0"/>
                  </a:lnTo>
                  <a:lnTo>
                    <a:pt x="95" y="0"/>
                  </a:lnTo>
                  <a:lnTo>
                    <a:pt x="63" y="0"/>
                  </a:lnTo>
                  <a:cubicBezTo>
                    <a:pt x="48" y="0"/>
                    <a:pt x="32" y="16"/>
                    <a:pt x="32" y="47"/>
                  </a:cubicBezTo>
                  <a:lnTo>
                    <a:pt x="16" y="47"/>
                  </a:lnTo>
                  <a:cubicBezTo>
                    <a:pt x="0" y="63"/>
                    <a:pt x="0" y="79"/>
                    <a:pt x="16" y="95"/>
                  </a:cubicBezTo>
                  <a:cubicBezTo>
                    <a:pt x="16" y="110"/>
                    <a:pt x="32" y="110"/>
                    <a:pt x="32" y="110"/>
                  </a:cubicBezTo>
                  <a:lnTo>
                    <a:pt x="48" y="110"/>
                  </a:lnTo>
                  <a:lnTo>
                    <a:pt x="126" y="63"/>
                  </a:lnTo>
                  <a:lnTo>
                    <a:pt x="126" y="63"/>
                  </a:lnTo>
                  <a:cubicBezTo>
                    <a:pt x="142" y="63"/>
                    <a:pt x="142" y="47"/>
                    <a:pt x="142" y="32"/>
                  </a:cubicBezTo>
                  <a:lnTo>
                    <a:pt x="142" y="32"/>
                  </a:lnTo>
                  <a:lnTo>
                    <a:pt x="142" y="16"/>
                  </a:lnTo>
                  <a:cubicBezTo>
                    <a:pt x="142" y="16"/>
                    <a:pt x="142" y="0"/>
                    <a:pt x="126" y="0"/>
                  </a:cubicBez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44" name="Google Shape;844;p35"/>
            <p:cNvSpPr/>
            <p:nvPr/>
          </p:nvSpPr>
          <p:spPr>
            <a:xfrm>
              <a:off x="3295268" y="1818817"/>
              <a:ext cx="2512" cy="4548"/>
            </a:xfrm>
            <a:custGeom>
              <a:avLst/>
              <a:gdLst/>
              <a:ahLst/>
              <a:cxnLst/>
              <a:rect l="l" t="t" r="r" b="b"/>
              <a:pathLst>
                <a:path w="79" h="143" extrusionOk="0">
                  <a:moveTo>
                    <a:pt x="47" y="0"/>
                  </a:moveTo>
                  <a:lnTo>
                    <a:pt x="47" y="0"/>
                  </a:lnTo>
                  <a:cubicBezTo>
                    <a:pt x="32" y="0"/>
                    <a:pt x="32" y="17"/>
                    <a:pt x="32" y="17"/>
                  </a:cubicBezTo>
                  <a:cubicBezTo>
                    <a:pt x="16" y="17"/>
                    <a:pt x="16" y="17"/>
                    <a:pt x="16" y="32"/>
                  </a:cubicBezTo>
                  <a:lnTo>
                    <a:pt x="1" y="80"/>
                  </a:lnTo>
                  <a:lnTo>
                    <a:pt x="1" y="95"/>
                  </a:lnTo>
                  <a:cubicBezTo>
                    <a:pt x="1" y="111"/>
                    <a:pt x="1" y="126"/>
                    <a:pt x="16" y="143"/>
                  </a:cubicBezTo>
                  <a:lnTo>
                    <a:pt x="32" y="143"/>
                  </a:lnTo>
                  <a:cubicBezTo>
                    <a:pt x="47" y="143"/>
                    <a:pt x="47" y="126"/>
                    <a:pt x="64" y="126"/>
                  </a:cubicBezTo>
                  <a:lnTo>
                    <a:pt x="64" y="111"/>
                  </a:lnTo>
                  <a:lnTo>
                    <a:pt x="79" y="63"/>
                  </a:lnTo>
                  <a:lnTo>
                    <a:pt x="79" y="48"/>
                  </a:lnTo>
                  <a:lnTo>
                    <a:pt x="79"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45" name="Google Shape;845;p35"/>
            <p:cNvSpPr/>
            <p:nvPr/>
          </p:nvSpPr>
          <p:spPr>
            <a:xfrm>
              <a:off x="3429034" y="1803297"/>
              <a:ext cx="3562" cy="5025"/>
            </a:xfrm>
            <a:custGeom>
              <a:avLst/>
              <a:gdLst/>
              <a:ahLst/>
              <a:cxnLst/>
              <a:rect l="l" t="t" r="r" b="b"/>
              <a:pathLst>
                <a:path w="112" h="158" extrusionOk="0">
                  <a:moveTo>
                    <a:pt x="80" y="0"/>
                  </a:moveTo>
                  <a:lnTo>
                    <a:pt x="64" y="0"/>
                  </a:lnTo>
                  <a:lnTo>
                    <a:pt x="49" y="0"/>
                  </a:lnTo>
                  <a:cubicBezTo>
                    <a:pt x="32" y="16"/>
                    <a:pt x="17" y="32"/>
                    <a:pt x="1" y="63"/>
                  </a:cubicBezTo>
                  <a:lnTo>
                    <a:pt x="1" y="79"/>
                  </a:lnTo>
                  <a:cubicBezTo>
                    <a:pt x="1" y="95"/>
                    <a:pt x="17" y="126"/>
                    <a:pt x="32" y="142"/>
                  </a:cubicBezTo>
                  <a:lnTo>
                    <a:pt x="32" y="158"/>
                  </a:lnTo>
                  <a:lnTo>
                    <a:pt x="64" y="158"/>
                  </a:lnTo>
                  <a:cubicBezTo>
                    <a:pt x="64" y="158"/>
                    <a:pt x="80" y="158"/>
                    <a:pt x="80" y="142"/>
                  </a:cubicBezTo>
                  <a:lnTo>
                    <a:pt x="80" y="142"/>
                  </a:lnTo>
                  <a:lnTo>
                    <a:pt x="80" y="126"/>
                  </a:lnTo>
                  <a:lnTo>
                    <a:pt x="80" y="110"/>
                  </a:lnTo>
                  <a:lnTo>
                    <a:pt x="80" y="95"/>
                  </a:lnTo>
                  <a:cubicBezTo>
                    <a:pt x="64" y="95"/>
                    <a:pt x="64" y="79"/>
                    <a:pt x="64" y="79"/>
                  </a:cubicBezTo>
                  <a:cubicBezTo>
                    <a:pt x="64" y="79"/>
                    <a:pt x="80" y="63"/>
                    <a:pt x="95" y="63"/>
                  </a:cubicBezTo>
                  <a:lnTo>
                    <a:pt x="95" y="47"/>
                  </a:lnTo>
                  <a:cubicBezTo>
                    <a:pt x="112" y="47"/>
                    <a:pt x="112" y="32"/>
                    <a:pt x="95" y="16"/>
                  </a:cubicBez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46" name="Google Shape;846;p35"/>
            <p:cNvSpPr/>
            <p:nvPr/>
          </p:nvSpPr>
          <p:spPr>
            <a:xfrm>
              <a:off x="3230611" y="1802279"/>
              <a:ext cx="4039" cy="3530"/>
            </a:xfrm>
            <a:custGeom>
              <a:avLst/>
              <a:gdLst/>
              <a:ahLst/>
              <a:cxnLst/>
              <a:rect l="l" t="t" r="r" b="b"/>
              <a:pathLst>
                <a:path w="127" h="111" extrusionOk="0">
                  <a:moveTo>
                    <a:pt x="95" y="1"/>
                  </a:moveTo>
                  <a:lnTo>
                    <a:pt x="80" y="1"/>
                  </a:lnTo>
                  <a:lnTo>
                    <a:pt x="64" y="16"/>
                  </a:lnTo>
                  <a:lnTo>
                    <a:pt x="32" y="32"/>
                  </a:lnTo>
                  <a:lnTo>
                    <a:pt x="17" y="48"/>
                  </a:lnTo>
                  <a:cubicBezTo>
                    <a:pt x="17" y="64"/>
                    <a:pt x="1" y="79"/>
                    <a:pt x="17" y="95"/>
                  </a:cubicBezTo>
                  <a:lnTo>
                    <a:pt x="32" y="95"/>
                  </a:lnTo>
                  <a:cubicBezTo>
                    <a:pt x="32" y="111"/>
                    <a:pt x="32" y="111"/>
                    <a:pt x="48" y="111"/>
                  </a:cubicBezTo>
                  <a:cubicBezTo>
                    <a:pt x="48" y="111"/>
                    <a:pt x="64" y="111"/>
                    <a:pt x="64" y="95"/>
                  </a:cubicBezTo>
                  <a:lnTo>
                    <a:pt x="111" y="64"/>
                  </a:lnTo>
                  <a:cubicBezTo>
                    <a:pt x="127" y="48"/>
                    <a:pt x="127" y="32"/>
                    <a:pt x="111" y="16"/>
                  </a:cubicBezTo>
                  <a:cubicBezTo>
                    <a:pt x="111" y="1"/>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47" name="Google Shape;847;p35"/>
            <p:cNvSpPr/>
            <p:nvPr/>
          </p:nvSpPr>
          <p:spPr>
            <a:xfrm>
              <a:off x="3169007" y="1830839"/>
              <a:ext cx="4039" cy="4039"/>
            </a:xfrm>
            <a:custGeom>
              <a:avLst/>
              <a:gdLst/>
              <a:ahLst/>
              <a:cxnLst/>
              <a:rect l="l" t="t" r="r" b="b"/>
              <a:pathLst>
                <a:path w="127" h="127" extrusionOk="0">
                  <a:moveTo>
                    <a:pt x="95" y="0"/>
                  </a:moveTo>
                  <a:cubicBezTo>
                    <a:pt x="78" y="0"/>
                    <a:pt x="78" y="0"/>
                    <a:pt x="78" y="17"/>
                  </a:cubicBezTo>
                  <a:lnTo>
                    <a:pt x="63" y="17"/>
                  </a:lnTo>
                  <a:lnTo>
                    <a:pt x="15" y="63"/>
                  </a:lnTo>
                  <a:cubicBezTo>
                    <a:pt x="0" y="80"/>
                    <a:pt x="0" y="95"/>
                    <a:pt x="15" y="111"/>
                  </a:cubicBezTo>
                  <a:cubicBezTo>
                    <a:pt x="32" y="111"/>
                    <a:pt x="32" y="126"/>
                    <a:pt x="47" y="126"/>
                  </a:cubicBezTo>
                  <a:lnTo>
                    <a:pt x="63" y="111"/>
                  </a:lnTo>
                  <a:lnTo>
                    <a:pt x="110" y="80"/>
                  </a:lnTo>
                  <a:lnTo>
                    <a:pt x="110" y="63"/>
                  </a:lnTo>
                  <a:cubicBezTo>
                    <a:pt x="126" y="63"/>
                    <a:pt x="126" y="48"/>
                    <a:pt x="126" y="32"/>
                  </a:cubicBez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48" name="Google Shape;848;p35"/>
            <p:cNvSpPr/>
            <p:nvPr/>
          </p:nvSpPr>
          <p:spPr>
            <a:xfrm>
              <a:off x="3227590" y="1787268"/>
              <a:ext cx="4071" cy="5502"/>
            </a:xfrm>
            <a:custGeom>
              <a:avLst/>
              <a:gdLst/>
              <a:ahLst/>
              <a:cxnLst/>
              <a:rect l="l" t="t" r="r" b="b"/>
              <a:pathLst>
                <a:path w="128" h="173" extrusionOk="0">
                  <a:moveTo>
                    <a:pt x="49" y="0"/>
                  </a:moveTo>
                  <a:lnTo>
                    <a:pt x="32" y="0"/>
                  </a:lnTo>
                  <a:lnTo>
                    <a:pt x="32" y="0"/>
                  </a:lnTo>
                  <a:cubicBezTo>
                    <a:pt x="1" y="0"/>
                    <a:pt x="1" y="32"/>
                    <a:pt x="17" y="47"/>
                  </a:cubicBezTo>
                  <a:lnTo>
                    <a:pt x="17" y="63"/>
                  </a:lnTo>
                  <a:lnTo>
                    <a:pt x="64" y="141"/>
                  </a:lnTo>
                  <a:cubicBezTo>
                    <a:pt x="64" y="158"/>
                    <a:pt x="64" y="158"/>
                    <a:pt x="80" y="158"/>
                  </a:cubicBezTo>
                  <a:cubicBezTo>
                    <a:pt x="80" y="158"/>
                    <a:pt x="80" y="173"/>
                    <a:pt x="96" y="173"/>
                  </a:cubicBezTo>
                  <a:cubicBezTo>
                    <a:pt x="96" y="173"/>
                    <a:pt x="96" y="158"/>
                    <a:pt x="112" y="158"/>
                  </a:cubicBezTo>
                  <a:cubicBezTo>
                    <a:pt x="127" y="158"/>
                    <a:pt x="127" y="141"/>
                    <a:pt x="127" y="110"/>
                  </a:cubicBezTo>
                  <a:lnTo>
                    <a:pt x="64" y="15"/>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49" name="Google Shape;849;p35"/>
            <p:cNvSpPr/>
            <p:nvPr/>
          </p:nvSpPr>
          <p:spPr>
            <a:xfrm>
              <a:off x="3330824" y="1789272"/>
              <a:ext cx="11576" cy="5025"/>
            </a:xfrm>
            <a:custGeom>
              <a:avLst/>
              <a:gdLst/>
              <a:ahLst/>
              <a:cxnLst/>
              <a:rect l="l" t="t" r="r" b="b"/>
              <a:pathLst>
                <a:path w="364" h="158" extrusionOk="0">
                  <a:moveTo>
                    <a:pt x="49" y="63"/>
                  </a:moveTo>
                  <a:cubicBezTo>
                    <a:pt x="32" y="63"/>
                    <a:pt x="17" y="78"/>
                    <a:pt x="17" y="95"/>
                  </a:cubicBezTo>
                  <a:cubicBezTo>
                    <a:pt x="1" y="110"/>
                    <a:pt x="17" y="126"/>
                    <a:pt x="32" y="126"/>
                  </a:cubicBezTo>
                  <a:lnTo>
                    <a:pt x="127" y="141"/>
                  </a:lnTo>
                  <a:lnTo>
                    <a:pt x="127" y="141"/>
                  </a:lnTo>
                  <a:lnTo>
                    <a:pt x="143" y="126"/>
                  </a:lnTo>
                  <a:lnTo>
                    <a:pt x="158" y="126"/>
                  </a:lnTo>
                  <a:lnTo>
                    <a:pt x="158" y="126"/>
                  </a:lnTo>
                  <a:lnTo>
                    <a:pt x="190" y="126"/>
                  </a:lnTo>
                  <a:lnTo>
                    <a:pt x="206" y="126"/>
                  </a:lnTo>
                  <a:lnTo>
                    <a:pt x="206" y="126"/>
                  </a:lnTo>
                  <a:cubicBezTo>
                    <a:pt x="190" y="110"/>
                    <a:pt x="190" y="95"/>
                    <a:pt x="206" y="78"/>
                  </a:cubicBezTo>
                  <a:lnTo>
                    <a:pt x="206" y="78"/>
                  </a:lnTo>
                  <a:lnTo>
                    <a:pt x="112" y="63"/>
                  </a:lnTo>
                  <a:lnTo>
                    <a:pt x="49" y="63"/>
                  </a:lnTo>
                  <a:lnTo>
                    <a:pt x="49" y="63"/>
                  </a:lnTo>
                  <a:close/>
                  <a:moveTo>
                    <a:pt x="316" y="0"/>
                  </a:moveTo>
                  <a:lnTo>
                    <a:pt x="316" y="0"/>
                  </a:lnTo>
                  <a:cubicBezTo>
                    <a:pt x="301" y="0"/>
                    <a:pt x="284" y="0"/>
                    <a:pt x="284" y="15"/>
                  </a:cubicBezTo>
                  <a:lnTo>
                    <a:pt x="284" y="15"/>
                  </a:lnTo>
                  <a:lnTo>
                    <a:pt x="301" y="32"/>
                  </a:lnTo>
                  <a:cubicBezTo>
                    <a:pt x="316" y="47"/>
                    <a:pt x="316" y="63"/>
                    <a:pt x="301" y="78"/>
                  </a:cubicBezTo>
                  <a:lnTo>
                    <a:pt x="253" y="126"/>
                  </a:lnTo>
                  <a:lnTo>
                    <a:pt x="238" y="141"/>
                  </a:lnTo>
                  <a:cubicBezTo>
                    <a:pt x="253" y="141"/>
                    <a:pt x="253" y="141"/>
                    <a:pt x="269" y="158"/>
                  </a:cubicBezTo>
                  <a:lnTo>
                    <a:pt x="269" y="158"/>
                  </a:lnTo>
                  <a:lnTo>
                    <a:pt x="269" y="158"/>
                  </a:lnTo>
                  <a:cubicBezTo>
                    <a:pt x="284" y="158"/>
                    <a:pt x="301" y="141"/>
                    <a:pt x="301" y="141"/>
                  </a:cubicBezTo>
                  <a:lnTo>
                    <a:pt x="347" y="63"/>
                  </a:lnTo>
                  <a:lnTo>
                    <a:pt x="347" y="47"/>
                  </a:lnTo>
                  <a:cubicBezTo>
                    <a:pt x="364" y="32"/>
                    <a:pt x="347" y="0"/>
                    <a:pt x="332" y="0"/>
                  </a:cubicBezTo>
                  <a:lnTo>
                    <a:pt x="3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50" name="Google Shape;850;p35"/>
            <p:cNvSpPr/>
            <p:nvPr/>
          </p:nvSpPr>
          <p:spPr>
            <a:xfrm>
              <a:off x="3024682" y="1805778"/>
              <a:ext cx="3530" cy="4039"/>
            </a:xfrm>
            <a:custGeom>
              <a:avLst/>
              <a:gdLst/>
              <a:ahLst/>
              <a:cxnLst/>
              <a:rect l="l" t="t" r="r" b="b"/>
              <a:pathLst>
                <a:path w="111" h="127" extrusionOk="0">
                  <a:moveTo>
                    <a:pt x="64" y="80"/>
                  </a:moveTo>
                  <a:lnTo>
                    <a:pt x="64" y="80"/>
                  </a:lnTo>
                  <a:lnTo>
                    <a:pt x="64" y="80"/>
                  </a:lnTo>
                  <a:close/>
                  <a:moveTo>
                    <a:pt x="47" y="1"/>
                  </a:moveTo>
                  <a:lnTo>
                    <a:pt x="47" y="1"/>
                  </a:lnTo>
                  <a:lnTo>
                    <a:pt x="47" y="1"/>
                  </a:lnTo>
                  <a:lnTo>
                    <a:pt x="32" y="17"/>
                  </a:lnTo>
                  <a:cubicBezTo>
                    <a:pt x="16" y="17"/>
                    <a:pt x="16" y="17"/>
                    <a:pt x="16" y="32"/>
                  </a:cubicBezTo>
                  <a:lnTo>
                    <a:pt x="16" y="48"/>
                  </a:lnTo>
                  <a:lnTo>
                    <a:pt x="1" y="64"/>
                  </a:lnTo>
                  <a:lnTo>
                    <a:pt x="1" y="95"/>
                  </a:lnTo>
                  <a:cubicBezTo>
                    <a:pt x="1" y="111"/>
                    <a:pt x="16" y="127"/>
                    <a:pt x="32" y="127"/>
                  </a:cubicBezTo>
                  <a:lnTo>
                    <a:pt x="47" y="127"/>
                  </a:lnTo>
                  <a:cubicBezTo>
                    <a:pt x="47" y="111"/>
                    <a:pt x="64" y="111"/>
                    <a:pt x="64" y="111"/>
                  </a:cubicBezTo>
                  <a:cubicBezTo>
                    <a:pt x="79" y="95"/>
                    <a:pt x="95" y="95"/>
                    <a:pt x="95" y="64"/>
                  </a:cubicBezTo>
                  <a:cubicBezTo>
                    <a:pt x="110" y="32"/>
                    <a:pt x="79" y="17"/>
                    <a:pt x="79" y="17"/>
                  </a:cubicBezTo>
                  <a:cubicBezTo>
                    <a:pt x="64" y="17"/>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51" name="Google Shape;851;p35"/>
            <p:cNvSpPr/>
            <p:nvPr/>
          </p:nvSpPr>
          <p:spPr>
            <a:xfrm>
              <a:off x="3026686" y="180829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52" name="Google Shape;852;p35"/>
            <p:cNvSpPr/>
            <p:nvPr/>
          </p:nvSpPr>
          <p:spPr>
            <a:xfrm>
              <a:off x="3030693" y="1804283"/>
              <a:ext cx="3053" cy="3530"/>
            </a:xfrm>
            <a:custGeom>
              <a:avLst/>
              <a:gdLst/>
              <a:ahLst/>
              <a:cxnLst/>
              <a:rect l="l" t="t" r="r" b="b"/>
              <a:pathLst>
                <a:path w="96" h="111" extrusionOk="0">
                  <a:moveTo>
                    <a:pt x="64" y="1"/>
                  </a:moveTo>
                  <a:lnTo>
                    <a:pt x="64" y="1"/>
                  </a:lnTo>
                  <a:cubicBezTo>
                    <a:pt x="64" y="1"/>
                    <a:pt x="47" y="1"/>
                    <a:pt x="47" y="16"/>
                  </a:cubicBezTo>
                  <a:lnTo>
                    <a:pt x="16" y="32"/>
                  </a:lnTo>
                  <a:lnTo>
                    <a:pt x="16" y="48"/>
                  </a:lnTo>
                  <a:cubicBezTo>
                    <a:pt x="1" y="64"/>
                    <a:pt x="1" y="79"/>
                    <a:pt x="16" y="95"/>
                  </a:cubicBezTo>
                  <a:lnTo>
                    <a:pt x="32" y="95"/>
                  </a:lnTo>
                  <a:cubicBezTo>
                    <a:pt x="32" y="111"/>
                    <a:pt x="32" y="111"/>
                    <a:pt x="47" y="111"/>
                  </a:cubicBezTo>
                  <a:lnTo>
                    <a:pt x="64" y="95"/>
                  </a:lnTo>
                  <a:lnTo>
                    <a:pt x="79" y="64"/>
                  </a:lnTo>
                  <a:lnTo>
                    <a:pt x="95" y="64"/>
                  </a:lnTo>
                  <a:lnTo>
                    <a:pt x="95" y="32"/>
                  </a:lnTo>
                  <a:lnTo>
                    <a:pt x="95" y="16"/>
                  </a:lnTo>
                  <a:lnTo>
                    <a:pt x="95" y="16"/>
                  </a:ln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53" name="Google Shape;853;p35"/>
            <p:cNvSpPr/>
            <p:nvPr/>
          </p:nvSpPr>
          <p:spPr>
            <a:xfrm>
              <a:off x="3195532" y="1789272"/>
              <a:ext cx="2576" cy="2512"/>
            </a:xfrm>
            <a:custGeom>
              <a:avLst/>
              <a:gdLst/>
              <a:ahLst/>
              <a:cxnLst/>
              <a:rect l="l" t="t" r="r" b="b"/>
              <a:pathLst>
                <a:path w="81" h="79" extrusionOk="0">
                  <a:moveTo>
                    <a:pt x="17" y="0"/>
                  </a:moveTo>
                  <a:lnTo>
                    <a:pt x="17" y="15"/>
                  </a:lnTo>
                  <a:cubicBezTo>
                    <a:pt x="17" y="32"/>
                    <a:pt x="1" y="32"/>
                    <a:pt x="1" y="32"/>
                  </a:cubicBezTo>
                  <a:cubicBezTo>
                    <a:pt x="1" y="47"/>
                    <a:pt x="1" y="47"/>
                    <a:pt x="17" y="63"/>
                  </a:cubicBezTo>
                  <a:lnTo>
                    <a:pt x="17" y="63"/>
                  </a:lnTo>
                  <a:cubicBezTo>
                    <a:pt x="17" y="63"/>
                    <a:pt x="32" y="63"/>
                    <a:pt x="32" y="78"/>
                  </a:cubicBezTo>
                  <a:cubicBezTo>
                    <a:pt x="32" y="63"/>
                    <a:pt x="49" y="63"/>
                    <a:pt x="49" y="63"/>
                  </a:cubicBezTo>
                  <a:lnTo>
                    <a:pt x="49" y="63"/>
                  </a:lnTo>
                  <a:lnTo>
                    <a:pt x="64" y="63"/>
                  </a:lnTo>
                  <a:lnTo>
                    <a:pt x="64" y="63"/>
                  </a:lnTo>
                  <a:lnTo>
                    <a:pt x="80" y="47"/>
                  </a:lnTo>
                  <a:cubicBezTo>
                    <a:pt x="64" y="32"/>
                    <a:pt x="64" y="32"/>
                    <a:pt x="64"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54" name="Google Shape;854;p35"/>
            <p:cNvSpPr/>
            <p:nvPr/>
          </p:nvSpPr>
          <p:spPr>
            <a:xfrm>
              <a:off x="3411001" y="1758199"/>
              <a:ext cx="4548" cy="5534"/>
            </a:xfrm>
            <a:custGeom>
              <a:avLst/>
              <a:gdLst/>
              <a:ahLst/>
              <a:cxnLst/>
              <a:rect l="l" t="t" r="r" b="b"/>
              <a:pathLst>
                <a:path w="143" h="174" extrusionOk="0">
                  <a:moveTo>
                    <a:pt x="32" y="0"/>
                  </a:moveTo>
                  <a:lnTo>
                    <a:pt x="32" y="0"/>
                  </a:lnTo>
                  <a:cubicBezTo>
                    <a:pt x="17" y="0"/>
                    <a:pt x="17" y="16"/>
                    <a:pt x="17" y="16"/>
                  </a:cubicBezTo>
                  <a:cubicBezTo>
                    <a:pt x="1" y="32"/>
                    <a:pt x="1" y="47"/>
                    <a:pt x="1" y="63"/>
                  </a:cubicBezTo>
                  <a:cubicBezTo>
                    <a:pt x="17" y="79"/>
                    <a:pt x="32" y="79"/>
                    <a:pt x="32" y="95"/>
                  </a:cubicBezTo>
                  <a:lnTo>
                    <a:pt x="48" y="95"/>
                  </a:lnTo>
                  <a:cubicBezTo>
                    <a:pt x="64" y="110"/>
                    <a:pt x="64" y="110"/>
                    <a:pt x="64" y="126"/>
                  </a:cubicBezTo>
                  <a:cubicBezTo>
                    <a:pt x="64" y="142"/>
                    <a:pt x="48" y="142"/>
                    <a:pt x="64" y="142"/>
                  </a:cubicBezTo>
                  <a:cubicBezTo>
                    <a:pt x="64" y="158"/>
                    <a:pt x="64" y="173"/>
                    <a:pt x="80" y="173"/>
                  </a:cubicBezTo>
                  <a:lnTo>
                    <a:pt x="95" y="173"/>
                  </a:lnTo>
                  <a:cubicBezTo>
                    <a:pt x="111" y="173"/>
                    <a:pt x="111" y="173"/>
                    <a:pt x="127" y="158"/>
                  </a:cubicBezTo>
                  <a:lnTo>
                    <a:pt x="127" y="142"/>
                  </a:lnTo>
                  <a:cubicBezTo>
                    <a:pt x="143" y="79"/>
                    <a:pt x="95" y="63"/>
                    <a:pt x="80" y="32"/>
                  </a:cubicBezTo>
                  <a:cubicBezTo>
                    <a:pt x="80" y="32"/>
                    <a:pt x="64" y="32"/>
                    <a:pt x="64" y="16"/>
                  </a:cubicBezTo>
                  <a:lnTo>
                    <a:pt x="64" y="16"/>
                  </a:lnTo>
                  <a:cubicBezTo>
                    <a:pt x="48"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55" name="Google Shape;855;p35"/>
            <p:cNvSpPr/>
            <p:nvPr/>
          </p:nvSpPr>
          <p:spPr>
            <a:xfrm>
              <a:off x="3108866" y="1784247"/>
              <a:ext cx="5057" cy="4516"/>
            </a:xfrm>
            <a:custGeom>
              <a:avLst/>
              <a:gdLst/>
              <a:ahLst/>
              <a:cxnLst/>
              <a:rect l="l" t="t" r="r" b="b"/>
              <a:pathLst>
                <a:path w="159" h="142" extrusionOk="0">
                  <a:moveTo>
                    <a:pt x="127" y="1"/>
                  </a:moveTo>
                  <a:lnTo>
                    <a:pt x="127" y="1"/>
                  </a:lnTo>
                  <a:lnTo>
                    <a:pt x="110" y="1"/>
                  </a:lnTo>
                  <a:lnTo>
                    <a:pt x="95" y="1"/>
                  </a:lnTo>
                  <a:cubicBezTo>
                    <a:pt x="64" y="1"/>
                    <a:pt x="32" y="16"/>
                    <a:pt x="16" y="47"/>
                  </a:cubicBezTo>
                  <a:cubicBezTo>
                    <a:pt x="1" y="47"/>
                    <a:pt x="1" y="64"/>
                    <a:pt x="1" y="79"/>
                  </a:cubicBezTo>
                  <a:lnTo>
                    <a:pt x="1" y="127"/>
                  </a:lnTo>
                  <a:cubicBezTo>
                    <a:pt x="1" y="142"/>
                    <a:pt x="16" y="142"/>
                    <a:pt x="32" y="142"/>
                  </a:cubicBezTo>
                  <a:lnTo>
                    <a:pt x="32" y="142"/>
                  </a:lnTo>
                  <a:lnTo>
                    <a:pt x="47" y="142"/>
                  </a:lnTo>
                  <a:cubicBezTo>
                    <a:pt x="64" y="142"/>
                    <a:pt x="64" y="127"/>
                    <a:pt x="64" y="110"/>
                  </a:cubicBezTo>
                  <a:lnTo>
                    <a:pt x="64" y="79"/>
                  </a:lnTo>
                  <a:cubicBezTo>
                    <a:pt x="79" y="79"/>
                    <a:pt x="95" y="79"/>
                    <a:pt x="110" y="64"/>
                  </a:cubicBezTo>
                  <a:lnTo>
                    <a:pt x="127" y="64"/>
                  </a:lnTo>
                  <a:lnTo>
                    <a:pt x="142" y="64"/>
                  </a:lnTo>
                  <a:cubicBezTo>
                    <a:pt x="158" y="47"/>
                    <a:pt x="158" y="47"/>
                    <a:pt x="158" y="32"/>
                  </a:cubicBezTo>
                  <a:cubicBezTo>
                    <a:pt x="158"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56" name="Google Shape;856;p35"/>
            <p:cNvSpPr/>
            <p:nvPr/>
          </p:nvSpPr>
          <p:spPr>
            <a:xfrm>
              <a:off x="3018162" y="1801771"/>
              <a:ext cx="4039" cy="3562"/>
            </a:xfrm>
            <a:custGeom>
              <a:avLst/>
              <a:gdLst/>
              <a:ahLst/>
              <a:cxnLst/>
              <a:rect l="l" t="t" r="r" b="b"/>
              <a:pathLst>
                <a:path w="127" h="112" extrusionOk="0">
                  <a:moveTo>
                    <a:pt x="48" y="1"/>
                  </a:moveTo>
                  <a:lnTo>
                    <a:pt x="32" y="1"/>
                  </a:lnTo>
                  <a:lnTo>
                    <a:pt x="32" y="17"/>
                  </a:lnTo>
                  <a:cubicBezTo>
                    <a:pt x="17" y="17"/>
                    <a:pt x="0" y="32"/>
                    <a:pt x="0" y="48"/>
                  </a:cubicBezTo>
                  <a:lnTo>
                    <a:pt x="17" y="95"/>
                  </a:lnTo>
                  <a:lnTo>
                    <a:pt x="32" y="111"/>
                  </a:lnTo>
                  <a:lnTo>
                    <a:pt x="48" y="111"/>
                  </a:lnTo>
                  <a:lnTo>
                    <a:pt x="63" y="111"/>
                  </a:lnTo>
                  <a:lnTo>
                    <a:pt x="80" y="111"/>
                  </a:lnTo>
                  <a:lnTo>
                    <a:pt x="111" y="111"/>
                  </a:lnTo>
                  <a:lnTo>
                    <a:pt x="126" y="95"/>
                  </a:lnTo>
                  <a:lnTo>
                    <a:pt x="126" y="64"/>
                  </a:lnTo>
                  <a:cubicBezTo>
                    <a:pt x="126" y="48"/>
                    <a:pt x="111" y="48"/>
                    <a:pt x="95" y="48"/>
                  </a:cubicBezTo>
                  <a:lnTo>
                    <a:pt x="95" y="48"/>
                  </a:lnTo>
                  <a:lnTo>
                    <a:pt x="95" y="48"/>
                  </a:lnTo>
                  <a:lnTo>
                    <a:pt x="80" y="48"/>
                  </a:lnTo>
                  <a:lnTo>
                    <a:pt x="80" y="32"/>
                  </a:lnTo>
                  <a:cubicBezTo>
                    <a:pt x="63" y="17"/>
                    <a:pt x="63" y="17"/>
                    <a:pt x="4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57" name="Google Shape;857;p35"/>
            <p:cNvSpPr/>
            <p:nvPr/>
          </p:nvSpPr>
          <p:spPr>
            <a:xfrm>
              <a:off x="3036704" y="1802279"/>
              <a:ext cx="3053" cy="3053"/>
            </a:xfrm>
            <a:custGeom>
              <a:avLst/>
              <a:gdLst/>
              <a:ahLst/>
              <a:cxnLst/>
              <a:rect l="l" t="t" r="r" b="b"/>
              <a:pathLst>
                <a:path w="96" h="96" extrusionOk="0">
                  <a:moveTo>
                    <a:pt x="47" y="1"/>
                  </a:moveTo>
                  <a:lnTo>
                    <a:pt x="47" y="1"/>
                  </a:lnTo>
                  <a:lnTo>
                    <a:pt x="32" y="1"/>
                  </a:lnTo>
                  <a:cubicBezTo>
                    <a:pt x="16" y="1"/>
                    <a:pt x="1" y="16"/>
                    <a:pt x="16" y="32"/>
                  </a:cubicBezTo>
                  <a:lnTo>
                    <a:pt x="16" y="48"/>
                  </a:lnTo>
                  <a:lnTo>
                    <a:pt x="16" y="64"/>
                  </a:lnTo>
                  <a:lnTo>
                    <a:pt x="32" y="79"/>
                  </a:lnTo>
                  <a:cubicBezTo>
                    <a:pt x="32" y="95"/>
                    <a:pt x="47" y="95"/>
                    <a:pt x="64" y="95"/>
                  </a:cubicBezTo>
                  <a:lnTo>
                    <a:pt x="79" y="95"/>
                  </a:lnTo>
                  <a:cubicBezTo>
                    <a:pt x="95" y="95"/>
                    <a:pt x="95" y="79"/>
                    <a:pt x="95" y="64"/>
                  </a:cubicBezTo>
                  <a:lnTo>
                    <a:pt x="95" y="48"/>
                  </a:lnTo>
                  <a:lnTo>
                    <a:pt x="79" y="16"/>
                  </a:lnTo>
                  <a:cubicBezTo>
                    <a:pt x="64" y="1"/>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58" name="Google Shape;858;p35"/>
            <p:cNvSpPr/>
            <p:nvPr/>
          </p:nvSpPr>
          <p:spPr>
            <a:xfrm>
              <a:off x="3124896" y="1793279"/>
              <a:ext cx="4039" cy="3021"/>
            </a:xfrm>
            <a:custGeom>
              <a:avLst/>
              <a:gdLst/>
              <a:ahLst/>
              <a:cxnLst/>
              <a:rect l="l" t="t" r="r" b="b"/>
              <a:pathLst>
                <a:path w="127" h="95" extrusionOk="0">
                  <a:moveTo>
                    <a:pt x="79" y="0"/>
                  </a:moveTo>
                  <a:lnTo>
                    <a:pt x="79" y="0"/>
                  </a:lnTo>
                  <a:lnTo>
                    <a:pt x="32" y="0"/>
                  </a:lnTo>
                  <a:cubicBezTo>
                    <a:pt x="32" y="15"/>
                    <a:pt x="16" y="15"/>
                    <a:pt x="16" y="15"/>
                  </a:cubicBezTo>
                  <a:cubicBezTo>
                    <a:pt x="1" y="32"/>
                    <a:pt x="1" y="47"/>
                    <a:pt x="1" y="47"/>
                  </a:cubicBezTo>
                  <a:lnTo>
                    <a:pt x="16" y="78"/>
                  </a:lnTo>
                  <a:cubicBezTo>
                    <a:pt x="16" y="78"/>
                    <a:pt x="16" y="95"/>
                    <a:pt x="32" y="95"/>
                  </a:cubicBezTo>
                  <a:lnTo>
                    <a:pt x="47" y="95"/>
                  </a:lnTo>
                  <a:lnTo>
                    <a:pt x="64" y="95"/>
                  </a:lnTo>
                  <a:lnTo>
                    <a:pt x="110" y="78"/>
                  </a:lnTo>
                  <a:cubicBezTo>
                    <a:pt x="127" y="63"/>
                    <a:pt x="127" y="47"/>
                    <a:pt x="127" y="32"/>
                  </a:cubicBezTo>
                  <a:cubicBezTo>
                    <a:pt x="127" y="32"/>
                    <a:pt x="127" y="15"/>
                    <a:pt x="110" y="15"/>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59" name="Google Shape;859;p35"/>
            <p:cNvSpPr/>
            <p:nvPr/>
          </p:nvSpPr>
          <p:spPr>
            <a:xfrm>
              <a:off x="3434059" y="1757691"/>
              <a:ext cx="4548" cy="4039"/>
            </a:xfrm>
            <a:custGeom>
              <a:avLst/>
              <a:gdLst/>
              <a:ahLst/>
              <a:cxnLst/>
              <a:rect l="l" t="t" r="r" b="b"/>
              <a:pathLst>
                <a:path w="143" h="127" extrusionOk="0">
                  <a:moveTo>
                    <a:pt x="32" y="0"/>
                  </a:moveTo>
                  <a:lnTo>
                    <a:pt x="32" y="0"/>
                  </a:lnTo>
                  <a:lnTo>
                    <a:pt x="17" y="0"/>
                  </a:lnTo>
                  <a:cubicBezTo>
                    <a:pt x="0" y="0"/>
                    <a:pt x="0" y="16"/>
                    <a:pt x="0" y="16"/>
                  </a:cubicBezTo>
                  <a:lnTo>
                    <a:pt x="0" y="48"/>
                  </a:lnTo>
                  <a:cubicBezTo>
                    <a:pt x="0" y="48"/>
                    <a:pt x="17" y="48"/>
                    <a:pt x="17" y="63"/>
                  </a:cubicBezTo>
                  <a:lnTo>
                    <a:pt x="0" y="95"/>
                  </a:lnTo>
                  <a:lnTo>
                    <a:pt x="17" y="111"/>
                  </a:lnTo>
                  <a:lnTo>
                    <a:pt x="17" y="111"/>
                  </a:lnTo>
                  <a:lnTo>
                    <a:pt x="17" y="126"/>
                  </a:lnTo>
                  <a:lnTo>
                    <a:pt x="48" y="126"/>
                  </a:lnTo>
                  <a:lnTo>
                    <a:pt x="63" y="126"/>
                  </a:lnTo>
                  <a:lnTo>
                    <a:pt x="63" y="126"/>
                  </a:lnTo>
                  <a:lnTo>
                    <a:pt x="111" y="95"/>
                  </a:lnTo>
                  <a:cubicBezTo>
                    <a:pt x="126" y="95"/>
                    <a:pt x="143" y="63"/>
                    <a:pt x="126" y="48"/>
                  </a:cubicBezTo>
                  <a:lnTo>
                    <a:pt x="126" y="48"/>
                  </a:lnTo>
                  <a:cubicBezTo>
                    <a:pt x="126" y="48"/>
                    <a:pt x="111" y="48"/>
                    <a:pt x="111" y="32"/>
                  </a:cubicBezTo>
                  <a:lnTo>
                    <a:pt x="111" y="32"/>
                  </a:lnTo>
                  <a:lnTo>
                    <a:pt x="95" y="32"/>
                  </a:lnTo>
                  <a:lnTo>
                    <a:pt x="95" y="32"/>
                  </a:lnTo>
                  <a:lnTo>
                    <a:pt x="95" y="32"/>
                  </a:lnTo>
                  <a:lnTo>
                    <a:pt x="80" y="32"/>
                  </a:lnTo>
                  <a:lnTo>
                    <a:pt x="63" y="16"/>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60" name="Google Shape;860;p35"/>
            <p:cNvSpPr/>
            <p:nvPr/>
          </p:nvSpPr>
          <p:spPr>
            <a:xfrm>
              <a:off x="3087304" y="1792261"/>
              <a:ext cx="4548" cy="5057"/>
            </a:xfrm>
            <a:custGeom>
              <a:avLst/>
              <a:gdLst/>
              <a:ahLst/>
              <a:cxnLst/>
              <a:rect l="l" t="t" r="r" b="b"/>
              <a:pathLst>
                <a:path w="143" h="159" extrusionOk="0">
                  <a:moveTo>
                    <a:pt x="63" y="1"/>
                  </a:moveTo>
                  <a:lnTo>
                    <a:pt x="63" y="1"/>
                  </a:lnTo>
                  <a:cubicBezTo>
                    <a:pt x="48" y="1"/>
                    <a:pt x="32" y="1"/>
                    <a:pt x="32" y="16"/>
                  </a:cubicBezTo>
                  <a:lnTo>
                    <a:pt x="32" y="16"/>
                  </a:lnTo>
                  <a:cubicBezTo>
                    <a:pt x="32" y="32"/>
                    <a:pt x="17" y="32"/>
                    <a:pt x="17" y="32"/>
                  </a:cubicBezTo>
                  <a:cubicBezTo>
                    <a:pt x="17" y="64"/>
                    <a:pt x="0" y="79"/>
                    <a:pt x="17" y="95"/>
                  </a:cubicBezTo>
                  <a:lnTo>
                    <a:pt x="17" y="110"/>
                  </a:lnTo>
                  <a:cubicBezTo>
                    <a:pt x="32" y="127"/>
                    <a:pt x="48" y="142"/>
                    <a:pt x="63" y="142"/>
                  </a:cubicBezTo>
                  <a:cubicBezTo>
                    <a:pt x="80" y="142"/>
                    <a:pt x="80" y="158"/>
                    <a:pt x="95" y="158"/>
                  </a:cubicBezTo>
                  <a:lnTo>
                    <a:pt x="95" y="158"/>
                  </a:lnTo>
                  <a:cubicBezTo>
                    <a:pt x="111" y="158"/>
                    <a:pt x="126" y="142"/>
                    <a:pt x="143" y="127"/>
                  </a:cubicBezTo>
                  <a:cubicBezTo>
                    <a:pt x="143" y="110"/>
                    <a:pt x="126" y="95"/>
                    <a:pt x="111" y="79"/>
                  </a:cubicBezTo>
                  <a:lnTo>
                    <a:pt x="80" y="79"/>
                  </a:lnTo>
                  <a:cubicBezTo>
                    <a:pt x="80" y="79"/>
                    <a:pt x="80" y="64"/>
                    <a:pt x="95" y="47"/>
                  </a:cubicBezTo>
                  <a:cubicBezTo>
                    <a:pt x="95"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61" name="Google Shape;861;p35"/>
            <p:cNvSpPr/>
            <p:nvPr/>
          </p:nvSpPr>
          <p:spPr>
            <a:xfrm>
              <a:off x="3054228" y="1797763"/>
              <a:ext cx="5057" cy="3053"/>
            </a:xfrm>
            <a:custGeom>
              <a:avLst/>
              <a:gdLst/>
              <a:ahLst/>
              <a:cxnLst/>
              <a:rect l="l" t="t" r="r" b="b"/>
              <a:pathLst>
                <a:path w="159" h="96" extrusionOk="0">
                  <a:moveTo>
                    <a:pt x="48" y="0"/>
                  </a:moveTo>
                  <a:lnTo>
                    <a:pt x="32" y="0"/>
                  </a:lnTo>
                  <a:lnTo>
                    <a:pt x="17" y="17"/>
                  </a:lnTo>
                  <a:cubicBezTo>
                    <a:pt x="1" y="32"/>
                    <a:pt x="1" y="48"/>
                    <a:pt x="17" y="48"/>
                  </a:cubicBezTo>
                  <a:cubicBezTo>
                    <a:pt x="48" y="80"/>
                    <a:pt x="64" y="95"/>
                    <a:pt x="80" y="95"/>
                  </a:cubicBezTo>
                  <a:lnTo>
                    <a:pt x="95" y="95"/>
                  </a:lnTo>
                  <a:cubicBezTo>
                    <a:pt x="111" y="95"/>
                    <a:pt x="127" y="80"/>
                    <a:pt x="143" y="64"/>
                  </a:cubicBezTo>
                  <a:lnTo>
                    <a:pt x="143" y="64"/>
                  </a:lnTo>
                  <a:cubicBezTo>
                    <a:pt x="158" y="48"/>
                    <a:pt x="158" y="32"/>
                    <a:pt x="143" y="17"/>
                  </a:cubicBezTo>
                  <a:cubicBezTo>
                    <a:pt x="143" y="0"/>
                    <a:pt x="127" y="0"/>
                    <a:pt x="127" y="0"/>
                  </a:cubicBezTo>
                  <a:cubicBezTo>
                    <a:pt x="111" y="0"/>
                    <a:pt x="95" y="0"/>
                    <a:pt x="95" y="17"/>
                  </a:cubicBezTo>
                  <a:lnTo>
                    <a:pt x="80"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62" name="Google Shape;862;p35"/>
            <p:cNvSpPr/>
            <p:nvPr/>
          </p:nvSpPr>
          <p:spPr>
            <a:xfrm>
              <a:off x="3113891" y="1812806"/>
              <a:ext cx="4516" cy="3562"/>
            </a:xfrm>
            <a:custGeom>
              <a:avLst/>
              <a:gdLst/>
              <a:ahLst/>
              <a:cxnLst/>
              <a:rect l="l" t="t" r="r" b="b"/>
              <a:pathLst>
                <a:path w="142" h="112" extrusionOk="0">
                  <a:moveTo>
                    <a:pt x="63" y="0"/>
                  </a:moveTo>
                  <a:lnTo>
                    <a:pt x="63" y="0"/>
                  </a:lnTo>
                  <a:lnTo>
                    <a:pt x="47" y="0"/>
                  </a:lnTo>
                  <a:cubicBezTo>
                    <a:pt x="47" y="0"/>
                    <a:pt x="32" y="0"/>
                    <a:pt x="32" y="17"/>
                  </a:cubicBezTo>
                  <a:cubicBezTo>
                    <a:pt x="15" y="17"/>
                    <a:pt x="0" y="48"/>
                    <a:pt x="0" y="80"/>
                  </a:cubicBezTo>
                  <a:lnTo>
                    <a:pt x="15" y="63"/>
                  </a:lnTo>
                  <a:lnTo>
                    <a:pt x="32" y="63"/>
                  </a:lnTo>
                  <a:lnTo>
                    <a:pt x="32" y="63"/>
                  </a:lnTo>
                  <a:cubicBezTo>
                    <a:pt x="47" y="80"/>
                    <a:pt x="63" y="95"/>
                    <a:pt x="63" y="111"/>
                  </a:cubicBezTo>
                  <a:lnTo>
                    <a:pt x="63" y="111"/>
                  </a:lnTo>
                  <a:lnTo>
                    <a:pt x="78" y="111"/>
                  </a:lnTo>
                  <a:cubicBezTo>
                    <a:pt x="95" y="95"/>
                    <a:pt x="110" y="80"/>
                    <a:pt x="110" y="63"/>
                  </a:cubicBezTo>
                  <a:lnTo>
                    <a:pt x="110" y="63"/>
                  </a:lnTo>
                  <a:cubicBezTo>
                    <a:pt x="126" y="63"/>
                    <a:pt x="141" y="48"/>
                    <a:pt x="141" y="32"/>
                  </a:cubicBezTo>
                  <a:cubicBezTo>
                    <a:pt x="141" y="17"/>
                    <a:pt x="141" y="0"/>
                    <a:pt x="110" y="0"/>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63" name="Google Shape;863;p35"/>
            <p:cNvSpPr/>
            <p:nvPr/>
          </p:nvSpPr>
          <p:spPr>
            <a:xfrm>
              <a:off x="3428557" y="1808290"/>
              <a:ext cx="4039" cy="4548"/>
            </a:xfrm>
            <a:custGeom>
              <a:avLst/>
              <a:gdLst/>
              <a:ahLst/>
              <a:cxnLst/>
              <a:rect l="l" t="t" r="r" b="b"/>
              <a:pathLst>
                <a:path w="127" h="143" extrusionOk="0">
                  <a:moveTo>
                    <a:pt x="47" y="1"/>
                  </a:moveTo>
                  <a:lnTo>
                    <a:pt x="32" y="1"/>
                  </a:lnTo>
                  <a:lnTo>
                    <a:pt x="32" y="1"/>
                  </a:lnTo>
                  <a:lnTo>
                    <a:pt x="32" y="16"/>
                  </a:lnTo>
                  <a:cubicBezTo>
                    <a:pt x="32" y="32"/>
                    <a:pt x="16" y="32"/>
                    <a:pt x="1" y="32"/>
                  </a:cubicBezTo>
                  <a:lnTo>
                    <a:pt x="1" y="48"/>
                  </a:lnTo>
                  <a:lnTo>
                    <a:pt x="1" y="64"/>
                  </a:lnTo>
                  <a:lnTo>
                    <a:pt x="1" y="64"/>
                  </a:lnTo>
                  <a:lnTo>
                    <a:pt x="1" y="96"/>
                  </a:lnTo>
                  <a:lnTo>
                    <a:pt x="16" y="96"/>
                  </a:lnTo>
                  <a:lnTo>
                    <a:pt x="32" y="111"/>
                  </a:lnTo>
                  <a:lnTo>
                    <a:pt x="64" y="127"/>
                  </a:lnTo>
                  <a:cubicBezTo>
                    <a:pt x="79" y="142"/>
                    <a:pt x="79" y="142"/>
                    <a:pt x="95" y="142"/>
                  </a:cubicBezTo>
                  <a:lnTo>
                    <a:pt x="110" y="127"/>
                  </a:lnTo>
                  <a:cubicBezTo>
                    <a:pt x="127" y="111"/>
                    <a:pt x="127" y="79"/>
                    <a:pt x="110" y="79"/>
                  </a:cubicBezTo>
                  <a:lnTo>
                    <a:pt x="95" y="64"/>
                  </a:lnTo>
                  <a:lnTo>
                    <a:pt x="79" y="64"/>
                  </a:lnTo>
                  <a:lnTo>
                    <a:pt x="64" y="48"/>
                  </a:lnTo>
                  <a:lnTo>
                    <a:pt x="79" y="48"/>
                  </a:lnTo>
                  <a:cubicBezTo>
                    <a:pt x="79" y="16"/>
                    <a:pt x="64" y="1"/>
                    <a:pt x="47"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64" name="Google Shape;864;p35"/>
            <p:cNvSpPr/>
            <p:nvPr/>
          </p:nvSpPr>
          <p:spPr>
            <a:xfrm>
              <a:off x="3380470" y="1815796"/>
              <a:ext cx="3021" cy="2576"/>
            </a:xfrm>
            <a:custGeom>
              <a:avLst/>
              <a:gdLst/>
              <a:ahLst/>
              <a:cxnLst/>
              <a:rect l="l" t="t" r="r" b="b"/>
              <a:pathLst>
                <a:path w="95" h="81" extrusionOk="0">
                  <a:moveTo>
                    <a:pt x="47" y="1"/>
                  </a:moveTo>
                  <a:lnTo>
                    <a:pt x="15" y="17"/>
                  </a:lnTo>
                  <a:cubicBezTo>
                    <a:pt x="0" y="17"/>
                    <a:pt x="0" y="32"/>
                    <a:pt x="0" y="49"/>
                  </a:cubicBezTo>
                  <a:cubicBezTo>
                    <a:pt x="0" y="64"/>
                    <a:pt x="15" y="80"/>
                    <a:pt x="32" y="80"/>
                  </a:cubicBezTo>
                  <a:lnTo>
                    <a:pt x="47" y="80"/>
                  </a:lnTo>
                  <a:lnTo>
                    <a:pt x="78" y="64"/>
                  </a:lnTo>
                  <a:cubicBezTo>
                    <a:pt x="95" y="64"/>
                    <a:pt x="95" y="64"/>
                    <a:pt x="95" y="49"/>
                  </a:cubicBezTo>
                  <a:lnTo>
                    <a:pt x="95" y="49"/>
                  </a:lnTo>
                  <a:cubicBezTo>
                    <a:pt x="78" y="49"/>
                    <a:pt x="63" y="32"/>
                    <a:pt x="63" y="32"/>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65" name="Google Shape;865;p35"/>
            <p:cNvSpPr/>
            <p:nvPr/>
          </p:nvSpPr>
          <p:spPr>
            <a:xfrm>
              <a:off x="3422546" y="1783738"/>
              <a:ext cx="5534" cy="2544"/>
            </a:xfrm>
            <a:custGeom>
              <a:avLst/>
              <a:gdLst/>
              <a:ahLst/>
              <a:cxnLst/>
              <a:rect l="l" t="t" r="r" b="b"/>
              <a:pathLst>
                <a:path w="174" h="80" extrusionOk="0">
                  <a:moveTo>
                    <a:pt x="47" y="0"/>
                  </a:moveTo>
                  <a:lnTo>
                    <a:pt x="32" y="0"/>
                  </a:lnTo>
                  <a:cubicBezTo>
                    <a:pt x="16" y="0"/>
                    <a:pt x="16" y="17"/>
                    <a:pt x="1" y="32"/>
                  </a:cubicBezTo>
                  <a:lnTo>
                    <a:pt x="1" y="32"/>
                  </a:lnTo>
                  <a:cubicBezTo>
                    <a:pt x="1" y="48"/>
                    <a:pt x="16" y="63"/>
                    <a:pt x="32" y="63"/>
                  </a:cubicBezTo>
                  <a:lnTo>
                    <a:pt x="47" y="63"/>
                  </a:lnTo>
                  <a:lnTo>
                    <a:pt x="64" y="63"/>
                  </a:lnTo>
                  <a:lnTo>
                    <a:pt x="127" y="80"/>
                  </a:lnTo>
                  <a:lnTo>
                    <a:pt x="142" y="80"/>
                  </a:lnTo>
                  <a:lnTo>
                    <a:pt x="142" y="80"/>
                  </a:lnTo>
                  <a:cubicBezTo>
                    <a:pt x="158" y="63"/>
                    <a:pt x="173" y="63"/>
                    <a:pt x="173" y="48"/>
                  </a:cubicBezTo>
                  <a:cubicBezTo>
                    <a:pt x="173" y="17"/>
                    <a:pt x="158" y="0"/>
                    <a:pt x="142" y="0"/>
                  </a:cubicBezTo>
                  <a:lnTo>
                    <a:pt x="110" y="0"/>
                  </a:ln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66" name="Google Shape;866;p35"/>
            <p:cNvSpPr/>
            <p:nvPr/>
          </p:nvSpPr>
          <p:spPr>
            <a:xfrm>
              <a:off x="3154982" y="1811312"/>
              <a:ext cx="6042" cy="2512"/>
            </a:xfrm>
            <a:custGeom>
              <a:avLst/>
              <a:gdLst/>
              <a:ahLst/>
              <a:cxnLst/>
              <a:rect l="l" t="t" r="r" b="b"/>
              <a:pathLst>
                <a:path w="190" h="79" extrusionOk="0">
                  <a:moveTo>
                    <a:pt x="32" y="1"/>
                  </a:moveTo>
                  <a:lnTo>
                    <a:pt x="32" y="1"/>
                  </a:lnTo>
                  <a:cubicBezTo>
                    <a:pt x="0" y="1"/>
                    <a:pt x="0" y="16"/>
                    <a:pt x="0" y="32"/>
                  </a:cubicBezTo>
                  <a:cubicBezTo>
                    <a:pt x="0" y="47"/>
                    <a:pt x="0" y="64"/>
                    <a:pt x="15" y="64"/>
                  </a:cubicBezTo>
                  <a:lnTo>
                    <a:pt x="32" y="64"/>
                  </a:lnTo>
                  <a:lnTo>
                    <a:pt x="110" y="64"/>
                  </a:lnTo>
                  <a:lnTo>
                    <a:pt x="141" y="79"/>
                  </a:lnTo>
                  <a:lnTo>
                    <a:pt x="158" y="79"/>
                  </a:lnTo>
                  <a:lnTo>
                    <a:pt x="158" y="79"/>
                  </a:lnTo>
                  <a:lnTo>
                    <a:pt x="173" y="64"/>
                  </a:lnTo>
                  <a:cubicBezTo>
                    <a:pt x="173" y="64"/>
                    <a:pt x="173" y="47"/>
                    <a:pt x="189" y="47"/>
                  </a:cubicBezTo>
                  <a:lnTo>
                    <a:pt x="189" y="32"/>
                  </a:lnTo>
                  <a:cubicBezTo>
                    <a:pt x="189" y="32"/>
                    <a:pt x="189" y="16"/>
                    <a:pt x="173" y="16"/>
                  </a:cubicBezTo>
                  <a:cubicBezTo>
                    <a:pt x="173" y="1"/>
                    <a:pt x="158" y="1"/>
                    <a:pt x="158"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67" name="Google Shape;867;p35"/>
            <p:cNvSpPr/>
            <p:nvPr/>
          </p:nvSpPr>
          <p:spPr>
            <a:xfrm>
              <a:off x="3331365" y="1816337"/>
              <a:ext cx="6042" cy="3021"/>
            </a:xfrm>
            <a:custGeom>
              <a:avLst/>
              <a:gdLst/>
              <a:ahLst/>
              <a:cxnLst/>
              <a:rect l="l" t="t" r="r" b="b"/>
              <a:pathLst>
                <a:path w="190" h="95" extrusionOk="0">
                  <a:moveTo>
                    <a:pt x="110" y="0"/>
                  </a:moveTo>
                  <a:lnTo>
                    <a:pt x="95" y="0"/>
                  </a:lnTo>
                  <a:cubicBezTo>
                    <a:pt x="78" y="0"/>
                    <a:pt x="63" y="0"/>
                    <a:pt x="63" y="15"/>
                  </a:cubicBezTo>
                  <a:lnTo>
                    <a:pt x="47" y="15"/>
                  </a:lnTo>
                  <a:lnTo>
                    <a:pt x="32" y="15"/>
                  </a:lnTo>
                  <a:cubicBezTo>
                    <a:pt x="32" y="15"/>
                    <a:pt x="32" y="32"/>
                    <a:pt x="15" y="32"/>
                  </a:cubicBezTo>
                  <a:cubicBezTo>
                    <a:pt x="15" y="32"/>
                    <a:pt x="0" y="47"/>
                    <a:pt x="0" y="63"/>
                  </a:cubicBezTo>
                  <a:cubicBezTo>
                    <a:pt x="15" y="78"/>
                    <a:pt x="15" y="95"/>
                    <a:pt x="32" y="95"/>
                  </a:cubicBezTo>
                  <a:lnTo>
                    <a:pt x="47" y="95"/>
                  </a:lnTo>
                  <a:lnTo>
                    <a:pt x="63" y="78"/>
                  </a:lnTo>
                  <a:lnTo>
                    <a:pt x="78" y="78"/>
                  </a:lnTo>
                  <a:cubicBezTo>
                    <a:pt x="95" y="78"/>
                    <a:pt x="95" y="63"/>
                    <a:pt x="95" y="63"/>
                  </a:cubicBezTo>
                  <a:cubicBezTo>
                    <a:pt x="95" y="63"/>
                    <a:pt x="110" y="63"/>
                    <a:pt x="110" y="78"/>
                  </a:cubicBezTo>
                  <a:lnTo>
                    <a:pt x="110" y="78"/>
                  </a:lnTo>
                  <a:cubicBezTo>
                    <a:pt x="110" y="95"/>
                    <a:pt x="126" y="95"/>
                    <a:pt x="141" y="95"/>
                  </a:cubicBezTo>
                  <a:lnTo>
                    <a:pt x="158" y="95"/>
                  </a:lnTo>
                  <a:cubicBezTo>
                    <a:pt x="173" y="95"/>
                    <a:pt x="189" y="78"/>
                    <a:pt x="173" y="63"/>
                  </a:cubicBezTo>
                  <a:cubicBezTo>
                    <a:pt x="173" y="47"/>
                    <a:pt x="173" y="47"/>
                    <a:pt x="158" y="32"/>
                  </a:cubicBezTo>
                  <a:lnTo>
                    <a:pt x="158" y="15"/>
                  </a:lnTo>
                  <a:cubicBezTo>
                    <a:pt x="141" y="15"/>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68" name="Google Shape;868;p35"/>
            <p:cNvSpPr/>
            <p:nvPr/>
          </p:nvSpPr>
          <p:spPr>
            <a:xfrm>
              <a:off x="3399966" y="1811789"/>
              <a:ext cx="3562" cy="2035"/>
            </a:xfrm>
            <a:custGeom>
              <a:avLst/>
              <a:gdLst/>
              <a:ahLst/>
              <a:cxnLst/>
              <a:rect l="l" t="t" r="r" b="b"/>
              <a:pathLst>
                <a:path w="112" h="64" extrusionOk="0">
                  <a:moveTo>
                    <a:pt x="32" y="1"/>
                  </a:moveTo>
                  <a:lnTo>
                    <a:pt x="32" y="1"/>
                  </a:lnTo>
                  <a:lnTo>
                    <a:pt x="17" y="1"/>
                  </a:lnTo>
                  <a:lnTo>
                    <a:pt x="17" y="1"/>
                  </a:lnTo>
                  <a:lnTo>
                    <a:pt x="17" y="1"/>
                  </a:lnTo>
                  <a:cubicBezTo>
                    <a:pt x="17" y="17"/>
                    <a:pt x="1" y="32"/>
                    <a:pt x="1" y="32"/>
                  </a:cubicBezTo>
                  <a:cubicBezTo>
                    <a:pt x="1" y="49"/>
                    <a:pt x="1" y="64"/>
                    <a:pt x="32" y="64"/>
                  </a:cubicBezTo>
                  <a:lnTo>
                    <a:pt x="49" y="64"/>
                  </a:lnTo>
                  <a:lnTo>
                    <a:pt x="64" y="64"/>
                  </a:lnTo>
                  <a:lnTo>
                    <a:pt x="64" y="64"/>
                  </a:lnTo>
                  <a:cubicBezTo>
                    <a:pt x="80" y="64"/>
                    <a:pt x="95" y="49"/>
                    <a:pt x="95" y="32"/>
                  </a:cubicBezTo>
                  <a:cubicBezTo>
                    <a:pt x="112" y="32"/>
                    <a:pt x="95" y="17"/>
                    <a:pt x="80" y="1"/>
                  </a:cubicBezTo>
                  <a:lnTo>
                    <a:pt x="80"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69" name="Google Shape;869;p35"/>
            <p:cNvSpPr/>
            <p:nvPr/>
          </p:nvSpPr>
          <p:spPr>
            <a:xfrm>
              <a:off x="3437049" y="1805778"/>
              <a:ext cx="3562" cy="3562"/>
            </a:xfrm>
            <a:custGeom>
              <a:avLst/>
              <a:gdLst/>
              <a:ahLst/>
              <a:cxnLst/>
              <a:rect l="l" t="t" r="r" b="b"/>
              <a:pathLst>
                <a:path w="112" h="112" extrusionOk="0">
                  <a:moveTo>
                    <a:pt x="32" y="1"/>
                  </a:moveTo>
                  <a:lnTo>
                    <a:pt x="32" y="1"/>
                  </a:lnTo>
                  <a:lnTo>
                    <a:pt x="17" y="1"/>
                  </a:lnTo>
                  <a:cubicBezTo>
                    <a:pt x="1" y="17"/>
                    <a:pt x="1" y="32"/>
                    <a:pt x="1" y="48"/>
                  </a:cubicBezTo>
                  <a:lnTo>
                    <a:pt x="1" y="48"/>
                  </a:lnTo>
                  <a:lnTo>
                    <a:pt x="32" y="80"/>
                  </a:lnTo>
                  <a:lnTo>
                    <a:pt x="49" y="80"/>
                  </a:lnTo>
                  <a:lnTo>
                    <a:pt x="49" y="64"/>
                  </a:lnTo>
                  <a:cubicBezTo>
                    <a:pt x="64" y="64"/>
                    <a:pt x="64" y="80"/>
                    <a:pt x="80" y="80"/>
                  </a:cubicBezTo>
                  <a:lnTo>
                    <a:pt x="80" y="111"/>
                  </a:lnTo>
                  <a:lnTo>
                    <a:pt x="95" y="111"/>
                  </a:lnTo>
                  <a:cubicBezTo>
                    <a:pt x="95" y="95"/>
                    <a:pt x="112" y="80"/>
                    <a:pt x="95" y="64"/>
                  </a:cubicBezTo>
                  <a:lnTo>
                    <a:pt x="80" y="32"/>
                  </a:lnTo>
                  <a:lnTo>
                    <a:pt x="64" y="17"/>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70" name="Google Shape;870;p35"/>
            <p:cNvSpPr/>
            <p:nvPr/>
          </p:nvSpPr>
          <p:spPr>
            <a:xfrm>
              <a:off x="3426045" y="1806796"/>
              <a:ext cx="3562" cy="2544"/>
            </a:xfrm>
            <a:custGeom>
              <a:avLst/>
              <a:gdLst/>
              <a:ahLst/>
              <a:cxnLst/>
              <a:rect l="l" t="t" r="r" b="b"/>
              <a:pathLst>
                <a:path w="112" h="80" extrusionOk="0">
                  <a:moveTo>
                    <a:pt x="32" y="0"/>
                  </a:moveTo>
                  <a:lnTo>
                    <a:pt x="32" y="0"/>
                  </a:lnTo>
                  <a:lnTo>
                    <a:pt x="32" y="16"/>
                  </a:lnTo>
                  <a:lnTo>
                    <a:pt x="17" y="16"/>
                  </a:lnTo>
                  <a:lnTo>
                    <a:pt x="0" y="32"/>
                  </a:lnTo>
                  <a:cubicBezTo>
                    <a:pt x="0" y="48"/>
                    <a:pt x="17" y="63"/>
                    <a:pt x="32" y="79"/>
                  </a:cubicBezTo>
                  <a:lnTo>
                    <a:pt x="63" y="79"/>
                  </a:lnTo>
                  <a:lnTo>
                    <a:pt x="80" y="79"/>
                  </a:lnTo>
                  <a:lnTo>
                    <a:pt x="80" y="79"/>
                  </a:lnTo>
                  <a:lnTo>
                    <a:pt x="80" y="79"/>
                  </a:lnTo>
                  <a:cubicBezTo>
                    <a:pt x="95" y="79"/>
                    <a:pt x="111" y="79"/>
                    <a:pt x="111" y="63"/>
                  </a:cubicBezTo>
                  <a:lnTo>
                    <a:pt x="111" y="48"/>
                  </a:lnTo>
                  <a:cubicBezTo>
                    <a:pt x="111" y="32"/>
                    <a:pt x="95" y="16"/>
                    <a:pt x="95" y="16"/>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71" name="Google Shape;871;p35"/>
            <p:cNvSpPr/>
            <p:nvPr/>
          </p:nvSpPr>
          <p:spPr>
            <a:xfrm>
              <a:off x="3390965" y="1782243"/>
              <a:ext cx="3562" cy="3053"/>
            </a:xfrm>
            <a:custGeom>
              <a:avLst/>
              <a:gdLst/>
              <a:ahLst/>
              <a:cxnLst/>
              <a:rect l="l" t="t" r="r" b="b"/>
              <a:pathLst>
                <a:path w="112" h="96" extrusionOk="0">
                  <a:moveTo>
                    <a:pt x="63" y="1"/>
                  </a:moveTo>
                  <a:lnTo>
                    <a:pt x="63" y="1"/>
                  </a:lnTo>
                  <a:cubicBezTo>
                    <a:pt x="63" y="1"/>
                    <a:pt x="63" y="16"/>
                    <a:pt x="48" y="16"/>
                  </a:cubicBezTo>
                  <a:lnTo>
                    <a:pt x="32" y="16"/>
                  </a:lnTo>
                  <a:lnTo>
                    <a:pt x="17" y="32"/>
                  </a:lnTo>
                  <a:lnTo>
                    <a:pt x="17" y="32"/>
                  </a:lnTo>
                  <a:cubicBezTo>
                    <a:pt x="0" y="47"/>
                    <a:pt x="0" y="64"/>
                    <a:pt x="0" y="79"/>
                  </a:cubicBezTo>
                  <a:cubicBezTo>
                    <a:pt x="0" y="95"/>
                    <a:pt x="17" y="95"/>
                    <a:pt x="32" y="95"/>
                  </a:cubicBezTo>
                  <a:lnTo>
                    <a:pt x="48" y="95"/>
                  </a:lnTo>
                  <a:lnTo>
                    <a:pt x="63" y="79"/>
                  </a:lnTo>
                  <a:lnTo>
                    <a:pt x="80" y="79"/>
                  </a:lnTo>
                  <a:cubicBezTo>
                    <a:pt x="95" y="64"/>
                    <a:pt x="111" y="47"/>
                    <a:pt x="95" y="32"/>
                  </a:cubicBezTo>
                  <a:cubicBezTo>
                    <a:pt x="95" y="16"/>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72" name="Google Shape;872;p35"/>
            <p:cNvSpPr/>
            <p:nvPr/>
          </p:nvSpPr>
          <p:spPr>
            <a:xfrm>
              <a:off x="3336835" y="1789749"/>
              <a:ext cx="4039" cy="4039"/>
            </a:xfrm>
            <a:custGeom>
              <a:avLst/>
              <a:gdLst/>
              <a:ahLst/>
              <a:cxnLst/>
              <a:rect l="l" t="t" r="r" b="b"/>
              <a:pathLst>
                <a:path w="127" h="127" extrusionOk="0">
                  <a:moveTo>
                    <a:pt x="95" y="0"/>
                  </a:moveTo>
                  <a:lnTo>
                    <a:pt x="95" y="0"/>
                  </a:lnTo>
                  <a:cubicBezTo>
                    <a:pt x="80" y="0"/>
                    <a:pt x="80" y="17"/>
                    <a:pt x="64" y="17"/>
                  </a:cubicBezTo>
                  <a:lnTo>
                    <a:pt x="49" y="32"/>
                  </a:lnTo>
                  <a:lnTo>
                    <a:pt x="49" y="32"/>
                  </a:lnTo>
                  <a:lnTo>
                    <a:pt x="17" y="63"/>
                  </a:lnTo>
                  <a:lnTo>
                    <a:pt x="17" y="63"/>
                  </a:lnTo>
                  <a:cubicBezTo>
                    <a:pt x="1" y="80"/>
                    <a:pt x="1" y="95"/>
                    <a:pt x="17" y="111"/>
                  </a:cubicBezTo>
                  <a:lnTo>
                    <a:pt x="17" y="111"/>
                  </a:lnTo>
                  <a:lnTo>
                    <a:pt x="17" y="111"/>
                  </a:lnTo>
                  <a:cubicBezTo>
                    <a:pt x="17" y="111"/>
                    <a:pt x="32" y="126"/>
                    <a:pt x="49" y="126"/>
                  </a:cubicBezTo>
                  <a:lnTo>
                    <a:pt x="64" y="111"/>
                  </a:lnTo>
                  <a:lnTo>
                    <a:pt x="112" y="63"/>
                  </a:lnTo>
                  <a:cubicBezTo>
                    <a:pt x="127"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73" name="Google Shape;873;p35"/>
            <p:cNvSpPr/>
            <p:nvPr/>
          </p:nvSpPr>
          <p:spPr>
            <a:xfrm>
              <a:off x="3437589" y="1779254"/>
              <a:ext cx="4039" cy="5025"/>
            </a:xfrm>
            <a:custGeom>
              <a:avLst/>
              <a:gdLst/>
              <a:ahLst/>
              <a:cxnLst/>
              <a:rect l="l" t="t" r="r" b="b"/>
              <a:pathLst>
                <a:path w="127" h="158" extrusionOk="0">
                  <a:moveTo>
                    <a:pt x="32" y="0"/>
                  </a:moveTo>
                  <a:lnTo>
                    <a:pt x="32" y="0"/>
                  </a:lnTo>
                  <a:cubicBezTo>
                    <a:pt x="15" y="0"/>
                    <a:pt x="0" y="0"/>
                    <a:pt x="0" y="15"/>
                  </a:cubicBezTo>
                  <a:lnTo>
                    <a:pt x="0" y="15"/>
                  </a:lnTo>
                  <a:lnTo>
                    <a:pt x="0" y="47"/>
                  </a:lnTo>
                  <a:cubicBezTo>
                    <a:pt x="0" y="47"/>
                    <a:pt x="15" y="63"/>
                    <a:pt x="32" y="63"/>
                  </a:cubicBezTo>
                  <a:lnTo>
                    <a:pt x="32" y="63"/>
                  </a:lnTo>
                  <a:lnTo>
                    <a:pt x="15" y="110"/>
                  </a:lnTo>
                  <a:cubicBezTo>
                    <a:pt x="15" y="126"/>
                    <a:pt x="32" y="141"/>
                    <a:pt x="47" y="158"/>
                  </a:cubicBezTo>
                  <a:lnTo>
                    <a:pt x="47" y="158"/>
                  </a:lnTo>
                  <a:cubicBezTo>
                    <a:pt x="63" y="158"/>
                    <a:pt x="78" y="141"/>
                    <a:pt x="95" y="126"/>
                  </a:cubicBezTo>
                  <a:lnTo>
                    <a:pt x="110" y="47"/>
                  </a:lnTo>
                  <a:cubicBezTo>
                    <a:pt x="126" y="32"/>
                    <a:pt x="110" y="32"/>
                    <a:pt x="110" y="15"/>
                  </a:cubicBezTo>
                  <a:lnTo>
                    <a:pt x="95" y="0"/>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74" name="Google Shape;874;p35"/>
            <p:cNvSpPr/>
            <p:nvPr/>
          </p:nvSpPr>
          <p:spPr>
            <a:xfrm>
              <a:off x="3079798" y="1787745"/>
              <a:ext cx="5534" cy="3021"/>
            </a:xfrm>
            <a:custGeom>
              <a:avLst/>
              <a:gdLst/>
              <a:ahLst/>
              <a:cxnLst/>
              <a:rect l="l" t="t" r="r" b="b"/>
              <a:pathLst>
                <a:path w="174" h="95" extrusionOk="0">
                  <a:moveTo>
                    <a:pt x="32" y="0"/>
                  </a:moveTo>
                  <a:lnTo>
                    <a:pt x="32" y="0"/>
                  </a:lnTo>
                  <a:cubicBezTo>
                    <a:pt x="16" y="0"/>
                    <a:pt x="1" y="17"/>
                    <a:pt x="1" y="32"/>
                  </a:cubicBezTo>
                  <a:cubicBezTo>
                    <a:pt x="1" y="48"/>
                    <a:pt x="16" y="63"/>
                    <a:pt x="32" y="63"/>
                  </a:cubicBezTo>
                  <a:lnTo>
                    <a:pt x="32" y="63"/>
                  </a:lnTo>
                  <a:lnTo>
                    <a:pt x="79" y="63"/>
                  </a:lnTo>
                  <a:lnTo>
                    <a:pt x="79" y="80"/>
                  </a:lnTo>
                  <a:cubicBezTo>
                    <a:pt x="79" y="80"/>
                    <a:pt x="95" y="95"/>
                    <a:pt x="110" y="95"/>
                  </a:cubicBezTo>
                  <a:lnTo>
                    <a:pt x="110" y="95"/>
                  </a:lnTo>
                  <a:lnTo>
                    <a:pt x="142" y="80"/>
                  </a:lnTo>
                  <a:lnTo>
                    <a:pt x="158" y="80"/>
                  </a:lnTo>
                  <a:cubicBezTo>
                    <a:pt x="173" y="63"/>
                    <a:pt x="173" y="48"/>
                    <a:pt x="173" y="48"/>
                  </a:cubicBezTo>
                  <a:lnTo>
                    <a:pt x="173" y="32"/>
                  </a:lnTo>
                  <a:lnTo>
                    <a:pt x="173" y="32"/>
                  </a:lnTo>
                  <a:cubicBezTo>
                    <a:pt x="158" y="17"/>
                    <a:pt x="158" y="0"/>
                    <a:pt x="142"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75" name="Google Shape;875;p35"/>
            <p:cNvSpPr/>
            <p:nvPr/>
          </p:nvSpPr>
          <p:spPr>
            <a:xfrm>
              <a:off x="3160452" y="1812806"/>
              <a:ext cx="3053" cy="3562"/>
            </a:xfrm>
            <a:custGeom>
              <a:avLst/>
              <a:gdLst/>
              <a:ahLst/>
              <a:cxnLst/>
              <a:rect l="l" t="t" r="r" b="b"/>
              <a:pathLst>
                <a:path w="96" h="112" extrusionOk="0">
                  <a:moveTo>
                    <a:pt x="32" y="0"/>
                  </a:moveTo>
                  <a:lnTo>
                    <a:pt x="32" y="0"/>
                  </a:lnTo>
                  <a:lnTo>
                    <a:pt x="17" y="0"/>
                  </a:lnTo>
                  <a:lnTo>
                    <a:pt x="17" y="0"/>
                  </a:lnTo>
                  <a:cubicBezTo>
                    <a:pt x="1" y="0"/>
                    <a:pt x="1" y="17"/>
                    <a:pt x="1" y="17"/>
                  </a:cubicBezTo>
                  <a:lnTo>
                    <a:pt x="1" y="32"/>
                  </a:lnTo>
                  <a:lnTo>
                    <a:pt x="1" y="48"/>
                  </a:lnTo>
                  <a:lnTo>
                    <a:pt x="1" y="48"/>
                  </a:lnTo>
                  <a:lnTo>
                    <a:pt x="1" y="63"/>
                  </a:lnTo>
                  <a:lnTo>
                    <a:pt x="1" y="48"/>
                  </a:lnTo>
                  <a:cubicBezTo>
                    <a:pt x="17" y="48"/>
                    <a:pt x="17" y="32"/>
                    <a:pt x="32" y="32"/>
                  </a:cubicBezTo>
                  <a:lnTo>
                    <a:pt x="32" y="32"/>
                  </a:lnTo>
                  <a:cubicBezTo>
                    <a:pt x="49" y="32"/>
                    <a:pt x="49" y="32"/>
                    <a:pt x="49" y="48"/>
                  </a:cubicBezTo>
                  <a:cubicBezTo>
                    <a:pt x="64" y="48"/>
                    <a:pt x="80" y="80"/>
                    <a:pt x="64" y="95"/>
                  </a:cubicBezTo>
                  <a:lnTo>
                    <a:pt x="49" y="111"/>
                  </a:lnTo>
                  <a:lnTo>
                    <a:pt x="64" y="111"/>
                  </a:lnTo>
                  <a:cubicBezTo>
                    <a:pt x="64" y="111"/>
                    <a:pt x="80" y="111"/>
                    <a:pt x="80" y="95"/>
                  </a:cubicBezTo>
                  <a:cubicBezTo>
                    <a:pt x="80" y="95"/>
                    <a:pt x="95" y="80"/>
                    <a:pt x="80" y="80"/>
                  </a:cubicBezTo>
                  <a:lnTo>
                    <a:pt x="80" y="63"/>
                  </a:lnTo>
                  <a:lnTo>
                    <a:pt x="80" y="48"/>
                  </a:lnTo>
                  <a:lnTo>
                    <a:pt x="80" y="32"/>
                  </a:lnTo>
                  <a:cubicBezTo>
                    <a:pt x="80" y="17"/>
                    <a:pt x="64" y="17"/>
                    <a:pt x="64" y="17"/>
                  </a:cubicBez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76" name="Google Shape;876;p35"/>
            <p:cNvSpPr/>
            <p:nvPr/>
          </p:nvSpPr>
          <p:spPr>
            <a:xfrm>
              <a:off x="3287730" y="1809785"/>
              <a:ext cx="5565" cy="4580"/>
            </a:xfrm>
            <a:custGeom>
              <a:avLst/>
              <a:gdLst/>
              <a:ahLst/>
              <a:cxnLst/>
              <a:rect l="l" t="t" r="r" b="b"/>
              <a:pathLst>
                <a:path w="175" h="144" extrusionOk="0">
                  <a:moveTo>
                    <a:pt x="127" y="1"/>
                  </a:moveTo>
                  <a:lnTo>
                    <a:pt x="127" y="1"/>
                  </a:lnTo>
                  <a:lnTo>
                    <a:pt x="112" y="1"/>
                  </a:lnTo>
                  <a:lnTo>
                    <a:pt x="95" y="17"/>
                  </a:lnTo>
                  <a:lnTo>
                    <a:pt x="80" y="17"/>
                  </a:lnTo>
                  <a:cubicBezTo>
                    <a:pt x="64" y="32"/>
                    <a:pt x="49" y="32"/>
                    <a:pt x="49" y="49"/>
                  </a:cubicBezTo>
                  <a:cubicBezTo>
                    <a:pt x="32" y="49"/>
                    <a:pt x="32" y="49"/>
                    <a:pt x="17" y="64"/>
                  </a:cubicBezTo>
                  <a:cubicBezTo>
                    <a:pt x="1" y="64"/>
                    <a:pt x="1" y="64"/>
                    <a:pt x="1" y="80"/>
                  </a:cubicBezTo>
                  <a:lnTo>
                    <a:pt x="1" y="112"/>
                  </a:lnTo>
                  <a:lnTo>
                    <a:pt x="17" y="127"/>
                  </a:lnTo>
                  <a:lnTo>
                    <a:pt x="32" y="127"/>
                  </a:lnTo>
                  <a:lnTo>
                    <a:pt x="49" y="127"/>
                  </a:lnTo>
                  <a:lnTo>
                    <a:pt x="49" y="127"/>
                  </a:lnTo>
                  <a:lnTo>
                    <a:pt x="49" y="127"/>
                  </a:lnTo>
                  <a:lnTo>
                    <a:pt x="95" y="127"/>
                  </a:lnTo>
                  <a:lnTo>
                    <a:pt x="112" y="143"/>
                  </a:lnTo>
                  <a:lnTo>
                    <a:pt x="127" y="127"/>
                  </a:lnTo>
                  <a:lnTo>
                    <a:pt x="143" y="127"/>
                  </a:lnTo>
                  <a:cubicBezTo>
                    <a:pt x="158" y="127"/>
                    <a:pt x="158" y="112"/>
                    <a:pt x="158" y="95"/>
                  </a:cubicBezTo>
                  <a:lnTo>
                    <a:pt x="175" y="32"/>
                  </a:lnTo>
                  <a:cubicBezTo>
                    <a:pt x="175" y="17"/>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77" name="Google Shape;877;p35"/>
            <p:cNvSpPr/>
            <p:nvPr/>
          </p:nvSpPr>
          <p:spPr>
            <a:xfrm>
              <a:off x="3120888" y="1817800"/>
              <a:ext cx="3530" cy="3053"/>
            </a:xfrm>
            <a:custGeom>
              <a:avLst/>
              <a:gdLst/>
              <a:ahLst/>
              <a:cxnLst/>
              <a:rect l="l" t="t" r="r" b="b"/>
              <a:pathLst>
                <a:path w="111" h="96" extrusionOk="0">
                  <a:moveTo>
                    <a:pt x="79" y="1"/>
                  </a:moveTo>
                  <a:lnTo>
                    <a:pt x="79" y="1"/>
                  </a:lnTo>
                  <a:lnTo>
                    <a:pt x="79" y="1"/>
                  </a:lnTo>
                  <a:lnTo>
                    <a:pt x="64" y="1"/>
                  </a:lnTo>
                  <a:lnTo>
                    <a:pt x="16" y="32"/>
                  </a:lnTo>
                  <a:cubicBezTo>
                    <a:pt x="1" y="49"/>
                    <a:pt x="1" y="80"/>
                    <a:pt x="16" y="95"/>
                  </a:cubicBezTo>
                  <a:lnTo>
                    <a:pt x="47" y="95"/>
                  </a:lnTo>
                  <a:lnTo>
                    <a:pt x="64" y="95"/>
                  </a:lnTo>
                  <a:lnTo>
                    <a:pt x="110" y="49"/>
                  </a:lnTo>
                  <a:lnTo>
                    <a:pt x="110"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78" name="Google Shape;878;p35"/>
            <p:cNvSpPr/>
            <p:nvPr/>
          </p:nvSpPr>
          <p:spPr>
            <a:xfrm>
              <a:off x="3288271" y="1805301"/>
              <a:ext cx="4039" cy="3021"/>
            </a:xfrm>
            <a:custGeom>
              <a:avLst/>
              <a:gdLst/>
              <a:ahLst/>
              <a:cxnLst/>
              <a:rect l="l" t="t" r="r" b="b"/>
              <a:pathLst>
                <a:path w="127" h="95" extrusionOk="0">
                  <a:moveTo>
                    <a:pt x="63" y="0"/>
                  </a:moveTo>
                  <a:lnTo>
                    <a:pt x="63" y="0"/>
                  </a:lnTo>
                  <a:lnTo>
                    <a:pt x="47" y="0"/>
                  </a:lnTo>
                  <a:cubicBezTo>
                    <a:pt x="47" y="0"/>
                    <a:pt x="32" y="0"/>
                    <a:pt x="32" y="16"/>
                  </a:cubicBezTo>
                  <a:lnTo>
                    <a:pt x="15" y="32"/>
                  </a:lnTo>
                  <a:lnTo>
                    <a:pt x="0" y="47"/>
                  </a:lnTo>
                  <a:lnTo>
                    <a:pt x="0" y="63"/>
                  </a:lnTo>
                  <a:lnTo>
                    <a:pt x="32" y="95"/>
                  </a:lnTo>
                  <a:lnTo>
                    <a:pt x="63" y="95"/>
                  </a:lnTo>
                  <a:lnTo>
                    <a:pt x="63" y="95"/>
                  </a:lnTo>
                  <a:lnTo>
                    <a:pt x="78" y="95"/>
                  </a:lnTo>
                  <a:cubicBezTo>
                    <a:pt x="95" y="95"/>
                    <a:pt x="95" y="95"/>
                    <a:pt x="110" y="79"/>
                  </a:cubicBezTo>
                  <a:lnTo>
                    <a:pt x="110" y="79"/>
                  </a:lnTo>
                  <a:cubicBezTo>
                    <a:pt x="126" y="63"/>
                    <a:pt x="126" y="47"/>
                    <a:pt x="110" y="32"/>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79" name="Google Shape;879;p35"/>
            <p:cNvSpPr/>
            <p:nvPr/>
          </p:nvSpPr>
          <p:spPr>
            <a:xfrm>
              <a:off x="3443060" y="1789272"/>
              <a:ext cx="5565" cy="4516"/>
            </a:xfrm>
            <a:custGeom>
              <a:avLst/>
              <a:gdLst/>
              <a:ahLst/>
              <a:cxnLst/>
              <a:rect l="l" t="t" r="r" b="b"/>
              <a:pathLst>
                <a:path w="175" h="142" extrusionOk="0">
                  <a:moveTo>
                    <a:pt x="127" y="0"/>
                  </a:moveTo>
                  <a:lnTo>
                    <a:pt x="127" y="0"/>
                  </a:lnTo>
                  <a:lnTo>
                    <a:pt x="127" y="0"/>
                  </a:lnTo>
                  <a:cubicBezTo>
                    <a:pt x="95" y="15"/>
                    <a:pt x="80" y="32"/>
                    <a:pt x="64" y="47"/>
                  </a:cubicBezTo>
                  <a:cubicBezTo>
                    <a:pt x="64" y="63"/>
                    <a:pt x="49" y="63"/>
                    <a:pt x="49" y="63"/>
                  </a:cubicBezTo>
                  <a:lnTo>
                    <a:pt x="49" y="63"/>
                  </a:lnTo>
                  <a:lnTo>
                    <a:pt x="49" y="63"/>
                  </a:lnTo>
                  <a:lnTo>
                    <a:pt x="32" y="63"/>
                  </a:lnTo>
                  <a:cubicBezTo>
                    <a:pt x="17" y="63"/>
                    <a:pt x="1" y="78"/>
                    <a:pt x="1" y="95"/>
                  </a:cubicBezTo>
                  <a:cubicBezTo>
                    <a:pt x="1" y="110"/>
                    <a:pt x="1" y="126"/>
                    <a:pt x="17" y="126"/>
                  </a:cubicBezTo>
                  <a:cubicBezTo>
                    <a:pt x="17" y="141"/>
                    <a:pt x="32" y="141"/>
                    <a:pt x="32" y="141"/>
                  </a:cubicBezTo>
                  <a:lnTo>
                    <a:pt x="49" y="141"/>
                  </a:lnTo>
                  <a:cubicBezTo>
                    <a:pt x="64" y="141"/>
                    <a:pt x="80" y="126"/>
                    <a:pt x="95" y="126"/>
                  </a:cubicBezTo>
                  <a:cubicBezTo>
                    <a:pt x="112" y="110"/>
                    <a:pt x="127" y="95"/>
                    <a:pt x="127" y="78"/>
                  </a:cubicBezTo>
                  <a:lnTo>
                    <a:pt x="143" y="78"/>
                  </a:lnTo>
                  <a:lnTo>
                    <a:pt x="143" y="63"/>
                  </a:lnTo>
                  <a:cubicBezTo>
                    <a:pt x="158" y="63"/>
                    <a:pt x="175" y="32"/>
                    <a:pt x="158" y="15"/>
                  </a:cubicBezTo>
                  <a:cubicBezTo>
                    <a:pt x="158" y="0"/>
                    <a:pt x="143"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80" name="Google Shape;880;p35"/>
            <p:cNvSpPr/>
            <p:nvPr/>
          </p:nvSpPr>
          <p:spPr>
            <a:xfrm>
              <a:off x="3333369" y="1798749"/>
              <a:ext cx="3498" cy="5057"/>
            </a:xfrm>
            <a:custGeom>
              <a:avLst/>
              <a:gdLst/>
              <a:ahLst/>
              <a:cxnLst/>
              <a:rect l="l" t="t" r="r" b="b"/>
              <a:pathLst>
                <a:path w="110" h="159" extrusionOk="0">
                  <a:moveTo>
                    <a:pt x="47" y="1"/>
                  </a:moveTo>
                  <a:lnTo>
                    <a:pt x="32" y="1"/>
                  </a:lnTo>
                  <a:lnTo>
                    <a:pt x="32" y="1"/>
                  </a:lnTo>
                  <a:cubicBezTo>
                    <a:pt x="15" y="17"/>
                    <a:pt x="0" y="33"/>
                    <a:pt x="15" y="49"/>
                  </a:cubicBezTo>
                  <a:lnTo>
                    <a:pt x="15" y="49"/>
                  </a:lnTo>
                  <a:lnTo>
                    <a:pt x="32" y="96"/>
                  </a:lnTo>
                  <a:lnTo>
                    <a:pt x="32" y="112"/>
                  </a:lnTo>
                  <a:cubicBezTo>
                    <a:pt x="15" y="127"/>
                    <a:pt x="32" y="143"/>
                    <a:pt x="32" y="159"/>
                  </a:cubicBezTo>
                  <a:lnTo>
                    <a:pt x="63" y="159"/>
                  </a:lnTo>
                  <a:cubicBezTo>
                    <a:pt x="63" y="159"/>
                    <a:pt x="78" y="159"/>
                    <a:pt x="95" y="143"/>
                  </a:cubicBezTo>
                  <a:lnTo>
                    <a:pt x="95" y="143"/>
                  </a:lnTo>
                  <a:lnTo>
                    <a:pt x="95" y="143"/>
                  </a:lnTo>
                  <a:cubicBezTo>
                    <a:pt x="95" y="127"/>
                    <a:pt x="110" y="112"/>
                    <a:pt x="110" y="96"/>
                  </a:cubicBezTo>
                  <a:lnTo>
                    <a:pt x="110" y="80"/>
                  </a:lnTo>
                  <a:lnTo>
                    <a:pt x="95" y="64"/>
                  </a:lnTo>
                  <a:lnTo>
                    <a:pt x="78" y="17"/>
                  </a:lnTo>
                  <a:cubicBezTo>
                    <a:pt x="63" y="17"/>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81" name="Google Shape;881;p35"/>
            <p:cNvSpPr/>
            <p:nvPr/>
          </p:nvSpPr>
          <p:spPr>
            <a:xfrm>
              <a:off x="3411001" y="1794265"/>
              <a:ext cx="3562" cy="3053"/>
            </a:xfrm>
            <a:custGeom>
              <a:avLst/>
              <a:gdLst/>
              <a:ahLst/>
              <a:cxnLst/>
              <a:rect l="l" t="t" r="r" b="b"/>
              <a:pathLst>
                <a:path w="112" h="96" extrusionOk="0">
                  <a:moveTo>
                    <a:pt x="80" y="1"/>
                  </a:moveTo>
                  <a:lnTo>
                    <a:pt x="64" y="1"/>
                  </a:lnTo>
                  <a:lnTo>
                    <a:pt x="64" y="16"/>
                  </a:lnTo>
                  <a:lnTo>
                    <a:pt x="48" y="16"/>
                  </a:lnTo>
                  <a:lnTo>
                    <a:pt x="17" y="32"/>
                  </a:lnTo>
                  <a:lnTo>
                    <a:pt x="17" y="32"/>
                  </a:lnTo>
                  <a:cubicBezTo>
                    <a:pt x="1" y="47"/>
                    <a:pt x="1" y="64"/>
                    <a:pt x="1" y="79"/>
                  </a:cubicBezTo>
                  <a:lnTo>
                    <a:pt x="17" y="79"/>
                  </a:lnTo>
                  <a:cubicBezTo>
                    <a:pt x="17" y="95"/>
                    <a:pt x="32" y="95"/>
                    <a:pt x="32" y="95"/>
                  </a:cubicBezTo>
                  <a:lnTo>
                    <a:pt x="48" y="95"/>
                  </a:lnTo>
                  <a:lnTo>
                    <a:pt x="95" y="64"/>
                  </a:lnTo>
                  <a:cubicBezTo>
                    <a:pt x="95" y="64"/>
                    <a:pt x="111" y="64"/>
                    <a:pt x="111" y="47"/>
                  </a:cubicBezTo>
                  <a:cubicBezTo>
                    <a:pt x="111" y="32"/>
                    <a:pt x="111"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82" name="Google Shape;882;p35"/>
            <p:cNvSpPr/>
            <p:nvPr/>
          </p:nvSpPr>
          <p:spPr>
            <a:xfrm>
              <a:off x="3158448" y="1813792"/>
              <a:ext cx="4580" cy="5057"/>
            </a:xfrm>
            <a:custGeom>
              <a:avLst/>
              <a:gdLst/>
              <a:ahLst/>
              <a:cxnLst/>
              <a:rect l="l" t="t" r="r" b="b"/>
              <a:pathLst>
                <a:path w="144" h="159" extrusionOk="0">
                  <a:moveTo>
                    <a:pt x="95" y="1"/>
                  </a:moveTo>
                  <a:lnTo>
                    <a:pt x="95" y="1"/>
                  </a:lnTo>
                  <a:cubicBezTo>
                    <a:pt x="80" y="1"/>
                    <a:pt x="80" y="17"/>
                    <a:pt x="64" y="17"/>
                  </a:cubicBezTo>
                  <a:lnTo>
                    <a:pt x="64" y="32"/>
                  </a:lnTo>
                  <a:lnTo>
                    <a:pt x="32" y="80"/>
                  </a:lnTo>
                  <a:lnTo>
                    <a:pt x="1" y="112"/>
                  </a:lnTo>
                  <a:cubicBezTo>
                    <a:pt x="1" y="127"/>
                    <a:pt x="1" y="143"/>
                    <a:pt x="17" y="158"/>
                  </a:cubicBezTo>
                  <a:lnTo>
                    <a:pt x="17" y="158"/>
                  </a:lnTo>
                  <a:lnTo>
                    <a:pt x="32" y="158"/>
                  </a:lnTo>
                  <a:lnTo>
                    <a:pt x="64" y="158"/>
                  </a:lnTo>
                  <a:lnTo>
                    <a:pt x="64" y="143"/>
                  </a:lnTo>
                  <a:lnTo>
                    <a:pt x="95" y="95"/>
                  </a:lnTo>
                  <a:lnTo>
                    <a:pt x="112" y="80"/>
                  </a:lnTo>
                  <a:lnTo>
                    <a:pt x="127" y="64"/>
                  </a:lnTo>
                  <a:cubicBezTo>
                    <a:pt x="143" y="49"/>
                    <a:pt x="127" y="17"/>
                    <a:pt x="112" y="17"/>
                  </a:cubicBezTo>
                  <a:cubicBezTo>
                    <a:pt x="112"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83" name="Google Shape;883;p35"/>
            <p:cNvSpPr/>
            <p:nvPr/>
          </p:nvSpPr>
          <p:spPr>
            <a:xfrm>
              <a:off x="3174000" y="1816337"/>
              <a:ext cx="5534" cy="5025"/>
            </a:xfrm>
            <a:custGeom>
              <a:avLst/>
              <a:gdLst/>
              <a:ahLst/>
              <a:cxnLst/>
              <a:rect l="l" t="t" r="r" b="b"/>
              <a:pathLst>
                <a:path w="174" h="158" extrusionOk="0">
                  <a:moveTo>
                    <a:pt x="142" y="0"/>
                  </a:moveTo>
                  <a:lnTo>
                    <a:pt x="142" y="0"/>
                  </a:lnTo>
                  <a:cubicBezTo>
                    <a:pt x="127" y="0"/>
                    <a:pt x="110" y="0"/>
                    <a:pt x="110" y="15"/>
                  </a:cubicBezTo>
                  <a:lnTo>
                    <a:pt x="95" y="47"/>
                  </a:lnTo>
                  <a:lnTo>
                    <a:pt x="79" y="63"/>
                  </a:lnTo>
                  <a:lnTo>
                    <a:pt x="79" y="63"/>
                  </a:lnTo>
                  <a:lnTo>
                    <a:pt x="64" y="63"/>
                  </a:lnTo>
                  <a:lnTo>
                    <a:pt x="16" y="78"/>
                  </a:lnTo>
                  <a:lnTo>
                    <a:pt x="16" y="78"/>
                  </a:lnTo>
                  <a:cubicBezTo>
                    <a:pt x="1" y="95"/>
                    <a:pt x="1" y="110"/>
                    <a:pt x="1" y="126"/>
                  </a:cubicBezTo>
                  <a:cubicBezTo>
                    <a:pt x="1" y="141"/>
                    <a:pt x="16" y="158"/>
                    <a:pt x="32" y="158"/>
                  </a:cubicBezTo>
                  <a:cubicBezTo>
                    <a:pt x="32" y="158"/>
                    <a:pt x="47" y="158"/>
                    <a:pt x="47" y="141"/>
                  </a:cubicBezTo>
                  <a:lnTo>
                    <a:pt x="64" y="141"/>
                  </a:lnTo>
                  <a:lnTo>
                    <a:pt x="79" y="158"/>
                  </a:lnTo>
                  <a:lnTo>
                    <a:pt x="95" y="158"/>
                  </a:lnTo>
                  <a:lnTo>
                    <a:pt x="95" y="158"/>
                  </a:lnTo>
                  <a:lnTo>
                    <a:pt x="110" y="141"/>
                  </a:lnTo>
                  <a:lnTo>
                    <a:pt x="127" y="126"/>
                  </a:lnTo>
                  <a:lnTo>
                    <a:pt x="158" y="78"/>
                  </a:lnTo>
                  <a:lnTo>
                    <a:pt x="158" y="47"/>
                  </a:lnTo>
                  <a:lnTo>
                    <a:pt x="173" y="47"/>
                  </a:lnTo>
                  <a:cubicBezTo>
                    <a:pt x="173" y="32"/>
                    <a:pt x="173"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84" name="Google Shape;884;p35"/>
            <p:cNvSpPr/>
            <p:nvPr/>
          </p:nvSpPr>
          <p:spPr>
            <a:xfrm>
              <a:off x="3292755" y="1815796"/>
              <a:ext cx="3562" cy="2576"/>
            </a:xfrm>
            <a:custGeom>
              <a:avLst/>
              <a:gdLst/>
              <a:ahLst/>
              <a:cxnLst/>
              <a:rect l="l" t="t" r="r" b="b"/>
              <a:pathLst>
                <a:path w="112" h="81" extrusionOk="0">
                  <a:moveTo>
                    <a:pt x="80" y="1"/>
                  </a:moveTo>
                  <a:lnTo>
                    <a:pt x="80" y="1"/>
                  </a:lnTo>
                  <a:lnTo>
                    <a:pt x="63" y="1"/>
                  </a:lnTo>
                  <a:lnTo>
                    <a:pt x="63" y="1"/>
                  </a:lnTo>
                  <a:lnTo>
                    <a:pt x="32" y="17"/>
                  </a:lnTo>
                  <a:cubicBezTo>
                    <a:pt x="17" y="17"/>
                    <a:pt x="0" y="32"/>
                    <a:pt x="0" y="49"/>
                  </a:cubicBezTo>
                  <a:lnTo>
                    <a:pt x="0" y="64"/>
                  </a:lnTo>
                  <a:cubicBezTo>
                    <a:pt x="17" y="80"/>
                    <a:pt x="32" y="80"/>
                    <a:pt x="32" y="80"/>
                  </a:cubicBezTo>
                  <a:lnTo>
                    <a:pt x="48" y="80"/>
                  </a:lnTo>
                  <a:lnTo>
                    <a:pt x="95" y="64"/>
                  </a:lnTo>
                  <a:lnTo>
                    <a:pt x="95" y="64"/>
                  </a:lnTo>
                  <a:cubicBezTo>
                    <a:pt x="111" y="64"/>
                    <a:pt x="111" y="49"/>
                    <a:pt x="111" y="32"/>
                  </a:cubicBezTo>
                  <a:lnTo>
                    <a:pt x="111" y="32"/>
                  </a:lnTo>
                  <a:cubicBezTo>
                    <a:pt x="111" y="17"/>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85" name="Google Shape;885;p35"/>
            <p:cNvSpPr/>
            <p:nvPr/>
          </p:nvSpPr>
          <p:spPr>
            <a:xfrm>
              <a:off x="3341860" y="1812329"/>
              <a:ext cx="6042" cy="5025"/>
            </a:xfrm>
            <a:custGeom>
              <a:avLst/>
              <a:gdLst/>
              <a:ahLst/>
              <a:cxnLst/>
              <a:rect l="l" t="t" r="r" b="b"/>
              <a:pathLst>
                <a:path w="190" h="158" extrusionOk="0">
                  <a:moveTo>
                    <a:pt x="63" y="0"/>
                  </a:moveTo>
                  <a:lnTo>
                    <a:pt x="48" y="0"/>
                  </a:lnTo>
                  <a:cubicBezTo>
                    <a:pt x="48" y="0"/>
                    <a:pt x="48" y="15"/>
                    <a:pt x="32" y="15"/>
                  </a:cubicBezTo>
                  <a:lnTo>
                    <a:pt x="32" y="0"/>
                  </a:lnTo>
                  <a:lnTo>
                    <a:pt x="17" y="15"/>
                  </a:lnTo>
                  <a:lnTo>
                    <a:pt x="17" y="15"/>
                  </a:lnTo>
                  <a:cubicBezTo>
                    <a:pt x="0" y="32"/>
                    <a:pt x="0" y="32"/>
                    <a:pt x="0" y="47"/>
                  </a:cubicBezTo>
                  <a:cubicBezTo>
                    <a:pt x="0" y="63"/>
                    <a:pt x="0" y="63"/>
                    <a:pt x="17" y="78"/>
                  </a:cubicBezTo>
                  <a:lnTo>
                    <a:pt x="32" y="78"/>
                  </a:lnTo>
                  <a:lnTo>
                    <a:pt x="126" y="141"/>
                  </a:lnTo>
                  <a:cubicBezTo>
                    <a:pt x="126" y="158"/>
                    <a:pt x="143" y="158"/>
                    <a:pt x="143" y="158"/>
                  </a:cubicBezTo>
                  <a:lnTo>
                    <a:pt x="143" y="158"/>
                  </a:lnTo>
                  <a:cubicBezTo>
                    <a:pt x="158" y="158"/>
                    <a:pt x="174" y="141"/>
                    <a:pt x="174" y="141"/>
                  </a:cubicBezTo>
                  <a:cubicBezTo>
                    <a:pt x="189" y="126"/>
                    <a:pt x="189" y="110"/>
                    <a:pt x="174" y="95"/>
                  </a:cubicBezTo>
                  <a:lnTo>
                    <a:pt x="143" y="78"/>
                  </a:lnTo>
                  <a:lnTo>
                    <a:pt x="126" y="78"/>
                  </a:lnTo>
                  <a:cubicBezTo>
                    <a:pt x="126" y="78"/>
                    <a:pt x="111" y="78"/>
                    <a:pt x="111" y="6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86" name="Google Shape;886;p35"/>
            <p:cNvSpPr/>
            <p:nvPr/>
          </p:nvSpPr>
          <p:spPr>
            <a:xfrm>
              <a:off x="3422037" y="1801771"/>
              <a:ext cx="2544" cy="3053"/>
            </a:xfrm>
            <a:custGeom>
              <a:avLst/>
              <a:gdLst/>
              <a:ahLst/>
              <a:cxnLst/>
              <a:rect l="l" t="t" r="r" b="b"/>
              <a:pathLst>
                <a:path w="80" h="96" extrusionOk="0">
                  <a:moveTo>
                    <a:pt x="48" y="1"/>
                  </a:moveTo>
                  <a:lnTo>
                    <a:pt x="32" y="1"/>
                  </a:lnTo>
                  <a:lnTo>
                    <a:pt x="17" y="1"/>
                  </a:lnTo>
                  <a:lnTo>
                    <a:pt x="17" y="1"/>
                  </a:lnTo>
                  <a:cubicBezTo>
                    <a:pt x="0" y="1"/>
                    <a:pt x="0" y="17"/>
                    <a:pt x="0" y="32"/>
                  </a:cubicBezTo>
                  <a:lnTo>
                    <a:pt x="17" y="64"/>
                  </a:lnTo>
                  <a:lnTo>
                    <a:pt x="17" y="64"/>
                  </a:lnTo>
                  <a:cubicBezTo>
                    <a:pt x="17" y="80"/>
                    <a:pt x="32" y="95"/>
                    <a:pt x="48" y="95"/>
                  </a:cubicBezTo>
                  <a:lnTo>
                    <a:pt x="48" y="95"/>
                  </a:lnTo>
                  <a:cubicBezTo>
                    <a:pt x="63" y="95"/>
                    <a:pt x="80" y="80"/>
                    <a:pt x="80" y="64"/>
                  </a:cubicBezTo>
                  <a:lnTo>
                    <a:pt x="80" y="32"/>
                  </a:lnTo>
                  <a:lnTo>
                    <a:pt x="63" y="17"/>
                  </a:lnTo>
                  <a:cubicBezTo>
                    <a:pt x="63" y="1"/>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87" name="Google Shape;887;p35"/>
            <p:cNvSpPr/>
            <p:nvPr/>
          </p:nvSpPr>
          <p:spPr>
            <a:xfrm>
              <a:off x="3343864" y="1811789"/>
              <a:ext cx="3021" cy="3053"/>
            </a:xfrm>
            <a:custGeom>
              <a:avLst/>
              <a:gdLst/>
              <a:ahLst/>
              <a:cxnLst/>
              <a:rect l="l" t="t" r="r" b="b"/>
              <a:pathLst>
                <a:path w="95" h="96" extrusionOk="0">
                  <a:moveTo>
                    <a:pt x="17" y="1"/>
                  </a:moveTo>
                  <a:lnTo>
                    <a:pt x="0" y="17"/>
                  </a:lnTo>
                  <a:lnTo>
                    <a:pt x="48" y="80"/>
                  </a:lnTo>
                  <a:cubicBezTo>
                    <a:pt x="48" y="95"/>
                    <a:pt x="63" y="95"/>
                    <a:pt x="63" y="95"/>
                  </a:cubicBezTo>
                  <a:lnTo>
                    <a:pt x="80" y="95"/>
                  </a:lnTo>
                  <a:lnTo>
                    <a:pt x="95" y="95"/>
                  </a:lnTo>
                  <a:lnTo>
                    <a:pt x="95" y="80"/>
                  </a:lnTo>
                  <a:lnTo>
                    <a:pt x="95" y="49"/>
                  </a:lnTo>
                  <a:lnTo>
                    <a:pt x="95" y="49"/>
                  </a:lnTo>
                  <a:lnTo>
                    <a:pt x="95" y="32"/>
                  </a:lnTo>
                  <a:lnTo>
                    <a:pt x="95" y="32"/>
                  </a:lnTo>
                  <a:lnTo>
                    <a:pt x="80" y="49"/>
                  </a:lnTo>
                  <a:lnTo>
                    <a:pt x="63" y="49"/>
                  </a:lnTo>
                  <a:cubicBezTo>
                    <a:pt x="48" y="49"/>
                    <a:pt x="32" y="49"/>
                    <a:pt x="32" y="32"/>
                  </a:cubicBezTo>
                  <a:cubicBezTo>
                    <a:pt x="17"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88" name="Google Shape;888;p35"/>
            <p:cNvSpPr/>
            <p:nvPr/>
          </p:nvSpPr>
          <p:spPr>
            <a:xfrm>
              <a:off x="3329838" y="1793279"/>
              <a:ext cx="3562" cy="3021"/>
            </a:xfrm>
            <a:custGeom>
              <a:avLst/>
              <a:gdLst/>
              <a:ahLst/>
              <a:cxnLst/>
              <a:rect l="l" t="t" r="r" b="b"/>
              <a:pathLst>
                <a:path w="112" h="95" extrusionOk="0">
                  <a:moveTo>
                    <a:pt x="80" y="0"/>
                  </a:moveTo>
                  <a:lnTo>
                    <a:pt x="63" y="0"/>
                  </a:lnTo>
                  <a:cubicBezTo>
                    <a:pt x="63" y="0"/>
                    <a:pt x="63" y="15"/>
                    <a:pt x="48" y="15"/>
                  </a:cubicBezTo>
                  <a:lnTo>
                    <a:pt x="17" y="32"/>
                  </a:lnTo>
                  <a:cubicBezTo>
                    <a:pt x="0" y="47"/>
                    <a:pt x="0" y="78"/>
                    <a:pt x="17" y="78"/>
                  </a:cubicBezTo>
                  <a:cubicBezTo>
                    <a:pt x="17" y="95"/>
                    <a:pt x="32" y="95"/>
                    <a:pt x="32" y="95"/>
                  </a:cubicBezTo>
                  <a:lnTo>
                    <a:pt x="63" y="95"/>
                  </a:lnTo>
                  <a:lnTo>
                    <a:pt x="95" y="63"/>
                  </a:lnTo>
                  <a:lnTo>
                    <a:pt x="95" y="63"/>
                  </a:lnTo>
                  <a:cubicBezTo>
                    <a:pt x="111" y="47"/>
                    <a:pt x="111" y="32"/>
                    <a:pt x="95" y="15"/>
                  </a:cubicBezTo>
                  <a:lnTo>
                    <a:pt x="95" y="15"/>
                  </a:ln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89" name="Google Shape;889;p35"/>
            <p:cNvSpPr/>
            <p:nvPr/>
          </p:nvSpPr>
          <p:spPr>
            <a:xfrm>
              <a:off x="3362914" y="1805778"/>
              <a:ext cx="2544" cy="3053"/>
            </a:xfrm>
            <a:custGeom>
              <a:avLst/>
              <a:gdLst/>
              <a:ahLst/>
              <a:cxnLst/>
              <a:rect l="l" t="t" r="r" b="b"/>
              <a:pathLst>
                <a:path w="80" h="96" extrusionOk="0">
                  <a:moveTo>
                    <a:pt x="32" y="1"/>
                  </a:moveTo>
                  <a:lnTo>
                    <a:pt x="32" y="1"/>
                  </a:lnTo>
                  <a:lnTo>
                    <a:pt x="32" y="1"/>
                  </a:lnTo>
                  <a:cubicBezTo>
                    <a:pt x="0" y="1"/>
                    <a:pt x="0" y="17"/>
                    <a:pt x="0" y="32"/>
                  </a:cubicBezTo>
                  <a:lnTo>
                    <a:pt x="16" y="80"/>
                  </a:lnTo>
                  <a:cubicBezTo>
                    <a:pt x="16" y="95"/>
                    <a:pt x="32" y="95"/>
                    <a:pt x="48" y="95"/>
                  </a:cubicBezTo>
                  <a:lnTo>
                    <a:pt x="63" y="95"/>
                  </a:lnTo>
                  <a:cubicBezTo>
                    <a:pt x="79" y="95"/>
                    <a:pt x="79" y="80"/>
                    <a:pt x="79" y="64"/>
                  </a:cubicBezTo>
                  <a:lnTo>
                    <a:pt x="63" y="17"/>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90" name="Google Shape;890;p35"/>
            <p:cNvSpPr/>
            <p:nvPr/>
          </p:nvSpPr>
          <p:spPr>
            <a:xfrm>
              <a:off x="3190538" y="1824351"/>
              <a:ext cx="3530" cy="2035"/>
            </a:xfrm>
            <a:custGeom>
              <a:avLst/>
              <a:gdLst/>
              <a:ahLst/>
              <a:cxnLst/>
              <a:rect l="l" t="t" r="r" b="b"/>
              <a:pathLst>
                <a:path w="111" h="64" extrusionOk="0">
                  <a:moveTo>
                    <a:pt x="32" y="0"/>
                  </a:moveTo>
                  <a:lnTo>
                    <a:pt x="32" y="0"/>
                  </a:lnTo>
                  <a:cubicBezTo>
                    <a:pt x="16" y="0"/>
                    <a:pt x="0" y="15"/>
                    <a:pt x="0" y="32"/>
                  </a:cubicBezTo>
                  <a:cubicBezTo>
                    <a:pt x="0" y="47"/>
                    <a:pt x="16" y="63"/>
                    <a:pt x="32" y="63"/>
                  </a:cubicBezTo>
                  <a:lnTo>
                    <a:pt x="79" y="63"/>
                  </a:lnTo>
                  <a:lnTo>
                    <a:pt x="79" y="63"/>
                  </a:lnTo>
                  <a:cubicBezTo>
                    <a:pt x="95" y="63"/>
                    <a:pt x="111" y="47"/>
                    <a:pt x="111" y="32"/>
                  </a:cubicBezTo>
                  <a:cubicBezTo>
                    <a:pt x="111" y="15"/>
                    <a:pt x="95" y="0"/>
                    <a:pt x="79"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91" name="Google Shape;891;p35"/>
            <p:cNvSpPr/>
            <p:nvPr/>
          </p:nvSpPr>
          <p:spPr>
            <a:xfrm>
              <a:off x="3113351" y="1817323"/>
              <a:ext cx="2035" cy="2035"/>
            </a:xfrm>
            <a:custGeom>
              <a:avLst/>
              <a:gdLst/>
              <a:ahLst/>
              <a:cxnLst/>
              <a:rect l="l" t="t" r="r" b="b"/>
              <a:pathLst>
                <a:path w="64" h="64" extrusionOk="0">
                  <a:moveTo>
                    <a:pt x="1" y="1"/>
                  </a:moveTo>
                  <a:lnTo>
                    <a:pt x="64" y="64"/>
                  </a:lnTo>
                  <a:cubicBezTo>
                    <a:pt x="64" y="47"/>
                    <a:pt x="49" y="47"/>
                    <a:pt x="49" y="32"/>
                  </a:cubicBezTo>
                  <a:lnTo>
                    <a:pt x="49" y="32"/>
                  </a:lnTo>
                  <a:lnTo>
                    <a:pt x="49" y="32"/>
                  </a:lnTo>
                  <a:cubicBezTo>
                    <a:pt x="32" y="16"/>
                    <a:pt x="32" y="1"/>
                    <a:pt x="1" y="1"/>
                  </a:cubicBez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92" name="Google Shape;892;p35"/>
            <p:cNvSpPr/>
            <p:nvPr/>
          </p:nvSpPr>
          <p:spPr>
            <a:xfrm>
              <a:off x="3113351" y="1816814"/>
              <a:ext cx="2035" cy="2544"/>
            </a:xfrm>
            <a:custGeom>
              <a:avLst/>
              <a:gdLst/>
              <a:ahLst/>
              <a:cxnLst/>
              <a:rect l="l" t="t" r="r" b="b"/>
              <a:pathLst>
                <a:path w="64" h="80" extrusionOk="0">
                  <a:moveTo>
                    <a:pt x="49" y="48"/>
                  </a:moveTo>
                  <a:lnTo>
                    <a:pt x="49" y="48"/>
                  </a:lnTo>
                  <a:cubicBezTo>
                    <a:pt x="49" y="63"/>
                    <a:pt x="64" y="63"/>
                    <a:pt x="64" y="80"/>
                  </a:cubicBezTo>
                  <a:lnTo>
                    <a:pt x="64" y="80"/>
                  </a:lnTo>
                  <a:cubicBezTo>
                    <a:pt x="64" y="63"/>
                    <a:pt x="49" y="63"/>
                    <a:pt x="49" y="48"/>
                  </a:cubicBezTo>
                  <a:lnTo>
                    <a:pt x="49" y="48"/>
                  </a:lnTo>
                  <a:close/>
                  <a:moveTo>
                    <a:pt x="1" y="0"/>
                  </a:moveTo>
                  <a:lnTo>
                    <a:pt x="1" y="17"/>
                  </a:lnTo>
                  <a:lnTo>
                    <a:pt x="1" y="17"/>
                  </a:lnTo>
                  <a:cubicBezTo>
                    <a:pt x="32" y="17"/>
                    <a:pt x="32" y="32"/>
                    <a:pt x="49" y="48"/>
                  </a:cubicBezTo>
                  <a:cubicBezTo>
                    <a:pt x="49" y="32"/>
                    <a:pt x="17" y="17"/>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93" name="Google Shape;893;p35"/>
            <p:cNvSpPr/>
            <p:nvPr/>
          </p:nvSpPr>
          <p:spPr>
            <a:xfrm>
              <a:off x="3113351" y="1814810"/>
              <a:ext cx="4039" cy="5025"/>
            </a:xfrm>
            <a:custGeom>
              <a:avLst/>
              <a:gdLst/>
              <a:ahLst/>
              <a:cxnLst/>
              <a:rect l="l" t="t" r="r" b="b"/>
              <a:pathLst>
                <a:path w="127" h="158" extrusionOk="0">
                  <a:moveTo>
                    <a:pt x="49" y="0"/>
                  </a:moveTo>
                  <a:lnTo>
                    <a:pt x="32" y="0"/>
                  </a:lnTo>
                  <a:lnTo>
                    <a:pt x="17" y="17"/>
                  </a:lnTo>
                  <a:lnTo>
                    <a:pt x="17" y="17"/>
                  </a:lnTo>
                  <a:lnTo>
                    <a:pt x="1" y="48"/>
                  </a:lnTo>
                  <a:lnTo>
                    <a:pt x="1" y="63"/>
                  </a:lnTo>
                  <a:cubicBezTo>
                    <a:pt x="17" y="80"/>
                    <a:pt x="49" y="95"/>
                    <a:pt x="49" y="111"/>
                  </a:cubicBezTo>
                  <a:lnTo>
                    <a:pt x="49" y="111"/>
                  </a:lnTo>
                  <a:lnTo>
                    <a:pt x="49" y="111"/>
                  </a:lnTo>
                  <a:cubicBezTo>
                    <a:pt x="49" y="126"/>
                    <a:pt x="64" y="126"/>
                    <a:pt x="64" y="143"/>
                  </a:cubicBezTo>
                  <a:lnTo>
                    <a:pt x="64" y="158"/>
                  </a:lnTo>
                  <a:lnTo>
                    <a:pt x="95" y="158"/>
                  </a:lnTo>
                  <a:lnTo>
                    <a:pt x="112" y="158"/>
                  </a:lnTo>
                  <a:cubicBezTo>
                    <a:pt x="127" y="143"/>
                    <a:pt x="127" y="126"/>
                    <a:pt x="112" y="111"/>
                  </a:cubicBezTo>
                  <a:lnTo>
                    <a:pt x="64" y="48"/>
                  </a:lnTo>
                  <a:lnTo>
                    <a:pt x="80" y="48"/>
                  </a:lnTo>
                  <a:lnTo>
                    <a:pt x="80" y="48"/>
                  </a:lnTo>
                  <a:cubicBezTo>
                    <a:pt x="80" y="32"/>
                    <a:pt x="64" y="17"/>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94" name="Google Shape;894;p35"/>
            <p:cNvSpPr/>
            <p:nvPr/>
          </p:nvSpPr>
          <p:spPr>
            <a:xfrm>
              <a:off x="3269221" y="1784724"/>
              <a:ext cx="3021" cy="3562"/>
            </a:xfrm>
            <a:custGeom>
              <a:avLst/>
              <a:gdLst/>
              <a:ahLst/>
              <a:cxnLst/>
              <a:rect l="l" t="t" r="r" b="b"/>
              <a:pathLst>
                <a:path w="95" h="112" extrusionOk="0">
                  <a:moveTo>
                    <a:pt x="47" y="1"/>
                  </a:moveTo>
                  <a:lnTo>
                    <a:pt x="47" y="1"/>
                  </a:lnTo>
                  <a:cubicBezTo>
                    <a:pt x="47" y="1"/>
                    <a:pt x="32" y="1"/>
                    <a:pt x="32" y="17"/>
                  </a:cubicBezTo>
                  <a:lnTo>
                    <a:pt x="15" y="17"/>
                  </a:lnTo>
                  <a:lnTo>
                    <a:pt x="0" y="64"/>
                  </a:lnTo>
                  <a:cubicBezTo>
                    <a:pt x="0" y="80"/>
                    <a:pt x="0" y="95"/>
                    <a:pt x="15" y="112"/>
                  </a:cubicBezTo>
                  <a:lnTo>
                    <a:pt x="32" y="112"/>
                  </a:lnTo>
                  <a:cubicBezTo>
                    <a:pt x="47" y="112"/>
                    <a:pt x="63" y="95"/>
                    <a:pt x="63" y="95"/>
                  </a:cubicBezTo>
                  <a:lnTo>
                    <a:pt x="78" y="49"/>
                  </a:lnTo>
                  <a:cubicBezTo>
                    <a:pt x="95" y="32"/>
                    <a:pt x="78"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95" name="Google Shape;895;p35"/>
            <p:cNvSpPr/>
            <p:nvPr/>
          </p:nvSpPr>
          <p:spPr>
            <a:xfrm>
              <a:off x="3176004" y="1794742"/>
              <a:ext cx="5057" cy="4580"/>
            </a:xfrm>
            <a:custGeom>
              <a:avLst/>
              <a:gdLst/>
              <a:ahLst/>
              <a:cxnLst/>
              <a:rect l="l" t="t" r="r" b="b"/>
              <a:pathLst>
                <a:path w="159" h="144" extrusionOk="0">
                  <a:moveTo>
                    <a:pt x="127" y="1"/>
                  </a:moveTo>
                  <a:lnTo>
                    <a:pt x="127" y="1"/>
                  </a:lnTo>
                  <a:lnTo>
                    <a:pt x="127" y="1"/>
                  </a:lnTo>
                  <a:cubicBezTo>
                    <a:pt x="110" y="1"/>
                    <a:pt x="95" y="17"/>
                    <a:pt x="95" y="32"/>
                  </a:cubicBezTo>
                  <a:cubicBezTo>
                    <a:pt x="95" y="49"/>
                    <a:pt x="95" y="49"/>
                    <a:pt x="64" y="64"/>
                  </a:cubicBezTo>
                  <a:lnTo>
                    <a:pt x="64" y="64"/>
                  </a:lnTo>
                  <a:cubicBezTo>
                    <a:pt x="47" y="64"/>
                    <a:pt x="32" y="64"/>
                    <a:pt x="16" y="80"/>
                  </a:cubicBezTo>
                  <a:cubicBezTo>
                    <a:pt x="16" y="80"/>
                    <a:pt x="16" y="95"/>
                    <a:pt x="1" y="95"/>
                  </a:cubicBezTo>
                  <a:lnTo>
                    <a:pt x="1" y="127"/>
                  </a:lnTo>
                  <a:cubicBezTo>
                    <a:pt x="16" y="143"/>
                    <a:pt x="32" y="143"/>
                    <a:pt x="32" y="143"/>
                  </a:cubicBezTo>
                  <a:lnTo>
                    <a:pt x="47" y="143"/>
                  </a:lnTo>
                  <a:cubicBezTo>
                    <a:pt x="64" y="143"/>
                    <a:pt x="64" y="127"/>
                    <a:pt x="79" y="127"/>
                  </a:cubicBezTo>
                  <a:cubicBezTo>
                    <a:pt x="95" y="127"/>
                    <a:pt x="110" y="112"/>
                    <a:pt x="142" y="95"/>
                  </a:cubicBezTo>
                  <a:cubicBezTo>
                    <a:pt x="142" y="95"/>
                    <a:pt x="158" y="80"/>
                    <a:pt x="158" y="64"/>
                  </a:cubicBezTo>
                  <a:lnTo>
                    <a:pt x="158" y="32"/>
                  </a:lnTo>
                  <a:cubicBezTo>
                    <a:pt x="158" y="17"/>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96" name="Google Shape;896;p35"/>
            <p:cNvSpPr/>
            <p:nvPr/>
          </p:nvSpPr>
          <p:spPr>
            <a:xfrm>
              <a:off x="3032697" y="1806796"/>
              <a:ext cx="2512" cy="3530"/>
            </a:xfrm>
            <a:custGeom>
              <a:avLst/>
              <a:gdLst/>
              <a:ahLst/>
              <a:cxnLst/>
              <a:rect l="l" t="t" r="r" b="b"/>
              <a:pathLst>
                <a:path w="79" h="111" extrusionOk="0">
                  <a:moveTo>
                    <a:pt x="16" y="0"/>
                  </a:moveTo>
                  <a:lnTo>
                    <a:pt x="16" y="32"/>
                  </a:lnTo>
                  <a:lnTo>
                    <a:pt x="1" y="63"/>
                  </a:lnTo>
                  <a:lnTo>
                    <a:pt x="1" y="79"/>
                  </a:lnTo>
                  <a:lnTo>
                    <a:pt x="32" y="111"/>
                  </a:lnTo>
                  <a:lnTo>
                    <a:pt x="47" y="111"/>
                  </a:lnTo>
                  <a:cubicBezTo>
                    <a:pt x="64" y="111"/>
                    <a:pt x="79" y="95"/>
                    <a:pt x="79" y="79"/>
                  </a:cubicBezTo>
                  <a:lnTo>
                    <a:pt x="79" y="32"/>
                  </a:lnTo>
                  <a:lnTo>
                    <a:pt x="79" y="32"/>
                  </a:lnTo>
                  <a:lnTo>
                    <a:pt x="64" y="32"/>
                  </a:lnTo>
                  <a:lnTo>
                    <a:pt x="47" y="32"/>
                  </a:lnTo>
                  <a:cubicBezTo>
                    <a:pt x="32" y="16"/>
                    <a:pt x="16" y="16"/>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97" name="Google Shape;897;p35"/>
            <p:cNvSpPr/>
            <p:nvPr/>
          </p:nvSpPr>
          <p:spPr>
            <a:xfrm>
              <a:off x="3088290" y="1800785"/>
              <a:ext cx="4039" cy="3021"/>
            </a:xfrm>
            <a:custGeom>
              <a:avLst/>
              <a:gdLst/>
              <a:ahLst/>
              <a:cxnLst/>
              <a:rect l="l" t="t" r="r" b="b"/>
              <a:pathLst>
                <a:path w="127" h="95" extrusionOk="0">
                  <a:moveTo>
                    <a:pt x="80" y="0"/>
                  </a:moveTo>
                  <a:lnTo>
                    <a:pt x="80" y="0"/>
                  </a:lnTo>
                  <a:lnTo>
                    <a:pt x="64" y="0"/>
                  </a:lnTo>
                  <a:lnTo>
                    <a:pt x="32" y="32"/>
                  </a:lnTo>
                  <a:cubicBezTo>
                    <a:pt x="17" y="32"/>
                    <a:pt x="1" y="48"/>
                    <a:pt x="17" y="63"/>
                  </a:cubicBezTo>
                  <a:cubicBezTo>
                    <a:pt x="17" y="79"/>
                    <a:pt x="32" y="95"/>
                    <a:pt x="49" y="95"/>
                  </a:cubicBezTo>
                  <a:lnTo>
                    <a:pt x="49" y="95"/>
                  </a:lnTo>
                  <a:lnTo>
                    <a:pt x="64" y="95"/>
                  </a:lnTo>
                  <a:lnTo>
                    <a:pt x="80" y="95"/>
                  </a:lnTo>
                  <a:cubicBezTo>
                    <a:pt x="95" y="95"/>
                    <a:pt x="112" y="95"/>
                    <a:pt x="112" y="79"/>
                  </a:cubicBezTo>
                  <a:lnTo>
                    <a:pt x="112" y="48"/>
                  </a:lnTo>
                  <a:cubicBezTo>
                    <a:pt x="127" y="32"/>
                    <a:pt x="112" y="16"/>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98" name="Google Shape;898;p35"/>
            <p:cNvSpPr/>
            <p:nvPr/>
          </p:nvSpPr>
          <p:spPr>
            <a:xfrm>
              <a:off x="3206090" y="1788254"/>
              <a:ext cx="3021" cy="3053"/>
            </a:xfrm>
            <a:custGeom>
              <a:avLst/>
              <a:gdLst/>
              <a:ahLst/>
              <a:cxnLst/>
              <a:rect l="l" t="t" r="r" b="b"/>
              <a:pathLst>
                <a:path w="95" h="96" extrusionOk="0">
                  <a:moveTo>
                    <a:pt x="63" y="1"/>
                  </a:moveTo>
                  <a:lnTo>
                    <a:pt x="47" y="1"/>
                  </a:lnTo>
                  <a:cubicBezTo>
                    <a:pt x="47" y="1"/>
                    <a:pt x="32" y="1"/>
                    <a:pt x="32" y="16"/>
                  </a:cubicBezTo>
                  <a:lnTo>
                    <a:pt x="15" y="16"/>
                  </a:lnTo>
                  <a:lnTo>
                    <a:pt x="0" y="47"/>
                  </a:lnTo>
                  <a:cubicBezTo>
                    <a:pt x="0" y="64"/>
                    <a:pt x="0" y="95"/>
                    <a:pt x="15" y="95"/>
                  </a:cubicBezTo>
                  <a:lnTo>
                    <a:pt x="32" y="95"/>
                  </a:lnTo>
                  <a:cubicBezTo>
                    <a:pt x="47" y="95"/>
                    <a:pt x="63" y="95"/>
                    <a:pt x="63" y="79"/>
                  </a:cubicBezTo>
                  <a:lnTo>
                    <a:pt x="95" y="47"/>
                  </a:lnTo>
                  <a:cubicBezTo>
                    <a:pt x="95" y="32"/>
                    <a:pt x="95" y="16"/>
                    <a:pt x="78" y="16"/>
                  </a:cubicBez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99" name="Google Shape;899;p35"/>
            <p:cNvSpPr/>
            <p:nvPr/>
          </p:nvSpPr>
          <p:spPr>
            <a:xfrm>
              <a:off x="3318326" y="1776232"/>
              <a:ext cx="3021" cy="4039"/>
            </a:xfrm>
            <a:custGeom>
              <a:avLst/>
              <a:gdLst/>
              <a:ahLst/>
              <a:cxnLst/>
              <a:rect l="l" t="t" r="r" b="b"/>
              <a:pathLst>
                <a:path w="95" h="127" extrusionOk="0">
                  <a:moveTo>
                    <a:pt x="32" y="1"/>
                  </a:moveTo>
                  <a:lnTo>
                    <a:pt x="32" y="1"/>
                  </a:lnTo>
                  <a:lnTo>
                    <a:pt x="32" y="1"/>
                  </a:lnTo>
                  <a:cubicBezTo>
                    <a:pt x="16" y="1"/>
                    <a:pt x="0" y="32"/>
                    <a:pt x="0" y="47"/>
                  </a:cubicBezTo>
                  <a:lnTo>
                    <a:pt x="16" y="95"/>
                  </a:lnTo>
                  <a:lnTo>
                    <a:pt x="16" y="110"/>
                  </a:lnTo>
                  <a:cubicBezTo>
                    <a:pt x="16" y="110"/>
                    <a:pt x="32" y="127"/>
                    <a:pt x="47" y="127"/>
                  </a:cubicBezTo>
                  <a:lnTo>
                    <a:pt x="47" y="127"/>
                  </a:lnTo>
                  <a:lnTo>
                    <a:pt x="63" y="127"/>
                  </a:lnTo>
                  <a:cubicBezTo>
                    <a:pt x="79" y="127"/>
                    <a:pt x="95" y="110"/>
                    <a:pt x="79" y="95"/>
                  </a:cubicBezTo>
                  <a:cubicBezTo>
                    <a:pt x="79" y="95"/>
                    <a:pt x="79" y="110"/>
                    <a:pt x="63" y="110"/>
                  </a:cubicBezTo>
                  <a:lnTo>
                    <a:pt x="63" y="110"/>
                  </a:lnTo>
                  <a:cubicBezTo>
                    <a:pt x="47" y="110"/>
                    <a:pt x="32" y="95"/>
                    <a:pt x="16" y="79"/>
                  </a:cubicBezTo>
                  <a:lnTo>
                    <a:pt x="16" y="47"/>
                  </a:lnTo>
                  <a:cubicBezTo>
                    <a:pt x="0" y="32"/>
                    <a:pt x="16" y="16"/>
                    <a:pt x="32"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00" name="Google Shape;900;p35"/>
            <p:cNvSpPr/>
            <p:nvPr/>
          </p:nvSpPr>
          <p:spPr>
            <a:xfrm>
              <a:off x="3118376" y="1799767"/>
              <a:ext cx="2544" cy="3053"/>
            </a:xfrm>
            <a:custGeom>
              <a:avLst/>
              <a:gdLst/>
              <a:ahLst/>
              <a:cxnLst/>
              <a:rect l="l" t="t" r="r" b="b"/>
              <a:pathLst>
                <a:path w="80" h="96" extrusionOk="0">
                  <a:moveTo>
                    <a:pt x="32" y="1"/>
                  </a:moveTo>
                  <a:lnTo>
                    <a:pt x="32" y="1"/>
                  </a:lnTo>
                  <a:lnTo>
                    <a:pt x="32" y="1"/>
                  </a:lnTo>
                  <a:cubicBezTo>
                    <a:pt x="17" y="1"/>
                    <a:pt x="0" y="17"/>
                    <a:pt x="0" y="32"/>
                  </a:cubicBezTo>
                  <a:lnTo>
                    <a:pt x="0" y="64"/>
                  </a:lnTo>
                  <a:cubicBezTo>
                    <a:pt x="0" y="80"/>
                    <a:pt x="17" y="95"/>
                    <a:pt x="32" y="95"/>
                  </a:cubicBezTo>
                  <a:lnTo>
                    <a:pt x="32" y="95"/>
                  </a:lnTo>
                  <a:lnTo>
                    <a:pt x="63" y="95"/>
                  </a:lnTo>
                  <a:cubicBezTo>
                    <a:pt x="48" y="80"/>
                    <a:pt x="48" y="64"/>
                    <a:pt x="48" y="48"/>
                  </a:cubicBezTo>
                  <a:cubicBezTo>
                    <a:pt x="48" y="32"/>
                    <a:pt x="63" y="32"/>
                    <a:pt x="80" y="32"/>
                  </a:cubicBezTo>
                  <a:cubicBezTo>
                    <a:pt x="80"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01" name="Google Shape;901;p35"/>
            <p:cNvSpPr/>
            <p:nvPr/>
          </p:nvSpPr>
          <p:spPr>
            <a:xfrm>
              <a:off x="3196549" y="1792261"/>
              <a:ext cx="4039" cy="2035"/>
            </a:xfrm>
            <a:custGeom>
              <a:avLst/>
              <a:gdLst/>
              <a:ahLst/>
              <a:cxnLst/>
              <a:rect l="l" t="t" r="r" b="b"/>
              <a:pathLst>
                <a:path w="127" h="64" extrusionOk="0">
                  <a:moveTo>
                    <a:pt x="48" y="1"/>
                  </a:moveTo>
                  <a:lnTo>
                    <a:pt x="63" y="1"/>
                  </a:lnTo>
                  <a:cubicBezTo>
                    <a:pt x="63" y="16"/>
                    <a:pt x="48" y="32"/>
                    <a:pt x="32" y="32"/>
                  </a:cubicBezTo>
                  <a:lnTo>
                    <a:pt x="17" y="47"/>
                  </a:lnTo>
                  <a:lnTo>
                    <a:pt x="0" y="47"/>
                  </a:lnTo>
                  <a:cubicBezTo>
                    <a:pt x="0" y="64"/>
                    <a:pt x="17" y="64"/>
                    <a:pt x="32" y="64"/>
                  </a:cubicBezTo>
                  <a:lnTo>
                    <a:pt x="95" y="64"/>
                  </a:lnTo>
                  <a:cubicBezTo>
                    <a:pt x="111" y="64"/>
                    <a:pt x="126" y="47"/>
                    <a:pt x="126" y="32"/>
                  </a:cubicBezTo>
                  <a:lnTo>
                    <a:pt x="126" y="32"/>
                  </a:lnTo>
                  <a:cubicBezTo>
                    <a:pt x="126" y="16"/>
                    <a:pt x="111" y="1"/>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02" name="Google Shape;902;p35"/>
            <p:cNvSpPr/>
            <p:nvPr/>
          </p:nvSpPr>
          <p:spPr>
            <a:xfrm>
              <a:off x="3039185" y="1806796"/>
              <a:ext cx="4039" cy="4548"/>
            </a:xfrm>
            <a:custGeom>
              <a:avLst/>
              <a:gdLst/>
              <a:ahLst/>
              <a:cxnLst/>
              <a:rect l="l" t="t" r="r" b="b"/>
              <a:pathLst>
                <a:path w="127" h="143" extrusionOk="0">
                  <a:moveTo>
                    <a:pt x="95" y="0"/>
                  </a:moveTo>
                  <a:lnTo>
                    <a:pt x="80" y="0"/>
                  </a:lnTo>
                  <a:lnTo>
                    <a:pt x="64" y="16"/>
                  </a:lnTo>
                  <a:lnTo>
                    <a:pt x="17" y="48"/>
                  </a:lnTo>
                  <a:lnTo>
                    <a:pt x="17" y="63"/>
                  </a:lnTo>
                  <a:lnTo>
                    <a:pt x="1" y="95"/>
                  </a:lnTo>
                  <a:cubicBezTo>
                    <a:pt x="1" y="111"/>
                    <a:pt x="17" y="143"/>
                    <a:pt x="32" y="143"/>
                  </a:cubicBezTo>
                  <a:lnTo>
                    <a:pt x="49" y="143"/>
                  </a:lnTo>
                  <a:cubicBezTo>
                    <a:pt x="64" y="143"/>
                    <a:pt x="80" y="126"/>
                    <a:pt x="80" y="111"/>
                  </a:cubicBezTo>
                  <a:lnTo>
                    <a:pt x="80" y="95"/>
                  </a:lnTo>
                  <a:lnTo>
                    <a:pt x="112" y="63"/>
                  </a:lnTo>
                  <a:cubicBezTo>
                    <a:pt x="127" y="48"/>
                    <a:pt x="127" y="32"/>
                    <a:pt x="112" y="16"/>
                  </a:cubicBezTo>
                  <a:cubicBezTo>
                    <a:pt x="112"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03" name="Google Shape;903;p35"/>
            <p:cNvSpPr/>
            <p:nvPr/>
          </p:nvSpPr>
          <p:spPr>
            <a:xfrm>
              <a:off x="3193051" y="1790735"/>
              <a:ext cx="5534" cy="3053"/>
            </a:xfrm>
            <a:custGeom>
              <a:avLst/>
              <a:gdLst/>
              <a:ahLst/>
              <a:cxnLst/>
              <a:rect l="l" t="t" r="r" b="b"/>
              <a:pathLst>
                <a:path w="174" h="96" extrusionOk="0">
                  <a:moveTo>
                    <a:pt x="32" y="1"/>
                  </a:moveTo>
                  <a:lnTo>
                    <a:pt x="32" y="1"/>
                  </a:lnTo>
                  <a:lnTo>
                    <a:pt x="16" y="17"/>
                  </a:lnTo>
                  <a:cubicBezTo>
                    <a:pt x="0" y="17"/>
                    <a:pt x="0" y="32"/>
                    <a:pt x="0" y="64"/>
                  </a:cubicBezTo>
                  <a:lnTo>
                    <a:pt x="16" y="64"/>
                  </a:lnTo>
                  <a:cubicBezTo>
                    <a:pt x="32" y="95"/>
                    <a:pt x="47" y="95"/>
                    <a:pt x="79" y="95"/>
                  </a:cubicBezTo>
                  <a:lnTo>
                    <a:pt x="110" y="95"/>
                  </a:lnTo>
                  <a:lnTo>
                    <a:pt x="127" y="95"/>
                  </a:lnTo>
                  <a:lnTo>
                    <a:pt x="142" y="80"/>
                  </a:lnTo>
                  <a:cubicBezTo>
                    <a:pt x="158" y="80"/>
                    <a:pt x="173" y="64"/>
                    <a:pt x="173" y="49"/>
                  </a:cubicBezTo>
                  <a:lnTo>
                    <a:pt x="158" y="49"/>
                  </a:lnTo>
                  <a:cubicBezTo>
                    <a:pt x="158" y="32"/>
                    <a:pt x="158" y="17"/>
                    <a:pt x="142" y="17"/>
                  </a:cubicBezTo>
                  <a:lnTo>
                    <a:pt x="127" y="17"/>
                  </a:lnTo>
                  <a:lnTo>
                    <a:pt x="127" y="17"/>
                  </a:lnTo>
                  <a:cubicBezTo>
                    <a:pt x="127" y="17"/>
                    <a:pt x="110" y="17"/>
                    <a:pt x="110" y="32"/>
                  </a:cubicBezTo>
                  <a:lnTo>
                    <a:pt x="95" y="32"/>
                  </a:lnTo>
                  <a:lnTo>
                    <a:pt x="79" y="32"/>
                  </a:lnTo>
                  <a:lnTo>
                    <a:pt x="79" y="32"/>
                  </a:lnTo>
                  <a:cubicBezTo>
                    <a:pt x="79" y="32"/>
                    <a:pt x="63" y="32"/>
                    <a:pt x="63" y="17"/>
                  </a:cubicBez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04" name="Google Shape;904;p35"/>
            <p:cNvSpPr/>
            <p:nvPr/>
          </p:nvSpPr>
          <p:spPr>
            <a:xfrm>
              <a:off x="3419557" y="1777727"/>
              <a:ext cx="3498" cy="2544"/>
            </a:xfrm>
            <a:custGeom>
              <a:avLst/>
              <a:gdLst/>
              <a:ahLst/>
              <a:cxnLst/>
              <a:rect l="l" t="t" r="r" b="b"/>
              <a:pathLst>
                <a:path w="110" h="80" extrusionOk="0">
                  <a:moveTo>
                    <a:pt x="32" y="0"/>
                  </a:moveTo>
                  <a:lnTo>
                    <a:pt x="32" y="0"/>
                  </a:lnTo>
                  <a:cubicBezTo>
                    <a:pt x="15" y="17"/>
                    <a:pt x="0" y="17"/>
                    <a:pt x="0" y="32"/>
                  </a:cubicBezTo>
                  <a:lnTo>
                    <a:pt x="0" y="63"/>
                  </a:lnTo>
                  <a:cubicBezTo>
                    <a:pt x="15" y="63"/>
                    <a:pt x="15" y="80"/>
                    <a:pt x="32" y="80"/>
                  </a:cubicBezTo>
                  <a:lnTo>
                    <a:pt x="47" y="80"/>
                  </a:lnTo>
                  <a:lnTo>
                    <a:pt x="63" y="80"/>
                  </a:lnTo>
                  <a:lnTo>
                    <a:pt x="63" y="80"/>
                  </a:lnTo>
                  <a:cubicBezTo>
                    <a:pt x="95" y="80"/>
                    <a:pt x="110" y="63"/>
                    <a:pt x="110" y="48"/>
                  </a:cubicBezTo>
                  <a:cubicBezTo>
                    <a:pt x="110" y="32"/>
                    <a:pt x="95" y="17"/>
                    <a:pt x="78" y="17"/>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05" name="Google Shape;905;p35"/>
            <p:cNvSpPr/>
            <p:nvPr/>
          </p:nvSpPr>
          <p:spPr>
            <a:xfrm>
              <a:off x="3412019" y="1777250"/>
              <a:ext cx="3530" cy="4516"/>
            </a:xfrm>
            <a:custGeom>
              <a:avLst/>
              <a:gdLst/>
              <a:ahLst/>
              <a:cxnLst/>
              <a:rect l="l" t="t" r="r" b="b"/>
              <a:pathLst>
                <a:path w="111" h="142" extrusionOk="0">
                  <a:moveTo>
                    <a:pt x="32" y="0"/>
                  </a:moveTo>
                  <a:lnTo>
                    <a:pt x="32" y="0"/>
                  </a:lnTo>
                  <a:cubicBezTo>
                    <a:pt x="16" y="0"/>
                    <a:pt x="0" y="15"/>
                    <a:pt x="0" y="32"/>
                  </a:cubicBezTo>
                  <a:lnTo>
                    <a:pt x="0" y="47"/>
                  </a:lnTo>
                  <a:cubicBezTo>
                    <a:pt x="0" y="63"/>
                    <a:pt x="16" y="63"/>
                    <a:pt x="16" y="63"/>
                  </a:cubicBezTo>
                  <a:lnTo>
                    <a:pt x="32" y="78"/>
                  </a:lnTo>
                  <a:lnTo>
                    <a:pt x="32" y="110"/>
                  </a:lnTo>
                  <a:lnTo>
                    <a:pt x="32" y="110"/>
                  </a:lnTo>
                  <a:cubicBezTo>
                    <a:pt x="32" y="126"/>
                    <a:pt x="48" y="126"/>
                    <a:pt x="48" y="141"/>
                  </a:cubicBezTo>
                  <a:lnTo>
                    <a:pt x="63" y="141"/>
                  </a:lnTo>
                  <a:lnTo>
                    <a:pt x="63" y="141"/>
                  </a:lnTo>
                  <a:lnTo>
                    <a:pt x="63" y="141"/>
                  </a:lnTo>
                  <a:lnTo>
                    <a:pt x="79" y="141"/>
                  </a:lnTo>
                  <a:cubicBezTo>
                    <a:pt x="95" y="126"/>
                    <a:pt x="111" y="126"/>
                    <a:pt x="111" y="110"/>
                  </a:cubicBezTo>
                  <a:lnTo>
                    <a:pt x="111" y="95"/>
                  </a:lnTo>
                  <a:lnTo>
                    <a:pt x="111" y="95"/>
                  </a:lnTo>
                  <a:lnTo>
                    <a:pt x="111" y="47"/>
                  </a:lnTo>
                  <a:cubicBezTo>
                    <a:pt x="111" y="32"/>
                    <a:pt x="95" y="32"/>
                    <a:pt x="95" y="15"/>
                  </a:cubicBezTo>
                  <a:lnTo>
                    <a:pt x="79" y="15"/>
                  </a:lnTo>
                  <a:lnTo>
                    <a:pt x="63"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06" name="Google Shape;906;p35"/>
            <p:cNvSpPr/>
            <p:nvPr/>
          </p:nvSpPr>
          <p:spPr>
            <a:xfrm>
              <a:off x="3078812" y="1807304"/>
              <a:ext cx="2512" cy="3021"/>
            </a:xfrm>
            <a:custGeom>
              <a:avLst/>
              <a:gdLst/>
              <a:ahLst/>
              <a:cxnLst/>
              <a:rect l="l" t="t" r="r" b="b"/>
              <a:pathLst>
                <a:path w="79" h="95" extrusionOk="0">
                  <a:moveTo>
                    <a:pt x="47" y="0"/>
                  </a:moveTo>
                  <a:lnTo>
                    <a:pt x="47" y="0"/>
                  </a:lnTo>
                  <a:lnTo>
                    <a:pt x="47" y="0"/>
                  </a:lnTo>
                  <a:lnTo>
                    <a:pt x="47" y="0"/>
                  </a:lnTo>
                  <a:cubicBezTo>
                    <a:pt x="32" y="0"/>
                    <a:pt x="32" y="0"/>
                    <a:pt x="32" y="16"/>
                  </a:cubicBezTo>
                  <a:lnTo>
                    <a:pt x="15" y="16"/>
                  </a:lnTo>
                  <a:cubicBezTo>
                    <a:pt x="0" y="32"/>
                    <a:pt x="0" y="32"/>
                    <a:pt x="0" y="47"/>
                  </a:cubicBezTo>
                  <a:lnTo>
                    <a:pt x="0" y="63"/>
                  </a:lnTo>
                  <a:cubicBezTo>
                    <a:pt x="0" y="79"/>
                    <a:pt x="15" y="79"/>
                    <a:pt x="15" y="79"/>
                  </a:cubicBezTo>
                  <a:lnTo>
                    <a:pt x="15" y="79"/>
                  </a:lnTo>
                  <a:lnTo>
                    <a:pt x="32" y="95"/>
                  </a:lnTo>
                  <a:lnTo>
                    <a:pt x="47" y="95"/>
                  </a:lnTo>
                  <a:lnTo>
                    <a:pt x="78" y="95"/>
                  </a:lnTo>
                  <a:lnTo>
                    <a:pt x="63" y="95"/>
                  </a:lnTo>
                  <a:cubicBezTo>
                    <a:pt x="63" y="79"/>
                    <a:pt x="63" y="63"/>
                    <a:pt x="78" y="47"/>
                  </a:cubicBezTo>
                  <a:lnTo>
                    <a:pt x="78" y="47"/>
                  </a:lnTo>
                  <a:lnTo>
                    <a:pt x="78" y="47"/>
                  </a:lnTo>
                  <a:lnTo>
                    <a:pt x="78" y="16"/>
                  </a:lnTo>
                  <a:cubicBezTo>
                    <a:pt x="63" y="0"/>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07" name="Google Shape;907;p35"/>
            <p:cNvSpPr/>
            <p:nvPr/>
          </p:nvSpPr>
          <p:spPr>
            <a:xfrm>
              <a:off x="3186022" y="1797286"/>
              <a:ext cx="3053" cy="3530"/>
            </a:xfrm>
            <a:custGeom>
              <a:avLst/>
              <a:gdLst/>
              <a:ahLst/>
              <a:cxnLst/>
              <a:rect l="l" t="t" r="r" b="b"/>
              <a:pathLst>
                <a:path w="96" h="111" extrusionOk="0">
                  <a:moveTo>
                    <a:pt x="64" y="0"/>
                  </a:moveTo>
                  <a:lnTo>
                    <a:pt x="64" y="0"/>
                  </a:lnTo>
                  <a:cubicBezTo>
                    <a:pt x="48" y="0"/>
                    <a:pt x="32" y="15"/>
                    <a:pt x="32" y="32"/>
                  </a:cubicBezTo>
                  <a:lnTo>
                    <a:pt x="16" y="63"/>
                  </a:lnTo>
                  <a:lnTo>
                    <a:pt x="16" y="63"/>
                  </a:lnTo>
                  <a:lnTo>
                    <a:pt x="16" y="63"/>
                  </a:lnTo>
                  <a:cubicBezTo>
                    <a:pt x="1" y="79"/>
                    <a:pt x="1" y="95"/>
                    <a:pt x="16" y="110"/>
                  </a:cubicBezTo>
                  <a:lnTo>
                    <a:pt x="32" y="110"/>
                  </a:lnTo>
                  <a:lnTo>
                    <a:pt x="48" y="110"/>
                  </a:lnTo>
                  <a:cubicBezTo>
                    <a:pt x="48" y="110"/>
                    <a:pt x="64" y="110"/>
                    <a:pt x="79" y="95"/>
                  </a:cubicBezTo>
                  <a:lnTo>
                    <a:pt x="79" y="79"/>
                  </a:lnTo>
                  <a:lnTo>
                    <a:pt x="79" y="63"/>
                  </a:lnTo>
                  <a:lnTo>
                    <a:pt x="95" y="63"/>
                  </a:lnTo>
                  <a:lnTo>
                    <a:pt x="95" y="47"/>
                  </a:lnTo>
                  <a:cubicBezTo>
                    <a:pt x="95" y="32"/>
                    <a:pt x="95" y="15"/>
                    <a:pt x="7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08" name="Google Shape;908;p35"/>
            <p:cNvSpPr/>
            <p:nvPr/>
          </p:nvSpPr>
          <p:spPr>
            <a:xfrm>
              <a:off x="3386958" y="1777250"/>
              <a:ext cx="5565" cy="3021"/>
            </a:xfrm>
            <a:custGeom>
              <a:avLst/>
              <a:gdLst/>
              <a:ahLst/>
              <a:cxnLst/>
              <a:rect l="l" t="t" r="r" b="b"/>
              <a:pathLst>
                <a:path w="175" h="95" extrusionOk="0">
                  <a:moveTo>
                    <a:pt x="80" y="0"/>
                  </a:moveTo>
                  <a:lnTo>
                    <a:pt x="80" y="15"/>
                  </a:lnTo>
                  <a:lnTo>
                    <a:pt x="17" y="15"/>
                  </a:lnTo>
                  <a:cubicBezTo>
                    <a:pt x="17" y="15"/>
                    <a:pt x="0" y="32"/>
                    <a:pt x="0" y="47"/>
                  </a:cubicBezTo>
                  <a:lnTo>
                    <a:pt x="0" y="47"/>
                  </a:lnTo>
                  <a:lnTo>
                    <a:pt x="0" y="63"/>
                  </a:lnTo>
                  <a:cubicBezTo>
                    <a:pt x="0" y="78"/>
                    <a:pt x="17" y="95"/>
                    <a:pt x="32" y="95"/>
                  </a:cubicBezTo>
                  <a:lnTo>
                    <a:pt x="48" y="78"/>
                  </a:lnTo>
                  <a:lnTo>
                    <a:pt x="143" y="63"/>
                  </a:lnTo>
                  <a:cubicBezTo>
                    <a:pt x="158" y="63"/>
                    <a:pt x="158" y="63"/>
                    <a:pt x="158" y="47"/>
                  </a:cubicBezTo>
                  <a:cubicBezTo>
                    <a:pt x="174" y="47"/>
                    <a:pt x="174" y="32"/>
                    <a:pt x="174" y="15"/>
                  </a:cubicBezTo>
                  <a:lnTo>
                    <a:pt x="174" y="15"/>
                  </a:lnTo>
                  <a:lnTo>
                    <a:pt x="174" y="15"/>
                  </a:lnTo>
                  <a:cubicBezTo>
                    <a:pt x="158" y="15"/>
                    <a:pt x="158" y="32"/>
                    <a:pt x="143" y="32"/>
                  </a:cubicBezTo>
                  <a:lnTo>
                    <a:pt x="111" y="32"/>
                  </a:lnTo>
                  <a:lnTo>
                    <a:pt x="111" y="32"/>
                  </a:lnTo>
                  <a:cubicBezTo>
                    <a:pt x="95" y="32"/>
                    <a:pt x="80" y="15"/>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09" name="Google Shape;909;p35"/>
            <p:cNvSpPr/>
            <p:nvPr/>
          </p:nvSpPr>
          <p:spPr>
            <a:xfrm>
              <a:off x="3268680" y="1766214"/>
              <a:ext cx="4580" cy="3530"/>
            </a:xfrm>
            <a:custGeom>
              <a:avLst/>
              <a:gdLst/>
              <a:ahLst/>
              <a:cxnLst/>
              <a:rect l="l" t="t" r="r" b="b"/>
              <a:pathLst>
                <a:path w="144" h="111" extrusionOk="0">
                  <a:moveTo>
                    <a:pt x="112" y="1"/>
                  </a:moveTo>
                  <a:lnTo>
                    <a:pt x="112" y="1"/>
                  </a:lnTo>
                  <a:cubicBezTo>
                    <a:pt x="112" y="1"/>
                    <a:pt x="95" y="1"/>
                    <a:pt x="95" y="16"/>
                  </a:cubicBezTo>
                  <a:lnTo>
                    <a:pt x="80" y="16"/>
                  </a:lnTo>
                  <a:lnTo>
                    <a:pt x="80" y="16"/>
                  </a:lnTo>
                  <a:lnTo>
                    <a:pt x="17" y="47"/>
                  </a:lnTo>
                  <a:cubicBezTo>
                    <a:pt x="1" y="64"/>
                    <a:pt x="1" y="79"/>
                    <a:pt x="1" y="95"/>
                  </a:cubicBezTo>
                  <a:cubicBezTo>
                    <a:pt x="17" y="95"/>
                    <a:pt x="17" y="79"/>
                    <a:pt x="17" y="79"/>
                  </a:cubicBezTo>
                  <a:lnTo>
                    <a:pt x="32" y="79"/>
                  </a:lnTo>
                  <a:lnTo>
                    <a:pt x="49" y="95"/>
                  </a:lnTo>
                  <a:lnTo>
                    <a:pt x="64" y="110"/>
                  </a:lnTo>
                  <a:lnTo>
                    <a:pt x="112" y="79"/>
                  </a:lnTo>
                  <a:lnTo>
                    <a:pt x="127" y="64"/>
                  </a:lnTo>
                  <a:cubicBezTo>
                    <a:pt x="143" y="64"/>
                    <a:pt x="143" y="64"/>
                    <a:pt x="143" y="47"/>
                  </a:cubicBezTo>
                  <a:lnTo>
                    <a:pt x="143" y="32"/>
                  </a:lnTo>
                  <a:cubicBezTo>
                    <a:pt x="143" y="16"/>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10" name="Google Shape;910;p35"/>
            <p:cNvSpPr/>
            <p:nvPr/>
          </p:nvSpPr>
          <p:spPr>
            <a:xfrm>
              <a:off x="3078812" y="1813792"/>
              <a:ext cx="3021" cy="3053"/>
            </a:xfrm>
            <a:custGeom>
              <a:avLst/>
              <a:gdLst/>
              <a:ahLst/>
              <a:cxnLst/>
              <a:rect l="l" t="t" r="r" b="b"/>
              <a:pathLst>
                <a:path w="95" h="96" extrusionOk="0">
                  <a:moveTo>
                    <a:pt x="32" y="1"/>
                  </a:moveTo>
                  <a:lnTo>
                    <a:pt x="32" y="1"/>
                  </a:lnTo>
                  <a:lnTo>
                    <a:pt x="15" y="1"/>
                  </a:lnTo>
                  <a:cubicBezTo>
                    <a:pt x="0" y="17"/>
                    <a:pt x="0" y="32"/>
                    <a:pt x="15" y="49"/>
                  </a:cubicBezTo>
                  <a:lnTo>
                    <a:pt x="32" y="80"/>
                  </a:lnTo>
                  <a:cubicBezTo>
                    <a:pt x="32" y="95"/>
                    <a:pt x="47" y="95"/>
                    <a:pt x="63" y="95"/>
                  </a:cubicBezTo>
                  <a:lnTo>
                    <a:pt x="78" y="95"/>
                  </a:lnTo>
                  <a:lnTo>
                    <a:pt x="78" y="95"/>
                  </a:lnTo>
                  <a:cubicBezTo>
                    <a:pt x="95" y="80"/>
                    <a:pt x="95" y="64"/>
                    <a:pt x="78" y="49"/>
                  </a:cubicBezTo>
                  <a:lnTo>
                    <a:pt x="63" y="17"/>
                  </a:lnTo>
                  <a:lnTo>
                    <a:pt x="63" y="17"/>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11" name="Google Shape;911;p35"/>
            <p:cNvSpPr/>
            <p:nvPr/>
          </p:nvSpPr>
          <p:spPr>
            <a:xfrm>
              <a:off x="3175495" y="1801294"/>
              <a:ext cx="3021" cy="3021"/>
            </a:xfrm>
            <a:custGeom>
              <a:avLst/>
              <a:gdLst/>
              <a:ahLst/>
              <a:cxnLst/>
              <a:rect l="l" t="t" r="r" b="b"/>
              <a:pathLst>
                <a:path w="95" h="95" extrusionOk="0">
                  <a:moveTo>
                    <a:pt x="48" y="0"/>
                  </a:moveTo>
                  <a:lnTo>
                    <a:pt x="48" y="0"/>
                  </a:lnTo>
                  <a:cubicBezTo>
                    <a:pt x="32" y="0"/>
                    <a:pt x="32" y="16"/>
                    <a:pt x="17" y="16"/>
                  </a:cubicBezTo>
                  <a:lnTo>
                    <a:pt x="17" y="32"/>
                  </a:lnTo>
                  <a:lnTo>
                    <a:pt x="0" y="47"/>
                  </a:lnTo>
                  <a:cubicBezTo>
                    <a:pt x="0" y="63"/>
                    <a:pt x="0" y="79"/>
                    <a:pt x="17" y="79"/>
                  </a:cubicBezTo>
                  <a:cubicBezTo>
                    <a:pt x="17" y="95"/>
                    <a:pt x="17" y="95"/>
                    <a:pt x="32" y="95"/>
                  </a:cubicBezTo>
                  <a:lnTo>
                    <a:pt x="32" y="95"/>
                  </a:lnTo>
                  <a:lnTo>
                    <a:pt x="48" y="95"/>
                  </a:lnTo>
                  <a:cubicBezTo>
                    <a:pt x="48" y="95"/>
                    <a:pt x="63" y="95"/>
                    <a:pt x="80" y="79"/>
                  </a:cubicBezTo>
                  <a:lnTo>
                    <a:pt x="80" y="79"/>
                  </a:lnTo>
                  <a:lnTo>
                    <a:pt x="80" y="47"/>
                  </a:lnTo>
                  <a:cubicBezTo>
                    <a:pt x="95" y="32"/>
                    <a:pt x="95" y="32"/>
                    <a:pt x="80" y="32"/>
                  </a:cubicBezTo>
                  <a:cubicBezTo>
                    <a:pt x="80" y="16"/>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12" name="Google Shape;912;p35"/>
            <p:cNvSpPr/>
            <p:nvPr/>
          </p:nvSpPr>
          <p:spPr>
            <a:xfrm>
              <a:off x="3158448" y="1805301"/>
              <a:ext cx="3053" cy="4516"/>
            </a:xfrm>
            <a:custGeom>
              <a:avLst/>
              <a:gdLst/>
              <a:ahLst/>
              <a:cxnLst/>
              <a:rect l="l" t="t" r="r" b="b"/>
              <a:pathLst>
                <a:path w="96" h="142" extrusionOk="0">
                  <a:moveTo>
                    <a:pt x="49" y="0"/>
                  </a:moveTo>
                  <a:lnTo>
                    <a:pt x="49" y="0"/>
                  </a:lnTo>
                  <a:cubicBezTo>
                    <a:pt x="32" y="0"/>
                    <a:pt x="32" y="16"/>
                    <a:pt x="17" y="32"/>
                  </a:cubicBezTo>
                  <a:lnTo>
                    <a:pt x="17" y="47"/>
                  </a:lnTo>
                  <a:lnTo>
                    <a:pt x="1" y="79"/>
                  </a:lnTo>
                  <a:lnTo>
                    <a:pt x="1" y="110"/>
                  </a:lnTo>
                  <a:lnTo>
                    <a:pt x="1" y="126"/>
                  </a:lnTo>
                  <a:lnTo>
                    <a:pt x="32" y="126"/>
                  </a:lnTo>
                  <a:lnTo>
                    <a:pt x="64" y="142"/>
                  </a:lnTo>
                  <a:lnTo>
                    <a:pt x="64" y="142"/>
                  </a:lnTo>
                  <a:lnTo>
                    <a:pt x="64" y="142"/>
                  </a:lnTo>
                  <a:cubicBezTo>
                    <a:pt x="80" y="126"/>
                    <a:pt x="95" y="126"/>
                    <a:pt x="95" y="110"/>
                  </a:cubicBezTo>
                  <a:lnTo>
                    <a:pt x="95" y="79"/>
                  </a:lnTo>
                  <a:lnTo>
                    <a:pt x="80" y="79"/>
                  </a:lnTo>
                  <a:lnTo>
                    <a:pt x="80" y="47"/>
                  </a:lnTo>
                  <a:cubicBezTo>
                    <a:pt x="95" y="32"/>
                    <a:pt x="80" y="16"/>
                    <a:pt x="64"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13" name="Google Shape;913;p35"/>
            <p:cNvSpPr/>
            <p:nvPr/>
          </p:nvSpPr>
          <p:spPr>
            <a:xfrm>
              <a:off x="3388961" y="1815319"/>
              <a:ext cx="6551" cy="3530"/>
            </a:xfrm>
            <a:custGeom>
              <a:avLst/>
              <a:gdLst/>
              <a:ahLst/>
              <a:cxnLst/>
              <a:rect l="l" t="t" r="r" b="b"/>
              <a:pathLst>
                <a:path w="206" h="111" extrusionOk="0">
                  <a:moveTo>
                    <a:pt x="48" y="1"/>
                  </a:moveTo>
                  <a:lnTo>
                    <a:pt x="32" y="1"/>
                  </a:lnTo>
                  <a:cubicBezTo>
                    <a:pt x="32" y="1"/>
                    <a:pt x="17" y="1"/>
                    <a:pt x="17" y="16"/>
                  </a:cubicBezTo>
                  <a:cubicBezTo>
                    <a:pt x="0" y="32"/>
                    <a:pt x="17" y="47"/>
                    <a:pt x="32" y="64"/>
                  </a:cubicBezTo>
                  <a:cubicBezTo>
                    <a:pt x="32" y="64"/>
                    <a:pt x="48" y="64"/>
                    <a:pt x="48" y="79"/>
                  </a:cubicBezTo>
                  <a:cubicBezTo>
                    <a:pt x="80" y="95"/>
                    <a:pt x="95" y="110"/>
                    <a:pt x="126" y="110"/>
                  </a:cubicBezTo>
                  <a:lnTo>
                    <a:pt x="143" y="110"/>
                  </a:lnTo>
                  <a:lnTo>
                    <a:pt x="206" y="110"/>
                  </a:lnTo>
                  <a:lnTo>
                    <a:pt x="206" y="95"/>
                  </a:lnTo>
                  <a:lnTo>
                    <a:pt x="206" y="95"/>
                  </a:lnTo>
                  <a:lnTo>
                    <a:pt x="206" y="95"/>
                  </a:lnTo>
                  <a:lnTo>
                    <a:pt x="206" y="95"/>
                  </a:lnTo>
                  <a:cubicBezTo>
                    <a:pt x="206" y="47"/>
                    <a:pt x="158" y="47"/>
                    <a:pt x="143" y="32"/>
                  </a:cubicBezTo>
                  <a:lnTo>
                    <a:pt x="143" y="32"/>
                  </a:lnTo>
                  <a:lnTo>
                    <a:pt x="111" y="32"/>
                  </a:lnTo>
                  <a:lnTo>
                    <a:pt x="95" y="16"/>
                  </a:lnTo>
                  <a:cubicBezTo>
                    <a:pt x="80" y="16"/>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14" name="Google Shape;914;p35"/>
            <p:cNvSpPr/>
            <p:nvPr/>
          </p:nvSpPr>
          <p:spPr>
            <a:xfrm>
              <a:off x="3033174" y="1819803"/>
              <a:ext cx="4580" cy="3562"/>
            </a:xfrm>
            <a:custGeom>
              <a:avLst/>
              <a:gdLst/>
              <a:ahLst/>
              <a:cxnLst/>
              <a:rect l="l" t="t" r="r" b="b"/>
              <a:pathLst>
                <a:path w="144" h="112" extrusionOk="0">
                  <a:moveTo>
                    <a:pt x="112" y="1"/>
                  </a:moveTo>
                  <a:lnTo>
                    <a:pt x="112" y="1"/>
                  </a:lnTo>
                  <a:cubicBezTo>
                    <a:pt x="95" y="1"/>
                    <a:pt x="95" y="1"/>
                    <a:pt x="95" y="17"/>
                  </a:cubicBezTo>
                  <a:lnTo>
                    <a:pt x="49" y="32"/>
                  </a:lnTo>
                  <a:lnTo>
                    <a:pt x="32" y="49"/>
                  </a:lnTo>
                  <a:cubicBezTo>
                    <a:pt x="17" y="64"/>
                    <a:pt x="1" y="95"/>
                    <a:pt x="17" y="95"/>
                  </a:cubicBezTo>
                  <a:lnTo>
                    <a:pt x="17" y="112"/>
                  </a:lnTo>
                  <a:lnTo>
                    <a:pt x="32" y="112"/>
                  </a:lnTo>
                  <a:lnTo>
                    <a:pt x="49" y="112"/>
                  </a:lnTo>
                  <a:lnTo>
                    <a:pt x="64" y="112"/>
                  </a:lnTo>
                  <a:lnTo>
                    <a:pt x="112" y="80"/>
                  </a:lnTo>
                  <a:lnTo>
                    <a:pt x="127" y="64"/>
                  </a:lnTo>
                  <a:lnTo>
                    <a:pt x="127" y="64"/>
                  </a:lnTo>
                  <a:cubicBezTo>
                    <a:pt x="143" y="49"/>
                    <a:pt x="143" y="32"/>
                    <a:pt x="143" y="17"/>
                  </a:cubicBezTo>
                  <a:lnTo>
                    <a:pt x="127" y="17"/>
                  </a:lnTo>
                  <a:cubicBezTo>
                    <a:pt x="127" y="1"/>
                    <a:pt x="112"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15" name="Google Shape;915;p35"/>
            <p:cNvSpPr/>
            <p:nvPr/>
          </p:nvSpPr>
          <p:spPr>
            <a:xfrm>
              <a:off x="3354391" y="1779731"/>
              <a:ext cx="2035" cy="3562"/>
            </a:xfrm>
            <a:custGeom>
              <a:avLst/>
              <a:gdLst/>
              <a:ahLst/>
              <a:cxnLst/>
              <a:rect l="l" t="t" r="r" b="b"/>
              <a:pathLst>
                <a:path w="64" h="112" extrusionOk="0">
                  <a:moveTo>
                    <a:pt x="32" y="0"/>
                  </a:moveTo>
                  <a:lnTo>
                    <a:pt x="32" y="0"/>
                  </a:lnTo>
                  <a:cubicBezTo>
                    <a:pt x="16" y="17"/>
                    <a:pt x="1" y="32"/>
                    <a:pt x="1" y="48"/>
                  </a:cubicBezTo>
                  <a:lnTo>
                    <a:pt x="1" y="80"/>
                  </a:lnTo>
                  <a:cubicBezTo>
                    <a:pt x="1" y="95"/>
                    <a:pt x="16" y="111"/>
                    <a:pt x="32" y="111"/>
                  </a:cubicBezTo>
                  <a:lnTo>
                    <a:pt x="32" y="111"/>
                  </a:lnTo>
                  <a:cubicBezTo>
                    <a:pt x="64" y="111"/>
                    <a:pt x="64" y="95"/>
                    <a:pt x="64" y="63"/>
                  </a:cubicBezTo>
                  <a:lnTo>
                    <a:pt x="64" y="32"/>
                  </a:lnTo>
                  <a:cubicBezTo>
                    <a:pt x="64"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16" name="Google Shape;916;p35"/>
            <p:cNvSpPr/>
            <p:nvPr/>
          </p:nvSpPr>
          <p:spPr>
            <a:xfrm>
              <a:off x="3277235" y="1788254"/>
              <a:ext cx="3021" cy="3053"/>
            </a:xfrm>
            <a:custGeom>
              <a:avLst/>
              <a:gdLst/>
              <a:ahLst/>
              <a:cxnLst/>
              <a:rect l="l" t="t" r="r" b="b"/>
              <a:pathLst>
                <a:path w="95" h="96" extrusionOk="0">
                  <a:moveTo>
                    <a:pt x="63" y="1"/>
                  </a:moveTo>
                  <a:lnTo>
                    <a:pt x="63" y="1"/>
                  </a:lnTo>
                  <a:lnTo>
                    <a:pt x="47" y="1"/>
                  </a:lnTo>
                  <a:lnTo>
                    <a:pt x="16" y="32"/>
                  </a:lnTo>
                  <a:cubicBezTo>
                    <a:pt x="0" y="32"/>
                    <a:pt x="0" y="64"/>
                    <a:pt x="0" y="79"/>
                  </a:cubicBezTo>
                  <a:cubicBezTo>
                    <a:pt x="16" y="79"/>
                    <a:pt x="16" y="95"/>
                    <a:pt x="32" y="95"/>
                  </a:cubicBezTo>
                  <a:lnTo>
                    <a:pt x="47" y="79"/>
                  </a:lnTo>
                  <a:lnTo>
                    <a:pt x="79" y="64"/>
                  </a:lnTo>
                  <a:cubicBezTo>
                    <a:pt x="95" y="47"/>
                    <a:pt x="95" y="32"/>
                    <a:pt x="95" y="16"/>
                  </a:cubicBezTo>
                  <a:cubicBezTo>
                    <a:pt x="79"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17" name="Google Shape;917;p35"/>
            <p:cNvSpPr/>
            <p:nvPr/>
          </p:nvSpPr>
          <p:spPr>
            <a:xfrm>
              <a:off x="3299275" y="1786727"/>
              <a:ext cx="3530" cy="4039"/>
            </a:xfrm>
            <a:custGeom>
              <a:avLst/>
              <a:gdLst/>
              <a:ahLst/>
              <a:cxnLst/>
              <a:rect l="l" t="t" r="r" b="b"/>
              <a:pathLst>
                <a:path w="111" h="127" extrusionOk="0">
                  <a:moveTo>
                    <a:pt x="64" y="1"/>
                  </a:moveTo>
                  <a:lnTo>
                    <a:pt x="64" y="17"/>
                  </a:lnTo>
                  <a:lnTo>
                    <a:pt x="47" y="17"/>
                  </a:lnTo>
                  <a:cubicBezTo>
                    <a:pt x="47" y="17"/>
                    <a:pt x="32" y="32"/>
                    <a:pt x="32" y="49"/>
                  </a:cubicBezTo>
                  <a:lnTo>
                    <a:pt x="16" y="49"/>
                  </a:lnTo>
                  <a:cubicBezTo>
                    <a:pt x="1" y="64"/>
                    <a:pt x="1" y="80"/>
                    <a:pt x="1" y="95"/>
                  </a:cubicBezTo>
                  <a:cubicBezTo>
                    <a:pt x="1" y="112"/>
                    <a:pt x="16" y="127"/>
                    <a:pt x="32" y="127"/>
                  </a:cubicBezTo>
                  <a:lnTo>
                    <a:pt x="47" y="112"/>
                  </a:lnTo>
                  <a:lnTo>
                    <a:pt x="95" y="95"/>
                  </a:lnTo>
                  <a:cubicBezTo>
                    <a:pt x="110" y="95"/>
                    <a:pt x="110" y="64"/>
                    <a:pt x="110" y="49"/>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18" name="Google Shape;918;p35"/>
            <p:cNvSpPr/>
            <p:nvPr/>
          </p:nvSpPr>
          <p:spPr>
            <a:xfrm>
              <a:off x="3235127" y="1793279"/>
              <a:ext cx="3053" cy="3021"/>
            </a:xfrm>
            <a:custGeom>
              <a:avLst/>
              <a:gdLst/>
              <a:ahLst/>
              <a:cxnLst/>
              <a:rect l="l" t="t" r="r" b="b"/>
              <a:pathLst>
                <a:path w="96" h="95" extrusionOk="0">
                  <a:moveTo>
                    <a:pt x="64" y="0"/>
                  </a:moveTo>
                  <a:lnTo>
                    <a:pt x="48" y="0"/>
                  </a:lnTo>
                  <a:cubicBezTo>
                    <a:pt x="48" y="0"/>
                    <a:pt x="32" y="0"/>
                    <a:pt x="32" y="15"/>
                  </a:cubicBezTo>
                  <a:lnTo>
                    <a:pt x="16" y="47"/>
                  </a:lnTo>
                  <a:cubicBezTo>
                    <a:pt x="1" y="63"/>
                    <a:pt x="16" y="95"/>
                    <a:pt x="32" y="95"/>
                  </a:cubicBezTo>
                  <a:lnTo>
                    <a:pt x="48" y="95"/>
                  </a:lnTo>
                  <a:cubicBezTo>
                    <a:pt x="64" y="95"/>
                    <a:pt x="79" y="95"/>
                    <a:pt x="79" y="78"/>
                  </a:cubicBezTo>
                  <a:lnTo>
                    <a:pt x="95" y="47"/>
                  </a:lnTo>
                  <a:cubicBezTo>
                    <a:pt x="95" y="32"/>
                    <a:pt x="95"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19" name="Google Shape;919;p35"/>
            <p:cNvSpPr/>
            <p:nvPr/>
          </p:nvSpPr>
          <p:spPr>
            <a:xfrm>
              <a:off x="3420034" y="1797763"/>
              <a:ext cx="4039" cy="4039"/>
            </a:xfrm>
            <a:custGeom>
              <a:avLst/>
              <a:gdLst/>
              <a:ahLst/>
              <a:cxnLst/>
              <a:rect l="l" t="t" r="r" b="b"/>
              <a:pathLst>
                <a:path w="127" h="127" extrusionOk="0">
                  <a:moveTo>
                    <a:pt x="80" y="0"/>
                  </a:moveTo>
                  <a:lnTo>
                    <a:pt x="80" y="0"/>
                  </a:lnTo>
                  <a:cubicBezTo>
                    <a:pt x="63" y="0"/>
                    <a:pt x="63" y="0"/>
                    <a:pt x="63" y="17"/>
                  </a:cubicBezTo>
                  <a:lnTo>
                    <a:pt x="63" y="17"/>
                  </a:lnTo>
                  <a:lnTo>
                    <a:pt x="17" y="48"/>
                  </a:lnTo>
                  <a:cubicBezTo>
                    <a:pt x="0" y="48"/>
                    <a:pt x="0" y="64"/>
                    <a:pt x="0" y="80"/>
                  </a:cubicBezTo>
                  <a:cubicBezTo>
                    <a:pt x="0" y="95"/>
                    <a:pt x="17" y="95"/>
                    <a:pt x="32" y="111"/>
                  </a:cubicBezTo>
                  <a:lnTo>
                    <a:pt x="80" y="127"/>
                  </a:lnTo>
                  <a:lnTo>
                    <a:pt x="80" y="127"/>
                  </a:lnTo>
                  <a:lnTo>
                    <a:pt x="95" y="127"/>
                  </a:lnTo>
                  <a:lnTo>
                    <a:pt x="111" y="127"/>
                  </a:lnTo>
                  <a:cubicBezTo>
                    <a:pt x="111" y="111"/>
                    <a:pt x="126" y="111"/>
                    <a:pt x="126" y="95"/>
                  </a:cubicBezTo>
                  <a:lnTo>
                    <a:pt x="126" y="95"/>
                  </a:lnTo>
                  <a:cubicBezTo>
                    <a:pt x="126" y="80"/>
                    <a:pt x="126" y="64"/>
                    <a:pt x="111" y="64"/>
                  </a:cubicBezTo>
                  <a:lnTo>
                    <a:pt x="111" y="17"/>
                  </a:lnTo>
                  <a:cubicBezTo>
                    <a:pt x="95"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20" name="Google Shape;920;p35"/>
            <p:cNvSpPr/>
            <p:nvPr/>
          </p:nvSpPr>
          <p:spPr>
            <a:xfrm>
              <a:off x="3247658" y="1816814"/>
              <a:ext cx="3021" cy="3021"/>
            </a:xfrm>
            <a:custGeom>
              <a:avLst/>
              <a:gdLst/>
              <a:ahLst/>
              <a:cxnLst/>
              <a:rect l="l" t="t" r="r" b="b"/>
              <a:pathLst>
                <a:path w="95" h="95" extrusionOk="0">
                  <a:moveTo>
                    <a:pt x="48" y="0"/>
                  </a:moveTo>
                  <a:cubicBezTo>
                    <a:pt x="48" y="17"/>
                    <a:pt x="48" y="17"/>
                    <a:pt x="32" y="32"/>
                  </a:cubicBezTo>
                  <a:lnTo>
                    <a:pt x="17" y="32"/>
                  </a:lnTo>
                  <a:lnTo>
                    <a:pt x="0" y="32"/>
                  </a:lnTo>
                  <a:lnTo>
                    <a:pt x="0" y="48"/>
                  </a:lnTo>
                  <a:lnTo>
                    <a:pt x="32" y="80"/>
                  </a:lnTo>
                  <a:lnTo>
                    <a:pt x="48" y="95"/>
                  </a:lnTo>
                  <a:cubicBezTo>
                    <a:pt x="63" y="95"/>
                    <a:pt x="63" y="80"/>
                    <a:pt x="80" y="80"/>
                  </a:cubicBezTo>
                  <a:cubicBezTo>
                    <a:pt x="95" y="80"/>
                    <a:pt x="95" y="48"/>
                    <a:pt x="80" y="32"/>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21" name="Google Shape;921;p35"/>
            <p:cNvSpPr/>
            <p:nvPr/>
          </p:nvSpPr>
          <p:spPr>
            <a:xfrm>
              <a:off x="3431578" y="1795760"/>
              <a:ext cx="3021" cy="3021"/>
            </a:xfrm>
            <a:custGeom>
              <a:avLst/>
              <a:gdLst/>
              <a:ahLst/>
              <a:cxnLst/>
              <a:rect l="l" t="t" r="r" b="b"/>
              <a:pathLst>
                <a:path w="95" h="95" extrusionOk="0">
                  <a:moveTo>
                    <a:pt x="63" y="0"/>
                  </a:moveTo>
                  <a:lnTo>
                    <a:pt x="63" y="0"/>
                  </a:lnTo>
                  <a:lnTo>
                    <a:pt x="47" y="17"/>
                  </a:lnTo>
                  <a:lnTo>
                    <a:pt x="15" y="32"/>
                  </a:lnTo>
                  <a:cubicBezTo>
                    <a:pt x="0" y="48"/>
                    <a:pt x="0" y="63"/>
                    <a:pt x="0" y="80"/>
                  </a:cubicBezTo>
                  <a:cubicBezTo>
                    <a:pt x="15" y="95"/>
                    <a:pt x="15" y="95"/>
                    <a:pt x="32" y="95"/>
                  </a:cubicBezTo>
                  <a:lnTo>
                    <a:pt x="47" y="95"/>
                  </a:lnTo>
                  <a:lnTo>
                    <a:pt x="78" y="63"/>
                  </a:lnTo>
                  <a:cubicBezTo>
                    <a:pt x="95" y="63"/>
                    <a:pt x="95" y="32"/>
                    <a:pt x="95" y="17"/>
                  </a:cubicBezTo>
                  <a:cubicBezTo>
                    <a:pt x="78" y="17"/>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22" name="Google Shape;922;p35"/>
            <p:cNvSpPr/>
            <p:nvPr/>
          </p:nvSpPr>
          <p:spPr>
            <a:xfrm>
              <a:off x="3440579" y="1797763"/>
              <a:ext cx="4039" cy="3562"/>
            </a:xfrm>
            <a:custGeom>
              <a:avLst/>
              <a:gdLst/>
              <a:ahLst/>
              <a:cxnLst/>
              <a:rect l="l" t="t" r="r" b="b"/>
              <a:pathLst>
                <a:path w="127" h="112" extrusionOk="0">
                  <a:moveTo>
                    <a:pt x="47" y="0"/>
                  </a:moveTo>
                  <a:lnTo>
                    <a:pt x="47" y="0"/>
                  </a:lnTo>
                  <a:cubicBezTo>
                    <a:pt x="32" y="0"/>
                    <a:pt x="16" y="0"/>
                    <a:pt x="16" y="17"/>
                  </a:cubicBezTo>
                  <a:cubicBezTo>
                    <a:pt x="1" y="32"/>
                    <a:pt x="1" y="48"/>
                    <a:pt x="16" y="64"/>
                  </a:cubicBezTo>
                  <a:lnTo>
                    <a:pt x="16" y="64"/>
                  </a:lnTo>
                  <a:lnTo>
                    <a:pt x="64" y="95"/>
                  </a:lnTo>
                  <a:lnTo>
                    <a:pt x="79" y="111"/>
                  </a:lnTo>
                  <a:lnTo>
                    <a:pt x="79" y="111"/>
                  </a:lnTo>
                  <a:cubicBezTo>
                    <a:pt x="95" y="111"/>
                    <a:pt x="110" y="95"/>
                    <a:pt x="110" y="95"/>
                  </a:cubicBezTo>
                  <a:lnTo>
                    <a:pt x="110" y="80"/>
                  </a:lnTo>
                  <a:cubicBezTo>
                    <a:pt x="127" y="80"/>
                    <a:pt x="127" y="64"/>
                    <a:pt x="110" y="48"/>
                  </a:cubicBezTo>
                  <a:lnTo>
                    <a:pt x="110" y="48"/>
                  </a:lnTo>
                  <a:lnTo>
                    <a:pt x="110" y="48"/>
                  </a:lnTo>
                  <a:lnTo>
                    <a:pt x="64" y="17"/>
                  </a:lnTo>
                  <a:cubicBezTo>
                    <a:pt x="64" y="0"/>
                    <a:pt x="64"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23" name="Google Shape;923;p35"/>
            <p:cNvSpPr/>
            <p:nvPr/>
          </p:nvSpPr>
          <p:spPr>
            <a:xfrm>
              <a:off x="3269698" y="1815796"/>
              <a:ext cx="3021" cy="3562"/>
            </a:xfrm>
            <a:custGeom>
              <a:avLst/>
              <a:gdLst/>
              <a:ahLst/>
              <a:cxnLst/>
              <a:rect l="l" t="t" r="r" b="b"/>
              <a:pathLst>
                <a:path w="95" h="112" extrusionOk="0">
                  <a:moveTo>
                    <a:pt x="48" y="1"/>
                  </a:moveTo>
                  <a:lnTo>
                    <a:pt x="48" y="1"/>
                  </a:lnTo>
                  <a:cubicBezTo>
                    <a:pt x="32" y="1"/>
                    <a:pt x="32" y="17"/>
                    <a:pt x="17" y="32"/>
                  </a:cubicBezTo>
                  <a:lnTo>
                    <a:pt x="17" y="49"/>
                  </a:lnTo>
                  <a:lnTo>
                    <a:pt x="0" y="64"/>
                  </a:lnTo>
                  <a:cubicBezTo>
                    <a:pt x="0" y="80"/>
                    <a:pt x="17" y="95"/>
                    <a:pt x="32" y="95"/>
                  </a:cubicBezTo>
                  <a:lnTo>
                    <a:pt x="32" y="112"/>
                  </a:lnTo>
                  <a:cubicBezTo>
                    <a:pt x="48" y="112"/>
                    <a:pt x="63" y="95"/>
                    <a:pt x="80" y="80"/>
                  </a:cubicBezTo>
                  <a:lnTo>
                    <a:pt x="80" y="64"/>
                  </a:lnTo>
                  <a:lnTo>
                    <a:pt x="80" y="49"/>
                  </a:lnTo>
                  <a:cubicBezTo>
                    <a:pt x="95" y="32"/>
                    <a:pt x="80"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24" name="Google Shape;924;p35"/>
            <p:cNvSpPr/>
            <p:nvPr/>
          </p:nvSpPr>
          <p:spPr>
            <a:xfrm>
              <a:off x="3396499" y="1803774"/>
              <a:ext cx="3021" cy="2544"/>
            </a:xfrm>
            <a:custGeom>
              <a:avLst/>
              <a:gdLst/>
              <a:ahLst/>
              <a:cxnLst/>
              <a:rect l="l" t="t" r="r" b="b"/>
              <a:pathLst>
                <a:path w="95" h="80" extrusionOk="0">
                  <a:moveTo>
                    <a:pt x="63" y="1"/>
                  </a:moveTo>
                  <a:lnTo>
                    <a:pt x="47" y="1"/>
                  </a:lnTo>
                  <a:lnTo>
                    <a:pt x="47" y="1"/>
                  </a:lnTo>
                  <a:lnTo>
                    <a:pt x="32" y="1"/>
                  </a:lnTo>
                  <a:cubicBezTo>
                    <a:pt x="15" y="1"/>
                    <a:pt x="0" y="17"/>
                    <a:pt x="0" y="17"/>
                  </a:cubicBezTo>
                  <a:lnTo>
                    <a:pt x="0" y="17"/>
                  </a:lnTo>
                  <a:lnTo>
                    <a:pt x="0" y="48"/>
                  </a:lnTo>
                  <a:lnTo>
                    <a:pt x="0" y="48"/>
                  </a:lnTo>
                  <a:cubicBezTo>
                    <a:pt x="0" y="64"/>
                    <a:pt x="15" y="80"/>
                    <a:pt x="32" y="80"/>
                  </a:cubicBezTo>
                  <a:lnTo>
                    <a:pt x="32" y="80"/>
                  </a:lnTo>
                  <a:lnTo>
                    <a:pt x="32" y="80"/>
                  </a:lnTo>
                  <a:lnTo>
                    <a:pt x="63" y="64"/>
                  </a:lnTo>
                  <a:cubicBezTo>
                    <a:pt x="78" y="64"/>
                    <a:pt x="78" y="64"/>
                    <a:pt x="95" y="48"/>
                  </a:cubicBezTo>
                  <a:lnTo>
                    <a:pt x="95" y="32"/>
                  </a:lnTo>
                  <a:cubicBezTo>
                    <a:pt x="95" y="17"/>
                    <a:pt x="95"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25" name="Google Shape;925;p35"/>
            <p:cNvSpPr/>
            <p:nvPr/>
          </p:nvSpPr>
          <p:spPr>
            <a:xfrm>
              <a:off x="3387944" y="1804283"/>
              <a:ext cx="4580" cy="3530"/>
            </a:xfrm>
            <a:custGeom>
              <a:avLst/>
              <a:gdLst/>
              <a:ahLst/>
              <a:cxnLst/>
              <a:rect l="l" t="t" r="r" b="b"/>
              <a:pathLst>
                <a:path w="144" h="111" extrusionOk="0">
                  <a:moveTo>
                    <a:pt x="64" y="1"/>
                  </a:moveTo>
                  <a:lnTo>
                    <a:pt x="64" y="1"/>
                  </a:lnTo>
                  <a:cubicBezTo>
                    <a:pt x="49" y="1"/>
                    <a:pt x="32" y="16"/>
                    <a:pt x="32" y="16"/>
                  </a:cubicBezTo>
                  <a:lnTo>
                    <a:pt x="17" y="48"/>
                  </a:lnTo>
                  <a:lnTo>
                    <a:pt x="17" y="64"/>
                  </a:lnTo>
                  <a:cubicBezTo>
                    <a:pt x="17" y="64"/>
                    <a:pt x="1" y="79"/>
                    <a:pt x="17" y="79"/>
                  </a:cubicBezTo>
                  <a:cubicBezTo>
                    <a:pt x="17" y="95"/>
                    <a:pt x="17" y="95"/>
                    <a:pt x="32" y="95"/>
                  </a:cubicBezTo>
                  <a:cubicBezTo>
                    <a:pt x="32" y="111"/>
                    <a:pt x="32" y="111"/>
                    <a:pt x="49" y="111"/>
                  </a:cubicBezTo>
                  <a:cubicBezTo>
                    <a:pt x="49" y="111"/>
                    <a:pt x="64" y="95"/>
                    <a:pt x="80" y="95"/>
                  </a:cubicBezTo>
                  <a:lnTo>
                    <a:pt x="80" y="79"/>
                  </a:lnTo>
                  <a:lnTo>
                    <a:pt x="80" y="79"/>
                  </a:lnTo>
                  <a:lnTo>
                    <a:pt x="95" y="79"/>
                  </a:lnTo>
                  <a:lnTo>
                    <a:pt x="95" y="79"/>
                  </a:lnTo>
                  <a:cubicBezTo>
                    <a:pt x="112" y="79"/>
                    <a:pt x="127" y="79"/>
                    <a:pt x="127" y="64"/>
                  </a:cubicBezTo>
                  <a:cubicBezTo>
                    <a:pt x="143" y="48"/>
                    <a:pt x="127" y="32"/>
                    <a:pt x="112" y="16"/>
                  </a:cubicBezTo>
                  <a:lnTo>
                    <a:pt x="95" y="16"/>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26" name="Google Shape;926;p35"/>
            <p:cNvSpPr/>
            <p:nvPr/>
          </p:nvSpPr>
          <p:spPr>
            <a:xfrm>
              <a:off x="3266676" y="1817323"/>
              <a:ext cx="3053" cy="3530"/>
            </a:xfrm>
            <a:custGeom>
              <a:avLst/>
              <a:gdLst/>
              <a:ahLst/>
              <a:cxnLst/>
              <a:rect l="l" t="t" r="r" b="b"/>
              <a:pathLst>
                <a:path w="96" h="111" extrusionOk="0">
                  <a:moveTo>
                    <a:pt x="32" y="1"/>
                  </a:moveTo>
                  <a:lnTo>
                    <a:pt x="32" y="1"/>
                  </a:lnTo>
                  <a:lnTo>
                    <a:pt x="17" y="16"/>
                  </a:lnTo>
                  <a:cubicBezTo>
                    <a:pt x="1" y="16"/>
                    <a:pt x="1" y="47"/>
                    <a:pt x="1" y="64"/>
                  </a:cubicBezTo>
                  <a:lnTo>
                    <a:pt x="32" y="95"/>
                  </a:lnTo>
                  <a:lnTo>
                    <a:pt x="32" y="95"/>
                  </a:lnTo>
                  <a:lnTo>
                    <a:pt x="49" y="95"/>
                  </a:lnTo>
                  <a:lnTo>
                    <a:pt x="49" y="110"/>
                  </a:lnTo>
                  <a:cubicBezTo>
                    <a:pt x="64" y="110"/>
                    <a:pt x="64" y="95"/>
                    <a:pt x="80" y="95"/>
                  </a:cubicBezTo>
                  <a:lnTo>
                    <a:pt x="80" y="95"/>
                  </a:lnTo>
                  <a:cubicBezTo>
                    <a:pt x="95" y="79"/>
                    <a:pt x="95" y="64"/>
                    <a:pt x="80" y="47"/>
                  </a:cubicBezTo>
                  <a:lnTo>
                    <a:pt x="80" y="47"/>
                  </a:lnTo>
                  <a:lnTo>
                    <a:pt x="64" y="16"/>
                  </a:lnTo>
                  <a:cubicBezTo>
                    <a:pt x="64"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27" name="Google Shape;927;p35"/>
            <p:cNvSpPr/>
            <p:nvPr/>
          </p:nvSpPr>
          <p:spPr>
            <a:xfrm>
              <a:off x="3312792" y="1810803"/>
              <a:ext cx="4548" cy="3562"/>
            </a:xfrm>
            <a:custGeom>
              <a:avLst/>
              <a:gdLst/>
              <a:ahLst/>
              <a:cxnLst/>
              <a:rect l="l" t="t" r="r" b="b"/>
              <a:pathLst>
                <a:path w="143" h="112" extrusionOk="0">
                  <a:moveTo>
                    <a:pt x="48" y="0"/>
                  </a:moveTo>
                  <a:lnTo>
                    <a:pt x="32" y="0"/>
                  </a:lnTo>
                  <a:cubicBezTo>
                    <a:pt x="32" y="0"/>
                    <a:pt x="17" y="0"/>
                    <a:pt x="17" y="17"/>
                  </a:cubicBezTo>
                  <a:cubicBezTo>
                    <a:pt x="0" y="32"/>
                    <a:pt x="0" y="48"/>
                    <a:pt x="17" y="63"/>
                  </a:cubicBezTo>
                  <a:lnTo>
                    <a:pt x="95" y="111"/>
                  </a:lnTo>
                  <a:lnTo>
                    <a:pt x="111" y="111"/>
                  </a:lnTo>
                  <a:cubicBezTo>
                    <a:pt x="111" y="111"/>
                    <a:pt x="126" y="111"/>
                    <a:pt x="143" y="95"/>
                  </a:cubicBezTo>
                  <a:cubicBezTo>
                    <a:pt x="143" y="80"/>
                    <a:pt x="143" y="63"/>
                    <a:pt x="126" y="48"/>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28" name="Google Shape;928;p35"/>
            <p:cNvSpPr/>
            <p:nvPr/>
          </p:nvSpPr>
          <p:spPr>
            <a:xfrm>
              <a:off x="3287730" y="1813792"/>
              <a:ext cx="4039" cy="3053"/>
            </a:xfrm>
            <a:custGeom>
              <a:avLst/>
              <a:gdLst/>
              <a:ahLst/>
              <a:cxnLst/>
              <a:rect l="l" t="t" r="r" b="b"/>
              <a:pathLst>
                <a:path w="127" h="96" extrusionOk="0">
                  <a:moveTo>
                    <a:pt x="49" y="1"/>
                  </a:moveTo>
                  <a:lnTo>
                    <a:pt x="49" y="1"/>
                  </a:lnTo>
                  <a:lnTo>
                    <a:pt x="32" y="1"/>
                  </a:lnTo>
                  <a:cubicBezTo>
                    <a:pt x="17" y="1"/>
                    <a:pt x="17" y="1"/>
                    <a:pt x="17" y="17"/>
                  </a:cubicBezTo>
                  <a:cubicBezTo>
                    <a:pt x="17" y="17"/>
                    <a:pt x="1" y="32"/>
                    <a:pt x="17" y="49"/>
                  </a:cubicBezTo>
                  <a:lnTo>
                    <a:pt x="17" y="49"/>
                  </a:lnTo>
                  <a:lnTo>
                    <a:pt x="32" y="80"/>
                  </a:lnTo>
                  <a:cubicBezTo>
                    <a:pt x="32" y="95"/>
                    <a:pt x="49" y="95"/>
                    <a:pt x="64" y="95"/>
                  </a:cubicBezTo>
                  <a:lnTo>
                    <a:pt x="80" y="95"/>
                  </a:lnTo>
                  <a:lnTo>
                    <a:pt x="95" y="80"/>
                  </a:lnTo>
                  <a:cubicBezTo>
                    <a:pt x="112" y="64"/>
                    <a:pt x="127" y="64"/>
                    <a:pt x="127" y="49"/>
                  </a:cubicBezTo>
                  <a:cubicBezTo>
                    <a:pt x="127" y="32"/>
                    <a:pt x="112" y="17"/>
                    <a:pt x="112" y="17"/>
                  </a:cubicBezTo>
                  <a:lnTo>
                    <a:pt x="95"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29" name="Google Shape;929;p35"/>
            <p:cNvSpPr/>
            <p:nvPr/>
          </p:nvSpPr>
          <p:spPr>
            <a:xfrm>
              <a:off x="3309293" y="1811789"/>
              <a:ext cx="4039" cy="3053"/>
            </a:xfrm>
            <a:custGeom>
              <a:avLst/>
              <a:gdLst/>
              <a:ahLst/>
              <a:cxnLst/>
              <a:rect l="l" t="t" r="r" b="b"/>
              <a:pathLst>
                <a:path w="127" h="96" extrusionOk="0">
                  <a:moveTo>
                    <a:pt x="32" y="1"/>
                  </a:moveTo>
                  <a:lnTo>
                    <a:pt x="32" y="1"/>
                  </a:lnTo>
                  <a:cubicBezTo>
                    <a:pt x="16" y="1"/>
                    <a:pt x="16" y="1"/>
                    <a:pt x="1" y="17"/>
                  </a:cubicBezTo>
                  <a:cubicBezTo>
                    <a:pt x="1" y="32"/>
                    <a:pt x="1" y="49"/>
                    <a:pt x="16" y="49"/>
                  </a:cubicBezTo>
                  <a:lnTo>
                    <a:pt x="16" y="64"/>
                  </a:lnTo>
                  <a:lnTo>
                    <a:pt x="64" y="80"/>
                  </a:lnTo>
                  <a:lnTo>
                    <a:pt x="79" y="95"/>
                  </a:lnTo>
                  <a:cubicBezTo>
                    <a:pt x="95" y="95"/>
                    <a:pt x="110" y="80"/>
                    <a:pt x="110" y="64"/>
                  </a:cubicBezTo>
                  <a:cubicBezTo>
                    <a:pt x="127" y="64"/>
                    <a:pt x="127" y="49"/>
                    <a:pt x="110" y="49"/>
                  </a:cubicBezTo>
                  <a:cubicBezTo>
                    <a:pt x="110" y="32"/>
                    <a:pt x="110" y="32"/>
                    <a:pt x="95"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30" name="Google Shape;930;p35"/>
            <p:cNvSpPr/>
            <p:nvPr/>
          </p:nvSpPr>
          <p:spPr>
            <a:xfrm>
              <a:off x="3122892" y="1830839"/>
              <a:ext cx="3530" cy="2544"/>
            </a:xfrm>
            <a:custGeom>
              <a:avLst/>
              <a:gdLst/>
              <a:ahLst/>
              <a:cxnLst/>
              <a:rect l="l" t="t" r="r" b="b"/>
              <a:pathLst>
                <a:path w="111" h="80" extrusionOk="0">
                  <a:moveTo>
                    <a:pt x="64" y="0"/>
                  </a:moveTo>
                  <a:lnTo>
                    <a:pt x="64" y="0"/>
                  </a:lnTo>
                  <a:lnTo>
                    <a:pt x="47" y="0"/>
                  </a:lnTo>
                  <a:lnTo>
                    <a:pt x="16" y="17"/>
                  </a:lnTo>
                  <a:cubicBezTo>
                    <a:pt x="1" y="32"/>
                    <a:pt x="1" y="48"/>
                    <a:pt x="16" y="63"/>
                  </a:cubicBezTo>
                  <a:cubicBezTo>
                    <a:pt x="16" y="80"/>
                    <a:pt x="32" y="80"/>
                    <a:pt x="32" y="80"/>
                  </a:cubicBezTo>
                  <a:lnTo>
                    <a:pt x="64" y="80"/>
                  </a:lnTo>
                  <a:lnTo>
                    <a:pt x="79" y="63"/>
                  </a:lnTo>
                  <a:cubicBezTo>
                    <a:pt x="95" y="48"/>
                    <a:pt x="110"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31" name="Google Shape;931;p35"/>
            <p:cNvSpPr/>
            <p:nvPr/>
          </p:nvSpPr>
          <p:spPr>
            <a:xfrm>
              <a:off x="3251665" y="1810803"/>
              <a:ext cx="3021" cy="3021"/>
            </a:xfrm>
            <a:custGeom>
              <a:avLst/>
              <a:gdLst/>
              <a:ahLst/>
              <a:cxnLst/>
              <a:rect l="l" t="t" r="r" b="b"/>
              <a:pathLst>
                <a:path w="95" h="95" extrusionOk="0">
                  <a:moveTo>
                    <a:pt x="32" y="0"/>
                  </a:moveTo>
                  <a:lnTo>
                    <a:pt x="32" y="0"/>
                  </a:lnTo>
                  <a:lnTo>
                    <a:pt x="17" y="0"/>
                  </a:lnTo>
                  <a:cubicBezTo>
                    <a:pt x="0" y="17"/>
                    <a:pt x="0" y="32"/>
                    <a:pt x="0" y="48"/>
                  </a:cubicBezTo>
                  <a:lnTo>
                    <a:pt x="17" y="80"/>
                  </a:lnTo>
                  <a:cubicBezTo>
                    <a:pt x="32" y="95"/>
                    <a:pt x="32" y="95"/>
                    <a:pt x="48" y="95"/>
                  </a:cubicBezTo>
                  <a:lnTo>
                    <a:pt x="63" y="95"/>
                  </a:lnTo>
                  <a:cubicBezTo>
                    <a:pt x="80" y="80"/>
                    <a:pt x="95" y="63"/>
                    <a:pt x="80" y="48"/>
                  </a:cubicBezTo>
                  <a:lnTo>
                    <a:pt x="63" y="17"/>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32" name="Google Shape;932;p35"/>
            <p:cNvSpPr/>
            <p:nvPr/>
          </p:nvSpPr>
          <p:spPr>
            <a:xfrm>
              <a:off x="3249184" y="1807304"/>
              <a:ext cx="3021" cy="3530"/>
            </a:xfrm>
            <a:custGeom>
              <a:avLst/>
              <a:gdLst/>
              <a:ahLst/>
              <a:cxnLst/>
              <a:rect l="l" t="t" r="r" b="b"/>
              <a:pathLst>
                <a:path w="95" h="111" extrusionOk="0">
                  <a:moveTo>
                    <a:pt x="32" y="0"/>
                  </a:moveTo>
                  <a:lnTo>
                    <a:pt x="32" y="0"/>
                  </a:lnTo>
                  <a:cubicBezTo>
                    <a:pt x="32" y="0"/>
                    <a:pt x="32" y="16"/>
                    <a:pt x="15" y="16"/>
                  </a:cubicBezTo>
                  <a:cubicBezTo>
                    <a:pt x="0" y="16"/>
                    <a:pt x="0" y="47"/>
                    <a:pt x="15" y="63"/>
                  </a:cubicBezTo>
                  <a:lnTo>
                    <a:pt x="32" y="95"/>
                  </a:lnTo>
                  <a:cubicBezTo>
                    <a:pt x="32" y="95"/>
                    <a:pt x="47" y="110"/>
                    <a:pt x="63" y="110"/>
                  </a:cubicBezTo>
                  <a:cubicBezTo>
                    <a:pt x="63" y="110"/>
                    <a:pt x="63" y="95"/>
                    <a:pt x="78" y="95"/>
                  </a:cubicBezTo>
                  <a:cubicBezTo>
                    <a:pt x="95" y="95"/>
                    <a:pt x="95" y="63"/>
                    <a:pt x="78" y="47"/>
                  </a:cubicBezTo>
                  <a:lnTo>
                    <a:pt x="63" y="16"/>
                  </a:lnTo>
                  <a:cubicBezTo>
                    <a:pt x="63"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33" name="Google Shape;933;p35"/>
            <p:cNvSpPr/>
            <p:nvPr/>
          </p:nvSpPr>
          <p:spPr>
            <a:xfrm>
              <a:off x="3446081" y="1793279"/>
              <a:ext cx="3562" cy="2512"/>
            </a:xfrm>
            <a:custGeom>
              <a:avLst/>
              <a:gdLst/>
              <a:ahLst/>
              <a:cxnLst/>
              <a:rect l="l" t="t" r="r" b="b"/>
              <a:pathLst>
                <a:path w="112" h="79" extrusionOk="0">
                  <a:moveTo>
                    <a:pt x="63" y="0"/>
                  </a:moveTo>
                  <a:lnTo>
                    <a:pt x="63" y="0"/>
                  </a:lnTo>
                  <a:lnTo>
                    <a:pt x="32" y="0"/>
                  </a:lnTo>
                  <a:lnTo>
                    <a:pt x="32" y="15"/>
                  </a:lnTo>
                  <a:lnTo>
                    <a:pt x="17" y="32"/>
                  </a:lnTo>
                  <a:cubicBezTo>
                    <a:pt x="0" y="47"/>
                    <a:pt x="17" y="63"/>
                    <a:pt x="17" y="78"/>
                  </a:cubicBezTo>
                  <a:lnTo>
                    <a:pt x="48" y="78"/>
                  </a:lnTo>
                  <a:lnTo>
                    <a:pt x="80" y="78"/>
                  </a:lnTo>
                  <a:lnTo>
                    <a:pt x="80" y="63"/>
                  </a:lnTo>
                  <a:lnTo>
                    <a:pt x="95" y="47"/>
                  </a:lnTo>
                  <a:cubicBezTo>
                    <a:pt x="111" y="32"/>
                    <a:pt x="95" y="15"/>
                    <a:pt x="95"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34" name="Google Shape;934;p35"/>
            <p:cNvSpPr/>
            <p:nvPr/>
          </p:nvSpPr>
          <p:spPr>
            <a:xfrm>
              <a:off x="3246163" y="1813792"/>
              <a:ext cx="3053" cy="4039"/>
            </a:xfrm>
            <a:custGeom>
              <a:avLst/>
              <a:gdLst/>
              <a:ahLst/>
              <a:cxnLst/>
              <a:rect l="l" t="t" r="r" b="b"/>
              <a:pathLst>
                <a:path w="96" h="127" extrusionOk="0">
                  <a:moveTo>
                    <a:pt x="64" y="1"/>
                  </a:moveTo>
                  <a:cubicBezTo>
                    <a:pt x="64" y="1"/>
                    <a:pt x="47" y="1"/>
                    <a:pt x="47" y="17"/>
                  </a:cubicBezTo>
                  <a:lnTo>
                    <a:pt x="32" y="17"/>
                  </a:lnTo>
                  <a:cubicBezTo>
                    <a:pt x="16" y="17"/>
                    <a:pt x="16" y="17"/>
                    <a:pt x="16" y="1"/>
                  </a:cubicBezTo>
                  <a:lnTo>
                    <a:pt x="16" y="17"/>
                  </a:lnTo>
                  <a:lnTo>
                    <a:pt x="16" y="17"/>
                  </a:lnTo>
                  <a:lnTo>
                    <a:pt x="16" y="17"/>
                  </a:lnTo>
                  <a:lnTo>
                    <a:pt x="16" y="17"/>
                  </a:lnTo>
                  <a:lnTo>
                    <a:pt x="16" y="17"/>
                  </a:lnTo>
                  <a:lnTo>
                    <a:pt x="16" y="17"/>
                  </a:lnTo>
                  <a:lnTo>
                    <a:pt x="16" y="17"/>
                  </a:lnTo>
                  <a:cubicBezTo>
                    <a:pt x="1" y="17"/>
                    <a:pt x="1" y="32"/>
                    <a:pt x="16" y="32"/>
                  </a:cubicBezTo>
                  <a:lnTo>
                    <a:pt x="32" y="95"/>
                  </a:lnTo>
                  <a:cubicBezTo>
                    <a:pt x="32" y="112"/>
                    <a:pt x="47" y="112"/>
                    <a:pt x="47" y="127"/>
                  </a:cubicBezTo>
                  <a:lnTo>
                    <a:pt x="64" y="127"/>
                  </a:lnTo>
                  <a:lnTo>
                    <a:pt x="79" y="127"/>
                  </a:lnTo>
                  <a:cubicBezTo>
                    <a:pt x="95" y="112"/>
                    <a:pt x="95" y="112"/>
                    <a:pt x="95" y="95"/>
                  </a:cubicBezTo>
                  <a:lnTo>
                    <a:pt x="95" y="80"/>
                  </a:lnTo>
                  <a:lnTo>
                    <a:pt x="95" y="80"/>
                  </a:lnTo>
                  <a:lnTo>
                    <a:pt x="79" y="17"/>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35" name="Google Shape;935;p35"/>
            <p:cNvSpPr/>
            <p:nvPr/>
          </p:nvSpPr>
          <p:spPr>
            <a:xfrm>
              <a:off x="3271701" y="1810803"/>
              <a:ext cx="3021" cy="3562"/>
            </a:xfrm>
            <a:custGeom>
              <a:avLst/>
              <a:gdLst/>
              <a:ahLst/>
              <a:cxnLst/>
              <a:rect l="l" t="t" r="r" b="b"/>
              <a:pathLst>
                <a:path w="95" h="112" extrusionOk="0">
                  <a:moveTo>
                    <a:pt x="48" y="0"/>
                  </a:moveTo>
                  <a:lnTo>
                    <a:pt x="48" y="0"/>
                  </a:lnTo>
                  <a:lnTo>
                    <a:pt x="32" y="0"/>
                  </a:lnTo>
                  <a:cubicBezTo>
                    <a:pt x="17" y="0"/>
                    <a:pt x="17" y="17"/>
                    <a:pt x="17" y="17"/>
                  </a:cubicBezTo>
                  <a:lnTo>
                    <a:pt x="17" y="32"/>
                  </a:lnTo>
                  <a:lnTo>
                    <a:pt x="0" y="63"/>
                  </a:lnTo>
                  <a:cubicBezTo>
                    <a:pt x="0" y="80"/>
                    <a:pt x="17" y="111"/>
                    <a:pt x="32" y="111"/>
                  </a:cubicBezTo>
                  <a:lnTo>
                    <a:pt x="32" y="111"/>
                  </a:lnTo>
                  <a:cubicBezTo>
                    <a:pt x="48" y="111"/>
                    <a:pt x="48" y="111"/>
                    <a:pt x="63" y="95"/>
                  </a:cubicBezTo>
                  <a:lnTo>
                    <a:pt x="63" y="80"/>
                  </a:lnTo>
                  <a:lnTo>
                    <a:pt x="80" y="80"/>
                  </a:lnTo>
                  <a:lnTo>
                    <a:pt x="80"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36" name="Google Shape;936;p35"/>
            <p:cNvSpPr/>
            <p:nvPr/>
          </p:nvSpPr>
          <p:spPr>
            <a:xfrm>
              <a:off x="3415518" y="1787745"/>
              <a:ext cx="3053" cy="4039"/>
            </a:xfrm>
            <a:custGeom>
              <a:avLst/>
              <a:gdLst/>
              <a:ahLst/>
              <a:cxnLst/>
              <a:rect l="l" t="t" r="r" b="b"/>
              <a:pathLst>
                <a:path w="96" h="127" extrusionOk="0">
                  <a:moveTo>
                    <a:pt x="32" y="0"/>
                  </a:moveTo>
                  <a:lnTo>
                    <a:pt x="32" y="0"/>
                  </a:lnTo>
                  <a:cubicBezTo>
                    <a:pt x="16" y="0"/>
                    <a:pt x="16" y="17"/>
                    <a:pt x="1" y="17"/>
                  </a:cubicBezTo>
                  <a:lnTo>
                    <a:pt x="1" y="32"/>
                  </a:lnTo>
                  <a:cubicBezTo>
                    <a:pt x="1" y="48"/>
                    <a:pt x="1" y="63"/>
                    <a:pt x="16" y="80"/>
                  </a:cubicBezTo>
                  <a:lnTo>
                    <a:pt x="16" y="80"/>
                  </a:lnTo>
                  <a:lnTo>
                    <a:pt x="16" y="80"/>
                  </a:lnTo>
                  <a:lnTo>
                    <a:pt x="16" y="80"/>
                  </a:lnTo>
                  <a:cubicBezTo>
                    <a:pt x="16" y="95"/>
                    <a:pt x="32" y="126"/>
                    <a:pt x="48" y="126"/>
                  </a:cubicBezTo>
                  <a:lnTo>
                    <a:pt x="48" y="126"/>
                  </a:lnTo>
                  <a:cubicBezTo>
                    <a:pt x="64" y="126"/>
                    <a:pt x="79" y="111"/>
                    <a:pt x="96" y="95"/>
                  </a:cubicBezTo>
                  <a:lnTo>
                    <a:pt x="96" y="63"/>
                  </a:lnTo>
                  <a:lnTo>
                    <a:pt x="96" y="63"/>
                  </a:lnTo>
                  <a:cubicBezTo>
                    <a:pt x="96" y="48"/>
                    <a:pt x="96" y="17"/>
                    <a:pt x="79" y="17"/>
                  </a:cubicBezTo>
                  <a:lnTo>
                    <a:pt x="64" y="17"/>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37" name="Google Shape;937;p35"/>
            <p:cNvSpPr/>
            <p:nvPr/>
          </p:nvSpPr>
          <p:spPr>
            <a:xfrm>
              <a:off x="3361419" y="1800785"/>
              <a:ext cx="3530" cy="2544"/>
            </a:xfrm>
            <a:custGeom>
              <a:avLst/>
              <a:gdLst/>
              <a:ahLst/>
              <a:cxnLst/>
              <a:rect l="l" t="t" r="r" b="b"/>
              <a:pathLst>
                <a:path w="111" h="80" extrusionOk="0">
                  <a:moveTo>
                    <a:pt x="32" y="0"/>
                  </a:moveTo>
                  <a:lnTo>
                    <a:pt x="32" y="0"/>
                  </a:lnTo>
                  <a:cubicBezTo>
                    <a:pt x="15" y="0"/>
                    <a:pt x="0" y="16"/>
                    <a:pt x="0" y="32"/>
                  </a:cubicBezTo>
                  <a:cubicBezTo>
                    <a:pt x="0" y="48"/>
                    <a:pt x="0" y="63"/>
                    <a:pt x="15" y="63"/>
                  </a:cubicBezTo>
                  <a:lnTo>
                    <a:pt x="47" y="79"/>
                  </a:lnTo>
                  <a:lnTo>
                    <a:pt x="63" y="79"/>
                  </a:lnTo>
                  <a:cubicBezTo>
                    <a:pt x="79" y="79"/>
                    <a:pt x="95" y="79"/>
                    <a:pt x="95" y="63"/>
                  </a:cubicBezTo>
                  <a:cubicBezTo>
                    <a:pt x="110" y="48"/>
                    <a:pt x="95" y="32"/>
                    <a:pt x="79"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38" name="Google Shape;938;p35"/>
            <p:cNvSpPr/>
            <p:nvPr/>
          </p:nvSpPr>
          <p:spPr>
            <a:xfrm>
              <a:off x="3296763" y="1822825"/>
              <a:ext cx="4548" cy="2544"/>
            </a:xfrm>
            <a:custGeom>
              <a:avLst/>
              <a:gdLst/>
              <a:ahLst/>
              <a:cxnLst/>
              <a:rect l="l" t="t" r="r" b="b"/>
              <a:pathLst>
                <a:path w="143" h="80" extrusionOk="0">
                  <a:moveTo>
                    <a:pt x="48" y="0"/>
                  </a:moveTo>
                  <a:lnTo>
                    <a:pt x="48" y="0"/>
                  </a:lnTo>
                  <a:lnTo>
                    <a:pt x="17" y="0"/>
                  </a:lnTo>
                  <a:lnTo>
                    <a:pt x="17" y="32"/>
                  </a:lnTo>
                  <a:cubicBezTo>
                    <a:pt x="0" y="32"/>
                    <a:pt x="17" y="48"/>
                    <a:pt x="17" y="63"/>
                  </a:cubicBezTo>
                  <a:lnTo>
                    <a:pt x="32" y="63"/>
                  </a:lnTo>
                  <a:lnTo>
                    <a:pt x="48" y="63"/>
                  </a:lnTo>
                  <a:lnTo>
                    <a:pt x="95" y="80"/>
                  </a:lnTo>
                  <a:lnTo>
                    <a:pt x="111" y="80"/>
                  </a:lnTo>
                  <a:cubicBezTo>
                    <a:pt x="111" y="80"/>
                    <a:pt x="126" y="80"/>
                    <a:pt x="126" y="63"/>
                  </a:cubicBezTo>
                  <a:cubicBezTo>
                    <a:pt x="126" y="63"/>
                    <a:pt x="143" y="63"/>
                    <a:pt x="143" y="48"/>
                  </a:cubicBezTo>
                  <a:cubicBezTo>
                    <a:pt x="143" y="32"/>
                    <a:pt x="143" y="17"/>
                    <a:pt x="126" y="17"/>
                  </a:cubicBezTo>
                  <a:lnTo>
                    <a:pt x="111" y="0"/>
                  </a:lnTo>
                  <a:lnTo>
                    <a:pt x="80"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39" name="Google Shape;939;p35"/>
            <p:cNvSpPr/>
            <p:nvPr/>
          </p:nvSpPr>
          <p:spPr>
            <a:xfrm>
              <a:off x="3436572" y="1807781"/>
              <a:ext cx="3053" cy="3053"/>
            </a:xfrm>
            <a:custGeom>
              <a:avLst/>
              <a:gdLst/>
              <a:ahLst/>
              <a:cxnLst/>
              <a:rect l="l" t="t" r="r" b="b"/>
              <a:pathLst>
                <a:path w="96" h="96" extrusionOk="0">
                  <a:moveTo>
                    <a:pt x="64" y="1"/>
                  </a:moveTo>
                  <a:lnTo>
                    <a:pt x="64" y="17"/>
                  </a:lnTo>
                  <a:lnTo>
                    <a:pt x="47" y="17"/>
                  </a:lnTo>
                  <a:lnTo>
                    <a:pt x="32" y="17"/>
                  </a:lnTo>
                  <a:lnTo>
                    <a:pt x="16" y="48"/>
                  </a:lnTo>
                  <a:cubicBezTo>
                    <a:pt x="1" y="64"/>
                    <a:pt x="1" y="80"/>
                    <a:pt x="16" y="95"/>
                  </a:cubicBezTo>
                  <a:lnTo>
                    <a:pt x="32" y="95"/>
                  </a:lnTo>
                  <a:lnTo>
                    <a:pt x="64" y="95"/>
                  </a:lnTo>
                  <a:lnTo>
                    <a:pt x="79" y="64"/>
                  </a:lnTo>
                  <a:cubicBezTo>
                    <a:pt x="95" y="64"/>
                    <a:pt x="95" y="48"/>
                    <a:pt x="95" y="48"/>
                  </a:cubicBezTo>
                  <a:lnTo>
                    <a:pt x="95"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40" name="Google Shape;940;p35"/>
            <p:cNvSpPr/>
            <p:nvPr/>
          </p:nvSpPr>
          <p:spPr>
            <a:xfrm>
              <a:off x="3346853" y="1817323"/>
              <a:ext cx="3562" cy="2035"/>
            </a:xfrm>
            <a:custGeom>
              <a:avLst/>
              <a:gdLst/>
              <a:ahLst/>
              <a:cxnLst/>
              <a:rect l="l" t="t" r="r" b="b"/>
              <a:pathLst>
                <a:path w="112" h="64" extrusionOk="0">
                  <a:moveTo>
                    <a:pt x="64" y="1"/>
                  </a:moveTo>
                  <a:lnTo>
                    <a:pt x="64" y="1"/>
                  </a:lnTo>
                  <a:lnTo>
                    <a:pt x="49" y="1"/>
                  </a:lnTo>
                  <a:lnTo>
                    <a:pt x="32" y="1"/>
                  </a:lnTo>
                  <a:cubicBezTo>
                    <a:pt x="17" y="1"/>
                    <a:pt x="1" y="16"/>
                    <a:pt x="1" y="32"/>
                  </a:cubicBezTo>
                  <a:lnTo>
                    <a:pt x="1" y="32"/>
                  </a:lnTo>
                  <a:cubicBezTo>
                    <a:pt x="1" y="64"/>
                    <a:pt x="17" y="64"/>
                    <a:pt x="32" y="64"/>
                  </a:cubicBezTo>
                  <a:lnTo>
                    <a:pt x="32" y="64"/>
                  </a:lnTo>
                  <a:lnTo>
                    <a:pt x="49" y="64"/>
                  </a:lnTo>
                  <a:lnTo>
                    <a:pt x="80" y="64"/>
                  </a:lnTo>
                  <a:lnTo>
                    <a:pt x="80" y="64"/>
                  </a:lnTo>
                  <a:cubicBezTo>
                    <a:pt x="95" y="64"/>
                    <a:pt x="112" y="47"/>
                    <a:pt x="95" y="32"/>
                  </a:cubicBezTo>
                  <a:lnTo>
                    <a:pt x="95" y="32"/>
                  </a:lnTo>
                  <a:lnTo>
                    <a:pt x="95"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41" name="Google Shape;941;p35"/>
            <p:cNvSpPr/>
            <p:nvPr/>
          </p:nvSpPr>
          <p:spPr>
            <a:xfrm>
              <a:off x="3381456" y="1814333"/>
              <a:ext cx="5057" cy="3021"/>
            </a:xfrm>
            <a:custGeom>
              <a:avLst/>
              <a:gdLst/>
              <a:ahLst/>
              <a:cxnLst/>
              <a:rect l="l" t="t" r="r" b="b"/>
              <a:pathLst>
                <a:path w="159" h="95" extrusionOk="0">
                  <a:moveTo>
                    <a:pt x="79" y="32"/>
                  </a:moveTo>
                  <a:lnTo>
                    <a:pt x="79" y="32"/>
                  </a:lnTo>
                  <a:lnTo>
                    <a:pt x="79" y="32"/>
                  </a:lnTo>
                  <a:close/>
                  <a:moveTo>
                    <a:pt x="47" y="0"/>
                  </a:moveTo>
                  <a:lnTo>
                    <a:pt x="32" y="0"/>
                  </a:lnTo>
                  <a:lnTo>
                    <a:pt x="16" y="15"/>
                  </a:lnTo>
                  <a:cubicBezTo>
                    <a:pt x="1" y="32"/>
                    <a:pt x="1" y="47"/>
                    <a:pt x="16" y="47"/>
                  </a:cubicBezTo>
                  <a:lnTo>
                    <a:pt x="16" y="63"/>
                  </a:lnTo>
                  <a:lnTo>
                    <a:pt x="32" y="78"/>
                  </a:lnTo>
                  <a:cubicBezTo>
                    <a:pt x="32" y="78"/>
                    <a:pt x="47" y="95"/>
                    <a:pt x="64" y="95"/>
                  </a:cubicBezTo>
                  <a:lnTo>
                    <a:pt x="64" y="95"/>
                  </a:lnTo>
                  <a:lnTo>
                    <a:pt x="110" y="95"/>
                  </a:lnTo>
                  <a:lnTo>
                    <a:pt x="127" y="95"/>
                  </a:lnTo>
                  <a:lnTo>
                    <a:pt x="127" y="95"/>
                  </a:lnTo>
                  <a:cubicBezTo>
                    <a:pt x="142" y="95"/>
                    <a:pt x="158" y="78"/>
                    <a:pt x="158" y="63"/>
                  </a:cubicBezTo>
                  <a:cubicBezTo>
                    <a:pt x="158" y="47"/>
                    <a:pt x="142" y="32"/>
                    <a:pt x="127" y="32"/>
                  </a:cubicBezTo>
                  <a:lnTo>
                    <a:pt x="110" y="32"/>
                  </a:lnTo>
                  <a:lnTo>
                    <a:pt x="79" y="32"/>
                  </a:lnTo>
                  <a:lnTo>
                    <a:pt x="79" y="32"/>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42" name="Google Shape;942;p35"/>
            <p:cNvSpPr/>
            <p:nvPr/>
          </p:nvSpPr>
          <p:spPr>
            <a:xfrm>
              <a:off x="3383936" y="181531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43" name="Google Shape;943;p35"/>
            <p:cNvSpPr/>
            <p:nvPr/>
          </p:nvSpPr>
          <p:spPr>
            <a:xfrm>
              <a:off x="3440070" y="1808799"/>
              <a:ext cx="2035" cy="3021"/>
            </a:xfrm>
            <a:custGeom>
              <a:avLst/>
              <a:gdLst/>
              <a:ahLst/>
              <a:cxnLst/>
              <a:rect l="l" t="t" r="r" b="b"/>
              <a:pathLst>
                <a:path w="64" h="95" extrusionOk="0">
                  <a:moveTo>
                    <a:pt x="32" y="0"/>
                  </a:moveTo>
                  <a:lnTo>
                    <a:pt x="32" y="0"/>
                  </a:lnTo>
                  <a:cubicBezTo>
                    <a:pt x="17" y="0"/>
                    <a:pt x="0" y="16"/>
                    <a:pt x="0" y="32"/>
                  </a:cubicBezTo>
                  <a:lnTo>
                    <a:pt x="0" y="63"/>
                  </a:lnTo>
                  <a:lnTo>
                    <a:pt x="0" y="63"/>
                  </a:lnTo>
                  <a:cubicBezTo>
                    <a:pt x="0" y="80"/>
                    <a:pt x="17" y="95"/>
                    <a:pt x="32" y="95"/>
                  </a:cubicBezTo>
                  <a:lnTo>
                    <a:pt x="32" y="95"/>
                  </a:lnTo>
                  <a:cubicBezTo>
                    <a:pt x="48" y="95"/>
                    <a:pt x="63" y="80"/>
                    <a:pt x="63" y="63"/>
                  </a:cubicBezTo>
                  <a:lnTo>
                    <a:pt x="63" y="63"/>
                  </a:lnTo>
                  <a:lnTo>
                    <a:pt x="63" y="32"/>
                  </a:lnTo>
                  <a:cubicBezTo>
                    <a:pt x="63" y="16"/>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44" name="Google Shape;944;p35"/>
            <p:cNvSpPr/>
            <p:nvPr/>
          </p:nvSpPr>
          <p:spPr>
            <a:xfrm>
              <a:off x="3109884" y="1816337"/>
              <a:ext cx="1495" cy="509"/>
            </a:xfrm>
            <a:custGeom>
              <a:avLst/>
              <a:gdLst/>
              <a:ahLst/>
              <a:cxnLst/>
              <a:rect l="l" t="t" r="r" b="b"/>
              <a:pathLst>
                <a:path w="47" h="16" extrusionOk="0">
                  <a:moveTo>
                    <a:pt x="47" y="0"/>
                  </a:moveTo>
                  <a:cubicBezTo>
                    <a:pt x="32" y="0"/>
                    <a:pt x="15" y="0"/>
                    <a:pt x="0" y="15"/>
                  </a:cubicBezTo>
                  <a:lnTo>
                    <a:pt x="0" y="15"/>
                  </a:lnTo>
                  <a:lnTo>
                    <a:pt x="15" y="15"/>
                  </a:lnTo>
                  <a:cubicBezTo>
                    <a:pt x="32" y="15"/>
                    <a:pt x="32" y="15"/>
                    <a:pt x="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45" name="Google Shape;945;p35"/>
            <p:cNvSpPr/>
            <p:nvPr/>
          </p:nvSpPr>
          <p:spPr>
            <a:xfrm>
              <a:off x="3108358" y="1814333"/>
              <a:ext cx="3562" cy="2512"/>
            </a:xfrm>
            <a:custGeom>
              <a:avLst/>
              <a:gdLst/>
              <a:ahLst/>
              <a:cxnLst/>
              <a:rect l="l" t="t" r="r" b="b"/>
              <a:pathLst>
                <a:path w="112" h="79" extrusionOk="0">
                  <a:moveTo>
                    <a:pt x="32" y="0"/>
                  </a:moveTo>
                  <a:lnTo>
                    <a:pt x="32" y="0"/>
                  </a:lnTo>
                  <a:cubicBezTo>
                    <a:pt x="17" y="0"/>
                    <a:pt x="0" y="0"/>
                    <a:pt x="0" y="15"/>
                  </a:cubicBezTo>
                  <a:lnTo>
                    <a:pt x="0" y="15"/>
                  </a:lnTo>
                  <a:cubicBezTo>
                    <a:pt x="0" y="32"/>
                    <a:pt x="0" y="47"/>
                    <a:pt x="17" y="63"/>
                  </a:cubicBezTo>
                  <a:lnTo>
                    <a:pt x="48" y="78"/>
                  </a:lnTo>
                  <a:cubicBezTo>
                    <a:pt x="63" y="63"/>
                    <a:pt x="80" y="63"/>
                    <a:pt x="95" y="63"/>
                  </a:cubicBezTo>
                  <a:lnTo>
                    <a:pt x="95" y="47"/>
                  </a:lnTo>
                  <a:cubicBezTo>
                    <a:pt x="111" y="32"/>
                    <a:pt x="95" y="15"/>
                    <a:pt x="80"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46" name="Google Shape;946;p35"/>
            <p:cNvSpPr/>
            <p:nvPr/>
          </p:nvSpPr>
          <p:spPr>
            <a:xfrm>
              <a:off x="3414532" y="1784724"/>
              <a:ext cx="3530" cy="2576"/>
            </a:xfrm>
            <a:custGeom>
              <a:avLst/>
              <a:gdLst/>
              <a:ahLst/>
              <a:cxnLst/>
              <a:rect l="l" t="t" r="r" b="b"/>
              <a:pathLst>
                <a:path w="111" h="81" extrusionOk="0">
                  <a:moveTo>
                    <a:pt x="63" y="1"/>
                  </a:moveTo>
                  <a:lnTo>
                    <a:pt x="63" y="1"/>
                  </a:lnTo>
                  <a:lnTo>
                    <a:pt x="47" y="1"/>
                  </a:lnTo>
                  <a:lnTo>
                    <a:pt x="16" y="17"/>
                  </a:lnTo>
                  <a:lnTo>
                    <a:pt x="16" y="32"/>
                  </a:lnTo>
                  <a:lnTo>
                    <a:pt x="16" y="32"/>
                  </a:lnTo>
                  <a:cubicBezTo>
                    <a:pt x="16" y="32"/>
                    <a:pt x="16" y="49"/>
                    <a:pt x="0" y="49"/>
                  </a:cubicBezTo>
                  <a:cubicBezTo>
                    <a:pt x="0" y="49"/>
                    <a:pt x="0" y="64"/>
                    <a:pt x="16" y="64"/>
                  </a:cubicBezTo>
                  <a:cubicBezTo>
                    <a:pt x="16" y="80"/>
                    <a:pt x="16" y="80"/>
                    <a:pt x="32" y="80"/>
                  </a:cubicBezTo>
                  <a:lnTo>
                    <a:pt x="47" y="80"/>
                  </a:lnTo>
                  <a:lnTo>
                    <a:pt x="63" y="80"/>
                  </a:lnTo>
                  <a:lnTo>
                    <a:pt x="95" y="64"/>
                  </a:lnTo>
                  <a:cubicBezTo>
                    <a:pt x="95" y="64"/>
                    <a:pt x="110" y="49"/>
                    <a:pt x="110" y="32"/>
                  </a:cubicBezTo>
                  <a:lnTo>
                    <a:pt x="110" y="32"/>
                  </a:lnTo>
                  <a:cubicBezTo>
                    <a:pt x="110" y="32"/>
                    <a:pt x="110" y="17"/>
                    <a:pt x="95" y="17"/>
                  </a:cubicBezTo>
                  <a:cubicBezTo>
                    <a:pt x="95"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47" name="Google Shape;947;p35"/>
            <p:cNvSpPr/>
            <p:nvPr/>
          </p:nvSpPr>
          <p:spPr>
            <a:xfrm>
              <a:off x="3057249" y="1821807"/>
              <a:ext cx="3530" cy="4039"/>
            </a:xfrm>
            <a:custGeom>
              <a:avLst/>
              <a:gdLst/>
              <a:ahLst/>
              <a:cxnLst/>
              <a:rect l="l" t="t" r="r" b="b"/>
              <a:pathLst>
                <a:path w="111" h="127" extrusionOk="0">
                  <a:moveTo>
                    <a:pt x="63" y="1"/>
                  </a:moveTo>
                  <a:lnTo>
                    <a:pt x="63" y="1"/>
                  </a:lnTo>
                  <a:cubicBezTo>
                    <a:pt x="48" y="1"/>
                    <a:pt x="48" y="1"/>
                    <a:pt x="32" y="17"/>
                  </a:cubicBezTo>
                  <a:lnTo>
                    <a:pt x="0" y="64"/>
                  </a:lnTo>
                  <a:cubicBezTo>
                    <a:pt x="0" y="80"/>
                    <a:pt x="0" y="95"/>
                    <a:pt x="16" y="112"/>
                  </a:cubicBezTo>
                  <a:lnTo>
                    <a:pt x="32" y="112"/>
                  </a:lnTo>
                  <a:lnTo>
                    <a:pt x="32" y="112"/>
                  </a:lnTo>
                  <a:lnTo>
                    <a:pt x="32" y="112"/>
                  </a:lnTo>
                  <a:lnTo>
                    <a:pt x="48" y="112"/>
                  </a:lnTo>
                  <a:lnTo>
                    <a:pt x="48" y="127"/>
                  </a:lnTo>
                  <a:lnTo>
                    <a:pt x="63" y="127"/>
                  </a:lnTo>
                  <a:lnTo>
                    <a:pt x="63" y="127"/>
                  </a:lnTo>
                  <a:lnTo>
                    <a:pt x="95" y="127"/>
                  </a:lnTo>
                  <a:lnTo>
                    <a:pt x="95" y="112"/>
                  </a:lnTo>
                  <a:lnTo>
                    <a:pt x="111" y="95"/>
                  </a:lnTo>
                  <a:lnTo>
                    <a:pt x="95" y="32"/>
                  </a:lnTo>
                  <a:cubicBezTo>
                    <a:pt x="95" y="17"/>
                    <a:pt x="95"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48" name="Google Shape;948;p35"/>
            <p:cNvSpPr/>
            <p:nvPr/>
          </p:nvSpPr>
          <p:spPr>
            <a:xfrm>
              <a:off x="3399488" y="1808799"/>
              <a:ext cx="3530" cy="2544"/>
            </a:xfrm>
            <a:custGeom>
              <a:avLst/>
              <a:gdLst/>
              <a:ahLst/>
              <a:cxnLst/>
              <a:rect l="l" t="t" r="r" b="b"/>
              <a:pathLst>
                <a:path w="111" h="80" extrusionOk="0">
                  <a:moveTo>
                    <a:pt x="64" y="0"/>
                  </a:moveTo>
                  <a:lnTo>
                    <a:pt x="64" y="0"/>
                  </a:lnTo>
                  <a:lnTo>
                    <a:pt x="47" y="0"/>
                  </a:lnTo>
                  <a:lnTo>
                    <a:pt x="16" y="16"/>
                  </a:lnTo>
                  <a:cubicBezTo>
                    <a:pt x="16" y="16"/>
                    <a:pt x="16" y="32"/>
                    <a:pt x="1" y="32"/>
                  </a:cubicBezTo>
                  <a:lnTo>
                    <a:pt x="1" y="32"/>
                  </a:lnTo>
                  <a:cubicBezTo>
                    <a:pt x="32" y="32"/>
                    <a:pt x="32" y="48"/>
                    <a:pt x="47" y="63"/>
                  </a:cubicBezTo>
                  <a:lnTo>
                    <a:pt x="47" y="80"/>
                  </a:lnTo>
                  <a:lnTo>
                    <a:pt x="47" y="80"/>
                  </a:lnTo>
                  <a:lnTo>
                    <a:pt x="79" y="63"/>
                  </a:lnTo>
                  <a:cubicBezTo>
                    <a:pt x="95" y="48"/>
                    <a:pt x="110" y="32"/>
                    <a:pt x="95" y="16"/>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49" name="Google Shape;949;p35"/>
            <p:cNvSpPr/>
            <p:nvPr/>
          </p:nvSpPr>
          <p:spPr>
            <a:xfrm>
              <a:off x="3377926" y="1811789"/>
              <a:ext cx="3053" cy="3562"/>
            </a:xfrm>
            <a:custGeom>
              <a:avLst/>
              <a:gdLst/>
              <a:ahLst/>
              <a:cxnLst/>
              <a:rect l="l" t="t" r="r" b="b"/>
              <a:pathLst>
                <a:path w="96" h="112" extrusionOk="0">
                  <a:moveTo>
                    <a:pt x="49" y="1"/>
                  </a:moveTo>
                  <a:lnTo>
                    <a:pt x="49" y="1"/>
                  </a:lnTo>
                  <a:cubicBezTo>
                    <a:pt x="32" y="1"/>
                    <a:pt x="17" y="17"/>
                    <a:pt x="17" y="32"/>
                  </a:cubicBezTo>
                  <a:lnTo>
                    <a:pt x="1" y="64"/>
                  </a:lnTo>
                  <a:cubicBezTo>
                    <a:pt x="1" y="80"/>
                    <a:pt x="17" y="95"/>
                    <a:pt x="32" y="95"/>
                  </a:cubicBezTo>
                  <a:lnTo>
                    <a:pt x="32" y="112"/>
                  </a:lnTo>
                  <a:cubicBezTo>
                    <a:pt x="49" y="112"/>
                    <a:pt x="64" y="95"/>
                    <a:pt x="64" y="80"/>
                  </a:cubicBezTo>
                  <a:lnTo>
                    <a:pt x="80" y="49"/>
                  </a:lnTo>
                  <a:cubicBezTo>
                    <a:pt x="95" y="32"/>
                    <a:pt x="80"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50" name="Google Shape;950;p35"/>
            <p:cNvSpPr/>
            <p:nvPr/>
          </p:nvSpPr>
          <p:spPr>
            <a:xfrm>
              <a:off x="3405499" y="1808799"/>
              <a:ext cx="4548" cy="3021"/>
            </a:xfrm>
            <a:custGeom>
              <a:avLst/>
              <a:gdLst/>
              <a:ahLst/>
              <a:cxnLst/>
              <a:rect l="l" t="t" r="r" b="b"/>
              <a:pathLst>
                <a:path w="143" h="95" extrusionOk="0">
                  <a:moveTo>
                    <a:pt x="95" y="0"/>
                  </a:moveTo>
                  <a:lnTo>
                    <a:pt x="95" y="0"/>
                  </a:lnTo>
                  <a:lnTo>
                    <a:pt x="79" y="0"/>
                  </a:lnTo>
                  <a:lnTo>
                    <a:pt x="32" y="32"/>
                  </a:lnTo>
                  <a:cubicBezTo>
                    <a:pt x="1" y="32"/>
                    <a:pt x="1" y="48"/>
                    <a:pt x="1" y="80"/>
                  </a:cubicBezTo>
                  <a:cubicBezTo>
                    <a:pt x="16" y="80"/>
                    <a:pt x="16" y="95"/>
                    <a:pt x="32" y="95"/>
                  </a:cubicBezTo>
                  <a:lnTo>
                    <a:pt x="47" y="95"/>
                  </a:lnTo>
                  <a:lnTo>
                    <a:pt x="111" y="63"/>
                  </a:lnTo>
                  <a:cubicBezTo>
                    <a:pt x="127" y="63"/>
                    <a:pt x="142" y="48"/>
                    <a:pt x="127" y="32"/>
                  </a:cubicBezTo>
                  <a:cubicBezTo>
                    <a:pt x="127" y="16"/>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51" name="Google Shape;951;p35"/>
            <p:cNvSpPr/>
            <p:nvPr/>
          </p:nvSpPr>
          <p:spPr>
            <a:xfrm>
              <a:off x="3187517" y="1781734"/>
              <a:ext cx="3562" cy="2544"/>
            </a:xfrm>
            <a:custGeom>
              <a:avLst/>
              <a:gdLst/>
              <a:ahLst/>
              <a:cxnLst/>
              <a:rect l="l" t="t" r="r" b="b"/>
              <a:pathLst>
                <a:path w="112" h="80" extrusionOk="0">
                  <a:moveTo>
                    <a:pt x="32" y="0"/>
                  </a:moveTo>
                  <a:lnTo>
                    <a:pt x="32" y="0"/>
                  </a:lnTo>
                  <a:cubicBezTo>
                    <a:pt x="17" y="0"/>
                    <a:pt x="1" y="17"/>
                    <a:pt x="1" y="32"/>
                  </a:cubicBezTo>
                  <a:cubicBezTo>
                    <a:pt x="1" y="48"/>
                    <a:pt x="1" y="63"/>
                    <a:pt x="17" y="80"/>
                  </a:cubicBezTo>
                  <a:lnTo>
                    <a:pt x="48" y="80"/>
                  </a:lnTo>
                  <a:lnTo>
                    <a:pt x="64" y="80"/>
                  </a:lnTo>
                  <a:cubicBezTo>
                    <a:pt x="80" y="80"/>
                    <a:pt x="95" y="80"/>
                    <a:pt x="95" y="63"/>
                  </a:cubicBezTo>
                  <a:cubicBezTo>
                    <a:pt x="111" y="48"/>
                    <a:pt x="95" y="32"/>
                    <a:pt x="80" y="17"/>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52" name="Google Shape;952;p35"/>
            <p:cNvSpPr/>
            <p:nvPr/>
          </p:nvSpPr>
          <p:spPr>
            <a:xfrm>
              <a:off x="3437589" y="1756673"/>
              <a:ext cx="3021" cy="2544"/>
            </a:xfrm>
            <a:custGeom>
              <a:avLst/>
              <a:gdLst/>
              <a:ahLst/>
              <a:cxnLst/>
              <a:rect l="l" t="t" r="r" b="b"/>
              <a:pathLst>
                <a:path w="95" h="80" extrusionOk="0">
                  <a:moveTo>
                    <a:pt x="63" y="1"/>
                  </a:moveTo>
                  <a:lnTo>
                    <a:pt x="63" y="1"/>
                  </a:lnTo>
                  <a:lnTo>
                    <a:pt x="47" y="1"/>
                  </a:lnTo>
                  <a:lnTo>
                    <a:pt x="32" y="17"/>
                  </a:lnTo>
                  <a:lnTo>
                    <a:pt x="15" y="17"/>
                  </a:lnTo>
                  <a:cubicBezTo>
                    <a:pt x="32" y="32"/>
                    <a:pt x="32" y="48"/>
                    <a:pt x="32" y="64"/>
                  </a:cubicBezTo>
                  <a:lnTo>
                    <a:pt x="0" y="64"/>
                  </a:lnTo>
                  <a:cubicBezTo>
                    <a:pt x="0" y="80"/>
                    <a:pt x="15" y="80"/>
                    <a:pt x="15" y="80"/>
                  </a:cubicBezTo>
                  <a:lnTo>
                    <a:pt x="32" y="80"/>
                  </a:lnTo>
                  <a:lnTo>
                    <a:pt x="47" y="80"/>
                  </a:lnTo>
                  <a:lnTo>
                    <a:pt x="63" y="80"/>
                  </a:lnTo>
                  <a:lnTo>
                    <a:pt x="78" y="64"/>
                  </a:lnTo>
                  <a:cubicBezTo>
                    <a:pt x="95" y="48"/>
                    <a:pt x="95" y="32"/>
                    <a:pt x="95"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53" name="Google Shape;953;p35"/>
            <p:cNvSpPr/>
            <p:nvPr/>
          </p:nvSpPr>
          <p:spPr>
            <a:xfrm>
              <a:off x="3052733" y="1795760"/>
              <a:ext cx="3530" cy="2544"/>
            </a:xfrm>
            <a:custGeom>
              <a:avLst/>
              <a:gdLst/>
              <a:ahLst/>
              <a:cxnLst/>
              <a:rect l="l" t="t" r="r" b="b"/>
              <a:pathLst>
                <a:path w="111" h="80" extrusionOk="0">
                  <a:moveTo>
                    <a:pt x="64" y="0"/>
                  </a:moveTo>
                  <a:lnTo>
                    <a:pt x="64" y="0"/>
                  </a:lnTo>
                  <a:lnTo>
                    <a:pt x="48" y="0"/>
                  </a:lnTo>
                  <a:lnTo>
                    <a:pt x="16" y="17"/>
                  </a:lnTo>
                  <a:cubicBezTo>
                    <a:pt x="1" y="32"/>
                    <a:pt x="1" y="48"/>
                    <a:pt x="1" y="63"/>
                  </a:cubicBezTo>
                  <a:cubicBezTo>
                    <a:pt x="16" y="80"/>
                    <a:pt x="32" y="80"/>
                    <a:pt x="32" y="80"/>
                  </a:cubicBezTo>
                  <a:lnTo>
                    <a:pt x="48" y="80"/>
                  </a:lnTo>
                  <a:lnTo>
                    <a:pt x="64" y="80"/>
                  </a:lnTo>
                  <a:lnTo>
                    <a:pt x="79" y="63"/>
                  </a:lnTo>
                  <a:lnTo>
                    <a:pt x="95" y="63"/>
                  </a:lnTo>
                  <a:cubicBezTo>
                    <a:pt x="95" y="48"/>
                    <a:pt x="111"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54" name="Google Shape;954;p35"/>
            <p:cNvSpPr/>
            <p:nvPr/>
          </p:nvSpPr>
          <p:spPr>
            <a:xfrm>
              <a:off x="3093823" y="1792738"/>
              <a:ext cx="3053" cy="4580"/>
            </a:xfrm>
            <a:custGeom>
              <a:avLst/>
              <a:gdLst/>
              <a:ahLst/>
              <a:cxnLst/>
              <a:rect l="l" t="t" r="r" b="b"/>
              <a:pathLst>
                <a:path w="96" h="144" extrusionOk="0">
                  <a:moveTo>
                    <a:pt x="47" y="1"/>
                  </a:moveTo>
                  <a:lnTo>
                    <a:pt x="47" y="1"/>
                  </a:lnTo>
                  <a:lnTo>
                    <a:pt x="47" y="1"/>
                  </a:lnTo>
                  <a:cubicBezTo>
                    <a:pt x="32" y="1"/>
                    <a:pt x="32" y="17"/>
                    <a:pt x="16" y="32"/>
                  </a:cubicBezTo>
                  <a:lnTo>
                    <a:pt x="16" y="32"/>
                  </a:lnTo>
                  <a:lnTo>
                    <a:pt x="16" y="95"/>
                  </a:lnTo>
                  <a:cubicBezTo>
                    <a:pt x="1" y="112"/>
                    <a:pt x="16" y="143"/>
                    <a:pt x="47" y="143"/>
                  </a:cubicBezTo>
                  <a:lnTo>
                    <a:pt x="47" y="143"/>
                  </a:lnTo>
                  <a:lnTo>
                    <a:pt x="64" y="127"/>
                  </a:lnTo>
                  <a:cubicBezTo>
                    <a:pt x="79" y="127"/>
                    <a:pt x="79" y="127"/>
                    <a:pt x="79" y="112"/>
                  </a:cubicBezTo>
                  <a:lnTo>
                    <a:pt x="79" y="112"/>
                  </a:lnTo>
                  <a:lnTo>
                    <a:pt x="95" y="49"/>
                  </a:lnTo>
                  <a:lnTo>
                    <a:pt x="95" y="49"/>
                  </a:lnTo>
                  <a:cubicBezTo>
                    <a:pt x="95" y="32"/>
                    <a:pt x="79" y="32"/>
                    <a:pt x="79" y="17"/>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55" name="Google Shape;955;p35"/>
            <p:cNvSpPr/>
            <p:nvPr/>
          </p:nvSpPr>
          <p:spPr>
            <a:xfrm>
              <a:off x="3114369" y="1791275"/>
              <a:ext cx="2544" cy="3021"/>
            </a:xfrm>
            <a:custGeom>
              <a:avLst/>
              <a:gdLst/>
              <a:ahLst/>
              <a:cxnLst/>
              <a:rect l="l" t="t" r="r" b="b"/>
              <a:pathLst>
                <a:path w="80" h="95" extrusionOk="0">
                  <a:moveTo>
                    <a:pt x="48" y="0"/>
                  </a:moveTo>
                  <a:lnTo>
                    <a:pt x="32" y="0"/>
                  </a:lnTo>
                  <a:lnTo>
                    <a:pt x="32" y="0"/>
                  </a:lnTo>
                  <a:cubicBezTo>
                    <a:pt x="17" y="0"/>
                    <a:pt x="0" y="15"/>
                    <a:pt x="17" y="32"/>
                  </a:cubicBezTo>
                  <a:lnTo>
                    <a:pt x="17" y="63"/>
                  </a:lnTo>
                  <a:lnTo>
                    <a:pt x="17" y="78"/>
                  </a:lnTo>
                  <a:cubicBezTo>
                    <a:pt x="17" y="78"/>
                    <a:pt x="32" y="95"/>
                    <a:pt x="48" y="95"/>
                  </a:cubicBezTo>
                  <a:lnTo>
                    <a:pt x="48" y="95"/>
                  </a:lnTo>
                  <a:cubicBezTo>
                    <a:pt x="63" y="95"/>
                    <a:pt x="80" y="78"/>
                    <a:pt x="80" y="63"/>
                  </a:cubicBezTo>
                  <a:lnTo>
                    <a:pt x="80" y="47"/>
                  </a:lnTo>
                  <a:lnTo>
                    <a:pt x="80" y="32"/>
                  </a:lnTo>
                  <a:cubicBezTo>
                    <a:pt x="80" y="15"/>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56" name="Google Shape;956;p35"/>
            <p:cNvSpPr/>
            <p:nvPr/>
          </p:nvSpPr>
          <p:spPr>
            <a:xfrm>
              <a:off x="3267694" y="1768695"/>
              <a:ext cx="3021" cy="3053"/>
            </a:xfrm>
            <a:custGeom>
              <a:avLst/>
              <a:gdLst/>
              <a:ahLst/>
              <a:cxnLst/>
              <a:rect l="l" t="t" r="r" b="b"/>
              <a:pathLst>
                <a:path w="95" h="96" extrusionOk="0">
                  <a:moveTo>
                    <a:pt x="63" y="1"/>
                  </a:moveTo>
                  <a:lnTo>
                    <a:pt x="48" y="1"/>
                  </a:lnTo>
                  <a:cubicBezTo>
                    <a:pt x="48" y="1"/>
                    <a:pt x="48" y="17"/>
                    <a:pt x="32" y="17"/>
                  </a:cubicBezTo>
                  <a:lnTo>
                    <a:pt x="32" y="17"/>
                  </a:lnTo>
                  <a:lnTo>
                    <a:pt x="32" y="17"/>
                  </a:lnTo>
                  <a:lnTo>
                    <a:pt x="17" y="49"/>
                  </a:lnTo>
                  <a:cubicBezTo>
                    <a:pt x="0" y="64"/>
                    <a:pt x="0" y="80"/>
                    <a:pt x="17" y="95"/>
                  </a:cubicBezTo>
                  <a:lnTo>
                    <a:pt x="17" y="95"/>
                  </a:lnTo>
                  <a:lnTo>
                    <a:pt x="32" y="95"/>
                  </a:lnTo>
                  <a:cubicBezTo>
                    <a:pt x="48" y="95"/>
                    <a:pt x="63" y="95"/>
                    <a:pt x="63" y="80"/>
                  </a:cubicBezTo>
                  <a:lnTo>
                    <a:pt x="63" y="80"/>
                  </a:lnTo>
                  <a:lnTo>
                    <a:pt x="80" y="80"/>
                  </a:lnTo>
                  <a:lnTo>
                    <a:pt x="80" y="64"/>
                  </a:lnTo>
                  <a:cubicBezTo>
                    <a:pt x="95" y="49"/>
                    <a:pt x="95" y="32"/>
                    <a:pt x="95" y="32"/>
                  </a:cubicBez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57" name="Google Shape;957;p35"/>
            <p:cNvSpPr/>
            <p:nvPr/>
          </p:nvSpPr>
          <p:spPr>
            <a:xfrm>
              <a:off x="3048217" y="1790735"/>
              <a:ext cx="3021" cy="4039"/>
            </a:xfrm>
            <a:custGeom>
              <a:avLst/>
              <a:gdLst/>
              <a:ahLst/>
              <a:cxnLst/>
              <a:rect l="l" t="t" r="r" b="b"/>
              <a:pathLst>
                <a:path w="95" h="127" extrusionOk="0">
                  <a:moveTo>
                    <a:pt x="48" y="1"/>
                  </a:moveTo>
                  <a:lnTo>
                    <a:pt x="48" y="1"/>
                  </a:lnTo>
                  <a:cubicBezTo>
                    <a:pt x="32" y="1"/>
                    <a:pt x="17" y="17"/>
                    <a:pt x="17" y="32"/>
                  </a:cubicBezTo>
                  <a:lnTo>
                    <a:pt x="0" y="95"/>
                  </a:lnTo>
                  <a:cubicBezTo>
                    <a:pt x="0" y="112"/>
                    <a:pt x="17" y="127"/>
                    <a:pt x="32" y="127"/>
                  </a:cubicBezTo>
                  <a:lnTo>
                    <a:pt x="48" y="127"/>
                  </a:lnTo>
                  <a:cubicBezTo>
                    <a:pt x="63" y="127"/>
                    <a:pt x="80" y="127"/>
                    <a:pt x="80" y="95"/>
                  </a:cubicBezTo>
                  <a:lnTo>
                    <a:pt x="80" y="49"/>
                  </a:lnTo>
                  <a:cubicBezTo>
                    <a:pt x="95" y="17"/>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58" name="Google Shape;958;p35"/>
            <p:cNvSpPr/>
            <p:nvPr/>
          </p:nvSpPr>
          <p:spPr>
            <a:xfrm>
              <a:off x="3040711" y="1790258"/>
              <a:ext cx="4516" cy="4516"/>
            </a:xfrm>
            <a:custGeom>
              <a:avLst/>
              <a:gdLst/>
              <a:ahLst/>
              <a:cxnLst/>
              <a:rect l="l" t="t" r="r" b="b"/>
              <a:pathLst>
                <a:path w="142" h="142" extrusionOk="0">
                  <a:moveTo>
                    <a:pt x="95" y="1"/>
                  </a:moveTo>
                  <a:lnTo>
                    <a:pt x="95" y="1"/>
                  </a:lnTo>
                  <a:cubicBezTo>
                    <a:pt x="79" y="1"/>
                    <a:pt x="79" y="16"/>
                    <a:pt x="64" y="16"/>
                  </a:cubicBezTo>
                  <a:lnTo>
                    <a:pt x="64" y="32"/>
                  </a:lnTo>
                  <a:lnTo>
                    <a:pt x="64" y="32"/>
                  </a:lnTo>
                  <a:lnTo>
                    <a:pt x="47" y="32"/>
                  </a:lnTo>
                  <a:lnTo>
                    <a:pt x="32" y="32"/>
                  </a:lnTo>
                  <a:cubicBezTo>
                    <a:pt x="16" y="47"/>
                    <a:pt x="1" y="64"/>
                    <a:pt x="16" y="79"/>
                  </a:cubicBezTo>
                  <a:lnTo>
                    <a:pt x="32" y="110"/>
                  </a:lnTo>
                  <a:lnTo>
                    <a:pt x="47" y="127"/>
                  </a:lnTo>
                  <a:cubicBezTo>
                    <a:pt x="47" y="142"/>
                    <a:pt x="64" y="142"/>
                    <a:pt x="79" y="142"/>
                  </a:cubicBezTo>
                  <a:lnTo>
                    <a:pt x="79" y="142"/>
                  </a:lnTo>
                  <a:lnTo>
                    <a:pt x="79" y="142"/>
                  </a:lnTo>
                  <a:cubicBezTo>
                    <a:pt x="95" y="142"/>
                    <a:pt x="95" y="127"/>
                    <a:pt x="110" y="127"/>
                  </a:cubicBezTo>
                  <a:lnTo>
                    <a:pt x="127" y="47"/>
                  </a:lnTo>
                  <a:lnTo>
                    <a:pt x="127" y="47"/>
                  </a:lnTo>
                  <a:cubicBezTo>
                    <a:pt x="142" y="32"/>
                    <a:pt x="127"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59" name="Google Shape;959;p35"/>
            <p:cNvSpPr/>
            <p:nvPr/>
          </p:nvSpPr>
          <p:spPr>
            <a:xfrm>
              <a:off x="3105845" y="1788731"/>
              <a:ext cx="3530" cy="3562"/>
            </a:xfrm>
            <a:custGeom>
              <a:avLst/>
              <a:gdLst/>
              <a:ahLst/>
              <a:cxnLst/>
              <a:rect l="l" t="t" r="r" b="b"/>
              <a:pathLst>
                <a:path w="111" h="112" extrusionOk="0">
                  <a:moveTo>
                    <a:pt x="32" y="1"/>
                  </a:moveTo>
                  <a:lnTo>
                    <a:pt x="32" y="1"/>
                  </a:lnTo>
                  <a:lnTo>
                    <a:pt x="16" y="1"/>
                  </a:lnTo>
                  <a:cubicBezTo>
                    <a:pt x="1" y="17"/>
                    <a:pt x="1" y="49"/>
                    <a:pt x="16" y="49"/>
                  </a:cubicBezTo>
                  <a:lnTo>
                    <a:pt x="16" y="64"/>
                  </a:lnTo>
                  <a:lnTo>
                    <a:pt x="32" y="64"/>
                  </a:lnTo>
                  <a:lnTo>
                    <a:pt x="64" y="95"/>
                  </a:lnTo>
                  <a:lnTo>
                    <a:pt x="64" y="95"/>
                  </a:lnTo>
                  <a:cubicBezTo>
                    <a:pt x="64" y="112"/>
                    <a:pt x="79" y="112"/>
                    <a:pt x="79" y="112"/>
                  </a:cubicBezTo>
                  <a:cubicBezTo>
                    <a:pt x="96" y="112"/>
                    <a:pt x="96" y="95"/>
                    <a:pt x="111" y="95"/>
                  </a:cubicBezTo>
                  <a:lnTo>
                    <a:pt x="111" y="95"/>
                  </a:lnTo>
                  <a:lnTo>
                    <a:pt x="111" y="64"/>
                  </a:lnTo>
                  <a:lnTo>
                    <a:pt x="111" y="49"/>
                  </a:ln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60" name="Google Shape;960;p35"/>
            <p:cNvSpPr/>
            <p:nvPr/>
          </p:nvSpPr>
          <p:spPr>
            <a:xfrm>
              <a:off x="3325831" y="1764687"/>
              <a:ext cx="3021" cy="3053"/>
            </a:xfrm>
            <a:custGeom>
              <a:avLst/>
              <a:gdLst/>
              <a:ahLst/>
              <a:cxnLst/>
              <a:rect l="l" t="t" r="r" b="b"/>
              <a:pathLst>
                <a:path w="95" h="96" extrusionOk="0">
                  <a:moveTo>
                    <a:pt x="48" y="1"/>
                  </a:moveTo>
                  <a:lnTo>
                    <a:pt x="48" y="1"/>
                  </a:lnTo>
                  <a:cubicBezTo>
                    <a:pt x="32" y="1"/>
                    <a:pt x="32" y="17"/>
                    <a:pt x="32" y="17"/>
                  </a:cubicBezTo>
                  <a:lnTo>
                    <a:pt x="16" y="17"/>
                  </a:lnTo>
                  <a:lnTo>
                    <a:pt x="16" y="32"/>
                  </a:lnTo>
                  <a:lnTo>
                    <a:pt x="16" y="49"/>
                  </a:lnTo>
                  <a:lnTo>
                    <a:pt x="16" y="49"/>
                  </a:lnTo>
                  <a:cubicBezTo>
                    <a:pt x="0" y="64"/>
                    <a:pt x="0" y="80"/>
                    <a:pt x="16" y="80"/>
                  </a:cubicBezTo>
                  <a:lnTo>
                    <a:pt x="16" y="95"/>
                  </a:lnTo>
                  <a:lnTo>
                    <a:pt x="32" y="95"/>
                  </a:lnTo>
                  <a:lnTo>
                    <a:pt x="63" y="95"/>
                  </a:lnTo>
                  <a:lnTo>
                    <a:pt x="79" y="80"/>
                  </a:lnTo>
                  <a:cubicBezTo>
                    <a:pt x="79" y="80"/>
                    <a:pt x="79" y="64"/>
                    <a:pt x="95" y="64"/>
                  </a:cubicBezTo>
                  <a:cubicBezTo>
                    <a:pt x="95" y="49"/>
                    <a:pt x="79" y="49"/>
                    <a:pt x="79" y="32"/>
                  </a:cubicBezTo>
                  <a:lnTo>
                    <a:pt x="79" y="17"/>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61" name="Google Shape;961;p35"/>
            <p:cNvSpPr/>
            <p:nvPr/>
          </p:nvSpPr>
          <p:spPr>
            <a:xfrm>
              <a:off x="3103333" y="1784724"/>
              <a:ext cx="4548" cy="5565"/>
            </a:xfrm>
            <a:custGeom>
              <a:avLst/>
              <a:gdLst/>
              <a:ahLst/>
              <a:cxnLst/>
              <a:rect l="l" t="t" r="r" b="b"/>
              <a:pathLst>
                <a:path w="143" h="175" extrusionOk="0">
                  <a:moveTo>
                    <a:pt x="111" y="1"/>
                  </a:moveTo>
                  <a:lnTo>
                    <a:pt x="111" y="1"/>
                  </a:lnTo>
                  <a:cubicBezTo>
                    <a:pt x="95" y="1"/>
                    <a:pt x="95" y="17"/>
                    <a:pt x="80" y="17"/>
                  </a:cubicBezTo>
                  <a:lnTo>
                    <a:pt x="64" y="32"/>
                  </a:lnTo>
                  <a:lnTo>
                    <a:pt x="64" y="49"/>
                  </a:lnTo>
                  <a:lnTo>
                    <a:pt x="64" y="49"/>
                  </a:lnTo>
                  <a:lnTo>
                    <a:pt x="48" y="49"/>
                  </a:lnTo>
                  <a:lnTo>
                    <a:pt x="48" y="49"/>
                  </a:lnTo>
                  <a:cubicBezTo>
                    <a:pt x="32" y="49"/>
                    <a:pt x="17" y="64"/>
                    <a:pt x="17" y="80"/>
                  </a:cubicBezTo>
                  <a:lnTo>
                    <a:pt x="1" y="127"/>
                  </a:lnTo>
                  <a:cubicBezTo>
                    <a:pt x="1" y="143"/>
                    <a:pt x="17" y="158"/>
                    <a:pt x="32" y="175"/>
                  </a:cubicBezTo>
                  <a:lnTo>
                    <a:pt x="32" y="175"/>
                  </a:lnTo>
                  <a:lnTo>
                    <a:pt x="32" y="175"/>
                  </a:lnTo>
                  <a:cubicBezTo>
                    <a:pt x="48" y="175"/>
                    <a:pt x="64" y="158"/>
                    <a:pt x="64" y="158"/>
                  </a:cubicBezTo>
                  <a:lnTo>
                    <a:pt x="111" y="95"/>
                  </a:lnTo>
                  <a:lnTo>
                    <a:pt x="143" y="64"/>
                  </a:lnTo>
                  <a:lnTo>
                    <a:pt x="143" y="49"/>
                  </a:lnTo>
                  <a:cubicBezTo>
                    <a:pt x="143" y="32"/>
                    <a:pt x="143" y="17"/>
                    <a:pt x="127" y="17"/>
                  </a:cubicBezTo>
                  <a:cubicBezTo>
                    <a:pt x="127" y="1"/>
                    <a:pt x="127"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62" name="Google Shape;962;p35"/>
            <p:cNvSpPr/>
            <p:nvPr/>
          </p:nvSpPr>
          <p:spPr>
            <a:xfrm>
              <a:off x="3424041" y="1766691"/>
              <a:ext cx="3562" cy="3053"/>
            </a:xfrm>
            <a:custGeom>
              <a:avLst/>
              <a:gdLst/>
              <a:ahLst/>
              <a:cxnLst/>
              <a:rect l="l" t="t" r="r" b="b"/>
              <a:pathLst>
                <a:path w="112" h="96" extrusionOk="0">
                  <a:moveTo>
                    <a:pt x="63" y="1"/>
                  </a:moveTo>
                  <a:lnTo>
                    <a:pt x="63" y="1"/>
                  </a:lnTo>
                  <a:lnTo>
                    <a:pt x="48" y="1"/>
                  </a:lnTo>
                  <a:lnTo>
                    <a:pt x="32" y="17"/>
                  </a:lnTo>
                  <a:lnTo>
                    <a:pt x="17" y="32"/>
                  </a:lnTo>
                  <a:cubicBezTo>
                    <a:pt x="0" y="32"/>
                    <a:pt x="0" y="49"/>
                    <a:pt x="0" y="64"/>
                  </a:cubicBezTo>
                  <a:lnTo>
                    <a:pt x="0" y="80"/>
                  </a:lnTo>
                  <a:cubicBezTo>
                    <a:pt x="17" y="80"/>
                    <a:pt x="17" y="95"/>
                    <a:pt x="32" y="95"/>
                  </a:cubicBezTo>
                  <a:cubicBezTo>
                    <a:pt x="48" y="95"/>
                    <a:pt x="48" y="95"/>
                    <a:pt x="48" y="80"/>
                  </a:cubicBezTo>
                  <a:lnTo>
                    <a:pt x="80" y="64"/>
                  </a:lnTo>
                  <a:cubicBezTo>
                    <a:pt x="95" y="49"/>
                    <a:pt x="111" y="32"/>
                    <a:pt x="95" y="17"/>
                  </a:cubicBezTo>
                  <a:cubicBezTo>
                    <a:pt x="95"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63" name="Google Shape;963;p35"/>
            <p:cNvSpPr/>
            <p:nvPr/>
          </p:nvSpPr>
          <p:spPr>
            <a:xfrm>
              <a:off x="3421560" y="1766214"/>
              <a:ext cx="2512" cy="4039"/>
            </a:xfrm>
            <a:custGeom>
              <a:avLst/>
              <a:gdLst/>
              <a:ahLst/>
              <a:cxnLst/>
              <a:rect l="l" t="t" r="r" b="b"/>
              <a:pathLst>
                <a:path w="79" h="127" extrusionOk="0">
                  <a:moveTo>
                    <a:pt x="47" y="1"/>
                  </a:moveTo>
                  <a:lnTo>
                    <a:pt x="32" y="1"/>
                  </a:lnTo>
                  <a:cubicBezTo>
                    <a:pt x="15" y="1"/>
                    <a:pt x="15" y="1"/>
                    <a:pt x="15" y="16"/>
                  </a:cubicBezTo>
                  <a:lnTo>
                    <a:pt x="0" y="16"/>
                  </a:lnTo>
                  <a:lnTo>
                    <a:pt x="0" y="32"/>
                  </a:lnTo>
                  <a:lnTo>
                    <a:pt x="0" y="95"/>
                  </a:lnTo>
                  <a:cubicBezTo>
                    <a:pt x="0" y="110"/>
                    <a:pt x="15" y="127"/>
                    <a:pt x="32" y="127"/>
                  </a:cubicBezTo>
                  <a:lnTo>
                    <a:pt x="32" y="127"/>
                  </a:lnTo>
                  <a:cubicBezTo>
                    <a:pt x="63" y="127"/>
                    <a:pt x="78" y="110"/>
                    <a:pt x="78" y="95"/>
                  </a:cubicBezTo>
                  <a:lnTo>
                    <a:pt x="78" y="79"/>
                  </a:lnTo>
                  <a:lnTo>
                    <a:pt x="78"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64" name="Google Shape;964;p35"/>
            <p:cNvSpPr/>
            <p:nvPr/>
          </p:nvSpPr>
          <p:spPr>
            <a:xfrm>
              <a:off x="3436572" y="1765196"/>
              <a:ext cx="5534" cy="4548"/>
            </a:xfrm>
            <a:custGeom>
              <a:avLst/>
              <a:gdLst/>
              <a:ahLst/>
              <a:cxnLst/>
              <a:rect l="l" t="t" r="r" b="b"/>
              <a:pathLst>
                <a:path w="174" h="143" extrusionOk="0">
                  <a:moveTo>
                    <a:pt x="142" y="1"/>
                  </a:moveTo>
                  <a:lnTo>
                    <a:pt x="127" y="1"/>
                  </a:lnTo>
                  <a:lnTo>
                    <a:pt x="127" y="1"/>
                  </a:lnTo>
                  <a:lnTo>
                    <a:pt x="47" y="33"/>
                  </a:lnTo>
                  <a:lnTo>
                    <a:pt x="32" y="33"/>
                  </a:lnTo>
                  <a:lnTo>
                    <a:pt x="1" y="64"/>
                  </a:lnTo>
                  <a:lnTo>
                    <a:pt x="1" y="79"/>
                  </a:lnTo>
                  <a:lnTo>
                    <a:pt x="16" y="96"/>
                  </a:lnTo>
                  <a:lnTo>
                    <a:pt x="16" y="127"/>
                  </a:lnTo>
                  <a:lnTo>
                    <a:pt x="32" y="127"/>
                  </a:lnTo>
                  <a:cubicBezTo>
                    <a:pt x="32" y="142"/>
                    <a:pt x="47" y="142"/>
                    <a:pt x="64" y="142"/>
                  </a:cubicBezTo>
                  <a:lnTo>
                    <a:pt x="64" y="142"/>
                  </a:lnTo>
                  <a:cubicBezTo>
                    <a:pt x="95" y="142"/>
                    <a:pt x="95" y="111"/>
                    <a:pt x="95" y="96"/>
                  </a:cubicBezTo>
                  <a:lnTo>
                    <a:pt x="79" y="96"/>
                  </a:lnTo>
                  <a:lnTo>
                    <a:pt x="142" y="79"/>
                  </a:lnTo>
                  <a:lnTo>
                    <a:pt x="142" y="64"/>
                  </a:lnTo>
                  <a:cubicBezTo>
                    <a:pt x="158" y="64"/>
                    <a:pt x="173" y="48"/>
                    <a:pt x="173" y="3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65" name="Google Shape;965;p35"/>
            <p:cNvSpPr/>
            <p:nvPr/>
          </p:nvSpPr>
          <p:spPr>
            <a:xfrm>
              <a:off x="3119902" y="1800785"/>
              <a:ext cx="3498" cy="2544"/>
            </a:xfrm>
            <a:custGeom>
              <a:avLst/>
              <a:gdLst/>
              <a:ahLst/>
              <a:cxnLst/>
              <a:rect l="l" t="t" r="r" b="b"/>
              <a:pathLst>
                <a:path w="110" h="80" extrusionOk="0">
                  <a:moveTo>
                    <a:pt x="32" y="0"/>
                  </a:moveTo>
                  <a:lnTo>
                    <a:pt x="32" y="0"/>
                  </a:lnTo>
                  <a:lnTo>
                    <a:pt x="32" y="0"/>
                  </a:lnTo>
                  <a:cubicBezTo>
                    <a:pt x="15" y="0"/>
                    <a:pt x="0" y="0"/>
                    <a:pt x="0" y="16"/>
                  </a:cubicBezTo>
                  <a:cubicBezTo>
                    <a:pt x="0" y="32"/>
                    <a:pt x="0" y="48"/>
                    <a:pt x="15" y="63"/>
                  </a:cubicBezTo>
                  <a:lnTo>
                    <a:pt x="15" y="63"/>
                  </a:lnTo>
                  <a:lnTo>
                    <a:pt x="47" y="79"/>
                  </a:lnTo>
                  <a:lnTo>
                    <a:pt x="63" y="79"/>
                  </a:lnTo>
                  <a:cubicBezTo>
                    <a:pt x="78" y="79"/>
                    <a:pt x="95" y="63"/>
                    <a:pt x="95" y="48"/>
                  </a:cubicBezTo>
                  <a:cubicBezTo>
                    <a:pt x="110" y="32"/>
                    <a:pt x="95" y="16"/>
                    <a:pt x="78" y="16"/>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66" name="Google Shape;966;p35"/>
            <p:cNvSpPr/>
            <p:nvPr/>
          </p:nvSpPr>
          <p:spPr>
            <a:xfrm>
              <a:off x="3271701" y="1779254"/>
              <a:ext cx="3562" cy="2512"/>
            </a:xfrm>
            <a:custGeom>
              <a:avLst/>
              <a:gdLst/>
              <a:ahLst/>
              <a:cxnLst/>
              <a:rect l="l" t="t" r="r" b="b"/>
              <a:pathLst>
                <a:path w="112" h="79" extrusionOk="0">
                  <a:moveTo>
                    <a:pt x="48" y="0"/>
                  </a:moveTo>
                  <a:lnTo>
                    <a:pt x="32" y="0"/>
                  </a:lnTo>
                  <a:cubicBezTo>
                    <a:pt x="32" y="0"/>
                    <a:pt x="17" y="15"/>
                    <a:pt x="17" y="32"/>
                  </a:cubicBezTo>
                  <a:cubicBezTo>
                    <a:pt x="0" y="32"/>
                    <a:pt x="0" y="47"/>
                    <a:pt x="17" y="63"/>
                  </a:cubicBezTo>
                  <a:lnTo>
                    <a:pt x="32" y="63"/>
                  </a:lnTo>
                  <a:lnTo>
                    <a:pt x="63" y="78"/>
                  </a:lnTo>
                  <a:lnTo>
                    <a:pt x="80" y="78"/>
                  </a:lnTo>
                  <a:cubicBezTo>
                    <a:pt x="95" y="78"/>
                    <a:pt x="95" y="78"/>
                    <a:pt x="111" y="63"/>
                  </a:cubicBezTo>
                  <a:cubicBezTo>
                    <a:pt x="111" y="47"/>
                    <a:pt x="111" y="32"/>
                    <a:pt x="95" y="15"/>
                  </a:cubicBezTo>
                  <a:lnTo>
                    <a:pt x="95"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67" name="Google Shape;967;p35"/>
            <p:cNvSpPr/>
            <p:nvPr/>
          </p:nvSpPr>
          <p:spPr>
            <a:xfrm>
              <a:off x="3198076" y="1786250"/>
              <a:ext cx="3021" cy="2035"/>
            </a:xfrm>
            <a:custGeom>
              <a:avLst/>
              <a:gdLst/>
              <a:ahLst/>
              <a:cxnLst/>
              <a:rect l="l" t="t" r="r" b="b"/>
              <a:pathLst>
                <a:path w="95" h="64" extrusionOk="0">
                  <a:moveTo>
                    <a:pt x="63" y="1"/>
                  </a:moveTo>
                  <a:lnTo>
                    <a:pt x="63" y="1"/>
                  </a:lnTo>
                  <a:lnTo>
                    <a:pt x="32" y="1"/>
                  </a:lnTo>
                  <a:cubicBezTo>
                    <a:pt x="0" y="1"/>
                    <a:pt x="0" y="16"/>
                    <a:pt x="0" y="32"/>
                  </a:cubicBezTo>
                  <a:lnTo>
                    <a:pt x="0" y="47"/>
                  </a:lnTo>
                  <a:lnTo>
                    <a:pt x="15" y="64"/>
                  </a:lnTo>
                  <a:lnTo>
                    <a:pt x="32" y="47"/>
                  </a:lnTo>
                  <a:lnTo>
                    <a:pt x="47" y="47"/>
                  </a:lnTo>
                  <a:cubicBezTo>
                    <a:pt x="47" y="47"/>
                    <a:pt x="63" y="47"/>
                    <a:pt x="63" y="64"/>
                  </a:cubicBezTo>
                  <a:lnTo>
                    <a:pt x="63" y="64"/>
                  </a:lnTo>
                  <a:cubicBezTo>
                    <a:pt x="78" y="64"/>
                    <a:pt x="95" y="47"/>
                    <a:pt x="95" y="32"/>
                  </a:cubicBezTo>
                  <a:cubicBezTo>
                    <a:pt x="95" y="16"/>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68" name="Google Shape;968;p35"/>
            <p:cNvSpPr/>
            <p:nvPr/>
          </p:nvSpPr>
          <p:spPr>
            <a:xfrm>
              <a:off x="3318326" y="1776232"/>
              <a:ext cx="3021" cy="3530"/>
            </a:xfrm>
            <a:custGeom>
              <a:avLst/>
              <a:gdLst/>
              <a:ahLst/>
              <a:cxnLst/>
              <a:rect l="l" t="t" r="r" b="b"/>
              <a:pathLst>
                <a:path w="95" h="111" extrusionOk="0">
                  <a:moveTo>
                    <a:pt x="47" y="1"/>
                  </a:moveTo>
                  <a:lnTo>
                    <a:pt x="47" y="1"/>
                  </a:lnTo>
                  <a:lnTo>
                    <a:pt x="32" y="1"/>
                  </a:lnTo>
                  <a:lnTo>
                    <a:pt x="32" y="1"/>
                  </a:lnTo>
                  <a:cubicBezTo>
                    <a:pt x="16" y="16"/>
                    <a:pt x="0" y="32"/>
                    <a:pt x="16" y="47"/>
                  </a:cubicBezTo>
                  <a:lnTo>
                    <a:pt x="16" y="79"/>
                  </a:lnTo>
                  <a:cubicBezTo>
                    <a:pt x="32" y="95"/>
                    <a:pt x="47" y="110"/>
                    <a:pt x="63" y="110"/>
                  </a:cubicBezTo>
                  <a:lnTo>
                    <a:pt x="63" y="110"/>
                  </a:lnTo>
                  <a:cubicBezTo>
                    <a:pt x="79" y="110"/>
                    <a:pt x="79" y="95"/>
                    <a:pt x="79" y="95"/>
                  </a:cubicBezTo>
                  <a:lnTo>
                    <a:pt x="95" y="79"/>
                  </a:lnTo>
                  <a:lnTo>
                    <a:pt x="95" y="64"/>
                  </a:lnTo>
                  <a:lnTo>
                    <a:pt x="95" y="64"/>
                  </a:lnTo>
                  <a:lnTo>
                    <a:pt x="79" y="32"/>
                  </a:lnTo>
                  <a:cubicBezTo>
                    <a:pt x="79" y="16"/>
                    <a:pt x="63" y="16"/>
                    <a:pt x="63"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69" name="Google Shape;969;p35"/>
            <p:cNvSpPr/>
            <p:nvPr/>
          </p:nvSpPr>
          <p:spPr>
            <a:xfrm>
              <a:off x="3189521" y="1788254"/>
              <a:ext cx="3562" cy="5057"/>
            </a:xfrm>
            <a:custGeom>
              <a:avLst/>
              <a:gdLst/>
              <a:ahLst/>
              <a:cxnLst/>
              <a:rect l="l" t="t" r="r" b="b"/>
              <a:pathLst>
                <a:path w="112" h="159" extrusionOk="0">
                  <a:moveTo>
                    <a:pt x="64" y="1"/>
                  </a:moveTo>
                  <a:lnTo>
                    <a:pt x="64" y="1"/>
                  </a:lnTo>
                  <a:lnTo>
                    <a:pt x="32" y="1"/>
                  </a:lnTo>
                  <a:lnTo>
                    <a:pt x="32" y="16"/>
                  </a:lnTo>
                  <a:lnTo>
                    <a:pt x="32" y="16"/>
                  </a:lnTo>
                  <a:lnTo>
                    <a:pt x="32" y="16"/>
                  </a:lnTo>
                  <a:lnTo>
                    <a:pt x="17" y="79"/>
                  </a:lnTo>
                  <a:lnTo>
                    <a:pt x="1" y="79"/>
                  </a:lnTo>
                  <a:cubicBezTo>
                    <a:pt x="1" y="95"/>
                    <a:pt x="17" y="95"/>
                    <a:pt x="17" y="110"/>
                  </a:cubicBezTo>
                  <a:lnTo>
                    <a:pt x="48" y="142"/>
                  </a:lnTo>
                  <a:lnTo>
                    <a:pt x="48" y="142"/>
                  </a:lnTo>
                  <a:lnTo>
                    <a:pt x="64" y="158"/>
                  </a:lnTo>
                  <a:cubicBezTo>
                    <a:pt x="80" y="158"/>
                    <a:pt x="80" y="142"/>
                    <a:pt x="95" y="142"/>
                  </a:cubicBezTo>
                  <a:cubicBezTo>
                    <a:pt x="111" y="127"/>
                    <a:pt x="111" y="110"/>
                    <a:pt x="95" y="95"/>
                  </a:cubicBezTo>
                  <a:lnTo>
                    <a:pt x="80" y="79"/>
                  </a:lnTo>
                  <a:lnTo>
                    <a:pt x="80" y="79"/>
                  </a:lnTo>
                  <a:lnTo>
                    <a:pt x="95" y="64"/>
                  </a:lnTo>
                  <a:lnTo>
                    <a:pt x="95" y="47"/>
                  </a:lnTo>
                  <a:lnTo>
                    <a:pt x="95" y="32"/>
                  </a:lnTo>
                  <a:cubicBezTo>
                    <a:pt x="95" y="16"/>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70" name="Google Shape;970;p35"/>
            <p:cNvSpPr/>
            <p:nvPr/>
          </p:nvSpPr>
          <p:spPr>
            <a:xfrm>
              <a:off x="3033174" y="1804283"/>
              <a:ext cx="3562" cy="3530"/>
            </a:xfrm>
            <a:custGeom>
              <a:avLst/>
              <a:gdLst/>
              <a:ahLst/>
              <a:cxnLst/>
              <a:rect l="l" t="t" r="r" b="b"/>
              <a:pathLst>
                <a:path w="112" h="111" extrusionOk="0">
                  <a:moveTo>
                    <a:pt x="64" y="1"/>
                  </a:moveTo>
                  <a:lnTo>
                    <a:pt x="64" y="1"/>
                  </a:lnTo>
                  <a:lnTo>
                    <a:pt x="64" y="1"/>
                  </a:lnTo>
                  <a:cubicBezTo>
                    <a:pt x="49" y="1"/>
                    <a:pt x="49" y="1"/>
                    <a:pt x="32" y="16"/>
                  </a:cubicBezTo>
                  <a:lnTo>
                    <a:pt x="17" y="32"/>
                  </a:lnTo>
                  <a:lnTo>
                    <a:pt x="17" y="64"/>
                  </a:lnTo>
                  <a:lnTo>
                    <a:pt x="1" y="64"/>
                  </a:lnTo>
                  <a:lnTo>
                    <a:pt x="1" y="79"/>
                  </a:lnTo>
                  <a:cubicBezTo>
                    <a:pt x="1" y="95"/>
                    <a:pt x="17" y="95"/>
                    <a:pt x="32" y="111"/>
                  </a:cubicBezTo>
                  <a:lnTo>
                    <a:pt x="49" y="111"/>
                  </a:lnTo>
                  <a:lnTo>
                    <a:pt x="64" y="111"/>
                  </a:lnTo>
                  <a:lnTo>
                    <a:pt x="64" y="95"/>
                  </a:lnTo>
                  <a:lnTo>
                    <a:pt x="95" y="48"/>
                  </a:lnTo>
                  <a:lnTo>
                    <a:pt x="95" y="48"/>
                  </a:lnTo>
                  <a:cubicBezTo>
                    <a:pt x="112"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71" name="Google Shape;971;p35"/>
            <p:cNvSpPr/>
            <p:nvPr/>
          </p:nvSpPr>
          <p:spPr>
            <a:xfrm>
              <a:off x="3197535" y="1787745"/>
              <a:ext cx="3053" cy="3021"/>
            </a:xfrm>
            <a:custGeom>
              <a:avLst/>
              <a:gdLst/>
              <a:ahLst/>
              <a:cxnLst/>
              <a:rect l="l" t="t" r="r" b="b"/>
              <a:pathLst>
                <a:path w="96" h="95" extrusionOk="0">
                  <a:moveTo>
                    <a:pt x="64" y="0"/>
                  </a:moveTo>
                  <a:lnTo>
                    <a:pt x="49" y="0"/>
                  </a:lnTo>
                  <a:lnTo>
                    <a:pt x="32" y="17"/>
                  </a:lnTo>
                  <a:lnTo>
                    <a:pt x="49" y="17"/>
                  </a:lnTo>
                  <a:cubicBezTo>
                    <a:pt x="64" y="17"/>
                    <a:pt x="64" y="48"/>
                    <a:pt x="64" y="63"/>
                  </a:cubicBezTo>
                  <a:cubicBezTo>
                    <a:pt x="49" y="63"/>
                    <a:pt x="32" y="80"/>
                    <a:pt x="32" y="80"/>
                  </a:cubicBezTo>
                  <a:lnTo>
                    <a:pt x="17" y="80"/>
                  </a:lnTo>
                  <a:lnTo>
                    <a:pt x="1" y="63"/>
                  </a:lnTo>
                  <a:cubicBezTo>
                    <a:pt x="1" y="80"/>
                    <a:pt x="1" y="80"/>
                    <a:pt x="17" y="95"/>
                  </a:cubicBezTo>
                  <a:lnTo>
                    <a:pt x="17" y="95"/>
                  </a:lnTo>
                  <a:lnTo>
                    <a:pt x="32" y="95"/>
                  </a:lnTo>
                  <a:cubicBezTo>
                    <a:pt x="49" y="95"/>
                    <a:pt x="64" y="95"/>
                    <a:pt x="64" y="80"/>
                  </a:cubicBezTo>
                  <a:lnTo>
                    <a:pt x="80" y="63"/>
                  </a:lnTo>
                  <a:cubicBezTo>
                    <a:pt x="95" y="48"/>
                    <a:pt x="95" y="32"/>
                    <a:pt x="80" y="17"/>
                  </a:cubicBezTo>
                  <a:lnTo>
                    <a:pt x="80" y="17"/>
                  </a:lnTo>
                  <a:cubicBezTo>
                    <a:pt x="80"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72" name="Google Shape;972;p35"/>
            <p:cNvSpPr/>
            <p:nvPr/>
          </p:nvSpPr>
          <p:spPr>
            <a:xfrm>
              <a:off x="3191524" y="1798272"/>
              <a:ext cx="3562" cy="3053"/>
            </a:xfrm>
            <a:custGeom>
              <a:avLst/>
              <a:gdLst/>
              <a:ahLst/>
              <a:cxnLst/>
              <a:rect l="l" t="t" r="r" b="b"/>
              <a:pathLst>
                <a:path w="112" h="96" extrusionOk="0">
                  <a:moveTo>
                    <a:pt x="48" y="1"/>
                  </a:moveTo>
                  <a:lnTo>
                    <a:pt x="48" y="1"/>
                  </a:lnTo>
                  <a:cubicBezTo>
                    <a:pt x="32" y="1"/>
                    <a:pt x="32" y="16"/>
                    <a:pt x="32" y="16"/>
                  </a:cubicBezTo>
                  <a:lnTo>
                    <a:pt x="17" y="16"/>
                  </a:lnTo>
                  <a:cubicBezTo>
                    <a:pt x="1" y="32"/>
                    <a:pt x="17" y="48"/>
                    <a:pt x="32" y="64"/>
                  </a:cubicBezTo>
                  <a:lnTo>
                    <a:pt x="32" y="64"/>
                  </a:lnTo>
                  <a:lnTo>
                    <a:pt x="48" y="79"/>
                  </a:lnTo>
                  <a:cubicBezTo>
                    <a:pt x="64" y="95"/>
                    <a:pt x="64" y="95"/>
                    <a:pt x="80" y="95"/>
                  </a:cubicBezTo>
                  <a:cubicBezTo>
                    <a:pt x="80" y="95"/>
                    <a:pt x="95" y="95"/>
                    <a:pt x="95" y="79"/>
                  </a:cubicBezTo>
                  <a:cubicBezTo>
                    <a:pt x="111" y="64"/>
                    <a:pt x="111" y="48"/>
                    <a:pt x="95" y="32"/>
                  </a:cubicBezTo>
                  <a:lnTo>
                    <a:pt x="95" y="32"/>
                  </a:ln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73" name="Google Shape;973;p35"/>
            <p:cNvSpPr/>
            <p:nvPr/>
          </p:nvSpPr>
          <p:spPr>
            <a:xfrm>
              <a:off x="3363423" y="1783738"/>
              <a:ext cx="3021" cy="3021"/>
            </a:xfrm>
            <a:custGeom>
              <a:avLst/>
              <a:gdLst/>
              <a:ahLst/>
              <a:cxnLst/>
              <a:rect l="l" t="t" r="r" b="b"/>
              <a:pathLst>
                <a:path w="95" h="95" extrusionOk="0">
                  <a:moveTo>
                    <a:pt x="47" y="0"/>
                  </a:moveTo>
                  <a:lnTo>
                    <a:pt x="32" y="0"/>
                  </a:lnTo>
                  <a:lnTo>
                    <a:pt x="16" y="17"/>
                  </a:lnTo>
                  <a:cubicBezTo>
                    <a:pt x="0" y="32"/>
                    <a:pt x="0" y="48"/>
                    <a:pt x="16" y="63"/>
                  </a:cubicBezTo>
                  <a:lnTo>
                    <a:pt x="32" y="80"/>
                  </a:lnTo>
                  <a:cubicBezTo>
                    <a:pt x="47" y="80"/>
                    <a:pt x="47" y="95"/>
                    <a:pt x="63" y="95"/>
                  </a:cubicBezTo>
                  <a:lnTo>
                    <a:pt x="79" y="80"/>
                  </a:lnTo>
                  <a:cubicBezTo>
                    <a:pt x="95" y="63"/>
                    <a:pt x="95" y="32"/>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74" name="Google Shape;974;p35"/>
            <p:cNvSpPr/>
            <p:nvPr/>
          </p:nvSpPr>
          <p:spPr>
            <a:xfrm>
              <a:off x="3361419" y="1785741"/>
              <a:ext cx="3021" cy="2035"/>
            </a:xfrm>
            <a:custGeom>
              <a:avLst/>
              <a:gdLst/>
              <a:ahLst/>
              <a:cxnLst/>
              <a:rect l="l" t="t" r="r" b="b"/>
              <a:pathLst>
                <a:path w="95" h="64" extrusionOk="0">
                  <a:moveTo>
                    <a:pt x="32" y="0"/>
                  </a:moveTo>
                  <a:lnTo>
                    <a:pt x="32" y="0"/>
                  </a:lnTo>
                  <a:cubicBezTo>
                    <a:pt x="15" y="0"/>
                    <a:pt x="0" y="17"/>
                    <a:pt x="0" y="17"/>
                  </a:cubicBezTo>
                  <a:cubicBezTo>
                    <a:pt x="0" y="48"/>
                    <a:pt x="0" y="63"/>
                    <a:pt x="32" y="63"/>
                  </a:cubicBezTo>
                  <a:lnTo>
                    <a:pt x="47" y="63"/>
                  </a:lnTo>
                  <a:lnTo>
                    <a:pt x="63" y="63"/>
                  </a:lnTo>
                  <a:cubicBezTo>
                    <a:pt x="79" y="63"/>
                    <a:pt x="79" y="63"/>
                    <a:pt x="95" y="48"/>
                  </a:cubicBezTo>
                  <a:cubicBezTo>
                    <a:pt x="95" y="32"/>
                    <a:pt x="79" y="0"/>
                    <a:pt x="63"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75" name="Google Shape;975;p35"/>
            <p:cNvSpPr/>
            <p:nvPr/>
          </p:nvSpPr>
          <p:spPr>
            <a:xfrm>
              <a:off x="3243650" y="1797763"/>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4"/>
                    <a:pt x="17" y="80"/>
                  </a:cubicBezTo>
                  <a:lnTo>
                    <a:pt x="48" y="80"/>
                  </a:lnTo>
                  <a:lnTo>
                    <a:pt x="63" y="80"/>
                  </a:lnTo>
                  <a:lnTo>
                    <a:pt x="63" y="64"/>
                  </a:lnTo>
                  <a:lnTo>
                    <a:pt x="80" y="48"/>
                  </a:lnTo>
                  <a:cubicBezTo>
                    <a:pt x="95" y="32"/>
                    <a:pt x="95" y="17"/>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76" name="Google Shape;976;p35"/>
            <p:cNvSpPr/>
            <p:nvPr/>
          </p:nvSpPr>
          <p:spPr>
            <a:xfrm>
              <a:off x="3046213" y="1817323"/>
              <a:ext cx="4039" cy="3053"/>
            </a:xfrm>
            <a:custGeom>
              <a:avLst/>
              <a:gdLst/>
              <a:ahLst/>
              <a:cxnLst/>
              <a:rect l="l" t="t" r="r" b="b"/>
              <a:pathLst>
                <a:path w="127" h="96" extrusionOk="0">
                  <a:moveTo>
                    <a:pt x="48" y="1"/>
                  </a:moveTo>
                  <a:lnTo>
                    <a:pt x="48" y="16"/>
                  </a:lnTo>
                  <a:cubicBezTo>
                    <a:pt x="32" y="16"/>
                    <a:pt x="17" y="16"/>
                    <a:pt x="17" y="32"/>
                  </a:cubicBezTo>
                  <a:cubicBezTo>
                    <a:pt x="0" y="47"/>
                    <a:pt x="17" y="64"/>
                    <a:pt x="32" y="79"/>
                  </a:cubicBezTo>
                  <a:lnTo>
                    <a:pt x="80" y="95"/>
                  </a:lnTo>
                  <a:lnTo>
                    <a:pt x="95" y="95"/>
                  </a:lnTo>
                  <a:cubicBezTo>
                    <a:pt x="111" y="95"/>
                    <a:pt x="111" y="95"/>
                    <a:pt x="126" y="79"/>
                  </a:cubicBezTo>
                  <a:cubicBezTo>
                    <a:pt x="126" y="64"/>
                    <a:pt x="126" y="47"/>
                    <a:pt x="111" y="32"/>
                  </a:cubicBezTo>
                  <a:lnTo>
                    <a:pt x="63" y="16"/>
                  </a:lnTo>
                  <a:cubicBezTo>
                    <a:pt x="48" y="16"/>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77" name="Google Shape;977;p35"/>
            <p:cNvSpPr/>
            <p:nvPr/>
          </p:nvSpPr>
          <p:spPr>
            <a:xfrm>
              <a:off x="3161470" y="1805778"/>
              <a:ext cx="3021" cy="2544"/>
            </a:xfrm>
            <a:custGeom>
              <a:avLst/>
              <a:gdLst/>
              <a:ahLst/>
              <a:cxnLst/>
              <a:rect l="l" t="t" r="r" b="b"/>
              <a:pathLst>
                <a:path w="95" h="80" extrusionOk="0">
                  <a:moveTo>
                    <a:pt x="32" y="1"/>
                  </a:moveTo>
                  <a:lnTo>
                    <a:pt x="32" y="1"/>
                  </a:lnTo>
                  <a:cubicBezTo>
                    <a:pt x="17" y="1"/>
                    <a:pt x="0" y="17"/>
                    <a:pt x="0" y="32"/>
                  </a:cubicBezTo>
                  <a:lnTo>
                    <a:pt x="0" y="64"/>
                  </a:lnTo>
                  <a:cubicBezTo>
                    <a:pt x="17" y="64"/>
                    <a:pt x="17" y="80"/>
                    <a:pt x="32" y="80"/>
                  </a:cubicBezTo>
                  <a:lnTo>
                    <a:pt x="48" y="80"/>
                  </a:lnTo>
                  <a:lnTo>
                    <a:pt x="63" y="80"/>
                  </a:lnTo>
                  <a:cubicBezTo>
                    <a:pt x="80" y="80"/>
                    <a:pt x="80" y="64"/>
                    <a:pt x="95" y="48"/>
                  </a:cubicBezTo>
                  <a:cubicBezTo>
                    <a:pt x="95" y="32"/>
                    <a:pt x="80" y="17"/>
                    <a:pt x="80" y="17"/>
                  </a:cubicBezTo>
                  <a:lnTo>
                    <a:pt x="63"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78" name="Google Shape;978;p35"/>
            <p:cNvSpPr/>
            <p:nvPr/>
          </p:nvSpPr>
          <p:spPr>
            <a:xfrm>
              <a:off x="3347394" y="1785264"/>
              <a:ext cx="3021" cy="2512"/>
            </a:xfrm>
            <a:custGeom>
              <a:avLst/>
              <a:gdLst/>
              <a:ahLst/>
              <a:cxnLst/>
              <a:rect l="l" t="t" r="r" b="b"/>
              <a:pathLst>
                <a:path w="95" h="79" extrusionOk="0">
                  <a:moveTo>
                    <a:pt x="32" y="0"/>
                  </a:moveTo>
                  <a:lnTo>
                    <a:pt x="32" y="0"/>
                  </a:lnTo>
                  <a:cubicBezTo>
                    <a:pt x="15" y="0"/>
                    <a:pt x="15" y="0"/>
                    <a:pt x="0" y="15"/>
                  </a:cubicBezTo>
                  <a:lnTo>
                    <a:pt x="0" y="47"/>
                  </a:lnTo>
                  <a:lnTo>
                    <a:pt x="15" y="63"/>
                  </a:lnTo>
                  <a:lnTo>
                    <a:pt x="32" y="63"/>
                  </a:lnTo>
                  <a:cubicBezTo>
                    <a:pt x="32" y="78"/>
                    <a:pt x="47" y="78"/>
                    <a:pt x="47" y="78"/>
                  </a:cubicBezTo>
                  <a:lnTo>
                    <a:pt x="47" y="78"/>
                  </a:lnTo>
                  <a:cubicBezTo>
                    <a:pt x="63" y="78"/>
                    <a:pt x="63" y="78"/>
                    <a:pt x="78" y="63"/>
                  </a:cubicBezTo>
                  <a:lnTo>
                    <a:pt x="78" y="47"/>
                  </a:lnTo>
                  <a:cubicBezTo>
                    <a:pt x="95" y="32"/>
                    <a:pt x="78" y="32"/>
                    <a:pt x="78"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79" name="Google Shape;979;p35"/>
            <p:cNvSpPr/>
            <p:nvPr/>
          </p:nvSpPr>
          <p:spPr>
            <a:xfrm>
              <a:off x="3373918" y="1781734"/>
              <a:ext cx="2576" cy="3021"/>
            </a:xfrm>
            <a:custGeom>
              <a:avLst/>
              <a:gdLst/>
              <a:ahLst/>
              <a:cxnLst/>
              <a:rect l="l" t="t" r="r" b="b"/>
              <a:pathLst>
                <a:path w="81" h="95" extrusionOk="0">
                  <a:moveTo>
                    <a:pt x="64" y="32"/>
                  </a:moveTo>
                  <a:lnTo>
                    <a:pt x="64" y="32"/>
                  </a:lnTo>
                  <a:lnTo>
                    <a:pt x="64" y="32"/>
                  </a:lnTo>
                  <a:close/>
                  <a:moveTo>
                    <a:pt x="49" y="0"/>
                  </a:moveTo>
                  <a:lnTo>
                    <a:pt x="32" y="0"/>
                  </a:lnTo>
                  <a:lnTo>
                    <a:pt x="17" y="17"/>
                  </a:lnTo>
                  <a:cubicBezTo>
                    <a:pt x="1" y="32"/>
                    <a:pt x="1" y="48"/>
                    <a:pt x="1" y="48"/>
                  </a:cubicBezTo>
                  <a:lnTo>
                    <a:pt x="1" y="63"/>
                  </a:lnTo>
                  <a:lnTo>
                    <a:pt x="17" y="80"/>
                  </a:lnTo>
                  <a:lnTo>
                    <a:pt x="17" y="80"/>
                  </a:lnTo>
                  <a:cubicBezTo>
                    <a:pt x="17" y="95"/>
                    <a:pt x="32" y="95"/>
                    <a:pt x="49" y="95"/>
                  </a:cubicBezTo>
                  <a:lnTo>
                    <a:pt x="64" y="95"/>
                  </a:lnTo>
                  <a:cubicBezTo>
                    <a:pt x="80" y="80"/>
                    <a:pt x="80" y="63"/>
                    <a:pt x="80" y="63"/>
                  </a:cubicBezTo>
                  <a:lnTo>
                    <a:pt x="80" y="63"/>
                  </a:lnTo>
                  <a:lnTo>
                    <a:pt x="80" y="48"/>
                  </a:lnTo>
                  <a:cubicBezTo>
                    <a:pt x="80" y="32"/>
                    <a:pt x="80" y="17"/>
                    <a:pt x="64" y="17"/>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80" name="Google Shape;980;p35"/>
            <p:cNvSpPr/>
            <p:nvPr/>
          </p:nvSpPr>
          <p:spPr>
            <a:xfrm>
              <a:off x="3375922" y="178272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81" name="Google Shape;981;p35"/>
            <p:cNvSpPr/>
            <p:nvPr/>
          </p:nvSpPr>
          <p:spPr>
            <a:xfrm>
              <a:off x="3420543" y="1771716"/>
              <a:ext cx="3053" cy="2544"/>
            </a:xfrm>
            <a:custGeom>
              <a:avLst/>
              <a:gdLst/>
              <a:ahLst/>
              <a:cxnLst/>
              <a:rect l="l" t="t" r="r" b="b"/>
              <a:pathLst>
                <a:path w="96" h="80" extrusionOk="0">
                  <a:moveTo>
                    <a:pt x="32" y="0"/>
                  </a:moveTo>
                  <a:lnTo>
                    <a:pt x="32" y="0"/>
                  </a:lnTo>
                  <a:cubicBezTo>
                    <a:pt x="16" y="0"/>
                    <a:pt x="16" y="0"/>
                    <a:pt x="16" y="17"/>
                  </a:cubicBezTo>
                  <a:lnTo>
                    <a:pt x="1" y="17"/>
                  </a:lnTo>
                  <a:lnTo>
                    <a:pt x="1" y="48"/>
                  </a:lnTo>
                  <a:cubicBezTo>
                    <a:pt x="1" y="48"/>
                    <a:pt x="1" y="63"/>
                    <a:pt x="16" y="63"/>
                  </a:cubicBezTo>
                  <a:lnTo>
                    <a:pt x="32" y="80"/>
                  </a:lnTo>
                  <a:lnTo>
                    <a:pt x="47" y="80"/>
                  </a:lnTo>
                  <a:cubicBezTo>
                    <a:pt x="64" y="80"/>
                    <a:pt x="79" y="80"/>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82" name="Google Shape;982;p35"/>
            <p:cNvSpPr/>
            <p:nvPr/>
          </p:nvSpPr>
          <p:spPr>
            <a:xfrm>
              <a:off x="3254177" y="1788731"/>
              <a:ext cx="3053" cy="2576"/>
            </a:xfrm>
            <a:custGeom>
              <a:avLst/>
              <a:gdLst/>
              <a:ahLst/>
              <a:cxnLst/>
              <a:rect l="l" t="t" r="r" b="b"/>
              <a:pathLst>
                <a:path w="96" h="81" extrusionOk="0">
                  <a:moveTo>
                    <a:pt x="32" y="1"/>
                  </a:moveTo>
                  <a:lnTo>
                    <a:pt x="32" y="1"/>
                  </a:lnTo>
                  <a:cubicBezTo>
                    <a:pt x="32" y="1"/>
                    <a:pt x="16" y="1"/>
                    <a:pt x="16" y="17"/>
                  </a:cubicBezTo>
                  <a:cubicBezTo>
                    <a:pt x="1" y="32"/>
                    <a:pt x="1" y="49"/>
                    <a:pt x="16" y="64"/>
                  </a:cubicBezTo>
                  <a:lnTo>
                    <a:pt x="32" y="80"/>
                  </a:lnTo>
                  <a:lnTo>
                    <a:pt x="64" y="80"/>
                  </a:lnTo>
                  <a:cubicBezTo>
                    <a:pt x="64" y="80"/>
                    <a:pt x="79" y="80"/>
                    <a:pt x="79" y="64"/>
                  </a:cubicBezTo>
                  <a:cubicBezTo>
                    <a:pt x="95" y="64"/>
                    <a:pt x="95" y="32"/>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83" name="Google Shape;983;p35"/>
            <p:cNvSpPr/>
            <p:nvPr/>
          </p:nvSpPr>
          <p:spPr>
            <a:xfrm>
              <a:off x="3031711" y="1811789"/>
              <a:ext cx="3021" cy="2576"/>
            </a:xfrm>
            <a:custGeom>
              <a:avLst/>
              <a:gdLst/>
              <a:ahLst/>
              <a:cxnLst/>
              <a:rect l="l" t="t" r="r" b="b"/>
              <a:pathLst>
                <a:path w="95" h="81" extrusionOk="0">
                  <a:moveTo>
                    <a:pt x="63" y="1"/>
                  </a:moveTo>
                  <a:lnTo>
                    <a:pt x="63" y="1"/>
                  </a:lnTo>
                  <a:lnTo>
                    <a:pt x="32" y="1"/>
                  </a:lnTo>
                  <a:lnTo>
                    <a:pt x="15" y="32"/>
                  </a:lnTo>
                  <a:cubicBezTo>
                    <a:pt x="0" y="32"/>
                    <a:pt x="15" y="64"/>
                    <a:pt x="32" y="80"/>
                  </a:cubicBezTo>
                  <a:lnTo>
                    <a:pt x="47" y="80"/>
                  </a:lnTo>
                  <a:cubicBezTo>
                    <a:pt x="63" y="80"/>
                    <a:pt x="63" y="80"/>
                    <a:pt x="78"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84" name="Google Shape;984;p35"/>
            <p:cNvSpPr/>
            <p:nvPr/>
          </p:nvSpPr>
          <p:spPr>
            <a:xfrm>
              <a:off x="3080816" y="1808799"/>
              <a:ext cx="2512" cy="2544"/>
            </a:xfrm>
            <a:custGeom>
              <a:avLst/>
              <a:gdLst/>
              <a:ahLst/>
              <a:cxnLst/>
              <a:rect l="l" t="t" r="r" b="b"/>
              <a:pathLst>
                <a:path w="79" h="80" extrusionOk="0">
                  <a:moveTo>
                    <a:pt x="32" y="0"/>
                  </a:moveTo>
                  <a:lnTo>
                    <a:pt x="32" y="0"/>
                  </a:lnTo>
                  <a:lnTo>
                    <a:pt x="15" y="0"/>
                  </a:lnTo>
                  <a:lnTo>
                    <a:pt x="15" y="0"/>
                  </a:lnTo>
                  <a:lnTo>
                    <a:pt x="15" y="0"/>
                  </a:lnTo>
                  <a:cubicBezTo>
                    <a:pt x="0" y="16"/>
                    <a:pt x="0" y="32"/>
                    <a:pt x="0" y="48"/>
                  </a:cubicBezTo>
                  <a:lnTo>
                    <a:pt x="15" y="48"/>
                  </a:lnTo>
                  <a:lnTo>
                    <a:pt x="15" y="63"/>
                  </a:lnTo>
                  <a:cubicBezTo>
                    <a:pt x="15" y="63"/>
                    <a:pt x="15" y="80"/>
                    <a:pt x="32" y="80"/>
                  </a:cubicBezTo>
                  <a:lnTo>
                    <a:pt x="47" y="80"/>
                  </a:lnTo>
                  <a:lnTo>
                    <a:pt x="63" y="80"/>
                  </a:lnTo>
                  <a:cubicBezTo>
                    <a:pt x="78" y="80"/>
                    <a:pt x="78" y="63"/>
                    <a:pt x="78" y="48"/>
                  </a:cubicBezTo>
                  <a:lnTo>
                    <a:pt x="78" y="32"/>
                  </a:lnTo>
                  <a:lnTo>
                    <a:pt x="63" y="16"/>
                  </a:lnTo>
                  <a:lnTo>
                    <a:pt x="63" y="16"/>
                  </a:lnTo>
                  <a:cubicBezTo>
                    <a:pt x="63"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85" name="Google Shape;985;p35"/>
            <p:cNvSpPr/>
            <p:nvPr/>
          </p:nvSpPr>
          <p:spPr>
            <a:xfrm>
              <a:off x="3389470" y="1776232"/>
              <a:ext cx="3053" cy="2035"/>
            </a:xfrm>
            <a:custGeom>
              <a:avLst/>
              <a:gdLst/>
              <a:ahLst/>
              <a:cxnLst/>
              <a:rect l="l" t="t" r="r" b="b"/>
              <a:pathLst>
                <a:path w="96" h="64" extrusionOk="0">
                  <a:moveTo>
                    <a:pt x="64" y="1"/>
                  </a:moveTo>
                  <a:lnTo>
                    <a:pt x="47" y="1"/>
                  </a:lnTo>
                  <a:lnTo>
                    <a:pt x="32" y="1"/>
                  </a:lnTo>
                  <a:lnTo>
                    <a:pt x="16" y="1"/>
                  </a:lnTo>
                  <a:cubicBezTo>
                    <a:pt x="1" y="16"/>
                    <a:pt x="1" y="16"/>
                    <a:pt x="1" y="32"/>
                  </a:cubicBezTo>
                  <a:lnTo>
                    <a:pt x="1" y="32"/>
                  </a:lnTo>
                  <a:lnTo>
                    <a:pt x="1" y="32"/>
                  </a:lnTo>
                  <a:cubicBezTo>
                    <a:pt x="1" y="47"/>
                    <a:pt x="16" y="64"/>
                    <a:pt x="32" y="64"/>
                  </a:cubicBezTo>
                  <a:lnTo>
                    <a:pt x="32" y="64"/>
                  </a:lnTo>
                  <a:lnTo>
                    <a:pt x="64" y="64"/>
                  </a:lnTo>
                  <a:cubicBezTo>
                    <a:pt x="79" y="64"/>
                    <a:pt x="79" y="47"/>
                    <a:pt x="95" y="47"/>
                  </a:cubicBezTo>
                  <a:lnTo>
                    <a:pt x="95" y="32"/>
                  </a:lnTo>
                  <a:lnTo>
                    <a:pt x="95" y="16"/>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86" name="Google Shape;986;p35"/>
            <p:cNvSpPr/>
            <p:nvPr/>
          </p:nvSpPr>
          <p:spPr>
            <a:xfrm>
              <a:off x="3301756" y="1812329"/>
              <a:ext cx="3053" cy="2512"/>
            </a:xfrm>
            <a:custGeom>
              <a:avLst/>
              <a:gdLst/>
              <a:ahLst/>
              <a:cxnLst/>
              <a:rect l="l" t="t" r="r" b="b"/>
              <a:pathLst>
                <a:path w="96" h="79" extrusionOk="0">
                  <a:moveTo>
                    <a:pt x="64" y="0"/>
                  </a:moveTo>
                  <a:lnTo>
                    <a:pt x="64" y="0"/>
                  </a:lnTo>
                  <a:lnTo>
                    <a:pt x="49" y="0"/>
                  </a:lnTo>
                  <a:lnTo>
                    <a:pt x="32" y="15"/>
                  </a:lnTo>
                  <a:lnTo>
                    <a:pt x="17" y="15"/>
                  </a:lnTo>
                  <a:lnTo>
                    <a:pt x="17" y="15"/>
                  </a:lnTo>
                  <a:cubicBezTo>
                    <a:pt x="1" y="32"/>
                    <a:pt x="1" y="47"/>
                    <a:pt x="17" y="63"/>
                  </a:cubicBezTo>
                  <a:cubicBezTo>
                    <a:pt x="17" y="78"/>
                    <a:pt x="32" y="78"/>
                    <a:pt x="49" y="78"/>
                  </a:cubicBezTo>
                  <a:lnTo>
                    <a:pt x="64" y="78"/>
                  </a:lnTo>
                  <a:lnTo>
                    <a:pt x="80" y="47"/>
                  </a:lnTo>
                  <a:cubicBezTo>
                    <a:pt x="95" y="47"/>
                    <a:pt x="95" y="47"/>
                    <a:pt x="95"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87" name="Google Shape;987;p35"/>
            <p:cNvSpPr/>
            <p:nvPr/>
          </p:nvSpPr>
          <p:spPr>
            <a:xfrm>
              <a:off x="3171997" y="1825814"/>
              <a:ext cx="4039" cy="3562"/>
            </a:xfrm>
            <a:custGeom>
              <a:avLst/>
              <a:gdLst/>
              <a:ahLst/>
              <a:cxnLst/>
              <a:rect l="l" t="t" r="r" b="b"/>
              <a:pathLst>
                <a:path w="127" h="112" extrusionOk="0">
                  <a:moveTo>
                    <a:pt x="32" y="1"/>
                  </a:moveTo>
                  <a:lnTo>
                    <a:pt x="32" y="1"/>
                  </a:lnTo>
                  <a:cubicBezTo>
                    <a:pt x="32" y="1"/>
                    <a:pt x="16" y="1"/>
                    <a:pt x="16" y="17"/>
                  </a:cubicBezTo>
                  <a:cubicBezTo>
                    <a:pt x="1" y="32"/>
                    <a:pt x="1" y="49"/>
                    <a:pt x="16" y="64"/>
                  </a:cubicBezTo>
                  <a:lnTo>
                    <a:pt x="64" y="95"/>
                  </a:lnTo>
                  <a:cubicBezTo>
                    <a:pt x="79" y="112"/>
                    <a:pt x="79" y="112"/>
                    <a:pt x="95" y="112"/>
                  </a:cubicBezTo>
                  <a:cubicBezTo>
                    <a:pt x="95" y="112"/>
                    <a:pt x="110" y="112"/>
                    <a:pt x="110" y="95"/>
                  </a:cubicBezTo>
                  <a:cubicBezTo>
                    <a:pt x="127" y="80"/>
                    <a:pt x="127" y="64"/>
                    <a:pt x="110" y="49"/>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88" name="Google Shape;988;p35"/>
            <p:cNvSpPr/>
            <p:nvPr/>
          </p:nvSpPr>
          <p:spPr>
            <a:xfrm>
              <a:off x="3278221" y="1814333"/>
              <a:ext cx="3053" cy="2512"/>
            </a:xfrm>
            <a:custGeom>
              <a:avLst/>
              <a:gdLst/>
              <a:ahLst/>
              <a:cxnLst/>
              <a:rect l="l" t="t" r="r" b="b"/>
              <a:pathLst>
                <a:path w="96" h="79" extrusionOk="0">
                  <a:moveTo>
                    <a:pt x="32" y="0"/>
                  </a:moveTo>
                  <a:lnTo>
                    <a:pt x="32" y="0"/>
                  </a:lnTo>
                  <a:cubicBezTo>
                    <a:pt x="32" y="0"/>
                    <a:pt x="16" y="0"/>
                    <a:pt x="16" y="15"/>
                  </a:cubicBezTo>
                  <a:cubicBezTo>
                    <a:pt x="1" y="32"/>
                    <a:pt x="1" y="47"/>
                    <a:pt x="16" y="63"/>
                  </a:cubicBezTo>
                  <a:lnTo>
                    <a:pt x="32" y="78"/>
                  </a:lnTo>
                  <a:lnTo>
                    <a:pt x="48" y="78"/>
                  </a:lnTo>
                  <a:cubicBezTo>
                    <a:pt x="64" y="78"/>
                    <a:pt x="79" y="78"/>
                    <a:pt x="79" y="63"/>
                  </a:cubicBezTo>
                  <a:cubicBezTo>
                    <a:pt x="95" y="63"/>
                    <a:pt x="95" y="32"/>
                    <a:pt x="79" y="15"/>
                  </a:cubicBezTo>
                  <a:lnTo>
                    <a:pt x="64" y="15"/>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89" name="Google Shape;989;p35"/>
            <p:cNvSpPr/>
            <p:nvPr/>
          </p:nvSpPr>
          <p:spPr>
            <a:xfrm>
              <a:off x="3294282" y="1812806"/>
              <a:ext cx="3021" cy="2544"/>
            </a:xfrm>
            <a:custGeom>
              <a:avLst/>
              <a:gdLst/>
              <a:ahLst/>
              <a:cxnLst/>
              <a:rect l="l" t="t" r="r" b="b"/>
              <a:pathLst>
                <a:path w="95" h="80" extrusionOk="0">
                  <a:moveTo>
                    <a:pt x="63" y="0"/>
                  </a:moveTo>
                  <a:lnTo>
                    <a:pt x="47" y="0"/>
                  </a:lnTo>
                  <a:lnTo>
                    <a:pt x="32" y="0"/>
                  </a:lnTo>
                  <a:lnTo>
                    <a:pt x="15" y="17"/>
                  </a:lnTo>
                  <a:lnTo>
                    <a:pt x="15" y="32"/>
                  </a:lnTo>
                  <a:cubicBezTo>
                    <a:pt x="0" y="32"/>
                    <a:pt x="15" y="63"/>
                    <a:pt x="15" y="80"/>
                  </a:cubicBezTo>
                  <a:lnTo>
                    <a:pt x="32" y="80"/>
                  </a:lnTo>
                  <a:lnTo>
                    <a:pt x="47" y="80"/>
                  </a:lnTo>
                  <a:lnTo>
                    <a:pt x="63" y="80"/>
                  </a:lnTo>
                  <a:lnTo>
                    <a:pt x="63" y="32"/>
                  </a:lnTo>
                  <a:cubicBezTo>
                    <a:pt x="78" y="32"/>
                    <a:pt x="78" y="17"/>
                    <a:pt x="95" y="17"/>
                  </a:cubicBezTo>
                  <a:lnTo>
                    <a:pt x="95" y="17"/>
                  </a:lnTo>
                  <a:lnTo>
                    <a:pt x="95" y="17"/>
                  </a:lnTo>
                  <a:cubicBezTo>
                    <a:pt x="78" y="17"/>
                    <a:pt x="78" y="0"/>
                    <a:pt x="78" y="0"/>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90" name="Google Shape;990;p35"/>
            <p:cNvSpPr/>
            <p:nvPr/>
          </p:nvSpPr>
          <p:spPr>
            <a:xfrm>
              <a:off x="3296286" y="1813315"/>
              <a:ext cx="2512" cy="3053"/>
            </a:xfrm>
            <a:custGeom>
              <a:avLst/>
              <a:gdLst/>
              <a:ahLst/>
              <a:cxnLst/>
              <a:rect l="l" t="t" r="r" b="b"/>
              <a:pathLst>
                <a:path w="79" h="96" extrusionOk="0">
                  <a:moveTo>
                    <a:pt x="32" y="1"/>
                  </a:moveTo>
                  <a:lnTo>
                    <a:pt x="32" y="1"/>
                  </a:lnTo>
                  <a:lnTo>
                    <a:pt x="32" y="1"/>
                  </a:lnTo>
                  <a:cubicBezTo>
                    <a:pt x="15" y="1"/>
                    <a:pt x="15" y="16"/>
                    <a:pt x="0" y="16"/>
                  </a:cubicBezTo>
                  <a:lnTo>
                    <a:pt x="0" y="64"/>
                  </a:lnTo>
                  <a:lnTo>
                    <a:pt x="0" y="64"/>
                  </a:lnTo>
                  <a:lnTo>
                    <a:pt x="0" y="64"/>
                  </a:lnTo>
                  <a:cubicBezTo>
                    <a:pt x="0" y="79"/>
                    <a:pt x="15" y="95"/>
                    <a:pt x="32" y="95"/>
                  </a:cubicBezTo>
                  <a:lnTo>
                    <a:pt x="47" y="95"/>
                  </a:lnTo>
                  <a:cubicBezTo>
                    <a:pt x="63" y="95"/>
                    <a:pt x="63" y="79"/>
                    <a:pt x="78" y="64"/>
                  </a:cubicBezTo>
                  <a:lnTo>
                    <a:pt x="78" y="64"/>
                  </a:lnTo>
                  <a:lnTo>
                    <a:pt x="78" y="47"/>
                  </a:lnTo>
                  <a:cubicBezTo>
                    <a:pt x="78" y="32"/>
                    <a:pt x="63" y="32"/>
                    <a:pt x="63" y="32"/>
                  </a:cubicBezTo>
                  <a:lnTo>
                    <a:pt x="63" y="32"/>
                  </a:lnTo>
                  <a:cubicBezTo>
                    <a:pt x="63" y="16"/>
                    <a:pt x="47" y="16"/>
                    <a:pt x="47" y="16"/>
                  </a:cubicBezTo>
                  <a:lnTo>
                    <a:pt x="47"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91" name="Google Shape;991;p35"/>
            <p:cNvSpPr/>
            <p:nvPr/>
          </p:nvSpPr>
          <p:spPr>
            <a:xfrm>
              <a:off x="3382951" y="1789749"/>
              <a:ext cx="2544" cy="2544"/>
            </a:xfrm>
            <a:custGeom>
              <a:avLst/>
              <a:gdLst/>
              <a:ahLst/>
              <a:cxnLst/>
              <a:rect l="l" t="t" r="r" b="b"/>
              <a:pathLst>
                <a:path w="80" h="80" extrusionOk="0">
                  <a:moveTo>
                    <a:pt x="32" y="0"/>
                  </a:moveTo>
                  <a:lnTo>
                    <a:pt x="32" y="0"/>
                  </a:lnTo>
                  <a:lnTo>
                    <a:pt x="17" y="0"/>
                  </a:lnTo>
                  <a:cubicBezTo>
                    <a:pt x="0" y="0"/>
                    <a:pt x="0" y="17"/>
                    <a:pt x="0" y="32"/>
                  </a:cubicBezTo>
                  <a:lnTo>
                    <a:pt x="0" y="48"/>
                  </a:lnTo>
                  <a:lnTo>
                    <a:pt x="0" y="63"/>
                  </a:lnTo>
                  <a:cubicBezTo>
                    <a:pt x="17" y="80"/>
                    <a:pt x="17" y="80"/>
                    <a:pt x="32" y="80"/>
                  </a:cubicBezTo>
                  <a:lnTo>
                    <a:pt x="48" y="80"/>
                  </a:lnTo>
                  <a:lnTo>
                    <a:pt x="48" y="80"/>
                  </a:lnTo>
                  <a:cubicBezTo>
                    <a:pt x="63" y="80"/>
                    <a:pt x="63" y="80"/>
                    <a:pt x="63" y="63"/>
                  </a:cubicBezTo>
                  <a:cubicBezTo>
                    <a:pt x="63" y="63"/>
                    <a:pt x="80" y="63"/>
                    <a:pt x="80" y="48"/>
                  </a:cubicBezTo>
                  <a:lnTo>
                    <a:pt x="63" y="48"/>
                  </a:lnTo>
                  <a:lnTo>
                    <a:pt x="63" y="17"/>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92" name="Google Shape;992;p35"/>
            <p:cNvSpPr/>
            <p:nvPr/>
          </p:nvSpPr>
          <p:spPr>
            <a:xfrm>
              <a:off x="3309770" y="1809308"/>
              <a:ext cx="3053" cy="2512"/>
            </a:xfrm>
            <a:custGeom>
              <a:avLst/>
              <a:gdLst/>
              <a:ahLst/>
              <a:cxnLst/>
              <a:rect l="l" t="t" r="r" b="b"/>
              <a:pathLst>
                <a:path w="96" h="79" extrusionOk="0">
                  <a:moveTo>
                    <a:pt x="64" y="0"/>
                  </a:moveTo>
                  <a:lnTo>
                    <a:pt x="64" y="0"/>
                  </a:lnTo>
                  <a:lnTo>
                    <a:pt x="49" y="0"/>
                  </a:lnTo>
                  <a:lnTo>
                    <a:pt x="32" y="0"/>
                  </a:lnTo>
                  <a:lnTo>
                    <a:pt x="17" y="16"/>
                  </a:lnTo>
                  <a:cubicBezTo>
                    <a:pt x="1" y="32"/>
                    <a:pt x="17" y="64"/>
                    <a:pt x="17" y="64"/>
                  </a:cubicBezTo>
                  <a:cubicBezTo>
                    <a:pt x="32" y="79"/>
                    <a:pt x="32" y="79"/>
                    <a:pt x="49" y="79"/>
                  </a:cubicBezTo>
                  <a:cubicBezTo>
                    <a:pt x="49" y="79"/>
                    <a:pt x="64" y="79"/>
                    <a:pt x="80" y="64"/>
                  </a:cubicBezTo>
                  <a:lnTo>
                    <a:pt x="80" y="47"/>
                  </a:lnTo>
                  <a:lnTo>
                    <a:pt x="95" y="47"/>
                  </a:lnTo>
                  <a:cubicBezTo>
                    <a:pt x="95" y="32"/>
                    <a:pt x="95"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93" name="Google Shape;993;p35"/>
            <p:cNvSpPr/>
            <p:nvPr/>
          </p:nvSpPr>
          <p:spPr>
            <a:xfrm>
              <a:off x="3365904" y="1790258"/>
              <a:ext cx="3053" cy="2512"/>
            </a:xfrm>
            <a:custGeom>
              <a:avLst/>
              <a:gdLst/>
              <a:ahLst/>
              <a:cxnLst/>
              <a:rect l="l" t="t" r="r" b="b"/>
              <a:pathLst>
                <a:path w="96" h="79" extrusionOk="0">
                  <a:moveTo>
                    <a:pt x="48" y="1"/>
                  </a:moveTo>
                  <a:lnTo>
                    <a:pt x="48" y="1"/>
                  </a:lnTo>
                  <a:lnTo>
                    <a:pt x="17" y="1"/>
                  </a:lnTo>
                  <a:cubicBezTo>
                    <a:pt x="1" y="16"/>
                    <a:pt x="17" y="47"/>
                    <a:pt x="17" y="47"/>
                  </a:cubicBezTo>
                  <a:lnTo>
                    <a:pt x="48" y="64"/>
                  </a:lnTo>
                  <a:cubicBezTo>
                    <a:pt x="48" y="79"/>
                    <a:pt x="48" y="79"/>
                    <a:pt x="64" y="79"/>
                  </a:cubicBezTo>
                  <a:cubicBezTo>
                    <a:pt x="80" y="79"/>
                    <a:pt x="80" y="64"/>
                    <a:pt x="95" y="64"/>
                  </a:cubicBezTo>
                  <a:cubicBezTo>
                    <a:pt x="95" y="47"/>
                    <a:pt x="95" y="32"/>
                    <a:pt x="80" y="16"/>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94" name="Google Shape;994;p35"/>
            <p:cNvSpPr/>
            <p:nvPr/>
          </p:nvSpPr>
          <p:spPr>
            <a:xfrm>
              <a:off x="3121365" y="1824351"/>
              <a:ext cx="3053" cy="2512"/>
            </a:xfrm>
            <a:custGeom>
              <a:avLst/>
              <a:gdLst/>
              <a:ahLst/>
              <a:cxnLst/>
              <a:rect l="l" t="t" r="r" b="b"/>
              <a:pathLst>
                <a:path w="96" h="79" extrusionOk="0">
                  <a:moveTo>
                    <a:pt x="49" y="0"/>
                  </a:moveTo>
                  <a:lnTo>
                    <a:pt x="49" y="0"/>
                  </a:lnTo>
                  <a:lnTo>
                    <a:pt x="32" y="0"/>
                  </a:lnTo>
                  <a:lnTo>
                    <a:pt x="17" y="0"/>
                  </a:lnTo>
                  <a:cubicBezTo>
                    <a:pt x="1" y="15"/>
                    <a:pt x="17" y="47"/>
                    <a:pt x="32" y="47"/>
                  </a:cubicBezTo>
                  <a:lnTo>
                    <a:pt x="49" y="63"/>
                  </a:lnTo>
                  <a:cubicBezTo>
                    <a:pt x="49" y="78"/>
                    <a:pt x="64" y="78"/>
                    <a:pt x="64" y="78"/>
                  </a:cubicBezTo>
                  <a:cubicBezTo>
                    <a:pt x="64" y="78"/>
                    <a:pt x="80" y="78"/>
                    <a:pt x="80" y="63"/>
                  </a:cubicBezTo>
                  <a:lnTo>
                    <a:pt x="95" y="63"/>
                  </a:lnTo>
                  <a:lnTo>
                    <a:pt x="95" y="63"/>
                  </a:lnTo>
                  <a:cubicBezTo>
                    <a:pt x="95" y="47"/>
                    <a:pt x="95" y="32"/>
                    <a:pt x="80" y="15"/>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95" name="Google Shape;995;p35"/>
            <p:cNvSpPr/>
            <p:nvPr/>
          </p:nvSpPr>
          <p:spPr>
            <a:xfrm>
              <a:off x="3245654" y="1811312"/>
              <a:ext cx="2544" cy="3053"/>
            </a:xfrm>
            <a:custGeom>
              <a:avLst/>
              <a:gdLst/>
              <a:ahLst/>
              <a:cxnLst/>
              <a:rect l="l" t="t" r="r" b="b"/>
              <a:pathLst>
                <a:path w="80" h="96" extrusionOk="0">
                  <a:moveTo>
                    <a:pt x="32" y="1"/>
                  </a:moveTo>
                  <a:lnTo>
                    <a:pt x="32" y="1"/>
                  </a:lnTo>
                  <a:lnTo>
                    <a:pt x="17" y="1"/>
                  </a:lnTo>
                  <a:cubicBezTo>
                    <a:pt x="0" y="16"/>
                    <a:pt x="0" y="32"/>
                    <a:pt x="0" y="47"/>
                  </a:cubicBezTo>
                  <a:lnTo>
                    <a:pt x="17" y="64"/>
                  </a:lnTo>
                  <a:cubicBezTo>
                    <a:pt x="17" y="79"/>
                    <a:pt x="17" y="79"/>
                    <a:pt x="32" y="79"/>
                  </a:cubicBezTo>
                  <a:lnTo>
                    <a:pt x="32" y="79"/>
                  </a:lnTo>
                  <a:cubicBezTo>
                    <a:pt x="32" y="95"/>
                    <a:pt x="32" y="95"/>
                    <a:pt x="48" y="95"/>
                  </a:cubicBezTo>
                  <a:lnTo>
                    <a:pt x="63" y="95"/>
                  </a:lnTo>
                  <a:cubicBezTo>
                    <a:pt x="63" y="79"/>
                    <a:pt x="80" y="79"/>
                    <a:pt x="80" y="79"/>
                  </a:cubicBezTo>
                  <a:lnTo>
                    <a:pt x="80" y="64"/>
                  </a:lnTo>
                  <a:lnTo>
                    <a:pt x="80" y="47"/>
                  </a:ln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96" name="Google Shape;996;p35"/>
            <p:cNvSpPr/>
            <p:nvPr/>
          </p:nvSpPr>
          <p:spPr>
            <a:xfrm>
              <a:off x="3156985" y="1820821"/>
              <a:ext cx="3021" cy="3021"/>
            </a:xfrm>
            <a:custGeom>
              <a:avLst/>
              <a:gdLst/>
              <a:ahLst/>
              <a:cxnLst/>
              <a:rect l="l" t="t" r="r" b="b"/>
              <a:pathLst>
                <a:path w="95" h="95" extrusionOk="0">
                  <a:moveTo>
                    <a:pt x="47" y="0"/>
                  </a:moveTo>
                  <a:lnTo>
                    <a:pt x="32" y="0"/>
                  </a:lnTo>
                  <a:lnTo>
                    <a:pt x="32" y="0"/>
                  </a:lnTo>
                  <a:lnTo>
                    <a:pt x="32" y="0"/>
                  </a:lnTo>
                  <a:cubicBezTo>
                    <a:pt x="15" y="17"/>
                    <a:pt x="0" y="32"/>
                    <a:pt x="15" y="48"/>
                  </a:cubicBezTo>
                  <a:lnTo>
                    <a:pt x="15" y="80"/>
                  </a:lnTo>
                  <a:cubicBezTo>
                    <a:pt x="32" y="80"/>
                    <a:pt x="32" y="80"/>
                    <a:pt x="32" y="95"/>
                  </a:cubicBezTo>
                  <a:lnTo>
                    <a:pt x="47" y="95"/>
                  </a:lnTo>
                  <a:lnTo>
                    <a:pt x="63" y="95"/>
                  </a:lnTo>
                  <a:cubicBezTo>
                    <a:pt x="78" y="80"/>
                    <a:pt x="95" y="63"/>
                    <a:pt x="78" y="48"/>
                  </a:cubicBezTo>
                  <a:lnTo>
                    <a:pt x="78" y="17"/>
                  </a:lnTo>
                  <a:lnTo>
                    <a:pt x="78" y="17"/>
                  </a:lnTo>
                  <a:cubicBezTo>
                    <a:pt x="63" y="17"/>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97" name="Google Shape;997;p35"/>
            <p:cNvSpPr/>
            <p:nvPr/>
          </p:nvSpPr>
          <p:spPr>
            <a:xfrm>
              <a:off x="3064246" y="1826832"/>
              <a:ext cx="3053" cy="3021"/>
            </a:xfrm>
            <a:custGeom>
              <a:avLst/>
              <a:gdLst/>
              <a:ahLst/>
              <a:cxnLst/>
              <a:rect l="l" t="t" r="r" b="b"/>
              <a:pathLst>
                <a:path w="96" h="95" extrusionOk="0">
                  <a:moveTo>
                    <a:pt x="49" y="0"/>
                  </a:moveTo>
                  <a:lnTo>
                    <a:pt x="49" y="0"/>
                  </a:lnTo>
                  <a:lnTo>
                    <a:pt x="32" y="17"/>
                  </a:lnTo>
                  <a:lnTo>
                    <a:pt x="17" y="32"/>
                  </a:lnTo>
                  <a:lnTo>
                    <a:pt x="17" y="32"/>
                  </a:lnTo>
                  <a:cubicBezTo>
                    <a:pt x="1" y="48"/>
                    <a:pt x="1" y="48"/>
                    <a:pt x="1" y="63"/>
                  </a:cubicBezTo>
                  <a:cubicBezTo>
                    <a:pt x="1" y="63"/>
                    <a:pt x="17" y="63"/>
                    <a:pt x="17" y="80"/>
                  </a:cubicBezTo>
                  <a:lnTo>
                    <a:pt x="17" y="80"/>
                  </a:lnTo>
                  <a:cubicBezTo>
                    <a:pt x="32" y="95"/>
                    <a:pt x="32" y="95"/>
                    <a:pt x="49" y="95"/>
                  </a:cubicBezTo>
                  <a:lnTo>
                    <a:pt x="64" y="80"/>
                  </a:lnTo>
                  <a:lnTo>
                    <a:pt x="64" y="80"/>
                  </a:lnTo>
                  <a:lnTo>
                    <a:pt x="64" y="80"/>
                  </a:lnTo>
                  <a:lnTo>
                    <a:pt x="80" y="63"/>
                  </a:lnTo>
                  <a:cubicBezTo>
                    <a:pt x="80" y="63"/>
                    <a:pt x="80" y="48"/>
                    <a:pt x="95" y="48"/>
                  </a:cubicBezTo>
                  <a:cubicBezTo>
                    <a:pt x="95" y="32"/>
                    <a:pt x="95" y="17"/>
                    <a:pt x="80" y="17"/>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98" name="Google Shape;998;p35"/>
            <p:cNvSpPr/>
            <p:nvPr/>
          </p:nvSpPr>
          <p:spPr>
            <a:xfrm>
              <a:off x="3233632" y="1809785"/>
              <a:ext cx="3021" cy="3053"/>
            </a:xfrm>
            <a:custGeom>
              <a:avLst/>
              <a:gdLst/>
              <a:ahLst/>
              <a:cxnLst/>
              <a:rect l="l" t="t" r="r" b="b"/>
              <a:pathLst>
                <a:path w="95" h="96" extrusionOk="0">
                  <a:moveTo>
                    <a:pt x="48" y="1"/>
                  </a:moveTo>
                  <a:lnTo>
                    <a:pt x="48" y="17"/>
                  </a:lnTo>
                  <a:lnTo>
                    <a:pt x="16" y="17"/>
                  </a:lnTo>
                  <a:lnTo>
                    <a:pt x="16" y="32"/>
                  </a:lnTo>
                  <a:cubicBezTo>
                    <a:pt x="0" y="49"/>
                    <a:pt x="0" y="80"/>
                    <a:pt x="16" y="80"/>
                  </a:cubicBezTo>
                  <a:cubicBezTo>
                    <a:pt x="16" y="95"/>
                    <a:pt x="32" y="95"/>
                    <a:pt x="32" y="95"/>
                  </a:cubicBezTo>
                  <a:cubicBezTo>
                    <a:pt x="48" y="95"/>
                    <a:pt x="63" y="95"/>
                    <a:pt x="63" y="80"/>
                  </a:cubicBezTo>
                  <a:lnTo>
                    <a:pt x="79" y="64"/>
                  </a:lnTo>
                  <a:cubicBezTo>
                    <a:pt x="95" y="49"/>
                    <a:pt x="79" y="32"/>
                    <a:pt x="79" y="17"/>
                  </a:cubicBez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999" name="Google Shape;999;p35"/>
            <p:cNvSpPr/>
            <p:nvPr/>
          </p:nvSpPr>
          <p:spPr>
            <a:xfrm>
              <a:off x="3160452" y="1819803"/>
              <a:ext cx="3053" cy="2035"/>
            </a:xfrm>
            <a:custGeom>
              <a:avLst/>
              <a:gdLst/>
              <a:ahLst/>
              <a:cxnLst/>
              <a:rect l="l" t="t" r="r" b="b"/>
              <a:pathLst>
                <a:path w="96" h="64" extrusionOk="0">
                  <a:moveTo>
                    <a:pt x="32" y="1"/>
                  </a:moveTo>
                  <a:lnTo>
                    <a:pt x="32" y="1"/>
                  </a:lnTo>
                  <a:lnTo>
                    <a:pt x="32" y="1"/>
                  </a:lnTo>
                  <a:cubicBezTo>
                    <a:pt x="17" y="1"/>
                    <a:pt x="1" y="1"/>
                    <a:pt x="1" y="17"/>
                  </a:cubicBezTo>
                  <a:lnTo>
                    <a:pt x="1" y="32"/>
                  </a:lnTo>
                  <a:cubicBezTo>
                    <a:pt x="1" y="49"/>
                    <a:pt x="17" y="64"/>
                    <a:pt x="32" y="64"/>
                  </a:cubicBezTo>
                  <a:lnTo>
                    <a:pt x="49" y="64"/>
                  </a:lnTo>
                  <a:lnTo>
                    <a:pt x="49" y="64"/>
                  </a:lnTo>
                  <a:lnTo>
                    <a:pt x="64" y="64"/>
                  </a:lnTo>
                  <a:cubicBezTo>
                    <a:pt x="80" y="64"/>
                    <a:pt x="95" y="64"/>
                    <a:pt x="95" y="49"/>
                  </a:cubicBezTo>
                  <a:cubicBezTo>
                    <a:pt x="95" y="32"/>
                    <a:pt x="95" y="17"/>
                    <a:pt x="80" y="1"/>
                  </a:cubicBezTo>
                  <a:lnTo>
                    <a:pt x="64" y="1"/>
                  </a:lnTo>
                  <a:lnTo>
                    <a:pt x="49"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00" name="Google Shape;1000;p35"/>
            <p:cNvSpPr/>
            <p:nvPr/>
          </p:nvSpPr>
          <p:spPr>
            <a:xfrm>
              <a:off x="3377926" y="1792261"/>
              <a:ext cx="3053" cy="2512"/>
            </a:xfrm>
            <a:custGeom>
              <a:avLst/>
              <a:gdLst/>
              <a:ahLst/>
              <a:cxnLst/>
              <a:rect l="l" t="t" r="r" b="b"/>
              <a:pathLst>
                <a:path w="96" h="79" extrusionOk="0">
                  <a:moveTo>
                    <a:pt x="64" y="1"/>
                  </a:moveTo>
                  <a:lnTo>
                    <a:pt x="64" y="1"/>
                  </a:lnTo>
                  <a:lnTo>
                    <a:pt x="64" y="1"/>
                  </a:lnTo>
                  <a:lnTo>
                    <a:pt x="32" y="1"/>
                  </a:lnTo>
                  <a:cubicBezTo>
                    <a:pt x="17" y="16"/>
                    <a:pt x="1" y="32"/>
                    <a:pt x="1" y="47"/>
                  </a:cubicBezTo>
                  <a:cubicBezTo>
                    <a:pt x="17" y="64"/>
                    <a:pt x="32" y="79"/>
                    <a:pt x="49" y="79"/>
                  </a:cubicBezTo>
                  <a:lnTo>
                    <a:pt x="49" y="79"/>
                  </a:lnTo>
                  <a:lnTo>
                    <a:pt x="64" y="79"/>
                  </a:lnTo>
                  <a:cubicBezTo>
                    <a:pt x="95" y="79"/>
                    <a:pt x="95" y="47"/>
                    <a:pt x="95" y="32"/>
                  </a:cubicBezTo>
                  <a:lnTo>
                    <a:pt x="95" y="32"/>
                  </a:lnTo>
                  <a:lnTo>
                    <a:pt x="95" y="16"/>
                  </a:lnTo>
                  <a:cubicBezTo>
                    <a:pt x="95" y="16"/>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01" name="Google Shape;1001;p35"/>
            <p:cNvSpPr/>
            <p:nvPr/>
          </p:nvSpPr>
          <p:spPr>
            <a:xfrm>
              <a:off x="3383936" y="1799767"/>
              <a:ext cx="3053" cy="3053"/>
            </a:xfrm>
            <a:custGeom>
              <a:avLst/>
              <a:gdLst/>
              <a:ahLst/>
              <a:cxnLst/>
              <a:rect l="l" t="t" r="r" b="b"/>
              <a:pathLst>
                <a:path w="96" h="96" extrusionOk="0">
                  <a:moveTo>
                    <a:pt x="64" y="1"/>
                  </a:moveTo>
                  <a:lnTo>
                    <a:pt x="49" y="1"/>
                  </a:lnTo>
                  <a:lnTo>
                    <a:pt x="32" y="17"/>
                  </a:lnTo>
                  <a:lnTo>
                    <a:pt x="17" y="32"/>
                  </a:lnTo>
                  <a:cubicBezTo>
                    <a:pt x="1" y="48"/>
                    <a:pt x="1" y="80"/>
                    <a:pt x="17" y="80"/>
                  </a:cubicBezTo>
                  <a:cubicBezTo>
                    <a:pt x="32" y="95"/>
                    <a:pt x="32" y="95"/>
                    <a:pt x="49" y="95"/>
                  </a:cubicBezTo>
                  <a:lnTo>
                    <a:pt x="64" y="80"/>
                  </a:lnTo>
                  <a:lnTo>
                    <a:pt x="80" y="64"/>
                  </a:lnTo>
                  <a:cubicBezTo>
                    <a:pt x="95" y="48"/>
                    <a:pt x="95" y="32"/>
                    <a:pt x="80"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02" name="Google Shape;1002;p35"/>
            <p:cNvSpPr/>
            <p:nvPr/>
          </p:nvSpPr>
          <p:spPr>
            <a:xfrm>
              <a:off x="3413005" y="1796269"/>
              <a:ext cx="4039" cy="3530"/>
            </a:xfrm>
            <a:custGeom>
              <a:avLst/>
              <a:gdLst/>
              <a:ahLst/>
              <a:cxnLst/>
              <a:rect l="l" t="t" r="r" b="b"/>
              <a:pathLst>
                <a:path w="127" h="111" extrusionOk="0">
                  <a:moveTo>
                    <a:pt x="80" y="1"/>
                  </a:moveTo>
                  <a:lnTo>
                    <a:pt x="80" y="1"/>
                  </a:lnTo>
                  <a:cubicBezTo>
                    <a:pt x="80" y="1"/>
                    <a:pt x="64" y="1"/>
                    <a:pt x="64" y="16"/>
                  </a:cubicBezTo>
                  <a:lnTo>
                    <a:pt x="48" y="1"/>
                  </a:lnTo>
                  <a:lnTo>
                    <a:pt x="32" y="16"/>
                  </a:lnTo>
                  <a:cubicBezTo>
                    <a:pt x="17" y="16"/>
                    <a:pt x="1" y="47"/>
                    <a:pt x="17" y="64"/>
                  </a:cubicBezTo>
                  <a:lnTo>
                    <a:pt x="32" y="95"/>
                  </a:lnTo>
                  <a:cubicBezTo>
                    <a:pt x="48" y="111"/>
                    <a:pt x="48" y="111"/>
                    <a:pt x="64" y="111"/>
                  </a:cubicBezTo>
                  <a:lnTo>
                    <a:pt x="64" y="111"/>
                  </a:lnTo>
                  <a:lnTo>
                    <a:pt x="80" y="111"/>
                  </a:lnTo>
                  <a:cubicBezTo>
                    <a:pt x="80" y="111"/>
                    <a:pt x="95" y="111"/>
                    <a:pt x="95" y="95"/>
                  </a:cubicBezTo>
                  <a:lnTo>
                    <a:pt x="111" y="79"/>
                  </a:lnTo>
                  <a:lnTo>
                    <a:pt x="111" y="64"/>
                  </a:lnTo>
                  <a:lnTo>
                    <a:pt x="111" y="47"/>
                  </a:lnTo>
                  <a:lnTo>
                    <a:pt x="127" y="47"/>
                  </a:lnTo>
                  <a:cubicBezTo>
                    <a:pt x="127"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03" name="Google Shape;1003;p35"/>
            <p:cNvSpPr/>
            <p:nvPr/>
          </p:nvSpPr>
          <p:spPr>
            <a:xfrm>
              <a:off x="3284232" y="1802279"/>
              <a:ext cx="3053" cy="2544"/>
            </a:xfrm>
            <a:custGeom>
              <a:avLst/>
              <a:gdLst/>
              <a:ahLst/>
              <a:cxnLst/>
              <a:rect l="l" t="t" r="r" b="b"/>
              <a:pathLst>
                <a:path w="96" h="80" extrusionOk="0">
                  <a:moveTo>
                    <a:pt x="48" y="1"/>
                  </a:moveTo>
                  <a:lnTo>
                    <a:pt x="48" y="1"/>
                  </a:lnTo>
                  <a:cubicBezTo>
                    <a:pt x="33" y="1"/>
                    <a:pt x="16" y="16"/>
                    <a:pt x="16" y="16"/>
                  </a:cubicBezTo>
                  <a:cubicBezTo>
                    <a:pt x="16" y="32"/>
                    <a:pt x="1" y="48"/>
                    <a:pt x="16" y="48"/>
                  </a:cubicBezTo>
                  <a:lnTo>
                    <a:pt x="16" y="64"/>
                  </a:lnTo>
                  <a:lnTo>
                    <a:pt x="33" y="79"/>
                  </a:lnTo>
                  <a:lnTo>
                    <a:pt x="64" y="79"/>
                  </a:lnTo>
                  <a:lnTo>
                    <a:pt x="64" y="79"/>
                  </a:lnTo>
                  <a:lnTo>
                    <a:pt x="96" y="79"/>
                  </a:lnTo>
                  <a:lnTo>
                    <a:pt x="96" y="64"/>
                  </a:lnTo>
                  <a:cubicBezTo>
                    <a:pt x="96" y="48"/>
                    <a:pt x="96" y="32"/>
                    <a:pt x="79"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04" name="Google Shape;1004;p35"/>
            <p:cNvSpPr/>
            <p:nvPr/>
          </p:nvSpPr>
          <p:spPr>
            <a:xfrm>
              <a:off x="3408521" y="1814333"/>
              <a:ext cx="3021" cy="2512"/>
            </a:xfrm>
            <a:custGeom>
              <a:avLst/>
              <a:gdLst/>
              <a:ahLst/>
              <a:cxnLst/>
              <a:rect l="l" t="t" r="r" b="b"/>
              <a:pathLst>
                <a:path w="95" h="79" extrusionOk="0">
                  <a:moveTo>
                    <a:pt x="32" y="0"/>
                  </a:moveTo>
                  <a:lnTo>
                    <a:pt x="32" y="0"/>
                  </a:lnTo>
                  <a:cubicBezTo>
                    <a:pt x="16" y="0"/>
                    <a:pt x="16" y="0"/>
                    <a:pt x="0" y="15"/>
                  </a:cubicBezTo>
                  <a:cubicBezTo>
                    <a:pt x="0" y="32"/>
                    <a:pt x="0" y="47"/>
                    <a:pt x="16" y="63"/>
                  </a:cubicBezTo>
                  <a:lnTo>
                    <a:pt x="32" y="78"/>
                  </a:lnTo>
                  <a:lnTo>
                    <a:pt x="47" y="78"/>
                  </a:lnTo>
                  <a:cubicBezTo>
                    <a:pt x="63" y="78"/>
                    <a:pt x="79" y="78"/>
                    <a:pt x="79" y="63"/>
                  </a:cubicBezTo>
                  <a:cubicBezTo>
                    <a:pt x="95" y="47"/>
                    <a:pt x="95" y="32"/>
                    <a:pt x="79"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05" name="Google Shape;1005;p35"/>
            <p:cNvSpPr/>
            <p:nvPr/>
          </p:nvSpPr>
          <p:spPr>
            <a:xfrm>
              <a:off x="3357889" y="1786727"/>
              <a:ext cx="3021" cy="2576"/>
            </a:xfrm>
            <a:custGeom>
              <a:avLst/>
              <a:gdLst/>
              <a:ahLst/>
              <a:cxnLst/>
              <a:rect l="l" t="t" r="r" b="b"/>
              <a:pathLst>
                <a:path w="95" h="81" extrusionOk="0">
                  <a:moveTo>
                    <a:pt x="63" y="1"/>
                  </a:moveTo>
                  <a:lnTo>
                    <a:pt x="63" y="1"/>
                  </a:lnTo>
                  <a:lnTo>
                    <a:pt x="48" y="1"/>
                  </a:lnTo>
                  <a:lnTo>
                    <a:pt x="17" y="17"/>
                  </a:lnTo>
                  <a:cubicBezTo>
                    <a:pt x="0" y="17"/>
                    <a:pt x="0" y="32"/>
                    <a:pt x="0" y="49"/>
                  </a:cubicBezTo>
                  <a:lnTo>
                    <a:pt x="32" y="80"/>
                  </a:lnTo>
                  <a:lnTo>
                    <a:pt x="48" y="80"/>
                  </a:lnTo>
                  <a:lnTo>
                    <a:pt x="80" y="64"/>
                  </a:lnTo>
                  <a:cubicBezTo>
                    <a:pt x="95" y="49"/>
                    <a:pt x="95" y="32"/>
                    <a:pt x="95" y="17"/>
                  </a:cubicBezTo>
                  <a:cubicBezTo>
                    <a:pt x="80"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06" name="Google Shape;1006;p35"/>
            <p:cNvSpPr/>
            <p:nvPr/>
          </p:nvSpPr>
          <p:spPr>
            <a:xfrm>
              <a:off x="3312792" y="1791275"/>
              <a:ext cx="3021" cy="2512"/>
            </a:xfrm>
            <a:custGeom>
              <a:avLst/>
              <a:gdLst/>
              <a:ahLst/>
              <a:cxnLst/>
              <a:rect l="l" t="t" r="r" b="b"/>
              <a:pathLst>
                <a:path w="95" h="79" extrusionOk="0">
                  <a:moveTo>
                    <a:pt x="48" y="0"/>
                  </a:moveTo>
                  <a:lnTo>
                    <a:pt x="48" y="0"/>
                  </a:lnTo>
                  <a:lnTo>
                    <a:pt x="17" y="0"/>
                  </a:lnTo>
                  <a:cubicBezTo>
                    <a:pt x="0" y="15"/>
                    <a:pt x="17" y="47"/>
                    <a:pt x="32" y="47"/>
                  </a:cubicBezTo>
                  <a:lnTo>
                    <a:pt x="48" y="63"/>
                  </a:lnTo>
                  <a:cubicBezTo>
                    <a:pt x="48" y="78"/>
                    <a:pt x="63" y="78"/>
                    <a:pt x="63" y="78"/>
                  </a:cubicBezTo>
                  <a:cubicBezTo>
                    <a:pt x="80" y="78"/>
                    <a:pt x="80" y="78"/>
                    <a:pt x="95" y="63"/>
                  </a:cubicBezTo>
                  <a:cubicBezTo>
                    <a:pt x="95" y="47"/>
                    <a:pt x="95" y="32"/>
                    <a:pt x="80"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07" name="Google Shape;1007;p35"/>
            <p:cNvSpPr/>
            <p:nvPr/>
          </p:nvSpPr>
          <p:spPr>
            <a:xfrm>
              <a:off x="3052224" y="1817800"/>
              <a:ext cx="2544" cy="3053"/>
            </a:xfrm>
            <a:custGeom>
              <a:avLst/>
              <a:gdLst/>
              <a:ahLst/>
              <a:cxnLst/>
              <a:rect l="l" t="t" r="r" b="b"/>
              <a:pathLst>
                <a:path w="80" h="96" extrusionOk="0">
                  <a:moveTo>
                    <a:pt x="48" y="1"/>
                  </a:moveTo>
                  <a:lnTo>
                    <a:pt x="48" y="1"/>
                  </a:lnTo>
                  <a:cubicBezTo>
                    <a:pt x="32" y="1"/>
                    <a:pt x="17" y="17"/>
                    <a:pt x="17" y="17"/>
                  </a:cubicBezTo>
                  <a:lnTo>
                    <a:pt x="1" y="32"/>
                  </a:lnTo>
                  <a:lnTo>
                    <a:pt x="1" y="49"/>
                  </a:lnTo>
                  <a:cubicBezTo>
                    <a:pt x="1" y="64"/>
                    <a:pt x="1" y="80"/>
                    <a:pt x="17" y="80"/>
                  </a:cubicBezTo>
                  <a:cubicBezTo>
                    <a:pt x="17" y="80"/>
                    <a:pt x="17" y="95"/>
                    <a:pt x="32" y="95"/>
                  </a:cubicBezTo>
                  <a:lnTo>
                    <a:pt x="48" y="80"/>
                  </a:lnTo>
                  <a:lnTo>
                    <a:pt x="64" y="80"/>
                  </a:lnTo>
                  <a:lnTo>
                    <a:pt x="64" y="64"/>
                  </a:lnTo>
                  <a:cubicBezTo>
                    <a:pt x="80" y="49"/>
                    <a:pt x="80" y="17"/>
                    <a:pt x="64" y="17"/>
                  </a:cubicBez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08" name="Google Shape;1008;p35"/>
            <p:cNvSpPr/>
            <p:nvPr/>
          </p:nvSpPr>
          <p:spPr>
            <a:xfrm>
              <a:off x="3202560" y="1801771"/>
              <a:ext cx="2544" cy="3053"/>
            </a:xfrm>
            <a:custGeom>
              <a:avLst/>
              <a:gdLst/>
              <a:ahLst/>
              <a:cxnLst/>
              <a:rect l="l" t="t" r="r" b="b"/>
              <a:pathLst>
                <a:path w="80" h="96" extrusionOk="0">
                  <a:moveTo>
                    <a:pt x="48" y="1"/>
                  </a:moveTo>
                  <a:lnTo>
                    <a:pt x="48" y="1"/>
                  </a:lnTo>
                  <a:cubicBezTo>
                    <a:pt x="32" y="1"/>
                    <a:pt x="32" y="17"/>
                    <a:pt x="17" y="17"/>
                  </a:cubicBezTo>
                  <a:lnTo>
                    <a:pt x="0" y="32"/>
                  </a:lnTo>
                  <a:cubicBezTo>
                    <a:pt x="0" y="48"/>
                    <a:pt x="0" y="64"/>
                    <a:pt x="17" y="80"/>
                  </a:cubicBezTo>
                  <a:cubicBezTo>
                    <a:pt x="17" y="95"/>
                    <a:pt x="32" y="95"/>
                    <a:pt x="32" y="95"/>
                  </a:cubicBezTo>
                  <a:lnTo>
                    <a:pt x="32" y="95"/>
                  </a:lnTo>
                  <a:cubicBezTo>
                    <a:pt x="48" y="95"/>
                    <a:pt x="48" y="95"/>
                    <a:pt x="63" y="80"/>
                  </a:cubicBezTo>
                  <a:lnTo>
                    <a:pt x="63" y="80"/>
                  </a:lnTo>
                  <a:lnTo>
                    <a:pt x="80" y="64"/>
                  </a:lnTo>
                  <a:cubicBezTo>
                    <a:pt x="80" y="48"/>
                    <a:pt x="80" y="32"/>
                    <a:pt x="63" y="17"/>
                  </a:cubicBezTo>
                  <a:cubicBezTo>
                    <a:pt x="63"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09" name="Google Shape;1009;p35"/>
            <p:cNvSpPr/>
            <p:nvPr/>
          </p:nvSpPr>
          <p:spPr>
            <a:xfrm>
              <a:off x="3431578" y="1806287"/>
              <a:ext cx="3021" cy="2035"/>
            </a:xfrm>
            <a:custGeom>
              <a:avLst/>
              <a:gdLst/>
              <a:ahLst/>
              <a:cxnLst/>
              <a:rect l="l" t="t" r="r" b="b"/>
              <a:pathLst>
                <a:path w="95" h="64" extrusionOk="0">
                  <a:moveTo>
                    <a:pt x="63" y="1"/>
                  </a:moveTo>
                  <a:lnTo>
                    <a:pt x="47" y="1"/>
                  </a:lnTo>
                  <a:lnTo>
                    <a:pt x="32" y="1"/>
                  </a:lnTo>
                  <a:cubicBezTo>
                    <a:pt x="15" y="1"/>
                    <a:pt x="15" y="1"/>
                    <a:pt x="0" y="16"/>
                  </a:cubicBezTo>
                  <a:lnTo>
                    <a:pt x="0" y="32"/>
                  </a:lnTo>
                  <a:lnTo>
                    <a:pt x="0" y="48"/>
                  </a:lnTo>
                  <a:lnTo>
                    <a:pt x="15" y="64"/>
                  </a:lnTo>
                  <a:lnTo>
                    <a:pt x="32" y="64"/>
                  </a:lnTo>
                  <a:lnTo>
                    <a:pt x="32" y="64"/>
                  </a:lnTo>
                  <a:lnTo>
                    <a:pt x="63" y="64"/>
                  </a:lnTo>
                  <a:cubicBezTo>
                    <a:pt x="78" y="64"/>
                    <a:pt x="95" y="48"/>
                    <a:pt x="95" y="32"/>
                  </a:cubicBezTo>
                  <a:lnTo>
                    <a:pt x="95" y="32"/>
                  </a:lnTo>
                  <a:cubicBezTo>
                    <a:pt x="95"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10" name="Google Shape;1010;p35"/>
            <p:cNvSpPr/>
            <p:nvPr/>
          </p:nvSpPr>
          <p:spPr>
            <a:xfrm>
              <a:off x="3205550" y="1828836"/>
              <a:ext cx="3053" cy="2544"/>
            </a:xfrm>
            <a:custGeom>
              <a:avLst/>
              <a:gdLst/>
              <a:ahLst/>
              <a:cxnLst/>
              <a:rect l="l" t="t" r="r" b="b"/>
              <a:pathLst>
                <a:path w="96" h="80" extrusionOk="0">
                  <a:moveTo>
                    <a:pt x="49" y="0"/>
                  </a:moveTo>
                  <a:lnTo>
                    <a:pt x="49" y="0"/>
                  </a:lnTo>
                  <a:lnTo>
                    <a:pt x="32" y="0"/>
                  </a:lnTo>
                  <a:lnTo>
                    <a:pt x="17" y="32"/>
                  </a:lnTo>
                  <a:cubicBezTo>
                    <a:pt x="1" y="32"/>
                    <a:pt x="1" y="63"/>
                    <a:pt x="17" y="80"/>
                  </a:cubicBezTo>
                  <a:lnTo>
                    <a:pt x="32" y="80"/>
                  </a:lnTo>
                  <a:lnTo>
                    <a:pt x="32" y="48"/>
                  </a:lnTo>
                  <a:lnTo>
                    <a:pt x="64" y="48"/>
                  </a:lnTo>
                  <a:lnTo>
                    <a:pt x="64" y="48"/>
                  </a:lnTo>
                  <a:lnTo>
                    <a:pt x="80" y="48"/>
                  </a:lnTo>
                  <a:lnTo>
                    <a:pt x="80" y="48"/>
                  </a:lnTo>
                  <a:cubicBezTo>
                    <a:pt x="95" y="32"/>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11" name="Google Shape;1011;p35"/>
            <p:cNvSpPr/>
            <p:nvPr/>
          </p:nvSpPr>
          <p:spPr>
            <a:xfrm>
              <a:off x="3318326" y="1817800"/>
              <a:ext cx="3021" cy="2035"/>
            </a:xfrm>
            <a:custGeom>
              <a:avLst/>
              <a:gdLst/>
              <a:ahLst/>
              <a:cxnLst/>
              <a:rect l="l" t="t" r="r" b="b"/>
              <a:pathLst>
                <a:path w="95" h="64" extrusionOk="0">
                  <a:moveTo>
                    <a:pt x="63" y="1"/>
                  </a:moveTo>
                  <a:lnTo>
                    <a:pt x="63" y="1"/>
                  </a:lnTo>
                  <a:lnTo>
                    <a:pt x="32" y="1"/>
                  </a:lnTo>
                  <a:lnTo>
                    <a:pt x="32" y="1"/>
                  </a:lnTo>
                  <a:cubicBezTo>
                    <a:pt x="16" y="1"/>
                    <a:pt x="0" y="17"/>
                    <a:pt x="0" y="32"/>
                  </a:cubicBezTo>
                  <a:cubicBezTo>
                    <a:pt x="0" y="49"/>
                    <a:pt x="0" y="49"/>
                    <a:pt x="16" y="64"/>
                  </a:cubicBezTo>
                  <a:lnTo>
                    <a:pt x="32" y="64"/>
                  </a:lnTo>
                  <a:lnTo>
                    <a:pt x="47" y="64"/>
                  </a:lnTo>
                  <a:lnTo>
                    <a:pt x="63" y="64"/>
                  </a:lnTo>
                  <a:cubicBezTo>
                    <a:pt x="79" y="64"/>
                    <a:pt x="95" y="49"/>
                    <a:pt x="95" y="32"/>
                  </a:cubicBezTo>
                  <a:cubicBezTo>
                    <a:pt x="95"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12" name="Google Shape;1012;p35"/>
            <p:cNvSpPr/>
            <p:nvPr/>
          </p:nvSpPr>
          <p:spPr>
            <a:xfrm>
              <a:off x="3398503" y="1809785"/>
              <a:ext cx="2512" cy="3053"/>
            </a:xfrm>
            <a:custGeom>
              <a:avLst/>
              <a:gdLst/>
              <a:ahLst/>
              <a:cxnLst/>
              <a:rect l="l" t="t" r="r" b="b"/>
              <a:pathLst>
                <a:path w="79" h="96" extrusionOk="0">
                  <a:moveTo>
                    <a:pt x="32" y="1"/>
                  </a:moveTo>
                  <a:lnTo>
                    <a:pt x="32" y="1"/>
                  </a:lnTo>
                  <a:lnTo>
                    <a:pt x="32" y="1"/>
                  </a:lnTo>
                  <a:lnTo>
                    <a:pt x="32" y="1"/>
                  </a:lnTo>
                  <a:cubicBezTo>
                    <a:pt x="15" y="1"/>
                    <a:pt x="15" y="17"/>
                    <a:pt x="0" y="32"/>
                  </a:cubicBezTo>
                  <a:lnTo>
                    <a:pt x="0" y="32"/>
                  </a:lnTo>
                  <a:lnTo>
                    <a:pt x="0" y="49"/>
                  </a:lnTo>
                  <a:lnTo>
                    <a:pt x="0" y="49"/>
                  </a:lnTo>
                  <a:cubicBezTo>
                    <a:pt x="0" y="64"/>
                    <a:pt x="0" y="80"/>
                    <a:pt x="15" y="95"/>
                  </a:cubicBezTo>
                  <a:lnTo>
                    <a:pt x="32" y="95"/>
                  </a:lnTo>
                  <a:lnTo>
                    <a:pt x="47" y="95"/>
                  </a:lnTo>
                  <a:cubicBezTo>
                    <a:pt x="47" y="95"/>
                    <a:pt x="63" y="80"/>
                    <a:pt x="63" y="64"/>
                  </a:cubicBezTo>
                  <a:lnTo>
                    <a:pt x="63" y="64"/>
                  </a:lnTo>
                  <a:lnTo>
                    <a:pt x="63" y="64"/>
                  </a:lnTo>
                  <a:lnTo>
                    <a:pt x="78" y="49"/>
                  </a:lnTo>
                  <a:lnTo>
                    <a:pt x="78" y="49"/>
                  </a:lnTo>
                  <a:lnTo>
                    <a:pt x="78" y="32"/>
                  </a:lnTo>
                  <a:cubicBezTo>
                    <a:pt x="63" y="17"/>
                    <a:pt x="63"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13" name="Google Shape;1013;p35"/>
            <p:cNvSpPr/>
            <p:nvPr/>
          </p:nvSpPr>
          <p:spPr>
            <a:xfrm>
              <a:off x="3206567" y="1830362"/>
              <a:ext cx="2544" cy="2512"/>
            </a:xfrm>
            <a:custGeom>
              <a:avLst/>
              <a:gdLst/>
              <a:ahLst/>
              <a:cxnLst/>
              <a:rect l="l" t="t" r="r" b="b"/>
              <a:pathLst>
                <a:path w="80" h="79" extrusionOk="0">
                  <a:moveTo>
                    <a:pt x="32" y="0"/>
                  </a:moveTo>
                  <a:lnTo>
                    <a:pt x="32" y="0"/>
                  </a:lnTo>
                  <a:lnTo>
                    <a:pt x="0" y="0"/>
                  </a:lnTo>
                  <a:lnTo>
                    <a:pt x="0" y="32"/>
                  </a:lnTo>
                  <a:lnTo>
                    <a:pt x="0" y="47"/>
                  </a:lnTo>
                  <a:lnTo>
                    <a:pt x="17" y="63"/>
                  </a:lnTo>
                  <a:cubicBezTo>
                    <a:pt x="32" y="78"/>
                    <a:pt x="32" y="78"/>
                    <a:pt x="48" y="78"/>
                  </a:cubicBezTo>
                  <a:cubicBezTo>
                    <a:pt x="48" y="78"/>
                    <a:pt x="63" y="63"/>
                    <a:pt x="80" y="63"/>
                  </a:cubicBezTo>
                  <a:cubicBezTo>
                    <a:pt x="80" y="47"/>
                    <a:pt x="80" y="32"/>
                    <a:pt x="63"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14" name="Google Shape;1014;p35"/>
            <p:cNvSpPr/>
            <p:nvPr/>
          </p:nvSpPr>
          <p:spPr>
            <a:xfrm>
              <a:off x="3429034" y="1781734"/>
              <a:ext cx="4039" cy="3021"/>
            </a:xfrm>
            <a:custGeom>
              <a:avLst/>
              <a:gdLst/>
              <a:ahLst/>
              <a:cxnLst/>
              <a:rect l="l" t="t" r="r" b="b"/>
              <a:pathLst>
                <a:path w="127" h="95" extrusionOk="0">
                  <a:moveTo>
                    <a:pt x="80" y="0"/>
                  </a:moveTo>
                  <a:lnTo>
                    <a:pt x="80" y="0"/>
                  </a:lnTo>
                  <a:lnTo>
                    <a:pt x="64" y="0"/>
                  </a:lnTo>
                  <a:lnTo>
                    <a:pt x="32" y="32"/>
                  </a:lnTo>
                  <a:lnTo>
                    <a:pt x="17" y="32"/>
                  </a:lnTo>
                  <a:cubicBezTo>
                    <a:pt x="17" y="32"/>
                    <a:pt x="1" y="48"/>
                    <a:pt x="1" y="63"/>
                  </a:cubicBezTo>
                  <a:lnTo>
                    <a:pt x="1" y="80"/>
                  </a:lnTo>
                  <a:cubicBezTo>
                    <a:pt x="17" y="95"/>
                    <a:pt x="32" y="95"/>
                    <a:pt x="32" y="95"/>
                  </a:cubicBezTo>
                  <a:lnTo>
                    <a:pt x="49" y="95"/>
                  </a:lnTo>
                  <a:lnTo>
                    <a:pt x="95" y="63"/>
                  </a:lnTo>
                  <a:lnTo>
                    <a:pt x="95" y="63"/>
                  </a:lnTo>
                  <a:cubicBezTo>
                    <a:pt x="112"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15" name="Google Shape;1015;p35"/>
            <p:cNvSpPr/>
            <p:nvPr/>
          </p:nvSpPr>
          <p:spPr>
            <a:xfrm>
              <a:off x="3362914" y="1788731"/>
              <a:ext cx="3021" cy="3053"/>
            </a:xfrm>
            <a:custGeom>
              <a:avLst/>
              <a:gdLst/>
              <a:ahLst/>
              <a:cxnLst/>
              <a:rect l="l" t="t" r="r" b="b"/>
              <a:pathLst>
                <a:path w="95" h="96" extrusionOk="0">
                  <a:moveTo>
                    <a:pt x="48" y="1"/>
                  </a:moveTo>
                  <a:lnTo>
                    <a:pt x="32" y="1"/>
                  </a:lnTo>
                  <a:lnTo>
                    <a:pt x="32" y="1"/>
                  </a:lnTo>
                  <a:cubicBezTo>
                    <a:pt x="16" y="17"/>
                    <a:pt x="0" y="32"/>
                    <a:pt x="16" y="49"/>
                  </a:cubicBezTo>
                  <a:lnTo>
                    <a:pt x="16" y="80"/>
                  </a:lnTo>
                  <a:cubicBezTo>
                    <a:pt x="32" y="95"/>
                    <a:pt x="32" y="95"/>
                    <a:pt x="48" y="95"/>
                  </a:cubicBezTo>
                  <a:lnTo>
                    <a:pt x="63" y="95"/>
                  </a:lnTo>
                  <a:cubicBezTo>
                    <a:pt x="79" y="80"/>
                    <a:pt x="95" y="64"/>
                    <a:pt x="79" y="49"/>
                  </a:cubicBezTo>
                  <a:lnTo>
                    <a:pt x="79" y="32"/>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16" name="Google Shape;1016;p35"/>
            <p:cNvSpPr/>
            <p:nvPr/>
          </p:nvSpPr>
          <p:spPr>
            <a:xfrm>
              <a:off x="3414532" y="1805778"/>
              <a:ext cx="3021" cy="2544"/>
            </a:xfrm>
            <a:custGeom>
              <a:avLst/>
              <a:gdLst/>
              <a:ahLst/>
              <a:cxnLst/>
              <a:rect l="l" t="t" r="r" b="b"/>
              <a:pathLst>
                <a:path w="95" h="80" extrusionOk="0">
                  <a:moveTo>
                    <a:pt x="63" y="1"/>
                  </a:moveTo>
                  <a:lnTo>
                    <a:pt x="63" y="1"/>
                  </a:lnTo>
                  <a:lnTo>
                    <a:pt x="47" y="1"/>
                  </a:lnTo>
                  <a:lnTo>
                    <a:pt x="32" y="17"/>
                  </a:lnTo>
                  <a:cubicBezTo>
                    <a:pt x="16" y="17"/>
                    <a:pt x="16" y="17"/>
                    <a:pt x="16" y="32"/>
                  </a:cubicBezTo>
                  <a:cubicBezTo>
                    <a:pt x="0" y="32"/>
                    <a:pt x="0" y="48"/>
                    <a:pt x="0" y="64"/>
                  </a:cubicBezTo>
                  <a:cubicBezTo>
                    <a:pt x="16" y="80"/>
                    <a:pt x="32" y="80"/>
                    <a:pt x="32" y="80"/>
                  </a:cubicBezTo>
                  <a:lnTo>
                    <a:pt x="32" y="80"/>
                  </a:lnTo>
                  <a:lnTo>
                    <a:pt x="47" y="80"/>
                  </a:lnTo>
                  <a:lnTo>
                    <a:pt x="79" y="64"/>
                  </a:lnTo>
                  <a:cubicBezTo>
                    <a:pt x="95" y="64"/>
                    <a:pt x="95" y="48"/>
                    <a:pt x="95" y="32"/>
                  </a:cubicBezTo>
                  <a:lnTo>
                    <a:pt x="95" y="32"/>
                  </a:lnTo>
                  <a:lnTo>
                    <a:pt x="95" y="17"/>
                  </a:lnTo>
                  <a:cubicBezTo>
                    <a:pt x="79" y="17"/>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17" name="Google Shape;1017;p35"/>
            <p:cNvSpPr/>
            <p:nvPr/>
          </p:nvSpPr>
          <p:spPr>
            <a:xfrm>
              <a:off x="3143946" y="1833829"/>
              <a:ext cx="3021" cy="3053"/>
            </a:xfrm>
            <a:custGeom>
              <a:avLst/>
              <a:gdLst/>
              <a:ahLst/>
              <a:cxnLst/>
              <a:rect l="l" t="t" r="r" b="b"/>
              <a:pathLst>
                <a:path w="95" h="96" extrusionOk="0">
                  <a:moveTo>
                    <a:pt x="47" y="1"/>
                  </a:moveTo>
                  <a:lnTo>
                    <a:pt x="32" y="1"/>
                  </a:lnTo>
                  <a:cubicBezTo>
                    <a:pt x="32" y="17"/>
                    <a:pt x="16" y="17"/>
                    <a:pt x="16" y="17"/>
                  </a:cubicBezTo>
                  <a:cubicBezTo>
                    <a:pt x="0" y="32"/>
                    <a:pt x="0" y="64"/>
                    <a:pt x="16" y="64"/>
                  </a:cubicBezTo>
                  <a:lnTo>
                    <a:pt x="32" y="80"/>
                  </a:lnTo>
                  <a:cubicBezTo>
                    <a:pt x="47" y="80"/>
                    <a:pt x="47" y="95"/>
                    <a:pt x="63" y="95"/>
                  </a:cubicBezTo>
                  <a:lnTo>
                    <a:pt x="79" y="80"/>
                  </a:lnTo>
                  <a:cubicBezTo>
                    <a:pt x="95" y="64"/>
                    <a:pt x="95" y="49"/>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18" name="Google Shape;1018;p35"/>
            <p:cNvSpPr/>
            <p:nvPr/>
          </p:nvSpPr>
          <p:spPr>
            <a:xfrm>
              <a:off x="3191524" y="1829344"/>
              <a:ext cx="3053" cy="2512"/>
            </a:xfrm>
            <a:custGeom>
              <a:avLst/>
              <a:gdLst/>
              <a:ahLst/>
              <a:cxnLst/>
              <a:rect l="l" t="t" r="r" b="b"/>
              <a:pathLst>
                <a:path w="96" h="79" extrusionOk="0">
                  <a:moveTo>
                    <a:pt x="64" y="1"/>
                  </a:moveTo>
                  <a:lnTo>
                    <a:pt x="64" y="1"/>
                  </a:lnTo>
                  <a:lnTo>
                    <a:pt x="32" y="1"/>
                  </a:lnTo>
                  <a:lnTo>
                    <a:pt x="17" y="16"/>
                  </a:lnTo>
                  <a:cubicBezTo>
                    <a:pt x="1" y="32"/>
                    <a:pt x="17" y="64"/>
                    <a:pt x="32" y="64"/>
                  </a:cubicBezTo>
                  <a:cubicBezTo>
                    <a:pt x="32" y="79"/>
                    <a:pt x="32" y="79"/>
                    <a:pt x="48" y="79"/>
                  </a:cubicBezTo>
                  <a:cubicBezTo>
                    <a:pt x="64" y="79"/>
                    <a:pt x="64" y="79"/>
                    <a:pt x="80" y="64"/>
                  </a:cubicBezTo>
                  <a:lnTo>
                    <a:pt x="80" y="47"/>
                  </a:lnTo>
                  <a:cubicBezTo>
                    <a:pt x="95" y="32"/>
                    <a:pt x="95" y="16"/>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19" name="Google Shape;1019;p35"/>
            <p:cNvSpPr/>
            <p:nvPr/>
          </p:nvSpPr>
          <p:spPr>
            <a:xfrm>
              <a:off x="3452601" y="1781257"/>
              <a:ext cx="3530" cy="2035"/>
            </a:xfrm>
            <a:custGeom>
              <a:avLst/>
              <a:gdLst/>
              <a:ahLst/>
              <a:cxnLst/>
              <a:rect l="l" t="t" r="r" b="b"/>
              <a:pathLst>
                <a:path w="111" h="64" extrusionOk="0">
                  <a:moveTo>
                    <a:pt x="48" y="0"/>
                  </a:moveTo>
                  <a:lnTo>
                    <a:pt x="32" y="0"/>
                  </a:lnTo>
                  <a:cubicBezTo>
                    <a:pt x="16" y="0"/>
                    <a:pt x="16" y="15"/>
                    <a:pt x="1" y="15"/>
                  </a:cubicBezTo>
                  <a:cubicBezTo>
                    <a:pt x="1" y="47"/>
                    <a:pt x="16" y="63"/>
                    <a:pt x="32" y="63"/>
                  </a:cubicBezTo>
                  <a:lnTo>
                    <a:pt x="64" y="63"/>
                  </a:lnTo>
                  <a:lnTo>
                    <a:pt x="64" y="63"/>
                  </a:lnTo>
                  <a:cubicBezTo>
                    <a:pt x="79" y="63"/>
                    <a:pt x="95" y="63"/>
                    <a:pt x="95" y="47"/>
                  </a:cubicBezTo>
                  <a:cubicBezTo>
                    <a:pt x="111" y="32"/>
                    <a:pt x="95" y="0"/>
                    <a:pt x="79"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20" name="Google Shape;1020;p35"/>
            <p:cNvSpPr/>
            <p:nvPr/>
          </p:nvSpPr>
          <p:spPr>
            <a:xfrm>
              <a:off x="3260188" y="1822825"/>
              <a:ext cx="3053" cy="2544"/>
            </a:xfrm>
            <a:custGeom>
              <a:avLst/>
              <a:gdLst/>
              <a:ahLst/>
              <a:cxnLst/>
              <a:rect l="l" t="t" r="r" b="b"/>
              <a:pathLst>
                <a:path w="96" h="80" extrusionOk="0">
                  <a:moveTo>
                    <a:pt x="32" y="0"/>
                  </a:moveTo>
                  <a:lnTo>
                    <a:pt x="32" y="0"/>
                  </a:lnTo>
                  <a:lnTo>
                    <a:pt x="16" y="0"/>
                  </a:lnTo>
                  <a:cubicBezTo>
                    <a:pt x="1" y="17"/>
                    <a:pt x="1" y="48"/>
                    <a:pt x="16" y="48"/>
                  </a:cubicBezTo>
                  <a:lnTo>
                    <a:pt x="32" y="63"/>
                  </a:lnTo>
                  <a:cubicBezTo>
                    <a:pt x="32" y="80"/>
                    <a:pt x="47" y="80"/>
                    <a:pt x="47" y="80"/>
                  </a:cubicBezTo>
                  <a:cubicBezTo>
                    <a:pt x="64" y="80"/>
                    <a:pt x="79" y="63"/>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21" name="Google Shape;1021;p35"/>
            <p:cNvSpPr/>
            <p:nvPr/>
          </p:nvSpPr>
          <p:spPr>
            <a:xfrm>
              <a:off x="3039185" y="1822825"/>
              <a:ext cx="3053" cy="2544"/>
            </a:xfrm>
            <a:custGeom>
              <a:avLst/>
              <a:gdLst/>
              <a:ahLst/>
              <a:cxnLst/>
              <a:rect l="l" t="t" r="r" b="b"/>
              <a:pathLst>
                <a:path w="96" h="80" extrusionOk="0">
                  <a:moveTo>
                    <a:pt x="49" y="0"/>
                  </a:moveTo>
                  <a:lnTo>
                    <a:pt x="32" y="0"/>
                  </a:lnTo>
                  <a:lnTo>
                    <a:pt x="32" y="0"/>
                  </a:lnTo>
                  <a:lnTo>
                    <a:pt x="1" y="32"/>
                  </a:lnTo>
                  <a:lnTo>
                    <a:pt x="1" y="32"/>
                  </a:lnTo>
                  <a:lnTo>
                    <a:pt x="1" y="48"/>
                  </a:lnTo>
                  <a:lnTo>
                    <a:pt x="32" y="80"/>
                  </a:lnTo>
                  <a:lnTo>
                    <a:pt x="64" y="80"/>
                  </a:lnTo>
                  <a:lnTo>
                    <a:pt x="64" y="80"/>
                  </a:lnTo>
                  <a:cubicBezTo>
                    <a:pt x="80" y="80"/>
                    <a:pt x="95" y="63"/>
                    <a:pt x="95" y="48"/>
                  </a:cubicBezTo>
                  <a:lnTo>
                    <a:pt x="95" y="48"/>
                  </a:lnTo>
                  <a:lnTo>
                    <a:pt x="95" y="32"/>
                  </a:lnTo>
                  <a:cubicBezTo>
                    <a:pt x="95" y="17"/>
                    <a:pt x="80" y="17"/>
                    <a:pt x="80"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22" name="Google Shape;1022;p35"/>
            <p:cNvSpPr/>
            <p:nvPr/>
          </p:nvSpPr>
          <p:spPr>
            <a:xfrm>
              <a:off x="3404513" y="1813315"/>
              <a:ext cx="2512" cy="2512"/>
            </a:xfrm>
            <a:custGeom>
              <a:avLst/>
              <a:gdLst/>
              <a:ahLst/>
              <a:cxnLst/>
              <a:rect l="l" t="t" r="r" b="b"/>
              <a:pathLst>
                <a:path w="79" h="79" extrusionOk="0">
                  <a:moveTo>
                    <a:pt x="47" y="1"/>
                  </a:moveTo>
                  <a:lnTo>
                    <a:pt x="47" y="1"/>
                  </a:lnTo>
                  <a:lnTo>
                    <a:pt x="47" y="1"/>
                  </a:lnTo>
                  <a:lnTo>
                    <a:pt x="15" y="1"/>
                  </a:lnTo>
                  <a:lnTo>
                    <a:pt x="15" y="16"/>
                  </a:lnTo>
                  <a:lnTo>
                    <a:pt x="0" y="16"/>
                  </a:lnTo>
                  <a:cubicBezTo>
                    <a:pt x="0" y="32"/>
                    <a:pt x="0" y="64"/>
                    <a:pt x="15" y="79"/>
                  </a:cubicBezTo>
                  <a:lnTo>
                    <a:pt x="32" y="79"/>
                  </a:lnTo>
                  <a:cubicBezTo>
                    <a:pt x="47" y="79"/>
                    <a:pt x="47" y="79"/>
                    <a:pt x="63" y="64"/>
                  </a:cubicBezTo>
                  <a:lnTo>
                    <a:pt x="78" y="47"/>
                  </a:lnTo>
                  <a:cubicBezTo>
                    <a:pt x="78" y="32"/>
                    <a:pt x="78"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23" name="Google Shape;1023;p35"/>
            <p:cNvSpPr/>
            <p:nvPr/>
          </p:nvSpPr>
          <p:spPr>
            <a:xfrm>
              <a:off x="3200079" y="1831825"/>
              <a:ext cx="3021" cy="2576"/>
            </a:xfrm>
            <a:custGeom>
              <a:avLst/>
              <a:gdLst/>
              <a:ahLst/>
              <a:cxnLst/>
              <a:rect l="l" t="t" r="r" b="b"/>
              <a:pathLst>
                <a:path w="95" h="81" extrusionOk="0">
                  <a:moveTo>
                    <a:pt x="47" y="1"/>
                  </a:moveTo>
                  <a:lnTo>
                    <a:pt x="47" y="1"/>
                  </a:lnTo>
                  <a:cubicBezTo>
                    <a:pt x="32" y="1"/>
                    <a:pt x="32" y="1"/>
                    <a:pt x="32" y="17"/>
                  </a:cubicBezTo>
                  <a:lnTo>
                    <a:pt x="15" y="32"/>
                  </a:lnTo>
                  <a:cubicBezTo>
                    <a:pt x="0" y="49"/>
                    <a:pt x="0" y="64"/>
                    <a:pt x="15" y="80"/>
                  </a:cubicBezTo>
                  <a:lnTo>
                    <a:pt x="32" y="80"/>
                  </a:lnTo>
                  <a:cubicBezTo>
                    <a:pt x="47" y="80"/>
                    <a:pt x="63" y="80"/>
                    <a:pt x="63"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24" name="Google Shape;1024;p35"/>
            <p:cNvSpPr/>
            <p:nvPr/>
          </p:nvSpPr>
          <p:spPr>
            <a:xfrm>
              <a:off x="3192033" y="1831825"/>
              <a:ext cx="3053" cy="3053"/>
            </a:xfrm>
            <a:custGeom>
              <a:avLst/>
              <a:gdLst/>
              <a:ahLst/>
              <a:cxnLst/>
              <a:rect l="l" t="t" r="r" b="b"/>
              <a:pathLst>
                <a:path w="96" h="96" extrusionOk="0">
                  <a:moveTo>
                    <a:pt x="48" y="1"/>
                  </a:moveTo>
                  <a:lnTo>
                    <a:pt x="48" y="1"/>
                  </a:lnTo>
                  <a:lnTo>
                    <a:pt x="32" y="17"/>
                  </a:lnTo>
                  <a:lnTo>
                    <a:pt x="16" y="32"/>
                  </a:lnTo>
                  <a:cubicBezTo>
                    <a:pt x="1" y="49"/>
                    <a:pt x="1" y="80"/>
                    <a:pt x="16" y="80"/>
                  </a:cubicBezTo>
                  <a:cubicBezTo>
                    <a:pt x="32" y="95"/>
                    <a:pt x="32" y="95"/>
                    <a:pt x="48" y="95"/>
                  </a:cubicBezTo>
                  <a:lnTo>
                    <a:pt x="64" y="80"/>
                  </a:lnTo>
                  <a:lnTo>
                    <a:pt x="79" y="64"/>
                  </a:lnTo>
                  <a:cubicBezTo>
                    <a:pt x="95" y="49"/>
                    <a:pt x="95" y="32"/>
                    <a:pt x="79" y="17"/>
                  </a:cubicBezTo>
                  <a:cubicBezTo>
                    <a:pt x="64" y="17"/>
                    <a:pt x="64"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25" name="Google Shape;1025;p35"/>
            <p:cNvSpPr/>
            <p:nvPr/>
          </p:nvSpPr>
          <p:spPr>
            <a:xfrm>
              <a:off x="3433041" y="1807781"/>
              <a:ext cx="3053" cy="2544"/>
            </a:xfrm>
            <a:custGeom>
              <a:avLst/>
              <a:gdLst/>
              <a:ahLst/>
              <a:cxnLst/>
              <a:rect l="l" t="t" r="r" b="b"/>
              <a:pathLst>
                <a:path w="96" h="80" extrusionOk="0">
                  <a:moveTo>
                    <a:pt x="64" y="1"/>
                  </a:moveTo>
                  <a:lnTo>
                    <a:pt x="64" y="1"/>
                  </a:lnTo>
                  <a:lnTo>
                    <a:pt x="49" y="1"/>
                  </a:lnTo>
                  <a:lnTo>
                    <a:pt x="32" y="17"/>
                  </a:lnTo>
                  <a:cubicBezTo>
                    <a:pt x="17" y="17"/>
                    <a:pt x="17" y="17"/>
                    <a:pt x="17" y="32"/>
                  </a:cubicBezTo>
                  <a:cubicBezTo>
                    <a:pt x="1" y="32"/>
                    <a:pt x="1" y="48"/>
                    <a:pt x="17" y="64"/>
                  </a:cubicBezTo>
                  <a:lnTo>
                    <a:pt x="17" y="80"/>
                  </a:lnTo>
                  <a:lnTo>
                    <a:pt x="49" y="80"/>
                  </a:lnTo>
                  <a:lnTo>
                    <a:pt x="49" y="80"/>
                  </a:lnTo>
                  <a:lnTo>
                    <a:pt x="80" y="64"/>
                  </a:lnTo>
                  <a:cubicBezTo>
                    <a:pt x="95" y="64"/>
                    <a:pt x="95" y="48"/>
                    <a:pt x="95" y="17"/>
                  </a:cubicBezTo>
                  <a:cubicBezTo>
                    <a:pt x="95" y="17"/>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26" name="Google Shape;1026;p35"/>
            <p:cNvSpPr/>
            <p:nvPr/>
          </p:nvSpPr>
          <p:spPr>
            <a:xfrm>
              <a:off x="3269698" y="1824828"/>
              <a:ext cx="3021" cy="3021"/>
            </a:xfrm>
            <a:custGeom>
              <a:avLst/>
              <a:gdLst/>
              <a:ahLst/>
              <a:cxnLst/>
              <a:rect l="l" t="t" r="r" b="b"/>
              <a:pathLst>
                <a:path w="95" h="95" extrusionOk="0">
                  <a:moveTo>
                    <a:pt x="63" y="0"/>
                  </a:moveTo>
                  <a:lnTo>
                    <a:pt x="48" y="0"/>
                  </a:lnTo>
                  <a:lnTo>
                    <a:pt x="32" y="17"/>
                  </a:lnTo>
                  <a:lnTo>
                    <a:pt x="17" y="32"/>
                  </a:lnTo>
                  <a:cubicBezTo>
                    <a:pt x="0" y="48"/>
                    <a:pt x="0" y="63"/>
                    <a:pt x="17" y="80"/>
                  </a:cubicBezTo>
                  <a:cubicBezTo>
                    <a:pt x="32" y="95"/>
                    <a:pt x="32" y="95"/>
                    <a:pt x="48" y="95"/>
                  </a:cubicBezTo>
                  <a:lnTo>
                    <a:pt x="63" y="80"/>
                  </a:lnTo>
                  <a:lnTo>
                    <a:pt x="80" y="63"/>
                  </a:lnTo>
                  <a:cubicBezTo>
                    <a:pt x="95" y="48"/>
                    <a:pt x="95" y="32"/>
                    <a:pt x="80" y="17"/>
                  </a:cubicBezTo>
                  <a:cubicBezTo>
                    <a:pt x="80"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27" name="Google Shape;1027;p35"/>
            <p:cNvSpPr/>
            <p:nvPr/>
          </p:nvSpPr>
          <p:spPr>
            <a:xfrm>
              <a:off x="3356395" y="1757182"/>
              <a:ext cx="2512" cy="2544"/>
            </a:xfrm>
            <a:custGeom>
              <a:avLst/>
              <a:gdLst/>
              <a:ahLst/>
              <a:cxnLst/>
              <a:rect l="l" t="t" r="r" b="b"/>
              <a:pathLst>
                <a:path w="79" h="80" extrusionOk="0">
                  <a:moveTo>
                    <a:pt x="32" y="1"/>
                  </a:moveTo>
                  <a:lnTo>
                    <a:pt x="32" y="1"/>
                  </a:lnTo>
                  <a:cubicBezTo>
                    <a:pt x="16" y="1"/>
                    <a:pt x="16" y="1"/>
                    <a:pt x="16" y="16"/>
                  </a:cubicBezTo>
                  <a:cubicBezTo>
                    <a:pt x="1" y="32"/>
                    <a:pt x="1" y="48"/>
                    <a:pt x="16" y="64"/>
                  </a:cubicBezTo>
                  <a:lnTo>
                    <a:pt x="32" y="79"/>
                  </a:lnTo>
                  <a:lnTo>
                    <a:pt x="47" y="79"/>
                  </a:lnTo>
                  <a:lnTo>
                    <a:pt x="64" y="79"/>
                  </a:lnTo>
                  <a:cubicBezTo>
                    <a:pt x="64" y="64"/>
                    <a:pt x="64" y="48"/>
                    <a:pt x="79" y="48"/>
                  </a:cubicBezTo>
                  <a:lnTo>
                    <a:pt x="79" y="48"/>
                  </a:ln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28" name="Google Shape;1028;p35"/>
            <p:cNvSpPr/>
            <p:nvPr/>
          </p:nvSpPr>
          <p:spPr>
            <a:xfrm>
              <a:off x="3020166" y="1805301"/>
              <a:ext cx="3021" cy="2035"/>
            </a:xfrm>
            <a:custGeom>
              <a:avLst/>
              <a:gdLst/>
              <a:ahLst/>
              <a:cxnLst/>
              <a:rect l="l" t="t" r="r" b="b"/>
              <a:pathLst>
                <a:path w="95" h="64" extrusionOk="0">
                  <a:moveTo>
                    <a:pt x="63" y="0"/>
                  </a:moveTo>
                  <a:lnTo>
                    <a:pt x="48" y="0"/>
                  </a:lnTo>
                  <a:lnTo>
                    <a:pt x="32" y="0"/>
                  </a:lnTo>
                  <a:lnTo>
                    <a:pt x="17" y="0"/>
                  </a:lnTo>
                  <a:cubicBezTo>
                    <a:pt x="0" y="16"/>
                    <a:pt x="0" y="16"/>
                    <a:pt x="0" y="32"/>
                  </a:cubicBezTo>
                  <a:lnTo>
                    <a:pt x="0" y="47"/>
                  </a:lnTo>
                  <a:cubicBezTo>
                    <a:pt x="17" y="63"/>
                    <a:pt x="17" y="63"/>
                    <a:pt x="32" y="63"/>
                  </a:cubicBezTo>
                  <a:lnTo>
                    <a:pt x="32" y="63"/>
                  </a:lnTo>
                  <a:lnTo>
                    <a:pt x="63" y="63"/>
                  </a:lnTo>
                  <a:cubicBezTo>
                    <a:pt x="80" y="63"/>
                    <a:pt x="95" y="47"/>
                    <a:pt x="95" y="32"/>
                  </a:cubicBezTo>
                  <a:cubicBezTo>
                    <a:pt x="95" y="16"/>
                    <a:pt x="80"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29" name="Google Shape;1029;p35"/>
            <p:cNvSpPr/>
            <p:nvPr/>
          </p:nvSpPr>
          <p:spPr>
            <a:xfrm>
              <a:off x="3103333" y="1795283"/>
              <a:ext cx="4039" cy="2512"/>
            </a:xfrm>
            <a:custGeom>
              <a:avLst/>
              <a:gdLst/>
              <a:ahLst/>
              <a:cxnLst/>
              <a:rect l="l" t="t" r="r" b="b"/>
              <a:pathLst>
                <a:path w="127" h="79" extrusionOk="0">
                  <a:moveTo>
                    <a:pt x="32" y="0"/>
                  </a:moveTo>
                  <a:lnTo>
                    <a:pt x="32" y="0"/>
                  </a:lnTo>
                  <a:cubicBezTo>
                    <a:pt x="17" y="15"/>
                    <a:pt x="1" y="15"/>
                    <a:pt x="1" y="32"/>
                  </a:cubicBezTo>
                  <a:lnTo>
                    <a:pt x="1" y="47"/>
                  </a:lnTo>
                  <a:lnTo>
                    <a:pt x="17" y="63"/>
                  </a:lnTo>
                  <a:lnTo>
                    <a:pt x="32" y="78"/>
                  </a:lnTo>
                  <a:lnTo>
                    <a:pt x="95" y="78"/>
                  </a:lnTo>
                  <a:lnTo>
                    <a:pt x="95" y="78"/>
                  </a:lnTo>
                  <a:cubicBezTo>
                    <a:pt x="111" y="78"/>
                    <a:pt x="111" y="63"/>
                    <a:pt x="127" y="47"/>
                  </a:cubicBezTo>
                  <a:lnTo>
                    <a:pt x="127" y="47"/>
                  </a:lnTo>
                  <a:lnTo>
                    <a:pt x="127" y="15"/>
                  </a:lnTo>
                  <a:lnTo>
                    <a:pt x="95"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30" name="Google Shape;1030;p35"/>
            <p:cNvSpPr/>
            <p:nvPr/>
          </p:nvSpPr>
          <p:spPr>
            <a:xfrm>
              <a:off x="3442074" y="1751648"/>
              <a:ext cx="3021" cy="2576"/>
            </a:xfrm>
            <a:custGeom>
              <a:avLst/>
              <a:gdLst/>
              <a:ahLst/>
              <a:cxnLst/>
              <a:rect l="l" t="t" r="r" b="b"/>
              <a:pathLst>
                <a:path w="95" h="81" extrusionOk="0">
                  <a:moveTo>
                    <a:pt x="63" y="1"/>
                  </a:moveTo>
                  <a:lnTo>
                    <a:pt x="48" y="1"/>
                  </a:lnTo>
                  <a:cubicBezTo>
                    <a:pt x="48" y="1"/>
                    <a:pt x="32" y="1"/>
                    <a:pt x="32" y="17"/>
                  </a:cubicBezTo>
                  <a:lnTo>
                    <a:pt x="17" y="32"/>
                  </a:lnTo>
                  <a:cubicBezTo>
                    <a:pt x="0" y="49"/>
                    <a:pt x="0" y="64"/>
                    <a:pt x="17" y="80"/>
                  </a:cubicBezTo>
                  <a:lnTo>
                    <a:pt x="48" y="80"/>
                  </a:lnTo>
                  <a:lnTo>
                    <a:pt x="63" y="80"/>
                  </a:lnTo>
                  <a:lnTo>
                    <a:pt x="80" y="64"/>
                  </a:lnTo>
                  <a:cubicBezTo>
                    <a:pt x="95" y="49"/>
                    <a:pt x="95" y="17"/>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31" name="Google Shape;1031;p35"/>
            <p:cNvSpPr/>
            <p:nvPr/>
          </p:nvSpPr>
          <p:spPr>
            <a:xfrm>
              <a:off x="3435586" y="1756196"/>
              <a:ext cx="3021" cy="2512"/>
            </a:xfrm>
            <a:custGeom>
              <a:avLst/>
              <a:gdLst/>
              <a:ahLst/>
              <a:cxnLst/>
              <a:rect l="l" t="t" r="r" b="b"/>
              <a:pathLst>
                <a:path w="95" h="79" extrusionOk="0">
                  <a:moveTo>
                    <a:pt x="47" y="0"/>
                  </a:moveTo>
                  <a:lnTo>
                    <a:pt x="47" y="0"/>
                  </a:lnTo>
                  <a:cubicBezTo>
                    <a:pt x="32" y="0"/>
                    <a:pt x="32" y="16"/>
                    <a:pt x="15" y="16"/>
                  </a:cubicBezTo>
                  <a:lnTo>
                    <a:pt x="15" y="16"/>
                  </a:lnTo>
                  <a:cubicBezTo>
                    <a:pt x="15" y="32"/>
                    <a:pt x="0" y="32"/>
                    <a:pt x="15" y="47"/>
                  </a:cubicBezTo>
                  <a:lnTo>
                    <a:pt x="15" y="63"/>
                  </a:lnTo>
                  <a:lnTo>
                    <a:pt x="32" y="79"/>
                  </a:lnTo>
                  <a:lnTo>
                    <a:pt x="47" y="79"/>
                  </a:lnTo>
                  <a:lnTo>
                    <a:pt x="47" y="79"/>
                  </a:lnTo>
                  <a:lnTo>
                    <a:pt x="63" y="79"/>
                  </a:lnTo>
                  <a:lnTo>
                    <a:pt x="63" y="79"/>
                  </a:lnTo>
                  <a:lnTo>
                    <a:pt x="95" y="79"/>
                  </a:lnTo>
                  <a:cubicBezTo>
                    <a:pt x="95" y="63"/>
                    <a:pt x="95" y="47"/>
                    <a:pt x="78" y="32"/>
                  </a:cubicBezTo>
                  <a:lnTo>
                    <a:pt x="78" y="32"/>
                  </a:lnTo>
                  <a:lnTo>
                    <a:pt x="63" y="16"/>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32" name="Google Shape;1032;p35"/>
            <p:cNvSpPr/>
            <p:nvPr/>
          </p:nvSpPr>
          <p:spPr>
            <a:xfrm>
              <a:off x="3280225" y="1770698"/>
              <a:ext cx="3530" cy="3053"/>
            </a:xfrm>
            <a:custGeom>
              <a:avLst/>
              <a:gdLst/>
              <a:ahLst/>
              <a:cxnLst/>
              <a:rect l="l" t="t" r="r" b="b"/>
              <a:pathLst>
                <a:path w="111" h="96" extrusionOk="0">
                  <a:moveTo>
                    <a:pt x="64" y="1"/>
                  </a:moveTo>
                  <a:lnTo>
                    <a:pt x="64" y="1"/>
                  </a:lnTo>
                  <a:cubicBezTo>
                    <a:pt x="48" y="1"/>
                    <a:pt x="48" y="1"/>
                    <a:pt x="48" y="17"/>
                  </a:cubicBezTo>
                  <a:lnTo>
                    <a:pt x="16" y="49"/>
                  </a:lnTo>
                  <a:cubicBezTo>
                    <a:pt x="1" y="49"/>
                    <a:pt x="16" y="80"/>
                    <a:pt x="32" y="95"/>
                  </a:cubicBezTo>
                  <a:lnTo>
                    <a:pt x="48" y="95"/>
                  </a:lnTo>
                  <a:cubicBezTo>
                    <a:pt x="64" y="95"/>
                    <a:pt x="64" y="95"/>
                    <a:pt x="79" y="80"/>
                  </a:cubicBezTo>
                  <a:lnTo>
                    <a:pt x="95" y="64"/>
                  </a:lnTo>
                  <a:cubicBezTo>
                    <a:pt x="111" y="49"/>
                    <a:pt x="111" y="17"/>
                    <a:pt x="95" y="17"/>
                  </a:cubicBez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33" name="Google Shape;1033;p35"/>
            <p:cNvSpPr/>
            <p:nvPr/>
          </p:nvSpPr>
          <p:spPr>
            <a:xfrm>
              <a:off x="3260665" y="1774229"/>
              <a:ext cx="2576" cy="2512"/>
            </a:xfrm>
            <a:custGeom>
              <a:avLst/>
              <a:gdLst/>
              <a:ahLst/>
              <a:cxnLst/>
              <a:rect l="l" t="t" r="r" b="b"/>
              <a:pathLst>
                <a:path w="81" h="79" extrusionOk="0">
                  <a:moveTo>
                    <a:pt x="17" y="1"/>
                  </a:moveTo>
                  <a:lnTo>
                    <a:pt x="17" y="1"/>
                  </a:lnTo>
                  <a:lnTo>
                    <a:pt x="1" y="16"/>
                  </a:lnTo>
                  <a:lnTo>
                    <a:pt x="1" y="32"/>
                  </a:lnTo>
                  <a:cubicBezTo>
                    <a:pt x="1" y="47"/>
                    <a:pt x="17" y="64"/>
                    <a:pt x="17" y="64"/>
                  </a:cubicBezTo>
                  <a:cubicBezTo>
                    <a:pt x="32" y="64"/>
                    <a:pt x="32" y="79"/>
                    <a:pt x="32" y="79"/>
                  </a:cubicBezTo>
                  <a:cubicBezTo>
                    <a:pt x="49" y="79"/>
                    <a:pt x="64" y="64"/>
                    <a:pt x="64" y="64"/>
                  </a:cubicBezTo>
                  <a:lnTo>
                    <a:pt x="64" y="47"/>
                  </a:lnTo>
                  <a:lnTo>
                    <a:pt x="80" y="32"/>
                  </a:lnTo>
                  <a:lnTo>
                    <a:pt x="80" y="1"/>
                  </a:lnTo>
                  <a:cubicBezTo>
                    <a:pt x="80" y="16"/>
                    <a:pt x="64" y="16"/>
                    <a:pt x="49" y="16"/>
                  </a:cubicBezTo>
                  <a:lnTo>
                    <a:pt x="32" y="16"/>
                  </a:lnTo>
                  <a:cubicBezTo>
                    <a:pt x="32" y="16"/>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34" name="Google Shape;1034;p35"/>
            <p:cNvSpPr/>
            <p:nvPr/>
          </p:nvSpPr>
          <p:spPr>
            <a:xfrm>
              <a:off x="3401969" y="1761698"/>
              <a:ext cx="3053" cy="2544"/>
            </a:xfrm>
            <a:custGeom>
              <a:avLst/>
              <a:gdLst/>
              <a:ahLst/>
              <a:cxnLst/>
              <a:rect l="l" t="t" r="r" b="b"/>
              <a:pathLst>
                <a:path w="96" h="80" extrusionOk="0">
                  <a:moveTo>
                    <a:pt x="49" y="0"/>
                  </a:moveTo>
                  <a:lnTo>
                    <a:pt x="49" y="0"/>
                  </a:lnTo>
                  <a:cubicBezTo>
                    <a:pt x="49" y="0"/>
                    <a:pt x="32" y="0"/>
                    <a:pt x="32" y="16"/>
                  </a:cubicBezTo>
                  <a:lnTo>
                    <a:pt x="17" y="32"/>
                  </a:lnTo>
                  <a:cubicBezTo>
                    <a:pt x="1" y="48"/>
                    <a:pt x="1" y="63"/>
                    <a:pt x="17" y="79"/>
                  </a:cubicBezTo>
                  <a:lnTo>
                    <a:pt x="49" y="79"/>
                  </a:lnTo>
                  <a:lnTo>
                    <a:pt x="64" y="79"/>
                  </a:lnTo>
                  <a:lnTo>
                    <a:pt x="80" y="63"/>
                  </a:lnTo>
                  <a:cubicBezTo>
                    <a:pt x="95" y="48"/>
                    <a:pt x="95" y="16"/>
                    <a:pt x="80"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35" name="Google Shape;1035;p35"/>
            <p:cNvSpPr/>
            <p:nvPr/>
          </p:nvSpPr>
          <p:spPr>
            <a:xfrm>
              <a:off x="3279239" y="1763702"/>
              <a:ext cx="3021" cy="2544"/>
            </a:xfrm>
            <a:custGeom>
              <a:avLst/>
              <a:gdLst/>
              <a:ahLst/>
              <a:cxnLst/>
              <a:rect l="l" t="t" r="r" b="b"/>
              <a:pathLst>
                <a:path w="95" h="80" extrusionOk="0">
                  <a:moveTo>
                    <a:pt x="63" y="0"/>
                  </a:moveTo>
                  <a:lnTo>
                    <a:pt x="63" y="0"/>
                  </a:lnTo>
                  <a:lnTo>
                    <a:pt x="32" y="0"/>
                  </a:lnTo>
                  <a:lnTo>
                    <a:pt x="16" y="32"/>
                  </a:lnTo>
                  <a:cubicBezTo>
                    <a:pt x="0" y="32"/>
                    <a:pt x="16" y="63"/>
                    <a:pt x="32" y="80"/>
                  </a:cubicBezTo>
                  <a:lnTo>
                    <a:pt x="47" y="80"/>
                  </a:lnTo>
                  <a:cubicBezTo>
                    <a:pt x="63" y="80"/>
                    <a:pt x="63" y="80"/>
                    <a:pt x="79" y="63"/>
                  </a:cubicBezTo>
                  <a:lnTo>
                    <a:pt x="79" y="48"/>
                  </a:lnTo>
                  <a:cubicBezTo>
                    <a:pt x="95" y="32"/>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36" name="Google Shape;1036;p35"/>
            <p:cNvSpPr/>
            <p:nvPr/>
          </p:nvSpPr>
          <p:spPr>
            <a:xfrm>
              <a:off x="3236622" y="1774229"/>
              <a:ext cx="3053" cy="2512"/>
            </a:xfrm>
            <a:custGeom>
              <a:avLst/>
              <a:gdLst/>
              <a:ahLst/>
              <a:cxnLst/>
              <a:rect l="l" t="t" r="r" b="b"/>
              <a:pathLst>
                <a:path w="96" h="79" extrusionOk="0">
                  <a:moveTo>
                    <a:pt x="48" y="1"/>
                  </a:moveTo>
                  <a:lnTo>
                    <a:pt x="32" y="1"/>
                  </a:lnTo>
                  <a:lnTo>
                    <a:pt x="17" y="16"/>
                  </a:lnTo>
                  <a:cubicBezTo>
                    <a:pt x="1" y="32"/>
                    <a:pt x="1" y="47"/>
                    <a:pt x="17" y="64"/>
                  </a:cubicBezTo>
                  <a:lnTo>
                    <a:pt x="32" y="79"/>
                  </a:lnTo>
                  <a:lnTo>
                    <a:pt x="64" y="79"/>
                  </a:lnTo>
                  <a:lnTo>
                    <a:pt x="80" y="79"/>
                  </a:lnTo>
                  <a:cubicBezTo>
                    <a:pt x="95" y="64"/>
                    <a:pt x="95" y="32"/>
                    <a:pt x="80"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37" name="Google Shape;1037;p35"/>
            <p:cNvSpPr/>
            <p:nvPr/>
          </p:nvSpPr>
          <p:spPr>
            <a:xfrm>
              <a:off x="3261206" y="1771716"/>
              <a:ext cx="3021" cy="3021"/>
            </a:xfrm>
            <a:custGeom>
              <a:avLst/>
              <a:gdLst/>
              <a:ahLst/>
              <a:cxnLst/>
              <a:rect l="l" t="t" r="r" b="b"/>
              <a:pathLst>
                <a:path w="95" h="95" extrusionOk="0">
                  <a:moveTo>
                    <a:pt x="47" y="0"/>
                  </a:moveTo>
                  <a:lnTo>
                    <a:pt x="47" y="0"/>
                  </a:lnTo>
                  <a:cubicBezTo>
                    <a:pt x="32" y="0"/>
                    <a:pt x="32" y="17"/>
                    <a:pt x="15" y="17"/>
                  </a:cubicBezTo>
                  <a:lnTo>
                    <a:pt x="15" y="48"/>
                  </a:lnTo>
                  <a:lnTo>
                    <a:pt x="0" y="48"/>
                  </a:lnTo>
                  <a:lnTo>
                    <a:pt x="0" y="80"/>
                  </a:lnTo>
                  <a:cubicBezTo>
                    <a:pt x="15" y="80"/>
                    <a:pt x="15" y="95"/>
                    <a:pt x="15" y="95"/>
                  </a:cubicBezTo>
                  <a:lnTo>
                    <a:pt x="32" y="95"/>
                  </a:lnTo>
                  <a:cubicBezTo>
                    <a:pt x="47" y="95"/>
                    <a:pt x="63" y="95"/>
                    <a:pt x="63" y="80"/>
                  </a:cubicBezTo>
                  <a:lnTo>
                    <a:pt x="63" y="80"/>
                  </a:lnTo>
                  <a:lnTo>
                    <a:pt x="78" y="63"/>
                  </a:lnTo>
                  <a:lnTo>
                    <a:pt x="78" y="48"/>
                  </a:lnTo>
                  <a:cubicBezTo>
                    <a:pt x="95" y="32"/>
                    <a:pt x="78"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38" name="Google Shape;1038;p35"/>
            <p:cNvSpPr/>
            <p:nvPr/>
          </p:nvSpPr>
          <p:spPr>
            <a:xfrm>
              <a:off x="3333369" y="1776709"/>
              <a:ext cx="3021" cy="2576"/>
            </a:xfrm>
            <a:custGeom>
              <a:avLst/>
              <a:gdLst/>
              <a:ahLst/>
              <a:cxnLst/>
              <a:rect l="l" t="t" r="r" b="b"/>
              <a:pathLst>
                <a:path w="95" h="81" extrusionOk="0">
                  <a:moveTo>
                    <a:pt x="47" y="1"/>
                  </a:moveTo>
                  <a:lnTo>
                    <a:pt x="32" y="1"/>
                  </a:lnTo>
                  <a:cubicBezTo>
                    <a:pt x="32" y="1"/>
                    <a:pt x="15" y="1"/>
                    <a:pt x="15" y="17"/>
                  </a:cubicBezTo>
                  <a:cubicBezTo>
                    <a:pt x="0" y="32"/>
                    <a:pt x="0" y="49"/>
                    <a:pt x="15" y="64"/>
                  </a:cubicBezTo>
                  <a:lnTo>
                    <a:pt x="32" y="80"/>
                  </a:lnTo>
                  <a:lnTo>
                    <a:pt x="63" y="80"/>
                  </a:lnTo>
                  <a:cubicBezTo>
                    <a:pt x="63" y="80"/>
                    <a:pt x="78" y="80"/>
                    <a:pt x="78" y="64"/>
                  </a:cubicBezTo>
                  <a:cubicBezTo>
                    <a:pt x="95" y="49"/>
                    <a:pt x="95" y="32"/>
                    <a:pt x="78"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39" name="Google Shape;1039;p35"/>
            <p:cNvSpPr/>
            <p:nvPr/>
          </p:nvSpPr>
          <p:spPr>
            <a:xfrm>
              <a:off x="3287730" y="1781257"/>
              <a:ext cx="3053" cy="3021"/>
            </a:xfrm>
            <a:custGeom>
              <a:avLst/>
              <a:gdLst/>
              <a:ahLst/>
              <a:cxnLst/>
              <a:rect l="l" t="t" r="r" b="b"/>
              <a:pathLst>
                <a:path w="96" h="95" extrusionOk="0">
                  <a:moveTo>
                    <a:pt x="32" y="0"/>
                  </a:moveTo>
                  <a:lnTo>
                    <a:pt x="32" y="0"/>
                  </a:lnTo>
                  <a:lnTo>
                    <a:pt x="17" y="15"/>
                  </a:lnTo>
                  <a:cubicBezTo>
                    <a:pt x="1" y="32"/>
                    <a:pt x="1" y="47"/>
                    <a:pt x="17" y="63"/>
                  </a:cubicBezTo>
                  <a:lnTo>
                    <a:pt x="32" y="78"/>
                  </a:lnTo>
                  <a:lnTo>
                    <a:pt x="49" y="95"/>
                  </a:lnTo>
                  <a:cubicBezTo>
                    <a:pt x="64" y="95"/>
                    <a:pt x="80" y="78"/>
                    <a:pt x="80" y="78"/>
                  </a:cubicBezTo>
                  <a:cubicBezTo>
                    <a:pt x="95" y="63"/>
                    <a:pt x="95" y="32"/>
                    <a:pt x="80" y="32"/>
                  </a:cubicBezTo>
                  <a:lnTo>
                    <a:pt x="64" y="15"/>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40" name="Google Shape;1040;p35"/>
            <p:cNvSpPr/>
            <p:nvPr/>
          </p:nvSpPr>
          <p:spPr>
            <a:xfrm>
              <a:off x="3095827" y="1799767"/>
              <a:ext cx="2544" cy="2544"/>
            </a:xfrm>
            <a:custGeom>
              <a:avLst/>
              <a:gdLst/>
              <a:ahLst/>
              <a:cxnLst/>
              <a:rect l="l" t="t" r="r" b="b"/>
              <a:pathLst>
                <a:path w="80" h="80" extrusionOk="0">
                  <a:moveTo>
                    <a:pt x="48" y="1"/>
                  </a:moveTo>
                  <a:lnTo>
                    <a:pt x="48" y="1"/>
                  </a:lnTo>
                  <a:cubicBezTo>
                    <a:pt x="32" y="1"/>
                    <a:pt x="32" y="1"/>
                    <a:pt x="32" y="17"/>
                  </a:cubicBezTo>
                  <a:lnTo>
                    <a:pt x="16" y="32"/>
                  </a:lnTo>
                  <a:cubicBezTo>
                    <a:pt x="1" y="48"/>
                    <a:pt x="1" y="64"/>
                    <a:pt x="16" y="80"/>
                  </a:cubicBezTo>
                  <a:lnTo>
                    <a:pt x="32" y="80"/>
                  </a:lnTo>
                  <a:cubicBezTo>
                    <a:pt x="48" y="80"/>
                    <a:pt x="64" y="80"/>
                    <a:pt x="64" y="64"/>
                  </a:cubicBezTo>
                  <a:lnTo>
                    <a:pt x="79" y="48"/>
                  </a:lnTo>
                  <a:lnTo>
                    <a:pt x="79" y="48"/>
                  </a:lnTo>
                  <a:lnTo>
                    <a:pt x="79" y="17"/>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41" name="Google Shape;1041;p35"/>
            <p:cNvSpPr/>
            <p:nvPr/>
          </p:nvSpPr>
          <p:spPr>
            <a:xfrm>
              <a:off x="3098339" y="1799290"/>
              <a:ext cx="3021" cy="3021"/>
            </a:xfrm>
            <a:custGeom>
              <a:avLst/>
              <a:gdLst/>
              <a:ahLst/>
              <a:cxnLst/>
              <a:rect l="l" t="t" r="r" b="b"/>
              <a:pathLst>
                <a:path w="95" h="95" extrusionOk="0">
                  <a:moveTo>
                    <a:pt x="48" y="0"/>
                  </a:moveTo>
                  <a:lnTo>
                    <a:pt x="48" y="0"/>
                  </a:lnTo>
                  <a:cubicBezTo>
                    <a:pt x="32" y="0"/>
                    <a:pt x="32" y="16"/>
                    <a:pt x="16" y="16"/>
                  </a:cubicBezTo>
                  <a:lnTo>
                    <a:pt x="16" y="32"/>
                  </a:lnTo>
                  <a:lnTo>
                    <a:pt x="0" y="32"/>
                  </a:lnTo>
                  <a:lnTo>
                    <a:pt x="0" y="63"/>
                  </a:lnTo>
                  <a:lnTo>
                    <a:pt x="16" y="79"/>
                  </a:lnTo>
                  <a:lnTo>
                    <a:pt x="32" y="95"/>
                  </a:lnTo>
                  <a:cubicBezTo>
                    <a:pt x="48" y="95"/>
                    <a:pt x="63" y="79"/>
                    <a:pt x="63" y="79"/>
                  </a:cubicBezTo>
                  <a:lnTo>
                    <a:pt x="79" y="63"/>
                  </a:lnTo>
                  <a:cubicBezTo>
                    <a:pt x="95" y="47"/>
                    <a:pt x="79" y="16"/>
                    <a:pt x="79" y="16"/>
                  </a:cubicBez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42" name="Google Shape;1042;p35"/>
            <p:cNvSpPr/>
            <p:nvPr/>
          </p:nvSpPr>
          <p:spPr>
            <a:xfrm>
              <a:off x="3050729" y="1804792"/>
              <a:ext cx="2544" cy="3021"/>
            </a:xfrm>
            <a:custGeom>
              <a:avLst/>
              <a:gdLst/>
              <a:ahLst/>
              <a:cxnLst/>
              <a:rect l="l" t="t" r="r" b="b"/>
              <a:pathLst>
                <a:path w="80" h="95" extrusionOk="0">
                  <a:moveTo>
                    <a:pt x="48" y="0"/>
                  </a:moveTo>
                  <a:lnTo>
                    <a:pt x="48" y="0"/>
                  </a:lnTo>
                  <a:cubicBezTo>
                    <a:pt x="32" y="0"/>
                    <a:pt x="32" y="0"/>
                    <a:pt x="16" y="16"/>
                  </a:cubicBezTo>
                  <a:lnTo>
                    <a:pt x="16" y="32"/>
                  </a:lnTo>
                  <a:lnTo>
                    <a:pt x="16" y="48"/>
                  </a:lnTo>
                  <a:lnTo>
                    <a:pt x="16" y="48"/>
                  </a:lnTo>
                  <a:cubicBezTo>
                    <a:pt x="1" y="63"/>
                    <a:pt x="16" y="79"/>
                    <a:pt x="32" y="95"/>
                  </a:cubicBezTo>
                  <a:lnTo>
                    <a:pt x="48" y="95"/>
                  </a:lnTo>
                  <a:lnTo>
                    <a:pt x="48" y="95"/>
                  </a:lnTo>
                  <a:cubicBezTo>
                    <a:pt x="64" y="95"/>
                    <a:pt x="64" y="79"/>
                    <a:pt x="79" y="63"/>
                  </a:cubicBezTo>
                  <a:lnTo>
                    <a:pt x="79" y="63"/>
                  </a:lnTo>
                  <a:lnTo>
                    <a:pt x="79" y="48"/>
                  </a:lnTo>
                  <a:lnTo>
                    <a:pt x="79" y="32"/>
                  </a:lnTo>
                  <a:lnTo>
                    <a:pt x="79" y="32"/>
                  </a:lnTo>
                  <a:cubicBezTo>
                    <a:pt x="79"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43" name="Google Shape;1043;p35"/>
            <p:cNvSpPr/>
            <p:nvPr/>
          </p:nvSpPr>
          <p:spPr>
            <a:xfrm>
              <a:off x="3206090" y="1774229"/>
              <a:ext cx="3021" cy="2512"/>
            </a:xfrm>
            <a:custGeom>
              <a:avLst/>
              <a:gdLst/>
              <a:ahLst/>
              <a:cxnLst/>
              <a:rect l="l" t="t" r="r" b="b"/>
              <a:pathLst>
                <a:path w="95" h="79" extrusionOk="0">
                  <a:moveTo>
                    <a:pt x="32" y="1"/>
                  </a:moveTo>
                  <a:lnTo>
                    <a:pt x="32" y="1"/>
                  </a:lnTo>
                  <a:cubicBezTo>
                    <a:pt x="15" y="1"/>
                    <a:pt x="15" y="1"/>
                    <a:pt x="0" y="16"/>
                  </a:cubicBezTo>
                  <a:cubicBezTo>
                    <a:pt x="0" y="16"/>
                    <a:pt x="0" y="47"/>
                    <a:pt x="15" y="64"/>
                  </a:cubicBezTo>
                  <a:lnTo>
                    <a:pt x="32" y="64"/>
                  </a:lnTo>
                  <a:cubicBezTo>
                    <a:pt x="32" y="79"/>
                    <a:pt x="47" y="79"/>
                    <a:pt x="47" y="79"/>
                  </a:cubicBezTo>
                  <a:cubicBezTo>
                    <a:pt x="63" y="79"/>
                    <a:pt x="78" y="79"/>
                    <a:pt x="78" y="64"/>
                  </a:cubicBezTo>
                  <a:cubicBezTo>
                    <a:pt x="95" y="47"/>
                    <a:pt x="95" y="32"/>
                    <a:pt x="78" y="16"/>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44" name="Google Shape;1044;p35"/>
            <p:cNvSpPr/>
            <p:nvPr/>
          </p:nvSpPr>
          <p:spPr>
            <a:xfrm>
              <a:off x="3358398" y="1757691"/>
              <a:ext cx="3530" cy="3021"/>
            </a:xfrm>
            <a:custGeom>
              <a:avLst/>
              <a:gdLst/>
              <a:ahLst/>
              <a:cxnLst/>
              <a:rect l="l" t="t" r="r" b="b"/>
              <a:pathLst>
                <a:path w="111" h="95" extrusionOk="0">
                  <a:moveTo>
                    <a:pt x="79" y="0"/>
                  </a:moveTo>
                  <a:lnTo>
                    <a:pt x="79" y="0"/>
                  </a:lnTo>
                  <a:cubicBezTo>
                    <a:pt x="64" y="0"/>
                    <a:pt x="47" y="0"/>
                    <a:pt x="47" y="16"/>
                  </a:cubicBezTo>
                  <a:lnTo>
                    <a:pt x="32" y="32"/>
                  </a:lnTo>
                  <a:lnTo>
                    <a:pt x="32" y="32"/>
                  </a:lnTo>
                  <a:lnTo>
                    <a:pt x="32" y="32"/>
                  </a:lnTo>
                  <a:lnTo>
                    <a:pt x="16" y="32"/>
                  </a:lnTo>
                  <a:lnTo>
                    <a:pt x="16" y="32"/>
                  </a:lnTo>
                  <a:cubicBezTo>
                    <a:pt x="1" y="32"/>
                    <a:pt x="1" y="48"/>
                    <a:pt x="1" y="63"/>
                  </a:cubicBezTo>
                  <a:lnTo>
                    <a:pt x="1" y="79"/>
                  </a:lnTo>
                  <a:cubicBezTo>
                    <a:pt x="1" y="95"/>
                    <a:pt x="16" y="95"/>
                    <a:pt x="32" y="95"/>
                  </a:cubicBezTo>
                  <a:lnTo>
                    <a:pt x="47" y="95"/>
                  </a:lnTo>
                  <a:lnTo>
                    <a:pt x="47" y="95"/>
                  </a:lnTo>
                  <a:cubicBezTo>
                    <a:pt x="64" y="95"/>
                    <a:pt x="79" y="95"/>
                    <a:pt x="79" y="79"/>
                  </a:cubicBezTo>
                  <a:lnTo>
                    <a:pt x="110" y="48"/>
                  </a:lnTo>
                  <a:lnTo>
                    <a:pt x="110" y="48"/>
                  </a:lnTo>
                  <a:cubicBezTo>
                    <a:pt x="110" y="32"/>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45" name="Google Shape;1045;p35"/>
            <p:cNvSpPr/>
            <p:nvPr/>
          </p:nvSpPr>
          <p:spPr>
            <a:xfrm>
              <a:off x="3432564" y="1766691"/>
              <a:ext cx="2512" cy="2576"/>
            </a:xfrm>
            <a:custGeom>
              <a:avLst/>
              <a:gdLst/>
              <a:ahLst/>
              <a:cxnLst/>
              <a:rect l="l" t="t" r="r" b="b"/>
              <a:pathLst>
                <a:path w="79" h="81" extrusionOk="0">
                  <a:moveTo>
                    <a:pt x="47" y="1"/>
                  </a:moveTo>
                  <a:lnTo>
                    <a:pt x="47" y="1"/>
                  </a:lnTo>
                  <a:lnTo>
                    <a:pt x="16" y="1"/>
                  </a:lnTo>
                  <a:lnTo>
                    <a:pt x="1" y="17"/>
                  </a:lnTo>
                  <a:lnTo>
                    <a:pt x="1" y="49"/>
                  </a:lnTo>
                  <a:cubicBezTo>
                    <a:pt x="1" y="49"/>
                    <a:pt x="1" y="64"/>
                    <a:pt x="16" y="64"/>
                  </a:cubicBezTo>
                  <a:cubicBezTo>
                    <a:pt x="16" y="80"/>
                    <a:pt x="32" y="80"/>
                    <a:pt x="32" y="80"/>
                  </a:cubicBezTo>
                  <a:lnTo>
                    <a:pt x="32" y="80"/>
                  </a:lnTo>
                  <a:cubicBezTo>
                    <a:pt x="47" y="80"/>
                    <a:pt x="47" y="80"/>
                    <a:pt x="64" y="64"/>
                  </a:cubicBezTo>
                  <a:lnTo>
                    <a:pt x="79" y="49"/>
                  </a:lnTo>
                  <a:cubicBezTo>
                    <a:pt x="79" y="32"/>
                    <a:pt x="79"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46" name="Google Shape;1046;p35"/>
            <p:cNvSpPr/>
            <p:nvPr/>
          </p:nvSpPr>
          <p:spPr>
            <a:xfrm>
              <a:off x="3053751" y="1806287"/>
              <a:ext cx="3021" cy="3053"/>
            </a:xfrm>
            <a:custGeom>
              <a:avLst/>
              <a:gdLst/>
              <a:ahLst/>
              <a:cxnLst/>
              <a:rect l="l" t="t" r="r" b="b"/>
              <a:pathLst>
                <a:path w="95" h="96" extrusionOk="0">
                  <a:moveTo>
                    <a:pt x="47" y="1"/>
                  </a:moveTo>
                  <a:lnTo>
                    <a:pt x="47" y="1"/>
                  </a:lnTo>
                  <a:lnTo>
                    <a:pt x="32" y="16"/>
                  </a:lnTo>
                  <a:lnTo>
                    <a:pt x="16" y="32"/>
                  </a:lnTo>
                  <a:cubicBezTo>
                    <a:pt x="0" y="48"/>
                    <a:pt x="0" y="64"/>
                    <a:pt x="16" y="79"/>
                  </a:cubicBezTo>
                  <a:lnTo>
                    <a:pt x="32" y="95"/>
                  </a:lnTo>
                  <a:cubicBezTo>
                    <a:pt x="47" y="95"/>
                    <a:pt x="63" y="79"/>
                    <a:pt x="63" y="79"/>
                  </a:cubicBezTo>
                  <a:lnTo>
                    <a:pt x="79" y="64"/>
                  </a:lnTo>
                  <a:cubicBezTo>
                    <a:pt x="95" y="48"/>
                    <a:pt x="95" y="32"/>
                    <a:pt x="79" y="16"/>
                  </a:cubicBezTo>
                  <a:cubicBezTo>
                    <a:pt x="63" y="1"/>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47" name="Google Shape;1047;p35"/>
            <p:cNvSpPr/>
            <p:nvPr/>
          </p:nvSpPr>
          <p:spPr>
            <a:xfrm>
              <a:off x="3330347" y="1777727"/>
              <a:ext cx="3053" cy="2544"/>
            </a:xfrm>
            <a:custGeom>
              <a:avLst/>
              <a:gdLst/>
              <a:ahLst/>
              <a:cxnLst/>
              <a:rect l="l" t="t" r="r" b="b"/>
              <a:pathLst>
                <a:path w="96" h="80" extrusionOk="0">
                  <a:moveTo>
                    <a:pt x="32" y="0"/>
                  </a:moveTo>
                  <a:lnTo>
                    <a:pt x="32" y="0"/>
                  </a:lnTo>
                  <a:cubicBezTo>
                    <a:pt x="16" y="0"/>
                    <a:pt x="1" y="17"/>
                    <a:pt x="1" y="32"/>
                  </a:cubicBezTo>
                  <a:cubicBezTo>
                    <a:pt x="1" y="32"/>
                    <a:pt x="1" y="48"/>
                    <a:pt x="16" y="48"/>
                  </a:cubicBezTo>
                  <a:cubicBezTo>
                    <a:pt x="16" y="63"/>
                    <a:pt x="16" y="63"/>
                    <a:pt x="32" y="63"/>
                  </a:cubicBezTo>
                  <a:lnTo>
                    <a:pt x="32" y="63"/>
                  </a:lnTo>
                  <a:lnTo>
                    <a:pt x="47" y="80"/>
                  </a:lnTo>
                  <a:lnTo>
                    <a:pt x="64" y="80"/>
                  </a:lnTo>
                  <a:cubicBezTo>
                    <a:pt x="64" y="80"/>
                    <a:pt x="79" y="80"/>
                    <a:pt x="79" y="63"/>
                  </a:cubicBezTo>
                  <a:cubicBezTo>
                    <a:pt x="95" y="63"/>
                    <a:pt x="95" y="63"/>
                    <a:pt x="95" y="48"/>
                  </a:cubicBezTo>
                  <a:cubicBezTo>
                    <a:pt x="95" y="32"/>
                    <a:pt x="95" y="17"/>
                    <a:pt x="64" y="0"/>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48" name="Google Shape;1048;p35"/>
            <p:cNvSpPr/>
            <p:nvPr/>
          </p:nvSpPr>
          <p:spPr>
            <a:xfrm>
              <a:off x="3257676" y="1769712"/>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3"/>
                    <a:pt x="17" y="80"/>
                  </a:cubicBezTo>
                  <a:lnTo>
                    <a:pt x="48" y="80"/>
                  </a:lnTo>
                  <a:lnTo>
                    <a:pt x="63" y="80"/>
                  </a:lnTo>
                  <a:lnTo>
                    <a:pt x="80" y="48"/>
                  </a:lnTo>
                  <a:cubicBezTo>
                    <a:pt x="95" y="48"/>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49" name="Google Shape;1049;p35"/>
            <p:cNvSpPr/>
            <p:nvPr/>
          </p:nvSpPr>
          <p:spPr>
            <a:xfrm>
              <a:off x="3434568" y="1750662"/>
              <a:ext cx="3530" cy="3562"/>
            </a:xfrm>
            <a:custGeom>
              <a:avLst/>
              <a:gdLst/>
              <a:ahLst/>
              <a:cxnLst/>
              <a:rect l="l" t="t" r="r" b="b"/>
              <a:pathLst>
                <a:path w="111" h="112" extrusionOk="0">
                  <a:moveTo>
                    <a:pt x="79" y="0"/>
                  </a:moveTo>
                  <a:lnTo>
                    <a:pt x="64" y="0"/>
                  </a:lnTo>
                  <a:cubicBezTo>
                    <a:pt x="64" y="17"/>
                    <a:pt x="64" y="17"/>
                    <a:pt x="47" y="17"/>
                  </a:cubicBezTo>
                  <a:lnTo>
                    <a:pt x="32" y="17"/>
                  </a:lnTo>
                  <a:lnTo>
                    <a:pt x="16" y="17"/>
                  </a:lnTo>
                  <a:cubicBezTo>
                    <a:pt x="1" y="32"/>
                    <a:pt x="1" y="48"/>
                    <a:pt x="1" y="63"/>
                  </a:cubicBezTo>
                  <a:lnTo>
                    <a:pt x="1" y="63"/>
                  </a:lnTo>
                  <a:lnTo>
                    <a:pt x="32" y="95"/>
                  </a:lnTo>
                  <a:cubicBezTo>
                    <a:pt x="32" y="111"/>
                    <a:pt x="47" y="111"/>
                    <a:pt x="47" y="111"/>
                  </a:cubicBezTo>
                  <a:lnTo>
                    <a:pt x="47" y="111"/>
                  </a:lnTo>
                  <a:lnTo>
                    <a:pt x="79" y="111"/>
                  </a:lnTo>
                  <a:lnTo>
                    <a:pt x="79" y="111"/>
                  </a:lnTo>
                  <a:lnTo>
                    <a:pt x="95" y="95"/>
                  </a:lnTo>
                  <a:lnTo>
                    <a:pt x="95" y="80"/>
                  </a:lnTo>
                  <a:lnTo>
                    <a:pt x="110" y="48"/>
                  </a:lnTo>
                  <a:cubicBezTo>
                    <a:pt x="110" y="32"/>
                    <a:pt x="110" y="17"/>
                    <a:pt x="95" y="17"/>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50" name="Google Shape;1050;p35"/>
            <p:cNvSpPr/>
            <p:nvPr/>
          </p:nvSpPr>
          <p:spPr>
            <a:xfrm>
              <a:off x="3423023" y="1764687"/>
              <a:ext cx="3053" cy="2576"/>
            </a:xfrm>
            <a:custGeom>
              <a:avLst/>
              <a:gdLst/>
              <a:ahLst/>
              <a:cxnLst/>
              <a:rect l="l" t="t" r="r" b="b"/>
              <a:pathLst>
                <a:path w="96" h="81" extrusionOk="0">
                  <a:moveTo>
                    <a:pt x="49" y="1"/>
                  </a:moveTo>
                  <a:lnTo>
                    <a:pt x="32" y="1"/>
                  </a:lnTo>
                  <a:lnTo>
                    <a:pt x="17" y="1"/>
                  </a:lnTo>
                  <a:lnTo>
                    <a:pt x="17" y="1"/>
                  </a:lnTo>
                  <a:cubicBezTo>
                    <a:pt x="1" y="17"/>
                    <a:pt x="1" y="49"/>
                    <a:pt x="17" y="49"/>
                  </a:cubicBezTo>
                  <a:lnTo>
                    <a:pt x="32" y="64"/>
                  </a:lnTo>
                  <a:lnTo>
                    <a:pt x="49" y="80"/>
                  </a:lnTo>
                  <a:lnTo>
                    <a:pt x="64" y="80"/>
                  </a:lnTo>
                  <a:cubicBezTo>
                    <a:pt x="64" y="80"/>
                    <a:pt x="80" y="80"/>
                    <a:pt x="80" y="64"/>
                  </a:cubicBezTo>
                  <a:cubicBezTo>
                    <a:pt x="95" y="49"/>
                    <a:pt x="95" y="32"/>
                    <a:pt x="80" y="17"/>
                  </a:cubicBez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51" name="Google Shape;1051;p35"/>
            <p:cNvSpPr/>
            <p:nvPr/>
          </p:nvSpPr>
          <p:spPr>
            <a:xfrm>
              <a:off x="3195054" y="1787268"/>
              <a:ext cx="4516" cy="3021"/>
            </a:xfrm>
            <a:custGeom>
              <a:avLst/>
              <a:gdLst/>
              <a:ahLst/>
              <a:cxnLst/>
              <a:rect l="l" t="t" r="r" b="b"/>
              <a:pathLst>
                <a:path w="142" h="95" extrusionOk="0">
                  <a:moveTo>
                    <a:pt x="47" y="0"/>
                  </a:moveTo>
                  <a:lnTo>
                    <a:pt x="32" y="0"/>
                  </a:lnTo>
                  <a:lnTo>
                    <a:pt x="16" y="0"/>
                  </a:lnTo>
                  <a:lnTo>
                    <a:pt x="16" y="15"/>
                  </a:lnTo>
                  <a:cubicBezTo>
                    <a:pt x="0" y="32"/>
                    <a:pt x="0" y="47"/>
                    <a:pt x="32" y="63"/>
                  </a:cubicBezTo>
                  <a:lnTo>
                    <a:pt x="32" y="63"/>
                  </a:lnTo>
                  <a:lnTo>
                    <a:pt x="79" y="78"/>
                  </a:lnTo>
                  <a:lnTo>
                    <a:pt x="95" y="95"/>
                  </a:lnTo>
                  <a:lnTo>
                    <a:pt x="110" y="95"/>
                  </a:lnTo>
                  <a:cubicBezTo>
                    <a:pt x="110" y="95"/>
                    <a:pt x="127" y="78"/>
                    <a:pt x="142" y="78"/>
                  </a:cubicBezTo>
                  <a:cubicBezTo>
                    <a:pt x="142" y="63"/>
                    <a:pt x="142" y="32"/>
                    <a:pt x="127" y="32"/>
                  </a:cubicBezTo>
                  <a:lnTo>
                    <a:pt x="110" y="32"/>
                  </a:lnTo>
                  <a:lnTo>
                    <a:pt x="95" y="15"/>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grpSp>
      <p:grpSp>
        <p:nvGrpSpPr>
          <p:cNvPr id="1052" name="Google Shape;1052;p35"/>
          <p:cNvGrpSpPr/>
          <p:nvPr/>
        </p:nvGrpSpPr>
        <p:grpSpPr>
          <a:xfrm>
            <a:off x="6129764" y="2436373"/>
            <a:ext cx="2515990" cy="1966090"/>
            <a:chOff x="3360402" y="1405432"/>
            <a:chExt cx="341781" cy="267077"/>
          </a:xfrm>
        </p:grpSpPr>
        <p:sp>
          <p:nvSpPr>
            <p:cNvPr id="1053" name="Google Shape;1053;p35"/>
            <p:cNvSpPr/>
            <p:nvPr/>
          </p:nvSpPr>
          <p:spPr>
            <a:xfrm>
              <a:off x="3360402" y="1405910"/>
              <a:ext cx="341781" cy="266600"/>
            </a:xfrm>
            <a:custGeom>
              <a:avLst/>
              <a:gdLst/>
              <a:ahLst/>
              <a:cxnLst/>
              <a:rect l="l" t="t" r="r" b="b"/>
              <a:pathLst>
                <a:path w="10747" h="8383" extrusionOk="0">
                  <a:moveTo>
                    <a:pt x="10715" y="1057"/>
                  </a:moveTo>
                  <a:cubicBezTo>
                    <a:pt x="10715" y="1088"/>
                    <a:pt x="10715" y="1120"/>
                    <a:pt x="10698" y="1151"/>
                  </a:cubicBezTo>
                  <a:cubicBezTo>
                    <a:pt x="10698" y="1166"/>
                    <a:pt x="10683" y="1183"/>
                    <a:pt x="10667" y="1198"/>
                  </a:cubicBezTo>
                  <a:cubicBezTo>
                    <a:pt x="10635" y="1261"/>
                    <a:pt x="10683" y="1246"/>
                    <a:pt x="10746" y="1277"/>
                  </a:cubicBezTo>
                  <a:cubicBezTo>
                    <a:pt x="10730" y="1324"/>
                    <a:pt x="10652" y="1340"/>
                    <a:pt x="10652" y="1387"/>
                  </a:cubicBezTo>
                  <a:cubicBezTo>
                    <a:pt x="10572" y="1356"/>
                    <a:pt x="10620" y="1450"/>
                    <a:pt x="10635" y="1466"/>
                  </a:cubicBezTo>
                  <a:cubicBezTo>
                    <a:pt x="10667" y="1513"/>
                    <a:pt x="10667" y="1482"/>
                    <a:pt x="10667" y="1530"/>
                  </a:cubicBezTo>
                  <a:cubicBezTo>
                    <a:pt x="10667" y="1561"/>
                    <a:pt x="10652" y="1608"/>
                    <a:pt x="10635" y="1639"/>
                  </a:cubicBezTo>
                  <a:cubicBezTo>
                    <a:pt x="10604" y="1639"/>
                    <a:pt x="10589" y="1624"/>
                    <a:pt x="10572" y="1639"/>
                  </a:cubicBezTo>
                  <a:cubicBezTo>
                    <a:pt x="10557" y="1656"/>
                    <a:pt x="10557" y="1719"/>
                    <a:pt x="10557" y="1734"/>
                  </a:cubicBezTo>
                  <a:cubicBezTo>
                    <a:pt x="10541" y="1782"/>
                    <a:pt x="10541" y="1828"/>
                    <a:pt x="10526" y="1876"/>
                  </a:cubicBezTo>
                  <a:cubicBezTo>
                    <a:pt x="10509" y="1923"/>
                    <a:pt x="10509" y="1971"/>
                    <a:pt x="10494" y="2017"/>
                  </a:cubicBezTo>
                  <a:cubicBezTo>
                    <a:pt x="10478" y="2097"/>
                    <a:pt x="10463" y="2097"/>
                    <a:pt x="10383" y="2097"/>
                  </a:cubicBezTo>
                  <a:cubicBezTo>
                    <a:pt x="10383" y="2143"/>
                    <a:pt x="10415" y="2128"/>
                    <a:pt x="10446" y="2160"/>
                  </a:cubicBezTo>
                  <a:cubicBezTo>
                    <a:pt x="10446" y="2160"/>
                    <a:pt x="10446" y="2175"/>
                    <a:pt x="10463" y="2191"/>
                  </a:cubicBezTo>
                  <a:lnTo>
                    <a:pt x="10494" y="2206"/>
                  </a:lnTo>
                  <a:cubicBezTo>
                    <a:pt x="10509" y="2254"/>
                    <a:pt x="10478" y="2238"/>
                    <a:pt x="10446" y="2254"/>
                  </a:cubicBezTo>
                  <a:cubicBezTo>
                    <a:pt x="10415" y="2269"/>
                    <a:pt x="10415" y="2286"/>
                    <a:pt x="10415" y="2332"/>
                  </a:cubicBezTo>
                  <a:cubicBezTo>
                    <a:pt x="10400" y="2395"/>
                    <a:pt x="10431" y="2490"/>
                    <a:pt x="10415" y="2553"/>
                  </a:cubicBezTo>
                  <a:cubicBezTo>
                    <a:pt x="10400" y="2601"/>
                    <a:pt x="10257" y="2695"/>
                    <a:pt x="10352" y="2711"/>
                  </a:cubicBezTo>
                  <a:cubicBezTo>
                    <a:pt x="10320" y="2758"/>
                    <a:pt x="10257" y="2758"/>
                    <a:pt x="10242" y="2821"/>
                  </a:cubicBezTo>
                  <a:cubicBezTo>
                    <a:pt x="10211" y="2884"/>
                    <a:pt x="10274" y="2948"/>
                    <a:pt x="10274" y="3011"/>
                  </a:cubicBezTo>
                  <a:cubicBezTo>
                    <a:pt x="10274" y="3057"/>
                    <a:pt x="10257" y="3089"/>
                    <a:pt x="10242" y="3120"/>
                  </a:cubicBezTo>
                  <a:cubicBezTo>
                    <a:pt x="10226" y="3200"/>
                    <a:pt x="10257" y="3278"/>
                    <a:pt x="10257" y="3341"/>
                  </a:cubicBezTo>
                  <a:cubicBezTo>
                    <a:pt x="10274" y="3404"/>
                    <a:pt x="10305" y="3546"/>
                    <a:pt x="10194" y="3498"/>
                  </a:cubicBezTo>
                  <a:cubicBezTo>
                    <a:pt x="10226" y="3515"/>
                    <a:pt x="10289" y="3515"/>
                    <a:pt x="10305" y="3530"/>
                  </a:cubicBezTo>
                  <a:cubicBezTo>
                    <a:pt x="10352" y="3561"/>
                    <a:pt x="10305" y="3593"/>
                    <a:pt x="10274" y="3609"/>
                  </a:cubicBezTo>
                  <a:cubicBezTo>
                    <a:pt x="10242" y="3641"/>
                    <a:pt x="10242" y="3656"/>
                    <a:pt x="10194" y="3656"/>
                  </a:cubicBezTo>
                  <a:lnTo>
                    <a:pt x="10163" y="3656"/>
                  </a:lnTo>
                  <a:cubicBezTo>
                    <a:pt x="10131" y="3656"/>
                    <a:pt x="10131" y="3656"/>
                    <a:pt x="10163" y="3704"/>
                  </a:cubicBezTo>
                  <a:cubicBezTo>
                    <a:pt x="10179" y="3750"/>
                    <a:pt x="10194" y="3861"/>
                    <a:pt x="10163" y="3893"/>
                  </a:cubicBezTo>
                  <a:cubicBezTo>
                    <a:pt x="10147" y="3908"/>
                    <a:pt x="10084" y="3893"/>
                    <a:pt x="10100" y="3939"/>
                  </a:cubicBezTo>
                  <a:cubicBezTo>
                    <a:pt x="10100" y="3987"/>
                    <a:pt x="10147" y="3987"/>
                    <a:pt x="10147" y="4034"/>
                  </a:cubicBezTo>
                  <a:cubicBezTo>
                    <a:pt x="10147" y="4050"/>
                    <a:pt x="10147" y="4066"/>
                    <a:pt x="10131" y="4082"/>
                  </a:cubicBezTo>
                  <a:cubicBezTo>
                    <a:pt x="10131" y="4113"/>
                    <a:pt x="10147" y="4129"/>
                    <a:pt x="10147" y="4160"/>
                  </a:cubicBezTo>
                  <a:cubicBezTo>
                    <a:pt x="10131" y="4160"/>
                    <a:pt x="10100" y="4145"/>
                    <a:pt x="10084" y="4145"/>
                  </a:cubicBezTo>
                  <a:cubicBezTo>
                    <a:pt x="10053" y="4208"/>
                    <a:pt x="10053" y="4302"/>
                    <a:pt x="10037" y="4366"/>
                  </a:cubicBezTo>
                  <a:cubicBezTo>
                    <a:pt x="10021" y="4460"/>
                    <a:pt x="9958" y="4618"/>
                    <a:pt x="9990" y="4696"/>
                  </a:cubicBezTo>
                  <a:cubicBezTo>
                    <a:pt x="10021" y="4744"/>
                    <a:pt x="10037" y="4727"/>
                    <a:pt x="10021" y="4790"/>
                  </a:cubicBezTo>
                  <a:cubicBezTo>
                    <a:pt x="10005" y="4822"/>
                    <a:pt x="10005" y="4870"/>
                    <a:pt x="9974" y="4901"/>
                  </a:cubicBezTo>
                  <a:cubicBezTo>
                    <a:pt x="9958" y="4916"/>
                    <a:pt x="9895" y="4901"/>
                    <a:pt x="9879" y="4916"/>
                  </a:cubicBezTo>
                  <a:cubicBezTo>
                    <a:pt x="9864" y="4933"/>
                    <a:pt x="9864" y="4996"/>
                    <a:pt x="9864" y="5011"/>
                  </a:cubicBezTo>
                  <a:lnTo>
                    <a:pt x="9864" y="5137"/>
                  </a:lnTo>
                  <a:cubicBezTo>
                    <a:pt x="9864" y="5153"/>
                    <a:pt x="9895" y="5185"/>
                    <a:pt x="9895" y="5200"/>
                  </a:cubicBezTo>
                  <a:cubicBezTo>
                    <a:pt x="9895" y="5294"/>
                    <a:pt x="9832" y="5357"/>
                    <a:pt x="9801" y="5437"/>
                  </a:cubicBezTo>
                  <a:cubicBezTo>
                    <a:pt x="9784" y="5468"/>
                    <a:pt x="9784" y="5515"/>
                    <a:pt x="9769" y="5547"/>
                  </a:cubicBezTo>
                  <a:cubicBezTo>
                    <a:pt x="9769" y="5578"/>
                    <a:pt x="9753" y="5610"/>
                    <a:pt x="9753" y="5641"/>
                  </a:cubicBezTo>
                  <a:lnTo>
                    <a:pt x="9801" y="5689"/>
                  </a:lnTo>
                  <a:cubicBezTo>
                    <a:pt x="9816" y="5721"/>
                    <a:pt x="9832" y="5767"/>
                    <a:pt x="9816" y="5799"/>
                  </a:cubicBezTo>
                  <a:cubicBezTo>
                    <a:pt x="9784" y="5847"/>
                    <a:pt x="9721" y="5815"/>
                    <a:pt x="9675" y="5815"/>
                  </a:cubicBezTo>
                  <a:cubicBezTo>
                    <a:pt x="9738" y="5815"/>
                    <a:pt x="9864" y="5862"/>
                    <a:pt x="9738" y="5910"/>
                  </a:cubicBezTo>
                  <a:cubicBezTo>
                    <a:pt x="9721" y="5910"/>
                    <a:pt x="9675" y="5910"/>
                    <a:pt x="9658" y="5925"/>
                  </a:cubicBezTo>
                  <a:cubicBezTo>
                    <a:pt x="9643" y="5941"/>
                    <a:pt x="9627" y="6004"/>
                    <a:pt x="9627" y="6036"/>
                  </a:cubicBezTo>
                  <a:cubicBezTo>
                    <a:pt x="9627" y="6067"/>
                    <a:pt x="9627" y="6114"/>
                    <a:pt x="9643" y="6130"/>
                  </a:cubicBezTo>
                  <a:cubicBezTo>
                    <a:pt x="9658" y="6193"/>
                    <a:pt x="9675" y="6162"/>
                    <a:pt x="9706" y="6177"/>
                  </a:cubicBezTo>
                  <a:cubicBezTo>
                    <a:pt x="9769" y="6225"/>
                    <a:pt x="9690" y="6240"/>
                    <a:pt x="9658" y="6240"/>
                  </a:cubicBezTo>
                  <a:cubicBezTo>
                    <a:pt x="9643" y="6256"/>
                    <a:pt x="9627" y="6256"/>
                    <a:pt x="9595" y="6256"/>
                  </a:cubicBezTo>
                  <a:lnTo>
                    <a:pt x="9564" y="6256"/>
                  </a:lnTo>
                  <a:cubicBezTo>
                    <a:pt x="9549" y="6288"/>
                    <a:pt x="9580" y="6303"/>
                    <a:pt x="9580" y="6334"/>
                  </a:cubicBezTo>
                  <a:cubicBezTo>
                    <a:pt x="9595" y="6382"/>
                    <a:pt x="9564" y="6445"/>
                    <a:pt x="9549" y="6492"/>
                  </a:cubicBezTo>
                  <a:cubicBezTo>
                    <a:pt x="9549" y="6540"/>
                    <a:pt x="9517" y="6618"/>
                    <a:pt x="9517" y="6666"/>
                  </a:cubicBezTo>
                  <a:cubicBezTo>
                    <a:pt x="9532" y="6681"/>
                    <a:pt x="9549" y="6681"/>
                    <a:pt x="9564" y="6681"/>
                  </a:cubicBezTo>
                  <a:cubicBezTo>
                    <a:pt x="9564" y="6744"/>
                    <a:pt x="9549" y="6870"/>
                    <a:pt x="9486" y="6886"/>
                  </a:cubicBezTo>
                  <a:cubicBezTo>
                    <a:pt x="9532" y="6933"/>
                    <a:pt x="9501" y="7012"/>
                    <a:pt x="9486" y="7075"/>
                  </a:cubicBezTo>
                  <a:cubicBezTo>
                    <a:pt x="9469" y="7122"/>
                    <a:pt x="9423" y="7248"/>
                    <a:pt x="9454" y="7280"/>
                  </a:cubicBezTo>
                  <a:cubicBezTo>
                    <a:pt x="9469" y="7296"/>
                    <a:pt x="9501" y="7280"/>
                    <a:pt x="9501" y="7296"/>
                  </a:cubicBezTo>
                  <a:cubicBezTo>
                    <a:pt x="9532" y="7311"/>
                    <a:pt x="9532" y="7374"/>
                    <a:pt x="9532" y="7406"/>
                  </a:cubicBezTo>
                  <a:cubicBezTo>
                    <a:pt x="9517" y="7500"/>
                    <a:pt x="9486" y="7469"/>
                    <a:pt x="9406" y="7485"/>
                  </a:cubicBezTo>
                  <a:cubicBezTo>
                    <a:pt x="9391" y="7500"/>
                    <a:pt x="9391" y="7532"/>
                    <a:pt x="9375" y="7563"/>
                  </a:cubicBezTo>
                  <a:cubicBezTo>
                    <a:pt x="9375" y="7611"/>
                    <a:pt x="9328" y="7689"/>
                    <a:pt x="9343" y="7737"/>
                  </a:cubicBezTo>
                  <a:cubicBezTo>
                    <a:pt x="9343" y="7769"/>
                    <a:pt x="9391" y="7784"/>
                    <a:pt x="9375" y="7815"/>
                  </a:cubicBezTo>
                  <a:cubicBezTo>
                    <a:pt x="9360" y="7847"/>
                    <a:pt x="9312" y="7847"/>
                    <a:pt x="9312" y="7895"/>
                  </a:cubicBezTo>
                  <a:cubicBezTo>
                    <a:pt x="9312" y="7941"/>
                    <a:pt x="9328" y="7973"/>
                    <a:pt x="9343" y="8021"/>
                  </a:cubicBezTo>
                  <a:cubicBezTo>
                    <a:pt x="9343" y="8036"/>
                    <a:pt x="9328" y="8067"/>
                    <a:pt x="9328" y="8084"/>
                  </a:cubicBezTo>
                  <a:cubicBezTo>
                    <a:pt x="9312" y="8130"/>
                    <a:pt x="9312" y="8210"/>
                    <a:pt x="9280" y="8257"/>
                  </a:cubicBezTo>
                  <a:lnTo>
                    <a:pt x="9249" y="8320"/>
                  </a:lnTo>
                  <a:cubicBezTo>
                    <a:pt x="9249" y="8336"/>
                    <a:pt x="9297" y="8351"/>
                    <a:pt x="9234" y="8367"/>
                  </a:cubicBezTo>
                  <a:cubicBezTo>
                    <a:pt x="9202" y="8367"/>
                    <a:pt x="9108" y="8336"/>
                    <a:pt x="9060" y="8320"/>
                  </a:cubicBezTo>
                  <a:cubicBezTo>
                    <a:pt x="8997" y="8320"/>
                    <a:pt x="8950" y="8320"/>
                    <a:pt x="8887" y="8336"/>
                  </a:cubicBezTo>
                  <a:cubicBezTo>
                    <a:pt x="8871" y="8336"/>
                    <a:pt x="8808" y="8336"/>
                    <a:pt x="8792" y="8351"/>
                  </a:cubicBezTo>
                  <a:cubicBezTo>
                    <a:pt x="8761" y="8351"/>
                    <a:pt x="8745" y="8383"/>
                    <a:pt x="8713" y="8383"/>
                  </a:cubicBezTo>
                  <a:lnTo>
                    <a:pt x="8713" y="8320"/>
                  </a:lnTo>
                  <a:cubicBezTo>
                    <a:pt x="8666" y="8304"/>
                    <a:pt x="8587" y="8304"/>
                    <a:pt x="8524" y="8304"/>
                  </a:cubicBezTo>
                  <a:cubicBezTo>
                    <a:pt x="8509" y="8320"/>
                    <a:pt x="8477" y="8320"/>
                    <a:pt x="8446" y="8320"/>
                  </a:cubicBezTo>
                  <a:cubicBezTo>
                    <a:pt x="8429" y="8320"/>
                    <a:pt x="8414" y="8336"/>
                    <a:pt x="8398" y="8336"/>
                  </a:cubicBezTo>
                  <a:cubicBezTo>
                    <a:pt x="8366" y="8320"/>
                    <a:pt x="8366" y="8304"/>
                    <a:pt x="8366" y="8288"/>
                  </a:cubicBezTo>
                  <a:cubicBezTo>
                    <a:pt x="8320" y="8241"/>
                    <a:pt x="8240" y="8257"/>
                    <a:pt x="8194" y="8257"/>
                  </a:cubicBezTo>
                  <a:cubicBezTo>
                    <a:pt x="8114" y="8273"/>
                    <a:pt x="8068" y="8304"/>
                    <a:pt x="8005" y="8273"/>
                  </a:cubicBezTo>
                  <a:cubicBezTo>
                    <a:pt x="8020" y="8178"/>
                    <a:pt x="7894" y="8178"/>
                    <a:pt x="7831" y="8162"/>
                  </a:cubicBezTo>
                  <a:lnTo>
                    <a:pt x="7547" y="8115"/>
                  </a:lnTo>
                  <a:cubicBezTo>
                    <a:pt x="7469" y="8099"/>
                    <a:pt x="7406" y="8067"/>
                    <a:pt x="7327" y="8067"/>
                  </a:cubicBezTo>
                  <a:cubicBezTo>
                    <a:pt x="7295" y="8052"/>
                    <a:pt x="7264" y="8052"/>
                    <a:pt x="7232" y="8067"/>
                  </a:cubicBezTo>
                  <a:cubicBezTo>
                    <a:pt x="7217" y="8067"/>
                    <a:pt x="7217" y="8099"/>
                    <a:pt x="7201" y="8099"/>
                  </a:cubicBezTo>
                  <a:cubicBezTo>
                    <a:pt x="7138" y="8130"/>
                    <a:pt x="7138" y="8067"/>
                    <a:pt x="7138" y="8021"/>
                  </a:cubicBezTo>
                  <a:cubicBezTo>
                    <a:pt x="7122" y="8021"/>
                    <a:pt x="7106" y="8004"/>
                    <a:pt x="7091" y="8004"/>
                  </a:cubicBezTo>
                  <a:cubicBezTo>
                    <a:pt x="7043" y="8004"/>
                    <a:pt x="7043" y="8036"/>
                    <a:pt x="7011" y="8036"/>
                  </a:cubicBezTo>
                  <a:cubicBezTo>
                    <a:pt x="6948" y="8052"/>
                    <a:pt x="6948" y="7989"/>
                    <a:pt x="6917" y="7973"/>
                  </a:cubicBezTo>
                  <a:cubicBezTo>
                    <a:pt x="6870" y="7958"/>
                    <a:pt x="6791" y="7958"/>
                    <a:pt x="6744" y="7941"/>
                  </a:cubicBezTo>
                  <a:cubicBezTo>
                    <a:pt x="6665" y="7926"/>
                    <a:pt x="6602" y="7910"/>
                    <a:pt x="6524" y="7926"/>
                  </a:cubicBezTo>
                  <a:cubicBezTo>
                    <a:pt x="6524" y="7941"/>
                    <a:pt x="6524" y="7958"/>
                    <a:pt x="6507" y="7958"/>
                  </a:cubicBezTo>
                  <a:cubicBezTo>
                    <a:pt x="6492" y="7958"/>
                    <a:pt x="6507" y="7941"/>
                    <a:pt x="6492" y="7926"/>
                  </a:cubicBezTo>
                  <a:lnTo>
                    <a:pt x="6444" y="7878"/>
                  </a:lnTo>
                  <a:cubicBezTo>
                    <a:pt x="6413" y="7863"/>
                    <a:pt x="6413" y="7847"/>
                    <a:pt x="6366" y="7847"/>
                  </a:cubicBezTo>
                  <a:cubicBezTo>
                    <a:pt x="6303" y="7832"/>
                    <a:pt x="6224" y="7800"/>
                    <a:pt x="6161" y="7800"/>
                  </a:cubicBezTo>
                  <a:cubicBezTo>
                    <a:pt x="6146" y="7800"/>
                    <a:pt x="6114" y="7815"/>
                    <a:pt x="6098" y="7815"/>
                  </a:cubicBezTo>
                  <a:cubicBezTo>
                    <a:pt x="6066" y="7815"/>
                    <a:pt x="6020" y="7784"/>
                    <a:pt x="6003" y="7784"/>
                  </a:cubicBezTo>
                  <a:cubicBezTo>
                    <a:pt x="5956" y="7800"/>
                    <a:pt x="5956" y="7863"/>
                    <a:pt x="5909" y="7878"/>
                  </a:cubicBezTo>
                  <a:cubicBezTo>
                    <a:pt x="5862" y="7895"/>
                    <a:pt x="5799" y="7878"/>
                    <a:pt x="5767" y="7847"/>
                  </a:cubicBezTo>
                  <a:cubicBezTo>
                    <a:pt x="5751" y="7832"/>
                    <a:pt x="5767" y="7815"/>
                    <a:pt x="5751" y="7800"/>
                  </a:cubicBezTo>
                  <a:lnTo>
                    <a:pt x="5688" y="7800"/>
                  </a:lnTo>
                  <a:lnTo>
                    <a:pt x="5625" y="7800"/>
                  </a:lnTo>
                  <a:cubicBezTo>
                    <a:pt x="5578" y="7800"/>
                    <a:pt x="5530" y="7800"/>
                    <a:pt x="5515" y="7784"/>
                  </a:cubicBezTo>
                  <a:cubicBezTo>
                    <a:pt x="5499" y="7769"/>
                    <a:pt x="5499" y="7737"/>
                    <a:pt x="5484" y="7706"/>
                  </a:cubicBezTo>
                  <a:cubicBezTo>
                    <a:pt x="5467" y="7689"/>
                    <a:pt x="5436" y="7658"/>
                    <a:pt x="5404" y="7643"/>
                  </a:cubicBezTo>
                  <a:cubicBezTo>
                    <a:pt x="5373" y="7626"/>
                    <a:pt x="5310" y="7626"/>
                    <a:pt x="5278" y="7611"/>
                  </a:cubicBezTo>
                  <a:cubicBezTo>
                    <a:pt x="5263" y="7611"/>
                    <a:pt x="5247" y="7611"/>
                    <a:pt x="5232" y="7626"/>
                  </a:cubicBezTo>
                  <a:cubicBezTo>
                    <a:pt x="5200" y="7626"/>
                    <a:pt x="5184" y="7626"/>
                    <a:pt x="5152" y="7611"/>
                  </a:cubicBezTo>
                  <a:cubicBezTo>
                    <a:pt x="5121" y="7595"/>
                    <a:pt x="5089" y="7548"/>
                    <a:pt x="5043" y="7517"/>
                  </a:cubicBezTo>
                  <a:lnTo>
                    <a:pt x="4995" y="7517"/>
                  </a:lnTo>
                  <a:cubicBezTo>
                    <a:pt x="4995" y="7517"/>
                    <a:pt x="4980" y="7500"/>
                    <a:pt x="4963" y="7517"/>
                  </a:cubicBezTo>
                  <a:cubicBezTo>
                    <a:pt x="4963" y="7517"/>
                    <a:pt x="4948" y="7517"/>
                    <a:pt x="4948" y="7532"/>
                  </a:cubicBezTo>
                  <a:lnTo>
                    <a:pt x="4932" y="7548"/>
                  </a:lnTo>
                  <a:cubicBezTo>
                    <a:pt x="4917" y="7563"/>
                    <a:pt x="4900" y="7563"/>
                    <a:pt x="4885" y="7563"/>
                  </a:cubicBezTo>
                  <a:lnTo>
                    <a:pt x="4869" y="7563"/>
                  </a:lnTo>
                  <a:cubicBezTo>
                    <a:pt x="4822" y="7580"/>
                    <a:pt x="4791" y="7595"/>
                    <a:pt x="4743" y="7580"/>
                  </a:cubicBezTo>
                  <a:cubicBezTo>
                    <a:pt x="4665" y="7548"/>
                    <a:pt x="4554" y="7548"/>
                    <a:pt x="4491" y="7517"/>
                  </a:cubicBezTo>
                  <a:cubicBezTo>
                    <a:pt x="4475" y="7500"/>
                    <a:pt x="4444" y="7485"/>
                    <a:pt x="4412" y="7469"/>
                  </a:cubicBezTo>
                  <a:cubicBezTo>
                    <a:pt x="4396" y="7469"/>
                    <a:pt x="4381" y="7454"/>
                    <a:pt x="4349" y="7437"/>
                  </a:cubicBezTo>
                  <a:cubicBezTo>
                    <a:pt x="4349" y="7422"/>
                    <a:pt x="4333" y="7406"/>
                    <a:pt x="4333" y="7374"/>
                  </a:cubicBezTo>
                  <a:cubicBezTo>
                    <a:pt x="4302" y="7359"/>
                    <a:pt x="4238" y="7406"/>
                    <a:pt x="4207" y="7422"/>
                  </a:cubicBezTo>
                  <a:cubicBezTo>
                    <a:pt x="4144" y="7437"/>
                    <a:pt x="4112" y="7422"/>
                    <a:pt x="4049" y="7422"/>
                  </a:cubicBezTo>
                  <a:cubicBezTo>
                    <a:pt x="4003" y="7406"/>
                    <a:pt x="3955" y="7391"/>
                    <a:pt x="3908" y="7391"/>
                  </a:cubicBezTo>
                  <a:cubicBezTo>
                    <a:pt x="3845" y="7374"/>
                    <a:pt x="3829" y="7374"/>
                    <a:pt x="3782" y="7374"/>
                  </a:cubicBezTo>
                  <a:cubicBezTo>
                    <a:pt x="3671" y="7391"/>
                    <a:pt x="3625" y="7311"/>
                    <a:pt x="3530" y="7265"/>
                  </a:cubicBezTo>
                  <a:cubicBezTo>
                    <a:pt x="3451" y="7233"/>
                    <a:pt x="3341" y="7233"/>
                    <a:pt x="3247" y="7202"/>
                  </a:cubicBezTo>
                  <a:cubicBezTo>
                    <a:pt x="3183" y="7170"/>
                    <a:pt x="3167" y="7154"/>
                    <a:pt x="3089" y="7170"/>
                  </a:cubicBezTo>
                  <a:cubicBezTo>
                    <a:pt x="3041" y="7185"/>
                    <a:pt x="2994" y="7202"/>
                    <a:pt x="2947" y="7170"/>
                  </a:cubicBezTo>
                  <a:cubicBezTo>
                    <a:pt x="2915" y="7154"/>
                    <a:pt x="2900" y="7122"/>
                    <a:pt x="2852" y="7122"/>
                  </a:cubicBezTo>
                  <a:cubicBezTo>
                    <a:pt x="2805" y="7122"/>
                    <a:pt x="2774" y="7154"/>
                    <a:pt x="2726" y="7139"/>
                  </a:cubicBezTo>
                  <a:cubicBezTo>
                    <a:pt x="2711" y="7139"/>
                    <a:pt x="2679" y="7139"/>
                    <a:pt x="2663" y="7122"/>
                  </a:cubicBezTo>
                  <a:cubicBezTo>
                    <a:pt x="2616" y="7122"/>
                    <a:pt x="2585" y="7107"/>
                    <a:pt x="2537" y="7122"/>
                  </a:cubicBezTo>
                  <a:cubicBezTo>
                    <a:pt x="2522" y="7122"/>
                    <a:pt x="2459" y="7139"/>
                    <a:pt x="2459" y="7139"/>
                  </a:cubicBezTo>
                  <a:cubicBezTo>
                    <a:pt x="2427" y="7122"/>
                    <a:pt x="2442" y="7091"/>
                    <a:pt x="2442" y="7059"/>
                  </a:cubicBezTo>
                  <a:cubicBezTo>
                    <a:pt x="2411" y="7044"/>
                    <a:pt x="2379" y="7044"/>
                    <a:pt x="2333" y="7044"/>
                  </a:cubicBezTo>
                  <a:cubicBezTo>
                    <a:pt x="2316" y="7044"/>
                    <a:pt x="2253" y="7091"/>
                    <a:pt x="2222" y="7091"/>
                  </a:cubicBezTo>
                  <a:cubicBezTo>
                    <a:pt x="2190" y="7075"/>
                    <a:pt x="2175" y="7059"/>
                    <a:pt x="2144" y="7044"/>
                  </a:cubicBezTo>
                  <a:cubicBezTo>
                    <a:pt x="2112" y="7028"/>
                    <a:pt x="2064" y="7028"/>
                    <a:pt x="2018" y="7012"/>
                  </a:cubicBezTo>
                  <a:cubicBezTo>
                    <a:pt x="1955" y="7012"/>
                    <a:pt x="1938" y="6933"/>
                    <a:pt x="1860" y="6949"/>
                  </a:cubicBezTo>
                  <a:cubicBezTo>
                    <a:pt x="1797" y="6949"/>
                    <a:pt x="1671" y="6996"/>
                    <a:pt x="1623" y="6918"/>
                  </a:cubicBezTo>
                  <a:cubicBezTo>
                    <a:pt x="1623" y="7012"/>
                    <a:pt x="1465" y="6949"/>
                    <a:pt x="1419" y="6949"/>
                  </a:cubicBezTo>
                  <a:cubicBezTo>
                    <a:pt x="1356" y="6933"/>
                    <a:pt x="1308" y="6886"/>
                    <a:pt x="1261" y="6870"/>
                  </a:cubicBezTo>
                  <a:cubicBezTo>
                    <a:pt x="1230" y="6855"/>
                    <a:pt x="1182" y="6839"/>
                    <a:pt x="1150" y="6839"/>
                  </a:cubicBezTo>
                  <a:lnTo>
                    <a:pt x="1104" y="6839"/>
                  </a:lnTo>
                  <a:lnTo>
                    <a:pt x="1056" y="6839"/>
                  </a:lnTo>
                  <a:lnTo>
                    <a:pt x="1056" y="6807"/>
                  </a:lnTo>
                  <a:cubicBezTo>
                    <a:pt x="993" y="6792"/>
                    <a:pt x="993" y="6681"/>
                    <a:pt x="915" y="6681"/>
                  </a:cubicBezTo>
                  <a:cubicBezTo>
                    <a:pt x="898" y="6666"/>
                    <a:pt x="883" y="6681"/>
                    <a:pt x="852" y="6681"/>
                  </a:cubicBezTo>
                  <a:cubicBezTo>
                    <a:pt x="835" y="6697"/>
                    <a:pt x="820" y="6697"/>
                    <a:pt x="804" y="6697"/>
                  </a:cubicBezTo>
                  <a:cubicBezTo>
                    <a:pt x="757" y="6697"/>
                    <a:pt x="757" y="6666"/>
                    <a:pt x="741" y="6634"/>
                  </a:cubicBezTo>
                  <a:cubicBezTo>
                    <a:pt x="694" y="6603"/>
                    <a:pt x="646" y="6586"/>
                    <a:pt x="600" y="6586"/>
                  </a:cubicBezTo>
                  <a:cubicBezTo>
                    <a:pt x="568" y="6586"/>
                    <a:pt x="537" y="6618"/>
                    <a:pt x="520" y="6618"/>
                  </a:cubicBezTo>
                  <a:cubicBezTo>
                    <a:pt x="489" y="6618"/>
                    <a:pt x="457" y="6603"/>
                    <a:pt x="426" y="6603"/>
                  </a:cubicBezTo>
                  <a:cubicBezTo>
                    <a:pt x="363" y="6603"/>
                    <a:pt x="284" y="6586"/>
                    <a:pt x="237" y="6603"/>
                  </a:cubicBezTo>
                  <a:lnTo>
                    <a:pt x="221" y="6649"/>
                  </a:lnTo>
                  <a:cubicBezTo>
                    <a:pt x="190" y="6666"/>
                    <a:pt x="142" y="6681"/>
                    <a:pt x="127" y="6681"/>
                  </a:cubicBezTo>
                  <a:cubicBezTo>
                    <a:pt x="79" y="6666"/>
                    <a:pt x="79" y="6618"/>
                    <a:pt x="95" y="6586"/>
                  </a:cubicBezTo>
                  <a:cubicBezTo>
                    <a:pt x="32" y="6555"/>
                    <a:pt x="16" y="6540"/>
                    <a:pt x="1" y="6460"/>
                  </a:cubicBezTo>
                  <a:cubicBezTo>
                    <a:pt x="1" y="6429"/>
                    <a:pt x="16" y="6319"/>
                    <a:pt x="32" y="6288"/>
                  </a:cubicBezTo>
                  <a:cubicBezTo>
                    <a:pt x="64" y="6240"/>
                    <a:pt x="95" y="6240"/>
                    <a:pt x="127" y="6240"/>
                  </a:cubicBezTo>
                  <a:cubicBezTo>
                    <a:pt x="158" y="6240"/>
                    <a:pt x="174" y="6240"/>
                    <a:pt x="158" y="6162"/>
                  </a:cubicBezTo>
                  <a:cubicBezTo>
                    <a:pt x="127" y="6067"/>
                    <a:pt x="127" y="5941"/>
                    <a:pt x="190" y="5862"/>
                  </a:cubicBezTo>
                  <a:cubicBezTo>
                    <a:pt x="205" y="5847"/>
                    <a:pt x="221" y="5862"/>
                    <a:pt x="221" y="5830"/>
                  </a:cubicBezTo>
                  <a:cubicBezTo>
                    <a:pt x="237" y="5784"/>
                    <a:pt x="221" y="5736"/>
                    <a:pt x="221" y="5689"/>
                  </a:cubicBezTo>
                  <a:cubicBezTo>
                    <a:pt x="237" y="5626"/>
                    <a:pt x="268" y="5563"/>
                    <a:pt x="268" y="5515"/>
                  </a:cubicBezTo>
                  <a:cubicBezTo>
                    <a:pt x="268" y="5484"/>
                    <a:pt x="253" y="5484"/>
                    <a:pt x="253" y="5468"/>
                  </a:cubicBezTo>
                  <a:cubicBezTo>
                    <a:pt x="253" y="5421"/>
                    <a:pt x="300" y="5437"/>
                    <a:pt x="331" y="5405"/>
                  </a:cubicBezTo>
                  <a:cubicBezTo>
                    <a:pt x="379" y="5342"/>
                    <a:pt x="316" y="5248"/>
                    <a:pt x="331" y="5185"/>
                  </a:cubicBezTo>
                  <a:cubicBezTo>
                    <a:pt x="410" y="5168"/>
                    <a:pt x="379" y="5059"/>
                    <a:pt x="379" y="5011"/>
                  </a:cubicBezTo>
                  <a:cubicBezTo>
                    <a:pt x="379" y="4996"/>
                    <a:pt x="347" y="4948"/>
                    <a:pt x="363" y="4933"/>
                  </a:cubicBezTo>
                  <a:cubicBezTo>
                    <a:pt x="363" y="4901"/>
                    <a:pt x="410" y="4901"/>
                    <a:pt x="426" y="4885"/>
                  </a:cubicBezTo>
                  <a:cubicBezTo>
                    <a:pt x="474" y="4790"/>
                    <a:pt x="410" y="4664"/>
                    <a:pt x="426" y="4586"/>
                  </a:cubicBezTo>
                  <a:cubicBezTo>
                    <a:pt x="442" y="4523"/>
                    <a:pt x="474" y="4475"/>
                    <a:pt x="489" y="4412"/>
                  </a:cubicBezTo>
                  <a:cubicBezTo>
                    <a:pt x="505" y="4366"/>
                    <a:pt x="505" y="4318"/>
                    <a:pt x="537" y="4271"/>
                  </a:cubicBezTo>
                  <a:lnTo>
                    <a:pt x="583" y="4223"/>
                  </a:lnTo>
                  <a:cubicBezTo>
                    <a:pt x="583" y="4176"/>
                    <a:pt x="520" y="4145"/>
                    <a:pt x="537" y="4082"/>
                  </a:cubicBezTo>
                  <a:cubicBezTo>
                    <a:pt x="537" y="4066"/>
                    <a:pt x="568" y="4050"/>
                    <a:pt x="568" y="4003"/>
                  </a:cubicBezTo>
                  <a:cubicBezTo>
                    <a:pt x="583" y="3971"/>
                    <a:pt x="568" y="3971"/>
                    <a:pt x="552" y="3924"/>
                  </a:cubicBezTo>
                  <a:cubicBezTo>
                    <a:pt x="505" y="3830"/>
                    <a:pt x="552" y="3845"/>
                    <a:pt x="600" y="3861"/>
                  </a:cubicBezTo>
                  <a:lnTo>
                    <a:pt x="663" y="3861"/>
                  </a:lnTo>
                  <a:cubicBezTo>
                    <a:pt x="663" y="3830"/>
                    <a:pt x="615" y="3767"/>
                    <a:pt x="583" y="3750"/>
                  </a:cubicBezTo>
                  <a:cubicBezTo>
                    <a:pt x="600" y="3719"/>
                    <a:pt x="646" y="3735"/>
                    <a:pt x="663" y="3704"/>
                  </a:cubicBezTo>
                  <a:cubicBezTo>
                    <a:pt x="694" y="3624"/>
                    <a:pt x="600" y="3530"/>
                    <a:pt x="568" y="3483"/>
                  </a:cubicBezTo>
                  <a:cubicBezTo>
                    <a:pt x="583" y="3452"/>
                    <a:pt x="615" y="3452"/>
                    <a:pt x="646" y="3452"/>
                  </a:cubicBezTo>
                  <a:cubicBezTo>
                    <a:pt x="709" y="3435"/>
                    <a:pt x="789" y="3420"/>
                    <a:pt x="820" y="3357"/>
                  </a:cubicBezTo>
                  <a:cubicBezTo>
                    <a:pt x="852" y="3309"/>
                    <a:pt x="835" y="3246"/>
                    <a:pt x="835" y="3183"/>
                  </a:cubicBezTo>
                  <a:cubicBezTo>
                    <a:pt x="852" y="3120"/>
                    <a:pt x="867" y="3089"/>
                    <a:pt x="946" y="3074"/>
                  </a:cubicBezTo>
                  <a:cubicBezTo>
                    <a:pt x="1009" y="3042"/>
                    <a:pt x="1087" y="3042"/>
                    <a:pt x="1150" y="3057"/>
                  </a:cubicBezTo>
                  <a:lnTo>
                    <a:pt x="1276" y="3057"/>
                  </a:lnTo>
                  <a:cubicBezTo>
                    <a:pt x="1324" y="3042"/>
                    <a:pt x="1339" y="3042"/>
                    <a:pt x="1371" y="3011"/>
                  </a:cubicBezTo>
                  <a:cubicBezTo>
                    <a:pt x="1387" y="2994"/>
                    <a:pt x="1387" y="2963"/>
                    <a:pt x="1402" y="2931"/>
                  </a:cubicBezTo>
                  <a:cubicBezTo>
                    <a:pt x="1450" y="2868"/>
                    <a:pt x="1529" y="2837"/>
                    <a:pt x="1576" y="2774"/>
                  </a:cubicBezTo>
                  <a:cubicBezTo>
                    <a:pt x="1655" y="2711"/>
                    <a:pt x="1718" y="2632"/>
                    <a:pt x="1781" y="2569"/>
                  </a:cubicBezTo>
                  <a:cubicBezTo>
                    <a:pt x="1829" y="2538"/>
                    <a:pt x="1875" y="2475"/>
                    <a:pt x="1923" y="2475"/>
                  </a:cubicBezTo>
                  <a:lnTo>
                    <a:pt x="1970" y="2475"/>
                  </a:lnTo>
                  <a:lnTo>
                    <a:pt x="2018" y="2475"/>
                  </a:lnTo>
                  <a:cubicBezTo>
                    <a:pt x="2049" y="2475"/>
                    <a:pt x="2096" y="2458"/>
                    <a:pt x="2127" y="2443"/>
                  </a:cubicBezTo>
                  <a:cubicBezTo>
                    <a:pt x="2190" y="2395"/>
                    <a:pt x="2159" y="2332"/>
                    <a:pt x="2190" y="2269"/>
                  </a:cubicBezTo>
                  <a:cubicBezTo>
                    <a:pt x="2270" y="2128"/>
                    <a:pt x="2411" y="2191"/>
                    <a:pt x="2537" y="2206"/>
                  </a:cubicBezTo>
                  <a:cubicBezTo>
                    <a:pt x="2537" y="2128"/>
                    <a:pt x="2474" y="2065"/>
                    <a:pt x="2553" y="1986"/>
                  </a:cubicBezTo>
                  <a:cubicBezTo>
                    <a:pt x="2648" y="1954"/>
                    <a:pt x="2757" y="1939"/>
                    <a:pt x="2852" y="1923"/>
                  </a:cubicBezTo>
                  <a:cubicBezTo>
                    <a:pt x="2963" y="1908"/>
                    <a:pt x="3057" y="1876"/>
                    <a:pt x="3152" y="1845"/>
                  </a:cubicBezTo>
                  <a:cubicBezTo>
                    <a:pt x="3230" y="1782"/>
                    <a:pt x="3167" y="1687"/>
                    <a:pt x="3278" y="1639"/>
                  </a:cubicBezTo>
                  <a:cubicBezTo>
                    <a:pt x="3262" y="1608"/>
                    <a:pt x="3247" y="1561"/>
                    <a:pt x="3278" y="1545"/>
                  </a:cubicBezTo>
                  <a:cubicBezTo>
                    <a:pt x="3293" y="1530"/>
                    <a:pt x="3310" y="1530"/>
                    <a:pt x="3325" y="1545"/>
                  </a:cubicBezTo>
                  <a:cubicBezTo>
                    <a:pt x="3356" y="1482"/>
                    <a:pt x="3356" y="1466"/>
                    <a:pt x="3404" y="1419"/>
                  </a:cubicBezTo>
                  <a:lnTo>
                    <a:pt x="3451" y="1372"/>
                  </a:lnTo>
                  <a:lnTo>
                    <a:pt x="3482" y="1372"/>
                  </a:lnTo>
                  <a:cubicBezTo>
                    <a:pt x="3530" y="1340"/>
                    <a:pt x="3562" y="1261"/>
                    <a:pt x="3625" y="1246"/>
                  </a:cubicBezTo>
                  <a:cubicBezTo>
                    <a:pt x="3656" y="1246"/>
                    <a:pt x="3671" y="1277"/>
                    <a:pt x="3703" y="1293"/>
                  </a:cubicBezTo>
                  <a:cubicBezTo>
                    <a:pt x="3751" y="1246"/>
                    <a:pt x="3719" y="1246"/>
                    <a:pt x="3719" y="1183"/>
                  </a:cubicBezTo>
                  <a:cubicBezTo>
                    <a:pt x="3766" y="1183"/>
                    <a:pt x="3797" y="1198"/>
                    <a:pt x="3829" y="1198"/>
                  </a:cubicBezTo>
                  <a:cubicBezTo>
                    <a:pt x="3877" y="1214"/>
                    <a:pt x="3923" y="1230"/>
                    <a:pt x="3971" y="1214"/>
                  </a:cubicBezTo>
                  <a:cubicBezTo>
                    <a:pt x="3986" y="1183"/>
                    <a:pt x="3986" y="1151"/>
                    <a:pt x="3986" y="1120"/>
                  </a:cubicBezTo>
                  <a:cubicBezTo>
                    <a:pt x="4018" y="1057"/>
                    <a:pt x="4081" y="1025"/>
                    <a:pt x="4129" y="962"/>
                  </a:cubicBezTo>
                  <a:cubicBezTo>
                    <a:pt x="4160" y="931"/>
                    <a:pt x="4175" y="914"/>
                    <a:pt x="4238" y="914"/>
                  </a:cubicBezTo>
                  <a:cubicBezTo>
                    <a:pt x="4270" y="868"/>
                    <a:pt x="4238" y="836"/>
                    <a:pt x="4302" y="805"/>
                  </a:cubicBezTo>
                  <a:cubicBezTo>
                    <a:pt x="4365" y="757"/>
                    <a:pt x="4428" y="742"/>
                    <a:pt x="4491" y="710"/>
                  </a:cubicBezTo>
                  <a:cubicBezTo>
                    <a:pt x="4507" y="694"/>
                    <a:pt x="4538" y="679"/>
                    <a:pt x="4554" y="662"/>
                  </a:cubicBezTo>
                  <a:lnTo>
                    <a:pt x="4665" y="662"/>
                  </a:lnTo>
                  <a:cubicBezTo>
                    <a:pt x="4711" y="679"/>
                    <a:pt x="4759" y="679"/>
                    <a:pt x="4791" y="631"/>
                  </a:cubicBezTo>
                  <a:cubicBezTo>
                    <a:pt x="4806" y="599"/>
                    <a:pt x="4791" y="553"/>
                    <a:pt x="4806" y="521"/>
                  </a:cubicBezTo>
                  <a:cubicBezTo>
                    <a:pt x="4822" y="473"/>
                    <a:pt x="4869" y="442"/>
                    <a:pt x="4917" y="427"/>
                  </a:cubicBezTo>
                  <a:cubicBezTo>
                    <a:pt x="4948" y="410"/>
                    <a:pt x="4980" y="410"/>
                    <a:pt x="5011" y="395"/>
                  </a:cubicBezTo>
                  <a:cubicBezTo>
                    <a:pt x="5058" y="379"/>
                    <a:pt x="5026" y="364"/>
                    <a:pt x="5058" y="316"/>
                  </a:cubicBezTo>
                  <a:cubicBezTo>
                    <a:pt x="5089" y="238"/>
                    <a:pt x="5184" y="269"/>
                    <a:pt x="5247" y="269"/>
                  </a:cubicBezTo>
                  <a:cubicBezTo>
                    <a:pt x="5263" y="238"/>
                    <a:pt x="5247" y="190"/>
                    <a:pt x="5278" y="158"/>
                  </a:cubicBezTo>
                  <a:cubicBezTo>
                    <a:pt x="5326" y="111"/>
                    <a:pt x="5389" y="95"/>
                    <a:pt x="5436" y="111"/>
                  </a:cubicBezTo>
                  <a:cubicBezTo>
                    <a:pt x="5452" y="64"/>
                    <a:pt x="5436" y="64"/>
                    <a:pt x="5484" y="48"/>
                  </a:cubicBezTo>
                  <a:cubicBezTo>
                    <a:pt x="5515" y="32"/>
                    <a:pt x="5578" y="1"/>
                    <a:pt x="5610" y="1"/>
                  </a:cubicBezTo>
                  <a:cubicBezTo>
                    <a:pt x="5720" y="17"/>
                    <a:pt x="5720" y="158"/>
                    <a:pt x="5783" y="221"/>
                  </a:cubicBezTo>
                  <a:cubicBezTo>
                    <a:pt x="5783" y="175"/>
                    <a:pt x="5814" y="64"/>
                    <a:pt x="5877" y="48"/>
                  </a:cubicBezTo>
                  <a:cubicBezTo>
                    <a:pt x="5925" y="32"/>
                    <a:pt x="5940" y="80"/>
                    <a:pt x="5956" y="95"/>
                  </a:cubicBezTo>
                  <a:cubicBezTo>
                    <a:pt x="5988" y="127"/>
                    <a:pt x="6020" y="143"/>
                    <a:pt x="6051" y="143"/>
                  </a:cubicBezTo>
                  <a:cubicBezTo>
                    <a:pt x="6114" y="158"/>
                    <a:pt x="6098" y="127"/>
                    <a:pt x="6146" y="95"/>
                  </a:cubicBezTo>
                  <a:cubicBezTo>
                    <a:pt x="6161" y="80"/>
                    <a:pt x="6224" y="64"/>
                    <a:pt x="6240" y="80"/>
                  </a:cubicBezTo>
                  <a:cubicBezTo>
                    <a:pt x="6303" y="95"/>
                    <a:pt x="6303" y="111"/>
                    <a:pt x="6303" y="158"/>
                  </a:cubicBezTo>
                  <a:cubicBezTo>
                    <a:pt x="6303" y="175"/>
                    <a:pt x="6287" y="190"/>
                    <a:pt x="6318" y="206"/>
                  </a:cubicBezTo>
                  <a:cubicBezTo>
                    <a:pt x="6318" y="221"/>
                    <a:pt x="6413" y="190"/>
                    <a:pt x="6429" y="175"/>
                  </a:cubicBezTo>
                  <a:cubicBezTo>
                    <a:pt x="6507" y="175"/>
                    <a:pt x="6650" y="175"/>
                    <a:pt x="6728" y="238"/>
                  </a:cubicBezTo>
                  <a:cubicBezTo>
                    <a:pt x="6759" y="238"/>
                    <a:pt x="6759" y="253"/>
                    <a:pt x="6759" y="284"/>
                  </a:cubicBezTo>
                  <a:lnTo>
                    <a:pt x="6759" y="316"/>
                  </a:lnTo>
                  <a:cubicBezTo>
                    <a:pt x="6759" y="364"/>
                    <a:pt x="6807" y="395"/>
                    <a:pt x="6854" y="427"/>
                  </a:cubicBezTo>
                  <a:cubicBezTo>
                    <a:pt x="6902" y="395"/>
                    <a:pt x="6854" y="269"/>
                    <a:pt x="6917" y="269"/>
                  </a:cubicBezTo>
                  <a:cubicBezTo>
                    <a:pt x="6965" y="269"/>
                    <a:pt x="6965" y="347"/>
                    <a:pt x="6996" y="364"/>
                  </a:cubicBezTo>
                  <a:cubicBezTo>
                    <a:pt x="7011" y="379"/>
                    <a:pt x="7043" y="379"/>
                    <a:pt x="7059" y="379"/>
                  </a:cubicBezTo>
                  <a:cubicBezTo>
                    <a:pt x="7106" y="379"/>
                    <a:pt x="7138" y="395"/>
                    <a:pt x="7169" y="427"/>
                  </a:cubicBezTo>
                  <a:cubicBezTo>
                    <a:pt x="7185" y="442"/>
                    <a:pt x="7201" y="473"/>
                    <a:pt x="7232" y="490"/>
                  </a:cubicBezTo>
                  <a:cubicBezTo>
                    <a:pt x="7280" y="505"/>
                    <a:pt x="7295" y="490"/>
                    <a:pt x="7343" y="458"/>
                  </a:cubicBezTo>
                  <a:cubicBezTo>
                    <a:pt x="7390" y="427"/>
                    <a:pt x="7438" y="427"/>
                    <a:pt x="7501" y="410"/>
                  </a:cubicBezTo>
                  <a:cubicBezTo>
                    <a:pt x="7579" y="395"/>
                    <a:pt x="7579" y="379"/>
                    <a:pt x="7642" y="427"/>
                  </a:cubicBezTo>
                  <a:cubicBezTo>
                    <a:pt x="7721" y="490"/>
                    <a:pt x="7799" y="490"/>
                    <a:pt x="7894" y="505"/>
                  </a:cubicBezTo>
                  <a:lnTo>
                    <a:pt x="7910" y="505"/>
                  </a:lnTo>
                  <a:cubicBezTo>
                    <a:pt x="7925" y="505"/>
                    <a:pt x="7942" y="505"/>
                    <a:pt x="7957" y="521"/>
                  </a:cubicBezTo>
                  <a:cubicBezTo>
                    <a:pt x="7957" y="536"/>
                    <a:pt x="7973" y="553"/>
                    <a:pt x="7973" y="568"/>
                  </a:cubicBezTo>
                  <a:cubicBezTo>
                    <a:pt x="8005" y="568"/>
                    <a:pt x="8020" y="584"/>
                    <a:pt x="8051" y="584"/>
                  </a:cubicBezTo>
                  <a:cubicBezTo>
                    <a:pt x="8099" y="599"/>
                    <a:pt x="8162" y="599"/>
                    <a:pt x="8209" y="616"/>
                  </a:cubicBezTo>
                  <a:cubicBezTo>
                    <a:pt x="8303" y="631"/>
                    <a:pt x="8414" y="694"/>
                    <a:pt x="8524" y="694"/>
                  </a:cubicBezTo>
                  <a:cubicBezTo>
                    <a:pt x="8524" y="679"/>
                    <a:pt x="8509" y="631"/>
                    <a:pt x="8540" y="616"/>
                  </a:cubicBezTo>
                  <a:cubicBezTo>
                    <a:pt x="8572" y="599"/>
                    <a:pt x="8635" y="631"/>
                    <a:pt x="8635" y="662"/>
                  </a:cubicBezTo>
                  <a:cubicBezTo>
                    <a:pt x="8635" y="694"/>
                    <a:pt x="8603" y="725"/>
                    <a:pt x="8635" y="742"/>
                  </a:cubicBezTo>
                  <a:cubicBezTo>
                    <a:pt x="8666" y="788"/>
                    <a:pt x="8808" y="757"/>
                    <a:pt x="8856" y="742"/>
                  </a:cubicBezTo>
                  <a:cubicBezTo>
                    <a:pt x="8887" y="742"/>
                    <a:pt x="8950" y="757"/>
                    <a:pt x="8982" y="773"/>
                  </a:cubicBezTo>
                  <a:cubicBezTo>
                    <a:pt x="9013" y="805"/>
                    <a:pt x="9013" y="883"/>
                    <a:pt x="9060" y="851"/>
                  </a:cubicBezTo>
                  <a:cubicBezTo>
                    <a:pt x="9123" y="836"/>
                    <a:pt x="9154" y="710"/>
                    <a:pt x="9234" y="757"/>
                  </a:cubicBezTo>
                  <a:cubicBezTo>
                    <a:pt x="9280" y="773"/>
                    <a:pt x="9249" y="836"/>
                    <a:pt x="9265" y="868"/>
                  </a:cubicBezTo>
                  <a:cubicBezTo>
                    <a:pt x="9297" y="883"/>
                    <a:pt x="9328" y="868"/>
                    <a:pt x="9360" y="851"/>
                  </a:cubicBezTo>
                  <a:cubicBezTo>
                    <a:pt x="9391" y="851"/>
                    <a:pt x="9423" y="836"/>
                    <a:pt x="9454" y="836"/>
                  </a:cubicBezTo>
                  <a:cubicBezTo>
                    <a:pt x="9486" y="851"/>
                    <a:pt x="9501" y="899"/>
                    <a:pt x="9532" y="914"/>
                  </a:cubicBezTo>
                  <a:cubicBezTo>
                    <a:pt x="9564" y="931"/>
                    <a:pt x="9627" y="899"/>
                    <a:pt x="9658" y="899"/>
                  </a:cubicBezTo>
                  <a:cubicBezTo>
                    <a:pt x="9675" y="883"/>
                    <a:pt x="9675" y="883"/>
                    <a:pt x="9690" y="883"/>
                  </a:cubicBezTo>
                  <a:cubicBezTo>
                    <a:pt x="9738" y="883"/>
                    <a:pt x="9769" y="883"/>
                    <a:pt x="9801" y="899"/>
                  </a:cubicBezTo>
                  <a:cubicBezTo>
                    <a:pt x="9864" y="899"/>
                    <a:pt x="9911" y="914"/>
                    <a:pt x="9974" y="931"/>
                  </a:cubicBezTo>
                  <a:cubicBezTo>
                    <a:pt x="10005" y="931"/>
                    <a:pt x="10037" y="946"/>
                    <a:pt x="10068" y="946"/>
                  </a:cubicBezTo>
                  <a:lnTo>
                    <a:pt x="10147" y="946"/>
                  </a:lnTo>
                  <a:cubicBezTo>
                    <a:pt x="10163" y="931"/>
                    <a:pt x="10194" y="931"/>
                    <a:pt x="10211" y="931"/>
                  </a:cubicBezTo>
                  <a:cubicBezTo>
                    <a:pt x="10242" y="962"/>
                    <a:pt x="10211" y="1009"/>
                    <a:pt x="10211" y="1040"/>
                  </a:cubicBezTo>
                  <a:cubicBezTo>
                    <a:pt x="10242" y="1040"/>
                    <a:pt x="10274" y="1009"/>
                    <a:pt x="10305" y="994"/>
                  </a:cubicBezTo>
                  <a:cubicBezTo>
                    <a:pt x="10337" y="994"/>
                    <a:pt x="10368" y="977"/>
                    <a:pt x="10383" y="994"/>
                  </a:cubicBezTo>
                  <a:cubicBezTo>
                    <a:pt x="10400" y="994"/>
                    <a:pt x="10400" y="1009"/>
                    <a:pt x="10415" y="1009"/>
                  </a:cubicBezTo>
                  <a:cubicBezTo>
                    <a:pt x="10431" y="1025"/>
                    <a:pt x="10478" y="1009"/>
                    <a:pt x="10494" y="994"/>
                  </a:cubicBezTo>
                  <a:cubicBezTo>
                    <a:pt x="10509" y="994"/>
                    <a:pt x="10526" y="977"/>
                    <a:pt x="10541" y="977"/>
                  </a:cubicBezTo>
                  <a:cubicBezTo>
                    <a:pt x="10557" y="977"/>
                    <a:pt x="10698" y="1057"/>
                    <a:pt x="10715" y="105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54" name="Google Shape;1054;p35"/>
            <p:cNvSpPr/>
            <p:nvPr/>
          </p:nvSpPr>
          <p:spPr>
            <a:xfrm>
              <a:off x="3515222" y="1418949"/>
              <a:ext cx="119800" cy="9573"/>
            </a:xfrm>
            <a:custGeom>
              <a:avLst/>
              <a:gdLst/>
              <a:ahLst/>
              <a:cxnLst/>
              <a:rect l="l" t="t" r="r" b="b"/>
              <a:pathLst>
                <a:path w="3767" h="301" extrusionOk="0">
                  <a:moveTo>
                    <a:pt x="3767" y="284"/>
                  </a:moveTo>
                  <a:cubicBezTo>
                    <a:pt x="3767" y="284"/>
                    <a:pt x="3767" y="300"/>
                    <a:pt x="3751" y="300"/>
                  </a:cubicBezTo>
                  <a:cubicBezTo>
                    <a:pt x="3767" y="300"/>
                    <a:pt x="3767" y="284"/>
                    <a:pt x="3767" y="284"/>
                  </a:cubicBezTo>
                  <a:close/>
                  <a:moveTo>
                    <a:pt x="49" y="0"/>
                  </a:moveTo>
                  <a:lnTo>
                    <a:pt x="17" y="0"/>
                  </a:lnTo>
                  <a:cubicBezTo>
                    <a:pt x="17" y="0"/>
                    <a:pt x="1" y="17"/>
                    <a:pt x="1" y="32"/>
                  </a:cubicBezTo>
                  <a:cubicBezTo>
                    <a:pt x="1" y="32"/>
                    <a:pt x="17" y="32"/>
                    <a:pt x="32" y="17"/>
                  </a:cubicBezTo>
                  <a:cubicBezTo>
                    <a:pt x="32" y="17"/>
                    <a:pt x="32" y="0"/>
                    <a:pt x="49" y="0"/>
                  </a:cubicBezTo>
                  <a:close/>
                </a:path>
              </a:pathLst>
            </a:custGeom>
            <a:solidFill>
              <a:srgbClr val="F7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55" name="Google Shape;1055;p35"/>
            <p:cNvSpPr/>
            <p:nvPr/>
          </p:nvSpPr>
          <p:spPr>
            <a:xfrm>
              <a:off x="3361419" y="1406927"/>
              <a:ext cx="335739" cy="261576"/>
            </a:xfrm>
            <a:custGeom>
              <a:avLst/>
              <a:gdLst/>
              <a:ahLst/>
              <a:cxnLst/>
              <a:rect l="l" t="t" r="r" b="b"/>
              <a:pathLst>
                <a:path w="10557" h="8225" extrusionOk="0">
                  <a:moveTo>
                    <a:pt x="8004" y="8083"/>
                  </a:moveTo>
                  <a:cubicBezTo>
                    <a:pt x="8019" y="8052"/>
                    <a:pt x="8036" y="8035"/>
                    <a:pt x="8067" y="8035"/>
                  </a:cubicBezTo>
                  <a:lnTo>
                    <a:pt x="8082" y="8035"/>
                  </a:lnTo>
                  <a:cubicBezTo>
                    <a:pt x="8099" y="8035"/>
                    <a:pt x="8114" y="8052"/>
                    <a:pt x="8130" y="8067"/>
                  </a:cubicBezTo>
                  <a:lnTo>
                    <a:pt x="8114" y="8067"/>
                  </a:lnTo>
                  <a:lnTo>
                    <a:pt x="8067" y="8067"/>
                  </a:lnTo>
                  <a:cubicBezTo>
                    <a:pt x="8036" y="8067"/>
                    <a:pt x="8019" y="8067"/>
                    <a:pt x="8004" y="8083"/>
                  </a:cubicBezTo>
                  <a:close/>
                  <a:moveTo>
                    <a:pt x="7484" y="7926"/>
                  </a:moveTo>
                  <a:lnTo>
                    <a:pt x="7515" y="7926"/>
                  </a:lnTo>
                  <a:lnTo>
                    <a:pt x="7532" y="7926"/>
                  </a:lnTo>
                  <a:cubicBezTo>
                    <a:pt x="7547" y="7926"/>
                    <a:pt x="7547" y="7941"/>
                    <a:pt x="7563" y="7941"/>
                  </a:cubicBezTo>
                  <a:cubicBezTo>
                    <a:pt x="7532" y="7941"/>
                    <a:pt x="7515" y="7926"/>
                    <a:pt x="7484" y="7926"/>
                  </a:cubicBezTo>
                  <a:close/>
                  <a:moveTo>
                    <a:pt x="6870" y="7846"/>
                  </a:moveTo>
                  <a:cubicBezTo>
                    <a:pt x="6885" y="7815"/>
                    <a:pt x="6916" y="7800"/>
                    <a:pt x="6948" y="7800"/>
                  </a:cubicBezTo>
                  <a:lnTo>
                    <a:pt x="6964" y="7800"/>
                  </a:lnTo>
                  <a:lnTo>
                    <a:pt x="6996" y="7831"/>
                  </a:lnTo>
                  <a:cubicBezTo>
                    <a:pt x="6996" y="7831"/>
                    <a:pt x="6996" y="7815"/>
                    <a:pt x="6979" y="7815"/>
                  </a:cubicBezTo>
                  <a:lnTo>
                    <a:pt x="6979" y="7815"/>
                  </a:lnTo>
                  <a:cubicBezTo>
                    <a:pt x="6948" y="7831"/>
                    <a:pt x="6933" y="7846"/>
                    <a:pt x="6916" y="7846"/>
                  </a:cubicBezTo>
                  <a:lnTo>
                    <a:pt x="6901" y="7846"/>
                  </a:lnTo>
                  <a:lnTo>
                    <a:pt x="6870" y="7846"/>
                  </a:lnTo>
                  <a:close/>
                  <a:moveTo>
                    <a:pt x="6349" y="7689"/>
                  </a:moveTo>
                  <a:lnTo>
                    <a:pt x="6381" y="7689"/>
                  </a:lnTo>
                  <a:lnTo>
                    <a:pt x="6397" y="7689"/>
                  </a:lnTo>
                  <a:cubicBezTo>
                    <a:pt x="6429" y="7705"/>
                    <a:pt x="6444" y="7720"/>
                    <a:pt x="6460" y="7737"/>
                  </a:cubicBezTo>
                  <a:lnTo>
                    <a:pt x="6444" y="7737"/>
                  </a:lnTo>
                  <a:cubicBezTo>
                    <a:pt x="6444" y="7752"/>
                    <a:pt x="6429" y="7768"/>
                    <a:pt x="6429" y="7768"/>
                  </a:cubicBezTo>
                  <a:cubicBezTo>
                    <a:pt x="6412" y="7768"/>
                    <a:pt x="6412" y="7752"/>
                    <a:pt x="6412" y="7737"/>
                  </a:cubicBezTo>
                  <a:cubicBezTo>
                    <a:pt x="6397" y="7720"/>
                    <a:pt x="6381" y="7720"/>
                    <a:pt x="6366" y="7705"/>
                  </a:cubicBezTo>
                  <a:cubicBezTo>
                    <a:pt x="6349" y="7705"/>
                    <a:pt x="6349" y="7689"/>
                    <a:pt x="6349" y="7689"/>
                  </a:cubicBezTo>
                  <a:close/>
                  <a:moveTo>
                    <a:pt x="5735" y="7674"/>
                  </a:moveTo>
                  <a:lnTo>
                    <a:pt x="5735" y="7642"/>
                  </a:lnTo>
                  <a:lnTo>
                    <a:pt x="5735" y="7642"/>
                  </a:lnTo>
                  <a:lnTo>
                    <a:pt x="5861" y="7674"/>
                  </a:lnTo>
                  <a:lnTo>
                    <a:pt x="5845" y="7689"/>
                  </a:lnTo>
                  <a:lnTo>
                    <a:pt x="5798" y="7689"/>
                  </a:lnTo>
                  <a:cubicBezTo>
                    <a:pt x="5782" y="7689"/>
                    <a:pt x="5751" y="7689"/>
                    <a:pt x="5735" y="7674"/>
                  </a:cubicBezTo>
                  <a:close/>
                  <a:moveTo>
                    <a:pt x="8744" y="7752"/>
                  </a:moveTo>
                  <a:lnTo>
                    <a:pt x="8729" y="7752"/>
                  </a:lnTo>
                  <a:cubicBezTo>
                    <a:pt x="8681" y="7752"/>
                    <a:pt x="8666" y="7705"/>
                    <a:pt x="8666" y="7657"/>
                  </a:cubicBezTo>
                  <a:cubicBezTo>
                    <a:pt x="8681" y="7611"/>
                    <a:pt x="8713" y="7594"/>
                    <a:pt x="8744" y="7594"/>
                  </a:cubicBezTo>
                  <a:lnTo>
                    <a:pt x="8776" y="7594"/>
                  </a:lnTo>
                  <a:cubicBezTo>
                    <a:pt x="8807" y="7594"/>
                    <a:pt x="8839" y="7642"/>
                    <a:pt x="8839" y="7689"/>
                  </a:cubicBezTo>
                  <a:cubicBezTo>
                    <a:pt x="8824" y="7737"/>
                    <a:pt x="8792" y="7752"/>
                    <a:pt x="8744" y="7752"/>
                  </a:cubicBezTo>
                  <a:close/>
                  <a:moveTo>
                    <a:pt x="5735" y="7642"/>
                  </a:moveTo>
                  <a:cubicBezTo>
                    <a:pt x="5735" y="7594"/>
                    <a:pt x="5782" y="7579"/>
                    <a:pt x="5814" y="7579"/>
                  </a:cubicBezTo>
                  <a:lnTo>
                    <a:pt x="5830" y="7579"/>
                  </a:lnTo>
                  <a:cubicBezTo>
                    <a:pt x="5861" y="7579"/>
                    <a:pt x="5893" y="7611"/>
                    <a:pt x="5893" y="7626"/>
                  </a:cubicBezTo>
                  <a:cubicBezTo>
                    <a:pt x="5893" y="7642"/>
                    <a:pt x="5877" y="7657"/>
                    <a:pt x="5861" y="7674"/>
                  </a:cubicBezTo>
                  <a:lnTo>
                    <a:pt x="5735" y="7642"/>
                  </a:lnTo>
                  <a:close/>
                  <a:moveTo>
                    <a:pt x="8193" y="7642"/>
                  </a:moveTo>
                  <a:lnTo>
                    <a:pt x="8177" y="7642"/>
                  </a:lnTo>
                  <a:cubicBezTo>
                    <a:pt x="8130" y="7626"/>
                    <a:pt x="8099" y="7579"/>
                    <a:pt x="8099" y="7548"/>
                  </a:cubicBezTo>
                  <a:cubicBezTo>
                    <a:pt x="8114" y="7500"/>
                    <a:pt x="8145" y="7468"/>
                    <a:pt x="8193" y="7468"/>
                  </a:cubicBezTo>
                  <a:lnTo>
                    <a:pt x="8208" y="7468"/>
                  </a:lnTo>
                  <a:cubicBezTo>
                    <a:pt x="8256" y="7485"/>
                    <a:pt x="8288" y="7531"/>
                    <a:pt x="8271" y="7579"/>
                  </a:cubicBezTo>
                  <a:cubicBezTo>
                    <a:pt x="8256" y="7611"/>
                    <a:pt x="8225" y="7642"/>
                    <a:pt x="8193" y="7642"/>
                  </a:cubicBezTo>
                  <a:close/>
                  <a:moveTo>
                    <a:pt x="7626" y="7531"/>
                  </a:moveTo>
                  <a:lnTo>
                    <a:pt x="7610" y="7531"/>
                  </a:lnTo>
                  <a:cubicBezTo>
                    <a:pt x="7563" y="7516"/>
                    <a:pt x="7532" y="7468"/>
                    <a:pt x="7547" y="7422"/>
                  </a:cubicBezTo>
                  <a:cubicBezTo>
                    <a:pt x="7547" y="7390"/>
                    <a:pt x="7578" y="7359"/>
                    <a:pt x="7626" y="7359"/>
                  </a:cubicBezTo>
                  <a:lnTo>
                    <a:pt x="7641" y="7359"/>
                  </a:lnTo>
                  <a:cubicBezTo>
                    <a:pt x="7689" y="7374"/>
                    <a:pt x="7721" y="7405"/>
                    <a:pt x="7704" y="7453"/>
                  </a:cubicBezTo>
                  <a:cubicBezTo>
                    <a:pt x="7704" y="7500"/>
                    <a:pt x="7658" y="7531"/>
                    <a:pt x="7626" y="7531"/>
                  </a:cubicBezTo>
                  <a:close/>
                  <a:moveTo>
                    <a:pt x="4616" y="7374"/>
                  </a:moveTo>
                  <a:cubicBezTo>
                    <a:pt x="4633" y="7359"/>
                    <a:pt x="4664" y="7342"/>
                    <a:pt x="4679" y="7342"/>
                  </a:cubicBezTo>
                  <a:lnTo>
                    <a:pt x="4696" y="7342"/>
                  </a:lnTo>
                  <a:cubicBezTo>
                    <a:pt x="4742" y="7359"/>
                    <a:pt x="4759" y="7374"/>
                    <a:pt x="4774" y="7405"/>
                  </a:cubicBezTo>
                  <a:lnTo>
                    <a:pt x="4742" y="7405"/>
                  </a:lnTo>
                  <a:lnTo>
                    <a:pt x="4696" y="7405"/>
                  </a:lnTo>
                  <a:cubicBezTo>
                    <a:pt x="4679" y="7390"/>
                    <a:pt x="4648" y="7390"/>
                    <a:pt x="4616" y="7374"/>
                  </a:cubicBezTo>
                  <a:close/>
                  <a:moveTo>
                    <a:pt x="7059" y="7405"/>
                  </a:moveTo>
                  <a:lnTo>
                    <a:pt x="7043" y="7405"/>
                  </a:lnTo>
                  <a:cubicBezTo>
                    <a:pt x="6996" y="7405"/>
                    <a:pt x="6964" y="7359"/>
                    <a:pt x="6979" y="7311"/>
                  </a:cubicBezTo>
                  <a:cubicBezTo>
                    <a:pt x="6979" y="7264"/>
                    <a:pt x="7027" y="7248"/>
                    <a:pt x="7059" y="7248"/>
                  </a:cubicBezTo>
                  <a:lnTo>
                    <a:pt x="7074" y="7248"/>
                  </a:lnTo>
                  <a:cubicBezTo>
                    <a:pt x="7122" y="7248"/>
                    <a:pt x="7153" y="7296"/>
                    <a:pt x="7137" y="7342"/>
                  </a:cubicBezTo>
                  <a:cubicBezTo>
                    <a:pt x="7137" y="7390"/>
                    <a:pt x="7106" y="7405"/>
                    <a:pt x="7059" y="7405"/>
                  </a:cubicBezTo>
                  <a:close/>
                  <a:moveTo>
                    <a:pt x="4065" y="7248"/>
                  </a:moveTo>
                  <a:cubicBezTo>
                    <a:pt x="4080" y="7233"/>
                    <a:pt x="4097" y="7233"/>
                    <a:pt x="4128" y="7233"/>
                  </a:cubicBezTo>
                  <a:lnTo>
                    <a:pt x="4143" y="7233"/>
                  </a:lnTo>
                  <a:cubicBezTo>
                    <a:pt x="4160" y="7233"/>
                    <a:pt x="4175" y="7233"/>
                    <a:pt x="4175" y="7248"/>
                  </a:cubicBezTo>
                  <a:cubicBezTo>
                    <a:pt x="4160" y="7264"/>
                    <a:pt x="4143" y="7264"/>
                    <a:pt x="4128" y="7264"/>
                  </a:cubicBezTo>
                  <a:cubicBezTo>
                    <a:pt x="4112" y="7264"/>
                    <a:pt x="4097" y="7248"/>
                    <a:pt x="4065" y="7248"/>
                  </a:cubicBezTo>
                  <a:close/>
                  <a:moveTo>
                    <a:pt x="9359" y="7264"/>
                  </a:moveTo>
                  <a:cubicBezTo>
                    <a:pt x="9343" y="7248"/>
                    <a:pt x="9343" y="7233"/>
                    <a:pt x="9343" y="7201"/>
                  </a:cubicBezTo>
                  <a:lnTo>
                    <a:pt x="9359" y="7216"/>
                  </a:lnTo>
                  <a:lnTo>
                    <a:pt x="9359" y="7233"/>
                  </a:lnTo>
                  <a:lnTo>
                    <a:pt x="9359" y="7264"/>
                  </a:lnTo>
                  <a:close/>
                  <a:moveTo>
                    <a:pt x="9343" y="7201"/>
                  </a:moveTo>
                  <a:lnTo>
                    <a:pt x="9343" y="7201"/>
                  </a:lnTo>
                  <a:cubicBezTo>
                    <a:pt x="9359" y="7201"/>
                    <a:pt x="9359" y="7185"/>
                    <a:pt x="9359" y="7170"/>
                  </a:cubicBezTo>
                  <a:lnTo>
                    <a:pt x="9359" y="7216"/>
                  </a:lnTo>
                  <a:lnTo>
                    <a:pt x="9343" y="7201"/>
                  </a:lnTo>
                  <a:close/>
                  <a:moveTo>
                    <a:pt x="6492" y="7296"/>
                  </a:moveTo>
                  <a:lnTo>
                    <a:pt x="6475" y="7296"/>
                  </a:lnTo>
                  <a:cubicBezTo>
                    <a:pt x="6429" y="7279"/>
                    <a:pt x="6397" y="7233"/>
                    <a:pt x="6412" y="7201"/>
                  </a:cubicBezTo>
                  <a:cubicBezTo>
                    <a:pt x="6412" y="7153"/>
                    <a:pt x="6460" y="7122"/>
                    <a:pt x="6492" y="7122"/>
                  </a:cubicBezTo>
                  <a:lnTo>
                    <a:pt x="6507" y="7122"/>
                  </a:lnTo>
                  <a:cubicBezTo>
                    <a:pt x="6555" y="7138"/>
                    <a:pt x="6586" y="7185"/>
                    <a:pt x="6570" y="7233"/>
                  </a:cubicBezTo>
                  <a:cubicBezTo>
                    <a:pt x="6570" y="7264"/>
                    <a:pt x="6538" y="7296"/>
                    <a:pt x="6492" y="7296"/>
                  </a:cubicBezTo>
                  <a:close/>
                  <a:moveTo>
                    <a:pt x="3561" y="7107"/>
                  </a:moveTo>
                  <a:lnTo>
                    <a:pt x="3561" y="7107"/>
                  </a:lnTo>
                  <a:lnTo>
                    <a:pt x="3576" y="7107"/>
                  </a:lnTo>
                  <a:cubicBezTo>
                    <a:pt x="3608" y="7122"/>
                    <a:pt x="3624" y="7138"/>
                    <a:pt x="3639" y="7170"/>
                  </a:cubicBezTo>
                  <a:cubicBezTo>
                    <a:pt x="3608" y="7153"/>
                    <a:pt x="3593" y="7122"/>
                    <a:pt x="3561" y="7107"/>
                  </a:cubicBezTo>
                  <a:close/>
                  <a:moveTo>
                    <a:pt x="8870" y="7201"/>
                  </a:moveTo>
                  <a:cubicBezTo>
                    <a:pt x="8870" y="7201"/>
                    <a:pt x="8855" y="7201"/>
                    <a:pt x="8855" y="7185"/>
                  </a:cubicBezTo>
                  <a:cubicBezTo>
                    <a:pt x="8807" y="7185"/>
                    <a:pt x="8776" y="7138"/>
                    <a:pt x="8792" y="7090"/>
                  </a:cubicBezTo>
                  <a:lnTo>
                    <a:pt x="8792" y="7090"/>
                  </a:lnTo>
                  <a:lnTo>
                    <a:pt x="8950" y="7122"/>
                  </a:lnTo>
                  <a:lnTo>
                    <a:pt x="8950" y="7122"/>
                  </a:lnTo>
                  <a:cubicBezTo>
                    <a:pt x="8950" y="7170"/>
                    <a:pt x="8902" y="7201"/>
                    <a:pt x="8870" y="7201"/>
                  </a:cubicBezTo>
                  <a:close/>
                  <a:moveTo>
                    <a:pt x="8792" y="7090"/>
                  </a:moveTo>
                  <a:cubicBezTo>
                    <a:pt x="8792" y="7059"/>
                    <a:pt x="8824" y="7027"/>
                    <a:pt x="8870" y="7027"/>
                  </a:cubicBezTo>
                  <a:lnTo>
                    <a:pt x="8887" y="7027"/>
                  </a:lnTo>
                  <a:cubicBezTo>
                    <a:pt x="8933" y="7043"/>
                    <a:pt x="8965" y="7075"/>
                    <a:pt x="8950" y="7122"/>
                  </a:cubicBezTo>
                  <a:lnTo>
                    <a:pt x="8792" y="7090"/>
                  </a:lnTo>
                  <a:close/>
                  <a:moveTo>
                    <a:pt x="5924" y="7185"/>
                  </a:moveTo>
                  <a:lnTo>
                    <a:pt x="5908" y="7185"/>
                  </a:lnTo>
                  <a:cubicBezTo>
                    <a:pt x="5861" y="7170"/>
                    <a:pt x="5845" y="7122"/>
                    <a:pt x="5845" y="7075"/>
                  </a:cubicBezTo>
                  <a:cubicBezTo>
                    <a:pt x="5861" y="7043"/>
                    <a:pt x="5893" y="7012"/>
                    <a:pt x="5924" y="7012"/>
                  </a:cubicBezTo>
                  <a:lnTo>
                    <a:pt x="5940" y="7012"/>
                  </a:lnTo>
                  <a:cubicBezTo>
                    <a:pt x="5988" y="7027"/>
                    <a:pt x="6019" y="7059"/>
                    <a:pt x="6019" y="7107"/>
                  </a:cubicBezTo>
                  <a:cubicBezTo>
                    <a:pt x="6003" y="7153"/>
                    <a:pt x="5971" y="7185"/>
                    <a:pt x="5924" y="7185"/>
                  </a:cubicBezTo>
                  <a:close/>
                  <a:moveTo>
                    <a:pt x="2962" y="6996"/>
                  </a:moveTo>
                  <a:lnTo>
                    <a:pt x="2994" y="6996"/>
                  </a:lnTo>
                  <a:lnTo>
                    <a:pt x="3009" y="6996"/>
                  </a:lnTo>
                  <a:cubicBezTo>
                    <a:pt x="3025" y="6996"/>
                    <a:pt x="3041" y="7012"/>
                    <a:pt x="3057" y="7027"/>
                  </a:cubicBezTo>
                  <a:lnTo>
                    <a:pt x="3025" y="7027"/>
                  </a:lnTo>
                  <a:cubicBezTo>
                    <a:pt x="2994" y="7027"/>
                    <a:pt x="2978" y="7027"/>
                    <a:pt x="2962" y="7012"/>
                  </a:cubicBezTo>
                  <a:lnTo>
                    <a:pt x="2962" y="6996"/>
                  </a:lnTo>
                  <a:close/>
                  <a:moveTo>
                    <a:pt x="8303" y="7075"/>
                  </a:moveTo>
                  <a:lnTo>
                    <a:pt x="8288" y="7075"/>
                  </a:lnTo>
                  <a:cubicBezTo>
                    <a:pt x="8240" y="7075"/>
                    <a:pt x="8208" y="7027"/>
                    <a:pt x="8225" y="6980"/>
                  </a:cubicBezTo>
                  <a:lnTo>
                    <a:pt x="8225" y="6980"/>
                  </a:lnTo>
                  <a:lnTo>
                    <a:pt x="8382" y="7012"/>
                  </a:lnTo>
                  <a:lnTo>
                    <a:pt x="8382" y="7012"/>
                  </a:lnTo>
                  <a:cubicBezTo>
                    <a:pt x="8382" y="7043"/>
                    <a:pt x="8334" y="7075"/>
                    <a:pt x="8303" y="7075"/>
                  </a:cubicBezTo>
                  <a:close/>
                  <a:moveTo>
                    <a:pt x="8225" y="6980"/>
                  </a:moveTo>
                  <a:cubicBezTo>
                    <a:pt x="8225" y="6933"/>
                    <a:pt x="8256" y="6901"/>
                    <a:pt x="8303" y="6901"/>
                  </a:cubicBezTo>
                  <a:lnTo>
                    <a:pt x="8319" y="6917"/>
                  </a:lnTo>
                  <a:cubicBezTo>
                    <a:pt x="8366" y="6917"/>
                    <a:pt x="8397" y="6964"/>
                    <a:pt x="8382" y="7012"/>
                  </a:cubicBezTo>
                  <a:lnTo>
                    <a:pt x="8225" y="6980"/>
                  </a:lnTo>
                  <a:close/>
                  <a:moveTo>
                    <a:pt x="5372" y="7059"/>
                  </a:moveTo>
                  <a:lnTo>
                    <a:pt x="5341" y="7059"/>
                  </a:lnTo>
                  <a:cubicBezTo>
                    <a:pt x="5309" y="7059"/>
                    <a:pt x="5278" y="7012"/>
                    <a:pt x="5278" y="6964"/>
                  </a:cubicBezTo>
                  <a:cubicBezTo>
                    <a:pt x="5294" y="6917"/>
                    <a:pt x="5326" y="6901"/>
                    <a:pt x="5372" y="6901"/>
                  </a:cubicBezTo>
                  <a:lnTo>
                    <a:pt x="5389" y="6901"/>
                  </a:lnTo>
                  <a:cubicBezTo>
                    <a:pt x="5435" y="6901"/>
                    <a:pt x="5452" y="6949"/>
                    <a:pt x="5452" y="6996"/>
                  </a:cubicBezTo>
                  <a:cubicBezTo>
                    <a:pt x="5435" y="7043"/>
                    <a:pt x="5404" y="7059"/>
                    <a:pt x="5372" y="7059"/>
                  </a:cubicBezTo>
                  <a:close/>
                  <a:moveTo>
                    <a:pt x="7736" y="6964"/>
                  </a:moveTo>
                  <a:lnTo>
                    <a:pt x="7721" y="6964"/>
                  </a:lnTo>
                  <a:cubicBezTo>
                    <a:pt x="7673" y="6949"/>
                    <a:pt x="7641" y="6901"/>
                    <a:pt x="7658" y="6854"/>
                  </a:cubicBezTo>
                  <a:lnTo>
                    <a:pt x="7815" y="6901"/>
                  </a:lnTo>
                  <a:cubicBezTo>
                    <a:pt x="7815" y="6933"/>
                    <a:pt x="7784" y="6964"/>
                    <a:pt x="7736" y="6964"/>
                  </a:cubicBezTo>
                  <a:close/>
                  <a:moveTo>
                    <a:pt x="7658" y="6854"/>
                  </a:moveTo>
                  <a:lnTo>
                    <a:pt x="7658" y="6854"/>
                  </a:lnTo>
                  <a:cubicBezTo>
                    <a:pt x="7658" y="6823"/>
                    <a:pt x="7704" y="6791"/>
                    <a:pt x="7736" y="6791"/>
                  </a:cubicBezTo>
                  <a:lnTo>
                    <a:pt x="7752" y="6791"/>
                  </a:lnTo>
                  <a:cubicBezTo>
                    <a:pt x="7799" y="6807"/>
                    <a:pt x="7830" y="6854"/>
                    <a:pt x="7815" y="6901"/>
                  </a:cubicBezTo>
                  <a:lnTo>
                    <a:pt x="7815" y="6901"/>
                  </a:lnTo>
                  <a:lnTo>
                    <a:pt x="7658" y="6854"/>
                  </a:lnTo>
                  <a:close/>
                  <a:moveTo>
                    <a:pt x="4805" y="6949"/>
                  </a:moveTo>
                  <a:lnTo>
                    <a:pt x="4790" y="6949"/>
                  </a:lnTo>
                  <a:cubicBezTo>
                    <a:pt x="4742" y="6933"/>
                    <a:pt x="4711" y="6886"/>
                    <a:pt x="4711" y="6838"/>
                  </a:cubicBezTo>
                  <a:cubicBezTo>
                    <a:pt x="4727" y="6807"/>
                    <a:pt x="4759" y="6775"/>
                    <a:pt x="4805" y="6775"/>
                  </a:cubicBezTo>
                  <a:lnTo>
                    <a:pt x="4822" y="6775"/>
                  </a:lnTo>
                  <a:cubicBezTo>
                    <a:pt x="4868" y="6791"/>
                    <a:pt x="4900" y="6838"/>
                    <a:pt x="4885" y="6886"/>
                  </a:cubicBezTo>
                  <a:cubicBezTo>
                    <a:pt x="4868" y="6917"/>
                    <a:pt x="4837" y="6949"/>
                    <a:pt x="4805" y="6949"/>
                  </a:cubicBezTo>
                  <a:close/>
                  <a:moveTo>
                    <a:pt x="1797" y="6807"/>
                  </a:moveTo>
                  <a:cubicBezTo>
                    <a:pt x="1812" y="6775"/>
                    <a:pt x="1828" y="6760"/>
                    <a:pt x="1860" y="6760"/>
                  </a:cubicBezTo>
                  <a:lnTo>
                    <a:pt x="1875" y="6760"/>
                  </a:lnTo>
                  <a:cubicBezTo>
                    <a:pt x="1891" y="6775"/>
                    <a:pt x="1906" y="6775"/>
                    <a:pt x="1923" y="6791"/>
                  </a:cubicBezTo>
                  <a:lnTo>
                    <a:pt x="1906" y="6791"/>
                  </a:lnTo>
                  <a:lnTo>
                    <a:pt x="1906" y="6791"/>
                  </a:lnTo>
                  <a:cubicBezTo>
                    <a:pt x="1875" y="6791"/>
                    <a:pt x="1828" y="6791"/>
                    <a:pt x="1797" y="6807"/>
                  </a:cubicBezTo>
                  <a:close/>
                  <a:moveTo>
                    <a:pt x="7169" y="6854"/>
                  </a:moveTo>
                  <a:cubicBezTo>
                    <a:pt x="7169" y="6854"/>
                    <a:pt x="7169" y="6838"/>
                    <a:pt x="7153" y="6838"/>
                  </a:cubicBezTo>
                  <a:cubicBezTo>
                    <a:pt x="7106" y="6838"/>
                    <a:pt x="7090" y="6791"/>
                    <a:pt x="7090" y="6744"/>
                  </a:cubicBezTo>
                  <a:lnTo>
                    <a:pt x="7263" y="6775"/>
                  </a:lnTo>
                  <a:cubicBezTo>
                    <a:pt x="7248" y="6823"/>
                    <a:pt x="7216" y="6854"/>
                    <a:pt x="7169" y="6854"/>
                  </a:cubicBezTo>
                  <a:close/>
                  <a:moveTo>
                    <a:pt x="7090" y="6744"/>
                  </a:moveTo>
                  <a:lnTo>
                    <a:pt x="7090" y="6744"/>
                  </a:lnTo>
                  <a:cubicBezTo>
                    <a:pt x="7106" y="6712"/>
                    <a:pt x="7137" y="6680"/>
                    <a:pt x="7169" y="6680"/>
                  </a:cubicBezTo>
                  <a:lnTo>
                    <a:pt x="7185" y="6680"/>
                  </a:lnTo>
                  <a:cubicBezTo>
                    <a:pt x="7232" y="6680"/>
                    <a:pt x="7263" y="6728"/>
                    <a:pt x="7263" y="6775"/>
                  </a:cubicBezTo>
                  <a:lnTo>
                    <a:pt x="7263" y="6775"/>
                  </a:lnTo>
                  <a:lnTo>
                    <a:pt x="7090" y="6744"/>
                  </a:lnTo>
                  <a:close/>
                  <a:moveTo>
                    <a:pt x="4238" y="6838"/>
                  </a:moveTo>
                  <a:cubicBezTo>
                    <a:pt x="4238" y="6838"/>
                    <a:pt x="4223" y="6838"/>
                    <a:pt x="4223" y="6823"/>
                  </a:cubicBezTo>
                  <a:cubicBezTo>
                    <a:pt x="4175" y="6823"/>
                    <a:pt x="4143" y="6775"/>
                    <a:pt x="4160" y="6728"/>
                  </a:cubicBezTo>
                  <a:cubicBezTo>
                    <a:pt x="4160" y="6697"/>
                    <a:pt x="4191" y="6665"/>
                    <a:pt x="4238" y="6665"/>
                  </a:cubicBezTo>
                  <a:lnTo>
                    <a:pt x="4254" y="6665"/>
                  </a:lnTo>
                  <a:cubicBezTo>
                    <a:pt x="4301" y="6680"/>
                    <a:pt x="4333" y="6712"/>
                    <a:pt x="4317" y="6760"/>
                  </a:cubicBezTo>
                  <a:cubicBezTo>
                    <a:pt x="4317" y="6807"/>
                    <a:pt x="4270" y="6838"/>
                    <a:pt x="4238" y="6838"/>
                  </a:cubicBezTo>
                  <a:close/>
                  <a:moveTo>
                    <a:pt x="1229" y="6680"/>
                  </a:moveTo>
                  <a:cubicBezTo>
                    <a:pt x="1244" y="6665"/>
                    <a:pt x="1276" y="6649"/>
                    <a:pt x="1292" y="6649"/>
                  </a:cubicBezTo>
                  <a:lnTo>
                    <a:pt x="1324" y="6649"/>
                  </a:lnTo>
                  <a:cubicBezTo>
                    <a:pt x="1355" y="6665"/>
                    <a:pt x="1387" y="6697"/>
                    <a:pt x="1387" y="6744"/>
                  </a:cubicBezTo>
                  <a:cubicBezTo>
                    <a:pt x="1355" y="6728"/>
                    <a:pt x="1339" y="6728"/>
                    <a:pt x="1324" y="6712"/>
                  </a:cubicBezTo>
                  <a:cubicBezTo>
                    <a:pt x="1292" y="6697"/>
                    <a:pt x="1261" y="6697"/>
                    <a:pt x="1229" y="6680"/>
                  </a:cubicBezTo>
                  <a:close/>
                  <a:moveTo>
                    <a:pt x="6618" y="6728"/>
                  </a:moveTo>
                  <a:lnTo>
                    <a:pt x="6586" y="6728"/>
                  </a:lnTo>
                  <a:cubicBezTo>
                    <a:pt x="6555" y="6712"/>
                    <a:pt x="6523" y="6680"/>
                    <a:pt x="6523" y="6634"/>
                  </a:cubicBezTo>
                  <a:lnTo>
                    <a:pt x="6523" y="6634"/>
                  </a:lnTo>
                  <a:lnTo>
                    <a:pt x="6696" y="6665"/>
                  </a:lnTo>
                  <a:lnTo>
                    <a:pt x="6696" y="6665"/>
                  </a:lnTo>
                  <a:cubicBezTo>
                    <a:pt x="6681" y="6697"/>
                    <a:pt x="6649" y="6728"/>
                    <a:pt x="6618" y="6728"/>
                  </a:cubicBezTo>
                  <a:close/>
                  <a:moveTo>
                    <a:pt x="6523" y="6634"/>
                  </a:moveTo>
                  <a:cubicBezTo>
                    <a:pt x="6538" y="6586"/>
                    <a:pt x="6570" y="6554"/>
                    <a:pt x="6618" y="6554"/>
                  </a:cubicBezTo>
                  <a:lnTo>
                    <a:pt x="6633" y="6571"/>
                  </a:lnTo>
                  <a:cubicBezTo>
                    <a:pt x="6681" y="6571"/>
                    <a:pt x="6696" y="6617"/>
                    <a:pt x="6696" y="6665"/>
                  </a:cubicBezTo>
                  <a:lnTo>
                    <a:pt x="6523" y="6634"/>
                  </a:lnTo>
                  <a:close/>
                  <a:moveTo>
                    <a:pt x="3671" y="6712"/>
                  </a:moveTo>
                  <a:lnTo>
                    <a:pt x="3656" y="6712"/>
                  </a:lnTo>
                  <a:cubicBezTo>
                    <a:pt x="3608" y="6712"/>
                    <a:pt x="3576" y="6665"/>
                    <a:pt x="3593" y="6617"/>
                  </a:cubicBezTo>
                  <a:cubicBezTo>
                    <a:pt x="3593" y="6571"/>
                    <a:pt x="3639" y="6539"/>
                    <a:pt x="3671" y="6539"/>
                  </a:cubicBezTo>
                  <a:lnTo>
                    <a:pt x="3687" y="6554"/>
                  </a:lnTo>
                  <a:cubicBezTo>
                    <a:pt x="3734" y="6554"/>
                    <a:pt x="3765" y="6602"/>
                    <a:pt x="3750" y="6649"/>
                  </a:cubicBezTo>
                  <a:cubicBezTo>
                    <a:pt x="3750" y="6680"/>
                    <a:pt x="3719" y="6712"/>
                    <a:pt x="3671" y="6712"/>
                  </a:cubicBezTo>
                  <a:close/>
                  <a:moveTo>
                    <a:pt x="6051" y="6617"/>
                  </a:moveTo>
                  <a:lnTo>
                    <a:pt x="6034" y="6617"/>
                  </a:lnTo>
                  <a:cubicBezTo>
                    <a:pt x="5988" y="6602"/>
                    <a:pt x="5956" y="6554"/>
                    <a:pt x="5956" y="6508"/>
                  </a:cubicBezTo>
                  <a:lnTo>
                    <a:pt x="5956" y="6508"/>
                  </a:lnTo>
                  <a:lnTo>
                    <a:pt x="6129" y="6554"/>
                  </a:lnTo>
                  <a:lnTo>
                    <a:pt x="6129" y="6554"/>
                  </a:lnTo>
                  <a:cubicBezTo>
                    <a:pt x="6114" y="6586"/>
                    <a:pt x="6082" y="6617"/>
                    <a:pt x="6051" y="6617"/>
                  </a:cubicBezTo>
                  <a:close/>
                  <a:moveTo>
                    <a:pt x="8981" y="6634"/>
                  </a:moveTo>
                  <a:lnTo>
                    <a:pt x="8965" y="6634"/>
                  </a:lnTo>
                  <a:cubicBezTo>
                    <a:pt x="8918" y="6617"/>
                    <a:pt x="8887" y="6571"/>
                    <a:pt x="8902" y="6523"/>
                  </a:cubicBezTo>
                  <a:cubicBezTo>
                    <a:pt x="8902" y="6491"/>
                    <a:pt x="8950" y="6460"/>
                    <a:pt x="8981" y="6460"/>
                  </a:cubicBezTo>
                  <a:lnTo>
                    <a:pt x="8996" y="6460"/>
                  </a:lnTo>
                  <a:cubicBezTo>
                    <a:pt x="9044" y="6476"/>
                    <a:pt x="9076" y="6523"/>
                    <a:pt x="9059" y="6554"/>
                  </a:cubicBezTo>
                  <a:cubicBezTo>
                    <a:pt x="9059" y="6602"/>
                    <a:pt x="9028" y="6634"/>
                    <a:pt x="8981" y="6634"/>
                  </a:cubicBezTo>
                  <a:close/>
                  <a:moveTo>
                    <a:pt x="5956" y="6508"/>
                  </a:moveTo>
                  <a:cubicBezTo>
                    <a:pt x="5971" y="6476"/>
                    <a:pt x="6003" y="6445"/>
                    <a:pt x="6051" y="6445"/>
                  </a:cubicBezTo>
                  <a:lnTo>
                    <a:pt x="6066" y="6445"/>
                  </a:lnTo>
                  <a:cubicBezTo>
                    <a:pt x="6114" y="6460"/>
                    <a:pt x="6145" y="6508"/>
                    <a:pt x="6129" y="6554"/>
                  </a:cubicBezTo>
                  <a:lnTo>
                    <a:pt x="5956" y="6508"/>
                  </a:lnTo>
                  <a:close/>
                  <a:moveTo>
                    <a:pt x="3104" y="6602"/>
                  </a:moveTo>
                  <a:lnTo>
                    <a:pt x="3088" y="6602"/>
                  </a:lnTo>
                  <a:cubicBezTo>
                    <a:pt x="3041" y="6586"/>
                    <a:pt x="3009" y="6539"/>
                    <a:pt x="3025" y="6491"/>
                  </a:cubicBezTo>
                  <a:cubicBezTo>
                    <a:pt x="3041" y="6460"/>
                    <a:pt x="3072" y="6428"/>
                    <a:pt x="3104" y="6428"/>
                  </a:cubicBezTo>
                  <a:lnTo>
                    <a:pt x="3120" y="6428"/>
                  </a:lnTo>
                  <a:cubicBezTo>
                    <a:pt x="3167" y="6445"/>
                    <a:pt x="3198" y="6491"/>
                    <a:pt x="3183" y="6539"/>
                  </a:cubicBezTo>
                  <a:cubicBezTo>
                    <a:pt x="3183" y="6571"/>
                    <a:pt x="3151" y="6602"/>
                    <a:pt x="3104" y="6602"/>
                  </a:cubicBezTo>
                  <a:close/>
                  <a:moveTo>
                    <a:pt x="95" y="6476"/>
                  </a:moveTo>
                  <a:cubicBezTo>
                    <a:pt x="95" y="6445"/>
                    <a:pt x="126" y="6413"/>
                    <a:pt x="173" y="6413"/>
                  </a:cubicBezTo>
                  <a:lnTo>
                    <a:pt x="189" y="6413"/>
                  </a:lnTo>
                  <a:cubicBezTo>
                    <a:pt x="221" y="6428"/>
                    <a:pt x="252" y="6460"/>
                    <a:pt x="252" y="6491"/>
                  </a:cubicBezTo>
                  <a:cubicBezTo>
                    <a:pt x="252" y="6491"/>
                    <a:pt x="236" y="6508"/>
                    <a:pt x="221" y="6508"/>
                  </a:cubicBezTo>
                  <a:lnTo>
                    <a:pt x="95" y="6476"/>
                  </a:lnTo>
                  <a:close/>
                  <a:moveTo>
                    <a:pt x="5483" y="6491"/>
                  </a:moveTo>
                  <a:lnTo>
                    <a:pt x="5467" y="6491"/>
                  </a:lnTo>
                  <a:cubicBezTo>
                    <a:pt x="5420" y="6491"/>
                    <a:pt x="5389" y="6445"/>
                    <a:pt x="5404" y="6397"/>
                  </a:cubicBezTo>
                  <a:lnTo>
                    <a:pt x="5404" y="6397"/>
                  </a:lnTo>
                  <a:lnTo>
                    <a:pt x="5561" y="6428"/>
                  </a:lnTo>
                  <a:lnTo>
                    <a:pt x="5561" y="6428"/>
                  </a:lnTo>
                  <a:cubicBezTo>
                    <a:pt x="5561" y="6476"/>
                    <a:pt x="5515" y="6491"/>
                    <a:pt x="5483" y="6491"/>
                  </a:cubicBezTo>
                  <a:close/>
                  <a:moveTo>
                    <a:pt x="8414" y="6508"/>
                  </a:moveTo>
                  <a:lnTo>
                    <a:pt x="8397" y="6508"/>
                  </a:lnTo>
                  <a:cubicBezTo>
                    <a:pt x="8351" y="6508"/>
                    <a:pt x="8334" y="6460"/>
                    <a:pt x="8334" y="6413"/>
                  </a:cubicBezTo>
                  <a:cubicBezTo>
                    <a:pt x="8351" y="6365"/>
                    <a:pt x="8382" y="6350"/>
                    <a:pt x="8414" y="6350"/>
                  </a:cubicBezTo>
                  <a:lnTo>
                    <a:pt x="8429" y="6350"/>
                  </a:lnTo>
                  <a:cubicBezTo>
                    <a:pt x="8477" y="6350"/>
                    <a:pt x="8508" y="6397"/>
                    <a:pt x="8508" y="6445"/>
                  </a:cubicBezTo>
                  <a:cubicBezTo>
                    <a:pt x="8492" y="6491"/>
                    <a:pt x="8461" y="6508"/>
                    <a:pt x="8414" y="6508"/>
                  </a:cubicBezTo>
                  <a:close/>
                  <a:moveTo>
                    <a:pt x="5404" y="6397"/>
                  </a:moveTo>
                  <a:cubicBezTo>
                    <a:pt x="5404" y="6350"/>
                    <a:pt x="5435" y="6334"/>
                    <a:pt x="5483" y="6334"/>
                  </a:cubicBezTo>
                  <a:lnTo>
                    <a:pt x="5498" y="6334"/>
                  </a:lnTo>
                  <a:cubicBezTo>
                    <a:pt x="5546" y="6334"/>
                    <a:pt x="5578" y="6382"/>
                    <a:pt x="5561" y="6428"/>
                  </a:cubicBezTo>
                  <a:lnTo>
                    <a:pt x="5404" y="6397"/>
                  </a:lnTo>
                  <a:close/>
                  <a:moveTo>
                    <a:pt x="2536" y="6491"/>
                  </a:moveTo>
                  <a:cubicBezTo>
                    <a:pt x="2536" y="6491"/>
                    <a:pt x="2536" y="6476"/>
                    <a:pt x="2521" y="6476"/>
                  </a:cubicBezTo>
                  <a:cubicBezTo>
                    <a:pt x="2473" y="6476"/>
                    <a:pt x="2458" y="6428"/>
                    <a:pt x="2458" y="6382"/>
                  </a:cubicBezTo>
                  <a:cubicBezTo>
                    <a:pt x="2473" y="6350"/>
                    <a:pt x="2505" y="6319"/>
                    <a:pt x="2536" y="6319"/>
                  </a:cubicBezTo>
                  <a:lnTo>
                    <a:pt x="2568" y="6319"/>
                  </a:lnTo>
                  <a:cubicBezTo>
                    <a:pt x="2599" y="6319"/>
                    <a:pt x="2631" y="6365"/>
                    <a:pt x="2631" y="6413"/>
                  </a:cubicBezTo>
                  <a:cubicBezTo>
                    <a:pt x="2616" y="6460"/>
                    <a:pt x="2584" y="6491"/>
                    <a:pt x="2536" y="6491"/>
                  </a:cubicBezTo>
                  <a:close/>
                  <a:moveTo>
                    <a:pt x="4916" y="6382"/>
                  </a:moveTo>
                  <a:lnTo>
                    <a:pt x="4900" y="6382"/>
                  </a:lnTo>
                  <a:cubicBezTo>
                    <a:pt x="4853" y="6365"/>
                    <a:pt x="4822" y="6334"/>
                    <a:pt x="4837" y="6287"/>
                  </a:cubicBezTo>
                  <a:lnTo>
                    <a:pt x="4837" y="6287"/>
                  </a:lnTo>
                  <a:lnTo>
                    <a:pt x="4994" y="6319"/>
                  </a:lnTo>
                  <a:lnTo>
                    <a:pt x="4994" y="6319"/>
                  </a:lnTo>
                  <a:cubicBezTo>
                    <a:pt x="4994" y="6350"/>
                    <a:pt x="4963" y="6382"/>
                    <a:pt x="4916" y="6382"/>
                  </a:cubicBezTo>
                  <a:close/>
                  <a:moveTo>
                    <a:pt x="7862" y="6397"/>
                  </a:moveTo>
                  <a:lnTo>
                    <a:pt x="7830" y="6397"/>
                  </a:lnTo>
                  <a:cubicBezTo>
                    <a:pt x="7799" y="6382"/>
                    <a:pt x="7767" y="6350"/>
                    <a:pt x="7767" y="6302"/>
                  </a:cubicBezTo>
                  <a:cubicBezTo>
                    <a:pt x="7784" y="6256"/>
                    <a:pt x="7815" y="6224"/>
                    <a:pt x="7862" y="6224"/>
                  </a:cubicBezTo>
                  <a:lnTo>
                    <a:pt x="7878" y="6224"/>
                  </a:lnTo>
                  <a:cubicBezTo>
                    <a:pt x="7925" y="6239"/>
                    <a:pt x="7941" y="6287"/>
                    <a:pt x="7941" y="6334"/>
                  </a:cubicBezTo>
                  <a:cubicBezTo>
                    <a:pt x="7925" y="6365"/>
                    <a:pt x="7893" y="6397"/>
                    <a:pt x="7862" y="6397"/>
                  </a:cubicBezTo>
                  <a:close/>
                  <a:moveTo>
                    <a:pt x="4837" y="6287"/>
                  </a:moveTo>
                  <a:cubicBezTo>
                    <a:pt x="4837" y="6239"/>
                    <a:pt x="4885" y="6208"/>
                    <a:pt x="4916" y="6208"/>
                  </a:cubicBezTo>
                  <a:lnTo>
                    <a:pt x="4931" y="6208"/>
                  </a:lnTo>
                  <a:cubicBezTo>
                    <a:pt x="4979" y="6224"/>
                    <a:pt x="5011" y="6271"/>
                    <a:pt x="4994" y="6319"/>
                  </a:cubicBezTo>
                  <a:lnTo>
                    <a:pt x="4837" y="6287"/>
                  </a:lnTo>
                  <a:close/>
                  <a:moveTo>
                    <a:pt x="1986" y="6365"/>
                  </a:moveTo>
                  <a:lnTo>
                    <a:pt x="1969" y="6365"/>
                  </a:lnTo>
                  <a:cubicBezTo>
                    <a:pt x="1923" y="6350"/>
                    <a:pt x="1891" y="6319"/>
                    <a:pt x="1891" y="6271"/>
                  </a:cubicBezTo>
                  <a:cubicBezTo>
                    <a:pt x="1906" y="6224"/>
                    <a:pt x="1938" y="6193"/>
                    <a:pt x="1986" y="6193"/>
                  </a:cubicBezTo>
                  <a:lnTo>
                    <a:pt x="2001" y="6208"/>
                  </a:lnTo>
                  <a:cubicBezTo>
                    <a:pt x="2049" y="6208"/>
                    <a:pt x="2064" y="6256"/>
                    <a:pt x="2064" y="6302"/>
                  </a:cubicBezTo>
                  <a:cubicBezTo>
                    <a:pt x="2049" y="6334"/>
                    <a:pt x="2017" y="6365"/>
                    <a:pt x="1986" y="6365"/>
                  </a:cubicBezTo>
                  <a:close/>
                  <a:moveTo>
                    <a:pt x="4349" y="6271"/>
                  </a:moveTo>
                  <a:lnTo>
                    <a:pt x="4333" y="6271"/>
                  </a:lnTo>
                  <a:cubicBezTo>
                    <a:pt x="4286" y="6256"/>
                    <a:pt x="4254" y="6208"/>
                    <a:pt x="4270" y="6161"/>
                  </a:cubicBezTo>
                  <a:lnTo>
                    <a:pt x="4443" y="6193"/>
                  </a:lnTo>
                  <a:cubicBezTo>
                    <a:pt x="4427" y="6239"/>
                    <a:pt x="4396" y="6271"/>
                    <a:pt x="4349" y="6271"/>
                  </a:cubicBezTo>
                  <a:close/>
                  <a:moveTo>
                    <a:pt x="7295" y="6287"/>
                  </a:moveTo>
                  <a:lnTo>
                    <a:pt x="7279" y="6287"/>
                  </a:lnTo>
                  <a:cubicBezTo>
                    <a:pt x="7232" y="6271"/>
                    <a:pt x="7200" y="6224"/>
                    <a:pt x="7200" y="6176"/>
                  </a:cubicBezTo>
                  <a:cubicBezTo>
                    <a:pt x="7216" y="6145"/>
                    <a:pt x="7248" y="6113"/>
                    <a:pt x="7295" y="6113"/>
                  </a:cubicBezTo>
                  <a:lnTo>
                    <a:pt x="7311" y="6113"/>
                  </a:lnTo>
                  <a:cubicBezTo>
                    <a:pt x="7358" y="6130"/>
                    <a:pt x="7389" y="6176"/>
                    <a:pt x="7374" y="6208"/>
                  </a:cubicBezTo>
                  <a:cubicBezTo>
                    <a:pt x="7358" y="6256"/>
                    <a:pt x="7326" y="6287"/>
                    <a:pt x="7295" y="6287"/>
                  </a:cubicBezTo>
                  <a:close/>
                  <a:moveTo>
                    <a:pt x="4270" y="6161"/>
                  </a:moveTo>
                  <a:lnTo>
                    <a:pt x="4270" y="6161"/>
                  </a:lnTo>
                  <a:cubicBezTo>
                    <a:pt x="4286" y="6130"/>
                    <a:pt x="4317" y="6098"/>
                    <a:pt x="4349" y="6098"/>
                  </a:cubicBezTo>
                  <a:lnTo>
                    <a:pt x="4364" y="6098"/>
                  </a:lnTo>
                  <a:cubicBezTo>
                    <a:pt x="4412" y="6113"/>
                    <a:pt x="4443" y="6161"/>
                    <a:pt x="4443" y="6193"/>
                  </a:cubicBezTo>
                  <a:lnTo>
                    <a:pt x="4443" y="6193"/>
                  </a:lnTo>
                  <a:lnTo>
                    <a:pt x="4270" y="6161"/>
                  </a:lnTo>
                  <a:close/>
                  <a:moveTo>
                    <a:pt x="1418" y="6256"/>
                  </a:moveTo>
                  <a:lnTo>
                    <a:pt x="1402" y="6256"/>
                  </a:lnTo>
                  <a:cubicBezTo>
                    <a:pt x="1355" y="6239"/>
                    <a:pt x="1324" y="6193"/>
                    <a:pt x="1339" y="6145"/>
                  </a:cubicBezTo>
                  <a:cubicBezTo>
                    <a:pt x="1339" y="6113"/>
                    <a:pt x="1370" y="6082"/>
                    <a:pt x="1418" y="6082"/>
                  </a:cubicBezTo>
                  <a:lnTo>
                    <a:pt x="1433" y="6082"/>
                  </a:lnTo>
                  <a:cubicBezTo>
                    <a:pt x="1481" y="6098"/>
                    <a:pt x="1513" y="6145"/>
                    <a:pt x="1497" y="6193"/>
                  </a:cubicBezTo>
                  <a:cubicBezTo>
                    <a:pt x="1497" y="6224"/>
                    <a:pt x="1450" y="6256"/>
                    <a:pt x="1418" y="6256"/>
                  </a:cubicBezTo>
                  <a:close/>
                  <a:moveTo>
                    <a:pt x="3782" y="6145"/>
                  </a:moveTo>
                  <a:lnTo>
                    <a:pt x="3765" y="6145"/>
                  </a:lnTo>
                  <a:cubicBezTo>
                    <a:pt x="3719" y="6145"/>
                    <a:pt x="3702" y="6098"/>
                    <a:pt x="3702" y="6050"/>
                  </a:cubicBezTo>
                  <a:lnTo>
                    <a:pt x="3876" y="6082"/>
                  </a:lnTo>
                  <a:cubicBezTo>
                    <a:pt x="3860" y="6130"/>
                    <a:pt x="3828" y="6145"/>
                    <a:pt x="3782" y="6145"/>
                  </a:cubicBezTo>
                  <a:close/>
                  <a:moveTo>
                    <a:pt x="6727" y="6161"/>
                  </a:moveTo>
                  <a:lnTo>
                    <a:pt x="6712" y="6161"/>
                  </a:lnTo>
                  <a:cubicBezTo>
                    <a:pt x="6664" y="6161"/>
                    <a:pt x="6633" y="6113"/>
                    <a:pt x="6649" y="6067"/>
                  </a:cubicBezTo>
                  <a:cubicBezTo>
                    <a:pt x="6649" y="6019"/>
                    <a:pt x="6681" y="6004"/>
                    <a:pt x="6727" y="6004"/>
                  </a:cubicBezTo>
                  <a:lnTo>
                    <a:pt x="6744" y="6004"/>
                  </a:lnTo>
                  <a:cubicBezTo>
                    <a:pt x="6790" y="6004"/>
                    <a:pt x="6822" y="6050"/>
                    <a:pt x="6807" y="6098"/>
                  </a:cubicBezTo>
                  <a:cubicBezTo>
                    <a:pt x="6807" y="6145"/>
                    <a:pt x="6759" y="6161"/>
                    <a:pt x="6727" y="6161"/>
                  </a:cubicBezTo>
                  <a:close/>
                  <a:moveTo>
                    <a:pt x="3702" y="6050"/>
                  </a:moveTo>
                  <a:lnTo>
                    <a:pt x="3702" y="6050"/>
                  </a:lnTo>
                  <a:cubicBezTo>
                    <a:pt x="3719" y="6004"/>
                    <a:pt x="3750" y="5987"/>
                    <a:pt x="3782" y="5987"/>
                  </a:cubicBezTo>
                  <a:lnTo>
                    <a:pt x="3797" y="5987"/>
                  </a:lnTo>
                  <a:cubicBezTo>
                    <a:pt x="3845" y="5987"/>
                    <a:pt x="3876" y="6035"/>
                    <a:pt x="3876" y="6082"/>
                  </a:cubicBezTo>
                  <a:lnTo>
                    <a:pt x="3876" y="6082"/>
                  </a:lnTo>
                  <a:lnTo>
                    <a:pt x="3702" y="6050"/>
                  </a:lnTo>
                  <a:close/>
                  <a:moveTo>
                    <a:pt x="851" y="6130"/>
                  </a:moveTo>
                  <a:lnTo>
                    <a:pt x="835" y="6130"/>
                  </a:lnTo>
                  <a:cubicBezTo>
                    <a:pt x="788" y="6130"/>
                    <a:pt x="757" y="6082"/>
                    <a:pt x="772" y="6035"/>
                  </a:cubicBezTo>
                  <a:cubicBezTo>
                    <a:pt x="772" y="5987"/>
                    <a:pt x="803" y="5972"/>
                    <a:pt x="851" y="5972"/>
                  </a:cubicBezTo>
                  <a:lnTo>
                    <a:pt x="866" y="5972"/>
                  </a:lnTo>
                  <a:cubicBezTo>
                    <a:pt x="914" y="5972"/>
                    <a:pt x="946" y="6019"/>
                    <a:pt x="929" y="6067"/>
                  </a:cubicBezTo>
                  <a:cubicBezTo>
                    <a:pt x="929" y="6113"/>
                    <a:pt x="883" y="6130"/>
                    <a:pt x="851" y="6130"/>
                  </a:cubicBezTo>
                  <a:close/>
                  <a:moveTo>
                    <a:pt x="9107" y="6067"/>
                  </a:moveTo>
                  <a:lnTo>
                    <a:pt x="9076" y="6067"/>
                  </a:lnTo>
                  <a:cubicBezTo>
                    <a:pt x="9044" y="6050"/>
                    <a:pt x="9013" y="6004"/>
                    <a:pt x="9013" y="5972"/>
                  </a:cubicBezTo>
                  <a:lnTo>
                    <a:pt x="9185" y="6004"/>
                  </a:lnTo>
                  <a:cubicBezTo>
                    <a:pt x="9170" y="6035"/>
                    <a:pt x="9139" y="6067"/>
                    <a:pt x="9107" y="6067"/>
                  </a:cubicBezTo>
                  <a:close/>
                  <a:moveTo>
                    <a:pt x="3230" y="6035"/>
                  </a:moveTo>
                  <a:lnTo>
                    <a:pt x="3215" y="6035"/>
                  </a:lnTo>
                  <a:cubicBezTo>
                    <a:pt x="3167" y="6019"/>
                    <a:pt x="3135" y="5987"/>
                    <a:pt x="3135" y="5941"/>
                  </a:cubicBezTo>
                  <a:lnTo>
                    <a:pt x="3135" y="5941"/>
                  </a:lnTo>
                  <a:lnTo>
                    <a:pt x="3309" y="5972"/>
                  </a:lnTo>
                  <a:lnTo>
                    <a:pt x="3309" y="5972"/>
                  </a:lnTo>
                  <a:cubicBezTo>
                    <a:pt x="3293" y="6004"/>
                    <a:pt x="3261" y="6035"/>
                    <a:pt x="3230" y="6035"/>
                  </a:cubicBezTo>
                  <a:close/>
                  <a:moveTo>
                    <a:pt x="9013" y="5972"/>
                  </a:moveTo>
                  <a:lnTo>
                    <a:pt x="9013" y="5972"/>
                  </a:lnTo>
                  <a:cubicBezTo>
                    <a:pt x="9028" y="5924"/>
                    <a:pt x="9059" y="5893"/>
                    <a:pt x="9107" y="5893"/>
                  </a:cubicBezTo>
                  <a:lnTo>
                    <a:pt x="9122" y="5893"/>
                  </a:lnTo>
                  <a:cubicBezTo>
                    <a:pt x="9170" y="5909"/>
                    <a:pt x="9185" y="5956"/>
                    <a:pt x="9185" y="6004"/>
                  </a:cubicBezTo>
                  <a:lnTo>
                    <a:pt x="9185" y="6004"/>
                  </a:lnTo>
                  <a:lnTo>
                    <a:pt x="9013" y="5972"/>
                  </a:lnTo>
                  <a:close/>
                  <a:moveTo>
                    <a:pt x="6160" y="6050"/>
                  </a:moveTo>
                  <a:lnTo>
                    <a:pt x="6145" y="6050"/>
                  </a:lnTo>
                  <a:cubicBezTo>
                    <a:pt x="6097" y="6035"/>
                    <a:pt x="6066" y="5987"/>
                    <a:pt x="6082" y="5956"/>
                  </a:cubicBezTo>
                  <a:cubicBezTo>
                    <a:pt x="6082" y="5909"/>
                    <a:pt x="6129" y="5878"/>
                    <a:pt x="6160" y="5878"/>
                  </a:cubicBezTo>
                  <a:lnTo>
                    <a:pt x="6177" y="5878"/>
                  </a:lnTo>
                  <a:cubicBezTo>
                    <a:pt x="6223" y="5893"/>
                    <a:pt x="6255" y="5941"/>
                    <a:pt x="6240" y="5987"/>
                  </a:cubicBezTo>
                  <a:cubicBezTo>
                    <a:pt x="6240" y="6019"/>
                    <a:pt x="6208" y="6050"/>
                    <a:pt x="6160" y="6050"/>
                  </a:cubicBezTo>
                  <a:close/>
                  <a:moveTo>
                    <a:pt x="3135" y="5941"/>
                  </a:moveTo>
                  <a:cubicBezTo>
                    <a:pt x="3151" y="5893"/>
                    <a:pt x="3183" y="5861"/>
                    <a:pt x="3230" y="5861"/>
                  </a:cubicBezTo>
                  <a:lnTo>
                    <a:pt x="3246" y="5861"/>
                  </a:lnTo>
                  <a:cubicBezTo>
                    <a:pt x="3293" y="5878"/>
                    <a:pt x="3309" y="5924"/>
                    <a:pt x="3309" y="5972"/>
                  </a:cubicBezTo>
                  <a:lnTo>
                    <a:pt x="3135" y="5941"/>
                  </a:lnTo>
                  <a:close/>
                  <a:moveTo>
                    <a:pt x="284" y="6019"/>
                  </a:moveTo>
                  <a:lnTo>
                    <a:pt x="268" y="6019"/>
                  </a:lnTo>
                  <a:cubicBezTo>
                    <a:pt x="221" y="6004"/>
                    <a:pt x="189" y="5972"/>
                    <a:pt x="205" y="5924"/>
                  </a:cubicBezTo>
                  <a:cubicBezTo>
                    <a:pt x="205" y="5878"/>
                    <a:pt x="252" y="5846"/>
                    <a:pt x="284" y="5846"/>
                  </a:cubicBezTo>
                  <a:lnTo>
                    <a:pt x="299" y="5846"/>
                  </a:lnTo>
                  <a:cubicBezTo>
                    <a:pt x="347" y="5861"/>
                    <a:pt x="378" y="5909"/>
                    <a:pt x="362" y="5956"/>
                  </a:cubicBezTo>
                  <a:cubicBezTo>
                    <a:pt x="362" y="5987"/>
                    <a:pt x="331" y="6019"/>
                    <a:pt x="284" y="6019"/>
                  </a:cubicBezTo>
                  <a:close/>
                  <a:moveTo>
                    <a:pt x="8540" y="5956"/>
                  </a:moveTo>
                  <a:lnTo>
                    <a:pt x="8524" y="5956"/>
                  </a:lnTo>
                  <a:cubicBezTo>
                    <a:pt x="8477" y="5941"/>
                    <a:pt x="8445" y="5893"/>
                    <a:pt x="8445" y="5846"/>
                  </a:cubicBezTo>
                  <a:lnTo>
                    <a:pt x="8618" y="5878"/>
                  </a:lnTo>
                  <a:cubicBezTo>
                    <a:pt x="8603" y="5924"/>
                    <a:pt x="8571" y="5956"/>
                    <a:pt x="8540" y="5956"/>
                  </a:cubicBezTo>
                  <a:close/>
                  <a:moveTo>
                    <a:pt x="2662" y="5924"/>
                  </a:moveTo>
                  <a:lnTo>
                    <a:pt x="2647" y="5924"/>
                  </a:lnTo>
                  <a:cubicBezTo>
                    <a:pt x="2599" y="5909"/>
                    <a:pt x="2568" y="5861"/>
                    <a:pt x="2584" y="5815"/>
                  </a:cubicBezTo>
                  <a:lnTo>
                    <a:pt x="2584" y="5815"/>
                  </a:lnTo>
                  <a:lnTo>
                    <a:pt x="2742" y="5846"/>
                  </a:lnTo>
                  <a:lnTo>
                    <a:pt x="2742" y="5846"/>
                  </a:lnTo>
                  <a:cubicBezTo>
                    <a:pt x="2725" y="5893"/>
                    <a:pt x="2694" y="5924"/>
                    <a:pt x="2662" y="5924"/>
                  </a:cubicBezTo>
                  <a:close/>
                  <a:moveTo>
                    <a:pt x="8445" y="5846"/>
                  </a:moveTo>
                  <a:lnTo>
                    <a:pt x="8445" y="5846"/>
                  </a:lnTo>
                  <a:cubicBezTo>
                    <a:pt x="8461" y="5815"/>
                    <a:pt x="8492" y="5783"/>
                    <a:pt x="8540" y="5783"/>
                  </a:cubicBezTo>
                  <a:lnTo>
                    <a:pt x="8555" y="5783"/>
                  </a:lnTo>
                  <a:cubicBezTo>
                    <a:pt x="8603" y="5798"/>
                    <a:pt x="8634" y="5830"/>
                    <a:pt x="8618" y="5878"/>
                  </a:cubicBezTo>
                  <a:lnTo>
                    <a:pt x="8618" y="5878"/>
                  </a:lnTo>
                  <a:lnTo>
                    <a:pt x="8445" y="5846"/>
                  </a:lnTo>
                  <a:close/>
                  <a:moveTo>
                    <a:pt x="5593" y="5941"/>
                  </a:moveTo>
                  <a:lnTo>
                    <a:pt x="5578" y="5941"/>
                  </a:lnTo>
                  <a:cubicBezTo>
                    <a:pt x="5530" y="5924"/>
                    <a:pt x="5498" y="5878"/>
                    <a:pt x="5515" y="5830"/>
                  </a:cubicBezTo>
                  <a:cubicBezTo>
                    <a:pt x="5515" y="5798"/>
                    <a:pt x="5561" y="5767"/>
                    <a:pt x="5593" y="5767"/>
                  </a:cubicBezTo>
                  <a:lnTo>
                    <a:pt x="5609" y="5767"/>
                  </a:lnTo>
                  <a:cubicBezTo>
                    <a:pt x="5656" y="5783"/>
                    <a:pt x="5688" y="5815"/>
                    <a:pt x="5672" y="5861"/>
                  </a:cubicBezTo>
                  <a:cubicBezTo>
                    <a:pt x="5672" y="5909"/>
                    <a:pt x="5641" y="5941"/>
                    <a:pt x="5593" y="5941"/>
                  </a:cubicBezTo>
                  <a:close/>
                  <a:moveTo>
                    <a:pt x="2584" y="5815"/>
                  </a:moveTo>
                  <a:cubicBezTo>
                    <a:pt x="2584" y="5783"/>
                    <a:pt x="2616" y="5752"/>
                    <a:pt x="2662" y="5752"/>
                  </a:cubicBezTo>
                  <a:lnTo>
                    <a:pt x="2679" y="5752"/>
                  </a:lnTo>
                  <a:cubicBezTo>
                    <a:pt x="2725" y="5767"/>
                    <a:pt x="2757" y="5815"/>
                    <a:pt x="2742" y="5846"/>
                  </a:cubicBezTo>
                  <a:lnTo>
                    <a:pt x="2584" y="5815"/>
                  </a:lnTo>
                  <a:close/>
                  <a:moveTo>
                    <a:pt x="7973" y="5830"/>
                  </a:moveTo>
                  <a:lnTo>
                    <a:pt x="7956" y="5830"/>
                  </a:lnTo>
                  <a:cubicBezTo>
                    <a:pt x="7910" y="5830"/>
                    <a:pt x="7878" y="5783"/>
                    <a:pt x="7893" y="5735"/>
                  </a:cubicBezTo>
                  <a:lnTo>
                    <a:pt x="7893" y="5735"/>
                  </a:lnTo>
                  <a:lnTo>
                    <a:pt x="8051" y="5767"/>
                  </a:lnTo>
                  <a:lnTo>
                    <a:pt x="8051" y="5767"/>
                  </a:lnTo>
                  <a:cubicBezTo>
                    <a:pt x="8051" y="5815"/>
                    <a:pt x="8004" y="5830"/>
                    <a:pt x="7973" y="5830"/>
                  </a:cubicBezTo>
                  <a:close/>
                  <a:moveTo>
                    <a:pt x="2095" y="5798"/>
                  </a:moveTo>
                  <a:lnTo>
                    <a:pt x="2080" y="5798"/>
                  </a:lnTo>
                  <a:cubicBezTo>
                    <a:pt x="2032" y="5798"/>
                    <a:pt x="2001" y="5752"/>
                    <a:pt x="2017" y="5704"/>
                  </a:cubicBezTo>
                  <a:lnTo>
                    <a:pt x="2175" y="5735"/>
                  </a:lnTo>
                  <a:cubicBezTo>
                    <a:pt x="2175" y="5783"/>
                    <a:pt x="2127" y="5798"/>
                    <a:pt x="2095" y="5798"/>
                  </a:cubicBezTo>
                  <a:close/>
                  <a:moveTo>
                    <a:pt x="7893" y="5735"/>
                  </a:moveTo>
                  <a:cubicBezTo>
                    <a:pt x="7893" y="5689"/>
                    <a:pt x="7925" y="5672"/>
                    <a:pt x="7973" y="5672"/>
                  </a:cubicBezTo>
                  <a:lnTo>
                    <a:pt x="7988" y="5672"/>
                  </a:lnTo>
                  <a:cubicBezTo>
                    <a:pt x="8036" y="5672"/>
                    <a:pt x="8067" y="5720"/>
                    <a:pt x="8051" y="5767"/>
                  </a:cubicBezTo>
                  <a:lnTo>
                    <a:pt x="7893" y="5735"/>
                  </a:lnTo>
                  <a:close/>
                  <a:moveTo>
                    <a:pt x="5026" y="5815"/>
                  </a:moveTo>
                  <a:lnTo>
                    <a:pt x="5011" y="5815"/>
                  </a:lnTo>
                  <a:cubicBezTo>
                    <a:pt x="4963" y="5815"/>
                    <a:pt x="4948" y="5767"/>
                    <a:pt x="4948" y="5720"/>
                  </a:cubicBezTo>
                  <a:cubicBezTo>
                    <a:pt x="4963" y="5672"/>
                    <a:pt x="4994" y="5657"/>
                    <a:pt x="5026" y="5657"/>
                  </a:cubicBezTo>
                  <a:lnTo>
                    <a:pt x="5057" y="5657"/>
                  </a:lnTo>
                  <a:cubicBezTo>
                    <a:pt x="5089" y="5657"/>
                    <a:pt x="5120" y="5704"/>
                    <a:pt x="5120" y="5752"/>
                  </a:cubicBezTo>
                  <a:cubicBezTo>
                    <a:pt x="5105" y="5798"/>
                    <a:pt x="5074" y="5815"/>
                    <a:pt x="5026" y="5815"/>
                  </a:cubicBezTo>
                  <a:close/>
                  <a:moveTo>
                    <a:pt x="2017" y="5704"/>
                  </a:moveTo>
                  <a:lnTo>
                    <a:pt x="2017" y="5704"/>
                  </a:lnTo>
                  <a:cubicBezTo>
                    <a:pt x="2017" y="5657"/>
                    <a:pt x="2049" y="5641"/>
                    <a:pt x="2095" y="5641"/>
                  </a:cubicBezTo>
                  <a:lnTo>
                    <a:pt x="2112" y="5641"/>
                  </a:lnTo>
                  <a:cubicBezTo>
                    <a:pt x="2158" y="5641"/>
                    <a:pt x="2190" y="5689"/>
                    <a:pt x="2175" y="5735"/>
                  </a:cubicBezTo>
                  <a:lnTo>
                    <a:pt x="2175" y="5735"/>
                  </a:lnTo>
                  <a:lnTo>
                    <a:pt x="2017" y="5704"/>
                  </a:lnTo>
                  <a:close/>
                  <a:moveTo>
                    <a:pt x="7406" y="5720"/>
                  </a:moveTo>
                  <a:lnTo>
                    <a:pt x="7389" y="5720"/>
                  </a:lnTo>
                  <a:cubicBezTo>
                    <a:pt x="7342" y="5704"/>
                    <a:pt x="7311" y="5657"/>
                    <a:pt x="7326" y="5609"/>
                  </a:cubicBezTo>
                  <a:lnTo>
                    <a:pt x="7326" y="5609"/>
                  </a:lnTo>
                  <a:lnTo>
                    <a:pt x="7484" y="5657"/>
                  </a:lnTo>
                  <a:lnTo>
                    <a:pt x="7484" y="5657"/>
                  </a:lnTo>
                  <a:cubicBezTo>
                    <a:pt x="7484" y="5689"/>
                    <a:pt x="7452" y="5720"/>
                    <a:pt x="7406" y="5720"/>
                  </a:cubicBezTo>
                  <a:close/>
                  <a:moveTo>
                    <a:pt x="1528" y="5689"/>
                  </a:moveTo>
                  <a:lnTo>
                    <a:pt x="1513" y="5689"/>
                  </a:lnTo>
                  <a:cubicBezTo>
                    <a:pt x="1465" y="5672"/>
                    <a:pt x="1433" y="5625"/>
                    <a:pt x="1450" y="5594"/>
                  </a:cubicBezTo>
                  <a:lnTo>
                    <a:pt x="1607" y="5625"/>
                  </a:lnTo>
                  <a:cubicBezTo>
                    <a:pt x="1607" y="5657"/>
                    <a:pt x="1576" y="5689"/>
                    <a:pt x="1528" y="5689"/>
                  </a:cubicBezTo>
                  <a:close/>
                  <a:moveTo>
                    <a:pt x="7326" y="5609"/>
                  </a:moveTo>
                  <a:cubicBezTo>
                    <a:pt x="7326" y="5578"/>
                    <a:pt x="7374" y="5546"/>
                    <a:pt x="7406" y="5546"/>
                  </a:cubicBezTo>
                  <a:lnTo>
                    <a:pt x="7421" y="5546"/>
                  </a:lnTo>
                  <a:cubicBezTo>
                    <a:pt x="7469" y="5562"/>
                    <a:pt x="7500" y="5609"/>
                    <a:pt x="7484" y="5657"/>
                  </a:cubicBezTo>
                  <a:lnTo>
                    <a:pt x="7326" y="5609"/>
                  </a:lnTo>
                  <a:close/>
                  <a:moveTo>
                    <a:pt x="4475" y="5704"/>
                  </a:moveTo>
                  <a:lnTo>
                    <a:pt x="4443" y="5704"/>
                  </a:lnTo>
                  <a:cubicBezTo>
                    <a:pt x="4412" y="5689"/>
                    <a:pt x="4380" y="5641"/>
                    <a:pt x="4380" y="5609"/>
                  </a:cubicBezTo>
                  <a:cubicBezTo>
                    <a:pt x="4396" y="5562"/>
                    <a:pt x="4427" y="5531"/>
                    <a:pt x="4475" y="5531"/>
                  </a:cubicBezTo>
                  <a:lnTo>
                    <a:pt x="4490" y="5531"/>
                  </a:lnTo>
                  <a:cubicBezTo>
                    <a:pt x="4538" y="5546"/>
                    <a:pt x="4553" y="5594"/>
                    <a:pt x="4553" y="5641"/>
                  </a:cubicBezTo>
                  <a:cubicBezTo>
                    <a:pt x="4538" y="5672"/>
                    <a:pt x="4506" y="5704"/>
                    <a:pt x="4475" y="5704"/>
                  </a:cubicBezTo>
                  <a:close/>
                  <a:moveTo>
                    <a:pt x="1450" y="5594"/>
                  </a:moveTo>
                  <a:lnTo>
                    <a:pt x="1450" y="5594"/>
                  </a:lnTo>
                  <a:cubicBezTo>
                    <a:pt x="1450" y="5546"/>
                    <a:pt x="1497" y="5515"/>
                    <a:pt x="1528" y="5515"/>
                  </a:cubicBezTo>
                  <a:lnTo>
                    <a:pt x="1544" y="5515"/>
                  </a:lnTo>
                  <a:cubicBezTo>
                    <a:pt x="1591" y="5531"/>
                    <a:pt x="1623" y="5578"/>
                    <a:pt x="1607" y="5625"/>
                  </a:cubicBezTo>
                  <a:lnTo>
                    <a:pt x="1607" y="5625"/>
                  </a:lnTo>
                  <a:lnTo>
                    <a:pt x="1450" y="5594"/>
                  </a:lnTo>
                  <a:close/>
                  <a:moveTo>
                    <a:pt x="6838" y="5609"/>
                  </a:moveTo>
                  <a:lnTo>
                    <a:pt x="6822" y="5594"/>
                  </a:lnTo>
                  <a:cubicBezTo>
                    <a:pt x="6775" y="5594"/>
                    <a:pt x="6744" y="5546"/>
                    <a:pt x="6759" y="5499"/>
                  </a:cubicBezTo>
                  <a:lnTo>
                    <a:pt x="6933" y="5531"/>
                  </a:lnTo>
                  <a:cubicBezTo>
                    <a:pt x="6916" y="5578"/>
                    <a:pt x="6885" y="5609"/>
                    <a:pt x="6838" y="5609"/>
                  </a:cubicBezTo>
                  <a:close/>
                  <a:moveTo>
                    <a:pt x="961" y="5578"/>
                  </a:moveTo>
                  <a:lnTo>
                    <a:pt x="946" y="5578"/>
                  </a:lnTo>
                  <a:cubicBezTo>
                    <a:pt x="898" y="5562"/>
                    <a:pt x="866" y="5515"/>
                    <a:pt x="883" y="5468"/>
                  </a:cubicBezTo>
                  <a:lnTo>
                    <a:pt x="883" y="5468"/>
                  </a:lnTo>
                  <a:lnTo>
                    <a:pt x="1055" y="5499"/>
                  </a:lnTo>
                  <a:lnTo>
                    <a:pt x="1055" y="5499"/>
                  </a:lnTo>
                  <a:cubicBezTo>
                    <a:pt x="1040" y="5546"/>
                    <a:pt x="1009" y="5578"/>
                    <a:pt x="961" y="5578"/>
                  </a:cubicBezTo>
                  <a:close/>
                  <a:moveTo>
                    <a:pt x="6759" y="5499"/>
                  </a:moveTo>
                  <a:lnTo>
                    <a:pt x="6759" y="5499"/>
                  </a:lnTo>
                  <a:cubicBezTo>
                    <a:pt x="6775" y="5468"/>
                    <a:pt x="6807" y="5436"/>
                    <a:pt x="6838" y="5436"/>
                  </a:cubicBezTo>
                  <a:lnTo>
                    <a:pt x="6853" y="5436"/>
                  </a:lnTo>
                  <a:cubicBezTo>
                    <a:pt x="6901" y="5452"/>
                    <a:pt x="6933" y="5483"/>
                    <a:pt x="6933" y="5531"/>
                  </a:cubicBezTo>
                  <a:lnTo>
                    <a:pt x="6933" y="5531"/>
                  </a:lnTo>
                  <a:lnTo>
                    <a:pt x="6759" y="5499"/>
                  </a:lnTo>
                  <a:close/>
                  <a:moveTo>
                    <a:pt x="3908" y="5594"/>
                  </a:moveTo>
                  <a:lnTo>
                    <a:pt x="3891" y="5594"/>
                  </a:lnTo>
                  <a:cubicBezTo>
                    <a:pt x="3845" y="5578"/>
                    <a:pt x="3813" y="5531"/>
                    <a:pt x="3828" y="5483"/>
                  </a:cubicBezTo>
                  <a:cubicBezTo>
                    <a:pt x="3828" y="5452"/>
                    <a:pt x="3860" y="5420"/>
                    <a:pt x="3908" y="5420"/>
                  </a:cubicBezTo>
                  <a:lnTo>
                    <a:pt x="3923" y="5420"/>
                  </a:lnTo>
                  <a:cubicBezTo>
                    <a:pt x="3971" y="5436"/>
                    <a:pt x="4002" y="5468"/>
                    <a:pt x="3986" y="5515"/>
                  </a:cubicBezTo>
                  <a:cubicBezTo>
                    <a:pt x="3986" y="5562"/>
                    <a:pt x="3939" y="5594"/>
                    <a:pt x="3908" y="5594"/>
                  </a:cubicBezTo>
                  <a:close/>
                  <a:moveTo>
                    <a:pt x="883" y="5468"/>
                  </a:moveTo>
                  <a:cubicBezTo>
                    <a:pt x="898" y="5436"/>
                    <a:pt x="929" y="5405"/>
                    <a:pt x="961" y="5405"/>
                  </a:cubicBezTo>
                  <a:lnTo>
                    <a:pt x="977" y="5405"/>
                  </a:lnTo>
                  <a:cubicBezTo>
                    <a:pt x="1024" y="5420"/>
                    <a:pt x="1055" y="5452"/>
                    <a:pt x="1055" y="5499"/>
                  </a:cubicBezTo>
                  <a:lnTo>
                    <a:pt x="883" y="5468"/>
                  </a:lnTo>
                  <a:close/>
                  <a:moveTo>
                    <a:pt x="6271" y="5483"/>
                  </a:moveTo>
                  <a:lnTo>
                    <a:pt x="6255" y="5483"/>
                  </a:lnTo>
                  <a:cubicBezTo>
                    <a:pt x="6208" y="5483"/>
                    <a:pt x="6192" y="5436"/>
                    <a:pt x="6192" y="5389"/>
                  </a:cubicBezTo>
                  <a:lnTo>
                    <a:pt x="6366" y="5420"/>
                  </a:lnTo>
                  <a:cubicBezTo>
                    <a:pt x="6349" y="5452"/>
                    <a:pt x="6318" y="5483"/>
                    <a:pt x="6271" y="5483"/>
                  </a:cubicBezTo>
                  <a:close/>
                  <a:moveTo>
                    <a:pt x="9217" y="5499"/>
                  </a:moveTo>
                  <a:lnTo>
                    <a:pt x="9202" y="5499"/>
                  </a:lnTo>
                  <a:cubicBezTo>
                    <a:pt x="9154" y="5483"/>
                    <a:pt x="9122" y="5452"/>
                    <a:pt x="9139" y="5405"/>
                  </a:cubicBezTo>
                  <a:cubicBezTo>
                    <a:pt x="9139" y="5357"/>
                    <a:pt x="9170" y="5325"/>
                    <a:pt x="9217" y="5325"/>
                  </a:cubicBezTo>
                  <a:cubicBezTo>
                    <a:pt x="9217" y="5325"/>
                    <a:pt x="9233" y="5325"/>
                    <a:pt x="9233" y="5342"/>
                  </a:cubicBezTo>
                  <a:cubicBezTo>
                    <a:pt x="9280" y="5342"/>
                    <a:pt x="9311" y="5389"/>
                    <a:pt x="9296" y="5436"/>
                  </a:cubicBezTo>
                  <a:cubicBezTo>
                    <a:pt x="9296" y="5468"/>
                    <a:pt x="9248" y="5499"/>
                    <a:pt x="9217" y="5499"/>
                  </a:cubicBezTo>
                  <a:close/>
                  <a:moveTo>
                    <a:pt x="6192" y="5389"/>
                  </a:moveTo>
                  <a:lnTo>
                    <a:pt x="6192" y="5389"/>
                  </a:lnTo>
                  <a:cubicBezTo>
                    <a:pt x="6208" y="5342"/>
                    <a:pt x="6240" y="5310"/>
                    <a:pt x="6271" y="5310"/>
                  </a:cubicBezTo>
                  <a:cubicBezTo>
                    <a:pt x="6286" y="5310"/>
                    <a:pt x="6286" y="5325"/>
                    <a:pt x="6286" y="5325"/>
                  </a:cubicBezTo>
                  <a:cubicBezTo>
                    <a:pt x="6334" y="5325"/>
                    <a:pt x="6366" y="5373"/>
                    <a:pt x="6366" y="5420"/>
                  </a:cubicBezTo>
                  <a:lnTo>
                    <a:pt x="6366" y="5420"/>
                  </a:lnTo>
                  <a:lnTo>
                    <a:pt x="6192" y="5389"/>
                  </a:lnTo>
                  <a:close/>
                  <a:moveTo>
                    <a:pt x="3341" y="5468"/>
                  </a:moveTo>
                  <a:lnTo>
                    <a:pt x="3324" y="5468"/>
                  </a:lnTo>
                  <a:cubicBezTo>
                    <a:pt x="3278" y="5468"/>
                    <a:pt x="3246" y="5420"/>
                    <a:pt x="3261" y="5373"/>
                  </a:cubicBezTo>
                  <a:cubicBezTo>
                    <a:pt x="3261" y="5325"/>
                    <a:pt x="3293" y="5310"/>
                    <a:pt x="3341" y="5310"/>
                  </a:cubicBezTo>
                  <a:lnTo>
                    <a:pt x="3356" y="5310"/>
                  </a:lnTo>
                  <a:cubicBezTo>
                    <a:pt x="3404" y="5310"/>
                    <a:pt x="3435" y="5357"/>
                    <a:pt x="3419" y="5405"/>
                  </a:cubicBezTo>
                  <a:cubicBezTo>
                    <a:pt x="3419" y="5452"/>
                    <a:pt x="3372" y="5468"/>
                    <a:pt x="3341" y="5468"/>
                  </a:cubicBezTo>
                  <a:close/>
                  <a:moveTo>
                    <a:pt x="5719" y="5373"/>
                  </a:moveTo>
                  <a:lnTo>
                    <a:pt x="5704" y="5373"/>
                  </a:lnTo>
                  <a:cubicBezTo>
                    <a:pt x="5656" y="5357"/>
                    <a:pt x="5624" y="5310"/>
                    <a:pt x="5624" y="5262"/>
                  </a:cubicBezTo>
                  <a:lnTo>
                    <a:pt x="5624" y="5262"/>
                  </a:lnTo>
                  <a:lnTo>
                    <a:pt x="5798" y="5310"/>
                  </a:lnTo>
                  <a:lnTo>
                    <a:pt x="5798" y="5310"/>
                  </a:lnTo>
                  <a:cubicBezTo>
                    <a:pt x="5782" y="5342"/>
                    <a:pt x="5751" y="5373"/>
                    <a:pt x="5719" y="5373"/>
                  </a:cubicBezTo>
                  <a:close/>
                  <a:moveTo>
                    <a:pt x="8650" y="5389"/>
                  </a:moveTo>
                  <a:lnTo>
                    <a:pt x="8634" y="5389"/>
                  </a:lnTo>
                  <a:cubicBezTo>
                    <a:pt x="8587" y="5373"/>
                    <a:pt x="8555" y="5325"/>
                    <a:pt x="8571" y="5279"/>
                  </a:cubicBezTo>
                  <a:cubicBezTo>
                    <a:pt x="8571" y="5247"/>
                    <a:pt x="8618" y="5216"/>
                    <a:pt x="8650" y="5216"/>
                  </a:cubicBezTo>
                  <a:lnTo>
                    <a:pt x="8666" y="5216"/>
                  </a:lnTo>
                  <a:cubicBezTo>
                    <a:pt x="8713" y="5231"/>
                    <a:pt x="8744" y="5279"/>
                    <a:pt x="8729" y="5325"/>
                  </a:cubicBezTo>
                  <a:cubicBezTo>
                    <a:pt x="8729" y="5357"/>
                    <a:pt x="8697" y="5389"/>
                    <a:pt x="8650" y="5389"/>
                  </a:cubicBezTo>
                  <a:close/>
                  <a:moveTo>
                    <a:pt x="5624" y="5262"/>
                  </a:moveTo>
                  <a:cubicBezTo>
                    <a:pt x="5641" y="5231"/>
                    <a:pt x="5672" y="5199"/>
                    <a:pt x="5719" y="5199"/>
                  </a:cubicBezTo>
                  <a:lnTo>
                    <a:pt x="5735" y="5199"/>
                  </a:lnTo>
                  <a:cubicBezTo>
                    <a:pt x="5782" y="5216"/>
                    <a:pt x="5798" y="5262"/>
                    <a:pt x="5798" y="5310"/>
                  </a:cubicBezTo>
                  <a:lnTo>
                    <a:pt x="5624" y="5262"/>
                  </a:lnTo>
                  <a:close/>
                  <a:moveTo>
                    <a:pt x="2773" y="5357"/>
                  </a:moveTo>
                  <a:lnTo>
                    <a:pt x="2757" y="5357"/>
                  </a:lnTo>
                  <a:cubicBezTo>
                    <a:pt x="2710" y="5342"/>
                    <a:pt x="2679" y="5294"/>
                    <a:pt x="2694" y="5247"/>
                  </a:cubicBezTo>
                  <a:cubicBezTo>
                    <a:pt x="2694" y="5216"/>
                    <a:pt x="2742" y="5184"/>
                    <a:pt x="2773" y="5184"/>
                  </a:cubicBezTo>
                  <a:lnTo>
                    <a:pt x="2788" y="5184"/>
                  </a:lnTo>
                  <a:cubicBezTo>
                    <a:pt x="2836" y="5199"/>
                    <a:pt x="2868" y="5247"/>
                    <a:pt x="2852" y="5294"/>
                  </a:cubicBezTo>
                  <a:cubicBezTo>
                    <a:pt x="2852" y="5325"/>
                    <a:pt x="2820" y="5357"/>
                    <a:pt x="2773" y="5357"/>
                  </a:cubicBezTo>
                  <a:close/>
                  <a:moveTo>
                    <a:pt x="5152" y="5262"/>
                  </a:moveTo>
                  <a:cubicBezTo>
                    <a:pt x="5137" y="5262"/>
                    <a:pt x="5137" y="5247"/>
                    <a:pt x="5137" y="5247"/>
                  </a:cubicBezTo>
                  <a:cubicBezTo>
                    <a:pt x="5089" y="5247"/>
                    <a:pt x="5057" y="5199"/>
                    <a:pt x="5057" y="5153"/>
                  </a:cubicBezTo>
                  <a:lnTo>
                    <a:pt x="5057" y="5153"/>
                  </a:lnTo>
                  <a:lnTo>
                    <a:pt x="5231" y="5184"/>
                  </a:lnTo>
                  <a:lnTo>
                    <a:pt x="5231" y="5184"/>
                  </a:lnTo>
                  <a:cubicBezTo>
                    <a:pt x="5215" y="5231"/>
                    <a:pt x="5183" y="5262"/>
                    <a:pt x="5152" y="5262"/>
                  </a:cubicBezTo>
                  <a:close/>
                  <a:moveTo>
                    <a:pt x="8082" y="5262"/>
                  </a:moveTo>
                  <a:lnTo>
                    <a:pt x="8067" y="5262"/>
                  </a:lnTo>
                  <a:cubicBezTo>
                    <a:pt x="8019" y="5262"/>
                    <a:pt x="7988" y="5216"/>
                    <a:pt x="8004" y="5168"/>
                  </a:cubicBezTo>
                  <a:cubicBezTo>
                    <a:pt x="8004" y="5136"/>
                    <a:pt x="8051" y="5105"/>
                    <a:pt x="8082" y="5105"/>
                  </a:cubicBezTo>
                  <a:lnTo>
                    <a:pt x="8099" y="5105"/>
                  </a:lnTo>
                  <a:cubicBezTo>
                    <a:pt x="8145" y="5105"/>
                    <a:pt x="8177" y="5153"/>
                    <a:pt x="8162" y="5199"/>
                  </a:cubicBezTo>
                  <a:cubicBezTo>
                    <a:pt x="8162" y="5247"/>
                    <a:pt x="8130" y="5262"/>
                    <a:pt x="8082" y="5262"/>
                  </a:cubicBezTo>
                  <a:close/>
                  <a:moveTo>
                    <a:pt x="5057" y="5153"/>
                  </a:moveTo>
                  <a:cubicBezTo>
                    <a:pt x="5074" y="5121"/>
                    <a:pt x="5105" y="5090"/>
                    <a:pt x="5152" y="5090"/>
                  </a:cubicBezTo>
                  <a:lnTo>
                    <a:pt x="5168" y="5090"/>
                  </a:lnTo>
                  <a:cubicBezTo>
                    <a:pt x="5215" y="5105"/>
                    <a:pt x="5246" y="5136"/>
                    <a:pt x="5231" y="5184"/>
                  </a:cubicBezTo>
                  <a:lnTo>
                    <a:pt x="5057" y="5153"/>
                  </a:lnTo>
                  <a:close/>
                  <a:moveTo>
                    <a:pt x="2206" y="5247"/>
                  </a:moveTo>
                  <a:lnTo>
                    <a:pt x="2190" y="5231"/>
                  </a:lnTo>
                  <a:cubicBezTo>
                    <a:pt x="2143" y="5231"/>
                    <a:pt x="2112" y="5184"/>
                    <a:pt x="2127" y="5136"/>
                  </a:cubicBezTo>
                  <a:cubicBezTo>
                    <a:pt x="2143" y="5105"/>
                    <a:pt x="2175" y="5073"/>
                    <a:pt x="2206" y="5073"/>
                  </a:cubicBezTo>
                  <a:lnTo>
                    <a:pt x="2221" y="5073"/>
                  </a:lnTo>
                  <a:cubicBezTo>
                    <a:pt x="2269" y="5090"/>
                    <a:pt x="2301" y="5121"/>
                    <a:pt x="2301" y="5168"/>
                  </a:cubicBezTo>
                  <a:cubicBezTo>
                    <a:pt x="2284" y="5216"/>
                    <a:pt x="2253" y="5247"/>
                    <a:pt x="2206" y="5247"/>
                  </a:cubicBezTo>
                  <a:close/>
                  <a:moveTo>
                    <a:pt x="4585" y="5136"/>
                  </a:moveTo>
                  <a:lnTo>
                    <a:pt x="4569" y="5136"/>
                  </a:lnTo>
                  <a:cubicBezTo>
                    <a:pt x="4522" y="5121"/>
                    <a:pt x="4490" y="5090"/>
                    <a:pt x="4506" y="5042"/>
                  </a:cubicBezTo>
                  <a:lnTo>
                    <a:pt x="4506" y="5042"/>
                  </a:lnTo>
                  <a:lnTo>
                    <a:pt x="4664" y="5073"/>
                  </a:lnTo>
                  <a:lnTo>
                    <a:pt x="4664" y="5073"/>
                  </a:lnTo>
                  <a:cubicBezTo>
                    <a:pt x="4664" y="5105"/>
                    <a:pt x="4616" y="5136"/>
                    <a:pt x="4585" y="5136"/>
                  </a:cubicBezTo>
                  <a:close/>
                  <a:moveTo>
                    <a:pt x="7515" y="5153"/>
                  </a:moveTo>
                  <a:lnTo>
                    <a:pt x="7500" y="5153"/>
                  </a:lnTo>
                  <a:cubicBezTo>
                    <a:pt x="7452" y="5136"/>
                    <a:pt x="7437" y="5105"/>
                    <a:pt x="7437" y="5058"/>
                  </a:cubicBezTo>
                  <a:cubicBezTo>
                    <a:pt x="7452" y="5010"/>
                    <a:pt x="7484" y="4979"/>
                    <a:pt x="7515" y="4979"/>
                  </a:cubicBezTo>
                  <a:cubicBezTo>
                    <a:pt x="7532" y="4979"/>
                    <a:pt x="7532" y="4979"/>
                    <a:pt x="7532" y="4995"/>
                  </a:cubicBezTo>
                  <a:cubicBezTo>
                    <a:pt x="7578" y="4995"/>
                    <a:pt x="7610" y="5042"/>
                    <a:pt x="7610" y="5090"/>
                  </a:cubicBezTo>
                  <a:cubicBezTo>
                    <a:pt x="7595" y="5121"/>
                    <a:pt x="7563" y="5153"/>
                    <a:pt x="7515" y="5153"/>
                  </a:cubicBezTo>
                  <a:close/>
                  <a:moveTo>
                    <a:pt x="4506" y="5042"/>
                  </a:moveTo>
                  <a:cubicBezTo>
                    <a:pt x="4506" y="4995"/>
                    <a:pt x="4538" y="4964"/>
                    <a:pt x="4585" y="4964"/>
                  </a:cubicBezTo>
                  <a:cubicBezTo>
                    <a:pt x="4585" y="4964"/>
                    <a:pt x="4601" y="4964"/>
                    <a:pt x="4601" y="4979"/>
                  </a:cubicBezTo>
                  <a:cubicBezTo>
                    <a:pt x="4648" y="4979"/>
                    <a:pt x="4679" y="5027"/>
                    <a:pt x="4664" y="5073"/>
                  </a:cubicBezTo>
                  <a:lnTo>
                    <a:pt x="4506" y="5042"/>
                  </a:lnTo>
                  <a:close/>
                  <a:moveTo>
                    <a:pt x="1639" y="5121"/>
                  </a:moveTo>
                  <a:lnTo>
                    <a:pt x="1623" y="5121"/>
                  </a:lnTo>
                  <a:cubicBezTo>
                    <a:pt x="1591" y="5121"/>
                    <a:pt x="1560" y="5073"/>
                    <a:pt x="1560" y="5027"/>
                  </a:cubicBezTo>
                  <a:cubicBezTo>
                    <a:pt x="1576" y="4979"/>
                    <a:pt x="1607" y="4947"/>
                    <a:pt x="1639" y="4947"/>
                  </a:cubicBezTo>
                  <a:cubicBezTo>
                    <a:pt x="1654" y="4947"/>
                    <a:pt x="1654" y="4964"/>
                    <a:pt x="1670" y="4964"/>
                  </a:cubicBezTo>
                  <a:cubicBezTo>
                    <a:pt x="1702" y="4964"/>
                    <a:pt x="1733" y="5010"/>
                    <a:pt x="1733" y="5058"/>
                  </a:cubicBezTo>
                  <a:cubicBezTo>
                    <a:pt x="1717" y="5090"/>
                    <a:pt x="1686" y="5121"/>
                    <a:pt x="1639" y="5121"/>
                  </a:cubicBezTo>
                  <a:close/>
                  <a:moveTo>
                    <a:pt x="4017" y="5027"/>
                  </a:moveTo>
                  <a:lnTo>
                    <a:pt x="4002" y="5027"/>
                  </a:lnTo>
                  <a:cubicBezTo>
                    <a:pt x="3954" y="5010"/>
                    <a:pt x="3923" y="4964"/>
                    <a:pt x="3939" y="4916"/>
                  </a:cubicBezTo>
                  <a:lnTo>
                    <a:pt x="4097" y="4964"/>
                  </a:lnTo>
                  <a:lnTo>
                    <a:pt x="4097" y="4964"/>
                  </a:lnTo>
                  <a:cubicBezTo>
                    <a:pt x="4097" y="4995"/>
                    <a:pt x="4065" y="5027"/>
                    <a:pt x="4017" y="5027"/>
                  </a:cubicBezTo>
                  <a:close/>
                  <a:moveTo>
                    <a:pt x="6964" y="5042"/>
                  </a:moveTo>
                  <a:lnTo>
                    <a:pt x="6933" y="5042"/>
                  </a:lnTo>
                  <a:cubicBezTo>
                    <a:pt x="6901" y="5027"/>
                    <a:pt x="6870" y="4979"/>
                    <a:pt x="6870" y="4932"/>
                  </a:cubicBezTo>
                  <a:cubicBezTo>
                    <a:pt x="6885" y="4901"/>
                    <a:pt x="6916" y="4869"/>
                    <a:pt x="6964" y="4869"/>
                  </a:cubicBezTo>
                  <a:lnTo>
                    <a:pt x="6979" y="4869"/>
                  </a:lnTo>
                  <a:cubicBezTo>
                    <a:pt x="7027" y="4884"/>
                    <a:pt x="7043" y="4932"/>
                    <a:pt x="7043" y="4964"/>
                  </a:cubicBezTo>
                  <a:cubicBezTo>
                    <a:pt x="7027" y="5010"/>
                    <a:pt x="6996" y="5042"/>
                    <a:pt x="6964" y="5042"/>
                  </a:cubicBezTo>
                  <a:close/>
                  <a:moveTo>
                    <a:pt x="3939" y="4916"/>
                  </a:moveTo>
                  <a:cubicBezTo>
                    <a:pt x="3939" y="4884"/>
                    <a:pt x="3986" y="4853"/>
                    <a:pt x="4017" y="4853"/>
                  </a:cubicBezTo>
                  <a:lnTo>
                    <a:pt x="4034" y="4853"/>
                  </a:lnTo>
                  <a:cubicBezTo>
                    <a:pt x="4080" y="4869"/>
                    <a:pt x="4112" y="4916"/>
                    <a:pt x="4097" y="4964"/>
                  </a:cubicBezTo>
                  <a:lnTo>
                    <a:pt x="3939" y="4916"/>
                  </a:lnTo>
                  <a:close/>
                  <a:moveTo>
                    <a:pt x="1087" y="5010"/>
                  </a:moveTo>
                  <a:lnTo>
                    <a:pt x="1072" y="5010"/>
                  </a:lnTo>
                  <a:cubicBezTo>
                    <a:pt x="1024" y="4995"/>
                    <a:pt x="992" y="4947"/>
                    <a:pt x="992" y="4901"/>
                  </a:cubicBezTo>
                  <a:cubicBezTo>
                    <a:pt x="1009" y="4869"/>
                    <a:pt x="1040" y="4838"/>
                    <a:pt x="1087" y="4838"/>
                  </a:cubicBezTo>
                  <a:lnTo>
                    <a:pt x="1103" y="4838"/>
                  </a:lnTo>
                  <a:cubicBezTo>
                    <a:pt x="1150" y="4853"/>
                    <a:pt x="1166" y="4901"/>
                    <a:pt x="1166" y="4947"/>
                  </a:cubicBezTo>
                  <a:cubicBezTo>
                    <a:pt x="1150" y="4979"/>
                    <a:pt x="1118" y="5010"/>
                    <a:pt x="1087" y="5010"/>
                  </a:cubicBezTo>
                  <a:close/>
                  <a:moveTo>
                    <a:pt x="9328" y="4932"/>
                  </a:moveTo>
                  <a:lnTo>
                    <a:pt x="9311" y="4932"/>
                  </a:lnTo>
                  <a:cubicBezTo>
                    <a:pt x="9265" y="4932"/>
                    <a:pt x="9233" y="4884"/>
                    <a:pt x="9248" y="4838"/>
                  </a:cubicBezTo>
                  <a:lnTo>
                    <a:pt x="9248" y="4838"/>
                  </a:lnTo>
                  <a:lnTo>
                    <a:pt x="9406" y="4869"/>
                  </a:lnTo>
                  <a:lnTo>
                    <a:pt x="9406" y="4869"/>
                  </a:lnTo>
                  <a:cubicBezTo>
                    <a:pt x="9406" y="4916"/>
                    <a:pt x="9374" y="4932"/>
                    <a:pt x="9328" y="4932"/>
                  </a:cubicBezTo>
                  <a:close/>
                  <a:moveTo>
                    <a:pt x="3450" y="4901"/>
                  </a:moveTo>
                  <a:lnTo>
                    <a:pt x="3435" y="4901"/>
                  </a:lnTo>
                  <a:cubicBezTo>
                    <a:pt x="3387" y="4901"/>
                    <a:pt x="3356" y="4853"/>
                    <a:pt x="3372" y="4806"/>
                  </a:cubicBezTo>
                  <a:lnTo>
                    <a:pt x="3545" y="4838"/>
                  </a:lnTo>
                  <a:cubicBezTo>
                    <a:pt x="3530" y="4884"/>
                    <a:pt x="3498" y="4901"/>
                    <a:pt x="3450" y="4901"/>
                  </a:cubicBezTo>
                  <a:close/>
                  <a:moveTo>
                    <a:pt x="9248" y="4838"/>
                  </a:moveTo>
                  <a:cubicBezTo>
                    <a:pt x="9248" y="4790"/>
                    <a:pt x="9296" y="4775"/>
                    <a:pt x="9328" y="4775"/>
                  </a:cubicBezTo>
                  <a:lnTo>
                    <a:pt x="9343" y="4775"/>
                  </a:lnTo>
                  <a:cubicBezTo>
                    <a:pt x="9391" y="4775"/>
                    <a:pt x="9422" y="4821"/>
                    <a:pt x="9406" y="4869"/>
                  </a:cubicBezTo>
                  <a:lnTo>
                    <a:pt x="9248" y="4838"/>
                  </a:lnTo>
                  <a:close/>
                  <a:moveTo>
                    <a:pt x="6397" y="4916"/>
                  </a:moveTo>
                  <a:lnTo>
                    <a:pt x="6381" y="4916"/>
                  </a:lnTo>
                  <a:cubicBezTo>
                    <a:pt x="6334" y="4916"/>
                    <a:pt x="6303" y="4869"/>
                    <a:pt x="6318" y="4821"/>
                  </a:cubicBezTo>
                  <a:cubicBezTo>
                    <a:pt x="6318" y="4775"/>
                    <a:pt x="6349" y="4758"/>
                    <a:pt x="6397" y="4758"/>
                  </a:cubicBezTo>
                  <a:lnTo>
                    <a:pt x="6412" y="4758"/>
                  </a:lnTo>
                  <a:cubicBezTo>
                    <a:pt x="6460" y="4758"/>
                    <a:pt x="6492" y="4806"/>
                    <a:pt x="6475" y="4853"/>
                  </a:cubicBezTo>
                  <a:cubicBezTo>
                    <a:pt x="6475" y="4901"/>
                    <a:pt x="6429" y="4916"/>
                    <a:pt x="6397" y="4916"/>
                  </a:cubicBezTo>
                  <a:close/>
                  <a:moveTo>
                    <a:pt x="3372" y="4806"/>
                  </a:moveTo>
                  <a:lnTo>
                    <a:pt x="3372" y="4806"/>
                  </a:lnTo>
                  <a:cubicBezTo>
                    <a:pt x="3387" y="4758"/>
                    <a:pt x="3419" y="4743"/>
                    <a:pt x="3450" y="4743"/>
                  </a:cubicBezTo>
                  <a:lnTo>
                    <a:pt x="3467" y="4743"/>
                  </a:lnTo>
                  <a:cubicBezTo>
                    <a:pt x="3513" y="4743"/>
                    <a:pt x="3545" y="4790"/>
                    <a:pt x="3545" y="4838"/>
                  </a:cubicBezTo>
                  <a:lnTo>
                    <a:pt x="3545" y="4838"/>
                  </a:lnTo>
                  <a:lnTo>
                    <a:pt x="3372" y="4806"/>
                  </a:lnTo>
                  <a:close/>
                  <a:moveTo>
                    <a:pt x="520" y="4901"/>
                  </a:moveTo>
                  <a:cubicBezTo>
                    <a:pt x="505" y="4901"/>
                    <a:pt x="505" y="4884"/>
                    <a:pt x="505" y="4884"/>
                  </a:cubicBezTo>
                  <a:cubicBezTo>
                    <a:pt x="457" y="4884"/>
                    <a:pt x="425" y="4838"/>
                    <a:pt x="442" y="4790"/>
                  </a:cubicBezTo>
                  <a:cubicBezTo>
                    <a:pt x="442" y="4758"/>
                    <a:pt x="473" y="4727"/>
                    <a:pt x="520" y="4727"/>
                  </a:cubicBezTo>
                  <a:lnTo>
                    <a:pt x="536" y="4727"/>
                  </a:lnTo>
                  <a:cubicBezTo>
                    <a:pt x="583" y="4727"/>
                    <a:pt x="614" y="4775"/>
                    <a:pt x="599" y="4821"/>
                  </a:cubicBezTo>
                  <a:cubicBezTo>
                    <a:pt x="599" y="4869"/>
                    <a:pt x="551" y="4901"/>
                    <a:pt x="520" y="4901"/>
                  </a:cubicBezTo>
                  <a:close/>
                  <a:moveTo>
                    <a:pt x="8760" y="4821"/>
                  </a:moveTo>
                  <a:lnTo>
                    <a:pt x="8744" y="4821"/>
                  </a:lnTo>
                  <a:cubicBezTo>
                    <a:pt x="8697" y="4806"/>
                    <a:pt x="8681" y="4775"/>
                    <a:pt x="8681" y="4727"/>
                  </a:cubicBezTo>
                  <a:lnTo>
                    <a:pt x="8855" y="4758"/>
                  </a:lnTo>
                  <a:lnTo>
                    <a:pt x="8855" y="4758"/>
                  </a:lnTo>
                  <a:cubicBezTo>
                    <a:pt x="8839" y="4790"/>
                    <a:pt x="8807" y="4821"/>
                    <a:pt x="8760" y="4821"/>
                  </a:cubicBezTo>
                  <a:close/>
                  <a:moveTo>
                    <a:pt x="2883" y="4790"/>
                  </a:moveTo>
                  <a:lnTo>
                    <a:pt x="2868" y="4790"/>
                  </a:lnTo>
                  <a:cubicBezTo>
                    <a:pt x="2820" y="4775"/>
                    <a:pt x="2805" y="4743"/>
                    <a:pt x="2805" y="4695"/>
                  </a:cubicBezTo>
                  <a:lnTo>
                    <a:pt x="2978" y="4727"/>
                  </a:lnTo>
                  <a:cubicBezTo>
                    <a:pt x="2962" y="4758"/>
                    <a:pt x="2931" y="4790"/>
                    <a:pt x="2883" y="4790"/>
                  </a:cubicBezTo>
                  <a:close/>
                  <a:moveTo>
                    <a:pt x="8681" y="4727"/>
                  </a:moveTo>
                  <a:cubicBezTo>
                    <a:pt x="8697" y="4680"/>
                    <a:pt x="8729" y="4649"/>
                    <a:pt x="8760" y="4649"/>
                  </a:cubicBezTo>
                  <a:lnTo>
                    <a:pt x="8776" y="4649"/>
                  </a:lnTo>
                  <a:cubicBezTo>
                    <a:pt x="8824" y="4664"/>
                    <a:pt x="8855" y="4712"/>
                    <a:pt x="8855" y="4758"/>
                  </a:cubicBezTo>
                  <a:lnTo>
                    <a:pt x="8681" y="4727"/>
                  </a:lnTo>
                  <a:close/>
                  <a:moveTo>
                    <a:pt x="5830" y="4806"/>
                  </a:moveTo>
                  <a:lnTo>
                    <a:pt x="5814" y="4806"/>
                  </a:lnTo>
                  <a:cubicBezTo>
                    <a:pt x="5767" y="4790"/>
                    <a:pt x="5735" y="4758"/>
                    <a:pt x="5751" y="4712"/>
                  </a:cubicBezTo>
                  <a:cubicBezTo>
                    <a:pt x="5751" y="4664"/>
                    <a:pt x="5782" y="4632"/>
                    <a:pt x="5830" y="4632"/>
                  </a:cubicBezTo>
                  <a:lnTo>
                    <a:pt x="5845" y="4632"/>
                  </a:lnTo>
                  <a:cubicBezTo>
                    <a:pt x="5893" y="4649"/>
                    <a:pt x="5924" y="4695"/>
                    <a:pt x="5908" y="4743"/>
                  </a:cubicBezTo>
                  <a:cubicBezTo>
                    <a:pt x="5908" y="4775"/>
                    <a:pt x="5861" y="4806"/>
                    <a:pt x="5830" y="4806"/>
                  </a:cubicBezTo>
                  <a:close/>
                  <a:moveTo>
                    <a:pt x="2805" y="4695"/>
                  </a:moveTo>
                  <a:lnTo>
                    <a:pt x="2805" y="4695"/>
                  </a:lnTo>
                  <a:cubicBezTo>
                    <a:pt x="2820" y="4649"/>
                    <a:pt x="2852" y="4617"/>
                    <a:pt x="2883" y="4617"/>
                  </a:cubicBezTo>
                  <a:cubicBezTo>
                    <a:pt x="2899" y="4617"/>
                    <a:pt x="2899" y="4617"/>
                    <a:pt x="2915" y="4632"/>
                  </a:cubicBezTo>
                  <a:cubicBezTo>
                    <a:pt x="2946" y="4632"/>
                    <a:pt x="2978" y="4680"/>
                    <a:pt x="2978" y="4727"/>
                  </a:cubicBezTo>
                  <a:lnTo>
                    <a:pt x="2978" y="4727"/>
                  </a:lnTo>
                  <a:lnTo>
                    <a:pt x="2805" y="4695"/>
                  </a:lnTo>
                  <a:close/>
                  <a:moveTo>
                    <a:pt x="8208" y="4712"/>
                  </a:moveTo>
                  <a:lnTo>
                    <a:pt x="8193" y="4712"/>
                  </a:lnTo>
                  <a:cubicBezTo>
                    <a:pt x="8145" y="4695"/>
                    <a:pt x="8114" y="4649"/>
                    <a:pt x="8114" y="4601"/>
                  </a:cubicBezTo>
                  <a:lnTo>
                    <a:pt x="8288" y="4632"/>
                  </a:lnTo>
                  <a:cubicBezTo>
                    <a:pt x="8271" y="4680"/>
                    <a:pt x="8240" y="4712"/>
                    <a:pt x="8208" y="4712"/>
                  </a:cubicBezTo>
                  <a:close/>
                  <a:moveTo>
                    <a:pt x="2332" y="4680"/>
                  </a:moveTo>
                  <a:lnTo>
                    <a:pt x="2316" y="4680"/>
                  </a:lnTo>
                  <a:cubicBezTo>
                    <a:pt x="2269" y="4664"/>
                    <a:pt x="2238" y="4617"/>
                    <a:pt x="2238" y="4569"/>
                  </a:cubicBezTo>
                  <a:lnTo>
                    <a:pt x="2238" y="4569"/>
                  </a:lnTo>
                  <a:lnTo>
                    <a:pt x="2410" y="4601"/>
                  </a:lnTo>
                  <a:lnTo>
                    <a:pt x="2410" y="4601"/>
                  </a:lnTo>
                  <a:cubicBezTo>
                    <a:pt x="2395" y="4649"/>
                    <a:pt x="2364" y="4680"/>
                    <a:pt x="2332" y="4680"/>
                  </a:cubicBezTo>
                  <a:close/>
                  <a:moveTo>
                    <a:pt x="8114" y="4601"/>
                  </a:moveTo>
                  <a:lnTo>
                    <a:pt x="8114" y="4601"/>
                  </a:lnTo>
                  <a:cubicBezTo>
                    <a:pt x="8130" y="4569"/>
                    <a:pt x="8162" y="4538"/>
                    <a:pt x="8208" y="4538"/>
                  </a:cubicBezTo>
                  <a:lnTo>
                    <a:pt x="8225" y="4538"/>
                  </a:lnTo>
                  <a:cubicBezTo>
                    <a:pt x="8271" y="4554"/>
                    <a:pt x="8288" y="4601"/>
                    <a:pt x="8288" y="4632"/>
                  </a:cubicBezTo>
                  <a:lnTo>
                    <a:pt x="8288" y="4632"/>
                  </a:lnTo>
                  <a:lnTo>
                    <a:pt x="8114" y="4601"/>
                  </a:lnTo>
                  <a:close/>
                  <a:moveTo>
                    <a:pt x="5263" y="4695"/>
                  </a:moveTo>
                  <a:lnTo>
                    <a:pt x="5246" y="4695"/>
                  </a:lnTo>
                  <a:cubicBezTo>
                    <a:pt x="5200" y="4680"/>
                    <a:pt x="5168" y="4632"/>
                    <a:pt x="5183" y="4586"/>
                  </a:cubicBezTo>
                  <a:cubicBezTo>
                    <a:pt x="5183" y="4554"/>
                    <a:pt x="5231" y="4523"/>
                    <a:pt x="5263" y="4523"/>
                  </a:cubicBezTo>
                  <a:lnTo>
                    <a:pt x="5278" y="4523"/>
                  </a:lnTo>
                  <a:cubicBezTo>
                    <a:pt x="5326" y="4538"/>
                    <a:pt x="5357" y="4586"/>
                    <a:pt x="5341" y="4617"/>
                  </a:cubicBezTo>
                  <a:cubicBezTo>
                    <a:pt x="5341" y="4664"/>
                    <a:pt x="5309" y="4695"/>
                    <a:pt x="5263" y="4695"/>
                  </a:cubicBezTo>
                  <a:close/>
                  <a:moveTo>
                    <a:pt x="2238" y="4569"/>
                  </a:moveTo>
                  <a:cubicBezTo>
                    <a:pt x="2253" y="4538"/>
                    <a:pt x="2284" y="4506"/>
                    <a:pt x="2332" y="4506"/>
                  </a:cubicBezTo>
                  <a:lnTo>
                    <a:pt x="2347" y="4506"/>
                  </a:lnTo>
                  <a:cubicBezTo>
                    <a:pt x="2395" y="4523"/>
                    <a:pt x="2427" y="4569"/>
                    <a:pt x="2410" y="4601"/>
                  </a:cubicBezTo>
                  <a:lnTo>
                    <a:pt x="2238" y="4569"/>
                  </a:lnTo>
                  <a:close/>
                  <a:moveTo>
                    <a:pt x="7641" y="4586"/>
                  </a:moveTo>
                  <a:lnTo>
                    <a:pt x="7626" y="4586"/>
                  </a:lnTo>
                  <a:cubicBezTo>
                    <a:pt x="7578" y="4586"/>
                    <a:pt x="7547" y="4538"/>
                    <a:pt x="7547" y="4491"/>
                  </a:cubicBezTo>
                  <a:lnTo>
                    <a:pt x="7721" y="4523"/>
                  </a:lnTo>
                  <a:cubicBezTo>
                    <a:pt x="7704" y="4569"/>
                    <a:pt x="7673" y="4586"/>
                    <a:pt x="7641" y="4586"/>
                  </a:cubicBezTo>
                  <a:close/>
                  <a:moveTo>
                    <a:pt x="1765" y="4554"/>
                  </a:moveTo>
                  <a:lnTo>
                    <a:pt x="1749" y="4554"/>
                  </a:lnTo>
                  <a:cubicBezTo>
                    <a:pt x="1702" y="4554"/>
                    <a:pt x="1670" y="4506"/>
                    <a:pt x="1686" y="4460"/>
                  </a:cubicBezTo>
                  <a:lnTo>
                    <a:pt x="1686" y="4460"/>
                  </a:lnTo>
                  <a:lnTo>
                    <a:pt x="1843" y="4491"/>
                  </a:lnTo>
                  <a:lnTo>
                    <a:pt x="1843" y="4491"/>
                  </a:lnTo>
                  <a:cubicBezTo>
                    <a:pt x="1843" y="4538"/>
                    <a:pt x="1797" y="4554"/>
                    <a:pt x="1765" y="4554"/>
                  </a:cubicBezTo>
                  <a:close/>
                  <a:moveTo>
                    <a:pt x="7547" y="4491"/>
                  </a:moveTo>
                  <a:lnTo>
                    <a:pt x="7547" y="4491"/>
                  </a:lnTo>
                  <a:cubicBezTo>
                    <a:pt x="7563" y="4443"/>
                    <a:pt x="7595" y="4428"/>
                    <a:pt x="7641" y="4428"/>
                  </a:cubicBezTo>
                  <a:lnTo>
                    <a:pt x="7658" y="4428"/>
                  </a:lnTo>
                  <a:cubicBezTo>
                    <a:pt x="7704" y="4428"/>
                    <a:pt x="7736" y="4475"/>
                    <a:pt x="7721" y="4523"/>
                  </a:cubicBezTo>
                  <a:lnTo>
                    <a:pt x="7721" y="4523"/>
                  </a:lnTo>
                  <a:lnTo>
                    <a:pt x="7547" y="4491"/>
                  </a:lnTo>
                  <a:close/>
                  <a:moveTo>
                    <a:pt x="4696" y="4569"/>
                  </a:moveTo>
                  <a:lnTo>
                    <a:pt x="4679" y="4569"/>
                  </a:lnTo>
                  <a:cubicBezTo>
                    <a:pt x="4633" y="4569"/>
                    <a:pt x="4601" y="4523"/>
                    <a:pt x="4616" y="4475"/>
                  </a:cubicBezTo>
                  <a:cubicBezTo>
                    <a:pt x="4633" y="4428"/>
                    <a:pt x="4664" y="4412"/>
                    <a:pt x="4696" y="4412"/>
                  </a:cubicBezTo>
                  <a:lnTo>
                    <a:pt x="4711" y="4412"/>
                  </a:lnTo>
                  <a:cubicBezTo>
                    <a:pt x="4759" y="4412"/>
                    <a:pt x="4790" y="4460"/>
                    <a:pt x="4790" y="4506"/>
                  </a:cubicBezTo>
                  <a:cubicBezTo>
                    <a:pt x="4774" y="4554"/>
                    <a:pt x="4742" y="4569"/>
                    <a:pt x="4696" y="4569"/>
                  </a:cubicBezTo>
                  <a:close/>
                  <a:moveTo>
                    <a:pt x="1686" y="4460"/>
                  </a:moveTo>
                  <a:cubicBezTo>
                    <a:pt x="1686" y="4412"/>
                    <a:pt x="1717" y="4397"/>
                    <a:pt x="1765" y="4397"/>
                  </a:cubicBezTo>
                  <a:lnTo>
                    <a:pt x="1780" y="4397"/>
                  </a:lnTo>
                  <a:cubicBezTo>
                    <a:pt x="1828" y="4397"/>
                    <a:pt x="1860" y="4443"/>
                    <a:pt x="1843" y="4491"/>
                  </a:cubicBezTo>
                  <a:lnTo>
                    <a:pt x="1686" y="4460"/>
                  </a:lnTo>
                  <a:close/>
                  <a:moveTo>
                    <a:pt x="7074" y="4475"/>
                  </a:moveTo>
                  <a:lnTo>
                    <a:pt x="7059" y="4475"/>
                  </a:lnTo>
                  <a:cubicBezTo>
                    <a:pt x="7011" y="4460"/>
                    <a:pt x="6979" y="4412"/>
                    <a:pt x="6996" y="4380"/>
                  </a:cubicBezTo>
                  <a:lnTo>
                    <a:pt x="6996" y="4380"/>
                  </a:lnTo>
                  <a:lnTo>
                    <a:pt x="7153" y="4412"/>
                  </a:lnTo>
                  <a:lnTo>
                    <a:pt x="7153" y="4412"/>
                  </a:lnTo>
                  <a:cubicBezTo>
                    <a:pt x="7153" y="4443"/>
                    <a:pt x="7106" y="4475"/>
                    <a:pt x="7074" y="4475"/>
                  </a:cubicBezTo>
                  <a:close/>
                  <a:moveTo>
                    <a:pt x="1198" y="4443"/>
                  </a:moveTo>
                  <a:lnTo>
                    <a:pt x="1181" y="4443"/>
                  </a:lnTo>
                  <a:cubicBezTo>
                    <a:pt x="1135" y="4428"/>
                    <a:pt x="1103" y="4397"/>
                    <a:pt x="1118" y="4349"/>
                  </a:cubicBezTo>
                  <a:lnTo>
                    <a:pt x="1276" y="4380"/>
                  </a:lnTo>
                  <a:cubicBezTo>
                    <a:pt x="1276" y="4412"/>
                    <a:pt x="1244" y="4443"/>
                    <a:pt x="1198" y="4443"/>
                  </a:cubicBezTo>
                  <a:close/>
                  <a:moveTo>
                    <a:pt x="6996" y="4380"/>
                  </a:moveTo>
                  <a:cubicBezTo>
                    <a:pt x="6996" y="4334"/>
                    <a:pt x="7027" y="4302"/>
                    <a:pt x="7074" y="4302"/>
                  </a:cubicBezTo>
                  <a:lnTo>
                    <a:pt x="7090" y="4302"/>
                  </a:lnTo>
                  <a:cubicBezTo>
                    <a:pt x="7137" y="4317"/>
                    <a:pt x="7169" y="4365"/>
                    <a:pt x="7153" y="4412"/>
                  </a:cubicBezTo>
                  <a:lnTo>
                    <a:pt x="6996" y="4380"/>
                  </a:lnTo>
                  <a:close/>
                  <a:moveTo>
                    <a:pt x="4128" y="4460"/>
                  </a:moveTo>
                  <a:lnTo>
                    <a:pt x="4112" y="4460"/>
                  </a:lnTo>
                  <a:cubicBezTo>
                    <a:pt x="4065" y="4443"/>
                    <a:pt x="4049" y="4397"/>
                    <a:pt x="4049" y="4365"/>
                  </a:cubicBezTo>
                  <a:cubicBezTo>
                    <a:pt x="4065" y="4317"/>
                    <a:pt x="4097" y="4286"/>
                    <a:pt x="4128" y="4286"/>
                  </a:cubicBezTo>
                  <a:lnTo>
                    <a:pt x="4160" y="4286"/>
                  </a:lnTo>
                  <a:cubicBezTo>
                    <a:pt x="4191" y="4302"/>
                    <a:pt x="4223" y="4349"/>
                    <a:pt x="4223" y="4397"/>
                  </a:cubicBezTo>
                  <a:cubicBezTo>
                    <a:pt x="4206" y="4428"/>
                    <a:pt x="4175" y="4460"/>
                    <a:pt x="4128" y="4460"/>
                  </a:cubicBezTo>
                  <a:close/>
                  <a:moveTo>
                    <a:pt x="1118" y="4349"/>
                  </a:moveTo>
                  <a:lnTo>
                    <a:pt x="1118" y="4349"/>
                  </a:lnTo>
                  <a:cubicBezTo>
                    <a:pt x="1118" y="4302"/>
                    <a:pt x="1166" y="4270"/>
                    <a:pt x="1198" y="4270"/>
                  </a:cubicBezTo>
                  <a:lnTo>
                    <a:pt x="1213" y="4270"/>
                  </a:lnTo>
                  <a:cubicBezTo>
                    <a:pt x="1261" y="4286"/>
                    <a:pt x="1292" y="4334"/>
                    <a:pt x="1276" y="4380"/>
                  </a:cubicBezTo>
                  <a:lnTo>
                    <a:pt x="1276" y="4380"/>
                  </a:lnTo>
                  <a:lnTo>
                    <a:pt x="1118" y="4349"/>
                  </a:lnTo>
                  <a:close/>
                  <a:moveTo>
                    <a:pt x="6507" y="4365"/>
                  </a:moveTo>
                  <a:lnTo>
                    <a:pt x="6492" y="4365"/>
                  </a:lnTo>
                  <a:cubicBezTo>
                    <a:pt x="6444" y="4349"/>
                    <a:pt x="6412" y="4302"/>
                    <a:pt x="6429" y="4254"/>
                  </a:cubicBezTo>
                  <a:lnTo>
                    <a:pt x="6429" y="4254"/>
                  </a:lnTo>
                  <a:lnTo>
                    <a:pt x="6586" y="4286"/>
                  </a:lnTo>
                  <a:lnTo>
                    <a:pt x="6586" y="4286"/>
                  </a:lnTo>
                  <a:cubicBezTo>
                    <a:pt x="6586" y="4334"/>
                    <a:pt x="6555" y="4365"/>
                    <a:pt x="6507" y="4365"/>
                  </a:cubicBezTo>
                  <a:close/>
                  <a:moveTo>
                    <a:pt x="9454" y="4380"/>
                  </a:moveTo>
                  <a:cubicBezTo>
                    <a:pt x="9437" y="4380"/>
                    <a:pt x="9437" y="4380"/>
                    <a:pt x="9422" y="4365"/>
                  </a:cubicBezTo>
                  <a:cubicBezTo>
                    <a:pt x="9391" y="4365"/>
                    <a:pt x="9359" y="4317"/>
                    <a:pt x="9359" y="4270"/>
                  </a:cubicBezTo>
                  <a:cubicBezTo>
                    <a:pt x="9374" y="4239"/>
                    <a:pt x="9406" y="4207"/>
                    <a:pt x="9454" y="4207"/>
                  </a:cubicBezTo>
                  <a:lnTo>
                    <a:pt x="9469" y="4207"/>
                  </a:lnTo>
                  <a:cubicBezTo>
                    <a:pt x="9517" y="4223"/>
                    <a:pt x="9532" y="4254"/>
                    <a:pt x="9532" y="4302"/>
                  </a:cubicBezTo>
                  <a:cubicBezTo>
                    <a:pt x="9517" y="4349"/>
                    <a:pt x="9485" y="4380"/>
                    <a:pt x="9454" y="4380"/>
                  </a:cubicBezTo>
                  <a:close/>
                  <a:moveTo>
                    <a:pt x="6429" y="4254"/>
                  </a:moveTo>
                  <a:cubicBezTo>
                    <a:pt x="6429" y="4223"/>
                    <a:pt x="6475" y="4191"/>
                    <a:pt x="6507" y="4191"/>
                  </a:cubicBezTo>
                  <a:lnTo>
                    <a:pt x="6523" y="4191"/>
                  </a:lnTo>
                  <a:cubicBezTo>
                    <a:pt x="6570" y="4207"/>
                    <a:pt x="6601" y="4239"/>
                    <a:pt x="6586" y="4286"/>
                  </a:cubicBezTo>
                  <a:lnTo>
                    <a:pt x="6429" y="4254"/>
                  </a:lnTo>
                  <a:close/>
                  <a:moveTo>
                    <a:pt x="3576" y="4349"/>
                  </a:moveTo>
                  <a:lnTo>
                    <a:pt x="3561" y="4349"/>
                  </a:lnTo>
                  <a:cubicBezTo>
                    <a:pt x="3513" y="4334"/>
                    <a:pt x="3482" y="4286"/>
                    <a:pt x="3482" y="4239"/>
                  </a:cubicBezTo>
                  <a:cubicBezTo>
                    <a:pt x="3498" y="4207"/>
                    <a:pt x="3530" y="4176"/>
                    <a:pt x="3576" y="4176"/>
                  </a:cubicBezTo>
                  <a:lnTo>
                    <a:pt x="3593" y="4176"/>
                  </a:lnTo>
                  <a:cubicBezTo>
                    <a:pt x="3639" y="4191"/>
                    <a:pt x="3656" y="4223"/>
                    <a:pt x="3656" y="4270"/>
                  </a:cubicBezTo>
                  <a:cubicBezTo>
                    <a:pt x="3639" y="4317"/>
                    <a:pt x="3608" y="4349"/>
                    <a:pt x="3576" y="4349"/>
                  </a:cubicBezTo>
                  <a:close/>
                  <a:moveTo>
                    <a:pt x="5940" y="4239"/>
                  </a:moveTo>
                  <a:lnTo>
                    <a:pt x="5924" y="4239"/>
                  </a:lnTo>
                  <a:cubicBezTo>
                    <a:pt x="5877" y="4239"/>
                    <a:pt x="5845" y="4191"/>
                    <a:pt x="5861" y="4144"/>
                  </a:cubicBezTo>
                  <a:lnTo>
                    <a:pt x="6034" y="4176"/>
                  </a:lnTo>
                  <a:cubicBezTo>
                    <a:pt x="6019" y="4223"/>
                    <a:pt x="5988" y="4239"/>
                    <a:pt x="5940" y="4239"/>
                  </a:cubicBezTo>
                  <a:close/>
                  <a:moveTo>
                    <a:pt x="8887" y="4254"/>
                  </a:moveTo>
                  <a:lnTo>
                    <a:pt x="8870" y="4254"/>
                  </a:lnTo>
                  <a:cubicBezTo>
                    <a:pt x="8824" y="4254"/>
                    <a:pt x="8792" y="4207"/>
                    <a:pt x="8792" y="4160"/>
                  </a:cubicBezTo>
                  <a:cubicBezTo>
                    <a:pt x="8807" y="4113"/>
                    <a:pt x="8839" y="4097"/>
                    <a:pt x="8887" y="4097"/>
                  </a:cubicBezTo>
                  <a:lnTo>
                    <a:pt x="8902" y="4097"/>
                  </a:lnTo>
                  <a:cubicBezTo>
                    <a:pt x="8950" y="4097"/>
                    <a:pt x="8981" y="4144"/>
                    <a:pt x="8965" y="4191"/>
                  </a:cubicBezTo>
                  <a:cubicBezTo>
                    <a:pt x="8950" y="4239"/>
                    <a:pt x="8918" y="4254"/>
                    <a:pt x="8887" y="4254"/>
                  </a:cubicBezTo>
                  <a:close/>
                  <a:moveTo>
                    <a:pt x="5861" y="4144"/>
                  </a:moveTo>
                  <a:lnTo>
                    <a:pt x="5861" y="4144"/>
                  </a:lnTo>
                  <a:cubicBezTo>
                    <a:pt x="5877" y="4097"/>
                    <a:pt x="5908" y="4081"/>
                    <a:pt x="5940" y="4081"/>
                  </a:cubicBezTo>
                  <a:lnTo>
                    <a:pt x="5956" y="4081"/>
                  </a:lnTo>
                  <a:cubicBezTo>
                    <a:pt x="6003" y="4081"/>
                    <a:pt x="6034" y="4128"/>
                    <a:pt x="6034" y="4176"/>
                  </a:cubicBezTo>
                  <a:lnTo>
                    <a:pt x="6034" y="4176"/>
                  </a:lnTo>
                  <a:lnTo>
                    <a:pt x="5861" y="4144"/>
                  </a:lnTo>
                  <a:close/>
                  <a:moveTo>
                    <a:pt x="3009" y="4223"/>
                  </a:moveTo>
                  <a:lnTo>
                    <a:pt x="2994" y="4223"/>
                  </a:lnTo>
                  <a:cubicBezTo>
                    <a:pt x="2946" y="4223"/>
                    <a:pt x="2915" y="4176"/>
                    <a:pt x="2931" y="4128"/>
                  </a:cubicBezTo>
                  <a:cubicBezTo>
                    <a:pt x="2931" y="4081"/>
                    <a:pt x="2962" y="4065"/>
                    <a:pt x="3009" y="4065"/>
                  </a:cubicBezTo>
                  <a:lnTo>
                    <a:pt x="3025" y="4065"/>
                  </a:lnTo>
                  <a:cubicBezTo>
                    <a:pt x="3072" y="4065"/>
                    <a:pt x="3104" y="4113"/>
                    <a:pt x="3088" y="4160"/>
                  </a:cubicBezTo>
                  <a:cubicBezTo>
                    <a:pt x="3088" y="4207"/>
                    <a:pt x="3041" y="4223"/>
                    <a:pt x="3009" y="4223"/>
                  </a:cubicBezTo>
                  <a:close/>
                  <a:moveTo>
                    <a:pt x="5372" y="4128"/>
                  </a:moveTo>
                  <a:lnTo>
                    <a:pt x="5357" y="4128"/>
                  </a:lnTo>
                  <a:cubicBezTo>
                    <a:pt x="5309" y="4113"/>
                    <a:pt x="5294" y="4065"/>
                    <a:pt x="5294" y="4018"/>
                  </a:cubicBezTo>
                  <a:lnTo>
                    <a:pt x="5467" y="4065"/>
                  </a:lnTo>
                  <a:cubicBezTo>
                    <a:pt x="5452" y="4097"/>
                    <a:pt x="5420" y="4128"/>
                    <a:pt x="5372" y="4128"/>
                  </a:cubicBezTo>
                  <a:close/>
                  <a:moveTo>
                    <a:pt x="8319" y="4144"/>
                  </a:moveTo>
                  <a:lnTo>
                    <a:pt x="8303" y="4144"/>
                  </a:lnTo>
                  <a:cubicBezTo>
                    <a:pt x="8256" y="4128"/>
                    <a:pt x="8225" y="4081"/>
                    <a:pt x="8240" y="4034"/>
                  </a:cubicBezTo>
                  <a:cubicBezTo>
                    <a:pt x="8240" y="4002"/>
                    <a:pt x="8271" y="3971"/>
                    <a:pt x="8319" y="3971"/>
                  </a:cubicBezTo>
                  <a:lnTo>
                    <a:pt x="8334" y="3971"/>
                  </a:lnTo>
                  <a:cubicBezTo>
                    <a:pt x="8382" y="3987"/>
                    <a:pt x="8414" y="4034"/>
                    <a:pt x="8397" y="4081"/>
                  </a:cubicBezTo>
                  <a:cubicBezTo>
                    <a:pt x="8397" y="4113"/>
                    <a:pt x="8351" y="4144"/>
                    <a:pt x="8319" y="4144"/>
                  </a:cubicBezTo>
                  <a:close/>
                  <a:moveTo>
                    <a:pt x="5294" y="4018"/>
                  </a:moveTo>
                  <a:lnTo>
                    <a:pt x="5294" y="4018"/>
                  </a:lnTo>
                  <a:cubicBezTo>
                    <a:pt x="5309" y="3987"/>
                    <a:pt x="5341" y="3955"/>
                    <a:pt x="5372" y="3955"/>
                  </a:cubicBezTo>
                  <a:lnTo>
                    <a:pt x="5404" y="3955"/>
                  </a:lnTo>
                  <a:cubicBezTo>
                    <a:pt x="5435" y="3971"/>
                    <a:pt x="5467" y="4018"/>
                    <a:pt x="5467" y="4065"/>
                  </a:cubicBezTo>
                  <a:lnTo>
                    <a:pt x="5467" y="4065"/>
                  </a:lnTo>
                  <a:lnTo>
                    <a:pt x="5294" y="4018"/>
                  </a:lnTo>
                  <a:close/>
                  <a:moveTo>
                    <a:pt x="2442" y="4113"/>
                  </a:moveTo>
                  <a:lnTo>
                    <a:pt x="2427" y="4113"/>
                  </a:lnTo>
                  <a:cubicBezTo>
                    <a:pt x="2379" y="4097"/>
                    <a:pt x="2347" y="4050"/>
                    <a:pt x="2364" y="4018"/>
                  </a:cubicBezTo>
                  <a:cubicBezTo>
                    <a:pt x="2364" y="3971"/>
                    <a:pt x="2395" y="3939"/>
                    <a:pt x="2442" y="3939"/>
                  </a:cubicBezTo>
                  <a:lnTo>
                    <a:pt x="2458" y="3939"/>
                  </a:lnTo>
                  <a:cubicBezTo>
                    <a:pt x="2505" y="3955"/>
                    <a:pt x="2536" y="4002"/>
                    <a:pt x="2521" y="4050"/>
                  </a:cubicBezTo>
                  <a:cubicBezTo>
                    <a:pt x="2521" y="4081"/>
                    <a:pt x="2473" y="4113"/>
                    <a:pt x="2442" y="4113"/>
                  </a:cubicBezTo>
                  <a:close/>
                  <a:moveTo>
                    <a:pt x="4822" y="4018"/>
                  </a:moveTo>
                  <a:cubicBezTo>
                    <a:pt x="4805" y="4018"/>
                    <a:pt x="4805" y="4018"/>
                    <a:pt x="4805" y="4002"/>
                  </a:cubicBezTo>
                  <a:cubicBezTo>
                    <a:pt x="4759" y="4002"/>
                    <a:pt x="4727" y="3955"/>
                    <a:pt x="4727" y="3907"/>
                  </a:cubicBezTo>
                  <a:lnTo>
                    <a:pt x="4727" y="3907"/>
                  </a:lnTo>
                  <a:lnTo>
                    <a:pt x="4900" y="3939"/>
                  </a:lnTo>
                  <a:lnTo>
                    <a:pt x="4900" y="3939"/>
                  </a:lnTo>
                  <a:cubicBezTo>
                    <a:pt x="4885" y="3987"/>
                    <a:pt x="4853" y="4018"/>
                    <a:pt x="4822" y="4018"/>
                  </a:cubicBezTo>
                  <a:close/>
                  <a:moveTo>
                    <a:pt x="7752" y="4034"/>
                  </a:moveTo>
                  <a:cubicBezTo>
                    <a:pt x="7752" y="4034"/>
                    <a:pt x="7736" y="4034"/>
                    <a:pt x="7736" y="4018"/>
                  </a:cubicBezTo>
                  <a:cubicBezTo>
                    <a:pt x="7689" y="4018"/>
                    <a:pt x="7658" y="3971"/>
                    <a:pt x="7673" y="3924"/>
                  </a:cubicBezTo>
                  <a:cubicBezTo>
                    <a:pt x="7673" y="3892"/>
                    <a:pt x="7721" y="3861"/>
                    <a:pt x="7752" y="3861"/>
                  </a:cubicBezTo>
                  <a:lnTo>
                    <a:pt x="7767" y="3861"/>
                  </a:lnTo>
                  <a:cubicBezTo>
                    <a:pt x="7815" y="3876"/>
                    <a:pt x="7847" y="3907"/>
                    <a:pt x="7830" y="3955"/>
                  </a:cubicBezTo>
                  <a:cubicBezTo>
                    <a:pt x="7830" y="4002"/>
                    <a:pt x="7799" y="4034"/>
                    <a:pt x="7752" y="4034"/>
                  </a:cubicBezTo>
                  <a:close/>
                  <a:moveTo>
                    <a:pt x="4727" y="3907"/>
                  </a:moveTo>
                  <a:cubicBezTo>
                    <a:pt x="4742" y="3876"/>
                    <a:pt x="4774" y="3844"/>
                    <a:pt x="4822" y="3844"/>
                  </a:cubicBezTo>
                  <a:lnTo>
                    <a:pt x="4837" y="3844"/>
                  </a:lnTo>
                  <a:cubicBezTo>
                    <a:pt x="4885" y="3861"/>
                    <a:pt x="4900" y="3892"/>
                    <a:pt x="4900" y="3939"/>
                  </a:cubicBezTo>
                  <a:lnTo>
                    <a:pt x="4727" y="3907"/>
                  </a:lnTo>
                  <a:close/>
                  <a:moveTo>
                    <a:pt x="1875" y="4002"/>
                  </a:moveTo>
                  <a:lnTo>
                    <a:pt x="1860" y="4002"/>
                  </a:lnTo>
                  <a:cubicBezTo>
                    <a:pt x="1812" y="3987"/>
                    <a:pt x="1780" y="3939"/>
                    <a:pt x="1797" y="3892"/>
                  </a:cubicBezTo>
                  <a:cubicBezTo>
                    <a:pt x="1797" y="3861"/>
                    <a:pt x="1843" y="3829"/>
                    <a:pt x="1875" y="3829"/>
                  </a:cubicBezTo>
                  <a:lnTo>
                    <a:pt x="1891" y="3829"/>
                  </a:lnTo>
                  <a:cubicBezTo>
                    <a:pt x="1938" y="3844"/>
                    <a:pt x="1969" y="3876"/>
                    <a:pt x="1954" y="3924"/>
                  </a:cubicBezTo>
                  <a:cubicBezTo>
                    <a:pt x="1954" y="3971"/>
                    <a:pt x="1923" y="4002"/>
                    <a:pt x="1875" y="4002"/>
                  </a:cubicBezTo>
                  <a:close/>
                  <a:moveTo>
                    <a:pt x="4254" y="3892"/>
                  </a:moveTo>
                  <a:lnTo>
                    <a:pt x="4238" y="3892"/>
                  </a:lnTo>
                  <a:cubicBezTo>
                    <a:pt x="4191" y="3892"/>
                    <a:pt x="4160" y="3844"/>
                    <a:pt x="4175" y="3798"/>
                  </a:cubicBezTo>
                  <a:lnTo>
                    <a:pt x="4175" y="3798"/>
                  </a:lnTo>
                  <a:lnTo>
                    <a:pt x="4333" y="3829"/>
                  </a:lnTo>
                  <a:lnTo>
                    <a:pt x="4333" y="3829"/>
                  </a:lnTo>
                  <a:cubicBezTo>
                    <a:pt x="4333" y="3861"/>
                    <a:pt x="4286" y="3892"/>
                    <a:pt x="4254" y="3892"/>
                  </a:cubicBezTo>
                  <a:close/>
                  <a:moveTo>
                    <a:pt x="7185" y="3907"/>
                  </a:moveTo>
                  <a:lnTo>
                    <a:pt x="7169" y="3907"/>
                  </a:lnTo>
                  <a:cubicBezTo>
                    <a:pt x="7122" y="3892"/>
                    <a:pt x="7090" y="3861"/>
                    <a:pt x="7106" y="3813"/>
                  </a:cubicBezTo>
                  <a:cubicBezTo>
                    <a:pt x="7122" y="3766"/>
                    <a:pt x="7153" y="3735"/>
                    <a:pt x="7185" y="3735"/>
                  </a:cubicBezTo>
                  <a:cubicBezTo>
                    <a:pt x="7200" y="3735"/>
                    <a:pt x="7200" y="3750"/>
                    <a:pt x="7200" y="3750"/>
                  </a:cubicBezTo>
                  <a:cubicBezTo>
                    <a:pt x="7248" y="3750"/>
                    <a:pt x="7279" y="3798"/>
                    <a:pt x="7279" y="3844"/>
                  </a:cubicBezTo>
                  <a:cubicBezTo>
                    <a:pt x="7263" y="3876"/>
                    <a:pt x="7232" y="3907"/>
                    <a:pt x="7185" y="3907"/>
                  </a:cubicBezTo>
                  <a:close/>
                  <a:moveTo>
                    <a:pt x="4175" y="3798"/>
                  </a:moveTo>
                  <a:cubicBezTo>
                    <a:pt x="4175" y="3750"/>
                    <a:pt x="4206" y="3735"/>
                    <a:pt x="4254" y="3735"/>
                  </a:cubicBezTo>
                  <a:lnTo>
                    <a:pt x="4270" y="3735"/>
                  </a:lnTo>
                  <a:cubicBezTo>
                    <a:pt x="4317" y="3735"/>
                    <a:pt x="4349" y="3781"/>
                    <a:pt x="4333" y="3829"/>
                  </a:cubicBezTo>
                  <a:lnTo>
                    <a:pt x="4175" y="3798"/>
                  </a:lnTo>
                  <a:close/>
                  <a:moveTo>
                    <a:pt x="1307" y="3876"/>
                  </a:moveTo>
                  <a:lnTo>
                    <a:pt x="1292" y="3876"/>
                  </a:lnTo>
                  <a:cubicBezTo>
                    <a:pt x="1244" y="3876"/>
                    <a:pt x="1213" y="3829"/>
                    <a:pt x="1229" y="3781"/>
                  </a:cubicBezTo>
                  <a:cubicBezTo>
                    <a:pt x="1244" y="3735"/>
                    <a:pt x="1276" y="3718"/>
                    <a:pt x="1307" y="3718"/>
                  </a:cubicBezTo>
                  <a:lnTo>
                    <a:pt x="1324" y="3718"/>
                  </a:lnTo>
                  <a:cubicBezTo>
                    <a:pt x="1370" y="3718"/>
                    <a:pt x="1402" y="3766"/>
                    <a:pt x="1402" y="3813"/>
                  </a:cubicBezTo>
                  <a:cubicBezTo>
                    <a:pt x="1387" y="3861"/>
                    <a:pt x="1355" y="3876"/>
                    <a:pt x="1307" y="3876"/>
                  </a:cubicBezTo>
                  <a:close/>
                  <a:moveTo>
                    <a:pt x="9563" y="3813"/>
                  </a:moveTo>
                  <a:lnTo>
                    <a:pt x="9548" y="3813"/>
                  </a:lnTo>
                  <a:cubicBezTo>
                    <a:pt x="9500" y="3798"/>
                    <a:pt x="9469" y="3750"/>
                    <a:pt x="9485" y="3703"/>
                  </a:cubicBezTo>
                  <a:lnTo>
                    <a:pt x="9485" y="3703"/>
                  </a:lnTo>
                  <a:lnTo>
                    <a:pt x="9643" y="3750"/>
                  </a:lnTo>
                  <a:lnTo>
                    <a:pt x="9643" y="3750"/>
                  </a:lnTo>
                  <a:cubicBezTo>
                    <a:pt x="9643" y="3781"/>
                    <a:pt x="9595" y="3813"/>
                    <a:pt x="9563" y="3813"/>
                  </a:cubicBezTo>
                  <a:close/>
                  <a:moveTo>
                    <a:pt x="3687" y="3781"/>
                  </a:moveTo>
                  <a:lnTo>
                    <a:pt x="3671" y="3781"/>
                  </a:lnTo>
                  <a:cubicBezTo>
                    <a:pt x="3624" y="3766"/>
                    <a:pt x="3593" y="3718"/>
                    <a:pt x="3608" y="3672"/>
                  </a:cubicBezTo>
                  <a:lnTo>
                    <a:pt x="3608" y="3672"/>
                  </a:lnTo>
                  <a:lnTo>
                    <a:pt x="3765" y="3718"/>
                  </a:lnTo>
                  <a:lnTo>
                    <a:pt x="3765" y="3718"/>
                  </a:lnTo>
                  <a:cubicBezTo>
                    <a:pt x="3765" y="3750"/>
                    <a:pt x="3719" y="3781"/>
                    <a:pt x="3687" y="3781"/>
                  </a:cubicBezTo>
                  <a:close/>
                  <a:moveTo>
                    <a:pt x="9485" y="3703"/>
                  </a:moveTo>
                  <a:cubicBezTo>
                    <a:pt x="9485" y="3672"/>
                    <a:pt x="9517" y="3640"/>
                    <a:pt x="9563" y="3640"/>
                  </a:cubicBezTo>
                  <a:lnTo>
                    <a:pt x="9580" y="3640"/>
                  </a:lnTo>
                  <a:cubicBezTo>
                    <a:pt x="9626" y="3655"/>
                    <a:pt x="9658" y="3703"/>
                    <a:pt x="9643" y="3750"/>
                  </a:cubicBezTo>
                  <a:lnTo>
                    <a:pt x="9485" y="3703"/>
                  </a:lnTo>
                  <a:close/>
                  <a:moveTo>
                    <a:pt x="6618" y="3798"/>
                  </a:moveTo>
                  <a:lnTo>
                    <a:pt x="6601" y="3798"/>
                  </a:lnTo>
                  <a:cubicBezTo>
                    <a:pt x="6555" y="3781"/>
                    <a:pt x="6538" y="3735"/>
                    <a:pt x="6538" y="3687"/>
                  </a:cubicBezTo>
                  <a:cubicBezTo>
                    <a:pt x="6555" y="3655"/>
                    <a:pt x="6586" y="3624"/>
                    <a:pt x="6618" y="3624"/>
                  </a:cubicBezTo>
                  <a:lnTo>
                    <a:pt x="6649" y="3624"/>
                  </a:lnTo>
                  <a:cubicBezTo>
                    <a:pt x="6681" y="3640"/>
                    <a:pt x="6712" y="3687"/>
                    <a:pt x="6712" y="3735"/>
                  </a:cubicBezTo>
                  <a:cubicBezTo>
                    <a:pt x="6696" y="3766"/>
                    <a:pt x="6664" y="3798"/>
                    <a:pt x="6618" y="3798"/>
                  </a:cubicBezTo>
                  <a:close/>
                  <a:moveTo>
                    <a:pt x="3608" y="3672"/>
                  </a:moveTo>
                  <a:cubicBezTo>
                    <a:pt x="3608" y="3640"/>
                    <a:pt x="3639" y="3609"/>
                    <a:pt x="3687" y="3609"/>
                  </a:cubicBezTo>
                  <a:lnTo>
                    <a:pt x="3702" y="3609"/>
                  </a:lnTo>
                  <a:cubicBezTo>
                    <a:pt x="3750" y="3624"/>
                    <a:pt x="3782" y="3672"/>
                    <a:pt x="3765" y="3718"/>
                  </a:cubicBezTo>
                  <a:lnTo>
                    <a:pt x="3608" y="3672"/>
                  </a:lnTo>
                  <a:close/>
                  <a:moveTo>
                    <a:pt x="8996" y="3687"/>
                  </a:moveTo>
                  <a:lnTo>
                    <a:pt x="8981" y="3687"/>
                  </a:lnTo>
                  <a:cubicBezTo>
                    <a:pt x="8933" y="3687"/>
                    <a:pt x="8902" y="3640"/>
                    <a:pt x="8918" y="3592"/>
                  </a:cubicBezTo>
                  <a:lnTo>
                    <a:pt x="8918" y="3592"/>
                  </a:lnTo>
                  <a:lnTo>
                    <a:pt x="9076" y="3624"/>
                  </a:lnTo>
                  <a:lnTo>
                    <a:pt x="9076" y="3624"/>
                  </a:lnTo>
                  <a:cubicBezTo>
                    <a:pt x="9076" y="3672"/>
                    <a:pt x="9044" y="3687"/>
                    <a:pt x="8996" y="3687"/>
                  </a:cubicBezTo>
                  <a:close/>
                  <a:moveTo>
                    <a:pt x="3120" y="3672"/>
                  </a:moveTo>
                  <a:cubicBezTo>
                    <a:pt x="3120" y="3672"/>
                    <a:pt x="3104" y="3672"/>
                    <a:pt x="3104" y="3655"/>
                  </a:cubicBezTo>
                  <a:cubicBezTo>
                    <a:pt x="3057" y="3655"/>
                    <a:pt x="3025" y="3609"/>
                    <a:pt x="3041" y="3561"/>
                  </a:cubicBezTo>
                  <a:lnTo>
                    <a:pt x="3198" y="3592"/>
                  </a:lnTo>
                  <a:lnTo>
                    <a:pt x="3198" y="3592"/>
                  </a:lnTo>
                  <a:cubicBezTo>
                    <a:pt x="3198" y="3640"/>
                    <a:pt x="3167" y="3672"/>
                    <a:pt x="3120" y="3672"/>
                  </a:cubicBezTo>
                  <a:close/>
                  <a:moveTo>
                    <a:pt x="8918" y="3592"/>
                  </a:moveTo>
                  <a:cubicBezTo>
                    <a:pt x="8918" y="3546"/>
                    <a:pt x="8965" y="3529"/>
                    <a:pt x="8996" y="3529"/>
                  </a:cubicBezTo>
                  <a:lnTo>
                    <a:pt x="9013" y="3529"/>
                  </a:lnTo>
                  <a:cubicBezTo>
                    <a:pt x="9059" y="3529"/>
                    <a:pt x="9091" y="3577"/>
                    <a:pt x="9076" y="3624"/>
                  </a:cubicBezTo>
                  <a:lnTo>
                    <a:pt x="8918" y="3592"/>
                  </a:lnTo>
                  <a:close/>
                  <a:moveTo>
                    <a:pt x="6066" y="3672"/>
                  </a:moveTo>
                  <a:lnTo>
                    <a:pt x="6051" y="3672"/>
                  </a:lnTo>
                  <a:cubicBezTo>
                    <a:pt x="6003" y="3672"/>
                    <a:pt x="5971" y="3624"/>
                    <a:pt x="5971" y="3577"/>
                  </a:cubicBezTo>
                  <a:cubicBezTo>
                    <a:pt x="5988" y="3546"/>
                    <a:pt x="6019" y="3514"/>
                    <a:pt x="6066" y="3514"/>
                  </a:cubicBezTo>
                  <a:lnTo>
                    <a:pt x="6082" y="3514"/>
                  </a:lnTo>
                  <a:cubicBezTo>
                    <a:pt x="6129" y="3514"/>
                    <a:pt x="6145" y="3561"/>
                    <a:pt x="6145" y="3609"/>
                  </a:cubicBezTo>
                  <a:cubicBezTo>
                    <a:pt x="6129" y="3655"/>
                    <a:pt x="6097" y="3672"/>
                    <a:pt x="6066" y="3672"/>
                  </a:cubicBezTo>
                  <a:close/>
                  <a:moveTo>
                    <a:pt x="3041" y="3561"/>
                  </a:moveTo>
                  <a:cubicBezTo>
                    <a:pt x="3041" y="3529"/>
                    <a:pt x="3088" y="3498"/>
                    <a:pt x="3120" y="3498"/>
                  </a:cubicBezTo>
                  <a:lnTo>
                    <a:pt x="3135" y="3498"/>
                  </a:lnTo>
                  <a:cubicBezTo>
                    <a:pt x="3183" y="3514"/>
                    <a:pt x="3215" y="3546"/>
                    <a:pt x="3198" y="3592"/>
                  </a:cubicBezTo>
                  <a:lnTo>
                    <a:pt x="3041" y="3561"/>
                  </a:lnTo>
                  <a:close/>
                  <a:moveTo>
                    <a:pt x="8429" y="3577"/>
                  </a:moveTo>
                  <a:lnTo>
                    <a:pt x="8414" y="3577"/>
                  </a:lnTo>
                  <a:cubicBezTo>
                    <a:pt x="8366" y="3561"/>
                    <a:pt x="8334" y="3529"/>
                    <a:pt x="8351" y="3483"/>
                  </a:cubicBezTo>
                  <a:lnTo>
                    <a:pt x="8524" y="3514"/>
                  </a:lnTo>
                  <a:lnTo>
                    <a:pt x="8524" y="3514"/>
                  </a:lnTo>
                  <a:cubicBezTo>
                    <a:pt x="8508" y="3546"/>
                    <a:pt x="8477" y="3577"/>
                    <a:pt x="8429" y="3577"/>
                  </a:cubicBezTo>
                  <a:close/>
                  <a:moveTo>
                    <a:pt x="2553" y="3546"/>
                  </a:moveTo>
                  <a:lnTo>
                    <a:pt x="2536" y="3546"/>
                  </a:lnTo>
                  <a:cubicBezTo>
                    <a:pt x="2490" y="3529"/>
                    <a:pt x="2458" y="3498"/>
                    <a:pt x="2473" y="3451"/>
                  </a:cubicBezTo>
                  <a:lnTo>
                    <a:pt x="2647" y="3483"/>
                  </a:lnTo>
                  <a:cubicBezTo>
                    <a:pt x="2631" y="3514"/>
                    <a:pt x="2599" y="3546"/>
                    <a:pt x="2553" y="3546"/>
                  </a:cubicBezTo>
                  <a:close/>
                  <a:moveTo>
                    <a:pt x="8351" y="3483"/>
                  </a:moveTo>
                  <a:cubicBezTo>
                    <a:pt x="8366" y="3435"/>
                    <a:pt x="8397" y="3403"/>
                    <a:pt x="8429" y="3403"/>
                  </a:cubicBezTo>
                  <a:lnTo>
                    <a:pt x="8445" y="3403"/>
                  </a:lnTo>
                  <a:cubicBezTo>
                    <a:pt x="8492" y="3420"/>
                    <a:pt x="8524" y="3466"/>
                    <a:pt x="8524" y="3514"/>
                  </a:cubicBezTo>
                  <a:lnTo>
                    <a:pt x="8351" y="3483"/>
                  </a:lnTo>
                  <a:close/>
                  <a:moveTo>
                    <a:pt x="5498" y="3561"/>
                  </a:moveTo>
                  <a:lnTo>
                    <a:pt x="5483" y="3561"/>
                  </a:lnTo>
                  <a:cubicBezTo>
                    <a:pt x="5435" y="3546"/>
                    <a:pt x="5404" y="3514"/>
                    <a:pt x="5420" y="3466"/>
                  </a:cubicBezTo>
                  <a:cubicBezTo>
                    <a:pt x="5420" y="3420"/>
                    <a:pt x="5452" y="3388"/>
                    <a:pt x="5498" y="3388"/>
                  </a:cubicBezTo>
                  <a:cubicBezTo>
                    <a:pt x="5498" y="3388"/>
                    <a:pt x="5515" y="3388"/>
                    <a:pt x="5515" y="3403"/>
                  </a:cubicBezTo>
                  <a:cubicBezTo>
                    <a:pt x="5561" y="3403"/>
                    <a:pt x="5593" y="3451"/>
                    <a:pt x="5578" y="3498"/>
                  </a:cubicBezTo>
                  <a:cubicBezTo>
                    <a:pt x="5578" y="3529"/>
                    <a:pt x="5530" y="3561"/>
                    <a:pt x="5498" y="3561"/>
                  </a:cubicBezTo>
                  <a:close/>
                  <a:moveTo>
                    <a:pt x="2473" y="3451"/>
                  </a:moveTo>
                  <a:lnTo>
                    <a:pt x="2473" y="3451"/>
                  </a:lnTo>
                  <a:cubicBezTo>
                    <a:pt x="2490" y="3403"/>
                    <a:pt x="2521" y="3372"/>
                    <a:pt x="2553" y="3372"/>
                  </a:cubicBezTo>
                  <a:cubicBezTo>
                    <a:pt x="2568" y="3372"/>
                    <a:pt x="2568" y="3372"/>
                    <a:pt x="2568" y="3388"/>
                  </a:cubicBezTo>
                  <a:cubicBezTo>
                    <a:pt x="2616" y="3388"/>
                    <a:pt x="2647" y="3435"/>
                    <a:pt x="2647" y="3483"/>
                  </a:cubicBezTo>
                  <a:lnTo>
                    <a:pt x="2647" y="3483"/>
                  </a:lnTo>
                  <a:lnTo>
                    <a:pt x="2473" y="3451"/>
                  </a:lnTo>
                  <a:close/>
                  <a:moveTo>
                    <a:pt x="7862" y="3466"/>
                  </a:moveTo>
                  <a:lnTo>
                    <a:pt x="7847" y="3466"/>
                  </a:lnTo>
                  <a:cubicBezTo>
                    <a:pt x="7799" y="3451"/>
                    <a:pt x="7784" y="3403"/>
                    <a:pt x="7784" y="3357"/>
                  </a:cubicBezTo>
                  <a:lnTo>
                    <a:pt x="7784" y="3357"/>
                  </a:lnTo>
                  <a:lnTo>
                    <a:pt x="7956" y="3388"/>
                  </a:lnTo>
                  <a:lnTo>
                    <a:pt x="7956" y="3388"/>
                  </a:lnTo>
                  <a:cubicBezTo>
                    <a:pt x="7941" y="3435"/>
                    <a:pt x="7910" y="3466"/>
                    <a:pt x="7862" y="3466"/>
                  </a:cubicBezTo>
                  <a:close/>
                  <a:moveTo>
                    <a:pt x="2001" y="3435"/>
                  </a:moveTo>
                  <a:lnTo>
                    <a:pt x="1969" y="3435"/>
                  </a:lnTo>
                  <a:cubicBezTo>
                    <a:pt x="1938" y="3420"/>
                    <a:pt x="1906" y="3372"/>
                    <a:pt x="1906" y="3325"/>
                  </a:cubicBezTo>
                  <a:lnTo>
                    <a:pt x="2080" y="3372"/>
                  </a:lnTo>
                  <a:cubicBezTo>
                    <a:pt x="2064" y="3403"/>
                    <a:pt x="2032" y="3435"/>
                    <a:pt x="2001" y="3435"/>
                  </a:cubicBezTo>
                  <a:close/>
                  <a:moveTo>
                    <a:pt x="7784" y="3357"/>
                  </a:moveTo>
                  <a:cubicBezTo>
                    <a:pt x="7799" y="3325"/>
                    <a:pt x="7830" y="3294"/>
                    <a:pt x="7862" y="3294"/>
                  </a:cubicBezTo>
                  <a:lnTo>
                    <a:pt x="7878" y="3294"/>
                  </a:lnTo>
                  <a:cubicBezTo>
                    <a:pt x="7925" y="3309"/>
                    <a:pt x="7956" y="3357"/>
                    <a:pt x="7956" y="3388"/>
                  </a:cubicBezTo>
                  <a:lnTo>
                    <a:pt x="7784" y="3357"/>
                  </a:lnTo>
                  <a:close/>
                  <a:moveTo>
                    <a:pt x="4931" y="3451"/>
                  </a:moveTo>
                  <a:lnTo>
                    <a:pt x="4916" y="3451"/>
                  </a:lnTo>
                  <a:cubicBezTo>
                    <a:pt x="4868" y="3435"/>
                    <a:pt x="4837" y="3388"/>
                    <a:pt x="4853" y="3340"/>
                  </a:cubicBezTo>
                  <a:cubicBezTo>
                    <a:pt x="4853" y="3309"/>
                    <a:pt x="4885" y="3277"/>
                    <a:pt x="4931" y="3277"/>
                  </a:cubicBezTo>
                  <a:lnTo>
                    <a:pt x="4948" y="3277"/>
                  </a:lnTo>
                  <a:cubicBezTo>
                    <a:pt x="4994" y="3294"/>
                    <a:pt x="5026" y="3340"/>
                    <a:pt x="5011" y="3388"/>
                  </a:cubicBezTo>
                  <a:cubicBezTo>
                    <a:pt x="5011" y="3420"/>
                    <a:pt x="4963" y="3451"/>
                    <a:pt x="4931" y="3451"/>
                  </a:cubicBezTo>
                  <a:close/>
                  <a:moveTo>
                    <a:pt x="1906" y="3325"/>
                  </a:moveTo>
                  <a:lnTo>
                    <a:pt x="1906" y="3325"/>
                  </a:lnTo>
                  <a:cubicBezTo>
                    <a:pt x="1923" y="3294"/>
                    <a:pt x="1954" y="3262"/>
                    <a:pt x="1986" y="3262"/>
                  </a:cubicBezTo>
                  <a:lnTo>
                    <a:pt x="2017" y="3262"/>
                  </a:lnTo>
                  <a:cubicBezTo>
                    <a:pt x="2049" y="3277"/>
                    <a:pt x="2080" y="3325"/>
                    <a:pt x="2080" y="3372"/>
                  </a:cubicBezTo>
                  <a:lnTo>
                    <a:pt x="2080" y="3372"/>
                  </a:lnTo>
                  <a:lnTo>
                    <a:pt x="1906" y="3325"/>
                  </a:lnTo>
                  <a:close/>
                  <a:moveTo>
                    <a:pt x="7311" y="3340"/>
                  </a:moveTo>
                  <a:lnTo>
                    <a:pt x="7295" y="3340"/>
                  </a:lnTo>
                  <a:cubicBezTo>
                    <a:pt x="7248" y="3340"/>
                    <a:pt x="7216" y="3294"/>
                    <a:pt x="7216" y="3246"/>
                  </a:cubicBezTo>
                  <a:lnTo>
                    <a:pt x="7389" y="3277"/>
                  </a:lnTo>
                  <a:cubicBezTo>
                    <a:pt x="7374" y="3325"/>
                    <a:pt x="7342" y="3340"/>
                    <a:pt x="7311" y="3340"/>
                  </a:cubicBezTo>
                  <a:close/>
                  <a:moveTo>
                    <a:pt x="1433" y="3309"/>
                  </a:moveTo>
                  <a:lnTo>
                    <a:pt x="1418" y="3309"/>
                  </a:lnTo>
                  <a:cubicBezTo>
                    <a:pt x="1370" y="3309"/>
                    <a:pt x="1339" y="3262"/>
                    <a:pt x="1339" y="3214"/>
                  </a:cubicBezTo>
                  <a:lnTo>
                    <a:pt x="1339" y="3214"/>
                  </a:lnTo>
                  <a:lnTo>
                    <a:pt x="1513" y="3246"/>
                  </a:lnTo>
                  <a:lnTo>
                    <a:pt x="1513" y="3246"/>
                  </a:lnTo>
                  <a:cubicBezTo>
                    <a:pt x="1497" y="3294"/>
                    <a:pt x="1465" y="3309"/>
                    <a:pt x="1433" y="3309"/>
                  </a:cubicBezTo>
                  <a:close/>
                  <a:moveTo>
                    <a:pt x="7216" y="3246"/>
                  </a:moveTo>
                  <a:lnTo>
                    <a:pt x="7216" y="3246"/>
                  </a:lnTo>
                  <a:cubicBezTo>
                    <a:pt x="7232" y="3199"/>
                    <a:pt x="7263" y="3183"/>
                    <a:pt x="7311" y="3183"/>
                  </a:cubicBezTo>
                  <a:lnTo>
                    <a:pt x="7326" y="3183"/>
                  </a:lnTo>
                  <a:cubicBezTo>
                    <a:pt x="7374" y="3183"/>
                    <a:pt x="7389" y="3231"/>
                    <a:pt x="7389" y="3277"/>
                  </a:cubicBezTo>
                  <a:lnTo>
                    <a:pt x="7389" y="3277"/>
                  </a:lnTo>
                  <a:lnTo>
                    <a:pt x="7216" y="3246"/>
                  </a:lnTo>
                  <a:close/>
                  <a:moveTo>
                    <a:pt x="4364" y="3325"/>
                  </a:moveTo>
                  <a:lnTo>
                    <a:pt x="4349" y="3325"/>
                  </a:lnTo>
                  <a:cubicBezTo>
                    <a:pt x="4301" y="3325"/>
                    <a:pt x="4270" y="3277"/>
                    <a:pt x="4286" y="3231"/>
                  </a:cubicBezTo>
                  <a:cubicBezTo>
                    <a:pt x="4286" y="3183"/>
                    <a:pt x="4333" y="3168"/>
                    <a:pt x="4364" y="3168"/>
                  </a:cubicBezTo>
                  <a:lnTo>
                    <a:pt x="4380" y="3168"/>
                  </a:lnTo>
                  <a:cubicBezTo>
                    <a:pt x="4427" y="3168"/>
                    <a:pt x="4459" y="3214"/>
                    <a:pt x="4443" y="3262"/>
                  </a:cubicBezTo>
                  <a:cubicBezTo>
                    <a:pt x="4443" y="3309"/>
                    <a:pt x="4412" y="3325"/>
                    <a:pt x="4364" y="3325"/>
                  </a:cubicBezTo>
                  <a:close/>
                  <a:moveTo>
                    <a:pt x="1339" y="3214"/>
                  </a:moveTo>
                  <a:cubicBezTo>
                    <a:pt x="1355" y="3183"/>
                    <a:pt x="1387" y="3151"/>
                    <a:pt x="1433" y="3151"/>
                  </a:cubicBezTo>
                  <a:lnTo>
                    <a:pt x="1450" y="3151"/>
                  </a:lnTo>
                  <a:cubicBezTo>
                    <a:pt x="1497" y="3151"/>
                    <a:pt x="1528" y="3199"/>
                    <a:pt x="1513" y="3246"/>
                  </a:cubicBezTo>
                  <a:lnTo>
                    <a:pt x="1339" y="3214"/>
                  </a:lnTo>
                  <a:close/>
                  <a:moveTo>
                    <a:pt x="6744" y="3231"/>
                  </a:moveTo>
                  <a:lnTo>
                    <a:pt x="6727" y="3231"/>
                  </a:lnTo>
                  <a:cubicBezTo>
                    <a:pt x="6681" y="3214"/>
                    <a:pt x="6649" y="3183"/>
                    <a:pt x="6664" y="3136"/>
                  </a:cubicBezTo>
                  <a:lnTo>
                    <a:pt x="6822" y="3168"/>
                  </a:lnTo>
                  <a:cubicBezTo>
                    <a:pt x="6822" y="3199"/>
                    <a:pt x="6775" y="3231"/>
                    <a:pt x="6744" y="3231"/>
                  </a:cubicBezTo>
                  <a:close/>
                  <a:moveTo>
                    <a:pt x="9674" y="3246"/>
                  </a:moveTo>
                  <a:lnTo>
                    <a:pt x="9658" y="3246"/>
                  </a:lnTo>
                  <a:cubicBezTo>
                    <a:pt x="9611" y="3231"/>
                    <a:pt x="9580" y="3183"/>
                    <a:pt x="9595" y="3151"/>
                  </a:cubicBezTo>
                  <a:cubicBezTo>
                    <a:pt x="9611" y="3105"/>
                    <a:pt x="9643" y="3073"/>
                    <a:pt x="9674" y="3073"/>
                  </a:cubicBezTo>
                  <a:lnTo>
                    <a:pt x="9689" y="3073"/>
                  </a:lnTo>
                  <a:cubicBezTo>
                    <a:pt x="9737" y="3088"/>
                    <a:pt x="9769" y="3136"/>
                    <a:pt x="9752" y="3183"/>
                  </a:cubicBezTo>
                  <a:cubicBezTo>
                    <a:pt x="9752" y="3214"/>
                    <a:pt x="9721" y="3246"/>
                    <a:pt x="9674" y="3246"/>
                  </a:cubicBezTo>
                  <a:close/>
                  <a:moveTo>
                    <a:pt x="6664" y="3136"/>
                  </a:moveTo>
                  <a:lnTo>
                    <a:pt x="6664" y="3136"/>
                  </a:lnTo>
                  <a:cubicBezTo>
                    <a:pt x="6664" y="3088"/>
                    <a:pt x="6696" y="3057"/>
                    <a:pt x="6744" y="3057"/>
                  </a:cubicBezTo>
                  <a:lnTo>
                    <a:pt x="6759" y="3057"/>
                  </a:lnTo>
                  <a:cubicBezTo>
                    <a:pt x="6807" y="3073"/>
                    <a:pt x="6838" y="3120"/>
                    <a:pt x="6822" y="3168"/>
                  </a:cubicBezTo>
                  <a:lnTo>
                    <a:pt x="6822" y="3168"/>
                  </a:lnTo>
                  <a:lnTo>
                    <a:pt x="6664" y="3136"/>
                  </a:lnTo>
                  <a:close/>
                  <a:moveTo>
                    <a:pt x="3797" y="3214"/>
                  </a:moveTo>
                  <a:lnTo>
                    <a:pt x="3782" y="3214"/>
                  </a:lnTo>
                  <a:cubicBezTo>
                    <a:pt x="3734" y="3199"/>
                    <a:pt x="3702" y="3168"/>
                    <a:pt x="3719" y="3120"/>
                  </a:cubicBezTo>
                  <a:cubicBezTo>
                    <a:pt x="3734" y="3073"/>
                    <a:pt x="3765" y="3042"/>
                    <a:pt x="3797" y="3042"/>
                  </a:cubicBezTo>
                  <a:lnTo>
                    <a:pt x="3813" y="3042"/>
                  </a:lnTo>
                  <a:cubicBezTo>
                    <a:pt x="3860" y="3057"/>
                    <a:pt x="3891" y="3105"/>
                    <a:pt x="3891" y="3151"/>
                  </a:cubicBezTo>
                  <a:cubicBezTo>
                    <a:pt x="3876" y="3183"/>
                    <a:pt x="3845" y="3214"/>
                    <a:pt x="3797" y="3214"/>
                  </a:cubicBezTo>
                  <a:close/>
                  <a:moveTo>
                    <a:pt x="6177" y="3120"/>
                  </a:moveTo>
                  <a:lnTo>
                    <a:pt x="6160" y="3120"/>
                  </a:lnTo>
                  <a:cubicBezTo>
                    <a:pt x="6114" y="3105"/>
                    <a:pt x="6082" y="3057"/>
                    <a:pt x="6097" y="3010"/>
                  </a:cubicBezTo>
                  <a:lnTo>
                    <a:pt x="6097" y="3010"/>
                  </a:lnTo>
                  <a:lnTo>
                    <a:pt x="6255" y="3042"/>
                  </a:lnTo>
                  <a:lnTo>
                    <a:pt x="6255" y="3042"/>
                  </a:lnTo>
                  <a:cubicBezTo>
                    <a:pt x="6255" y="3088"/>
                    <a:pt x="6208" y="3120"/>
                    <a:pt x="6177" y="3120"/>
                  </a:cubicBezTo>
                  <a:close/>
                  <a:moveTo>
                    <a:pt x="9107" y="3136"/>
                  </a:moveTo>
                  <a:lnTo>
                    <a:pt x="9091" y="3136"/>
                  </a:lnTo>
                  <a:cubicBezTo>
                    <a:pt x="9044" y="3120"/>
                    <a:pt x="9028" y="3073"/>
                    <a:pt x="9028" y="3025"/>
                  </a:cubicBezTo>
                  <a:cubicBezTo>
                    <a:pt x="9044" y="2994"/>
                    <a:pt x="9076" y="2962"/>
                    <a:pt x="9107" y="2962"/>
                  </a:cubicBezTo>
                  <a:lnTo>
                    <a:pt x="9139" y="2962"/>
                  </a:lnTo>
                  <a:cubicBezTo>
                    <a:pt x="9170" y="2979"/>
                    <a:pt x="9202" y="3010"/>
                    <a:pt x="9202" y="3057"/>
                  </a:cubicBezTo>
                  <a:cubicBezTo>
                    <a:pt x="9185" y="3105"/>
                    <a:pt x="9154" y="3136"/>
                    <a:pt x="9107" y="3136"/>
                  </a:cubicBezTo>
                  <a:close/>
                  <a:moveTo>
                    <a:pt x="6097" y="3010"/>
                  </a:moveTo>
                  <a:cubicBezTo>
                    <a:pt x="6097" y="2979"/>
                    <a:pt x="6129" y="2947"/>
                    <a:pt x="6177" y="2947"/>
                  </a:cubicBezTo>
                  <a:lnTo>
                    <a:pt x="6192" y="2947"/>
                  </a:lnTo>
                  <a:cubicBezTo>
                    <a:pt x="6240" y="2962"/>
                    <a:pt x="6271" y="3010"/>
                    <a:pt x="6255" y="3042"/>
                  </a:cubicBezTo>
                  <a:lnTo>
                    <a:pt x="6097" y="3010"/>
                  </a:lnTo>
                  <a:close/>
                  <a:moveTo>
                    <a:pt x="3246" y="3105"/>
                  </a:moveTo>
                  <a:lnTo>
                    <a:pt x="3215" y="3105"/>
                  </a:lnTo>
                  <a:cubicBezTo>
                    <a:pt x="3183" y="3088"/>
                    <a:pt x="3151" y="3042"/>
                    <a:pt x="3151" y="2994"/>
                  </a:cubicBezTo>
                  <a:cubicBezTo>
                    <a:pt x="3167" y="2962"/>
                    <a:pt x="3198" y="2931"/>
                    <a:pt x="3246" y="2931"/>
                  </a:cubicBezTo>
                  <a:lnTo>
                    <a:pt x="3261" y="2931"/>
                  </a:lnTo>
                  <a:cubicBezTo>
                    <a:pt x="3293" y="2947"/>
                    <a:pt x="3324" y="2994"/>
                    <a:pt x="3324" y="3025"/>
                  </a:cubicBezTo>
                  <a:cubicBezTo>
                    <a:pt x="3309" y="3073"/>
                    <a:pt x="3278" y="3105"/>
                    <a:pt x="3246" y="3105"/>
                  </a:cubicBezTo>
                  <a:close/>
                  <a:moveTo>
                    <a:pt x="5609" y="2994"/>
                  </a:moveTo>
                  <a:lnTo>
                    <a:pt x="5593" y="2994"/>
                  </a:lnTo>
                  <a:cubicBezTo>
                    <a:pt x="5546" y="2994"/>
                    <a:pt x="5515" y="2947"/>
                    <a:pt x="5530" y="2899"/>
                  </a:cubicBezTo>
                  <a:lnTo>
                    <a:pt x="5530" y="2899"/>
                  </a:lnTo>
                  <a:lnTo>
                    <a:pt x="5688" y="2931"/>
                  </a:lnTo>
                  <a:lnTo>
                    <a:pt x="5688" y="2931"/>
                  </a:lnTo>
                  <a:cubicBezTo>
                    <a:pt x="5688" y="2979"/>
                    <a:pt x="5656" y="2994"/>
                    <a:pt x="5609" y="2994"/>
                  </a:cubicBezTo>
                  <a:close/>
                  <a:moveTo>
                    <a:pt x="8555" y="3010"/>
                  </a:moveTo>
                  <a:lnTo>
                    <a:pt x="8540" y="3010"/>
                  </a:lnTo>
                  <a:cubicBezTo>
                    <a:pt x="8492" y="3010"/>
                    <a:pt x="8461" y="2962"/>
                    <a:pt x="8461" y="2916"/>
                  </a:cubicBezTo>
                  <a:cubicBezTo>
                    <a:pt x="8477" y="2868"/>
                    <a:pt x="8508" y="2852"/>
                    <a:pt x="8555" y="2852"/>
                  </a:cubicBezTo>
                  <a:lnTo>
                    <a:pt x="8571" y="2852"/>
                  </a:lnTo>
                  <a:cubicBezTo>
                    <a:pt x="8618" y="2852"/>
                    <a:pt x="8634" y="2899"/>
                    <a:pt x="8634" y="2947"/>
                  </a:cubicBezTo>
                  <a:cubicBezTo>
                    <a:pt x="8618" y="2994"/>
                    <a:pt x="8587" y="3010"/>
                    <a:pt x="8555" y="3010"/>
                  </a:cubicBezTo>
                  <a:close/>
                  <a:moveTo>
                    <a:pt x="5530" y="2899"/>
                  </a:moveTo>
                  <a:cubicBezTo>
                    <a:pt x="5530" y="2852"/>
                    <a:pt x="5578" y="2836"/>
                    <a:pt x="5609" y="2836"/>
                  </a:cubicBezTo>
                  <a:lnTo>
                    <a:pt x="5624" y="2836"/>
                  </a:lnTo>
                  <a:cubicBezTo>
                    <a:pt x="5672" y="2836"/>
                    <a:pt x="5704" y="2884"/>
                    <a:pt x="5688" y="2931"/>
                  </a:cubicBezTo>
                  <a:lnTo>
                    <a:pt x="5530" y="2899"/>
                  </a:lnTo>
                  <a:close/>
                  <a:moveTo>
                    <a:pt x="2679" y="2979"/>
                  </a:moveTo>
                  <a:lnTo>
                    <a:pt x="2662" y="2979"/>
                  </a:lnTo>
                  <a:cubicBezTo>
                    <a:pt x="2616" y="2979"/>
                    <a:pt x="2584" y="2931"/>
                    <a:pt x="2584" y="2884"/>
                  </a:cubicBezTo>
                  <a:cubicBezTo>
                    <a:pt x="2599" y="2836"/>
                    <a:pt x="2631" y="2821"/>
                    <a:pt x="2679" y="2821"/>
                  </a:cubicBezTo>
                  <a:lnTo>
                    <a:pt x="2694" y="2821"/>
                  </a:lnTo>
                  <a:cubicBezTo>
                    <a:pt x="2742" y="2821"/>
                    <a:pt x="2773" y="2868"/>
                    <a:pt x="2757" y="2916"/>
                  </a:cubicBezTo>
                  <a:cubicBezTo>
                    <a:pt x="2742" y="2962"/>
                    <a:pt x="2710" y="2979"/>
                    <a:pt x="2679" y="2979"/>
                  </a:cubicBezTo>
                  <a:close/>
                  <a:moveTo>
                    <a:pt x="5042" y="2884"/>
                  </a:moveTo>
                  <a:lnTo>
                    <a:pt x="5026" y="2884"/>
                  </a:lnTo>
                  <a:cubicBezTo>
                    <a:pt x="4979" y="2868"/>
                    <a:pt x="4948" y="2821"/>
                    <a:pt x="4963" y="2789"/>
                  </a:cubicBezTo>
                  <a:lnTo>
                    <a:pt x="5137" y="2821"/>
                  </a:lnTo>
                  <a:cubicBezTo>
                    <a:pt x="5120" y="2852"/>
                    <a:pt x="5089" y="2884"/>
                    <a:pt x="5042" y="2884"/>
                  </a:cubicBezTo>
                  <a:close/>
                  <a:moveTo>
                    <a:pt x="7988" y="2899"/>
                  </a:moveTo>
                  <a:lnTo>
                    <a:pt x="7973" y="2899"/>
                  </a:lnTo>
                  <a:cubicBezTo>
                    <a:pt x="7925" y="2884"/>
                    <a:pt x="7893" y="2836"/>
                    <a:pt x="7910" y="2805"/>
                  </a:cubicBezTo>
                  <a:cubicBezTo>
                    <a:pt x="7910" y="2758"/>
                    <a:pt x="7941" y="2726"/>
                    <a:pt x="7988" y="2726"/>
                  </a:cubicBezTo>
                  <a:lnTo>
                    <a:pt x="8004" y="2726"/>
                  </a:lnTo>
                  <a:cubicBezTo>
                    <a:pt x="8051" y="2742"/>
                    <a:pt x="8082" y="2789"/>
                    <a:pt x="8067" y="2836"/>
                  </a:cubicBezTo>
                  <a:cubicBezTo>
                    <a:pt x="8067" y="2868"/>
                    <a:pt x="8019" y="2899"/>
                    <a:pt x="7988" y="2899"/>
                  </a:cubicBezTo>
                  <a:close/>
                  <a:moveTo>
                    <a:pt x="4963" y="2789"/>
                  </a:moveTo>
                  <a:lnTo>
                    <a:pt x="4963" y="2789"/>
                  </a:lnTo>
                  <a:cubicBezTo>
                    <a:pt x="4979" y="2742"/>
                    <a:pt x="5011" y="2710"/>
                    <a:pt x="5042" y="2710"/>
                  </a:cubicBezTo>
                  <a:lnTo>
                    <a:pt x="5057" y="2710"/>
                  </a:lnTo>
                  <a:cubicBezTo>
                    <a:pt x="5105" y="2726"/>
                    <a:pt x="5137" y="2773"/>
                    <a:pt x="5137" y="2821"/>
                  </a:cubicBezTo>
                  <a:lnTo>
                    <a:pt x="5137" y="2821"/>
                  </a:lnTo>
                  <a:lnTo>
                    <a:pt x="4963" y="2789"/>
                  </a:lnTo>
                  <a:close/>
                  <a:moveTo>
                    <a:pt x="2112" y="2868"/>
                  </a:moveTo>
                  <a:lnTo>
                    <a:pt x="2095" y="2868"/>
                  </a:lnTo>
                  <a:cubicBezTo>
                    <a:pt x="2049" y="2852"/>
                    <a:pt x="2017" y="2821"/>
                    <a:pt x="2032" y="2773"/>
                  </a:cubicBezTo>
                  <a:cubicBezTo>
                    <a:pt x="2032" y="2726"/>
                    <a:pt x="2064" y="2695"/>
                    <a:pt x="2112" y="2695"/>
                  </a:cubicBezTo>
                  <a:lnTo>
                    <a:pt x="2127" y="2695"/>
                  </a:lnTo>
                  <a:cubicBezTo>
                    <a:pt x="2175" y="2710"/>
                    <a:pt x="2206" y="2758"/>
                    <a:pt x="2190" y="2805"/>
                  </a:cubicBezTo>
                  <a:cubicBezTo>
                    <a:pt x="2190" y="2836"/>
                    <a:pt x="2143" y="2868"/>
                    <a:pt x="2112" y="2868"/>
                  </a:cubicBezTo>
                  <a:close/>
                  <a:moveTo>
                    <a:pt x="4475" y="2773"/>
                  </a:moveTo>
                  <a:lnTo>
                    <a:pt x="4459" y="2773"/>
                  </a:lnTo>
                  <a:cubicBezTo>
                    <a:pt x="4412" y="2758"/>
                    <a:pt x="4396" y="2710"/>
                    <a:pt x="4396" y="2663"/>
                  </a:cubicBezTo>
                  <a:lnTo>
                    <a:pt x="4569" y="2695"/>
                  </a:lnTo>
                  <a:cubicBezTo>
                    <a:pt x="4553" y="2742"/>
                    <a:pt x="4522" y="2773"/>
                    <a:pt x="4475" y="2773"/>
                  </a:cubicBezTo>
                  <a:close/>
                  <a:moveTo>
                    <a:pt x="7421" y="2789"/>
                  </a:moveTo>
                  <a:lnTo>
                    <a:pt x="7406" y="2789"/>
                  </a:lnTo>
                  <a:cubicBezTo>
                    <a:pt x="7358" y="2773"/>
                    <a:pt x="7326" y="2726"/>
                    <a:pt x="7342" y="2679"/>
                  </a:cubicBezTo>
                  <a:cubicBezTo>
                    <a:pt x="7342" y="2647"/>
                    <a:pt x="7374" y="2616"/>
                    <a:pt x="7421" y="2616"/>
                  </a:cubicBezTo>
                  <a:lnTo>
                    <a:pt x="7437" y="2616"/>
                  </a:lnTo>
                  <a:cubicBezTo>
                    <a:pt x="7484" y="2632"/>
                    <a:pt x="7515" y="2663"/>
                    <a:pt x="7500" y="2710"/>
                  </a:cubicBezTo>
                  <a:cubicBezTo>
                    <a:pt x="7500" y="2758"/>
                    <a:pt x="7452" y="2789"/>
                    <a:pt x="7421" y="2789"/>
                  </a:cubicBezTo>
                  <a:close/>
                  <a:moveTo>
                    <a:pt x="4396" y="2663"/>
                  </a:moveTo>
                  <a:lnTo>
                    <a:pt x="4396" y="2663"/>
                  </a:lnTo>
                  <a:cubicBezTo>
                    <a:pt x="4412" y="2632"/>
                    <a:pt x="4443" y="2600"/>
                    <a:pt x="4475" y="2600"/>
                  </a:cubicBezTo>
                  <a:lnTo>
                    <a:pt x="4506" y="2600"/>
                  </a:lnTo>
                  <a:cubicBezTo>
                    <a:pt x="4538" y="2616"/>
                    <a:pt x="4569" y="2647"/>
                    <a:pt x="4569" y="2695"/>
                  </a:cubicBezTo>
                  <a:lnTo>
                    <a:pt x="4569" y="2695"/>
                  </a:lnTo>
                  <a:lnTo>
                    <a:pt x="4396" y="2663"/>
                  </a:lnTo>
                  <a:close/>
                  <a:moveTo>
                    <a:pt x="9800" y="2679"/>
                  </a:moveTo>
                  <a:lnTo>
                    <a:pt x="9784" y="2679"/>
                  </a:lnTo>
                  <a:cubicBezTo>
                    <a:pt x="9737" y="2679"/>
                    <a:pt x="9706" y="2632"/>
                    <a:pt x="9706" y="2584"/>
                  </a:cubicBezTo>
                  <a:lnTo>
                    <a:pt x="9879" y="2616"/>
                  </a:lnTo>
                  <a:cubicBezTo>
                    <a:pt x="9863" y="2647"/>
                    <a:pt x="9832" y="2679"/>
                    <a:pt x="9800" y="2679"/>
                  </a:cubicBezTo>
                  <a:close/>
                  <a:moveTo>
                    <a:pt x="3923" y="2647"/>
                  </a:moveTo>
                  <a:lnTo>
                    <a:pt x="3908" y="2647"/>
                  </a:lnTo>
                  <a:cubicBezTo>
                    <a:pt x="3860" y="2647"/>
                    <a:pt x="3828" y="2600"/>
                    <a:pt x="3828" y="2553"/>
                  </a:cubicBezTo>
                  <a:lnTo>
                    <a:pt x="3828" y="2553"/>
                  </a:lnTo>
                  <a:lnTo>
                    <a:pt x="4002" y="2584"/>
                  </a:lnTo>
                  <a:lnTo>
                    <a:pt x="4002" y="2584"/>
                  </a:lnTo>
                  <a:cubicBezTo>
                    <a:pt x="3986" y="2632"/>
                    <a:pt x="3954" y="2647"/>
                    <a:pt x="3923" y="2647"/>
                  </a:cubicBezTo>
                  <a:close/>
                  <a:moveTo>
                    <a:pt x="9706" y="2584"/>
                  </a:moveTo>
                  <a:lnTo>
                    <a:pt x="9706" y="2584"/>
                  </a:lnTo>
                  <a:cubicBezTo>
                    <a:pt x="9721" y="2537"/>
                    <a:pt x="9752" y="2506"/>
                    <a:pt x="9800" y="2506"/>
                  </a:cubicBezTo>
                  <a:cubicBezTo>
                    <a:pt x="9800" y="2506"/>
                    <a:pt x="9800" y="2521"/>
                    <a:pt x="9815" y="2521"/>
                  </a:cubicBezTo>
                  <a:cubicBezTo>
                    <a:pt x="9863" y="2521"/>
                    <a:pt x="9879" y="2569"/>
                    <a:pt x="9879" y="2616"/>
                  </a:cubicBezTo>
                  <a:lnTo>
                    <a:pt x="9879" y="2616"/>
                  </a:lnTo>
                  <a:lnTo>
                    <a:pt x="9706" y="2584"/>
                  </a:lnTo>
                  <a:close/>
                  <a:moveTo>
                    <a:pt x="6853" y="2663"/>
                  </a:moveTo>
                  <a:lnTo>
                    <a:pt x="6838" y="2663"/>
                  </a:lnTo>
                  <a:cubicBezTo>
                    <a:pt x="6790" y="2663"/>
                    <a:pt x="6759" y="2616"/>
                    <a:pt x="6775" y="2569"/>
                  </a:cubicBezTo>
                  <a:cubicBezTo>
                    <a:pt x="6775" y="2521"/>
                    <a:pt x="6822" y="2506"/>
                    <a:pt x="6853" y="2506"/>
                  </a:cubicBezTo>
                  <a:lnTo>
                    <a:pt x="6870" y="2506"/>
                  </a:lnTo>
                  <a:cubicBezTo>
                    <a:pt x="6916" y="2506"/>
                    <a:pt x="6948" y="2553"/>
                    <a:pt x="6933" y="2600"/>
                  </a:cubicBezTo>
                  <a:cubicBezTo>
                    <a:pt x="6933" y="2647"/>
                    <a:pt x="6901" y="2663"/>
                    <a:pt x="6853" y="2663"/>
                  </a:cubicBezTo>
                  <a:close/>
                  <a:moveTo>
                    <a:pt x="3828" y="2553"/>
                  </a:moveTo>
                  <a:cubicBezTo>
                    <a:pt x="3845" y="2506"/>
                    <a:pt x="3876" y="2489"/>
                    <a:pt x="3923" y="2489"/>
                  </a:cubicBezTo>
                  <a:lnTo>
                    <a:pt x="3939" y="2489"/>
                  </a:lnTo>
                  <a:cubicBezTo>
                    <a:pt x="3986" y="2489"/>
                    <a:pt x="4017" y="2537"/>
                    <a:pt x="4002" y="2584"/>
                  </a:cubicBezTo>
                  <a:lnTo>
                    <a:pt x="3828" y="2553"/>
                  </a:lnTo>
                  <a:close/>
                  <a:moveTo>
                    <a:pt x="9233" y="2569"/>
                  </a:moveTo>
                  <a:lnTo>
                    <a:pt x="9217" y="2569"/>
                  </a:lnTo>
                  <a:cubicBezTo>
                    <a:pt x="9170" y="2553"/>
                    <a:pt x="9139" y="2506"/>
                    <a:pt x="9154" y="2458"/>
                  </a:cubicBezTo>
                  <a:lnTo>
                    <a:pt x="9311" y="2506"/>
                  </a:lnTo>
                  <a:cubicBezTo>
                    <a:pt x="9296" y="2537"/>
                    <a:pt x="9265" y="2569"/>
                    <a:pt x="9233" y="2569"/>
                  </a:cubicBezTo>
                  <a:close/>
                  <a:moveTo>
                    <a:pt x="3356" y="2537"/>
                  </a:moveTo>
                  <a:lnTo>
                    <a:pt x="3341" y="2537"/>
                  </a:lnTo>
                  <a:cubicBezTo>
                    <a:pt x="3293" y="2521"/>
                    <a:pt x="3261" y="2474"/>
                    <a:pt x="3278" y="2443"/>
                  </a:cubicBezTo>
                  <a:lnTo>
                    <a:pt x="3278" y="2443"/>
                  </a:lnTo>
                  <a:lnTo>
                    <a:pt x="3435" y="2474"/>
                  </a:lnTo>
                  <a:lnTo>
                    <a:pt x="3435" y="2474"/>
                  </a:lnTo>
                  <a:cubicBezTo>
                    <a:pt x="3435" y="2506"/>
                    <a:pt x="3387" y="2537"/>
                    <a:pt x="3356" y="2537"/>
                  </a:cubicBezTo>
                  <a:close/>
                  <a:moveTo>
                    <a:pt x="9154" y="2458"/>
                  </a:moveTo>
                  <a:lnTo>
                    <a:pt x="9154" y="2458"/>
                  </a:lnTo>
                  <a:cubicBezTo>
                    <a:pt x="9154" y="2426"/>
                    <a:pt x="9185" y="2395"/>
                    <a:pt x="9233" y="2395"/>
                  </a:cubicBezTo>
                  <a:lnTo>
                    <a:pt x="9248" y="2395"/>
                  </a:lnTo>
                  <a:cubicBezTo>
                    <a:pt x="9296" y="2411"/>
                    <a:pt x="9328" y="2458"/>
                    <a:pt x="9311" y="2506"/>
                  </a:cubicBezTo>
                  <a:lnTo>
                    <a:pt x="9311" y="2506"/>
                  </a:lnTo>
                  <a:lnTo>
                    <a:pt x="9154" y="2458"/>
                  </a:lnTo>
                  <a:close/>
                  <a:moveTo>
                    <a:pt x="6286" y="2553"/>
                  </a:moveTo>
                  <a:lnTo>
                    <a:pt x="6271" y="2553"/>
                  </a:lnTo>
                  <a:cubicBezTo>
                    <a:pt x="6223" y="2537"/>
                    <a:pt x="6192" y="2489"/>
                    <a:pt x="6208" y="2443"/>
                  </a:cubicBezTo>
                  <a:cubicBezTo>
                    <a:pt x="6223" y="2411"/>
                    <a:pt x="6255" y="2380"/>
                    <a:pt x="6286" y="2380"/>
                  </a:cubicBezTo>
                  <a:lnTo>
                    <a:pt x="6303" y="2380"/>
                  </a:lnTo>
                  <a:cubicBezTo>
                    <a:pt x="6349" y="2395"/>
                    <a:pt x="6381" y="2443"/>
                    <a:pt x="6381" y="2489"/>
                  </a:cubicBezTo>
                  <a:cubicBezTo>
                    <a:pt x="6366" y="2521"/>
                    <a:pt x="6334" y="2553"/>
                    <a:pt x="6286" y="2553"/>
                  </a:cubicBezTo>
                  <a:close/>
                  <a:moveTo>
                    <a:pt x="3278" y="2443"/>
                  </a:moveTo>
                  <a:cubicBezTo>
                    <a:pt x="3278" y="2395"/>
                    <a:pt x="3309" y="2363"/>
                    <a:pt x="3356" y="2363"/>
                  </a:cubicBezTo>
                  <a:lnTo>
                    <a:pt x="3372" y="2363"/>
                  </a:lnTo>
                  <a:cubicBezTo>
                    <a:pt x="3419" y="2380"/>
                    <a:pt x="3450" y="2426"/>
                    <a:pt x="3435" y="2474"/>
                  </a:cubicBezTo>
                  <a:lnTo>
                    <a:pt x="3278" y="2443"/>
                  </a:lnTo>
                  <a:close/>
                  <a:moveTo>
                    <a:pt x="8666" y="2458"/>
                  </a:moveTo>
                  <a:lnTo>
                    <a:pt x="8650" y="2443"/>
                  </a:lnTo>
                  <a:cubicBezTo>
                    <a:pt x="8603" y="2443"/>
                    <a:pt x="8571" y="2395"/>
                    <a:pt x="8587" y="2348"/>
                  </a:cubicBezTo>
                  <a:lnTo>
                    <a:pt x="8587" y="2348"/>
                  </a:lnTo>
                  <a:lnTo>
                    <a:pt x="8744" y="2380"/>
                  </a:lnTo>
                  <a:lnTo>
                    <a:pt x="8744" y="2380"/>
                  </a:lnTo>
                  <a:cubicBezTo>
                    <a:pt x="8744" y="2426"/>
                    <a:pt x="8697" y="2458"/>
                    <a:pt x="8666" y="2458"/>
                  </a:cubicBezTo>
                  <a:close/>
                  <a:moveTo>
                    <a:pt x="2788" y="2426"/>
                  </a:moveTo>
                  <a:cubicBezTo>
                    <a:pt x="2788" y="2426"/>
                    <a:pt x="2773" y="2426"/>
                    <a:pt x="2773" y="2411"/>
                  </a:cubicBezTo>
                  <a:cubicBezTo>
                    <a:pt x="2725" y="2411"/>
                    <a:pt x="2694" y="2363"/>
                    <a:pt x="2710" y="2317"/>
                  </a:cubicBezTo>
                  <a:lnTo>
                    <a:pt x="2868" y="2348"/>
                  </a:lnTo>
                  <a:lnTo>
                    <a:pt x="2868" y="2348"/>
                  </a:lnTo>
                  <a:cubicBezTo>
                    <a:pt x="2868" y="2395"/>
                    <a:pt x="2836" y="2426"/>
                    <a:pt x="2788" y="2426"/>
                  </a:cubicBezTo>
                  <a:close/>
                  <a:moveTo>
                    <a:pt x="8587" y="2348"/>
                  </a:moveTo>
                  <a:cubicBezTo>
                    <a:pt x="8587" y="2317"/>
                    <a:pt x="8618" y="2285"/>
                    <a:pt x="8666" y="2285"/>
                  </a:cubicBezTo>
                  <a:lnTo>
                    <a:pt x="8681" y="2285"/>
                  </a:lnTo>
                  <a:cubicBezTo>
                    <a:pt x="8729" y="2285"/>
                    <a:pt x="8760" y="2332"/>
                    <a:pt x="8744" y="2380"/>
                  </a:cubicBezTo>
                  <a:lnTo>
                    <a:pt x="8587" y="2348"/>
                  </a:lnTo>
                  <a:close/>
                  <a:moveTo>
                    <a:pt x="5735" y="2443"/>
                  </a:moveTo>
                  <a:cubicBezTo>
                    <a:pt x="5719" y="2443"/>
                    <a:pt x="5719" y="2443"/>
                    <a:pt x="5704" y="2426"/>
                  </a:cubicBezTo>
                  <a:cubicBezTo>
                    <a:pt x="5672" y="2426"/>
                    <a:pt x="5641" y="2380"/>
                    <a:pt x="5641" y="2332"/>
                  </a:cubicBezTo>
                  <a:cubicBezTo>
                    <a:pt x="5656" y="2300"/>
                    <a:pt x="5688" y="2269"/>
                    <a:pt x="5719" y="2269"/>
                  </a:cubicBezTo>
                  <a:lnTo>
                    <a:pt x="5751" y="2269"/>
                  </a:lnTo>
                  <a:cubicBezTo>
                    <a:pt x="5782" y="2285"/>
                    <a:pt x="5814" y="2317"/>
                    <a:pt x="5814" y="2363"/>
                  </a:cubicBezTo>
                  <a:cubicBezTo>
                    <a:pt x="5798" y="2411"/>
                    <a:pt x="5767" y="2443"/>
                    <a:pt x="5735" y="2443"/>
                  </a:cubicBezTo>
                  <a:close/>
                  <a:moveTo>
                    <a:pt x="2710" y="2317"/>
                  </a:moveTo>
                  <a:cubicBezTo>
                    <a:pt x="2710" y="2285"/>
                    <a:pt x="2757" y="2254"/>
                    <a:pt x="2788" y="2254"/>
                  </a:cubicBezTo>
                  <a:lnTo>
                    <a:pt x="2805" y="2254"/>
                  </a:lnTo>
                  <a:cubicBezTo>
                    <a:pt x="2852" y="2269"/>
                    <a:pt x="2883" y="2300"/>
                    <a:pt x="2868" y="2348"/>
                  </a:cubicBezTo>
                  <a:lnTo>
                    <a:pt x="2710" y="2317"/>
                  </a:lnTo>
                  <a:close/>
                  <a:moveTo>
                    <a:pt x="8099" y="2332"/>
                  </a:moveTo>
                  <a:lnTo>
                    <a:pt x="8082" y="2332"/>
                  </a:lnTo>
                  <a:cubicBezTo>
                    <a:pt x="8036" y="2317"/>
                    <a:pt x="8004" y="2285"/>
                    <a:pt x="8019" y="2237"/>
                  </a:cubicBezTo>
                  <a:lnTo>
                    <a:pt x="8019" y="2237"/>
                  </a:lnTo>
                  <a:lnTo>
                    <a:pt x="8177" y="2269"/>
                  </a:lnTo>
                  <a:lnTo>
                    <a:pt x="8177" y="2269"/>
                  </a:lnTo>
                  <a:cubicBezTo>
                    <a:pt x="8177" y="2300"/>
                    <a:pt x="8145" y="2332"/>
                    <a:pt x="8099" y="2332"/>
                  </a:cubicBezTo>
                  <a:close/>
                  <a:moveTo>
                    <a:pt x="8019" y="2237"/>
                  </a:moveTo>
                  <a:cubicBezTo>
                    <a:pt x="8019" y="2191"/>
                    <a:pt x="8067" y="2159"/>
                    <a:pt x="8099" y="2159"/>
                  </a:cubicBezTo>
                  <a:cubicBezTo>
                    <a:pt x="8099" y="2159"/>
                    <a:pt x="8114" y="2159"/>
                    <a:pt x="8114" y="2174"/>
                  </a:cubicBezTo>
                  <a:cubicBezTo>
                    <a:pt x="8162" y="2174"/>
                    <a:pt x="8193" y="2222"/>
                    <a:pt x="8177" y="2269"/>
                  </a:cubicBezTo>
                  <a:lnTo>
                    <a:pt x="8019" y="2237"/>
                  </a:lnTo>
                  <a:close/>
                  <a:moveTo>
                    <a:pt x="5168" y="2317"/>
                  </a:moveTo>
                  <a:lnTo>
                    <a:pt x="5152" y="2317"/>
                  </a:lnTo>
                  <a:cubicBezTo>
                    <a:pt x="5105" y="2317"/>
                    <a:pt x="5074" y="2269"/>
                    <a:pt x="5074" y="2222"/>
                  </a:cubicBezTo>
                  <a:cubicBezTo>
                    <a:pt x="5089" y="2174"/>
                    <a:pt x="5120" y="2143"/>
                    <a:pt x="5168" y="2143"/>
                  </a:cubicBezTo>
                  <a:cubicBezTo>
                    <a:pt x="5168" y="2143"/>
                    <a:pt x="5168" y="2159"/>
                    <a:pt x="5183" y="2159"/>
                  </a:cubicBezTo>
                  <a:cubicBezTo>
                    <a:pt x="5231" y="2159"/>
                    <a:pt x="5246" y="2206"/>
                    <a:pt x="5246" y="2254"/>
                  </a:cubicBezTo>
                  <a:cubicBezTo>
                    <a:pt x="5231" y="2285"/>
                    <a:pt x="5200" y="2317"/>
                    <a:pt x="5168" y="2317"/>
                  </a:cubicBezTo>
                  <a:close/>
                  <a:moveTo>
                    <a:pt x="7532" y="2222"/>
                  </a:moveTo>
                  <a:lnTo>
                    <a:pt x="7515" y="2222"/>
                  </a:lnTo>
                  <a:cubicBezTo>
                    <a:pt x="7469" y="2206"/>
                    <a:pt x="7437" y="2159"/>
                    <a:pt x="7452" y="2111"/>
                  </a:cubicBezTo>
                  <a:lnTo>
                    <a:pt x="7452" y="2111"/>
                  </a:lnTo>
                  <a:lnTo>
                    <a:pt x="7626" y="2159"/>
                  </a:lnTo>
                  <a:lnTo>
                    <a:pt x="7626" y="2159"/>
                  </a:lnTo>
                  <a:cubicBezTo>
                    <a:pt x="7610" y="2191"/>
                    <a:pt x="7578" y="2222"/>
                    <a:pt x="7532" y="2222"/>
                  </a:cubicBezTo>
                  <a:close/>
                  <a:moveTo>
                    <a:pt x="7452" y="2111"/>
                  </a:moveTo>
                  <a:cubicBezTo>
                    <a:pt x="7469" y="2080"/>
                    <a:pt x="7500" y="2048"/>
                    <a:pt x="7532" y="2048"/>
                  </a:cubicBezTo>
                  <a:lnTo>
                    <a:pt x="7547" y="2048"/>
                  </a:lnTo>
                  <a:cubicBezTo>
                    <a:pt x="7595" y="2065"/>
                    <a:pt x="7626" y="2111"/>
                    <a:pt x="7626" y="2159"/>
                  </a:cubicBezTo>
                  <a:lnTo>
                    <a:pt x="7452" y="2111"/>
                  </a:lnTo>
                  <a:close/>
                  <a:moveTo>
                    <a:pt x="4601" y="2206"/>
                  </a:moveTo>
                  <a:lnTo>
                    <a:pt x="4585" y="2206"/>
                  </a:lnTo>
                  <a:cubicBezTo>
                    <a:pt x="4538" y="2191"/>
                    <a:pt x="4506" y="2143"/>
                    <a:pt x="4522" y="2096"/>
                  </a:cubicBezTo>
                  <a:cubicBezTo>
                    <a:pt x="4522" y="2065"/>
                    <a:pt x="4553" y="2033"/>
                    <a:pt x="4601" y="2033"/>
                  </a:cubicBezTo>
                  <a:lnTo>
                    <a:pt x="4616" y="2033"/>
                  </a:lnTo>
                  <a:cubicBezTo>
                    <a:pt x="4664" y="2048"/>
                    <a:pt x="4696" y="2096"/>
                    <a:pt x="4679" y="2143"/>
                  </a:cubicBezTo>
                  <a:cubicBezTo>
                    <a:pt x="4679" y="2174"/>
                    <a:pt x="4633" y="2206"/>
                    <a:pt x="4601" y="2206"/>
                  </a:cubicBezTo>
                  <a:close/>
                  <a:moveTo>
                    <a:pt x="6964" y="2096"/>
                  </a:moveTo>
                  <a:lnTo>
                    <a:pt x="6948" y="2096"/>
                  </a:lnTo>
                  <a:cubicBezTo>
                    <a:pt x="6901" y="2096"/>
                    <a:pt x="6885" y="2048"/>
                    <a:pt x="6885" y="2002"/>
                  </a:cubicBezTo>
                  <a:lnTo>
                    <a:pt x="7059" y="2033"/>
                  </a:lnTo>
                  <a:lnTo>
                    <a:pt x="7059" y="2033"/>
                  </a:lnTo>
                  <a:cubicBezTo>
                    <a:pt x="7043" y="2080"/>
                    <a:pt x="7011" y="2096"/>
                    <a:pt x="6964" y="2096"/>
                  </a:cubicBezTo>
                  <a:close/>
                  <a:moveTo>
                    <a:pt x="9910" y="2111"/>
                  </a:moveTo>
                  <a:lnTo>
                    <a:pt x="9895" y="2111"/>
                  </a:lnTo>
                  <a:cubicBezTo>
                    <a:pt x="9847" y="2111"/>
                    <a:pt x="9815" y="2065"/>
                    <a:pt x="9832" y="2017"/>
                  </a:cubicBezTo>
                  <a:cubicBezTo>
                    <a:pt x="9832" y="1970"/>
                    <a:pt x="9863" y="1954"/>
                    <a:pt x="9910" y="1954"/>
                  </a:cubicBezTo>
                  <a:lnTo>
                    <a:pt x="9926" y="1954"/>
                  </a:lnTo>
                  <a:cubicBezTo>
                    <a:pt x="9973" y="1954"/>
                    <a:pt x="10005" y="2002"/>
                    <a:pt x="9989" y="2048"/>
                  </a:cubicBezTo>
                  <a:cubicBezTo>
                    <a:pt x="9989" y="2096"/>
                    <a:pt x="9942" y="2111"/>
                    <a:pt x="9910" y="2111"/>
                  </a:cubicBezTo>
                  <a:close/>
                  <a:moveTo>
                    <a:pt x="6885" y="2002"/>
                  </a:moveTo>
                  <a:cubicBezTo>
                    <a:pt x="6901" y="1954"/>
                    <a:pt x="6933" y="1939"/>
                    <a:pt x="6964" y="1939"/>
                  </a:cubicBezTo>
                  <a:lnTo>
                    <a:pt x="6996" y="1939"/>
                  </a:lnTo>
                  <a:cubicBezTo>
                    <a:pt x="7027" y="1939"/>
                    <a:pt x="7059" y="1985"/>
                    <a:pt x="7059" y="2033"/>
                  </a:cubicBezTo>
                  <a:lnTo>
                    <a:pt x="6885" y="2002"/>
                  </a:lnTo>
                  <a:close/>
                  <a:moveTo>
                    <a:pt x="4034" y="2096"/>
                  </a:moveTo>
                  <a:lnTo>
                    <a:pt x="4017" y="2080"/>
                  </a:lnTo>
                  <a:cubicBezTo>
                    <a:pt x="3971" y="2080"/>
                    <a:pt x="3939" y="2033"/>
                    <a:pt x="3954" y="1985"/>
                  </a:cubicBezTo>
                  <a:cubicBezTo>
                    <a:pt x="3954" y="1954"/>
                    <a:pt x="3986" y="1922"/>
                    <a:pt x="4034" y="1922"/>
                  </a:cubicBezTo>
                  <a:lnTo>
                    <a:pt x="4049" y="1922"/>
                  </a:lnTo>
                  <a:cubicBezTo>
                    <a:pt x="4097" y="1922"/>
                    <a:pt x="4128" y="1970"/>
                    <a:pt x="4112" y="2017"/>
                  </a:cubicBezTo>
                  <a:cubicBezTo>
                    <a:pt x="4112" y="2065"/>
                    <a:pt x="4080" y="2096"/>
                    <a:pt x="4034" y="2096"/>
                  </a:cubicBezTo>
                  <a:close/>
                  <a:moveTo>
                    <a:pt x="6412" y="1985"/>
                  </a:moveTo>
                  <a:lnTo>
                    <a:pt x="6397" y="1985"/>
                  </a:lnTo>
                  <a:cubicBezTo>
                    <a:pt x="6349" y="1970"/>
                    <a:pt x="6318" y="1939"/>
                    <a:pt x="6318" y="1891"/>
                  </a:cubicBezTo>
                  <a:lnTo>
                    <a:pt x="6492" y="1922"/>
                  </a:lnTo>
                  <a:cubicBezTo>
                    <a:pt x="6475" y="1954"/>
                    <a:pt x="6444" y="1985"/>
                    <a:pt x="6412" y="1985"/>
                  </a:cubicBezTo>
                  <a:close/>
                  <a:moveTo>
                    <a:pt x="9343" y="2002"/>
                  </a:moveTo>
                  <a:lnTo>
                    <a:pt x="9328" y="2002"/>
                  </a:lnTo>
                  <a:cubicBezTo>
                    <a:pt x="9280" y="1985"/>
                    <a:pt x="9248" y="1954"/>
                    <a:pt x="9265" y="1907"/>
                  </a:cubicBezTo>
                  <a:cubicBezTo>
                    <a:pt x="9265" y="1859"/>
                    <a:pt x="9311" y="1828"/>
                    <a:pt x="9343" y="1828"/>
                  </a:cubicBezTo>
                  <a:lnTo>
                    <a:pt x="9359" y="1828"/>
                  </a:lnTo>
                  <a:cubicBezTo>
                    <a:pt x="9406" y="1844"/>
                    <a:pt x="9437" y="1891"/>
                    <a:pt x="9422" y="1939"/>
                  </a:cubicBezTo>
                  <a:cubicBezTo>
                    <a:pt x="9422" y="1970"/>
                    <a:pt x="9391" y="2002"/>
                    <a:pt x="9343" y="2002"/>
                  </a:cubicBezTo>
                  <a:close/>
                  <a:moveTo>
                    <a:pt x="6318" y="1891"/>
                  </a:moveTo>
                  <a:lnTo>
                    <a:pt x="6318" y="1891"/>
                  </a:lnTo>
                  <a:cubicBezTo>
                    <a:pt x="6334" y="1844"/>
                    <a:pt x="6366" y="1813"/>
                    <a:pt x="6412" y="1813"/>
                  </a:cubicBezTo>
                  <a:lnTo>
                    <a:pt x="6429" y="1813"/>
                  </a:lnTo>
                  <a:cubicBezTo>
                    <a:pt x="6475" y="1828"/>
                    <a:pt x="6507" y="1876"/>
                    <a:pt x="6492" y="1922"/>
                  </a:cubicBezTo>
                  <a:lnTo>
                    <a:pt x="6492" y="1922"/>
                  </a:lnTo>
                  <a:lnTo>
                    <a:pt x="6318" y="1891"/>
                  </a:lnTo>
                  <a:close/>
                  <a:moveTo>
                    <a:pt x="3467" y="1970"/>
                  </a:moveTo>
                  <a:lnTo>
                    <a:pt x="3450" y="1970"/>
                  </a:lnTo>
                  <a:cubicBezTo>
                    <a:pt x="3404" y="1954"/>
                    <a:pt x="3372" y="1922"/>
                    <a:pt x="3387" y="1876"/>
                  </a:cubicBezTo>
                  <a:cubicBezTo>
                    <a:pt x="3387" y="1828"/>
                    <a:pt x="3435" y="1796"/>
                    <a:pt x="3467" y="1796"/>
                  </a:cubicBezTo>
                  <a:cubicBezTo>
                    <a:pt x="3482" y="1796"/>
                    <a:pt x="3482" y="1796"/>
                    <a:pt x="3482" y="1813"/>
                  </a:cubicBezTo>
                  <a:cubicBezTo>
                    <a:pt x="3530" y="1813"/>
                    <a:pt x="3561" y="1859"/>
                    <a:pt x="3545" y="1907"/>
                  </a:cubicBezTo>
                  <a:cubicBezTo>
                    <a:pt x="3545" y="1939"/>
                    <a:pt x="3513" y="1970"/>
                    <a:pt x="3467" y="1970"/>
                  </a:cubicBezTo>
                  <a:close/>
                  <a:moveTo>
                    <a:pt x="5845" y="1876"/>
                  </a:moveTo>
                  <a:lnTo>
                    <a:pt x="5830" y="1876"/>
                  </a:lnTo>
                  <a:cubicBezTo>
                    <a:pt x="5782" y="1859"/>
                    <a:pt x="5751" y="1813"/>
                    <a:pt x="5767" y="1765"/>
                  </a:cubicBezTo>
                  <a:lnTo>
                    <a:pt x="5924" y="1796"/>
                  </a:lnTo>
                  <a:cubicBezTo>
                    <a:pt x="5924" y="1844"/>
                    <a:pt x="5877" y="1876"/>
                    <a:pt x="5845" y="1876"/>
                  </a:cubicBezTo>
                  <a:close/>
                  <a:moveTo>
                    <a:pt x="8776" y="1891"/>
                  </a:moveTo>
                  <a:lnTo>
                    <a:pt x="8760" y="1891"/>
                  </a:lnTo>
                  <a:cubicBezTo>
                    <a:pt x="8713" y="1876"/>
                    <a:pt x="8681" y="1828"/>
                    <a:pt x="8697" y="1781"/>
                  </a:cubicBezTo>
                  <a:cubicBezTo>
                    <a:pt x="8713" y="1750"/>
                    <a:pt x="8744" y="1718"/>
                    <a:pt x="8776" y="1718"/>
                  </a:cubicBezTo>
                  <a:lnTo>
                    <a:pt x="8792" y="1718"/>
                  </a:lnTo>
                  <a:cubicBezTo>
                    <a:pt x="8839" y="1733"/>
                    <a:pt x="8870" y="1781"/>
                    <a:pt x="8870" y="1813"/>
                  </a:cubicBezTo>
                  <a:cubicBezTo>
                    <a:pt x="8855" y="1859"/>
                    <a:pt x="8824" y="1891"/>
                    <a:pt x="8776" y="1891"/>
                  </a:cubicBezTo>
                  <a:close/>
                  <a:moveTo>
                    <a:pt x="5767" y="1765"/>
                  </a:moveTo>
                  <a:lnTo>
                    <a:pt x="5767" y="1765"/>
                  </a:lnTo>
                  <a:cubicBezTo>
                    <a:pt x="5767" y="1733"/>
                    <a:pt x="5798" y="1702"/>
                    <a:pt x="5845" y="1702"/>
                  </a:cubicBezTo>
                  <a:lnTo>
                    <a:pt x="5861" y="1702"/>
                  </a:lnTo>
                  <a:cubicBezTo>
                    <a:pt x="5908" y="1718"/>
                    <a:pt x="5940" y="1765"/>
                    <a:pt x="5924" y="1796"/>
                  </a:cubicBezTo>
                  <a:lnTo>
                    <a:pt x="5924" y="1796"/>
                  </a:lnTo>
                  <a:lnTo>
                    <a:pt x="5767" y="1765"/>
                  </a:lnTo>
                  <a:close/>
                  <a:moveTo>
                    <a:pt x="5278" y="1750"/>
                  </a:moveTo>
                  <a:lnTo>
                    <a:pt x="5263" y="1750"/>
                  </a:lnTo>
                  <a:cubicBezTo>
                    <a:pt x="5215" y="1750"/>
                    <a:pt x="5183" y="1702"/>
                    <a:pt x="5200" y="1655"/>
                  </a:cubicBezTo>
                  <a:lnTo>
                    <a:pt x="5200" y="1655"/>
                  </a:lnTo>
                  <a:lnTo>
                    <a:pt x="5357" y="1687"/>
                  </a:lnTo>
                  <a:lnTo>
                    <a:pt x="5357" y="1687"/>
                  </a:lnTo>
                  <a:cubicBezTo>
                    <a:pt x="5357" y="1733"/>
                    <a:pt x="5326" y="1750"/>
                    <a:pt x="5278" y="1750"/>
                  </a:cubicBezTo>
                  <a:close/>
                  <a:moveTo>
                    <a:pt x="8208" y="1765"/>
                  </a:moveTo>
                  <a:lnTo>
                    <a:pt x="8193" y="1765"/>
                  </a:lnTo>
                  <a:cubicBezTo>
                    <a:pt x="8162" y="1765"/>
                    <a:pt x="8130" y="1718"/>
                    <a:pt x="8130" y="1670"/>
                  </a:cubicBezTo>
                  <a:cubicBezTo>
                    <a:pt x="8145" y="1624"/>
                    <a:pt x="8177" y="1607"/>
                    <a:pt x="8208" y="1607"/>
                  </a:cubicBezTo>
                  <a:lnTo>
                    <a:pt x="8240" y="1607"/>
                  </a:lnTo>
                  <a:cubicBezTo>
                    <a:pt x="8271" y="1607"/>
                    <a:pt x="8303" y="1655"/>
                    <a:pt x="8303" y="1702"/>
                  </a:cubicBezTo>
                  <a:cubicBezTo>
                    <a:pt x="8288" y="1750"/>
                    <a:pt x="8256" y="1765"/>
                    <a:pt x="8208" y="1765"/>
                  </a:cubicBezTo>
                  <a:close/>
                  <a:moveTo>
                    <a:pt x="5200" y="1655"/>
                  </a:moveTo>
                  <a:cubicBezTo>
                    <a:pt x="5200" y="1607"/>
                    <a:pt x="5246" y="1592"/>
                    <a:pt x="5278" y="1592"/>
                  </a:cubicBezTo>
                  <a:lnTo>
                    <a:pt x="5294" y="1592"/>
                  </a:lnTo>
                  <a:cubicBezTo>
                    <a:pt x="5341" y="1592"/>
                    <a:pt x="5372" y="1639"/>
                    <a:pt x="5357" y="1687"/>
                  </a:cubicBezTo>
                  <a:lnTo>
                    <a:pt x="5200" y="1655"/>
                  </a:lnTo>
                  <a:close/>
                  <a:moveTo>
                    <a:pt x="4711" y="1639"/>
                  </a:moveTo>
                  <a:lnTo>
                    <a:pt x="4696" y="1639"/>
                  </a:lnTo>
                  <a:cubicBezTo>
                    <a:pt x="4648" y="1624"/>
                    <a:pt x="4616" y="1592"/>
                    <a:pt x="4633" y="1544"/>
                  </a:cubicBezTo>
                  <a:lnTo>
                    <a:pt x="4633" y="1544"/>
                  </a:lnTo>
                  <a:lnTo>
                    <a:pt x="4790" y="1576"/>
                  </a:lnTo>
                  <a:lnTo>
                    <a:pt x="4790" y="1576"/>
                  </a:lnTo>
                  <a:cubicBezTo>
                    <a:pt x="4790" y="1607"/>
                    <a:pt x="4759" y="1639"/>
                    <a:pt x="4711" y="1639"/>
                  </a:cubicBezTo>
                  <a:close/>
                  <a:moveTo>
                    <a:pt x="7658" y="1655"/>
                  </a:moveTo>
                  <a:lnTo>
                    <a:pt x="7641" y="1655"/>
                  </a:lnTo>
                  <a:cubicBezTo>
                    <a:pt x="7595" y="1639"/>
                    <a:pt x="7563" y="1592"/>
                    <a:pt x="7563" y="1561"/>
                  </a:cubicBezTo>
                  <a:cubicBezTo>
                    <a:pt x="7578" y="1513"/>
                    <a:pt x="7610" y="1481"/>
                    <a:pt x="7658" y="1481"/>
                  </a:cubicBezTo>
                  <a:lnTo>
                    <a:pt x="7673" y="1481"/>
                  </a:lnTo>
                  <a:cubicBezTo>
                    <a:pt x="7721" y="1498"/>
                    <a:pt x="7736" y="1544"/>
                    <a:pt x="7736" y="1592"/>
                  </a:cubicBezTo>
                  <a:cubicBezTo>
                    <a:pt x="7721" y="1624"/>
                    <a:pt x="7689" y="1655"/>
                    <a:pt x="7658" y="1655"/>
                  </a:cubicBezTo>
                  <a:close/>
                  <a:moveTo>
                    <a:pt x="4633" y="1544"/>
                  </a:moveTo>
                  <a:cubicBezTo>
                    <a:pt x="4633" y="1498"/>
                    <a:pt x="4679" y="1466"/>
                    <a:pt x="4711" y="1466"/>
                  </a:cubicBezTo>
                  <a:lnTo>
                    <a:pt x="4727" y="1466"/>
                  </a:lnTo>
                  <a:cubicBezTo>
                    <a:pt x="4774" y="1481"/>
                    <a:pt x="4805" y="1529"/>
                    <a:pt x="4790" y="1576"/>
                  </a:cubicBezTo>
                  <a:lnTo>
                    <a:pt x="4633" y="1544"/>
                  </a:lnTo>
                  <a:close/>
                  <a:moveTo>
                    <a:pt x="10021" y="1561"/>
                  </a:moveTo>
                  <a:lnTo>
                    <a:pt x="10005" y="1561"/>
                  </a:lnTo>
                  <a:cubicBezTo>
                    <a:pt x="9958" y="1544"/>
                    <a:pt x="9926" y="1498"/>
                    <a:pt x="9942" y="1450"/>
                  </a:cubicBezTo>
                  <a:lnTo>
                    <a:pt x="9942" y="1450"/>
                  </a:lnTo>
                  <a:lnTo>
                    <a:pt x="10115" y="1481"/>
                  </a:lnTo>
                  <a:lnTo>
                    <a:pt x="10115" y="1481"/>
                  </a:lnTo>
                  <a:cubicBezTo>
                    <a:pt x="10099" y="1529"/>
                    <a:pt x="10068" y="1561"/>
                    <a:pt x="10021" y="1561"/>
                  </a:cubicBezTo>
                  <a:close/>
                  <a:moveTo>
                    <a:pt x="4143" y="1529"/>
                  </a:moveTo>
                  <a:lnTo>
                    <a:pt x="4128" y="1529"/>
                  </a:lnTo>
                  <a:cubicBezTo>
                    <a:pt x="4080" y="1513"/>
                    <a:pt x="4065" y="1466"/>
                    <a:pt x="4065" y="1418"/>
                  </a:cubicBezTo>
                  <a:lnTo>
                    <a:pt x="4238" y="1450"/>
                  </a:lnTo>
                  <a:cubicBezTo>
                    <a:pt x="4223" y="1498"/>
                    <a:pt x="4191" y="1529"/>
                    <a:pt x="4143" y="1529"/>
                  </a:cubicBezTo>
                  <a:close/>
                  <a:moveTo>
                    <a:pt x="9942" y="1450"/>
                  </a:moveTo>
                  <a:cubicBezTo>
                    <a:pt x="9958" y="1418"/>
                    <a:pt x="9989" y="1387"/>
                    <a:pt x="10021" y="1387"/>
                  </a:cubicBezTo>
                  <a:lnTo>
                    <a:pt x="10036" y="1387"/>
                  </a:lnTo>
                  <a:cubicBezTo>
                    <a:pt x="10084" y="1403"/>
                    <a:pt x="10115" y="1434"/>
                    <a:pt x="10115" y="1481"/>
                  </a:cubicBezTo>
                  <a:lnTo>
                    <a:pt x="9942" y="1450"/>
                  </a:lnTo>
                  <a:close/>
                  <a:moveTo>
                    <a:pt x="7090" y="1544"/>
                  </a:moveTo>
                  <a:lnTo>
                    <a:pt x="7074" y="1544"/>
                  </a:lnTo>
                  <a:cubicBezTo>
                    <a:pt x="7027" y="1529"/>
                    <a:pt x="6996" y="1481"/>
                    <a:pt x="7011" y="1434"/>
                  </a:cubicBezTo>
                  <a:cubicBezTo>
                    <a:pt x="7011" y="1403"/>
                    <a:pt x="7043" y="1371"/>
                    <a:pt x="7090" y="1371"/>
                  </a:cubicBezTo>
                  <a:lnTo>
                    <a:pt x="7106" y="1371"/>
                  </a:lnTo>
                  <a:cubicBezTo>
                    <a:pt x="7153" y="1387"/>
                    <a:pt x="7185" y="1418"/>
                    <a:pt x="7169" y="1466"/>
                  </a:cubicBezTo>
                  <a:cubicBezTo>
                    <a:pt x="7169" y="1513"/>
                    <a:pt x="7122" y="1544"/>
                    <a:pt x="7090" y="1544"/>
                  </a:cubicBezTo>
                  <a:close/>
                  <a:moveTo>
                    <a:pt x="4065" y="1418"/>
                  </a:moveTo>
                  <a:lnTo>
                    <a:pt x="4065" y="1418"/>
                  </a:lnTo>
                  <a:cubicBezTo>
                    <a:pt x="4080" y="1387"/>
                    <a:pt x="4112" y="1355"/>
                    <a:pt x="4143" y="1355"/>
                  </a:cubicBezTo>
                  <a:lnTo>
                    <a:pt x="4160" y="1355"/>
                  </a:lnTo>
                  <a:cubicBezTo>
                    <a:pt x="4206" y="1371"/>
                    <a:pt x="4238" y="1418"/>
                    <a:pt x="4238" y="1450"/>
                  </a:cubicBezTo>
                  <a:lnTo>
                    <a:pt x="4238" y="1450"/>
                  </a:lnTo>
                  <a:lnTo>
                    <a:pt x="4065" y="1418"/>
                  </a:lnTo>
                  <a:close/>
                  <a:moveTo>
                    <a:pt x="9454" y="1434"/>
                  </a:moveTo>
                  <a:lnTo>
                    <a:pt x="9437" y="1434"/>
                  </a:lnTo>
                  <a:cubicBezTo>
                    <a:pt x="9391" y="1434"/>
                    <a:pt x="9374" y="1387"/>
                    <a:pt x="9374" y="1340"/>
                  </a:cubicBezTo>
                  <a:lnTo>
                    <a:pt x="9374" y="1340"/>
                  </a:lnTo>
                  <a:lnTo>
                    <a:pt x="9548" y="1371"/>
                  </a:lnTo>
                  <a:lnTo>
                    <a:pt x="9548" y="1371"/>
                  </a:lnTo>
                  <a:cubicBezTo>
                    <a:pt x="9532" y="1418"/>
                    <a:pt x="9500" y="1434"/>
                    <a:pt x="9454" y="1434"/>
                  </a:cubicBezTo>
                  <a:close/>
                  <a:moveTo>
                    <a:pt x="9374" y="1340"/>
                  </a:moveTo>
                  <a:cubicBezTo>
                    <a:pt x="9391" y="1292"/>
                    <a:pt x="9422" y="1277"/>
                    <a:pt x="9454" y="1277"/>
                  </a:cubicBezTo>
                  <a:lnTo>
                    <a:pt x="9485" y="1277"/>
                  </a:lnTo>
                  <a:cubicBezTo>
                    <a:pt x="9517" y="1277"/>
                    <a:pt x="9548" y="1324"/>
                    <a:pt x="9548" y="1371"/>
                  </a:cubicBezTo>
                  <a:lnTo>
                    <a:pt x="9374" y="1340"/>
                  </a:lnTo>
                  <a:close/>
                  <a:moveTo>
                    <a:pt x="6523" y="1418"/>
                  </a:moveTo>
                  <a:lnTo>
                    <a:pt x="6507" y="1418"/>
                  </a:lnTo>
                  <a:cubicBezTo>
                    <a:pt x="6460" y="1418"/>
                    <a:pt x="6429" y="1371"/>
                    <a:pt x="6444" y="1324"/>
                  </a:cubicBezTo>
                  <a:cubicBezTo>
                    <a:pt x="6444" y="1277"/>
                    <a:pt x="6475" y="1261"/>
                    <a:pt x="6523" y="1261"/>
                  </a:cubicBezTo>
                  <a:lnTo>
                    <a:pt x="6538" y="1261"/>
                  </a:lnTo>
                  <a:cubicBezTo>
                    <a:pt x="6586" y="1261"/>
                    <a:pt x="6618" y="1308"/>
                    <a:pt x="6601" y="1355"/>
                  </a:cubicBezTo>
                  <a:cubicBezTo>
                    <a:pt x="6601" y="1403"/>
                    <a:pt x="6555" y="1418"/>
                    <a:pt x="6523" y="1418"/>
                  </a:cubicBezTo>
                  <a:close/>
                  <a:moveTo>
                    <a:pt x="8902" y="1324"/>
                  </a:moveTo>
                  <a:lnTo>
                    <a:pt x="8887" y="1324"/>
                  </a:lnTo>
                  <a:cubicBezTo>
                    <a:pt x="8839" y="1308"/>
                    <a:pt x="8807" y="1261"/>
                    <a:pt x="8807" y="1214"/>
                  </a:cubicBezTo>
                  <a:lnTo>
                    <a:pt x="8981" y="1261"/>
                  </a:lnTo>
                  <a:cubicBezTo>
                    <a:pt x="8965" y="1292"/>
                    <a:pt x="8933" y="1324"/>
                    <a:pt x="8902" y="1324"/>
                  </a:cubicBezTo>
                  <a:close/>
                  <a:moveTo>
                    <a:pt x="8807" y="1214"/>
                  </a:moveTo>
                  <a:lnTo>
                    <a:pt x="8807" y="1214"/>
                  </a:lnTo>
                  <a:cubicBezTo>
                    <a:pt x="8824" y="1182"/>
                    <a:pt x="8855" y="1151"/>
                    <a:pt x="8902" y="1151"/>
                  </a:cubicBezTo>
                  <a:lnTo>
                    <a:pt x="8918" y="1151"/>
                  </a:lnTo>
                  <a:cubicBezTo>
                    <a:pt x="8965" y="1166"/>
                    <a:pt x="8996" y="1214"/>
                    <a:pt x="8981" y="1261"/>
                  </a:cubicBezTo>
                  <a:lnTo>
                    <a:pt x="8981" y="1261"/>
                  </a:lnTo>
                  <a:lnTo>
                    <a:pt x="8807" y="1214"/>
                  </a:lnTo>
                  <a:close/>
                  <a:moveTo>
                    <a:pt x="5956" y="1308"/>
                  </a:moveTo>
                  <a:lnTo>
                    <a:pt x="5940" y="1308"/>
                  </a:lnTo>
                  <a:cubicBezTo>
                    <a:pt x="5893" y="1292"/>
                    <a:pt x="5861" y="1245"/>
                    <a:pt x="5877" y="1214"/>
                  </a:cubicBezTo>
                  <a:cubicBezTo>
                    <a:pt x="5877" y="1166"/>
                    <a:pt x="5924" y="1134"/>
                    <a:pt x="5956" y="1134"/>
                  </a:cubicBezTo>
                  <a:lnTo>
                    <a:pt x="5971" y="1134"/>
                  </a:lnTo>
                  <a:cubicBezTo>
                    <a:pt x="6019" y="1151"/>
                    <a:pt x="6051" y="1198"/>
                    <a:pt x="6034" y="1245"/>
                  </a:cubicBezTo>
                  <a:cubicBezTo>
                    <a:pt x="6034" y="1277"/>
                    <a:pt x="6003" y="1308"/>
                    <a:pt x="5956" y="1308"/>
                  </a:cubicBezTo>
                  <a:close/>
                  <a:moveTo>
                    <a:pt x="8334" y="1214"/>
                  </a:moveTo>
                  <a:cubicBezTo>
                    <a:pt x="8319" y="1214"/>
                    <a:pt x="8319" y="1214"/>
                    <a:pt x="8319" y="1198"/>
                  </a:cubicBezTo>
                  <a:cubicBezTo>
                    <a:pt x="8271" y="1198"/>
                    <a:pt x="8240" y="1151"/>
                    <a:pt x="8256" y="1103"/>
                  </a:cubicBezTo>
                  <a:lnTo>
                    <a:pt x="8414" y="1134"/>
                  </a:lnTo>
                  <a:cubicBezTo>
                    <a:pt x="8414" y="1182"/>
                    <a:pt x="8366" y="1214"/>
                    <a:pt x="8334" y="1214"/>
                  </a:cubicBezTo>
                  <a:close/>
                  <a:moveTo>
                    <a:pt x="8256" y="1103"/>
                  </a:moveTo>
                  <a:lnTo>
                    <a:pt x="8256" y="1103"/>
                  </a:lnTo>
                  <a:cubicBezTo>
                    <a:pt x="8256" y="1071"/>
                    <a:pt x="8288" y="1040"/>
                    <a:pt x="8334" y="1040"/>
                  </a:cubicBezTo>
                  <a:lnTo>
                    <a:pt x="8351" y="1040"/>
                  </a:lnTo>
                  <a:cubicBezTo>
                    <a:pt x="8397" y="1056"/>
                    <a:pt x="8429" y="1088"/>
                    <a:pt x="8414" y="1134"/>
                  </a:cubicBezTo>
                  <a:lnTo>
                    <a:pt x="8414" y="1134"/>
                  </a:lnTo>
                  <a:lnTo>
                    <a:pt x="8256" y="1103"/>
                  </a:lnTo>
                  <a:close/>
                  <a:moveTo>
                    <a:pt x="5389" y="1198"/>
                  </a:moveTo>
                  <a:lnTo>
                    <a:pt x="5372" y="1198"/>
                  </a:lnTo>
                  <a:cubicBezTo>
                    <a:pt x="5326" y="1182"/>
                    <a:pt x="5294" y="1134"/>
                    <a:pt x="5309" y="1088"/>
                  </a:cubicBezTo>
                  <a:cubicBezTo>
                    <a:pt x="5326" y="1056"/>
                    <a:pt x="5357" y="1025"/>
                    <a:pt x="5389" y="1025"/>
                  </a:cubicBezTo>
                  <a:lnTo>
                    <a:pt x="5404" y="1025"/>
                  </a:lnTo>
                  <a:cubicBezTo>
                    <a:pt x="5452" y="1040"/>
                    <a:pt x="5483" y="1071"/>
                    <a:pt x="5483" y="1119"/>
                  </a:cubicBezTo>
                  <a:cubicBezTo>
                    <a:pt x="5467" y="1166"/>
                    <a:pt x="5435" y="1198"/>
                    <a:pt x="5389" y="1198"/>
                  </a:cubicBezTo>
                  <a:close/>
                  <a:moveTo>
                    <a:pt x="7767" y="1088"/>
                  </a:moveTo>
                  <a:lnTo>
                    <a:pt x="7752" y="1088"/>
                  </a:lnTo>
                  <a:cubicBezTo>
                    <a:pt x="7704" y="1088"/>
                    <a:pt x="7673" y="1040"/>
                    <a:pt x="7689" y="993"/>
                  </a:cubicBezTo>
                  <a:lnTo>
                    <a:pt x="7689" y="993"/>
                  </a:lnTo>
                  <a:lnTo>
                    <a:pt x="7847" y="1025"/>
                  </a:lnTo>
                  <a:lnTo>
                    <a:pt x="7847" y="1025"/>
                  </a:lnTo>
                  <a:cubicBezTo>
                    <a:pt x="7847" y="1056"/>
                    <a:pt x="7815" y="1088"/>
                    <a:pt x="7767" y="1088"/>
                  </a:cubicBezTo>
                  <a:close/>
                  <a:moveTo>
                    <a:pt x="7689" y="993"/>
                  </a:moveTo>
                  <a:cubicBezTo>
                    <a:pt x="7689" y="945"/>
                    <a:pt x="7736" y="930"/>
                    <a:pt x="7767" y="930"/>
                  </a:cubicBezTo>
                  <a:lnTo>
                    <a:pt x="7784" y="930"/>
                  </a:lnTo>
                  <a:cubicBezTo>
                    <a:pt x="7830" y="930"/>
                    <a:pt x="7862" y="977"/>
                    <a:pt x="7847" y="1025"/>
                  </a:cubicBezTo>
                  <a:lnTo>
                    <a:pt x="7689" y="993"/>
                  </a:lnTo>
                  <a:close/>
                  <a:moveTo>
                    <a:pt x="4837" y="1071"/>
                  </a:moveTo>
                  <a:lnTo>
                    <a:pt x="4805" y="1071"/>
                  </a:lnTo>
                  <a:cubicBezTo>
                    <a:pt x="4774" y="1071"/>
                    <a:pt x="4742" y="1025"/>
                    <a:pt x="4742" y="977"/>
                  </a:cubicBezTo>
                  <a:cubicBezTo>
                    <a:pt x="4759" y="930"/>
                    <a:pt x="4790" y="914"/>
                    <a:pt x="4837" y="914"/>
                  </a:cubicBezTo>
                  <a:lnTo>
                    <a:pt x="4853" y="914"/>
                  </a:lnTo>
                  <a:cubicBezTo>
                    <a:pt x="4900" y="914"/>
                    <a:pt x="4916" y="962"/>
                    <a:pt x="4916" y="1008"/>
                  </a:cubicBezTo>
                  <a:cubicBezTo>
                    <a:pt x="4900" y="1056"/>
                    <a:pt x="4868" y="1071"/>
                    <a:pt x="4837" y="1071"/>
                  </a:cubicBezTo>
                  <a:close/>
                  <a:moveTo>
                    <a:pt x="7200" y="977"/>
                  </a:moveTo>
                  <a:lnTo>
                    <a:pt x="7185" y="977"/>
                  </a:lnTo>
                  <a:cubicBezTo>
                    <a:pt x="7137" y="962"/>
                    <a:pt x="7106" y="914"/>
                    <a:pt x="7122" y="867"/>
                  </a:cubicBezTo>
                  <a:lnTo>
                    <a:pt x="7122" y="867"/>
                  </a:lnTo>
                  <a:lnTo>
                    <a:pt x="7279" y="914"/>
                  </a:lnTo>
                  <a:lnTo>
                    <a:pt x="7279" y="914"/>
                  </a:lnTo>
                  <a:cubicBezTo>
                    <a:pt x="7279" y="945"/>
                    <a:pt x="7248" y="977"/>
                    <a:pt x="7200" y="977"/>
                  </a:cubicBezTo>
                  <a:close/>
                  <a:moveTo>
                    <a:pt x="7122" y="867"/>
                  </a:moveTo>
                  <a:cubicBezTo>
                    <a:pt x="7122" y="836"/>
                    <a:pt x="7169" y="804"/>
                    <a:pt x="7200" y="804"/>
                  </a:cubicBezTo>
                  <a:lnTo>
                    <a:pt x="7216" y="804"/>
                  </a:lnTo>
                  <a:cubicBezTo>
                    <a:pt x="7263" y="819"/>
                    <a:pt x="7295" y="867"/>
                    <a:pt x="7279" y="914"/>
                  </a:cubicBezTo>
                  <a:lnTo>
                    <a:pt x="7122" y="867"/>
                  </a:lnTo>
                  <a:close/>
                  <a:moveTo>
                    <a:pt x="6633" y="867"/>
                  </a:moveTo>
                  <a:cubicBezTo>
                    <a:pt x="6633" y="867"/>
                    <a:pt x="6633" y="851"/>
                    <a:pt x="6618" y="851"/>
                  </a:cubicBezTo>
                  <a:cubicBezTo>
                    <a:pt x="6570" y="851"/>
                    <a:pt x="6555" y="804"/>
                    <a:pt x="6555" y="756"/>
                  </a:cubicBezTo>
                  <a:lnTo>
                    <a:pt x="6555" y="756"/>
                  </a:lnTo>
                  <a:lnTo>
                    <a:pt x="6727" y="788"/>
                  </a:lnTo>
                  <a:lnTo>
                    <a:pt x="6727" y="788"/>
                  </a:lnTo>
                  <a:cubicBezTo>
                    <a:pt x="6712" y="836"/>
                    <a:pt x="6681" y="867"/>
                    <a:pt x="6633" y="867"/>
                  </a:cubicBezTo>
                  <a:close/>
                  <a:moveTo>
                    <a:pt x="6555" y="756"/>
                  </a:moveTo>
                  <a:cubicBezTo>
                    <a:pt x="6570" y="725"/>
                    <a:pt x="6601" y="693"/>
                    <a:pt x="6633" y="693"/>
                  </a:cubicBezTo>
                  <a:lnTo>
                    <a:pt x="6649" y="693"/>
                  </a:lnTo>
                  <a:cubicBezTo>
                    <a:pt x="6696" y="710"/>
                    <a:pt x="6727" y="741"/>
                    <a:pt x="6727" y="788"/>
                  </a:cubicBezTo>
                  <a:lnTo>
                    <a:pt x="6555" y="756"/>
                  </a:lnTo>
                  <a:close/>
                  <a:moveTo>
                    <a:pt x="6082" y="741"/>
                  </a:moveTo>
                  <a:lnTo>
                    <a:pt x="6051" y="741"/>
                  </a:lnTo>
                  <a:cubicBezTo>
                    <a:pt x="6019" y="725"/>
                    <a:pt x="5988" y="693"/>
                    <a:pt x="5988" y="647"/>
                  </a:cubicBezTo>
                  <a:lnTo>
                    <a:pt x="6160" y="678"/>
                  </a:lnTo>
                  <a:lnTo>
                    <a:pt x="6160" y="678"/>
                  </a:lnTo>
                  <a:cubicBezTo>
                    <a:pt x="6145" y="710"/>
                    <a:pt x="6114" y="741"/>
                    <a:pt x="6082" y="741"/>
                  </a:cubicBezTo>
                  <a:close/>
                  <a:moveTo>
                    <a:pt x="5988" y="647"/>
                  </a:moveTo>
                  <a:cubicBezTo>
                    <a:pt x="6003" y="599"/>
                    <a:pt x="6034" y="567"/>
                    <a:pt x="6066" y="567"/>
                  </a:cubicBezTo>
                  <a:cubicBezTo>
                    <a:pt x="6082" y="567"/>
                    <a:pt x="6082" y="567"/>
                    <a:pt x="6097" y="584"/>
                  </a:cubicBezTo>
                  <a:cubicBezTo>
                    <a:pt x="6129" y="584"/>
                    <a:pt x="6160" y="630"/>
                    <a:pt x="6160" y="678"/>
                  </a:cubicBezTo>
                  <a:lnTo>
                    <a:pt x="5988" y="647"/>
                  </a:lnTo>
                  <a:close/>
                  <a:moveTo>
                    <a:pt x="5515" y="630"/>
                  </a:moveTo>
                  <a:lnTo>
                    <a:pt x="5498" y="630"/>
                  </a:lnTo>
                  <a:cubicBezTo>
                    <a:pt x="5452" y="615"/>
                    <a:pt x="5420" y="567"/>
                    <a:pt x="5420" y="521"/>
                  </a:cubicBezTo>
                  <a:lnTo>
                    <a:pt x="5593" y="567"/>
                  </a:lnTo>
                  <a:cubicBezTo>
                    <a:pt x="5578" y="599"/>
                    <a:pt x="5546" y="630"/>
                    <a:pt x="5515" y="630"/>
                  </a:cubicBezTo>
                  <a:close/>
                  <a:moveTo>
                    <a:pt x="5420" y="521"/>
                  </a:moveTo>
                  <a:lnTo>
                    <a:pt x="5420" y="521"/>
                  </a:lnTo>
                  <a:cubicBezTo>
                    <a:pt x="5435" y="489"/>
                    <a:pt x="5467" y="458"/>
                    <a:pt x="5515" y="458"/>
                  </a:cubicBezTo>
                  <a:lnTo>
                    <a:pt x="5530" y="458"/>
                  </a:lnTo>
                  <a:cubicBezTo>
                    <a:pt x="5578" y="473"/>
                    <a:pt x="5609" y="521"/>
                    <a:pt x="5593" y="567"/>
                  </a:cubicBezTo>
                  <a:lnTo>
                    <a:pt x="5593" y="567"/>
                  </a:lnTo>
                  <a:lnTo>
                    <a:pt x="5420" y="521"/>
                  </a:lnTo>
                  <a:close/>
                  <a:moveTo>
                    <a:pt x="4948" y="504"/>
                  </a:moveTo>
                  <a:lnTo>
                    <a:pt x="4931" y="504"/>
                  </a:lnTo>
                  <a:cubicBezTo>
                    <a:pt x="4885" y="504"/>
                    <a:pt x="4853" y="458"/>
                    <a:pt x="4868" y="410"/>
                  </a:cubicBezTo>
                  <a:lnTo>
                    <a:pt x="5026" y="441"/>
                  </a:lnTo>
                  <a:cubicBezTo>
                    <a:pt x="5026" y="489"/>
                    <a:pt x="4979" y="504"/>
                    <a:pt x="4948" y="504"/>
                  </a:cubicBezTo>
                  <a:close/>
                  <a:moveTo>
                    <a:pt x="5546" y="0"/>
                  </a:moveTo>
                  <a:lnTo>
                    <a:pt x="5452" y="48"/>
                  </a:lnTo>
                  <a:cubicBezTo>
                    <a:pt x="5420" y="63"/>
                    <a:pt x="5435" y="63"/>
                    <a:pt x="5420" y="95"/>
                  </a:cubicBezTo>
                  <a:lnTo>
                    <a:pt x="5389" y="95"/>
                  </a:lnTo>
                  <a:cubicBezTo>
                    <a:pt x="5357" y="95"/>
                    <a:pt x="5309" y="126"/>
                    <a:pt x="5278" y="158"/>
                  </a:cubicBezTo>
                  <a:cubicBezTo>
                    <a:pt x="5246" y="189"/>
                    <a:pt x="5263" y="221"/>
                    <a:pt x="5246" y="269"/>
                  </a:cubicBezTo>
                  <a:cubicBezTo>
                    <a:pt x="5215" y="269"/>
                    <a:pt x="5168" y="252"/>
                    <a:pt x="5137" y="252"/>
                  </a:cubicBezTo>
                  <a:cubicBezTo>
                    <a:pt x="5089" y="252"/>
                    <a:pt x="5057" y="269"/>
                    <a:pt x="5042" y="300"/>
                  </a:cubicBezTo>
                  <a:cubicBezTo>
                    <a:pt x="5026" y="347"/>
                    <a:pt x="5042" y="363"/>
                    <a:pt x="5011" y="378"/>
                  </a:cubicBezTo>
                  <a:cubicBezTo>
                    <a:pt x="5026" y="395"/>
                    <a:pt x="5026" y="426"/>
                    <a:pt x="5026" y="441"/>
                  </a:cubicBezTo>
                  <a:lnTo>
                    <a:pt x="5026" y="441"/>
                  </a:lnTo>
                  <a:lnTo>
                    <a:pt x="4868" y="410"/>
                  </a:lnTo>
                  <a:lnTo>
                    <a:pt x="4868" y="410"/>
                  </a:lnTo>
                  <a:lnTo>
                    <a:pt x="4868" y="395"/>
                  </a:lnTo>
                  <a:cubicBezTo>
                    <a:pt x="4853" y="410"/>
                    <a:pt x="4837" y="410"/>
                    <a:pt x="4837" y="410"/>
                  </a:cubicBezTo>
                  <a:cubicBezTo>
                    <a:pt x="4805" y="473"/>
                    <a:pt x="4790" y="552"/>
                    <a:pt x="4790" y="567"/>
                  </a:cubicBezTo>
                  <a:cubicBezTo>
                    <a:pt x="4774" y="599"/>
                    <a:pt x="4790" y="662"/>
                    <a:pt x="4774" y="693"/>
                  </a:cubicBezTo>
                  <a:cubicBezTo>
                    <a:pt x="4759" y="725"/>
                    <a:pt x="4727" y="725"/>
                    <a:pt x="4696" y="725"/>
                  </a:cubicBezTo>
                  <a:lnTo>
                    <a:pt x="4648" y="725"/>
                  </a:lnTo>
                  <a:cubicBezTo>
                    <a:pt x="4633" y="725"/>
                    <a:pt x="4601" y="710"/>
                    <a:pt x="4585" y="710"/>
                  </a:cubicBezTo>
                  <a:cubicBezTo>
                    <a:pt x="4569" y="710"/>
                    <a:pt x="4569" y="725"/>
                    <a:pt x="4553" y="725"/>
                  </a:cubicBezTo>
                  <a:cubicBezTo>
                    <a:pt x="4522" y="725"/>
                    <a:pt x="4506" y="741"/>
                    <a:pt x="4490" y="756"/>
                  </a:cubicBezTo>
                  <a:cubicBezTo>
                    <a:pt x="4443" y="788"/>
                    <a:pt x="4380" y="804"/>
                    <a:pt x="4333" y="836"/>
                  </a:cubicBezTo>
                  <a:cubicBezTo>
                    <a:pt x="4349" y="851"/>
                    <a:pt x="4349" y="867"/>
                    <a:pt x="4349" y="899"/>
                  </a:cubicBezTo>
                  <a:cubicBezTo>
                    <a:pt x="4333" y="930"/>
                    <a:pt x="4301" y="962"/>
                    <a:pt x="4270" y="962"/>
                  </a:cubicBezTo>
                  <a:lnTo>
                    <a:pt x="4254" y="962"/>
                  </a:lnTo>
                  <a:lnTo>
                    <a:pt x="4238" y="962"/>
                  </a:lnTo>
                  <a:lnTo>
                    <a:pt x="4238" y="962"/>
                  </a:lnTo>
                  <a:cubicBezTo>
                    <a:pt x="4175" y="977"/>
                    <a:pt x="4160" y="977"/>
                    <a:pt x="4128" y="1008"/>
                  </a:cubicBezTo>
                  <a:cubicBezTo>
                    <a:pt x="4080" y="1071"/>
                    <a:pt x="4017" y="1088"/>
                    <a:pt x="4002" y="1166"/>
                  </a:cubicBezTo>
                  <a:cubicBezTo>
                    <a:pt x="3986" y="1198"/>
                    <a:pt x="3986" y="1214"/>
                    <a:pt x="3986" y="1245"/>
                  </a:cubicBezTo>
                  <a:cubicBezTo>
                    <a:pt x="3971" y="1261"/>
                    <a:pt x="3954" y="1261"/>
                    <a:pt x="3923" y="1261"/>
                  </a:cubicBezTo>
                  <a:cubicBezTo>
                    <a:pt x="3891" y="1261"/>
                    <a:pt x="3860" y="1245"/>
                    <a:pt x="3828" y="1245"/>
                  </a:cubicBezTo>
                  <a:cubicBezTo>
                    <a:pt x="3813" y="1245"/>
                    <a:pt x="3765" y="1229"/>
                    <a:pt x="3734" y="1229"/>
                  </a:cubicBezTo>
                  <a:lnTo>
                    <a:pt x="3734" y="1229"/>
                  </a:lnTo>
                  <a:cubicBezTo>
                    <a:pt x="3734" y="1277"/>
                    <a:pt x="3750" y="1292"/>
                    <a:pt x="3719" y="1324"/>
                  </a:cubicBezTo>
                  <a:cubicBezTo>
                    <a:pt x="3702" y="1324"/>
                    <a:pt x="3687" y="1308"/>
                    <a:pt x="3671" y="1292"/>
                  </a:cubicBezTo>
                  <a:lnTo>
                    <a:pt x="3671" y="1340"/>
                  </a:lnTo>
                  <a:lnTo>
                    <a:pt x="3671" y="1340"/>
                  </a:lnTo>
                  <a:lnTo>
                    <a:pt x="3576" y="1324"/>
                  </a:lnTo>
                  <a:lnTo>
                    <a:pt x="3576" y="1324"/>
                  </a:lnTo>
                  <a:lnTo>
                    <a:pt x="3671" y="1340"/>
                  </a:lnTo>
                  <a:cubicBezTo>
                    <a:pt x="3656" y="1387"/>
                    <a:pt x="3624" y="1403"/>
                    <a:pt x="3593" y="1403"/>
                  </a:cubicBezTo>
                  <a:lnTo>
                    <a:pt x="3561" y="1403"/>
                  </a:lnTo>
                  <a:cubicBezTo>
                    <a:pt x="3561" y="1403"/>
                    <a:pt x="3545" y="1403"/>
                    <a:pt x="3530" y="1387"/>
                  </a:cubicBezTo>
                  <a:cubicBezTo>
                    <a:pt x="3530" y="1403"/>
                    <a:pt x="3513" y="1403"/>
                    <a:pt x="3513" y="1403"/>
                  </a:cubicBezTo>
                  <a:cubicBezTo>
                    <a:pt x="3498" y="1403"/>
                    <a:pt x="3482" y="1403"/>
                    <a:pt x="3467" y="1418"/>
                  </a:cubicBezTo>
                  <a:cubicBezTo>
                    <a:pt x="3450" y="1418"/>
                    <a:pt x="3435" y="1434"/>
                    <a:pt x="3419" y="1450"/>
                  </a:cubicBezTo>
                  <a:cubicBezTo>
                    <a:pt x="3372" y="1498"/>
                    <a:pt x="3372" y="1513"/>
                    <a:pt x="3356" y="1576"/>
                  </a:cubicBezTo>
                  <a:cubicBezTo>
                    <a:pt x="3341" y="1561"/>
                    <a:pt x="3341" y="1561"/>
                    <a:pt x="3324" y="1561"/>
                  </a:cubicBezTo>
                  <a:cubicBezTo>
                    <a:pt x="3309" y="1561"/>
                    <a:pt x="3309" y="1561"/>
                    <a:pt x="3293" y="1576"/>
                  </a:cubicBezTo>
                  <a:cubicBezTo>
                    <a:pt x="3278" y="1592"/>
                    <a:pt x="3293" y="1639"/>
                    <a:pt x="3309" y="1670"/>
                  </a:cubicBezTo>
                  <a:cubicBezTo>
                    <a:pt x="3198" y="1718"/>
                    <a:pt x="3261" y="1813"/>
                    <a:pt x="3167" y="1876"/>
                  </a:cubicBezTo>
                  <a:cubicBezTo>
                    <a:pt x="3088" y="1907"/>
                    <a:pt x="2994" y="1922"/>
                    <a:pt x="2899" y="1939"/>
                  </a:cubicBezTo>
                  <a:cubicBezTo>
                    <a:pt x="2788" y="1954"/>
                    <a:pt x="2694" y="1970"/>
                    <a:pt x="2599" y="2017"/>
                  </a:cubicBezTo>
                  <a:cubicBezTo>
                    <a:pt x="2521" y="2080"/>
                    <a:pt x="2584" y="2143"/>
                    <a:pt x="2584" y="2222"/>
                  </a:cubicBezTo>
                  <a:cubicBezTo>
                    <a:pt x="2521" y="2206"/>
                    <a:pt x="2458" y="2191"/>
                    <a:pt x="2395" y="2191"/>
                  </a:cubicBezTo>
                  <a:cubicBezTo>
                    <a:pt x="2364" y="2191"/>
                    <a:pt x="2332" y="2191"/>
                    <a:pt x="2316" y="2206"/>
                  </a:cubicBezTo>
                  <a:cubicBezTo>
                    <a:pt x="2316" y="2222"/>
                    <a:pt x="2316" y="2222"/>
                    <a:pt x="2301" y="2237"/>
                  </a:cubicBezTo>
                  <a:lnTo>
                    <a:pt x="2284" y="2237"/>
                  </a:lnTo>
                  <a:lnTo>
                    <a:pt x="2284" y="2237"/>
                  </a:lnTo>
                  <a:lnTo>
                    <a:pt x="2301" y="2237"/>
                  </a:lnTo>
                  <a:lnTo>
                    <a:pt x="2301" y="2237"/>
                  </a:lnTo>
                  <a:cubicBezTo>
                    <a:pt x="2301" y="2269"/>
                    <a:pt x="2269" y="2300"/>
                    <a:pt x="2238" y="2300"/>
                  </a:cubicBezTo>
                  <a:cubicBezTo>
                    <a:pt x="2221" y="2363"/>
                    <a:pt x="2238" y="2411"/>
                    <a:pt x="2190" y="2443"/>
                  </a:cubicBezTo>
                  <a:cubicBezTo>
                    <a:pt x="2158" y="2458"/>
                    <a:pt x="2112" y="2474"/>
                    <a:pt x="2080" y="2474"/>
                  </a:cubicBezTo>
                  <a:lnTo>
                    <a:pt x="2064" y="2474"/>
                  </a:lnTo>
                  <a:lnTo>
                    <a:pt x="2032" y="2474"/>
                  </a:lnTo>
                  <a:lnTo>
                    <a:pt x="2001" y="2474"/>
                  </a:lnTo>
                  <a:lnTo>
                    <a:pt x="1986" y="2474"/>
                  </a:lnTo>
                  <a:cubicBezTo>
                    <a:pt x="1938" y="2489"/>
                    <a:pt x="1891" y="2537"/>
                    <a:pt x="1860" y="2569"/>
                  </a:cubicBezTo>
                  <a:cubicBezTo>
                    <a:pt x="1780" y="2632"/>
                    <a:pt x="1717" y="2710"/>
                    <a:pt x="1654" y="2773"/>
                  </a:cubicBezTo>
                  <a:cubicBezTo>
                    <a:pt x="1607" y="2821"/>
                    <a:pt x="1433" y="2884"/>
                    <a:pt x="1387" y="2947"/>
                  </a:cubicBezTo>
                  <a:cubicBezTo>
                    <a:pt x="1387" y="2979"/>
                    <a:pt x="1370" y="3010"/>
                    <a:pt x="1355" y="3025"/>
                  </a:cubicBezTo>
                  <a:cubicBezTo>
                    <a:pt x="1339" y="3057"/>
                    <a:pt x="1307" y="3057"/>
                    <a:pt x="1276" y="3057"/>
                  </a:cubicBezTo>
                  <a:lnTo>
                    <a:pt x="1244" y="3057"/>
                  </a:lnTo>
                  <a:lnTo>
                    <a:pt x="1166" y="3057"/>
                  </a:lnTo>
                  <a:cubicBezTo>
                    <a:pt x="1150" y="3042"/>
                    <a:pt x="1118" y="3042"/>
                    <a:pt x="1103" y="3042"/>
                  </a:cubicBezTo>
                  <a:cubicBezTo>
                    <a:pt x="1087" y="3042"/>
                    <a:pt x="1055" y="3042"/>
                    <a:pt x="1040" y="3057"/>
                  </a:cubicBezTo>
                  <a:cubicBezTo>
                    <a:pt x="992" y="3073"/>
                    <a:pt x="961" y="3088"/>
                    <a:pt x="946" y="3120"/>
                  </a:cubicBezTo>
                  <a:lnTo>
                    <a:pt x="946" y="3136"/>
                  </a:lnTo>
                  <a:lnTo>
                    <a:pt x="946" y="3136"/>
                  </a:lnTo>
                  <a:lnTo>
                    <a:pt x="946" y="3136"/>
                  </a:lnTo>
                  <a:lnTo>
                    <a:pt x="946" y="3136"/>
                  </a:lnTo>
                  <a:lnTo>
                    <a:pt x="946" y="3136"/>
                  </a:lnTo>
                  <a:cubicBezTo>
                    <a:pt x="946" y="3136"/>
                    <a:pt x="946" y="3151"/>
                    <a:pt x="929" y="3151"/>
                  </a:cubicBezTo>
                  <a:lnTo>
                    <a:pt x="929" y="3183"/>
                  </a:lnTo>
                  <a:cubicBezTo>
                    <a:pt x="929" y="3231"/>
                    <a:pt x="946" y="3294"/>
                    <a:pt x="914" y="3340"/>
                  </a:cubicBezTo>
                  <a:cubicBezTo>
                    <a:pt x="883" y="3388"/>
                    <a:pt x="803" y="3403"/>
                    <a:pt x="740" y="3420"/>
                  </a:cubicBezTo>
                  <a:cubicBezTo>
                    <a:pt x="725" y="3435"/>
                    <a:pt x="551" y="3420"/>
                    <a:pt x="536" y="3451"/>
                  </a:cubicBezTo>
                  <a:lnTo>
                    <a:pt x="536" y="3451"/>
                  </a:lnTo>
                  <a:cubicBezTo>
                    <a:pt x="551" y="3483"/>
                    <a:pt x="646" y="3561"/>
                    <a:pt x="677" y="3624"/>
                  </a:cubicBezTo>
                  <a:cubicBezTo>
                    <a:pt x="694" y="3609"/>
                    <a:pt x="725" y="3592"/>
                    <a:pt x="757" y="3592"/>
                  </a:cubicBezTo>
                  <a:lnTo>
                    <a:pt x="772" y="3592"/>
                  </a:lnTo>
                  <a:cubicBezTo>
                    <a:pt x="820" y="3609"/>
                    <a:pt x="835" y="3655"/>
                    <a:pt x="835" y="3703"/>
                  </a:cubicBezTo>
                  <a:cubicBezTo>
                    <a:pt x="820" y="3735"/>
                    <a:pt x="788" y="3766"/>
                    <a:pt x="757" y="3766"/>
                  </a:cubicBezTo>
                  <a:lnTo>
                    <a:pt x="725" y="3766"/>
                  </a:lnTo>
                  <a:cubicBezTo>
                    <a:pt x="709" y="3750"/>
                    <a:pt x="677" y="3735"/>
                    <a:pt x="677" y="3718"/>
                  </a:cubicBezTo>
                  <a:cubicBezTo>
                    <a:pt x="646" y="3718"/>
                    <a:pt x="631" y="3718"/>
                    <a:pt x="614" y="3750"/>
                  </a:cubicBezTo>
                  <a:cubicBezTo>
                    <a:pt x="646" y="3766"/>
                    <a:pt x="677" y="3829"/>
                    <a:pt x="694" y="3861"/>
                  </a:cubicBezTo>
                  <a:lnTo>
                    <a:pt x="677" y="3861"/>
                  </a:lnTo>
                  <a:cubicBezTo>
                    <a:pt x="662" y="3861"/>
                    <a:pt x="646" y="3861"/>
                    <a:pt x="631" y="3844"/>
                  </a:cubicBezTo>
                  <a:lnTo>
                    <a:pt x="583" y="3844"/>
                  </a:lnTo>
                  <a:cubicBezTo>
                    <a:pt x="568" y="3844"/>
                    <a:pt x="551" y="3861"/>
                    <a:pt x="583" y="3924"/>
                  </a:cubicBezTo>
                  <a:cubicBezTo>
                    <a:pt x="599" y="3955"/>
                    <a:pt x="551" y="4018"/>
                    <a:pt x="551" y="4050"/>
                  </a:cubicBezTo>
                  <a:cubicBezTo>
                    <a:pt x="551" y="4081"/>
                    <a:pt x="583" y="4081"/>
                    <a:pt x="583" y="4097"/>
                  </a:cubicBezTo>
                  <a:cubicBezTo>
                    <a:pt x="583" y="4128"/>
                    <a:pt x="599" y="4144"/>
                    <a:pt x="599" y="4160"/>
                  </a:cubicBezTo>
                  <a:lnTo>
                    <a:pt x="599" y="4160"/>
                  </a:lnTo>
                  <a:lnTo>
                    <a:pt x="631" y="4160"/>
                  </a:lnTo>
                  <a:lnTo>
                    <a:pt x="646" y="4160"/>
                  </a:lnTo>
                  <a:cubicBezTo>
                    <a:pt x="694" y="4176"/>
                    <a:pt x="725" y="4223"/>
                    <a:pt x="709" y="4254"/>
                  </a:cubicBezTo>
                  <a:lnTo>
                    <a:pt x="709" y="4254"/>
                  </a:lnTo>
                  <a:lnTo>
                    <a:pt x="614" y="4239"/>
                  </a:lnTo>
                  <a:lnTo>
                    <a:pt x="614" y="4239"/>
                  </a:lnTo>
                  <a:lnTo>
                    <a:pt x="709" y="4254"/>
                  </a:lnTo>
                  <a:cubicBezTo>
                    <a:pt x="709" y="4302"/>
                    <a:pt x="677" y="4334"/>
                    <a:pt x="631" y="4334"/>
                  </a:cubicBezTo>
                  <a:lnTo>
                    <a:pt x="614" y="4334"/>
                  </a:lnTo>
                  <a:cubicBezTo>
                    <a:pt x="599" y="4317"/>
                    <a:pt x="583" y="4317"/>
                    <a:pt x="568" y="4302"/>
                  </a:cubicBezTo>
                  <a:cubicBezTo>
                    <a:pt x="536" y="4349"/>
                    <a:pt x="457" y="4475"/>
                    <a:pt x="442" y="4523"/>
                  </a:cubicBezTo>
                  <a:cubicBezTo>
                    <a:pt x="425" y="4569"/>
                    <a:pt x="457" y="4569"/>
                    <a:pt x="442" y="4617"/>
                  </a:cubicBezTo>
                  <a:cubicBezTo>
                    <a:pt x="410" y="4712"/>
                    <a:pt x="457" y="4775"/>
                    <a:pt x="410" y="4853"/>
                  </a:cubicBezTo>
                  <a:cubicBezTo>
                    <a:pt x="394" y="4884"/>
                    <a:pt x="362" y="4884"/>
                    <a:pt x="347" y="4901"/>
                  </a:cubicBezTo>
                  <a:cubicBezTo>
                    <a:pt x="347" y="4916"/>
                    <a:pt x="362" y="4964"/>
                    <a:pt x="362" y="4979"/>
                  </a:cubicBezTo>
                  <a:cubicBezTo>
                    <a:pt x="378" y="5027"/>
                    <a:pt x="425" y="5199"/>
                    <a:pt x="347" y="5199"/>
                  </a:cubicBezTo>
                  <a:cubicBezTo>
                    <a:pt x="331" y="5247"/>
                    <a:pt x="347" y="5279"/>
                    <a:pt x="347" y="5310"/>
                  </a:cubicBezTo>
                  <a:cubicBezTo>
                    <a:pt x="362" y="5294"/>
                    <a:pt x="378" y="5294"/>
                    <a:pt x="394" y="5294"/>
                  </a:cubicBezTo>
                  <a:lnTo>
                    <a:pt x="425" y="5294"/>
                  </a:lnTo>
                  <a:cubicBezTo>
                    <a:pt x="457" y="5294"/>
                    <a:pt x="488" y="5342"/>
                    <a:pt x="488" y="5389"/>
                  </a:cubicBezTo>
                  <a:lnTo>
                    <a:pt x="347" y="5357"/>
                  </a:lnTo>
                  <a:lnTo>
                    <a:pt x="347" y="5357"/>
                  </a:lnTo>
                  <a:lnTo>
                    <a:pt x="488" y="5389"/>
                  </a:lnTo>
                  <a:lnTo>
                    <a:pt x="488" y="5389"/>
                  </a:lnTo>
                  <a:cubicBezTo>
                    <a:pt x="473" y="5436"/>
                    <a:pt x="442" y="5452"/>
                    <a:pt x="394" y="5452"/>
                  </a:cubicBezTo>
                  <a:lnTo>
                    <a:pt x="378" y="5452"/>
                  </a:lnTo>
                  <a:cubicBezTo>
                    <a:pt x="347" y="5452"/>
                    <a:pt x="331" y="5420"/>
                    <a:pt x="315" y="5389"/>
                  </a:cubicBezTo>
                  <a:lnTo>
                    <a:pt x="315" y="5405"/>
                  </a:lnTo>
                  <a:cubicBezTo>
                    <a:pt x="299" y="5420"/>
                    <a:pt x="252" y="5405"/>
                    <a:pt x="236" y="5452"/>
                  </a:cubicBezTo>
                  <a:cubicBezTo>
                    <a:pt x="236" y="5468"/>
                    <a:pt x="252" y="5483"/>
                    <a:pt x="252" y="5499"/>
                  </a:cubicBezTo>
                  <a:cubicBezTo>
                    <a:pt x="252" y="5546"/>
                    <a:pt x="284" y="5594"/>
                    <a:pt x="284" y="5657"/>
                  </a:cubicBezTo>
                  <a:cubicBezTo>
                    <a:pt x="268" y="5704"/>
                    <a:pt x="284" y="5752"/>
                    <a:pt x="268" y="5783"/>
                  </a:cubicBezTo>
                  <a:cubicBezTo>
                    <a:pt x="268" y="5815"/>
                    <a:pt x="268" y="5815"/>
                    <a:pt x="236" y="5830"/>
                  </a:cubicBezTo>
                  <a:cubicBezTo>
                    <a:pt x="173" y="5909"/>
                    <a:pt x="126" y="6082"/>
                    <a:pt x="142" y="6176"/>
                  </a:cubicBezTo>
                  <a:cubicBezTo>
                    <a:pt x="158" y="6239"/>
                    <a:pt x="142" y="6239"/>
                    <a:pt x="126" y="6239"/>
                  </a:cubicBezTo>
                  <a:lnTo>
                    <a:pt x="110" y="6239"/>
                  </a:lnTo>
                  <a:lnTo>
                    <a:pt x="110" y="6239"/>
                  </a:lnTo>
                  <a:cubicBezTo>
                    <a:pt x="95" y="6239"/>
                    <a:pt x="63" y="6239"/>
                    <a:pt x="32" y="6287"/>
                  </a:cubicBezTo>
                  <a:cubicBezTo>
                    <a:pt x="15" y="6319"/>
                    <a:pt x="0" y="6365"/>
                    <a:pt x="15" y="6413"/>
                  </a:cubicBezTo>
                  <a:cubicBezTo>
                    <a:pt x="15" y="6476"/>
                    <a:pt x="32" y="6491"/>
                    <a:pt x="95" y="6523"/>
                  </a:cubicBezTo>
                  <a:cubicBezTo>
                    <a:pt x="79" y="6508"/>
                    <a:pt x="79" y="6491"/>
                    <a:pt x="95" y="6476"/>
                  </a:cubicBezTo>
                  <a:lnTo>
                    <a:pt x="221" y="6508"/>
                  </a:lnTo>
                  <a:cubicBezTo>
                    <a:pt x="189" y="6539"/>
                    <a:pt x="158" y="6554"/>
                    <a:pt x="126" y="6571"/>
                  </a:cubicBezTo>
                  <a:cubicBezTo>
                    <a:pt x="110" y="6554"/>
                    <a:pt x="95" y="6554"/>
                    <a:pt x="95" y="6523"/>
                  </a:cubicBezTo>
                  <a:cubicBezTo>
                    <a:pt x="95" y="6571"/>
                    <a:pt x="79" y="6602"/>
                    <a:pt x="126" y="6617"/>
                  </a:cubicBezTo>
                  <a:lnTo>
                    <a:pt x="126" y="6617"/>
                  </a:lnTo>
                  <a:cubicBezTo>
                    <a:pt x="158" y="6617"/>
                    <a:pt x="268" y="6539"/>
                    <a:pt x="299" y="6523"/>
                  </a:cubicBezTo>
                  <a:cubicBezTo>
                    <a:pt x="299" y="6508"/>
                    <a:pt x="315" y="6476"/>
                    <a:pt x="315" y="6476"/>
                  </a:cubicBezTo>
                  <a:cubicBezTo>
                    <a:pt x="331" y="6460"/>
                    <a:pt x="347" y="6460"/>
                    <a:pt x="362" y="6460"/>
                  </a:cubicBezTo>
                  <a:cubicBezTo>
                    <a:pt x="410" y="6460"/>
                    <a:pt x="488" y="6491"/>
                    <a:pt x="536" y="6491"/>
                  </a:cubicBezTo>
                  <a:cubicBezTo>
                    <a:pt x="551" y="6491"/>
                    <a:pt x="583" y="6508"/>
                    <a:pt x="599" y="6508"/>
                  </a:cubicBezTo>
                  <a:lnTo>
                    <a:pt x="614" y="6508"/>
                  </a:lnTo>
                  <a:cubicBezTo>
                    <a:pt x="646" y="6508"/>
                    <a:pt x="662" y="6476"/>
                    <a:pt x="694" y="6476"/>
                  </a:cubicBezTo>
                  <a:lnTo>
                    <a:pt x="709" y="6476"/>
                  </a:lnTo>
                  <a:cubicBezTo>
                    <a:pt x="757" y="6476"/>
                    <a:pt x="803" y="6491"/>
                    <a:pt x="835" y="6523"/>
                  </a:cubicBezTo>
                  <a:cubicBezTo>
                    <a:pt x="851" y="6554"/>
                    <a:pt x="851" y="6586"/>
                    <a:pt x="898" y="6586"/>
                  </a:cubicBezTo>
                  <a:lnTo>
                    <a:pt x="898" y="6586"/>
                  </a:lnTo>
                  <a:cubicBezTo>
                    <a:pt x="914" y="6586"/>
                    <a:pt x="929" y="6586"/>
                    <a:pt x="946" y="6571"/>
                  </a:cubicBezTo>
                  <a:lnTo>
                    <a:pt x="1009" y="6571"/>
                  </a:lnTo>
                  <a:lnTo>
                    <a:pt x="1009" y="6571"/>
                  </a:lnTo>
                  <a:cubicBezTo>
                    <a:pt x="1087" y="6571"/>
                    <a:pt x="1072" y="6680"/>
                    <a:pt x="1135" y="6697"/>
                  </a:cubicBezTo>
                  <a:lnTo>
                    <a:pt x="1135" y="6728"/>
                  </a:lnTo>
                  <a:lnTo>
                    <a:pt x="1150" y="6728"/>
                  </a:lnTo>
                  <a:lnTo>
                    <a:pt x="1181" y="6728"/>
                  </a:lnTo>
                  <a:lnTo>
                    <a:pt x="1213" y="6728"/>
                  </a:lnTo>
                  <a:lnTo>
                    <a:pt x="1229" y="6728"/>
                  </a:lnTo>
                  <a:cubicBezTo>
                    <a:pt x="1261" y="6728"/>
                    <a:pt x="1307" y="6728"/>
                    <a:pt x="1339" y="6744"/>
                  </a:cubicBezTo>
                  <a:cubicBezTo>
                    <a:pt x="1387" y="6775"/>
                    <a:pt x="1433" y="6807"/>
                    <a:pt x="1497" y="6823"/>
                  </a:cubicBezTo>
                  <a:cubicBezTo>
                    <a:pt x="1513" y="6838"/>
                    <a:pt x="1591" y="6854"/>
                    <a:pt x="1639" y="6854"/>
                  </a:cubicBezTo>
                  <a:cubicBezTo>
                    <a:pt x="1670" y="6854"/>
                    <a:pt x="1702" y="6838"/>
                    <a:pt x="1702" y="6807"/>
                  </a:cubicBezTo>
                  <a:cubicBezTo>
                    <a:pt x="1717" y="6838"/>
                    <a:pt x="1749" y="6838"/>
                    <a:pt x="1780" y="6838"/>
                  </a:cubicBezTo>
                  <a:cubicBezTo>
                    <a:pt x="1828" y="6838"/>
                    <a:pt x="1891" y="6823"/>
                    <a:pt x="1923" y="6823"/>
                  </a:cubicBezTo>
                  <a:lnTo>
                    <a:pt x="1938" y="6823"/>
                  </a:lnTo>
                  <a:cubicBezTo>
                    <a:pt x="2001" y="6823"/>
                    <a:pt x="2017" y="6886"/>
                    <a:pt x="2080" y="6901"/>
                  </a:cubicBezTo>
                  <a:cubicBezTo>
                    <a:pt x="2127" y="6901"/>
                    <a:pt x="2158" y="6917"/>
                    <a:pt x="2206" y="6917"/>
                  </a:cubicBezTo>
                  <a:cubicBezTo>
                    <a:pt x="2238" y="6933"/>
                    <a:pt x="2253" y="6949"/>
                    <a:pt x="2284" y="6964"/>
                  </a:cubicBezTo>
                  <a:lnTo>
                    <a:pt x="2284" y="6964"/>
                  </a:lnTo>
                  <a:cubicBezTo>
                    <a:pt x="2316" y="6964"/>
                    <a:pt x="2364" y="6933"/>
                    <a:pt x="2395" y="6917"/>
                  </a:cubicBezTo>
                  <a:lnTo>
                    <a:pt x="2410" y="6917"/>
                  </a:lnTo>
                  <a:cubicBezTo>
                    <a:pt x="2427" y="6917"/>
                    <a:pt x="2442" y="6933"/>
                    <a:pt x="2473" y="6933"/>
                  </a:cubicBezTo>
                  <a:lnTo>
                    <a:pt x="2473" y="6901"/>
                  </a:lnTo>
                  <a:cubicBezTo>
                    <a:pt x="2458" y="6901"/>
                    <a:pt x="2427" y="6886"/>
                    <a:pt x="2410" y="6886"/>
                  </a:cubicBezTo>
                  <a:lnTo>
                    <a:pt x="2427" y="6886"/>
                  </a:lnTo>
                  <a:lnTo>
                    <a:pt x="2442" y="6886"/>
                  </a:lnTo>
                  <a:cubicBezTo>
                    <a:pt x="2490" y="6886"/>
                    <a:pt x="2521" y="6933"/>
                    <a:pt x="2505" y="6964"/>
                  </a:cubicBezTo>
                  <a:lnTo>
                    <a:pt x="2490" y="6964"/>
                  </a:lnTo>
                  <a:cubicBezTo>
                    <a:pt x="2490" y="6996"/>
                    <a:pt x="2490" y="7012"/>
                    <a:pt x="2505" y="7012"/>
                  </a:cubicBezTo>
                  <a:lnTo>
                    <a:pt x="2505" y="7012"/>
                  </a:lnTo>
                  <a:cubicBezTo>
                    <a:pt x="2521" y="7012"/>
                    <a:pt x="2568" y="6996"/>
                    <a:pt x="2584" y="6996"/>
                  </a:cubicBezTo>
                  <a:lnTo>
                    <a:pt x="2631" y="6996"/>
                  </a:lnTo>
                  <a:cubicBezTo>
                    <a:pt x="2647" y="6996"/>
                    <a:pt x="2679" y="6996"/>
                    <a:pt x="2710" y="7012"/>
                  </a:cubicBezTo>
                  <a:cubicBezTo>
                    <a:pt x="2725" y="7012"/>
                    <a:pt x="2757" y="7027"/>
                    <a:pt x="2773" y="7027"/>
                  </a:cubicBezTo>
                  <a:lnTo>
                    <a:pt x="2788" y="7027"/>
                  </a:lnTo>
                  <a:cubicBezTo>
                    <a:pt x="2820" y="7027"/>
                    <a:pt x="2852" y="6996"/>
                    <a:pt x="2883" y="6996"/>
                  </a:cubicBezTo>
                  <a:lnTo>
                    <a:pt x="2899" y="6996"/>
                  </a:lnTo>
                  <a:cubicBezTo>
                    <a:pt x="2946" y="6996"/>
                    <a:pt x="2962" y="7027"/>
                    <a:pt x="2994" y="7043"/>
                  </a:cubicBezTo>
                  <a:cubicBezTo>
                    <a:pt x="3009" y="7059"/>
                    <a:pt x="3025" y="7059"/>
                    <a:pt x="3041" y="7059"/>
                  </a:cubicBezTo>
                  <a:cubicBezTo>
                    <a:pt x="3072" y="7059"/>
                    <a:pt x="3104" y="7059"/>
                    <a:pt x="3120" y="7043"/>
                  </a:cubicBezTo>
                  <a:lnTo>
                    <a:pt x="3167" y="7043"/>
                  </a:lnTo>
                  <a:cubicBezTo>
                    <a:pt x="3215" y="7043"/>
                    <a:pt x="3230" y="7059"/>
                    <a:pt x="3278" y="7075"/>
                  </a:cubicBezTo>
                  <a:cubicBezTo>
                    <a:pt x="3356" y="7107"/>
                    <a:pt x="3467" y="7107"/>
                    <a:pt x="3561" y="7138"/>
                  </a:cubicBezTo>
                  <a:cubicBezTo>
                    <a:pt x="3639" y="7185"/>
                    <a:pt x="3671" y="7248"/>
                    <a:pt x="3782" y="7248"/>
                  </a:cubicBezTo>
                  <a:lnTo>
                    <a:pt x="3782" y="7248"/>
                  </a:lnTo>
                  <a:lnTo>
                    <a:pt x="3860" y="7248"/>
                  </a:lnTo>
                  <a:lnTo>
                    <a:pt x="3908" y="7248"/>
                  </a:lnTo>
                  <a:cubicBezTo>
                    <a:pt x="3954" y="7264"/>
                    <a:pt x="4017" y="7279"/>
                    <a:pt x="4065" y="7279"/>
                  </a:cubicBezTo>
                  <a:cubicBezTo>
                    <a:pt x="4097" y="7296"/>
                    <a:pt x="4128" y="7296"/>
                    <a:pt x="4160" y="7296"/>
                  </a:cubicBezTo>
                  <a:lnTo>
                    <a:pt x="4206" y="7296"/>
                  </a:lnTo>
                  <a:cubicBezTo>
                    <a:pt x="4238" y="7279"/>
                    <a:pt x="4270" y="7248"/>
                    <a:pt x="4317" y="7248"/>
                  </a:cubicBezTo>
                  <a:lnTo>
                    <a:pt x="4333" y="7248"/>
                  </a:lnTo>
                  <a:cubicBezTo>
                    <a:pt x="4333" y="7264"/>
                    <a:pt x="4333" y="7279"/>
                    <a:pt x="4349" y="7296"/>
                  </a:cubicBezTo>
                  <a:cubicBezTo>
                    <a:pt x="4364" y="7311"/>
                    <a:pt x="4396" y="7327"/>
                    <a:pt x="4412" y="7342"/>
                  </a:cubicBezTo>
                  <a:cubicBezTo>
                    <a:pt x="4443" y="7359"/>
                    <a:pt x="4459" y="7359"/>
                    <a:pt x="4490" y="7374"/>
                  </a:cubicBezTo>
                  <a:cubicBezTo>
                    <a:pt x="4538" y="7405"/>
                    <a:pt x="4664" y="7422"/>
                    <a:pt x="4727" y="7437"/>
                  </a:cubicBezTo>
                  <a:cubicBezTo>
                    <a:pt x="4742" y="7453"/>
                    <a:pt x="4759" y="7453"/>
                    <a:pt x="4759" y="7453"/>
                  </a:cubicBezTo>
                  <a:cubicBezTo>
                    <a:pt x="4790" y="7453"/>
                    <a:pt x="4822" y="7437"/>
                    <a:pt x="4853" y="7422"/>
                  </a:cubicBezTo>
                  <a:lnTo>
                    <a:pt x="4868" y="7422"/>
                  </a:lnTo>
                  <a:lnTo>
                    <a:pt x="4868" y="7422"/>
                  </a:lnTo>
                  <a:lnTo>
                    <a:pt x="4885" y="7422"/>
                  </a:lnTo>
                  <a:lnTo>
                    <a:pt x="4900" y="7422"/>
                  </a:lnTo>
                  <a:cubicBezTo>
                    <a:pt x="4916" y="7422"/>
                    <a:pt x="4931" y="7390"/>
                    <a:pt x="4931" y="7390"/>
                  </a:cubicBezTo>
                  <a:cubicBezTo>
                    <a:pt x="4931" y="7390"/>
                    <a:pt x="4931" y="7374"/>
                    <a:pt x="4948" y="7374"/>
                  </a:cubicBezTo>
                  <a:lnTo>
                    <a:pt x="4948" y="7374"/>
                  </a:lnTo>
                  <a:lnTo>
                    <a:pt x="4963" y="7374"/>
                  </a:lnTo>
                  <a:cubicBezTo>
                    <a:pt x="4963" y="7374"/>
                    <a:pt x="4979" y="7374"/>
                    <a:pt x="4979" y="7390"/>
                  </a:cubicBezTo>
                  <a:lnTo>
                    <a:pt x="5026" y="7390"/>
                  </a:lnTo>
                  <a:cubicBezTo>
                    <a:pt x="5074" y="7405"/>
                    <a:pt x="5089" y="7453"/>
                    <a:pt x="5137" y="7485"/>
                  </a:cubicBezTo>
                  <a:lnTo>
                    <a:pt x="5168" y="7485"/>
                  </a:lnTo>
                  <a:lnTo>
                    <a:pt x="5200" y="7485"/>
                  </a:lnTo>
                  <a:lnTo>
                    <a:pt x="5231" y="7485"/>
                  </a:lnTo>
                  <a:lnTo>
                    <a:pt x="5246" y="7485"/>
                  </a:lnTo>
                  <a:cubicBezTo>
                    <a:pt x="5278" y="7485"/>
                    <a:pt x="5341" y="7500"/>
                    <a:pt x="5372" y="7500"/>
                  </a:cubicBezTo>
                  <a:cubicBezTo>
                    <a:pt x="5404" y="7516"/>
                    <a:pt x="5435" y="7548"/>
                    <a:pt x="5452" y="7579"/>
                  </a:cubicBezTo>
                  <a:cubicBezTo>
                    <a:pt x="5467" y="7594"/>
                    <a:pt x="5467" y="7626"/>
                    <a:pt x="5467" y="7642"/>
                  </a:cubicBezTo>
                  <a:cubicBezTo>
                    <a:pt x="5483" y="7657"/>
                    <a:pt x="5515" y="7657"/>
                    <a:pt x="5546" y="7657"/>
                  </a:cubicBezTo>
                  <a:lnTo>
                    <a:pt x="5593" y="7657"/>
                  </a:lnTo>
                  <a:lnTo>
                    <a:pt x="5641" y="7657"/>
                  </a:lnTo>
                  <a:lnTo>
                    <a:pt x="5656" y="7657"/>
                  </a:lnTo>
                  <a:lnTo>
                    <a:pt x="5704" y="7657"/>
                  </a:lnTo>
                  <a:cubicBezTo>
                    <a:pt x="5719" y="7674"/>
                    <a:pt x="5719" y="7689"/>
                    <a:pt x="5735" y="7705"/>
                  </a:cubicBezTo>
                  <a:cubicBezTo>
                    <a:pt x="5751" y="7720"/>
                    <a:pt x="5798" y="7737"/>
                    <a:pt x="5830" y="7737"/>
                  </a:cubicBezTo>
                  <a:lnTo>
                    <a:pt x="5861" y="7737"/>
                  </a:lnTo>
                  <a:cubicBezTo>
                    <a:pt x="5908" y="7720"/>
                    <a:pt x="5908" y="7657"/>
                    <a:pt x="5956" y="7642"/>
                  </a:cubicBezTo>
                  <a:lnTo>
                    <a:pt x="5956" y="7642"/>
                  </a:lnTo>
                  <a:cubicBezTo>
                    <a:pt x="5988" y="7642"/>
                    <a:pt x="6019" y="7674"/>
                    <a:pt x="6051" y="7674"/>
                  </a:cubicBezTo>
                  <a:lnTo>
                    <a:pt x="6051" y="7674"/>
                  </a:lnTo>
                  <a:cubicBezTo>
                    <a:pt x="6066" y="7674"/>
                    <a:pt x="6097" y="7657"/>
                    <a:pt x="6114" y="7657"/>
                  </a:cubicBezTo>
                  <a:lnTo>
                    <a:pt x="6114" y="7657"/>
                  </a:lnTo>
                  <a:cubicBezTo>
                    <a:pt x="6177" y="7657"/>
                    <a:pt x="6240" y="7689"/>
                    <a:pt x="6303" y="7705"/>
                  </a:cubicBezTo>
                  <a:cubicBezTo>
                    <a:pt x="6349" y="7705"/>
                    <a:pt x="6349" y="7720"/>
                    <a:pt x="6381" y="7737"/>
                  </a:cubicBezTo>
                  <a:lnTo>
                    <a:pt x="6429" y="7783"/>
                  </a:lnTo>
                  <a:cubicBezTo>
                    <a:pt x="6444" y="7800"/>
                    <a:pt x="6429" y="7815"/>
                    <a:pt x="6444" y="7815"/>
                  </a:cubicBezTo>
                  <a:cubicBezTo>
                    <a:pt x="6460" y="7800"/>
                    <a:pt x="6460" y="7800"/>
                    <a:pt x="6460" y="7783"/>
                  </a:cubicBezTo>
                  <a:lnTo>
                    <a:pt x="6523" y="7783"/>
                  </a:lnTo>
                  <a:cubicBezTo>
                    <a:pt x="6570" y="7783"/>
                    <a:pt x="6618" y="7783"/>
                    <a:pt x="6681" y="7800"/>
                  </a:cubicBezTo>
                  <a:cubicBezTo>
                    <a:pt x="6727" y="7815"/>
                    <a:pt x="6807" y="7815"/>
                    <a:pt x="6838" y="7831"/>
                  </a:cubicBezTo>
                  <a:cubicBezTo>
                    <a:pt x="6885" y="7846"/>
                    <a:pt x="6885" y="7894"/>
                    <a:pt x="6916" y="7894"/>
                  </a:cubicBezTo>
                  <a:lnTo>
                    <a:pt x="6933" y="7894"/>
                  </a:lnTo>
                  <a:cubicBezTo>
                    <a:pt x="6964" y="7894"/>
                    <a:pt x="6979" y="7863"/>
                    <a:pt x="7011" y="7863"/>
                  </a:cubicBezTo>
                  <a:lnTo>
                    <a:pt x="7011" y="7863"/>
                  </a:lnTo>
                  <a:cubicBezTo>
                    <a:pt x="7027" y="7863"/>
                    <a:pt x="7043" y="7878"/>
                    <a:pt x="7059" y="7878"/>
                  </a:cubicBezTo>
                  <a:cubicBezTo>
                    <a:pt x="7059" y="7909"/>
                    <a:pt x="7059" y="7957"/>
                    <a:pt x="7090" y="7957"/>
                  </a:cubicBezTo>
                  <a:lnTo>
                    <a:pt x="7122" y="7957"/>
                  </a:lnTo>
                  <a:cubicBezTo>
                    <a:pt x="7122" y="7941"/>
                    <a:pt x="7137" y="7926"/>
                    <a:pt x="7153" y="7909"/>
                  </a:cubicBezTo>
                  <a:lnTo>
                    <a:pt x="7185" y="7909"/>
                  </a:lnTo>
                  <a:lnTo>
                    <a:pt x="7232" y="7909"/>
                  </a:lnTo>
                  <a:cubicBezTo>
                    <a:pt x="7311" y="7926"/>
                    <a:pt x="7389" y="7941"/>
                    <a:pt x="7452" y="7957"/>
                  </a:cubicBezTo>
                  <a:cubicBezTo>
                    <a:pt x="7547" y="7972"/>
                    <a:pt x="7641" y="7989"/>
                    <a:pt x="7736" y="8020"/>
                  </a:cubicBezTo>
                  <a:cubicBezTo>
                    <a:pt x="7784" y="8020"/>
                    <a:pt x="7910" y="8020"/>
                    <a:pt x="7893" y="8115"/>
                  </a:cubicBezTo>
                  <a:cubicBezTo>
                    <a:pt x="7925" y="8130"/>
                    <a:pt x="7941" y="8130"/>
                    <a:pt x="7956" y="8130"/>
                  </a:cubicBezTo>
                  <a:cubicBezTo>
                    <a:pt x="8004" y="8130"/>
                    <a:pt x="8036" y="8115"/>
                    <a:pt x="8082" y="8098"/>
                  </a:cubicBezTo>
                  <a:lnTo>
                    <a:pt x="8145" y="8098"/>
                  </a:lnTo>
                  <a:cubicBezTo>
                    <a:pt x="8177" y="8098"/>
                    <a:pt x="8225" y="8115"/>
                    <a:pt x="8240" y="8130"/>
                  </a:cubicBezTo>
                  <a:cubicBezTo>
                    <a:pt x="8256" y="8146"/>
                    <a:pt x="8256" y="8162"/>
                    <a:pt x="8288" y="8178"/>
                  </a:cubicBezTo>
                  <a:lnTo>
                    <a:pt x="8288" y="8178"/>
                  </a:lnTo>
                  <a:cubicBezTo>
                    <a:pt x="8303" y="8178"/>
                    <a:pt x="8319" y="8162"/>
                    <a:pt x="8334" y="8162"/>
                  </a:cubicBezTo>
                  <a:lnTo>
                    <a:pt x="8414" y="8162"/>
                  </a:lnTo>
                  <a:cubicBezTo>
                    <a:pt x="8429" y="8146"/>
                    <a:pt x="8461" y="8146"/>
                    <a:pt x="8477" y="8146"/>
                  </a:cubicBezTo>
                  <a:cubicBezTo>
                    <a:pt x="8524" y="8146"/>
                    <a:pt x="8555" y="8162"/>
                    <a:pt x="8587" y="8162"/>
                  </a:cubicBezTo>
                  <a:cubicBezTo>
                    <a:pt x="8603" y="8162"/>
                    <a:pt x="8618" y="8146"/>
                    <a:pt x="8634" y="8146"/>
                  </a:cubicBezTo>
                  <a:cubicBezTo>
                    <a:pt x="8618" y="8162"/>
                    <a:pt x="8603" y="8178"/>
                    <a:pt x="8587" y="8178"/>
                  </a:cubicBezTo>
                  <a:lnTo>
                    <a:pt x="8587" y="8225"/>
                  </a:lnTo>
                  <a:cubicBezTo>
                    <a:pt x="8618" y="8225"/>
                    <a:pt x="8634" y="8209"/>
                    <a:pt x="8666" y="8193"/>
                  </a:cubicBezTo>
                  <a:cubicBezTo>
                    <a:pt x="8681" y="8178"/>
                    <a:pt x="8744" y="8178"/>
                    <a:pt x="8760" y="8178"/>
                  </a:cubicBezTo>
                  <a:cubicBezTo>
                    <a:pt x="8792" y="8178"/>
                    <a:pt x="8839" y="8162"/>
                    <a:pt x="8870" y="8162"/>
                  </a:cubicBezTo>
                  <a:cubicBezTo>
                    <a:pt x="8887" y="8162"/>
                    <a:pt x="8902" y="8162"/>
                    <a:pt x="8933" y="8178"/>
                  </a:cubicBezTo>
                  <a:cubicBezTo>
                    <a:pt x="8965" y="8178"/>
                    <a:pt x="9044" y="8209"/>
                    <a:pt x="9091" y="8209"/>
                  </a:cubicBezTo>
                  <a:lnTo>
                    <a:pt x="9107" y="8209"/>
                  </a:lnTo>
                  <a:cubicBezTo>
                    <a:pt x="9154" y="8193"/>
                    <a:pt x="9107" y="8178"/>
                    <a:pt x="9122" y="8162"/>
                  </a:cubicBezTo>
                  <a:cubicBezTo>
                    <a:pt x="9122" y="8130"/>
                    <a:pt x="9139" y="8130"/>
                    <a:pt x="9139" y="8098"/>
                  </a:cubicBezTo>
                  <a:cubicBezTo>
                    <a:pt x="9170" y="8052"/>
                    <a:pt x="9170" y="7989"/>
                    <a:pt x="9185" y="7926"/>
                  </a:cubicBezTo>
                  <a:cubicBezTo>
                    <a:pt x="9185" y="7909"/>
                    <a:pt x="9202" y="7894"/>
                    <a:pt x="9202" y="7863"/>
                  </a:cubicBezTo>
                  <a:cubicBezTo>
                    <a:pt x="9202" y="7831"/>
                    <a:pt x="9170" y="7800"/>
                    <a:pt x="9170" y="7752"/>
                  </a:cubicBezTo>
                  <a:cubicBezTo>
                    <a:pt x="9170" y="7705"/>
                    <a:pt x="9217" y="7705"/>
                    <a:pt x="9233" y="7674"/>
                  </a:cubicBezTo>
                  <a:cubicBezTo>
                    <a:pt x="9248" y="7642"/>
                    <a:pt x="9202" y="7642"/>
                    <a:pt x="9202" y="7611"/>
                  </a:cubicBezTo>
                  <a:cubicBezTo>
                    <a:pt x="9185" y="7563"/>
                    <a:pt x="9233" y="7485"/>
                    <a:pt x="9233" y="7437"/>
                  </a:cubicBezTo>
                  <a:cubicBezTo>
                    <a:pt x="9248" y="7405"/>
                    <a:pt x="9248" y="7374"/>
                    <a:pt x="9265" y="7342"/>
                  </a:cubicBezTo>
                  <a:cubicBezTo>
                    <a:pt x="9328" y="7342"/>
                    <a:pt x="9374" y="7374"/>
                    <a:pt x="9391" y="7264"/>
                  </a:cubicBezTo>
                  <a:cubicBezTo>
                    <a:pt x="9391" y="7233"/>
                    <a:pt x="9391" y="7185"/>
                    <a:pt x="9359" y="7170"/>
                  </a:cubicBezTo>
                  <a:cubicBezTo>
                    <a:pt x="9343" y="7153"/>
                    <a:pt x="9328" y="7170"/>
                    <a:pt x="9311" y="7153"/>
                  </a:cubicBezTo>
                  <a:cubicBezTo>
                    <a:pt x="9265" y="7122"/>
                    <a:pt x="9328" y="7012"/>
                    <a:pt x="9343" y="6964"/>
                  </a:cubicBezTo>
                  <a:cubicBezTo>
                    <a:pt x="9343" y="6901"/>
                    <a:pt x="9391" y="6823"/>
                    <a:pt x="9343" y="6775"/>
                  </a:cubicBezTo>
                  <a:cubicBezTo>
                    <a:pt x="9391" y="6760"/>
                    <a:pt x="9422" y="6634"/>
                    <a:pt x="9406" y="6571"/>
                  </a:cubicBezTo>
                  <a:cubicBezTo>
                    <a:pt x="9406" y="6571"/>
                    <a:pt x="9391" y="6571"/>
                    <a:pt x="9374" y="6554"/>
                  </a:cubicBezTo>
                  <a:cubicBezTo>
                    <a:pt x="9374" y="6508"/>
                    <a:pt x="9391" y="6428"/>
                    <a:pt x="9406" y="6382"/>
                  </a:cubicBezTo>
                  <a:cubicBezTo>
                    <a:pt x="9422" y="6334"/>
                    <a:pt x="9437" y="6287"/>
                    <a:pt x="9437" y="6239"/>
                  </a:cubicBezTo>
                  <a:cubicBezTo>
                    <a:pt x="9437" y="6208"/>
                    <a:pt x="9406" y="6176"/>
                    <a:pt x="9406" y="6145"/>
                  </a:cubicBezTo>
                  <a:lnTo>
                    <a:pt x="9422" y="6145"/>
                  </a:lnTo>
                  <a:lnTo>
                    <a:pt x="9454" y="6145"/>
                  </a:lnTo>
                  <a:lnTo>
                    <a:pt x="9469" y="6145"/>
                  </a:lnTo>
                  <a:lnTo>
                    <a:pt x="9517" y="6145"/>
                  </a:lnTo>
                  <a:cubicBezTo>
                    <a:pt x="9548" y="6130"/>
                    <a:pt x="9611" y="6113"/>
                    <a:pt x="9563" y="6082"/>
                  </a:cubicBezTo>
                  <a:cubicBezTo>
                    <a:pt x="9532" y="6067"/>
                    <a:pt x="9500" y="6098"/>
                    <a:pt x="9485" y="6035"/>
                  </a:cubicBezTo>
                  <a:cubicBezTo>
                    <a:pt x="9485" y="6019"/>
                    <a:pt x="9469" y="5972"/>
                    <a:pt x="9469" y="5941"/>
                  </a:cubicBezTo>
                  <a:cubicBezTo>
                    <a:pt x="9469" y="5909"/>
                    <a:pt x="9485" y="5846"/>
                    <a:pt x="9500" y="5830"/>
                  </a:cubicBezTo>
                  <a:cubicBezTo>
                    <a:pt x="9517" y="5815"/>
                    <a:pt x="9563" y="5830"/>
                    <a:pt x="9595" y="5815"/>
                  </a:cubicBezTo>
                  <a:cubicBezTo>
                    <a:pt x="9706" y="5783"/>
                    <a:pt x="9595" y="5735"/>
                    <a:pt x="9548" y="5720"/>
                  </a:cubicBezTo>
                  <a:cubicBezTo>
                    <a:pt x="9563" y="5735"/>
                    <a:pt x="9580" y="5735"/>
                    <a:pt x="9611" y="5735"/>
                  </a:cubicBezTo>
                  <a:cubicBezTo>
                    <a:pt x="9626" y="5735"/>
                    <a:pt x="9643" y="5735"/>
                    <a:pt x="9658" y="5720"/>
                  </a:cubicBezTo>
                  <a:cubicBezTo>
                    <a:pt x="9674" y="5689"/>
                    <a:pt x="9658" y="5625"/>
                    <a:pt x="9643" y="5609"/>
                  </a:cubicBezTo>
                  <a:cubicBezTo>
                    <a:pt x="9626" y="5578"/>
                    <a:pt x="9611" y="5578"/>
                    <a:pt x="9611" y="5562"/>
                  </a:cubicBezTo>
                  <a:cubicBezTo>
                    <a:pt x="9595" y="5531"/>
                    <a:pt x="9611" y="5499"/>
                    <a:pt x="9611" y="5468"/>
                  </a:cubicBezTo>
                  <a:cubicBezTo>
                    <a:pt x="9626" y="5436"/>
                    <a:pt x="9626" y="5389"/>
                    <a:pt x="9643" y="5357"/>
                  </a:cubicBezTo>
                  <a:cubicBezTo>
                    <a:pt x="9674" y="5279"/>
                    <a:pt x="9737" y="5231"/>
                    <a:pt x="9737" y="5136"/>
                  </a:cubicBezTo>
                  <a:cubicBezTo>
                    <a:pt x="9737" y="5105"/>
                    <a:pt x="9706" y="5090"/>
                    <a:pt x="9706" y="5058"/>
                  </a:cubicBezTo>
                  <a:lnTo>
                    <a:pt x="9706" y="4947"/>
                  </a:lnTo>
                  <a:cubicBezTo>
                    <a:pt x="9706" y="4932"/>
                    <a:pt x="9706" y="4869"/>
                    <a:pt x="9721" y="4853"/>
                  </a:cubicBezTo>
                  <a:cubicBezTo>
                    <a:pt x="9737" y="4838"/>
                    <a:pt x="9800" y="4853"/>
                    <a:pt x="9815" y="4838"/>
                  </a:cubicBezTo>
                  <a:cubicBezTo>
                    <a:pt x="9847" y="4806"/>
                    <a:pt x="9847" y="4775"/>
                    <a:pt x="9863" y="4727"/>
                  </a:cubicBezTo>
                  <a:cubicBezTo>
                    <a:pt x="9863" y="4664"/>
                    <a:pt x="9863" y="4680"/>
                    <a:pt x="9832" y="4632"/>
                  </a:cubicBezTo>
                  <a:cubicBezTo>
                    <a:pt x="9800" y="4554"/>
                    <a:pt x="9863" y="4397"/>
                    <a:pt x="9879" y="4317"/>
                  </a:cubicBezTo>
                  <a:cubicBezTo>
                    <a:pt x="9895" y="4254"/>
                    <a:pt x="9895" y="4160"/>
                    <a:pt x="9926" y="4113"/>
                  </a:cubicBezTo>
                  <a:lnTo>
                    <a:pt x="9989" y="4113"/>
                  </a:lnTo>
                  <a:cubicBezTo>
                    <a:pt x="9989" y="4097"/>
                    <a:pt x="9973" y="4065"/>
                    <a:pt x="9973" y="4050"/>
                  </a:cubicBezTo>
                  <a:cubicBezTo>
                    <a:pt x="9973" y="4034"/>
                    <a:pt x="9989" y="4018"/>
                    <a:pt x="9989" y="4002"/>
                  </a:cubicBezTo>
                  <a:cubicBezTo>
                    <a:pt x="9989" y="3955"/>
                    <a:pt x="9942" y="3955"/>
                    <a:pt x="9942" y="3907"/>
                  </a:cubicBezTo>
                  <a:cubicBezTo>
                    <a:pt x="9926" y="3861"/>
                    <a:pt x="9973" y="3876"/>
                    <a:pt x="9989" y="3861"/>
                  </a:cubicBezTo>
                  <a:cubicBezTo>
                    <a:pt x="10021" y="3829"/>
                    <a:pt x="10005" y="3718"/>
                    <a:pt x="9989" y="3687"/>
                  </a:cubicBezTo>
                  <a:cubicBezTo>
                    <a:pt x="9973" y="3640"/>
                    <a:pt x="9973" y="3640"/>
                    <a:pt x="9989" y="3640"/>
                  </a:cubicBezTo>
                  <a:lnTo>
                    <a:pt x="10005" y="3640"/>
                  </a:lnTo>
                  <a:lnTo>
                    <a:pt x="10021" y="3640"/>
                  </a:lnTo>
                  <a:lnTo>
                    <a:pt x="10036" y="3640"/>
                  </a:lnTo>
                  <a:cubicBezTo>
                    <a:pt x="10068" y="3640"/>
                    <a:pt x="10084" y="3624"/>
                    <a:pt x="10115" y="3592"/>
                  </a:cubicBezTo>
                  <a:cubicBezTo>
                    <a:pt x="10131" y="3561"/>
                    <a:pt x="10179" y="3529"/>
                    <a:pt x="10131" y="3498"/>
                  </a:cubicBezTo>
                  <a:cubicBezTo>
                    <a:pt x="10131" y="3498"/>
                    <a:pt x="10099" y="3483"/>
                    <a:pt x="10084" y="3483"/>
                  </a:cubicBezTo>
                  <a:cubicBezTo>
                    <a:pt x="10115" y="3466"/>
                    <a:pt x="10099" y="3372"/>
                    <a:pt x="10099" y="3325"/>
                  </a:cubicBezTo>
                  <a:cubicBezTo>
                    <a:pt x="10084" y="3262"/>
                    <a:pt x="10068" y="3183"/>
                    <a:pt x="10084" y="3105"/>
                  </a:cubicBezTo>
                  <a:cubicBezTo>
                    <a:pt x="10084" y="3073"/>
                    <a:pt x="10099" y="3042"/>
                    <a:pt x="10099" y="2994"/>
                  </a:cubicBezTo>
                  <a:cubicBezTo>
                    <a:pt x="10099" y="2931"/>
                    <a:pt x="10052" y="2884"/>
                    <a:pt x="10068" y="2821"/>
                  </a:cubicBezTo>
                  <a:cubicBezTo>
                    <a:pt x="10084" y="2758"/>
                    <a:pt x="10162" y="2758"/>
                    <a:pt x="10179" y="2710"/>
                  </a:cubicBezTo>
                  <a:cubicBezTo>
                    <a:pt x="10084" y="2695"/>
                    <a:pt x="10225" y="2600"/>
                    <a:pt x="10242" y="2569"/>
                  </a:cubicBezTo>
                  <a:cubicBezTo>
                    <a:pt x="10257" y="2489"/>
                    <a:pt x="10225" y="2411"/>
                    <a:pt x="10242" y="2332"/>
                  </a:cubicBezTo>
                  <a:cubicBezTo>
                    <a:pt x="10242" y="2300"/>
                    <a:pt x="10242" y="2285"/>
                    <a:pt x="10288" y="2269"/>
                  </a:cubicBezTo>
                  <a:cubicBezTo>
                    <a:pt x="10305" y="2254"/>
                    <a:pt x="10336" y="2269"/>
                    <a:pt x="10320" y="2222"/>
                  </a:cubicBezTo>
                  <a:cubicBezTo>
                    <a:pt x="10320" y="2222"/>
                    <a:pt x="10288" y="2206"/>
                    <a:pt x="10288" y="2191"/>
                  </a:cubicBezTo>
                  <a:cubicBezTo>
                    <a:pt x="10273" y="2191"/>
                    <a:pt x="10273" y="2174"/>
                    <a:pt x="10273" y="2174"/>
                  </a:cubicBezTo>
                  <a:cubicBezTo>
                    <a:pt x="10242" y="2143"/>
                    <a:pt x="10210" y="2159"/>
                    <a:pt x="10225" y="2111"/>
                  </a:cubicBezTo>
                  <a:lnTo>
                    <a:pt x="10257" y="2111"/>
                  </a:lnTo>
                  <a:cubicBezTo>
                    <a:pt x="10305" y="2111"/>
                    <a:pt x="10305" y="2111"/>
                    <a:pt x="10320" y="2048"/>
                  </a:cubicBezTo>
                  <a:cubicBezTo>
                    <a:pt x="10336" y="2002"/>
                    <a:pt x="10336" y="1954"/>
                    <a:pt x="10351" y="1907"/>
                  </a:cubicBezTo>
                  <a:cubicBezTo>
                    <a:pt x="10368" y="1859"/>
                    <a:pt x="10368" y="1813"/>
                    <a:pt x="10383" y="1765"/>
                  </a:cubicBezTo>
                  <a:cubicBezTo>
                    <a:pt x="10383" y="1750"/>
                    <a:pt x="10383" y="1687"/>
                    <a:pt x="10399" y="1670"/>
                  </a:cubicBezTo>
                  <a:cubicBezTo>
                    <a:pt x="10399" y="1670"/>
                    <a:pt x="10414" y="1655"/>
                    <a:pt x="10431" y="1655"/>
                  </a:cubicBezTo>
                  <a:cubicBezTo>
                    <a:pt x="10431" y="1655"/>
                    <a:pt x="10446" y="1670"/>
                    <a:pt x="10462" y="1670"/>
                  </a:cubicBezTo>
                  <a:cubicBezTo>
                    <a:pt x="10477" y="1639"/>
                    <a:pt x="10494" y="1592"/>
                    <a:pt x="10494" y="1561"/>
                  </a:cubicBezTo>
                  <a:cubicBezTo>
                    <a:pt x="10494" y="1513"/>
                    <a:pt x="10494" y="1544"/>
                    <a:pt x="10462" y="1513"/>
                  </a:cubicBezTo>
                  <a:cubicBezTo>
                    <a:pt x="10446" y="1481"/>
                    <a:pt x="10399" y="1418"/>
                    <a:pt x="10446" y="1418"/>
                  </a:cubicBezTo>
                  <a:lnTo>
                    <a:pt x="10462" y="1418"/>
                  </a:lnTo>
                  <a:cubicBezTo>
                    <a:pt x="10477" y="1371"/>
                    <a:pt x="10557" y="1355"/>
                    <a:pt x="10557" y="1308"/>
                  </a:cubicBezTo>
                  <a:cubicBezTo>
                    <a:pt x="10509" y="1277"/>
                    <a:pt x="10462" y="1308"/>
                    <a:pt x="10494" y="1229"/>
                  </a:cubicBezTo>
                  <a:cubicBezTo>
                    <a:pt x="10494" y="1214"/>
                    <a:pt x="10509" y="1214"/>
                    <a:pt x="10525" y="1182"/>
                  </a:cubicBezTo>
                  <a:cubicBezTo>
                    <a:pt x="10525" y="1166"/>
                    <a:pt x="10525" y="1134"/>
                    <a:pt x="10540" y="1103"/>
                  </a:cubicBezTo>
                  <a:cubicBezTo>
                    <a:pt x="10525" y="1103"/>
                    <a:pt x="10477" y="1008"/>
                    <a:pt x="10462" y="1008"/>
                  </a:cubicBezTo>
                  <a:lnTo>
                    <a:pt x="10462" y="1008"/>
                  </a:lnTo>
                  <a:cubicBezTo>
                    <a:pt x="10446" y="1008"/>
                    <a:pt x="10431" y="1025"/>
                    <a:pt x="10414" y="1025"/>
                  </a:cubicBezTo>
                  <a:cubicBezTo>
                    <a:pt x="10399" y="1040"/>
                    <a:pt x="10368" y="1040"/>
                    <a:pt x="10351" y="1040"/>
                  </a:cubicBezTo>
                  <a:lnTo>
                    <a:pt x="10336" y="1040"/>
                  </a:lnTo>
                  <a:cubicBezTo>
                    <a:pt x="10320" y="1040"/>
                    <a:pt x="10320" y="1025"/>
                    <a:pt x="10305" y="1025"/>
                  </a:cubicBezTo>
                  <a:cubicBezTo>
                    <a:pt x="10305" y="1008"/>
                    <a:pt x="10288" y="1008"/>
                    <a:pt x="10288" y="1008"/>
                  </a:cubicBezTo>
                  <a:cubicBezTo>
                    <a:pt x="10273" y="1008"/>
                    <a:pt x="10257" y="1025"/>
                    <a:pt x="10242" y="1025"/>
                  </a:cubicBezTo>
                  <a:cubicBezTo>
                    <a:pt x="10194" y="1040"/>
                    <a:pt x="10179" y="1071"/>
                    <a:pt x="10147" y="1071"/>
                  </a:cubicBezTo>
                  <a:cubicBezTo>
                    <a:pt x="10147" y="1040"/>
                    <a:pt x="10162" y="993"/>
                    <a:pt x="10147" y="962"/>
                  </a:cubicBezTo>
                  <a:lnTo>
                    <a:pt x="10147" y="962"/>
                  </a:lnTo>
                  <a:lnTo>
                    <a:pt x="10131" y="962"/>
                  </a:lnTo>
                  <a:lnTo>
                    <a:pt x="10131" y="993"/>
                  </a:lnTo>
                  <a:lnTo>
                    <a:pt x="10131" y="993"/>
                  </a:lnTo>
                  <a:cubicBezTo>
                    <a:pt x="10115" y="993"/>
                    <a:pt x="10099" y="977"/>
                    <a:pt x="10084" y="977"/>
                  </a:cubicBezTo>
                  <a:lnTo>
                    <a:pt x="10036" y="977"/>
                  </a:lnTo>
                  <a:cubicBezTo>
                    <a:pt x="9989" y="993"/>
                    <a:pt x="9942" y="993"/>
                    <a:pt x="9926" y="993"/>
                  </a:cubicBezTo>
                  <a:lnTo>
                    <a:pt x="9910" y="993"/>
                  </a:lnTo>
                  <a:cubicBezTo>
                    <a:pt x="9879" y="993"/>
                    <a:pt x="9847" y="977"/>
                    <a:pt x="9815" y="977"/>
                  </a:cubicBezTo>
                  <a:cubicBezTo>
                    <a:pt x="9752" y="962"/>
                    <a:pt x="9800" y="914"/>
                    <a:pt x="9752" y="899"/>
                  </a:cubicBezTo>
                  <a:cubicBezTo>
                    <a:pt x="9721" y="882"/>
                    <a:pt x="9674" y="882"/>
                    <a:pt x="9643" y="882"/>
                  </a:cubicBezTo>
                  <a:cubicBezTo>
                    <a:pt x="9626" y="882"/>
                    <a:pt x="9626" y="899"/>
                    <a:pt x="9611" y="899"/>
                  </a:cubicBezTo>
                  <a:cubicBezTo>
                    <a:pt x="9580" y="899"/>
                    <a:pt x="9532" y="914"/>
                    <a:pt x="9500" y="914"/>
                  </a:cubicBezTo>
                  <a:lnTo>
                    <a:pt x="9485" y="914"/>
                  </a:lnTo>
                  <a:cubicBezTo>
                    <a:pt x="9454" y="899"/>
                    <a:pt x="9437" y="867"/>
                    <a:pt x="9406" y="851"/>
                  </a:cubicBezTo>
                  <a:lnTo>
                    <a:pt x="9374" y="851"/>
                  </a:lnTo>
                  <a:cubicBezTo>
                    <a:pt x="9343" y="851"/>
                    <a:pt x="9328" y="851"/>
                    <a:pt x="9296" y="867"/>
                  </a:cubicBezTo>
                  <a:cubicBezTo>
                    <a:pt x="9280" y="882"/>
                    <a:pt x="9248" y="882"/>
                    <a:pt x="9233" y="882"/>
                  </a:cubicBezTo>
                  <a:lnTo>
                    <a:pt x="9202" y="882"/>
                  </a:lnTo>
                  <a:cubicBezTo>
                    <a:pt x="9202" y="836"/>
                    <a:pt x="9217" y="788"/>
                    <a:pt x="9185" y="756"/>
                  </a:cubicBezTo>
                  <a:cubicBezTo>
                    <a:pt x="9170" y="756"/>
                    <a:pt x="9154" y="741"/>
                    <a:pt x="9154" y="741"/>
                  </a:cubicBezTo>
                  <a:cubicBezTo>
                    <a:pt x="9091" y="741"/>
                    <a:pt x="9076" y="836"/>
                    <a:pt x="9028" y="851"/>
                  </a:cubicBezTo>
                  <a:lnTo>
                    <a:pt x="9013" y="851"/>
                  </a:lnTo>
                  <a:cubicBezTo>
                    <a:pt x="8965" y="851"/>
                    <a:pt x="8950" y="804"/>
                    <a:pt x="8918" y="773"/>
                  </a:cubicBezTo>
                  <a:cubicBezTo>
                    <a:pt x="8902" y="756"/>
                    <a:pt x="8839" y="756"/>
                    <a:pt x="8807" y="756"/>
                  </a:cubicBezTo>
                  <a:lnTo>
                    <a:pt x="8792" y="756"/>
                  </a:lnTo>
                  <a:lnTo>
                    <a:pt x="8744" y="756"/>
                  </a:lnTo>
                  <a:cubicBezTo>
                    <a:pt x="8681" y="756"/>
                    <a:pt x="8618" y="741"/>
                    <a:pt x="8603" y="710"/>
                  </a:cubicBezTo>
                  <a:cubicBezTo>
                    <a:pt x="8587" y="710"/>
                    <a:pt x="8587" y="693"/>
                    <a:pt x="8587" y="678"/>
                  </a:cubicBezTo>
                  <a:cubicBezTo>
                    <a:pt x="8603" y="678"/>
                    <a:pt x="8603" y="662"/>
                    <a:pt x="8603" y="662"/>
                  </a:cubicBezTo>
                  <a:lnTo>
                    <a:pt x="8603" y="630"/>
                  </a:lnTo>
                  <a:cubicBezTo>
                    <a:pt x="8603" y="615"/>
                    <a:pt x="8571" y="584"/>
                    <a:pt x="8540" y="584"/>
                  </a:cubicBezTo>
                  <a:lnTo>
                    <a:pt x="8524" y="584"/>
                  </a:lnTo>
                  <a:cubicBezTo>
                    <a:pt x="8524" y="599"/>
                    <a:pt x="8508" y="615"/>
                    <a:pt x="8492" y="630"/>
                  </a:cubicBezTo>
                  <a:lnTo>
                    <a:pt x="8492" y="662"/>
                  </a:lnTo>
                  <a:cubicBezTo>
                    <a:pt x="8429" y="662"/>
                    <a:pt x="8319" y="678"/>
                    <a:pt x="8225" y="678"/>
                  </a:cubicBezTo>
                  <a:cubicBezTo>
                    <a:pt x="8177" y="678"/>
                    <a:pt x="8130" y="678"/>
                    <a:pt x="8099" y="662"/>
                  </a:cubicBezTo>
                  <a:cubicBezTo>
                    <a:pt x="8051" y="662"/>
                    <a:pt x="7988" y="647"/>
                    <a:pt x="7941" y="630"/>
                  </a:cubicBezTo>
                  <a:cubicBezTo>
                    <a:pt x="7925" y="630"/>
                    <a:pt x="7893" y="630"/>
                    <a:pt x="7878" y="615"/>
                  </a:cubicBezTo>
                  <a:lnTo>
                    <a:pt x="7847" y="584"/>
                  </a:lnTo>
                  <a:cubicBezTo>
                    <a:pt x="7847" y="567"/>
                    <a:pt x="7830" y="567"/>
                    <a:pt x="7815" y="567"/>
                  </a:cubicBezTo>
                  <a:lnTo>
                    <a:pt x="7815" y="567"/>
                  </a:lnTo>
                  <a:lnTo>
                    <a:pt x="7799" y="567"/>
                  </a:lnTo>
                  <a:lnTo>
                    <a:pt x="7784" y="567"/>
                  </a:lnTo>
                  <a:cubicBezTo>
                    <a:pt x="7704" y="552"/>
                    <a:pt x="7626" y="536"/>
                    <a:pt x="7547" y="489"/>
                  </a:cubicBezTo>
                  <a:cubicBezTo>
                    <a:pt x="7532" y="473"/>
                    <a:pt x="7500" y="458"/>
                    <a:pt x="7484" y="458"/>
                  </a:cubicBezTo>
                  <a:cubicBezTo>
                    <a:pt x="7469" y="458"/>
                    <a:pt x="7437" y="473"/>
                    <a:pt x="7406" y="473"/>
                  </a:cubicBezTo>
                  <a:cubicBezTo>
                    <a:pt x="7342" y="489"/>
                    <a:pt x="7295" y="489"/>
                    <a:pt x="7248" y="521"/>
                  </a:cubicBezTo>
                  <a:cubicBezTo>
                    <a:pt x="7216" y="536"/>
                    <a:pt x="7200" y="552"/>
                    <a:pt x="7185" y="552"/>
                  </a:cubicBezTo>
                  <a:cubicBezTo>
                    <a:pt x="7169" y="552"/>
                    <a:pt x="7169" y="552"/>
                    <a:pt x="7153" y="536"/>
                  </a:cubicBezTo>
                  <a:cubicBezTo>
                    <a:pt x="7106" y="536"/>
                    <a:pt x="7106" y="504"/>
                    <a:pt x="7090" y="489"/>
                  </a:cubicBezTo>
                  <a:cubicBezTo>
                    <a:pt x="7059" y="458"/>
                    <a:pt x="7027" y="441"/>
                    <a:pt x="6979" y="441"/>
                  </a:cubicBezTo>
                  <a:cubicBezTo>
                    <a:pt x="6964" y="441"/>
                    <a:pt x="6933" y="441"/>
                    <a:pt x="6916" y="426"/>
                  </a:cubicBezTo>
                  <a:cubicBezTo>
                    <a:pt x="6901" y="410"/>
                    <a:pt x="6948" y="269"/>
                    <a:pt x="6901" y="269"/>
                  </a:cubicBezTo>
                  <a:lnTo>
                    <a:pt x="6901" y="269"/>
                  </a:lnTo>
                  <a:cubicBezTo>
                    <a:pt x="6838" y="269"/>
                    <a:pt x="6885" y="395"/>
                    <a:pt x="6838" y="410"/>
                  </a:cubicBezTo>
                  <a:cubicBezTo>
                    <a:pt x="6790" y="395"/>
                    <a:pt x="6696" y="347"/>
                    <a:pt x="6696" y="300"/>
                  </a:cubicBezTo>
                  <a:cubicBezTo>
                    <a:pt x="6696" y="284"/>
                    <a:pt x="6712" y="269"/>
                    <a:pt x="6696" y="252"/>
                  </a:cubicBezTo>
                  <a:cubicBezTo>
                    <a:pt x="6696" y="237"/>
                    <a:pt x="6696" y="237"/>
                    <a:pt x="6681" y="221"/>
                  </a:cubicBezTo>
                  <a:lnTo>
                    <a:pt x="6681" y="252"/>
                  </a:lnTo>
                  <a:cubicBezTo>
                    <a:pt x="6681" y="237"/>
                    <a:pt x="6664" y="237"/>
                    <a:pt x="6664" y="221"/>
                  </a:cubicBezTo>
                  <a:lnTo>
                    <a:pt x="6664" y="221"/>
                  </a:lnTo>
                  <a:cubicBezTo>
                    <a:pt x="6633" y="189"/>
                    <a:pt x="6570" y="174"/>
                    <a:pt x="6507" y="174"/>
                  </a:cubicBezTo>
                  <a:cubicBezTo>
                    <a:pt x="6460" y="174"/>
                    <a:pt x="6397" y="189"/>
                    <a:pt x="6366" y="189"/>
                  </a:cubicBezTo>
                  <a:cubicBezTo>
                    <a:pt x="6349" y="189"/>
                    <a:pt x="6286" y="221"/>
                    <a:pt x="6271" y="221"/>
                  </a:cubicBezTo>
                  <a:lnTo>
                    <a:pt x="6255" y="221"/>
                  </a:lnTo>
                  <a:cubicBezTo>
                    <a:pt x="6240" y="206"/>
                    <a:pt x="6255" y="189"/>
                    <a:pt x="6255" y="174"/>
                  </a:cubicBezTo>
                  <a:cubicBezTo>
                    <a:pt x="6255" y="158"/>
                    <a:pt x="6240" y="143"/>
                    <a:pt x="6240" y="143"/>
                  </a:cubicBezTo>
                  <a:lnTo>
                    <a:pt x="6240" y="143"/>
                  </a:lnTo>
                  <a:cubicBezTo>
                    <a:pt x="6240" y="158"/>
                    <a:pt x="6223" y="158"/>
                    <a:pt x="6223" y="158"/>
                  </a:cubicBezTo>
                  <a:lnTo>
                    <a:pt x="6223" y="174"/>
                  </a:lnTo>
                  <a:lnTo>
                    <a:pt x="6192" y="174"/>
                  </a:lnTo>
                  <a:lnTo>
                    <a:pt x="6177" y="174"/>
                  </a:lnTo>
                  <a:cubicBezTo>
                    <a:pt x="6129" y="174"/>
                    <a:pt x="6097" y="126"/>
                    <a:pt x="6114" y="95"/>
                  </a:cubicBezTo>
                  <a:cubicBezTo>
                    <a:pt x="6066" y="111"/>
                    <a:pt x="6082" y="143"/>
                    <a:pt x="6034" y="143"/>
                  </a:cubicBezTo>
                  <a:lnTo>
                    <a:pt x="6019" y="143"/>
                  </a:lnTo>
                  <a:cubicBezTo>
                    <a:pt x="5988" y="126"/>
                    <a:pt x="5956" y="111"/>
                    <a:pt x="5940" y="95"/>
                  </a:cubicBezTo>
                  <a:cubicBezTo>
                    <a:pt x="5908" y="79"/>
                    <a:pt x="5908" y="48"/>
                    <a:pt x="5877" y="48"/>
                  </a:cubicBezTo>
                  <a:lnTo>
                    <a:pt x="5845" y="48"/>
                  </a:lnTo>
                  <a:cubicBezTo>
                    <a:pt x="5798" y="79"/>
                    <a:pt x="5767" y="174"/>
                    <a:pt x="5767" y="221"/>
                  </a:cubicBezTo>
                  <a:cubicBezTo>
                    <a:pt x="5719" y="189"/>
                    <a:pt x="5704" y="111"/>
                    <a:pt x="5672" y="48"/>
                  </a:cubicBezTo>
                  <a:cubicBezTo>
                    <a:pt x="5656" y="63"/>
                    <a:pt x="5641" y="63"/>
                    <a:pt x="5624" y="63"/>
                  </a:cubicBezTo>
                  <a:lnTo>
                    <a:pt x="5609" y="63"/>
                  </a:lnTo>
                  <a:cubicBezTo>
                    <a:pt x="5578" y="63"/>
                    <a:pt x="5561" y="32"/>
                    <a:pt x="55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56" name="Google Shape;1056;p35"/>
            <p:cNvSpPr/>
            <p:nvPr/>
          </p:nvSpPr>
          <p:spPr>
            <a:xfrm>
              <a:off x="3364409" y="1614351"/>
              <a:ext cx="32" cy="32"/>
            </a:xfrm>
            <a:custGeom>
              <a:avLst/>
              <a:gdLst/>
              <a:ahLst/>
              <a:cxnLst/>
              <a:rect l="l" t="t" r="r" b="b"/>
              <a:pathLst>
                <a:path w="1" h="1" extrusionOk="0">
                  <a:moveTo>
                    <a:pt x="1" y="1"/>
                  </a:moveTo>
                  <a:lnTo>
                    <a:pt x="1" y="1"/>
                  </a:lnTo>
                  <a:lnTo>
                    <a:pt x="1"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57" name="Google Shape;1057;p35"/>
            <p:cNvSpPr/>
            <p:nvPr/>
          </p:nvSpPr>
          <p:spPr>
            <a:xfrm>
              <a:off x="3363900" y="1612888"/>
              <a:ext cx="4548" cy="3021"/>
            </a:xfrm>
            <a:custGeom>
              <a:avLst/>
              <a:gdLst/>
              <a:ahLst/>
              <a:cxnLst/>
              <a:rect l="l" t="t" r="r" b="b"/>
              <a:pathLst>
                <a:path w="143" h="95" extrusionOk="0">
                  <a:moveTo>
                    <a:pt x="17" y="0"/>
                  </a:moveTo>
                  <a:cubicBezTo>
                    <a:pt x="1" y="15"/>
                    <a:pt x="1" y="32"/>
                    <a:pt x="17" y="47"/>
                  </a:cubicBezTo>
                  <a:lnTo>
                    <a:pt x="17" y="47"/>
                  </a:lnTo>
                  <a:lnTo>
                    <a:pt x="17" y="47"/>
                  </a:lnTo>
                  <a:cubicBezTo>
                    <a:pt x="17" y="78"/>
                    <a:pt x="32" y="78"/>
                    <a:pt x="48" y="95"/>
                  </a:cubicBezTo>
                  <a:cubicBezTo>
                    <a:pt x="80" y="78"/>
                    <a:pt x="111" y="63"/>
                    <a:pt x="14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58" name="Google Shape;1058;p35"/>
            <p:cNvSpPr/>
            <p:nvPr/>
          </p:nvSpPr>
          <p:spPr>
            <a:xfrm>
              <a:off x="3371438" y="1577300"/>
              <a:ext cx="1018" cy="1018"/>
            </a:xfrm>
            <a:custGeom>
              <a:avLst/>
              <a:gdLst/>
              <a:ahLst/>
              <a:cxnLst/>
              <a:rect l="l" t="t" r="r" b="b"/>
              <a:pathLst>
                <a:path w="32" h="32" extrusionOk="0">
                  <a:moveTo>
                    <a:pt x="0" y="0"/>
                  </a:moveTo>
                  <a:lnTo>
                    <a:pt x="0" y="0"/>
                  </a:lnTo>
                  <a:lnTo>
                    <a:pt x="0" y="32"/>
                  </a:lnTo>
                  <a:cubicBezTo>
                    <a:pt x="16" y="32"/>
                    <a:pt x="16" y="16"/>
                    <a:pt x="32"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59" name="Google Shape;1059;p35"/>
            <p:cNvSpPr/>
            <p:nvPr/>
          </p:nvSpPr>
          <p:spPr>
            <a:xfrm>
              <a:off x="3371438" y="1577300"/>
              <a:ext cx="5534" cy="3021"/>
            </a:xfrm>
            <a:custGeom>
              <a:avLst/>
              <a:gdLst/>
              <a:ahLst/>
              <a:cxnLst/>
              <a:rect l="l" t="t" r="r" b="b"/>
              <a:pathLst>
                <a:path w="174" h="95" extrusionOk="0">
                  <a:moveTo>
                    <a:pt x="32" y="0"/>
                  </a:moveTo>
                  <a:cubicBezTo>
                    <a:pt x="16" y="16"/>
                    <a:pt x="16" y="32"/>
                    <a:pt x="0" y="32"/>
                  </a:cubicBezTo>
                  <a:cubicBezTo>
                    <a:pt x="16" y="63"/>
                    <a:pt x="32" y="95"/>
                    <a:pt x="63" y="95"/>
                  </a:cubicBezTo>
                  <a:lnTo>
                    <a:pt x="79" y="95"/>
                  </a:lnTo>
                  <a:cubicBezTo>
                    <a:pt x="127" y="95"/>
                    <a:pt x="158" y="79"/>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60" name="Google Shape;1060;p35"/>
            <p:cNvSpPr/>
            <p:nvPr/>
          </p:nvSpPr>
          <p:spPr>
            <a:xfrm>
              <a:off x="3367430" y="1592852"/>
              <a:ext cx="6042" cy="5502"/>
            </a:xfrm>
            <a:custGeom>
              <a:avLst/>
              <a:gdLst/>
              <a:ahLst/>
              <a:cxnLst/>
              <a:rect l="l" t="t" r="r" b="b"/>
              <a:pathLst>
                <a:path w="190" h="173" extrusionOk="0">
                  <a:moveTo>
                    <a:pt x="95" y="0"/>
                  </a:moveTo>
                  <a:cubicBezTo>
                    <a:pt x="63" y="0"/>
                    <a:pt x="16" y="32"/>
                    <a:pt x="16" y="78"/>
                  </a:cubicBezTo>
                  <a:cubicBezTo>
                    <a:pt x="0" y="126"/>
                    <a:pt x="32" y="158"/>
                    <a:pt x="79" y="173"/>
                  </a:cubicBezTo>
                  <a:lnTo>
                    <a:pt x="95" y="173"/>
                  </a:lnTo>
                  <a:cubicBezTo>
                    <a:pt x="142" y="173"/>
                    <a:pt x="173" y="141"/>
                    <a:pt x="173" y="110"/>
                  </a:cubicBezTo>
                  <a:cubicBezTo>
                    <a:pt x="189" y="63"/>
                    <a:pt x="158" y="15"/>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61" name="Google Shape;1061;p35"/>
            <p:cNvSpPr/>
            <p:nvPr/>
          </p:nvSpPr>
          <p:spPr>
            <a:xfrm>
              <a:off x="3364409" y="1610885"/>
              <a:ext cx="5057" cy="3021"/>
            </a:xfrm>
            <a:custGeom>
              <a:avLst/>
              <a:gdLst/>
              <a:ahLst/>
              <a:cxnLst/>
              <a:rect l="l" t="t" r="r" b="b"/>
              <a:pathLst>
                <a:path w="159" h="95" extrusionOk="0">
                  <a:moveTo>
                    <a:pt x="79" y="0"/>
                  </a:moveTo>
                  <a:cubicBezTo>
                    <a:pt x="32" y="0"/>
                    <a:pt x="1" y="32"/>
                    <a:pt x="1" y="63"/>
                  </a:cubicBezTo>
                  <a:lnTo>
                    <a:pt x="127" y="95"/>
                  </a:lnTo>
                  <a:cubicBezTo>
                    <a:pt x="142" y="95"/>
                    <a:pt x="158" y="78"/>
                    <a:pt x="158" y="78"/>
                  </a:cubicBezTo>
                  <a:cubicBezTo>
                    <a:pt x="158" y="47"/>
                    <a:pt x="127" y="15"/>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62" name="Google Shape;1062;p35"/>
            <p:cNvSpPr/>
            <p:nvPr/>
          </p:nvSpPr>
          <p:spPr>
            <a:xfrm>
              <a:off x="3378943" y="1541711"/>
              <a:ext cx="2035" cy="2035"/>
            </a:xfrm>
            <a:custGeom>
              <a:avLst/>
              <a:gdLst/>
              <a:ahLst/>
              <a:cxnLst/>
              <a:rect l="l" t="t" r="r" b="b"/>
              <a:pathLst>
                <a:path w="64" h="64" extrusionOk="0">
                  <a:moveTo>
                    <a:pt x="17" y="1"/>
                  </a:moveTo>
                  <a:lnTo>
                    <a:pt x="17" y="1"/>
                  </a:lnTo>
                  <a:lnTo>
                    <a:pt x="0" y="16"/>
                  </a:lnTo>
                  <a:cubicBezTo>
                    <a:pt x="0" y="32"/>
                    <a:pt x="0" y="48"/>
                    <a:pt x="17" y="64"/>
                  </a:cubicBezTo>
                  <a:cubicBezTo>
                    <a:pt x="17" y="48"/>
                    <a:pt x="32" y="48"/>
                    <a:pt x="32" y="48"/>
                  </a:cubicBezTo>
                  <a:cubicBezTo>
                    <a:pt x="48" y="32"/>
                    <a:pt x="63" y="16"/>
                    <a:pt x="63"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63" name="Google Shape;1063;p35"/>
            <p:cNvSpPr/>
            <p:nvPr/>
          </p:nvSpPr>
          <p:spPr>
            <a:xfrm>
              <a:off x="3379452" y="1541711"/>
              <a:ext cx="4516" cy="3053"/>
            </a:xfrm>
            <a:custGeom>
              <a:avLst/>
              <a:gdLst/>
              <a:ahLst/>
              <a:cxnLst/>
              <a:rect l="l" t="t" r="r" b="b"/>
              <a:pathLst>
                <a:path w="142" h="96" extrusionOk="0">
                  <a:moveTo>
                    <a:pt x="47" y="1"/>
                  </a:moveTo>
                  <a:cubicBezTo>
                    <a:pt x="47" y="16"/>
                    <a:pt x="32" y="32"/>
                    <a:pt x="16" y="48"/>
                  </a:cubicBezTo>
                  <a:cubicBezTo>
                    <a:pt x="16" y="48"/>
                    <a:pt x="1" y="48"/>
                    <a:pt x="1" y="64"/>
                  </a:cubicBezTo>
                  <a:cubicBezTo>
                    <a:pt x="16" y="79"/>
                    <a:pt x="32" y="79"/>
                    <a:pt x="47" y="96"/>
                  </a:cubicBezTo>
                  <a:lnTo>
                    <a:pt x="64" y="96"/>
                  </a:lnTo>
                  <a:cubicBezTo>
                    <a:pt x="110" y="96"/>
                    <a:pt x="142" y="64"/>
                    <a:pt x="142" y="16"/>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64" name="Google Shape;1064;p35"/>
            <p:cNvSpPr/>
            <p:nvPr/>
          </p:nvSpPr>
          <p:spPr>
            <a:xfrm>
              <a:off x="3374936" y="1557232"/>
              <a:ext cx="6042" cy="5565"/>
            </a:xfrm>
            <a:custGeom>
              <a:avLst/>
              <a:gdLst/>
              <a:ahLst/>
              <a:cxnLst/>
              <a:rect l="l" t="t" r="r" b="b"/>
              <a:pathLst>
                <a:path w="190" h="175" extrusionOk="0">
                  <a:moveTo>
                    <a:pt x="95" y="1"/>
                  </a:moveTo>
                  <a:cubicBezTo>
                    <a:pt x="48" y="1"/>
                    <a:pt x="17" y="32"/>
                    <a:pt x="17" y="64"/>
                  </a:cubicBezTo>
                  <a:cubicBezTo>
                    <a:pt x="0" y="112"/>
                    <a:pt x="32" y="158"/>
                    <a:pt x="80" y="158"/>
                  </a:cubicBezTo>
                  <a:cubicBezTo>
                    <a:pt x="80" y="158"/>
                    <a:pt x="80" y="175"/>
                    <a:pt x="95" y="175"/>
                  </a:cubicBezTo>
                  <a:cubicBezTo>
                    <a:pt x="126" y="175"/>
                    <a:pt x="174" y="143"/>
                    <a:pt x="174" y="95"/>
                  </a:cubicBezTo>
                  <a:cubicBezTo>
                    <a:pt x="189" y="49"/>
                    <a:pt x="158" y="1"/>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65" name="Google Shape;1065;p35"/>
            <p:cNvSpPr/>
            <p:nvPr/>
          </p:nvSpPr>
          <p:spPr>
            <a:xfrm>
              <a:off x="3371438" y="1575805"/>
              <a:ext cx="1018" cy="1495"/>
            </a:xfrm>
            <a:custGeom>
              <a:avLst/>
              <a:gdLst/>
              <a:ahLst/>
              <a:cxnLst/>
              <a:rect l="l" t="t" r="r" b="b"/>
              <a:pathLst>
                <a:path w="32" h="47" extrusionOk="0">
                  <a:moveTo>
                    <a:pt x="32" y="0"/>
                  </a:moveTo>
                  <a:cubicBezTo>
                    <a:pt x="16" y="15"/>
                    <a:pt x="0" y="32"/>
                    <a:pt x="0" y="47"/>
                  </a:cubicBezTo>
                  <a:lnTo>
                    <a:pt x="32" y="47"/>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66" name="Google Shape;1066;p35"/>
            <p:cNvSpPr/>
            <p:nvPr/>
          </p:nvSpPr>
          <p:spPr>
            <a:xfrm>
              <a:off x="3372424" y="1575264"/>
              <a:ext cx="4548" cy="3053"/>
            </a:xfrm>
            <a:custGeom>
              <a:avLst/>
              <a:gdLst/>
              <a:ahLst/>
              <a:cxnLst/>
              <a:rect l="l" t="t" r="r" b="b"/>
              <a:pathLst>
                <a:path w="143" h="96" extrusionOk="0">
                  <a:moveTo>
                    <a:pt x="48" y="1"/>
                  </a:moveTo>
                  <a:cubicBezTo>
                    <a:pt x="32" y="1"/>
                    <a:pt x="16" y="1"/>
                    <a:pt x="1" y="17"/>
                  </a:cubicBezTo>
                  <a:lnTo>
                    <a:pt x="1" y="64"/>
                  </a:lnTo>
                  <a:lnTo>
                    <a:pt x="142" y="96"/>
                  </a:lnTo>
                  <a:cubicBezTo>
                    <a:pt x="142" y="49"/>
                    <a:pt x="111" y="1"/>
                    <a:pt x="79"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67" name="Google Shape;1067;p35"/>
            <p:cNvSpPr/>
            <p:nvPr/>
          </p:nvSpPr>
          <p:spPr>
            <a:xfrm>
              <a:off x="3390488" y="1506123"/>
              <a:ext cx="1018" cy="2035"/>
            </a:xfrm>
            <a:custGeom>
              <a:avLst/>
              <a:gdLst/>
              <a:ahLst/>
              <a:cxnLst/>
              <a:rect l="l" t="t" r="r" b="b"/>
              <a:pathLst>
                <a:path w="32" h="64" extrusionOk="0">
                  <a:moveTo>
                    <a:pt x="0" y="1"/>
                  </a:moveTo>
                  <a:lnTo>
                    <a:pt x="0" y="17"/>
                  </a:lnTo>
                  <a:lnTo>
                    <a:pt x="0" y="64"/>
                  </a:lnTo>
                  <a:cubicBezTo>
                    <a:pt x="15" y="64"/>
                    <a:pt x="15" y="49"/>
                    <a:pt x="15" y="32"/>
                  </a:cubicBezTo>
                  <a:cubicBezTo>
                    <a:pt x="32" y="32"/>
                    <a:pt x="32" y="17"/>
                    <a:pt x="32" y="17"/>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68" name="Google Shape;1068;p35"/>
            <p:cNvSpPr/>
            <p:nvPr/>
          </p:nvSpPr>
          <p:spPr>
            <a:xfrm>
              <a:off x="3390965" y="1506664"/>
              <a:ext cx="541" cy="509"/>
            </a:xfrm>
            <a:custGeom>
              <a:avLst/>
              <a:gdLst/>
              <a:ahLst/>
              <a:cxnLst/>
              <a:rect l="l" t="t" r="r" b="b"/>
              <a:pathLst>
                <a:path w="17" h="16" extrusionOk="0">
                  <a:moveTo>
                    <a:pt x="17" y="0"/>
                  </a:moveTo>
                  <a:cubicBezTo>
                    <a:pt x="17" y="0"/>
                    <a:pt x="17" y="15"/>
                    <a:pt x="0" y="15"/>
                  </a:cubicBezTo>
                  <a:cubicBezTo>
                    <a:pt x="17" y="15"/>
                    <a:pt x="17" y="0"/>
                    <a:pt x="17" y="0"/>
                  </a:cubicBezTo>
                  <a:lnTo>
                    <a:pt x="17" y="0"/>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69" name="Google Shape;1069;p35"/>
            <p:cNvSpPr/>
            <p:nvPr/>
          </p:nvSpPr>
          <p:spPr>
            <a:xfrm>
              <a:off x="3382474" y="1522152"/>
              <a:ext cx="1018" cy="3053"/>
            </a:xfrm>
            <a:custGeom>
              <a:avLst/>
              <a:gdLst/>
              <a:ahLst/>
              <a:cxnLst/>
              <a:rect l="l" t="t" r="r" b="b"/>
              <a:pathLst>
                <a:path w="32" h="96" extrusionOk="0">
                  <a:moveTo>
                    <a:pt x="15" y="1"/>
                  </a:moveTo>
                  <a:lnTo>
                    <a:pt x="15" y="17"/>
                  </a:lnTo>
                  <a:lnTo>
                    <a:pt x="15" y="32"/>
                  </a:lnTo>
                  <a:lnTo>
                    <a:pt x="0" y="32"/>
                  </a:lnTo>
                  <a:lnTo>
                    <a:pt x="0" y="32"/>
                  </a:lnTo>
                  <a:cubicBezTo>
                    <a:pt x="0" y="64"/>
                    <a:pt x="0" y="80"/>
                    <a:pt x="15" y="95"/>
                  </a:cubicBezTo>
                  <a:cubicBezTo>
                    <a:pt x="15" y="80"/>
                    <a:pt x="32" y="80"/>
                    <a:pt x="32" y="64"/>
                  </a:cubicBezTo>
                  <a:cubicBezTo>
                    <a:pt x="32" y="49"/>
                    <a:pt x="32" y="32"/>
                    <a:pt x="15"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70" name="Google Shape;1070;p35"/>
            <p:cNvSpPr/>
            <p:nvPr/>
          </p:nvSpPr>
          <p:spPr>
            <a:xfrm>
              <a:off x="3382951" y="1521166"/>
              <a:ext cx="5025" cy="5565"/>
            </a:xfrm>
            <a:custGeom>
              <a:avLst/>
              <a:gdLst/>
              <a:ahLst/>
              <a:cxnLst/>
              <a:rect l="l" t="t" r="r" b="b"/>
              <a:pathLst>
                <a:path w="158" h="175" extrusionOk="0">
                  <a:moveTo>
                    <a:pt x="80" y="0"/>
                  </a:moveTo>
                  <a:cubicBezTo>
                    <a:pt x="48" y="0"/>
                    <a:pt x="17" y="17"/>
                    <a:pt x="0" y="32"/>
                  </a:cubicBezTo>
                  <a:cubicBezTo>
                    <a:pt x="17" y="63"/>
                    <a:pt x="17" y="80"/>
                    <a:pt x="17" y="95"/>
                  </a:cubicBezTo>
                  <a:cubicBezTo>
                    <a:pt x="17" y="111"/>
                    <a:pt x="0" y="111"/>
                    <a:pt x="0" y="126"/>
                  </a:cubicBezTo>
                  <a:cubicBezTo>
                    <a:pt x="0" y="143"/>
                    <a:pt x="32" y="158"/>
                    <a:pt x="48" y="174"/>
                  </a:cubicBezTo>
                  <a:lnTo>
                    <a:pt x="80" y="174"/>
                  </a:lnTo>
                  <a:cubicBezTo>
                    <a:pt x="111" y="174"/>
                    <a:pt x="143" y="143"/>
                    <a:pt x="158" y="111"/>
                  </a:cubicBezTo>
                  <a:cubicBezTo>
                    <a:pt x="158" y="63"/>
                    <a:pt x="143"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71" name="Google Shape;1071;p35"/>
            <p:cNvSpPr/>
            <p:nvPr/>
          </p:nvSpPr>
          <p:spPr>
            <a:xfrm>
              <a:off x="3379452" y="1539199"/>
              <a:ext cx="2035" cy="2544"/>
            </a:xfrm>
            <a:custGeom>
              <a:avLst/>
              <a:gdLst/>
              <a:ahLst/>
              <a:cxnLst/>
              <a:rect l="l" t="t" r="r" b="b"/>
              <a:pathLst>
                <a:path w="64" h="80" extrusionOk="0">
                  <a:moveTo>
                    <a:pt x="32" y="1"/>
                  </a:moveTo>
                  <a:lnTo>
                    <a:pt x="32" y="32"/>
                  </a:lnTo>
                  <a:cubicBezTo>
                    <a:pt x="32" y="48"/>
                    <a:pt x="16" y="64"/>
                    <a:pt x="1" y="80"/>
                  </a:cubicBezTo>
                  <a:lnTo>
                    <a:pt x="47" y="80"/>
                  </a:lnTo>
                  <a:cubicBezTo>
                    <a:pt x="64" y="80"/>
                    <a:pt x="64" y="80"/>
                    <a:pt x="64" y="64"/>
                  </a:cubicBezTo>
                  <a:cubicBezTo>
                    <a:pt x="64" y="48"/>
                    <a:pt x="47" y="32"/>
                    <a:pt x="32"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72" name="Google Shape;1072;p35"/>
            <p:cNvSpPr/>
            <p:nvPr/>
          </p:nvSpPr>
          <p:spPr>
            <a:xfrm>
              <a:off x="3380470" y="1539199"/>
              <a:ext cx="4039" cy="3053"/>
            </a:xfrm>
            <a:custGeom>
              <a:avLst/>
              <a:gdLst/>
              <a:ahLst/>
              <a:cxnLst/>
              <a:rect l="l" t="t" r="r" b="b"/>
              <a:pathLst>
                <a:path w="127" h="96" extrusionOk="0">
                  <a:moveTo>
                    <a:pt x="32" y="1"/>
                  </a:moveTo>
                  <a:lnTo>
                    <a:pt x="0" y="1"/>
                  </a:lnTo>
                  <a:lnTo>
                    <a:pt x="0" y="1"/>
                  </a:lnTo>
                  <a:cubicBezTo>
                    <a:pt x="15" y="32"/>
                    <a:pt x="32" y="48"/>
                    <a:pt x="32" y="64"/>
                  </a:cubicBezTo>
                  <a:cubicBezTo>
                    <a:pt x="32" y="80"/>
                    <a:pt x="32" y="80"/>
                    <a:pt x="15" y="80"/>
                  </a:cubicBezTo>
                  <a:lnTo>
                    <a:pt x="110" y="95"/>
                  </a:lnTo>
                  <a:lnTo>
                    <a:pt x="110" y="95"/>
                  </a:lnTo>
                  <a:cubicBezTo>
                    <a:pt x="126" y="64"/>
                    <a:pt x="95" y="17"/>
                    <a:pt x="47"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73" name="Google Shape;1073;p35"/>
            <p:cNvSpPr/>
            <p:nvPr/>
          </p:nvSpPr>
          <p:spPr>
            <a:xfrm>
              <a:off x="3390488" y="1504660"/>
              <a:ext cx="1018" cy="2035"/>
            </a:xfrm>
            <a:custGeom>
              <a:avLst/>
              <a:gdLst/>
              <a:ahLst/>
              <a:cxnLst/>
              <a:rect l="l" t="t" r="r" b="b"/>
              <a:pathLst>
                <a:path w="32" h="64" extrusionOk="0">
                  <a:moveTo>
                    <a:pt x="15" y="0"/>
                  </a:moveTo>
                  <a:cubicBezTo>
                    <a:pt x="15" y="15"/>
                    <a:pt x="0" y="32"/>
                    <a:pt x="0" y="47"/>
                  </a:cubicBezTo>
                  <a:lnTo>
                    <a:pt x="32" y="63"/>
                  </a:lnTo>
                  <a:lnTo>
                    <a:pt x="32" y="47"/>
                  </a:lnTo>
                  <a:cubicBezTo>
                    <a:pt x="32" y="32"/>
                    <a:pt x="32" y="0"/>
                    <a:pt x="15"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74" name="Google Shape;1074;p35"/>
            <p:cNvSpPr/>
            <p:nvPr/>
          </p:nvSpPr>
          <p:spPr>
            <a:xfrm>
              <a:off x="3391474" y="1506123"/>
              <a:ext cx="32" cy="572"/>
            </a:xfrm>
            <a:custGeom>
              <a:avLst/>
              <a:gdLst/>
              <a:ahLst/>
              <a:cxnLst/>
              <a:rect l="l" t="t" r="r" b="b"/>
              <a:pathLst>
                <a:path w="1" h="18" extrusionOk="0">
                  <a:moveTo>
                    <a:pt x="1" y="1"/>
                  </a:moveTo>
                  <a:lnTo>
                    <a:pt x="1" y="17"/>
                  </a:lnTo>
                  <a:lnTo>
                    <a:pt x="1" y="1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75" name="Google Shape;1075;p35"/>
            <p:cNvSpPr/>
            <p:nvPr/>
          </p:nvSpPr>
          <p:spPr>
            <a:xfrm>
              <a:off x="3388961" y="1580798"/>
              <a:ext cx="6042" cy="3530"/>
            </a:xfrm>
            <a:custGeom>
              <a:avLst/>
              <a:gdLst/>
              <a:ahLst/>
              <a:cxnLst/>
              <a:rect l="l" t="t" r="r" b="b"/>
              <a:pathLst>
                <a:path w="190" h="111" extrusionOk="0">
                  <a:moveTo>
                    <a:pt x="17" y="1"/>
                  </a:moveTo>
                  <a:lnTo>
                    <a:pt x="17" y="1"/>
                  </a:lnTo>
                  <a:cubicBezTo>
                    <a:pt x="0" y="48"/>
                    <a:pt x="32" y="95"/>
                    <a:pt x="80" y="111"/>
                  </a:cubicBezTo>
                  <a:lnTo>
                    <a:pt x="95" y="111"/>
                  </a:lnTo>
                  <a:cubicBezTo>
                    <a:pt x="143" y="111"/>
                    <a:pt x="174" y="79"/>
                    <a:pt x="189" y="32"/>
                  </a:cubicBezTo>
                  <a:lnTo>
                    <a:pt x="189"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76" name="Google Shape;1076;p35"/>
            <p:cNvSpPr/>
            <p:nvPr/>
          </p:nvSpPr>
          <p:spPr>
            <a:xfrm>
              <a:off x="3406994" y="1584806"/>
              <a:ext cx="5565" cy="3053"/>
            </a:xfrm>
            <a:custGeom>
              <a:avLst/>
              <a:gdLst/>
              <a:ahLst/>
              <a:cxnLst/>
              <a:rect l="l" t="t" r="r" b="b"/>
              <a:pathLst>
                <a:path w="175" h="96" extrusionOk="0">
                  <a:moveTo>
                    <a:pt x="17" y="1"/>
                  </a:moveTo>
                  <a:cubicBezTo>
                    <a:pt x="0" y="32"/>
                    <a:pt x="32" y="79"/>
                    <a:pt x="80" y="96"/>
                  </a:cubicBezTo>
                  <a:lnTo>
                    <a:pt x="95" y="96"/>
                  </a:lnTo>
                  <a:cubicBezTo>
                    <a:pt x="143" y="96"/>
                    <a:pt x="174" y="64"/>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77" name="Google Shape;1077;p35"/>
            <p:cNvSpPr/>
            <p:nvPr/>
          </p:nvSpPr>
          <p:spPr>
            <a:xfrm>
              <a:off x="3403496" y="1600326"/>
              <a:ext cx="6042" cy="5565"/>
            </a:xfrm>
            <a:custGeom>
              <a:avLst/>
              <a:gdLst/>
              <a:ahLst/>
              <a:cxnLst/>
              <a:rect l="l" t="t" r="r" b="b"/>
              <a:pathLst>
                <a:path w="190" h="175" extrusionOk="0">
                  <a:moveTo>
                    <a:pt x="95" y="1"/>
                  </a:moveTo>
                  <a:cubicBezTo>
                    <a:pt x="47" y="1"/>
                    <a:pt x="16" y="32"/>
                    <a:pt x="16" y="64"/>
                  </a:cubicBezTo>
                  <a:cubicBezTo>
                    <a:pt x="1" y="112"/>
                    <a:pt x="32" y="158"/>
                    <a:pt x="79" y="175"/>
                  </a:cubicBezTo>
                  <a:lnTo>
                    <a:pt x="95" y="175"/>
                  </a:lnTo>
                  <a:cubicBezTo>
                    <a:pt x="127" y="175"/>
                    <a:pt x="174" y="143"/>
                    <a:pt x="174" y="112"/>
                  </a:cubicBezTo>
                  <a:cubicBezTo>
                    <a:pt x="190" y="64"/>
                    <a:pt x="158" y="17"/>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78" name="Google Shape;1078;p35"/>
            <p:cNvSpPr/>
            <p:nvPr/>
          </p:nvSpPr>
          <p:spPr>
            <a:xfrm>
              <a:off x="3385463" y="1596859"/>
              <a:ext cx="6042" cy="5025"/>
            </a:xfrm>
            <a:custGeom>
              <a:avLst/>
              <a:gdLst/>
              <a:ahLst/>
              <a:cxnLst/>
              <a:rect l="l" t="t" r="r" b="b"/>
              <a:pathLst>
                <a:path w="190" h="158" extrusionOk="0">
                  <a:moveTo>
                    <a:pt x="95" y="0"/>
                  </a:moveTo>
                  <a:cubicBezTo>
                    <a:pt x="47" y="0"/>
                    <a:pt x="16" y="15"/>
                    <a:pt x="16" y="63"/>
                  </a:cubicBezTo>
                  <a:cubicBezTo>
                    <a:pt x="1" y="110"/>
                    <a:pt x="32" y="158"/>
                    <a:pt x="79" y="158"/>
                  </a:cubicBezTo>
                  <a:lnTo>
                    <a:pt x="95" y="158"/>
                  </a:lnTo>
                  <a:cubicBezTo>
                    <a:pt x="127" y="158"/>
                    <a:pt x="173" y="141"/>
                    <a:pt x="173" y="95"/>
                  </a:cubicBezTo>
                  <a:cubicBezTo>
                    <a:pt x="190" y="47"/>
                    <a:pt x="158" y="0"/>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79" name="Google Shape;1079;p35"/>
            <p:cNvSpPr/>
            <p:nvPr/>
          </p:nvSpPr>
          <p:spPr>
            <a:xfrm>
              <a:off x="3400506" y="1618358"/>
              <a:ext cx="5025" cy="3053"/>
            </a:xfrm>
            <a:custGeom>
              <a:avLst/>
              <a:gdLst/>
              <a:ahLst/>
              <a:cxnLst/>
              <a:rect l="l" t="t" r="r" b="b"/>
              <a:pathLst>
                <a:path w="158" h="96" extrusionOk="0">
                  <a:moveTo>
                    <a:pt x="63" y="1"/>
                  </a:moveTo>
                  <a:cubicBezTo>
                    <a:pt x="47" y="1"/>
                    <a:pt x="15" y="17"/>
                    <a:pt x="0" y="32"/>
                  </a:cubicBezTo>
                  <a:cubicBezTo>
                    <a:pt x="32" y="49"/>
                    <a:pt x="63" y="49"/>
                    <a:pt x="95" y="64"/>
                  </a:cubicBezTo>
                  <a:cubicBezTo>
                    <a:pt x="110" y="80"/>
                    <a:pt x="126" y="80"/>
                    <a:pt x="158" y="96"/>
                  </a:cubicBezTo>
                  <a:cubicBezTo>
                    <a:pt x="158" y="49"/>
                    <a:pt x="126"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80" name="Google Shape;1080;p35"/>
            <p:cNvSpPr/>
            <p:nvPr/>
          </p:nvSpPr>
          <p:spPr>
            <a:xfrm>
              <a:off x="3396499" y="1545210"/>
              <a:ext cx="5502" cy="3053"/>
            </a:xfrm>
            <a:custGeom>
              <a:avLst/>
              <a:gdLst/>
              <a:ahLst/>
              <a:cxnLst/>
              <a:rect l="l" t="t" r="r" b="b"/>
              <a:pathLst>
                <a:path w="173" h="96" extrusionOk="0">
                  <a:moveTo>
                    <a:pt x="15" y="1"/>
                  </a:moveTo>
                  <a:cubicBezTo>
                    <a:pt x="0" y="49"/>
                    <a:pt x="32" y="80"/>
                    <a:pt x="78" y="95"/>
                  </a:cubicBezTo>
                  <a:lnTo>
                    <a:pt x="95" y="95"/>
                  </a:lnTo>
                  <a:cubicBezTo>
                    <a:pt x="141" y="95"/>
                    <a:pt x="173" y="64"/>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81" name="Google Shape;1081;p35"/>
            <p:cNvSpPr/>
            <p:nvPr/>
          </p:nvSpPr>
          <p:spPr>
            <a:xfrm>
              <a:off x="3389470" y="1578795"/>
              <a:ext cx="5534" cy="3053"/>
            </a:xfrm>
            <a:custGeom>
              <a:avLst/>
              <a:gdLst/>
              <a:ahLst/>
              <a:cxnLst/>
              <a:rect l="l" t="t" r="r" b="b"/>
              <a:pathLst>
                <a:path w="174" h="96" extrusionOk="0">
                  <a:moveTo>
                    <a:pt x="79" y="1"/>
                  </a:moveTo>
                  <a:cubicBezTo>
                    <a:pt x="47" y="1"/>
                    <a:pt x="16" y="32"/>
                    <a:pt x="1" y="64"/>
                  </a:cubicBezTo>
                  <a:lnTo>
                    <a:pt x="173" y="95"/>
                  </a:lnTo>
                  <a:cubicBezTo>
                    <a:pt x="173" y="48"/>
                    <a:pt x="142"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82" name="Google Shape;1082;p35"/>
            <p:cNvSpPr/>
            <p:nvPr/>
          </p:nvSpPr>
          <p:spPr>
            <a:xfrm>
              <a:off x="3414532" y="1548740"/>
              <a:ext cx="5534" cy="3053"/>
            </a:xfrm>
            <a:custGeom>
              <a:avLst/>
              <a:gdLst/>
              <a:ahLst/>
              <a:cxnLst/>
              <a:rect l="l" t="t" r="r" b="b"/>
              <a:pathLst>
                <a:path w="174" h="96" extrusionOk="0">
                  <a:moveTo>
                    <a:pt x="16" y="1"/>
                  </a:moveTo>
                  <a:lnTo>
                    <a:pt x="16" y="1"/>
                  </a:lnTo>
                  <a:cubicBezTo>
                    <a:pt x="0" y="47"/>
                    <a:pt x="32" y="95"/>
                    <a:pt x="79" y="95"/>
                  </a:cubicBezTo>
                  <a:lnTo>
                    <a:pt x="95" y="95"/>
                  </a:lnTo>
                  <a:cubicBezTo>
                    <a:pt x="127" y="95"/>
                    <a:pt x="173" y="79"/>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83" name="Google Shape;1083;p35"/>
            <p:cNvSpPr/>
            <p:nvPr/>
          </p:nvSpPr>
          <p:spPr>
            <a:xfrm>
              <a:off x="3411001" y="1564260"/>
              <a:ext cx="5565" cy="5565"/>
            </a:xfrm>
            <a:custGeom>
              <a:avLst/>
              <a:gdLst/>
              <a:ahLst/>
              <a:cxnLst/>
              <a:rect l="l" t="t" r="r" b="b"/>
              <a:pathLst>
                <a:path w="175" h="175" extrusionOk="0">
                  <a:moveTo>
                    <a:pt x="80" y="0"/>
                  </a:moveTo>
                  <a:cubicBezTo>
                    <a:pt x="48" y="0"/>
                    <a:pt x="17" y="32"/>
                    <a:pt x="1" y="80"/>
                  </a:cubicBezTo>
                  <a:cubicBezTo>
                    <a:pt x="1" y="126"/>
                    <a:pt x="32" y="174"/>
                    <a:pt x="64" y="174"/>
                  </a:cubicBezTo>
                  <a:lnTo>
                    <a:pt x="80" y="174"/>
                  </a:lnTo>
                  <a:cubicBezTo>
                    <a:pt x="127" y="174"/>
                    <a:pt x="158" y="143"/>
                    <a:pt x="174" y="111"/>
                  </a:cubicBezTo>
                  <a:cubicBezTo>
                    <a:pt x="174" y="63"/>
                    <a:pt x="143" y="17"/>
                    <a:pt x="111" y="17"/>
                  </a:cubicBezTo>
                  <a:cubicBezTo>
                    <a:pt x="95" y="17"/>
                    <a:pt x="95" y="0"/>
                    <a:pt x="8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84" name="Google Shape;1084;p35"/>
            <p:cNvSpPr/>
            <p:nvPr/>
          </p:nvSpPr>
          <p:spPr>
            <a:xfrm>
              <a:off x="3392969" y="1560762"/>
              <a:ext cx="5565" cy="5534"/>
            </a:xfrm>
            <a:custGeom>
              <a:avLst/>
              <a:gdLst/>
              <a:ahLst/>
              <a:cxnLst/>
              <a:rect l="l" t="t" r="r" b="b"/>
              <a:pathLst>
                <a:path w="175" h="174" extrusionOk="0">
                  <a:moveTo>
                    <a:pt x="95" y="1"/>
                  </a:moveTo>
                  <a:cubicBezTo>
                    <a:pt x="48" y="1"/>
                    <a:pt x="17" y="32"/>
                    <a:pt x="0" y="64"/>
                  </a:cubicBezTo>
                  <a:cubicBezTo>
                    <a:pt x="0" y="110"/>
                    <a:pt x="32" y="158"/>
                    <a:pt x="80" y="173"/>
                  </a:cubicBezTo>
                  <a:lnTo>
                    <a:pt x="95" y="173"/>
                  </a:lnTo>
                  <a:cubicBezTo>
                    <a:pt x="126" y="173"/>
                    <a:pt x="158" y="142"/>
                    <a:pt x="174" y="110"/>
                  </a:cubicBezTo>
                  <a:cubicBezTo>
                    <a:pt x="174" y="64"/>
                    <a:pt x="158"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85" name="Google Shape;1085;p35"/>
            <p:cNvSpPr/>
            <p:nvPr/>
          </p:nvSpPr>
          <p:spPr>
            <a:xfrm>
              <a:off x="3407503" y="1582293"/>
              <a:ext cx="5534" cy="3562"/>
            </a:xfrm>
            <a:custGeom>
              <a:avLst/>
              <a:gdLst/>
              <a:ahLst/>
              <a:cxnLst/>
              <a:rect l="l" t="t" r="r" b="b"/>
              <a:pathLst>
                <a:path w="174" h="112" extrusionOk="0">
                  <a:moveTo>
                    <a:pt x="79" y="1"/>
                  </a:moveTo>
                  <a:cubicBezTo>
                    <a:pt x="48" y="1"/>
                    <a:pt x="1" y="32"/>
                    <a:pt x="1" y="80"/>
                  </a:cubicBezTo>
                  <a:lnTo>
                    <a:pt x="1" y="80"/>
                  </a:lnTo>
                  <a:lnTo>
                    <a:pt x="158" y="111"/>
                  </a:lnTo>
                  <a:lnTo>
                    <a:pt x="158" y="111"/>
                  </a:lnTo>
                  <a:cubicBezTo>
                    <a:pt x="174" y="64"/>
                    <a:pt x="142"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86" name="Google Shape;1086;p35"/>
            <p:cNvSpPr/>
            <p:nvPr/>
          </p:nvSpPr>
          <p:spPr>
            <a:xfrm>
              <a:off x="3403973" y="1509144"/>
              <a:ext cx="5565" cy="3021"/>
            </a:xfrm>
            <a:custGeom>
              <a:avLst/>
              <a:gdLst/>
              <a:ahLst/>
              <a:cxnLst/>
              <a:rect l="l" t="t" r="r" b="b"/>
              <a:pathLst>
                <a:path w="175" h="95" extrusionOk="0">
                  <a:moveTo>
                    <a:pt x="1" y="0"/>
                  </a:moveTo>
                  <a:lnTo>
                    <a:pt x="1" y="0"/>
                  </a:lnTo>
                  <a:cubicBezTo>
                    <a:pt x="1" y="48"/>
                    <a:pt x="32" y="95"/>
                    <a:pt x="80" y="95"/>
                  </a:cubicBezTo>
                  <a:lnTo>
                    <a:pt x="95" y="95"/>
                  </a:lnTo>
                  <a:cubicBezTo>
                    <a:pt x="127" y="95"/>
                    <a:pt x="159" y="80"/>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87" name="Google Shape;1087;p35"/>
            <p:cNvSpPr/>
            <p:nvPr/>
          </p:nvSpPr>
          <p:spPr>
            <a:xfrm>
              <a:off x="3396976" y="1542729"/>
              <a:ext cx="5565" cy="3530"/>
            </a:xfrm>
            <a:custGeom>
              <a:avLst/>
              <a:gdLst/>
              <a:ahLst/>
              <a:cxnLst/>
              <a:rect l="l" t="t" r="r" b="b"/>
              <a:pathLst>
                <a:path w="175" h="111" extrusionOk="0">
                  <a:moveTo>
                    <a:pt x="80" y="0"/>
                  </a:moveTo>
                  <a:cubicBezTo>
                    <a:pt x="48" y="0"/>
                    <a:pt x="0" y="32"/>
                    <a:pt x="0" y="79"/>
                  </a:cubicBezTo>
                  <a:lnTo>
                    <a:pt x="0" y="79"/>
                  </a:lnTo>
                  <a:lnTo>
                    <a:pt x="158" y="110"/>
                  </a:lnTo>
                  <a:lnTo>
                    <a:pt x="158" y="110"/>
                  </a:lnTo>
                  <a:cubicBezTo>
                    <a:pt x="174" y="64"/>
                    <a:pt x="143"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88" name="Google Shape;1088;p35"/>
            <p:cNvSpPr/>
            <p:nvPr/>
          </p:nvSpPr>
          <p:spPr>
            <a:xfrm>
              <a:off x="3422037" y="1512675"/>
              <a:ext cx="5565" cy="3498"/>
            </a:xfrm>
            <a:custGeom>
              <a:avLst/>
              <a:gdLst/>
              <a:ahLst/>
              <a:cxnLst/>
              <a:rect l="l" t="t" r="r" b="b"/>
              <a:pathLst>
                <a:path w="175" h="110" extrusionOk="0">
                  <a:moveTo>
                    <a:pt x="0" y="0"/>
                  </a:moveTo>
                  <a:cubicBezTo>
                    <a:pt x="0" y="47"/>
                    <a:pt x="32" y="95"/>
                    <a:pt x="63" y="110"/>
                  </a:cubicBezTo>
                  <a:lnTo>
                    <a:pt x="95" y="110"/>
                  </a:lnTo>
                  <a:cubicBezTo>
                    <a:pt x="126" y="110"/>
                    <a:pt x="158" y="78"/>
                    <a:pt x="174" y="47"/>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89" name="Google Shape;1089;p35"/>
            <p:cNvSpPr/>
            <p:nvPr/>
          </p:nvSpPr>
          <p:spPr>
            <a:xfrm>
              <a:off x="3418030" y="1528704"/>
              <a:ext cx="6042" cy="5534"/>
            </a:xfrm>
            <a:custGeom>
              <a:avLst/>
              <a:gdLst/>
              <a:ahLst/>
              <a:cxnLst/>
              <a:rect l="l" t="t" r="r" b="b"/>
              <a:pathLst>
                <a:path w="190" h="174" extrusionOk="0">
                  <a:moveTo>
                    <a:pt x="95" y="0"/>
                  </a:moveTo>
                  <a:cubicBezTo>
                    <a:pt x="63" y="0"/>
                    <a:pt x="17" y="32"/>
                    <a:pt x="17" y="63"/>
                  </a:cubicBezTo>
                  <a:cubicBezTo>
                    <a:pt x="0" y="110"/>
                    <a:pt x="32" y="158"/>
                    <a:pt x="80" y="173"/>
                  </a:cubicBezTo>
                  <a:lnTo>
                    <a:pt x="95" y="173"/>
                  </a:lnTo>
                  <a:cubicBezTo>
                    <a:pt x="143" y="173"/>
                    <a:pt x="174" y="142"/>
                    <a:pt x="174" y="95"/>
                  </a:cubicBezTo>
                  <a:cubicBezTo>
                    <a:pt x="189" y="47"/>
                    <a:pt x="158" y="15"/>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90" name="Google Shape;1090;p35"/>
            <p:cNvSpPr/>
            <p:nvPr/>
          </p:nvSpPr>
          <p:spPr>
            <a:xfrm>
              <a:off x="3399966" y="1525174"/>
              <a:ext cx="6042" cy="5025"/>
            </a:xfrm>
            <a:custGeom>
              <a:avLst/>
              <a:gdLst/>
              <a:ahLst/>
              <a:cxnLst/>
              <a:rect l="l" t="t" r="r" b="b"/>
              <a:pathLst>
                <a:path w="190" h="158" extrusionOk="0">
                  <a:moveTo>
                    <a:pt x="95" y="0"/>
                  </a:moveTo>
                  <a:cubicBezTo>
                    <a:pt x="64" y="0"/>
                    <a:pt x="32" y="17"/>
                    <a:pt x="17" y="63"/>
                  </a:cubicBezTo>
                  <a:cubicBezTo>
                    <a:pt x="1" y="111"/>
                    <a:pt x="32" y="158"/>
                    <a:pt x="80" y="158"/>
                  </a:cubicBezTo>
                  <a:lnTo>
                    <a:pt x="95" y="158"/>
                  </a:lnTo>
                  <a:cubicBezTo>
                    <a:pt x="143" y="158"/>
                    <a:pt x="175" y="143"/>
                    <a:pt x="190" y="95"/>
                  </a:cubicBezTo>
                  <a:cubicBezTo>
                    <a:pt x="190" y="48"/>
                    <a:pt x="158" y="0"/>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91" name="Google Shape;1091;p35"/>
            <p:cNvSpPr/>
            <p:nvPr/>
          </p:nvSpPr>
          <p:spPr>
            <a:xfrm>
              <a:off x="3415009" y="1546736"/>
              <a:ext cx="5565" cy="3053"/>
            </a:xfrm>
            <a:custGeom>
              <a:avLst/>
              <a:gdLst/>
              <a:ahLst/>
              <a:cxnLst/>
              <a:rect l="l" t="t" r="r" b="b"/>
              <a:pathLst>
                <a:path w="175" h="96" extrusionOk="0">
                  <a:moveTo>
                    <a:pt x="80" y="1"/>
                  </a:moveTo>
                  <a:cubicBezTo>
                    <a:pt x="32" y="1"/>
                    <a:pt x="1" y="16"/>
                    <a:pt x="1" y="64"/>
                  </a:cubicBezTo>
                  <a:lnTo>
                    <a:pt x="158" y="95"/>
                  </a:lnTo>
                  <a:cubicBezTo>
                    <a:pt x="175" y="47"/>
                    <a:pt x="143" y="1"/>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92" name="Google Shape;1092;p35"/>
            <p:cNvSpPr/>
            <p:nvPr/>
          </p:nvSpPr>
          <p:spPr>
            <a:xfrm>
              <a:off x="3403973" y="1507141"/>
              <a:ext cx="6074" cy="3021"/>
            </a:xfrm>
            <a:custGeom>
              <a:avLst/>
              <a:gdLst/>
              <a:ahLst/>
              <a:cxnLst/>
              <a:rect l="l" t="t" r="r" b="b"/>
              <a:pathLst>
                <a:path w="191" h="95" extrusionOk="0">
                  <a:moveTo>
                    <a:pt x="95" y="0"/>
                  </a:moveTo>
                  <a:cubicBezTo>
                    <a:pt x="49" y="0"/>
                    <a:pt x="17" y="32"/>
                    <a:pt x="1" y="63"/>
                  </a:cubicBezTo>
                  <a:lnTo>
                    <a:pt x="175" y="95"/>
                  </a:lnTo>
                  <a:cubicBezTo>
                    <a:pt x="190" y="48"/>
                    <a:pt x="159" y="0"/>
                    <a:pt x="112"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93" name="Google Shape;1093;p35"/>
            <p:cNvSpPr/>
            <p:nvPr/>
          </p:nvSpPr>
          <p:spPr>
            <a:xfrm>
              <a:off x="3431578" y="1477595"/>
              <a:ext cx="2512" cy="2512"/>
            </a:xfrm>
            <a:custGeom>
              <a:avLst/>
              <a:gdLst/>
              <a:ahLst/>
              <a:cxnLst/>
              <a:rect l="l" t="t" r="r" b="b"/>
              <a:pathLst>
                <a:path w="79" h="79" extrusionOk="0">
                  <a:moveTo>
                    <a:pt x="32" y="0"/>
                  </a:moveTo>
                  <a:lnTo>
                    <a:pt x="32" y="15"/>
                  </a:lnTo>
                  <a:cubicBezTo>
                    <a:pt x="15" y="32"/>
                    <a:pt x="15" y="63"/>
                    <a:pt x="0" y="78"/>
                  </a:cubicBezTo>
                  <a:lnTo>
                    <a:pt x="15" y="78"/>
                  </a:lnTo>
                  <a:lnTo>
                    <a:pt x="32" y="78"/>
                  </a:lnTo>
                  <a:cubicBezTo>
                    <a:pt x="32" y="78"/>
                    <a:pt x="47" y="63"/>
                    <a:pt x="47" y="47"/>
                  </a:cubicBezTo>
                  <a:cubicBezTo>
                    <a:pt x="63" y="32"/>
                    <a:pt x="63" y="15"/>
                    <a:pt x="78" y="15"/>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94" name="Google Shape;1094;p35"/>
            <p:cNvSpPr/>
            <p:nvPr/>
          </p:nvSpPr>
          <p:spPr>
            <a:xfrm>
              <a:off x="3432564" y="1478072"/>
              <a:ext cx="2035" cy="2035"/>
            </a:xfrm>
            <a:custGeom>
              <a:avLst/>
              <a:gdLst/>
              <a:ahLst/>
              <a:cxnLst/>
              <a:rect l="l" t="t" r="r" b="b"/>
              <a:pathLst>
                <a:path w="64" h="64" extrusionOk="0">
                  <a:moveTo>
                    <a:pt x="47" y="0"/>
                  </a:moveTo>
                  <a:cubicBezTo>
                    <a:pt x="32" y="0"/>
                    <a:pt x="32" y="17"/>
                    <a:pt x="16" y="32"/>
                  </a:cubicBezTo>
                  <a:cubicBezTo>
                    <a:pt x="16" y="48"/>
                    <a:pt x="1" y="63"/>
                    <a:pt x="1" y="63"/>
                  </a:cubicBezTo>
                  <a:cubicBezTo>
                    <a:pt x="32" y="63"/>
                    <a:pt x="64" y="32"/>
                    <a:pt x="64" y="0"/>
                  </a:cubicBezTo>
                  <a:lnTo>
                    <a:pt x="64" y="0"/>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95" name="Google Shape;1095;p35"/>
            <p:cNvSpPr/>
            <p:nvPr/>
          </p:nvSpPr>
          <p:spPr>
            <a:xfrm>
              <a:off x="3425568" y="1492607"/>
              <a:ext cx="6042" cy="5534"/>
            </a:xfrm>
            <a:custGeom>
              <a:avLst/>
              <a:gdLst/>
              <a:ahLst/>
              <a:cxnLst/>
              <a:rect l="l" t="t" r="r" b="b"/>
              <a:pathLst>
                <a:path w="190" h="174" extrusionOk="0">
                  <a:moveTo>
                    <a:pt x="95" y="1"/>
                  </a:moveTo>
                  <a:cubicBezTo>
                    <a:pt x="47" y="1"/>
                    <a:pt x="15" y="32"/>
                    <a:pt x="15" y="79"/>
                  </a:cubicBezTo>
                  <a:cubicBezTo>
                    <a:pt x="0" y="127"/>
                    <a:pt x="32" y="158"/>
                    <a:pt x="78" y="174"/>
                  </a:cubicBezTo>
                  <a:lnTo>
                    <a:pt x="95" y="174"/>
                  </a:lnTo>
                  <a:cubicBezTo>
                    <a:pt x="126" y="174"/>
                    <a:pt x="173" y="142"/>
                    <a:pt x="173" y="111"/>
                  </a:cubicBezTo>
                  <a:cubicBezTo>
                    <a:pt x="189" y="64"/>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96" name="Google Shape;1096;p35"/>
            <p:cNvSpPr/>
            <p:nvPr/>
          </p:nvSpPr>
          <p:spPr>
            <a:xfrm>
              <a:off x="3422037" y="1510671"/>
              <a:ext cx="5565" cy="3498"/>
            </a:xfrm>
            <a:custGeom>
              <a:avLst/>
              <a:gdLst/>
              <a:ahLst/>
              <a:cxnLst/>
              <a:rect l="l" t="t" r="r" b="b"/>
              <a:pathLst>
                <a:path w="175" h="110" extrusionOk="0">
                  <a:moveTo>
                    <a:pt x="80" y="0"/>
                  </a:moveTo>
                  <a:cubicBezTo>
                    <a:pt x="48" y="0"/>
                    <a:pt x="17" y="32"/>
                    <a:pt x="0" y="63"/>
                  </a:cubicBezTo>
                  <a:lnTo>
                    <a:pt x="0" y="63"/>
                  </a:lnTo>
                  <a:lnTo>
                    <a:pt x="174" y="110"/>
                  </a:lnTo>
                  <a:lnTo>
                    <a:pt x="174" y="110"/>
                  </a:lnTo>
                  <a:cubicBezTo>
                    <a:pt x="174" y="63"/>
                    <a:pt x="143"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97" name="Google Shape;1097;p35"/>
            <p:cNvSpPr/>
            <p:nvPr/>
          </p:nvSpPr>
          <p:spPr>
            <a:xfrm>
              <a:off x="3432564" y="1476069"/>
              <a:ext cx="2512" cy="2035"/>
            </a:xfrm>
            <a:custGeom>
              <a:avLst/>
              <a:gdLst/>
              <a:ahLst/>
              <a:cxnLst/>
              <a:rect l="l" t="t" r="r" b="b"/>
              <a:pathLst>
                <a:path w="79" h="64" extrusionOk="0">
                  <a:moveTo>
                    <a:pt x="47" y="0"/>
                  </a:moveTo>
                  <a:cubicBezTo>
                    <a:pt x="32" y="0"/>
                    <a:pt x="16" y="17"/>
                    <a:pt x="1" y="48"/>
                  </a:cubicBezTo>
                  <a:lnTo>
                    <a:pt x="47" y="63"/>
                  </a:lnTo>
                  <a:cubicBezTo>
                    <a:pt x="47" y="48"/>
                    <a:pt x="64" y="48"/>
                    <a:pt x="79" y="32"/>
                  </a:cubicBezTo>
                  <a:cubicBezTo>
                    <a:pt x="64" y="17"/>
                    <a:pt x="64" y="0"/>
                    <a:pt x="47"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98" name="Google Shape;1098;p35"/>
            <p:cNvSpPr/>
            <p:nvPr/>
          </p:nvSpPr>
          <p:spPr>
            <a:xfrm>
              <a:off x="3434059" y="1477054"/>
              <a:ext cx="1018" cy="1049"/>
            </a:xfrm>
            <a:custGeom>
              <a:avLst/>
              <a:gdLst/>
              <a:ahLst/>
              <a:cxnLst/>
              <a:rect l="l" t="t" r="r" b="b"/>
              <a:pathLst>
                <a:path w="32" h="33" extrusionOk="0">
                  <a:moveTo>
                    <a:pt x="32" y="1"/>
                  </a:moveTo>
                  <a:cubicBezTo>
                    <a:pt x="17" y="17"/>
                    <a:pt x="0" y="17"/>
                    <a:pt x="0" y="32"/>
                  </a:cubicBezTo>
                  <a:lnTo>
                    <a:pt x="17" y="32"/>
                  </a:lnTo>
                  <a:cubicBezTo>
                    <a:pt x="32" y="17"/>
                    <a:pt x="32" y="17"/>
                    <a:pt x="3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099" name="Google Shape;1099;p35"/>
            <p:cNvSpPr/>
            <p:nvPr/>
          </p:nvSpPr>
          <p:spPr>
            <a:xfrm>
              <a:off x="3425027" y="1588304"/>
              <a:ext cx="5565" cy="3053"/>
            </a:xfrm>
            <a:custGeom>
              <a:avLst/>
              <a:gdLst/>
              <a:ahLst/>
              <a:cxnLst/>
              <a:rect l="l" t="t" r="r" b="b"/>
              <a:pathLst>
                <a:path w="175" h="96" extrusionOk="0">
                  <a:moveTo>
                    <a:pt x="17" y="1"/>
                  </a:moveTo>
                  <a:cubicBezTo>
                    <a:pt x="1" y="49"/>
                    <a:pt x="32" y="95"/>
                    <a:pt x="80" y="95"/>
                  </a:cubicBezTo>
                  <a:lnTo>
                    <a:pt x="95" y="95"/>
                  </a:lnTo>
                  <a:cubicBezTo>
                    <a:pt x="127" y="95"/>
                    <a:pt x="175" y="80"/>
                    <a:pt x="175"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00" name="Google Shape;1100;p35"/>
            <p:cNvSpPr/>
            <p:nvPr/>
          </p:nvSpPr>
          <p:spPr>
            <a:xfrm>
              <a:off x="3418539" y="1621889"/>
              <a:ext cx="4039" cy="1527"/>
            </a:xfrm>
            <a:custGeom>
              <a:avLst/>
              <a:gdLst/>
              <a:ahLst/>
              <a:cxnLst/>
              <a:rect l="l" t="t" r="r" b="b"/>
              <a:pathLst>
                <a:path w="127" h="48" extrusionOk="0">
                  <a:moveTo>
                    <a:pt x="64" y="1"/>
                  </a:moveTo>
                  <a:cubicBezTo>
                    <a:pt x="32" y="1"/>
                    <a:pt x="16" y="16"/>
                    <a:pt x="1" y="48"/>
                  </a:cubicBezTo>
                  <a:cubicBezTo>
                    <a:pt x="32" y="32"/>
                    <a:pt x="79" y="32"/>
                    <a:pt x="110" y="32"/>
                  </a:cubicBezTo>
                  <a:lnTo>
                    <a:pt x="110" y="32"/>
                  </a:lnTo>
                  <a:lnTo>
                    <a:pt x="127" y="32"/>
                  </a:lnTo>
                  <a:cubicBezTo>
                    <a:pt x="110" y="16"/>
                    <a:pt x="95" y="16"/>
                    <a:pt x="79"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01" name="Google Shape;1101;p35"/>
            <p:cNvSpPr/>
            <p:nvPr/>
          </p:nvSpPr>
          <p:spPr>
            <a:xfrm>
              <a:off x="3443060" y="1591834"/>
              <a:ext cx="5565" cy="3530"/>
            </a:xfrm>
            <a:custGeom>
              <a:avLst/>
              <a:gdLst/>
              <a:ahLst/>
              <a:cxnLst/>
              <a:rect l="l" t="t" r="r" b="b"/>
              <a:pathLst>
                <a:path w="175" h="111" extrusionOk="0">
                  <a:moveTo>
                    <a:pt x="17" y="1"/>
                  </a:moveTo>
                  <a:lnTo>
                    <a:pt x="17" y="1"/>
                  </a:lnTo>
                  <a:cubicBezTo>
                    <a:pt x="1" y="47"/>
                    <a:pt x="32" y="95"/>
                    <a:pt x="80" y="110"/>
                  </a:cubicBezTo>
                  <a:lnTo>
                    <a:pt x="95" y="110"/>
                  </a:lnTo>
                  <a:cubicBezTo>
                    <a:pt x="127" y="110"/>
                    <a:pt x="158" y="79"/>
                    <a:pt x="175" y="32"/>
                  </a:cubicBezTo>
                  <a:lnTo>
                    <a:pt x="175"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02" name="Google Shape;1102;p35"/>
            <p:cNvSpPr/>
            <p:nvPr/>
          </p:nvSpPr>
          <p:spPr>
            <a:xfrm>
              <a:off x="3439593" y="1607863"/>
              <a:ext cx="5502" cy="5534"/>
            </a:xfrm>
            <a:custGeom>
              <a:avLst/>
              <a:gdLst/>
              <a:ahLst/>
              <a:cxnLst/>
              <a:rect l="l" t="t" r="r" b="b"/>
              <a:pathLst>
                <a:path w="173" h="174" extrusionOk="0">
                  <a:moveTo>
                    <a:pt x="78" y="1"/>
                  </a:moveTo>
                  <a:cubicBezTo>
                    <a:pt x="47" y="1"/>
                    <a:pt x="15" y="32"/>
                    <a:pt x="0" y="64"/>
                  </a:cubicBezTo>
                  <a:cubicBezTo>
                    <a:pt x="0" y="110"/>
                    <a:pt x="15" y="158"/>
                    <a:pt x="63" y="158"/>
                  </a:cubicBezTo>
                  <a:cubicBezTo>
                    <a:pt x="78" y="158"/>
                    <a:pt x="78" y="173"/>
                    <a:pt x="78" y="173"/>
                  </a:cubicBezTo>
                  <a:cubicBezTo>
                    <a:pt x="126" y="173"/>
                    <a:pt x="158" y="142"/>
                    <a:pt x="173" y="95"/>
                  </a:cubicBezTo>
                  <a:cubicBezTo>
                    <a:pt x="173" y="47"/>
                    <a:pt x="141"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03" name="Google Shape;1103;p35"/>
            <p:cNvSpPr/>
            <p:nvPr/>
          </p:nvSpPr>
          <p:spPr>
            <a:xfrm>
              <a:off x="3421560" y="1603856"/>
              <a:ext cx="5502" cy="5534"/>
            </a:xfrm>
            <a:custGeom>
              <a:avLst/>
              <a:gdLst/>
              <a:ahLst/>
              <a:cxnLst/>
              <a:rect l="l" t="t" r="r" b="b"/>
              <a:pathLst>
                <a:path w="173" h="174" extrusionOk="0">
                  <a:moveTo>
                    <a:pt x="95" y="1"/>
                  </a:moveTo>
                  <a:cubicBezTo>
                    <a:pt x="47" y="1"/>
                    <a:pt x="15" y="32"/>
                    <a:pt x="0" y="79"/>
                  </a:cubicBezTo>
                  <a:cubicBezTo>
                    <a:pt x="0" y="127"/>
                    <a:pt x="32" y="158"/>
                    <a:pt x="78" y="173"/>
                  </a:cubicBezTo>
                  <a:lnTo>
                    <a:pt x="95" y="173"/>
                  </a:lnTo>
                  <a:cubicBezTo>
                    <a:pt x="126" y="173"/>
                    <a:pt x="158" y="142"/>
                    <a:pt x="173" y="110"/>
                  </a:cubicBezTo>
                  <a:cubicBezTo>
                    <a:pt x="173" y="64"/>
                    <a:pt x="158" y="16"/>
                    <a:pt x="110" y="16"/>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04" name="Google Shape;1104;p35"/>
            <p:cNvSpPr/>
            <p:nvPr/>
          </p:nvSpPr>
          <p:spPr>
            <a:xfrm>
              <a:off x="3440070" y="1627391"/>
              <a:ext cx="541" cy="1049"/>
            </a:xfrm>
            <a:custGeom>
              <a:avLst/>
              <a:gdLst/>
              <a:ahLst/>
              <a:cxnLst/>
              <a:rect l="l" t="t" r="r" b="b"/>
              <a:pathLst>
                <a:path w="17" h="33" extrusionOk="0">
                  <a:moveTo>
                    <a:pt x="0" y="1"/>
                  </a:moveTo>
                  <a:cubicBezTo>
                    <a:pt x="0" y="17"/>
                    <a:pt x="0" y="32"/>
                    <a:pt x="17" y="32"/>
                  </a:cubicBezTo>
                  <a:lnTo>
                    <a:pt x="17" y="32"/>
                  </a:lnTo>
                  <a:lnTo>
                    <a:pt x="17" y="32"/>
                  </a:lnTo>
                  <a:lnTo>
                    <a:pt x="17" y="17"/>
                  </a:lnTo>
                  <a:cubicBezTo>
                    <a:pt x="17" y="1"/>
                    <a:pt x="0" y="1"/>
                    <a:pt x="0"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05" name="Google Shape;1105;p35"/>
            <p:cNvSpPr/>
            <p:nvPr/>
          </p:nvSpPr>
          <p:spPr>
            <a:xfrm>
              <a:off x="3438066" y="1625896"/>
              <a:ext cx="3562" cy="2544"/>
            </a:xfrm>
            <a:custGeom>
              <a:avLst/>
              <a:gdLst/>
              <a:ahLst/>
              <a:cxnLst/>
              <a:rect l="l" t="t" r="r" b="b"/>
              <a:pathLst>
                <a:path w="112" h="80" extrusionOk="0">
                  <a:moveTo>
                    <a:pt x="17" y="1"/>
                  </a:moveTo>
                  <a:lnTo>
                    <a:pt x="0" y="1"/>
                  </a:lnTo>
                  <a:cubicBezTo>
                    <a:pt x="17" y="1"/>
                    <a:pt x="48" y="16"/>
                    <a:pt x="63" y="16"/>
                  </a:cubicBezTo>
                  <a:lnTo>
                    <a:pt x="63" y="48"/>
                  </a:lnTo>
                  <a:cubicBezTo>
                    <a:pt x="63" y="48"/>
                    <a:pt x="80" y="48"/>
                    <a:pt x="80" y="64"/>
                  </a:cubicBezTo>
                  <a:lnTo>
                    <a:pt x="80" y="79"/>
                  </a:lnTo>
                  <a:lnTo>
                    <a:pt x="95" y="79"/>
                  </a:lnTo>
                  <a:cubicBezTo>
                    <a:pt x="111" y="48"/>
                    <a:pt x="80" y="1"/>
                    <a:pt x="3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06" name="Google Shape;1106;p35"/>
            <p:cNvSpPr/>
            <p:nvPr/>
          </p:nvSpPr>
          <p:spPr>
            <a:xfrm>
              <a:off x="3432564" y="1552239"/>
              <a:ext cx="5534" cy="3562"/>
            </a:xfrm>
            <a:custGeom>
              <a:avLst/>
              <a:gdLst/>
              <a:ahLst/>
              <a:cxnLst/>
              <a:rect l="l" t="t" r="r" b="b"/>
              <a:pathLst>
                <a:path w="174" h="112" extrusionOk="0">
                  <a:moveTo>
                    <a:pt x="1" y="0"/>
                  </a:moveTo>
                  <a:lnTo>
                    <a:pt x="1" y="0"/>
                  </a:lnTo>
                  <a:cubicBezTo>
                    <a:pt x="1" y="48"/>
                    <a:pt x="32" y="95"/>
                    <a:pt x="79" y="111"/>
                  </a:cubicBezTo>
                  <a:lnTo>
                    <a:pt x="95" y="111"/>
                  </a:lnTo>
                  <a:cubicBezTo>
                    <a:pt x="127" y="111"/>
                    <a:pt x="158"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07" name="Google Shape;1107;p35"/>
            <p:cNvSpPr/>
            <p:nvPr/>
          </p:nvSpPr>
          <p:spPr>
            <a:xfrm>
              <a:off x="3425568" y="1586300"/>
              <a:ext cx="5502" cy="3053"/>
            </a:xfrm>
            <a:custGeom>
              <a:avLst/>
              <a:gdLst/>
              <a:ahLst/>
              <a:cxnLst/>
              <a:rect l="l" t="t" r="r" b="b"/>
              <a:pathLst>
                <a:path w="173" h="96" extrusionOk="0">
                  <a:moveTo>
                    <a:pt x="78" y="1"/>
                  </a:moveTo>
                  <a:cubicBezTo>
                    <a:pt x="32" y="1"/>
                    <a:pt x="0" y="17"/>
                    <a:pt x="0" y="64"/>
                  </a:cubicBezTo>
                  <a:lnTo>
                    <a:pt x="0" y="64"/>
                  </a:lnTo>
                  <a:lnTo>
                    <a:pt x="158" y="95"/>
                  </a:lnTo>
                  <a:lnTo>
                    <a:pt x="158" y="95"/>
                  </a:lnTo>
                  <a:cubicBezTo>
                    <a:pt x="173" y="49"/>
                    <a:pt x="141"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08" name="Google Shape;1108;p35"/>
            <p:cNvSpPr/>
            <p:nvPr/>
          </p:nvSpPr>
          <p:spPr>
            <a:xfrm>
              <a:off x="3450597" y="1556246"/>
              <a:ext cx="5534" cy="3021"/>
            </a:xfrm>
            <a:custGeom>
              <a:avLst/>
              <a:gdLst/>
              <a:ahLst/>
              <a:cxnLst/>
              <a:rect l="l" t="t" r="r" b="b"/>
              <a:pathLst>
                <a:path w="174" h="95" extrusionOk="0">
                  <a:moveTo>
                    <a:pt x="1" y="0"/>
                  </a:moveTo>
                  <a:cubicBezTo>
                    <a:pt x="1" y="48"/>
                    <a:pt x="16" y="80"/>
                    <a:pt x="64" y="95"/>
                  </a:cubicBezTo>
                  <a:lnTo>
                    <a:pt x="79" y="95"/>
                  </a:lnTo>
                  <a:cubicBezTo>
                    <a:pt x="127" y="95"/>
                    <a:pt x="158" y="63"/>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09" name="Google Shape;1109;p35"/>
            <p:cNvSpPr/>
            <p:nvPr/>
          </p:nvSpPr>
          <p:spPr>
            <a:xfrm>
              <a:off x="3446590" y="1571798"/>
              <a:ext cx="6042" cy="5502"/>
            </a:xfrm>
            <a:custGeom>
              <a:avLst/>
              <a:gdLst/>
              <a:ahLst/>
              <a:cxnLst/>
              <a:rect l="l" t="t" r="r" b="b"/>
              <a:pathLst>
                <a:path w="190" h="173" extrusionOk="0">
                  <a:moveTo>
                    <a:pt x="95" y="0"/>
                  </a:moveTo>
                  <a:cubicBezTo>
                    <a:pt x="64" y="0"/>
                    <a:pt x="16" y="32"/>
                    <a:pt x="16" y="63"/>
                  </a:cubicBezTo>
                  <a:cubicBezTo>
                    <a:pt x="1" y="110"/>
                    <a:pt x="32" y="158"/>
                    <a:pt x="79" y="173"/>
                  </a:cubicBezTo>
                  <a:lnTo>
                    <a:pt x="95" y="173"/>
                  </a:lnTo>
                  <a:cubicBezTo>
                    <a:pt x="142" y="173"/>
                    <a:pt x="174" y="141"/>
                    <a:pt x="174" y="110"/>
                  </a:cubicBezTo>
                  <a:cubicBezTo>
                    <a:pt x="190" y="63"/>
                    <a:pt x="158" y="15"/>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10" name="Google Shape;1110;p35"/>
            <p:cNvSpPr/>
            <p:nvPr/>
          </p:nvSpPr>
          <p:spPr>
            <a:xfrm>
              <a:off x="3428557" y="1568268"/>
              <a:ext cx="6042" cy="5565"/>
            </a:xfrm>
            <a:custGeom>
              <a:avLst/>
              <a:gdLst/>
              <a:ahLst/>
              <a:cxnLst/>
              <a:rect l="l" t="t" r="r" b="b"/>
              <a:pathLst>
                <a:path w="190" h="175" extrusionOk="0">
                  <a:moveTo>
                    <a:pt x="95" y="0"/>
                  </a:moveTo>
                  <a:cubicBezTo>
                    <a:pt x="64" y="0"/>
                    <a:pt x="32" y="32"/>
                    <a:pt x="16" y="63"/>
                  </a:cubicBezTo>
                  <a:cubicBezTo>
                    <a:pt x="1" y="111"/>
                    <a:pt x="32" y="158"/>
                    <a:pt x="79" y="158"/>
                  </a:cubicBezTo>
                  <a:lnTo>
                    <a:pt x="95" y="174"/>
                  </a:lnTo>
                  <a:cubicBezTo>
                    <a:pt x="142" y="174"/>
                    <a:pt x="173" y="143"/>
                    <a:pt x="190" y="95"/>
                  </a:cubicBezTo>
                  <a:cubicBezTo>
                    <a:pt x="190" y="48"/>
                    <a:pt x="158" y="17"/>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11" name="Google Shape;1111;p35"/>
            <p:cNvSpPr/>
            <p:nvPr/>
          </p:nvSpPr>
          <p:spPr>
            <a:xfrm>
              <a:off x="3443600" y="1589831"/>
              <a:ext cx="5502" cy="3053"/>
            </a:xfrm>
            <a:custGeom>
              <a:avLst/>
              <a:gdLst/>
              <a:ahLst/>
              <a:cxnLst/>
              <a:rect l="l" t="t" r="r" b="b"/>
              <a:pathLst>
                <a:path w="173" h="96" extrusionOk="0">
                  <a:moveTo>
                    <a:pt x="78" y="1"/>
                  </a:moveTo>
                  <a:cubicBezTo>
                    <a:pt x="32" y="1"/>
                    <a:pt x="0" y="32"/>
                    <a:pt x="0" y="64"/>
                  </a:cubicBezTo>
                  <a:lnTo>
                    <a:pt x="158" y="95"/>
                  </a:lnTo>
                  <a:cubicBezTo>
                    <a:pt x="173" y="64"/>
                    <a:pt x="141"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12" name="Google Shape;1112;p35"/>
            <p:cNvSpPr/>
            <p:nvPr/>
          </p:nvSpPr>
          <p:spPr>
            <a:xfrm>
              <a:off x="3439593" y="1516682"/>
              <a:ext cx="6042" cy="3021"/>
            </a:xfrm>
            <a:custGeom>
              <a:avLst/>
              <a:gdLst/>
              <a:ahLst/>
              <a:cxnLst/>
              <a:rect l="l" t="t" r="r" b="b"/>
              <a:pathLst>
                <a:path w="190" h="95" extrusionOk="0">
                  <a:moveTo>
                    <a:pt x="15" y="0"/>
                  </a:moveTo>
                  <a:cubicBezTo>
                    <a:pt x="0" y="47"/>
                    <a:pt x="32" y="78"/>
                    <a:pt x="78" y="95"/>
                  </a:cubicBezTo>
                  <a:lnTo>
                    <a:pt x="95" y="95"/>
                  </a:lnTo>
                  <a:cubicBezTo>
                    <a:pt x="141" y="95"/>
                    <a:pt x="173" y="63"/>
                    <a:pt x="189"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13" name="Google Shape;1113;p35"/>
            <p:cNvSpPr/>
            <p:nvPr/>
          </p:nvSpPr>
          <p:spPr>
            <a:xfrm>
              <a:off x="3432564" y="1550235"/>
              <a:ext cx="6042" cy="3021"/>
            </a:xfrm>
            <a:custGeom>
              <a:avLst/>
              <a:gdLst/>
              <a:ahLst/>
              <a:cxnLst/>
              <a:rect l="l" t="t" r="r" b="b"/>
              <a:pathLst>
                <a:path w="190" h="95" extrusionOk="0">
                  <a:moveTo>
                    <a:pt x="95" y="0"/>
                  </a:moveTo>
                  <a:cubicBezTo>
                    <a:pt x="47" y="0"/>
                    <a:pt x="16" y="32"/>
                    <a:pt x="1" y="63"/>
                  </a:cubicBezTo>
                  <a:lnTo>
                    <a:pt x="173" y="95"/>
                  </a:lnTo>
                  <a:cubicBezTo>
                    <a:pt x="190" y="63"/>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14" name="Google Shape;1114;p35"/>
            <p:cNvSpPr/>
            <p:nvPr/>
          </p:nvSpPr>
          <p:spPr>
            <a:xfrm>
              <a:off x="3457626" y="1520149"/>
              <a:ext cx="5534" cy="3562"/>
            </a:xfrm>
            <a:custGeom>
              <a:avLst/>
              <a:gdLst/>
              <a:ahLst/>
              <a:cxnLst/>
              <a:rect l="l" t="t" r="r" b="b"/>
              <a:pathLst>
                <a:path w="174" h="112" extrusionOk="0">
                  <a:moveTo>
                    <a:pt x="16" y="1"/>
                  </a:moveTo>
                  <a:cubicBezTo>
                    <a:pt x="0" y="49"/>
                    <a:pt x="32" y="95"/>
                    <a:pt x="79" y="95"/>
                  </a:cubicBezTo>
                  <a:cubicBezTo>
                    <a:pt x="79" y="112"/>
                    <a:pt x="95" y="112"/>
                    <a:pt x="95" y="112"/>
                  </a:cubicBezTo>
                  <a:cubicBezTo>
                    <a:pt x="142" y="112"/>
                    <a:pt x="173" y="80"/>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15" name="Google Shape;1115;p35"/>
            <p:cNvSpPr/>
            <p:nvPr/>
          </p:nvSpPr>
          <p:spPr>
            <a:xfrm>
              <a:off x="3454095" y="1536209"/>
              <a:ext cx="6042" cy="5025"/>
            </a:xfrm>
            <a:custGeom>
              <a:avLst/>
              <a:gdLst/>
              <a:ahLst/>
              <a:cxnLst/>
              <a:rect l="l" t="t" r="r" b="b"/>
              <a:pathLst>
                <a:path w="190" h="158" extrusionOk="0">
                  <a:moveTo>
                    <a:pt x="95" y="0"/>
                  </a:moveTo>
                  <a:cubicBezTo>
                    <a:pt x="48" y="0"/>
                    <a:pt x="17" y="16"/>
                    <a:pt x="17" y="63"/>
                  </a:cubicBezTo>
                  <a:cubicBezTo>
                    <a:pt x="1" y="111"/>
                    <a:pt x="32" y="158"/>
                    <a:pt x="80" y="158"/>
                  </a:cubicBezTo>
                  <a:lnTo>
                    <a:pt x="95" y="158"/>
                  </a:lnTo>
                  <a:cubicBezTo>
                    <a:pt x="127" y="158"/>
                    <a:pt x="174" y="142"/>
                    <a:pt x="174" y="95"/>
                  </a:cubicBezTo>
                  <a:cubicBezTo>
                    <a:pt x="190" y="48"/>
                    <a:pt x="158" y="0"/>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16" name="Google Shape;1116;p35"/>
            <p:cNvSpPr/>
            <p:nvPr/>
          </p:nvSpPr>
          <p:spPr>
            <a:xfrm>
              <a:off x="3436063" y="1532170"/>
              <a:ext cx="6042" cy="5565"/>
            </a:xfrm>
            <a:custGeom>
              <a:avLst/>
              <a:gdLst/>
              <a:ahLst/>
              <a:cxnLst/>
              <a:rect l="l" t="t" r="r" b="b"/>
              <a:pathLst>
                <a:path w="190" h="175" extrusionOk="0">
                  <a:moveTo>
                    <a:pt x="95" y="1"/>
                  </a:moveTo>
                  <a:cubicBezTo>
                    <a:pt x="48" y="1"/>
                    <a:pt x="17" y="33"/>
                    <a:pt x="17" y="80"/>
                  </a:cubicBezTo>
                  <a:cubicBezTo>
                    <a:pt x="0" y="112"/>
                    <a:pt x="32" y="159"/>
                    <a:pt x="80" y="175"/>
                  </a:cubicBezTo>
                  <a:lnTo>
                    <a:pt x="95" y="175"/>
                  </a:lnTo>
                  <a:cubicBezTo>
                    <a:pt x="126" y="175"/>
                    <a:pt x="174" y="143"/>
                    <a:pt x="174" y="112"/>
                  </a:cubicBezTo>
                  <a:cubicBezTo>
                    <a:pt x="189" y="64"/>
                    <a:pt x="158" y="17"/>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17" name="Google Shape;1117;p35"/>
            <p:cNvSpPr/>
            <p:nvPr/>
          </p:nvSpPr>
          <p:spPr>
            <a:xfrm>
              <a:off x="3450597" y="1553765"/>
              <a:ext cx="5534" cy="3498"/>
            </a:xfrm>
            <a:custGeom>
              <a:avLst/>
              <a:gdLst/>
              <a:ahLst/>
              <a:cxnLst/>
              <a:rect l="l" t="t" r="r" b="b"/>
              <a:pathLst>
                <a:path w="174" h="110" extrusionOk="0">
                  <a:moveTo>
                    <a:pt x="79" y="0"/>
                  </a:moveTo>
                  <a:cubicBezTo>
                    <a:pt x="48" y="0"/>
                    <a:pt x="16" y="32"/>
                    <a:pt x="1" y="78"/>
                  </a:cubicBezTo>
                  <a:lnTo>
                    <a:pt x="1" y="78"/>
                  </a:lnTo>
                  <a:lnTo>
                    <a:pt x="174" y="110"/>
                  </a:lnTo>
                  <a:lnTo>
                    <a:pt x="174" y="110"/>
                  </a:lnTo>
                  <a:cubicBezTo>
                    <a:pt x="174" y="63"/>
                    <a:pt x="142" y="15"/>
                    <a:pt x="111" y="15"/>
                  </a:cubicBezTo>
                  <a:cubicBezTo>
                    <a:pt x="95" y="0"/>
                    <a:pt x="95" y="0"/>
                    <a:pt x="79"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18" name="Google Shape;1118;p35"/>
            <p:cNvSpPr/>
            <p:nvPr/>
          </p:nvSpPr>
          <p:spPr>
            <a:xfrm>
              <a:off x="3447067" y="1480585"/>
              <a:ext cx="5565" cy="3530"/>
            </a:xfrm>
            <a:custGeom>
              <a:avLst/>
              <a:gdLst/>
              <a:ahLst/>
              <a:cxnLst/>
              <a:rect l="l" t="t" r="r" b="b"/>
              <a:pathLst>
                <a:path w="175" h="111" extrusionOk="0">
                  <a:moveTo>
                    <a:pt x="17" y="1"/>
                  </a:moveTo>
                  <a:cubicBezTo>
                    <a:pt x="1" y="47"/>
                    <a:pt x="32" y="95"/>
                    <a:pt x="80" y="95"/>
                  </a:cubicBezTo>
                  <a:cubicBezTo>
                    <a:pt x="80" y="110"/>
                    <a:pt x="95" y="110"/>
                    <a:pt x="95" y="110"/>
                  </a:cubicBezTo>
                  <a:cubicBezTo>
                    <a:pt x="143" y="110"/>
                    <a:pt x="175" y="79"/>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19" name="Google Shape;1119;p35"/>
            <p:cNvSpPr/>
            <p:nvPr/>
          </p:nvSpPr>
          <p:spPr>
            <a:xfrm>
              <a:off x="3440070" y="1514138"/>
              <a:ext cx="5565" cy="3562"/>
            </a:xfrm>
            <a:custGeom>
              <a:avLst/>
              <a:gdLst/>
              <a:ahLst/>
              <a:cxnLst/>
              <a:rect l="l" t="t" r="r" b="b"/>
              <a:pathLst>
                <a:path w="175" h="112" extrusionOk="0">
                  <a:moveTo>
                    <a:pt x="80" y="1"/>
                  </a:moveTo>
                  <a:cubicBezTo>
                    <a:pt x="48" y="1"/>
                    <a:pt x="17" y="32"/>
                    <a:pt x="0" y="80"/>
                  </a:cubicBezTo>
                  <a:lnTo>
                    <a:pt x="0" y="80"/>
                  </a:lnTo>
                  <a:lnTo>
                    <a:pt x="174" y="112"/>
                  </a:lnTo>
                  <a:lnTo>
                    <a:pt x="174" y="112"/>
                  </a:lnTo>
                  <a:cubicBezTo>
                    <a:pt x="174" y="64"/>
                    <a:pt x="143" y="17"/>
                    <a:pt x="95" y="17"/>
                  </a:cubicBezTo>
                  <a:cubicBezTo>
                    <a:pt x="95" y="1"/>
                    <a:pt x="95" y="1"/>
                    <a:pt x="8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20" name="Google Shape;1120;p35"/>
            <p:cNvSpPr/>
            <p:nvPr/>
          </p:nvSpPr>
          <p:spPr>
            <a:xfrm>
              <a:off x="3465131" y="1484592"/>
              <a:ext cx="5565" cy="3053"/>
            </a:xfrm>
            <a:custGeom>
              <a:avLst/>
              <a:gdLst/>
              <a:ahLst/>
              <a:cxnLst/>
              <a:rect l="l" t="t" r="r" b="b"/>
              <a:pathLst>
                <a:path w="175" h="96" extrusionOk="0">
                  <a:moveTo>
                    <a:pt x="17" y="1"/>
                  </a:moveTo>
                  <a:lnTo>
                    <a:pt x="17" y="1"/>
                  </a:lnTo>
                  <a:cubicBezTo>
                    <a:pt x="0" y="32"/>
                    <a:pt x="32" y="79"/>
                    <a:pt x="80" y="95"/>
                  </a:cubicBezTo>
                  <a:lnTo>
                    <a:pt x="95" y="95"/>
                  </a:lnTo>
                  <a:cubicBezTo>
                    <a:pt x="126" y="95"/>
                    <a:pt x="174" y="64"/>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21" name="Google Shape;1121;p35"/>
            <p:cNvSpPr/>
            <p:nvPr/>
          </p:nvSpPr>
          <p:spPr>
            <a:xfrm>
              <a:off x="3461633" y="1500112"/>
              <a:ext cx="5534" cy="5565"/>
            </a:xfrm>
            <a:custGeom>
              <a:avLst/>
              <a:gdLst/>
              <a:ahLst/>
              <a:cxnLst/>
              <a:rect l="l" t="t" r="r" b="b"/>
              <a:pathLst>
                <a:path w="174" h="175" extrusionOk="0">
                  <a:moveTo>
                    <a:pt x="95" y="1"/>
                  </a:moveTo>
                  <a:cubicBezTo>
                    <a:pt x="47" y="1"/>
                    <a:pt x="16" y="32"/>
                    <a:pt x="0" y="64"/>
                  </a:cubicBezTo>
                  <a:cubicBezTo>
                    <a:pt x="0" y="112"/>
                    <a:pt x="32" y="158"/>
                    <a:pt x="64" y="175"/>
                  </a:cubicBezTo>
                  <a:lnTo>
                    <a:pt x="95" y="175"/>
                  </a:lnTo>
                  <a:cubicBezTo>
                    <a:pt x="127" y="175"/>
                    <a:pt x="158" y="143"/>
                    <a:pt x="173" y="95"/>
                  </a:cubicBezTo>
                  <a:cubicBezTo>
                    <a:pt x="173" y="64"/>
                    <a:pt x="142" y="17"/>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22" name="Google Shape;1122;p35"/>
            <p:cNvSpPr/>
            <p:nvPr/>
          </p:nvSpPr>
          <p:spPr>
            <a:xfrm>
              <a:off x="3443600" y="1496614"/>
              <a:ext cx="6042" cy="5057"/>
            </a:xfrm>
            <a:custGeom>
              <a:avLst/>
              <a:gdLst/>
              <a:ahLst/>
              <a:cxnLst/>
              <a:rect l="l" t="t" r="r" b="b"/>
              <a:pathLst>
                <a:path w="190" h="159" extrusionOk="0">
                  <a:moveTo>
                    <a:pt x="95" y="1"/>
                  </a:moveTo>
                  <a:cubicBezTo>
                    <a:pt x="47" y="1"/>
                    <a:pt x="15" y="16"/>
                    <a:pt x="0" y="64"/>
                  </a:cubicBezTo>
                  <a:cubicBezTo>
                    <a:pt x="0" y="111"/>
                    <a:pt x="32" y="159"/>
                    <a:pt x="78" y="159"/>
                  </a:cubicBezTo>
                  <a:lnTo>
                    <a:pt x="95" y="159"/>
                  </a:lnTo>
                  <a:cubicBezTo>
                    <a:pt x="126" y="159"/>
                    <a:pt x="158" y="142"/>
                    <a:pt x="173" y="96"/>
                  </a:cubicBezTo>
                  <a:cubicBezTo>
                    <a:pt x="189" y="48"/>
                    <a:pt x="158" y="1"/>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23" name="Google Shape;1123;p35"/>
            <p:cNvSpPr/>
            <p:nvPr/>
          </p:nvSpPr>
          <p:spPr>
            <a:xfrm>
              <a:off x="3458103" y="1518145"/>
              <a:ext cx="5565" cy="3053"/>
            </a:xfrm>
            <a:custGeom>
              <a:avLst/>
              <a:gdLst/>
              <a:ahLst/>
              <a:cxnLst/>
              <a:rect l="l" t="t" r="r" b="b"/>
              <a:pathLst>
                <a:path w="175" h="96" extrusionOk="0">
                  <a:moveTo>
                    <a:pt x="80" y="1"/>
                  </a:moveTo>
                  <a:cubicBezTo>
                    <a:pt x="48" y="1"/>
                    <a:pt x="1" y="32"/>
                    <a:pt x="1" y="64"/>
                  </a:cubicBezTo>
                  <a:lnTo>
                    <a:pt x="158" y="95"/>
                  </a:lnTo>
                  <a:cubicBezTo>
                    <a:pt x="175" y="49"/>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24" name="Google Shape;1124;p35"/>
            <p:cNvSpPr/>
            <p:nvPr/>
          </p:nvSpPr>
          <p:spPr>
            <a:xfrm>
              <a:off x="3447607" y="1478581"/>
              <a:ext cx="5502" cy="3053"/>
            </a:xfrm>
            <a:custGeom>
              <a:avLst/>
              <a:gdLst/>
              <a:ahLst/>
              <a:cxnLst/>
              <a:rect l="l" t="t" r="r" b="b"/>
              <a:pathLst>
                <a:path w="173" h="96" extrusionOk="0">
                  <a:moveTo>
                    <a:pt x="78" y="1"/>
                  </a:moveTo>
                  <a:cubicBezTo>
                    <a:pt x="47" y="1"/>
                    <a:pt x="0" y="32"/>
                    <a:pt x="0" y="64"/>
                  </a:cubicBezTo>
                  <a:lnTo>
                    <a:pt x="158" y="95"/>
                  </a:lnTo>
                  <a:cubicBezTo>
                    <a:pt x="173" y="47"/>
                    <a:pt x="142"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25" name="Google Shape;1125;p35"/>
            <p:cNvSpPr/>
            <p:nvPr/>
          </p:nvSpPr>
          <p:spPr>
            <a:xfrm>
              <a:off x="3472669" y="1448527"/>
              <a:ext cx="2512" cy="2512"/>
            </a:xfrm>
            <a:custGeom>
              <a:avLst/>
              <a:gdLst/>
              <a:ahLst/>
              <a:cxnLst/>
              <a:rect l="l" t="t" r="r" b="b"/>
              <a:pathLst>
                <a:path w="79" h="79" extrusionOk="0">
                  <a:moveTo>
                    <a:pt x="32" y="0"/>
                  </a:moveTo>
                  <a:cubicBezTo>
                    <a:pt x="32" y="16"/>
                    <a:pt x="15" y="32"/>
                    <a:pt x="0" y="47"/>
                  </a:cubicBezTo>
                  <a:lnTo>
                    <a:pt x="32" y="79"/>
                  </a:lnTo>
                  <a:cubicBezTo>
                    <a:pt x="47" y="63"/>
                    <a:pt x="63" y="32"/>
                    <a:pt x="78" y="16"/>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26" name="Google Shape;1126;p35"/>
            <p:cNvSpPr/>
            <p:nvPr/>
          </p:nvSpPr>
          <p:spPr>
            <a:xfrm>
              <a:off x="3473655" y="1449004"/>
              <a:ext cx="4516" cy="2544"/>
            </a:xfrm>
            <a:custGeom>
              <a:avLst/>
              <a:gdLst/>
              <a:ahLst/>
              <a:cxnLst/>
              <a:rect l="l" t="t" r="r" b="b"/>
              <a:pathLst>
                <a:path w="142" h="80" extrusionOk="0">
                  <a:moveTo>
                    <a:pt x="47" y="1"/>
                  </a:moveTo>
                  <a:cubicBezTo>
                    <a:pt x="32" y="17"/>
                    <a:pt x="16" y="48"/>
                    <a:pt x="1" y="64"/>
                  </a:cubicBezTo>
                  <a:cubicBezTo>
                    <a:pt x="16" y="80"/>
                    <a:pt x="32" y="80"/>
                    <a:pt x="32" y="80"/>
                  </a:cubicBezTo>
                  <a:lnTo>
                    <a:pt x="64" y="80"/>
                  </a:lnTo>
                  <a:cubicBezTo>
                    <a:pt x="95" y="80"/>
                    <a:pt x="127" y="64"/>
                    <a:pt x="142" y="17"/>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27" name="Google Shape;1127;p35"/>
            <p:cNvSpPr/>
            <p:nvPr/>
          </p:nvSpPr>
          <p:spPr>
            <a:xfrm>
              <a:off x="3468661" y="1464047"/>
              <a:ext cx="6042" cy="5565"/>
            </a:xfrm>
            <a:custGeom>
              <a:avLst/>
              <a:gdLst/>
              <a:ahLst/>
              <a:cxnLst/>
              <a:rect l="l" t="t" r="r" b="b"/>
              <a:pathLst>
                <a:path w="190" h="175" extrusionOk="0">
                  <a:moveTo>
                    <a:pt x="95" y="0"/>
                  </a:moveTo>
                  <a:cubicBezTo>
                    <a:pt x="63" y="0"/>
                    <a:pt x="15" y="32"/>
                    <a:pt x="15" y="80"/>
                  </a:cubicBezTo>
                  <a:cubicBezTo>
                    <a:pt x="0" y="126"/>
                    <a:pt x="32" y="158"/>
                    <a:pt x="78" y="174"/>
                  </a:cubicBezTo>
                  <a:lnTo>
                    <a:pt x="95" y="174"/>
                  </a:lnTo>
                  <a:cubicBezTo>
                    <a:pt x="141" y="174"/>
                    <a:pt x="173" y="143"/>
                    <a:pt x="173" y="111"/>
                  </a:cubicBezTo>
                  <a:cubicBezTo>
                    <a:pt x="189" y="63"/>
                    <a:pt x="158" y="17"/>
                    <a:pt x="110" y="17"/>
                  </a:cubicBezTo>
                  <a:cubicBezTo>
                    <a:pt x="110" y="0"/>
                    <a:pt x="110"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28" name="Google Shape;1128;p35"/>
            <p:cNvSpPr/>
            <p:nvPr/>
          </p:nvSpPr>
          <p:spPr>
            <a:xfrm>
              <a:off x="3465640" y="1482079"/>
              <a:ext cx="5534" cy="3562"/>
            </a:xfrm>
            <a:custGeom>
              <a:avLst/>
              <a:gdLst/>
              <a:ahLst/>
              <a:cxnLst/>
              <a:rect l="l" t="t" r="r" b="b"/>
              <a:pathLst>
                <a:path w="174" h="112" extrusionOk="0">
                  <a:moveTo>
                    <a:pt x="79" y="0"/>
                  </a:moveTo>
                  <a:cubicBezTo>
                    <a:pt x="32" y="0"/>
                    <a:pt x="1" y="32"/>
                    <a:pt x="1" y="80"/>
                  </a:cubicBezTo>
                  <a:lnTo>
                    <a:pt x="158" y="111"/>
                  </a:lnTo>
                  <a:cubicBezTo>
                    <a:pt x="173" y="63"/>
                    <a:pt x="142" y="17"/>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29" name="Google Shape;1129;p35"/>
            <p:cNvSpPr/>
            <p:nvPr/>
          </p:nvSpPr>
          <p:spPr>
            <a:xfrm>
              <a:off x="3473655" y="1446523"/>
              <a:ext cx="4516" cy="2512"/>
            </a:xfrm>
            <a:custGeom>
              <a:avLst/>
              <a:gdLst/>
              <a:ahLst/>
              <a:cxnLst/>
              <a:rect l="l" t="t" r="r" b="b"/>
              <a:pathLst>
                <a:path w="142" h="79" extrusionOk="0">
                  <a:moveTo>
                    <a:pt x="95" y="0"/>
                  </a:moveTo>
                  <a:lnTo>
                    <a:pt x="95" y="0"/>
                  </a:lnTo>
                  <a:cubicBezTo>
                    <a:pt x="47" y="16"/>
                    <a:pt x="32" y="47"/>
                    <a:pt x="1" y="63"/>
                  </a:cubicBezTo>
                  <a:lnTo>
                    <a:pt x="47" y="79"/>
                  </a:lnTo>
                  <a:cubicBezTo>
                    <a:pt x="64" y="63"/>
                    <a:pt x="79" y="47"/>
                    <a:pt x="110" y="47"/>
                  </a:cubicBezTo>
                  <a:lnTo>
                    <a:pt x="110" y="47"/>
                  </a:lnTo>
                  <a:lnTo>
                    <a:pt x="142" y="47"/>
                  </a:lnTo>
                  <a:lnTo>
                    <a:pt x="95"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30" name="Google Shape;1130;p35"/>
            <p:cNvSpPr/>
            <p:nvPr/>
          </p:nvSpPr>
          <p:spPr>
            <a:xfrm>
              <a:off x="3475149" y="1448018"/>
              <a:ext cx="3021" cy="1527"/>
            </a:xfrm>
            <a:custGeom>
              <a:avLst/>
              <a:gdLst/>
              <a:ahLst/>
              <a:cxnLst/>
              <a:rect l="l" t="t" r="r" b="b"/>
              <a:pathLst>
                <a:path w="95" h="48" extrusionOk="0">
                  <a:moveTo>
                    <a:pt x="63" y="0"/>
                  </a:moveTo>
                  <a:lnTo>
                    <a:pt x="63" y="0"/>
                  </a:lnTo>
                  <a:cubicBezTo>
                    <a:pt x="32" y="0"/>
                    <a:pt x="17" y="16"/>
                    <a:pt x="0" y="32"/>
                  </a:cubicBezTo>
                  <a:lnTo>
                    <a:pt x="95" y="48"/>
                  </a:lnTo>
                  <a:lnTo>
                    <a:pt x="95" y="48"/>
                  </a:lnTo>
                  <a:lnTo>
                    <a:pt x="95" y="0"/>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31" name="Google Shape;1131;p35"/>
            <p:cNvSpPr/>
            <p:nvPr/>
          </p:nvSpPr>
          <p:spPr>
            <a:xfrm>
              <a:off x="3461124" y="1595841"/>
              <a:ext cx="5565" cy="3053"/>
            </a:xfrm>
            <a:custGeom>
              <a:avLst/>
              <a:gdLst/>
              <a:ahLst/>
              <a:cxnLst/>
              <a:rect l="l" t="t" r="r" b="b"/>
              <a:pathLst>
                <a:path w="175" h="96" extrusionOk="0">
                  <a:moveTo>
                    <a:pt x="0" y="1"/>
                  </a:moveTo>
                  <a:lnTo>
                    <a:pt x="0" y="1"/>
                  </a:lnTo>
                  <a:cubicBezTo>
                    <a:pt x="0" y="47"/>
                    <a:pt x="32" y="79"/>
                    <a:pt x="80" y="95"/>
                  </a:cubicBezTo>
                  <a:lnTo>
                    <a:pt x="95" y="95"/>
                  </a:lnTo>
                  <a:cubicBezTo>
                    <a:pt x="126" y="95"/>
                    <a:pt x="158" y="64"/>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32" name="Google Shape;1132;p35"/>
            <p:cNvSpPr/>
            <p:nvPr/>
          </p:nvSpPr>
          <p:spPr>
            <a:xfrm>
              <a:off x="3455622" y="1629394"/>
              <a:ext cx="3021" cy="1049"/>
            </a:xfrm>
            <a:custGeom>
              <a:avLst/>
              <a:gdLst/>
              <a:ahLst/>
              <a:cxnLst/>
              <a:rect l="l" t="t" r="r" b="b"/>
              <a:pathLst>
                <a:path w="95" h="33" extrusionOk="0">
                  <a:moveTo>
                    <a:pt x="32" y="1"/>
                  </a:moveTo>
                  <a:lnTo>
                    <a:pt x="0" y="1"/>
                  </a:lnTo>
                  <a:lnTo>
                    <a:pt x="0" y="17"/>
                  </a:lnTo>
                  <a:cubicBezTo>
                    <a:pt x="16" y="32"/>
                    <a:pt x="32" y="32"/>
                    <a:pt x="63" y="32"/>
                  </a:cubicBezTo>
                  <a:lnTo>
                    <a:pt x="95" y="32"/>
                  </a:lnTo>
                  <a:cubicBezTo>
                    <a:pt x="79" y="17"/>
                    <a:pt x="63" y="1"/>
                    <a:pt x="47"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33" name="Google Shape;1133;p35"/>
            <p:cNvSpPr/>
            <p:nvPr/>
          </p:nvSpPr>
          <p:spPr>
            <a:xfrm>
              <a:off x="3479157" y="1599340"/>
              <a:ext cx="5565" cy="3021"/>
            </a:xfrm>
            <a:custGeom>
              <a:avLst/>
              <a:gdLst/>
              <a:ahLst/>
              <a:cxnLst/>
              <a:rect l="l" t="t" r="r" b="b"/>
              <a:pathLst>
                <a:path w="175" h="95" extrusionOk="0">
                  <a:moveTo>
                    <a:pt x="0" y="0"/>
                  </a:moveTo>
                  <a:cubicBezTo>
                    <a:pt x="0" y="48"/>
                    <a:pt x="17" y="95"/>
                    <a:pt x="63" y="95"/>
                  </a:cubicBezTo>
                  <a:lnTo>
                    <a:pt x="80" y="95"/>
                  </a:lnTo>
                  <a:cubicBezTo>
                    <a:pt x="126" y="95"/>
                    <a:pt x="158" y="80"/>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34" name="Google Shape;1134;p35"/>
            <p:cNvSpPr/>
            <p:nvPr/>
          </p:nvSpPr>
          <p:spPr>
            <a:xfrm>
              <a:off x="3475149" y="1614892"/>
              <a:ext cx="6042" cy="5502"/>
            </a:xfrm>
            <a:custGeom>
              <a:avLst/>
              <a:gdLst/>
              <a:ahLst/>
              <a:cxnLst/>
              <a:rect l="l" t="t" r="r" b="b"/>
              <a:pathLst>
                <a:path w="190" h="173" extrusionOk="0">
                  <a:moveTo>
                    <a:pt x="95" y="0"/>
                  </a:moveTo>
                  <a:cubicBezTo>
                    <a:pt x="63" y="0"/>
                    <a:pt x="17" y="32"/>
                    <a:pt x="17" y="78"/>
                  </a:cubicBezTo>
                  <a:cubicBezTo>
                    <a:pt x="0" y="126"/>
                    <a:pt x="32" y="173"/>
                    <a:pt x="80" y="173"/>
                  </a:cubicBezTo>
                  <a:lnTo>
                    <a:pt x="95" y="173"/>
                  </a:lnTo>
                  <a:cubicBezTo>
                    <a:pt x="143" y="173"/>
                    <a:pt x="174" y="141"/>
                    <a:pt x="174" y="110"/>
                  </a:cubicBezTo>
                  <a:cubicBezTo>
                    <a:pt x="189" y="63"/>
                    <a:pt x="158" y="15"/>
                    <a:pt x="111" y="15"/>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35" name="Google Shape;1135;p35"/>
            <p:cNvSpPr/>
            <p:nvPr/>
          </p:nvSpPr>
          <p:spPr>
            <a:xfrm>
              <a:off x="3457117" y="1611362"/>
              <a:ext cx="6042" cy="5565"/>
            </a:xfrm>
            <a:custGeom>
              <a:avLst/>
              <a:gdLst/>
              <a:ahLst/>
              <a:cxnLst/>
              <a:rect l="l" t="t" r="r" b="b"/>
              <a:pathLst>
                <a:path w="190" h="175" extrusionOk="0">
                  <a:moveTo>
                    <a:pt x="95" y="0"/>
                  </a:moveTo>
                  <a:cubicBezTo>
                    <a:pt x="63" y="0"/>
                    <a:pt x="32" y="32"/>
                    <a:pt x="16" y="63"/>
                  </a:cubicBezTo>
                  <a:cubicBezTo>
                    <a:pt x="0" y="111"/>
                    <a:pt x="32" y="158"/>
                    <a:pt x="79" y="174"/>
                  </a:cubicBezTo>
                  <a:lnTo>
                    <a:pt x="95" y="174"/>
                  </a:lnTo>
                  <a:cubicBezTo>
                    <a:pt x="142" y="174"/>
                    <a:pt x="174" y="143"/>
                    <a:pt x="174" y="111"/>
                  </a:cubicBezTo>
                  <a:cubicBezTo>
                    <a:pt x="189" y="63"/>
                    <a:pt x="158" y="17"/>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36" name="Google Shape;1136;p35"/>
            <p:cNvSpPr/>
            <p:nvPr/>
          </p:nvSpPr>
          <p:spPr>
            <a:xfrm>
              <a:off x="3474672" y="1632925"/>
              <a:ext cx="2512" cy="2035"/>
            </a:xfrm>
            <a:custGeom>
              <a:avLst/>
              <a:gdLst/>
              <a:ahLst/>
              <a:cxnLst/>
              <a:rect l="l" t="t" r="r" b="b"/>
              <a:pathLst>
                <a:path w="79" h="64" extrusionOk="0">
                  <a:moveTo>
                    <a:pt x="0" y="1"/>
                  </a:moveTo>
                  <a:lnTo>
                    <a:pt x="0" y="1"/>
                  </a:lnTo>
                  <a:cubicBezTo>
                    <a:pt x="32" y="16"/>
                    <a:pt x="47" y="47"/>
                    <a:pt x="78" y="64"/>
                  </a:cubicBezTo>
                  <a:cubicBezTo>
                    <a:pt x="63" y="32"/>
                    <a:pt x="47" y="16"/>
                    <a:pt x="1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37" name="Google Shape;1137;p35"/>
            <p:cNvSpPr/>
            <p:nvPr/>
          </p:nvSpPr>
          <p:spPr>
            <a:xfrm>
              <a:off x="3468121" y="1559776"/>
              <a:ext cx="6042" cy="3021"/>
            </a:xfrm>
            <a:custGeom>
              <a:avLst/>
              <a:gdLst/>
              <a:ahLst/>
              <a:cxnLst/>
              <a:rect l="l" t="t" r="r" b="b"/>
              <a:pathLst>
                <a:path w="190" h="95" extrusionOk="0">
                  <a:moveTo>
                    <a:pt x="17" y="0"/>
                  </a:moveTo>
                  <a:cubicBezTo>
                    <a:pt x="1" y="47"/>
                    <a:pt x="32" y="95"/>
                    <a:pt x="80" y="95"/>
                  </a:cubicBezTo>
                  <a:lnTo>
                    <a:pt x="95" y="95"/>
                  </a:lnTo>
                  <a:cubicBezTo>
                    <a:pt x="143" y="95"/>
                    <a:pt x="175" y="78"/>
                    <a:pt x="190"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38" name="Google Shape;1138;p35"/>
            <p:cNvSpPr/>
            <p:nvPr/>
          </p:nvSpPr>
          <p:spPr>
            <a:xfrm>
              <a:off x="3461124" y="1593329"/>
              <a:ext cx="5565" cy="3562"/>
            </a:xfrm>
            <a:custGeom>
              <a:avLst/>
              <a:gdLst/>
              <a:ahLst/>
              <a:cxnLst/>
              <a:rect l="l" t="t" r="r" b="b"/>
              <a:pathLst>
                <a:path w="175" h="112" extrusionOk="0">
                  <a:moveTo>
                    <a:pt x="95" y="0"/>
                  </a:moveTo>
                  <a:cubicBezTo>
                    <a:pt x="48" y="0"/>
                    <a:pt x="16" y="32"/>
                    <a:pt x="0" y="80"/>
                  </a:cubicBezTo>
                  <a:lnTo>
                    <a:pt x="174" y="111"/>
                  </a:lnTo>
                  <a:cubicBezTo>
                    <a:pt x="174" y="63"/>
                    <a:pt x="158" y="17"/>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39" name="Google Shape;1139;p35"/>
            <p:cNvSpPr/>
            <p:nvPr/>
          </p:nvSpPr>
          <p:spPr>
            <a:xfrm>
              <a:off x="3486154" y="1563243"/>
              <a:ext cx="5565" cy="3562"/>
            </a:xfrm>
            <a:custGeom>
              <a:avLst/>
              <a:gdLst/>
              <a:ahLst/>
              <a:cxnLst/>
              <a:rect l="l" t="t" r="r" b="b"/>
              <a:pathLst>
                <a:path w="175" h="112" extrusionOk="0">
                  <a:moveTo>
                    <a:pt x="17" y="1"/>
                  </a:moveTo>
                  <a:cubicBezTo>
                    <a:pt x="1" y="49"/>
                    <a:pt x="32" y="95"/>
                    <a:pt x="80" y="112"/>
                  </a:cubicBezTo>
                  <a:lnTo>
                    <a:pt x="95" y="112"/>
                  </a:lnTo>
                  <a:cubicBezTo>
                    <a:pt x="143" y="112"/>
                    <a:pt x="175" y="80"/>
                    <a:pt x="175" y="49"/>
                  </a:cubicBezTo>
                  <a:lnTo>
                    <a:pt x="175" y="49"/>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40" name="Google Shape;1140;p35"/>
            <p:cNvSpPr/>
            <p:nvPr/>
          </p:nvSpPr>
          <p:spPr>
            <a:xfrm>
              <a:off x="3482687" y="1579303"/>
              <a:ext cx="6042" cy="5534"/>
            </a:xfrm>
            <a:custGeom>
              <a:avLst/>
              <a:gdLst/>
              <a:ahLst/>
              <a:cxnLst/>
              <a:rect l="l" t="t" r="r" b="b"/>
              <a:pathLst>
                <a:path w="190" h="174" extrusionOk="0">
                  <a:moveTo>
                    <a:pt x="95" y="0"/>
                  </a:moveTo>
                  <a:cubicBezTo>
                    <a:pt x="47" y="0"/>
                    <a:pt x="15" y="32"/>
                    <a:pt x="15" y="63"/>
                  </a:cubicBezTo>
                  <a:cubicBezTo>
                    <a:pt x="0" y="111"/>
                    <a:pt x="32" y="158"/>
                    <a:pt x="78" y="174"/>
                  </a:cubicBezTo>
                  <a:lnTo>
                    <a:pt x="95" y="174"/>
                  </a:lnTo>
                  <a:cubicBezTo>
                    <a:pt x="126" y="174"/>
                    <a:pt x="173" y="142"/>
                    <a:pt x="173" y="95"/>
                  </a:cubicBezTo>
                  <a:cubicBezTo>
                    <a:pt x="189" y="48"/>
                    <a:pt x="158" y="16"/>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41" name="Google Shape;1141;p35"/>
            <p:cNvSpPr/>
            <p:nvPr/>
          </p:nvSpPr>
          <p:spPr>
            <a:xfrm>
              <a:off x="3464654" y="1575805"/>
              <a:ext cx="6042" cy="5025"/>
            </a:xfrm>
            <a:custGeom>
              <a:avLst/>
              <a:gdLst/>
              <a:ahLst/>
              <a:cxnLst/>
              <a:rect l="l" t="t" r="r" b="b"/>
              <a:pathLst>
                <a:path w="190" h="158" extrusionOk="0">
                  <a:moveTo>
                    <a:pt x="95" y="0"/>
                  </a:moveTo>
                  <a:cubicBezTo>
                    <a:pt x="47" y="0"/>
                    <a:pt x="15" y="15"/>
                    <a:pt x="15" y="63"/>
                  </a:cubicBezTo>
                  <a:cubicBezTo>
                    <a:pt x="0" y="110"/>
                    <a:pt x="32" y="158"/>
                    <a:pt x="78" y="158"/>
                  </a:cubicBezTo>
                  <a:lnTo>
                    <a:pt x="95" y="158"/>
                  </a:lnTo>
                  <a:cubicBezTo>
                    <a:pt x="126" y="158"/>
                    <a:pt x="173" y="142"/>
                    <a:pt x="173" y="95"/>
                  </a:cubicBezTo>
                  <a:cubicBezTo>
                    <a:pt x="189" y="47"/>
                    <a:pt x="158" y="0"/>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42" name="Google Shape;1142;p35"/>
            <p:cNvSpPr/>
            <p:nvPr/>
          </p:nvSpPr>
          <p:spPr>
            <a:xfrm>
              <a:off x="3479157" y="1597336"/>
              <a:ext cx="5565" cy="3021"/>
            </a:xfrm>
            <a:custGeom>
              <a:avLst/>
              <a:gdLst/>
              <a:ahLst/>
              <a:cxnLst/>
              <a:rect l="l" t="t" r="r" b="b"/>
              <a:pathLst>
                <a:path w="175" h="95" extrusionOk="0">
                  <a:moveTo>
                    <a:pt x="80" y="0"/>
                  </a:moveTo>
                  <a:cubicBezTo>
                    <a:pt x="48" y="0"/>
                    <a:pt x="17" y="17"/>
                    <a:pt x="0" y="63"/>
                  </a:cubicBezTo>
                  <a:lnTo>
                    <a:pt x="0" y="63"/>
                  </a:lnTo>
                  <a:lnTo>
                    <a:pt x="174" y="95"/>
                  </a:lnTo>
                  <a:lnTo>
                    <a:pt x="174" y="95"/>
                  </a:lnTo>
                  <a:cubicBezTo>
                    <a:pt x="174" y="48"/>
                    <a:pt x="143"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43" name="Google Shape;1143;p35"/>
            <p:cNvSpPr/>
            <p:nvPr/>
          </p:nvSpPr>
          <p:spPr>
            <a:xfrm>
              <a:off x="3475658" y="1523679"/>
              <a:ext cx="5534" cy="3530"/>
            </a:xfrm>
            <a:custGeom>
              <a:avLst/>
              <a:gdLst/>
              <a:ahLst/>
              <a:cxnLst/>
              <a:rect l="l" t="t" r="r" b="b"/>
              <a:pathLst>
                <a:path w="174" h="111" extrusionOk="0">
                  <a:moveTo>
                    <a:pt x="16" y="1"/>
                  </a:moveTo>
                  <a:lnTo>
                    <a:pt x="16" y="1"/>
                  </a:lnTo>
                  <a:cubicBezTo>
                    <a:pt x="1" y="47"/>
                    <a:pt x="32" y="95"/>
                    <a:pt x="79" y="110"/>
                  </a:cubicBezTo>
                  <a:lnTo>
                    <a:pt x="95" y="110"/>
                  </a:lnTo>
                  <a:cubicBezTo>
                    <a:pt x="127" y="110"/>
                    <a:pt x="173" y="79"/>
                    <a:pt x="173" y="47"/>
                  </a:cubicBezTo>
                  <a:lnTo>
                    <a:pt x="173" y="47"/>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44" name="Google Shape;1144;p35"/>
            <p:cNvSpPr/>
            <p:nvPr/>
          </p:nvSpPr>
          <p:spPr>
            <a:xfrm>
              <a:off x="3468661" y="1557772"/>
              <a:ext cx="5502" cy="3021"/>
            </a:xfrm>
            <a:custGeom>
              <a:avLst/>
              <a:gdLst/>
              <a:ahLst/>
              <a:cxnLst/>
              <a:rect l="l" t="t" r="r" b="b"/>
              <a:pathLst>
                <a:path w="173" h="95" extrusionOk="0">
                  <a:moveTo>
                    <a:pt x="78" y="0"/>
                  </a:moveTo>
                  <a:cubicBezTo>
                    <a:pt x="47" y="0"/>
                    <a:pt x="15" y="15"/>
                    <a:pt x="0" y="63"/>
                  </a:cubicBezTo>
                  <a:lnTo>
                    <a:pt x="0" y="63"/>
                  </a:lnTo>
                  <a:lnTo>
                    <a:pt x="173" y="95"/>
                  </a:lnTo>
                  <a:lnTo>
                    <a:pt x="173" y="95"/>
                  </a:lnTo>
                  <a:cubicBezTo>
                    <a:pt x="173" y="47"/>
                    <a:pt x="141"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45" name="Google Shape;1145;p35"/>
            <p:cNvSpPr/>
            <p:nvPr/>
          </p:nvSpPr>
          <p:spPr>
            <a:xfrm>
              <a:off x="3493691" y="1527686"/>
              <a:ext cx="5534" cy="3053"/>
            </a:xfrm>
            <a:custGeom>
              <a:avLst/>
              <a:gdLst/>
              <a:ahLst/>
              <a:cxnLst/>
              <a:rect l="l" t="t" r="r" b="b"/>
              <a:pathLst>
                <a:path w="174" h="96" extrusionOk="0">
                  <a:moveTo>
                    <a:pt x="16" y="1"/>
                  </a:moveTo>
                  <a:lnTo>
                    <a:pt x="16" y="1"/>
                  </a:lnTo>
                  <a:cubicBezTo>
                    <a:pt x="1" y="47"/>
                    <a:pt x="32" y="95"/>
                    <a:pt x="79" y="95"/>
                  </a:cubicBezTo>
                  <a:lnTo>
                    <a:pt x="95" y="95"/>
                  </a:lnTo>
                  <a:cubicBezTo>
                    <a:pt x="127" y="95"/>
                    <a:pt x="174" y="64"/>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46" name="Google Shape;1146;p35"/>
            <p:cNvSpPr/>
            <p:nvPr/>
          </p:nvSpPr>
          <p:spPr>
            <a:xfrm>
              <a:off x="3490161" y="1543206"/>
              <a:ext cx="5565" cy="5565"/>
            </a:xfrm>
            <a:custGeom>
              <a:avLst/>
              <a:gdLst/>
              <a:ahLst/>
              <a:cxnLst/>
              <a:rect l="l" t="t" r="r" b="b"/>
              <a:pathLst>
                <a:path w="175" h="175" extrusionOk="0">
                  <a:moveTo>
                    <a:pt x="80" y="1"/>
                  </a:moveTo>
                  <a:cubicBezTo>
                    <a:pt x="49" y="1"/>
                    <a:pt x="17" y="32"/>
                    <a:pt x="1" y="80"/>
                  </a:cubicBezTo>
                  <a:cubicBezTo>
                    <a:pt x="1" y="112"/>
                    <a:pt x="17" y="158"/>
                    <a:pt x="64" y="175"/>
                  </a:cubicBezTo>
                  <a:lnTo>
                    <a:pt x="80" y="175"/>
                  </a:lnTo>
                  <a:cubicBezTo>
                    <a:pt x="127" y="175"/>
                    <a:pt x="158" y="143"/>
                    <a:pt x="175" y="112"/>
                  </a:cubicBezTo>
                  <a:cubicBezTo>
                    <a:pt x="175" y="64"/>
                    <a:pt x="143" y="17"/>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47" name="Google Shape;1147;p35"/>
            <p:cNvSpPr/>
            <p:nvPr/>
          </p:nvSpPr>
          <p:spPr>
            <a:xfrm>
              <a:off x="3472128" y="1539708"/>
              <a:ext cx="5565" cy="5534"/>
            </a:xfrm>
            <a:custGeom>
              <a:avLst/>
              <a:gdLst/>
              <a:ahLst/>
              <a:cxnLst/>
              <a:rect l="l" t="t" r="r" b="b"/>
              <a:pathLst>
                <a:path w="175" h="174" extrusionOk="0">
                  <a:moveTo>
                    <a:pt x="95" y="1"/>
                  </a:moveTo>
                  <a:cubicBezTo>
                    <a:pt x="49" y="1"/>
                    <a:pt x="17" y="32"/>
                    <a:pt x="1" y="64"/>
                  </a:cubicBezTo>
                  <a:cubicBezTo>
                    <a:pt x="1" y="111"/>
                    <a:pt x="32" y="159"/>
                    <a:pt x="80" y="174"/>
                  </a:cubicBezTo>
                  <a:lnTo>
                    <a:pt x="95" y="174"/>
                  </a:lnTo>
                  <a:cubicBezTo>
                    <a:pt x="127" y="174"/>
                    <a:pt x="158" y="142"/>
                    <a:pt x="175" y="95"/>
                  </a:cubicBezTo>
                  <a:cubicBezTo>
                    <a:pt x="175" y="48"/>
                    <a:pt x="158" y="16"/>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48" name="Google Shape;1148;p35"/>
            <p:cNvSpPr/>
            <p:nvPr/>
          </p:nvSpPr>
          <p:spPr>
            <a:xfrm>
              <a:off x="3486694" y="1561239"/>
              <a:ext cx="5502" cy="3562"/>
            </a:xfrm>
            <a:custGeom>
              <a:avLst/>
              <a:gdLst/>
              <a:ahLst/>
              <a:cxnLst/>
              <a:rect l="l" t="t" r="r" b="b"/>
              <a:pathLst>
                <a:path w="173" h="112" extrusionOk="0">
                  <a:moveTo>
                    <a:pt x="78" y="1"/>
                  </a:moveTo>
                  <a:cubicBezTo>
                    <a:pt x="47" y="1"/>
                    <a:pt x="0" y="32"/>
                    <a:pt x="0" y="64"/>
                  </a:cubicBezTo>
                  <a:lnTo>
                    <a:pt x="158" y="112"/>
                  </a:lnTo>
                  <a:cubicBezTo>
                    <a:pt x="173" y="64"/>
                    <a:pt x="141"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49" name="Google Shape;1149;p35"/>
            <p:cNvSpPr/>
            <p:nvPr/>
          </p:nvSpPr>
          <p:spPr>
            <a:xfrm>
              <a:off x="3483164" y="1488090"/>
              <a:ext cx="5565" cy="3053"/>
            </a:xfrm>
            <a:custGeom>
              <a:avLst/>
              <a:gdLst/>
              <a:ahLst/>
              <a:cxnLst/>
              <a:rect l="l" t="t" r="r" b="b"/>
              <a:pathLst>
                <a:path w="175" h="96" extrusionOk="0">
                  <a:moveTo>
                    <a:pt x="0" y="1"/>
                  </a:moveTo>
                  <a:lnTo>
                    <a:pt x="0" y="1"/>
                  </a:lnTo>
                  <a:cubicBezTo>
                    <a:pt x="0" y="48"/>
                    <a:pt x="32" y="95"/>
                    <a:pt x="80" y="95"/>
                  </a:cubicBezTo>
                  <a:lnTo>
                    <a:pt x="95" y="95"/>
                  </a:lnTo>
                  <a:cubicBezTo>
                    <a:pt x="126" y="95"/>
                    <a:pt x="158" y="80"/>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50" name="Google Shape;1150;p35"/>
            <p:cNvSpPr/>
            <p:nvPr/>
          </p:nvSpPr>
          <p:spPr>
            <a:xfrm>
              <a:off x="3476135" y="1521675"/>
              <a:ext cx="5565" cy="3530"/>
            </a:xfrm>
            <a:custGeom>
              <a:avLst/>
              <a:gdLst/>
              <a:ahLst/>
              <a:cxnLst/>
              <a:rect l="l" t="t" r="r" b="b"/>
              <a:pathLst>
                <a:path w="175" h="111" extrusionOk="0">
                  <a:moveTo>
                    <a:pt x="80" y="1"/>
                  </a:moveTo>
                  <a:cubicBezTo>
                    <a:pt x="32" y="1"/>
                    <a:pt x="1" y="32"/>
                    <a:pt x="1" y="64"/>
                  </a:cubicBezTo>
                  <a:lnTo>
                    <a:pt x="158" y="110"/>
                  </a:lnTo>
                  <a:cubicBezTo>
                    <a:pt x="175" y="64"/>
                    <a:pt x="143"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51" name="Google Shape;1151;p35"/>
            <p:cNvSpPr/>
            <p:nvPr/>
          </p:nvSpPr>
          <p:spPr>
            <a:xfrm>
              <a:off x="3501197" y="1491621"/>
              <a:ext cx="5565" cy="3530"/>
            </a:xfrm>
            <a:custGeom>
              <a:avLst/>
              <a:gdLst/>
              <a:ahLst/>
              <a:cxnLst/>
              <a:rect l="l" t="t" r="r" b="b"/>
              <a:pathLst>
                <a:path w="175" h="111" extrusionOk="0">
                  <a:moveTo>
                    <a:pt x="1" y="0"/>
                  </a:moveTo>
                  <a:cubicBezTo>
                    <a:pt x="1" y="47"/>
                    <a:pt x="17" y="95"/>
                    <a:pt x="64" y="110"/>
                  </a:cubicBezTo>
                  <a:lnTo>
                    <a:pt x="80" y="110"/>
                  </a:lnTo>
                  <a:cubicBezTo>
                    <a:pt x="127" y="110"/>
                    <a:pt x="158" y="79"/>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52" name="Google Shape;1152;p35"/>
            <p:cNvSpPr/>
            <p:nvPr/>
          </p:nvSpPr>
          <p:spPr>
            <a:xfrm>
              <a:off x="3497189" y="1507650"/>
              <a:ext cx="6042" cy="5057"/>
            </a:xfrm>
            <a:custGeom>
              <a:avLst/>
              <a:gdLst/>
              <a:ahLst/>
              <a:cxnLst/>
              <a:rect l="l" t="t" r="r" b="b"/>
              <a:pathLst>
                <a:path w="190" h="159" extrusionOk="0">
                  <a:moveTo>
                    <a:pt x="95" y="1"/>
                  </a:moveTo>
                  <a:cubicBezTo>
                    <a:pt x="64" y="1"/>
                    <a:pt x="17" y="16"/>
                    <a:pt x="17" y="64"/>
                  </a:cubicBezTo>
                  <a:cubicBezTo>
                    <a:pt x="1" y="110"/>
                    <a:pt x="32" y="158"/>
                    <a:pt x="80" y="158"/>
                  </a:cubicBezTo>
                  <a:lnTo>
                    <a:pt x="95" y="158"/>
                  </a:lnTo>
                  <a:cubicBezTo>
                    <a:pt x="143" y="158"/>
                    <a:pt x="174" y="142"/>
                    <a:pt x="174" y="95"/>
                  </a:cubicBezTo>
                  <a:cubicBezTo>
                    <a:pt x="190" y="47"/>
                    <a:pt x="158" y="1"/>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53" name="Google Shape;1153;p35"/>
            <p:cNvSpPr/>
            <p:nvPr/>
          </p:nvSpPr>
          <p:spPr>
            <a:xfrm>
              <a:off x="3479157" y="1503642"/>
              <a:ext cx="6042" cy="5534"/>
            </a:xfrm>
            <a:custGeom>
              <a:avLst/>
              <a:gdLst/>
              <a:ahLst/>
              <a:cxnLst/>
              <a:rect l="l" t="t" r="r" b="b"/>
              <a:pathLst>
                <a:path w="190" h="174" extrusionOk="0">
                  <a:moveTo>
                    <a:pt x="95" y="1"/>
                  </a:moveTo>
                  <a:cubicBezTo>
                    <a:pt x="63" y="1"/>
                    <a:pt x="32" y="32"/>
                    <a:pt x="17" y="79"/>
                  </a:cubicBezTo>
                  <a:cubicBezTo>
                    <a:pt x="0" y="127"/>
                    <a:pt x="32" y="158"/>
                    <a:pt x="80" y="173"/>
                  </a:cubicBezTo>
                  <a:lnTo>
                    <a:pt x="95" y="173"/>
                  </a:lnTo>
                  <a:cubicBezTo>
                    <a:pt x="143" y="173"/>
                    <a:pt x="174" y="142"/>
                    <a:pt x="189" y="110"/>
                  </a:cubicBezTo>
                  <a:cubicBezTo>
                    <a:pt x="189" y="64"/>
                    <a:pt x="158"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54" name="Google Shape;1154;p35"/>
            <p:cNvSpPr/>
            <p:nvPr/>
          </p:nvSpPr>
          <p:spPr>
            <a:xfrm>
              <a:off x="3494168" y="1525682"/>
              <a:ext cx="5565" cy="3053"/>
            </a:xfrm>
            <a:custGeom>
              <a:avLst/>
              <a:gdLst/>
              <a:ahLst/>
              <a:cxnLst/>
              <a:rect l="l" t="t" r="r" b="b"/>
              <a:pathLst>
                <a:path w="175" h="96" extrusionOk="0">
                  <a:moveTo>
                    <a:pt x="80" y="1"/>
                  </a:moveTo>
                  <a:cubicBezTo>
                    <a:pt x="32" y="1"/>
                    <a:pt x="1" y="16"/>
                    <a:pt x="1" y="64"/>
                  </a:cubicBezTo>
                  <a:lnTo>
                    <a:pt x="159" y="95"/>
                  </a:lnTo>
                  <a:cubicBezTo>
                    <a:pt x="175" y="47"/>
                    <a:pt x="143" y="1"/>
                    <a:pt x="96"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55" name="Google Shape;1155;p35"/>
            <p:cNvSpPr/>
            <p:nvPr/>
          </p:nvSpPr>
          <p:spPr>
            <a:xfrm>
              <a:off x="3490701" y="1452025"/>
              <a:ext cx="5502" cy="3562"/>
            </a:xfrm>
            <a:custGeom>
              <a:avLst/>
              <a:gdLst/>
              <a:ahLst/>
              <a:cxnLst/>
              <a:rect l="l" t="t" r="r" b="b"/>
              <a:pathLst>
                <a:path w="173" h="112" extrusionOk="0">
                  <a:moveTo>
                    <a:pt x="0" y="0"/>
                  </a:moveTo>
                  <a:cubicBezTo>
                    <a:pt x="0" y="48"/>
                    <a:pt x="15" y="95"/>
                    <a:pt x="63" y="111"/>
                  </a:cubicBezTo>
                  <a:lnTo>
                    <a:pt x="78" y="111"/>
                  </a:lnTo>
                  <a:cubicBezTo>
                    <a:pt x="126" y="111"/>
                    <a:pt x="158" y="80"/>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56" name="Google Shape;1156;p35"/>
            <p:cNvSpPr/>
            <p:nvPr/>
          </p:nvSpPr>
          <p:spPr>
            <a:xfrm>
              <a:off x="3483164" y="1486087"/>
              <a:ext cx="6042" cy="3053"/>
            </a:xfrm>
            <a:custGeom>
              <a:avLst/>
              <a:gdLst/>
              <a:ahLst/>
              <a:cxnLst/>
              <a:rect l="l" t="t" r="r" b="b"/>
              <a:pathLst>
                <a:path w="190" h="96" extrusionOk="0">
                  <a:moveTo>
                    <a:pt x="95" y="0"/>
                  </a:moveTo>
                  <a:cubicBezTo>
                    <a:pt x="48" y="0"/>
                    <a:pt x="17" y="17"/>
                    <a:pt x="0" y="64"/>
                  </a:cubicBezTo>
                  <a:lnTo>
                    <a:pt x="174" y="95"/>
                  </a:lnTo>
                  <a:cubicBezTo>
                    <a:pt x="189" y="48"/>
                    <a:pt x="158" y="0"/>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57" name="Google Shape;1157;p35"/>
            <p:cNvSpPr/>
            <p:nvPr/>
          </p:nvSpPr>
          <p:spPr>
            <a:xfrm>
              <a:off x="3508225" y="1456032"/>
              <a:ext cx="5565" cy="3021"/>
            </a:xfrm>
            <a:custGeom>
              <a:avLst/>
              <a:gdLst/>
              <a:ahLst/>
              <a:cxnLst/>
              <a:rect l="l" t="t" r="r" b="b"/>
              <a:pathLst>
                <a:path w="175" h="95" extrusionOk="0">
                  <a:moveTo>
                    <a:pt x="17" y="0"/>
                  </a:moveTo>
                  <a:lnTo>
                    <a:pt x="17" y="0"/>
                  </a:lnTo>
                  <a:cubicBezTo>
                    <a:pt x="0" y="48"/>
                    <a:pt x="32" y="80"/>
                    <a:pt x="80" y="95"/>
                  </a:cubicBezTo>
                  <a:lnTo>
                    <a:pt x="95" y="95"/>
                  </a:lnTo>
                  <a:cubicBezTo>
                    <a:pt x="143" y="95"/>
                    <a:pt x="174" y="63"/>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58" name="Google Shape;1158;p35"/>
            <p:cNvSpPr/>
            <p:nvPr/>
          </p:nvSpPr>
          <p:spPr>
            <a:xfrm>
              <a:off x="3504727" y="1471584"/>
              <a:ext cx="6042" cy="5502"/>
            </a:xfrm>
            <a:custGeom>
              <a:avLst/>
              <a:gdLst/>
              <a:ahLst/>
              <a:cxnLst/>
              <a:rect l="l" t="t" r="r" b="b"/>
              <a:pathLst>
                <a:path w="190" h="173" extrusionOk="0">
                  <a:moveTo>
                    <a:pt x="95" y="0"/>
                  </a:moveTo>
                  <a:cubicBezTo>
                    <a:pt x="47" y="0"/>
                    <a:pt x="16" y="32"/>
                    <a:pt x="16" y="63"/>
                  </a:cubicBezTo>
                  <a:cubicBezTo>
                    <a:pt x="0" y="110"/>
                    <a:pt x="32" y="158"/>
                    <a:pt x="79" y="173"/>
                  </a:cubicBezTo>
                  <a:lnTo>
                    <a:pt x="95" y="173"/>
                  </a:lnTo>
                  <a:cubicBezTo>
                    <a:pt x="127" y="173"/>
                    <a:pt x="173" y="141"/>
                    <a:pt x="173" y="110"/>
                  </a:cubicBezTo>
                  <a:cubicBezTo>
                    <a:pt x="190" y="63"/>
                    <a:pt x="158" y="15"/>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59" name="Google Shape;1159;p35"/>
            <p:cNvSpPr/>
            <p:nvPr/>
          </p:nvSpPr>
          <p:spPr>
            <a:xfrm>
              <a:off x="3486694" y="1468054"/>
              <a:ext cx="6042" cy="5565"/>
            </a:xfrm>
            <a:custGeom>
              <a:avLst/>
              <a:gdLst/>
              <a:ahLst/>
              <a:cxnLst/>
              <a:rect l="l" t="t" r="r" b="b"/>
              <a:pathLst>
                <a:path w="190" h="175" extrusionOk="0">
                  <a:moveTo>
                    <a:pt x="95" y="0"/>
                  </a:moveTo>
                  <a:cubicBezTo>
                    <a:pt x="47" y="0"/>
                    <a:pt x="15" y="32"/>
                    <a:pt x="15" y="63"/>
                  </a:cubicBezTo>
                  <a:cubicBezTo>
                    <a:pt x="0" y="111"/>
                    <a:pt x="32" y="158"/>
                    <a:pt x="78" y="158"/>
                  </a:cubicBezTo>
                  <a:lnTo>
                    <a:pt x="95" y="174"/>
                  </a:lnTo>
                  <a:cubicBezTo>
                    <a:pt x="141" y="174"/>
                    <a:pt x="173" y="143"/>
                    <a:pt x="173" y="95"/>
                  </a:cubicBezTo>
                  <a:cubicBezTo>
                    <a:pt x="189" y="48"/>
                    <a:pt x="158" y="0"/>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60" name="Google Shape;1160;p35"/>
            <p:cNvSpPr/>
            <p:nvPr/>
          </p:nvSpPr>
          <p:spPr>
            <a:xfrm>
              <a:off x="3501197" y="1489617"/>
              <a:ext cx="5565" cy="3021"/>
            </a:xfrm>
            <a:custGeom>
              <a:avLst/>
              <a:gdLst/>
              <a:ahLst/>
              <a:cxnLst/>
              <a:rect l="l" t="t" r="r" b="b"/>
              <a:pathLst>
                <a:path w="175" h="95" extrusionOk="0">
                  <a:moveTo>
                    <a:pt x="80" y="0"/>
                  </a:moveTo>
                  <a:cubicBezTo>
                    <a:pt x="48" y="0"/>
                    <a:pt x="17" y="32"/>
                    <a:pt x="1" y="63"/>
                  </a:cubicBezTo>
                  <a:lnTo>
                    <a:pt x="1" y="63"/>
                  </a:lnTo>
                  <a:lnTo>
                    <a:pt x="174" y="95"/>
                  </a:lnTo>
                  <a:lnTo>
                    <a:pt x="174" y="95"/>
                  </a:lnTo>
                  <a:cubicBezTo>
                    <a:pt x="174" y="47"/>
                    <a:pt x="143" y="16"/>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61" name="Google Shape;1161;p35"/>
            <p:cNvSpPr/>
            <p:nvPr/>
          </p:nvSpPr>
          <p:spPr>
            <a:xfrm>
              <a:off x="3490701" y="1450021"/>
              <a:ext cx="5502" cy="3021"/>
            </a:xfrm>
            <a:custGeom>
              <a:avLst/>
              <a:gdLst/>
              <a:ahLst/>
              <a:cxnLst/>
              <a:rect l="l" t="t" r="r" b="b"/>
              <a:pathLst>
                <a:path w="173" h="95" extrusionOk="0">
                  <a:moveTo>
                    <a:pt x="78" y="0"/>
                  </a:moveTo>
                  <a:cubicBezTo>
                    <a:pt x="47" y="0"/>
                    <a:pt x="15" y="32"/>
                    <a:pt x="0" y="63"/>
                  </a:cubicBezTo>
                  <a:lnTo>
                    <a:pt x="0" y="63"/>
                  </a:lnTo>
                  <a:lnTo>
                    <a:pt x="173" y="95"/>
                  </a:lnTo>
                  <a:lnTo>
                    <a:pt x="173" y="95"/>
                  </a:lnTo>
                  <a:cubicBezTo>
                    <a:pt x="173" y="63"/>
                    <a:pt x="141"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62" name="Google Shape;1162;p35"/>
            <p:cNvSpPr/>
            <p:nvPr/>
          </p:nvSpPr>
          <p:spPr>
            <a:xfrm>
              <a:off x="3515763" y="1419935"/>
              <a:ext cx="5502" cy="3053"/>
            </a:xfrm>
            <a:custGeom>
              <a:avLst/>
              <a:gdLst/>
              <a:ahLst/>
              <a:cxnLst/>
              <a:rect l="l" t="t" r="r" b="b"/>
              <a:pathLst>
                <a:path w="173" h="96" extrusionOk="0">
                  <a:moveTo>
                    <a:pt x="15" y="1"/>
                  </a:moveTo>
                  <a:cubicBezTo>
                    <a:pt x="0" y="49"/>
                    <a:pt x="32" y="95"/>
                    <a:pt x="78" y="95"/>
                  </a:cubicBezTo>
                  <a:lnTo>
                    <a:pt x="95" y="95"/>
                  </a:lnTo>
                  <a:cubicBezTo>
                    <a:pt x="126" y="95"/>
                    <a:pt x="173" y="80"/>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63" name="Google Shape;1163;p35"/>
            <p:cNvSpPr/>
            <p:nvPr/>
          </p:nvSpPr>
          <p:spPr>
            <a:xfrm>
              <a:off x="3512233" y="1435964"/>
              <a:ext cx="5565" cy="5057"/>
            </a:xfrm>
            <a:custGeom>
              <a:avLst/>
              <a:gdLst/>
              <a:ahLst/>
              <a:cxnLst/>
              <a:rect l="l" t="t" r="r" b="b"/>
              <a:pathLst>
                <a:path w="175" h="159" extrusionOk="0">
                  <a:moveTo>
                    <a:pt x="95" y="1"/>
                  </a:moveTo>
                  <a:cubicBezTo>
                    <a:pt x="48" y="1"/>
                    <a:pt x="17" y="17"/>
                    <a:pt x="0" y="64"/>
                  </a:cubicBezTo>
                  <a:cubicBezTo>
                    <a:pt x="0" y="112"/>
                    <a:pt x="32" y="158"/>
                    <a:pt x="63" y="158"/>
                  </a:cubicBezTo>
                  <a:lnTo>
                    <a:pt x="95" y="158"/>
                  </a:lnTo>
                  <a:cubicBezTo>
                    <a:pt x="126" y="158"/>
                    <a:pt x="158" y="143"/>
                    <a:pt x="174" y="95"/>
                  </a:cubicBezTo>
                  <a:cubicBezTo>
                    <a:pt x="174" y="49"/>
                    <a:pt x="158" y="1"/>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64" name="Google Shape;1164;p35"/>
            <p:cNvSpPr/>
            <p:nvPr/>
          </p:nvSpPr>
          <p:spPr>
            <a:xfrm>
              <a:off x="3494709" y="1432497"/>
              <a:ext cx="4516" cy="5025"/>
            </a:xfrm>
            <a:custGeom>
              <a:avLst/>
              <a:gdLst/>
              <a:ahLst/>
              <a:cxnLst/>
              <a:rect l="l" t="t" r="r" b="b"/>
              <a:pathLst>
                <a:path w="142" h="158" extrusionOk="0">
                  <a:moveTo>
                    <a:pt x="110" y="0"/>
                  </a:moveTo>
                  <a:lnTo>
                    <a:pt x="95" y="0"/>
                  </a:lnTo>
                  <a:cubicBezTo>
                    <a:pt x="32" y="47"/>
                    <a:pt x="47" y="78"/>
                    <a:pt x="32" y="126"/>
                  </a:cubicBezTo>
                  <a:lnTo>
                    <a:pt x="0" y="126"/>
                  </a:lnTo>
                  <a:cubicBezTo>
                    <a:pt x="15" y="141"/>
                    <a:pt x="32" y="141"/>
                    <a:pt x="47" y="158"/>
                  </a:cubicBezTo>
                  <a:cubicBezTo>
                    <a:pt x="63" y="110"/>
                    <a:pt x="47" y="78"/>
                    <a:pt x="110" y="47"/>
                  </a:cubicBezTo>
                  <a:cubicBezTo>
                    <a:pt x="126" y="47"/>
                    <a:pt x="126" y="32"/>
                    <a:pt x="142" y="32"/>
                  </a:cubicBezTo>
                  <a:cubicBezTo>
                    <a:pt x="142" y="15"/>
                    <a:pt x="126" y="0"/>
                    <a:pt x="110"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65" name="Google Shape;1165;p35"/>
            <p:cNvSpPr/>
            <p:nvPr/>
          </p:nvSpPr>
          <p:spPr>
            <a:xfrm>
              <a:off x="3496203" y="1433483"/>
              <a:ext cx="3530" cy="4039"/>
            </a:xfrm>
            <a:custGeom>
              <a:avLst/>
              <a:gdLst/>
              <a:ahLst/>
              <a:cxnLst/>
              <a:rect l="l" t="t" r="r" b="b"/>
              <a:pathLst>
                <a:path w="111" h="127" extrusionOk="0">
                  <a:moveTo>
                    <a:pt x="95" y="1"/>
                  </a:moveTo>
                  <a:cubicBezTo>
                    <a:pt x="79" y="1"/>
                    <a:pt x="79" y="16"/>
                    <a:pt x="63" y="16"/>
                  </a:cubicBezTo>
                  <a:cubicBezTo>
                    <a:pt x="0" y="47"/>
                    <a:pt x="16" y="79"/>
                    <a:pt x="0" y="127"/>
                  </a:cubicBezTo>
                  <a:lnTo>
                    <a:pt x="16" y="127"/>
                  </a:lnTo>
                  <a:lnTo>
                    <a:pt x="32" y="127"/>
                  </a:lnTo>
                  <a:cubicBezTo>
                    <a:pt x="63" y="127"/>
                    <a:pt x="95" y="95"/>
                    <a:pt x="111" y="64"/>
                  </a:cubicBezTo>
                  <a:cubicBezTo>
                    <a:pt x="111" y="32"/>
                    <a:pt x="111"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66" name="Google Shape;1166;p35"/>
            <p:cNvSpPr/>
            <p:nvPr/>
          </p:nvSpPr>
          <p:spPr>
            <a:xfrm>
              <a:off x="3508734" y="1453520"/>
              <a:ext cx="5534" cy="3530"/>
            </a:xfrm>
            <a:custGeom>
              <a:avLst/>
              <a:gdLst/>
              <a:ahLst/>
              <a:cxnLst/>
              <a:rect l="l" t="t" r="r" b="b"/>
              <a:pathLst>
                <a:path w="174" h="111" extrusionOk="0">
                  <a:moveTo>
                    <a:pt x="79" y="1"/>
                  </a:moveTo>
                  <a:cubicBezTo>
                    <a:pt x="47" y="1"/>
                    <a:pt x="1" y="33"/>
                    <a:pt x="1" y="79"/>
                  </a:cubicBezTo>
                  <a:lnTo>
                    <a:pt x="158" y="111"/>
                  </a:lnTo>
                  <a:cubicBezTo>
                    <a:pt x="173" y="64"/>
                    <a:pt x="142"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67" name="Google Shape;1167;p35"/>
            <p:cNvSpPr/>
            <p:nvPr/>
          </p:nvSpPr>
          <p:spPr>
            <a:xfrm>
              <a:off x="3516749" y="1417931"/>
              <a:ext cx="3530" cy="1049"/>
            </a:xfrm>
            <a:custGeom>
              <a:avLst/>
              <a:gdLst/>
              <a:ahLst/>
              <a:cxnLst/>
              <a:rect l="l" t="t" r="r" b="b"/>
              <a:pathLst>
                <a:path w="111" h="33" extrusionOk="0">
                  <a:moveTo>
                    <a:pt x="32" y="1"/>
                  </a:moveTo>
                  <a:cubicBezTo>
                    <a:pt x="16" y="1"/>
                    <a:pt x="1" y="17"/>
                    <a:pt x="1" y="32"/>
                  </a:cubicBezTo>
                  <a:lnTo>
                    <a:pt x="1" y="32"/>
                  </a:lnTo>
                  <a:lnTo>
                    <a:pt x="32" y="32"/>
                  </a:lnTo>
                  <a:cubicBezTo>
                    <a:pt x="47" y="32"/>
                    <a:pt x="79" y="32"/>
                    <a:pt x="95" y="17"/>
                  </a:cubicBezTo>
                  <a:lnTo>
                    <a:pt x="110" y="17"/>
                  </a:lnTo>
                  <a:lnTo>
                    <a:pt x="95" y="1"/>
                  </a:lnTo>
                  <a:lnTo>
                    <a:pt x="95" y="1"/>
                  </a:lnTo>
                  <a:lnTo>
                    <a:pt x="79" y="1"/>
                  </a:lnTo>
                  <a:close/>
                </a:path>
              </a:pathLst>
            </a:custGeom>
            <a:solidFill>
              <a:srgbClr val="DEE9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68" name="Google Shape;1168;p35"/>
            <p:cNvSpPr/>
            <p:nvPr/>
          </p:nvSpPr>
          <p:spPr>
            <a:xfrm>
              <a:off x="3517766" y="1418472"/>
              <a:ext cx="3021" cy="1018"/>
            </a:xfrm>
            <a:custGeom>
              <a:avLst/>
              <a:gdLst/>
              <a:ahLst/>
              <a:cxnLst/>
              <a:rect l="l" t="t" r="r" b="b"/>
              <a:pathLst>
                <a:path w="95" h="32" extrusionOk="0">
                  <a:moveTo>
                    <a:pt x="78" y="0"/>
                  </a:moveTo>
                  <a:lnTo>
                    <a:pt x="63" y="0"/>
                  </a:lnTo>
                  <a:cubicBezTo>
                    <a:pt x="47" y="15"/>
                    <a:pt x="15" y="15"/>
                    <a:pt x="0" y="15"/>
                  </a:cubicBezTo>
                  <a:lnTo>
                    <a:pt x="15" y="15"/>
                  </a:lnTo>
                  <a:cubicBezTo>
                    <a:pt x="32" y="32"/>
                    <a:pt x="63" y="32"/>
                    <a:pt x="63" y="32"/>
                  </a:cubicBezTo>
                  <a:lnTo>
                    <a:pt x="78" y="32"/>
                  </a:lnTo>
                  <a:cubicBezTo>
                    <a:pt x="95" y="32"/>
                    <a:pt x="95" y="15"/>
                    <a:pt x="95" y="15"/>
                  </a:cubicBezTo>
                  <a:cubicBezTo>
                    <a:pt x="95" y="15"/>
                    <a:pt x="95" y="0"/>
                    <a:pt x="78"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69" name="Google Shape;1169;p35"/>
            <p:cNvSpPr/>
            <p:nvPr/>
          </p:nvSpPr>
          <p:spPr>
            <a:xfrm>
              <a:off x="3516240" y="1418949"/>
              <a:ext cx="1558" cy="541"/>
            </a:xfrm>
            <a:custGeom>
              <a:avLst/>
              <a:gdLst/>
              <a:ahLst/>
              <a:cxnLst/>
              <a:rect l="l" t="t" r="r" b="b"/>
              <a:pathLst>
                <a:path w="49" h="17" extrusionOk="0">
                  <a:moveTo>
                    <a:pt x="17" y="0"/>
                  </a:moveTo>
                  <a:lnTo>
                    <a:pt x="17" y="0"/>
                  </a:lnTo>
                  <a:cubicBezTo>
                    <a:pt x="0" y="0"/>
                    <a:pt x="0" y="17"/>
                    <a:pt x="0" y="17"/>
                  </a:cubicBezTo>
                  <a:lnTo>
                    <a:pt x="17" y="17"/>
                  </a:lnTo>
                  <a:cubicBezTo>
                    <a:pt x="17" y="0"/>
                    <a:pt x="32" y="0"/>
                    <a:pt x="48" y="0"/>
                  </a:cubicBezTo>
                  <a:close/>
                </a:path>
              </a:pathLst>
            </a:custGeom>
            <a:solidFill>
              <a:srgbClr val="DED9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70" name="Google Shape;1170;p35"/>
            <p:cNvSpPr/>
            <p:nvPr/>
          </p:nvSpPr>
          <p:spPr>
            <a:xfrm>
              <a:off x="3516240" y="1418949"/>
              <a:ext cx="5025" cy="2035"/>
            </a:xfrm>
            <a:custGeom>
              <a:avLst/>
              <a:gdLst/>
              <a:ahLst/>
              <a:cxnLst/>
              <a:rect l="l" t="t" r="r" b="b"/>
              <a:pathLst>
                <a:path w="158" h="64" extrusionOk="0">
                  <a:moveTo>
                    <a:pt x="48" y="0"/>
                  </a:moveTo>
                  <a:cubicBezTo>
                    <a:pt x="32" y="0"/>
                    <a:pt x="17" y="0"/>
                    <a:pt x="17" y="17"/>
                  </a:cubicBezTo>
                  <a:lnTo>
                    <a:pt x="0" y="17"/>
                  </a:lnTo>
                  <a:lnTo>
                    <a:pt x="0" y="32"/>
                  </a:lnTo>
                  <a:lnTo>
                    <a:pt x="0" y="32"/>
                  </a:lnTo>
                  <a:lnTo>
                    <a:pt x="158" y="63"/>
                  </a:lnTo>
                  <a:lnTo>
                    <a:pt x="158" y="63"/>
                  </a:lnTo>
                  <a:cubicBezTo>
                    <a:pt x="158" y="48"/>
                    <a:pt x="158" y="17"/>
                    <a:pt x="143" y="0"/>
                  </a:cubicBezTo>
                  <a:cubicBezTo>
                    <a:pt x="143" y="0"/>
                    <a:pt x="143" y="17"/>
                    <a:pt x="126" y="17"/>
                  </a:cubicBezTo>
                  <a:lnTo>
                    <a:pt x="111" y="17"/>
                  </a:lnTo>
                  <a:cubicBezTo>
                    <a:pt x="111" y="17"/>
                    <a:pt x="80" y="17"/>
                    <a:pt x="63"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71" name="Google Shape;1171;p35"/>
            <p:cNvSpPr/>
            <p:nvPr/>
          </p:nvSpPr>
          <p:spPr>
            <a:xfrm>
              <a:off x="3496712" y="1602870"/>
              <a:ext cx="6042" cy="3498"/>
            </a:xfrm>
            <a:custGeom>
              <a:avLst/>
              <a:gdLst/>
              <a:ahLst/>
              <a:cxnLst/>
              <a:rect l="l" t="t" r="r" b="b"/>
              <a:pathLst>
                <a:path w="190" h="110" extrusionOk="0">
                  <a:moveTo>
                    <a:pt x="16" y="0"/>
                  </a:moveTo>
                  <a:cubicBezTo>
                    <a:pt x="0" y="47"/>
                    <a:pt x="32" y="95"/>
                    <a:pt x="79" y="110"/>
                  </a:cubicBezTo>
                  <a:lnTo>
                    <a:pt x="95" y="110"/>
                  </a:lnTo>
                  <a:cubicBezTo>
                    <a:pt x="142" y="110"/>
                    <a:pt x="173" y="78"/>
                    <a:pt x="189"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72" name="Google Shape;1172;p35"/>
            <p:cNvSpPr/>
            <p:nvPr/>
          </p:nvSpPr>
          <p:spPr>
            <a:xfrm>
              <a:off x="3490701" y="1636932"/>
              <a:ext cx="3498" cy="1049"/>
            </a:xfrm>
            <a:custGeom>
              <a:avLst/>
              <a:gdLst/>
              <a:ahLst/>
              <a:cxnLst/>
              <a:rect l="l" t="t" r="r" b="b"/>
              <a:pathLst>
                <a:path w="110" h="33" extrusionOk="0">
                  <a:moveTo>
                    <a:pt x="63" y="1"/>
                  </a:moveTo>
                  <a:cubicBezTo>
                    <a:pt x="32" y="1"/>
                    <a:pt x="15" y="1"/>
                    <a:pt x="0" y="16"/>
                  </a:cubicBezTo>
                  <a:cubicBezTo>
                    <a:pt x="32" y="16"/>
                    <a:pt x="47" y="32"/>
                    <a:pt x="63" y="32"/>
                  </a:cubicBezTo>
                  <a:cubicBezTo>
                    <a:pt x="78" y="32"/>
                    <a:pt x="95" y="32"/>
                    <a:pt x="110" y="16"/>
                  </a:cubicBezTo>
                  <a:cubicBezTo>
                    <a:pt x="110" y="1"/>
                    <a:pt x="95" y="1"/>
                    <a:pt x="78"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73" name="Google Shape;1173;p35"/>
            <p:cNvSpPr/>
            <p:nvPr/>
          </p:nvSpPr>
          <p:spPr>
            <a:xfrm>
              <a:off x="3514745" y="1606877"/>
              <a:ext cx="5534" cy="3021"/>
            </a:xfrm>
            <a:custGeom>
              <a:avLst/>
              <a:gdLst/>
              <a:ahLst/>
              <a:cxnLst/>
              <a:rect l="l" t="t" r="r" b="b"/>
              <a:pathLst>
                <a:path w="174" h="95" extrusionOk="0">
                  <a:moveTo>
                    <a:pt x="16" y="0"/>
                  </a:moveTo>
                  <a:lnTo>
                    <a:pt x="16" y="0"/>
                  </a:lnTo>
                  <a:cubicBezTo>
                    <a:pt x="1" y="47"/>
                    <a:pt x="32" y="78"/>
                    <a:pt x="79" y="95"/>
                  </a:cubicBezTo>
                  <a:lnTo>
                    <a:pt x="95" y="95"/>
                  </a:lnTo>
                  <a:cubicBezTo>
                    <a:pt x="142" y="95"/>
                    <a:pt x="173" y="63"/>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74" name="Google Shape;1174;p35"/>
            <p:cNvSpPr/>
            <p:nvPr/>
          </p:nvSpPr>
          <p:spPr>
            <a:xfrm>
              <a:off x="3511215" y="1622398"/>
              <a:ext cx="6042" cy="5534"/>
            </a:xfrm>
            <a:custGeom>
              <a:avLst/>
              <a:gdLst/>
              <a:ahLst/>
              <a:cxnLst/>
              <a:rect l="l" t="t" r="r" b="b"/>
              <a:pathLst>
                <a:path w="190" h="174" extrusionOk="0">
                  <a:moveTo>
                    <a:pt x="95" y="0"/>
                  </a:moveTo>
                  <a:cubicBezTo>
                    <a:pt x="49" y="0"/>
                    <a:pt x="17" y="32"/>
                    <a:pt x="1" y="63"/>
                  </a:cubicBezTo>
                  <a:cubicBezTo>
                    <a:pt x="1" y="111"/>
                    <a:pt x="32" y="158"/>
                    <a:pt x="80" y="174"/>
                  </a:cubicBezTo>
                  <a:lnTo>
                    <a:pt x="95" y="174"/>
                  </a:lnTo>
                  <a:cubicBezTo>
                    <a:pt x="127" y="174"/>
                    <a:pt x="158" y="142"/>
                    <a:pt x="175" y="111"/>
                  </a:cubicBezTo>
                  <a:cubicBezTo>
                    <a:pt x="190" y="63"/>
                    <a:pt x="158" y="16"/>
                    <a:pt x="112"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75" name="Google Shape;1175;p35"/>
            <p:cNvSpPr/>
            <p:nvPr/>
          </p:nvSpPr>
          <p:spPr>
            <a:xfrm>
              <a:off x="3493182" y="1618899"/>
              <a:ext cx="6042" cy="5534"/>
            </a:xfrm>
            <a:custGeom>
              <a:avLst/>
              <a:gdLst/>
              <a:ahLst/>
              <a:cxnLst/>
              <a:rect l="l" t="t" r="r" b="b"/>
              <a:pathLst>
                <a:path w="190" h="174" extrusionOk="0">
                  <a:moveTo>
                    <a:pt x="95" y="0"/>
                  </a:moveTo>
                  <a:cubicBezTo>
                    <a:pt x="48" y="0"/>
                    <a:pt x="17" y="32"/>
                    <a:pt x="17" y="63"/>
                  </a:cubicBezTo>
                  <a:cubicBezTo>
                    <a:pt x="0" y="110"/>
                    <a:pt x="32" y="158"/>
                    <a:pt x="80" y="158"/>
                  </a:cubicBezTo>
                  <a:cubicBezTo>
                    <a:pt x="80" y="173"/>
                    <a:pt x="95" y="173"/>
                    <a:pt x="95" y="173"/>
                  </a:cubicBezTo>
                  <a:cubicBezTo>
                    <a:pt x="127" y="173"/>
                    <a:pt x="174" y="142"/>
                    <a:pt x="174" y="95"/>
                  </a:cubicBezTo>
                  <a:cubicBezTo>
                    <a:pt x="190" y="47"/>
                    <a:pt x="158"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76" name="Google Shape;1176;p35"/>
            <p:cNvSpPr/>
            <p:nvPr/>
          </p:nvSpPr>
          <p:spPr>
            <a:xfrm>
              <a:off x="3508225" y="1640430"/>
              <a:ext cx="5025" cy="2035"/>
            </a:xfrm>
            <a:custGeom>
              <a:avLst/>
              <a:gdLst/>
              <a:ahLst/>
              <a:cxnLst/>
              <a:rect l="l" t="t" r="r" b="b"/>
              <a:pathLst>
                <a:path w="158" h="64" extrusionOk="0">
                  <a:moveTo>
                    <a:pt x="63" y="0"/>
                  </a:moveTo>
                  <a:cubicBezTo>
                    <a:pt x="48" y="0"/>
                    <a:pt x="17" y="17"/>
                    <a:pt x="0" y="32"/>
                  </a:cubicBezTo>
                  <a:cubicBezTo>
                    <a:pt x="32" y="48"/>
                    <a:pt x="63" y="48"/>
                    <a:pt x="80" y="63"/>
                  </a:cubicBezTo>
                  <a:lnTo>
                    <a:pt x="126" y="63"/>
                  </a:lnTo>
                  <a:lnTo>
                    <a:pt x="158" y="63"/>
                  </a:lnTo>
                  <a:cubicBezTo>
                    <a:pt x="143" y="32"/>
                    <a:pt x="126" y="17"/>
                    <a:pt x="8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77" name="Google Shape;1177;p35"/>
            <p:cNvSpPr/>
            <p:nvPr/>
          </p:nvSpPr>
          <p:spPr>
            <a:xfrm>
              <a:off x="3504218" y="1567250"/>
              <a:ext cx="5565" cy="3053"/>
            </a:xfrm>
            <a:custGeom>
              <a:avLst/>
              <a:gdLst/>
              <a:ahLst/>
              <a:cxnLst/>
              <a:rect l="l" t="t" r="r" b="b"/>
              <a:pathLst>
                <a:path w="175" h="96" extrusionOk="0">
                  <a:moveTo>
                    <a:pt x="16" y="1"/>
                  </a:moveTo>
                  <a:lnTo>
                    <a:pt x="16" y="1"/>
                  </a:lnTo>
                  <a:cubicBezTo>
                    <a:pt x="0" y="49"/>
                    <a:pt x="32" y="80"/>
                    <a:pt x="79" y="95"/>
                  </a:cubicBezTo>
                  <a:lnTo>
                    <a:pt x="95" y="95"/>
                  </a:lnTo>
                  <a:cubicBezTo>
                    <a:pt x="126" y="95"/>
                    <a:pt x="174" y="64"/>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78" name="Google Shape;1178;p35"/>
            <p:cNvSpPr/>
            <p:nvPr/>
          </p:nvSpPr>
          <p:spPr>
            <a:xfrm>
              <a:off x="3497189" y="1600866"/>
              <a:ext cx="5565" cy="3021"/>
            </a:xfrm>
            <a:custGeom>
              <a:avLst/>
              <a:gdLst/>
              <a:ahLst/>
              <a:cxnLst/>
              <a:rect l="l" t="t" r="r" b="b"/>
              <a:pathLst>
                <a:path w="175" h="95" extrusionOk="0">
                  <a:moveTo>
                    <a:pt x="80" y="0"/>
                  </a:moveTo>
                  <a:cubicBezTo>
                    <a:pt x="48" y="0"/>
                    <a:pt x="17" y="32"/>
                    <a:pt x="1" y="63"/>
                  </a:cubicBezTo>
                  <a:lnTo>
                    <a:pt x="1" y="63"/>
                  </a:lnTo>
                  <a:lnTo>
                    <a:pt x="174" y="95"/>
                  </a:lnTo>
                  <a:lnTo>
                    <a:pt x="174" y="95"/>
                  </a:lnTo>
                  <a:cubicBezTo>
                    <a:pt x="174" y="63"/>
                    <a:pt x="143"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79" name="Google Shape;1179;p35"/>
            <p:cNvSpPr/>
            <p:nvPr/>
          </p:nvSpPr>
          <p:spPr>
            <a:xfrm>
              <a:off x="3522251" y="1570780"/>
              <a:ext cx="5565" cy="3530"/>
            </a:xfrm>
            <a:custGeom>
              <a:avLst/>
              <a:gdLst/>
              <a:ahLst/>
              <a:cxnLst/>
              <a:rect l="l" t="t" r="r" b="b"/>
              <a:pathLst>
                <a:path w="175" h="111" extrusionOk="0">
                  <a:moveTo>
                    <a:pt x="0" y="1"/>
                  </a:moveTo>
                  <a:lnTo>
                    <a:pt x="0" y="1"/>
                  </a:lnTo>
                  <a:cubicBezTo>
                    <a:pt x="0" y="47"/>
                    <a:pt x="32" y="95"/>
                    <a:pt x="80" y="95"/>
                  </a:cubicBezTo>
                  <a:cubicBezTo>
                    <a:pt x="80" y="95"/>
                    <a:pt x="80" y="110"/>
                    <a:pt x="95" y="110"/>
                  </a:cubicBezTo>
                  <a:cubicBezTo>
                    <a:pt x="126" y="110"/>
                    <a:pt x="158" y="79"/>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80" name="Google Shape;1180;p35"/>
            <p:cNvSpPr/>
            <p:nvPr/>
          </p:nvSpPr>
          <p:spPr>
            <a:xfrm>
              <a:off x="3518752" y="1586809"/>
              <a:ext cx="5534" cy="5057"/>
            </a:xfrm>
            <a:custGeom>
              <a:avLst/>
              <a:gdLst/>
              <a:ahLst/>
              <a:cxnLst/>
              <a:rect l="l" t="t" r="r" b="b"/>
              <a:pathLst>
                <a:path w="174" h="159" extrusionOk="0">
                  <a:moveTo>
                    <a:pt x="79" y="1"/>
                  </a:moveTo>
                  <a:cubicBezTo>
                    <a:pt x="47" y="1"/>
                    <a:pt x="16" y="16"/>
                    <a:pt x="1" y="64"/>
                  </a:cubicBezTo>
                  <a:cubicBezTo>
                    <a:pt x="1" y="111"/>
                    <a:pt x="16" y="159"/>
                    <a:pt x="64" y="159"/>
                  </a:cubicBezTo>
                  <a:lnTo>
                    <a:pt x="79" y="159"/>
                  </a:lnTo>
                  <a:cubicBezTo>
                    <a:pt x="127" y="159"/>
                    <a:pt x="158" y="142"/>
                    <a:pt x="173" y="96"/>
                  </a:cubicBezTo>
                  <a:cubicBezTo>
                    <a:pt x="173" y="48"/>
                    <a:pt x="142"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81" name="Google Shape;1181;p35"/>
            <p:cNvSpPr/>
            <p:nvPr/>
          </p:nvSpPr>
          <p:spPr>
            <a:xfrm>
              <a:off x="3500720" y="1582802"/>
              <a:ext cx="5534" cy="5534"/>
            </a:xfrm>
            <a:custGeom>
              <a:avLst/>
              <a:gdLst/>
              <a:ahLst/>
              <a:cxnLst/>
              <a:rect l="l" t="t" r="r" b="b"/>
              <a:pathLst>
                <a:path w="174" h="174" extrusionOk="0">
                  <a:moveTo>
                    <a:pt x="95" y="1"/>
                  </a:moveTo>
                  <a:cubicBezTo>
                    <a:pt x="47" y="1"/>
                    <a:pt x="16" y="32"/>
                    <a:pt x="0" y="79"/>
                  </a:cubicBezTo>
                  <a:cubicBezTo>
                    <a:pt x="0" y="111"/>
                    <a:pt x="32" y="159"/>
                    <a:pt x="63" y="174"/>
                  </a:cubicBezTo>
                  <a:lnTo>
                    <a:pt x="95" y="174"/>
                  </a:lnTo>
                  <a:cubicBezTo>
                    <a:pt x="126" y="174"/>
                    <a:pt x="158" y="142"/>
                    <a:pt x="173" y="111"/>
                  </a:cubicBezTo>
                  <a:cubicBezTo>
                    <a:pt x="173" y="64"/>
                    <a:pt x="158" y="16"/>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82" name="Google Shape;1182;p35"/>
            <p:cNvSpPr/>
            <p:nvPr/>
          </p:nvSpPr>
          <p:spPr>
            <a:xfrm>
              <a:off x="3515222" y="1604333"/>
              <a:ext cx="5565" cy="3562"/>
            </a:xfrm>
            <a:custGeom>
              <a:avLst/>
              <a:gdLst/>
              <a:ahLst/>
              <a:cxnLst/>
              <a:rect l="l" t="t" r="r" b="b"/>
              <a:pathLst>
                <a:path w="175" h="112" extrusionOk="0">
                  <a:moveTo>
                    <a:pt x="80" y="1"/>
                  </a:moveTo>
                  <a:cubicBezTo>
                    <a:pt x="49" y="1"/>
                    <a:pt x="1" y="32"/>
                    <a:pt x="1" y="80"/>
                  </a:cubicBezTo>
                  <a:lnTo>
                    <a:pt x="158" y="112"/>
                  </a:lnTo>
                  <a:cubicBezTo>
                    <a:pt x="175" y="64"/>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83" name="Google Shape;1183;p35"/>
            <p:cNvSpPr/>
            <p:nvPr/>
          </p:nvSpPr>
          <p:spPr>
            <a:xfrm>
              <a:off x="3511755" y="1531184"/>
              <a:ext cx="5502" cy="3562"/>
            </a:xfrm>
            <a:custGeom>
              <a:avLst/>
              <a:gdLst/>
              <a:ahLst/>
              <a:cxnLst/>
              <a:rect l="l" t="t" r="r" b="b"/>
              <a:pathLst>
                <a:path w="173" h="112" extrusionOk="0">
                  <a:moveTo>
                    <a:pt x="0" y="0"/>
                  </a:moveTo>
                  <a:lnTo>
                    <a:pt x="0" y="0"/>
                  </a:lnTo>
                  <a:cubicBezTo>
                    <a:pt x="0" y="48"/>
                    <a:pt x="32" y="95"/>
                    <a:pt x="78" y="95"/>
                  </a:cubicBezTo>
                  <a:cubicBezTo>
                    <a:pt x="78" y="111"/>
                    <a:pt x="78" y="111"/>
                    <a:pt x="95" y="111"/>
                  </a:cubicBezTo>
                  <a:cubicBezTo>
                    <a:pt x="126" y="111"/>
                    <a:pt x="158"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84" name="Google Shape;1184;p35"/>
            <p:cNvSpPr/>
            <p:nvPr/>
          </p:nvSpPr>
          <p:spPr>
            <a:xfrm>
              <a:off x="3504727" y="1564769"/>
              <a:ext cx="5534" cy="3530"/>
            </a:xfrm>
            <a:custGeom>
              <a:avLst/>
              <a:gdLst/>
              <a:ahLst/>
              <a:cxnLst/>
              <a:rect l="l" t="t" r="r" b="b"/>
              <a:pathLst>
                <a:path w="174" h="111" extrusionOk="0">
                  <a:moveTo>
                    <a:pt x="79" y="1"/>
                  </a:moveTo>
                  <a:cubicBezTo>
                    <a:pt x="32" y="1"/>
                    <a:pt x="0" y="32"/>
                    <a:pt x="0" y="79"/>
                  </a:cubicBezTo>
                  <a:lnTo>
                    <a:pt x="158" y="110"/>
                  </a:lnTo>
                  <a:cubicBezTo>
                    <a:pt x="173" y="64"/>
                    <a:pt x="142" y="16"/>
                    <a:pt x="95" y="16"/>
                  </a:cubicBezTo>
                  <a:cubicBezTo>
                    <a:pt x="95" y="1"/>
                    <a:pt x="79" y="1"/>
                    <a:pt x="79"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85" name="Google Shape;1185;p35"/>
            <p:cNvSpPr/>
            <p:nvPr/>
          </p:nvSpPr>
          <p:spPr>
            <a:xfrm>
              <a:off x="3529788" y="1534715"/>
              <a:ext cx="5502" cy="3530"/>
            </a:xfrm>
            <a:custGeom>
              <a:avLst/>
              <a:gdLst/>
              <a:ahLst/>
              <a:cxnLst/>
              <a:rect l="l" t="t" r="r" b="b"/>
              <a:pathLst>
                <a:path w="173" h="111" extrusionOk="0">
                  <a:moveTo>
                    <a:pt x="0" y="0"/>
                  </a:moveTo>
                  <a:cubicBezTo>
                    <a:pt x="0" y="47"/>
                    <a:pt x="15" y="95"/>
                    <a:pt x="63" y="110"/>
                  </a:cubicBezTo>
                  <a:lnTo>
                    <a:pt x="78" y="110"/>
                  </a:lnTo>
                  <a:cubicBezTo>
                    <a:pt x="126" y="110"/>
                    <a:pt x="158" y="79"/>
                    <a:pt x="173" y="47"/>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86" name="Google Shape;1186;p35"/>
            <p:cNvSpPr/>
            <p:nvPr/>
          </p:nvSpPr>
          <p:spPr>
            <a:xfrm>
              <a:off x="3525781" y="1550744"/>
              <a:ext cx="6042" cy="5534"/>
            </a:xfrm>
            <a:custGeom>
              <a:avLst/>
              <a:gdLst/>
              <a:ahLst/>
              <a:cxnLst/>
              <a:rect l="l" t="t" r="r" b="b"/>
              <a:pathLst>
                <a:path w="190" h="174" extrusionOk="0">
                  <a:moveTo>
                    <a:pt x="95" y="1"/>
                  </a:moveTo>
                  <a:cubicBezTo>
                    <a:pt x="63" y="1"/>
                    <a:pt x="15" y="32"/>
                    <a:pt x="15" y="64"/>
                  </a:cubicBezTo>
                  <a:cubicBezTo>
                    <a:pt x="0" y="110"/>
                    <a:pt x="32" y="158"/>
                    <a:pt x="78" y="173"/>
                  </a:cubicBezTo>
                  <a:lnTo>
                    <a:pt x="95" y="173"/>
                  </a:lnTo>
                  <a:cubicBezTo>
                    <a:pt x="141" y="173"/>
                    <a:pt x="173" y="142"/>
                    <a:pt x="173" y="95"/>
                  </a:cubicBezTo>
                  <a:cubicBezTo>
                    <a:pt x="189" y="64"/>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87" name="Google Shape;1187;p35"/>
            <p:cNvSpPr/>
            <p:nvPr/>
          </p:nvSpPr>
          <p:spPr>
            <a:xfrm>
              <a:off x="3507748" y="1547214"/>
              <a:ext cx="6042" cy="5057"/>
            </a:xfrm>
            <a:custGeom>
              <a:avLst/>
              <a:gdLst/>
              <a:ahLst/>
              <a:cxnLst/>
              <a:rect l="l" t="t" r="r" b="b"/>
              <a:pathLst>
                <a:path w="190" h="159" extrusionOk="0">
                  <a:moveTo>
                    <a:pt x="95" y="1"/>
                  </a:moveTo>
                  <a:cubicBezTo>
                    <a:pt x="63" y="1"/>
                    <a:pt x="32" y="17"/>
                    <a:pt x="15" y="64"/>
                  </a:cubicBezTo>
                  <a:cubicBezTo>
                    <a:pt x="0" y="112"/>
                    <a:pt x="32" y="158"/>
                    <a:pt x="78" y="158"/>
                  </a:cubicBezTo>
                  <a:lnTo>
                    <a:pt x="95" y="158"/>
                  </a:lnTo>
                  <a:cubicBezTo>
                    <a:pt x="141" y="158"/>
                    <a:pt x="173" y="143"/>
                    <a:pt x="189" y="95"/>
                  </a:cubicBezTo>
                  <a:cubicBezTo>
                    <a:pt x="189" y="49"/>
                    <a:pt x="158" y="1"/>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88" name="Google Shape;1188;p35"/>
            <p:cNvSpPr/>
            <p:nvPr/>
          </p:nvSpPr>
          <p:spPr>
            <a:xfrm>
              <a:off x="3522251" y="1568776"/>
              <a:ext cx="6042" cy="3053"/>
            </a:xfrm>
            <a:custGeom>
              <a:avLst/>
              <a:gdLst/>
              <a:ahLst/>
              <a:cxnLst/>
              <a:rect l="l" t="t" r="r" b="b"/>
              <a:pathLst>
                <a:path w="190" h="96" extrusionOk="0">
                  <a:moveTo>
                    <a:pt x="95" y="1"/>
                  </a:moveTo>
                  <a:cubicBezTo>
                    <a:pt x="48" y="1"/>
                    <a:pt x="17" y="32"/>
                    <a:pt x="0" y="64"/>
                  </a:cubicBezTo>
                  <a:lnTo>
                    <a:pt x="174" y="95"/>
                  </a:lnTo>
                  <a:cubicBezTo>
                    <a:pt x="189" y="47"/>
                    <a:pt x="158"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89" name="Google Shape;1189;p35"/>
            <p:cNvSpPr/>
            <p:nvPr/>
          </p:nvSpPr>
          <p:spPr>
            <a:xfrm>
              <a:off x="3518752" y="1495628"/>
              <a:ext cx="6042" cy="3021"/>
            </a:xfrm>
            <a:custGeom>
              <a:avLst/>
              <a:gdLst/>
              <a:ahLst/>
              <a:cxnLst/>
              <a:rect l="l" t="t" r="r" b="b"/>
              <a:pathLst>
                <a:path w="190" h="95" extrusionOk="0">
                  <a:moveTo>
                    <a:pt x="16" y="0"/>
                  </a:moveTo>
                  <a:cubicBezTo>
                    <a:pt x="1" y="32"/>
                    <a:pt x="32" y="79"/>
                    <a:pt x="79" y="95"/>
                  </a:cubicBezTo>
                  <a:lnTo>
                    <a:pt x="95" y="95"/>
                  </a:lnTo>
                  <a:cubicBezTo>
                    <a:pt x="142" y="95"/>
                    <a:pt x="173" y="63"/>
                    <a:pt x="190"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90" name="Google Shape;1190;p35"/>
            <p:cNvSpPr/>
            <p:nvPr/>
          </p:nvSpPr>
          <p:spPr>
            <a:xfrm>
              <a:off x="3511755" y="1529181"/>
              <a:ext cx="5502" cy="3021"/>
            </a:xfrm>
            <a:custGeom>
              <a:avLst/>
              <a:gdLst/>
              <a:ahLst/>
              <a:cxnLst/>
              <a:rect l="l" t="t" r="r" b="b"/>
              <a:pathLst>
                <a:path w="173" h="95" extrusionOk="0">
                  <a:moveTo>
                    <a:pt x="95" y="0"/>
                  </a:moveTo>
                  <a:cubicBezTo>
                    <a:pt x="47" y="0"/>
                    <a:pt x="15" y="32"/>
                    <a:pt x="0" y="63"/>
                  </a:cubicBezTo>
                  <a:lnTo>
                    <a:pt x="173" y="95"/>
                  </a:lnTo>
                  <a:cubicBezTo>
                    <a:pt x="173" y="48"/>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91" name="Google Shape;1191;p35"/>
            <p:cNvSpPr/>
            <p:nvPr/>
          </p:nvSpPr>
          <p:spPr>
            <a:xfrm>
              <a:off x="3536785" y="1499126"/>
              <a:ext cx="5534" cy="3021"/>
            </a:xfrm>
            <a:custGeom>
              <a:avLst/>
              <a:gdLst/>
              <a:ahLst/>
              <a:cxnLst/>
              <a:rect l="l" t="t" r="r" b="b"/>
              <a:pathLst>
                <a:path w="174" h="95" extrusionOk="0">
                  <a:moveTo>
                    <a:pt x="16" y="0"/>
                  </a:moveTo>
                  <a:lnTo>
                    <a:pt x="16" y="0"/>
                  </a:lnTo>
                  <a:cubicBezTo>
                    <a:pt x="1" y="48"/>
                    <a:pt x="32" y="95"/>
                    <a:pt x="79" y="95"/>
                  </a:cubicBezTo>
                  <a:lnTo>
                    <a:pt x="95" y="95"/>
                  </a:lnTo>
                  <a:cubicBezTo>
                    <a:pt x="142" y="95"/>
                    <a:pt x="174" y="80"/>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92" name="Google Shape;1192;p35"/>
            <p:cNvSpPr/>
            <p:nvPr/>
          </p:nvSpPr>
          <p:spPr>
            <a:xfrm>
              <a:off x="3533255" y="1514678"/>
              <a:ext cx="6042" cy="5502"/>
            </a:xfrm>
            <a:custGeom>
              <a:avLst/>
              <a:gdLst/>
              <a:ahLst/>
              <a:cxnLst/>
              <a:rect l="l" t="t" r="r" b="b"/>
              <a:pathLst>
                <a:path w="190" h="173" extrusionOk="0">
                  <a:moveTo>
                    <a:pt x="95" y="0"/>
                  </a:moveTo>
                  <a:cubicBezTo>
                    <a:pt x="49" y="0"/>
                    <a:pt x="17" y="32"/>
                    <a:pt x="17" y="78"/>
                  </a:cubicBezTo>
                  <a:cubicBezTo>
                    <a:pt x="1" y="126"/>
                    <a:pt x="32" y="158"/>
                    <a:pt x="80" y="173"/>
                  </a:cubicBezTo>
                  <a:lnTo>
                    <a:pt x="95" y="173"/>
                  </a:lnTo>
                  <a:cubicBezTo>
                    <a:pt x="127" y="173"/>
                    <a:pt x="175" y="141"/>
                    <a:pt x="175" y="110"/>
                  </a:cubicBezTo>
                  <a:cubicBezTo>
                    <a:pt x="190" y="63"/>
                    <a:pt x="158" y="15"/>
                    <a:pt x="112" y="15"/>
                  </a:cubicBezTo>
                  <a:cubicBezTo>
                    <a:pt x="112" y="0"/>
                    <a:pt x="95"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93" name="Google Shape;1193;p35"/>
            <p:cNvSpPr/>
            <p:nvPr/>
          </p:nvSpPr>
          <p:spPr>
            <a:xfrm>
              <a:off x="3515222" y="1511148"/>
              <a:ext cx="6042" cy="5565"/>
            </a:xfrm>
            <a:custGeom>
              <a:avLst/>
              <a:gdLst/>
              <a:ahLst/>
              <a:cxnLst/>
              <a:rect l="l" t="t" r="r" b="b"/>
              <a:pathLst>
                <a:path w="190" h="175" extrusionOk="0">
                  <a:moveTo>
                    <a:pt x="95" y="0"/>
                  </a:moveTo>
                  <a:cubicBezTo>
                    <a:pt x="49" y="0"/>
                    <a:pt x="17" y="32"/>
                    <a:pt x="17" y="63"/>
                  </a:cubicBezTo>
                  <a:cubicBezTo>
                    <a:pt x="1" y="111"/>
                    <a:pt x="32" y="158"/>
                    <a:pt x="80" y="174"/>
                  </a:cubicBezTo>
                  <a:lnTo>
                    <a:pt x="95" y="174"/>
                  </a:lnTo>
                  <a:cubicBezTo>
                    <a:pt x="127" y="174"/>
                    <a:pt x="175" y="143"/>
                    <a:pt x="175" y="111"/>
                  </a:cubicBezTo>
                  <a:cubicBezTo>
                    <a:pt x="190" y="63"/>
                    <a:pt x="158" y="17"/>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94" name="Google Shape;1194;p35"/>
            <p:cNvSpPr/>
            <p:nvPr/>
          </p:nvSpPr>
          <p:spPr>
            <a:xfrm>
              <a:off x="3529788" y="1532711"/>
              <a:ext cx="5502" cy="3530"/>
            </a:xfrm>
            <a:custGeom>
              <a:avLst/>
              <a:gdLst/>
              <a:ahLst/>
              <a:cxnLst/>
              <a:rect l="l" t="t" r="r" b="b"/>
              <a:pathLst>
                <a:path w="173" h="111" extrusionOk="0">
                  <a:moveTo>
                    <a:pt x="78" y="0"/>
                  </a:moveTo>
                  <a:cubicBezTo>
                    <a:pt x="47" y="0"/>
                    <a:pt x="15" y="32"/>
                    <a:pt x="0" y="63"/>
                  </a:cubicBezTo>
                  <a:lnTo>
                    <a:pt x="0" y="63"/>
                  </a:lnTo>
                  <a:lnTo>
                    <a:pt x="173" y="110"/>
                  </a:lnTo>
                  <a:lnTo>
                    <a:pt x="173" y="110"/>
                  </a:lnTo>
                  <a:cubicBezTo>
                    <a:pt x="173" y="63"/>
                    <a:pt x="141" y="16"/>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95" name="Google Shape;1195;p35"/>
            <p:cNvSpPr/>
            <p:nvPr/>
          </p:nvSpPr>
          <p:spPr>
            <a:xfrm>
              <a:off x="3526258" y="1459562"/>
              <a:ext cx="5565" cy="3021"/>
            </a:xfrm>
            <a:custGeom>
              <a:avLst/>
              <a:gdLst/>
              <a:ahLst/>
              <a:cxnLst/>
              <a:rect l="l" t="t" r="r" b="b"/>
              <a:pathLst>
                <a:path w="175" h="95" extrusionOk="0">
                  <a:moveTo>
                    <a:pt x="17" y="0"/>
                  </a:moveTo>
                  <a:lnTo>
                    <a:pt x="17" y="0"/>
                  </a:lnTo>
                  <a:cubicBezTo>
                    <a:pt x="0" y="47"/>
                    <a:pt x="32" y="95"/>
                    <a:pt x="80" y="95"/>
                  </a:cubicBezTo>
                  <a:lnTo>
                    <a:pt x="95" y="95"/>
                  </a:lnTo>
                  <a:cubicBezTo>
                    <a:pt x="143" y="95"/>
                    <a:pt x="174" y="78"/>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96" name="Google Shape;1196;p35"/>
            <p:cNvSpPr/>
            <p:nvPr/>
          </p:nvSpPr>
          <p:spPr>
            <a:xfrm>
              <a:off x="3519229" y="1493115"/>
              <a:ext cx="5565" cy="3530"/>
            </a:xfrm>
            <a:custGeom>
              <a:avLst/>
              <a:gdLst/>
              <a:ahLst/>
              <a:cxnLst/>
              <a:rect l="l" t="t" r="r" b="b"/>
              <a:pathLst>
                <a:path w="175" h="111" extrusionOk="0">
                  <a:moveTo>
                    <a:pt x="80" y="0"/>
                  </a:moveTo>
                  <a:cubicBezTo>
                    <a:pt x="49" y="0"/>
                    <a:pt x="17" y="32"/>
                    <a:pt x="1" y="79"/>
                  </a:cubicBezTo>
                  <a:lnTo>
                    <a:pt x="1" y="79"/>
                  </a:lnTo>
                  <a:lnTo>
                    <a:pt x="175" y="111"/>
                  </a:lnTo>
                  <a:lnTo>
                    <a:pt x="175" y="111"/>
                  </a:lnTo>
                  <a:cubicBezTo>
                    <a:pt x="175" y="63"/>
                    <a:pt x="143"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97" name="Google Shape;1197;p35"/>
            <p:cNvSpPr/>
            <p:nvPr/>
          </p:nvSpPr>
          <p:spPr>
            <a:xfrm>
              <a:off x="3544291" y="1463029"/>
              <a:ext cx="5565" cy="3562"/>
            </a:xfrm>
            <a:custGeom>
              <a:avLst/>
              <a:gdLst/>
              <a:ahLst/>
              <a:cxnLst/>
              <a:rect l="l" t="t" r="r" b="b"/>
              <a:pathLst>
                <a:path w="175" h="112" extrusionOk="0">
                  <a:moveTo>
                    <a:pt x="17" y="1"/>
                  </a:moveTo>
                  <a:cubicBezTo>
                    <a:pt x="1" y="49"/>
                    <a:pt x="32" y="95"/>
                    <a:pt x="80" y="112"/>
                  </a:cubicBezTo>
                  <a:lnTo>
                    <a:pt x="95" y="112"/>
                  </a:lnTo>
                  <a:cubicBezTo>
                    <a:pt x="127" y="112"/>
                    <a:pt x="174" y="80"/>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98" name="Google Shape;1198;p35"/>
            <p:cNvSpPr/>
            <p:nvPr/>
          </p:nvSpPr>
          <p:spPr>
            <a:xfrm>
              <a:off x="3540792" y="1479058"/>
              <a:ext cx="5534" cy="5565"/>
            </a:xfrm>
            <a:custGeom>
              <a:avLst/>
              <a:gdLst/>
              <a:ahLst/>
              <a:cxnLst/>
              <a:rect l="l" t="t" r="r" b="b"/>
              <a:pathLst>
                <a:path w="174" h="175" extrusionOk="0">
                  <a:moveTo>
                    <a:pt x="79" y="1"/>
                  </a:moveTo>
                  <a:cubicBezTo>
                    <a:pt x="48" y="1"/>
                    <a:pt x="16" y="32"/>
                    <a:pt x="1" y="64"/>
                  </a:cubicBezTo>
                  <a:cubicBezTo>
                    <a:pt x="1" y="112"/>
                    <a:pt x="32" y="158"/>
                    <a:pt x="64" y="158"/>
                  </a:cubicBezTo>
                  <a:cubicBezTo>
                    <a:pt x="79" y="175"/>
                    <a:pt x="79" y="175"/>
                    <a:pt x="95" y="175"/>
                  </a:cubicBezTo>
                  <a:cubicBezTo>
                    <a:pt x="127" y="175"/>
                    <a:pt x="158" y="143"/>
                    <a:pt x="174" y="95"/>
                  </a:cubicBezTo>
                  <a:cubicBezTo>
                    <a:pt x="174" y="49"/>
                    <a:pt x="142" y="17"/>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99" name="Google Shape;1199;p35"/>
            <p:cNvSpPr/>
            <p:nvPr/>
          </p:nvSpPr>
          <p:spPr>
            <a:xfrm>
              <a:off x="3522760" y="1475051"/>
              <a:ext cx="5534" cy="5565"/>
            </a:xfrm>
            <a:custGeom>
              <a:avLst/>
              <a:gdLst/>
              <a:ahLst/>
              <a:cxnLst/>
              <a:rect l="l" t="t" r="r" b="b"/>
              <a:pathLst>
                <a:path w="174" h="175" extrusionOk="0">
                  <a:moveTo>
                    <a:pt x="95" y="1"/>
                  </a:moveTo>
                  <a:cubicBezTo>
                    <a:pt x="47" y="1"/>
                    <a:pt x="16" y="32"/>
                    <a:pt x="1" y="80"/>
                  </a:cubicBezTo>
                  <a:cubicBezTo>
                    <a:pt x="1" y="127"/>
                    <a:pt x="32" y="175"/>
                    <a:pt x="79" y="175"/>
                  </a:cubicBezTo>
                  <a:lnTo>
                    <a:pt x="95" y="175"/>
                  </a:lnTo>
                  <a:cubicBezTo>
                    <a:pt x="127" y="175"/>
                    <a:pt x="158" y="143"/>
                    <a:pt x="173" y="112"/>
                  </a:cubicBezTo>
                  <a:cubicBezTo>
                    <a:pt x="173" y="64"/>
                    <a:pt x="158" y="17"/>
                    <a:pt x="110" y="17"/>
                  </a:cubicBezTo>
                  <a:cubicBezTo>
                    <a:pt x="95" y="17"/>
                    <a:pt x="95" y="1"/>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00" name="Google Shape;1200;p35"/>
            <p:cNvSpPr/>
            <p:nvPr/>
          </p:nvSpPr>
          <p:spPr>
            <a:xfrm>
              <a:off x="3537262" y="1497123"/>
              <a:ext cx="5565" cy="3021"/>
            </a:xfrm>
            <a:custGeom>
              <a:avLst/>
              <a:gdLst/>
              <a:ahLst/>
              <a:cxnLst/>
              <a:rect l="l" t="t" r="r" b="b"/>
              <a:pathLst>
                <a:path w="175" h="95" extrusionOk="0">
                  <a:moveTo>
                    <a:pt x="80" y="0"/>
                  </a:moveTo>
                  <a:cubicBezTo>
                    <a:pt x="49" y="0"/>
                    <a:pt x="1" y="16"/>
                    <a:pt x="1" y="63"/>
                  </a:cubicBezTo>
                  <a:lnTo>
                    <a:pt x="159" y="95"/>
                  </a:lnTo>
                  <a:cubicBezTo>
                    <a:pt x="175" y="48"/>
                    <a:pt x="143"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01" name="Google Shape;1201;p35"/>
            <p:cNvSpPr/>
            <p:nvPr/>
          </p:nvSpPr>
          <p:spPr>
            <a:xfrm>
              <a:off x="3533795" y="1423465"/>
              <a:ext cx="5502" cy="3530"/>
            </a:xfrm>
            <a:custGeom>
              <a:avLst/>
              <a:gdLst/>
              <a:ahLst/>
              <a:cxnLst/>
              <a:rect l="l" t="t" r="r" b="b"/>
              <a:pathLst>
                <a:path w="173" h="111" extrusionOk="0">
                  <a:moveTo>
                    <a:pt x="0" y="1"/>
                  </a:moveTo>
                  <a:cubicBezTo>
                    <a:pt x="0" y="47"/>
                    <a:pt x="32" y="95"/>
                    <a:pt x="78" y="110"/>
                  </a:cubicBezTo>
                  <a:lnTo>
                    <a:pt x="95" y="110"/>
                  </a:lnTo>
                  <a:cubicBezTo>
                    <a:pt x="126" y="110"/>
                    <a:pt x="158" y="79"/>
                    <a:pt x="173" y="47"/>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02" name="Google Shape;1202;p35"/>
            <p:cNvSpPr/>
            <p:nvPr/>
          </p:nvSpPr>
          <p:spPr>
            <a:xfrm>
              <a:off x="3526767" y="1457559"/>
              <a:ext cx="5534" cy="3021"/>
            </a:xfrm>
            <a:custGeom>
              <a:avLst/>
              <a:gdLst/>
              <a:ahLst/>
              <a:cxnLst/>
              <a:rect l="l" t="t" r="r" b="b"/>
              <a:pathLst>
                <a:path w="174" h="95" extrusionOk="0">
                  <a:moveTo>
                    <a:pt x="79" y="0"/>
                  </a:moveTo>
                  <a:cubicBezTo>
                    <a:pt x="47" y="0"/>
                    <a:pt x="1" y="15"/>
                    <a:pt x="1" y="63"/>
                  </a:cubicBezTo>
                  <a:lnTo>
                    <a:pt x="158" y="95"/>
                  </a:lnTo>
                  <a:cubicBezTo>
                    <a:pt x="173" y="47"/>
                    <a:pt x="142"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03" name="Google Shape;1203;p35"/>
            <p:cNvSpPr/>
            <p:nvPr/>
          </p:nvSpPr>
          <p:spPr>
            <a:xfrm>
              <a:off x="3551828" y="1427472"/>
              <a:ext cx="5534" cy="3053"/>
            </a:xfrm>
            <a:custGeom>
              <a:avLst/>
              <a:gdLst/>
              <a:ahLst/>
              <a:cxnLst/>
              <a:rect l="l" t="t" r="r" b="b"/>
              <a:pathLst>
                <a:path w="174" h="96" extrusionOk="0">
                  <a:moveTo>
                    <a:pt x="1" y="1"/>
                  </a:moveTo>
                  <a:cubicBezTo>
                    <a:pt x="1" y="47"/>
                    <a:pt x="32" y="79"/>
                    <a:pt x="64" y="95"/>
                  </a:cubicBezTo>
                  <a:lnTo>
                    <a:pt x="95" y="95"/>
                  </a:lnTo>
                  <a:cubicBezTo>
                    <a:pt x="127" y="95"/>
                    <a:pt x="158" y="64"/>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04" name="Google Shape;1204;p35"/>
            <p:cNvSpPr/>
            <p:nvPr/>
          </p:nvSpPr>
          <p:spPr>
            <a:xfrm>
              <a:off x="3547821" y="1442993"/>
              <a:ext cx="6042" cy="5565"/>
            </a:xfrm>
            <a:custGeom>
              <a:avLst/>
              <a:gdLst/>
              <a:ahLst/>
              <a:cxnLst/>
              <a:rect l="l" t="t" r="r" b="b"/>
              <a:pathLst>
                <a:path w="190" h="175" extrusionOk="0">
                  <a:moveTo>
                    <a:pt x="95" y="0"/>
                  </a:moveTo>
                  <a:cubicBezTo>
                    <a:pt x="63" y="0"/>
                    <a:pt x="16" y="32"/>
                    <a:pt x="16" y="80"/>
                  </a:cubicBezTo>
                  <a:cubicBezTo>
                    <a:pt x="0" y="111"/>
                    <a:pt x="32" y="158"/>
                    <a:pt x="79" y="174"/>
                  </a:cubicBezTo>
                  <a:lnTo>
                    <a:pt x="95" y="174"/>
                  </a:lnTo>
                  <a:cubicBezTo>
                    <a:pt x="142" y="174"/>
                    <a:pt x="173" y="143"/>
                    <a:pt x="173" y="111"/>
                  </a:cubicBezTo>
                  <a:cubicBezTo>
                    <a:pt x="190" y="64"/>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05" name="Google Shape;1205;p35"/>
            <p:cNvSpPr/>
            <p:nvPr/>
          </p:nvSpPr>
          <p:spPr>
            <a:xfrm>
              <a:off x="3529788" y="1439494"/>
              <a:ext cx="6042" cy="5534"/>
            </a:xfrm>
            <a:custGeom>
              <a:avLst/>
              <a:gdLst/>
              <a:ahLst/>
              <a:cxnLst/>
              <a:rect l="l" t="t" r="r" b="b"/>
              <a:pathLst>
                <a:path w="190" h="174" extrusionOk="0">
                  <a:moveTo>
                    <a:pt x="95" y="1"/>
                  </a:moveTo>
                  <a:cubicBezTo>
                    <a:pt x="63" y="1"/>
                    <a:pt x="32" y="32"/>
                    <a:pt x="15" y="64"/>
                  </a:cubicBezTo>
                  <a:cubicBezTo>
                    <a:pt x="0" y="110"/>
                    <a:pt x="32" y="158"/>
                    <a:pt x="78" y="174"/>
                  </a:cubicBezTo>
                  <a:lnTo>
                    <a:pt x="95" y="174"/>
                  </a:lnTo>
                  <a:cubicBezTo>
                    <a:pt x="141" y="174"/>
                    <a:pt x="173" y="142"/>
                    <a:pt x="189" y="95"/>
                  </a:cubicBezTo>
                  <a:cubicBezTo>
                    <a:pt x="189" y="47"/>
                    <a:pt x="158" y="16"/>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06" name="Google Shape;1206;p35"/>
            <p:cNvSpPr/>
            <p:nvPr/>
          </p:nvSpPr>
          <p:spPr>
            <a:xfrm>
              <a:off x="3544799" y="1461025"/>
              <a:ext cx="5534" cy="3053"/>
            </a:xfrm>
            <a:custGeom>
              <a:avLst/>
              <a:gdLst/>
              <a:ahLst/>
              <a:cxnLst/>
              <a:rect l="l" t="t" r="r" b="b"/>
              <a:pathLst>
                <a:path w="174" h="96" extrusionOk="0">
                  <a:moveTo>
                    <a:pt x="79" y="1"/>
                  </a:moveTo>
                  <a:cubicBezTo>
                    <a:pt x="32" y="1"/>
                    <a:pt x="1" y="32"/>
                    <a:pt x="1" y="64"/>
                  </a:cubicBezTo>
                  <a:lnTo>
                    <a:pt x="1" y="64"/>
                  </a:lnTo>
                  <a:lnTo>
                    <a:pt x="158" y="95"/>
                  </a:lnTo>
                  <a:lnTo>
                    <a:pt x="158" y="95"/>
                  </a:lnTo>
                  <a:cubicBezTo>
                    <a:pt x="174" y="64"/>
                    <a:pt x="142"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07" name="Google Shape;1207;p35"/>
            <p:cNvSpPr/>
            <p:nvPr/>
          </p:nvSpPr>
          <p:spPr>
            <a:xfrm>
              <a:off x="3533795" y="1421462"/>
              <a:ext cx="6042" cy="3530"/>
            </a:xfrm>
            <a:custGeom>
              <a:avLst/>
              <a:gdLst/>
              <a:ahLst/>
              <a:cxnLst/>
              <a:rect l="l" t="t" r="r" b="b"/>
              <a:pathLst>
                <a:path w="190" h="111" extrusionOk="0">
                  <a:moveTo>
                    <a:pt x="95" y="1"/>
                  </a:moveTo>
                  <a:cubicBezTo>
                    <a:pt x="47" y="1"/>
                    <a:pt x="15" y="32"/>
                    <a:pt x="0" y="64"/>
                  </a:cubicBezTo>
                  <a:lnTo>
                    <a:pt x="0" y="64"/>
                  </a:lnTo>
                  <a:lnTo>
                    <a:pt x="173" y="110"/>
                  </a:lnTo>
                  <a:lnTo>
                    <a:pt x="173" y="110"/>
                  </a:lnTo>
                  <a:cubicBezTo>
                    <a:pt x="189" y="64"/>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08" name="Google Shape;1208;p35"/>
            <p:cNvSpPr/>
            <p:nvPr/>
          </p:nvSpPr>
          <p:spPr>
            <a:xfrm>
              <a:off x="3555835" y="1408931"/>
              <a:ext cx="32" cy="32"/>
            </a:xfrm>
            <a:custGeom>
              <a:avLst/>
              <a:gdLst/>
              <a:ahLst/>
              <a:cxnLst/>
              <a:rect l="l" t="t" r="r" b="b"/>
              <a:pathLst>
                <a:path w="1" h="1" extrusionOk="0">
                  <a:moveTo>
                    <a:pt x="1" y="0"/>
                  </a:moveTo>
                  <a:lnTo>
                    <a:pt x="1" y="0"/>
                  </a:lnTo>
                  <a:lnTo>
                    <a:pt x="1" y="0"/>
                  </a:lnTo>
                  <a:close/>
                </a:path>
              </a:pathLst>
            </a:custGeom>
            <a:solidFill>
              <a:srgbClr val="F0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09" name="Google Shape;1209;p35"/>
            <p:cNvSpPr/>
            <p:nvPr/>
          </p:nvSpPr>
          <p:spPr>
            <a:xfrm>
              <a:off x="3555835" y="1408931"/>
              <a:ext cx="4039" cy="3021"/>
            </a:xfrm>
            <a:custGeom>
              <a:avLst/>
              <a:gdLst/>
              <a:ahLst/>
              <a:cxnLst/>
              <a:rect l="l" t="t" r="r" b="b"/>
              <a:pathLst>
                <a:path w="127" h="95" extrusionOk="0">
                  <a:moveTo>
                    <a:pt x="1" y="0"/>
                  </a:moveTo>
                  <a:lnTo>
                    <a:pt x="1" y="0"/>
                  </a:lnTo>
                  <a:lnTo>
                    <a:pt x="1" y="16"/>
                  </a:lnTo>
                  <a:lnTo>
                    <a:pt x="1" y="32"/>
                  </a:lnTo>
                  <a:lnTo>
                    <a:pt x="1" y="16"/>
                  </a:lnTo>
                  <a:lnTo>
                    <a:pt x="1" y="16"/>
                  </a:lnTo>
                  <a:cubicBezTo>
                    <a:pt x="32" y="16"/>
                    <a:pt x="47" y="80"/>
                    <a:pt x="79" y="95"/>
                  </a:cubicBezTo>
                  <a:lnTo>
                    <a:pt x="95" y="95"/>
                  </a:lnTo>
                  <a:lnTo>
                    <a:pt x="110" y="95"/>
                  </a:lnTo>
                  <a:cubicBezTo>
                    <a:pt x="110" y="80"/>
                    <a:pt x="127" y="80"/>
                    <a:pt x="110" y="63"/>
                  </a:cubicBezTo>
                  <a:lnTo>
                    <a:pt x="110" y="48"/>
                  </a:lnTo>
                  <a:lnTo>
                    <a:pt x="95" y="48"/>
                  </a:lnTo>
                  <a:lnTo>
                    <a:pt x="79" y="48"/>
                  </a:lnTo>
                  <a:lnTo>
                    <a:pt x="64" y="48"/>
                  </a:lnTo>
                  <a:cubicBezTo>
                    <a:pt x="47" y="48"/>
                    <a:pt x="16" y="16"/>
                    <a:pt x="1"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10" name="Google Shape;1210;p35"/>
            <p:cNvSpPr/>
            <p:nvPr/>
          </p:nvSpPr>
          <p:spPr>
            <a:xfrm>
              <a:off x="3555327" y="1409440"/>
              <a:ext cx="4039" cy="3053"/>
            </a:xfrm>
            <a:custGeom>
              <a:avLst/>
              <a:gdLst/>
              <a:ahLst/>
              <a:cxnLst/>
              <a:rect l="l" t="t" r="r" b="b"/>
              <a:pathLst>
                <a:path w="127" h="96" extrusionOk="0">
                  <a:moveTo>
                    <a:pt x="17" y="0"/>
                  </a:moveTo>
                  <a:lnTo>
                    <a:pt x="17" y="0"/>
                  </a:lnTo>
                  <a:lnTo>
                    <a:pt x="17" y="16"/>
                  </a:lnTo>
                  <a:cubicBezTo>
                    <a:pt x="0" y="47"/>
                    <a:pt x="32" y="95"/>
                    <a:pt x="80" y="95"/>
                  </a:cubicBezTo>
                  <a:lnTo>
                    <a:pt x="95" y="95"/>
                  </a:lnTo>
                  <a:lnTo>
                    <a:pt x="126" y="95"/>
                  </a:lnTo>
                  <a:lnTo>
                    <a:pt x="126" y="79"/>
                  </a:lnTo>
                  <a:lnTo>
                    <a:pt x="111" y="79"/>
                  </a:lnTo>
                  <a:lnTo>
                    <a:pt x="95" y="79"/>
                  </a:lnTo>
                  <a:cubicBezTo>
                    <a:pt x="63" y="64"/>
                    <a:pt x="48" y="0"/>
                    <a:pt x="17"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11" name="Google Shape;1211;p35"/>
            <p:cNvSpPr/>
            <p:nvPr/>
          </p:nvSpPr>
          <p:spPr>
            <a:xfrm>
              <a:off x="3537803" y="1405432"/>
              <a:ext cx="3021" cy="1527"/>
            </a:xfrm>
            <a:custGeom>
              <a:avLst/>
              <a:gdLst/>
              <a:ahLst/>
              <a:cxnLst/>
              <a:rect l="l" t="t" r="r" b="b"/>
              <a:pathLst>
                <a:path w="95" h="48" extrusionOk="0">
                  <a:moveTo>
                    <a:pt x="15" y="0"/>
                  </a:moveTo>
                  <a:lnTo>
                    <a:pt x="0" y="16"/>
                  </a:lnTo>
                  <a:lnTo>
                    <a:pt x="0" y="32"/>
                  </a:lnTo>
                  <a:cubicBezTo>
                    <a:pt x="0" y="32"/>
                    <a:pt x="15" y="16"/>
                    <a:pt x="32" y="16"/>
                  </a:cubicBezTo>
                  <a:lnTo>
                    <a:pt x="32" y="16"/>
                  </a:lnTo>
                  <a:cubicBezTo>
                    <a:pt x="63" y="32"/>
                    <a:pt x="78" y="32"/>
                    <a:pt x="95" y="47"/>
                  </a:cubicBezTo>
                  <a:cubicBezTo>
                    <a:pt x="78" y="32"/>
                    <a:pt x="47" y="16"/>
                    <a:pt x="15" y="16"/>
                  </a:cubicBezTo>
                  <a:close/>
                </a:path>
              </a:pathLst>
            </a:custGeom>
            <a:solidFill>
              <a:srgbClr val="DEE9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12" name="Google Shape;1212;p35"/>
            <p:cNvSpPr/>
            <p:nvPr/>
          </p:nvSpPr>
          <p:spPr>
            <a:xfrm>
              <a:off x="3537803" y="1405910"/>
              <a:ext cx="4039" cy="2544"/>
            </a:xfrm>
            <a:custGeom>
              <a:avLst/>
              <a:gdLst/>
              <a:ahLst/>
              <a:cxnLst/>
              <a:rect l="l" t="t" r="r" b="b"/>
              <a:pathLst>
                <a:path w="127" h="80" extrusionOk="0">
                  <a:moveTo>
                    <a:pt x="32" y="1"/>
                  </a:moveTo>
                  <a:cubicBezTo>
                    <a:pt x="15" y="1"/>
                    <a:pt x="0" y="17"/>
                    <a:pt x="0" y="17"/>
                  </a:cubicBezTo>
                  <a:lnTo>
                    <a:pt x="0" y="32"/>
                  </a:lnTo>
                  <a:lnTo>
                    <a:pt x="32" y="32"/>
                  </a:lnTo>
                  <a:lnTo>
                    <a:pt x="47" y="32"/>
                  </a:lnTo>
                  <a:cubicBezTo>
                    <a:pt x="78" y="32"/>
                    <a:pt x="110" y="48"/>
                    <a:pt x="126" y="80"/>
                  </a:cubicBezTo>
                  <a:lnTo>
                    <a:pt x="126" y="80"/>
                  </a:lnTo>
                  <a:cubicBezTo>
                    <a:pt x="110" y="64"/>
                    <a:pt x="110" y="48"/>
                    <a:pt x="95" y="32"/>
                  </a:cubicBezTo>
                  <a:cubicBezTo>
                    <a:pt x="78" y="17"/>
                    <a:pt x="63" y="17"/>
                    <a:pt x="32"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13" name="Google Shape;1213;p35"/>
            <p:cNvSpPr/>
            <p:nvPr/>
          </p:nvSpPr>
          <p:spPr>
            <a:xfrm>
              <a:off x="3537803" y="1406927"/>
              <a:ext cx="4039" cy="2035"/>
            </a:xfrm>
            <a:custGeom>
              <a:avLst/>
              <a:gdLst/>
              <a:ahLst/>
              <a:cxnLst/>
              <a:rect l="l" t="t" r="r" b="b"/>
              <a:pathLst>
                <a:path w="127" h="64" extrusionOk="0">
                  <a:moveTo>
                    <a:pt x="32" y="0"/>
                  </a:moveTo>
                  <a:lnTo>
                    <a:pt x="0" y="0"/>
                  </a:lnTo>
                  <a:cubicBezTo>
                    <a:pt x="15" y="32"/>
                    <a:pt x="32" y="63"/>
                    <a:pt x="63" y="63"/>
                  </a:cubicBezTo>
                  <a:lnTo>
                    <a:pt x="78" y="63"/>
                  </a:lnTo>
                  <a:cubicBezTo>
                    <a:pt x="95" y="63"/>
                    <a:pt x="110" y="63"/>
                    <a:pt x="126" y="48"/>
                  </a:cubicBezTo>
                  <a:cubicBezTo>
                    <a:pt x="110" y="16"/>
                    <a:pt x="78" y="0"/>
                    <a:pt x="47"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14" name="Google Shape;1214;p35"/>
            <p:cNvSpPr/>
            <p:nvPr/>
          </p:nvSpPr>
          <p:spPr>
            <a:xfrm>
              <a:off x="3551828" y="1424960"/>
              <a:ext cx="5534" cy="3562"/>
            </a:xfrm>
            <a:custGeom>
              <a:avLst/>
              <a:gdLst/>
              <a:ahLst/>
              <a:cxnLst/>
              <a:rect l="l" t="t" r="r" b="b"/>
              <a:pathLst>
                <a:path w="174" h="112" extrusionOk="0">
                  <a:moveTo>
                    <a:pt x="79" y="0"/>
                  </a:moveTo>
                  <a:cubicBezTo>
                    <a:pt x="47" y="0"/>
                    <a:pt x="16" y="32"/>
                    <a:pt x="1" y="80"/>
                  </a:cubicBezTo>
                  <a:lnTo>
                    <a:pt x="173" y="111"/>
                  </a:lnTo>
                  <a:cubicBezTo>
                    <a:pt x="173" y="63"/>
                    <a:pt x="142" y="17"/>
                    <a:pt x="110" y="17"/>
                  </a:cubicBezTo>
                  <a:cubicBezTo>
                    <a:pt x="95" y="0"/>
                    <a:pt x="95" y="0"/>
                    <a:pt x="79"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15" name="Google Shape;1215;p35"/>
            <p:cNvSpPr/>
            <p:nvPr/>
          </p:nvSpPr>
          <p:spPr>
            <a:xfrm>
              <a:off x="3543814" y="1649971"/>
              <a:ext cx="4039" cy="1495"/>
            </a:xfrm>
            <a:custGeom>
              <a:avLst/>
              <a:gdLst/>
              <a:ahLst/>
              <a:cxnLst/>
              <a:rect l="l" t="t" r="r" b="b"/>
              <a:pathLst>
                <a:path w="127" h="47" extrusionOk="0">
                  <a:moveTo>
                    <a:pt x="0" y="0"/>
                  </a:moveTo>
                  <a:lnTo>
                    <a:pt x="0" y="0"/>
                  </a:lnTo>
                  <a:lnTo>
                    <a:pt x="0" y="32"/>
                  </a:lnTo>
                  <a:cubicBezTo>
                    <a:pt x="16" y="47"/>
                    <a:pt x="47" y="47"/>
                    <a:pt x="63" y="47"/>
                  </a:cubicBezTo>
                  <a:lnTo>
                    <a:pt x="110" y="47"/>
                  </a:lnTo>
                  <a:lnTo>
                    <a:pt x="126"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16" name="Google Shape;1216;p35"/>
            <p:cNvSpPr/>
            <p:nvPr/>
          </p:nvSpPr>
          <p:spPr>
            <a:xfrm>
              <a:off x="3532778" y="1610344"/>
              <a:ext cx="5534" cy="3053"/>
            </a:xfrm>
            <a:custGeom>
              <a:avLst/>
              <a:gdLst/>
              <a:ahLst/>
              <a:cxnLst/>
              <a:rect l="l" t="t" r="r" b="b"/>
              <a:pathLst>
                <a:path w="174" h="96" extrusionOk="0">
                  <a:moveTo>
                    <a:pt x="16" y="1"/>
                  </a:moveTo>
                  <a:lnTo>
                    <a:pt x="16" y="1"/>
                  </a:lnTo>
                  <a:cubicBezTo>
                    <a:pt x="1" y="49"/>
                    <a:pt x="32" y="95"/>
                    <a:pt x="79" y="95"/>
                  </a:cubicBezTo>
                  <a:lnTo>
                    <a:pt x="95" y="95"/>
                  </a:lnTo>
                  <a:cubicBezTo>
                    <a:pt x="127" y="95"/>
                    <a:pt x="173"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17" name="Google Shape;1217;p35"/>
            <p:cNvSpPr/>
            <p:nvPr/>
          </p:nvSpPr>
          <p:spPr>
            <a:xfrm>
              <a:off x="3550810" y="1613874"/>
              <a:ext cx="5534" cy="3530"/>
            </a:xfrm>
            <a:custGeom>
              <a:avLst/>
              <a:gdLst/>
              <a:ahLst/>
              <a:cxnLst/>
              <a:rect l="l" t="t" r="r" b="b"/>
              <a:pathLst>
                <a:path w="174" h="111" extrusionOk="0">
                  <a:moveTo>
                    <a:pt x="1" y="1"/>
                  </a:moveTo>
                  <a:lnTo>
                    <a:pt x="1" y="1"/>
                  </a:lnTo>
                  <a:cubicBezTo>
                    <a:pt x="1" y="47"/>
                    <a:pt x="33" y="95"/>
                    <a:pt x="79" y="110"/>
                  </a:cubicBezTo>
                  <a:lnTo>
                    <a:pt x="96" y="110"/>
                  </a:lnTo>
                  <a:cubicBezTo>
                    <a:pt x="127" y="110"/>
                    <a:pt x="159" y="79"/>
                    <a:pt x="174" y="47"/>
                  </a:cubicBezTo>
                  <a:lnTo>
                    <a:pt x="174" y="4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18" name="Google Shape;1218;p35"/>
            <p:cNvSpPr/>
            <p:nvPr/>
          </p:nvSpPr>
          <p:spPr>
            <a:xfrm>
              <a:off x="3547312" y="1629903"/>
              <a:ext cx="5565" cy="5534"/>
            </a:xfrm>
            <a:custGeom>
              <a:avLst/>
              <a:gdLst/>
              <a:ahLst/>
              <a:cxnLst/>
              <a:rect l="l" t="t" r="r" b="b"/>
              <a:pathLst>
                <a:path w="175" h="174" extrusionOk="0">
                  <a:moveTo>
                    <a:pt x="79" y="1"/>
                  </a:moveTo>
                  <a:cubicBezTo>
                    <a:pt x="48" y="1"/>
                    <a:pt x="16" y="32"/>
                    <a:pt x="0" y="64"/>
                  </a:cubicBezTo>
                  <a:cubicBezTo>
                    <a:pt x="0" y="111"/>
                    <a:pt x="16" y="159"/>
                    <a:pt x="63" y="174"/>
                  </a:cubicBezTo>
                  <a:lnTo>
                    <a:pt x="79" y="174"/>
                  </a:lnTo>
                  <a:cubicBezTo>
                    <a:pt x="126" y="174"/>
                    <a:pt x="158" y="142"/>
                    <a:pt x="174" y="96"/>
                  </a:cubicBezTo>
                  <a:cubicBezTo>
                    <a:pt x="174" y="48"/>
                    <a:pt x="143"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19" name="Google Shape;1219;p35"/>
            <p:cNvSpPr/>
            <p:nvPr/>
          </p:nvSpPr>
          <p:spPr>
            <a:xfrm>
              <a:off x="3529247" y="1626405"/>
              <a:ext cx="5565" cy="5025"/>
            </a:xfrm>
            <a:custGeom>
              <a:avLst/>
              <a:gdLst/>
              <a:ahLst/>
              <a:cxnLst/>
              <a:rect l="l" t="t" r="r" b="b"/>
              <a:pathLst>
                <a:path w="175" h="158" extrusionOk="0">
                  <a:moveTo>
                    <a:pt x="95" y="0"/>
                  </a:moveTo>
                  <a:cubicBezTo>
                    <a:pt x="49" y="0"/>
                    <a:pt x="17" y="16"/>
                    <a:pt x="1" y="63"/>
                  </a:cubicBezTo>
                  <a:cubicBezTo>
                    <a:pt x="1" y="111"/>
                    <a:pt x="32" y="158"/>
                    <a:pt x="64" y="158"/>
                  </a:cubicBezTo>
                  <a:lnTo>
                    <a:pt x="95" y="158"/>
                  </a:lnTo>
                  <a:cubicBezTo>
                    <a:pt x="127" y="158"/>
                    <a:pt x="158" y="142"/>
                    <a:pt x="175" y="95"/>
                  </a:cubicBezTo>
                  <a:cubicBezTo>
                    <a:pt x="175" y="48"/>
                    <a:pt x="158" y="0"/>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20" name="Google Shape;1220;p35"/>
            <p:cNvSpPr/>
            <p:nvPr/>
          </p:nvSpPr>
          <p:spPr>
            <a:xfrm>
              <a:off x="3543814" y="1647968"/>
              <a:ext cx="5025" cy="3021"/>
            </a:xfrm>
            <a:custGeom>
              <a:avLst/>
              <a:gdLst/>
              <a:ahLst/>
              <a:cxnLst/>
              <a:rect l="l" t="t" r="r" b="b"/>
              <a:pathLst>
                <a:path w="158" h="95" extrusionOk="0">
                  <a:moveTo>
                    <a:pt x="79" y="0"/>
                  </a:moveTo>
                  <a:cubicBezTo>
                    <a:pt x="47" y="0"/>
                    <a:pt x="0" y="15"/>
                    <a:pt x="0" y="63"/>
                  </a:cubicBezTo>
                  <a:lnTo>
                    <a:pt x="126" y="95"/>
                  </a:lnTo>
                  <a:cubicBezTo>
                    <a:pt x="142" y="78"/>
                    <a:pt x="158" y="63"/>
                    <a:pt x="158" y="47"/>
                  </a:cubicBezTo>
                  <a:cubicBezTo>
                    <a:pt x="158" y="32"/>
                    <a:pt x="126"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21" name="Google Shape;1221;p35"/>
            <p:cNvSpPr/>
            <p:nvPr/>
          </p:nvSpPr>
          <p:spPr>
            <a:xfrm>
              <a:off x="3540283" y="1574278"/>
              <a:ext cx="5565" cy="3562"/>
            </a:xfrm>
            <a:custGeom>
              <a:avLst/>
              <a:gdLst/>
              <a:ahLst/>
              <a:cxnLst/>
              <a:rect l="l" t="t" r="r" b="b"/>
              <a:pathLst>
                <a:path w="175" h="112" extrusionOk="0">
                  <a:moveTo>
                    <a:pt x="0" y="0"/>
                  </a:moveTo>
                  <a:lnTo>
                    <a:pt x="0" y="0"/>
                  </a:lnTo>
                  <a:cubicBezTo>
                    <a:pt x="0" y="48"/>
                    <a:pt x="32" y="95"/>
                    <a:pt x="80" y="111"/>
                  </a:cubicBezTo>
                  <a:lnTo>
                    <a:pt x="95" y="111"/>
                  </a:lnTo>
                  <a:cubicBezTo>
                    <a:pt x="127" y="111"/>
                    <a:pt x="158" y="80"/>
                    <a:pt x="174" y="48"/>
                  </a:cubicBezTo>
                  <a:lnTo>
                    <a:pt x="174" y="48"/>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22" name="Google Shape;1222;p35"/>
            <p:cNvSpPr/>
            <p:nvPr/>
          </p:nvSpPr>
          <p:spPr>
            <a:xfrm>
              <a:off x="3533255" y="1608340"/>
              <a:ext cx="5565" cy="3053"/>
            </a:xfrm>
            <a:custGeom>
              <a:avLst/>
              <a:gdLst/>
              <a:ahLst/>
              <a:cxnLst/>
              <a:rect l="l" t="t" r="r" b="b"/>
              <a:pathLst>
                <a:path w="175" h="96" extrusionOk="0">
                  <a:moveTo>
                    <a:pt x="80" y="1"/>
                  </a:moveTo>
                  <a:cubicBezTo>
                    <a:pt x="32" y="1"/>
                    <a:pt x="1" y="17"/>
                    <a:pt x="1" y="64"/>
                  </a:cubicBezTo>
                  <a:lnTo>
                    <a:pt x="158" y="95"/>
                  </a:lnTo>
                  <a:cubicBezTo>
                    <a:pt x="175" y="49"/>
                    <a:pt x="143"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23" name="Google Shape;1223;p35"/>
            <p:cNvSpPr/>
            <p:nvPr/>
          </p:nvSpPr>
          <p:spPr>
            <a:xfrm>
              <a:off x="3558316" y="1578286"/>
              <a:ext cx="5565" cy="3053"/>
            </a:xfrm>
            <a:custGeom>
              <a:avLst/>
              <a:gdLst/>
              <a:ahLst/>
              <a:cxnLst/>
              <a:rect l="l" t="t" r="r" b="b"/>
              <a:pathLst>
                <a:path w="175" h="96" extrusionOk="0">
                  <a:moveTo>
                    <a:pt x="1" y="1"/>
                  </a:moveTo>
                  <a:cubicBezTo>
                    <a:pt x="1" y="48"/>
                    <a:pt x="17" y="95"/>
                    <a:pt x="64" y="95"/>
                  </a:cubicBezTo>
                  <a:lnTo>
                    <a:pt x="80" y="95"/>
                  </a:lnTo>
                  <a:cubicBezTo>
                    <a:pt x="127" y="95"/>
                    <a:pt x="158" y="64"/>
                    <a:pt x="175"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24" name="Google Shape;1224;p35"/>
            <p:cNvSpPr/>
            <p:nvPr/>
          </p:nvSpPr>
          <p:spPr>
            <a:xfrm>
              <a:off x="3554309" y="1593838"/>
              <a:ext cx="6042" cy="5534"/>
            </a:xfrm>
            <a:custGeom>
              <a:avLst/>
              <a:gdLst/>
              <a:ahLst/>
              <a:cxnLst/>
              <a:rect l="l" t="t" r="r" b="b"/>
              <a:pathLst>
                <a:path w="190" h="174" extrusionOk="0">
                  <a:moveTo>
                    <a:pt x="95" y="1"/>
                  </a:moveTo>
                  <a:cubicBezTo>
                    <a:pt x="64" y="1"/>
                    <a:pt x="17" y="32"/>
                    <a:pt x="17" y="79"/>
                  </a:cubicBezTo>
                  <a:cubicBezTo>
                    <a:pt x="1" y="110"/>
                    <a:pt x="32" y="158"/>
                    <a:pt x="80" y="173"/>
                  </a:cubicBezTo>
                  <a:lnTo>
                    <a:pt x="95" y="173"/>
                  </a:lnTo>
                  <a:cubicBezTo>
                    <a:pt x="143" y="173"/>
                    <a:pt x="175" y="142"/>
                    <a:pt x="175" y="110"/>
                  </a:cubicBezTo>
                  <a:cubicBezTo>
                    <a:pt x="190" y="64"/>
                    <a:pt x="158" y="16"/>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25" name="Google Shape;1225;p35"/>
            <p:cNvSpPr/>
            <p:nvPr/>
          </p:nvSpPr>
          <p:spPr>
            <a:xfrm>
              <a:off x="3536276" y="1590308"/>
              <a:ext cx="6042" cy="5565"/>
            </a:xfrm>
            <a:custGeom>
              <a:avLst/>
              <a:gdLst/>
              <a:ahLst/>
              <a:cxnLst/>
              <a:rect l="l" t="t" r="r" b="b"/>
              <a:pathLst>
                <a:path w="190" h="175" extrusionOk="0">
                  <a:moveTo>
                    <a:pt x="95" y="1"/>
                  </a:moveTo>
                  <a:cubicBezTo>
                    <a:pt x="63" y="1"/>
                    <a:pt x="17" y="32"/>
                    <a:pt x="17" y="64"/>
                  </a:cubicBezTo>
                  <a:cubicBezTo>
                    <a:pt x="0" y="112"/>
                    <a:pt x="32" y="158"/>
                    <a:pt x="80" y="175"/>
                  </a:cubicBezTo>
                  <a:lnTo>
                    <a:pt x="95" y="175"/>
                  </a:lnTo>
                  <a:cubicBezTo>
                    <a:pt x="143" y="175"/>
                    <a:pt x="174" y="143"/>
                    <a:pt x="174" y="95"/>
                  </a:cubicBezTo>
                  <a:cubicBezTo>
                    <a:pt x="190" y="49"/>
                    <a:pt x="158" y="17"/>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26" name="Google Shape;1226;p35"/>
            <p:cNvSpPr/>
            <p:nvPr/>
          </p:nvSpPr>
          <p:spPr>
            <a:xfrm>
              <a:off x="3550810" y="1611871"/>
              <a:ext cx="6074" cy="3530"/>
            </a:xfrm>
            <a:custGeom>
              <a:avLst/>
              <a:gdLst/>
              <a:ahLst/>
              <a:cxnLst/>
              <a:rect l="l" t="t" r="r" b="b"/>
              <a:pathLst>
                <a:path w="191" h="111" extrusionOk="0">
                  <a:moveTo>
                    <a:pt x="96" y="1"/>
                  </a:moveTo>
                  <a:cubicBezTo>
                    <a:pt x="48" y="1"/>
                    <a:pt x="16" y="32"/>
                    <a:pt x="1" y="64"/>
                  </a:cubicBezTo>
                  <a:lnTo>
                    <a:pt x="174" y="110"/>
                  </a:lnTo>
                  <a:cubicBezTo>
                    <a:pt x="190" y="64"/>
                    <a:pt x="159"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27" name="Google Shape;1227;p35"/>
            <p:cNvSpPr/>
            <p:nvPr/>
          </p:nvSpPr>
          <p:spPr>
            <a:xfrm>
              <a:off x="3547312" y="1538722"/>
              <a:ext cx="6042" cy="3021"/>
            </a:xfrm>
            <a:custGeom>
              <a:avLst/>
              <a:gdLst/>
              <a:ahLst/>
              <a:cxnLst/>
              <a:rect l="l" t="t" r="r" b="b"/>
              <a:pathLst>
                <a:path w="190" h="95" extrusionOk="0">
                  <a:moveTo>
                    <a:pt x="16" y="0"/>
                  </a:moveTo>
                  <a:cubicBezTo>
                    <a:pt x="0" y="47"/>
                    <a:pt x="32" y="95"/>
                    <a:pt x="79" y="95"/>
                  </a:cubicBezTo>
                  <a:lnTo>
                    <a:pt x="95" y="95"/>
                  </a:lnTo>
                  <a:cubicBezTo>
                    <a:pt x="143" y="95"/>
                    <a:pt x="174" y="79"/>
                    <a:pt x="189"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28" name="Google Shape;1228;p35"/>
            <p:cNvSpPr/>
            <p:nvPr/>
          </p:nvSpPr>
          <p:spPr>
            <a:xfrm>
              <a:off x="3540283" y="1572275"/>
              <a:ext cx="5565" cy="3562"/>
            </a:xfrm>
            <a:custGeom>
              <a:avLst/>
              <a:gdLst/>
              <a:ahLst/>
              <a:cxnLst/>
              <a:rect l="l" t="t" r="r" b="b"/>
              <a:pathLst>
                <a:path w="175" h="112" extrusionOk="0">
                  <a:moveTo>
                    <a:pt x="95" y="0"/>
                  </a:moveTo>
                  <a:cubicBezTo>
                    <a:pt x="48" y="0"/>
                    <a:pt x="17" y="32"/>
                    <a:pt x="0" y="63"/>
                  </a:cubicBezTo>
                  <a:lnTo>
                    <a:pt x="174" y="111"/>
                  </a:lnTo>
                  <a:cubicBezTo>
                    <a:pt x="174" y="63"/>
                    <a:pt x="158" y="17"/>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29" name="Google Shape;1229;p35"/>
            <p:cNvSpPr/>
            <p:nvPr/>
          </p:nvSpPr>
          <p:spPr>
            <a:xfrm>
              <a:off x="3565345" y="1542220"/>
              <a:ext cx="5565" cy="3562"/>
            </a:xfrm>
            <a:custGeom>
              <a:avLst/>
              <a:gdLst/>
              <a:ahLst/>
              <a:cxnLst/>
              <a:rect l="l" t="t" r="r" b="b"/>
              <a:pathLst>
                <a:path w="175" h="112" extrusionOk="0">
                  <a:moveTo>
                    <a:pt x="17" y="0"/>
                  </a:moveTo>
                  <a:lnTo>
                    <a:pt x="17" y="0"/>
                  </a:lnTo>
                  <a:cubicBezTo>
                    <a:pt x="0" y="48"/>
                    <a:pt x="32" y="95"/>
                    <a:pt x="80" y="111"/>
                  </a:cubicBezTo>
                  <a:lnTo>
                    <a:pt x="95" y="111"/>
                  </a:lnTo>
                  <a:cubicBezTo>
                    <a:pt x="143" y="111"/>
                    <a:pt x="174" y="80"/>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30" name="Google Shape;1230;p35"/>
            <p:cNvSpPr/>
            <p:nvPr/>
          </p:nvSpPr>
          <p:spPr>
            <a:xfrm>
              <a:off x="3561846" y="1558249"/>
              <a:ext cx="6042" cy="5025"/>
            </a:xfrm>
            <a:custGeom>
              <a:avLst/>
              <a:gdLst/>
              <a:ahLst/>
              <a:cxnLst/>
              <a:rect l="l" t="t" r="r" b="b"/>
              <a:pathLst>
                <a:path w="190" h="158" extrusionOk="0">
                  <a:moveTo>
                    <a:pt x="95" y="0"/>
                  </a:moveTo>
                  <a:cubicBezTo>
                    <a:pt x="47" y="0"/>
                    <a:pt x="16" y="17"/>
                    <a:pt x="16" y="63"/>
                  </a:cubicBezTo>
                  <a:cubicBezTo>
                    <a:pt x="1" y="111"/>
                    <a:pt x="32" y="158"/>
                    <a:pt x="79" y="158"/>
                  </a:cubicBezTo>
                  <a:lnTo>
                    <a:pt x="95" y="158"/>
                  </a:lnTo>
                  <a:cubicBezTo>
                    <a:pt x="127" y="158"/>
                    <a:pt x="173" y="143"/>
                    <a:pt x="173" y="95"/>
                  </a:cubicBezTo>
                  <a:cubicBezTo>
                    <a:pt x="190" y="48"/>
                    <a:pt x="158" y="0"/>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31" name="Google Shape;1231;p35"/>
            <p:cNvSpPr/>
            <p:nvPr/>
          </p:nvSpPr>
          <p:spPr>
            <a:xfrm>
              <a:off x="3543814" y="1554242"/>
              <a:ext cx="6042" cy="5565"/>
            </a:xfrm>
            <a:custGeom>
              <a:avLst/>
              <a:gdLst/>
              <a:ahLst/>
              <a:cxnLst/>
              <a:rect l="l" t="t" r="r" b="b"/>
              <a:pathLst>
                <a:path w="190" h="175" extrusionOk="0">
                  <a:moveTo>
                    <a:pt x="95" y="0"/>
                  </a:moveTo>
                  <a:cubicBezTo>
                    <a:pt x="47" y="0"/>
                    <a:pt x="16" y="32"/>
                    <a:pt x="16" y="80"/>
                  </a:cubicBezTo>
                  <a:cubicBezTo>
                    <a:pt x="0" y="126"/>
                    <a:pt x="32" y="158"/>
                    <a:pt x="79" y="174"/>
                  </a:cubicBezTo>
                  <a:lnTo>
                    <a:pt x="95" y="174"/>
                  </a:lnTo>
                  <a:cubicBezTo>
                    <a:pt x="126" y="174"/>
                    <a:pt x="173" y="143"/>
                    <a:pt x="173" y="111"/>
                  </a:cubicBezTo>
                  <a:cubicBezTo>
                    <a:pt x="189" y="63"/>
                    <a:pt x="158" y="17"/>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32" name="Google Shape;1232;p35"/>
            <p:cNvSpPr/>
            <p:nvPr/>
          </p:nvSpPr>
          <p:spPr>
            <a:xfrm>
              <a:off x="3558316" y="1575805"/>
              <a:ext cx="5565" cy="3530"/>
            </a:xfrm>
            <a:custGeom>
              <a:avLst/>
              <a:gdLst/>
              <a:ahLst/>
              <a:cxnLst/>
              <a:rect l="l" t="t" r="r" b="b"/>
              <a:pathLst>
                <a:path w="175" h="111" extrusionOk="0">
                  <a:moveTo>
                    <a:pt x="80" y="0"/>
                  </a:moveTo>
                  <a:cubicBezTo>
                    <a:pt x="49" y="0"/>
                    <a:pt x="17" y="32"/>
                    <a:pt x="1" y="79"/>
                  </a:cubicBezTo>
                  <a:lnTo>
                    <a:pt x="1" y="79"/>
                  </a:lnTo>
                  <a:lnTo>
                    <a:pt x="175" y="110"/>
                  </a:lnTo>
                  <a:lnTo>
                    <a:pt x="175" y="110"/>
                  </a:lnTo>
                  <a:cubicBezTo>
                    <a:pt x="175" y="63"/>
                    <a:pt x="143" y="15"/>
                    <a:pt x="95" y="15"/>
                  </a:cubicBezTo>
                  <a:cubicBezTo>
                    <a:pt x="95" y="15"/>
                    <a:pt x="95" y="0"/>
                    <a:pt x="8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33" name="Google Shape;1233;p35"/>
            <p:cNvSpPr/>
            <p:nvPr/>
          </p:nvSpPr>
          <p:spPr>
            <a:xfrm>
              <a:off x="3554849" y="1502656"/>
              <a:ext cx="5502" cy="3498"/>
            </a:xfrm>
            <a:custGeom>
              <a:avLst/>
              <a:gdLst/>
              <a:ahLst/>
              <a:cxnLst/>
              <a:rect l="l" t="t" r="r" b="b"/>
              <a:pathLst>
                <a:path w="173" h="110" extrusionOk="0">
                  <a:moveTo>
                    <a:pt x="15" y="0"/>
                  </a:moveTo>
                  <a:lnTo>
                    <a:pt x="15" y="0"/>
                  </a:lnTo>
                  <a:cubicBezTo>
                    <a:pt x="0" y="47"/>
                    <a:pt x="32" y="95"/>
                    <a:pt x="78" y="110"/>
                  </a:cubicBezTo>
                  <a:lnTo>
                    <a:pt x="95" y="110"/>
                  </a:lnTo>
                  <a:cubicBezTo>
                    <a:pt x="126" y="110"/>
                    <a:pt x="173" y="78"/>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34" name="Google Shape;1234;p35"/>
            <p:cNvSpPr/>
            <p:nvPr/>
          </p:nvSpPr>
          <p:spPr>
            <a:xfrm>
              <a:off x="3547821" y="1536718"/>
              <a:ext cx="5534" cy="3021"/>
            </a:xfrm>
            <a:custGeom>
              <a:avLst/>
              <a:gdLst/>
              <a:ahLst/>
              <a:cxnLst/>
              <a:rect l="l" t="t" r="r" b="b"/>
              <a:pathLst>
                <a:path w="174" h="95" extrusionOk="0">
                  <a:moveTo>
                    <a:pt x="79" y="0"/>
                  </a:moveTo>
                  <a:cubicBezTo>
                    <a:pt x="47" y="0"/>
                    <a:pt x="16" y="16"/>
                    <a:pt x="0" y="63"/>
                  </a:cubicBezTo>
                  <a:lnTo>
                    <a:pt x="0" y="63"/>
                  </a:lnTo>
                  <a:lnTo>
                    <a:pt x="173" y="95"/>
                  </a:lnTo>
                  <a:lnTo>
                    <a:pt x="173" y="95"/>
                  </a:lnTo>
                  <a:cubicBezTo>
                    <a:pt x="173" y="47"/>
                    <a:pt x="142"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35" name="Google Shape;1235;p35"/>
            <p:cNvSpPr/>
            <p:nvPr/>
          </p:nvSpPr>
          <p:spPr>
            <a:xfrm>
              <a:off x="3572882" y="1506664"/>
              <a:ext cx="5502" cy="3021"/>
            </a:xfrm>
            <a:custGeom>
              <a:avLst/>
              <a:gdLst/>
              <a:ahLst/>
              <a:cxnLst/>
              <a:rect l="l" t="t" r="r" b="b"/>
              <a:pathLst>
                <a:path w="173" h="95" extrusionOk="0">
                  <a:moveTo>
                    <a:pt x="15" y="0"/>
                  </a:moveTo>
                  <a:cubicBezTo>
                    <a:pt x="0" y="47"/>
                    <a:pt x="32" y="78"/>
                    <a:pt x="78" y="95"/>
                  </a:cubicBezTo>
                  <a:lnTo>
                    <a:pt x="95" y="95"/>
                  </a:lnTo>
                  <a:cubicBezTo>
                    <a:pt x="126" y="95"/>
                    <a:pt x="173" y="63"/>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36" name="Google Shape;1236;p35"/>
            <p:cNvSpPr/>
            <p:nvPr/>
          </p:nvSpPr>
          <p:spPr>
            <a:xfrm>
              <a:off x="3569352" y="1522152"/>
              <a:ext cx="5565" cy="5565"/>
            </a:xfrm>
            <a:custGeom>
              <a:avLst/>
              <a:gdLst/>
              <a:ahLst/>
              <a:cxnLst/>
              <a:rect l="l" t="t" r="r" b="b"/>
              <a:pathLst>
                <a:path w="175" h="175" extrusionOk="0">
                  <a:moveTo>
                    <a:pt x="80" y="1"/>
                  </a:moveTo>
                  <a:cubicBezTo>
                    <a:pt x="48" y="1"/>
                    <a:pt x="17" y="32"/>
                    <a:pt x="0" y="64"/>
                  </a:cubicBezTo>
                  <a:cubicBezTo>
                    <a:pt x="0" y="112"/>
                    <a:pt x="17" y="158"/>
                    <a:pt x="63" y="175"/>
                  </a:cubicBezTo>
                  <a:lnTo>
                    <a:pt x="80" y="175"/>
                  </a:lnTo>
                  <a:cubicBezTo>
                    <a:pt x="126" y="175"/>
                    <a:pt x="158" y="143"/>
                    <a:pt x="174" y="112"/>
                  </a:cubicBezTo>
                  <a:cubicBezTo>
                    <a:pt x="174" y="64"/>
                    <a:pt x="143" y="17"/>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37" name="Google Shape;1237;p35"/>
            <p:cNvSpPr/>
            <p:nvPr/>
          </p:nvSpPr>
          <p:spPr>
            <a:xfrm>
              <a:off x="3551319" y="1518686"/>
              <a:ext cx="5565" cy="5025"/>
            </a:xfrm>
            <a:custGeom>
              <a:avLst/>
              <a:gdLst/>
              <a:ahLst/>
              <a:cxnLst/>
              <a:rect l="l" t="t" r="r" b="b"/>
              <a:pathLst>
                <a:path w="175" h="158" extrusionOk="0">
                  <a:moveTo>
                    <a:pt x="95" y="0"/>
                  </a:moveTo>
                  <a:cubicBezTo>
                    <a:pt x="48" y="0"/>
                    <a:pt x="17" y="32"/>
                    <a:pt x="0" y="63"/>
                  </a:cubicBezTo>
                  <a:cubicBezTo>
                    <a:pt x="0" y="110"/>
                    <a:pt x="32" y="158"/>
                    <a:pt x="80" y="158"/>
                  </a:cubicBezTo>
                  <a:lnTo>
                    <a:pt x="95" y="158"/>
                  </a:lnTo>
                  <a:cubicBezTo>
                    <a:pt x="126" y="158"/>
                    <a:pt x="158" y="141"/>
                    <a:pt x="174" y="95"/>
                  </a:cubicBezTo>
                  <a:cubicBezTo>
                    <a:pt x="174" y="47"/>
                    <a:pt x="158" y="0"/>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38" name="Google Shape;1238;p35"/>
            <p:cNvSpPr/>
            <p:nvPr/>
          </p:nvSpPr>
          <p:spPr>
            <a:xfrm>
              <a:off x="3565854" y="1540217"/>
              <a:ext cx="5534" cy="3021"/>
            </a:xfrm>
            <a:custGeom>
              <a:avLst/>
              <a:gdLst/>
              <a:ahLst/>
              <a:cxnLst/>
              <a:rect l="l" t="t" r="r" b="b"/>
              <a:pathLst>
                <a:path w="174" h="95" extrusionOk="0">
                  <a:moveTo>
                    <a:pt x="79" y="0"/>
                  </a:moveTo>
                  <a:cubicBezTo>
                    <a:pt x="47" y="0"/>
                    <a:pt x="1" y="32"/>
                    <a:pt x="1" y="63"/>
                  </a:cubicBezTo>
                  <a:lnTo>
                    <a:pt x="158" y="95"/>
                  </a:lnTo>
                  <a:cubicBezTo>
                    <a:pt x="173" y="48"/>
                    <a:pt x="142" y="16"/>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39" name="Google Shape;1239;p35"/>
            <p:cNvSpPr/>
            <p:nvPr/>
          </p:nvSpPr>
          <p:spPr>
            <a:xfrm>
              <a:off x="3562323" y="1467036"/>
              <a:ext cx="5565" cy="3053"/>
            </a:xfrm>
            <a:custGeom>
              <a:avLst/>
              <a:gdLst/>
              <a:ahLst/>
              <a:cxnLst/>
              <a:rect l="l" t="t" r="r" b="b"/>
              <a:pathLst>
                <a:path w="175" h="96" extrusionOk="0">
                  <a:moveTo>
                    <a:pt x="1" y="1"/>
                  </a:moveTo>
                  <a:cubicBezTo>
                    <a:pt x="1" y="49"/>
                    <a:pt x="32" y="80"/>
                    <a:pt x="80" y="95"/>
                  </a:cubicBezTo>
                  <a:lnTo>
                    <a:pt x="95" y="95"/>
                  </a:lnTo>
                  <a:cubicBezTo>
                    <a:pt x="127" y="95"/>
                    <a:pt x="158" y="64"/>
                    <a:pt x="175"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40" name="Google Shape;1240;p35"/>
            <p:cNvSpPr/>
            <p:nvPr/>
          </p:nvSpPr>
          <p:spPr>
            <a:xfrm>
              <a:off x="3555327" y="1500653"/>
              <a:ext cx="5565" cy="3021"/>
            </a:xfrm>
            <a:custGeom>
              <a:avLst/>
              <a:gdLst/>
              <a:ahLst/>
              <a:cxnLst/>
              <a:rect l="l" t="t" r="r" b="b"/>
              <a:pathLst>
                <a:path w="175" h="95" extrusionOk="0">
                  <a:moveTo>
                    <a:pt x="80" y="0"/>
                  </a:moveTo>
                  <a:cubicBezTo>
                    <a:pt x="32" y="0"/>
                    <a:pt x="0" y="32"/>
                    <a:pt x="0" y="63"/>
                  </a:cubicBezTo>
                  <a:lnTo>
                    <a:pt x="158" y="95"/>
                  </a:lnTo>
                  <a:cubicBezTo>
                    <a:pt x="174" y="63"/>
                    <a:pt x="143"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41" name="Google Shape;1241;p35"/>
            <p:cNvSpPr/>
            <p:nvPr/>
          </p:nvSpPr>
          <p:spPr>
            <a:xfrm>
              <a:off x="3580356" y="1470567"/>
              <a:ext cx="5565" cy="3053"/>
            </a:xfrm>
            <a:custGeom>
              <a:avLst/>
              <a:gdLst/>
              <a:ahLst/>
              <a:cxnLst/>
              <a:rect l="l" t="t" r="r" b="b"/>
              <a:pathLst>
                <a:path w="175" h="96" extrusionOk="0">
                  <a:moveTo>
                    <a:pt x="1" y="1"/>
                  </a:moveTo>
                  <a:cubicBezTo>
                    <a:pt x="1" y="47"/>
                    <a:pt x="17" y="95"/>
                    <a:pt x="64" y="95"/>
                  </a:cubicBezTo>
                  <a:lnTo>
                    <a:pt x="80" y="95"/>
                  </a:lnTo>
                  <a:cubicBezTo>
                    <a:pt x="127" y="95"/>
                    <a:pt x="159" y="79"/>
                    <a:pt x="175" y="32"/>
                  </a:cubicBezTo>
                  <a:lnTo>
                    <a:pt x="175"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42" name="Google Shape;1242;p35"/>
            <p:cNvSpPr/>
            <p:nvPr/>
          </p:nvSpPr>
          <p:spPr>
            <a:xfrm>
              <a:off x="3576349" y="1486596"/>
              <a:ext cx="6042" cy="5057"/>
            </a:xfrm>
            <a:custGeom>
              <a:avLst/>
              <a:gdLst/>
              <a:ahLst/>
              <a:cxnLst/>
              <a:rect l="l" t="t" r="r" b="b"/>
              <a:pathLst>
                <a:path w="190" h="159" extrusionOk="0">
                  <a:moveTo>
                    <a:pt x="95" y="1"/>
                  </a:moveTo>
                  <a:cubicBezTo>
                    <a:pt x="64" y="1"/>
                    <a:pt x="17" y="16"/>
                    <a:pt x="17" y="64"/>
                  </a:cubicBezTo>
                  <a:cubicBezTo>
                    <a:pt x="1" y="111"/>
                    <a:pt x="32" y="158"/>
                    <a:pt x="80" y="158"/>
                  </a:cubicBezTo>
                  <a:lnTo>
                    <a:pt x="95" y="158"/>
                  </a:lnTo>
                  <a:cubicBezTo>
                    <a:pt x="143" y="158"/>
                    <a:pt x="175" y="142"/>
                    <a:pt x="175" y="95"/>
                  </a:cubicBezTo>
                  <a:cubicBezTo>
                    <a:pt x="190" y="48"/>
                    <a:pt x="158" y="1"/>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43" name="Google Shape;1243;p35"/>
            <p:cNvSpPr/>
            <p:nvPr/>
          </p:nvSpPr>
          <p:spPr>
            <a:xfrm>
              <a:off x="3558316" y="1482588"/>
              <a:ext cx="6042" cy="5534"/>
            </a:xfrm>
            <a:custGeom>
              <a:avLst/>
              <a:gdLst/>
              <a:ahLst/>
              <a:cxnLst/>
              <a:rect l="l" t="t" r="r" b="b"/>
              <a:pathLst>
                <a:path w="190" h="174" extrusionOk="0">
                  <a:moveTo>
                    <a:pt x="95" y="1"/>
                  </a:moveTo>
                  <a:cubicBezTo>
                    <a:pt x="64" y="1"/>
                    <a:pt x="32" y="32"/>
                    <a:pt x="17" y="64"/>
                  </a:cubicBezTo>
                  <a:cubicBezTo>
                    <a:pt x="1" y="110"/>
                    <a:pt x="32" y="158"/>
                    <a:pt x="80" y="174"/>
                  </a:cubicBezTo>
                  <a:lnTo>
                    <a:pt x="95" y="174"/>
                  </a:lnTo>
                  <a:cubicBezTo>
                    <a:pt x="143" y="174"/>
                    <a:pt x="175" y="142"/>
                    <a:pt x="190" y="110"/>
                  </a:cubicBezTo>
                  <a:cubicBezTo>
                    <a:pt x="190" y="64"/>
                    <a:pt x="158" y="16"/>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44" name="Google Shape;1244;p35"/>
            <p:cNvSpPr/>
            <p:nvPr/>
          </p:nvSpPr>
          <p:spPr>
            <a:xfrm>
              <a:off x="3573359" y="1504119"/>
              <a:ext cx="5565" cy="3562"/>
            </a:xfrm>
            <a:custGeom>
              <a:avLst/>
              <a:gdLst/>
              <a:ahLst/>
              <a:cxnLst/>
              <a:rect l="l" t="t" r="r" b="b"/>
              <a:pathLst>
                <a:path w="175" h="112" extrusionOk="0">
                  <a:moveTo>
                    <a:pt x="80" y="1"/>
                  </a:moveTo>
                  <a:cubicBezTo>
                    <a:pt x="32" y="1"/>
                    <a:pt x="0" y="32"/>
                    <a:pt x="0" y="80"/>
                  </a:cubicBezTo>
                  <a:lnTo>
                    <a:pt x="0" y="80"/>
                  </a:lnTo>
                  <a:lnTo>
                    <a:pt x="158" y="112"/>
                  </a:lnTo>
                  <a:lnTo>
                    <a:pt x="158" y="112"/>
                  </a:lnTo>
                  <a:cubicBezTo>
                    <a:pt x="174" y="64"/>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45" name="Google Shape;1245;p35"/>
            <p:cNvSpPr/>
            <p:nvPr/>
          </p:nvSpPr>
          <p:spPr>
            <a:xfrm>
              <a:off x="3569861" y="1430971"/>
              <a:ext cx="5534" cy="3562"/>
            </a:xfrm>
            <a:custGeom>
              <a:avLst/>
              <a:gdLst/>
              <a:ahLst/>
              <a:cxnLst/>
              <a:rect l="l" t="t" r="r" b="b"/>
              <a:pathLst>
                <a:path w="174" h="112" extrusionOk="0">
                  <a:moveTo>
                    <a:pt x="1" y="0"/>
                  </a:moveTo>
                  <a:lnTo>
                    <a:pt x="1" y="0"/>
                  </a:lnTo>
                  <a:cubicBezTo>
                    <a:pt x="1" y="48"/>
                    <a:pt x="16" y="95"/>
                    <a:pt x="64" y="95"/>
                  </a:cubicBezTo>
                  <a:cubicBezTo>
                    <a:pt x="79" y="95"/>
                    <a:pt x="79" y="111"/>
                    <a:pt x="79" y="111"/>
                  </a:cubicBezTo>
                  <a:cubicBezTo>
                    <a:pt x="127" y="111"/>
                    <a:pt x="158"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46" name="Google Shape;1246;p35"/>
            <p:cNvSpPr/>
            <p:nvPr/>
          </p:nvSpPr>
          <p:spPr>
            <a:xfrm>
              <a:off x="3562323" y="1464556"/>
              <a:ext cx="6042" cy="3530"/>
            </a:xfrm>
            <a:custGeom>
              <a:avLst/>
              <a:gdLst/>
              <a:ahLst/>
              <a:cxnLst/>
              <a:rect l="l" t="t" r="r" b="b"/>
              <a:pathLst>
                <a:path w="190" h="111" extrusionOk="0">
                  <a:moveTo>
                    <a:pt x="95" y="1"/>
                  </a:moveTo>
                  <a:cubicBezTo>
                    <a:pt x="49" y="1"/>
                    <a:pt x="17" y="32"/>
                    <a:pt x="1" y="79"/>
                  </a:cubicBezTo>
                  <a:lnTo>
                    <a:pt x="1" y="79"/>
                  </a:lnTo>
                  <a:lnTo>
                    <a:pt x="175" y="110"/>
                  </a:lnTo>
                  <a:lnTo>
                    <a:pt x="175" y="110"/>
                  </a:lnTo>
                  <a:cubicBezTo>
                    <a:pt x="190" y="64"/>
                    <a:pt x="158" y="16"/>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47" name="Google Shape;1247;p35"/>
            <p:cNvSpPr/>
            <p:nvPr/>
          </p:nvSpPr>
          <p:spPr>
            <a:xfrm>
              <a:off x="3587385" y="1434501"/>
              <a:ext cx="5565" cy="3498"/>
            </a:xfrm>
            <a:custGeom>
              <a:avLst/>
              <a:gdLst/>
              <a:ahLst/>
              <a:cxnLst/>
              <a:rect l="l" t="t" r="r" b="b"/>
              <a:pathLst>
                <a:path w="175" h="110" extrusionOk="0">
                  <a:moveTo>
                    <a:pt x="17" y="0"/>
                  </a:moveTo>
                  <a:lnTo>
                    <a:pt x="17" y="0"/>
                  </a:lnTo>
                  <a:cubicBezTo>
                    <a:pt x="1" y="47"/>
                    <a:pt x="32" y="95"/>
                    <a:pt x="80" y="110"/>
                  </a:cubicBezTo>
                  <a:lnTo>
                    <a:pt x="95" y="110"/>
                  </a:lnTo>
                  <a:cubicBezTo>
                    <a:pt x="143" y="110"/>
                    <a:pt x="174" y="78"/>
                    <a:pt x="174" y="47"/>
                  </a:cubicBezTo>
                  <a:lnTo>
                    <a:pt x="174" y="4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48" name="Google Shape;1248;p35"/>
            <p:cNvSpPr/>
            <p:nvPr/>
          </p:nvSpPr>
          <p:spPr>
            <a:xfrm>
              <a:off x="3583886" y="1450530"/>
              <a:ext cx="6042" cy="5534"/>
            </a:xfrm>
            <a:custGeom>
              <a:avLst/>
              <a:gdLst/>
              <a:ahLst/>
              <a:cxnLst/>
              <a:rect l="l" t="t" r="r" b="b"/>
              <a:pathLst>
                <a:path w="190" h="174" extrusionOk="0">
                  <a:moveTo>
                    <a:pt x="95" y="0"/>
                  </a:moveTo>
                  <a:cubicBezTo>
                    <a:pt x="48" y="0"/>
                    <a:pt x="16" y="32"/>
                    <a:pt x="16" y="63"/>
                  </a:cubicBezTo>
                  <a:cubicBezTo>
                    <a:pt x="1" y="110"/>
                    <a:pt x="32" y="158"/>
                    <a:pt x="79" y="173"/>
                  </a:cubicBezTo>
                  <a:lnTo>
                    <a:pt x="95" y="173"/>
                  </a:lnTo>
                  <a:cubicBezTo>
                    <a:pt x="127" y="173"/>
                    <a:pt x="174" y="142"/>
                    <a:pt x="174" y="95"/>
                  </a:cubicBezTo>
                  <a:cubicBezTo>
                    <a:pt x="190" y="47"/>
                    <a:pt x="158" y="16"/>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49" name="Google Shape;1249;p35"/>
            <p:cNvSpPr/>
            <p:nvPr/>
          </p:nvSpPr>
          <p:spPr>
            <a:xfrm>
              <a:off x="3565854" y="1447000"/>
              <a:ext cx="6042" cy="5057"/>
            </a:xfrm>
            <a:custGeom>
              <a:avLst/>
              <a:gdLst/>
              <a:ahLst/>
              <a:cxnLst/>
              <a:rect l="l" t="t" r="r" b="b"/>
              <a:pathLst>
                <a:path w="190" h="159" extrusionOk="0">
                  <a:moveTo>
                    <a:pt x="95" y="1"/>
                  </a:moveTo>
                  <a:cubicBezTo>
                    <a:pt x="47" y="1"/>
                    <a:pt x="16" y="17"/>
                    <a:pt x="16" y="64"/>
                  </a:cubicBezTo>
                  <a:cubicBezTo>
                    <a:pt x="1" y="111"/>
                    <a:pt x="32" y="158"/>
                    <a:pt x="79" y="158"/>
                  </a:cubicBezTo>
                  <a:lnTo>
                    <a:pt x="95" y="158"/>
                  </a:lnTo>
                  <a:cubicBezTo>
                    <a:pt x="127" y="158"/>
                    <a:pt x="173" y="143"/>
                    <a:pt x="173" y="95"/>
                  </a:cubicBezTo>
                  <a:cubicBezTo>
                    <a:pt x="190" y="48"/>
                    <a:pt x="158" y="1"/>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50" name="Google Shape;1250;p35"/>
            <p:cNvSpPr/>
            <p:nvPr/>
          </p:nvSpPr>
          <p:spPr>
            <a:xfrm>
              <a:off x="3580356" y="1468563"/>
              <a:ext cx="5565" cy="3053"/>
            </a:xfrm>
            <a:custGeom>
              <a:avLst/>
              <a:gdLst/>
              <a:ahLst/>
              <a:cxnLst/>
              <a:rect l="l" t="t" r="r" b="b"/>
              <a:pathLst>
                <a:path w="175" h="96" extrusionOk="0">
                  <a:moveTo>
                    <a:pt x="80" y="1"/>
                  </a:moveTo>
                  <a:cubicBezTo>
                    <a:pt x="49" y="1"/>
                    <a:pt x="17" y="16"/>
                    <a:pt x="1" y="64"/>
                  </a:cubicBezTo>
                  <a:lnTo>
                    <a:pt x="175" y="95"/>
                  </a:lnTo>
                  <a:cubicBezTo>
                    <a:pt x="175" y="47"/>
                    <a:pt x="143" y="1"/>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51" name="Google Shape;1251;p35"/>
            <p:cNvSpPr/>
            <p:nvPr/>
          </p:nvSpPr>
          <p:spPr>
            <a:xfrm>
              <a:off x="3569861" y="1428967"/>
              <a:ext cx="5534" cy="3021"/>
            </a:xfrm>
            <a:custGeom>
              <a:avLst/>
              <a:gdLst/>
              <a:ahLst/>
              <a:cxnLst/>
              <a:rect l="l" t="t" r="r" b="b"/>
              <a:pathLst>
                <a:path w="174" h="95" extrusionOk="0">
                  <a:moveTo>
                    <a:pt x="79" y="0"/>
                  </a:moveTo>
                  <a:cubicBezTo>
                    <a:pt x="47" y="0"/>
                    <a:pt x="16" y="32"/>
                    <a:pt x="1" y="63"/>
                  </a:cubicBezTo>
                  <a:lnTo>
                    <a:pt x="173" y="95"/>
                  </a:lnTo>
                  <a:cubicBezTo>
                    <a:pt x="173" y="48"/>
                    <a:pt x="142"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52" name="Google Shape;1252;p35"/>
            <p:cNvSpPr/>
            <p:nvPr/>
          </p:nvSpPr>
          <p:spPr>
            <a:xfrm>
              <a:off x="3573359" y="1412938"/>
              <a:ext cx="541" cy="32"/>
            </a:xfrm>
            <a:custGeom>
              <a:avLst/>
              <a:gdLst/>
              <a:ahLst/>
              <a:cxnLst/>
              <a:rect l="l" t="t" r="r" b="b"/>
              <a:pathLst>
                <a:path w="17" h="1" extrusionOk="0">
                  <a:moveTo>
                    <a:pt x="0" y="0"/>
                  </a:moveTo>
                  <a:lnTo>
                    <a:pt x="0" y="0"/>
                  </a:lnTo>
                  <a:lnTo>
                    <a:pt x="17" y="0"/>
                  </a:lnTo>
                  <a:close/>
                </a:path>
              </a:pathLst>
            </a:custGeom>
            <a:solidFill>
              <a:srgbClr val="DEE9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53" name="Google Shape;1253;p35"/>
            <p:cNvSpPr/>
            <p:nvPr/>
          </p:nvSpPr>
          <p:spPr>
            <a:xfrm>
              <a:off x="3573359" y="1412938"/>
              <a:ext cx="541" cy="1018"/>
            </a:xfrm>
            <a:custGeom>
              <a:avLst/>
              <a:gdLst/>
              <a:ahLst/>
              <a:cxnLst/>
              <a:rect l="l" t="t" r="r" b="b"/>
              <a:pathLst>
                <a:path w="17" h="32" extrusionOk="0">
                  <a:moveTo>
                    <a:pt x="0" y="0"/>
                  </a:moveTo>
                  <a:lnTo>
                    <a:pt x="0" y="0"/>
                  </a:lnTo>
                  <a:lnTo>
                    <a:pt x="0" y="32"/>
                  </a:lnTo>
                  <a:lnTo>
                    <a:pt x="17" y="32"/>
                  </a:lnTo>
                  <a:lnTo>
                    <a:pt x="17" y="32"/>
                  </a:lnTo>
                  <a:lnTo>
                    <a:pt x="17"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54" name="Google Shape;1254;p35"/>
            <p:cNvSpPr/>
            <p:nvPr/>
          </p:nvSpPr>
          <p:spPr>
            <a:xfrm>
              <a:off x="3573359" y="1413924"/>
              <a:ext cx="541" cy="1049"/>
            </a:xfrm>
            <a:custGeom>
              <a:avLst/>
              <a:gdLst/>
              <a:ahLst/>
              <a:cxnLst/>
              <a:rect l="l" t="t" r="r" b="b"/>
              <a:pathLst>
                <a:path w="17" h="33" extrusionOk="0">
                  <a:moveTo>
                    <a:pt x="0" y="1"/>
                  </a:moveTo>
                  <a:cubicBezTo>
                    <a:pt x="0" y="17"/>
                    <a:pt x="17" y="17"/>
                    <a:pt x="17" y="32"/>
                  </a:cubicBezTo>
                  <a:lnTo>
                    <a:pt x="17" y="1"/>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55" name="Google Shape;1255;p35"/>
            <p:cNvSpPr/>
            <p:nvPr/>
          </p:nvSpPr>
          <p:spPr>
            <a:xfrm>
              <a:off x="3587893" y="1432497"/>
              <a:ext cx="5534" cy="3498"/>
            </a:xfrm>
            <a:custGeom>
              <a:avLst/>
              <a:gdLst/>
              <a:ahLst/>
              <a:cxnLst/>
              <a:rect l="l" t="t" r="r" b="b"/>
              <a:pathLst>
                <a:path w="174" h="110" extrusionOk="0">
                  <a:moveTo>
                    <a:pt x="79" y="0"/>
                  </a:moveTo>
                  <a:cubicBezTo>
                    <a:pt x="48" y="0"/>
                    <a:pt x="1" y="32"/>
                    <a:pt x="1" y="63"/>
                  </a:cubicBezTo>
                  <a:lnTo>
                    <a:pt x="158" y="110"/>
                  </a:lnTo>
                  <a:cubicBezTo>
                    <a:pt x="174" y="63"/>
                    <a:pt x="142" y="15"/>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56" name="Google Shape;1256;p35"/>
            <p:cNvSpPr/>
            <p:nvPr/>
          </p:nvSpPr>
          <p:spPr>
            <a:xfrm>
              <a:off x="3568875" y="1617881"/>
              <a:ext cx="5502" cy="3053"/>
            </a:xfrm>
            <a:custGeom>
              <a:avLst/>
              <a:gdLst/>
              <a:ahLst/>
              <a:cxnLst/>
              <a:rect l="l" t="t" r="r" b="b"/>
              <a:pathLst>
                <a:path w="173" h="96" extrusionOk="0">
                  <a:moveTo>
                    <a:pt x="0" y="1"/>
                  </a:moveTo>
                  <a:lnTo>
                    <a:pt x="0" y="1"/>
                  </a:lnTo>
                  <a:cubicBezTo>
                    <a:pt x="0" y="47"/>
                    <a:pt x="32" y="79"/>
                    <a:pt x="63" y="95"/>
                  </a:cubicBezTo>
                  <a:lnTo>
                    <a:pt x="95" y="95"/>
                  </a:lnTo>
                  <a:cubicBezTo>
                    <a:pt x="126" y="95"/>
                    <a:pt x="158" y="64"/>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57" name="Google Shape;1257;p35"/>
            <p:cNvSpPr/>
            <p:nvPr/>
          </p:nvSpPr>
          <p:spPr>
            <a:xfrm>
              <a:off x="3563341" y="1651434"/>
              <a:ext cx="3562" cy="2576"/>
            </a:xfrm>
            <a:custGeom>
              <a:avLst/>
              <a:gdLst/>
              <a:ahLst/>
              <a:cxnLst/>
              <a:rect l="l" t="t" r="r" b="b"/>
              <a:pathLst>
                <a:path w="112" h="81" extrusionOk="0">
                  <a:moveTo>
                    <a:pt x="32" y="1"/>
                  </a:moveTo>
                  <a:lnTo>
                    <a:pt x="0" y="1"/>
                  </a:lnTo>
                  <a:cubicBezTo>
                    <a:pt x="0" y="1"/>
                    <a:pt x="0" y="17"/>
                    <a:pt x="17" y="17"/>
                  </a:cubicBezTo>
                  <a:cubicBezTo>
                    <a:pt x="32" y="32"/>
                    <a:pt x="48" y="32"/>
                    <a:pt x="63" y="49"/>
                  </a:cubicBezTo>
                  <a:cubicBezTo>
                    <a:pt x="63" y="64"/>
                    <a:pt x="63" y="80"/>
                    <a:pt x="80" y="80"/>
                  </a:cubicBezTo>
                  <a:cubicBezTo>
                    <a:pt x="80" y="80"/>
                    <a:pt x="95" y="64"/>
                    <a:pt x="95" y="49"/>
                  </a:cubicBezTo>
                  <a:lnTo>
                    <a:pt x="111" y="49"/>
                  </a:lnTo>
                  <a:cubicBezTo>
                    <a:pt x="95" y="32"/>
                    <a:pt x="80" y="17"/>
                    <a:pt x="48"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58" name="Google Shape;1258;p35"/>
            <p:cNvSpPr/>
            <p:nvPr/>
          </p:nvSpPr>
          <p:spPr>
            <a:xfrm>
              <a:off x="3586908" y="1621380"/>
              <a:ext cx="5534" cy="3562"/>
            </a:xfrm>
            <a:custGeom>
              <a:avLst/>
              <a:gdLst/>
              <a:ahLst/>
              <a:cxnLst/>
              <a:rect l="l" t="t" r="r" b="b"/>
              <a:pathLst>
                <a:path w="174" h="112" extrusionOk="0">
                  <a:moveTo>
                    <a:pt x="0" y="1"/>
                  </a:moveTo>
                  <a:cubicBezTo>
                    <a:pt x="0" y="48"/>
                    <a:pt x="16" y="95"/>
                    <a:pt x="63" y="95"/>
                  </a:cubicBezTo>
                  <a:cubicBezTo>
                    <a:pt x="79" y="95"/>
                    <a:pt x="79" y="111"/>
                    <a:pt x="79" y="111"/>
                  </a:cubicBezTo>
                  <a:cubicBezTo>
                    <a:pt x="126" y="111"/>
                    <a:pt x="158" y="80"/>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59" name="Google Shape;1259;p35"/>
            <p:cNvSpPr/>
            <p:nvPr/>
          </p:nvSpPr>
          <p:spPr>
            <a:xfrm>
              <a:off x="3582900" y="1637409"/>
              <a:ext cx="6042" cy="5057"/>
            </a:xfrm>
            <a:custGeom>
              <a:avLst/>
              <a:gdLst/>
              <a:ahLst/>
              <a:cxnLst/>
              <a:rect l="l" t="t" r="r" b="b"/>
              <a:pathLst>
                <a:path w="190" h="159" extrusionOk="0">
                  <a:moveTo>
                    <a:pt x="95" y="1"/>
                  </a:moveTo>
                  <a:cubicBezTo>
                    <a:pt x="63" y="1"/>
                    <a:pt x="15" y="17"/>
                    <a:pt x="15" y="64"/>
                  </a:cubicBezTo>
                  <a:cubicBezTo>
                    <a:pt x="0" y="112"/>
                    <a:pt x="32" y="158"/>
                    <a:pt x="79" y="158"/>
                  </a:cubicBezTo>
                  <a:lnTo>
                    <a:pt x="95" y="158"/>
                  </a:lnTo>
                  <a:cubicBezTo>
                    <a:pt x="142" y="158"/>
                    <a:pt x="173" y="143"/>
                    <a:pt x="173" y="95"/>
                  </a:cubicBezTo>
                  <a:cubicBezTo>
                    <a:pt x="189" y="49"/>
                    <a:pt x="158"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60" name="Google Shape;1260;p35"/>
            <p:cNvSpPr/>
            <p:nvPr/>
          </p:nvSpPr>
          <p:spPr>
            <a:xfrm>
              <a:off x="3564868" y="1633402"/>
              <a:ext cx="6042" cy="5565"/>
            </a:xfrm>
            <a:custGeom>
              <a:avLst/>
              <a:gdLst/>
              <a:ahLst/>
              <a:cxnLst/>
              <a:rect l="l" t="t" r="r" b="b"/>
              <a:pathLst>
                <a:path w="190" h="175" extrusionOk="0">
                  <a:moveTo>
                    <a:pt x="95" y="1"/>
                  </a:moveTo>
                  <a:cubicBezTo>
                    <a:pt x="63" y="1"/>
                    <a:pt x="15" y="32"/>
                    <a:pt x="15" y="80"/>
                  </a:cubicBezTo>
                  <a:cubicBezTo>
                    <a:pt x="0" y="112"/>
                    <a:pt x="32" y="158"/>
                    <a:pt x="78" y="175"/>
                  </a:cubicBezTo>
                  <a:lnTo>
                    <a:pt x="95" y="175"/>
                  </a:lnTo>
                  <a:cubicBezTo>
                    <a:pt x="141" y="175"/>
                    <a:pt x="173" y="143"/>
                    <a:pt x="173" y="112"/>
                  </a:cubicBezTo>
                  <a:cubicBezTo>
                    <a:pt x="189" y="64"/>
                    <a:pt x="158" y="17"/>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61" name="Google Shape;1261;p35"/>
            <p:cNvSpPr/>
            <p:nvPr/>
          </p:nvSpPr>
          <p:spPr>
            <a:xfrm>
              <a:off x="3579879" y="1654965"/>
              <a:ext cx="4039" cy="1527"/>
            </a:xfrm>
            <a:custGeom>
              <a:avLst/>
              <a:gdLst/>
              <a:ahLst/>
              <a:cxnLst/>
              <a:rect l="l" t="t" r="r" b="b"/>
              <a:pathLst>
                <a:path w="127" h="48" extrusionOk="0">
                  <a:moveTo>
                    <a:pt x="79" y="1"/>
                  </a:moveTo>
                  <a:cubicBezTo>
                    <a:pt x="47" y="1"/>
                    <a:pt x="16" y="16"/>
                    <a:pt x="1" y="47"/>
                  </a:cubicBezTo>
                  <a:lnTo>
                    <a:pt x="32" y="47"/>
                  </a:lnTo>
                  <a:lnTo>
                    <a:pt x="47" y="47"/>
                  </a:lnTo>
                  <a:cubicBezTo>
                    <a:pt x="64" y="47"/>
                    <a:pt x="79" y="32"/>
                    <a:pt x="110" y="16"/>
                  </a:cubicBezTo>
                  <a:lnTo>
                    <a:pt x="110" y="16"/>
                  </a:lnTo>
                  <a:cubicBezTo>
                    <a:pt x="127" y="16"/>
                    <a:pt x="127" y="32"/>
                    <a:pt x="127" y="32"/>
                  </a:cubicBezTo>
                  <a:lnTo>
                    <a:pt x="95" y="1"/>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62" name="Google Shape;1262;p35"/>
            <p:cNvSpPr/>
            <p:nvPr/>
          </p:nvSpPr>
          <p:spPr>
            <a:xfrm>
              <a:off x="3575872" y="1581816"/>
              <a:ext cx="6042" cy="3530"/>
            </a:xfrm>
            <a:custGeom>
              <a:avLst/>
              <a:gdLst/>
              <a:ahLst/>
              <a:cxnLst/>
              <a:rect l="l" t="t" r="r" b="b"/>
              <a:pathLst>
                <a:path w="190" h="111" extrusionOk="0">
                  <a:moveTo>
                    <a:pt x="16" y="0"/>
                  </a:moveTo>
                  <a:cubicBezTo>
                    <a:pt x="1" y="47"/>
                    <a:pt x="32" y="95"/>
                    <a:pt x="79" y="95"/>
                  </a:cubicBezTo>
                  <a:lnTo>
                    <a:pt x="95" y="110"/>
                  </a:lnTo>
                  <a:cubicBezTo>
                    <a:pt x="142" y="110"/>
                    <a:pt x="173" y="79"/>
                    <a:pt x="190"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63" name="Google Shape;1263;p35"/>
            <p:cNvSpPr/>
            <p:nvPr/>
          </p:nvSpPr>
          <p:spPr>
            <a:xfrm>
              <a:off x="3568875" y="1615369"/>
              <a:ext cx="5502" cy="3562"/>
            </a:xfrm>
            <a:custGeom>
              <a:avLst/>
              <a:gdLst/>
              <a:ahLst/>
              <a:cxnLst/>
              <a:rect l="l" t="t" r="r" b="b"/>
              <a:pathLst>
                <a:path w="173" h="112" extrusionOk="0">
                  <a:moveTo>
                    <a:pt x="95" y="0"/>
                  </a:moveTo>
                  <a:cubicBezTo>
                    <a:pt x="47" y="0"/>
                    <a:pt x="15" y="32"/>
                    <a:pt x="0" y="80"/>
                  </a:cubicBezTo>
                  <a:lnTo>
                    <a:pt x="173" y="111"/>
                  </a:lnTo>
                  <a:cubicBezTo>
                    <a:pt x="173" y="63"/>
                    <a:pt x="158" y="17"/>
                    <a:pt x="110" y="17"/>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64" name="Google Shape;1264;p35"/>
            <p:cNvSpPr/>
            <p:nvPr/>
          </p:nvSpPr>
          <p:spPr>
            <a:xfrm>
              <a:off x="3593904" y="1585314"/>
              <a:ext cx="5534" cy="3562"/>
            </a:xfrm>
            <a:custGeom>
              <a:avLst/>
              <a:gdLst/>
              <a:ahLst/>
              <a:cxnLst/>
              <a:rect l="l" t="t" r="r" b="b"/>
              <a:pathLst>
                <a:path w="174" h="112" extrusionOk="0">
                  <a:moveTo>
                    <a:pt x="16" y="0"/>
                  </a:moveTo>
                  <a:lnTo>
                    <a:pt x="16" y="0"/>
                  </a:lnTo>
                  <a:cubicBezTo>
                    <a:pt x="1" y="48"/>
                    <a:pt x="32" y="95"/>
                    <a:pt x="79" y="111"/>
                  </a:cubicBezTo>
                  <a:lnTo>
                    <a:pt x="96" y="111"/>
                  </a:lnTo>
                  <a:cubicBezTo>
                    <a:pt x="142" y="111"/>
                    <a:pt x="174" y="80"/>
                    <a:pt x="174" y="48"/>
                  </a:cubicBezTo>
                  <a:lnTo>
                    <a:pt x="174" y="48"/>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65" name="Google Shape;1265;p35"/>
            <p:cNvSpPr/>
            <p:nvPr/>
          </p:nvSpPr>
          <p:spPr>
            <a:xfrm>
              <a:off x="3590406" y="1601343"/>
              <a:ext cx="6042" cy="5565"/>
            </a:xfrm>
            <a:custGeom>
              <a:avLst/>
              <a:gdLst/>
              <a:ahLst/>
              <a:cxnLst/>
              <a:rect l="l" t="t" r="r" b="b"/>
              <a:pathLst>
                <a:path w="190" h="175" extrusionOk="0">
                  <a:moveTo>
                    <a:pt x="95" y="0"/>
                  </a:moveTo>
                  <a:cubicBezTo>
                    <a:pt x="48" y="0"/>
                    <a:pt x="16" y="32"/>
                    <a:pt x="0" y="63"/>
                  </a:cubicBezTo>
                  <a:cubicBezTo>
                    <a:pt x="0" y="111"/>
                    <a:pt x="32" y="158"/>
                    <a:pt x="79" y="174"/>
                  </a:cubicBezTo>
                  <a:lnTo>
                    <a:pt x="95" y="174"/>
                  </a:lnTo>
                  <a:cubicBezTo>
                    <a:pt x="126" y="174"/>
                    <a:pt x="158" y="143"/>
                    <a:pt x="174" y="95"/>
                  </a:cubicBezTo>
                  <a:cubicBezTo>
                    <a:pt x="189" y="63"/>
                    <a:pt x="158" y="17"/>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66" name="Google Shape;1266;p35"/>
            <p:cNvSpPr/>
            <p:nvPr/>
          </p:nvSpPr>
          <p:spPr>
            <a:xfrm>
              <a:off x="3572341" y="1597845"/>
              <a:ext cx="6042" cy="5057"/>
            </a:xfrm>
            <a:custGeom>
              <a:avLst/>
              <a:gdLst/>
              <a:ahLst/>
              <a:cxnLst/>
              <a:rect l="l" t="t" r="r" b="b"/>
              <a:pathLst>
                <a:path w="190" h="159" extrusionOk="0">
                  <a:moveTo>
                    <a:pt x="95" y="1"/>
                  </a:moveTo>
                  <a:cubicBezTo>
                    <a:pt x="49" y="1"/>
                    <a:pt x="17" y="16"/>
                    <a:pt x="17" y="64"/>
                  </a:cubicBezTo>
                  <a:cubicBezTo>
                    <a:pt x="1" y="110"/>
                    <a:pt x="32" y="158"/>
                    <a:pt x="80" y="158"/>
                  </a:cubicBezTo>
                  <a:lnTo>
                    <a:pt x="95" y="158"/>
                  </a:lnTo>
                  <a:cubicBezTo>
                    <a:pt x="127" y="158"/>
                    <a:pt x="175" y="142"/>
                    <a:pt x="175" y="95"/>
                  </a:cubicBezTo>
                  <a:cubicBezTo>
                    <a:pt x="190" y="47"/>
                    <a:pt x="158" y="1"/>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67" name="Google Shape;1267;p35"/>
            <p:cNvSpPr/>
            <p:nvPr/>
          </p:nvSpPr>
          <p:spPr>
            <a:xfrm>
              <a:off x="3586908" y="1619376"/>
              <a:ext cx="5534" cy="3053"/>
            </a:xfrm>
            <a:custGeom>
              <a:avLst/>
              <a:gdLst/>
              <a:ahLst/>
              <a:cxnLst/>
              <a:rect l="l" t="t" r="r" b="b"/>
              <a:pathLst>
                <a:path w="174" h="96" extrusionOk="0">
                  <a:moveTo>
                    <a:pt x="79" y="0"/>
                  </a:moveTo>
                  <a:cubicBezTo>
                    <a:pt x="47" y="0"/>
                    <a:pt x="16" y="32"/>
                    <a:pt x="0" y="64"/>
                  </a:cubicBezTo>
                  <a:lnTo>
                    <a:pt x="0" y="64"/>
                  </a:lnTo>
                  <a:lnTo>
                    <a:pt x="173" y="95"/>
                  </a:lnTo>
                  <a:lnTo>
                    <a:pt x="173" y="95"/>
                  </a:lnTo>
                  <a:cubicBezTo>
                    <a:pt x="173" y="48"/>
                    <a:pt x="142"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68" name="Google Shape;1268;p35"/>
            <p:cNvSpPr/>
            <p:nvPr/>
          </p:nvSpPr>
          <p:spPr>
            <a:xfrm>
              <a:off x="3583377" y="1546228"/>
              <a:ext cx="5565" cy="3021"/>
            </a:xfrm>
            <a:custGeom>
              <a:avLst/>
              <a:gdLst/>
              <a:ahLst/>
              <a:cxnLst/>
              <a:rect l="l" t="t" r="r" b="b"/>
              <a:pathLst>
                <a:path w="175" h="95" extrusionOk="0">
                  <a:moveTo>
                    <a:pt x="17" y="0"/>
                  </a:moveTo>
                  <a:lnTo>
                    <a:pt x="17" y="0"/>
                  </a:lnTo>
                  <a:cubicBezTo>
                    <a:pt x="0" y="32"/>
                    <a:pt x="32" y="80"/>
                    <a:pt x="80" y="95"/>
                  </a:cubicBezTo>
                  <a:lnTo>
                    <a:pt x="95" y="95"/>
                  </a:lnTo>
                  <a:cubicBezTo>
                    <a:pt x="127" y="95"/>
                    <a:pt x="174" y="63"/>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69" name="Google Shape;1269;p35"/>
            <p:cNvSpPr/>
            <p:nvPr/>
          </p:nvSpPr>
          <p:spPr>
            <a:xfrm>
              <a:off x="3576349" y="1579812"/>
              <a:ext cx="5565" cy="3021"/>
            </a:xfrm>
            <a:custGeom>
              <a:avLst/>
              <a:gdLst/>
              <a:ahLst/>
              <a:cxnLst/>
              <a:rect l="l" t="t" r="r" b="b"/>
              <a:pathLst>
                <a:path w="175" h="95" extrusionOk="0">
                  <a:moveTo>
                    <a:pt x="80" y="0"/>
                  </a:moveTo>
                  <a:cubicBezTo>
                    <a:pt x="49" y="0"/>
                    <a:pt x="17" y="32"/>
                    <a:pt x="1" y="63"/>
                  </a:cubicBezTo>
                  <a:lnTo>
                    <a:pt x="1" y="63"/>
                  </a:lnTo>
                  <a:lnTo>
                    <a:pt x="175" y="95"/>
                  </a:lnTo>
                  <a:lnTo>
                    <a:pt x="175" y="95"/>
                  </a:lnTo>
                  <a:cubicBezTo>
                    <a:pt x="175" y="47"/>
                    <a:pt x="143"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70" name="Google Shape;1270;p35"/>
            <p:cNvSpPr/>
            <p:nvPr/>
          </p:nvSpPr>
          <p:spPr>
            <a:xfrm>
              <a:off x="3601410" y="1549758"/>
              <a:ext cx="5565" cy="3021"/>
            </a:xfrm>
            <a:custGeom>
              <a:avLst/>
              <a:gdLst/>
              <a:ahLst/>
              <a:cxnLst/>
              <a:rect l="l" t="t" r="r" b="b"/>
              <a:pathLst>
                <a:path w="175" h="95" extrusionOk="0">
                  <a:moveTo>
                    <a:pt x="1" y="0"/>
                  </a:moveTo>
                  <a:cubicBezTo>
                    <a:pt x="1" y="47"/>
                    <a:pt x="32" y="95"/>
                    <a:pt x="80" y="95"/>
                  </a:cubicBezTo>
                  <a:lnTo>
                    <a:pt x="95" y="95"/>
                  </a:lnTo>
                  <a:cubicBezTo>
                    <a:pt x="127" y="95"/>
                    <a:pt x="158" y="78"/>
                    <a:pt x="175"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71" name="Google Shape;1271;p35"/>
            <p:cNvSpPr/>
            <p:nvPr/>
          </p:nvSpPr>
          <p:spPr>
            <a:xfrm>
              <a:off x="3597943" y="1565246"/>
              <a:ext cx="5502" cy="5565"/>
            </a:xfrm>
            <a:custGeom>
              <a:avLst/>
              <a:gdLst/>
              <a:ahLst/>
              <a:cxnLst/>
              <a:rect l="l" t="t" r="r" b="b"/>
              <a:pathLst>
                <a:path w="173" h="175" extrusionOk="0">
                  <a:moveTo>
                    <a:pt x="78" y="1"/>
                  </a:moveTo>
                  <a:cubicBezTo>
                    <a:pt x="47" y="1"/>
                    <a:pt x="15" y="32"/>
                    <a:pt x="0" y="80"/>
                  </a:cubicBezTo>
                  <a:cubicBezTo>
                    <a:pt x="0" y="127"/>
                    <a:pt x="15" y="158"/>
                    <a:pt x="63" y="175"/>
                  </a:cubicBezTo>
                  <a:lnTo>
                    <a:pt x="78" y="175"/>
                  </a:lnTo>
                  <a:cubicBezTo>
                    <a:pt x="126" y="175"/>
                    <a:pt x="158" y="143"/>
                    <a:pt x="173" y="112"/>
                  </a:cubicBezTo>
                  <a:cubicBezTo>
                    <a:pt x="173" y="64"/>
                    <a:pt x="141" y="17"/>
                    <a:pt x="95" y="17"/>
                  </a:cubicBezTo>
                  <a:cubicBezTo>
                    <a:pt x="95" y="1"/>
                    <a:pt x="95" y="1"/>
                    <a:pt x="78"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72" name="Google Shape;1272;p35"/>
            <p:cNvSpPr/>
            <p:nvPr/>
          </p:nvSpPr>
          <p:spPr>
            <a:xfrm>
              <a:off x="3579879" y="1561780"/>
              <a:ext cx="5534" cy="5502"/>
            </a:xfrm>
            <a:custGeom>
              <a:avLst/>
              <a:gdLst/>
              <a:ahLst/>
              <a:cxnLst/>
              <a:rect l="l" t="t" r="r" b="b"/>
              <a:pathLst>
                <a:path w="174" h="173" extrusionOk="0">
                  <a:moveTo>
                    <a:pt x="95" y="0"/>
                  </a:moveTo>
                  <a:cubicBezTo>
                    <a:pt x="47" y="0"/>
                    <a:pt x="16" y="32"/>
                    <a:pt x="1" y="63"/>
                  </a:cubicBezTo>
                  <a:cubicBezTo>
                    <a:pt x="1" y="110"/>
                    <a:pt x="32" y="158"/>
                    <a:pt x="64" y="173"/>
                  </a:cubicBezTo>
                  <a:lnTo>
                    <a:pt x="95" y="173"/>
                  </a:lnTo>
                  <a:cubicBezTo>
                    <a:pt x="127" y="173"/>
                    <a:pt x="158" y="141"/>
                    <a:pt x="174" y="95"/>
                  </a:cubicBezTo>
                  <a:cubicBezTo>
                    <a:pt x="174" y="63"/>
                    <a:pt x="158" y="15"/>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73" name="Google Shape;1273;p35"/>
            <p:cNvSpPr/>
            <p:nvPr/>
          </p:nvSpPr>
          <p:spPr>
            <a:xfrm>
              <a:off x="3594413" y="1583311"/>
              <a:ext cx="5565" cy="3530"/>
            </a:xfrm>
            <a:custGeom>
              <a:avLst/>
              <a:gdLst/>
              <a:ahLst/>
              <a:cxnLst/>
              <a:rect l="l" t="t" r="r" b="b"/>
              <a:pathLst>
                <a:path w="175" h="111" extrusionOk="0">
                  <a:moveTo>
                    <a:pt x="80" y="0"/>
                  </a:moveTo>
                  <a:cubicBezTo>
                    <a:pt x="48" y="0"/>
                    <a:pt x="0" y="32"/>
                    <a:pt x="0" y="63"/>
                  </a:cubicBezTo>
                  <a:lnTo>
                    <a:pt x="158" y="111"/>
                  </a:lnTo>
                  <a:cubicBezTo>
                    <a:pt x="174" y="63"/>
                    <a:pt x="143" y="16"/>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74" name="Google Shape;1274;p35"/>
            <p:cNvSpPr/>
            <p:nvPr/>
          </p:nvSpPr>
          <p:spPr>
            <a:xfrm>
              <a:off x="3590915" y="1510130"/>
              <a:ext cx="5534" cy="3053"/>
            </a:xfrm>
            <a:custGeom>
              <a:avLst/>
              <a:gdLst/>
              <a:ahLst/>
              <a:cxnLst/>
              <a:rect l="l" t="t" r="r" b="b"/>
              <a:pathLst>
                <a:path w="174" h="96" extrusionOk="0">
                  <a:moveTo>
                    <a:pt x="0" y="1"/>
                  </a:moveTo>
                  <a:cubicBezTo>
                    <a:pt x="0" y="49"/>
                    <a:pt x="32" y="95"/>
                    <a:pt x="79" y="95"/>
                  </a:cubicBezTo>
                  <a:lnTo>
                    <a:pt x="95" y="95"/>
                  </a:lnTo>
                  <a:cubicBezTo>
                    <a:pt x="126" y="95"/>
                    <a:pt x="158" y="80"/>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75" name="Google Shape;1275;p35"/>
            <p:cNvSpPr/>
            <p:nvPr/>
          </p:nvSpPr>
          <p:spPr>
            <a:xfrm>
              <a:off x="3583886" y="1543747"/>
              <a:ext cx="5534" cy="3498"/>
            </a:xfrm>
            <a:custGeom>
              <a:avLst/>
              <a:gdLst/>
              <a:ahLst/>
              <a:cxnLst/>
              <a:rect l="l" t="t" r="r" b="b"/>
              <a:pathLst>
                <a:path w="174" h="110" extrusionOk="0">
                  <a:moveTo>
                    <a:pt x="79" y="0"/>
                  </a:moveTo>
                  <a:cubicBezTo>
                    <a:pt x="32" y="0"/>
                    <a:pt x="1" y="32"/>
                    <a:pt x="1" y="78"/>
                  </a:cubicBezTo>
                  <a:lnTo>
                    <a:pt x="158" y="110"/>
                  </a:lnTo>
                  <a:cubicBezTo>
                    <a:pt x="174" y="63"/>
                    <a:pt x="142"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76" name="Google Shape;1276;p35"/>
            <p:cNvSpPr/>
            <p:nvPr/>
          </p:nvSpPr>
          <p:spPr>
            <a:xfrm>
              <a:off x="3608948" y="1513661"/>
              <a:ext cx="5534" cy="3530"/>
            </a:xfrm>
            <a:custGeom>
              <a:avLst/>
              <a:gdLst/>
              <a:ahLst/>
              <a:cxnLst/>
              <a:rect l="l" t="t" r="r" b="b"/>
              <a:pathLst>
                <a:path w="174" h="111" extrusionOk="0">
                  <a:moveTo>
                    <a:pt x="1" y="1"/>
                  </a:moveTo>
                  <a:lnTo>
                    <a:pt x="1" y="1"/>
                  </a:lnTo>
                  <a:cubicBezTo>
                    <a:pt x="1" y="47"/>
                    <a:pt x="16" y="95"/>
                    <a:pt x="64" y="110"/>
                  </a:cubicBezTo>
                  <a:lnTo>
                    <a:pt x="79" y="110"/>
                  </a:lnTo>
                  <a:cubicBezTo>
                    <a:pt x="127" y="110"/>
                    <a:pt x="158" y="79"/>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77" name="Google Shape;1277;p35"/>
            <p:cNvSpPr/>
            <p:nvPr/>
          </p:nvSpPr>
          <p:spPr>
            <a:xfrm>
              <a:off x="3604940" y="1529690"/>
              <a:ext cx="6042" cy="5534"/>
            </a:xfrm>
            <a:custGeom>
              <a:avLst/>
              <a:gdLst/>
              <a:ahLst/>
              <a:cxnLst/>
              <a:rect l="l" t="t" r="r" b="b"/>
              <a:pathLst>
                <a:path w="190" h="174" extrusionOk="0">
                  <a:moveTo>
                    <a:pt x="95" y="1"/>
                  </a:moveTo>
                  <a:cubicBezTo>
                    <a:pt x="64" y="1"/>
                    <a:pt x="16" y="32"/>
                    <a:pt x="16" y="64"/>
                  </a:cubicBezTo>
                  <a:cubicBezTo>
                    <a:pt x="1" y="111"/>
                    <a:pt x="32" y="158"/>
                    <a:pt x="79" y="158"/>
                  </a:cubicBezTo>
                  <a:cubicBezTo>
                    <a:pt x="79" y="174"/>
                    <a:pt x="95" y="174"/>
                    <a:pt x="95" y="174"/>
                  </a:cubicBezTo>
                  <a:cubicBezTo>
                    <a:pt x="142" y="174"/>
                    <a:pt x="173" y="142"/>
                    <a:pt x="173" y="95"/>
                  </a:cubicBezTo>
                  <a:cubicBezTo>
                    <a:pt x="190" y="47"/>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78" name="Google Shape;1278;p35"/>
            <p:cNvSpPr/>
            <p:nvPr/>
          </p:nvSpPr>
          <p:spPr>
            <a:xfrm>
              <a:off x="3586908" y="1525682"/>
              <a:ext cx="6042" cy="5534"/>
            </a:xfrm>
            <a:custGeom>
              <a:avLst/>
              <a:gdLst/>
              <a:ahLst/>
              <a:cxnLst/>
              <a:rect l="l" t="t" r="r" b="b"/>
              <a:pathLst>
                <a:path w="190" h="174" extrusionOk="0">
                  <a:moveTo>
                    <a:pt x="95" y="1"/>
                  </a:moveTo>
                  <a:cubicBezTo>
                    <a:pt x="63" y="1"/>
                    <a:pt x="32" y="32"/>
                    <a:pt x="16" y="79"/>
                  </a:cubicBezTo>
                  <a:cubicBezTo>
                    <a:pt x="0" y="127"/>
                    <a:pt x="32" y="158"/>
                    <a:pt x="79" y="173"/>
                  </a:cubicBezTo>
                  <a:lnTo>
                    <a:pt x="95" y="173"/>
                  </a:lnTo>
                  <a:cubicBezTo>
                    <a:pt x="142" y="173"/>
                    <a:pt x="173" y="142"/>
                    <a:pt x="189" y="110"/>
                  </a:cubicBezTo>
                  <a:cubicBezTo>
                    <a:pt x="189" y="64"/>
                    <a:pt x="158" y="16"/>
                    <a:pt x="110" y="16"/>
                  </a:cubicBezTo>
                  <a:cubicBezTo>
                    <a:pt x="110" y="16"/>
                    <a:pt x="110" y="1"/>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79" name="Google Shape;1279;p35"/>
            <p:cNvSpPr/>
            <p:nvPr/>
          </p:nvSpPr>
          <p:spPr>
            <a:xfrm>
              <a:off x="3601410" y="1547754"/>
              <a:ext cx="6042" cy="3021"/>
            </a:xfrm>
            <a:custGeom>
              <a:avLst/>
              <a:gdLst/>
              <a:ahLst/>
              <a:cxnLst/>
              <a:rect l="l" t="t" r="r" b="b"/>
              <a:pathLst>
                <a:path w="190" h="95" extrusionOk="0">
                  <a:moveTo>
                    <a:pt x="95" y="0"/>
                  </a:moveTo>
                  <a:cubicBezTo>
                    <a:pt x="49" y="0"/>
                    <a:pt x="17" y="15"/>
                    <a:pt x="1" y="63"/>
                  </a:cubicBezTo>
                  <a:lnTo>
                    <a:pt x="1" y="63"/>
                  </a:lnTo>
                  <a:lnTo>
                    <a:pt x="175" y="95"/>
                  </a:lnTo>
                  <a:lnTo>
                    <a:pt x="175" y="95"/>
                  </a:lnTo>
                  <a:cubicBezTo>
                    <a:pt x="190" y="47"/>
                    <a:pt x="158" y="0"/>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80" name="Google Shape;1280;p35"/>
            <p:cNvSpPr/>
            <p:nvPr/>
          </p:nvSpPr>
          <p:spPr>
            <a:xfrm>
              <a:off x="3597943" y="1474065"/>
              <a:ext cx="6042" cy="3562"/>
            </a:xfrm>
            <a:custGeom>
              <a:avLst/>
              <a:gdLst/>
              <a:ahLst/>
              <a:cxnLst/>
              <a:rect l="l" t="t" r="r" b="b"/>
              <a:pathLst>
                <a:path w="190" h="112" extrusionOk="0">
                  <a:moveTo>
                    <a:pt x="15" y="0"/>
                  </a:moveTo>
                  <a:lnTo>
                    <a:pt x="15" y="0"/>
                  </a:lnTo>
                  <a:cubicBezTo>
                    <a:pt x="0" y="48"/>
                    <a:pt x="32" y="95"/>
                    <a:pt x="78" y="111"/>
                  </a:cubicBezTo>
                  <a:lnTo>
                    <a:pt x="95" y="111"/>
                  </a:lnTo>
                  <a:cubicBezTo>
                    <a:pt x="141" y="111"/>
                    <a:pt x="173" y="80"/>
                    <a:pt x="189" y="48"/>
                  </a:cubicBezTo>
                  <a:lnTo>
                    <a:pt x="189" y="48"/>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81" name="Google Shape;1281;p35"/>
            <p:cNvSpPr/>
            <p:nvPr/>
          </p:nvSpPr>
          <p:spPr>
            <a:xfrm>
              <a:off x="3590915" y="1508127"/>
              <a:ext cx="5534" cy="3053"/>
            </a:xfrm>
            <a:custGeom>
              <a:avLst/>
              <a:gdLst/>
              <a:ahLst/>
              <a:cxnLst/>
              <a:rect l="l" t="t" r="r" b="b"/>
              <a:pathLst>
                <a:path w="174" h="96" extrusionOk="0">
                  <a:moveTo>
                    <a:pt x="95" y="1"/>
                  </a:moveTo>
                  <a:cubicBezTo>
                    <a:pt x="47" y="1"/>
                    <a:pt x="16" y="17"/>
                    <a:pt x="0" y="64"/>
                  </a:cubicBezTo>
                  <a:lnTo>
                    <a:pt x="0" y="64"/>
                  </a:lnTo>
                  <a:lnTo>
                    <a:pt x="173" y="95"/>
                  </a:lnTo>
                  <a:lnTo>
                    <a:pt x="173" y="95"/>
                  </a:lnTo>
                  <a:cubicBezTo>
                    <a:pt x="173" y="49"/>
                    <a:pt x="158"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82" name="Google Shape;1282;p35"/>
            <p:cNvSpPr/>
            <p:nvPr/>
          </p:nvSpPr>
          <p:spPr>
            <a:xfrm>
              <a:off x="3615976" y="1478072"/>
              <a:ext cx="5502" cy="3021"/>
            </a:xfrm>
            <a:custGeom>
              <a:avLst/>
              <a:gdLst/>
              <a:ahLst/>
              <a:cxnLst/>
              <a:rect l="l" t="t" r="r" b="b"/>
              <a:pathLst>
                <a:path w="173" h="95" extrusionOk="0">
                  <a:moveTo>
                    <a:pt x="15" y="0"/>
                  </a:moveTo>
                  <a:lnTo>
                    <a:pt x="15" y="0"/>
                  </a:lnTo>
                  <a:cubicBezTo>
                    <a:pt x="0" y="48"/>
                    <a:pt x="32" y="80"/>
                    <a:pt x="78" y="95"/>
                  </a:cubicBezTo>
                  <a:lnTo>
                    <a:pt x="95" y="95"/>
                  </a:lnTo>
                  <a:cubicBezTo>
                    <a:pt x="141" y="95"/>
                    <a:pt x="173" y="63"/>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83" name="Google Shape;1283;p35"/>
            <p:cNvSpPr/>
            <p:nvPr/>
          </p:nvSpPr>
          <p:spPr>
            <a:xfrm>
              <a:off x="3612446" y="1493624"/>
              <a:ext cx="6042" cy="5534"/>
            </a:xfrm>
            <a:custGeom>
              <a:avLst/>
              <a:gdLst/>
              <a:ahLst/>
              <a:cxnLst/>
              <a:rect l="l" t="t" r="r" b="b"/>
              <a:pathLst>
                <a:path w="190" h="174" extrusionOk="0">
                  <a:moveTo>
                    <a:pt x="95" y="0"/>
                  </a:moveTo>
                  <a:cubicBezTo>
                    <a:pt x="48" y="0"/>
                    <a:pt x="17" y="32"/>
                    <a:pt x="17" y="79"/>
                  </a:cubicBezTo>
                  <a:cubicBezTo>
                    <a:pt x="0" y="110"/>
                    <a:pt x="32" y="158"/>
                    <a:pt x="80" y="173"/>
                  </a:cubicBezTo>
                  <a:lnTo>
                    <a:pt x="95" y="173"/>
                  </a:lnTo>
                  <a:cubicBezTo>
                    <a:pt x="126" y="173"/>
                    <a:pt x="174" y="142"/>
                    <a:pt x="174" y="110"/>
                  </a:cubicBezTo>
                  <a:cubicBezTo>
                    <a:pt x="189" y="63"/>
                    <a:pt x="158" y="16"/>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84" name="Google Shape;1284;p35"/>
            <p:cNvSpPr/>
            <p:nvPr/>
          </p:nvSpPr>
          <p:spPr>
            <a:xfrm>
              <a:off x="3594413" y="1490094"/>
              <a:ext cx="6042" cy="5565"/>
            </a:xfrm>
            <a:custGeom>
              <a:avLst/>
              <a:gdLst/>
              <a:ahLst/>
              <a:cxnLst/>
              <a:rect l="l" t="t" r="r" b="b"/>
              <a:pathLst>
                <a:path w="190" h="175" extrusionOk="0">
                  <a:moveTo>
                    <a:pt x="95" y="1"/>
                  </a:moveTo>
                  <a:cubicBezTo>
                    <a:pt x="48" y="1"/>
                    <a:pt x="16" y="32"/>
                    <a:pt x="16" y="64"/>
                  </a:cubicBezTo>
                  <a:cubicBezTo>
                    <a:pt x="0" y="111"/>
                    <a:pt x="32" y="158"/>
                    <a:pt x="80" y="174"/>
                  </a:cubicBezTo>
                  <a:lnTo>
                    <a:pt x="95" y="174"/>
                  </a:lnTo>
                  <a:cubicBezTo>
                    <a:pt x="126" y="174"/>
                    <a:pt x="174" y="143"/>
                    <a:pt x="174" y="95"/>
                  </a:cubicBezTo>
                  <a:cubicBezTo>
                    <a:pt x="189" y="48"/>
                    <a:pt x="158" y="17"/>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85" name="Google Shape;1285;p35"/>
            <p:cNvSpPr/>
            <p:nvPr/>
          </p:nvSpPr>
          <p:spPr>
            <a:xfrm>
              <a:off x="3608948" y="1511657"/>
              <a:ext cx="5534" cy="3053"/>
            </a:xfrm>
            <a:custGeom>
              <a:avLst/>
              <a:gdLst/>
              <a:ahLst/>
              <a:cxnLst/>
              <a:rect l="l" t="t" r="r" b="b"/>
              <a:pathLst>
                <a:path w="174" h="96" extrusionOk="0">
                  <a:moveTo>
                    <a:pt x="79" y="1"/>
                  </a:moveTo>
                  <a:cubicBezTo>
                    <a:pt x="47" y="1"/>
                    <a:pt x="16" y="32"/>
                    <a:pt x="1" y="64"/>
                  </a:cubicBezTo>
                  <a:lnTo>
                    <a:pt x="173" y="95"/>
                  </a:lnTo>
                  <a:cubicBezTo>
                    <a:pt x="173" y="64"/>
                    <a:pt x="142"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86" name="Google Shape;1286;p35"/>
            <p:cNvSpPr/>
            <p:nvPr/>
          </p:nvSpPr>
          <p:spPr>
            <a:xfrm>
              <a:off x="3605417" y="1438508"/>
              <a:ext cx="5565" cy="3021"/>
            </a:xfrm>
            <a:custGeom>
              <a:avLst/>
              <a:gdLst/>
              <a:ahLst/>
              <a:cxnLst/>
              <a:rect l="l" t="t" r="r" b="b"/>
              <a:pathLst>
                <a:path w="175" h="95" extrusionOk="0">
                  <a:moveTo>
                    <a:pt x="17" y="0"/>
                  </a:moveTo>
                  <a:lnTo>
                    <a:pt x="17" y="0"/>
                  </a:lnTo>
                  <a:cubicBezTo>
                    <a:pt x="1" y="47"/>
                    <a:pt x="32" y="95"/>
                    <a:pt x="80" y="95"/>
                  </a:cubicBezTo>
                  <a:lnTo>
                    <a:pt x="95" y="95"/>
                  </a:lnTo>
                  <a:cubicBezTo>
                    <a:pt x="143" y="95"/>
                    <a:pt x="175" y="63"/>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87" name="Google Shape;1287;p35"/>
            <p:cNvSpPr/>
            <p:nvPr/>
          </p:nvSpPr>
          <p:spPr>
            <a:xfrm>
              <a:off x="3598420" y="1472061"/>
              <a:ext cx="5565" cy="3562"/>
            </a:xfrm>
            <a:custGeom>
              <a:avLst/>
              <a:gdLst/>
              <a:ahLst/>
              <a:cxnLst/>
              <a:rect l="l" t="t" r="r" b="b"/>
              <a:pathLst>
                <a:path w="175" h="112" extrusionOk="0">
                  <a:moveTo>
                    <a:pt x="80" y="0"/>
                  </a:moveTo>
                  <a:cubicBezTo>
                    <a:pt x="48" y="0"/>
                    <a:pt x="17" y="32"/>
                    <a:pt x="0" y="63"/>
                  </a:cubicBezTo>
                  <a:lnTo>
                    <a:pt x="174" y="111"/>
                  </a:lnTo>
                  <a:cubicBezTo>
                    <a:pt x="174" y="63"/>
                    <a:pt x="143"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88" name="Google Shape;1288;p35"/>
            <p:cNvSpPr/>
            <p:nvPr/>
          </p:nvSpPr>
          <p:spPr>
            <a:xfrm>
              <a:off x="3623450" y="1441975"/>
              <a:ext cx="5565" cy="3562"/>
            </a:xfrm>
            <a:custGeom>
              <a:avLst/>
              <a:gdLst/>
              <a:ahLst/>
              <a:cxnLst/>
              <a:rect l="l" t="t" r="r" b="b"/>
              <a:pathLst>
                <a:path w="175" h="112" extrusionOk="0">
                  <a:moveTo>
                    <a:pt x="17" y="1"/>
                  </a:moveTo>
                  <a:cubicBezTo>
                    <a:pt x="1" y="49"/>
                    <a:pt x="32" y="96"/>
                    <a:pt x="80" y="96"/>
                  </a:cubicBezTo>
                  <a:cubicBezTo>
                    <a:pt x="80" y="112"/>
                    <a:pt x="80" y="112"/>
                    <a:pt x="95" y="112"/>
                  </a:cubicBezTo>
                  <a:cubicBezTo>
                    <a:pt x="127" y="112"/>
                    <a:pt x="175" y="80"/>
                    <a:pt x="175"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89" name="Google Shape;1289;p35"/>
            <p:cNvSpPr/>
            <p:nvPr/>
          </p:nvSpPr>
          <p:spPr>
            <a:xfrm>
              <a:off x="3619983" y="1458036"/>
              <a:ext cx="5502" cy="5025"/>
            </a:xfrm>
            <a:custGeom>
              <a:avLst/>
              <a:gdLst/>
              <a:ahLst/>
              <a:cxnLst/>
              <a:rect l="l" t="t" r="r" b="b"/>
              <a:pathLst>
                <a:path w="173" h="158" extrusionOk="0">
                  <a:moveTo>
                    <a:pt x="78" y="0"/>
                  </a:moveTo>
                  <a:cubicBezTo>
                    <a:pt x="47" y="0"/>
                    <a:pt x="15" y="17"/>
                    <a:pt x="0" y="63"/>
                  </a:cubicBezTo>
                  <a:cubicBezTo>
                    <a:pt x="0" y="111"/>
                    <a:pt x="32" y="158"/>
                    <a:pt x="63" y="158"/>
                  </a:cubicBezTo>
                  <a:lnTo>
                    <a:pt x="78" y="158"/>
                  </a:lnTo>
                  <a:cubicBezTo>
                    <a:pt x="126" y="158"/>
                    <a:pt x="158" y="143"/>
                    <a:pt x="173" y="95"/>
                  </a:cubicBezTo>
                  <a:cubicBezTo>
                    <a:pt x="173" y="48"/>
                    <a:pt x="141" y="0"/>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90" name="Google Shape;1290;p35"/>
            <p:cNvSpPr/>
            <p:nvPr/>
          </p:nvSpPr>
          <p:spPr>
            <a:xfrm>
              <a:off x="3601951" y="1454029"/>
              <a:ext cx="5502" cy="5565"/>
            </a:xfrm>
            <a:custGeom>
              <a:avLst/>
              <a:gdLst/>
              <a:ahLst/>
              <a:cxnLst/>
              <a:rect l="l" t="t" r="r" b="b"/>
              <a:pathLst>
                <a:path w="173" h="175" extrusionOk="0">
                  <a:moveTo>
                    <a:pt x="95" y="0"/>
                  </a:moveTo>
                  <a:cubicBezTo>
                    <a:pt x="47" y="0"/>
                    <a:pt x="15" y="32"/>
                    <a:pt x="0" y="80"/>
                  </a:cubicBezTo>
                  <a:cubicBezTo>
                    <a:pt x="0" y="111"/>
                    <a:pt x="32" y="158"/>
                    <a:pt x="78" y="174"/>
                  </a:cubicBezTo>
                  <a:lnTo>
                    <a:pt x="95" y="174"/>
                  </a:lnTo>
                  <a:cubicBezTo>
                    <a:pt x="126" y="174"/>
                    <a:pt x="158" y="143"/>
                    <a:pt x="173" y="111"/>
                  </a:cubicBezTo>
                  <a:cubicBezTo>
                    <a:pt x="173" y="63"/>
                    <a:pt x="158" y="17"/>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91" name="Google Shape;1291;p35"/>
            <p:cNvSpPr/>
            <p:nvPr/>
          </p:nvSpPr>
          <p:spPr>
            <a:xfrm>
              <a:off x="3616453" y="1475592"/>
              <a:ext cx="5565" cy="3498"/>
            </a:xfrm>
            <a:custGeom>
              <a:avLst/>
              <a:gdLst/>
              <a:ahLst/>
              <a:cxnLst/>
              <a:rect l="l" t="t" r="r" b="b"/>
              <a:pathLst>
                <a:path w="175" h="110" extrusionOk="0">
                  <a:moveTo>
                    <a:pt x="80" y="0"/>
                  </a:moveTo>
                  <a:cubicBezTo>
                    <a:pt x="48" y="0"/>
                    <a:pt x="0" y="32"/>
                    <a:pt x="0" y="78"/>
                  </a:cubicBezTo>
                  <a:lnTo>
                    <a:pt x="158" y="110"/>
                  </a:lnTo>
                  <a:cubicBezTo>
                    <a:pt x="174" y="63"/>
                    <a:pt x="143" y="15"/>
                    <a:pt x="95" y="15"/>
                  </a:cubicBezTo>
                  <a:cubicBezTo>
                    <a:pt x="95" y="0"/>
                    <a:pt x="80" y="0"/>
                    <a:pt x="8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92" name="Google Shape;1292;p35"/>
            <p:cNvSpPr/>
            <p:nvPr/>
          </p:nvSpPr>
          <p:spPr>
            <a:xfrm>
              <a:off x="3605958" y="1436505"/>
              <a:ext cx="5502" cy="3021"/>
            </a:xfrm>
            <a:custGeom>
              <a:avLst/>
              <a:gdLst/>
              <a:ahLst/>
              <a:cxnLst/>
              <a:rect l="l" t="t" r="r" b="b"/>
              <a:pathLst>
                <a:path w="173" h="95" extrusionOk="0">
                  <a:moveTo>
                    <a:pt x="78" y="0"/>
                  </a:moveTo>
                  <a:cubicBezTo>
                    <a:pt x="47" y="0"/>
                    <a:pt x="0" y="15"/>
                    <a:pt x="0" y="63"/>
                  </a:cubicBezTo>
                  <a:lnTo>
                    <a:pt x="158" y="95"/>
                  </a:lnTo>
                  <a:cubicBezTo>
                    <a:pt x="173" y="47"/>
                    <a:pt x="141"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93" name="Google Shape;1293;p35"/>
            <p:cNvSpPr/>
            <p:nvPr/>
          </p:nvSpPr>
          <p:spPr>
            <a:xfrm>
              <a:off x="3628475" y="1423942"/>
              <a:ext cx="4548" cy="3562"/>
            </a:xfrm>
            <a:custGeom>
              <a:avLst/>
              <a:gdLst/>
              <a:ahLst/>
              <a:cxnLst/>
              <a:rect l="l" t="t" r="r" b="b"/>
              <a:pathLst>
                <a:path w="143" h="112" extrusionOk="0">
                  <a:moveTo>
                    <a:pt x="111" y="1"/>
                  </a:moveTo>
                  <a:cubicBezTo>
                    <a:pt x="111" y="1"/>
                    <a:pt x="95" y="1"/>
                    <a:pt x="95" y="17"/>
                  </a:cubicBezTo>
                  <a:cubicBezTo>
                    <a:pt x="64" y="32"/>
                    <a:pt x="80" y="64"/>
                    <a:pt x="64" y="95"/>
                  </a:cubicBezTo>
                  <a:lnTo>
                    <a:pt x="0" y="95"/>
                  </a:lnTo>
                  <a:cubicBezTo>
                    <a:pt x="17" y="95"/>
                    <a:pt x="17" y="112"/>
                    <a:pt x="32" y="112"/>
                  </a:cubicBezTo>
                  <a:lnTo>
                    <a:pt x="48" y="112"/>
                  </a:lnTo>
                  <a:cubicBezTo>
                    <a:pt x="64" y="112"/>
                    <a:pt x="80" y="112"/>
                    <a:pt x="95" y="95"/>
                  </a:cubicBezTo>
                  <a:cubicBezTo>
                    <a:pt x="95" y="80"/>
                    <a:pt x="95" y="64"/>
                    <a:pt x="111" y="49"/>
                  </a:cubicBezTo>
                  <a:lnTo>
                    <a:pt x="127" y="49"/>
                  </a:lnTo>
                  <a:lnTo>
                    <a:pt x="127" y="49"/>
                  </a:lnTo>
                  <a:cubicBezTo>
                    <a:pt x="143" y="32"/>
                    <a:pt x="143" y="17"/>
                    <a:pt x="127" y="1"/>
                  </a:cubicBezTo>
                  <a:close/>
                </a:path>
              </a:pathLst>
            </a:custGeom>
            <a:solidFill>
              <a:srgbClr val="F0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94" name="Google Shape;1294;p35"/>
            <p:cNvSpPr/>
            <p:nvPr/>
          </p:nvSpPr>
          <p:spPr>
            <a:xfrm>
              <a:off x="3631496" y="1425469"/>
              <a:ext cx="1018" cy="1527"/>
            </a:xfrm>
            <a:custGeom>
              <a:avLst/>
              <a:gdLst/>
              <a:ahLst/>
              <a:cxnLst/>
              <a:rect l="l" t="t" r="r" b="b"/>
              <a:pathLst>
                <a:path w="32" h="48" extrusionOk="0">
                  <a:moveTo>
                    <a:pt x="32" y="1"/>
                  </a:moveTo>
                  <a:lnTo>
                    <a:pt x="16" y="1"/>
                  </a:lnTo>
                  <a:cubicBezTo>
                    <a:pt x="0" y="16"/>
                    <a:pt x="0" y="32"/>
                    <a:pt x="0" y="47"/>
                  </a:cubicBezTo>
                  <a:lnTo>
                    <a:pt x="0" y="47"/>
                  </a:lnTo>
                  <a:cubicBezTo>
                    <a:pt x="0" y="32"/>
                    <a:pt x="0" y="16"/>
                    <a:pt x="16" y="1"/>
                  </a:cubicBezTo>
                  <a:lnTo>
                    <a:pt x="32"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95" name="Google Shape;1295;p35"/>
            <p:cNvSpPr/>
            <p:nvPr/>
          </p:nvSpPr>
          <p:spPr>
            <a:xfrm>
              <a:off x="3631496" y="1425469"/>
              <a:ext cx="1018" cy="1527"/>
            </a:xfrm>
            <a:custGeom>
              <a:avLst/>
              <a:gdLst/>
              <a:ahLst/>
              <a:cxnLst/>
              <a:rect l="l" t="t" r="r" b="b"/>
              <a:pathLst>
                <a:path w="32" h="48" extrusionOk="0">
                  <a:moveTo>
                    <a:pt x="32" y="1"/>
                  </a:moveTo>
                  <a:lnTo>
                    <a:pt x="16" y="1"/>
                  </a:lnTo>
                  <a:cubicBezTo>
                    <a:pt x="0" y="16"/>
                    <a:pt x="0" y="32"/>
                    <a:pt x="0" y="47"/>
                  </a:cubicBezTo>
                  <a:cubicBezTo>
                    <a:pt x="16" y="32"/>
                    <a:pt x="32" y="16"/>
                    <a:pt x="3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96" name="Google Shape;1296;p35"/>
            <p:cNvSpPr/>
            <p:nvPr/>
          </p:nvSpPr>
          <p:spPr>
            <a:xfrm>
              <a:off x="3623991" y="1439971"/>
              <a:ext cx="5502" cy="3053"/>
            </a:xfrm>
            <a:custGeom>
              <a:avLst/>
              <a:gdLst/>
              <a:ahLst/>
              <a:cxnLst/>
              <a:rect l="l" t="t" r="r" b="b"/>
              <a:pathLst>
                <a:path w="173" h="96" extrusionOk="0">
                  <a:moveTo>
                    <a:pt x="78" y="1"/>
                  </a:moveTo>
                  <a:cubicBezTo>
                    <a:pt x="32" y="1"/>
                    <a:pt x="0" y="32"/>
                    <a:pt x="0" y="64"/>
                  </a:cubicBezTo>
                  <a:lnTo>
                    <a:pt x="0" y="64"/>
                  </a:lnTo>
                  <a:lnTo>
                    <a:pt x="158" y="95"/>
                  </a:lnTo>
                  <a:lnTo>
                    <a:pt x="158" y="95"/>
                  </a:lnTo>
                  <a:cubicBezTo>
                    <a:pt x="173" y="49"/>
                    <a:pt x="141"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97" name="Google Shape;1297;p35"/>
            <p:cNvSpPr/>
            <p:nvPr/>
          </p:nvSpPr>
          <p:spPr>
            <a:xfrm>
              <a:off x="3604431" y="1624910"/>
              <a:ext cx="5565" cy="3530"/>
            </a:xfrm>
            <a:custGeom>
              <a:avLst/>
              <a:gdLst/>
              <a:ahLst/>
              <a:cxnLst/>
              <a:rect l="l" t="t" r="r" b="b"/>
              <a:pathLst>
                <a:path w="175" h="111" extrusionOk="0">
                  <a:moveTo>
                    <a:pt x="17" y="0"/>
                  </a:moveTo>
                  <a:cubicBezTo>
                    <a:pt x="0" y="47"/>
                    <a:pt x="32" y="95"/>
                    <a:pt x="80" y="110"/>
                  </a:cubicBezTo>
                  <a:lnTo>
                    <a:pt x="95" y="110"/>
                  </a:lnTo>
                  <a:cubicBezTo>
                    <a:pt x="143" y="110"/>
                    <a:pt x="174" y="79"/>
                    <a:pt x="174" y="47"/>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98" name="Google Shape;1298;p35"/>
            <p:cNvSpPr/>
            <p:nvPr/>
          </p:nvSpPr>
          <p:spPr>
            <a:xfrm>
              <a:off x="3599406" y="1658972"/>
              <a:ext cx="2576" cy="509"/>
            </a:xfrm>
            <a:custGeom>
              <a:avLst/>
              <a:gdLst/>
              <a:ahLst/>
              <a:cxnLst/>
              <a:rect l="l" t="t" r="r" b="b"/>
              <a:pathLst>
                <a:path w="81" h="16" extrusionOk="0">
                  <a:moveTo>
                    <a:pt x="32" y="1"/>
                  </a:moveTo>
                  <a:lnTo>
                    <a:pt x="1" y="1"/>
                  </a:lnTo>
                  <a:cubicBezTo>
                    <a:pt x="32" y="1"/>
                    <a:pt x="49" y="16"/>
                    <a:pt x="80" y="16"/>
                  </a:cubicBezTo>
                  <a:cubicBezTo>
                    <a:pt x="64" y="16"/>
                    <a:pt x="64" y="1"/>
                    <a:pt x="49"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299" name="Google Shape;1299;p35"/>
            <p:cNvSpPr/>
            <p:nvPr/>
          </p:nvSpPr>
          <p:spPr>
            <a:xfrm>
              <a:off x="3622464" y="1628917"/>
              <a:ext cx="5565" cy="3021"/>
            </a:xfrm>
            <a:custGeom>
              <a:avLst/>
              <a:gdLst/>
              <a:ahLst/>
              <a:cxnLst/>
              <a:rect l="l" t="t" r="r" b="b"/>
              <a:pathLst>
                <a:path w="175" h="95" extrusionOk="0">
                  <a:moveTo>
                    <a:pt x="17" y="0"/>
                  </a:moveTo>
                  <a:lnTo>
                    <a:pt x="17" y="0"/>
                  </a:lnTo>
                  <a:cubicBezTo>
                    <a:pt x="0" y="47"/>
                    <a:pt x="32" y="95"/>
                    <a:pt x="80" y="95"/>
                  </a:cubicBezTo>
                  <a:lnTo>
                    <a:pt x="95" y="95"/>
                  </a:lnTo>
                  <a:cubicBezTo>
                    <a:pt x="126" y="95"/>
                    <a:pt x="174" y="63"/>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00" name="Google Shape;1300;p35"/>
            <p:cNvSpPr/>
            <p:nvPr/>
          </p:nvSpPr>
          <p:spPr>
            <a:xfrm>
              <a:off x="3618966" y="1644438"/>
              <a:ext cx="6042" cy="5565"/>
            </a:xfrm>
            <a:custGeom>
              <a:avLst/>
              <a:gdLst/>
              <a:ahLst/>
              <a:cxnLst/>
              <a:rect l="l" t="t" r="r" b="b"/>
              <a:pathLst>
                <a:path w="190" h="175" extrusionOk="0">
                  <a:moveTo>
                    <a:pt x="95" y="0"/>
                  </a:moveTo>
                  <a:cubicBezTo>
                    <a:pt x="47" y="0"/>
                    <a:pt x="16" y="32"/>
                    <a:pt x="1" y="80"/>
                  </a:cubicBezTo>
                  <a:cubicBezTo>
                    <a:pt x="1" y="111"/>
                    <a:pt x="32" y="158"/>
                    <a:pt x="79" y="174"/>
                  </a:cubicBezTo>
                  <a:lnTo>
                    <a:pt x="95" y="174"/>
                  </a:lnTo>
                  <a:cubicBezTo>
                    <a:pt x="127" y="174"/>
                    <a:pt x="158" y="143"/>
                    <a:pt x="173" y="111"/>
                  </a:cubicBezTo>
                  <a:cubicBezTo>
                    <a:pt x="190" y="63"/>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01" name="Google Shape;1301;p35"/>
            <p:cNvSpPr/>
            <p:nvPr/>
          </p:nvSpPr>
          <p:spPr>
            <a:xfrm>
              <a:off x="3600933" y="1640939"/>
              <a:ext cx="6042" cy="5534"/>
            </a:xfrm>
            <a:custGeom>
              <a:avLst/>
              <a:gdLst/>
              <a:ahLst/>
              <a:cxnLst/>
              <a:rect l="l" t="t" r="r" b="b"/>
              <a:pathLst>
                <a:path w="190" h="174" extrusionOk="0">
                  <a:moveTo>
                    <a:pt x="95" y="1"/>
                  </a:moveTo>
                  <a:cubicBezTo>
                    <a:pt x="47" y="1"/>
                    <a:pt x="16" y="32"/>
                    <a:pt x="16" y="64"/>
                  </a:cubicBezTo>
                  <a:cubicBezTo>
                    <a:pt x="1" y="110"/>
                    <a:pt x="32" y="158"/>
                    <a:pt x="79" y="173"/>
                  </a:cubicBezTo>
                  <a:lnTo>
                    <a:pt x="95" y="173"/>
                  </a:lnTo>
                  <a:cubicBezTo>
                    <a:pt x="127" y="173"/>
                    <a:pt x="173" y="142"/>
                    <a:pt x="173" y="95"/>
                  </a:cubicBezTo>
                  <a:cubicBezTo>
                    <a:pt x="190" y="47"/>
                    <a:pt x="158" y="16"/>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02" name="Google Shape;1302;p35"/>
            <p:cNvSpPr/>
            <p:nvPr/>
          </p:nvSpPr>
          <p:spPr>
            <a:xfrm>
              <a:off x="3615976" y="1662470"/>
              <a:ext cx="4039" cy="1558"/>
            </a:xfrm>
            <a:custGeom>
              <a:avLst/>
              <a:gdLst/>
              <a:ahLst/>
              <a:cxnLst/>
              <a:rect l="l" t="t" r="r" b="b"/>
              <a:pathLst>
                <a:path w="127" h="49" extrusionOk="0">
                  <a:moveTo>
                    <a:pt x="63" y="0"/>
                  </a:moveTo>
                  <a:cubicBezTo>
                    <a:pt x="32" y="0"/>
                    <a:pt x="15" y="17"/>
                    <a:pt x="0" y="48"/>
                  </a:cubicBezTo>
                  <a:cubicBezTo>
                    <a:pt x="15" y="32"/>
                    <a:pt x="32" y="32"/>
                    <a:pt x="63" y="32"/>
                  </a:cubicBezTo>
                  <a:lnTo>
                    <a:pt x="110" y="32"/>
                  </a:lnTo>
                  <a:lnTo>
                    <a:pt x="126" y="32"/>
                  </a:lnTo>
                  <a:cubicBezTo>
                    <a:pt x="110" y="17"/>
                    <a:pt x="95" y="0"/>
                    <a:pt x="78"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03" name="Google Shape;1303;p35"/>
            <p:cNvSpPr/>
            <p:nvPr/>
          </p:nvSpPr>
          <p:spPr>
            <a:xfrm>
              <a:off x="3611969" y="1589322"/>
              <a:ext cx="5502" cy="3021"/>
            </a:xfrm>
            <a:custGeom>
              <a:avLst/>
              <a:gdLst/>
              <a:ahLst/>
              <a:cxnLst/>
              <a:rect l="l" t="t" r="r" b="b"/>
              <a:pathLst>
                <a:path w="173" h="95" extrusionOk="0">
                  <a:moveTo>
                    <a:pt x="15" y="0"/>
                  </a:moveTo>
                  <a:lnTo>
                    <a:pt x="15" y="0"/>
                  </a:lnTo>
                  <a:cubicBezTo>
                    <a:pt x="0" y="48"/>
                    <a:pt x="32" y="95"/>
                    <a:pt x="78" y="95"/>
                  </a:cubicBezTo>
                  <a:lnTo>
                    <a:pt x="95" y="95"/>
                  </a:lnTo>
                  <a:cubicBezTo>
                    <a:pt x="126" y="95"/>
                    <a:pt x="173"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04" name="Google Shape;1304;p35"/>
            <p:cNvSpPr/>
            <p:nvPr/>
          </p:nvSpPr>
          <p:spPr>
            <a:xfrm>
              <a:off x="3604940" y="1622906"/>
              <a:ext cx="5534" cy="3530"/>
            </a:xfrm>
            <a:custGeom>
              <a:avLst/>
              <a:gdLst/>
              <a:ahLst/>
              <a:cxnLst/>
              <a:rect l="l" t="t" r="r" b="b"/>
              <a:pathLst>
                <a:path w="174" h="111" extrusionOk="0">
                  <a:moveTo>
                    <a:pt x="79" y="0"/>
                  </a:moveTo>
                  <a:cubicBezTo>
                    <a:pt x="47" y="0"/>
                    <a:pt x="1" y="32"/>
                    <a:pt x="1" y="63"/>
                  </a:cubicBezTo>
                  <a:lnTo>
                    <a:pt x="1" y="63"/>
                  </a:lnTo>
                  <a:lnTo>
                    <a:pt x="158" y="110"/>
                  </a:lnTo>
                  <a:lnTo>
                    <a:pt x="158" y="110"/>
                  </a:lnTo>
                  <a:cubicBezTo>
                    <a:pt x="173" y="63"/>
                    <a:pt x="142"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05" name="Google Shape;1305;p35"/>
            <p:cNvSpPr/>
            <p:nvPr/>
          </p:nvSpPr>
          <p:spPr>
            <a:xfrm>
              <a:off x="3630002" y="1592852"/>
              <a:ext cx="5534" cy="3498"/>
            </a:xfrm>
            <a:custGeom>
              <a:avLst/>
              <a:gdLst/>
              <a:ahLst/>
              <a:cxnLst/>
              <a:rect l="l" t="t" r="r" b="b"/>
              <a:pathLst>
                <a:path w="174" h="110" extrusionOk="0">
                  <a:moveTo>
                    <a:pt x="0" y="0"/>
                  </a:moveTo>
                  <a:cubicBezTo>
                    <a:pt x="0" y="47"/>
                    <a:pt x="32" y="95"/>
                    <a:pt x="79" y="110"/>
                  </a:cubicBezTo>
                  <a:lnTo>
                    <a:pt x="95" y="110"/>
                  </a:lnTo>
                  <a:cubicBezTo>
                    <a:pt x="126" y="110"/>
                    <a:pt x="158" y="78"/>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06" name="Google Shape;1306;p35"/>
            <p:cNvSpPr/>
            <p:nvPr/>
          </p:nvSpPr>
          <p:spPr>
            <a:xfrm>
              <a:off x="3626471" y="1608881"/>
              <a:ext cx="5565" cy="5025"/>
            </a:xfrm>
            <a:custGeom>
              <a:avLst/>
              <a:gdLst/>
              <a:ahLst/>
              <a:cxnLst/>
              <a:rect l="l" t="t" r="r" b="b"/>
              <a:pathLst>
                <a:path w="175" h="158" extrusionOk="0">
                  <a:moveTo>
                    <a:pt x="80" y="0"/>
                  </a:moveTo>
                  <a:cubicBezTo>
                    <a:pt x="48" y="0"/>
                    <a:pt x="17" y="15"/>
                    <a:pt x="0" y="63"/>
                  </a:cubicBezTo>
                  <a:cubicBezTo>
                    <a:pt x="0" y="110"/>
                    <a:pt x="17" y="158"/>
                    <a:pt x="63" y="158"/>
                  </a:cubicBezTo>
                  <a:lnTo>
                    <a:pt x="80" y="158"/>
                  </a:lnTo>
                  <a:cubicBezTo>
                    <a:pt x="127" y="158"/>
                    <a:pt x="158" y="141"/>
                    <a:pt x="174" y="95"/>
                  </a:cubicBezTo>
                  <a:cubicBezTo>
                    <a:pt x="174" y="47"/>
                    <a:pt x="143"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07" name="Google Shape;1307;p35"/>
            <p:cNvSpPr/>
            <p:nvPr/>
          </p:nvSpPr>
          <p:spPr>
            <a:xfrm>
              <a:off x="3608439" y="1604874"/>
              <a:ext cx="5565" cy="5502"/>
            </a:xfrm>
            <a:custGeom>
              <a:avLst/>
              <a:gdLst/>
              <a:ahLst/>
              <a:cxnLst/>
              <a:rect l="l" t="t" r="r" b="b"/>
              <a:pathLst>
                <a:path w="175" h="173" extrusionOk="0">
                  <a:moveTo>
                    <a:pt x="95" y="0"/>
                  </a:moveTo>
                  <a:cubicBezTo>
                    <a:pt x="48" y="0"/>
                    <a:pt x="17" y="32"/>
                    <a:pt x="0" y="78"/>
                  </a:cubicBezTo>
                  <a:cubicBezTo>
                    <a:pt x="0" y="126"/>
                    <a:pt x="32" y="158"/>
                    <a:pt x="63" y="173"/>
                  </a:cubicBezTo>
                  <a:lnTo>
                    <a:pt x="95" y="173"/>
                  </a:lnTo>
                  <a:cubicBezTo>
                    <a:pt x="126" y="173"/>
                    <a:pt x="158" y="141"/>
                    <a:pt x="174" y="110"/>
                  </a:cubicBezTo>
                  <a:cubicBezTo>
                    <a:pt x="174" y="63"/>
                    <a:pt x="158"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08" name="Google Shape;1308;p35"/>
            <p:cNvSpPr/>
            <p:nvPr/>
          </p:nvSpPr>
          <p:spPr>
            <a:xfrm>
              <a:off x="3622973" y="1626405"/>
              <a:ext cx="5534" cy="3530"/>
            </a:xfrm>
            <a:custGeom>
              <a:avLst/>
              <a:gdLst/>
              <a:ahLst/>
              <a:cxnLst/>
              <a:rect l="l" t="t" r="r" b="b"/>
              <a:pathLst>
                <a:path w="174" h="111" extrusionOk="0">
                  <a:moveTo>
                    <a:pt x="79" y="0"/>
                  </a:moveTo>
                  <a:cubicBezTo>
                    <a:pt x="32" y="0"/>
                    <a:pt x="1" y="32"/>
                    <a:pt x="1" y="79"/>
                  </a:cubicBezTo>
                  <a:lnTo>
                    <a:pt x="158" y="111"/>
                  </a:lnTo>
                  <a:cubicBezTo>
                    <a:pt x="173" y="63"/>
                    <a:pt x="142" y="16"/>
                    <a:pt x="95" y="16"/>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09" name="Google Shape;1309;p35"/>
            <p:cNvSpPr/>
            <p:nvPr/>
          </p:nvSpPr>
          <p:spPr>
            <a:xfrm>
              <a:off x="3619443" y="1553224"/>
              <a:ext cx="5565" cy="3562"/>
            </a:xfrm>
            <a:custGeom>
              <a:avLst/>
              <a:gdLst/>
              <a:ahLst/>
              <a:cxnLst/>
              <a:rect l="l" t="t" r="r" b="b"/>
              <a:pathLst>
                <a:path w="175" h="112" extrusionOk="0">
                  <a:moveTo>
                    <a:pt x="1" y="1"/>
                  </a:moveTo>
                  <a:cubicBezTo>
                    <a:pt x="1" y="49"/>
                    <a:pt x="32" y="95"/>
                    <a:pt x="80" y="112"/>
                  </a:cubicBezTo>
                  <a:lnTo>
                    <a:pt x="95" y="112"/>
                  </a:lnTo>
                  <a:cubicBezTo>
                    <a:pt x="127" y="112"/>
                    <a:pt x="158" y="80"/>
                    <a:pt x="175"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10" name="Google Shape;1310;p35"/>
            <p:cNvSpPr/>
            <p:nvPr/>
          </p:nvSpPr>
          <p:spPr>
            <a:xfrm>
              <a:off x="3612446" y="1587318"/>
              <a:ext cx="5565" cy="3021"/>
            </a:xfrm>
            <a:custGeom>
              <a:avLst/>
              <a:gdLst/>
              <a:ahLst/>
              <a:cxnLst/>
              <a:rect l="l" t="t" r="r" b="b"/>
              <a:pathLst>
                <a:path w="175" h="95" extrusionOk="0">
                  <a:moveTo>
                    <a:pt x="80" y="0"/>
                  </a:moveTo>
                  <a:cubicBezTo>
                    <a:pt x="32" y="0"/>
                    <a:pt x="0" y="17"/>
                    <a:pt x="0" y="63"/>
                  </a:cubicBezTo>
                  <a:lnTo>
                    <a:pt x="158" y="95"/>
                  </a:lnTo>
                  <a:cubicBezTo>
                    <a:pt x="174" y="48"/>
                    <a:pt x="143"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11" name="Google Shape;1311;p35"/>
            <p:cNvSpPr/>
            <p:nvPr/>
          </p:nvSpPr>
          <p:spPr>
            <a:xfrm>
              <a:off x="3637507" y="1557232"/>
              <a:ext cx="5565" cy="3053"/>
            </a:xfrm>
            <a:custGeom>
              <a:avLst/>
              <a:gdLst/>
              <a:ahLst/>
              <a:cxnLst/>
              <a:rect l="l" t="t" r="r" b="b"/>
              <a:pathLst>
                <a:path w="175" h="96" extrusionOk="0">
                  <a:moveTo>
                    <a:pt x="0" y="1"/>
                  </a:moveTo>
                  <a:cubicBezTo>
                    <a:pt x="0" y="49"/>
                    <a:pt x="16" y="80"/>
                    <a:pt x="63" y="95"/>
                  </a:cubicBezTo>
                  <a:lnTo>
                    <a:pt x="79" y="95"/>
                  </a:lnTo>
                  <a:cubicBezTo>
                    <a:pt x="126" y="95"/>
                    <a:pt x="158" y="64"/>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12" name="Google Shape;1312;p35"/>
            <p:cNvSpPr/>
            <p:nvPr/>
          </p:nvSpPr>
          <p:spPr>
            <a:xfrm>
              <a:off x="3633500" y="1572784"/>
              <a:ext cx="6042" cy="5534"/>
            </a:xfrm>
            <a:custGeom>
              <a:avLst/>
              <a:gdLst/>
              <a:ahLst/>
              <a:cxnLst/>
              <a:rect l="l" t="t" r="r" b="b"/>
              <a:pathLst>
                <a:path w="190" h="174" extrusionOk="0">
                  <a:moveTo>
                    <a:pt x="95" y="1"/>
                  </a:moveTo>
                  <a:cubicBezTo>
                    <a:pt x="63" y="1"/>
                    <a:pt x="16" y="32"/>
                    <a:pt x="16" y="64"/>
                  </a:cubicBezTo>
                  <a:cubicBezTo>
                    <a:pt x="0" y="110"/>
                    <a:pt x="32" y="158"/>
                    <a:pt x="79" y="174"/>
                  </a:cubicBezTo>
                  <a:lnTo>
                    <a:pt x="95" y="174"/>
                  </a:lnTo>
                  <a:cubicBezTo>
                    <a:pt x="142" y="174"/>
                    <a:pt x="174" y="142"/>
                    <a:pt x="174" y="110"/>
                  </a:cubicBezTo>
                  <a:cubicBezTo>
                    <a:pt x="189" y="64"/>
                    <a:pt x="158" y="16"/>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13" name="Google Shape;1313;p35"/>
            <p:cNvSpPr/>
            <p:nvPr/>
          </p:nvSpPr>
          <p:spPr>
            <a:xfrm>
              <a:off x="3615435" y="1569254"/>
              <a:ext cx="6042" cy="5057"/>
            </a:xfrm>
            <a:custGeom>
              <a:avLst/>
              <a:gdLst/>
              <a:ahLst/>
              <a:cxnLst/>
              <a:rect l="l" t="t" r="r" b="b"/>
              <a:pathLst>
                <a:path w="190" h="159" extrusionOk="0">
                  <a:moveTo>
                    <a:pt x="95" y="1"/>
                  </a:moveTo>
                  <a:cubicBezTo>
                    <a:pt x="64" y="1"/>
                    <a:pt x="17" y="32"/>
                    <a:pt x="17" y="64"/>
                  </a:cubicBezTo>
                  <a:cubicBezTo>
                    <a:pt x="1" y="112"/>
                    <a:pt x="32" y="158"/>
                    <a:pt x="80" y="158"/>
                  </a:cubicBezTo>
                  <a:lnTo>
                    <a:pt x="95" y="158"/>
                  </a:lnTo>
                  <a:cubicBezTo>
                    <a:pt x="143" y="158"/>
                    <a:pt x="175" y="143"/>
                    <a:pt x="175" y="95"/>
                  </a:cubicBezTo>
                  <a:cubicBezTo>
                    <a:pt x="190" y="49"/>
                    <a:pt x="158" y="1"/>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14" name="Google Shape;1314;p35"/>
            <p:cNvSpPr/>
            <p:nvPr/>
          </p:nvSpPr>
          <p:spPr>
            <a:xfrm>
              <a:off x="3630002" y="1590848"/>
              <a:ext cx="6042" cy="3021"/>
            </a:xfrm>
            <a:custGeom>
              <a:avLst/>
              <a:gdLst/>
              <a:ahLst/>
              <a:cxnLst/>
              <a:rect l="l" t="t" r="r" b="b"/>
              <a:pathLst>
                <a:path w="190" h="95" extrusionOk="0">
                  <a:moveTo>
                    <a:pt x="95" y="0"/>
                  </a:moveTo>
                  <a:cubicBezTo>
                    <a:pt x="47" y="0"/>
                    <a:pt x="16" y="32"/>
                    <a:pt x="0" y="63"/>
                  </a:cubicBezTo>
                  <a:lnTo>
                    <a:pt x="0" y="63"/>
                  </a:lnTo>
                  <a:lnTo>
                    <a:pt x="173" y="95"/>
                  </a:lnTo>
                  <a:lnTo>
                    <a:pt x="173" y="95"/>
                  </a:lnTo>
                  <a:cubicBezTo>
                    <a:pt x="189" y="47"/>
                    <a:pt x="158" y="15"/>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15" name="Google Shape;1315;p35"/>
            <p:cNvSpPr/>
            <p:nvPr/>
          </p:nvSpPr>
          <p:spPr>
            <a:xfrm>
              <a:off x="3626471" y="1517668"/>
              <a:ext cx="6042" cy="3053"/>
            </a:xfrm>
            <a:custGeom>
              <a:avLst/>
              <a:gdLst/>
              <a:ahLst/>
              <a:cxnLst/>
              <a:rect l="l" t="t" r="r" b="b"/>
              <a:pathLst>
                <a:path w="190" h="96" extrusionOk="0">
                  <a:moveTo>
                    <a:pt x="17" y="1"/>
                  </a:moveTo>
                  <a:cubicBezTo>
                    <a:pt x="0" y="47"/>
                    <a:pt x="32" y="79"/>
                    <a:pt x="80" y="95"/>
                  </a:cubicBezTo>
                  <a:lnTo>
                    <a:pt x="95" y="95"/>
                  </a:lnTo>
                  <a:cubicBezTo>
                    <a:pt x="143" y="95"/>
                    <a:pt x="174" y="64"/>
                    <a:pt x="190" y="32"/>
                  </a:cubicBezTo>
                  <a:lnTo>
                    <a:pt x="190"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16" name="Google Shape;1316;p35"/>
            <p:cNvSpPr/>
            <p:nvPr/>
          </p:nvSpPr>
          <p:spPr>
            <a:xfrm>
              <a:off x="3619443" y="1551221"/>
              <a:ext cx="5565" cy="3053"/>
            </a:xfrm>
            <a:custGeom>
              <a:avLst/>
              <a:gdLst/>
              <a:ahLst/>
              <a:cxnLst/>
              <a:rect l="l" t="t" r="r" b="b"/>
              <a:pathLst>
                <a:path w="175" h="96" extrusionOk="0">
                  <a:moveTo>
                    <a:pt x="95" y="1"/>
                  </a:moveTo>
                  <a:cubicBezTo>
                    <a:pt x="49" y="1"/>
                    <a:pt x="17" y="32"/>
                    <a:pt x="1" y="64"/>
                  </a:cubicBezTo>
                  <a:lnTo>
                    <a:pt x="1" y="64"/>
                  </a:lnTo>
                  <a:lnTo>
                    <a:pt x="175" y="95"/>
                  </a:lnTo>
                  <a:lnTo>
                    <a:pt x="175" y="95"/>
                  </a:lnTo>
                  <a:cubicBezTo>
                    <a:pt x="175" y="64"/>
                    <a:pt x="158" y="17"/>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17" name="Google Shape;1317;p35"/>
            <p:cNvSpPr/>
            <p:nvPr/>
          </p:nvSpPr>
          <p:spPr>
            <a:xfrm>
              <a:off x="3644504" y="1521166"/>
              <a:ext cx="5565" cy="3021"/>
            </a:xfrm>
            <a:custGeom>
              <a:avLst/>
              <a:gdLst/>
              <a:ahLst/>
              <a:cxnLst/>
              <a:rect l="l" t="t" r="r" b="b"/>
              <a:pathLst>
                <a:path w="175" h="95" extrusionOk="0">
                  <a:moveTo>
                    <a:pt x="17" y="0"/>
                  </a:moveTo>
                  <a:lnTo>
                    <a:pt x="17" y="0"/>
                  </a:lnTo>
                  <a:cubicBezTo>
                    <a:pt x="1" y="48"/>
                    <a:pt x="32" y="95"/>
                    <a:pt x="80" y="95"/>
                  </a:cubicBezTo>
                  <a:lnTo>
                    <a:pt x="95" y="95"/>
                  </a:lnTo>
                  <a:cubicBezTo>
                    <a:pt x="143" y="95"/>
                    <a:pt x="175" y="80"/>
                    <a:pt x="175" y="32"/>
                  </a:cubicBezTo>
                  <a:lnTo>
                    <a:pt x="175"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18" name="Google Shape;1318;p35"/>
            <p:cNvSpPr/>
            <p:nvPr/>
          </p:nvSpPr>
          <p:spPr>
            <a:xfrm>
              <a:off x="3641037" y="1537195"/>
              <a:ext cx="6042" cy="5057"/>
            </a:xfrm>
            <a:custGeom>
              <a:avLst/>
              <a:gdLst/>
              <a:ahLst/>
              <a:cxnLst/>
              <a:rect l="l" t="t" r="r" b="b"/>
              <a:pathLst>
                <a:path w="190" h="159" extrusionOk="0">
                  <a:moveTo>
                    <a:pt x="95" y="1"/>
                  </a:moveTo>
                  <a:cubicBezTo>
                    <a:pt x="47" y="1"/>
                    <a:pt x="15" y="17"/>
                    <a:pt x="0" y="64"/>
                  </a:cubicBezTo>
                  <a:cubicBezTo>
                    <a:pt x="0" y="111"/>
                    <a:pt x="32" y="158"/>
                    <a:pt x="78" y="158"/>
                  </a:cubicBezTo>
                  <a:lnTo>
                    <a:pt x="95" y="158"/>
                  </a:lnTo>
                  <a:cubicBezTo>
                    <a:pt x="126" y="158"/>
                    <a:pt x="158" y="143"/>
                    <a:pt x="173" y="95"/>
                  </a:cubicBezTo>
                  <a:cubicBezTo>
                    <a:pt x="189" y="48"/>
                    <a:pt x="158"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19" name="Google Shape;1319;p35"/>
            <p:cNvSpPr/>
            <p:nvPr/>
          </p:nvSpPr>
          <p:spPr>
            <a:xfrm>
              <a:off x="3622973" y="1533188"/>
              <a:ext cx="6042" cy="5565"/>
            </a:xfrm>
            <a:custGeom>
              <a:avLst/>
              <a:gdLst/>
              <a:ahLst/>
              <a:cxnLst/>
              <a:rect l="l" t="t" r="r" b="b"/>
              <a:pathLst>
                <a:path w="190" h="175" extrusionOk="0">
                  <a:moveTo>
                    <a:pt x="95" y="1"/>
                  </a:moveTo>
                  <a:cubicBezTo>
                    <a:pt x="47" y="1"/>
                    <a:pt x="16" y="32"/>
                    <a:pt x="16" y="64"/>
                  </a:cubicBezTo>
                  <a:cubicBezTo>
                    <a:pt x="1" y="111"/>
                    <a:pt x="32" y="158"/>
                    <a:pt x="79" y="174"/>
                  </a:cubicBezTo>
                  <a:lnTo>
                    <a:pt x="95" y="174"/>
                  </a:lnTo>
                  <a:cubicBezTo>
                    <a:pt x="127" y="174"/>
                    <a:pt x="173" y="143"/>
                    <a:pt x="173" y="111"/>
                  </a:cubicBezTo>
                  <a:cubicBezTo>
                    <a:pt x="190" y="64"/>
                    <a:pt x="158" y="17"/>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20" name="Google Shape;1320;p35"/>
            <p:cNvSpPr/>
            <p:nvPr/>
          </p:nvSpPr>
          <p:spPr>
            <a:xfrm>
              <a:off x="3637507" y="1554751"/>
              <a:ext cx="5565" cy="3530"/>
            </a:xfrm>
            <a:custGeom>
              <a:avLst/>
              <a:gdLst/>
              <a:ahLst/>
              <a:cxnLst/>
              <a:rect l="l" t="t" r="r" b="b"/>
              <a:pathLst>
                <a:path w="175" h="111" extrusionOk="0">
                  <a:moveTo>
                    <a:pt x="79" y="1"/>
                  </a:moveTo>
                  <a:cubicBezTo>
                    <a:pt x="48" y="1"/>
                    <a:pt x="16" y="32"/>
                    <a:pt x="0" y="79"/>
                  </a:cubicBezTo>
                  <a:lnTo>
                    <a:pt x="174" y="110"/>
                  </a:lnTo>
                  <a:cubicBezTo>
                    <a:pt x="174" y="64"/>
                    <a:pt x="143"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21" name="Google Shape;1321;p35"/>
            <p:cNvSpPr/>
            <p:nvPr/>
          </p:nvSpPr>
          <p:spPr>
            <a:xfrm>
              <a:off x="3634009" y="1481602"/>
              <a:ext cx="5534" cy="3498"/>
            </a:xfrm>
            <a:custGeom>
              <a:avLst/>
              <a:gdLst/>
              <a:ahLst/>
              <a:cxnLst/>
              <a:rect l="l" t="t" r="r" b="b"/>
              <a:pathLst>
                <a:path w="174" h="110" extrusionOk="0">
                  <a:moveTo>
                    <a:pt x="16" y="0"/>
                  </a:moveTo>
                  <a:lnTo>
                    <a:pt x="16" y="0"/>
                  </a:lnTo>
                  <a:cubicBezTo>
                    <a:pt x="0" y="47"/>
                    <a:pt x="32" y="95"/>
                    <a:pt x="79" y="95"/>
                  </a:cubicBezTo>
                  <a:lnTo>
                    <a:pt x="95" y="110"/>
                  </a:lnTo>
                  <a:cubicBezTo>
                    <a:pt x="126" y="110"/>
                    <a:pt x="173" y="78"/>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22" name="Google Shape;1322;p35"/>
            <p:cNvSpPr/>
            <p:nvPr/>
          </p:nvSpPr>
          <p:spPr>
            <a:xfrm>
              <a:off x="3626980" y="1515155"/>
              <a:ext cx="5534" cy="3562"/>
            </a:xfrm>
            <a:custGeom>
              <a:avLst/>
              <a:gdLst/>
              <a:ahLst/>
              <a:cxnLst/>
              <a:rect l="l" t="t" r="r" b="b"/>
              <a:pathLst>
                <a:path w="174" h="112" extrusionOk="0">
                  <a:moveTo>
                    <a:pt x="79" y="0"/>
                  </a:moveTo>
                  <a:cubicBezTo>
                    <a:pt x="47" y="0"/>
                    <a:pt x="16" y="32"/>
                    <a:pt x="1" y="80"/>
                  </a:cubicBezTo>
                  <a:lnTo>
                    <a:pt x="174" y="111"/>
                  </a:lnTo>
                  <a:cubicBezTo>
                    <a:pt x="174" y="63"/>
                    <a:pt x="142"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23" name="Google Shape;1323;p35"/>
            <p:cNvSpPr/>
            <p:nvPr/>
          </p:nvSpPr>
          <p:spPr>
            <a:xfrm>
              <a:off x="3652041" y="1485069"/>
              <a:ext cx="5534" cy="3562"/>
            </a:xfrm>
            <a:custGeom>
              <a:avLst/>
              <a:gdLst/>
              <a:ahLst/>
              <a:cxnLst/>
              <a:rect l="l" t="t" r="r" b="b"/>
              <a:pathLst>
                <a:path w="174" h="112" extrusionOk="0">
                  <a:moveTo>
                    <a:pt x="16" y="1"/>
                  </a:moveTo>
                  <a:cubicBezTo>
                    <a:pt x="1" y="49"/>
                    <a:pt x="32" y="96"/>
                    <a:pt x="79" y="112"/>
                  </a:cubicBezTo>
                  <a:lnTo>
                    <a:pt x="95" y="112"/>
                  </a:lnTo>
                  <a:cubicBezTo>
                    <a:pt x="127" y="112"/>
                    <a:pt x="158" y="80"/>
                    <a:pt x="173" y="49"/>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24" name="Google Shape;1324;p35"/>
            <p:cNvSpPr/>
            <p:nvPr/>
          </p:nvSpPr>
          <p:spPr>
            <a:xfrm>
              <a:off x="3648511" y="1501130"/>
              <a:ext cx="5565" cy="5565"/>
            </a:xfrm>
            <a:custGeom>
              <a:avLst/>
              <a:gdLst/>
              <a:ahLst/>
              <a:cxnLst/>
              <a:rect l="l" t="t" r="r" b="b"/>
              <a:pathLst>
                <a:path w="175" h="175" extrusionOk="0">
                  <a:moveTo>
                    <a:pt x="80" y="0"/>
                  </a:moveTo>
                  <a:cubicBezTo>
                    <a:pt x="49" y="0"/>
                    <a:pt x="17" y="32"/>
                    <a:pt x="1" y="63"/>
                  </a:cubicBezTo>
                  <a:cubicBezTo>
                    <a:pt x="1" y="111"/>
                    <a:pt x="17" y="158"/>
                    <a:pt x="64" y="174"/>
                  </a:cubicBezTo>
                  <a:lnTo>
                    <a:pt x="80" y="174"/>
                  </a:lnTo>
                  <a:cubicBezTo>
                    <a:pt x="127" y="174"/>
                    <a:pt x="158" y="143"/>
                    <a:pt x="175" y="95"/>
                  </a:cubicBezTo>
                  <a:cubicBezTo>
                    <a:pt x="175" y="48"/>
                    <a:pt x="143" y="17"/>
                    <a:pt x="112"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25" name="Google Shape;1325;p35"/>
            <p:cNvSpPr/>
            <p:nvPr/>
          </p:nvSpPr>
          <p:spPr>
            <a:xfrm>
              <a:off x="3630479" y="1497632"/>
              <a:ext cx="5565" cy="5057"/>
            </a:xfrm>
            <a:custGeom>
              <a:avLst/>
              <a:gdLst/>
              <a:ahLst/>
              <a:cxnLst/>
              <a:rect l="l" t="t" r="r" b="b"/>
              <a:pathLst>
                <a:path w="175" h="159" extrusionOk="0">
                  <a:moveTo>
                    <a:pt x="95" y="0"/>
                  </a:moveTo>
                  <a:cubicBezTo>
                    <a:pt x="48" y="0"/>
                    <a:pt x="17" y="16"/>
                    <a:pt x="1" y="64"/>
                  </a:cubicBezTo>
                  <a:cubicBezTo>
                    <a:pt x="1" y="110"/>
                    <a:pt x="32" y="158"/>
                    <a:pt x="80" y="158"/>
                  </a:cubicBezTo>
                  <a:lnTo>
                    <a:pt x="95" y="158"/>
                  </a:lnTo>
                  <a:cubicBezTo>
                    <a:pt x="127" y="158"/>
                    <a:pt x="158" y="142"/>
                    <a:pt x="174" y="95"/>
                  </a:cubicBezTo>
                  <a:cubicBezTo>
                    <a:pt x="174" y="47"/>
                    <a:pt x="158" y="0"/>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26" name="Google Shape;1326;p35"/>
            <p:cNvSpPr/>
            <p:nvPr/>
          </p:nvSpPr>
          <p:spPr>
            <a:xfrm>
              <a:off x="3645045" y="1519163"/>
              <a:ext cx="5502" cy="3021"/>
            </a:xfrm>
            <a:custGeom>
              <a:avLst/>
              <a:gdLst/>
              <a:ahLst/>
              <a:cxnLst/>
              <a:rect l="l" t="t" r="r" b="b"/>
              <a:pathLst>
                <a:path w="173" h="95" extrusionOk="0">
                  <a:moveTo>
                    <a:pt x="78" y="0"/>
                  </a:moveTo>
                  <a:cubicBezTo>
                    <a:pt x="47" y="0"/>
                    <a:pt x="0" y="17"/>
                    <a:pt x="0" y="63"/>
                  </a:cubicBezTo>
                  <a:lnTo>
                    <a:pt x="158" y="95"/>
                  </a:lnTo>
                  <a:cubicBezTo>
                    <a:pt x="173" y="48"/>
                    <a:pt x="141"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27" name="Google Shape;1327;p35"/>
            <p:cNvSpPr/>
            <p:nvPr/>
          </p:nvSpPr>
          <p:spPr>
            <a:xfrm>
              <a:off x="3641514" y="1445505"/>
              <a:ext cx="5565" cy="3530"/>
            </a:xfrm>
            <a:custGeom>
              <a:avLst/>
              <a:gdLst/>
              <a:ahLst/>
              <a:cxnLst/>
              <a:rect l="l" t="t" r="r" b="b"/>
              <a:pathLst>
                <a:path w="175" h="111" extrusionOk="0">
                  <a:moveTo>
                    <a:pt x="0" y="1"/>
                  </a:moveTo>
                  <a:cubicBezTo>
                    <a:pt x="0" y="48"/>
                    <a:pt x="32" y="95"/>
                    <a:pt x="80" y="111"/>
                  </a:cubicBezTo>
                  <a:lnTo>
                    <a:pt x="95" y="111"/>
                  </a:lnTo>
                  <a:cubicBezTo>
                    <a:pt x="126" y="111"/>
                    <a:pt x="158" y="79"/>
                    <a:pt x="174" y="48"/>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28" name="Google Shape;1328;p35"/>
            <p:cNvSpPr/>
            <p:nvPr/>
          </p:nvSpPr>
          <p:spPr>
            <a:xfrm>
              <a:off x="3634486" y="1479599"/>
              <a:ext cx="5565" cy="3021"/>
            </a:xfrm>
            <a:custGeom>
              <a:avLst/>
              <a:gdLst/>
              <a:ahLst/>
              <a:cxnLst/>
              <a:rect l="l" t="t" r="r" b="b"/>
              <a:pathLst>
                <a:path w="175" h="95" extrusionOk="0">
                  <a:moveTo>
                    <a:pt x="80" y="0"/>
                  </a:moveTo>
                  <a:cubicBezTo>
                    <a:pt x="32" y="0"/>
                    <a:pt x="1" y="32"/>
                    <a:pt x="1" y="63"/>
                  </a:cubicBezTo>
                  <a:lnTo>
                    <a:pt x="158" y="95"/>
                  </a:lnTo>
                  <a:cubicBezTo>
                    <a:pt x="174" y="47"/>
                    <a:pt x="143"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29" name="Google Shape;1329;p35"/>
            <p:cNvSpPr/>
            <p:nvPr/>
          </p:nvSpPr>
          <p:spPr>
            <a:xfrm>
              <a:off x="3659547" y="1449512"/>
              <a:ext cx="5565" cy="3053"/>
            </a:xfrm>
            <a:custGeom>
              <a:avLst/>
              <a:gdLst/>
              <a:ahLst/>
              <a:cxnLst/>
              <a:rect l="l" t="t" r="r" b="b"/>
              <a:pathLst>
                <a:path w="175" h="96" extrusionOk="0">
                  <a:moveTo>
                    <a:pt x="0" y="1"/>
                  </a:moveTo>
                  <a:lnTo>
                    <a:pt x="0" y="1"/>
                  </a:lnTo>
                  <a:cubicBezTo>
                    <a:pt x="0" y="48"/>
                    <a:pt x="17" y="95"/>
                    <a:pt x="63" y="95"/>
                  </a:cubicBezTo>
                  <a:lnTo>
                    <a:pt x="80" y="95"/>
                  </a:lnTo>
                  <a:cubicBezTo>
                    <a:pt x="126" y="95"/>
                    <a:pt x="158" y="79"/>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30" name="Google Shape;1330;p35"/>
            <p:cNvSpPr/>
            <p:nvPr/>
          </p:nvSpPr>
          <p:spPr>
            <a:xfrm>
              <a:off x="3655540" y="1465033"/>
              <a:ext cx="6042" cy="5565"/>
            </a:xfrm>
            <a:custGeom>
              <a:avLst/>
              <a:gdLst/>
              <a:ahLst/>
              <a:cxnLst/>
              <a:rect l="l" t="t" r="r" b="b"/>
              <a:pathLst>
                <a:path w="190" h="175" extrusionOk="0">
                  <a:moveTo>
                    <a:pt x="95" y="1"/>
                  </a:moveTo>
                  <a:cubicBezTo>
                    <a:pt x="63" y="1"/>
                    <a:pt x="17" y="32"/>
                    <a:pt x="17" y="80"/>
                  </a:cubicBezTo>
                  <a:cubicBezTo>
                    <a:pt x="0" y="127"/>
                    <a:pt x="32" y="158"/>
                    <a:pt x="80" y="175"/>
                  </a:cubicBezTo>
                  <a:lnTo>
                    <a:pt x="95" y="175"/>
                  </a:lnTo>
                  <a:cubicBezTo>
                    <a:pt x="143" y="175"/>
                    <a:pt x="174" y="143"/>
                    <a:pt x="174" y="112"/>
                  </a:cubicBezTo>
                  <a:cubicBezTo>
                    <a:pt x="189" y="64"/>
                    <a:pt x="158" y="17"/>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31" name="Google Shape;1331;p35"/>
            <p:cNvSpPr/>
            <p:nvPr/>
          </p:nvSpPr>
          <p:spPr>
            <a:xfrm>
              <a:off x="3637507" y="1461566"/>
              <a:ext cx="6042" cy="5502"/>
            </a:xfrm>
            <a:custGeom>
              <a:avLst/>
              <a:gdLst/>
              <a:ahLst/>
              <a:cxnLst/>
              <a:rect l="l" t="t" r="r" b="b"/>
              <a:pathLst>
                <a:path w="190" h="173" extrusionOk="0">
                  <a:moveTo>
                    <a:pt x="95" y="0"/>
                  </a:moveTo>
                  <a:cubicBezTo>
                    <a:pt x="63" y="0"/>
                    <a:pt x="32" y="32"/>
                    <a:pt x="16" y="63"/>
                  </a:cubicBezTo>
                  <a:cubicBezTo>
                    <a:pt x="0" y="110"/>
                    <a:pt x="32" y="158"/>
                    <a:pt x="79" y="173"/>
                  </a:cubicBezTo>
                  <a:lnTo>
                    <a:pt x="95" y="173"/>
                  </a:lnTo>
                  <a:cubicBezTo>
                    <a:pt x="143" y="173"/>
                    <a:pt x="174" y="141"/>
                    <a:pt x="189" y="95"/>
                  </a:cubicBezTo>
                  <a:cubicBezTo>
                    <a:pt x="189" y="63"/>
                    <a:pt x="158"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32" name="Google Shape;1332;p35"/>
            <p:cNvSpPr/>
            <p:nvPr/>
          </p:nvSpPr>
          <p:spPr>
            <a:xfrm>
              <a:off x="3652519" y="1483065"/>
              <a:ext cx="5565" cy="3562"/>
            </a:xfrm>
            <a:custGeom>
              <a:avLst/>
              <a:gdLst/>
              <a:ahLst/>
              <a:cxnLst/>
              <a:rect l="l" t="t" r="r" b="b"/>
              <a:pathLst>
                <a:path w="175" h="112" extrusionOk="0">
                  <a:moveTo>
                    <a:pt x="80" y="1"/>
                  </a:moveTo>
                  <a:cubicBezTo>
                    <a:pt x="32" y="1"/>
                    <a:pt x="1" y="32"/>
                    <a:pt x="1" y="64"/>
                  </a:cubicBezTo>
                  <a:lnTo>
                    <a:pt x="1" y="64"/>
                  </a:lnTo>
                  <a:lnTo>
                    <a:pt x="158" y="112"/>
                  </a:lnTo>
                  <a:lnTo>
                    <a:pt x="158" y="112"/>
                  </a:lnTo>
                  <a:cubicBezTo>
                    <a:pt x="175" y="64"/>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33" name="Google Shape;1333;p35"/>
            <p:cNvSpPr/>
            <p:nvPr/>
          </p:nvSpPr>
          <p:spPr>
            <a:xfrm>
              <a:off x="3641514" y="1443502"/>
              <a:ext cx="6042" cy="3530"/>
            </a:xfrm>
            <a:custGeom>
              <a:avLst/>
              <a:gdLst/>
              <a:ahLst/>
              <a:cxnLst/>
              <a:rect l="l" t="t" r="r" b="b"/>
              <a:pathLst>
                <a:path w="190" h="111" extrusionOk="0">
                  <a:moveTo>
                    <a:pt x="95" y="1"/>
                  </a:moveTo>
                  <a:cubicBezTo>
                    <a:pt x="48" y="1"/>
                    <a:pt x="17" y="32"/>
                    <a:pt x="0" y="64"/>
                  </a:cubicBezTo>
                  <a:lnTo>
                    <a:pt x="0" y="64"/>
                  </a:lnTo>
                  <a:lnTo>
                    <a:pt x="174" y="111"/>
                  </a:lnTo>
                  <a:lnTo>
                    <a:pt x="174" y="111"/>
                  </a:lnTo>
                  <a:cubicBezTo>
                    <a:pt x="189" y="64"/>
                    <a:pt x="158" y="16"/>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34" name="Google Shape;1334;p35"/>
            <p:cNvSpPr/>
            <p:nvPr/>
          </p:nvSpPr>
          <p:spPr>
            <a:xfrm>
              <a:off x="3665081" y="1433483"/>
              <a:ext cx="3021" cy="1049"/>
            </a:xfrm>
            <a:custGeom>
              <a:avLst/>
              <a:gdLst/>
              <a:ahLst/>
              <a:cxnLst/>
              <a:rect l="l" t="t" r="r" b="b"/>
              <a:pathLst>
                <a:path w="95" h="33" extrusionOk="0">
                  <a:moveTo>
                    <a:pt x="78" y="1"/>
                  </a:moveTo>
                  <a:cubicBezTo>
                    <a:pt x="63" y="16"/>
                    <a:pt x="47" y="16"/>
                    <a:pt x="32" y="32"/>
                  </a:cubicBezTo>
                  <a:lnTo>
                    <a:pt x="0" y="32"/>
                  </a:lnTo>
                  <a:lnTo>
                    <a:pt x="15" y="32"/>
                  </a:lnTo>
                  <a:lnTo>
                    <a:pt x="32" y="32"/>
                  </a:lnTo>
                  <a:lnTo>
                    <a:pt x="63" y="32"/>
                  </a:lnTo>
                  <a:cubicBezTo>
                    <a:pt x="78" y="16"/>
                    <a:pt x="95" y="16"/>
                    <a:pt x="95" y="16"/>
                  </a:cubicBezTo>
                  <a:cubicBezTo>
                    <a:pt x="95" y="1"/>
                    <a:pt x="78" y="1"/>
                    <a:pt x="78" y="1"/>
                  </a:cubicBezTo>
                  <a:close/>
                </a:path>
              </a:pathLst>
            </a:custGeom>
            <a:solidFill>
              <a:srgbClr val="F0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35" name="Google Shape;1335;p35"/>
            <p:cNvSpPr/>
            <p:nvPr/>
          </p:nvSpPr>
          <p:spPr>
            <a:xfrm>
              <a:off x="3666067" y="1434501"/>
              <a:ext cx="1049" cy="32"/>
            </a:xfrm>
            <a:custGeom>
              <a:avLst/>
              <a:gdLst/>
              <a:ahLst/>
              <a:cxnLst/>
              <a:rect l="l" t="t" r="r" b="b"/>
              <a:pathLst>
                <a:path w="33" h="1" extrusionOk="0">
                  <a:moveTo>
                    <a:pt x="32" y="0"/>
                  </a:moveTo>
                  <a:lnTo>
                    <a:pt x="1" y="0"/>
                  </a:lnTo>
                  <a:lnTo>
                    <a:pt x="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36" name="Google Shape;1336;p35"/>
            <p:cNvSpPr/>
            <p:nvPr/>
          </p:nvSpPr>
          <p:spPr>
            <a:xfrm>
              <a:off x="3659547" y="1447509"/>
              <a:ext cx="5565" cy="3053"/>
            </a:xfrm>
            <a:custGeom>
              <a:avLst/>
              <a:gdLst/>
              <a:ahLst/>
              <a:cxnLst/>
              <a:rect l="l" t="t" r="r" b="b"/>
              <a:pathLst>
                <a:path w="175" h="96" extrusionOk="0">
                  <a:moveTo>
                    <a:pt x="80" y="1"/>
                  </a:moveTo>
                  <a:cubicBezTo>
                    <a:pt x="48" y="1"/>
                    <a:pt x="17" y="16"/>
                    <a:pt x="0" y="64"/>
                  </a:cubicBezTo>
                  <a:lnTo>
                    <a:pt x="174" y="95"/>
                  </a:lnTo>
                  <a:cubicBezTo>
                    <a:pt x="174" y="48"/>
                    <a:pt x="143" y="1"/>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37" name="Google Shape;1337;p35"/>
            <p:cNvSpPr/>
            <p:nvPr/>
          </p:nvSpPr>
          <p:spPr>
            <a:xfrm>
              <a:off x="3640497" y="1632416"/>
              <a:ext cx="5565" cy="3562"/>
            </a:xfrm>
            <a:custGeom>
              <a:avLst/>
              <a:gdLst/>
              <a:ahLst/>
              <a:cxnLst/>
              <a:rect l="l" t="t" r="r" b="b"/>
              <a:pathLst>
                <a:path w="175" h="112" extrusionOk="0">
                  <a:moveTo>
                    <a:pt x="17" y="0"/>
                  </a:moveTo>
                  <a:lnTo>
                    <a:pt x="17" y="0"/>
                  </a:lnTo>
                  <a:cubicBezTo>
                    <a:pt x="1" y="48"/>
                    <a:pt x="32" y="95"/>
                    <a:pt x="80" y="95"/>
                  </a:cubicBezTo>
                  <a:cubicBezTo>
                    <a:pt x="80" y="111"/>
                    <a:pt x="95" y="111"/>
                    <a:pt x="95" y="111"/>
                  </a:cubicBezTo>
                  <a:cubicBezTo>
                    <a:pt x="127" y="111"/>
                    <a:pt x="175" y="80"/>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38" name="Google Shape;1338;p35"/>
            <p:cNvSpPr/>
            <p:nvPr/>
          </p:nvSpPr>
          <p:spPr>
            <a:xfrm>
              <a:off x="3634009" y="1666478"/>
              <a:ext cx="509" cy="1049"/>
            </a:xfrm>
            <a:custGeom>
              <a:avLst/>
              <a:gdLst/>
              <a:ahLst/>
              <a:cxnLst/>
              <a:rect l="l" t="t" r="r" b="b"/>
              <a:pathLst>
                <a:path w="16" h="33" extrusionOk="0">
                  <a:moveTo>
                    <a:pt x="16" y="1"/>
                  </a:moveTo>
                  <a:cubicBezTo>
                    <a:pt x="16" y="17"/>
                    <a:pt x="0" y="17"/>
                    <a:pt x="0" y="32"/>
                  </a:cubicBezTo>
                  <a:cubicBezTo>
                    <a:pt x="0" y="17"/>
                    <a:pt x="16" y="17"/>
                    <a:pt x="16" y="17"/>
                  </a:cubicBezTo>
                  <a:lnTo>
                    <a:pt x="16" y="17"/>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39" name="Google Shape;1339;p35"/>
            <p:cNvSpPr/>
            <p:nvPr/>
          </p:nvSpPr>
          <p:spPr>
            <a:xfrm>
              <a:off x="3634486" y="1666000"/>
              <a:ext cx="1558" cy="1018"/>
            </a:xfrm>
            <a:custGeom>
              <a:avLst/>
              <a:gdLst/>
              <a:ahLst/>
              <a:cxnLst/>
              <a:rect l="l" t="t" r="r" b="b"/>
              <a:pathLst>
                <a:path w="49" h="32" extrusionOk="0">
                  <a:moveTo>
                    <a:pt x="48" y="0"/>
                  </a:moveTo>
                  <a:cubicBezTo>
                    <a:pt x="32" y="0"/>
                    <a:pt x="17" y="16"/>
                    <a:pt x="1" y="16"/>
                  </a:cubicBezTo>
                  <a:lnTo>
                    <a:pt x="1" y="32"/>
                  </a:lnTo>
                  <a:lnTo>
                    <a:pt x="1" y="32"/>
                  </a:lnTo>
                  <a:cubicBezTo>
                    <a:pt x="17" y="32"/>
                    <a:pt x="32" y="16"/>
                    <a:pt x="48"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40" name="Google Shape;1340;p35"/>
            <p:cNvSpPr/>
            <p:nvPr/>
          </p:nvSpPr>
          <p:spPr>
            <a:xfrm>
              <a:off x="3658529" y="1635946"/>
              <a:ext cx="572" cy="2035"/>
            </a:xfrm>
            <a:custGeom>
              <a:avLst/>
              <a:gdLst/>
              <a:ahLst/>
              <a:cxnLst/>
              <a:rect l="l" t="t" r="r" b="b"/>
              <a:pathLst>
                <a:path w="18" h="64" extrusionOk="0">
                  <a:moveTo>
                    <a:pt x="1" y="0"/>
                  </a:moveTo>
                  <a:cubicBezTo>
                    <a:pt x="1" y="32"/>
                    <a:pt x="1" y="47"/>
                    <a:pt x="17" y="63"/>
                  </a:cubicBezTo>
                  <a:lnTo>
                    <a:pt x="17" y="32"/>
                  </a:lnTo>
                  <a:lnTo>
                    <a:pt x="17" y="15"/>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41" name="Google Shape;1341;p35"/>
            <p:cNvSpPr/>
            <p:nvPr/>
          </p:nvSpPr>
          <p:spPr>
            <a:xfrm>
              <a:off x="3636998" y="1648445"/>
              <a:ext cx="5534" cy="5025"/>
            </a:xfrm>
            <a:custGeom>
              <a:avLst/>
              <a:gdLst/>
              <a:ahLst/>
              <a:cxnLst/>
              <a:rect l="l" t="t" r="r" b="b"/>
              <a:pathLst>
                <a:path w="174" h="158" extrusionOk="0">
                  <a:moveTo>
                    <a:pt x="79" y="0"/>
                  </a:moveTo>
                  <a:cubicBezTo>
                    <a:pt x="48" y="0"/>
                    <a:pt x="16" y="17"/>
                    <a:pt x="1" y="63"/>
                  </a:cubicBezTo>
                  <a:cubicBezTo>
                    <a:pt x="1" y="111"/>
                    <a:pt x="16" y="158"/>
                    <a:pt x="64" y="158"/>
                  </a:cubicBezTo>
                  <a:lnTo>
                    <a:pt x="79" y="158"/>
                  </a:lnTo>
                  <a:cubicBezTo>
                    <a:pt x="127" y="158"/>
                    <a:pt x="159" y="143"/>
                    <a:pt x="174" y="95"/>
                  </a:cubicBezTo>
                  <a:cubicBezTo>
                    <a:pt x="174" y="48"/>
                    <a:pt x="142" y="0"/>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42" name="Google Shape;1342;p35"/>
            <p:cNvSpPr/>
            <p:nvPr/>
          </p:nvSpPr>
          <p:spPr>
            <a:xfrm>
              <a:off x="3648034" y="1596859"/>
              <a:ext cx="5534" cy="3021"/>
            </a:xfrm>
            <a:custGeom>
              <a:avLst/>
              <a:gdLst/>
              <a:ahLst/>
              <a:cxnLst/>
              <a:rect l="l" t="t" r="r" b="b"/>
              <a:pathLst>
                <a:path w="174" h="95" extrusionOk="0">
                  <a:moveTo>
                    <a:pt x="1" y="0"/>
                  </a:moveTo>
                  <a:cubicBezTo>
                    <a:pt x="1" y="32"/>
                    <a:pt x="32" y="78"/>
                    <a:pt x="64" y="95"/>
                  </a:cubicBezTo>
                  <a:lnTo>
                    <a:pt x="95" y="95"/>
                  </a:lnTo>
                  <a:cubicBezTo>
                    <a:pt x="127" y="95"/>
                    <a:pt x="158" y="63"/>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43" name="Google Shape;1343;p35"/>
            <p:cNvSpPr/>
            <p:nvPr/>
          </p:nvSpPr>
          <p:spPr>
            <a:xfrm>
              <a:off x="3641037" y="1630412"/>
              <a:ext cx="5502" cy="3021"/>
            </a:xfrm>
            <a:custGeom>
              <a:avLst/>
              <a:gdLst/>
              <a:ahLst/>
              <a:cxnLst/>
              <a:rect l="l" t="t" r="r" b="b"/>
              <a:pathLst>
                <a:path w="173" h="95" extrusionOk="0">
                  <a:moveTo>
                    <a:pt x="78" y="0"/>
                  </a:moveTo>
                  <a:cubicBezTo>
                    <a:pt x="32" y="0"/>
                    <a:pt x="0" y="32"/>
                    <a:pt x="0" y="63"/>
                  </a:cubicBezTo>
                  <a:lnTo>
                    <a:pt x="158" y="95"/>
                  </a:lnTo>
                  <a:cubicBezTo>
                    <a:pt x="173" y="48"/>
                    <a:pt x="141"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44" name="Google Shape;1344;p35"/>
            <p:cNvSpPr/>
            <p:nvPr/>
          </p:nvSpPr>
          <p:spPr>
            <a:xfrm>
              <a:off x="3644027" y="1612348"/>
              <a:ext cx="6042" cy="5565"/>
            </a:xfrm>
            <a:custGeom>
              <a:avLst/>
              <a:gdLst/>
              <a:ahLst/>
              <a:cxnLst/>
              <a:rect l="l" t="t" r="r" b="b"/>
              <a:pathLst>
                <a:path w="190" h="175" extrusionOk="0">
                  <a:moveTo>
                    <a:pt x="95" y="1"/>
                  </a:moveTo>
                  <a:cubicBezTo>
                    <a:pt x="64" y="1"/>
                    <a:pt x="16" y="32"/>
                    <a:pt x="16" y="64"/>
                  </a:cubicBezTo>
                  <a:cubicBezTo>
                    <a:pt x="1" y="112"/>
                    <a:pt x="32" y="158"/>
                    <a:pt x="79" y="175"/>
                  </a:cubicBezTo>
                  <a:lnTo>
                    <a:pt x="95" y="175"/>
                  </a:lnTo>
                  <a:cubicBezTo>
                    <a:pt x="142" y="175"/>
                    <a:pt x="173" y="143"/>
                    <a:pt x="173" y="95"/>
                  </a:cubicBezTo>
                  <a:cubicBezTo>
                    <a:pt x="190" y="64"/>
                    <a:pt x="158" y="17"/>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45" name="Google Shape;1345;p35"/>
            <p:cNvSpPr/>
            <p:nvPr/>
          </p:nvSpPr>
          <p:spPr>
            <a:xfrm>
              <a:off x="3658529" y="1634928"/>
              <a:ext cx="572" cy="1527"/>
            </a:xfrm>
            <a:custGeom>
              <a:avLst/>
              <a:gdLst/>
              <a:ahLst/>
              <a:cxnLst/>
              <a:rect l="l" t="t" r="r" b="b"/>
              <a:pathLst>
                <a:path w="18" h="48" extrusionOk="0">
                  <a:moveTo>
                    <a:pt x="17" y="1"/>
                  </a:moveTo>
                  <a:cubicBezTo>
                    <a:pt x="17" y="16"/>
                    <a:pt x="17" y="32"/>
                    <a:pt x="1" y="32"/>
                  </a:cubicBezTo>
                  <a:lnTo>
                    <a:pt x="1" y="32"/>
                  </a:lnTo>
                  <a:lnTo>
                    <a:pt x="17" y="4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46" name="Google Shape;1346;p35"/>
            <p:cNvSpPr/>
            <p:nvPr/>
          </p:nvSpPr>
          <p:spPr>
            <a:xfrm>
              <a:off x="3655063" y="1560762"/>
              <a:ext cx="5502" cy="3053"/>
            </a:xfrm>
            <a:custGeom>
              <a:avLst/>
              <a:gdLst/>
              <a:ahLst/>
              <a:cxnLst/>
              <a:rect l="l" t="t" r="r" b="b"/>
              <a:pathLst>
                <a:path w="173" h="96" extrusionOk="0">
                  <a:moveTo>
                    <a:pt x="15" y="1"/>
                  </a:moveTo>
                  <a:lnTo>
                    <a:pt x="15" y="1"/>
                  </a:lnTo>
                  <a:cubicBezTo>
                    <a:pt x="0" y="47"/>
                    <a:pt x="32" y="95"/>
                    <a:pt x="78" y="95"/>
                  </a:cubicBezTo>
                  <a:lnTo>
                    <a:pt x="95" y="95"/>
                  </a:lnTo>
                  <a:cubicBezTo>
                    <a:pt x="141" y="95"/>
                    <a:pt x="173" y="79"/>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47" name="Google Shape;1347;p35"/>
            <p:cNvSpPr/>
            <p:nvPr/>
          </p:nvSpPr>
          <p:spPr>
            <a:xfrm>
              <a:off x="3648034" y="1594315"/>
              <a:ext cx="5534" cy="3562"/>
            </a:xfrm>
            <a:custGeom>
              <a:avLst/>
              <a:gdLst/>
              <a:ahLst/>
              <a:cxnLst/>
              <a:rect l="l" t="t" r="r" b="b"/>
              <a:pathLst>
                <a:path w="174" h="112" extrusionOk="0">
                  <a:moveTo>
                    <a:pt x="95" y="1"/>
                  </a:moveTo>
                  <a:cubicBezTo>
                    <a:pt x="47" y="1"/>
                    <a:pt x="16" y="32"/>
                    <a:pt x="1" y="80"/>
                  </a:cubicBezTo>
                  <a:lnTo>
                    <a:pt x="1" y="80"/>
                  </a:lnTo>
                  <a:lnTo>
                    <a:pt x="173" y="112"/>
                  </a:lnTo>
                  <a:lnTo>
                    <a:pt x="173" y="112"/>
                  </a:lnTo>
                  <a:cubicBezTo>
                    <a:pt x="173" y="64"/>
                    <a:pt x="158" y="17"/>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48" name="Google Shape;1348;p35"/>
            <p:cNvSpPr/>
            <p:nvPr/>
          </p:nvSpPr>
          <p:spPr>
            <a:xfrm>
              <a:off x="3651533" y="1576282"/>
              <a:ext cx="6042" cy="5565"/>
            </a:xfrm>
            <a:custGeom>
              <a:avLst/>
              <a:gdLst/>
              <a:ahLst/>
              <a:cxnLst/>
              <a:rect l="l" t="t" r="r" b="b"/>
              <a:pathLst>
                <a:path w="190" h="175" extrusionOk="0">
                  <a:moveTo>
                    <a:pt x="95" y="0"/>
                  </a:moveTo>
                  <a:cubicBezTo>
                    <a:pt x="48" y="0"/>
                    <a:pt x="17" y="32"/>
                    <a:pt x="17" y="80"/>
                  </a:cubicBezTo>
                  <a:cubicBezTo>
                    <a:pt x="0" y="127"/>
                    <a:pt x="32" y="158"/>
                    <a:pt x="80" y="174"/>
                  </a:cubicBezTo>
                  <a:lnTo>
                    <a:pt x="95" y="174"/>
                  </a:lnTo>
                  <a:cubicBezTo>
                    <a:pt x="126" y="174"/>
                    <a:pt x="174" y="143"/>
                    <a:pt x="174" y="111"/>
                  </a:cubicBezTo>
                  <a:cubicBezTo>
                    <a:pt x="189" y="64"/>
                    <a:pt x="158" y="17"/>
                    <a:pt x="111" y="17"/>
                  </a:cubicBezTo>
                  <a:cubicBezTo>
                    <a:pt x="111" y="0"/>
                    <a:pt x="95"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49" name="Google Shape;1349;p35"/>
            <p:cNvSpPr/>
            <p:nvPr/>
          </p:nvSpPr>
          <p:spPr>
            <a:xfrm>
              <a:off x="3662537" y="1524696"/>
              <a:ext cx="5565" cy="3498"/>
            </a:xfrm>
            <a:custGeom>
              <a:avLst/>
              <a:gdLst/>
              <a:ahLst/>
              <a:cxnLst/>
              <a:rect l="l" t="t" r="r" b="b"/>
              <a:pathLst>
                <a:path w="175" h="110" extrusionOk="0">
                  <a:moveTo>
                    <a:pt x="17" y="0"/>
                  </a:moveTo>
                  <a:lnTo>
                    <a:pt x="17" y="0"/>
                  </a:lnTo>
                  <a:cubicBezTo>
                    <a:pt x="1" y="47"/>
                    <a:pt x="32" y="95"/>
                    <a:pt x="80" y="110"/>
                  </a:cubicBezTo>
                  <a:lnTo>
                    <a:pt x="95" y="110"/>
                  </a:lnTo>
                  <a:cubicBezTo>
                    <a:pt x="127" y="110"/>
                    <a:pt x="175" y="78"/>
                    <a:pt x="175" y="47"/>
                  </a:cubicBezTo>
                  <a:lnTo>
                    <a:pt x="175" y="47"/>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50" name="Google Shape;1350;p35"/>
            <p:cNvSpPr/>
            <p:nvPr/>
          </p:nvSpPr>
          <p:spPr>
            <a:xfrm>
              <a:off x="3655540" y="1558758"/>
              <a:ext cx="5565" cy="3053"/>
            </a:xfrm>
            <a:custGeom>
              <a:avLst/>
              <a:gdLst/>
              <a:ahLst/>
              <a:cxnLst/>
              <a:rect l="l" t="t" r="r" b="b"/>
              <a:pathLst>
                <a:path w="175" h="96" extrusionOk="0">
                  <a:moveTo>
                    <a:pt x="80" y="1"/>
                  </a:moveTo>
                  <a:cubicBezTo>
                    <a:pt x="48" y="1"/>
                    <a:pt x="0" y="16"/>
                    <a:pt x="0" y="64"/>
                  </a:cubicBezTo>
                  <a:lnTo>
                    <a:pt x="158" y="95"/>
                  </a:lnTo>
                  <a:cubicBezTo>
                    <a:pt x="174" y="47"/>
                    <a:pt x="143"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51" name="Google Shape;1351;p35"/>
            <p:cNvSpPr/>
            <p:nvPr/>
          </p:nvSpPr>
          <p:spPr>
            <a:xfrm>
              <a:off x="3659070" y="1540726"/>
              <a:ext cx="5502" cy="5534"/>
            </a:xfrm>
            <a:custGeom>
              <a:avLst/>
              <a:gdLst/>
              <a:ahLst/>
              <a:cxnLst/>
              <a:rect l="l" t="t" r="r" b="b"/>
              <a:pathLst>
                <a:path w="173" h="174" extrusionOk="0">
                  <a:moveTo>
                    <a:pt x="95" y="0"/>
                  </a:moveTo>
                  <a:cubicBezTo>
                    <a:pt x="47" y="0"/>
                    <a:pt x="15" y="32"/>
                    <a:pt x="0" y="63"/>
                  </a:cubicBezTo>
                  <a:cubicBezTo>
                    <a:pt x="0" y="110"/>
                    <a:pt x="32" y="158"/>
                    <a:pt x="63" y="158"/>
                  </a:cubicBezTo>
                  <a:cubicBezTo>
                    <a:pt x="78" y="173"/>
                    <a:pt x="78" y="173"/>
                    <a:pt x="95" y="173"/>
                  </a:cubicBezTo>
                  <a:cubicBezTo>
                    <a:pt x="126" y="173"/>
                    <a:pt x="158" y="142"/>
                    <a:pt x="173" y="95"/>
                  </a:cubicBezTo>
                  <a:cubicBezTo>
                    <a:pt x="173" y="47"/>
                    <a:pt x="158" y="16"/>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52" name="Google Shape;1352;p35"/>
            <p:cNvSpPr/>
            <p:nvPr/>
          </p:nvSpPr>
          <p:spPr>
            <a:xfrm>
              <a:off x="3670074" y="1489108"/>
              <a:ext cx="5534" cy="3021"/>
            </a:xfrm>
            <a:custGeom>
              <a:avLst/>
              <a:gdLst/>
              <a:ahLst/>
              <a:cxnLst/>
              <a:rect l="l" t="t" r="r" b="b"/>
              <a:pathLst>
                <a:path w="174" h="95" extrusionOk="0">
                  <a:moveTo>
                    <a:pt x="1" y="0"/>
                  </a:moveTo>
                  <a:cubicBezTo>
                    <a:pt x="1" y="48"/>
                    <a:pt x="32" y="95"/>
                    <a:pt x="79" y="95"/>
                  </a:cubicBezTo>
                  <a:lnTo>
                    <a:pt x="95" y="95"/>
                  </a:lnTo>
                  <a:cubicBezTo>
                    <a:pt x="127" y="95"/>
                    <a:pt x="158" y="63"/>
                    <a:pt x="174"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53" name="Google Shape;1353;p35"/>
            <p:cNvSpPr/>
            <p:nvPr/>
          </p:nvSpPr>
          <p:spPr>
            <a:xfrm>
              <a:off x="3663077" y="1522693"/>
              <a:ext cx="5502" cy="3498"/>
            </a:xfrm>
            <a:custGeom>
              <a:avLst/>
              <a:gdLst/>
              <a:ahLst/>
              <a:cxnLst/>
              <a:rect l="l" t="t" r="r" b="b"/>
              <a:pathLst>
                <a:path w="173" h="110" extrusionOk="0">
                  <a:moveTo>
                    <a:pt x="78" y="0"/>
                  </a:moveTo>
                  <a:cubicBezTo>
                    <a:pt x="32" y="0"/>
                    <a:pt x="0" y="32"/>
                    <a:pt x="0" y="63"/>
                  </a:cubicBezTo>
                  <a:lnTo>
                    <a:pt x="158" y="110"/>
                  </a:lnTo>
                  <a:cubicBezTo>
                    <a:pt x="173" y="63"/>
                    <a:pt x="141"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54" name="Google Shape;1354;p35"/>
            <p:cNvSpPr/>
            <p:nvPr/>
          </p:nvSpPr>
          <p:spPr>
            <a:xfrm>
              <a:off x="3666067" y="1504660"/>
              <a:ext cx="6042" cy="5502"/>
            </a:xfrm>
            <a:custGeom>
              <a:avLst/>
              <a:gdLst/>
              <a:ahLst/>
              <a:cxnLst/>
              <a:rect l="l" t="t" r="r" b="b"/>
              <a:pathLst>
                <a:path w="190" h="173" extrusionOk="0">
                  <a:moveTo>
                    <a:pt x="95" y="0"/>
                  </a:moveTo>
                  <a:cubicBezTo>
                    <a:pt x="64" y="0"/>
                    <a:pt x="32" y="32"/>
                    <a:pt x="16" y="78"/>
                  </a:cubicBezTo>
                  <a:cubicBezTo>
                    <a:pt x="1" y="110"/>
                    <a:pt x="32" y="158"/>
                    <a:pt x="79" y="173"/>
                  </a:cubicBezTo>
                  <a:lnTo>
                    <a:pt x="95" y="173"/>
                  </a:lnTo>
                  <a:cubicBezTo>
                    <a:pt x="142" y="173"/>
                    <a:pt x="173" y="141"/>
                    <a:pt x="173" y="110"/>
                  </a:cubicBezTo>
                  <a:cubicBezTo>
                    <a:pt x="190" y="63"/>
                    <a:pt x="158" y="15"/>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55" name="Google Shape;1355;p35"/>
            <p:cNvSpPr/>
            <p:nvPr/>
          </p:nvSpPr>
          <p:spPr>
            <a:xfrm>
              <a:off x="3677103" y="1453011"/>
              <a:ext cx="6042" cy="3562"/>
            </a:xfrm>
            <a:custGeom>
              <a:avLst/>
              <a:gdLst/>
              <a:ahLst/>
              <a:cxnLst/>
              <a:rect l="l" t="t" r="r" b="b"/>
              <a:pathLst>
                <a:path w="190" h="112" extrusionOk="0">
                  <a:moveTo>
                    <a:pt x="16" y="1"/>
                  </a:moveTo>
                  <a:lnTo>
                    <a:pt x="16" y="1"/>
                  </a:lnTo>
                  <a:cubicBezTo>
                    <a:pt x="0" y="49"/>
                    <a:pt x="32" y="95"/>
                    <a:pt x="79" y="112"/>
                  </a:cubicBezTo>
                  <a:lnTo>
                    <a:pt x="95" y="112"/>
                  </a:lnTo>
                  <a:cubicBezTo>
                    <a:pt x="142" y="112"/>
                    <a:pt x="173" y="80"/>
                    <a:pt x="189" y="32"/>
                  </a:cubicBezTo>
                  <a:lnTo>
                    <a:pt x="189"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56" name="Google Shape;1356;p35"/>
            <p:cNvSpPr/>
            <p:nvPr/>
          </p:nvSpPr>
          <p:spPr>
            <a:xfrm>
              <a:off x="3670074" y="1486596"/>
              <a:ext cx="5534" cy="3530"/>
            </a:xfrm>
            <a:custGeom>
              <a:avLst/>
              <a:gdLst/>
              <a:ahLst/>
              <a:cxnLst/>
              <a:rect l="l" t="t" r="r" b="b"/>
              <a:pathLst>
                <a:path w="174" h="111" extrusionOk="0">
                  <a:moveTo>
                    <a:pt x="95" y="1"/>
                  </a:moveTo>
                  <a:cubicBezTo>
                    <a:pt x="47" y="1"/>
                    <a:pt x="16" y="32"/>
                    <a:pt x="1" y="79"/>
                  </a:cubicBezTo>
                  <a:lnTo>
                    <a:pt x="1" y="79"/>
                  </a:lnTo>
                  <a:lnTo>
                    <a:pt x="174" y="111"/>
                  </a:lnTo>
                  <a:lnTo>
                    <a:pt x="174" y="111"/>
                  </a:lnTo>
                  <a:cubicBezTo>
                    <a:pt x="174" y="64"/>
                    <a:pt x="158" y="16"/>
                    <a:pt x="110" y="16"/>
                  </a:cubicBezTo>
                  <a:cubicBezTo>
                    <a:pt x="95" y="16"/>
                    <a:pt x="95"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57" name="Google Shape;1357;p35"/>
            <p:cNvSpPr/>
            <p:nvPr/>
          </p:nvSpPr>
          <p:spPr>
            <a:xfrm>
              <a:off x="3673573" y="1469040"/>
              <a:ext cx="6042" cy="5057"/>
            </a:xfrm>
            <a:custGeom>
              <a:avLst/>
              <a:gdLst/>
              <a:ahLst/>
              <a:cxnLst/>
              <a:rect l="l" t="t" r="r" b="b"/>
              <a:pathLst>
                <a:path w="190" h="159" extrusionOk="0">
                  <a:moveTo>
                    <a:pt x="95" y="1"/>
                  </a:moveTo>
                  <a:cubicBezTo>
                    <a:pt x="48" y="1"/>
                    <a:pt x="17" y="17"/>
                    <a:pt x="17" y="64"/>
                  </a:cubicBezTo>
                  <a:cubicBezTo>
                    <a:pt x="0" y="112"/>
                    <a:pt x="32" y="158"/>
                    <a:pt x="80" y="158"/>
                  </a:cubicBezTo>
                  <a:lnTo>
                    <a:pt x="95" y="158"/>
                  </a:lnTo>
                  <a:cubicBezTo>
                    <a:pt x="127" y="158"/>
                    <a:pt x="174" y="143"/>
                    <a:pt x="174" y="95"/>
                  </a:cubicBezTo>
                  <a:cubicBezTo>
                    <a:pt x="190" y="49"/>
                    <a:pt x="158" y="1"/>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58" name="Google Shape;1358;p35"/>
            <p:cNvSpPr/>
            <p:nvPr/>
          </p:nvSpPr>
          <p:spPr>
            <a:xfrm>
              <a:off x="3677580" y="1451007"/>
              <a:ext cx="5565" cy="3053"/>
            </a:xfrm>
            <a:custGeom>
              <a:avLst/>
              <a:gdLst/>
              <a:ahLst/>
              <a:cxnLst/>
              <a:rect l="l" t="t" r="r" b="b"/>
              <a:pathLst>
                <a:path w="175" h="96" extrusionOk="0">
                  <a:moveTo>
                    <a:pt x="80" y="1"/>
                  </a:moveTo>
                  <a:cubicBezTo>
                    <a:pt x="48" y="1"/>
                    <a:pt x="17" y="32"/>
                    <a:pt x="1" y="64"/>
                  </a:cubicBezTo>
                  <a:lnTo>
                    <a:pt x="174" y="95"/>
                  </a:lnTo>
                  <a:cubicBezTo>
                    <a:pt x="174" y="48"/>
                    <a:pt x="143" y="17"/>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59" name="Google Shape;1359;p35"/>
            <p:cNvSpPr/>
            <p:nvPr/>
          </p:nvSpPr>
          <p:spPr>
            <a:xfrm>
              <a:off x="3681110" y="1436505"/>
              <a:ext cx="2512" cy="1495"/>
            </a:xfrm>
            <a:custGeom>
              <a:avLst/>
              <a:gdLst/>
              <a:ahLst/>
              <a:cxnLst/>
              <a:rect l="l" t="t" r="r" b="b"/>
              <a:pathLst>
                <a:path w="79" h="47" extrusionOk="0">
                  <a:moveTo>
                    <a:pt x="63" y="0"/>
                  </a:moveTo>
                  <a:lnTo>
                    <a:pt x="0" y="0"/>
                  </a:lnTo>
                  <a:cubicBezTo>
                    <a:pt x="16" y="15"/>
                    <a:pt x="16" y="32"/>
                    <a:pt x="32" y="47"/>
                  </a:cubicBezTo>
                  <a:cubicBezTo>
                    <a:pt x="47" y="32"/>
                    <a:pt x="63" y="32"/>
                    <a:pt x="79" y="32"/>
                  </a:cubicBezTo>
                  <a:lnTo>
                    <a:pt x="79"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60" name="Google Shape;1360;p35"/>
            <p:cNvSpPr/>
            <p:nvPr/>
          </p:nvSpPr>
          <p:spPr>
            <a:xfrm>
              <a:off x="3682096" y="1437491"/>
              <a:ext cx="1527" cy="1049"/>
            </a:xfrm>
            <a:custGeom>
              <a:avLst/>
              <a:gdLst/>
              <a:ahLst/>
              <a:cxnLst/>
              <a:rect l="l" t="t" r="r" b="b"/>
              <a:pathLst>
                <a:path w="48" h="33" extrusionOk="0">
                  <a:moveTo>
                    <a:pt x="48" y="1"/>
                  </a:moveTo>
                  <a:cubicBezTo>
                    <a:pt x="32" y="1"/>
                    <a:pt x="16" y="1"/>
                    <a:pt x="1" y="16"/>
                  </a:cubicBezTo>
                  <a:cubicBezTo>
                    <a:pt x="16" y="16"/>
                    <a:pt x="32" y="32"/>
                    <a:pt x="48" y="32"/>
                  </a:cubicBezTo>
                  <a:lnTo>
                    <a:pt x="48"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grpSp>
      <p:sp>
        <p:nvSpPr>
          <p:cNvPr id="1361" name="Google Shape;1361;p35"/>
          <p:cNvSpPr/>
          <p:nvPr/>
        </p:nvSpPr>
        <p:spPr>
          <a:xfrm rot="-148814">
            <a:off x="848759" y="1141511"/>
            <a:ext cx="7339106" cy="2716104"/>
          </a:xfrm>
          <a:custGeom>
            <a:avLst/>
            <a:gdLst/>
            <a:ahLst/>
            <a:cxnLst/>
            <a:rect l="l" t="t" r="r" b="b"/>
            <a:pathLst>
              <a:path w="22311" h="8257" extrusionOk="0">
                <a:moveTo>
                  <a:pt x="22121" y="7280"/>
                </a:moveTo>
                <a:cubicBezTo>
                  <a:pt x="22043" y="6964"/>
                  <a:pt x="21932" y="6996"/>
                  <a:pt x="21932" y="6666"/>
                </a:cubicBezTo>
                <a:cubicBezTo>
                  <a:pt x="21932" y="6351"/>
                  <a:pt x="21995" y="6351"/>
                  <a:pt x="21995" y="6035"/>
                </a:cubicBezTo>
                <a:cubicBezTo>
                  <a:pt x="21995" y="5720"/>
                  <a:pt x="22075" y="5720"/>
                  <a:pt x="22075" y="5389"/>
                </a:cubicBezTo>
                <a:cubicBezTo>
                  <a:pt x="22075" y="5074"/>
                  <a:pt x="21791" y="5074"/>
                  <a:pt x="21791" y="4759"/>
                </a:cubicBezTo>
                <a:cubicBezTo>
                  <a:pt x="21791" y="4428"/>
                  <a:pt x="22106" y="4428"/>
                  <a:pt x="22106" y="4113"/>
                </a:cubicBezTo>
                <a:cubicBezTo>
                  <a:pt x="22106" y="3798"/>
                  <a:pt x="21791" y="3798"/>
                  <a:pt x="21791" y="3483"/>
                </a:cubicBezTo>
                <a:cubicBezTo>
                  <a:pt x="21791" y="3152"/>
                  <a:pt x="22121" y="3152"/>
                  <a:pt x="22121" y="2836"/>
                </a:cubicBezTo>
                <a:cubicBezTo>
                  <a:pt x="22121" y="2521"/>
                  <a:pt x="21964" y="2521"/>
                  <a:pt x="21964" y="2191"/>
                </a:cubicBezTo>
                <a:cubicBezTo>
                  <a:pt x="21964" y="1876"/>
                  <a:pt x="21932" y="1876"/>
                  <a:pt x="21932" y="1561"/>
                </a:cubicBezTo>
                <a:cubicBezTo>
                  <a:pt x="21932" y="1246"/>
                  <a:pt x="22153" y="1246"/>
                  <a:pt x="22153" y="914"/>
                </a:cubicBezTo>
                <a:cubicBezTo>
                  <a:pt x="22153" y="599"/>
                  <a:pt x="22279" y="458"/>
                  <a:pt x="22058" y="221"/>
                </a:cubicBezTo>
                <a:cubicBezTo>
                  <a:pt x="21838" y="0"/>
                  <a:pt x="21680" y="253"/>
                  <a:pt x="21365" y="253"/>
                </a:cubicBezTo>
                <a:cubicBezTo>
                  <a:pt x="21050" y="253"/>
                  <a:pt x="21050" y="158"/>
                  <a:pt x="20720" y="158"/>
                </a:cubicBezTo>
                <a:cubicBezTo>
                  <a:pt x="20405" y="158"/>
                  <a:pt x="20405" y="458"/>
                  <a:pt x="20089" y="458"/>
                </a:cubicBezTo>
                <a:cubicBezTo>
                  <a:pt x="19774" y="458"/>
                  <a:pt x="19774" y="300"/>
                  <a:pt x="19443" y="300"/>
                </a:cubicBezTo>
                <a:cubicBezTo>
                  <a:pt x="19128" y="300"/>
                  <a:pt x="19128" y="143"/>
                  <a:pt x="18813" y="143"/>
                </a:cubicBezTo>
                <a:lnTo>
                  <a:pt x="18182" y="143"/>
                </a:lnTo>
                <a:cubicBezTo>
                  <a:pt x="17852" y="143"/>
                  <a:pt x="17852" y="426"/>
                  <a:pt x="17537" y="426"/>
                </a:cubicBezTo>
                <a:cubicBezTo>
                  <a:pt x="17222" y="426"/>
                  <a:pt x="17222" y="80"/>
                  <a:pt x="16907" y="80"/>
                </a:cubicBezTo>
                <a:cubicBezTo>
                  <a:pt x="16575" y="80"/>
                  <a:pt x="16575" y="190"/>
                  <a:pt x="16260" y="190"/>
                </a:cubicBezTo>
                <a:cubicBezTo>
                  <a:pt x="15945" y="190"/>
                  <a:pt x="15945" y="458"/>
                  <a:pt x="15630" y="458"/>
                </a:cubicBezTo>
                <a:lnTo>
                  <a:pt x="14985" y="458"/>
                </a:lnTo>
                <a:cubicBezTo>
                  <a:pt x="14670" y="458"/>
                  <a:pt x="14670" y="490"/>
                  <a:pt x="14354" y="490"/>
                </a:cubicBezTo>
                <a:cubicBezTo>
                  <a:pt x="14023" y="490"/>
                  <a:pt x="14023" y="111"/>
                  <a:pt x="13708" y="111"/>
                </a:cubicBezTo>
                <a:cubicBezTo>
                  <a:pt x="13393" y="111"/>
                  <a:pt x="13393" y="395"/>
                  <a:pt x="13078" y="395"/>
                </a:cubicBezTo>
                <a:cubicBezTo>
                  <a:pt x="12762" y="395"/>
                  <a:pt x="12762" y="253"/>
                  <a:pt x="12432" y="253"/>
                </a:cubicBezTo>
                <a:cubicBezTo>
                  <a:pt x="12117" y="253"/>
                  <a:pt x="12117" y="237"/>
                  <a:pt x="11802" y="237"/>
                </a:cubicBezTo>
                <a:cubicBezTo>
                  <a:pt x="11487" y="237"/>
                  <a:pt x="11487" y="300"/>
                  <a:pt x="11155" y="300"/>
                </a:cubicBezTo>
                <a:cubicBezTo>
                  <a:pt x="10840" y="300"/>
                  <a:pt x="10840" y="442"/>
                  <a:pt x="10525" y="442"/>
                </a:cubicBezTo>
                <a:cubicBezTo>
                  <a:pt x="10210" y="442"/>
                  <a:pt x="10210" y="363"/>
                  <a:pt x="9880" y="363"/>
                </a:cubicBezTo>
                <a:cubicBezTo>
                  <a:pt x="9565" y="363"/>
                  <a:pt x="9565" y="143"/>
                  <a:pt x="9250" y="143"/>
                </a:cubicBezTo>
                <a:cubicBezTo>
                  <a:pt x="8934" y="143"/>
                  <a:pt x="8934" y="206"/>
                  <a:pt x="8619" y="206"/>
                </a:cubicBezTo>
                <a:cubicBezTo>
                  <a:pt x="8288" y="206"/>
                  <a:pt x="8288" y="490"/>
                  <a:pt x="7973" y="490"/>
                </a:cubicBezTo>
                <a:cubicBezTo>
                  <a:pt x="7658" y="490"/>
                  <a:pt x="7658" y="473"/>
                  <a:pt x="7343" y="473"/>
                </a:cubicBezTo>
                <a:cubicBezTo>
                  <a:pt x="7012" y="473"/>
                  <a:pt x="7012" y="206"/>
                  <a:pt x="6697" y="206"/>
                </a:cubicBezTo>
                <a:cubicBezTo>
                  <a:pt x="6382" y="206"/>
                  <a:pt x="6382" y="95"/>
                  <a:pt x="6067" y="95"/>
                </a:cubicBezTo>
                <a:cubicBezTo>
                  <a:pt x="5752" y="95"/>
                  <a:pt x="5752" y="143"/>
                  <a:pt x="5420" y="143"/>
                </a:cubicBezTo>
                <a:cubicBezTo>
                  <a:pt x="5105" y="143"/>
                  <a:pt x="5105" y="111"/>
                  <a:pt x="4790" y="111"/>
                </a:cubicBezTo>
                <a:cubicBezTo>
                  <a:pt x="4475" y="111"/>
                  <a:pt x="4475" y="143"/>
                  <a:pt x="4145" y="143"/>
                </a:cubicBezTo>
                <a:cubicBezTo>
                  <a:pt x="3830" y="143"/>
                  <a:pt x="3830" y="490"/>
                  <a:pt x="3515" y="490"/>
                </a:cubicBezTo>
                <a:cubicBezTo>
                  <a:pt x="3199" y="490"/>
                  <a:pt x="3199" y="269"/>
                  <a:pt x="2884" y="269"/>
                </a:cubicBezTo>
                <a:cubicBezTo>
                  <a:pt x="2553" y="269"/>
                  <a:pt x="2553" y="379"/>
                  <a:pt x="2238" y="379"/>
                </a:cubicBezTo>
                <a:cubicBezTo>
                  <a:pt x="1923" y="379"/>
                  <a:pt x="1923" y="237"/>
                  <a:pt x="1607" y="237"/>
                </a:cubicBezTo>
                <a:cubicBezTo>
                  <a:pt x="1292" y="237"/>
                  <a:pt x="1292" y="80"/>
                  <a:pt x="962" y="80"/>
                </a:cubicBezTo>
                <a:cubicBezTo>
                  <a:pt x="647" y="80"/>
                  <a:pt x="647" y="111"/>
                  <a:pt x="332" y="111"/>
                </a:cubicBezTo>
                <a:cubicBezTo>
                  <a:pt x="206" y="111"/>
                  <a:pt x="95" y="95"/>
                  <a:pt x="0" y="80"/>
                </a:cubicBezTo>
                <a:lnTo>
                  <a:pt x="0" y="836"/>
                </a:lnTo>
                <a:lnTo>
                  <a:pt x="568" y="899"/>
                </a:lnTo>
                <a:cubicBezTo>
                  <a:pt x="647" y="773"/>
                  <a:pt x="773" y="694"/>
                  <a:pt x="931" y="694"/>
                </a:cubicBezTo>
                <a:cubicBezTo>
                  <a:pt x="1151" y="694"/>
                  <a:pt x="1340" y="868"/>
                  <a:pt x="1340" y="1088"/>
                </a:cubicBezTo>
                <a:cubicBezTo>
                  <a:pt x="1340" y="1324"/>
                  <a:pt x="1151" y="1498"/>
                  <a:pt x="931" y="1498"/>
                </a:cubicBezTo>
                <a:cubicBezTo>
                  <a:pt x="757" y="1498"/>
                  <a:pt x="616" y="1403"/>
                  <a:pt x="552" y="1261"/>
                </a:cubicBezTo>
                <a:lnTo>
                  <a:pt x="473" y="1261"/>
                </a:lnTo>
                <a:cubicBezTo>
                  <a:pt x="189" y="1261"/>
                  <a:pt x="552" y="1246"/>
                  <a:pt x="284" y="1355"/>
                </a:cubicBezTo>
                <a:cubicBezTo>
                  <a:pt x="0" y="1466"/>
                  <a:pt x="95" y="1355"/>
                  <a:pt x="95" y="1355"/>
                </a:cubicBezTo>
                <a:lnTo>
                  <a:pt x="0" y="1355"/>
                </a:lnTo>
                <a:lnTo>
                  <a:pt x="0" y="2286"/>
                </a:lnTo>
                <a:lnTo>
                  <a:pt x="568" y="2349"/>
                </a:lnTo>
                <a:cubicBezTo>
                  <a:pt x="647" y="2223"/>
                  <a:pt x="773" y="2143"/>
                  <a:pt x="931" y="2143"/>
                </a:cubicBezTo>
                <a:cubicBezTo>
                  <a:pt x="1151" y="2143"/>
                  <a:pt x="1340" y="2317"/>
                  <a:pt x="1340" y="2538"/>
                </a:cubicBezTo>
                <a:cubicBezTo>
                  <a:pt x="1340" y="2773"/>
                  <a:pt x="1151" y="2947"/>
                  <a:pt x="931" y="2947"/>
                </a:cubicBezTo>
                <a:cubicBezTo>
                  <a:pt x="757" y="2947"/>
                  <a:pt x="616" y="2853"/>
                  <a:pt x="552" y="2710"/>
                </a:cubicBezTo>
                <a:lnTo>
                  <a:pt x="473" y="2710"/>
                </a:lnTo>
                <a:cubicBezTo>
                  <a:pt x="189" y="2710"/>
                  <a:pt x="552" y="2695"/>
                  <a:pt x="284" y="2805"/>
                </a:cubicBezTo>
                <a:cubicBezTo>
                  <a:pt x="0" y="2916"/>
                  <a:pt x="95" y="2805"/>
                  <a:pt x="95" y="2805"/>
                </a:cubicBezTo>
                <a:lnTo>
                  <a:pt x="0" y="2805"/>
                </a:lnTo>
                <a:lnTo>
                  <a:pt x="0" y="3735"/>
                </a:lnTo>
                <a:lnTo>
                  <a:pt x="568" y="3798"/>
                </a:lnTo>
                <a:cubicBezTo>
                  <a:pt x="647" y="3672"/>
                  <a:pt x="773" y="3593"/>
                  <a:pt x="931" y="3593"/>
                </a:cubicBezTo>
                <a:cubicBezTo>
                  <a:pt x="1151" y="3593"/>
                  <a:pt x="1340" y="3767"/>
                  <a:pt x="1340" y="3987"/>
                </a:cubicBezTo>
                <a:cubicBezTo>
                  <a:pt x="1340" y="4223"/>
                  <a:pt x="1151" y="4397"/>
                  <a:pt x="931" y="4397"/>
                </a:cubicBezTo>
                <a:cubicBezTo>
                  <a:pt x="757" y="4397"/>
                  <a:pt x="616" y="4302"/>
                  <a:pt x="552" y="4160"/>
                </a:cubicBezTo>
                <a:lnTo>
                  <a:pt x="473" y="4160"/>
                </a:lnTo>
                <a:cubicBezTo>
                  <a:pt x="189" y="4160"/>
                  <a:pt x="552" y="4145"/>
                  <a:pt x="284" y="4254"/>
                </a:cubicBezTo>
                <a:cubicBezTo>
                  <a:pt x="0" y="4365"/>
                  <a:pt x="95" y="4254"/>
                  <a:pt x="95" y="4254"/>
                </a:cubicBezTo>
                <a:lnTo>
                  <a:pt x="0" y="4254"/>
                </a:lnTo>
                <a:lnTo>
                  <a:pt x="0" y="5185"/>
                </a:lnTo>
                <a:lnTo>
                  <a:pt x="568" y="5248"/>
                </a:lnTo>
                <a:cubicBezTo>
                  <a:pt x="647" y="5122"/>
                  <a:pt x="773" y="5027"/>
                  <a:pt x="931" y="5027"/>
                </a:cubicBezTo>
                <a:cubicBezTo>
                  <a:pt x="1151" y="5027"/>
                  <a:pt x="1340" y="5216"/>
                  <a:pt x="1340" y="5437"/>
                </a:cubicBezTo>
                <a:cubicBezTo>
                  <a:pt x="1340" y="5672"/>
                  <a:pt x="1151" y="5846"/>
                  <a:pt x="931" y="5846"/>
                </a:cubicBezTo>
                <a:cubicBezTo>
                  <a:pt x="757" y="5846"/>
                  <a:pt x="616" y="5752"/>
                  <a:pt x="552" y="5609"/>
                </a:cubicBezTo>
                <a:lnTo>
                  <a:pt x="473" y="5609"/>
                </a:lnTo>
                <a:cubicBezTo>
                  <a:pt x="189" y="5609"/>
                  <a:pt x="552" y="5594"/>
                  <a:pt x="284" y="5704"/>
                </a:cubicBezTo>
                <a:cubicBezTo>
                  <a:pt x="0" y="5815"/>
                  <a:pt x="95" y="5704"/>
                  <a:pt x="95" y="5704"/>
                </a:cubicBezTo>
                <a:lnTo>
                  <a:pt x="0" y="5704"/>
                </a:lnTo>
                <a:lnTo>
                  <a:pt x="0" y="6634"/>
                </a:lnTo>
                <a:lnTo>
                  <a:pt x="568" y="6697"/>
                </a:lnTo>
                <a:cubicBezTo>
                  <a:pt x="647" y="6571"/>
                  <a:pt x="773" y="6477"/>
                  <a:pt x="931" y="6477"/>
                </a:cubicBezTo>
                <a:cubicBezTo>
                  <a:pt x="1151" y="6477"/>
                  <a:pt x="1340" y="6666"/>
                  <a:pt x="1340" y="6886"/>
                </a:cubicBezTo>
                <a:cubicBezTo>
                  <a:pt x="1340" y="7107"/>
                  <a:pt x="1151" y="7296"/>
                  <a:pt x="931" y="7296"/>
                </a:cubicBezTo>
                <a:cubicBezTo>
                  <a:pt x="757" y="7296"/>
                  <a:pt x="616" y="7201"/>
                  <a:pt x="552" y="7059"/>
                </a:cubicBezTo>
                <a:lnTo>
                  <a:pt x="473" y="7059"/>
                </a:lnTo>
                <a:cubicBezTo>
                  <a:pt x="189" y="7059"/>
                  <a:pt x="552" y="7044"/>
                  <a:pt x="284" y="7154"/>
                </a:cubicBezTo>
                <a:cubicBezTo>
                  <a:pt x="0" y="7264"/>
                  <a:pt x="95" y="7154"/>
                  <a:pt x="95" y="7154"/>
                </a:cubicBezTo>
                <a:lnTo>
                  <a:pt x="0" y="7154"/>
                </a:lnTo>
                <a:lnTo>
                  <a:pt x="0" y="8036"/>
                </a:lnTo>
                <a:cubicBezTo>
                  <a:pt x="80" y="8004"/>
                  <a:pt x="189" y="7958"/>
                  <a:pt x="332" y="7958"/>
                </a:cubicBezTo>
                <a:cubicBezTo>
                  <a:pt x="647" y="7958"/>
                  <a:pt x="647" y="7752"/>
                  <a:pt x="962" y="7752"/>
                </a:cubicBezTo>
                <a:lnTo>
                  <a:pt x="1607" y="7752"/>
                </a:lnTo>
                <a:cubicBezTo>
                  <a:pt x="1923" y="7752"/>
                  <a:pt x="1923" y="7895"/>
                  <a:pt x="2238" y="7895"/>
                </a:cubicBezTo>
                <a:cubicBezTo>
                  <a:pt x="2569" y="7895"/>
                  <a:pt x="2569" y="7989"/>
                  <a:pt x="2884" y="7989"/>
                </a:cubicBezTo>
                <a:cubicBezTo>
                  <a:pt x="3199" y="7989"/>
                  <a:pt x="3199" y="7895"/>
                  <a:pt x="3515" y="7895"/>
                </a:cubicBezTo>
                <a:cubicBezTo>
                  <a:pt x="3845" y="7895"/>
                  <a:pt x="3845" y="8021"/>
                  <a:pt x="4160" y="8021"/>
                </a:cubicBezTo>
                <a:cubicBezTo>
                  <a:pt x="4475" y="8021"/>
                  <a:pt x="4475" y="7832"/>
                  <a:pt x="4790" y="7832"/>
                </a:cubicBezTo>
                <a:cubicBezTo>
                  <a:pt x="5122" y="7832"/>
                  <a:pt x="5122" y="8004"/>
                  <a:pt x="5437" y="8004"/>
                </a:cubicBezTo>
                <a:cubicBezTo>
                  <a:pt x="5752" y="8004"/>
                  <a:pt x="5752" y="7958"/>
                  <a:pt x="6067" y="7958"/>
                </a:cubicBezTo>
                <a:cubicBezTo>
                  <a:pt x="6382" y="7958"/>
                  <a:pt x="6382" y="8115"/>
                  <a:pt x="6712" y="8115"/>
                </a:cubicBezTo>
                <a:cubicBezTo>
                  <a:pt x="7027" y="8115"/>
                  <a:pt x="7027" y="7784"/>
                  <a:pt x="7343" y="7784"/>
                </a:cubicBezTo>
                <a:cubicBezTo>
                  <a:pt x="7658" y="7784"/>
                  <a:pt x="7658" y="8067"/>
                  <a:pt x="7989" y="8067"/>
                </a:cubicBezTo>
                <a:cubicBezTo>
                  <a:pt x="8304" y="8067"/>
                  <a:pt x="8304" y="8162"/>
                  <a:pt x="8619" y="8162"/>
                </a:cubicBezTo>
                <a:cubicBezTo>
                  <a:pt x="8934" y="8162"/>
                  <a:pt x="8934" y="7878"/>
                  <a:pt x="9265" y="7878"/>
                </a:cubicBezTo>
                <a:cubicBezTo>
                  <a:pt x="9580" y="7878"/>
                  <a:pt x="9580" y="8004"/>
                  <a:pt x="9895" y="8004"/>
                </a:cubicBezTo>
                <a:cubicBezTo>
                  <a:pt x="10210" y="8004"/>
                  <a:pt x="10210" y="8084"/>
                  <a:pt x="10542" y="8084"/>
                </a:cubicBezTo>
                <a:lnTo>
                  <a:pt x="11172" y="8084"/>
                </a:lnTo>
                <a:cubicBezTo>
                  <a:pt x="11487" y="8084"/>
                  <a:pt x="11487" y="8004"/>
                  <a:pt x="11802" y="8004"/>
                </a:cubicBezTo>
                <a:cubicBezTo>
                  <a:pt x="12132" y="8004"/>
                  <a:pt x="12132" y="7832"/>
                  <a:pt x="12447" y="7832"/>
                </a:cubicBezTo>
                <a:cubicBezTo>
                  <a:pt x="12762" y="7832"/>
                  <a:pt x="12762" y="8021"/>
                  <a:pt x="13078" y="8021"/>
                </a:cubicBezTo>
                <a:cubicBezTo>
                  <a:pt x="13409" y="8021"/>
                  <a:pt x="13409" y="7878"/>
                  <a:pt x="13724" y="7878"/>
                </a:cubicBezTo>
                <a:cubicBezTo>
                  <a:pt x="14039" y="7878"/>
                  <a:pt x="14039" y="7815"/>
                  <a:pt x="14354" y="7815"/>
                </a:cubicBezTo>
                <a:cubicBezTo>
                  <a:pt x="14670" y="7815"/>
                  <a:pt x="14670" y="7973"/>
                  <a:pt x="15000" y="7973"/>
                </a:cubicBezTo>
                <a:cubicBezTo>
                  <a:pt x="15315" y="7973"/>
                  <a:pt x="15315" y="8067"/>
                  <a:pt x="15630" y="8067"/>
                </a:cubicBezTo>
                <a:cubicBezTo>
                  <a:pt x="15945" y="8067"/>
                  <a:pt x="15945" y="7973"/>
                  <a:pt x="16277" y="7973"/>
                </a:cubicBezTo>
                <a:cubicBezTo>
                  <a:pt x="16592" y="7973"/>
                  <a:pt x="16592" y="7941"/>
                  <a:pt x="16907" y="7941"/>
                </a:cubicBezTo>
                <a:cubicBezTo>
                  <a:pt x="17222" y="7941"/>
                  <a:pt x="17222" y="8115"/>
                  <a:pt x="17537" y="8115"/>
                </a:cubicBezTo>
                <a:cubicBezTo>
                  <a:pt x="17867" y="8115"/>
                  <a:pt x="17867" y="7769"/>
                  <a:pt x="18182" y="7769"/>
                </a:cubicBezTo>
                <a:cubicBezTo>
                  <a:pt x="18498" y="7769"/>
                  <a:pt x="18498" y="8021"/>
                  <a:pt x="18813" y="8021"/>
                </a:cubicBezTo>
                <a:cubicBezTo>
                  <a:pt x="19144" y="8021"/>
                  <a:pt x="19144" y="7878"/>
                  <a:pt x="19459" y="7878"/>
                </a:cubicBezTo>
                <a:cubicBezTo>
                  <a:pt x="19774" y="7878"/>
                  <a:pt x="19774" y="8147"/>
                  <a:pt x="20089" y="8147"/>
                </a:cubicBezTo>
                <a:cubicBezTo>
                  <a:pt x="20405" y="8147"/>
                  <a:pt x="20405" y="8036"/>
                  <a:pt x="20735" y="8036"/>
                </a:cubicBezTo>
                <a:cubicBezTo>
                  <a:pt x="21050" y="8036"/>
                  <a:pt x="21050" y="7878"/>
                  <a:pt x="21365" y="7878"/>
                </a:cubicBezTo>
                <a:cubicBezTo>
                  <a:pt x="21680" y="7878"/>
                  <a:pt x="21854" y="8256"/>
                  <a:pt x="22075" y="8021"/>
                </a:cubicBezTo>
                <a:cubicBezTo>
                  <a:pt x="22310" y="7800"/>
                  <a:pt x="22232" y="7658"/>
                  <a:pt x="22121" y="7280"/>
                </a:cubicBezTo>
                <a:close/>
              </a:path>
            </a:pathLst>
          </a:custGeom>
          <a:solidFill>
            <a:srgbClr val="FFFFFF"/>
          </a:solidFill>
          <a:ln>
            <a:noFill/>
          </a:ln>
          <a:effectLst>
            <a:outerShdw blurRad="57150" dist="19050" dir="5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he-IL">
              <a:latin typeface="David" panose="020E0502060401010101" pitchFamily="34" charset="-79"/>
              <a:cs typeface="David" panose="020E0502060401010101" pitchFamily="34" charset="-79"/>
            </a:endParaRPr>
          </a:p>
        </p:txBody>
      </p:sp>
      <p:sp>
        <p:nvSpPr>
          <p:cNvPr id="1362" name="Google Shape;1362;p35"/>
          <p:cNvSpPr txBox="1">
            <a:spLocks noGrp="1"/>
          </p:cNvSpPr>
          <p:nvPr>
            <p:ph type="ctrTitle"/>
          </p:nvPr>
        </p:nvSpPr>
        <p:spPr>
          <a:xfrm>
            <a:off x="954578" y="2293531"/>
            <a:ext cx="6986400" cy="914100"/>
          </a:xfrm>
          <a:prstGeom prst="rect">
            <a:avLst/>
          </a:prstGeom>
        </p:spPr>
        <p:txBody>
          <a:bodyPr spcFirstLastPara="1" wrap="square" lIns="91425" tIns="0" rIns="91425" bIns="0" anchor="b" anchorCtr="0">
            <a:noAutofit/>
          </a:bodyPr>
          <a:lstStyle/>
          <a:p>
            <a:pPr marL="0" lvl="0" indent="0" rtl="1">
              <a:spcBef>
                <a:spcPts val="0"/>
              </a:spcBef>
              <a:spcAft>
                <a:spcPts val="0"/>
              </a:spcAft>
              <a:buNone/>
            </a:pPr>
            <a:br>
              <a:rPr kumimoji="0" lang="he-IL" sz="5400" b="1" i="0" u="none" strike="noStrike" kern="1200" cap="none" spc="-120" normalizeH="0" baseline="0" noProof="0" dirty="0">
                <a:ln>
                  <a:noFill/>
                </a:ln>
                <a:solidFill>
                  <a:srgbClr val="2AA1B3">
                    <a:lumMod val="75000"/>
                  </a:srgbClr>
                </a:solidFill>
                <a:effectLst/>
                <a:uLnTx/>
                <a:uFillTx/>
                <a:latin typeface="David" panose="020E0502060401010101" pitchFamily="34" charset="-79"/>
                <a:ea typeface="+mj-ea"/>
                <a:cs typeface="David" panose="020E0502060401010101" pitchFamily="34" charset="-79"/>
                <a:sym typeface="Patrick Hand SC"/>
              </a:rPr>
            </a:br>
            <a:r>
              <a:rPr kumimoji="0" lang="he-IL" sz="5400" b="1" i="0" u="none" strike="noStrike" kern="1200" cap="none" spc="-120" normalizeH="0" baseline="0" noProof="0" dirty="0">
                <a:ln>
                  <a:noFill/>
                </a:ln>
                <a:solidFill>
                  <a:srgbClr val="2AA1B3">
                    <a:lumMod val="75000"/>
                  </a:srgbClr>
                </a:solidFill>
                <a:effectLst/>
                <a:uLnTx/>
                <a:uFillTx/>
                <a:latin typeface="David" panose="020E0502060401010101" pitchFamily="34" charset="-79"/>
                <a:ea typeface="+mj-ea"/>
                <a:cs typeface="David" panose="020E0502060401010101" pitchFamily="34" charset="-79"/>
                <a:sym typeface="Patrick Hand SC"/>
              </a:rPr>
              <a:t>הוראת התפילה והסידור  בחמ"ד</a:t>
            </a:r>
            <a:endParaRPr sz="4800" dirty="0">
              <a:solidFill>
                <a:schemeClr val="accent1"/>
              </a:solidFill>
              <a:latin typeface="David" panose="020E0502060401010101" pitchFamily="34" charset="-79"/>
              <a:cs typeface="David" panose="020E0502060401010101" pitchFamily="34" charset="-79"/>
            </a:endParaRPr>
          </a:p>
        </p:txBody>
      </p:sp>
      <p:sp>
        <p:nvSpPr>
          <p:cNvPr id="1363" name="Google Shape;1363;p35"/>
          <p:cNvSpPr txBox="1">
            <a:spLocks noGrp="1"/>
          </p:cNvSpPr>
          <p:nvPr>
            <p:ph type="subTitle" idx="1"/>
          </p:nvPr>
        </p:nvSpPr>
        <p:spPr>
          <a:xfrm>
            <a:off x="2112233" y="3169939"/>
            <a:ext cx="4933949" cy="1021441"/>
          </a:xfrm>
          <a:prstGeom prst="rect">
            <a:avLst/>
          </a:prstGeom>
        </p:spPr>
        <p:txBody>
          <a:bodyPr spcFirstLastPara="1" wrap="square" lIns="91425" tIns="0" rIns="91425" bIns="0" anchor="t" anchorCtr="0">
            <a:noAutofit/>
          </a:bodyPr>
          <a:lstStyle/>
          <a:p>
            <a:pPr marL="0" marR="0" lvl="0" indent="0" defTabSz="914400" rtl="1" eaLnBrk="1" fontAlgn="auto" latinLnBrk="0" hangingPunct="1">
              <a:lnSpc>
                <a:spcPct val="100000"/>
              </a:lnSpc>
              <a:spcBef>
                <a:spcPts val="1300"/>
              </a:spcBef>
              <a:spcAft>
                <a:spcPts val="0"/>
              </a:spcAft>
              <a:buClrTx/>
              <a:buSzTx/>
              <a:buFont typeface="Arial" pitchFamily="34" charset="0"/>
              <a:buNone/>
              <a:tabLst/>
              <a:defRPr/>
            </a:pPr>
            <a:r>
              <a:rPr kumimoji="0" lang="he-IL" sz="1800" b="1" i="0" u="none" strike="noStrike" kern="1200" cap="none" spc="0" normalizeH="0" baseline="0" noProof="0" dirty="0">
                <a:ln>
                  <a:noFill/>
                </a:ln>
                <a:solidFill>
                  <a:srgbClr val="C00000"/>
                </a:solidFill>
                <a:effectLst/>
                <a:uLnTx/>
                <a:uFillTx/>
                <a:latin typeface="David" panose="020E0502060401010101" pitchFamily="34" charset="-79"/>
                <a:ea typeface="Gadugi" panose="020B0502040204020203" pitchFamily="34" charset="0"/>
                <a:cs typeface="David" panose="020E0502060401010101" pitchFamily="34" charset="-79"/>
                <a:sym typeface="Patrick Hand"/>
              </a:rPr>
              <a:t>תכנית התפילה והכרת הסידור </a:t>
            </a:r>
          </a:p>
          <a:p>
            <a:pPr marL="0" marR="0" lvl="0" indent="0" defTabSz="914400" rtl="1" eaLnBrk="1" fontAlgn="auto" latinLnBrk="0" hangingPunct="1">
              <a:lnSpc>
                <a:spcPct val="100000"/>
              </a:lnSpc>
              <a:spcBef>
                <a:spcPts val="1300"/>
              </a:spcBef>
              <a:spcAft>
                <a:spcPts val="0"/>
              </a:spcAft>
              <a:buClrTx/>
              <a:buSzTx/>
              <a:buFont typeface="Arial" pitchFamily="34" charset="0"/>
              <a:buNone/>
              <a:tabLst/>
              <a:defRPr/>
            </a:pPr>
            <a:r>
              <a:rPr kumimoji="0" lang="he-IL" sz="1800" b="1" i="0" u="none" strike="noStrike" kern="1200" cap="none" spc="0" normalizeH="0" baseline="0" noProof="0" dirty="0">
                <a:ln>
                  <a:noFill/>
                </a:ln>
                <a:solidFill>
                  <a:srgbClr val="C00000"/>
                </a:solidFill>
                <a:effectLst/>
                <a:uLnTx/>
                <a:uFillTx/>
                <a:latin typeface="David" panose="020E0502060401010101" pitchFamily="34" charset="-79"/>
                <a:ea typeface="Gadugi" panose="020B0502040204020203" pitchFamily="34" charset="0"/>
                <a:cs typeface="David" panose="020E0502060401010101" pitchFamily="34" charset="-79"/>
                <a:sym typeface="Patrick Hand"/>
              </a:rPr>
              <a:t>כיתות בית הספר היסודי - החל משנה"ל תשפ"ג</a:t>
            </a:r>
          </a:p>
        </p:txBody>
      </p:sp>
      <p:sp>
        <p:nvSpPr>
          <p:cNvPr id="1364" name="Google Shape;1364;p35"/>
          <p:cNvSpPr/>
          <p:nvPr/>
        </p:nvSpPr>
        <p:spPr>
          <a:xfrm rot="-1439826">
            <a:off x="6118624" y="584674"/>
            <a:ext cx="1686958" cy="1190564"/>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grpSp>
        <p:nvGrpSpPr>
          <p:cNvPr id="1365" name="Google Shape;1365;p35"/>
          <p:cNvGrpSpPr/>
          <p:nvPr/>
        </p:nvGrpSpPr>
        <p:grpSpPr>
          <a:xfrm>
            <a:off x="2748593" y="3090703"/>
            <a:ext cx="3706384" cy="207050"/>
            <a:chOff x="1455775" y="1654456"/>
            <a:chExt cx="368344" cy="20576"/>
          </a:xfrm>
        </p:grpSpPr>
        <p:sp>
          <p:nvSpPr>
            <p:cNvPr id="1366" name="Google Shape;1366;p35"/>
            <p:cNvSpPr/>
            <p:nvPr/>
          </p:nvSpPr>
          <p:spPr>
            <a:xfrm>
              <a:off x="1647170" y="1654456"/>
              <a:ext cx="176949" cy="20576"/>
            </a:xfrm>
            <a:custGeom>
              <a:avLst/>
              <a:gdLst/>
              <a:ahLst/>
              <a:cxnLst/>
              <a:rect l="l" t="t" r="r" b="b"/>
              <a:pathLst>
                <a:path w="5564" h="647" extrusionOk="0">
                  <a:moveTo>
                    <a:pt x="5532" y="269"/>
                  </a:moveTo>
                  <a:cubicBezTo>
                    <a:pt x="5484" y="252"/>
                    <a:pt x="5437" y="237"/>
                    <a:pt x="5406" y="189"/>
                  </a:cubicBezTo>
                  <a:cubicBezTo>
                    <a:pt x="5389" y="174"/>
                    <a:pt x="5374" y="189"/>
                    <a:pt x="5358" y="206"/>
                  </a:cubicBezTo>
                  <a:cubicBezTo>
                    <a:pt x="5342" y="252"/>
                    <a:pt x="5311" y="284"/>
                    <a:pt x="5279" y="315"/>
                  </a:cubicBezTo>
                  <a:lnTo>
                    <a:pt x="5279" y="315"/>
                  </a:lnTo>
                  <a:lnTo>
                    <a:pt x="4979" y="315"/>
                  </a:lnTo>
                  <a:cubicBezTo>
                    <a:pt x="4979" y="300"/>
                    <a:pt x="4996" y="300"/>
                    <a:pt x="5011" y="300"/>
                  </a:cubicBezTo>
                  <a:cubicBezTo>
                    <a:pt x="5059" y="269"/>
                    <a:pt x="5122" y="237"/>
                    <a:pt x="5169" y="189"/>
                  </a:cubicBezTo>
                  <a:cubicBezTo>
                    <a:pt x="5216" y="143"/>
                    <a:pt x="5216" y="32"/>
                    <a:pt x="5122" y="32"/>
                  </a:cubicBezTo>
                  <a:cubicBezTo>
                    <a:pt x="5042" y="48"/>
                    <a:pt x="4979" y="126"/>
                    <a:pt x="4933" y="174"/>
                  </a:cubicBezTo>
                  <a:cubicBezTo>
                    <a:pt x="4885" y="206"/>
                    <a:pt x="4838" y="252"/>
                    <a:pt x="4807" y="300"/>
                  </a:cubicBezTo>
                  <a:lnTo>
                    <a:pt x="4555" y="300"/>
                  </a:lnTo>
                  <a:cubicBezTo>
                    <a:pt x="4601" y="284"/>
                    <a:pt x="4649" y="252"/>
                    <a:pt x="4696" y="221"/>
                  </a:cubicBezTo>
                  <a:cubicBezTo>
                    <a:pt x="4744" y="189"/>
                    <a:pt x="4822" y="111"/>
                    <a:pt x="4744" y="48"/>
                  </a:cubicBezTo>
                  <a:cubicBezTo>
                    <a:pt x="4681" y="0"/>
                    <a:pt x="4570" y="95"/>
                    <a:pt x="4523" y="126"/>
                  </a:cubicBezTo>
                  <a:cubicBezTo>
                    <a:pt x="4475" y="174"/>
                    <a:pt x="4412" y="237"/>
                    <a:pt x="4381" y="300"/>
                  </a:cubicBezTo>
                  <a:cubicBezTo>
                    <a:pt x="4051" y="300"/>
                    <a:pt x="3719" y="315"/>
                    <a:pt x="3389" y="300"/>
                  </a:cubicBezTo>
                  <a:lnTo>
                    <a:pt x="931" y="300"/>
                  </a:lnTo>
                  <a:cubicBezTo>
                    <a:pt x="631" y="300"/>
                    <a:pt x="332" y="300"/>
                    <a:pt x="49" y="315"/>
                  </a:cubicBezTo>
                  <a:cubicBezTo>
                    <a:pt x="32" y="315"/>
                    <a:pt x="1" y="363"/>
                    <a:pt x="32" y="363"/>
                  </a:cubicBezTo>
                  <a:cubicBezTo>
                    <a:pt x="662" y="379"/>
                    <a:pt x="1293" y="363"/>
                    <a:pt x="1923" y="363"/>
                  </a:cubicBezTo>
                  <a:lnTo>
                    <a:pt x="4381" y="363"/>
                  </a:lnTo>
                  <a:lnTo>
                    <a:pt x="4381" y="363"/>
                  </a:lnTo>
                  <a:cubicBezTo>
                    <a:pt x="4412" y="458"/>
                    <a:pt x="4492" y="536"/>
                    <a:pt x="4586" y="584"/>
                  </a:cubicBezTo>
                  <a:cubicBezTo>
                    <a:pt x="4633" y="615"/>
                    <a:pt x="4712" y="647"/>
                    <a:pt x="4759" y="615"/>
                  </a:cubicBezTo>
                  <a:cubicBezTo>
                    <a:pt x="4870" y="536"/>
                    <a:pt x="4727" y="426"/>
                    <a:pt x="4618" y="363"/>
                  </a:cubicBezTo>
                  <a:lnTo>
                    <a:pt x="4790" y="363"/>
                  </a:lnTo>
                  <a:lnTo>
                    <a:pt x="4790" y="363"/>
                  </a:lnTo>
                  <a:cubicBezTo>
                    <a:pt x="4790" y="363"/>
                    <a:pt x="4790" y="379"/>
                    <a:pt x="4807" y="379"/>
                  </a:cubicBezTo>
                  <a:lnTo>
                    <a:pt x="4807" y="379"/>
                  </a:lnTo>
                  <a:cubicBezTo>
                    <a:pt x="4853" y="458"/>
                    <a:pt x="4933" y="521"/>
                    <a:pt x="5011" y="552"/>
                  </a:cubicBezTo>
                  <a:cubicBezTo>
                    <a:pt x="5074" y="568"/>
                    <a:pt x="5185" y="599"/>
                    <a:pt x="5216" y="536"/>
                  </a:cubicBezTo>
                  <a:cubicBezTo>
                    <a:pt x="5248" y="458"/>
                    <a:pt x="5137" y="395"/>
                    <a:pt x="5011" y="363"/>
                  </a:cubicBezTo>
                  <a:cubicBezTo>
                    <a:pt x="5106" y="347"/>
                    <a:pt x="5185" y="347"/>
                    <a:pt x="5263" y="347"/>
                  </a:cubicBezTo>
                  <a:lnTo>
                    <a:pt x="5263" y="347"/>
                  </a:lnTo>
                  <a:lnTo>
                    <a:pt x="5279" y="347"/>
                  </a:lnTo>
                  <a:cubicBezTo>
                    <a:pt x="5326" y="395"/>
                    <a:pt x="5358" y="426"/>
                    <a:pt x="5406" y="458"/>
                  </a:cubicBezTo>
                  <a:cubicBezTo>
                    <a:pt x="5421" y="473"/>
                    <a:pt x="5437" y="458"/>
                    <a:pt x="5437" y="442"/>
                  </a:cubicBezTo>
                  <a:cubicBezTo>
                    <a:pt x="5452" y="395"/>
                    <a:pt x="5484" y="347"/>
                    <a:pt x="5532" y="315"/>
                  </a:cubicBezTo>
                  <a:cubicBezTo>
                    <a:pt x="5532" y="315"/>
                    <a:pt x="5563" y="269"/>
                    <a:pt x="5532" y="269"/>
                  </a:cubicBezTo>
                  <a:close/>
                  <a:moveTo>
                    <a:pt x="5042" y="126"/>
                  </a:moveTo>
                  <a:cubicBezTo>
                    <a:pt x="5059" y="111"/>
                    <a:pt x="5106" y="80"/>
                    <a:pt x="5137" y="95"/>
                  </a:cubicBezTo>
                  <a:cubicBezTo>
                    <a:pt x="5137" y="111"/>
                    <a:pt x="5153" y="126"/>
                    <a:pt x="5153" y="143"/>
                  </a:cubicBezTo>
                  <a:cubicBezTo>
                    <a:pt x="5137" y="158"/>
                    <a:pt x="5137" y="174"/>
                    <a:pt x="5122" y="174"/>
                  </a:cubicBezTo>
                  <a:cubicBezTo>
                    <a:pt x="5106" y="189"/>
                    <a:pt x="5090" y="206"/>
                    <a:pt x="5059" y="221"/>
                  </a:cubicBezTo>
                  <a:cubicBezTo>
                    <a:pt x="5011" y="252"/>
                    <a:pt x="4948" y="284"/>
                    <a:pt x="4885" y="315"/>
                  </a:cubicBezTo>
                  <a:lnTo>
                    <a:pt x="4870" y="315"/>
                  </a:lnTo>
                  <a:cubicBezTo>
                    <a:pt x="4916" y="237"/>
                    <a:pt x="4979" y="189"/>
                    <a:pt x="5042" y="126"/>
                  </a:cubicBezTo>
                  <a:close/>
                  <a:moveTo>
                    <a:pt x="4507" y="206"/>
                  </a:moveTo>
                  <a:cubicBezTo>
                    <a:pt x="4538" y="174"/>
                    <a:pt x="4618" y="95"/>
                    <a:pt x="4681" y="95"/>
                  </a:cubicBezTo>
                  <a:cubicBezTo>
                    <a:pt x="4759" y="126"/>
                    <a:pt x="4664" y="189"/>
                    <a:pt x="4649" y="206"/>
                  </a:cubicBezTo>
                  <a:cubicBezTo>
                    <a:pt x="4618" y="221"/>
                    <a:pt x="4586" y="237"/>
                    <a:pt x="4570" y="252"/>
                  </a:cubicBezTo>
                  <a:cubicBezTo>
                    <a:pt x="4523" y="269"/>
                    <a:pt x="4492" y="284"/>
                    <a:pt x="4444" y="300"/>
                  </a:cubicBezTo>
                  <a:lnTo>
                    <a:pt x="4429" y="300"/>
                  </a:lnTo>
                  <a:cubicBezTo>
                    <a:pt x="4460" y="269"/>
                    <a:pt x="4475" y="237"/>
                    <a:pt x="4507" y="206"/>
                  </a:cubicBezTo>
                  <a:close/>
                  <a:moveTo>
                    <a:pt x="4633" y="442"/>
                  </a:moveTo>
                  <a:cubicBezTo>
                    <a:pt x="4664" y="473"/>
                    <a:pt x="4790" y="584"/>
                    <a:pt x="4681" y="552"/>
                  </a:cubicBezTo>
                  <a:cubicBezTo>
                    <a:pt x="4570" y="536"/>
                    <a:pt x="4492" y="442"/>
                    <a:pt x="4429" y="363"/>
                  </a:cubicBezTo>
                  <a:lnTo>
                    <a:pt x="4475" y="363"/>
                  </a:lnTo>
                  <a:cubicBezTo>
                    <a:pt x="4523" y="395"/>
                    <a:pt x="4586" y="410"/>
                    <a:pt x="4633" y="442"/>
                  </a:cubicBezTo>
                  <a:close/>
                  <a:moveTo>
                    <a:pt x="5153" y="505"/>
                  </a:moveTo>
                  <a:cubicBezTo>
                    <a:pt x="5169" y="552"/>
                    <a:pt x="4979" y="473"/>
                    <a:pt x="4964" y="473"/>
                  </a:cubicBezTo>
                  <a:cubicBezTo>
                    <a:pt x="4916" y="442"/>
                    <a:pt x="4885" y="410"/>
                    <a:pt x="4853" y="379"/>
                  </a:cubicBezTo>
                  <a:cubicBezTo>
                    <a:pt x="4901" y="395"/>
                    <a:pt x="4948" y="395"/>
                    <a:pt x="4996" y="410"/>
                  </a:cubicBezTo>
                  <a:cubicBezTo>
                    <a:pt x="5027" y="426"/>
                    <a:pt x="5137" y="458"/>
                    <a:pt x="5153" y="505"/>
                  </a:cubicBezTo>
                  <a:close/>
                  <a:moveTo>
                    <a:pt x="5406" y="395"/>
                  </a:moveTo>
                  <a:cubicBezTo>
                    <a:pt x="5389" y="363"/>
                    <a:pt x="5358" y="347"/>
                    <a:pt x="5311" y="332"/>
                  </a:cubicBezTo>
                  <a:cubicBezTo>
                    <a:pt x="5342" y="315"/>
                    <a:pt x="5374" y="284"/>
                    <a:pt x="5389" y="252"/>
                  </a:cubicBezTo>
                  <a:cubicBezTo>
                    <a:pt x="5406" y="269"/>
                    <a:pt x="5437" y="300"/>
                    <a:pt x="5469" y="300"/>
                  </a:cubicBezTo>
                  <a:cubicBezTo>
                    <a:pt x="5452" y="332"/>
                    <a:pt x="5421" y="363"/>
                    <a:pt x="5406" y="39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67" name="Google Shape;1367;p35"/>
            <p:cNvSpPr/>
            <p:nvPr/>
          </p:nvSpPr>
          <p:spPr>
            <a:xfrm>
              <a:off x="1455775" y="1654965"/>
              <a:ext cx="176917" cy="20067"/>
            </a:xfrm>
            <a:custGeom>
              <a:avLst/>
              <a:gdLst/>
              <a:ahLst/>
              <a:cxnLst/>
              <a:rect l="l" t="t" r="r" b="b"/>
              <a:pathLst>
                <a:path w="5563" h="631" extrusionOk="0">
                  <a:moveTo>
                    <a:pt x="3640" y="284"/>
                  </a:moveTo>
                  <a:cubicBezTo>
                    <a:pt x="2821" y="284"/>
                    <a:pt x="2002" y="284"/>
                    <a:pt x="1182" y="299"/>
                  </a:cubicBezTo>
                  <a:cubicBezTo>
                    <a:pt x="1166" y="221"/>
                    <a:pt x="1088" y="142"/>
                    <a:pt x="1025" y="95"/>
                  </a:cubicBezTo>
                  <a:cubicBezTo>
                    <a:pt x="977" y="47"/>
                    <a:pt x="882" y="1"/>
                    <a:pt x="819" y="47"/>
                  </a:cubicBezTo>
                  <a:cubicBezTo>
                    <a:pt x="710" y="142"/>
                    <a:pt x="882" y="236"/>
                    <a:pt x="1008" y="299"/>
                  </a:cubicBezTo>
                  <a:lnTo>
                    <a:pt x="756" y="299"/>
                  </a:lnTo>
                  <a:cubicBezTo>
                    <a:pt x="741" y="236"/>
                    <a:pt x="678" y="190"/>
                    <a:pt x="647" y="142"/>
                  </a:cubicBezTo>
                  <a:cubicBezTo>
                    <a:pt x="584" y="95"/>
                    <a:pt x="521" y="16"/>
                    <a:pt x="441" y="16"/>
                  </a:cubicBezTo>
                  <a:cubicBezTo>
                    <a:pt x="347" y="32"/>
                    <a:pt x="332" y="127"/>
                    <a:pt x="378" y="173"/>
                  </a:cubicBezTo>
                  <a:cubicBezTo>
                    <a:pt x="410" y="221"/>
                    <a:pt x="473" y="236"/>
                    <a:pt x="521" y="268"/>
                  </a:cubicBezTo>
                  <a:cubicBezTo>
                    <a:pt x="536" y="284"/>
                    <a:pt x="552" y="284"/>
                    <a:pt x="584" y="299"/>
                  </a:cubicBezTo>
                  <a:lnTo>
                    <a:pt x="300" y="299"/>
                  </a:lnTo>
                  <a:lnTo>
                    <a:pt x="300" y="299"/>
                  </a:lnTo>
                  <a:lnTo>
                    <a:pt x="300" y="299"/>
                  </a:lnTo>
                  <a:cubicBezTo>
                    <a:pt x="252" y="268"/>
                    <a:pt x="221" y="221"/>
                    <a:pt x="205" y="173"/>
                  </a:cubicBezTo>
                  <a:cubicBezTo>
                    <a:pt x="189" y="158"/>
                    <a:pt x="174" y="173"/>
                    <a:pt x="158" y="190"/>
                  </a:cubicBezTo>
                  <a:cubicBezTo>
                    <a:pt x="126" y="221"/>
                    <a:pt x="95" y="236"/>
                    <a:pt x="48" y="253"/>
                  </a:cubicBezTo>
                  <a:cubicBezTo>
                    <a:pt x="32" y="253"/>
                    <a:pt x="0" y="284"/>
                    <a:pt x="16" y="299"/>
                  </a:cubicBezTo>
                  <a:cubicBezTo>
                    <a:pt x="79" y="331"/>
                    <a:pt x="111" y="379"/>
                    <a:pt x="126" y="442"/>
                  </a:cubicBezTo>
                  <a:cubicBezTo>
                    <a:pt x="126" y="457"/>
                    <a:pt x="142" y="442"/>
                    <a:pt x="158" y="442"/>
                  </a:cubicBezTo>
                  <a:cubicBezTo>
                    <a:pt x="189" y="394"/>
                    <a:pt x="237" y="363"/>
                    <a:pt x="269" y="331"/>
                  </a:cubicBezTo>
                  <a:lnTo>
                    <a:pt x="284" y="331"/>
                  </a:lnTo>
                  <a:cubicBezTo>
                    <a:pt x="378" y="331"/>
                    <a:pt x="458" y="347"/>
                    <a:pt x="552" y="347"/>
                  </a:cubicBezTo>
                  <a:cubicBezTo>
                    <a:pt x="441" y="379"/>
                    <a:pt x="315" y="457"/>
                    <a:pt x="347" y="520"/>
                  </a:cubicBezTo>
                  <a:cubicBezTo>
                    <a:pt x="378" y="599"/>
                    <a:pt x="504" y="536"/>
                    <a:pt x="552" y="520"/>
                  </a:cubicBezTo>
                  <a:cubicBezTo>
                    <a:pt x="630" y="489"/>
                    <a:pt x="710" y="426"/>
                    <a:pt x="756" y="363"/>
                  </a:cubicBezTo>
                  <a:lnTo>
                    <a:pt x="756" y="347"/>
                  </a:lnTo>
                  <a:lnTo>
                    <a:pt x="756" y="347"/>
                  </a:lnTo>
                  <a:lnTo>
                    <a:pt x="756" y="347"/>
                  </a:lnTo>
                  <a:lnTo>
                    <a:pt x="945" y="347"/>
                  </a:lnTo>
                  <a:cubicBezTo>
                    <a:pt x="899" y="379"/>
                    <a:pt x="851" y="410"/>
                    <a:pt x="819" y="442"/>
                  </a:cubicBezTo>
                  <a:cubicBezTo>
                    <a:pt x="788" y="473"/>
                    <a:pt x="741" y="552"/>
                    <a:pt x="788" y="599"/>
                  </a:cubicBezTo>
                  <a:cubicBezTo>
                    <a:pt x="851" y="631"/>
                    <a:pt x="930" y="583"/>
                    <a:pt x="977" y="552"/>
                  </a:cubicBezTo>
                  <a:cubicBezTo>
                    <a:pt x="1056" y="505"/>
                    <a:pt x="1134" y="442"/>
                    <a:pt x="1182" y="347"/>
                  </a:cubicBezTo>
                  <a:lnTo>
                    <a:pt x="2174" y="347"/>
                  </a:lnTo>
                  <a:lnTo>
                    <a:pt x="4632" y="347"/>
                  </a:lnTo>
                  <a:lnTo>
                    <a:pt x="5515" y="347"/>
                  </a:lnTo>
                  <a:cubicBezTo>
                    <a:pt x="5531" y="347"/>
                    <a:pt x="5562" y="299"/>
                    <a:pt x="5531" y="299"/>
                  </a:cubicBezTo>
                  <a:cubicBezTo>
                    <a:pt x="4901" y="268"/>
                    <a:pt x="4270" y="284"/>
                    <a:pt x="3640" y="284"/>
                  </a:cubicBezTo>
                  <a:close/>
                  <a:moveTo>
                    <a:pt x="867" y="79"/>
                  </a:moveTo>
                  <a:cubicBezTo>
                    <a:pt x="914" y="64"/>
                    <a:pt x="1008" y="158"/>
                    <a:pt x="1040" y="190"/>
                  </a:cubicBezTo>
                  <a:cubicBezTo>
                    <a:pt x="1056" y="221"/>
                    <a:pt x="1088" y="253"/>
                    <a:pt x="1119" y="284"/>
                  </a:cubicBezTo>
                  <a:cubicBezTo>
                    <a:pt x="1071" y="268"/>
                    <a:pt x="1025" y="236"/>
                    <a:pt x="977" y="221"/>
                  </a:cubicBezTo>
                  <a:cubicBezTo>
                    <a:pt x="962" y="205"/>
                    <a:pt x="804" y="110"/>
                    <a:pt x="867" y="79"/>
                  </a:cubicBezTo>
                  <a:close/>
                  <a:moveTo>
                    <a:pt x="489" y="190"/>
                  </a:moveTo>
                  <a:lnTo>
                    <a:pt x="441" y="142"/>
                  </a:lnTo>
                  <a:cubicBezTo>
                    <a:pt x="426" y="142"/>
                    <a:pt x="426" y="127"/>
                    <a:pt x="410" y="127"/>
                  </a:cubicBezTo>
                  <a:cubicBezTo>
                    <a:pt x="395" y="110"/>
                    <a:pt x="410" y="95"/>
                    <a:pt x="426" y="95"/>
                  </a:cubicBezTo>
                  <a:cubicBezTo>
                    <a:pt x="458" y="79"/>
                    <a:pt x="489" y="95"/>
                    <a:pt x="504" y="110"/>
                  </a:cubicBezTo>
                  <a:cubicBezTo>
                    <a:pt x="567" y="173"/>
                    <a:pt x="630" y="221"/>
                    <a:pt x="678" y="284"/>
                  </a:cubicBezTo>
                  <a:close/>
                  <a:moveTo>
                    <a:pt x="95" y="284"/>
                  </a:moveTo>
                  <a:cubicBezTo>
                    <a:pt x="111" y="268"/>
                    <a:pt x="142" y="253"/>
                    <a:pt x="158" y="236"/>
                  </a:cubicBezTo>
                  <a:cubicBezTo>
                    <a:pt x="189" y="268"/>
                    <a:pt x="205" y="299"/>
                    <a:pt x="237" y="316"/>
                  </a:cubicBezTo>
                  <a:cubicBezTo>
                    <a:pt x="205" y="331"/>
                    <a:pt x="174" y="363"/>
                    <a:pt x="158" y="394"/>
                  </a:cubicBezTo>
                  <a:cubicBezTo>
                    <a:pt x="142" y="347"/>
                    <a:pt x="111" y="316"/>
                    <a:pt x="95" y="284"/>
                  </a:cubicBezTo>
                  <a:close/>
                  <a:moveTo>
                    <a:pt x="599" y="457"/>
                  </a:moveTo>
                  <a:cubicBezTo>
                    <a:pt x="584" y="473"/>
                    <a:pt x="378" y="536"/>
                    <a:pt x="410" y="473"/>
                  </a:cubicBezTo>
                  <a:cubicBezTo>
                    <a:pt x="426" y="442"/>
                    <a:pt x="536" y="410"/>
                    <a:pt x="552" y="394"/>
                  </a:cubicBezTo>
                  <a:cubicBezTo>
                    <a:pt x="615" y="379"/>
                    <a:pt x="662" y="363"/>
                    <a:pt x="710" y="347"/>
                  </a:cubicBezTo>
                  <a:lnTo>
                    <a:pt x="725" y="363"/>
                  </a:lnTo>
                  <a:cubicBezTo>
                    <a:pt x="678" y="394"/>
                    <a:pt x="647" y="426"/>
                    <a:pt x="599" y="457"/>
                  </a:cubicBezTo>
                  <a:close/>
                  <a:moveTo>
                    <a:pt x="899" y="552"/>
                  </a:moveTo>
                  <a:cubicBezTo>
                    <a:pt x="867" y="552"/>
                    <a:pt x="819" y="568"/>
                    <a:pt x="836" y="505"/>
                  </a:cubicBezTo>
                  <a:cubicBezTo>
                    <a:pt x="836" y="473"/>
                    <a:pt x="882" y="457"/>
                    <a:pt x="914" y="426"/>
                  </a:cubicBezTo>
                  <a:cubicBezTo>
                    <a:pt x="962" y="394"/>
                    <a:pt x="1008" y="379"/>
                    <a:pt x="1071" y="347"/>
                  </a:cubicBezTo>
                  <a:lnTo>
                    <a:pt x="1134" y="347"/>
                  </a:lnTo>
                  <a:cubicBezTo>
                    <a:pt x="1071" y="442"/>
                    <a:pt x="1008" y="520"/>
                    <a:pt x="899" y="55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368" name="Google Shape;1368;p35"/>
            <p:cNvSpPr/>
            <p:nvPr/>
          </p:nvSpPr>
          <p:spPr>
            <a:xfrm>
              <a:off x="1633653" y="1658463"/>
              <a:ext cx="12562" cy="14057"/>
            </a:xfrm>
            <a:custGeom>
              <a:avLst/>
              <a:gdLst/>
              <a:ahLst/>
              <a:cxnLst/>
              <a:rect l="l" t="t" r="r" b="b"/>
              <a:pathLst>
                <a:path w="395" h="442" extrusionOk="0">
                  <a:moveTo>
                    <a:pt x="253" y="126"/>
                  </a:moveTo>
                  <a:cubicBezTo>
                    <a:pt x="222" y="95"/>
                    <a:pt x="205" y="48"/>
                    <a:pt x="190" y="17"/>
                  </a:cubicBezTo>
                  <a:cubicBezTo>
                    <a:pt x="190" y="0"/>
                    <a:pt x="174" y="0"/>
                    <a:pt x="174" y="0"/>
                  </a:cubicBezTo>
                  <a:cubicBezTo>
                    <a:pt x="174" y="0"/>
                    <a:pt x="158" y="0"/>
                    <a:pt x="158" y="17"/>
                  </a:cubicBezTo>
                  <a:lnTo>
                    <a:pt x="158" y="17"/>
                  </a:lnTo>
                  <a:lnTo>
                    <a:pt x="158" y="17"/>
                  </a:lnTo>
                  <a:lnTo>
                    <a:pt x="158" y="17"/>
                  </a:lnTo>
                  <a:lnTo>
                    <a:pt x="158" y="32"/>
                  </a:lnTo>
                  <a:lnTo>
                    <a:pt x="158" y="32"/>
                  </a:lnTo>
                  <a:cubicBezTo>
                    <a:pt x="142" y="63"/>
                    <a:pt x="127" y="95"/>
                    <a:pt x="95" y="126"/>
                  </a:cubicBezTo>
                  <a:cubicBezTo>
                    <a:pt x="79" y="158"/>
                    <a:pt x="32" y="174"/>
                    <a:pt x="16" y="206"/>
                  </a:cubicBezTo>
                  <a:cubicBezTo>
                    <a:pt x="1" y="221"/>
                    <a:pt x="1" y="237"/>
                    <a:pt x="32" y="237"/>
                  </a:cubicBezTo>
                  <a:cubicBezTo>
                    <a:pt x="64" y="269"/>
                    <a:pt x="95" y="284"/>
                    <a:pt x="127" y="332"/>
                  </a:cubicBezTo>
                  <a:cubicBezTo>
                    <a:pt x="142" y="347"/>
                    <a:pt x="158" y="379"/>
                    <a:pt x="158" y="395"/>
                  </a:cubicBezTo>
                  <a:cubicBezTo>
                    <a:pt x="174" y="410"/>
                    <a:pt x="174" y="426"/>
                    <a:pt x="190" y="442"/>
                  </a:cubicBezTo>
                  <a:cubicBezTo>
                    <a:pt x="190" y="442"/>
                    <a:pt x="222" y="442"/>
                    <a:pt x="222" y="426"/>
                  </a:cubicBezTo>
                  <a:cubicBezTo>
                    <a:pt x="222" y="363"/>
                    <a:pt x="285" y="237"/>
                    <a:pt x="363" y="221"/>
                  </a:cubicBezTo>
                  <a:cubicBezTo>
                    <a:pt x="363" y="206"/>
                    <a:pt x="394" y="174"/>
                    <a:pt x="379" y="174"/>
                  </a:cubicBezTo>
                  <a:cubicBezTo>
                    <a:pt x="331" y="158"/>
                    <a:pt x="285" y="143"/>
                    <a:pt x="253" y="126"/>
                  </a:cubicBezTo>
                  <a:close/>
                  <a:moveTo>
                    <a:pt x="205" y="347"/>
                  </a:moveTo>
                  <a:cubicBezTo>
                    <a:pt x="190" y="332"/>
                    <a:pt x="190" y="300"/>
                    <a:pt x="174" y="284"/>
                  </a:cubicBezTo>
                  <a:cubicBezTo>
                    <a:pt x="142" y="253"/>
                    <a:pt x="111" y="237"/>
                    <a:pt x="64" y="206"/>
                  </a:cubicBezTo>
                  <a:cubicBezTo>
                    <a:pt x="95" y="189"/>
                    <a:pt x="111" y="158"/>
                    <a:pt x="142" y="143"/>
                  </a:cubicBezTo>
                  <a:cubicBezTo>
                    <a:pt x="142" y="126"/>
                    <a:pt x="158" y="111"/>
                    <a:pt x="158" y="95"/>
                  </a:cubicBezTo>
                  <a:cubicBezTo>
                    <a:pt x="190" y="158"/>
                    <a:pt x="237" y="189"/>
                    <a:pt x="300" y="206"/>
                  </a:cubicBezTo>
                  <a:cubicBezTo>
                    <a:pt x="268" y="237"/>
                    <a:pt x="222" y="300"/>
                    <a:pt x="205" y="34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grpSp>
      <p:pic>
        <p:nvPicPr>
          <p:cNvPr id="1369" name="Google Shape;1369;p35"/>
          <p:cNvPicPr preferRelativeResize="0"/>
          <p:nvPr/>
        </p:nvPicPr>
        <p:blipFill>
          <a:blip r:embed="rId3">
            <a:alphaModFix/>
          </a:blip>
          <a:stretch>
            <a:fillRect/>
          </a:stretch>
        </p:blipFill>
        <p:spPr>
          <a:xfrm rot="238721">
            <a:off x="7268562" y="2293068"/>
            <a:ext cx="1436302" cy="1753742"/>
          </a:xfrm>
          <a:prstGeom prst="rect">
            <a:avLst/>
          </a:prstGeom>
          <a:noFill/>
          <a:ln>
            <a:noFill/>
          </a:ln>
        </p:spPr>
      </p:pic>
      <p:pic>
        <p:nvPicPr>
          <p:cNvPr id="1370" name="Google Shape;1370;p35"/>
          <p:cNvPicPr preferRelativeResize="0"/>
          <p:nvPr/>
        </p:nvPicPr>
        <p:blipFill>
          <a:blip r:embed="rId4">
            <a:alphaModFix/>
          </a:blip>
          <a:stretch>
            <a:fillRect/>
          </a:stretch>
        </p:blipFill>
        <p:spPr>
          <a:xfrm rot="10800000">
            <a:off x="466326" y="540002"/>
            <a:ext cx="1745501" cy="2032048"/>
          </a:xfrm>
          <a:prstGeom prst="rect">
            <a:avLst/>
          </a:prstGeom>
          <a:noFill/>
          <a:ln>
            <a:noFill/>
          </a:ln>
        </p:spPr>
      </p:pic>
      <p:pic>
        <p:nvPicPr>
          <p:cNvPr id="1371" name="Google Shape;1371;p35"/>
          <p:cNvPicPr preferRelativeResize="0"/>
          <p:nvPr/>
        </p:nvPicPr>
        <p:blipFill>
          <a:blip r:embed="rId5">
            <a:alphaModFix/>
          </a:blip>
          <a:stretch>
            <a:fillRect/>
          </a:stretch>
        </p:blipFill>
        <p:spPr>
          <a:xfrm>
            <a:off x="8065226" y="396250"/>
            <a:ext cx="434475" cy="422300"/>
          </a:xfrm>
          <a:prstGeom prst="rect">
            <a:avLst/>
          </a:prstGeom>
          <a:noFill/>
          <a:ln>
            <a:noFill/>
          </a:ln>
        </p:spPr>
      </p:pic>
      <p:pic>
        <p:nvPicPr>
          <p:cNvPr id="2" name="תמונה 1">
            <a:extLst>
              <a:ext uri="{FF2B5EF4-FFF2-40B4-BE49-F238E27FC236}">
                <a16:creationId xmlns:a16="http://schemas.microsoft.com/office/drawing/2014/main" id="{98D6414A-7B85-AA3B-3545-F07C425F3507}"/>
              </a:ext>
            </a:extLst>
          </p:cNvPr>
          <p:cNvPicPr>
            <a:picLocks noChangeAspect="1"/>
          </p:cNvPicPr>
          <p:nvPr/>
        </p:nvPicPr>
        <p:blipFill>
          <a:blip r:embed="rId6"/>
          <a:stretch>
            <a:fillRect/>
          </a:stretch>
        </p:blipFill>
        <p:spPr>
          <a:xfrm>
            <a:off x="-6200" y="2716049"/>
            <a:ext cx="1955166" cy="1743075"/>
          </a:xfrm>
          <a:prstGeom prst="ellipse">
            <a:avLst/>
          </a:prstGeom>
          <a:ln>
            <a:noFill/>
          </a:ln>
          <a:effectLst>
            <a:softEdge rad="112500"/>
          </a:effectLst>
        </p:spPr>
      </p:pic>
      <p:pic>
        <p:nvPicPr>
          <p:cNvPr id="4" name="תמונה 3">
            <a:extLst>
              <a:ext uri="{FF2B5EF4-FFF2-40B4-BE49-F238E27FC236}">
                <a16:creationId xmlns:a16="http://schemas.microsoft.com/office/drawing/2014/main" id="{519D2451-6613-35EE-88DD-DE87E3176303}"/>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2505157" y="-451851"/>
            <a:ext cx="3175852" cy="21185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grpSp>
        <p:nvGrpSpPr>
          <p:cNvPr id="1409" name="Google Shape;1409;p38"/>
          <p:cNvGrpSpPr/>
          <p:nvPr/>
        </p:nvGrpSpPr>
        <p:grpSpPr>
          <a:xfrm>
            <a:off x="961016" y="4156505"/>
            <a:ext cx="4986209" cy="1000048"/>
            <a:chOff x="2999621" y="1744174"/>
            <a:chExt cx="460023" cy="102245"/>
          </a:xfrm>
        </p:grpSpPr>
        <p:sp>
          <p:nvSpPr>
            <p:cNvPr id="1410" name="Google Shape;1410;p38"/>
            <p:cNvSpPr/>
            <p:nvPr/>
          </p:nvSpPr>
          <p:spPr>
            <a:xfrm>
              <a:off x="2999621" y="1744174"/>
              <a:ext cx="460023" cy="102245"/>
            </a:xfrm>
            <a:custGeom>
              <a:avLst/>
              <a:gdLst/>
              <a:ahLst/>
              <a:cxnLst/>
              <a:rect l="l" t="t" r="r" b="b"/>
              <a:pathLst>
                <a:path w="14465" h="3215" extrusionOk="0">
                  <a:moveTo>
                    <a:pt x="16" y="1639"/>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07" y="3088"/>
                    <a:pt x="4160" y="3103"/>
                  </a:cubicBezTo>
                  <a:cubicBezTo>
                    <a:pt x="4112" y="3103"/>
                    <a:pt x="4097" y="3135"/>
                    <a:pt x="4066" y="3088"/>
                  </a:cubicBezTo>
                  <a:cubicBezTo>
                    <a:pt x="4066" y="3057"/>
                    <a:pt x="4066" y="3040"/>
                    <a:pt x="4049" y="3025"/>
                  </a:cubicBezTo>
                  <a:cubicBezTo>
                    <a:pt x="4034" y="2994"/>
                    <a:pt x="4018" y="2977"/>
                    <a:pt x="4003" y="2962"/>
                  </a:cubicBezTo>
                  <a:cubicBezTo>
                    <a:pt x="3986" y="2946"/>
                    <a:pt x="3971" y="2946"/>
                    <a:pt x="3955" y="2946"/>
                  </a:cubicBezTo>
                  <a:lnTo>
                    <a:pt x="3923" y="2946"/>
                  </a:lnTo>
                  <a:cubicBezTo>
                    <a:pt x="3908" y="2946"/>
                    <a:pt x="3908" y="2931"/>
                    <a:pt x="3892" y="2914"/>
                  </a:cubicBezTo>
                  <a:cubicBezTo>
                    <a:pt x="3860" y="2899"/>
                    <a:pt x="3829" y="2899"/>
                    <a:pt x="3797" y="2883"/>
                  </a:cubicBezTo>
                  <a:cubicBezTo>
                    <a:pt x="3782" y="2883"/>
                    <a:pt x="3766" y="2883"/>
                    <a:pt x="3766" y="2868"/>
                  </a:cubicBezTo>
                  <a:cubicBezTo>
                    <a:pt x="3751" y="2851"/>
                    <a:pt x="3751" y="2805"/>
                    <a:pt x="3751" y="2788"/>
                  </a:cubicBezTo>
                  <a:cubicBezTo>
                    <a:pt x="3751" y="2742"/>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77" y="2301"/>
                    <a:pt x="3545" y="2301"/>
                  </a:cubicBezTo>
                  <a:cubicBezTo>
                    <a:pt x="3499" y="2316"/>
                    <a:pt x="3467" y="2316"/>
                    <a:pt x="3419" y="2316"/>
                  </a:cubicBezTo>
                  <a:lnTo>
                    <a:pt x="3388" y="2316"/>
                  </a:lnTo>
                  <a:lnTo>
                    <a:pt x="3341" y="2316"/>
                  </a:lnTo>
                  <a:cubicBezTo>
                    <a:pt x="3293" y="2332"/>
                    <a:pt x="3246" y="2347"/>
                    <a:pt x="3199" y="2379"/>
                  </a:cubicBezTo>
                  <a:cubicBezTo>
                    <a:pt x="3167" y="2395"/>
                    <a:pt x="3152" y="2395"/>
                    <a:pt x="3152" y="2410"/>
                  </a:cubicBezTo>
                  <a:cubicBezTo>
                    <a:pt x="3120" y="2458"/>
                    <a:pt x="3120" y="2505"/>
                    <a:pt x="3089" y="2536"/>
                  </a:cubicBezTo>
                  <a:cubicBezTo>
                    <a:pt x="3057" y="2521"/>
                    <a:pt x="2963" y="2521"/>
                    <a:pt x="2931" y="2568"/>
                  </a:cubicBezTo>
                  <a:cubicBezTo>
                    <a:pt x="2931" y="2584"/>
                    <a:pt x="2915" y="2584"/>
                    <a:pt x="2915" y="2599"/>
                  </a:cubicBezTo>
                  <a:cubicBezTo>
                    <a:pt x="2915" y="2599"/>
                    <a:pt x="2900" y="2616"/>
                    <a:pt x="2883" y="2616"/>
                  </a:cubicBezTo>
                  <a:cubicBezTo>
                    <a:pt x="2883" y="2631"/>
                    <a:pt x="2868" y="2631"/>
                    <a:pt x="2868" y="2662"/>
                  </a:cubicBezTo>
                  <a:cubicBezTo>
                    <a:pt x="2852" y="2694"/>
                    <a:pt x="2868" y="2710"/>
                    <a:pt x="2837" y="2725"/>
                  </a:cubicBezTo>
                  <a:cubicBezTo>
                    <a:pt x="2820" y="2742"/>
                    <a:pt x="2789" y="2742"/>
                    <a:pt x="2774" y="2757"/>
                  </a:cubicBezTo>
                  <a:cubicBezTo>
                    <a:pt x="2742" y="2773"/>
                    <a:pt x="2679" y="2788"/>
                    <a:pt x="2648" y="2820"/>
                  </a:cubicBezTo>
                  <a:cubicBezTo>
                    <a:pt x="2648" y="2836"/>
                    <a:pt x="2648" y="2868"/>
                    <a:pt x="2631" y="2883"/>
                  </a:cubicBezTo>
                  <a:cubicBezTo>
                    <a:pt x="2631" y="2899"/>
                    <a:pt x="2616" y="2977"/>
                    <a:pt x="2616" y="2977"/>
                  </a:cubicBezTo>
                  <a:cubicBezTo>
                    <a:pt x="2585" y="2994"/>
                    <a:pt x="2568" y="2977"/>
                    <a:pt x="2553" y="2977"/>
                  </a:cubicBezTo>
                  <a:cubicBezTo>
                    <a:pt x="2537" y="2962"/>
                    <a:pt x="2505" y="2962"/>
                    <a:pt x="2490" y="2962"/>
                  </a:cubicBezTo>
                  <a:lnTo>
                    <a:pt x="2427" y="2994"/>
                  </a:lnTo>
                  <a:cubicBezTo>
                    <a:pt x="2411" y="3009"/>
                    <a:pt x="2396" y="3009"/>
                    <a:pt x="2364" y="3009"/>
                  </a:cubicBezTo>
                  <a:lnTo>
                    <a:pt x="2348" y="3009"/>
                  </a:lnTo>
                  <a:cubicBezTo>
                    <a:pt x="2316" y="3009"/>
                    <a:pt x="2301" y="3009"/>
                    <a:pt x="2285" y="3025"/>
                  </a:cubicBezTo>
                  <a:cubicBezTo>
                    <a:pt x="2253" y="3040"/>
                    <a:pt x="2238" y="3040"/>
                    <a:pt x="2207" y="3057"/>
                  </a:cubicBezTo>
                  <a:cubicBezTo>
                    <a:pt x="2175" y="3057"/>
                    <a:pt x="2081" y="3088"/>
                    <a:pt x="2049" y="3057"/>
                  </a:cubicBezTo>
                  <a:cubicBezTo>
                    <a:pt x="2033" y="3040"/>
                    <a:pt x="2049" y="3040"/>
                    <a:pt x="2033" y="3025"/>
                  </a:cubicBezTo>
                  <a:cubicBezTo>
                    <a:pt x="2018" y="3009"/>
                    <a:pt x="2033" y="3009"/>
                    <a:pt x="2001" y="3009"/>
                  </a:cubicBezTo>
                  <a:lnTo>
                    <a:pt x="1970" y="3009"/>
                  </a:lnTo>
                  <a:cubicBezTo>
                    <a:pt x="1954" y="2994"/>
                    <a:pt x="1954" y="2977"/>
                    <a:pt x="1938" y="2962"/>
                  </a:cubicBezTo>
                  <a:lnTo>
                    <a:pt x="1891" y="2962"/>
                  </a:lnTo>
                  <a:cubicBezTo>
                    <a:pt x="1844" y="2977"/>
                    <a:pt x="1812" y="2977"/>
                    <a:pt x="1765" y="2977"/>
                  </a:cubicBezTo>
                  <a:lnTo>
                    <a:pt x="1702" y="2977"/>
                  </a:lnTo>
                  <a:lnTo>
                    <a:pt x="1686" y="2977"/>
                  </a:lnTo>
                  <a:lnTo>
                    <a:pt x="1655" y="2977"/>
                  </a:lnTo>
                  <a:cubicBezTo>
                    <a:pt x="1639" y="2977"/>
                    <a:pt x="1639" y="2962"/>
                    <a:pt x="1623" y="2962"/>
                  </a:cubicBezTo>
                  <a:lnTo>
                    <a:pt x="1591" y="2962"/>
                  </a:lnTo>
                  <a:cubicBezTo>
                    <a:pt x="1576" y="2977"/>
                    <a:pt x="1560" y="2977"/>
                    <a:pt x="1560" y="2977"/>
                  </a:cubicBezTo>
                  <a:cubicBezTo>
                    <a:pt x="1560" y="2962"/>
                    <a:pt x="1545" y="2962"/>
                    <a:pt x="1545" y="2962"/>
                  </a:cubicBezTo>
                  <a:cubicBezTo>
                    <a:pt x="1545" y="2946"/>
                    <a:pt x="1528" y="2946"/>
                    <a:pt x="1528" y="2946"/>
                  </a:cubicBezTo>
                  <a:cubicBezTo>
                    <a:pt x="1497" y="2946"/>
                    <a:pt x="1450" y="2946"/>
                    <a:pt x="1419" y="2931"/>
                  </a:cubicBezTo>
                  <a:cubicBezTo>
                    <a:pt x="1402" y="2914"/>
                    <a:pt x="1387" y="2914"/>
                    <a:pt x="1371" y="2899"/>
                  </a:cubicBezTo>
                  <a:lnTo>
                    <a:pt x="1293" y="2899"/>
                  </a:lnTo>
                  <a:lnTo>
                    <a:pt x="1245" y="2899"/>
                  </a:lnTo>
                  <a:cubicBezTo>
                    <a:pt x="1245" y="2883"/>
                    <a:pt x="1245" y="2883"/>
                    <a:pt x="1230" y="2883"/>
                  </a:cubicBezTo>
                  <a:lnTo>
                    <a:pt x="1198" y="2883"/>
                  </a:lnTo>
                  <a:cubicBezTo>
                    <a:pt x="1198" y="2820"/>
                    <a:pt x="1072" y="2820"/>
                    <a:pt x="1024" y="2820"/>
                  </a:cubicBezTo>
                  <a:cubicBezTo>
                    <a:pt x="978" y="2820"/>
                    <a:pt x="1009" y="2805"/>
                    <a:pt x="993" y="2773"/>
                  </a:cubicBezTo>
                  <a:cubicBezTo>
                    <a:pt x="978" y="2757"/>
                    <a:pt x="946" y="2757"/>
                    <a:pt x="915" y="2757"/>
                  </a:cubicBezTo>
                  <a:lnTo>
                    <a:pt x="883" y="2757"/>
                  </a:lnTo>
                  <a:cubicBezTo>
                    <a:pt x="883" y="2742"/>
                    <a:pt x="883" y="2694"/>
                    <a:pt x="867" y="2694"/>
                  </a:cubicBezTo>
                  <a:cubicBezTo>
                    <a:pt x="867" y="2679"/>
                    <a:pt x="835" y="2679"/>
                    <a:pt x="820" y="2694"/>
                  </a:cubicBezTo>
                  <a:lnTo>
                    <a:pt x="772" y="2694"/>
                  </a:lnTo>
                  <a:cubicBezTo>
                    <a:pt x="772" y="2647"/>
                    <a:pt x="694" y="2662"/>
                    <a:pt x="694" y="2616"/>
                  </a:cubicBezTo>
                  <a:lnTo>
                    <a:pt x="646" y="2616"/>
                  </a:lnTo>
                  <a:cubicBezTo>
                    <a:pt x="631" y="2616"/>
                    <a:pt x="600" y="2616"/>
                    <a:pt x="583" y="2599"/>
                  </a:cubicBezTo>
                  <a:cubicBezTo>
                    <a:pt x="568" y="2584"/>
                    <a:pt x="568" y="2536"/>
                    <a:pt x="552" y="2521"/>
                  </a:cubicBezTo>
                  <a:cubicBezTo>
                    <a:pt x="552" y="2473"/>
                    <a:pt x="552" y="2427"/>
                    <a:pt x="520" y="2379"/>
                  </a:cubicBezTo>
                  <a:cubicBezTo>
                    <a:pt x="505" y="2379"/>
                    <a:pt x="489" y="2364"/>
                    <a:pt x="473" y="2364"/>
                  </a:cubicBezTo>
                  <a:cubicBezTo>
                    <a:pt x="457" y="2347"/>
                    <a:pt x="394" y="2332"/>
                    <a:pt x="379" y="2316"/>
                  </a:cubicBezTo>
                  <a:cubicBezTo>
                    <a:pt x="347" y="2301"/>
                    <a:pt x="347" y="2238"/>
                    <a:pt x="347" y="2206"/>
                  </a:cubicBezTo>
                  <a:cubicBezTo>
                    <a:pt x="347" y="2158"/>
                    <a:pt x="347" y="2112"/>
                    <a:pt x="331" y="2048"/>
                  </a:cubicBezTo>
                  <a:cubicBezTo>
                    <a:pt x="316" y="2001"/>
                    <a:pt x="316" y="1954"/>
                    <a:pt x="300" y="1906"/>
                  </a:cubicBezTo>
                  <a:cubicBezTo>
                    <a:pt x="300" y="1891"/>
                    <a:pt x="300" y="1891"/>
                    <a:pt x="284" y="1875"/>
                  </a:cubicBezTo>
                  <a:cubicBezTo>
                    <a:pt x="253" y="1843"/>
                    <a:pt x="173" y="1843"/>
                    <a:pt x="158" y="1796"/>
                  </a:cubicBezTo>
                  <a:cubicBezTo>
                    <a:pt x="142" y="1749"/>
                    <a:pt x="173" y="1670"/>
                    <a:pt x="127" y="1654"/>
                  </a:cubicBezTo>
                  <a:cubicBezTo>
                    <a:pt x="110" y="1639"/>
                    <a:pt x="95" y="1639"/>
                    <a:pt x="79" y="1639"/>
                  </a:cubicBezTo>
                  <a:close/>
                </a:path>
              </a:pathLst>
            </a:custGeom>
            <a:solidFill>
              <a:srgbClr val="FFFFFF"/>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1" name="Google Shape;1411;p38"/>
            <p:cNvSpPr/>
            <p:nvPr/>
          </p:nvSpPr>
          <p:spPr>
            <a:xfrm>
              <a:off x="2999621" y="1744174"/>
              <a:ext cx="460023" cy="102245"/>
            </a:xfrm>
            <a:custGeom>
              <a:avLst/>
              <a:gdLst/>
              <a:ahLst/>
              <a:cxnLst/>
              <a:rect l="l" t="t" r="r" b="b"/>
              <a:pathLst>
                <a:path w="14465" h="3215" extrusionOk="0">
                  <a:moveTo>
                    <a:pt x="47" y="1622"/>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55" y="3025"/>
                    <a:pt x="4207" y="3025"/>
                  </a:cubicBezTo>
                  <a:cubicBezTo>
                    <a:pt x="4160" y="3040"/>
                    <a:pt x="4144" y="3072"/>
                    <a:pt x="4112" y="3009"/>
                  </a:cubicBezTo>
                  <a:cubicBezTo>
                    <a:pt x="4112" y="2994"/>
                    <a:pt x="4097" y="2977"/>
                    <a:pt x="4081" y="2946"/>
                  </a:cubicBezTo>
                  <a:cubicBezTo>
                    <a:pt x="4081" y="2931"/>
                    <a:pt x="4066" y="2914"/>
                    <a:pt x="4049" y="2899"/>
                  </a:cubicBezTo>
                  <a:cubicBezTo>
                    <a:pt x="4018" y="2868"/>
                    <a:pt x="4018" y="2868"/>
                    <a:pt x="4003" y="2868"/>
                  </a:cubicBezTo>
                  <a:lnTo>
                    <a:pt x="3971" y="2868"/>
                  </a:lnTo>
                  <a:cubicBezTo>
                    <a:pt x="3955" y="2868"/>
                    <a:pt x="3940" y="2851"/>
                    <a:pt x="3940" y="2851"/>
                  </a:cubicBezTo>
                  <a:cubicBezTo>
                    <a:pt x="3908" y="2836"/>
                    <a:pt x="3877" y="2836"/>
                    <a:pt x="3845" y="2820"/>
                  </a:cubicBezTo>
                  <a:cubicBezTo>
                    <a:pt x="3829" y="2805"/>
                    <a:pt x="3814" y="2805"/>
                    <a:pt x="3814" y="2805"/>
                  </a:cubicBezTo>
                  <a:cubicBezTo>
                    <a:pt x="3797" y="2788"/>
                    <a:pt x="3782" y="2788"/>
                    <a:pt x="3782" y="2773"/>
                  </a:cubicBezTo>
                  <a:cubicBezTo>
                    <a:pt x="3766" y="2710"/>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62" y="2269"/>
                    <a:pt x="3530" y="2269"/>
                  </a:cubicBezTo>
                  <a:cubicBezTo>
                    <a:pt x="3482" y="2269"/>
                    <a:pt x="3436" y="2284"/>
                    <a:pt x="3404" y="2284"/>
                  </a:cubicBezTo>
                  <a:lnTo>
                    <a:pt x="3372" y="2284"/>
                  </a:lnTo>
                  <a:cubicBezTo>
                    <a:pt x="3356" y="2269"/>
                    <a:pt x="3341" y="2269"/>
                    <a:pt x="3309" y="2284"/>
                  </a:cubicBezTo>
                  <a:cubicBezTo>
                    <a:pt x="3262" y="2284"/>
                    <a:pt x="3199" y="2269"/>
                    <a:pt x="3152" y="2301"/>
                  </a:cubicBezTo>
                  <a:cubicBezTo>
                    <a:pt x="3136" y="2316"/>
                    <a:pt x="3120" y="2316"/>
                    <a:pt x="3104" y="2332"/>
                  </a:cubicBezTo>
                  <a:cubicBezTo>
                    <a:pt x="3089" y="2379"/>
                    <a:pt x="3089" y="2427"/>
                    <a:pt x="3057" y="2473"/>
                  </a:cubicBezTo>
                  <a:cubicBezTo>
                    <a:pt x="3009" y="2442"/>
                    <a:pt x="2868" y="2442"/>
                    <a:pt x="2837" y="2490"/>
                  </a:cubicBezTo>
                  <a:cubicBezTo>
                    <a:pt x="2837" y="2505"/>
                    <a:pt x="2820" y="2505"/>
                    <a:pt x="2820" y="2521"/>
                  </a:cubicBezTo>
                  <a:cubicBezTo>
                    <a:pt x="2820" y="2521"/>
                    <a:pt x="2805" y="2536"/>
                    <a:pt x="2789" y="2536"/>
                  </a:cubicBezTo>
                  <a:cubicBezTo>
                    <a:pt x="2789" y="2553"/>
                    <a:pt x="2774" y="2553"/>
                    <a:pt x="2774" y="2584"/>
                  </a:cubicBezTo>
                  <a:cubicBezTo>
                    <a:pt x="2757" y="2616"/>
                    <a:pt x="2774" y="2631"/>
                    <a:pt x="2742" y="2647"/>
                  </a:cubicBezTo>
                  <a:cubicBezTo>
                    <a:pt x="2726" y="2662"/>
                    <a:pt x="2694" y="2662"/>
                    <a:pt x="2679" y="2679"/>
                  </a:cubicBezTo>
                  <a:cubicBezTo>
                    <a:pt x="2648" y="2694"/>
                    <a:pt x="2648" y="2757"/>
                    <a:pt x="2616" y="2773"/>
                  </a:cubicBezTo>
                  <a:cubicBezTo>
                    <a:pt x="2600" y="2788"/>
                    <a:pt x="2585" y="2773"/>
                    <a:pt x="2585" y="2788"/>
                  </a:cubicBezTo>
                  <a:cubicBezTo>
                    <a:pt x="2568" y="2805"/>
                    <a:pt x="2568" y="2883"/>
                    <a:pt x="2553" y="2899"/>
                  </a:cubicBezTo>
                  <a:cubicBezTo>
                    <a:pt x="2537" y="2899"/>
                    <a:pt x="2522" y="2883"/>
                    <a:pt x="2505" y="2883"/>
                  </a:cubicBezTo>
                  <a:lnTo>
                    <a:pt x="2442" y="2883"/>
                  </a:lnTo>
                  <a:cubicBezTo>
                    <a:pt x="2411" y="2883"/>
                    <a:pt x="2474" y="2962"/>
                    <a:pt x="2442" y="2962"/>
                  </a:cubicBezTo>
                  <a:cubicBezTo>
                    <a:pt x="2427" y="2977"/>
                    <a:pt x="2396" y="2977"/>
                    <a:pt x="2379" y="2977"/>
                  </a:cubicBezTo>
                  <a:lnTo>
                    <a:pt x="2364" y="2977"/>
                  </a:lnTo>
                  <a:cubicBezTo>
                    <a:pt x="2333" y="2977"/>
                    <a:pt x="2316" y="2977"/>
                    <a:pt x="2301" y="2994"/>
                  </a:cubicBezTo>
                  <a:cubicBezTo>
                    <a:pt x="2270" y="3009"/>
                    <a:pt x="2253" y="3025"/>
                    <a:pt x="2222" y="3025"/>
                  </a:cubicBezTo>
                  <a:cubicBezTo>
                    <a:pt x="2190" y="3025"/>
                    <a:pt x="2096" y="3057"/>
                    <a:pt x="2064" y="3025"/>
                  </a:cubicBezTo>
                  <a:cubicBezTo>
                    <a:pt x="2049" y="3009"/>
                    <a:pt x="2064" y="3025"/>
                    <a:pt x="2049" y="2994"/>
                  </a:cubicBezTo>
                  <a:cubicBezTo>
                    <a:pt x="2033" y="2977"/>
                    <a:pt x="2049" y="2977"/>
                    <a:pt x="2018" y="2977"/>
                  </a:cubicBezTo>
                  <a:cubicBezTo>
                    <a:pt x="2018" y="2977"/>
                    <a:pt x="1986" y="2994"/>
                    <a:pt x="1986" y="2977"/>
                  </a:cubicBezTo>
                  <a:cubicBezTo>
                    <a:pt x="1970" y="2962"/>
                    <a:pt x="1954" y="2914"/>
                    <a:pt x="1938" y="2899"/>
                  </a:cubicBezTo>
                  <a:cubicBezTo>
                    <a:pt x="1923" y="2899"/>
                    <a:pt x="1907" y="2914"/>
                    <a:pt x="1891" y="2914"/>
                  </a:cubicBezTo>
                  <a:lnTo>
                    <a:pt x="1781" y="2914"/>
                  </a:lnTo>
                  <a:cubicBezTo>
                    <a:pt x="1749" y="2931"/>
                    <a:pt x="1734" y="2931"/>
                    <a:pt x="1702" y="2931"/>
                  </a:cubicBezTo>
                  <a:cubicBezTo>
                    <a:pt x="1702" y="2914"/>
                    <a:pt x="1702" y="2914"/>
                    <a:pt x="1686" y="2914"/>
                  </a:cubicBezTo>
                  <a:lnTo>
                    <a:pt x="1655" y="2914"/>
                  </a:lnTo>
                  <a:lnTo>
                    <a:pt x="1623" y="2914"/>
                  </a:lnTo>
                  <a:lnTo>
                    <a:pt x="1591" y="2914"/>
                  </a:lnTo>
                  <a:lnTo>
                    <a:pt x="1560" y="2914"/>
                  </a:lnTo>
                  <a:cubicBezTo>
                    <a:pt x="1560" y="2914"/>
                    <a:pt x="1560" y="2899"/>
                    <a:pt x="1545" y="2899"/>
                  </a:cubicBezTo>
                  <a:lnTo>
                    <a:pt x="1528" y="2899"/>
                  </a:lnTo>
                  <a:cubicBezTo>
                    <a:pt x="1513" y="2883"/>
                    <a:pt x="1497" y="2899"/>
                    <a:pt x="1497" y="2899"/>
                  </a:cubicBezTo>
                  <a:cubicBezTo>
                    <a:pt x="1482" y="2899"/>
                    <a:pt x="1465" y="2899"/>
                    <a:pt x="1450" y="2883"/>
                  </a:cubicBezTo>
                  <a:cubicBezTo>
                    <a:pt x="1419" y="2883"/>
                    <a:pt x="1419" y="2868"/>
                    <a:pt x="1387" y="2851"/>
                  </a:cubicBezTo>
                  <a:lnTo>
                    <a:pt x="1324" y="2851"/>
                  </a:lnTo>
                  <a:lnTo>
                    <a:pt x="1276" y="2851"/>
                  </a:lnTo>
                  <a:cubicBezTo>
                    <a:pt x="1261" y="2851"/>
                    <a:pt x="1261" y="2836"/>
                    <a:pt x="1261" y="2836"/>
                  </a:cubicBezTo>
                  <a:lnTo>
                    <a:pt x="1230" y="2836"/>
                  </a:lnTo>
                  <a:cubicBezTo>
                    <a:pt x="1230" y="2773"/>
                    <a:pt x="1150" y="2742"/>
                    <a:pt x="1104" y="2742"/>
                  </a:cubicBezTo>
                  <a:cubicBezTo>
                    <a:pt x="1056" y="2757"/>
                    <a:pt x="1087" y="2742"/>
                    <a:pt x="1072" y="2710"/>
                  </a:cubicBezTo>
                  <a:cubicBezTo>
                    <a:pt x="1041" y="2679"/>
                    <a:pt x="1024" y="2679"/>
                    <a:pt x="993" y="2679"/>
                  </a:cubicBezTo>
                  <a:cubicBezTo>
                    <a:pt x="978" y="2662"/>
                    <a:pt x="961" y="2631"/>
                    <a:pt x="961" y="2616"/>
                  </a:cubicBezTo>
                  <a:cubicBezTo>
                    <a:pt x="930" y="2599"/>
                    <a:pt x="898" y="2584"/>
                    <a:pt x="867" y="2584"/>
                  </a:cubicBezTo>
                  <a:cubicBezTo>
                    <a:pt x="867" y="2427"/>
                    <a:pt x="741" y="2395"/>
                    <a:pt x="741" y="2458"/>
                  </a:cubicBezTo>
                  <a:lnTo>
                    <a:pt x="709" y="2458"/>
                  </a:lnTo>
                  <a:cubicBezTo>
                    <a:pt x="694" y="2473"/>
                    <a:pt x="694" y="2473"/>
                    <a:pt x="678" y="2458"/>
                  </a:cubicBezTo>
                  <a:cubicBezTo>
                    <a:pt x="663" y="2442"/>
                    <a:pt x="646" y="2379"/>
                    <a:pt x="646" y="2364"/>
                  </a:cubicBezTo>
                  <a:cubicBezTo>
                    <a:pt x="631" y="2332"/>
                    <a:pt x="646" y="2316"/>
                    <a:pt x="631" y="2284"/>
                  </a:cubicBezTo>
                  <a:cubicBezTo>
                    <a:pt x="615" y="2284"/>
                    <a:pt x="600" y="2269"/>
                    <a:pt x="583" y="2269"/>
                  </a:cubicBezTo>
                  <a:cubicBezTo>
                    <a:pt x="552" y="2253"/>
                    <a:pt x="505" y="2238"/>
                    <a:pt x="473" y="2221"/>
                  </a:cubicBezTo>
                  <a:cubicBezTo>
                    <a:pt x="457" y="2190"/>
                    <a:pt x="457" y="2143"/>
                    <a:pt x="457" y="2112"/>
                  </a:cubicBezTo>
                  <a:cubicBezTo>
                    <a:pt x="457" y="2064"/>
                    <a:pt x="457" y="2001"/>
                    <a:pt x="442" y="1954"/>
                  </a:cubicBezTo>
                  <a:cubicBezTo>
                    <a:pt x="426" y="1906"/>
                    <a:pt x="363" y="1938"/>
                    <a:pt x="347" y="1891"/>
                  </a:cubicBezTo>
                  <a:cubicBezTo>
                    <a:pt x="347" y="1875"/>
                    <a:pt x="347" y="1875"/>
                    <a:pt x="331" y="1859"/>
                  </a:cubicBezTo>
                  <a:cubicBezTo>
                    <a:pt x="300" y="1828"/>
                    <a:pt x="221" y="1828"/>
                    <a:pt x="205" y="1780"/>
                  </a:cubicBezTo>
                  <a:cubicBezTo>
                    <a:pt x="190" y="1733"/>
                    <a:pt x="221" y="1654"/>
                    <a:pt x="158" y="1639"/>
                  </a:cubicBezTo>
                  <a:cubicBezTo>
                    <a:pt x="142" y="1622"/>
                    <a:pt x="142" y="1639"/>
                    <a:pt x="110" y="1622"/>
                  </a:cubicBezTo>
                  <a:close/>
                </a:path>
              </a:pathLst>
            </a:custGeom>
            <a:solidFill>
              <a:srgbClr val="BDCDCB"/>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2" name="Google Shape;1412;p38"/>
            <p:cNvSpPr/>
            <p:nvPr/>
          </p:nvSpPr>
          <p:spPr>
            <a:xfrm>
              <a:off x="3345867" y="1783261"/>
              <a:ext cx="12053" cy="7028"/>
            </a:xfrm>
            <a:custGeom>
              <a:avLst/>
              <a:gdLst/>
              <a:ahLst/>
              <a:cxnLst/>
              <a:rect l="l" t="t" r="r" b="b"/>
              <a:pathLst>
                <a:path w="379" h="221" extrusionOk="0">
                  <a:moveTo>
                    <a:pt x="300" y="0"/>
                  </a:moveTo>
                  <a:lnTo>
                    <a:pt x="300" y="15"/>
                  </a:lnTo>
                  <a:cubicBezTo>
                    <a:pt x="315" y="32"/>
                    <a:pt x="300" y="47"/>
                    <a:pt x="300" y="63"/>
                  </a:cubicBezTo>
                  <a:lnTo>
                    <a:pt x="269" y="63"/>
                  </a:lnTo>
                  <a:lnTo>
                    <a:pt x="252" y="63"/>
                  </a:lnTo>
                  <a:lnTo>
                    <a:pt x="221" y="110"/>
                  </a:lnTo>
                  <a:lnTo>
                    <a:pt x="206" y="126"/>
                  </a:lnTo>
                  <a:lnTo>
                    <a:pt x="189" y="126"/>
                  </a:lnTo>
                  <a:lnTo>
                    <a:pt x="158" y="95"/>
                  </a:lnTo>
                  <a:lnTo>
                    <a:pt x="126" y="110"/>
                  </a:lnTo>
                  <a:lnTo>
                    <a:pt x="126" y="126"/>
                  </a:lnTo>
                  <a:cubicBezTo>
                    <a:pt x="111" y="141"/>
                    <a:pt x="111" y="141"/>
                    <a:pt x="95" y="141"/>
                  </a:cubicBezTo>
                  <a:lnTo>
                    <a:pt x="95" y="141"/>
                  </a:lnTo>
                  <a:lnTo>
                    <a:pt x="95" y="141"/>
                  </a:lnTo>
                  <a:cubicBezTo>
                    <a:pt x="95" y="158"/>
                    <a:pt x="80" y="173"/>
                    <a:pt x="63" y="173"/>
                  </a:cubicBezTo>
                  <a:lnTo>
                    <a:pt x="63" y="173"/>
                  </a:lnTo>
                  <a:lnTo>
                    <a:pt x="32" y="173"/>
                  </a:lnTo>
                  <a:lnTo>
                    <a:pt x="17" y="189"/>
                  </a:lnTo>
                  <a:lnTo>
                    <a:pt x="0" y="189"/>
                  </a:lnTo>
                  <a:lnTo>
                    <a:pt x="17" y="189"/>
                  </a:lnTo>
                  <a:lnTo>
                    <a:pt x="17" y="189"/>
                  </a:lnTo>
                  <a:lnTo>
                    <a:pt x="32" y="189"/>
                  </a:lnTo>
                  <a:cubicBezTo>
                    <a:pt x="48" y="204"/>
                    <a:pt x="48" y="204"/>
                    <a:pt x="48" y="221"/>
                  </a:cubicBezTo>
                  <a:lnTo>
                    <a:pt x="63" y="221"/>
                  </a:lnTo>
                  <a:lnTo>
                    <a:pt x="63" y="221"/>
                  </a:lnTo>
                  <a:lnTo>
                    <a:pt x="95" y="221"/>
                  </a:lnTo>
                  <a:lnTo>
                    <a:pt x="315" y="78"/>
                  </a:lnTo>
                  <a:lnTo>
                    <a:pt x="315" y="78"/>
                  </a:lnTo>
                  <a:lnTo>
                    <a:pt x="332" y="78"/>
                  </a:lnTo>
                  <a:lnTo>
                    <a:pt x="347" y="78"/>
                  </a:lnTo>
                  <a:cubicBezTo>
                    <a:pt x="363" y="78"/>
                    <a:pt x="378" y="78"/>
                    <a:pt x="378" y="63"/>
                  </a:cubicBezTo>
                  <a:cubicBezTo>
                    <a:pt x="378" y="32"/>
                    <a:pt x="363" y="15"/>
                    <a:pt x="347" y="15"/>
                  </a:cubicBezTo>
                  <a:lnTo>
                    <a:pt x="30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3" name="Google Shape;1413;p38"/>
            <p:cNvSpPr/>
            <p:nvPr/>
          </p:nvSpPr>
          <p:spPr>
            <a:xfrm>
              <a:off x="3387467" y="1780239"/>
              <a:ext cx="8523" cy="3053"/>
            </a:xfrm>
            <a:custGeom>
              <a:avLst/>
              <a:gdLst/>
              <a:ahLst/>
              <a:cxnLst/>
              <a:rect l="l" t="t" r="r" b="b"/>
              <a:pathLst>
                <a:path w="268" h="96" extrusionOk="0">
                  <a:moveTo>
                    <a:pt x="253" y="1"/>
                  </a:moveTo>
                  <a:cubicBezTo>
                    <a:pt x="253" y="16"/>
                    <a:pt x="236" y="16"/>
                    <a:pt x="236" y="16"/>
                  </a:cubicBezTo>
                  <a:lnTo>
                    <a:pt x="205" y="16"/>
                  </a:lnTo>
                  <a:cubicBezTo>
                    <a:pt x="173" y="16"/>
                    <a:pt x="158" y="32"/>
                    <a:pt x="127" y="32"/>
                  </a:cubicBezTo>
                  <a:lnTo>
                    <a:pt x="79" y="32"/>
                  </a:lnTo>
                  <a:lnTo>
                    <a:pt x="47" y="32"/>
                  </a:lnTo>
                  <a:lnTo>
                    <a:pt x="47" y="32"/>
                  </a:lnTo>
                  <a:cubicBezTo>
                    <a:pt x="32" y="32"/>
                    <a:pt x="16" y="47"/>
                    <a:pt x="16" y="64"/>
                  </a:cubicBezTo>
                  <a:cubicBezTo>
                    <a:pt x="1" y="79"/>
                    <a:pt x="16" y="95"/>
                    <a:pt x="32" y="95"/>
                  </a:cubicBezTo>
                  <a:lnTo>
                    <a:pt x="79" y="95"/>
                  </a:lnTo>
                  <a:lnTo>
                    <a:pt x="127" y="95"/>
                  </a:lnTo>
                  <a:lnTo>
                    <a:pt x="127" y="95"/>
                  </a:lnTo>
                  <a:lnTo>
                    <a:pt x="142" y="79"/>
                  </a:lnTo>
                  <a:lnTo>
                    <a:pt x="142" y="64"/>
                  </a:lnTo>
                  <a:cubicBezTo>
                    <a:pt x="142" y="47"/>
                    <a:pt x="142" y="32"/>
                    <a:pt x="158" y="32"/>
                  </a:cubicBezTo>
                  <a:lnTo>
                    <a:pt x="173" y="32"/>
                  </a:lnTo>
                  <a:lnTo>
                    <a:pt x="173" y="32"/>
                  </a:lnTo>
                  <a:cubicBezTo>
                    <a:pt x="190" y="32"/>
                    <a:pt x="205" y="32"/>
                    <a:pt x="205" y="47"/>
                  </a:cubicBezTo>
                  <a:lnTo>
                    <a:pt x="205" y="64"/>
                  </a:lnTo>
                  <a:cubicBezTo>
                    <a:pt x="221" y="64"/>
                    <a:pt x="236" y="47"/>
                    <a:pt x="253" y="47"/>
                  </a:cubicBezTo>
                  <a:cubicBezTo>
                    <a:pt x="253" y="32"/>
                    <a:pt x="268" y="16"/>
                    <a:pt x="25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4" name="Google Shape;1414;p38"/>
            <p:cNvSpPr/>
            <p:nvPr/>
          </p:nvSpPr>
          <p:spPr>
            <a:xfrm>
              <a:off x="3269698" y="1778713"/>
              <a:ext cx="7060" cy="6583"/>
            </a:xfrm>
            <a:custGeom>
              <a:avLst/>
              <a:gdLst/>
              <a:ahLst/>
              <a:cxnLst/>
              <a:rect l="l" t="t" r="r" b="b"/>
              <a:pathLst>
                <a:path w="222" h="207" extrusionOk="0">
                  <a:moveTo>
                    <a:pt x="190" y="1"/>
                  </a:moveTo>
                  <a:lnTo>
                    <a:pt x="190" y="1"/>
                  </a:lnTo>
                  <a:cubicBezTo>
                    <a:pt x="190" y="1"/>
                    <a:pt x="190" y="17"/>
                    <a:pt x="174" y="32"/>
                  </a:cubicBezTo>
                  <a:lnTo>
                    <a:pt x="158" y="32"/>
                  </a:lnTo>
                  <a:cubicBezTo>
                    <a:pt x="174" y="49"/>
                    <a:pt x="174" y="64"/>
                    <a:pt x="174" y="80"/>
                  </a:cubicBezTo>
                  <a:cubicBezTo>
                    <a:pt x="158" y="95"/>
                    <a:pt x="158" y="95"/>
                    <a:pt x="143" y="95"/>
                  </a:cubicBezTo>
                  <a:lnTo>
                    <a:pt x="126" y="95"/>
                  </a:lnTo>
                  <a:lnTo>
                    <a:pt x="95" y="80"/>
                  </a:lnTo>
                  <a:lnTo>
                    <a:pt x="80" y="80"/>
                  </a:lnTo>
                  <a:lnTo>
                    <a:pt x="63" y="80"/>
                  </a:lnTo>
                  <a:lnTo>
                    <a:pt x="48" y="80"/>
                  </a:lnTo>
                  <a:lnTo>
                    <a:pt x="48" y="80"/>
                  </a:lnTo>
                  <a:cubicBezTo>
                    <a:pt x="48" y="80"/>
                    <a:pt x="32" y="80"/>
                    <a:pt x="32" y="95"/>
                  </a:cubicBezTo>
                  <a:lnTo>
                    <a:pt x="0" y="158"/>
                  </a:lnTo>
                  <a:cubicBezTo>
                    <a:pt x="0" y="175"/>
                    <a:pt x="0" y="190"/>
                    <a:pt x="17" y="206"/>
                  </a:cubicBezTo>
                  <a:cubicBezTo>
                    <a:pt x="17" y="190"/>
                    <a:pt x="32" y="190"/>
                    <a:pt x="32" y="190"/>
                  </a:cubicBezTo>
                  <a:lnTo>
                    <a:pt x="32" y="190"/>
                  </a:lnTo>
                  <a:lnTo>
                    <a:pt x="48" y="190"/>
                  </a:lnTo>
                  <a:cubicBezTo>
                    <a:pt x="48" y="190"/>
                    <a:pt x="63" y="190"/>
                    <a:pt x="63" y="206"/>
                  </a:cubicBezTo>
                  <a:lnTo>
                    <a:pt x="63" y="190"/>
                  </a:lnTo>
                  <a:lnTo>
                    <a:pt x="95" y="143"/>
                  </a:lnTo>
                  <a:cubicBezTo>
                    <a:pt x="143" y="127"/>
                    <a:pt x="190" y="112"/>
                    <a:pt x="221" y="49"/>
                  </a:cubicBezTo>
                  <a:cubicBezTo>
                    <a:pt x="221" y="32"/>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5" name="Google Shape;1415;p38"/>
            <p:cNvSpPr/>
            <p:nvPr/>
          </p:nvSpPr>
          <p:spPr>
            <a:xfrm>
              <a:off x="3381933" y="1761698"/>
              <a:ext cx="5057" cy="3530"/>
            </a:xfrm>
            <a:custGeom>
              <a:avLst/>
              <a:gdLst/>
              <a:ahLst/>
              <a:cxnLst/>
              <a:rect l="l" t="t" r="r" b="b"/>
              <a:pathLst>
                <a:path w="159" h="111" extrusionOk="0">
                  <a:moveTo>
                    <a:pt x="112" y="0"/>
                  </a:moveTo>
                  <a:lnTo>
                    <a:pt x="112" y="0"/>
                  </a:lnTo>
                  <a:lnTo>
                    <a:pt x="95" y="0"/>
                  </a:lnTo>
                  <a:lnTo>
                    <a:pt x="17" y="63"/>
                  </a:lnTo>
                  <a:cubicBezTo>
                    <a:pt x="1" y="79"/>
                    <a:pt x="1" y="95"/>
                    <a:pt x="17" y="111"/>
                  </a:cubicBezTo>
                  <a:cubicBezTo>
                    <a:pt x="17" y="111"/>
                    <a:pt x="32" y="95"/>
                    <a:pt x="49" y="95"/>
                  </a:cubicBezTo>
                  <a:lnTo>
                    <a:pt x="49" y="95"/>
                  </a:lnTo>
                  <a:lnTo>
                    <a:pt x="49" y="95"/>
                  </a:lnTo>
                  <a:lnTo>
                    <a:pt x="80" y="111"/>
                  </a:lnTo>
                  <a:lnTo>
                    <a:pt x="143" y="63"/>
                  </a:lnTo>
                  <a:cubicBezTo>
                    <a:pt x="158" y="48"/>
                    <a:pt x="158" y="16"/>
                    <a:pt x="143" y="16"/>
                  </a:cubicBezTo>
                  <a:cubicBezTo>
                    <a:pt x="127" y="0"/>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6" name="Google Shape;1416;p38"/>
            <p:cNvSpPr/>
            <p:nvPr/>
          </p:nvSpPr>
          <p:spPr>
            <a:xfrm>
              <a:off x="3367907" y="1784724"/>
              <a:ext cx="6042" cy="2576"/>
            </a:xfrm>
            <a:custGeom>
              <a:avLst/>
              <a:gdLst/>
              <a:ahLst/>
              <a:cxnLst/>
              <a:rect l="l" t="t" r="r" b="b"/>
              <a:pathLst>
                <a:path w="190" h="81" extrusionOk="0">
                  <a:moveTo>
                    <a:pt x="32" y="1"/>
                  </a:moveTo>
                  <a:lnTo>
                    <a:pt x="32" y="1"/>
                  </a:lnTo>
                  <a:cubicBezTo>
                    <a:pt x="17" y="17"/>
                    <a:pt x="1" y="17"/>
                    <a:pt x="1" y="32"/>
                  </a:cubicBezTo>
                  <a:cubicBezTo>
                    <a:pt x="1" y="64"/>
                    <a:pt x="1" y="80"/>
                    <a:pt x="32" y="80"/>
                  </a:cubicBezTo>
                  <a:lnTo>
                    <a:pt x="158" y="80"/>
                  </a:lnTo>
                  <a:lnTo>
                    <a:pt x="158" y="80"/>
                  </a:lnTo>
                  <a:cubicBezTo>
                    <a:pt x="174" y="80"/>
                    <a:pt x="190" y="80"/>
                    <a:pt x="190" y="49"/>
                  </a:cubicBezTo>
                  <a:cubicBezTo>
                    <a:pt x="190" y="32"/>
                    <a:pt x="174" y="17"/>
                    <a:pt x="15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7" name="Google Shape;1417;p38"/>
            <p:cNvSpPr/>
            <p:nvPr/>
          </p:nvSpPr>
          <p:spPr>
            <a:xfrm>
              <a:off x="3437049" y="1810803"/>
              <a:ext cx="6042" cy="3562"/>
            </a:xfrm>
            <a:custGeom>
              <a:avLst/>
              <a:gdLst/>
              <a:ahLst/>
              <a:cxnLst/>
              <a:rect l="l" t="t" r="r" b="b"/>
              <a:pathLst>
                <a:path w="190" h="112" extrusionOk="0">
                  <a:moveTo>
                    <a:pt x="95" y="0"/>
                  </a:moveTo>
                  <a:cubicBezTo>
                    <a:pt x="80" y="0"/>
                    <a:pt x="64" y="17"/>
                    <a:pt x="49" y="32"/>
                  </a:cubicBezTo>
                  <a:lnTo>
                    <a:pt x="49" y="63"/>
                  </a:lnTo>
                  <a:lnTo>
                    <a:pt x="32" y="63"/>
                  </a:lnTo>
                  <a:cubicBezTo>
                    <a:pt x="1" y="80"/>
                    <a:pt x="1" y="95"/>
                    <a:pt x="1" y="111"/>
                  </a:cubicBezTo>
                  <a:lnTo>
                    <a:pt x="17" y="111"/>
                  </a:lnTo>
                  <a:cubicBezTo>
                    <a:pt x="64" y="95"/>
                    <a:pt x="112" y="95"/>
                    <a:pt x="158" y="80"/>
                  </a:cubicBezTo>
                  <a:cubicBezTo>
                    <a:pt x="143" y="80"/>
                    <a:pt x="143" y="63"/>
                    <a:pt x="143" y="63"/>
                  </a:cubicBezTo>
                  <a:cubicBezTo>
                    <a:pt x="143" y="32"/>
                    <a:pt x="158" y="32"/>
                    <a:pt x="175" y="32"/>
                  </a:cubicBezTo>
                  <a:lnTo>
                    <a:pt x="175" y="32"/>
                  </a:lnTo>
                  <a:lnTo>
                    <a:pt x="190" y="32"/>
                  </a:lnTo>
                  <a:cubicBezTo>
                    <a:pt x="190" y="17"/>
                    <a:pt x="175" y="17"/>
                    <a:pt x="175" y="17"/>
                  </a:cubicBezTo>
                  <a:lnTo>
                    <a:pt x="175" y="0"/>
                  </a:lnTo>
                  <a:lnTo>
                    <a:pt x="158" y="0"/>
                  </a:lnTo>
                  <a:cubicBezTo>
                    <a:pt x="158" y="17"/>
                    <a:pt x="143" y="32"/>
                    <a:pt x="127" y="32"/>
                  </a:cubicBezTo>
                  <a:lnTo>
                    <a:pt x="127" y="32"/>
                  </a:lnTo>
                  <a:cubicBezTo>
                    <a:pt x="112" y="32"/>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8" name="Google Shape;1418;p38"/>
            <p:cNvSpPr/>
            <p:nvPr/>
          </p:nvSpPr>
          <p:spPr>
            <a:xfrm>
              <a:off x="3285727" y="1804283"/>
              <a:ext cx="4580" cy="7060"/>
            </a:xfrm>
            <a:custGeom>
              <a:avLst/>
              <a:gdLst/>
              <a:ahLst/>
              <a:cxnLst/>
              <a:rect l="l" t="t" r="r" b="b"/>
              <a:pathLst>
                <a:path w="144" h="222" extrusionOk="0">
                  <a:moveTo>
                    <a:pt x="64" y="64"/>
                  </a:moveTo>
                  <a:lnTo>
                    <a:pt x="64" y="64"/>
                  </a:lnTo>
                  <a:lnTo>
                    <a:pt x="64" y="64"/>
                  </a:lnTo>
                  <a:close/>
                  <a:moveTo>
                    <a:pt x="49" y="1"/>
                  </a:moveTo>
                  <a:lnTo>
                    <a:pt x="49" y="16"/>
                  </a:lnTo>
                  <a:lnTo>
                    <a:pt x="17" y="16"/>
                  </a:lnTo>
                  <a:cubicBezTo>
                    <a:pt x="17" y="32"/>
                    <a:pt x="17" y="48"/>
                    <a:pt x="1" y="64"/>
                  </a:cubicBezTo>
                  <a:lnTo>
                    <a:pt x="1" y="64"/>
                  </a:lnTo>
                  <a:cubicBezTo>
                    <a:pt x="1" y="95"/>
                    <a:pt x="17" y="127"/>
                    <a:pt x="49" y="127"/>
                  </a:cubicBezTo>
                  <a:cubicBezTo>
                    <a:pt x="64" y="142"/>
                    <a:pt x="80" y="142"/>
                    <a:pt x="80" y="190"/>
                  </a:cubicBezTo>
                  <a:cubicBezTo>
                    <a:pt x="80" y="205"/>
                    <a:pt x="95" y="205"/>
                    <a:pt x="112" y="222"/>
                  </a:cubicBezTo>
                  <a:cubicBezTo>
                    <a:pt x="112" y="205"/>
                    <a:pt x="127" y="205"/>
                    <a:pt x="143" y="190"/>
                  </a:cubicBezTo>
                  <a:lnTo>
                    <a:pt x="143" y="174"/>
                  </a:lnTo>
                  <a:lnTo>
                    <a:pt x="143" y="127"/>
                  </a:lnTo>
                  <a:lnTo>
                    <a:pt x="112" y="127"/>
                  </a:lnTo>
                  <a:lnTo>
                    <a:pt x="80" y="95"/>
                  </a:lnTo>
                  <a:lnTo>
                    <a:pt x="80" y="79"/>
                  </a:lnTo>
                  <a:lnTo>
                    <a:pt x="80" y="64"/>
                  </a:lnTo>
                  <a:cubicBezTo>
                    <a:pt x="64" y="64"/>
                    <a:pt x="64" y="48"/>
                    <a:pt x="64" y="32"/>
                  </a:cubicBezTo>
                  <a:cubicBezTo>
                    <a:pt x="64" y="32"/>
                    <a:pt x="49" y="16"/>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9" name="Google Shape;1419;p38"/>
            <p:cNvSpPr/>
            <p:nvPr/>
          </p:nvSpPr>
          <p:spPr>
            <a:xfrm>
              <a:off x="3287730" y="1806287"/>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0" name="Google Shape;1420;p38"/>
            <p:cNvSpPr/>
            <p:nvPr/>
          </p:nvSpPr>
          <p:spPr>
            <a:xfrm>
              <a:off x="3196072" y="1776709"/>
              <a:ext cx="5502" cy="8587"/>
            </a:xfrm>
            <a:custGeom>
              <a:avLst/>
              <a:gdLst/>
              <a:ahLst/>
              <a:cxnLst/>
              <a:rect l="l" t="t" r="r" b="b"/>
              <a:pathLst>
                <a:path w="173" h="270" extrusionOk="0">
                  <a:moveTo>
                    <a:pt x="126" y="1"/>
                  </a:moveTo>
                  <a:lnTo>
                    <a:pt x="126" y="1"/>
                  </a:lnTo>
                  <a:cubicBezTo>
                    <a:pt x="95" y="1"/>
                    <a:pt x="95" y="17"/>
                    <a:pt x="95" y="49"/>
                  </a:cubicBezTo>
                  <a:lnTo>
                    <a:pt x="95" y="143"/>
                  </a:lnTo>
                  <a:lnTo>
                    <a:pt x="95" y="143"/>
                  </a:lnTo>
                  <a:lnTo>
                    <a:pt x="47" y="190"/>
                  </a:lnTo>
                  <a:lnTo>
                    <a:pt x="15" y="190"/>
                  </a:lnTo>
                  <a:lnTo>
                    <a:pt x="0" y="190"/>
                  </a:lnTo>
                  <a:lnTo>
                    <a:pt x="0" y="206"/>
                  </a:lnTo>
                  <a:lnTo>
                    <a:pt x="0" y="221"/>
                  </a:lnTo>
                  <a:lnTo>
                    <a:pt x="0" y="269"/>
                  </a:lnTo>
                  <a:cubicBezTo>
                    <a:pt x="0" y="253"/>
                    <a:pt x="15" y="253"/>
                    <a:pt x="15" y="253"/>
                  </a:cubicBezTo>
                  <a:lnTo>
                    <a:pt x="110" y="206"/>
                  </a:lnTo>
                  <a:lnTo>
                    <a:pt x="126" y="206"/>
                  </a:lnTo>
                  <a:lnTo>
                    <a:pt x="126" y="206"/>
                  </a:lnTo>
                  <a:lnTo>
                    <a:pt x="126" y="206"/>
                  </a:lnTo>
                  <a:lnTo>
                    <a:pt x="141" y="206"/>
                  </a:lnTo>
                  <a:cubicBezTo>
                    <a:pt x="141" y="190"/>
                    <a:pt x="141" y="190"/>
                    <a:pt x="158" y="175"/>
                  </a:cubicBezTo>
                  <a:cubicBezTo>
                    <a:pt x="173" y="175"/>
                    <a:pt x="173" y="158"/>
                    <a:pt x="173" y="158"/>
                  </a:cubicBezTo>
                  <a:lnTo>
                    <a:pt x="158" y="32"/>
                  </a:ln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1" name="Google Shape;1421;p38"/>
            <p:cNvSpPr/>
            <p:nvPr/>
          </p:nvSpPr>
          <p:spPr>
            <a:xfrm>
              <a:off x="3034700" y="1797286"/>
              <a:ext cx="2035" cy="2035"/>
            </a:xfrm>
            <a:custGeom>
              <a:avLst/>
              <a:gdLst/>
              <a:ahLst/>
              <a:cxnLst/>
              <a:rect l="l" t="t" r="r" b="b"/>
              <a:pathLst>
                <a:path w="64" h="64" extrusionOk="0">
                  <a:moveTo>
                    <a:pt x="47" y="0"/>
                  </a:moveTo>
                  <a:cubicBezTo>
                    <a:pt x="47" y="15"/>
                    <a:pt x="32" y="15"/>
                    <a:pt x="32" y="15"/>
                  </a:cubicBezTo>
                  <a:lnTo>
                    <a:pt x="16" y="15"/>
                  </a:lnTo>
                  <a:lnTo>
                    <a:pt x="16" y="0"/>
                  </a:lnTo>
                  <a:lnTo>
                    <a:pt x="16" y="47"/>
                  </a:lnTo>
                  <a:lnTo>
                    <a:pt x="1" y="63"/>
                  </a:lnTo>
                  <a:lnTo>
                    <a:pt x="16" y="63"/>
                  </a:lnTo>
                  <a:cubicBezTo>
                    <a:pt x="47" y="63"/>
                    <a:pt x="64" y="47"/>
                    <a:pt x="47"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2" name="Google Shape;1422;p38"/>
            <p:cNvSpPr/>
            <p:nvPr/>
          </p:nvSpPr>
          <p:spPr>
            <a:xfrm>
              <a:off x="3038199" y="1797286"/>
              <a:ext cx="6042" cy="2512"/>
            </a:xfrm>
            <a:custGeom>
              <a:avLst/>
              <a:gdLst/>
              <a:ahLst/>
              <a:cxnLst/>
              <a:rect l="l" t="t" r="r" b="b"/>
              <a:pathLst>
                <a:path w="190" h="79" extrusionOk="0">
                  <a:moveTo>
                    <a:pt x="158" y="0"/>
                  </a:moveTo>
                  <a:lnTo>
                    <a:pt x="158" y="0"/>
                  </a:lnTo>
                  <a:lnTo>
                    <a:pt x="32" y="0"/>
                  </a:lnTo>
                  <a:lnTo>
                    <a:pt x="32" y="0"/>
                  </a:lnTo>
                  <a:cubicBezTo>
                    <a:pt x="17" y="15"/>
                    <a:pt x="0" y="32"/>
                    <a:pt x="0" y="47"/>
                  </a:cubicBezTo>
                  <a:cubicBezTo>
                    <a:pt x="0" y="63"/>
                    <a:pt x="17" y="79"/>
                    <a:pt x="32" y="79"/>
                  </a:cubicBezTo>
                  <a:lnTo>
                    <a:pt x="32" y="79"/>
                  </a:lnTo>
                  <a:lnTo>
                    <a:pt x="158" y="79"/>
                  </a:lnTo>
                  <a:cubicBezTo>
                    <a:pt x="174" y="63"/>
                    <a:pt x="189" y="47"/>
                    <a:pt x="189" y="32"/>
                  </a:cubicBezTo>
                  <a:cubicBezTo>
                    <a:pt x="189" y="15"/>
                    <a:pt x="174"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3" name="Google Shape;1423;p38"/>
            <p:cNvSpPr/>
            <p:nvPr/>
          </p:nvSpPr>
          <p:spPr>
            <a:xfrm>
              <a:off x="3381933" y="1764687"/>
              <a:ext cx="6583" cy="3053"/>
            </a:xfrm>
            <a:custGeom>
              <a:avLst/>
              <a:gdLst/>
              <a:ahLst/>
              <a:cxnLst/>
              <a:rect l="l" t="t" r="r" b="b"/>
              <a:pathLst>
                <a:path w="207" h="96" extrusionOk="0">
                  <a:moveTo>
                    <a:pt x="49" y="1"/>
                  </a:moveTo>
                  <a:lnTo>
                    <a:pt x="49" y="1"/>
                  </a:lnTo>
                  <a:cubicBezTo>
                    <a:pt x="32" y="1"/>
                    <a:pt x="17" y="17"/>
                    <a:pt x="17" y="17"/>
                  </a:cubicBezTo>
                  <a:lnTo>
                    <a:pt x="17" y="32"/>
                  </a:lnTo>
                  <a:cubicBezTo>
                    <a:pt x="1" y="49"/>
                    <a:pt x="17" y="64"/>
                    <a:pt x="32" y="64"/>
                  </a:cubicBezTo>
                  <a:lnTo>
                    <a:pt x="158" y="95"/>
                  </a:lnTo>
                  <a:lnTo>
                    <a:pt x="158" y="95"/>
                  </a:lnTo>
                  <a:cubicBezTo>
                    <a:pt x="175" y="95"/>
                    <a:pt x="190" y="80"/>
                    <a:pt x="206" y="64"/>
                  </a:cubicBezTo>
                  <a:cubicBezTo>
                    <a:pt x="206" y="49"/>
                    <a:pt x="190" y="32"/>
                    <a:pt x="175" y="32"/>
                  </a:cubicBez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4" name="Google Shape;1424;p38"/>
            <p:cNvSpPr/>
            <p:nvPr/>
          </p:nvSpPr>
          <p:spPr>
            <a:xfrm>
              <a:off x="3290275" y="1816814"/>
              <a:ext cx="9032" cy="3021"/>
            </a:xfrm>
            <a:custGeom>
              <a:avLst/>
              <a:gdLst/>
              <a:ahLst/>
              <a:cxnLst/>
              <a:rect l="l" t="t" r="r" b="b"/>
              <a:pathLst>
                <a:path w="284" h="95" extrusionOk="0">
                  <a:moveTo>
                    <a:pt x="0" y="0"/>
                  </a:moveTo>
                  <a:lnTo>
                    <a:pt x="0" y="0"/>
                  </a:lnTo>
                  <a:lnTo>
                    <a:pt x="32" y="63"/>
                  </a:lnTo>
                  <a:cubicBezTo>
                    <a:pt x="32" y="80"/>
                    <a:pt x="47" y="95"/>
                    <a:pt x="63" y="95"/>
                  </a:cubicBezTo>
                  <a:lnTo>
                    <a:pt x="63" y="95"/>
                  </a:lnTo>
                  <a:lnTo>
                    <a:pt x="189" y="80"/>
                  </a:lnTo>
                  <a:cubicBezTo>
                    <a:pt x="189" y="80"/>
                    <a:pt x="189" y="63"/>
                    <a:pt x="204" y="63"/>
                  </a:cubicBezTo>
                  <a:lnTo>
                    <a:pt x="204" y="63"/>
                  </a:lnTo>
                  <a:lnTo>
                    <a:pt x="221" y="63"/>
                  </a:lnTo>
                  <a:lnTo>
                    <a:pt x="221" y="80"/>
                  </a:lnTo>
                  <a:lnTo>
                    <a:pt x="252" y="63"/>
                  </a:lnTo>
                  <a:cubicBezTo>
                    <a:pt x="267" y="63"/>
                    <a:pt x="284" y="48"/>
                    <a:pt x="284" y="32"/>
                  </a:cubicBezTo>
                  <a:cubicBezTo>
                    <a:pt x="284" y="17"/>
                    <a:pt x="267" y="17"/>
                    <a:pt x="267" y="17"/>
                  </a:cubicBezTo>
                  <a:cubicBezTo>
                    <a:pt x="252" y="17"/>
                    <a:pt x="252" y="32"/>
                    <a:pt x="236" y="32"/>
                  </a:cubicBezTo>
                  <a:lnTo>
                    <a:pt x="236" y="48"/>
                  </a:lnTo>
                  <a:cubicBezTo>
                    <a:pt x="221" y="48"/>
                    <a:pt x="221" y="63"/>
                    <a:pt x="204" y="63"/>
                  </a:cubicBezTo>
                  <a:cubicBezTo>
                    <a:pt x="189" y="63"/>
                    <a:pt x="189" y="48"/>
                    <a:pt x="173" y="48"/>
                  </a:cubicBezTo>
                  <a:lnTo>
                    <a:pt x="173" y="32"/>
                  </a:lnTo>
                  <a:lnTo>
                    <a:pt x="173" y="32"/>
                  </a:lnTo>
                  <a:lnTo>
                    <a:pt x="126" y="48"/>
                  </a:lnTo>
                  <a:lnTo>
                    <a:pt x="110" y="48"/>
                  </a:lnTo>
                  <a:cubicBezTo>
                    <a:pt x="110" y="48"/>
                    <a:pt x="95" y="48"/>
                    <a:pt x="78" y="32"/>
                  </a:cubicBezTo>
                  <a:lnTo>
                    <a:pt x="78" y="17"/>
                  </a:lnTo>
                  <a:lnTo>
                    <a:pt x="78" y="17"/>
                  </a:lnTo>
                  <a:lnTo>
                    <a:pt x="78" y="17"/>
                  </a:lnTo>
                  <a:lnTo>
                    <a:pt x="63" y="32"/>
                  </a:lnTo>
                  <a:cubicBezTo>
                    <a:pt x="63" y="32"/>
                    <a:pt x="47" y="48"/>
                    <a:pt x="32" y="48"/>
                  </a:cubicBezTo>
                  <a:lnTo>
                    <a:pt x="15" y="32"/>
                  </a:lnTo>
                  <a:cubicBezTo>
                    <a:pt x="0" y="32"/>
                    <a:pt x="0" y="17"/>
                    <a:pt x="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5" name="Google Shape;1425;p38"/>
            <p:cNvSpPr/>
            <p:nvPr/>
          </p:nvSpPr>
          <p:spPr>
            <a:xfrm>
              <a:off x="3384954" y="1778713"/>
              <a:ext cx="11035" cy="3053"/>
            </a:xfrm>
            <a:custGeom>
              <a:avLst/>
              <a:gdLst/>
              <a:ahLst/>
              <a:cxnLst/>
              <a:rect l="l" t="t" r="r" b="b"/>
              <a:pathLst>
                <a:path w="347" h="96" extrusionOk="0">
                  <a:moveTo>
                    <a:pt x="315" y="1"/>
                  </a:moveTo>
                  <a:lnTo>
                    <a:pt x="300" y="1"/>
                  </a:lnTo>
                  <a:lnTo>
                    <a:pt x="269" y="1"/>
                  </a:lnTo>
                  <a:lnTo>
                    <a:pt x="221" y="1"/>
                  </a:lnTo>
                  <a:cubicBezTo>
                    <a:pt x="221" y="17"/>
                    <a:pt x="221" y="17"/>
                    <a:pt x="206" y="17"/>
                  </a:cubicBezTo>
                  <a:lnTo>
                    <a:pt x="111" y="32"/>
                  </a:lnTo>
                  <a:lnTo>
                    <a:pt x="95" y="49"/>
                  </a:lnTo>
                  <a:cubicBezTo>
                    <a:pt x="80" y="49"/>
                    <a:pt x="63" y="32"/>
                    <a:pt x="63" y="17"/>
                  </a:cubicBezTo>
                  <a:lnTo>
                    <a:pt x="63" y="1"/>
                  </a:lnTo>
                  <a:lnTo>
                    <a:pt x="63" y="1"/>
                  </a:lnTo>
                  <a:cubicBezTo>
                    <a:pt x="48" y="1"/>
                    <a:pt x="48" y="17"/>
                    <a:pt x="32" y="17"/>
                  </a:cubicBezTo>
                  <a:lnTo>
                    <a:pt x="32" y="17"/>
                  </a:lnTo>
                  <a:lnTo>
                    <a:pt x="17" y="32"/>
                  </a:lnTo>
                  <a:cubicBezTo>
                    <a:pt x="0" y="49"/>
                    <a:pt x="17" y="80"/>
                    <a:pt x="17" y="80"/>
                  </a:cubicBezTo>
                  <a:cubicBezTo>
                    <a:pt x="32" y="95"/>
                    <a:pt x="32" y="95"/>
                    <a:pt x="48" y="95"/>
                  </a:cubicBezTo>
                  <a:cubicBezTo>
                    <a:pt x="48" y="95"/>
                    <a:pt x="63" y="95"/>
                    <a:pt x="80" y="80"/>
                  </a:cubicBezTo>
                  <a:lnTo>
                    <a:pt x="80" y="80"/>
                  </a:lnTo>
                  <a:lnTo>
                    <a:pt x="111" y="80"/>
                  </a:lnTo>
                  <a:lnTo>
                    <a:pt x="174" y="80"/>
                  </a:lnTo>
                  <a:lnTo>
                    <a:pt x="206" y="80"/>
                  </a:lnTo>
                  <a:lnTo>
                    <a:pt x="206" y="80"/>
                  </a:lnTo>
                  <a:cubicBezTo>
                    <a:pt x="237" y="80"/>
                    <a:pt x="252" y="64"/>
                    <a:pt x="284" y="64"/>
                  </a:cubicBezTo>
                  <a:lnTo>
                    <a:pt x="315" y="64"/>
                  </a:lnTo>
                  <a:cubicBezTo>
                    <a:pt x="315" y="64"/>
                    <a:pt x="332" y="64"/>
                    <a:pt x="332" y="49"/>
                  </a:cubicBezTo>
                  <a:cubicBezTo>
                    <a:pt x="347" y="49"/>
                    <a:pt x="347" y="32"/>
                    <a:pt x="347" y="32"/>
                  </a:cubicBezTo>
                  <a:cubicBezTo>
                    <a:pt x="347" y="17"/>
                    <a:pt x="332" y="1"/>
                    <a:pt x="31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6" name="Google Shape;1426;p38"/>
            <p:cNvSpPr/>
            <p:nvPr/>
          </p:nvSpPr>
          <p:spPr>
            <a:xfrm>
              <a:off x="3206567" y="1794265"/>
              <a:ext cx="2544" cy="7537"/>
            </a:xfrm>
            <a:custGeom>
              <a:avLst/>
              <a:gdLst/>
              <a:ahLst/>
              <a:cxnLst/>
              <a:rect l="l" t="t" r="r" b="b"/>
              <a:pathLst>
                <a:path w="80" h="237" extrusionOk="0">
                  <a:moveTo>
                    <a:pt x="48" y="1"/>
                  </a:moveTo>
                  <a:lnTo>
                    <a:pt x="48" y="1"/>
                  </a:lnTo>
                  <a:cubicBezTo>
                    <a:pt x="32" y="1"/>
                    <a:pt x="17" y="1"/>
                    <a:pt x="17" y="16"/>
                  </a:cubicBezTo>
                  <a:cubicBezTo>
                    <a:pt x="17" y="32"/>
                    <a:pt x="17" y="32"/>
                    <a:pt x="0" y="32"/>
                  </a:cubicBezTo>
                  <a:lnTo>
                    <a:pt x="0" y="79"/>
                  </a:lnTo>
                  <a:lnTo>
                    <a:pt x="0" y="174"/>
                  </a:lnTo>
                  <a:lnTo>
                    <a:pt x="0" y="205"/>
                  </a:lnTo>
                  <a:cubicBezTo>
                    <a:pt x="0" y="221"/>
                    <a:pt x="17" y="237"/>
                    <a:pt x="32" y="237"/>
                  </a:cubicBezTo>
                  <a:lnTo>
                    <a:pt x="48" y="237"/>
                  </a:lnTo>
                  <a:cubicBezTo>
                    <a:pt x="63" y="237"/>
                    <a:pt x="80" y="221"/>
                    <a:pt x="80" y="205"/>
                  </a:cubicBezTo>
                  <a:lnTo>
                    <a:pt x="80" y="158"/>
                  </a:lnTo>
                  <a:cubicBezTo>
                    <a:pt x="63" y="127"/>
                    <a:pt x="63" y="95"/>
                    <a:pt x="63" y="64"/>
                  </a:cubicBezTo>
                  <a:lnTo>
                    <a:pt x="80" y="47"/>
                  </a:lnTo>
                  <a:lnTo>
                    <a:pt x="80" y="47"/>
                  </a:lnTo>
                  <a:cubicBezTo>
                    <a:pt x="63" y="47"/>
                    <a:pt x="48" y="32"/>
                    <a:pt x="48"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7" name="Google Shape;1427;p38"/>
            <p:cNvSpPr/>
            <p:nvPr/>
          </p:nvSpPr>
          <p:spPr>
            <a:xfrm>
              <a:off x="3274214" y="1781734"/>
              <a:ext cx="6551" cy="3021"/>
            </a:xfrm>
            <a:custGeom>
              <a:avLst/>
              <a:gdLst/>
              <a:ahLst/>
              <a:cxnLst/>
              <a:rect l="l" t="t" r="r" b="b"/>
              <a:pathLst>
                <a:path w="206" h="95" extrusionOk="0">
                  <a:moveTo>
                    <a:pt x="174" y="0"/>
                  </a:moveTo>
                  <a:lnTo>
                    <a:pt x="32" y="32"/>
                  </a:lnTo>
                  <a:cubicBezTo>
                    <a:pt x="16" y="32"/>
                    <a:pt x="1" y="63"/>
                    <a:pt x="16" y="80"/>
                  </a:cubicBezTo>
                  <a:cubicBezTo>
                    <a:pt x="16" y="95"/>
                    <a:pt x="32" y="95"/>
                    <a:pt x="48" y="95"/>
                  </a:cubicBezTo>
                  <a:lnTo>
                    <a:pt x="48" y="95"/>
                  </a:lnTo>
                  <a:lnTo>
                    <a:pt x="205" y="63"/>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8" name="Google Shape;1428;p38"/>
            <p:cNvSpPr/>
            <p:nvPr/>
          </p:nvSpPr>
          <p:spPr>
            <a:xfrm>
              <a:off x="3334355" y="1786727"/>
              <a:ext cx="8046" cy="5057"/>
            </a:xfrm>
            <a:custGeom>
              <a:avLst/>
              <a:gdLst/>
              <a:ahLst/>
              <a:cxnLst/>
              <a:rect l="l" t="t" r="r" b="b"/>
              <a:pathLst>
                <a:path w="253" h="159" extrusionOk="0">
                  <a:moveTo>
                    <a:pt x="221" y="1"/>
                  </a:moveTo>
                  <a:lnTo>
                    <a:pt x="205" y="1"/>
                  </a:lnTo>
                  <a:lnTo>
                    <a:pt x="205" y="1"/>
                  </a:lnTo>
                  <a:lnTo>
                    <a:pt x="79" y="17"/>
                  </a:lnTo>
                  <a:cubicBezTo>
                    <a:pt x="64" y="32"/>
                    <a:pt x="47" y="49"/>
                    <a:pt x="47" y="64"/>
                  </a:cubicBezTo>
                  <a:lnTo>
                    <a:pt x="64" y="95"/>
                  </a:lnTo>
                  <a:lnTo>
                    <a:pt x="47" y="95"/>
                  </a:lnTo>
                  <a:lnTo>
                    <a:pt x="47" y="95"/>
                  </a:lnTo>
                  <a:cubicBezTo>
                    <a:pt x="32" y="95"/>
                    <a:pt x="16" y="112"/>
                    <a:pt x="16" y="112"/>
                  </a:cubicBezTo>
                  <a:lnTo>
                    <a:pt x="1" y="143"/>
                  </a:lnTo>
                  <a:lnTo>
                    <a:pt x="95" y="158"/>
                  </a:lnTo>
                  <a:lnTo>
                    <a:pt x="127" y="127"/>
                  </a:lnTo>
                  <a:lnTo>
                    <a:pt x="127" y="127"/>
                  </a:lnTo>
                  <a:cubicBezTo>
                    <a:pt x="110" y="112"/>
                    <a:pt x="110" y="112"/>
                    <a:pt x="110" y="95"/>
                  </a:cubicBezTo>
                  <a:cubicBezTo>
                    <a:pt x="110" y="80"/>
                    <a:pt x="127" y="64"/>
                    <a:pt x="142" y="64"/>
                  </a:cubicBezTo>
                  <a:lnTo>
                    <a:pt x="205" y="49"/>
                  </a:lnTo>
                  <a:lnTo>
                    <a:pt x="205" y="49"/>
                  </a:lnTo>
                  <a:cubicBezTo>
                    <a:pt x="221" y="49"/>
                    <a:pt x="236" y="64"/>
                    <a:pt x="236" y="64"/>
                  </a:cubicBezTo>
                  <a:lnTo>
                    <a:pt x="253" y="80"/>
                  </a:lnTo>
                  <a:lnTo>
                    <a:pt x="253" y="32"/>
                  </a:lnTo>
                  <a:cubicBezTo>
                    <a:pt x="253" y="17"/>
                    <a:pt x="236" y="17"/>
                    <a:pt x="236" y="17"/>
                  </a:cubicBezTo>
                  <a:cubicBezTo>
                    <a:pt x="236" y="1"/>
                    <a:pt x="221" y="1"/>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9" name="Google Shape;1429;p38"/>
            <p:cNvSpPr/>
            <p:nvPr/>
          </p:nvSpPr>
          <p:spPr>
            <a:xfrm>
              <a:off x="3130398" y="1833352"/>
              <a:ext cx="7028" cy="4039"/>
            </a:xfrm>
            <a:custGeom>
              <a:avLst/>
              <a:gdLst/>
              <a:ahLst/>
              <a:cxnLst/>
              <a:rect l="l" t="t" r="r" b="b"/>
              <a:pathLst>
                <a:path w="221" h="127" extrusionOk="0">
                  <a:moveTo>
                    <a:pt x="80" y="1"/>
                  </a:moveTo>
                  <a:lnTo>
                    <a:pt x="80" y="1"/>
                  </a:lnTo>
                  <a:lnTo>
                    <a:pt x="48" y="1"/>
                  </a:lnTo>
                  <a:lnTo>
                    <a:pt x="32" y="1"/>
                  </a:lnTo>
                  <a:cubicBezTo>
                    <a:pt x="17" y="1"/>
                    <a:pt x="0" y="16"/>
                    <a:pt x="17" y="47"/>
                  </a:cubicBezTo>
                  <a:cubicBezTo>
                    <a:pt x="17" y="64"/>
                    <a:pt x="32" y="79"/>
                    <a:pt x="48" y="79"/>
                  </a:cubicBezTo>
                  <a:lnTo>
                    <a:pt x="48" y="79"/>
                  </a:lnTo>
                  <a:lnTo>
                    <a:pt x="63" y="64"/>
                  </a:lnTo>
                  <a:lnTo>
                    <a:pt x="80" y="64"/>
                  </a:lnTo>
                  <a:cubicBezTo>
                    <a:pt x="111" y="79"/>
                    <a:pt x="126" y="79"/>
                    <a:pt x="143" y="95"/>
                  </a:cubicBezTo>
                  <a:cubicBezTo>
                    <a:pt x="158" y="110"/>
                    <a:pt x="158" y="110"/>
                    <a:pt x="174" y="110"/>
                  </a:cubicBezTo>
                  <a:lnTo>
                    <a:pt x="189" y="127"/>
                  </a:lnTo>
                  <a:cubicBezTo>
                    <a:pt x="206" y="127"/>
                    <a:pt x="206" y="110"/>
                    <a:pt x="221" y="110"/>
                  </a:cubicBezTo>
                  <a:cubicBezTo>
                    <a:pt x="221" y="79"/>
                    <a:pt x="221" y="64"/>
                    <a:pt x="206" y="64"/>
                  </a:cubicBezTo>
                  <a:cubicBezTo>
                    <a:pt x="206" y="47"/>
                    <a:pt x="189" y="47"/>
                    <a:pt x="174" y="47"/>
                  </a:cubicBezTo>
                  <a:cubicBezTo>
                    <a:pt x="158" y="32"/>
                    <a:pt x="143"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0" name="Google Shape;1430;p38"/>
            <p:cNvSpPr/>
            <p:nvPr/>
          </p:nvSpPr>
          <p:spPr>
            <a:xfrm>
              <a:off x="3423023" y="1778236"/>
              <a:ext cx="9573" cy="12053"/>
            </a:xfrm>
            <a:custGeom>
              <a:avLst/>
              <a:gdLst/>
              <a:ahLst/>
              <a:cxnLst/>
              <a:rect l="l" t="t" r="r" b="b"/>
              <a:pathLst>
                <a:path w="301" h="379" extrusionOk="0">
                  <a:moveTo>
                    <a:pt x="190" y="173"/>
                  </a:moveTo>
                  <a:cubicBezTo>
                    <a:pt x="175" y="173"/>
                    <a:pt x="175" y="173"/>
                    <a:pt x="158" y="190"/>
                  </a:cubicBezTo>
                  <a:cubicBezTo>
                    <a:pt x="143" y="221"/>
                    <a:pt x="158" y="236"/>
                    <a:pt x="190" y="284"/>
                  </a:cubicBezTo>
                  <a:lnTo>
                    <a:pt x="158" y="299"/>
                  </a:lnTo>
                  <a:lnTo>
                    <a:pt x="158" y="299"/>
                  </a:lnTo>
                  <a:cubicBezTo>
                    <a:pt x="143" y="284"/>
                    <a:pt x="143" y="268"/>
                    <a:pt x="127" y="253"/>
                  </a:cubicBezTo>
                  <a:lnTo>
                    <a:pt x="127" y="253"/>
                  </a:lnTo>
                  <a:lnTo>
                    <a:pt x="112" y="253"/>
                  </a:lnTo>
                  <a:lnTo>
                    <a:pt x="49" y="236"/>
                  </a:lnTo>
                  <a:cubicBezTo>
                    <a:pt x="64" y="253"/>
                    <a:pt x="64" y="268"/>
                    <a:pt x="80" y="284"/>
                  </a:cubicBezTo>
                  <a:lnTo>
                    <a:pt x="112" y="284"/>
                  </a:lnTo>
                  <a:lnTo>
                    <a:pt x="112" y="284"/>
                  </a:lnTo>
                  <a:lnTo>
                    <a:pt x="112" y="284"/>
                  </a:lnTo>
                  <a:cubicBezTo>
                    <a:pt x="127" y="284"/>
                    <a:pt x="143" y="284"/>
                    <a:pt x="143" y="299"/>
                  </a:cubicBezTo>
                  <a:cubicBezTo>
                    <a:pt x="158" y="316"/>
                    <a:pt x="143" y="316"/>
                    <a:pt x="143" y="331"/>
                  </a:cubicBezTo>
                  <a:cubicBezTo>
                    <a:pt x="158" y="331"/>
                    <a:pt x="158" y="347"/>
                    <a:pt x="158" y="362"/>
                  </a:cubicBezTo>
                  <a:lnTo>
                    <a:pt x="158" y="379"/>
                  </a:lnTo>
                  <a:lnTo>
                    <a:pt x="175" y="379"/>
                  </a:lnTo>
                  <a:lnTo>
                    <a:pt x="175" y="379"/>
                  </a:lnTo>
                  <a:cubicBezTo>
                    <a:pt x="175" y="379"/>
                    <a:pt x="190" y="379"/>
                    <a:pt x="190" y="362"/>
                  </a:cubicBezTo>
                  <a:lnTo>
                    <a:pt x="253" y="316"/>
                  </a:lnTo>
                  <a:cubicBezTo>
                    <a:pt x="253" y="316"/>
                    <a:pt x="269" y="284"/>
                    <a:pt x="253" y="284"/>
                  </a:cubicBezTo>
                  <a:cubicBezTo>
                    <a:pt x="253" y="268"/>
                    <a:pt x="253" y="268"/>
                    <a:pt x="238" y="253"/>
                  </a:cubicBezTo>
                  <a:lnTo>
                    <a:pt x="284" y="221"/>
                  </a:lnTo>
                  <a:lnTo>
                    <a:pt x="284" y="221"/>
                  </a:lnTo>
                  <a:lnTo>
                    <a:pt x="301" y="190"/>
                  </a:lnTo>
                  <a:cubicBezTo>
                    <a:pt x="301" y="190"/>
                    <a:pt x="284" y="190"/>
                    <a:pt x="284" y="173"/>
                  </a:cubicBezTo>
                  <a:lnTo>
                    <a:pt x="284" y="173"/>
                  </a:lnTo>
                  <a:lnTo>
                    <a:pt x="238" y="205"/>
                  </a:lnTo>
                  <a:lnTo>
                    <a:pt x="221" y="205"/>
                  </a:lnTo>
                  <a:cubicBezTo>
                    <a:pt x="221" y="205"/>
                    <a:pt x="206" y="205"/>
                    <a:pt x="190" y="190"/>
                  </a:cubicBezTo>
                  <a:lnTo>
                    <a:pt x="190" y="173"/>
                  </a:lnTo>
                  <a:close/>
                  <a:moveTo>
                    <a:pt x="17" y="47"/>
                  </a:moveTo>
                  <a:lnTo>
                    <a:pt x="17" y="47"/>
                  </a:lnTo>
                  <a:lnTo>
                    <a:pt x="17" y="47"/>
                  </a:lnTo>
                  <a:close/>
                  <a:moveTo>
                    <a:pt x="32" y="1"/>
                  </a:moveTo>
                  <a:lnTo>
                    <a:pt x="32" y="1"/>
                  </a:lnTo>
                  <a:cubicBezTo>
                    <a:pt x="32" y="1"/>
                    <a:pt x="17" y="1"/>
                    <a:pt x="17" y="16"/>
                  </a:cubicBezTo>
                  <a:cubicBezTo>
                    <a:pt x="1" y="32"/>
                    <a:pt x="1" y="47"/>
                    <a:pt x="17" y="64"/>
                  </a:cubicBezTo>
                  <a:lnTo>
                    <a:pt x="17" y="64"/>
                  </a:lnTo>
                  <a:cubicBezTo>
                    <a:pt x="17" y="95"/>
                    <a:pt x="17" y="142"/>
                    <a:pt x="32" y="173"/>
                  </a:cubicBezTo>
                  <a:lnTo>
                    <a:pt x="95" y="173"/>
                  </a:lnTo>
                  <a:cubicBezTo>
                    <a:pt x="95" y="142"/>
                    <a:pt x="80" y="95"/>
                    <a:pt x="95" y="47"/>
                  </a:cubicBezTo>
                  <a:cubicBezTo>
                    <a:pt x="95" y="32"/>
                    <a:pt x="80" y="16"/>
                    <a:pt x="64" y="16"/>
                  </a:cubicBezTo>
                  <a:lnTo>
                    <a:pt x="64" y="16"/>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1" name="Google Shape;1431;p38"/>
            <p:cNvSpPr/>
            <p:nvPr/>
          </p:nvSpPr>
          <p:spPr>
            <a:xfrm>
              <a:off x="3423564" y="1779731"/>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2" name="Google Shape;1432;p38"/>
            <p:cNvSpPr/>
            <p:nvPr/>
          </p:nvSpPr>
          <p:spPr>
            <a:xfrm>
              <a:off x="3440070" y="1796746"/>
              <a:ext cx="2035" cy="3053"/>
            </a:xfrm>
            <a:custGeom>
              <a:avLst/>
              <a:gdLst/>
              <a:ahLst/>
              <a:cxnLst/>
              <a:rect l="l" t="t" r="r" b="b"/>
              <a:pathLst>
                <a:path w="64" h="96" extrusionOk="0">
                  <a:moveTo>
                    <a:pt x="17" y="1"/>
                  </a:moveTo>
                  <a:cubicBezTo>
                    <a:pt x="0" y="1"/>
                    <a:pt x="0" y="17"/>
                    <a:pt x="0" y="32"/>
                  </a:cubicBezTo>
                  <a:lnTo>
                    <a:pt x="0" y="49"/>
                  </a:lnTo>
                  <a:cubicBezTo>
                    <a:pt x="0" y="80"/>
                    <a:pt x="17" y="96"/>
                    <a:pt x="32" y="96"/>
                  </a:cubicBezTo>
                  <a:lnTo>
                    <a:pt x="32" y="96"/>
                  </a:lnTo>
                  <a:lnTo>
                    <a:pt x="32" y="96"/>
                  </a:lnTo>
                  <a:cubicBezTo>
                    <a:pt x="17" y="80"/>
                    <a:pt x="17" y="64"/>
                    <a:pt x="32" y="49"/>
                  </a:cubicBezTo>
                  <a:cubicBezTo>
                    <a:pt x="32" y="32"/>
                    <a:pt x="48" y="32"/>
                    <a:pt x="63" y="32"/>
                  </a:cubicBezTo>
                  <a:lnTo>
                    <a:pt x="63" y="32"/>
                  </a:lnTo>
                  <a:lnTo>
                    <a:pt x="63" y="32"/>
                  </a:lnTo>
                  <a:lnTo>
                    <a:pt x="63" y="32"/>
                  </a:lnTo>
                  <a:lnTo>
                    <a:pt x="48" y="32"/>
                  </a:lnTo>
                  <a:lnTo>
                    <a:pt x="48" y="32"/>
                  </a:lnTo>
                  <a:cubicBezTo>
                    <a:pt x="32"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3" name="Google Shape;1433;p38"/>
            <p:cNvSpPr/>
            <p:nvPr/>
          </p:nvSpPr>
          <p:spPr>
            <a:xfrm>
              <a:off x="3332351" y="1811312"/>
              <a:ext cx="7060" cy="6042"/>
            </a:xfrm>
            <a:custGeom>
              <a:avLst/>
              <a:gdLst/>
              <a:ahLst/>
              <a:cxnLst/>
              <a:rect l="l" t="t" r="r" b="b"/>
              <a:pathLst>
                <a:path w="222" h="190" extrusionOk="0">
                  <a:moveTo>
                    <a:pt x="221" y="16"/>
                  </a:moveTo>
                  <a:lnTo>
                    <a:pt x="221" y="16"/>
                  </a:lnTo>
                  <a:lnTo>
                    <a:pt x="221" y="16"/>
                  </a:lnTo>
                  <a:lnTo>
                    <a:pt x="221" y="16"/>
                  </a:lnTo>
                  <a:lnTo>
                    <a:pt x="221" y="16"/>
                  </a:lnTo>
                  <a:lnTo>
                    <a:pt x="221" y="16"/>
                  </a:lnTo>
                  <a:close/>
                  <a:moveTo>
                    <a:pt x="32" y="1"/>
                  </a:moveTo>
                  <a:lnTo>
                    <a:pt x="32" y="1"/>
                  </a:lnTo>
                  <a:cubicBezTo>
                    <a:pt x="16" y="1"/>
                    <a:pt x="16" y="16"/>
                    <a:pt x="1" y="16"/>
                  </a:cubicBezTo>
                  <a:cubicBezTo>
                    <a:pt x="1" y="32"/>
                    <a:pt x="1" y="47"/>
                    <a:pt x="16" y="64"/>
                  </a:cubicBezTo>
                  <a:lnTo>
                    <a:pt x="32" y="79"/>
                  </a:lnTo>
                  <a:lnTo>
                    <a:pt x="32" y="79"/>
                  </a:lnTo>
                  <a:cubicBezTo>
                    <a:pt x="47" y="64"/>
                    <a:pt x="47" y="47"/>
                    <a:pt x="64" y="47"/>
                  </a:cubicBezTo>
                  <a:lnTo>
                    <a:pt x="79" y="47"/>
                  </a:lnTo>
                  <a:lnTo>
                    <a:pt x="79" y="47"/>
                  </a:lnTo>
                  <a:cubicBezTo>
                    <a:pt x="95" y="47"/>
                    <a:pt x="110" y="79"/>
                    <a:pt x="110" y="95"/>
                  </a:cubicBezTo>
                  <a:lnTo>
                    <a:pt x="95" y="110"/>
                  </a:lnTo>
                  <a:lnTo>
                    <a:pt x="110" y="110"/>
                  </a:lnTo>
                  <a:cubicBezTo>
                    <a:pt x="127" y="110"/>
                    <a:pt x="142" y="127"/>
                    <a:pt x="142" y="142"/>
                  </a:cubicBezTo>
                  <a:cubicBezTo>
                    <a:pt x="142" y="158"/>
                    <a:pt x="142" y="158"/>
                    <a:pt x="127" y="173"/>
                  </a:cubicBezTo>
                  <a:lnTo>
                    <a:pt x="127" y="173"/>
                  </a:lnTo>
                  <a:cubicBezTo>
                    <a:pt x="142" y="173"/>
                    <a:pt x="142" y="190"/>
                    <a:pt x="142" y="190"/>
                  </a:cubicBezTo>
                  <a:lnTo>
                    <a:pt x="173" y="173"/>
                  </a:lnTo>
                  <a:lnTo>
                    <a:pt x="190" y="173"/>
                  </a:lnTo>
                  <a:lnTo>
                    <a:pt x="190" y="173"/>
                  </a:lnTo>
                  <a:lnTo>
                    <a:pt x="190" y="173"/>
                  </a:lnTo>
                  <a:lnTo>
                    <a:pt x="205" y="142"/>
                  </a:lnTo>
                  <a:cubicBezTo>
                    <a:pt x="190" y="142"/>
                    <a:pt x="190" y="142"/>
                    <a:pt x="190" y="127"/>
                  </a:cubicBezTo>
                  <a:lnTo>
                    <a:pt x="190" y="110"/>
                  </a:lnTo>
                  <a:cubicBezTo>
                    <a:pt x="173" y="110"/>
                    <a:pt x="173" y="95"/>
                    <a:pt x="158" y="79"/>
                  </a:cubicBezTo>
                  <a:lnTo>
                    <a:pt x="158" y="79"/>
                  </a:lnTo>
                  <a:lnTo>
                    <a:pt x="158" y="95"/>
                  </a:lnTo>
                  <a:lnTo>
                    <a:pt x="127" y="79"/>
                  </a:lnTo>
                  <a:lnTo>
                    <a:pt x="142" y="79"/>
                  </a:lnTo>
                  <a:lnTo>
                    <a:pt x="158" y="79"/>
                  </a:lnTo>
                  <a:lnTo>
                    <a:pt x="142" y="32"/>
                  </a:lnTo>
                  <a:lnTo>
                    <a:pt x="127" y="47"/>
                  </a:lnTo>
                  <a:lnTo>
                    <a:pt x="110" y="47"/>
                  </a:lnTo>
                  <a:lnTo>
                    <a:pt x="79" y="47"/>
                  </a:lnTo>
                  <a:lnTo>
                    <a:pt x="79" y="47"/>
                  </a:lnTo>
                  <a:lnTo>
                    <a:pt x="79" y="47"/>
                  </a:lnTo>
                  <a:cubicBezTo>
                    <a:pt x="64" y="47"/>
                    <a:pt x="47" y="32"/>
                    <a:pt x="47"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4" name="Google Shape;1434;p38"/>
            <p:cNvSpPr/>
            <p:nvPr/>
          </p:nvSpPr>
          <p:spPr>
            <a:xfrm>
              <a:off x="3429034" y="1749167"/>
              <a:ext cx="8587" cy="4516"/>
            </a:xfrm>
            <a:custGeom>
              <a:avLst/>
              <a:gdLst/>
              <a:ahLst/>
              <a:cxnLst/>
              <a:rect l="l" t="t" r="r" b="b"/>
              <a:pathLst>
                <a:path w="270" h="142" extrusionOk="0">
                  <a:moveTo>
                    <a:pt x="221" y="1"/>
                  </a:moveTo>
                  <a:cubicBezTo>
                    <a:pt x="206" y="16"/>
                    <a:pt x="175" y="16"/>
                    <a:pt x="158" y="16"/>
                  </a:cubicBezTo>
                  <a:cubicBezTo>
                    <a:pt x="158" y="32"/>
                    <a:pt x="158" y="32"/>
                    <a:pt x="175" y="47"/>
                  </a:cubicBezTo>
                  <a:cubicBezTo>
                    <a:pt x="143" y="64"/>
                    <a:pt x="95" y="64"/>
                    <a:pt x="64" y="79"/>
                  </a:cubicBezTo>
                  <a:cubicBezTo>
                    <a:pt x="49" y="79"/>
                    <a:pt x="32" y="95"/>
                    <a:pt x="17" y="110"/>
                  </a:cubicBezTo>
                  <a:lnTo>
                    <a:pt x="1" y="110"/>
                  </a:lnTo>
                  <a:lnTo>
                    <a:pt x="1" y="110"/>
                  </a:lnTo>
                  <a:lnTo>
                    <a:pt x="64" y="127"/>
                  </a:lnTo>
                  <a:cubicBezTo>
                    <a:pt x="80" y="127"/>
                    <a:pt x="95" y="127"/>
                    <a:pt x="95" y="142"/>
                  </a:cubicBezTo>
                  <a:cubicBezTo>
                    <a:pt x="112" y="127"/>
                    <a:pt x="143" y="127"/>
                    <a:pt x="158" y="127"/>
                  </a:cubicBezTo>
                  <a:lnTo>
                    <a:pt x="175" y="110"/>
                  </a:lnTo>
                  <a:cubicBezTo>
                    <a:pt x="175" y="95"/>
                    <a:pt x="175" y="79"/>
                    <a:pt x="190" y="64"/>
                  </a:cubicBezTo>
                  <a:lnTo>
                    <a:pt x="206" y="64"/>
                  </a:lnTo>
                  <a:lnTo>
                    <a:pt x="221" y="64"/>
                  </a:lnTo>
                  <a:cubicBezTo>
                    <a:pt x="238" y="64"/>
                    <a:pt x="238" y="64"/>
                    <a:pt x="238" y="47"/>
                  </a:cubicBezTo>
                  <a:lnTo>
                    <a:pt x="253" y="47"/>
                  </a:lnTo>
                  <a:lnTo>
                    <a:pt x="253" y="64"/>
                  </a:lnTo>
                  <a:lnTo>
                    <a:pt x="269" y="64"/>
                  </a:lnTo>
                  <a:cubicBezTo>
                    <a:pt x="269" y="64"/>
                    <a:pt x="269" y="47"/>
                    <a:pt x="253" y="47"/>
                  </a:cubicBezTo>
                  <a:cubicBezTo>
                    <a:pt x="253" y="32"/>
                    <a:pt x="238" y="32"/>
                    <a:pt x="238"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5" name="Google Shape;1435;p38"/>
            <p:cNvSpPr/>
            <p:nvPr/>
          </p:nvSpPr>
          <p:spPr>
            <a:xfrm>
              <a:off x="3277712" y="1807304"/>
              <a:ext cx="2544" cy="7060"/>
            </a:xfrm>
            <a:custGeom>
              <a:avLst/>
              <a:gdLst/>
              <a:ahLst/>
              <a:cxnLst/>
              <a:rect l="l" t="t" r="r" b="b"/>
              <a:pathLst>
                <a:path w="80" h="222" extrusionOk="0">
                  <a:moveTo>
                    <a:pt x="48" y="0"/>
                  </a:moveTo>
                  <a:lnTo>
                    <a:pt x="48" y="0"/>
                  </a:lnTo>
                  <a:cubicBezTo>
                    <a:pt x="32" y="0"/>
                    <a:pt x="17" y="16"/>
                    <a:pt x="17" y="32"/>
                  </a:cubicBezTo>
                  <a:cubicBezTo>
                    <a:pt x="1" y="47"/>
                    <a:pt x="1" y="63"/>
                    <a:pt x="1" y="79"/>
                  </a:cubicBezTo>
                  <a:lnTo>
                    <a:pt x="1" y="142"/>
                  </a:lnTo>
                  <a:lnTo>
                    <a:pt x="1" y="158"/>
                  </a:lnTo>
                  <a:lnTo>
                    <a:pt x="1" y="221"/>
                  </a:lnTo>
                  <a:lnTo>
                    <a:pt x="1" y="221"/>
                  </a:lnTo>
                  <a:cubicBezTo>
                    <a:pt x="80" y="190"/>
                    <a:pt x="80" y="127"/>
                    <a:pt x="80" y="79"/>
                  </a:cubicBezTo>
                  <a:lnTo>
                    <a:pt x="80" y="32"/>
                  </a:lnTo>
                  <a:cubicBezTo>
                    <a:pt x="80"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6" name="Google Shape;1436;p38"/>
            <p:cNvSpPr/>
            <p:nvPr/>
          </p:nvSpPr>
          <p:spPr>
            <a:xfrm>
              <a:off x="3120379" y="1826355"/>
              <a:ext cx="5565" cy="3498"/>
            </a:xfrm>
            <a:custGeom>
              <a:avLst/>
              <a:gdLst/>
              <a:ahLst/>
              <a:cxnLst/>
              <a:rect l="l" t="t" r="r" b="b"/>
              <a:pathLst>
                <a:path w="175" h="110" extrusionOk="0">
                  <a:moveTo>
                    <a:pt x="126" y="0"/>
                  </a:moveTo>
                  <a:lnTo>
                    <a:pt x="126" y="0"/>
                  </a:lnTo>
                  <a:lnTo>
                    <a:pt x="111" y="0"/>
                  </a:lnTo>
                  <a:cubicBezTo>
                    <a:pt x="126" y="15"/>
                    <a:pt x="111" y="32"/>
                    <a:pt x="111" y="47"/>
                  </a:cubicBezTo>
                  <a:lnTo>
                    <a:pt x="80" y="47"/>
                  </a:lnTo>
                  <a:cubicBezTo>
                    <a:pt x="80" y="47"/>
                    <a:pt x="63" y="47"/>
                    <a:pt x="48" y="32"/>
                  </a:cubicBezTo>
                  <a:lnTo>
                    <a:pt x="48" y="15"/>
                  </a:lnTo>
                  <a:lnTo>
                    <a:pt x="17" y="32"/>
                  </a:lnTo>
                  <a:cubicBezTo>
                    <a:pt x="17" y="32"/>
                    <a:pt x="0" y="47"/>
                    <a:pt x="0" y="63"/>
                  </a:cubicBezTo>
                  <a:lnTo>
                    <a:pt x="0" y="78"/>
                  </a:lnTo>
                  <a:cubicBezTo>
                    <a:pt x="0" y="95"/>
                    <a:pt x="17" y="110"/>
                    <a:pt x="32" y="110"/>
                  </a:cubicBezTo>
                  <a:lnTo>
                    <a:pt x="143" y="110"/>
                  </a:lnTo>
                  <a:lnTo>
                    <a:pt x="143" y="110"/>
                  </a:lnTo>
                  <a:cubicBezTo>
                    <a:pt x="158" y="110"/>
                    <a:pt x="174" y="95"/>
                    <a:pt x="174" y="78"/>
                  </a:cubicBezTo>
                  <a:cubicBezTo>
                    <a:pt x="174" y="63"/>
                    <a:pt x="158" y="47"/>
                    <a:pt x="143" y="47"/>
                  </a:cubicBezTo>
                  <a:lnTo>
                    <a:pt x="126" y="47"/>
                  </a:lnTo>
                  <a:cubicBezTo>
                    <a:pt x="143" y="32"/>
                    <a:pt x="143"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7" name="Google Shape;1437;p38"/>
            <p:cNvSpPr/>
            <p:nvPr/>
          </p:nvSpPr>
          <p:spPr>
            <a:xfrm>
              <a:off x="3260188" y="1773243"/>
              <a:ext cx="7060" cy="4516"/>
            </a:xfrm>
            <a:custGeom>
              <a:avLst/>
              <a:gdLst/>
              <a:ahLst/>
              <a:cxnLst/>
              <a:rect l="l" t="t" r="r" b="b"/>
              <a:pathLst>
                <a:path w="222" h="142" extrusionOk="0">
                  <a:moveTo>
                    <a:pt x="142" y="63"/>
                  </a:moveTo>
                  <a:lnTo>
                    <a:pt x="142" y="47"/>
                  </a:lnTo>
                  <a:lnTo>
                    <a:pt x="142" y="63"/>
                  </a:lnTo>
                  <a:close/>
                  <a:moveTo>
                    <a:pt x="110" y="15"/>
                  </a:moveTo>
                  <a:lnTo>
                    <a:pt x="95" y="32"/>
                  </a:lnTo>
                  <a:lnTo>
                    <a:pt x="95" y="32"/>
                  </a:lnTo>
                  <a:lnTo>
                    <a:pt x="95" y="63"/>
                  </a:lnTo>
                  <a:lnTo>
                    <a:pt x="79" y="78"/>
                  </a:lnTo>
                  <a:lnTo>
                    <a:pt x="79" y="95"/>
                  </a:lnTo>
                  <a:cubicBezTo>
                    <a:pt x="95" y="110"/>
                    <a:pt x="110" y="110"/>
                    <a:pt x="142" y="126"/>
                  </a:cubicBezTo>
                  <a:lnTo>
                    <a:pt x="173" y="126"/>
                  </a:lnTo>
                  <a:lnTo>
                    <a:pt x="173" y="141"/>
                  </a:lnTo>
                  <a:cubicBezTo>
                    <a:pt x="190" y="141"/>
                    <a:pt x="205" y="126"/>
                    <a:pt x="205" y="110"/>
                  </a:cubicBezTo>
                  <a:cubicBezTo>
                    <a:pt x="221" y="95"/>
                    <a:pt x="221" y="78"/>
                    <a:pt x="190" y="78"/>
                  </a:cubicBezTo>
                  <a:cubicBezTo>
                    <a:pt x="190" y="63"/>
                    <a:pt x="173" y="63"/>
                    <a:pt x="158" y="63"/>
                  </a:cubicBezTo>
                  <a:cubicBezTo>
                    <a:pt x="158" y="63"/>
                    <a:pt x="142" y="47"/>
                    <a:pt x="127" y="47"/>
                  </a:cubicBezTo>
                  <a:cubicBezTo>
                    <a:pt x="127" y="32"/>
                    <a:pt x="127" y="15"/>
                    <a:pt x="110" y="15"/>
                  </a:cubicBezTo>
                  <a:close/>
                  <a:moveTo>
                    <a:pt x="32" y="0"/>
                  </a:moveTo>
                  <a:lnTo>
                    <a:pt x="32" y="0"/>
                  </a:lnTo>
                  <a:cubicBezTo>
                    <a:pt x="16" y="0"/>
                    <a:pt x="1" y="15"/>
                    <a:pt x="1" y="47"/>
                  </a:cubicBezTo>
                  <a:cubicBezTo>
                    <a:pt x="1" y="47"/>
                    <a:pt x="1" y="63"/>
                    <a:pt x="16" y="63"/>
                  </a:cubicBezTo>
                  <a:lnTo>
                    <a:pt x="16" y="47"/>
                  </a:lnTo>
                  <a:lnTo>
                    <a:pt x="32" y="32"/>
                  </a:lnTo>
                  <a:lnTo>
                    <a:pt x="32"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8" name="Google Shape;1438;p38"/>
            <p:cNvSpPr/>
            <p:nvPr/>
          </p:nvSpPr>
          <p:spPr>
            <a:xfrm>
              <a:off x="3264673" y="1774706"/>
              <a:ext cx="32" cy="572"/>
            </a:xfrm>
            <a:custGeom>
              <a:avLst/>
              <a:gdLst/>
              <a:ahLst/>
              <a:cxnLst/>
              <a:rect l="l" t="t" r="r" b="b"/>
              <a:pathLst>
                <a:path w="1" h="18" extrusionOk="0">
                  <a:moveTo>
                    <a:pt x="1" y="1"/>
                  </a:move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9" name="Google Shape;1439;p38"/>
            <p:cNvSpPr/>
            <p:nvPr/>
          </p:nvSpPr>
          <p:spPr>
            <a:xfrm>
              <a:off x="3353882" y="1814333"/>
              <a:ext cx="6042" cy="7028"/>
            </a:xfrm>
            <a:custGeom>
              <a:avLst/>
              <a:gdLst/>
              <a:ahLst/>
              <a:cxnLst/>
              <a:rect l="l" t="t" r="r" b="b"/>
              <a:pathLst>
                <a:path w="190" h="221" extrusionOk="0">
                  <a:moveTo>
                    <a:pt x="126" y="0"/>
                  </a:moveTo>
                  <a:lnTo>
                    <a:pt x="126" y="15"/>
                  </a:lnTo>
                  <a:lnTo>
                    <a:pt x="63" y="158"/>
                  </a:lnTo>
                  <a:lnTo>
                    <a:pt x="17" y="173"/>
                  </a:lnTo>
                  <a:cubicBezTo>
                    <a:pt x="0" y="189"/>
                    <a:pt x="0" y="204"/>
                    <a:pt x="0" y="221"/>
                  </a:cubicBezTo>
                  <a:lnTo>
                    <a:pt x="17" y="221"/>
                  </a:lnTo>
                  <a:lnTo>
                    <a:pt x="80" y="221"/>
                  </a:lnTo>
                  <a:lnTo>
                    <a:pt x="111" y="204"/>
                  </a:lnTo>
                  <a:cubicBezTo>
                    <a:pt x="126" y="204"/>
                    <a:pt x="126" y="189"/>
                    <a:pt x="126" y="189"/>
                  </a:cubicBezTo>
                  <a:lnTo>
                    <a:pt x="189" y="32"/>
                  </a:lnTo>
                  <a:lnTo>
                    <a:pt x="189" y="15"/>
                  </a:lnTo>
                  <a:cubicBezTo>
                    <a:pt x="189" y="32"/>
                    <a:pt x="174" y="32"/>
                    <a:pt x="158" y="32"/>
                  </a:cubicBezTo>
                  <a:lnTo>
                    <a:pt x="158" y="32"/>
                  </a:lnTo>
                  <a:cubicBezTo>
                    <a:pt x="143" y="32"/>
                    <a:pt x="126"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0" name="Google Shape;1440;p38"/>
            <p:cNvSpPr/>
            <p:nvPr/>
          </p:nvSpPr>
          <p:spPr>
            <a:xfrm>
              <a:off x="3118376" y="1813315"/>
              <a:ext cx="3562" cy="5534"/>
            </a:xfrm>
            <a:custGeom>
              <a:avLst/>
              <a:gdLst/>
              <a:ahLst/>
              <a:cxnLst/>
              <a:rect l="l" t="t" r="r" b="b"/>
              <a:pathLst>
                <a:path w="112" h="174" extrusionOk="0">
                  <a:moveTo>
                    <a:pt x="48" y="1"/>
                  </a:moveTo>
                  <a:lnTo>
                    <a:pt x="48" y="1"/>
                  </a:lnTo>
                  <a:lnTo>
                    <a:pt x="32" y="1"/>
                  </a:lnTo>
                  <a:lnTo>
                    <a:pt x="32" y="1"/>
                  </a:lnTo>
                  <a:cubicBezTo>
                    <a:pt x="17" y="1"/>
                    <a:pt x="17" y="1"/>
                    <a:pt x="17" y="16"/>
                  </a:cubicBezTo>
                  <a:lnTo>
                    <a:pt x="17" y="16"/>
                  </a:lnTo>
                  <a:cubicBezTo>
                    <a:pt x="17" y="47"/>
                    <a:pt x="0" y="64"/>
                    <a:pt x="0" y="79"/>
                  </a:cubicBezTo>
                  <a:lnTo>
                    <a:pt x="17" y="95"/>
                  </a:lnTo>
                  <a:lnTo>
                    <a:pt x="32" y="95"/>
                  </a:lnTo>
                  <a:lnTo>
                    <a:pt x="32" y="95"/>
                  </a:lnTo>
                  <a:lnTo>
                    <a:pt x="32" y="110"/>
                  </a:lnTo>
                  <a:lnTo>
                    <a:pt x="17" y="127"/>
                  </a:lnTo>
                  <a:cubicBezTo>
                    <a:pt x="17" y="142"/>
                    <a:pt x="17" y="158"/>
                    <a:pt x="32" y="158"/>
                  </a:cubicBezTo>
                  <a:lnTo>
                    <a:pt x="48" y="173"/>
                  </a:lnTo>
                  <a:cubicBezTo>
                    <a:pt x="63" y="173"/>
                    <a:pt x="80" y="158"/>
                    <a:pt x="80" y="158"/>
                  </a:cubicBezTo>
                  <a:lnTo>
                    <a:pt x="80" y="142"/>
                  </a:lnTo>
                  <a:cubicBezTo>
                    <a:pt x="95" y="127"/>
                    <a:pt x="111" y="95"/>
                    <a:pt x="111" y="64"/>
                  </a:cubicBezTo>
                  <a:lnTo>
                    <a:pt x="95" y="16"/>
                  </a:lnTo>
                  <a:cubicBezTo>
                    <a:pt x="80"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1" name="Google Shape;1441;p38"/>
            <p:cNvSpPr/>
            <p:nvPr/>
          </p:nvSpPr>
          <p:spPr>
            <a:xfrm>
              <a:off x="3105336" y="1785741"/>
              <a:ext cx="8046" cy="4548"/>
            </a:xfrm>
            <a:custGeom>
              <a:avLst/>
              <a:gdLst/>
              <a:ahLst/>
              <a:cxnLst/>
              <a:rect l="l" t="t" r="r" b="b"/>
              <a:pathLst>
                <a:path w="253" h="143" extrusionOk="0">
                  <a:moveTo>
                    <a:pt x="80" y="17"/>
                  </a:moveTo>
                  <a:lnTo>
                    <a:pt x="80" y="32"/>
                  </a:lnTo>
                  <a:lnTo>
                    <a:pt x="48" y="63"/>
                  </a:lnTo>
                  <a:lnTo>
                    <a:pt x="64" y="63"/>
                  </a:lnTo>
                  <a:cubicBezTo>
                    <a:pt x="64" y="80"/>
                    <a:pt x="64" y="80"/>
                    <a:pt x="80" y="95"/>
                  </a:cubicBezTo>
                  <a:lnTo>
                    <a:pt x="190" y="143"/>
                  </a:lnTo>
                  <a:lnTo>
                    <a:pt x="206" y="143"/>
                  </a:lnTo>
                  <a:cubicBezTo>
                    <a:pt x="221" y="143"/>
                    <a:pt x="238" y="143"/>
                    <a:pt x="238" y="126"/>
                  </a:cubicBezTo>
                  <a:cubicBezTo>
                    <a:pt x="253" y="111"/>
                    <a:pt x="238" y="95"/>
                    <a:pt x="238" y="95"/>
                  </a:cubicBezTo>
                  <a:lnTo>
                    <a:pt x="190" y="111"/>
                  </a:lnTo>
                  <a:lnTo>
                    <a:pt x="175" y="111"/>
                  </a:lnTo>
                  <a:cubicBezTo>
                    <a:pt x="175" y="111"/>
                    <a:pt x="158" y="111"/>
                    <a:pt x="158" y="95"/>
                  </a:cubicBezTo>
                  <a:lnTo>
                    <a:pt x="143" y="95"/>
                  </a:lnTo>
                  <a:lnTo>
                    <a:pt x="143" y="95"/>
                  </a:lnTo>
                  <a:cubicBezTo>
                    <a:pt x="127" y="95"/>
                    <a:pt x="112" y="95"/>
                    <a:pt x="112" y="80"/>
                  </a:cubicBezTo>
                  <a:lnTo>
                    <a:pt x="112" y="32"/>
                  </a:lnTo>
                  <a:lnTo>
                    <a:pt x="80" y="17"/>
                  </a:lnTo>
                  <a:close/>
                  <a:moveTo>
                    <a:pt x="1" y="0"/>
                  </a:moveTo>
                  <a:lnTo>
                    <a:pt x="1" y="17"/>
                  </a:ln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2" name="Google Shape;1442;p38"/>
            <p:cNvSpPr/>
            <p:nvPr/>
          </p:nvSpPr>
          <p:spPr>
            <a:xfrm>
              <a:off x="3438066" y="1748181"/>
              <a:ext cx="4039" cy="13039"/>
            </a:xfrm>
            <a:custGeom>
              <a:avLst/>
              <a:gdLst/>
              <a:ahLst/>
              <a:cxnLst/>
              <a:rect l="l" t="t" r="r" b="b"/>
              <a:pathLst>
                <a:path w="127" h="410" extrusionOk="0">
                  <a:moveTo>
                    <a:pt x="80" y="0"/>
                  </a:moveTo>
                  <a:cubicBezTo>
                    <a:pt x="63" y="15"/>
                    <a:pt x="32" y="15"/>
                    <a:pt x="17" y="15"/>
                  </a:cubicBezTo>
                  <a:lnTo>
                    <a:pt x="0" y="63"/>
                  </a:lnTo>
                  <a:lnTo>
                    <a:pt x="0" y="95"/>
                  </a:lnTo>
                  <a:cubicBezTo>
                    <a:pt x="17" y="110"/>
                    <a:pt x="17" y="141"/>
                    <a:pt x="17" y="189"/>
                  </a:cubicBezTo>
                  <a:cubicBezTo>
                    <a:pt x="0" y="221"/>
                    <a:pt x="0" y="252"/>
                    <a:pt x="17" y="284"/>
                  </a:cubicBezTo>
                  <a:lnTo>
                    <a:pt x="32" y="268"/>
                  </a:lnTo>
                  <a:lnTo>
                    <a:pt x="48" y="268"/>
                  </a:lnTo>
                  <a:lnTo>
                    <a:pt x="48" y="268"/>
                  </a:lnTo>
                  <a:cubicBezTo>
                    <a:pt x="48" y="268"/>
                    <a:pt x="63" y="268"/>
                    <a:pt x="80" y="284"/>
                  </a:cubicBezTo>
                  <a:cubicBezTo>
                    <a:pt x="80" y="299"/>
                    <a:pt x="80" y="315"/>
                    <a:pt x="63" y="331"/>
                  </a:cubicBezTo>
                  <a:lnTo>
                    <a:pt x="48" y="347"/>
                  </a:lnTo>
                  <a:lnTo>
                    <a:pt x="48" y="347"/>
                  </a:lnTo>
                  <a:lnTo>
                    <a:pt x="32" y="362"/>
                  </a:lnTo>
                  <a:cubicBezTo>
                    <a:pt x="17" y="378"/>
                    <a:pt x="32" y="410"/>
                    <a:pt x="48" y="410"/>
                  </a:cubicBezTo>
                  <a:lnTo>
                    <a:pt x="63" y="410"/>
                  </a:lnTo>
                  <a:cubicBezTo>
                    <a:pt x="80" y="410"/>
                    <a:pt x="80" y="410"/>
                    <a:pt x="95" y="394"/>
                  </a:cubicBezTo>
                  <a:lnTo>
                    <a:pt x="111" y="347"/>
                  </a:lnTo>
                  <a:cubicBezTo>
                    <a:pt x="126" y="347"/>
                    <a:pt x="126" y="331"/>
                    <a:pt x="111" y="315"/>
                  </a:cubicBezTo>
                  <a:cubicBezTo>
                    <a:pt x="80" y="284"/>
                    <a:pt x="80" y="236"/>
                    <a:pt x="80" y="189"/>
                  </a:cubicBezTo>
                  <a:cubicBezTo>
                    <a:pt x="80" y="141"/>
                    <a:pt x="80" y="110"/>
                    <a:pt x="63" y="78"/>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3" name="Google Shape;1443;p38"/>
            <p:cNvSpPr/>
            <p:nvPr/>
          </p:nvSpPr>
          <p:spPr>
            <a:xfrm>
              <a:off x="3380470" y="1776709"/>
              <a:ext cx="5025" cy="3562"/>
            </a:xfrm>
            <a:custGeom>
              <a:avLst/>
              <a:gdLst/>
              <a:ahLst/>
              <a:cxnLst/>
              <a:rect l="l" t="t" r="r" b="b"/>
              <a:pathLst>
                <a:path w="158" h="112" extrusionOk="0">
                  <a:moveTo>
                    <a:pt x="126" y="1"/>
                  </a:moveTo>
                  <a:lnTo>
                    <a:pt x="126" y="1"/>
                  </a:lnTo>
                  <a:lnTo>
                    <a:pt x="110" y="1"/>
                  </a:lnTo>
                  <a:lnTo>
                    <a:pt x="0" y="49"/>
                  </a:lnTo>
                  <a:lnTo>
                    <a:pt x="0" y="49"/>
                  </a:lnTo>
                  <a:lnTo>
                    <a:pt x="0" y="64"/>
                  </a:lnTo>
                  <a:lnTo>
                    <a:pt x="0" y="95"/>
                  </a:lnTo>
                  <a:cubicBezTo>
                    <a:pt x="0" y="112"/>
                    <a:pt x="15" y="112"/>
                    <a:pt x="15" y="112"/>
                  </a:cubicBezTo>
                  <a:lnTo>
                    <a:pt x="32" y="112"/>
                  </a:lnTo>
                  <a:lnTo>
                    <a:pt x="141" y="64"/>
                  </a:lnTo>
                  <a:cubicBezTo>
                    <a:pt x="158" y="64"/>
                    <a:pt x="158" y="32"/>
                    <a:pt x="158" y="17"/>
                  </a:cubicBez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4" name="Google Shape;1444;p38"/>
            <p:cNvSpPr/>
            <p:nvPr/>
          </p:nvSpPr>
          <p:spPr>
            <a:xfrm>
              <a:off x="3384954" y="1791275"/>
              <a:ext cx="9032" cy="3498"/>
            </a:xfrm>
            <a:custGeom>
              <a:avLst/>
              <a:gdLst/>
              <a:ahLst/>
              <a:cxnLst/>
              <a:rect l="l" t="t" r="r" b="b"/>
              <a:pathLst>
                <a:path w="284" h="110" extrusionOk="0">
                  <a:moveTo>
                    <a:pt x="17" y="0"/>
                  </a:moveTo>
                  <a:cubicBezTo>
                    <a:pt x="17" y="15"/>
                    <a:pt x="0" y="15"/>
                    <a:pt x="0" y="15"/>
                  </a:cubicBezTo>
                  <a:cubicBezTo>
                    <a:pt x="17" y="15"/>
                    <a:pt x="17" y="32"/>
                    <a:pt x="17" y="32"/>
                  </a:cubicBezTo>
                  <a:lnTo>
                    <a:pt x="237" y="110"/>
                  </a:lnTo>
                  <a:lnTo>
                    <a:pt x="237" y="110"/>
                  </a:lnTo>
                  <a:cubicBezTo>
                    <a:pt x="252" y="110"/>
                    <a:pt x="269" y="95"/>
                    <a:pt x="284" y="95"/>
                  </a:cubicBezTo>
                  <a:cubicBezTo>
                    <a:pt x="284" y="63"/>
                    <a:pt x="269" y="47"/>
                    <a:pt x="252" y="47"/>
                  </a:cubicBezTo>
                  <a:lnTo>
                    <a:pt x="158" y="15"/>
                  </a:lnTo>
                  <a:cubicBezTo>
                    <a:pt x="158" y="32"/>
                    <a:pt x="158" y="32"/>
                    <a:pt x="143" y="47"/>
                  </a:cubicBezTo>
                  <a:lnTo>
                    <a:pt x="126" y="47"/>
                  </a:lnTo>
                  <a:cubicBezTo>
                    <a:pt x="111" y="47"/>
                    <a:pt x="95" y="32"/>
                    <a:pt x="95" y="15"/>
                  </a:cubicBezTo>
                  <a:lnTo>
                    <a:pt x="95" y="15"/>
                  </a:lnTo>
                  <a:lnTo>
                    <a:pt x="17" y="15"/>
                  </a:lnTo>
                  <a:lnTo>
                    <a:pt x="17"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5" name="Google Shape;1445;p38"/>
            <p:cNvSpPr/>
            <p:nvPr/>
          </p:nvSpPr>
          <p:spPr>
            <a:xfrm>
              <a:off x="3390965" y="1801294"/>
              <a:ext cx="7569" cy="3530"/>
            </a:xfrm>
            <a:custGeom>
              <a:avLst/>
              <a:gdLst/>
              <a:ahLst/>
              <a:cxnLst/>
              <a:rect l="l" t="t" r="r" b="b"/>
              <a:pathLst>
                <a:path w="238" h="111" extrusionOk="0">
                  <a:moveTo>
                    <a:pt x="206" y="16"/>
                  </a:moveTo>
                  <a:lnTo>
                    <a:pt x="189" y="16"/>
                  </a:lnTo>
                  <a:lnTo>
                    <a:pt x="143" y="32"/>
                  </a:lnTo>
                  <a:lnTo>
                    <a:pt x="143" y="110"/>
                  </a:lnTo>
                  <a:cubicBezTo>
                    <a:pt x="143" y="110"/>
                    <a:pt x="158" y="110"/>
                    <a:pt x="158" y="95"/>
                  </a:cubicBezTo>
                  <a:lnTo>
                    <a:pt x="158" y="95"/>
                  </a:lnTo>
                  <a:lnTo>
                    <a:pt x="174" y="95"/>
                  </a:lnTo>
                  <a:cubicBezTo>
                    <a:pt x="174" y="95"/>
                    <a:pt x="189" y="79"/>
                    <a:pt x="206" y="79"/>
                  </a:cubicBezTo>
                  <a:lnTo>
                    <a:pt x="221" y="79"/>
                  </a:lnTo>
                  <a:cubicBezTo>
                    <a:pt x="237" y="79"/>
                    <a:pt x="237" y="63"/>
                    <a:pt x="237" y="47"/>
                  </a:cubicBezTo>
                  <a:cubicBezTo>
                    <a:pt x="237" y="32"/>
                    <a:pt x="221" y="16"/>
                    <a:pt x="206" y="16"/>
                  </a:cubicBezTo>
                  <a:close/>
                  <a:moveTo>
                    <a:pt x="32" y="0"/>
                  </a:moveTo>
                  <a:cubicBezTo>
                    <a:pt x="32" y="16"/>
                    <a:pt x="0" y="47"/>
                    <a:pt x="32" y="79"/>
                  </a:cubicBezTo>
                  <a:lnTo>
                    <a:pt x="32" y="79"/>
                  </a:lnTo>
                  <a:lnTo>
                    <a:pt x="48" y="79"/>
                  </a:lnTo>
                  <a:lnTo>
                    <a:pt x="48" y="79"/>
                  </a:lnTo>
                  <a:lnTo>
                    <a:pt x="80" y="79"/>
                  </a:lnTo>
                  <a:lnTo>
                    <a:pt x="80" y="32"/>
                  </a:lnTo>
                  <a:cubicBezTo>
                    <a:pt x="63" y="16"/>
                    <a:pt x="80" y="16"/>
                    <a:pt x="80" y="16"/>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6" name="Google Shape;1446;p38"/>
            <p:cNvSpPr/>
            <p:nvPr/>
          </p:nvSpPr>
          <p:spPr>
            <a:xfrm>
              <a:off x="3185513" y="1774229"/>
              <a:ext cx="7569" cy="6042"/>
            </a:xfrm>
            <a:custGeom>
              <a:avLst/>
              <a:gdLst/>
              <a:ahLst/>
              <a:cxnLst/>
              <a:rect l="l" t="t" r="r" b="b"/>
              <a:pathLst>
                <a:path w="238" h="190" extrusionOk="0">
                  <a:moveTo>
                    <a:pt x="158" y="95"/>
                  </a:moveTo>
                  <a:lnTo>
                    <a:pt x="158" y="95"/>
                  </a:lnTo>
                  <a:lnTo>
                    <a:pt x="158" y="95"/>
                  </a:lnTo>
                  <a:close/>
                  <a:moveTo>
                    <a:pt x="95" y="1"/>
                  </a:moveTo>
                  <a:cubicBezTo>
                    <a:pt x="64" y="1"/>
                    <a:pt x="32" y="1"/>
                    <a:pt x="1" y="16"/>
                  </a:cubicBezTo>
                  <a:lnTo>
                    <a:pt x="1" y="16"/>
                  </a:lnTo>
                  <a:cubicBezTo>
                    <a:pt x="17" y="32"/>
                    <a:pt x="32" y="47"/>
                    <a:pt x="48" y="47"/>
                  </a:cubicBezTo>
                  <a:cubicBezTo>
                    <a:pt x="80" y="79"/>
                    <a:pt x="95" y="95"/>
                    <a:pt x="111" y="127"/>
                  </a:cubicBezTo>
                  <a:cubicBezTo>
                    <a:pt x="111" y="158"/>
                    <a:pt x="143" y="158"/>
                    <a:pt x="158" y="173"/>
                  </a:cubicBezTo>
                  <a:lnTo>
                    <a:pt x="190" y="173"/>
                  </a:lnTo>
                  <a:cubicBezTo>
                    <a:pt x="190" y="190"/>
                    <a:pt x="190" y="190"/>
                    <a:pt x="206" y="190"/>
                  </a:cubicBezTo>
                  <a:cubicBezTo>
                    <a:pt x="221" y="190"/>
                    <a:pt x="221" y="173"/>
                    <a:pt x="237" y="158"/>
                  </a:cubicBezTo>
                  <a:cubicBezTo>
                    <a:pt x="237" y="142"/>
                    <a:pt x="237" y="127"/>
                    <a:pt x="221" y="110"/>
                  </a:cubicBezTo>
                  <a:lnTo>
                    <a:pt x="190" y="110"/>
                  </a:lnTo>
                  <a:lnTo>
                    <a:pt x="174" y="95"/>
                  </a:lnTo>
                  <a:cubicBezTo>
                    <a:pt x="158" y="47"/>
                    <a:pt x="127"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7" name="Google Shape;1447;p38"/>
            <p:cNvSpPr/>
            <p:nvPr/>
          </p:nvSpPr>
          <p:spPr>
            <a:xfrm>
              <a:off x="3190538" y="177725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8" name="Google Shape;1448;p38"/>
            <p:cNvSpPr/>
            <p:nvPr/>
          </p:nvSpPr>
          <p:spPr>
            <a:xfrm>
              <a:off x="3042206" y="1820821"/>
              <a:ext cx="6042" cy="4039"/>
            </a:xfrm>
            <a:custGeom>
              <a:avLst/>
              <a:gdLst/>
              <a:ahLst/>
              <a:cxnLst/>
              <a:rect l="l" t="t" r="r" b="b"/>
              <a:pathLst>
                <a:path w="190" h="127" extrusionOk="0">
                  <a:moveTo>
                    <a:pt x="158" y="0"/>
                  </a:moveTo>
                  <a:lnTo>
                    <a:pt x="158" y="0"/>
                  </a:lnTo>
                  <a:cubicBezTo>
                    <a:pt x="143" y="0"/>
                    <a:pt x="126" y="17"/>
                    <a:pt x="126" y="17"/>
                  </a:cubicBezTo>
                  <a:cubicBezTo>
                    <a:pt x="126" y="32"/>
                    <a:pt x="111" y="32"/>
                    <a:pt x="95" y="48"/>
                  </a:cubicBezTo>
                  <a:lnTo>
                    <a:pt x="95" y="63"/>
                  </a:lnTo>
                  <a:cubicBezTo>
                    <a:pt x="95" y="80"/>
                    <a:pt x="80" y="95"/>
                    <a:pt x="63" y="95"/>
                  </a:cubicBezTo>
                  <a:lnTo>
                    <a:pt x="0" y="95"/>
                  </a:lnTo>
                  <a:lnTo>
                    <a:pt x="0" y="111"/>
                  </a:lnTo>
                  <a:cubicBezTo>
                    <a:pt x="17" y="126"/>
                    <a:pt x="17" y="126"/>
                    <a:pt x="32" y="126"/>
                  </a:cubicBezTo>
                  <a:lnTo>
                    <a:pt x="48" y="126"/>
                  </a:lnTo>
                  <a:cubicBezTo>
                    <a:pt x="63" y="111"/>
                    <a:pt x="80" y="111"/>
                    <a:pt x="95" y="111"/>
                  </a:cubicBezTo>
                  <a:cubicBezTo>
                    <a:pt x="126" y="111"/>
                    <a:pt x="174" y="95"/>
                    <a:pt x="189" y="48"/>
                  </a:cubicBezTo>
                  <a:cubicBezTo>
                    <a:pt x="189" y="32"/>
                    <a:pt x="189" y="17"/>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9" name="Google Shape;1449;p38"/>
            <p:cNvSpPr/>
            <p:nvPr/>
          </p:nvSpPr>
          <p:spPr>
            <a:xfrm>
              <a:off x="3167004" y="1793279"/>
              <a:ext cx="6042" cy="3021"/>
            </a:xfrm>
            <a:custGeom>
              <a:avLst/>
              <a:gdLst/>
              <a:ahLst/>
              <a:cxnLst/>
              <a:rect l="l" t="t" r="r" b="b"/>
              <a:pathLst>
                <a:path w="190" h="95" extrusionOk="0">
                  <a:moveTo>
                    <a:pt x="173" y="0"/>
                  </a:moveTo>
                  <a:lnTo>
                    <a:pt x="173" y="0"/>
                  </a:lnTo>
                  <a:lnTo>
                    <a:pt x="32" y="15"/>
                  </a:lnTo>
                  <a:cubicBezTo>
                    <a:pt x="0" y="15"/>
                    <a:pt x="0" y="32"/>
                    <a:pt x="0" y="63"/>
                  </a:cubicBezTo>
                  <a:cubicBezTo>
                    <a:pt x="0" y="78"/>
                    <a:pt x="15" y="95"/>
                    <a:pt x="32" y="95"/>
                  </a:cubicBezTo>
                  <a:lnTo>
                    <a:pt x="32" y="95"/>
                  </a:lnTo>
                  <a:lnTo>
                    <a:pt x="63" y="78"/>
                  </a:lnTo>
                  <a:lnTo>
                    <a:pt x="63" y="78"/>
                  </a:lnTo>
                  <a:cubicBezTo>
                    <a:pt x="78" y="63"/>
                    <a:pt x="110" y="47"/>
                    <a:pt x="141" y="47"/>
                  </a:cubicBezTo>
                  <a:lnTo>
                    <a:pt x="189" y="47"/>
                  </a:lnTo>
                  <a:lnTo>
                    <a:pt x="189" y="32"/>
                  </a:lnTo>
                  <a:lnTo>
                    <a:pt x="189" y="15"/>
                  </a:lnTo>
                  <a:cubicBezTo>
                    <a:pt x="189" y="0"/>
                    <a:pt x="173" y="0"/>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0" name="Google Shape;1450;p38"/>
            <p:cNvSpPr/>
            <p:nvPr/>
          </p:nvSpPr>
          <p:spPr>
            <a:xfrm>
              <a:off x="3346376" y="1812806"/>
              <a:ext cx="7537" cy="8555"/>
            </a:xfrm>
            <a:custGeom>
              <a:avLst/>
              <a:gdLst/>
              <a:ahLst/>
              <a:cxnLst/>
              <a:rect l="l" t="t" r="r" b="b"/>
              <a:pathLst>
                <a:path w="237" h="269" extrusionOk="0">
                  <a:moveTo>
                    <a:pt x="158" y="189"/>
                  </a:moveTo>
                  <a:lnTo>
                    <a:pt x="158" y="189"/>
                  </a:lnTo>
                  <a:lnTo>
                    <a:pt x="142" y="206"/>
                  </a:lnTo>
                  <a:lnTo>
                    <a:pt x="110" y="206"/>
                  </a:lnTo>
                  <a:lnTo>
                    <a:pt x="95" y="206"/>
                  </a:lnTo>
                  <a:lnTo>
                    <a:pt x="95" y="206"/>
                  </a:lnTo>
                  <a:lnTo>
                    <a:pt x="64" y="206"/>
                  </a:lnTo>
                  <a:lnTo>
                    <a:pt x="47" y="206"/>
                  </a:lnTo>
                  <a:lnTo>
                    <a:pt x="47" y="206"/>
                  </a:lnTo>
                  <a:cubicBezTo>
                    <a:pt x="47" y="221"/>
                    <a:pt x="47" y="237"/>
                    <a:pt x="32" y="237"/>
                  </a:cubicBezTo>
                  <a:lnTo>
                    <a:pt x="1" y="252"/>
                  </a:lnTo>
                  <a:cubicBezTo>
                    <a:pt x="16" y="252"/>
                    <a:pt x="16" y="252"/>
                    <a:pt x="16" y="269"/>
                  </a:cubicBezTo>
                  <a:lnTo>
                    <a:pt x="32" y="269"/>
                  </a:lnTo>
                  <a:lnTo>
                    <a:pt x="47" y="269"/>
                  </a:lnTo>
                  <a:lnTo>
                    <a:pt x="47" y="269"/>
                  </a:lnTo>
                  <a:lnTo>
                    <a:pt x="47" y="269"/>
                  </a:lnTo>
                  <a:lnTo>
                    <a:pt x="110" y="237"/>
                  </a:lnTo>
                  <a:lnTo>
                    <a:pt x="173" y="269"/>
                  </a:lnTo>
                  <a:lnTo>
                    <a:pt x="190" y="269"/>
                  </a:lnTo>
                  <a:cubicBezTo>
                    <a:pt x="205" y="269"/>
                    <a:pt x="221" y="252"/>
                    <a:pt x="221" y="252"/>
                  </a:cubicBezTo>
                  <a:cubicBezTo>
                    <a:pt x="236" y="221"/>
                    <a:pt x="221" y="206"/>
                    <a:pt x="205" y="206"/>
                  </a:cubicBezTo>
                  <a:lnTo>
                    <a:pt x="158" y="189"/>
                  </a:lnTo>
                  <a:close/>
                  <a:moveTo>
                    <a:pt x="95" y="17"/>
                  </a:moveTo>
                  <a:lnTo>
                    <a:pt x="79" y="32"/>
                  </a:lnTo>
                  <a:cubicBezTo>
                    <a:pt x="79" y="48"/>
                    <a:pt x="64" y="63"/>
                    <a:pt x="47" y="63"/>
                  </a:cubicBezTo>
                  <a:lnTo>
                    <a:pt x="32" y="48"/>
                  </a:lnTo>
                  <a:lnTo>
                    <a:pt x="16" y="48"/>
                  </a:lnTo>
                  <a:lnTo>
                    <a:pt x="16" y="63"/>
                  </a:lnTo>
                  <a:lnTo>
                    <a:pt x="1" y="63"/>
                  </a:lnTo>
                  <a:lnTo>
                    <a:pt x="32" y="80"/>
                  </a:lnTo>
                  <a:cubicBezTo>
                    <a:pt x="47" y="95"/>
                    <a:pt x="47" y="111"/>
                    <a:pt x="32" y="126"/>
                  </a:cubicBezTo>
                  <a:cubicBezTo>
                    <a:pt x="32" y="126"/>
                    <a:pt x="16" y="143"/>
                    <a:pt x="1" y="143"/>
                  </a:cubicBezTo>
                  <a:lnTo>
                    <a:pt x="1" y="143"/>
                  </a:lnTo>
                  <a:lnTo>
                    <a:pt x="1" y="174"/>
                  </a:lnTo>
                  <a:lnTo>
                    <a:pt x="1" y="174"/>
                  </a:lnTo>
                  <a:lnTo>
                    <a:pt x="16" y="174"/>
                  </a:lnTo>
                  <a:lnTo>
                    <a:pt x="16" y="174"/>
                  </a:lnTo>
                  <a:lnTo>
                    <a:pt x="16" y="174"/>
                  </a:lnTo>
                  <a:cubicBezTo>
                    <a:pt x="16" y="158"/>
                    <a:pt x="32" y="143"/>
                    <a:pt x="47" y="143"/>
                  </a:cubicBezTo>
                  <a:lnTo>
                    <a:pt x="64" y="143"/>
                  </a:lnTo>
                  <a:cubicBezTo>
                    <a:pt x="79" y="111"/>
                    <a:pt x="79" y="80"/>
                    <a:pt x="95" y="32"/>
                  </a:cubicBezTo>
                  <a:cubicBezTo>
                    <a:pt x="110" y="32"/>
                    <a:pt x="110" y="17"/>
                    <a:pt x="95" y="17"/>
                  </a:cubicBezTo>
                  <a:close/>
                  <a:moveTo>
                    <a:pt x="32" y="0"/>
                  </a:moveTo>
                  <a:lnTo>
                    <a:pt x="16" y="0"/>
                  </a:lnTo>
                  <a:lnTo>
                    <a:pt x="16" y="17"/>
                  </a:lnTo>
                  <a:lnTo>
                    <a:pt x="16" y="17"/>
                  </a:lnTo>
                  <a:lnTo>
                    <a:pt x="16"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1" name="Google Shape;1451;p38"/>
            <p:cNvSpPr/>
            <p:nvPr/>
          </p:nvSpPr>
          <p:spPr>
            <a:xfrm>
              <a:off x="3103842" y="1790258"/>
              <a:ext cx="7060" cy="2512"/>
            </a:xfrm>
            <a:custGeom>
              <a:avLst/>
              <a:gdLst/>
              <a:ahLst/>
              <a:cxnLst/>
              <a:rect l="l" t="t" r="r" b="b"/>
              <a:pathLst>
                <a:path w="222" h="79" extrusionOk="0">
                  <a:moveTo>
                    <a:pt x="32" y="16"/>
                  </a:moveTo>
                  <a:lnTo>
                    <a:pt x="16" y="16"/>
                  </a:lnTo>
                  <a:cubicBezTo>
                    <a:pt x="1" y="32"/>
                    <a:pt x="16" y="64"/>
                    <a:pt x="32" y="64"/>
                  </a:cubicBezTo>
                  <a:lnTo>
                    <a:pt x="32" y="79"/>
                  </a:lnTo>
                  <a:cubicBezTo>
                    <a:pt x="32" y="64"/>
                    <a:pt x="48" y="47"/>
                    <a:pt x="64" y="47"/>
                  </a:cubicBezTo>
                  <a:lnTo>
                    <a:pt x="64" y="47"/>
                  </a:lnTo>
                  <a:lnTo>
                    <a:pt x="64" y="47"/>
                  </a:lnTo>
                  <a:cubicBezTo>
                    <a:pt x="79" y="47"/>
                    <a:pt x="95" y="64"/>
                    <a:pt x="95" y="79"/>
                  </a:cubicBezTo>
                  <a:lnTo>
                    <a:pt x="95" y="79"/>
                  </a:lnTo>
                  <a:lnTo>
                    <a:pt x="111" y="79"/>
                  </a:lnTo>
                  <a:lnTo>
                    <a:pt x="111" y="79"/>
                  </a:lnTo>
                  <a:lnTo>
                    <a:pt x="111" y="79"/>
                  </a:lnTo>
                  <a:lnTo>
                    <a:pt x="111" y="64"/>
                  </a:lnTo>
                  <a:cubicBezTo>
                    <a:pt x="111" y="64"/>
                    <a:pt x="127" y="64"/>
                    <a:pt x="127" y="47"/>
                  </a:cubicBezTo>
                  <a:lnTo>
                    <a:pt x="127" y="47"/>
                  </a:lnTo>
                  <a:lnTo>
                    <a:pt x="95" y="16"/>
                  </a:lnTo>
                  <a:lnTo>
                    <a:pt x="79" y="16"/>
                  </a:lnTo>
                  <a:lnTo>
                    <a:pt x="79" y="16"/>
                  </a:lnTo>
                  <a:lnTo>
                    <a:pt x="64" y="16"/>
                  </a:lnTo>
                  <a:lnTo>
                    <a:pt x="48" y="16"/>
                  </a:lnTo>
                  <a:lnTo>
                    <a:pt x="32" y="16"/>
                  </a:lnTo>
                  <a:close/>
                  <a:moveTo>
                    <a:pt x="190" y="1"/>
                  </a:moveTo>
                  <a:lnTo>
                    <a:pt x="190" y="1"/>
                  </a:lnTo>
                  <a:lnTo>
                    <a:pt x="174" y="16"/>
                  </a:lnTo>
                  <a:lnTo>
                    <a:pt x="174" y="47"/>
                  </a:lnTo>
                  <a:lnTo>
                    <a:pt x="174" y="47"/>
                  </a:lnTo>
                  <a:cubicBezTo>
                    <a:pt x="174" y="47"/>
                    <a:pt x="190" y="64"/>
                    <a:pt x="190" y="79"/>
                  </a:cubicBezTo>
                  <a:lnTo>
                    <a:pt x="190" y="79"/>
                  </a:lnTo>
                  <a:cubicBezTo>
                    <a:pt x="222" y="79"/>
                    <a:pt x="222" y="64"/>
                    <a:pt x="222" y="32"/>
                  </a:cubicBezTo>
                  <a:cubicBezTo>
                    <a:pt x="222" y="16"/>
                    <a:pt x="205" y="1"/>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2" name="Google Shape;1452;p38"/>
            <p:cNvSpPr/>
            <p:nvPr/>
          </p:nvSpPr>
          <p:spPr>
            <a:xfrm>
              <a:off x="3397485" y="1767709"/>
              <a:ext cx="4516" cy="3021"/>
            </a:xfrm>
            <a:custGeom>
              <a:avLst/>
              <a:gdLst/>
              <a:ahLst/>
              <a:cxnLst/>
              <a:rect l="l" t="t" r="r" b="b"/>
              <a:pathLst>
                <a:path w="142" h="95" extrusionOk="0">
                  <a:moveTo>
                    <a:pt x="127" y="0"/>
                  </a:moveTo>
                  <a:lnTo>
                    <a:pt x="110" y="17"/>
                  </a:lnTo>
                  <a:lnTo>
                    <a:pt x="95" y="17"/>
                  </a:lnTo>
                  <a:lnTo>
                    <a:pt x="64" y="17"/>
                  </a:lnTo>
                  <a:lnTo>
                    <a:pt x="32" y="17"/>
                  </a:lnTo>
                  <a:cubicBezTo>
                    <a:pt x="16" y="32"/>
                    <a:pt x="1" y="48"/>
                    <a:pt x="16" y="63"/>
                  </a:cubicBezTo>
                  <a:cubicBezTo>
                    <a:pt x="16" y="80"/>
                    <a:pt x="32" y="95"/>
                    <a:pt x="47" y="95"/>
                  </a:cubicBezTo>
                  <a:lnTo>
                    <a:pt x="47" y="95"/>
                  </a:lnTo>
                  <a:lnTo>
                    <a:pt x="142" y="63"/>
                  </a:lnTo>
                  <a:lnTo>
                    <a:pt x="142" y="48"/>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3" name="Google Shape;1453;p38"/>
            <p:cNvSpPr/>
            <p:nvPr/>
          </p:nvSpPr>
          <p:spPr>
            <a:xfrm>
              <a:off x="3263210" y="1818817"/>
              <a:ext cx="4039" cy="9573"/>
            </a:xfrm>
            <a:custGeom>
              <a:avLst/>
              <a:gdLst/>
              <a:ahLst/>
              <a:cxnLst/>
              <a:rect l="l" t="t" r="r" b="b"/>
              <a:pathLst>
                <a:path w="127" h="301" extrusionOk="0">
                  <a:moveTo>
                    <a:pt x="63" y="0"/>
                  </a:moveTo>
                  <a:lnTo>
                    <a:pt x="63" y="0"/>
                  </a:lnTo>
                  <a:cubicBezTo>
                    <a:pt x="47" y="0"/>
                    <a:pt x="47" y="17"/>
                    <a:pt x="32" y="17"/>
                  </a:cubicBezTo>
                  <a:cubicBezTo>
                    <a:pt x="32" y="32"/>
                    <a:pt x="32" y="63"/>
                    <a:pt x="47" y="63"/>
                  </a:cubicBezTo>
                  <a:cubicBezTo>
                    <a:pt x="47" y="80"/>
                    <a:pt x="47" y="80"/>
                    <a:pt x="63" y="80"/>
                  </a:cubicBezTo>
                  <a:cubicBezTo>
                    <a:pt x="47" y="95"/>
                    <a:pt x="47" y="95"/>
                    <a:pt x="47" y="111"/>
                  </a:cubicBezTo>
                  <a:cubicBezTo>
                    <a:pt x="47" y="126"/>
                    <a:pt x="32" y="143"/>
                    <a:pt x="32" y="158"/>
                  </a:cubicBezTo>
                  <a:lnTo>
                    <a:pt x="32" y="174"/>
                  </a:lnTo>
                  <a:cubicBezTo>
                    <a:pt x="15" y="206"/>
                    <a:pt x="0" y="252"/>
                    <a:pt x="47" y="284"/>
                  </a:cubicBezTo>
                  <a:cubicBezTo>
                    <a:pt x="47" y="300"/>
                    <a:pt x="47" y="300"/>
                    <a:pt x="63" y="300"/>
                  </a:cubicBezTo>
                  <a:cubicBezTo>
                    <a:pt x="78" y="300"/>
                    <a:pt x="78" y="300"/>
                    <a:pt x="95" y="284"/>
                  </a:cubicBezTo>
                  <a:lnTo>
                    <a:pt x="95" y="237"/>
                  </a:lnTo>
                  <a:cubicBezTo>
                    <a:pt x="78" y="237"/>
                    <a:pt x="78" y="237"/>
                    <a:pt x="78" y="206"/>
                  </a:cubicBezTo>
                  <a:lnTo>
                    <a:pt x="78" y="206"/>
                  </a:lnTo>
                  <a:cubicBezTo>
                    <a:pt x="63" y="206"/>
                    <a:pt x="47" y="206"/>
                    <a:pt x="47" y="189"/>
                  </a:cubicBezTo>
                  <a:cubicBezTo>
                    <a:pt x="32" y="174"/>
                    <a:pt x="47" y="158"/>
                    <a:pt x="63" y="143"/>
                  </a:cubicBezTo>
                  <a:lnTo>
                    <a:pt x="95" y="126"/>
                  </a:lnTo>
                  <a:cubicBezTo>
                    <a:pt x="78" y="126"/>
                    <a:pt x="78" y="111"/>
                    <a:pt x="78" y="111"/>
                  </a:cubicBezTo>
                  <a:cubicBezTo>
                    <a:pt x="78" y="80"/>
                    <a:pt x="78" y="63"/>
                    <a:pt x="95" y="63"/>
                  </a:cubicBezTo>
                  <a:lnTo>
                    <a:pt x="126" y="63"/>
                  </a:lnTo>
                  <a:lnTo>
                    <a:pt x="126" y="48"/>
                  </a:lnTo>
                  <a:cubicBezTo>
                    <a:pt x="126" y="63"/>
                    <a:pt x="110" y="63"/>
                    <a:pt x="110" y="63"/>
                  </a:cubicBezTo>
                  <a:cubicBezTo>
                    <a:pt x="95" y="63"/>
                    <a:pt x="95" y="63"/>
                    <a:pt x="78" y="48"/>
                  </a:cubicBezTo>
                  <a:lnTo>
                    <a:pt x="78" y="17"/>
                  </a:lnTo>
                  <a:cubicBezTo>
                    <a:pt x="78"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4" name="Google Shape;1454;p38"/>
            <p:cNvSpPr/>
            <p:nvPr/>
          </p:nvSpPr>
          <p:spPr>
            <a:xfrm>
              <a:off x="3398503" y="1786727"/>
              <a:ext cx="3021" cy="9573"/>
            </a:xfrm>
            <a:custGeom>
              <a:avLst/>
              <a:gdLst/>
              <a:ahLst/>
              <a:cxnLst/>
              <a:rect l="l" t="t" r="r" b="b"/>
              <a:pathLst>
                <a:path w="95" h="301" extrusionOk="0">
                  <a:moveTo>
                    <a:pt x="95" y="1"/>
                  </a:moveTo>
                  <a:cubicBezTo>
                    <a:pt x="78" y="17"/>
                    <a:pt x="47" y="17"/>
                    <a:pt x="32" y="17"/>
                  </a:cubicBezTo>
                  <a:lnTo>
                    <a:pt x="15" y="17"/>
                  </a:lnTo>
                  <a:lnTo>
                    <a:pt x="15" y="80"/>
                  </a:lnTo>
                  <a:lnTo>
                    <a:pt x="15" y="80"/>
                  </a:lnTo>
                  <a:lnTo>
                    <a:pt x="0" y="143"/>
                  </a:lnTo>
                  <a:cubicBezTo>
                    <a:pt x="15" y="158"/>
                    <a:pt x="15" y="158"/>
                    <a:pt x="15" y="175"/>
                  </a:cubicBezTo>
                  <a:lnTo>
                    <a:pt x="15" y="221"/>
                  </a:lnTo>
                  <a:lnTo>
                    <a:pt x="0" y="238"/>
                  </a:lnTo>
                  <a:cubicBezTo>
                    <a:pt x="15" y="238"/>
                    <a:pt x="15" y="253"/>
                    <a:pt x="15" y="269"/>
                  </a:cubicBezTo>
                  <a:lnTo>
                    <a:pt x="32" y="284"/>
                  </a:lnTo>
                  <a:lnTo>
                    <a:pt x="32" y="301"/>
                  </a:lnTo>
                  <a:lnTo>
                    <a:pt x="32" y="301"/>
                  </a:lnTo>
                  <a:cubicBezTo>
                    <a:pt x="47" y="301"/>
                    <a:pt x="63" y="284"/>
                    <a:pt x="63" y="253"/>
                  </a:cubicBezTo>
                  <a:lnTo>
                    <a:pt x="63" y="221"/>
                  </a:lnTo>
                  <a:lnTo>
                    <a:pt x="47" y="206"/>
                  </a:lnTo>
                  <a:cubicBezTo>
                    <a:pt x="32" y="206"/>
                    <a:pt x="15" y="190"/>
                    <a:pt x="32" y="175"/>
                  </a:cubicBezTo>
                  <a:cubicBezTo>
                    <a:pt x="32" y="158"/>
                    <a:pt x="47" y="143"/>
                    <a:pt x="47" y="143"/>
                  </a:cubicBezTo>
                  <a:lnTo>
                    <a:pt x="63" y="143"/>
                  </a:lnTo>
                  <a:lnTo>
                    <a:pt x="63" y="143"/>
                  </a:lnTo>
                  <a:lnTo>
                    <a:pt x="78" y="143"/>
                  </a:lnTo>
                  <a:lnTo>
                    <a:pt x="78" y="95"/>
                  </a:lnTo>
                  <a:lnTo>
                    <a:pt x="78" y="80"/>
                  </a:lnTo>
                  <a:lnTo>
                    <a:pt x="78" y="80"/>
                  </a:lnTo>
                  <a:lnTo>
                    <a:pt x="78" y="80"/>
                  </a:lnTo>
                  <a:cubicBezTo>
                    <a:pt x="63" y="80"/>
                    <a:pt x="47" y="80"/>
                    <a:pt x="47" y="64"/>
                  </a:cubicBezTo>
                  <a:cubicBezTo>
                    <a:pt x="32" y="32"/>
                    <a:pt x="47" y="17"/>
                    <a:pt x="78" y="17"/>
                  </a:cubicBez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5" name="Google Shape;1455;p38"/>
            <p:cNvSpPr/>
            <p:nvPr/>
          </p:nvSpPr>
          <p:spPr>
            <a:xfrm>
              <a:off x="3429034" y="1757182"/>
              <a:ext cx="5565" cy="4548"/>
            </a:xfrm>
            <a:custGeom>
              <a:avLst/>
              <a:gdLst/>
              <a:ahLst/>
              <a:cxnLst/>
              <a:rect l="l" t="t" r="r" b="b"/>
              <a:pathLst>
                <a:path w="175" h="143" extrusionOk="0">
                  <a:moveTo>
                    <a:pt x="32" y="1"/>
                  </a:moveTo>
                  <a:lnTo>
                    <a:pt x="32" y="1"/>
                  </a:lnTo>
                  <a:lnTo>
                    <a:pt x="1" y="95"/>
                  </a:lnTo>
                  <a:lnTo>
                    <a:pt x="1" y="95"/>
                  </a:lnTo>
                  <a:lnTo>
                    <a:pt x="17" y="95"/>
                  </a:lnTo>
                  <a:lnTo>
                    <a:pt x="32" y="127"/>
                  </a:lnTo>
                  <a:cubicBezTo>
                    <a:pt x="49" y="127"/>
                    <a:pt x="49" y="142"/>
                    <a:pt x="64" y="142"/>
                  </a:cubicBezTo>
                  <a:lnTo>
                    <a:pt x="64" y="142"/>
                  </a:lnTo>
                  <a:lnTo>
                    <a:pt x="158" y="127"/>
                  </a:lnTo>
                  <a:lnTo>
                    <a:pt x="175" y="127"/>
                  </a:lnTo>
                  <a:lnTo>
                    <a:pt x="158" y="111"/>
                  </a:lnTo>
                  <a:lnTo>
                    <a:pt x="175" y="79"/>
                  </a:lnTo>
                  <a:cubicBezTo>
                    <a:pt x="175" y="64"/>
                    <a:pt x="158" y="64"/>
                    <a:pt x="158" y="64"/>
                  </a:cubicBezTo>
                  <a:lnTo>
                    <a:pt x="143" y="64"/>
                  </a:lnTo>
                  <a:lnTo>
                    <a:pt x="143" y="64"/>
                  </a:lnTo>
                  <a:lnTo>
                    <a:pt x="80" y="64"/>
                  </a:lnTo>
                  <a:lnTo>
                    <a:pt x="64" y="16"/>
                  </a:lnTo>
                  <a:cubicBezTo>
                    <a:pt x="49" y="16"/>
                    <a:pt x="32"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6" name="Google Shape;1456;p38"/>
            <p:cNvSpPr/>
            <p:nvPr/>
          </p:nvSpPr>
          <p:spPr>
            <a:xfrm>
              <a:off x="3181029" y="1780239"/>
              <a:ext cx="5534" cy="6042"/>
            </a:xfrm>
            <a:custGeom>
              <a:avLst/>
              <a:gdLst/>
              <a:ahLst/>
              <a:cxnLst/>
              <a:rect l="l" t="t" r="r" b="b"/>
              <a:pathLst>
                <a:path w="174" h="190" extrusionOk="0">
                  <a:moveTo>
                    <a:pt x="110" y="1"/>
                  </a:moveTo>
                  <a:lnTo>
                    <a:pt x="95" y="1"/>
                  </a:lnTo>
                  <a:lnTo>
                    <a:pt x="78" y="1"/>
                  </a:lnTo>
                  <a:cubicBezTo>
                    <a:pt x="95" y="1"/>
                    <a:pt x="95" y="16"/>
                    <a:pt x="95" y="16"/>
                  </a:cubicBezTo>
                  <a:cubicBezTo>
                    <a:pt x="95" y="32"/>
                    <a:pt x="95" y="47"/>
                    <a:pt x="78" y="64"/>
                  </a:cubicBezTo>
                  <a:cubicBezTo>
                    <a:pt x="63" y="64"/>
                    <a:pt x="63" y="64"/>
                    <a:pt x="47" y="79"/>
                  </a:cubicBezTo>
                  <a:cubicBezTo>
                    <a:pt x="47" y="79"/>
                    <a:pt x="32" y="79"/>
                    <a:pt x="32" y="95"/>
                  </a:cubicBezTo>
                  <a:lnTo>
                    <a:pt x="15" y="110"/>
                  </a:lnTo>
                  <a:lnTo>
                    <a:pt x="15" y="110"/>
                  </a:lnTo>
                  <a:lnTo>
                    <a:pt x="15" y="127"/>
                  </a:lnTo>
                  <a:lnTo>
                    <a:pt x="15" y="158"/>
                  </a:lnTo>
                  <a:lnTo>
                    <a:pt x="0" y="173"/>
                  </a:lnTo>
                  <a:cubicBezTo>
                    <a:pt x="0" y="190"/>
                    <a:pt x="15" y="190"/>
                    <a:pt x="32" y="190"/>
                  </a:cubicBezTo>
                  <a:lnTo>
                    <a:pt x="47" y="190"/>
                  </a:lnTo>
                  <a:cubicBezTo>
                    <a:pt x="47" y="173"/>
                    <a:pt x="47" y="173"/>
                    <a:pt x="63" y="173"/>
                  </a:cubicBezTo>
                  <a:cubicBezTo>
                    <a:pt x="63" y="173"/>
                    <a:pt x="78" y="158"/>
                    <a:pt x="95" y="158"/>
                  </a:cubicBezTo>
                  <a:cubicBezTo>
                    <a:pt x="110" y="158"/>
                    <a:pt x="142" y="142"/>
                    <a:pt x="158" y="110"/>
                  </a:cubicBezTo>
                  <a:cubicBezTo>
                    <a:pt x="173" y="79"/>
                    <a:pt x="158" y="47"/>
                    <a:pt x="142" y="16"/>
                  </a:cubicBez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7" name="Google Shape;1457;p38"/>
            <p:cNvSpPr/>
            <p:nvPr/>
          </p:nvSpPr>
          <p:spPr>
            <a:xfrm>
              <a:off x="3428557" y="1768218"/>
              <a:ext cx="3530" cy="6042"/>
            </a:xfrm>
            <a:custGeom>
              <a:avLst/>
              <a:gdLst/>
              <a:ahLst/>
              <a:cxnLst/>
              <a:rect l="l" t="t" r="r" b="b"/>
              <a:pathLst>
                <a:path w="111" h="190" extrusionOk="0">
                  <a:moveTo>
                    <a:pt x="47" y="1"/>
                  </a:moveTo>
                  <a:lnTo>
                    <a:pt x="47" y="1"/>
                  </a:lnTo>
                  <a:cubicBezTo>
                    <a:pt x="32" y="1"/>
                    <a:pt x="16" y="16"/>
                    <a:pt x="16" y="32"/>
                  </a:cubicBezTo>
                  <a:lnTo>
                    <a:pt x="1" y="142"/>
                  </a:lnTo>
                  <a:lnTo>
                    <a:pt x="1" y="142"/>
                  </a:lnTo>
                  <a:lnTo>
                    <a:pt x="16" y="142"/>
                  </a:lnTo>
                  <a:lnTo>
                    <a:pt x="16" y="142"/>
                  </a:lnTo>
                  <a:cubicBezTo>
                    <a:pt x="32" y="142"/>
                    <a:pt x="47" y="158"/>
                    <a:pt x="47" y="173"/>
                  </a:cubicBezTo>
                  <a:lnTo>
                    <a:pt x="47" y="173"/>
                  </a:lnTo>
                  <a:lnTo>
                    <a:pt x="79" y="190"/>
                  </a:lnTo>
                  <a:cubicBezTo>
                    <a:pt x="79" y="173"/>
                    <a:pt x="64" y="173"/>
                    <a:pt x="64" y="158"/>
                  </a:cubicBezTo>
                  <a:cubicBezTo>
                    <a:pt x="79" y="142"/>
                    <a:pt x="79" y="127"/>
                    <a:pt x="95" y="127"/>
                  </a:cubicBezTo>
                  <a:lnTo>
                    <a:pt x="110" y="127"/>
                  </a:lnTo>
                  <a:lnTo>
                    <a:pt x="110" y="127"/>
                  </a:lnTo>
                  <a:cubicBezTo>
                    <a:pt x="95" y="110"/>
                    <a:pt x="95" y="110"/>
                    <a:pt x="95" y="95"/>
                  </a:cubicBezTo>
                  <a:lnTo>
                    <a:pt x="79" y="79"/>
                  </a:lnTo>
                  <a:lnTo>
                    <a:pt x="79" y="47"/>
                  </a:lnTo>
                  <a:cubicBezTo>
                    <a:pt x="95" y="16"/>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8" name="Google Shape;1458;p38"/>
            <p:cNvSpPr/>
            <p:nvPr/>
          </p:nvSpPr>
          <p:spPr>
            <a:xfrm>
              <a:off x="3384954" y="1789272"/>
              <a:ext cx="3021" cy="2512"/>
            </a:xfrm>
            <a:custGeom>
              <a:avLst/>
              <a:gdLst/>
              <a:ahLst/>
              <a:cxnLst/>
              <a:rect l="l" t="t" r="r" b="b"/>
              <a:pathLst>
                <a:path w="95" h="79" extrusionOk="0">
                  <a:moveTo>
                    <a:pt x="95" y="0"/>
                  </a:moveTo>
                  <a:lnTo>
                    <a:pt x="17" y="0"/>
                  </a:lnTo>
                  <a:lnTo>
                    <a:pt x="17" y="0"/>
                  </a:lnTo>
                  <a:lnTo>
                    <a:pt x="0" y="15"/>
                  </a:lnTo>
                  <a:lnTo>
                    <a:pt x="0" y="32"/>
                  </a:lnTo>
                  <a:lnTo>
                    <a:pt x="0" y="63"/>
                  </a:lnTo>
                  <a:lnTo>
                    <a:pt x="17" y="63"/>
                  </a:lnTo>
                  <a:lnTo>
                    <a:pt x="17" y="78"/>
                  </a:lnTo>
                  <a:lnTo>
                    <a:pt x="17" y="78"/>
                  </a:lnTo>
                  <a:lnTo>
                    <a:pt x="95" y="78"/>
                  </a:lnTo>
                  <a:cubicBezTo>
                    <a:pt x="80" y="47"/>
                    <a:pt x="8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9" name="Google Shape;1459;p38"/>
            <p:cNvSpPr/>
            <p:nvPr/>
          </p:nvSpPr>
          <p:spPr>
            <a:xfrm>
              <a:off x="3440579" y="1795283"/>
              <a:ext cx="6042" cy="2512"/>
            </a:xfrm>
            <a:custGeom>
              <a:avLst/>
              <a:gdLst/>
              <a:ahLst/>
              <a:cxnLst/>
              <a:rect l="l" t="t" r="r" b="b"/>
              <a:pathLst>
                <a:path w="190" h="79" extrusionOk="0">
                  <a:moveTo>
                    <a:pt x="142" y="0"/>
                  </a:moveTo>
                  <a:lnTo>
                    <a:pt x="16" y="15"/>
                  </a:lnTo>
                  <a:cubicBezTo>
                    <a:pt x="1" y="15"/>
                    <a:pt x="1" y="32"/>
                    <a:pt x="1" y="47"/>
                  </a:cubicBezTo>
                  <a:lnTo>
                    <a:pt x="1" y="47"/>
                  </a:lnTo>
                  <a:cubicBezTo>
                    <a:pt x="1" y="63"/>
                    <a:pt x="16" y="78"/>
                    <a:pt x="32" y="78"/>
                  </a:cubicBezTo>
                  <a:lnTo>
                    <a:pt x="32" y="78"/>
                  </a:lnTo>
                  <a:lnTo>
                    <a:pt x="47" y="78"/>
                  </a:lnTo>
                  <a:lnTo>
                    <a:pt x="110" y="63"/>
                  </a:lnTo>
                  <a:lnTo>
                    <a:pt x="127" y="47"/>
                  </a:lnTo>
                  <a:lnTo>
                    <a:pt x="142" y="47"/>
                  </a:lnTo>
                  <a:lnTo>
                    <a:pt x="158" y="47"/>
                  </a:lnTo>
                  <a:lnTo>
                    <a:pt x="190" y="47"/>
                  </a:lnTo>
                  <a:cubicBezTo>
                    <a:pt x="190" y="32"/>
                    <a:pt x="173" y="15"/>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0" name="Google Shape;1460;p38"/>
            <p:cNvSpPr/>
            <p:nvPr/>
          </p:nvSpPr>
          <p:spPr>
            <a:xfrm>
              <a:off x="3378943" y="1789272"/>
              <a:ext cx="3562" cy="6042"/>
            </a:xfrm>
            <a:custGeom>
              <a:avLst/>
              <a:gdLst/>
              <a:ahLst/>
              <a:cxnLst/>
              <a:rect l="l" t="t" r="r" b="b"/>
              <a:pathLst>
                <a:path w="112" h="190" extrusionOk="0">
                  <a:moveTo>
                    <a:pt x="111" y="158"/>
                  </a:moveTo>
                  <a:lnTo>
                    <a:pt x="111" y="158"/>
                  </a:lnTo>
                  <a:cubicBezTo>
                    <a:pt x="111" y="158"/>
                    <a:pt x="111" y="173"/>
                    <a:pt x="95" y="173"/>
                  </a:cubicBezTo>
                  <a:lnTo>
                    <a:pt x="95" y="189"/>
                  </a:lnTo>
                  <a:lnTo>
                    <a:pt x="111" y="173"/>
                  </a:lnTo>
                  <a:lnTo>
                    <a:pt x="111" y="158"/>
                  </a:lnTo>
                  <a:close/>
                  <a:moveTo>
                    <a:pt x="32" y="0"/>
                  </a:moveTo>
                  <a:lnTo>
                    <a:pt x="17" y="0"/>
                  </a:lnTo>
                  <a:cubicBezTo>
                    <a:pt x="0" y="15"/>
                    <a:pt x="0" y="15"/>
                    <a:pt x="0" y="32"/>
                  </a:cubicBezTo>
                  <a:lnTo>
                    <a:pt x="0" y="32"/>
                  </a:lnTo>
                  <a:lnTo>
                    <a:pt x="0" y="32"/>
                  </a:lnTo>
                  <a:lnTo>
                    <a:pt x="17" y="32"/>
                  </a:lnTo>
                  <a:cubicBezTo>
                    <a:pt x="32" y="32"/>
                    <a:pt x="48" y="47"/>
                    <a:pt x="32" y="63"/>
                  </a:cubicBezTo>
                  <a:lnTo>
                    <a:pt x="32" y="95"/>
                  </a:lnTo>
                  <a:lnTo>
                    <a:pt x="32" y="95"/>
                  </a:lnTo>
                  <a:lnTo>
                    <a:pt x="32" y="95"/>
                  </a:lnTo>
                  <a:cubicBezTo>
                    <a:pt x="48" y="95"/>
                    <a:pt x="63" y="110"/>
                    <a:pt x="63" y="110"/>
                  </a:cubicBezTo>
                  <a:lnTo>
                    <a:pt x="63" y="110"/>
                  </a:lnTo>
                  <a:lnTo>
                    <a:pt x="80" y="95"/>
                  </a:lnTo>
                  <a:lnTo>
                    <a:pt x="80" y="78"/>
                  </a:lnTo>
                  <a:cubicBezTo>
                    <a:pt x="80" y="63"/>
                    <a:pt x="80" y="47"/>
                    <a:pt x="63" y="32"/>
                  </a:cubicBezTo>
                  <a:lnTo>
                    <a:pt x="63" y="32"/>
                  </a:lnTo>
                  <a:lnTo>
                    <a:pt x="63" y="32"/>
                  </a:lnTo>
                  <a:cubicBezTo>
                    <a:pt x="48" y="32"/>
                    <a:pt x="32" y="15"/>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1" name="Google Shape;1461;p38"/>
            <p:cNvSpPr/>
            <p:nvPr/>
          </p:nvSpPr>
          <p:spPr>
            <a:xfrm>
              <a:off x="3441597" y="1811312"/>
              <a:ext cx="7505" cy="2035"/>
            </a:xfrm>
            <a:custGeom>
              <a:avLst/>
              <a:gdLst/>
              <a:ahLst/>
              <a:cxnLst/>
              <a:rect l="l" t="t" r="r" b="b"/>
              <a:pathLst>
                <a:path w="236" h="64" extrusionOk="0">
                  <a:moveTo>
                    <a:pt x="221" y="1"/>
                  </a:moveTo>
                  <a:lnTo>
                    <a:pt x="189" y="16"/>
                  </a:lnTo>
                  <a:lnTo>
                    <a:pt x="173" y="16"/>
                  </a:lnTo>
                  <a:lnTo>
                    <a:pt x="158" y="16"/>
                  </a:lnTo>
                  <a:lnTo>
                    <a:pt x="158" y="16"/>
                  </a:lnTo>
                  <a:cubicBezTo>
                    <a:pt x="141" y="16"/>
                    <a:pt x="141" y="16"/>
                    <a:pt x="141" y="32"/>
                  </a:cubicBezTo>
                  <a:lnTo>
                    <a:pt x="126" y="16"/>
                  </a:lnTo>
                  <a:cubicBezTo>
                    <a:pt x="110" y="32"/>
                    <a:pt x="110" y="32"/>
                    <a:pt x="95" y="32"/>
                  </a:cubicBezTo>
                  <a:lnTo>
                    <a:pt x="95" y="32"/>
                  </a:lnTo>
                  <a:cubicBezTo>
                    <a:pt x="78" y="32"/>
                    <a:pt x="63" y="16"/>
                    <a:pt x="63" y="16"/>
                  </a:cubicBezTo>
                  <a:lnTo>
                    <a:pt x="47" y="16"/>
                  </a:lnTo>
                  <a:lnTo>
                    <a:pt x="32" y="16"/>
                  </a:lnTo>
                  <a:lnTo>
                    <a:pt x="32" y="16"/>
                  </a:lnTo>
                  <a:cubicBezTo>
                    <a:pt x="15" y="16"/>
                    <a:pt x="0" y="16"/>
                    <a:pt x="0" y="47"/>
                  </a:cubicBezTo>
                  <a:cubicBezTo>
                    <a:pt x="0" y="47"/>
                    <a:pt x="0" y="64"/>
                    <a:pt x="15" y="64"/>
                  </a:cubicBezTo>
                  <a:lnTo>
                    <a:pt x="15" y="64"/>
                  </a:lnTo>
                  <a:cubicBezTo>
                    <a:pt x="78" y="64"/>
                    <a:pt x="158" y="47"/>
                    <a:pt x="221" y="16"/>
                  </a:cubicBezTo>
                  <a:cubicBezTo>
                    <a:pt x="204" y="32"/>
                    <a:pt x="110" y="47"/>
                    <a:pt x="110" y="47"/>
                  </a:cubicBezTo>
                  <a:lnTo>
                    <a:pt x="141" y="32"/>
                  </a:lnTo>
                  <a:cubicBezTo>
                    <a:pt x="173" y="32"/>
                    <a:pt x="204" y="16"/>
                    <a:pt x="236" y="16"/>
                  </a:cubicBezTo>
                  <a:cubicBezTo>
                    <a:pt x="221" y="16"/>
                    <a:pt x="221"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2" name="Google Shape;1462;p38"/>
            <p:cNvSpPr/>
            <p:nvPr/>
          </p:nvSpPr>
          <p:spPr>
            <a:xfrm>
              <a:off x="3033174" y="1802279"/>
              <a:ext cx="2035" cy="3053"/>
            </a:xfrm>
            <a:custGeom>
              <a:avLst/>
              <a:gdLst/>
              <a:ahLst/>
              <a:cxnLst/>
              <a:rect l="l" t="t" r="r" b="b"/>
              <a:pathLst>
                <a:path w="64" h="96" extrusionOk="0">
                  <a:moveTo>
                    <a:pt x="64" y="1"/>
                  </a:moveTo>
                  <a:lnTo>
                    <a:pt x="49" y="1"/>
                  </a:lnTo>
                  <a:cubicBezTo>
                    <a:pt x="32" y="1"/>
                    <a:pt x="32" y="1"/>
                    <a:pt x="17" y="16"/>
                  </a:cubicBezTo>
                  <a:lnTo>
                    <a:pt x="1" y="16"/>
                  </a:lnTo>
                  <a:lnTo>
                    <a:pt x="1" y="16"/>
                  </a:lnTo>
                  <a:cubicBezTo>
                    <a:pt x="1" y="32"/>
                    <a:pt x="1" y="32"/>
                    <a:pt x="17" y="48"/>
                  </a:cubicBezTo>
                  <a:lnTo>
                    <a:pt x="17" y="79"/>
                  </a:lnTo>
                  <a:lnTo>
                    <a:pt x="17" y="79"/>
                  </a:lnTo>
                  <a:lnTo>
                    <a:pt x="17" y="95"/>
                  </a:lnTo>
                  <a:lnTo>
                    <a:pt x="32" y="79"/>
                  </a:lnTo>
                  <a:cubicBezTo>
                    <a:pt x="49" y="64"/>
                    <a:pt x="49" y="64"/>
                    <a:pt x="64" y="64"/>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3" name="Google Shape;1463;p38"/>
            <p:cNvSpPr/>
            <p:nvPr/>
          </p:nvSpPr>
          <p:spPr>
            <a:xfrm>
              <a:off x="3326340" y="1768695"/>
              <a:ext cx="6042" cy="4039"/>
            </a:xfrm>
            <a:custGeom>
              <a:avLst/>
              <a:gdLst/>
              <a:ahLst/>
              <a:cxnLst/>
              <a:rect l="l" t="t" r="r" b="b"/>
              <a:pathLst>
                <a:path w="190" h="127" extrusionOk="0">
                  <a:moveTo>
                    <a:pt x="47" y="1"/>
                  </a:moveTo>
                  <a:cubicBezTo>
                    <a:pt x="32" y="17"/>
                    <a:pt x="16" y="32"/>
                    <a:pt x="0" y="64"/>
                  </a:cubicBezTo>
                  <a:lnTo>
                    <a:pt x="0" y="95"/>
                  </a:lnTo>
                  <a:lnTo>
                    <a:pt x="0" y="95"/>
                  </a:lnTo>
                  <a:cubicBezTo>
                    <a:pt x="0" y="112"/>
                    <a:pt x="16" y="112"/>
                    <a:pt x="16" y="112"/>
                  </a:cubicBezTo>
                  <a:lnTo>
                    <a:pt x="32" y="127"/>
                  </a:lnTo>
                  <a:cubicBezTo>
                    <a:pt x="47" y="127"/>
                    <a:pt x="63" y="112"/>
                    <a:pt x="63" y="95"/>
                  </a:cubicBezTo>
                  <a:cubicBezTo>
                    <a:pt x="79" y="64"/>
                    <a:pt x="95" y="49"/>
                    <a:pt x="95" y="49"/>
                  </a:cubicBezTo>
                  <a:lnTo>
                    <a:pt x="127" y="80"/>
                  </a:lnTo>
                  <a:cubicBezTo>
                    <a:pt x="142" y="95"/>
                    <a:pt x="142" y="95"/>
                    <a:pt x="158" y="95"/>
                  </a:cubicBezTo>
                  <a:cubicBezTo>
                    <a:pt x="158" y="95"/>
                    <a:pt x="173" y="95"/>
                    <a:pt x="173" y="80"/>
                  </a:cubicBezTo>
                  <a:cubicBezTo>
                    <a:pt x="190" y="64"/>
                    <a:pt x="190" y="49"/>
                    <a:pt x="173" y="32"/>
                  </a:cubicBezTo>
                  <a:lnTo>
                    <a:pt x="158" y="17"/>
                  </a:lnTo>
                  <a:cubicBezTo>
                    <a:pt x="158" y="32"/>
                    <a:pt x="142" y="49"/>
                    <a:pt x="142" y="49"/>
                  </a:cubicBezTo>
                  <a:lnTo>
                    <a:pt x="127" y="49"/>
                  </a:lnTo>
                  <a:cubicBezTo>
                    <a:pt x="110" y="49"/>
                    <a:pt x="110" y="49"/>
                    <a:pt x="95" y="32"/>
                  </a:cubicBezTo>
                  <a:lnTo>
                    <a:pt x="79" y="32"/>
                  </a:lnTo>
                  <a:lnTo>
                    <a:pt x="63" y="32"/>
                  </a:lnTo>
                  <a:cubicBezTo>
                    <a:pt x="47" y="32"/>
                    <a:pt x="47"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4" name="Google Shape;1464;p38"/>
            <p:cNvSpPr/>
            <p:nvPr/>
          </p:nvSpPr>
          <p:spPr>
            <a:xfrm>
              <a:off x="3357412" y="1800785"/>
              <a:ext cx="4516" cy="8046"/>
            </a:xfrm>
            <a:custGeom>
              <a:avLst/>
              <a:gdLst/>
              <a:ahLst/>
              <a:cxnLst/>
              <a:rect l="l" t="t" r="r" b="b"/>
              <a:pathLst>
                <a:path w="142" h="253" extrusionOk="0">
                  <a:moveTo>
                    <a:pt x="78" y="0"/>
                  </a:moveTo>
                  <a:lnTo>
                    <a:pt x="78" y="0"/>
                  </a:lnTo>
                  <a:cubicBezTo>
                    <a:pt x="63" y="0"/>
                    <a:pt x="63" y="0"/>
                    <a:pt x="47" y="16"/>
                  </a:cubicBezTo>
                  <a:lnTo>
                    <a:pt x="47" y="16"/>
                  </a:lnTo>
                  <a:cubicBezTo>
                    <a:pt x="47" y="32"/>
                    <a:pt x="63" y="32"/>
                    <a:pt x="47" y="48"/>
                  </a:cubicBezTo>
                  <a:lnTo>
                    <a:pt x="47" y="95"/>
                  </a:lnTo>
                  <a:lnTo>
                    <a:pt x="47" y="95"/>
                  </a:lnTo>
                  <a:lnTo>
                    <a:pt x="47" y="111"/>
                  </a:lnTo>
                  <a:lnTo>
                    <a:pt x="63" y="95"/>
                  </a:lnTo>
                  <a:lnTo>
                    <a:pt x="78" y="95"/>
                  </a:lnTo>
                  <a:lnTo>
                    <a:pt x="78" y="95"/>
                  </a:lnTo>
                  <a:lnTo>
                    <a:pt x="110" y="95"/>
                  </a:lnTo>
                  <a:cubicBezTo>
                    <a:pt x="126" y="111"/>
                    <a:pt x="126" y="142"/>
                    <a:pt x="110" y="142"/>
                  </a:cubicBezTo>
                  <a:lnTo>
                    <a:pt x="47" y="189"/>
                  </a:lnTo>
                  <a:cubicBezTo>
                    <a:pt x="47" y="205"/>
                    <a:pt x="32" y="205"/>
                    <a:pt x="32" y="205"/>
                  </a:cubicBezTo>
                  <a:cubicBezTo>
                    <a:pt x="15" y="205"/>
                    <a:pt x="15" y="205"/>
                    <a:pt x="0" y="189"/>
                  </a:cubicBezTo>
                  <a:cubicBezTo>
                    <a:pt x="15" y="221"/>
                    <a:pt x="15" y="237"/>
                    <a:pt x="15" y="252"/>
                  </a:cubicBezTo>
                  <a:lnTo>
                    <a:pt x="15" y="252"/>
                  </a:lnTo>
                  <a:cubicBezTo>
                    <a:pt x="78" y="252"/>
                    <a:pt x="110" y="205"/>
                    <a:pt x="126" y="174"/>
                  </a:cubicBezTo>
                  <a:lnTo>
                    <a:pt x="126" y="158"/>
                  </a:lnTo>
                  <a:cubicBezTo>
                    <a:pt x="141" y="158"/>
                    <a:pt x="141" y="142"/>
                    <a:pt x="141" y="126"/>
                  </a:cubicBezTo>
                  <a:lnTo>
                    <a:pt x="110" y="63"/>
                  </a:lnTo>
                  <a:lnTo>
                    <a:pt x="110" y="48"/>
                  </a:lnTo>
                  <a:cubicBezTo>
                    <a:pt x="126" y="32"/>
                    <a:pt x="110" y="16"/>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5" name="Google Shape;1465;p38"/>
            <p:cNvSpPr/>
            <p:nvPr/>
          </p:nvSpPr>
          <p:spPr>
            <a:xfrm>
              <a:off x="3040202" y="1790258"/>
              <a:ext cx="8046" cy="4516"/>
            </a:xfrm>
            <a:custGeom>
              <a:avLst/>
              <a:gdLst/>
              <a:ahLst/>
              <a:cxnLst/>
              <a:rect l="l" t="t" r="r" b="b"/>
              <a:pathLst>
                <a:path w="253" h="142" extrusionOk="0">
                  <a:moveTo>
                    <a:pt x="206" y="1"/>
                  </a:moveTo>
                  <a:cubicBezTo>
                    <a:pt x="143" y="1"/>
                    <a:pt x="63" y="16"/>
                    <a:pt x="0" y="16"/>
                  </a:cubicBezTo>
                  <a:lnTo>
                    <a:pt x="80" y="16"/>
                  </a:lnTo>
                  <a:cubicBezTo>
                    <a:pt x="95" y="16"/>
                    <a:pt x="95" y="1"/>
                    <a:pt x="111" y="1"/>
                  </a:cubicBezTo>
                  <a:lnTo>
                    <a:pt x="111" y="1"/>
                  </a:lnTo>
                  <a:lnTo>
                    <a:pt x="126" y="1"/>
                  </a:lnTo>
                  <a:cubicBezTo>
                    <a:pt x="143" y="16"/>
                    <a:pt x="158" y="32"/>
                    <a:pt x="143" y="47"/>
                  </a:cubicBezTo>
                  <a:lnTo>
                    <a:pt x="158" y="110"/>
                  </a:lnTo>
                  <a:cubicBezTo>
                    <a:pt x="158" y="127"/>
                    <a:pt x="174" y="142"/>
                    <a:pt x="189" y="142"/>
                  </a:cubicBezTo>
                  <a:lnTo>
                    <a:pt x="189" y="142"/>
                  </a:lnTo>
                  <a:lnTo>
                    <a:pt x="221" y="142"/>
                  </a:lnTo>
                  <a:cubicBezTo>
                    <a:pt x="237" y="142"/>
                    <a:pt x="252" y="127"/>
                    <a:pt x="252" y="110"/>
                  </a:cubicBezTo>
                  <a:cubicBezTo>
                    <a:pt x="252" y="95"/>
                    <a:pt x="237" y="79"/>
                    <a:pt x="221" y="79"/>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6" name="Google Shape;1466;p38"/>
            <p:cNvSpPr/>
            <p:nvPr/>
          </p:nvSpPr>
          <p:spPr>
            <a:xfrm>
              <a:off x="3187517" y="1795283"/>
              <a:ext cx="3053" cy="2035"/>
            </a:xfrm>
            <a:custGeom>
              <a:avLst/>
              <a:gdLst/>
              <a:ahLst/>
              <a:cxnLst/>
              <a:rect l="l" t="t" r="r" b="b"/>
              <a:pathLst>
                <a:path w="96" h="64" extrusionOk="0">
                  <a:moveTo>
                    <a:pt x="80" y="0"/>
                  </a:moveTo>
                  <a:cubicBezTo>
                    <a:pt x="80" y="15"/>
                    <a:pt x="64" y="15"/>
                    <a:pt x="64" y="32"/>
                  </a:cubicBezTo>
                  <a:lnTo>
                    <a:pt x="1" y="32"/>
                  </a:lnTo>
                  <a:lnTo>
                    <a:pt x="1" y="32"/>
                  </a:lnTo>
                  <a:lnTo>
                    <a:pt x="1" y="32"/>
                  </a:lnTo>
                  <a:cubicBezTo>
                    <a:pt x="17" y="32"/>
                    <a:pt x="32" y="47"/>
                    <a:pt x="32" y="47"/>
                  </a:cubicBezTo>
                  <a:cubicBezTo>
                    <a:pt x="32" y="63"/>
                    <a:pt x="48" y="63"/>
                    <a:pt x="48" y="63"/>
                  </a:cubicBezTo>
                  <a:cubicBezTo>
                    <a:pt x="48" y="63"/>
                    <a:pt x="64" y="47"/>
                    <a:pt x="80" y="47"/>
                  </a:cubicBezTo>
                  <a:cubicBezTo>
                    <a:pt x="80" y="47"/>
                    <a:pt x="80" y="32"/>
                    <a:pt x="95" y="32"/>
                  </a:cubicBezTo>
                  <a:lnTo>
                    <a:pt x="95" y="15"/>
                  </a:lnTo>
                  <a:cubicBezTo>
                    <a:pt x="95" y="15"/>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7" name="Google Shape;1467;p38"/>
            <p:cNvSpPr/>
            <p:nvPr/>
          </p:nvSpPr>
          <p:spPr>
            <a:xfrm>
              <a:off x="3262669" y="1802279"/>
              <a:ext cx="6583" cy="4548"/>
            </a:xfrm>
            <a:custGeom>
              <a:avLst/>
              <a:gdLst/>
              <a:ahLst/>
              <a:cxnLst/>
              <a:rect l="l" t="t" r="r" b="b"/>
              <a:pathLst>
                <a:path w="207" h="143" extrusionOk="0">
                  <a:moveTo>
                    <a:pt x="112" y="142"/>
                  </a:moveTo>
                  <a:lnTo>
                    <a:pt x="112" y="142"/>
                  </a:lnTo>
                  <a:lnTo>
                    <a:pt x="112" y="142"/>
                  </a:lnTo>
                  <a:lnTo>
                    <a:pt x="112" y="142"/>
                  </a:lnTo>
                  <a:close/>
                  <a:moveTo>
                    <a:pt x="127" y="1"/>
                  </a:moveTo>
                  <a:lnTo>
                    <a:pt x="112" y="1"/>
                  </a:lnTo>
                  <a:cubicBezTo>
                    <a:pt x="112" y="1"/>
                    <a:pt x="95" y="1"/>
                    <a:pt x="95" y="16"/>
                  </a:cubicBezTo>
                  <a:lnTo>
                    <a:pt x="64" y="48"/>
                  </a:lnTo>
                  <a:lnTo>
                    <a:pt x="64" y="48"/>
                  </a:lnTo>
                  <a:cubicBezTo>
                    <a:pt x="49" y="48"/>
                    <a:pt x="32" y="48"/>
                    <a:pt x="17" y="64"/>
                  </a:cubicBezTo>
                  <a:cubicBezTo>
                    <a:pt x="1" y="79"/>
                    <a:pt x="1" y="95"/>
                    <a:pt x="17" y="111"/>
                  </a:cubicBezTo>
                  <a:cubicBezTo>
                    <a:pt x="17" y="127"/>
                    <a:pt x="32" y="127"/>
                    <a:pt x="32" y="127"/>
                  </a:cubicBezTo>
                  <a:cubicBezTo>
                    <a:pt x="49" y="127"/>
                    <a:pt x="49" y="111"/>
                    <a:pt x="49" y="111"/>
                  </a:cubicBezTo>
                  <a:lnTo>
                    <a:pt x="64" y="95"/>
                  </a:lnTo>
                  <a:cubicBezTo>
                    <a:pt x="80" y="79"/>
                    <a:pt x="80" y="79"/>
                    <a:pt x="95" y="79"/>
                  </a:cubicBezTo>
                  <a:lnTo>
                    <a:pt x="95" y="79"/>
                  </a:lnTo>
                  <a:lnTo>
                    <a:pt x="112" y="79"/>
                  </a:lnTo>
                  <a:lnTo>
                    <a:pt x="127" y="95"/>
                  </a:lnTo>
                  <a:lnTo>
                    <a:pt x="143" y="79"/>
                  </a:lnTo>
                  <a:lnTo>
                    <a:pt x="158" y="79"/>
                  </a:lnTo>
                  <a:cubicBezTo>
                    <a:pt x="175" y="79"/>
                    <a:pt x="190" y="95"/>
                    <a:pt x="190" y="127"/>
                  </a:cubicBezTo>
                  <a:lnTo>
                    <a:pt x="190" y="127"/>
                  </a:lnTo>
                  <a:lnTo>
                    <a:pt x="190" y="127"/>
                  </a:lnTo>
                  <a:lnTo>
                    <a:pt x="206" y="79"/>
                  </a:lnTo>
                  <a:cubicBezTo>
                    <a:pt x="206" y="64"/>
                    <a:pt x="206" y="48"/>
                    <a:pt x="190" y="32"/>
                  </a:cubicBezTo>
                  <a:lnTo>
                    <a:pt x="14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8" name="Google Shape;1468;p38"/>
            <p:cNvSpPr/>
            <p:nvPr/>
          </p:nvSpPr>
          <p:spPr>
            <a:xfrm>
              <a:off x="3372932" y="1787745"/>
              <a:ext cx="5565" cy="5565"/>
            </a:xfrm>
            <a:custGeom>
              <a:avLst/>
              <a:gdLst/>
              <a:ahLst/>
              <a:cxnLst/>
              <a:rect l="l" t="t" r="r" b="b"/>
              <a:pathLst>
                <a:path w="175" h="175" extrusionOk="0">
                  <a:moveTo>
                    <a:pt x="63" y="0"/>
                  </a:moveTo>
                  <a:lnTo>
                    <a:pt x="48" y="0"/>
                  </a:lnTo>
                  <a:cubicBezTo>
                    <a:pt x="48" y="0"/>
                    <a:pt x="32" y="0"/>
                    <a:pt x="32" y="17"/>
                  </a:cubicBezTo>
                  <a:lnTo>
                    <a:pt x="0" y="143"/>
                  </a:lnTo>
                  <a:cubicBezTo>
                    <a:pt x="0" y="158"/>
                    <a:pt x="0" y="158"/>
                    <a:pt x="16" y="174"/>
                  </a:cubicBezTo>
                  <a:lnTo>
                    <a:pt x="32" y="174"/>
                  </a:lnTo>
                  <a:lnTo>
                    <a:pt x="48" y="174"/>
                  </a:lnTo>
                  <a:lnTo>
                    <a:pt x="158" y="95"/>
                  </a:lnTo>
                  <a:lnTo>
                    <a:pt x="174" y="80"/>
                  </a:lnTo>
                  <a:lnTo>
                    <a:pt x="174" y="48"/>
                  </a:lnTo>
                  <a:cubicBezTo>
                    <a:pt x="158" y="32"/>
                    <a:pt x="158" y="32"/>
                    <a:pt x="143" y="32"/>
                  </a:cubicBezTo>
                  <a:lnTo>
                    <a:pt x="126" y="32"/>
                  </a:lnTo>
                  <a:lnTo>
                    <a:pt x="80" y="63"/>
                  </a:ln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9" name="Google Shape;1469;p38"/>
            <p:cNvSpPr/>
            <p:nvPr/>
          </p:nvSpPr>
          <p:spPr>
            <a:xfrm>
              <a:off x="3261206" y="1804792"/>
              <a:ext cx="7505" cy="9032"/>
            </a:xfrm>
            <a:custGeom>
              <a:avLst/>
              <a:gdLst/>
              <a:ahLst/>
              <a:cxnLst/>
              <a:rect l="l" t="t" r="r" b="b"/>
              <a:pathLst>
                <a:path w="236" h="284" extrusionOk="0">
                  <a:moveTo>
                    <a:pt x="204" y="0"/>
                  </a:moveTo>
                  <a:lnTo>
                    <a:pt x="189" y="0"/>
                  </a:lnTo>
                  <a:lnTo>
                    <a:pt x="173" y="16"/>
                  </a:lnTo>
                  <a:lnTo>
                    <a:pt x="173" y="48"/>
                  </a:lnTo>
                  <a:lnTo>
                    <a:pt x="158" y="63"/>
                  </a:lnTo>
                  <a:lnTo>
                    <a:pt x="158" y="63"/>
                  </a:lnTo>
                  <a:lnTo>
                    <a:pt x="158" y="95"/>
                  </a:lnTo>
                  <a:lnTo>
                    <a:pt x="158" y="95"/>
                  </a:lnTo>
                  <a:lnTo>
                    <a:pt x="78" y="189"/>
                  </a:lnTo>
                  <a:lnTo>
                    <a:pt x="78" y="206"/>
                  </a:lnTo>
                  <a:cubicBezTo>
                    <a:pt x="78" y="221"/>
                    <a:pt x="63" y="237"/>
                    <a:pt x="47" y="237"/>
                  </a:cubicBezTo>
                  <a:lnTo>
                    <a:pt x="47" y="237"/>
                  </a:lnTo>
                  <a:cubicBezTo>
                    <a:pt x="15" y="237"/>
                    <a:pt x="15" y="221"/>
                    <a:pt x="15" y="206"/>
                  </a:cubicBezTo>
                  <a:lnTo>
                    <a:pt x="15" y="206"/>
                  </a:lnTo>
                  <a:cubicBezTo>
                    <a:pt x="0" y="221"/>
                    <a:pt x="0" y="237"/>
                    <a:pt x="15" y="252"/>
                  </a:cubicBezTo>
                  <a:lnTo>
                    <a:pt x="47" y="284"/>
                  </a:lnTo>
                  <a:lnTo>
                    <a:pt x="78" y="284"/>
                  </a:lnTo>
                  <a:lnTo>
                    <a:pt x="78" y="284"/>
                  </a:lnTo>
                  <a:cubicBezTo>
                    <a:pt x="95" y="284"/>
                    <a:pt x="95" y="284"/>
                    <a:pt x="95" y="269"/>
                  </a:cubicBezTo>
                  <a:lnTo>
                    <a:pt x="189" y="158"/>
                  </a:lnTo>
                  <a:lnTo>
                    <a:pt x="189" y="158"/>
                  </a:lnTo>
                  <a:lnTo>
                    <a:pt x="221" y="158"/>
                  </a:lnTo>
                  <a:cubicBezTo>
                    <a:pt x="221" y="142"/>
                    <a:pt x="236" y="142"/>
                    <a:pt x="236" y="126"/>
                  </a:cubicBezTo>
                  <a:lnTo>
                    <a:pt x="236" y="48"/>
                  </a:lnTo>
                  <a:lnTo>
                    <a:pt x="236" y="48"/>
                  </a:lnTo>
                  <a:cubicBezTo>
                    <a:pt x="236" y="16"/>
                    <a:pt x="221" y="0"/>
                    <a:pt x="20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0" name="Google Shape;1470;p38"/>
            <p:cNvSpPr/>
            <p:nvPr/>
          </p:nvSpPr>
          <p:spPr>
            <a:xfrm>
              <a:off x="3227590" y="1789272"/>
              <a:ext cx="2576" cy="7505"/>
            </a:xfrm>
            <a:custGeom>
              <a:avLst/>
              <a:gdLst/>
              <a:ahLst/>
              <a:cxnLst/>
              <a:rect l="l" t="t" r="r" b="b"/>
              <a:pathLst>
                <a:path w="81" h="236" extrusionOk="0">
                  <a:moveTo>
                    <a:pt x="17" y="0"/>
                  </a:moveTo>
                  <a:lnTo>
                    <a:pt x="17" y="15"/>
                  </a:lnTo>
                  <a:lnTo>
                    <a:pt x="1" y="189"/>
                  </a:lnTo>
                  <a:cubicBezTo>
                    <a:pt x="1" y="221"/>
                    <a:pt x="17" y="236"/>
                    <a:pt x="32" y="236"/>
                  </a:cubicBezTo>
                  <a:lnTo>
                    <a:pt x="32" y="236"/>
                  </a:lnTo>
                  <a:cubicBezTo>
                    <a:pt x="49" y="236"/>
                    <a:pt x="64" y="221"/>
                    <a:pt x="64" y="204"/>
                  </a:cubicBezTo>
                  <a:lnTo>
                    <a:pt x="80" y="95"/>
                  </a:lnTo>
                  <a:cubicBezTo>
                    <a:pt x="64" y="95"/>
                    <a:pt x="64" y="95"/>
                    <a:pt x="64" y="78"/>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1" name="Google Shape;1471;p38"/>
            <p:cNvSpPr/>
            <p:nvPr/>
          </p:nvSpPr>
          <p:spPr>
            <a:xfrm>
              <a:off x="3413514" y="1771716"/>
              <a:ext cx="2544" cy="3562"/>
            </a:xfrm>
            <a:custGeom>
              <a:avLst/>
              <a:gdLst/>
              <a:ahLst/>
              <a:cxnLst/>
              <a:rect l="l" t="t" r="r" b="b"/>
              <a:pathLst>
                <a:path w="80" h="112" extrusionOk="0">
                  <a:moveTo>
                    <a:pt x="79" y="0"/>
                  </a:moveTo>
                  <a:cubicBezTo>
                    <a:pt x="64" y="17"/>
                    <a:pt x="32" y="32"/>
                    <a:pt x="1" y="48"/>
                  </a:cubicBezTo>
                  <a:lnTo>
                    <a:pt x="1" y="80"/>
                  </a:lnTo>
                  <a:lnTo>
                    <a:pt x="1" y="111"/>
                  </a:lnTo>
                  <a:lnTo>
                    <a:pt x="1" y="111"/>
                  </a:lnTo>
                  <a:lnTo>
                    <a:pt x="64" y="95"/>
                  </a:lnTo>
                  <a:lnTo>
                    <a:pt x="64" y="95"/>
                  </a:lnTo>
                  <a:lnTo>
                    <a:pt x="64" y="80"/>
                  </a:lnTo>
                  <a:cubicBezTo>
                    <a:pt x="64" y="80"/>
                    <a:pt x="64" y="63"/>
                    <a:pt x="79" y="48"/>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2" name="Google Shape;1472;p38"/>
            <p:cNvSpPr/>
            <p:nvPr/>
          </p:nvSpPr>
          <p:spPr>
            <a:xfrm>
              <a:off x="3198553" y="1790735"/>
              <a:ext cx="5025" cy="4580"/>
            </a:xfrm>
            <a:custGeom>
              <a:avLst/>
              <a:gdLst/>
              <a:ahLst/>
              <a:cxnLst/>
              <a:rect l="l" t="t" r="r" b="b"/>
              <a:pathLst>
                <a:path w="158" h="144" extrusionOk="0">
                  <a:moveTo>
                    <a:pt x="48" y="1"/>
                  </a:moveTo>
                  <a:lnTo>
                    <a:pt x="32" y="1"/>
                  </a:lnTo>
                  <a:cubicBezTo>
                    <a:pt x="17" y="1"/>
                    <a:pt x="17" y="17"/>
                    <a:pt x="17" y="32"/>
                  </a:cubicBezTo>
                  <a:cubicBezTo>
                    <a:pt x="0" y="32"/>
                    <a:pt x="17" y="32"/>
                    <a:pt x="17" y="49"/>
                  </a:cubicBezTo>
                  <a:lnTo>
                    <a:pt x="32" y="49"/>
                  </a:lnTo>
                  <a:cubicBezTo>
                    <a:pt x="48" y="49"/>
                    <a:pt x="63" y="64"/>
                    <a:pt x="63" y="80"/>
                  </a:cubicBezTo>
                  <a:cubicBezTo>
                    <a:pt x="80" y="80"/>
                    <a:pt x="80" y="95"/>
                    <a:pt x="80" y="112"/>
                  </a:cubicBezTo>
                  <a:cubicBezTo>
                    <a:pt x="80" y="143"/>
                    <a:pt x="95" y="143"/>
                    <a:pt x="111" y="143"/>
                  </a:cubicBezTo>
                  <a:lnTo>
                    <a:pt x="111" y="143"/>
                  </a:lnTo>
                  <a:lnTo>
                    <a:pt x="111" y="143"/>
                  </a:lnTo>
                  <a:cubicBezTo>
                    <a:pt x="143" y="143"/>
                    <a:pt x="158" y="127"/>
                    <a:pt x="143" y="112"/>
                  </a:cubicBezTo>
                  <a:cubicBezTo>
                    <a:pt x="143" y="32"/>
                    <a:pt x="111"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3" name="Google Shape;1473;p38"/>
            <p:cNvSpPr/>
            <p:nvPr/>
          </p:nvSpPr>
          <p:spPr>
            <a:xfrm>
              <a:off x="3391951" y="1781257"/>
              <a:ext cx="5565" cy="4039"/>
            </a:xfrm>
            <a:custGeom>
              <a:avLst/>
              <a:gdLst/>
              <a:ahLst/>
              <a:cxnLst/>
              <a:rect l="l" t="t" r="r" b="b"/>
              <a:pathLst>
                <a:path w="175" h="127" extrusionOk="0">
                  <a:moveTo>
                    <a:pt x="32" y="0"/>
                  </a:moveTo>
                  <a:lnTo>
                    <a:pt x="32" y="0"/>
                  </a:lnTo>
                  <a:lnTo>
                    <a:pt x="17" y="0"/>
                  </a:lnTo>
                  <a:cubicBezTo>
                    <a:pt x="1" y="0"/>
                    <a:pt x="1" y="15"/>
                    <a:pt x="1" y="32"/>
                  </a:cubicBezTo>
                  <a:lnTo>
                    <a:pt x="1" y="47"/>
                  </a:lnTo>
                  <a:lnTo>
                    <a:pt x="17" y="47"/>
                  </a:lnTo>
                  <a:cubicBezTo>
                    <a:pt x="32" y="47"/>
                    <a:pt x="32" y="32"/>
                    <a:pt x="32" y="32"/>
                  </a:cubicBezTo>
                  <a:lnTo>
                    <a:pt x="32" y="32"/>
                  </a:lnTo>
                  <a:cubicBezTo>
                    <a:pt x="49" y="32"/>
                    <a:pt x="64" y="47"/>
                    <a:pt x="64" y="63"/>
                  </a:cubicBezTo>
                  <a:cubicBezTo>
                    <a:pt x="80" y="78"/>
                    <a:pt x="64" y="95"/>
                    <a:pt x="49" y="110"/>
                  </a:cubicBezTo>
                  <a:lnTo>
                    <a:pt x="32" y="110"/>
                  </a:lnTo>
                  <a:lnTo>
                    <a:pt x="32" y="126"/>
                  </a:lnTo>
                  <a:lnTo>
                    <a:pt x="49" y="126"/>
                  </a:lnTo>
                  <a:lnTo>
                    <a:pt x="64" y="126"/>
                  </a:lnTo>
                  <a:lnTo>
                    <a:pt x="112" y="110"/>
                  </a:lnTo>
                  <a:cubicBezTo>
                    <a:pt x="112" y="95"/>
                    <a:pt x="127" y="95"/>
                    <a:pt x="127" y="95"/>
                  </a:cubicBezTo>
                  <a:lnTo>
                    <a:pt x="143" y="95"/>
                  </a:lnTo>
                  <a:lnTo>
                    <a:pt x="143" y="95"/>
                  </a:lnTo>
                  <a:lnTo>
                    <a:pt x="158" y="95"/>
                  </a:lnTo>
                  <a:cubicBezTo>
                    <a:pt x="175" y="95"/>
                    <a:pt x="175" y="78"/>
                    <a:pt x="175" y="63"/>
                  </a:cubicBezTo>
                  <a:cubicBezTo>
                    <a:pt x="175" y="47"/>
                    <a:pt x="158" y="32"/>
                    <a:pt x="143" y="32"/>
                  </a:cubicBezTo>
                  <a:lnTo>
                    <a:pt x="127" y="32"/>
                  </a:lnTo>
                  <a:lnTo>
                    <a:pt x="80" y="47"/>
                  </a:lnTo>
                  <a:lnTo>
                    <a:pt x="64" y="32"/>
                  </a:lnTo>
                  <a:lnTo>
                    <a:pt x="64" y="15"/>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4" name="Google Shape;1474;p38"/>
            <p:cNvSpPr/>
            <p:nvPr/>
          </p:nvSpPr>
          <p:spPr>
            <a:xfrm>
              <a:off x="3350861" y="1782243"/>
              <a:ext cx="5057" cy="5057"/>
            </a:xfrm>
            <a:custGeom>
              <a:avLst/>
              <a:gdLst/>
              <a:ahLst/>
              <a:cxnLst/>
              <a:rect l="l" t="t" r="r" b="b"/>
              <a:pathLst>
                <a:path w="159" h="159" extrusionOk="0">
                  <a:moveTo>
                    <a:pt x="80" y="1"/>
                  </a:moveTo>
                  <a:lnTo>
                    <a:pt x="80" y="1"/>
                  </a:lnTo>
                  <a:lnTo>
                    <a:pt x="80" y="1"/>
                  </a:lnTo>
                  <a:lnTo>
                    <a:pt x="64" y="16"/>
                  </a:lnTo>
                  <a:lnTo>
                    <a:pt x="17" y="110"/>
                  </a:lnTo>
                  <a:cubicBezTo>
                    <a:pt x="1" y="110"/>
                    <a:pt x="1" y="127"/>
                    <a:pt x="1" y="127"/>
                  </a:cubicBezTo>
                  <a:lnTo>
                    <a:pt x="32" y="158"/>
                  </a:lnTo>
                  <a:lnTo>
                    <a:pt x="49" y="158"/>
                  </a:lnTo>
                  <a:lnTo>
                    <a:pt x="64" y="142"/>
                  </a:lnTo>
                  <a:lnTo>
                    <a:pt x="95" y="95"/>
                  </a:lnTo>
                  <a:lnTo>
                    <a:pt x="112" y="95"/>
                  </a:lnTo>
                  <a:lnTo>
                    <a:pt x="143" y="95"/>
                  </a:lnTo>
                  <a:cubicBezTo>
                    <a:pt x="143" y="79"/>
                    <a:pt x="158" y="64"/>
                    <a:pt x="143" y="47"/>
                  </a:cubicBezTo>
                  <a:lnTo>
                    <a:pt x="143" y="32"/>
                  </a:lnTo>
                  <a:lnTo>
                    <a:pt x="112" y="16"/>
                  </a:lnTo>
                  <a:cubicBezTo>
                    <a:pt x="112"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5" name="Google Shape;1475;p38"/>
            <p:cNvSpPr/>
            <p:nvPr/>
          </p:nvSpPr>
          <p:spPr>
            <a:xfrm>
              <a:off x="3093314" y="1790258"/>
              <a:ext cx="3562" cy="3053"/>
            </a:xfrm>
            <a:custGeom>
              <a:avLst/>
              <a:gdLst/>
              <a:ahLst/>
              <a:cxnLst/>
              <a:rect l="l" t="t" r="r" b="b"/>
              <a:pathLst>
                <a:path w="112" h="96" extrusionOk="0">
                  <a:moveTo>
                    <a:pt x="0" y="1"/>
                  </a:moveTo>
                  <a:lnTo>
                    <a:pt x="0" y="32"/>
                  </a:lnTo>
                  <a:cubicBezTo>
                    <a:pt x="0" y="47"/>
                    <a:pt x="17" y="64"/>
                    <a:pt x="32" y="64"/>
                  </a:cubicBezTo>
                  <a:lnTo>
                    <a:pt x="32" y="64"/>
                  </a:lnTo>
                  <a:lnTo>
                    <a:pt x="32" y="64"/>
                  </a:lnTo>
                  <a:cubicBezTo>
                    <a:pt x="48" y="64"/>
                    <a:pt x="48" y="64"/>
                    <a:pt x="63" y="79"/>
                  </a:cubicBezTo>
                  <a:lnTo>
                    <a:pt x="63" y="79"/>
                  </a:lnTo>
                  <a:lnTo>
                    <a:pt x="63" y="79"/>
                  </a:lnTo>
                  <a:lnTo>
                    <a:pt x="80" y="79"/>
                  </a:lnTo>
                  <a:lnTo>
                    <a:pt x="95" y="95"/>
                  </a:lnTo>
                  <a:lnTo>
                    <a:pt x="95" y="95"/>
                  </a:lnTo>
                  <a:cubicBezTo>
                    <a:pt x="95" y="79"/>
                    <a:pt x="111" y="79"/>
                    <a:pt x="111" y="79"/>
                  </a:cubicBezTo>
                  <a:cubicBezTo>
                    <a:pt x="111" y="64"/>
                    <a:pt x="111" y="47"/>
                    <a:pt x="95" y="47"/>
                  </a:cubicBezTo>
                  <a:lnTo>
                    <a:pt x="17" y="16"/>
                  </a:lnTo>
                  <a:cubicBezTo>
                    <a:pt x="0" y="16"/>
                    <a:pt x="0" y="1"/>
                    <a:pt x="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6" name="Google Shape;1476;p38"/>
            <p:cNvSpPr/>
            <p:nvPr/>
          </p:nvSpPr>
          <p:spPr>
            <a:xfrm>
              <a:off x="3271701" y="1773720"/>
              <a:ext cx="4548" cy="1018"/>
            </a:xfrm>
            <a:custGeom>
              <a:avLst/>
              <a:gdLst/>
              <a:ahLst/>
              <a:cxnLst/>
              <a:rect l="l" t="t" r="r" b="b"/>
              <a:pathLst>
                <a:path w="143" h="32" extrusionOk="0">
                  <a:moveTo>
                    <a:pt x="95" y="0"/>
                  </a:moveTo>
                  <a:lnTo>
                    <a:pt x="95" y="0"/>
                  </a:lnTo>
                  <a:cubicBezTo>
                    <a:pt x="95" y="0"/>
                    <a:pt x="95" y="17"/>
                    <a:pt x="80" y="17"/>
                  </a:cubicBezTo>
                  <a:lnTo>
                    <a:pt x="63" y="17"/>
                  </a:lnTo>
                  <a:cubicBezTo>
                    <a:pt x="48" y="17"/>
                    <a:pt x="48" y="17"/>
                    <a:pt x="32" y="0"/>
                  </a:cubicBezTo>
                  <a:lnTo>
                    <a:pt x="32" y="0"/>
                  </a:lnTo>
                  <a:lnTo>
                    <a:pt x="17" y="0"/>
                  </a:lnTo>
                  <a:cubicBezTo>
                    <a:pt x="17" y="17"/>
                    <a:pt x="0" y="17"/>
                    <a:pt x="0" y="32"/>
                  </a:cubicBezTo>
                  <a:lnTo>
                    <a:pt x="111" y="17"/>
                  </a:lnTo>
                  <a:lnTo>
                    <a:pt x="111" y="17"/>
                  </a:lnTo>
                  <a:cubicBezTo>
                    <a:pt x="127" y="17"/>
                    <a:pt x="127" y="32"/>
                    <a:pt x="143" y="32"/>
                  </a:cubicBezTo>
                  <a:lnTo>
                    <a:pt x="143" y="17"/>
                  </a:lnTo>
                  <a:cubicBezTo>
                    <a:pt x="127" y="0"/>
                    <a:pt x="127"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7" name="Google Shape;1477;p38"/>
            <p:cNvSpPr/>
            <p:nvPr/>
          </p:nvSpPr>
          <p:spPr>
            <a:xfrm>
              <a:off x="3403496" y="1768695"/>
              <a:ext cx="6042" cy="3053"/>
            </a:xfrm>
            <a:custGeom>
              <a:avLst/>
              <a:gdLst/>
              <a:ahLst/>
              <a:cxnLst/>
              <a:rect l="l" t="t" r="r" b="b"/>
              <a:pathLst>
                <a:path w="190" h="96" extrusionOk="0">
                  <a:moveTo>
                    <a:pt x="110" y="1"/>
                  </a:moveTo>
                  <a:lnTo>
                    <a:pt x="110" y="17"/>
                  </a:lnTo>
                  <a:cubicBezTo>
                    <a:pt x="127" y="32"/>
                    <a:pt x="110" y="49"/>
                    <a:pt x="95" y="64"/>
                  </a:cubicBezTo>
                  <a:lnTo>
                    <a:pt x="79" y="64"/>
                  </a:lnTo>
                  <a:cubicBezTo>
                    <a:pt x="64" y="64"/>
                    <a:pt x="64" y="64"/>
                    <a:pt x="47" y="49"/>
                  </a:cubicBezTo>
                  <a:lnTo>
                    <a:pt x="47" y="32"/>
                  </a:lnTo>
                  <a:lnTo>
                    <a:pt x="16" y="32"/>
                  </a:lnTo>
                  <a:cubicBezTo>
                    <a:pt x="1" y="49"/>
                    <a:pt x="1" y="49"/>
                    <a:pt x="1" y="64"/>
                  </a:cubicBezTo>
                  <a:lnTo>
                    <a:pt x="32" y="95"/>
                  </a:lnTo>
                  <a:lnTo>
                    <a:pt x="47" y="95"/>
                  </a:lnTo>
                  <a:cubicBezTo>
                    <a:pt x="79" y="80"/>
                    <a:pt x="95" y="80"/>
                    <a:pt x="110" y="80"/>
                  </a:cubicBezTo>
                  <a:cubicBezTo>
                    <a:pt x="110" y="64"/>
                    <a:pt x="127" y="49"/>
                    <a:pt x="142" y="32"/>
                  </a:cubicBezTo>
                  <a:lnTo>
                    <a:pt x="158" y="32"/>
                  </a:lnTo>
                  <a:lnTo>
                    <a:pt x="158" y="32"/>
                  </a:lnTo>
                  <a:cubicBezTo>
                    <a:pt x="174" y="32"/>
                    <a:pt x="190" y="32"/>
                    <a:pt x="190" y="49"/>
                  </a:cubicBezTo>
                  <a:cubicBezTo>
                    <a:pt x="190" y="32"/>
                    <a:pt x="174" y="32"/>
                    <a:pt x="174" y="32"/>
                  </a:cubicBezTo>
                  <a:cubicBezTo>
                    <a:pt x="158" y="17"/>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8" name="Google Shape;1478;p38"/>
            <p:cNvSpPr/>
            <p:nvPr/>
          </p:nvSpPr>
          <p:spPr>
            <a:xfrm>
              <a:off x="3410016" y="1766691"/>
              <a:ext cx="6042" cy="3562"/>
            </a:xfrm>
            <a:custGeom>
              <a:avLst/>
              <a:gdLst/>
              <a:ahLst/>
              <a:cxnLst/>
              <a:rect l="l" t="t" r="r" b="b"/>
              <a:pathLst>
                <a:path w="190" h="112" extrusionOk="0">
                  <a:moveTo>
                    <a:pt x="158" y="1"/>
                  </a:moveTo>
                  <a:lnTo>
                    <a:pt x="142" y="1"/>
                  </a:lnTo>
                  <a:lnTo>
                    <a:pt x="142" y="1"/>
                  </a:lnTo>
                  <a:lnTo>
                    <a:pt x="48" y="32"/>
                  </a:lnTo>
                  <a:cubicBezTo>
                    <a:pt x="48" y="49"/>
                    <a:pt x="48" y="49"/>
                    <a:pt x="32" y="64"/>
                  </a:cubicBezTo>
                  <a:lnTo>
                    <a:pt x="16" y="64"/>
                  </a:lnTo>
                  <a:lnTo>
                    <a:pt x="0" y="64"/>
                  </a:lnTo>
                  <a:lnTo>
                    <a:pt x="0" y="80"/>
                  </a:lnTo>
                  <a:cubicBezTo>
                    <a:pt x="16" y="95"/>
                    <a:pt x="32" y="112"/>
                    <a:pt x="48" y="112"/>
                  </a:cubicBezTo>
                  <a:lnTo>
                    <a:pt x="48" y="95"/>
                  </a:lnTo>
                  <a:lnTo>
                    <a:pt x="126" y="80"/>
                  </a:lnTo>
                  <a:cubicBezTo>
                    <a:pt x="126" y="64"/>
                    <a:pt x="142" y="49"/>
                    <a:pt x="158" y="49"/>
                  </a:cubicBezTo>
                  <a:lnTo>
                    <a:pt x="158" y="49"/>
                  </a:lnTo>
                  <a:lnTo>
                    <a:pt x="174" y="49"/>
                  </a:lnTo>
                  <a:lnTo>
                    <a:pt x="189" y="49"/>
                  </a:lnTo>
                  <a:lnTo>
                    <a:pt x="189" y="32"/>
                  </a:lnTo>
                  <a:cubicBezTo>
                    <a:pt x="189" y="17"/>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9" name="Google Shape;1479;p38"/>
            <p:cNvSpPr/>
            <p:nvPr/>
          </p:nvSpPr>
          <p:spPr>
            <a:xfrm>
              <a:off x="3110361" y="1795283"/>
              <a:ext cx="3021" cy="5025"/>
            </a:xfrm>
            <a:custGeom>
              <a:avLst/>
              <a:gdLst/>
              <a:ahLst/>
              <a:cxnLst/>
              <a:rect l="l" t="t" r="r" b="b"/>
              <a:pathLst>
                <a:path w="95" h="158" extrusionOk="0">
                  <a:moveTo>
                    <a:pt x="48" y="47"/>
                  </a:moveTo>
                  <a:lnTo>
                    <a:pt x="32" y="63"/>
                  </a:lnTo>
                  <a:lnTo>
                    <a:pt x="17" y="63"/>
                  </a:lnTo>
                  <a:lnTo>
                    <a:pt x="0" y="63"/>
                  </a:lnTo>
                  <a:lnTo>
                    <a:pt x="0" y="95"/>
                  </a:lnTo>
                  <a:cubicBezTo>
                    <a:pt x="0" y="110"/>
                    <a:pt x="32" y="142"/>
                    <a:pt x="48" y="158"/>
                  </a:cubicBezTo>
                  <a:lnTo>
                    <a:pt x="63" y="158"/>
                  </a:lnTo>
                  <a:cubicBezTo>
                    <a:pt x="80" y="158"/>
                    <a:pt x="95" y="158"/>
                    <a:pt x="95" y="142"/>
                  </a:cubicBezTo>
                  <a:lnTo>
                    <a:pt x="95" y="142"/>
                  </a:lnTo>
                  <a:cubicBezTo>
                    <a:pt x="80" y="142"/>
                    <a:pt x="63" y="142"/>
                    <a:pt x="63" y="126"/>
                  </a:cubicBezTo>
                  <a:cubicBezTo>
                    <a:pt x="48" y="110"/>
                    <a:pt x="48" y="95"/>
                    <a:pt x="63" y="78"/>
                  </a:cubicBezTo>
                  <a:lnTo>
                    <a:pt x="63" y="78"/>
                  </a:lnTo>
                  <a:lnTo>
                    <a:pt x="63" y="78"/>
                  </a:lnTo>
                  <a:cubicBezTo>
                    <a:pt x="63" y="78"/>
                    <a:pt x="63" y="63"/>
                    <a:pt x="48" y="47"/>
                  </a:cubicBezTo>
                  <a:close/>
                  <a:moveTo>
                    <a:pt x="0" y="0"/>
                  </a:moveTo>
                  <a:lnTo>
                    <a:pt x="0" y="0"/>
                  </a:lnTo>
                  <a:lnTo>
                    <a:pt x="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0" name="Google Shape;1480;p38"/>
            <p:cNvSpPr/>
            <p:nvPr/>
          </p:nvSpPr>
          <p:spPr>
            <a:xfrm>
              <a:off x="3268680" y="1767709"/>
              <a:ext cx="7060" cy="13580"/>
            </a:xfrm>
            <a:custGeom>
              <a:avLst/>
              <a:gdLst/>
              <a:ahLst/>
              <a:cxnLst/>
              <a:rect l="l" t="t" r="r" b="b"/>
              <a:pathLst>
                <a:path w="222" h="427" extrusionOk="0">
                  <a:moveTo>
                    <a:pt x="112" y="174"/>
                  </a:moveTo>
                  <a:cubicBezTo>
                    <a:pt x="95" y="174"/>
                    <a:pt x="95" y="174"/>
                    <a:pt x="80" y="189"/>
                  </a:cubicBezTo>
                  <a:lnTo>
                    <a:pt x="64" y="189"/>
                  </a:lnTo>
                  <a:lnTo>
                    <a:pt x="32" y="189"/>
                  </a:lnTo>
                  <a:cubicBezTo>
                    <a:pt x="32" y="206"/>
                    <a:pt x="32" y="221"/>
                    <a:pt x="17" y="237"/>
                  </a:cubicBezTo>
                  <a:cubicBezTo>
                    <a:pt x="17" y="269"/>
                    <a:pt x="17" y="284"/>
                    <a:pt x="1" y="315"/>
                  </a:cubicBezTo>
                  <a:cubicBezTo>
                    <a:pt x="1" y="315"/>
                    <a:pt x="1" y="332"/>
                    <a:pt x="17" y="347"/>
                  </a:cubicBezTo>
                  <a:lnTo>
                    <a:pt x="49" y="410"/>
                  </a:lnTo>
                  <a:cubicBezTo>
                    <a:pt x="64" y="426"/>
                    <a:pt x="64" y="426"/>
                    <a:pt x="80" y="426"/>
                  </a:cubicBezTo>
                  <a:lnTo>
                    <a:pt x="80" y="426"/>
                  </a:lnTo>
                  <a:lnTo>
                    <a:pt x="95" y="426"/>
                  </a:lnTo>
                  <a:lnTo>
                    <a:pt x="112" y="426"/>
                  </a:lnTo>
                  <a:cubicBezTo>
                    <a:pt x="95" y="410"/>
                    <a:pt x="95" y="395"/>
                    <a:pt x="112" y="395"/>
                  </a:cubicBezTo>
                  <a:cubicBezTo>
                    <a:pt x="112" y="378"/>
                    <a:pt x="127" y="363"/>
                    <a:pt x="127" y="363"/>
                  </a:cubicBezTo>
                  <a:lnTo>
                    <a:pt x="143" y="363"/>
                  </a:lnTo>
                  <a:lnTo>
                    <a:pt x="143" y="363"/>
                  </a:lnTo>
                  <a:lnTo>
                    <a:pt x="190" y="378"/>
                  </a:lnTo>
                  <a:lnTo>
                    <a:pt x="190" y="378"/>
                  </a:lnTo>
                  <a:lnTo>
                    <a:pt x="206" y="378"/>
                  </a:lnTo>
                  <a:cubicBezTo>
                    <a:pt x="222" y="363"/>
                    <a:pt x="222" y="347"/>
                    <a:pt x="222" y="347"/>
                  </a:cubicBezTo>
                  <a:lnTo>
                    <a:pt x="222" y="332"/>
                  </a:lnTo>
                  <a:cubicBezTo>
                    <a:pt x="206" y="315"/>
                    <a:pt x="206" y="315"/>
                    <a:pt x="190" y="315"/>
                  </a:cubicBezTo>
                  <a:lnTo>
                    <a:pt x="158" y="315"/>
                  </a:lnTo>
                  <a:lnTo>
                    <a:pt x="95" y="347"/>
                  </a:lnTo>
                  <a:lnTo>
                    <a:pt x="95" y="347"/>
                  </a:lnTo>
                  <a:lnTo>
                    <a:pt x="80" y="363"/>
                  </a:lnTo>
                  <a:cubicBezTo>
                    <a:pt x="80" y="363"/>
                    <a:pt x="64" y="378"/>
                    <a:pt x="49" y="378"/>
                  </a:cubicBezTo>
                  <a:cubicBezTo>
                    <a:pt x="49" y="378"/>
                    <a:pt x="32" y="378"/>
                    <a:pt x="32" y="363"/>
                  </a:cubicBezTo>
                  <a:cubicBezTo>
                    <a:pt x="17" y="347"/>
                    <a:pt x="17" y="332"/>
                    <a:pt x="32" y="315"/>
                  </a:cubicBezTo>
                  <a:lnTo>
                    <a:pt x="64" y="269"/>
                  </a:lnTo>
                  <a:lnTo>
                    <a:pt x="64" y="252"/>
                  </a:lnTo>
                  <a:cubicBezTo>
                    <a:pt x="64" y="237"/>
                    <a:pt x="80" y="221"/>
                    <a:pt x="95" y="221"/>
                  </a:cubicBezTo>
                  <a:lnTo>
                    <a:pt x="95" y="221"/>
                  </a:lnTo>
                  <a:cubicBezTo>
                    <a:pt x="95" y="206"/>
                    <a:pt x="112" y="206"/>
                    <a:pt x="112" y="189"/>
                  </a:cubicBezTo>
                  <a:lnTo>
                    <a:pt x="112" y="174"/>
                  </a:lnTo>
                  <a:lnTo>
                    <a:pt x="112" y="174"/>
                  </a:lnTo>
                  <a:close/>
                  <a:moveTo>
                    <a:pt x="143" y="0"/>
                  </a:moveTo>
                  <a:lnTo>
                    <a:pt x="143" y="0"/>
                  </a:lnTo>
                  <a:cubicBezTo>
                    <a:pt x="143" y="17"/>
                    <a:pt x="143" y="17"/>
                    <a:pt x="127" y="17"/>
                  </a:cubicBezTo>
                  <a:lnTo>
                    <a:pt x="112" y="32"/>
                  </a:lnTo>
                  <a:lnTo>
                    <a:pt x="95" y="48"/>
                  </a:lnTo>
                  <a:lnTo>
                    <a:pt x="95" y="48"/>
                  </a:lnTo>
                  <a:lnTo>
                    <a:pt x="95" y="80"/>
                  </a:lnTo>
                  <a:cubicBezTo>
                    <a:pt x="80" y="95"/>
                    <a:pt x="80" y="111"/>
                    <a:pt x="64" y="111"/>
                  </a:cubicBezTo>
                  <a:lnTo>
                    <a:pt x="64" y="111"/>
                  </a:lnTo>
                  <a:lnTo>
                    <a:pt x="64" y="111"/>
                  </a:lnTo>
                  <a:lnTo>
                    <a:pt x="80" y="111"/>
                  </a:lnTo>
                  <a:lnTo>
                    <a:pt x="95" y="111"/>
                  </a:lnTo>
                  <a:lnTo>
                    <a:pt x="95" y="95"/>
                  </a:lnTo>
                  <a:cubicBezTo>
                    <a:pt x="95" y="63"/>
                    <a:pt x="112" y="48"/>
                    <a:pt x="127" y="48"/>
                  </a:cubicBezTo>
                  <a:lnTo>
                    <a:pt x="127" y="48"/>
                  </a:lnTo>
                  <a:cubicBezTo>
                    <a:pt x="143" y="48"/>
                    <a:pt x="158" y="63"/>
                    <a:pt x="158" y="63"/>
                  </a:cubicBezTo>
                  <a:lnTo>
                    <a:pt x="175" y="48"/>
                  </a:lnTo>
                  <a:cubicBezTo>
                    <a:pt x="158" y="32"/>
                    <a:pt x="158" y="17"/>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1" name="Google Shape;1481;p38"/>
            <p:cNvSpPr/>
            <p:nvPr/>
          </p:nvSpPr>
          <p:spPr>
            <a:xfrm>
              <a:off x="3415009" y="1754192"/>
              <a:ext cx="7569" cy="3021"/>
            </a:xfrm>
            <a:custGeom>
              <a:avLst/>
              <a:gdLst/>
              <a:ahLst/>
              <a:cxnLst/>
              <a:rect l="l" t="t" r="r" b="b"/>
              <a:pathLst>
                <a:path w="238" h="95" extrusionOk="0">
                  <a:moveTo>
                    <a:pt x="127" y="16"/>
                  </a:moveTo>
                  <a:lnTo>
                    <a:pt x="95" y="32"/>
                  </a:lnTo>
                  <a:lnTo>
                    <a:pt x="80" y="32"/>
                  </a:lnTo>
                  <a:cubicBezTo>
                    <a:pt x="64" y="32"/>
                    <a:pt x="64" y="32"/>
                    <a:pt x="48" y="16"/>
                  </a:cubicBezTo>
                  <a:lnTo>
                    <a:pt x="32" y="32"/>
                  </a:lnTo>
                  <a:cubicBezTo>
                    <a:pt x="17" y="32"/>
                    <a:pt x="1" y="47"/>
                    <a:pt x="1" y="63"/>
                  </a:cubicBezTo>
                  <a:lnTo>
                    <a:pt x="1" y="79"/>
                  </a:lnTo>
                  <a:cubicBezTo>
                    <a:pt x="17" y="79"/>
                    <a:pt x="32" y="79"/>
                    <a:pt x="32" y="95"/>
                  </a:cubicBezTo>
                  <a:lnTo>
                    <a:pt x="32" y="95"/>
                  </a:lnTo>
                  <a:lnTo>
                    <a:pt x="48" y="95"/>
                  </a:lnTo>
                  <a:lnTo>
                    <a:pt x="64" y="95"/>
                  </a:lnTo>
                  <a:lnTo>
                    <a:pt x="64" y="63"/>
                  </a:lnTo>
                  <a:cubicBezTo>
                    <a:pt x="80" y="47"/>
                    <a:pt x="80" y="47"/>
                    <a:pt x="95" y="47"/>
                  </a:cubicBezTo>
                  <a:lnTo>
                    <a:pt x="95" y="47"/>
                  </a:lnTo>
                  <a:lnTo>
                    <a:pt x="112" y="47"/>
                  </a:lnTo>
                  <a:lnTo>
                    <a:pt x="127" y="47"/>
                  </a:lnTo>
                  <a:lnTo>
                    <a:pt x="127" y="47"/>
                  </a:lnTo>
                  <a:lnTo>
                    <a:pt x="127" y="16"/>
                  </a:lnTo>
                  <a:close/>
                  <a:moveTo>
                    <a:pt x="238" y="0"/>
                  </a:moveTo>
                  <a:cubicBezTo>
                    <a:pt x="238" y="16"/>
                    <a:pt x="221" y="16"/>
                    <a:pt x="221" y="16"/>
                  </a:cubicBezTo>
                  <a:lnTo>
                    <a:pt x="206" y="16"/>
                  </a:lnTo>
                  <a:lnTo>
                    <a:pt x="190" y="16"/>
                  </a:lnTo>
                  <a:lnTo>
                    <a:pt x="206" y="47"/>
                  </a:lnTo>
                  <a:lnTo>
                    <a:pt x="221" y="32"/>
                  </a:lnTo>
                  <a:lnTo>
                    <a:pt x="23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2" name="Google Shape;1482;p38"/>
            <p:cNvSpPr/>
            <p:nvPr/>
          </p:nvSpPr>
          <p:spPr>
            <a:xfrm>
              <a:off x="3016159" y="1795760"/>
              <a:ext cx="5025" cy="2035"/>
            </a:xfrm>
            <a:custGeom>
              <a:avLst/>
              <a:gdLst/>
              <a:ahLst/>
              <a:cxnLst/>
              <a:rect l="l" t="t" r="r" b="b"/>
              <a:pathLst>
                <a:path w="158" h="64" extrusionOk="0">
                  <a:moveTo>
                    <a:pt x="126" y="0"/>
                  </a:moveTo>
                  <a:lnTo>
                    <a:pt x="32" y="0"/>
                  </a:lnTo>
                  <a:cubicBezTo>
                    <a:pt x="16" y="0"/>
                    <a:pt x="0" y="17"/>
                    <a:pt x="0" y="48"/>
                  </a:cubicBezTo>
                  <a:cubicBezTo>
                    <a:pt x="0" y="48"/>
                    <a:pt x="0" y="63"/>
                    <a:pt x="16" y="63"/>
                  </a:cubicBezTo>
                  <a:cubicBezTo>
                    <a:pt x="16" y="48"/>
                    <a:pt x="32" y="48"/>
                    <a:pt x="32" y="48"/>
                  </a:cubicBezTo>
                  <a:lnTo>
                    <a:pt x="48" y="48"/>
                  </a:lnTo>
                  <a:lnTo>
                    <a:pt x="48" y="48"/>
                  </a:lnTo>
                  <a:lnTo>
                    <a:pt x="126" y="63"/>
                  </a:lnTo>
                  <a:lnTo>
                    <a:pt x="158" y="63"/>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3" name="Google Shape;1483;p38"/>
            <p:cNvSpPr/>
            <p:nvPr/>
          </p:nvSpPr>
          <p:spPr>
            <a:xfrm>
              <a:off x="3415518" y="1802788"/>
              <a:ext cx="12562" cy="6551"/>
            </a:xfrm>
            <a:custGeom>
              <a:avLst/>
              <a:gdLst/>
              <a:ahLst/>
              <a:cxnLst/>
              <a:rect l="l" t="t" r="r" b="b"/>
              <a:pathLst>
                <a:path w="395" h="206" extrusionOk="0">
                  <a:moveTo>
                    <a:pt x="190" y="111"/>
                  </a:moveTo>
                  <a:lnTo>
                    <a:pt x="190" y="126"/>
                  </a:lnTo>
                  <a:cubicBezTo>
                    <a:pt x="174" y="142"/>
                    <a:pt x="174" y="158"/>
                    <a:pt x="159" y="158"/>
                  </a:cubicBezTo>
                  <a:lnTo>
                    <a:pt x="142" y="158"/>
                  </a:lnTo>
                  <a:cubicBezTo>
                    <a:pt x="142" y="142"/>
                    <a:pt x="127" y="142"/>
                    <a:pt x="127" y="142"/>
                  </a:cubicBezTo>
                  <a:lnTo>
                    <a:pt x="96" y="142"/>
                  </a:lnTo>
                  <a:cubicBezTo>
                    <a:pt x="79" y="142"/>
                    <a:pt x="79" y="126"/>
                    <a:pt x="64" y="126"/>
                  </a:cubicBezTo>
                  <a:lnTo>
                    <a:pt x="64" y="126"/>
                  </a:lnTo>
                  <a:cubicBezTo>
                    <a:pt x="64" y="142"/>
                    <a:pt x="64" y="158"/>
                    <a:pt x="48" y="158"/>
                  </a:cubicBezTo>
                  <a:lnTo>
                    <a:pt x="16" y="174"/>
                  </a:lnTo>
                  <a:lnTo>
                    <a:pt x="1" y="174"/>
                  </a:lnTo>
                  <a:cubicBezTo>
                    <a:pt x="16" y="189"/>
                    <a:pt x="32" y="205"/>
                    <a:pt x="48" y="205"/>
                  </a:cubicBezTo>
                  <a:lnTo>
                    <a:pt x="48" y="205"/>
                  </a:lnTo>
                  <a:cubicBezTo>
                    <a:pt x="111" y="205"/>
                    <a:pt x="159" y="174"/>
                    <a:pt x="205" y="142"/>
                  </a:cubicBezTo>
                  <a:lnTo>
                    <a:pt x="190" y="111"/>
                  </a:lnTo>
                  <a:lnTo>
                    <a:pt x="190" y="111"/>
                  </a:lnTo>
                  <a:close/>
                  <a:moveTo>
                    <a:pt x="363" y="0"/>
                  </a:moveTo>
                  <a:lnTo>
                    <a:pt x="285" y="0"/>
                  </a:lnTo>
                  <a:lnTo>
                    <a:pt x="285" y="32"/>
                  </a:lnTo>
                  <a:cubicBezTo>
                    <a:pt x="285" y="48"/>
                    <a:pt x="268" y="63"/>
                    <a:pt x="253" y="63"/>
                  </a:cubicBezTo>
                  <a:lnTo>
                    <a:pt x="253" y="63"/>
                  </a:lnTo>
                  <a:cubicBezTo>
                    <a:pt x="237" y="63"/>
                    <a:pt x="222" y="48"/>
                    <a:pt x="222" y="32"/>
                  </a:cubicBezTo>
                  <a:lnTo>
                    <a:pt x="222" y="32"/>
                  </a:lnTo>
                  <a:cubicBezTo>
                    <a:pt x="205" y="48"/>
                    <a:pt x="190" y="48"/>
                    <a:pt x="190" y="63"/>
                  </a:cubicBezTo>
                  <a:cubicBezTo>
                    <a:pt x="190" y="79"/>
                    <a:pt x="174" y="79"/>
                    <a:pt x="159" y="79"/>
                  </a:cubicBezTo>
                  <a:lnTo>
                    <a:pt x="159" y="79"/>
                  </a:lnTo>
                  <a:lnTo>
                    <a:pt x="159" y="79"/>
                  </a:lnTo>
                  <a:lnTo>
                    <a:pt x="159" y="79"/>
                  </a:lnTo>
                  <a:lnTo>
                    <a:pt x="174" y="95"/>
                  </a:lnTo>
                  <a:cubicBezTo>
                    <a:pt x="174" y="79"/>
                    <a:pt x="174" y="79"/>
                    <a:pt x="190" y="63"/>
                  </a:cubicBezTo>
                  <a:lnTo>
                    <a:pt x="205" y="63"/>
                  </a:lnTo>
                  <a:lnTo>
                    <a:pt x="205" y="63"/>
                  </a:lnTo>
                  <a:lnTo>
                    <a:pt x="237" y="63"/>
                  </a:lnTo>
                  <a:lnTo>
                    <a:pt x="253" y="95"/>
                  </a:lnTo>
                  <a:cubicBezTo>
                    <a:pt x="253" y="79"/>
                    <a:pt x="268" y="79"/>
                    <a:pt x="268" y="79"/>
                  </a:cubicBezTo>
                  <a:lnTo>
                    <a:pt x="316" y="126"/>
                  </a:lnTo>
                  <a:cubicBezTo>
                    <a:pt x="316" y="142"/>
                    <a:pt x="331" y="142"/>
                    <a:pt x="331" y="142"/>
                  </a:cubicBezTo>
                  <a:lnTo>
                    <a:pt x="331" y="142"/>
                  </a:lnTo>
                  <a:lnTo>
                    <a:pt x="348" y="142"/>
                  </a:lnTo>
                  <a:lnTo>
                    <a:pt x="363" y="142"/>
                  </a:lnTo>
                  <a:lnTo>
                    <a:pt x="363" y="126"/>
                  </a:lnTo>
                  <a:lnTo>
                    <a:pt x="394" y="79"/>
                  </a:lnTo>
                  <a:lnTo>
                    <a:pt x="379" y="79"/>
                  </a:lnTo>
                  <a:lnTo>
                    <a:pt x="379" y="79"/>
                  </a:lnTo>
                  <a:cubicBezTo>
                    <a:pt x="348" y="79"/>
                    <a:pt x="331" y="63"/>
                    <a:pt x="331" y="48"/>
                  </a:cubicBezTo>
                  <a:cubicBezTo>
                    <a:pt x="331" y="32"/>
                    <a:pt x="348" y="16"/>
                    <a:pt x="379" y="16"/>
                  </a:cubicBezTo>
                  <a:lnTo>
                    <a:pt x="379" y="16"/>
                  </a:lnTo>
                  <a:lnTo>
                    <a:pt x="379" y="16"/>
                  </a:lnTo>
                  <a:cubicBezTo>
                    <a:pt x="379" y="0"/>
                    <a:pt x="379" y="0"/>
                    <a:pt x="3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4" name="Google Shape;1484;p38"/>
            <p:cNvSpPr/>
            <p:nvPr/>
          </p:nvSpPr>
          <p:spPr>
            <a:xfrm>
              <a:off x="3325831" y="1811312"/>
              <a:ext cx="5565" cy="7060"/>
            </a:xfrm>
            <a:custGeom>
              <a:avLst/>
              <a:gdLst/>
              <a:ahLst/>
              <a:cxnLst/>
              <a:rect l="l" t="t" r="r" b="b"/>
              <a:pathLst>
                <a:path w="175" h="222" extrusionOk="0">
                  <a:moveTo>
                    <a:pt x="143" y="1"/>
                  </a:moveTo>
                  <a:lnTo>
                    <a:pt x="143" y="1"/>
                  </a:lnTo>
                  <a:lnTo>
                    <a:pt x="126" y="1"/>
                  </a:lnTo>
                  <a:lnTo>
                    <a:pt x="32" y="47"/>
                  </a:lnTo>
                  <a:cubicBezTo>
                    <a:pt x="16" y="47"/>
                    <a:pt x="16" y="47"/>
                    <a:pt x="0" y="64"/>
                  </a:cubicBezTo>
                  <a:lnTo>
                    <a:pt x="16" y="64"/>
                  </a:lnTo>
                  <a:cubicBezTo>
                    <a:pt x="32" y="64"/>
                    <a:pt x="48" y="79"/>
                    <a:pt x="32" y="95"/>
                  </a:cubicBezTo>
                  <a:lnTo>
                    <a:pt x="32" y="173"/>
                  </a:lnTo>
                  <a:lnTo>
                    <a:pt x="16" y="190"/>
                  </a:lnTo>
                  <a:lnTo>
                    <a:pt x="16" y="221"/>
                  </a:lnTo>
                  <a:lnTo>
                    <a:pt x="16" y="221"/>
                  </a:lnTo>
                  <a:cubicBezTo>
                    <a:pt x="32" y="221"/>
                    <a:pt x="32" y="221"/>
                    <a:pt x="32" y="205"/>
                  </a:cubicBezTo>
                  <a:lnTo>
                    <a:pt x="79" y="173"/>
                  </a:lnTo>
                  <a:lnTo>
                    <a:pt x="79" y="173"/>
                  </a:lnTo>
                  <a:lnTo>
                    <a:pt x="79" y="158"/>
                  </a:lnTo>
                  <a:lnTo>
                    <a:pt x="95" y="158"/>
                  </a:lnTo>
                  <a:cubicBezTo>
                    <a:pt x="111" y="142"/>
                    <a:pt x="111" y="142"/>
                    <a:pt x="111" y="127"/>
                  </a:cubicBezTo>
                  <a:lnTo>
                    <a:pt x="111" y="127"/>
                  </a:lnTo>
                  <a:lnTo>
                    <a:pt x="111" y="110"/>
                  </a:lnTo>
                  <a:lnTo>
                    <a:pt x="111" y="110"/>
                  </a:lnTo>
                  <a:lnTo>
                    <a:pt x="95" y="95"/>
                  </a:lnTo>
                  <a:lnTo>
                    <a:pt x="126" y="79"/>
                  </a:lnTo>
                  <a:cubicBezTo>
                    <a:pt x="126" y="64"/>
                    <a:pt x="143" y="64"/>
                    <a:pt x="143" y="64"/>
                  </a:cubicBezTo>
                  <a:lnTo>
                    <a:pt x="143" y="64"/>
                  </a:lnTo>
                  <a:lnTo>
                    <a:pt x="158" y="64"/>
                  </a:lnTo>
                  <a:cubicBezTo>
                    <a:pt x="174" y="47"/>
                    <a:pt x="174" y="32"/>
                    <a:pt x="174" y="16"/>
                  </a:cubicBezTo>
                  <a:cubicBezTo>
                    <a:pt x="158"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5" name="Google Shape;1485;p38"/>
            <p:cNvSpPr/>
            <p:nvPr/>
          </p:nvSpPr>
          <p:spPr>
            <a:xfrm>
              <a:off x="3155459" y="1818817"/>
              <a:ext cx="6042" cy="2544"/>
            </a:xfrm>
            <a:custGeom>
              <a:avLst/>
              <a:gdLst/>
              <a:ahLst/>
              <a:cxnLst/>
              <a:rect l="l" t="t" r="r" b="b"/>
              <a:pathLst>
                <a:path w="190" h="80" extrusionOk="0">
                  <a:moveTo>
                    <a:pt x="111" y="0"/>
                  </a:moveTo>
                  <a:lnTo>
                    <a:pt x="80" y="0"/>
                  </a:lnTo>
                  <a:lnTo>
                    <a:pt x="80" y="0"/>
                  </a:lnTo>
                  <a:cubicBezTo>
                    <a:pt x="80" y="0"/>
                    <a:pt x="80" y="17"/>
                    <a:pt x="63" y="17"/>
                  </a:cubicBezTo>
                  <a:lnTo>
                    <a:pt x="17" y="63"/>
                  </a:lnTo>
                  <a:lnTo>
                    <a:pt x="0" y="63"/>
                  </a:lnTo>
                  <a:cubicBezTo>
                    <a:pt x="0" y="80"/>
                    <a:pt x="17" y="80"/>
                    <a:pt x="17" y="80"/>
                  </a:cubicBezTo>
                  <a:lnTo>
                    <a:pt x="32" y="80"/>
                  </a:lnTo>
                  <a:lnTo>
                    <a:pt x="48" y="80"/>
                  </a:lnTo>
                  <a:cubicBezTo>
                    <a:pt x="63" y="80"/>
                    <a:pt x="63" y="63"/>
                    <a:pt x="80" y="63"/>
                  </a:cubicBezTo>
                  <a:lnTo>
                    <a:pt x="80" y="63"/>
                  </a:lnTo>
                  <a:lnTo>
                    <a:pt x="95" y="63"/>
                  </a:lnTo>
                  <a:lnTo>
                    <a:pt x="95" y="63"/>
                  </a:lnTo>
                  <a:lnTo>
                    <a:pt x="126" y="63"/>
                  </a:lnTo>
                  <a:lnTo>
                    <a:pt x="143" y="63"/>
                  </a:lnTo>
                  <a:lnTo>
                    <a:pt x="158" y="63"/>
                  </a:lnTo>
                  <a:lnTo>
                    <a:pt x="158" y="63"/>
                  </a:lnTo>
                  <a:lnTo>
                    <a:pt x="158" y="48"/>
                  </a:lnTo>
                  <a:cubicBezTo>
                    <a:pt x="158" y="32"/>
                    <a:pt x="174" y="32"/>
                    <a:pt x="189" y="32"/>
                  </a:cubicBezTo>
                  <a:lnTo>
                    <a:pt x="189" y="32"/>
                  </a:lnTo>
                  <a:cubicBezTo>
                    <a:pt x="189" y="17"/>
                    <a:pt x="174" y="0"/>
                    <a:pt x="158" y="0"/>
                  </a:cubicBezTo>
                  <a:lnTo>
                    <a:pt x="158" y="0"/>
                  </a:lnTo>
                  <a:lnTo>
                    <a:pt x="126" y="0"/>
                  </a:ln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6" name="Google Shape;1486;p38"/>
            <p:cNvSpPr/>
            <p:nvPr/>
          </p:nvSpPr>
          <p:spPr>
            <a:xfrm>
              <a:off x="3332351" y="1797763"/>
              <a:ext cx="7060" cy="3562"/>
            </a:xfrm>
            <a:custGeom>
              <a:avLst/>
              <a:gdLst/>
              <a:ahLst/>
              <a:cxnLst/>
              <a:rect l="l" t="t" r="r" b="b"/>
              <a:pathLst>
                <a:path w="222" h="112" extrusionOk="0">
                  <a:moveTo>
                    <a:pt x="32" y="0"/>
                  </a:moveTo>
                  <a:lnTo>
                    <a:pt x="32" y="0"/>
                  </a:lnTo>
                  <a:cubicBezTo>
                    <a:pt x="16" y="0"/>
                    <a:pt x="1" y="17"/>
                    <a:pt x="1" y="32"/>
                  </a:cubicBezTo>
                  <a:cubicBezTo>
                    <a:pt x="1" y="48"/>
                    <a:pt x="1" y="64"/>
                    <a:pt x="16" y="80"/>
                  </a:cubicBezTo>
                  <a:lnTo>
                    <a:pt x="32" y="80"/>
                  </a:lnTo>
                  <a:lnTo>
                    <a:pt x="47" y="80"/>
                  </a:lnTo>
                  <a:lnTo>
                    <a:pt x="47" y="80"/>
                  </a:lnTo>
                  <a:cubicBezTo>
                    <a:pt x="32" y="64"/>
                    <a:pt x="47" y="48"/>
                    <a:pt x="64" y="32"/>
                  </a:cubicBezTo>
                  <a:lnTo>
                    <a:pt x="64" y="32"/>
                  </a:lnTo>
                  <a:lnTo>
                    <a:pt x="79" y="32"/>
                  </a:lnTo>
                  <a:cubicBezTo>
                    <a:pt x="79" y="32"/>
                    <a:pt x="95" y="48"/>
                    <a:pt x="110" y="48"/>
                  </a:cubicBezTo>
                  <a:lnTo>
                    <a:pt x="127" y="95"/>
                  </a:lnTo>
                  <a:cubicBezTo>
                    <a:pt x="142" y="111"/>
                    <a:pt x="158" y="111"/>
                    <a:pt x="158" y="111"/>
                  </a:cubicBezTo>
                  <a:lnTo>
                    <a:pt x="173" y="111"/>
                  </a:lnTo>
                  <a:cubicBezTo>
                    <a:pt x="190" y="95"/>
                    <a:pt x="205" y="95"/>
                    <a:pt x="221" y="80"/>
                  </a:cubicBezTo>
                  <a:lnTo>
                    <a:pt x="221" y="80"/>
                  </a:lnTo>
                  <a:lnTo>
                    <a:pt x="221" y="80"/>
                  </a:lnTo>
                  <a:cubicBezTo>
                    <a:pt x="221" y="48"/>
                    <a:pt x="205" y="32"/>
                    <a:pt x="190" y="32"/>
                  </a:cubicBezTo>
                  <a:lnTo>
                    <a:pt x="158" y="32"/>
                  </a:lnTo>
                  <a:lnTo>
                    <a:pt x="95" y="32"/>
                  </a:lnTo>
                  <a:cubicBezTo>
                    <a:pt x="95" y="32"/>
                    <a:pt x="79" y="32"/>
                    <a:pt x="64" y="17"/>
                  </a:cubicBezTo>
                  <a:lnTo>
                    <a:pt x="47" y="17"/>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7" name="Google Shape;1487;p38"/>
            <p:cNvSpPr/>
            <p:nvPr/>
          </p:nvSpPr>
          <p:spPr>
            <a:xfrm>
              <a:off x="3435045" y="1792738"/>
              <a:ext cx="5565" cy="2576"/>
            </a:xfrm>
            <a:custGeom>
              <a:avLst/>
              <a:gdLst/>
              <a:ahLst/>
              <a:cxnLst/>
              <a:rect l="l" t="t" r="r" b="b"/>
              <a:pathLst>
                <a:path w="175" h="81" extrusionOk="0">
                  <a:moveTo>
                    <a:pt x="95" y="1"/>
                  </a:moveTo>
                  <a:lnTo>
                    <a:pt x="95" y="1"/>
                  </a:lnTo>
                  <a:lnTo>
                    <a:pt x="95" y="32"/>
                  </a:lnTo>
                  <a:cubicBezTo>
                    <a:pt x="80" y="32"/>
                    <a:pt x="80" y="49"/>
                    <a:pt x="64" y="49"/>
                  </a:cubicBezTo>
                  <a:cubicBezTo>
                    <a:pt x="64" y="49"/>
                    <a:pt x="49" y="49"/>
                    <a:pt x="49" y="32"/>
                  </a:cubicBezTo>
                  <a:lnTo>
                    <a:pt x="32" y="17"/>
                  </a:lnTo>
                  <a:lnTo>
                    <a:pt x="32" y="17"/>
                  </a:lnTo>
                  <a:cubicBezTo>
                    <a:pt x="17" y="32"/>
                    <a:pt x="1" y="49"/>
                    <a:pt x="17" y="64"/>
                  </a:cubicBezTo>
                  <a:cubicBezTo>
                    <a:pt x="32" y="80"/>
                    <a:pt x="32" y="80"/>
                    <a:pt x="49" y="80"/>
                  </a:cubicBezTo>
                  <a:lnTo>
                    <a:pt x="64" y="80"/>
                  </a:lnTo>
                  <a:lnTo>
                    <a:pt x="95" y="64"/>
                  </a:lnTo>
                  <a:lnTo>
                    <a:pt x="127" y="80"/>
                  </a:lnTo>
                  <a:lnTo>
                    <a:pt x="143" y="80"/>
                  </a:lnTo>
                  <a:cubicBezTo>
                    <a:pt x="158" y="80"/>
                    <a:pt x="175" y="64"/>
                    <a:pt x="175" y="49"/>
                  </a:cubicBezTo>
                  <a:cubicBezTo>
                    <a:pt x="175" y="32"/>
                    <a:pt x="175" y="17"/>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8" name="Google Shape;1488;p38"/>
            <p:cNvSpPr/>
            <p:nvPr/>
          </p:nvSpPr>
          <p:spPr>
            <a:xfrm>
              <a:off x="3441597" y="1790258"/>
              <a:ext cx="3021" cy="5057"/>
            </a:xfrm>
            <a:custGeom>
              <a:avLst/>
              <a:gdLst/>
              <a:ahLst/>
              <a:cxnLst/>
              <a:rect l="l" t="t" r="r" b="b"/>
              <a:pathLst>
                <a:path w="95" h="159" extrusionOk="0">
                  <a:moveTo>
                    <a:pt x="32" y="1"/>
                  </a:moveTo>
                  <a:lnTo>
                    <a:pt x="32" y="1"/>
                  </a:lnTo>
                  <a:cubicBezTo>
                    <a:pt x="15" y="1"/>
                    <a:pt x="15" y="1"/>
                    <a:pt x="15" y="16"/>
                  </a:cubicBezTo>
                  <a:cubicBezTo>
                    <a:pt x="0" y="16"/>
                    <a:pt x="0" y="47"/>
                    <a:pt x="15" y="64"/>
                  </a:cubicBezTo>
                  <a:lnTo>
                    <a:pt x="32" y="79"/>
                  </a:lnTo>
                  <a:lnTo>
                    <a:pt x="15" y="95"/>
                  </a:lnTo>
                  <a:cubicBezTo>
                    <a:pt x="0" y="110"/>
                    <a:pt x="0" y="127"/>
                    <a:pt x="15" y="142"/>
                  </a:cubicBezTo>
                  <a:cubicBezTo>
                    <a:pt x="15" y="158"/>
                    <a:pt x="32" y="158"/>
                    <a:pt x="32" y="158"/>
                  </a:cubicBezTo>
                  <a:lnTo>
                    <a:pt x="63" y="158"/>
                  </a:lnTo>
                  <a:lnTo>
                    <a:pt x="78" y="142"/>
                  </a:lnTo>
                  <a:cubicBezTo>
                    <a:pt x="63" y="127"/>
                    <a:pt x="63" y="110"/>
                    <a:pt x="63" y="95"/>
                  </a:cubicBezTo>
                  <a:cubicBezTo>
                    <a:pt x="47" y="95"/>
                    <a:pt x="47" y="79"/>
                    <a:pt x="47" y="64"/>
                  </a:cubicBezTo>
                  <a:cubicBezTo>
                    <a:pt x="47" y="47"/>
                    <a:pt x="63" y="32"/>
                    <a:pt x="78" y="32"/>
                  </a:cubicBezTo>
                  <a:lnTo>
                    <a:pt x="95" y="32"/>
                  </a:lnTo>
                  <a:lnTo>
                    <a:pt x="95" y="32"/>
                  </a:ln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9" name="Google Shape;1489;p38"/>
            <p:cNvSpPr/>
            <p:nvPr/>
          </p:nvSpPr>
          <p:spPr>
            <a:xfrm>
              <a:off x="3261683" y="1804792"/>
              <a:ext cx="5025" cy="7569"/>
            </a:xfrm>
            <a:custGeom>
              <a:avLst/>
              <a:gdLst/>
              <a:ahLst/>
              <a:cxnLst/>
              <a:rect l="l" t="t" r="r" b="b"/>
              <a:pathLst>
                <a:path w="158" h="238" extrusionOk="0">
                  <a:moveTo>
                    <a:pt x="126" y="0"/>
                  </a:moveTo>
                  <a:lnTo>
                    <a:pt x="126" y="0"/>
                  </a:lnTo>
                  <a:cubicBezTo>
                    <a:pt x="111" y="0"/>
                    <a:pt x="111" y="0"/>
                    <a:pt x="95" y="16"/>
                  </a:cubicBezTo>
                  <a:lnTo>
                    <a:pt x="80" y="32"/>
                  </a:lnTo>
                  <a:cubicBezTo>
                    <a:pt x="80" y="32"/>
                    <a:pt x="80" y="48"/>
                    <a:pt x="63" y="48"/>
                  </a:cubicBezTo>
                  <a:cubicBezTo>
                    <a:pt x="32" y="95"/>
                    <a:pt x="0" y="142"/>
                    <a:pt x="0" y="206"/>
                  </a:cubicBezTo>
                  <a:lnTo>
                    <a:pt x="0" y="206"/>
                  </a:lnTo>
                  <a:cubicBezTo>
                    <a:pt x="0" y="221"/>
                    <a:pt x="0" y="237"/>
                    <a:pt x="32" y="237"/>
                  </a:cubicBezTo>
                  <a:lnTo>
                    <a:pt x="32" y="237"/>
                  </a:lnTo>
                  <a:cubicBezTo>
                    <a:pt x="48" y="237"/>
                    <a:pt x="63" y="221"/>
                    <a:pt x="63" y="206"/>
                  </a:cubicBezTo>
                  <a:lnTo>
                    <a:pt x="63" y="189"/>
                  </a:lnTo>
                  <a:cubicBezTo>
                    <a:pt x="63" y="142"/>
                    <a:pt x="95" y="111"/>
                    <a:pt x="126" y="79"/>
                  </a:cubicBezTo>
                  <a:cubicBezTo>
                    <a:pt x="143" y="79"/>
                    <a:pt x="143" y="63"/>
                    <a:pt x="143" y="63"/>
                  </a:cubicBezTo>
                  <a:lnTo>
                    <a:pt x="143" y="63"/>
                  </a:lnTo>
                  <a:lnTo>
                    <a:pt x="158" y="48"/>
                  </a:lnTo>
                  <a:lnTo>
                    <a:pt x="158" y="16"/>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0" name="Google Shape;1490;p38"/>
            <p:cNvSpPr/>
            <p:nvPr/>
          </p:nvSpPr>
          <p:spPr>
            <a:xfrm>
              <a:off x="3051747" y="1823811"/>
              <a:ext cx="7028" cy="3562"/>
            </a:xfrm>
            <a:custGeom>
              <a:avLst/>
              <a:gdLst/>
              <a:ahLst/>
              <a:cxnLst/>
              <a:rect l="l" t="t" r="r" b="b"/>
              <a:pathLst>
                <a:path w="221" h="112" extrusionOk="0">
                  <a:moveTo>
                    <a:pt x="32" y="1"/>
                  </a:moveTo>
                  <a:lnTo>
                    <a:pt x="0" y="1"/>
                  </a:lnTo>
                  <a:cubicBezTo>
                    <a:pt x="0" y="1"/>
                    <a:pt x="16" y="17"/>
                    <a:pt x="16" y="32"/>
                  </a:cubicBezTo>
                  <a:cubicBezTo>
                    <a:pt x="16" y="32"/>
                    <a:pt x="16" y="49"/>
                    <a:pt x="0" y="49"/>
                  </a:cubicBezTo>
                  <a:cubicBezTo>
                    <a:pt x="32" y="49"/>
                    <a:pt x="32" y="64"/>
                    <a:pt x="32" y="80"/>
                  </a:cubicBezTo>
                  <a:cubicBezTo>
                    <a:pt x="47" y="80"/>
                    <a:pt x="32" y="80"/>
                    <a:pt x="32" y="95"/>
                  </a:cubicBezTo>
                  <a:cubicBezTo>
                    <a:pt x="79" y="112"/>
                    <a:pt x="126" y="112"/>
                    <a:pt x="158" y="112"/>
                  </a:cubicBezTo>
                  <a:lnTo>
                    <a:pt x="205" y="112"/>
                  </a:lnTo>
                  <a:lnTo>
                    <a:pt x="205" y="95"/>
                  </a:lnTo>
                  <a:cubicBezTo>
                    <a:pt x="205" y="95"/>
                    <a:pt x="189" y="80"/>
                    <a:pt x="205" y="80"/>
                  </a:cubicBezTo>
                  <a:cubicBezTo>
                    <a:pt x="205" y="64"/>
                    <a:pt x="205" y="49"/>
                    <a:pt x="221" y="49"/>
                  </a:cubicBezTo>
                  <a:lnTo>
                    <a:pt x="205" y="49"/>
                  </a:lnTo>
                  <a:lnTo>
                    <a:pt x="205" y="49"/>
                  </a:lnTo>
                  <a:lnTo>
                    <a:pt x="205" y="49"/>
                  </a:lnTo>
                  <a:lnTo>
                    <a:pt x="158" y="49"/>
                  </a:lnTo>
                  <a:lnTo>
                    <a:pt x="110" y="49"/>
                  </a:lnTo>
                  <a:lnTo>
                    <a:pt x="110" y="32"/>
                  </a:lnTo>
                  <a:cubicBezTo>
                    <a:pt x="95" y="32"/>
                    <a:pt x="95" y="32"/>
                    <a:pt x="95" y="17"/>
                  </a:cubicBez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1" name="Google Shape;1491;p38"/>
            <p:cNvSpPr/>
            <p:nvPr/>
          </p:nvSpPr>
          <p:spPr>
            <a:xfrm>
              <a:off x="3036704" y="1821807"/>
              <a:ext cx="8523" cy="2576"/>
            </a:xfrm>
            <a:custGeom>
              <a:avLst/>
              <a:gdLst/>
              <a:ahLst/>
              <a:cxnLst/>
              <a:rect l="l" t="t" r="r" b="b"/>
              <a:pathLst>
                <a:path w="268" h="81" extrusionOk="0">
                  <a:moveTo>
                    <a:pt x="16" y="1"/>
                  </a:moveTo>
                  <a:lnTo>
                    <a:pt x="1" y="17"/>
                  </a:lnTo>
                  <a:lnTo>
                    <a:pt x="1" y="32"/>
                  </a:lnTo>
                  <a:cubicBezTo>
                    <a:pt x="1" y="49"/>
                    <a:pt x="1" y="49"/>
                    <a:pt x="16" y="64"/>
                  </a:cubicBezTo>
                  <a:lnTo>
                    <a:pt x="79" y="80"/>
                  </a:lnTo>
                  <a:lnTo>
                    <a:pt x="79" y="80"/>
                  </a:lnTo>
                  <a:lnTo>
                    <a:pt x="79" y="64"/>
                  </a:lnTo>
                  <a:lnTo>
                    <a:pt x="79" y="64"/>
                  </a:lnTo>
                  <a:lnTo>
                    <a:pt x="79" y="64"/>
                  </a:lnTo>
                  <a:cubicBezTo>
                    <a:pt x="64" y="64"/>
                    <a:pt x="47" y="64"/>
                    <a:pt x="47" y="49"/>
                  </a:cubicBezTo>
                  <a:lnTo>
                    <a:pt x="16" y="1"/>
                  </a:lnTo>
                  <a:close/>
                  <a:moveTo>
                    <a:pt x="158" y="1"/>
                  </a:moveTo>
                  <a:lnTo>
                    <a:pt x="110" y="1"/>
                  </a:lnTo>
                  <a:lnTo>
                    <a:pt x="95" y="1"/>
                  </a:lnTo>
                  <a:lnTo>
                    <a:pt x="110" y="17"/>
                  </a:lnTo>
                  <a:lnTo>
                    <a:pt x="110" y="32"/>
                  </a:lnTo>
                  <a:lnTo>
                    <a:pt x="110" y="32"/>
                  </a:lnTo>
                  <a:lnTo>
                    <a:pt x="127" y="32"/>
                  </a:lnTo>
                  <a:lnTo>
                    <a:pt x="127" y="32"/>
                  </a:lnTo>
                  <a:lnTo>
                    <a:pt x="158" y="49"/>
                  </a:lnTo>
                  <a:cubicBezTo>
                    <a:pt x="158" y="49"/>
                    <a:pt x="173" y="49"/>
                    <a:pt x="173" y="64"/>
                  </a:cubicBezTo>
                  <a:lnTo>
                    <a:pt x="236" y="64"/>
                  </a:lnTo>
                  <a:cubicBezTo>
                    <a:pt x="253" y="64"/>
                    <a:pt x="268" y="49"/>
                    <a:pt x="268" y="32"/>
                  </a:cubicBezTo>
                  <a:lnTo>
                    <a:pt x="268" y="17"/>
                  </a:lnTo>
                  <a:lnTo>
                    <a:pt x="253" y="1"/>
                  </a:lnTo>
                  <a:lnTo>
                    <a:pt x="205" y="32"/>
                  </a:lnTo>
                  <a:cubicBezTo>
                    <a:pt x="205" y="49"/>
                    <a:pt x="205" y="49"/>
                    <a:pt x="190" y="49"/>
                  </a:cubicBezTo>
                  <a:cubicBezTo>
                    <a:pt x="173" y="49"/>
                    <a:pt x="173" y="32"/>
                    <a:pt x="158"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2" name="Google Shape;1492;p38"/>
            <p:cNvSpPr/>
            <p:nvPr/>
          </p:nvSpPr>
          <p:spPr>
            <a:xfrm>
              <a:off x="3384954" y="1782720"/>
              <a:ext cx="2035" cy="5565"/>
            </a:xfrm>
            <a:custGeom>
              <a:avLst/>
              <a:gdLst/>
              <a:ahLst/>
              <a:cxnLst/>
              <a:rect l="l" t="t" r="r" b="b"/>
              <a:pathLst>
                <a:path w="64" h="175" extrusionOk="0">
                  <a:moveTo>
                    <a:pt x="32" y="1"/>
                  </a:moveTo>
                  <a:lnTo>
                    <a:pt x="32" y="1"/>
                  </a:lnTo>
                  <a:lnTo>
                    <a:pt x="32" y="1"/>
                  </a:lnTo>
                  <a:cubicBezTo>
                    <a:pt x="17" y="1"/>
                    <a:pt x="0" y="17"/>
                    <a:pt x="0" y="32"/>
                  </a:cubicBezTo>
                  <a:lnTo>
                    <a:pt x="0" y="143"/>
                  </a:lnTo>
                  <a:cubicBezTo>
                    <a:pt x="0" y="158"/>
                    <a:pt x="17" y="175"/>
                    <a:pt x="32" y="175"/>
                  </a:cubicBezTo>
                  <a:lnTo>
                    <a:pt x="32" y="175"/>
                  </a:lnTo>
                  <a:cubicBezTo>
                    <a:pt x="48" y="175"/>
                    <a:pt x="63" y="175"/>
                    <a:pt x="63" y="158"/>
                  </a:cubicBezTo>
                  <a:lnTo>
                    <a:pt x="48" y="143"/>
                  </a:lnTo>
                  <a:cubicBezTo>
                    <a:pt x="48" y="127"/>
                    <a:pt x="48" y="112"/>
                    <a:pt x="63" y="95"/>
                  </a:cubicBezTo>
                  <a:lnTo>
                    <a:pt x="63" y="95"/>
                  </a:lnTo>
                  <a:lnTo>
                    <a:pt x="63" y="32"/>
                  </a:lnTo>
                  <a:cubicBezTo>
                    <a:pt x="63" y="17"/>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3" name="Google Shape;1493;p38"/>
            <p:cNvSpPr/>
            <p:nvPr/>
          </p:nvSpPr>
          <p:spPr>
            <a:xfrm>
              <a:off x="3115895" y="1797286"/>
              <a:ext cx="3498" cy="2035"/>
            </a:xfrm>
            <a:custGeom>
              <a:avLst/>
              <a:gdLst/>
              <a:ahLst/>
              <a:cxnLst/>
              <a:rect l="l" t="t" r="r" b="b"/>
              <a:pathLst>
                <a:path w="110" h="64" extrusionOk="0">
                  <a:moveTo>
                    <a:pt x="95" y="0"/>
                  </a:moveTo>
                  <a:lnTo>
                    <a:pt x="47" y="0"/>
                  </a:lnTo>
                  <a:cubicBezTo>
                    <a:pt x="47" y="15"/>
                    <a:pt x="47" y="15"/>
                    <a:pt x="32" y="32"/>
                  </a:cubicBezTo>
                  <a:lnTo>
                    <a:pt x="0" y="47"/>
                  </a:lnTo>
                  <a:cubicBezTo>
                    <a:pt x="0" y="63"/>
                    <a:pt x="0" y="63"/>
                    <a:pt x="15" y="63"/>
                  </a:cubicBezTo>
                  <a:lnTo>
                    <a:pt x="15" y="63"/>
                  </a:lnTo>
                  <a:cubicBezTo>
                    <a:pt x="32" y="63"/>
                    <a:pt x="47" y="63"/>
                    <a:pt x="63" y="47"/>
                  </a:cubicBezTo>
                  <a:lnTo>
                    <a:pt x="63" y="32"/>
                  </a:lnTo>
                  <a:lnTo>
                    <a:pt x="63" y="32"/>
                  </a:lnTo>
                  <a:lnTo>
                    <a:pt x="78" y="32"/>
                  </a:lnTo>
                  <a:lnTo>
                    <a:pt x="95" y="32"/>
                  </a:lnTo>
                  <a:lnTo>
                    <a:pt x="110" y="32"/>
                  </a:lnTo>
                  <a:lnTo>
                    <a:pt x="110"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4" name="Google Shape;1494;p38"/>
            <p:cNvSpPr/>
            <p:nvPr/>
          </p:nvSpPr>
          <p:spPr>
            <a:xfrm>
              <a:off x="3117358" y="1795760"/>
              <a:ext cx="4580" cy="2035"/>
            </a:xfrm>
            <a:custGeom>
              <a:avLst/>
              <a:gdLst/>
              <a:ahLst/>
              <a:cxnLst/>
              <a:rect l="l" t="t" r="r" b="b"/>
              <a:pathLst>
                <a:path w="144" h="64" extrusionOk="0">
                  <a:moveTo>
                    <a:pt x="64" y="0"/>
                  </a:moveTo>
                  <a:lnTo>
                    <a:pt x="1" y="32"/>
                  </a:lnTo>
                  <a:lnTo>
                    <a:pt x="1" y="32"/>
                  </a:lnTo>
                  <a:cubicBezTo>
                    <a:pt x="17" y="32"/>
                    <a:pt x="17" y="48"/>
                    <a:pt x="1" y="48"/>
                  </a:cubicBezTo>
                  <a:lnTo>
                    <a:pt x="49" y="48"/>
                  </a:lnTo>
                  <a:lnTo>
                    <a:pt x="49" y="63"/>
                  </a:lnTo>
                  <a:lnTo>
                    <a:pt x="64" y="63"/>
                  </a:lnTo>
                  <a:lnTo>
                    <a:pt x="64" y="32"/>
                  </a:lnTo>
                  <a:lnTo>
                    <a:pt x="64" y="0"/>
                  </a:lnTo>
                  <a:close/>
                  <a:moveTo>
                    <a:pt x="143" y="0"/>
                  </a:moveTo>
                  <a:lnTo>
                    <a:pt x="127" y="0"/>
                  </a:lnTo>
                  <a:lnTo>
                    <a:pt x="127" y="17"/>
                  </a:lnTo>
                  <a:lnTo>
                    <a:pt x="143" y="17"/>
                  </a:lnTo>
                  <a:lnTo>
                    <a:pt x="143" y="17"/>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5" name="Google Shape;1495;p38"/>
            <p:cNvSpPr/>
            <p:nvPr/>
          </p:nvSpPr>
          <p:spPr>
            <a:xfrm>
              <a:off x="3324813" y="1813315"/>
              <a:ext cx="2544" cy="4039"/>
            </a:xfrm>
            <a:custGeom>
              <a:avLst/>
              <a:gdLst/>
              <a:ahLst/>
              <a:cxnLst/>
              <a:rect l="l" t="t" r="r" b="b"/>
              <a:pathLst>
                <a:path w="80" h="127" extrusionOk="0">
                  <a:moveTo>
                    <a:pt x="32" y="1"/>
                  </a:moveTo>
                  <a:lnTo>
                    <a:pt x="32" y="1"/>
                  </a:lnTo>
                  <a:cubicBezTo>
                    <a:pt x="17" y="1"/>
                    <a:pt x="1" y="16"/>
                    <a:pt x="1" y="32"/>
                  </a:cubicBezTo>
                  <a:lnTo>
                    <a:pt x="1" y="64"/>
                  </a:lnTo>
                  <a:lnTo>
                    <a:pt x="32" y="110"/>
                  </a:lnTo>
                  <a:cubicBezTo>
                    <a:pt x="32" y="110"/>
                    <a:pt x="48" y="110"/>
                    <a:pt x="48" y="127"/>
                  </a:cubicBezTo>
                  <a:lnTo>
                    <a:pt x="48" y="127"/>
                  </a:lnTo>
                  <a:lnTo>
                    <a:pt x="64" y="110"/>
                  </a:lnTo>
                  <a:lnTo>
                    <a:pt x="64" y="32"/>
                  </a:lnTo>
                  <a:cubicBezTo>
                    <a:pt x="80" y="16"/>
                    <a:pt x="64" y="1"/>
                    <a:pt x="48"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6" name="Google Shape;1496;p38"/>
            <p:cNvSpPr/>
            <p:nvPr/>
          </p:nvSpPr>
          <p:spPr>
            <a:xfrm>
              <a:off x="3267694" y="1815319"/>
              <a:ext cx="6042" cy="2512"/>
            </a:xfrm>
            <a:custGeom>
              <a:avLst/>
              <a:gdLst/>
              <a:ahLst/>
              <a:cxnLst/>
              <a:rect l="l" t="t" r="r" b="b"/>
              <a:pathLst>
                <a:path w="190" h="79" extrusionOk="0">
                  <a:moveTo>
                    <a:pt x="0" y="32"/>
                  </a:moveTo>
                  <a:lnTo>
                    <a:pt x="0" y="32"/>
                  </a:lnTo>
                  <a:lnTo>
                    <a:pt x="0" y="32"/>
                  </a:lnTo>
                  <a:lnTo>
                    <a:pt x="0" y="32"/>
                  </a:lnTo>
                  <a:close/>
                  <a:moveTo>
                    <a:pt x="63" y="1"/>
                  </a:moveTo>
                  <a:lnTo>
                    <a:pt x="63" y="1"/>
                  </a:lnTo>
                  <a:lnTo>
                    <a:pt x="63" y="16"/>
                  </a:lnTo>
                  <a:cubicBezTo>
                    <a:pt x="63" y="16"/>
                    <a:pt x="80" y="32"/>
                    <a:pt x="63" y="47"/>
                  </a:cubicBezTo>
                  <a:lnTo>
                    <a:pt x="63" y="64"/>
                  </a:lnTo>
                  <a:lnTo>
                    <a:pt x="80" y="64"/>
                  </a:lnTo>
                  <a:lnTo>
                    <a:pt x="80" y="47"/>
                  </a:lnTo>
                  <a:cubicBezTo>
                    <a:pt x="95" y="32"/>
                    <a:pt x="95" y="16"/>
                    <a:pt x="111" y="16"/>
                  </a:cubicBezTo>
                  <a:lnTo>
                    <a:pt x="111" y="16"/>
                  </a:lnTo>
                  <a:lnTo>
                    <a:pt x="126" y="16"/>
                  </a:lnTo>
                  <a:cubicBezTo>
                    <a:pt x="143" y="32"/>
                    <a:pt x="158" y="47"/>
                    <a:pt x="143" y="64"/>
                  </a:cubicBezTo>
                  <a:lnTo>
                    <a:pt x="143" y="79"/>
                  </a:lnTo>
                  <a:lnTo>
                    <a:pt x="158" y="79"/>
                  </a:lnTo>
                  <a:lnTo>
                    <a:pt x="158" y="79"/>
                  </a:lnTo>
                  <a:cubicBezTo>
                    <a:pt x="174" y="79"/>
                    <a:pt x="189" y="64"/>
                    <a:pt x="189" y="47"/>
                  </a:cubicBezTo>
                  <a:cubicBezTo>
                    <a:pt x="189" y="32"/>
                    <a:pt x="174"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7" name="Google Shape;1497;p38"/>
            <p:cNvSpPr/>
            <p:nvPr/>
          </p:nvSpPr>
          <p:spPr>
            <a:xfrm>
              <a:off x="3404513" y="1785741"/>
              <a:ext cx="2512" cy="1558"/>
            </a:xfrm>
            <a:custGeom>
              <a:avLst/>
              <a:gdLst/>
              <a:ahLst/>
              <a:cxnLst/>
              <a:rect l="l" t="t" r="r" b="b"/>
              <a:pathLst>
                <a:path w="79" h="49" extrusionOk="0">
                  <a:moveTo>
                    <a:pt x="32" y="0"/>
                  </a:moveTo>
                  <a:lnTo>
                    <a:pt x="32" y="0"/>
                  </a:lnTo>
                  <a:lnTo>
                    <a:pt x="15" y="17"/>
                  </a:lnTo>
                  <a:lnTo>
                    <a:pt x="15" y="17"/>
                  </a:lnTo>
                  <a:lnTo>
                    <a:pt x="0" y="32"/>
                  </a:lnTo>
                  <a:lnTo>
                    <a:pt x="0" y="48"/>
                  </a:lnTo>
                  <a:lnTo>
                    <a:pt x="0" y="48"/>
                  </a:lnTo>
                  <a:lnTo>
                    <a:pt x="15" y="48"/>
                  </a:lnTo>
                  <a:cubicBezTo>
                    <a:pt x="15" y="32"/>
                    <a:pt x="32" y="32"/>
                    <a:pt x="32" y="32"/>
                  </a:cubicBezTo>
                  <a:lnTo>
                    <a:pt x="47" y="32"/>
                  </a:lnTo>
                  <a:lnTo>
                    <a:pt x="47" y="32"/>
                  </a:lnTo>
                  <a:lnTo>
                    <a:pt x="78" y="32"/>
                  </a:lnTo>
                  <a:lnTo>
                    <a:pt x="78" y="32"/>
                  </a:lnTo>
                  <a:cubicBezTo>
                    <a:pt x="63"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8" name="Google Shape;1498;p38"/>
            <p:cNvSpPr/>
            <p:nvPr/>
          </p:nvSpPr>
          <p:spPr>
            <a:xfrm>
              <a:off x="3078271" y="1809785"/>
              <a:ext cx="5057" cy="4039"/>
            </a:xfrm>
            <a:custGeom>
              <a:avLst/>
              <a:gdLst/>
              <a:ahLst/>
              <a:cxnLst/>
              <a:rect l="l" t="t" r="r" b="b"/>
              <a:pathLst>
                <a:path w="159" h="127" extrusionOk="0">
                  <a:moveTo>
                    <a:pt x="32" y="1"/>
                  </a:moveTo>
                  <a:cubicBezTo>
                    <a:pt x="17" y="1"/>
                    <a:pt x="17" y="1"/>
                    <a:pt x="17" y="17"/>
                  </a:cubicBezTo>
                  <a:cubicBezTo>
                    <a:pt x="1" y="32"/>
                    <a:pt x="17" y="49"/>
                    <a:pt x="32" y="64"/>
                  </a:cubicBezTo>
                  <a:lnTo>
                    <a:pt x="64" y="80"/>
                  </a:lnTo>
                  <a:lnTo>
                    <a:pt x="64" y="80"/>
                  </a:lnTo>
                  <a:lnTo>
                    <a:pt x="64" y="95"/>
                  </a:lnTo>
                  <a:cubicBezTo>
                    <a:pt x="80" y="112"/>
                    <a:pt x="80" y="112"/>
                    <a:pt x="95" y="112"/>
                  </a:cubicBezTo>
                  <a:lnTo>
                    <a:pt x="95" y="127"/>
                  </a:lnTo>
                  <a:cubicBezTo>
                    <a:pt x="95" y="112"/>
                    <a:pt x="112" y="112"/>
                    <a:pt x="112" y="112"/>
                  </a:cubicBezTo>
                  <a:lnTo>
                    <a:pt x="158" y="80"/>
                  </a:lnTo>
                  <a:lnTo>
                    <a:pt x="158" y="64"/>
                  </a:lnTo>
                  <a:lnTo>
                    <a:pt x="143" y="64"/>
                  </a:lnTo>
                  <a:lnTo>
                    <a:pt x="143" y="64"/>
                  </a:lnTo>
                  <a:cubicBezTo>
                    <a:pt x="127" y="64"/>
                    <a:pt x="112" y="64"/>
                    <a:pt x="112" y="49"/>
                  </a:cubicBezTo>
                  <a:cubicBezTo>
                    <a:pt x="95" y="49"/>
                    <a:pt x="95" y="32"/>
                    <a:pt x="95" y="32"/>
                  </a:cubicBezTo>
                  <a:lnTo>
                    <a:pt x="95" y="17"/>
                  </a:lnTo>
                  <a:lnTo>
                    <a:pt x="64" y="17"/>
                  </a:lnTo>
                  <a:lnTo>
                    <a:pt x="49"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9" name="Google Shape;1499;p38"/>
            <p:cNvSpPr/>
            <p:nvPr/>
          </p:nvSpPr>
          <p:spPr>
            <a:xfrm>
              <a:off x="3337376" y="1821330"/>
              <a:ext cx="5502" cy="1527"/>
            </a:xfrm>
            <a:custGeom>
              <a:avLst/>
              <a:gdLst/>
              <a:ahLst/>
              <a:cxnLst/>
              <a:rect l="l" t="t" r="r" b="b"/>
              <a:pathLst>
                <a:path w="173" h="48" extrusionOk="0">
                  <a:moveTo>
                    <a:pt x="141" y="1"/>
                  </a:moveTo>
                  <a:lnTo>
                    <a:pt x="126" y="1"/>
                  </a:lnTo>
                  <a:lnTo>
                    <a:pt x="126" y="1"/>
                  </a:lnTo>
                  <a:lnTo>
                    <a:pt x="0" y="47"/>
                  </a:lnTo>
                  <a:cubicBezTo>
                    <a:pt x="47" y="47"/>
                    <a:pt x="110" y="32"/>
                    <a:pt x="173" y="32"/>
                  </a:cubicBezTo>
                  <a:lnTo>
                    <a:pt x="173" y="32"/>
                  </a:lnTo>
                  <a:lnTo>
                    <a:pt x="158" y="32"/>
                  </a:lnTo>
                  <a:lnTo>
                    <a:pt x="158" y="16"/>
                  </a:lnTo>
                  <a:cubicBezTo>
                    <a:pt x="158" y="1"/>
                    <a:pt x="141"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0" name="Google Shape;1500;p38"/>
            <p:cNvSpPr/>
            <p:nvPr/>
          </p:nvSpPr>
          <p:spPr>
            <a:xfrm>
              <a:off x="3428557" y="1807781"/>
              <a:ext cx="3530" cy="2544"/>
            </a:xfrm>
            <a:custGeom>
              <a:avLst/>
              <a:gdLst/>
              <a:ahLst/>
              <a:cxnLst/>
              <a:rect l="l" t="t" r="r" b="b"/>
              <a:pathLst>
                <a:path w="111" h="80" extrusionOk="0">
                  <a:moveTo>
                    <a:pt x="1" y="48"/>
                  </a:moveTo>
                  <a:lnTo>
                    <a:pt x="1" y="48"/>
                  </a:lnTo>
                  <a:lnTo>
                    <a:pt x="1" y="64"/>
                  </a:lnTo>
                  <a:lnTo>
                    <a:pt x="1" y="48"/>
                  </a:lnTo>
                  <a:close/>
                  <a:moveTo>
                    <a:pt x="95" y="1"/>
                  </a:moveTo>
                  <a:lnTo>
                    <a:pt x="95" y="1"/>
                  </a:lnTo>
                  <a:cubicBezTo>
                    <a:pt x="95" y="17"/>
                    <a:pt x="79" y="17"/>
                    <a:pt x="79" y="17"/>
                  </a:cubicBezTo>
                  <a:lnTo>
                    <a:pt x="47" y="17"/>
                  </a:lnTo>
                  <a:lnTo>
                    <a:pt x="47" y="17"/>
                  </a:lnTo>
                  <a:lnTo>
                    <a:pt x="47" y="17"/>
                  </a:lnTo>
                  <a:cubicBezTo>
                    <a:pt x="64" y="17"/>
                    <a:pt x="79" y="32"/>
                    <a:pt x="79" y="64"/>
                  </a:cubicBezTo>
                  <a:lnTo>
                    <a:pt x="64" y="64"/>
                  </a:lnTo>
                  <a:lnTo>
                    <a:pt x="79" y="80"/>
                  </a:ln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1" name="Google Shape;1501;p38"/>
            <p:cNvSpPr/>
            <p:nvPr/>
          </p:nvSpPr>
          <p:spPr>
            <a:xfrm>
              <a:off x="3059762" y="1827818"/>
              <a:ext cx="12053" cy="7569"/>
            </a:xfrm>
            <a:custGeom>
              <a:avLst/>
              <a:gdLst/>
              <a:ahLst/>
              <a:cxnLst/>
              <a:rect l="l" t="t" r="r" b="b"/>
              <a:pathLst>
                <a:path w="379" h="238" extrusionOk="0">
                  <a:moveTo>
                    <a:pt x="32" y="1"/>
                  </a:moveTo>
                  <a:cubicBezTo>
                    <a:pt x="47" y="17"/>
                    <a:pt x="47" y="32"/>
                    <a:pt x="47" y="49"/>
                  </a:cubicBezTo>
                  <a:cubicBezTo>
                    <a:pt x="32" y="64"/>
                    <a:pt x="16" y="64"/>
                    <a:pt x="16" y="64"/>
                  </a:cubicBezTo>
                  <a:lnTo>
                    <a:pt x="0" y="64"/>
                  </a:lnTo>
                  <a:cubicBezTo>
                    <a:pt x="16" y="64"/>
                    <a:pt x="16" y="80"/>
                    <a:pt x="16" y="80"/>
                  </a:cubicBezTo>
                  <a:lnTo>
                    <a:pt x="32" y="80"/>
                  </a:lnTo>
                  <a:lnTo>
                    <a:pt x="63" y="80"/>
                  </a:lnTo>
                  <a:lnTo>
                    <a:pt x="79" y="64"/>
                  </a:lnTo>
                  <a:lnTo>
                    <a:pt x="95" y="64"/>
                  </a:lnTo>
                  <a:cubicBezTo>
                    <a:pt x="95" y="64"/>
                    <a:pt x="95" y="80"/>
                    <a:pt x="110" y="80"/>
                  </a:cubicBezTo>
                  <a:cubicBezTo>
                    <a:pt x="110" y="64"/>
                    <a:pt x="127" y="49"/>
                    <a:pt x="142" y="49"/>
                  </a:cubicBezTo>
                  <a:lnTo>
                    <a:pt x="142" y="49"/>
                  </a:lnTo>
                  <a:lnTo>
                    <a:pt x="142" y="49"/>
                  </a:lnTo>
                  <a:cubicBezTo>
                    <a:pt x="158" y="49"/>
                    <a:pt x="173" y="64"/>
                    <a:pt x="173" y="80"/>
                  </a:cubicBezTo>
                  <a:lnTo>
                    <a:pt x="173" y="127"/>
                  </a:lnTo>
                  <a:cubicBezTo>
                    <a:pt x="236" y="143"/>
                    <a:pt x="284" y="175"/>
                    <a:pt x="316" y="221"/>
                  </a:cubicBezTo>
                  <a:cubicBezTo>
                    <a:pt x="316" y="238"/>
                    <a:pt x="331" y="238"/>
                    <a:pt x="347" y="238"/>
                  </a:cubicBezTo>
                  <a:lnTo>
                    <a:pt x="362" y="238"/>
                  </a:lnTo>
                  <a:cubicBezTo>
                    <a:pt x="379" y="238"/>
                    <a:pt x="379" y="206"/>
                    <a:pt x="379" y="190"/>
                  </a:cubicBezTo>
                  <a:cubicBezTo>
                    <a:pt x="362" y="190"/>
                    <a:pt x="362" y="175"/>
                    <a:pt x="362" y="175"/>
                  </a:cubicBezTo>
                  <a:cubicBezTo>
                    <a:pt x="299" y="143"/>
                    <a:pt x="253" y="112"/>
                    <a:pt x="205" y="80"/>
                  </a:cubicBezTo>
                  <a:lnTo>
                    <a:pt x="205" y="49"/>
                  </a:lnTo>
                  <a:lnTo>
                    <a:pt x="205" y="49"/>
                  </a:lnTo>
                  <a:lnTo>
                    <a:pt x="190" y="64"/>
                  </a:lnTo>
                  <a:cubicBezTo>
                    <a:pt x="173" y="64"/>
                    <a:pt x="173" y="64"/>
                    <a:pt x="158" y="49"/>
                  </a:cubicBezTo>
                  <a:lnTo>
                    <a:pt x="158" y="49"/>
                  </a:lnTo>
                  <a:cubicBezTo>
                    <a:pt x="142" y="49"/>
                    <a:pt x="142" y="32"/>
                    <a:pt x="142" y="32"/>
                  </a:cubicBezTo>
                  <a:lnTo>
                    <a:pt x="142" y="32"/>
                  </a:lnTo>
                  <a:lnTo>
                    <a:pt x="127" y="49"/>
                  </a:lnTo>
                  <a:cubicBezTo>
                    <a:pt x="110" y="49"/>
                    <a:pt x="110" y="32"/>
                    <a:pt x="95" y="32"/>
                  </a:cubicBezTo>
                  <a:lnTo>
                    <a:pt x="95" y="32"/>
                  </a:lnTo>
                  <a:cubicBezTo>
                    <a:pt x="79" y="17"/>
                    <a:pt x="63" y="17"/>
                    <a:pt x="63"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2" name="Google Shape;1502;p38"/>
            <p:cNvSpPr/>
            <p:nvPr/>
          </p:nvSpPr>
          <p:spPr>
            <a:xfrm>
              <a:off x="3030184" y="1795283"/>
              <a:ext cx="6551" cy="10050"/>
            </a:xfrm>
            <a:custGeom>
              <a:avLst/>
              <a:gdLst/>
              <a:ahLst/>
              <a:cxnLst/>
              <a:rect l="l" t="t" r="r" b="b"/>
              <a:pathLst>
                <a:path w="206" h="316" extrusionOk="0">
                  <a:moveTo>
                    <a:pt x="80" y="236"/>
                  </a:moveTo>
                  <a:lnTo>
                    <a:pt x="17" y="236"/>
                  </a:lnTo>
                  <a:lnTo>
                    <a:pt x="17" y="252"/>
                  </a:lnTo>
                  <a:cubicBezTo>
                    <a:pt x="17" y="268"/>
                    <a:pt x="0" y="268"/>
                    <a:pt x="0" y="284"/>
                  </a:cubicBezTo>
                  <a:cubicBezTo>
                    <a:pt x="17" y="299"/>
                    <a:pt x="17" y="315"/>
                    <a:pt x="32" y="315"/>
                  </a:cubicBezTo>
                  <a:lnTo>
                    <a:pt x="63" y="299"/>
                  </a:lnTo>
                  <a:cubicBezTo>
                    <a:pt x="63" y="284"/>
                    <a:pt x="80" y="284"/>
                    <a:pt x="80" y="284"/>
                  </a:cubicBezTo>
                  <a:lnTo>
                    <a:pt x="80" y="284"/>
                  </a:lnTo>
                  <a:cubicBezTo>
                    <a:pt x="95" y="284"/>
                    <a:pt x="95" y="284"/>
                    <a:pt x="111" y="299"/>
                  </a:cubicBezTo>
                  <a:lnTo>
                    <a:pt x="111" y="268"/>
                  </a:lnTo>
                  <a:cubicBezTo>
                    <a:pt x="95" y="252"/>
                    <a:pt x="95" y="252"/>
                    <a:pt x="95" y="236"/>
                  </a:cubicBezTo>
                  <a:lnTo>
                    <a:pt x="80" y="236"/>
                  </a:lnTo>
                  <a:close/>
                  <a:moveTo>
                    <a:pt x="111" y="0"/>
                  </a:moveTo>
                  <a:lnTo>
                    <a:pt x="111" y="0"/>
                  </a:lnTo>
                  <a:cubicBezTo>
                    <a:pt x="95" y="0"/>
                    <a:pt x="95" y="15"/>
                    <a:pt x="95" y="32"/>
                  </a:cubicBezTo>
                  <a:lnTo>
                    <a:pt x="80" y="63"/>
                  </a:lnTo>
                  <a:cubicBezTo>
                    <a:pt x="95" y="63"/>
                    <a:pt x="111" y="78"/>
                    <a:pt x="111" y="95"/>
                  </a:cubicBezTo>
                  <a:cubicBezTo>
                    <a:pt x="111" y="110"/>
                    <a:pt x="95" y="126"/>
                    <a:pt x="80" y="126"/>
                  </a:cubicBezTo>
                  <a:lnTo>
                    <a:pt x="80" y="126"/>
                  </a:lnTo>
                  <a:lnTo>
                    <a:pt x="17" y="126"/>
                  </a:lnTo>
                  <a:cubicBezTo>
                    <a:pt x="17" y="126"/>
                    <a:pt x="17" y="142"/>
                    <a:pt x="0" y="142"/>
                  </a:cubicBezTo>
                  <a:lnTo>
                    <a:pt x="0" y="173"/>
                  </a:lnTo>
                  <a:lnTo>
                    <a:pt x="80" y="173"/>
                  </a:lnTo>
                  <a:cubicBezTo>
                    <a:pt x="95" y="158"/>
                    <a:pt x="111" y="158"/>
                    <a:pt x="126" y="142"/>
                  </a:cubicBezTo>
                  <a:cubicBezTo>
                    <a:pt x="143" y="142"/>
                    <a:pt x="143" y="142"/>
                    <a:pt x="143" y="126"/>
                  </a:cubicBezTo>
                  <a:lnTo>
                    <a:pt x="158" y="110"/>
                  </a:lnTo>
                  <a:lnTo>
                    <a:pt x="158" y="63"/>
                  </a:lnTo>
                  <a:lnTo>
                    <a:pt x="158" y="78"/>
                  </a:lnTo>
                  <a:lnTo>
                    <a:pt x="174" y="78"/>
                  </a:lnTo>
                  <a:cubicBezTo>
                    <a:pt x="174" y="78"/>
                    <a:pt x="189" y="78"/>
                    <a:pt x="189" y="63"/>
                  </a:cubicBezTo>
                  <a:cubicBezTo>
                    <a:pt x="189" y="63"/>
                    <a:pt x="206" y="63"/>
                    <a:pt x="206" y="47"/>
                  </a:cubicBezTo>
                  <a:cubicBezTo>
                    <a:pt x="206" y="32"/>
                    <a:pt x="206" y="15"/>
                    <a:pt x="189" y="0"/>
                  </a:cubicBezTo>
                  <a:lnTo>
                    <a:pt x="126" y="15"/>
                  </a:lnTo>
                  <a:lnTo>
                    <a:pt x="126" y="15"/>
                  </a:lnTo>
                  <a:cubicBezTo>
                    <a:pt x="111" y="15"/>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3" name="Google Shape;1503;p38"/>
            <p:cNvSpPr/>
            <p:nvPr/>
          </p:nvSpPr>
          <p:spPr>
            <a:xfrm>
              <a:off x="3037181" y="1793756"/>
              <a:ext cx="6042" cy="3021"/>
            </a:xfrm>
            <a:custGeom>
              <a:avLst/>
              <a:gdLst/>
              <a:ahLst/>
              <a:cxnLst/>
              <a:rect l="l" t="t" r="r" b="b"/>
              <a:pathLst>
                <a:path w="190" h="95" extrusionOk="0">
                  <a:moveTo>
                    <a:pt x="143" y="0"/>
                  </a:moveTo>
                  <a:lnTo>
                    <a:pt x="32" y="0"/>
                  </a:lnTo>
                  <a:lnTo>
                    <a:pt x="17" y="17"/>
                  </a:lnTo>
                  <a:lnTo>
                    <a:pt x="32" y="17"/>
                  </a:lnTo>
                  <a:cubicBezTo>
                    <a:pt x="32" y="32"/>
                    <a:pt x="17" y="48"/>
                    <a:pt x="1" y="48"/>
                  </a:cubicBezTo>
                  <a:lnTo>
                    <a:pt x="1" y="63"/>
                  </a:lnTo>
                  <a:cubicBezTo>
                    <a:pt x="17" y="80"/>
                    <a:pt x="17" y="95"/>
                    <a:pt x="49" y="95"/>
                  </a:cubicBezTo>
                  <a:lnTo>
                    <a:pt x="49" y="95"/>
                  </a:lnTo>
                  <a:lnTo>
                    <a:pt x="127" y="95"/>
                  </a:lnTo>
                  <a:cubicBezTo>
                    <a:pt x="143" y="95"/>
                    <a:pt x="158" y="80"/>
                    <a:pt x="158" y="63"/>
                  </a:cubicBezTo>
                  <a:cubicBezTo>
                    <a:pt x="175" y="63"/>
                    <a:pt x="190" y="48"/>
                    <a:pt x="190" y="32"/>
                  </a:cubicBezTo>
                  <a:lnTo>
                    <a:pt x="190" y="32"/>
                  </a:lnTo>
                  <a:lnTo>
                    <a:pt x="190" y="32"/>
                  </a:lnTo>
                  <a:cubicBezTo>
                    <a:pt x="175" y="32"/>
                    <a:pt x="158" y="32"/>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4" name="Google Shape;1504;p38"/>
            <p:cNvSpPr/>
            <p:nvPr/>
          </p:nvSpPr>
          <p:spPr>
            <a:xfrm>
              <a:off x="3379929" y="1786250"/>
              <a:ext cx="2035" cy="4039"/>
            </a:xfrm>
            <a:custGeom>
              <a:avLst/>
              <a:gdLst/>
              <a:ahLst/>
              <a:cxnLst/>
              <a:rect l="l" t="t" r="r" b="b"/>
              <a:pathLst>
                <a:path w="64" h="127" extrusionOk="0">
                  <a:moveTo>
                    <a:pt x="64" y="1"/>
                  </a:moveTo>
                  <a:lnTo>
                    <a:pt x="49" y="1"/>
                  </a:lnTo>
                  <a:lnTo>
                    <a:pt x="32" y="1"/>
                  </a:lnTo>
                  <a:lnTo>
                    <a:pt x="1" y="1"/>
                  </a:lnTo>
                  <a:lnTo>
                    <a:pt x="1" y="79"/>
                  </a:lnTo>
                  <a:lnTo>
                    <a:pt x="1" y="95"/>
                  </a:lnTo>
                  <a:cubicBezTo>
                    <a:pt x="1" y="110"/>
                    <a:pt x="17" y="127"/>
                    <a:pt x="32" y="127"/>
                  </a:cubicBezTo>
                  <a:lnTo>
                    <a:pt x="32" y="127"/>
                  </a:lnTo>
                  <a:lnTo>
                    <a:pt x="32" y="127"/>
                  </a:lnTo>
                  <a:cubicBezTo>
                    <a:pt x="49" y="110"/>
                    <a:pt x="64" y="110"/>
                    <a:pt x="64" y="95"/>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5" name="Google Shape;1505;p38"/>
            <p:cNvSpPr/>
            <p:nvPr/>
          </p:nvSpPr>
          <p:spPr>
            <a:xfrm>
              <a:off x="3317785" y="1762684"/>
              <a:ext cx="6074" cy="4580"/>
            </a:xfrm>
            <a:custGeom>
              <a:avLst/>
              <a:gdLst/>
              <a:ahLst/>
              <a:cxnLst/>
              <a:rect l="l" t="t" r="r" b="b"/>
              <a:pathLst>
                <a:path w="191" h="144" extrusionOk="0">
                  <a:moveTo>
                    <a:pt x="159" y="1"/>
                  </a:moveTo>
                  <a:lnTo>
                    <a:pt x="159" y="1"/>
                  </a:lnTo>
                  <a:lnTo>
                    <a:pt x="80" y="1"/>
                  </a:lnTo>
                  <a:cubicBezTo>
                    <a:pt x="64" y="1"/>
                    <a:pt x="64" y="17"/>
                    <a:pt x="49" y="17"/>
                  </a:cubicBezTo>
                  <a:lnTo>
                    <a:pt x="1" y="95"/>
                  </a:lnTo>
                  <a:cubicBezTo>
                    <a:pt x="1" y="112"/>
                    <a:pt x="1" y="127"/>
                    <a:pt x="17" y="143"/>
                  </a:cubicBezTo>
                  <a:lnTo>
                    <a:pt x="33" y="143"/>
                  </a:lnTo>
                  <a:lnTo>
                    <a:pt x="64" y="143"/>
                  </a:lnTo>
                  <a:lnTo>
                    <a:pt x="96" y="80"/>
                  </a:lnTo>
                  <a:lnTo>
                    <a:pt x="143" y="64"/>
                  </a:lnTo>
                  <a:cubicBezTo>
                    <a:pt x="143" y="48"/>
                    <a:pt x="159" y="32"/>
                    <a:pt x="175" y="32"/>
                  </a:cubicBezTo>
                  <a:lnTo>
                    <a:pt x="175" y="32"/>
                  </a:lnTo>
                  <a:lnTo>
                    <a:pt x="190" y="32"/>
                  </a:lnTo>
                  <a:lnTo>
                    <a:pt x="190" y="32"/>
                  </a:lnTo>
                  <a:cubicBezTo>
                    <a:pt x="190" y="17"/>
                    <a:pt x="175" y="1"/>
                    <a:pt x="15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6" name="Google Shape;1506;p38"/>
            <p:cNvSpPr/>
            <p:nvPr/>
          </p:nvSpPr>
          <p:spPr>
            <a:xfrm>
              <a:off x="3181506" y="1799290"/>
              <a:ext cx="5057" cy="3021"/>
            </a:xfrm>
            <a:custGeom>
              <a:avLst/>
              <a:gdLst/>
              <a:ahLst/>
              <a:cxnLst/>
              <a:rect l="l" t="t" r="r" b="b"/>
              <a:pathLst>
                <a:path w="159" h="95" extrusionOk="0">
                  <a:moveTo>
                    <a:pt x="143" y="0"/>
                  </a:moveTo>
                  <a:lnTo>
                    <a:pt x="127" y="0"/>
                  </a:lnTo>
                  <a:cubicBezTo>
                    <a:pt x="127" y="16"/>
                    <a:pt x="111" y="16"/>
                    <a:pt x="95" y="16"/>
                  </a:cubicBezTo>
                  <a:lnTo>
                    <a:pt x="95" y="16"/>
                  </a:lnTo>
                  <a:lnTo>
                    <a:pt x="80" y="32"/>
                  </a:lnTo>
                  <a:lnTo>
                    <a:pt x="63" y="16"/>
                  </a:lnTo>
                  <a:lnTo>
                    <a:pt x="48" y="16"/>
                  </a:lnTo>
                  <a:lnTo>
                    <a:pt x="32" y="16"/>
                  </a:lnTo>
                  <a:lnTo>
                    <a:pt x="17" y="16"/>
                  </a:lnTo>
                  <a:lnTo>
                    <a:pt x="17" y="16"/>
                  </a:lnTo>
                  <a:lnTo>
                    <a:pt x="17" y="32"/>
                  </a:lnTo>
                  <a:cubicBezTo>
                    <a:pt x="0" y="47"/>
                    <a:pt x="0" y="63"/>
                    <a:pt x="17" y="79"/>
                  </a:cubicBezTo>
                  <a:cubicBezTo>
                    <a:pt x="48" y="95"/>
                    <a:pt x="63" y="95"/>
                    <a:pt x="80" y="95"/>
                  </a:cubicBezTo>
                  <a:cubicBezTo>
                    <a:pt x="111" y="95"/>
                    <a:pt x="127" y="79"/>
                    <a:pt x="158" y="47"/>
                  </a:cubicBezTo>
                  <a:lnTo>
                    <a:pt x="158" y="47"/>
                  </a:lnTo>
                  <a:cubicBezTo>
                    <a:pt x="143" y="32"/>
                    <a:pt x="143" y="16"/>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7" name="Google Shape;1507;p38"/>
            <p:cNvSpPr/>
            <p:nvPr/>
          </p:nvSpPr>
          <p:spPr>
            <a:xfrm>
              <a:off x="3374936" y="1766691"/>
              <a:ext cx="8046" cy="3562"/>
            </a:xfrm>
            <a:custGeom>
              <a:avLst/>
              <a:gdLst/>
              <a:ahLst/>
              <a:cxnLst/>
              <a:rect l="l" t="t" r="r" b="b"/>
              <a:pathLst>
                <a:path w="253" h="112" extrusionOk="0">
                  <a:moveTo>
                    <a:pt x="206" y="1"/>
                  </a:moveTo>
                  <a:lnTo>
                    <a:pt x="206" y="1"/>
                  </a:lnTo>
                  <a:lnTo>
                    <a:pt x="189" y="1"/>
                  </a:lnTo>
                  <a:cubicBezTo>
                    <a:pt x="158" y="32"/>
                    <a:pt x="143" y="32"/>
                    <a:pt x="111" y="32"/>
                  </a:cubicBezTo>
                  <a:cubicBezTo>
                    <a:pt x="95" y="32"/>
                    <a:pt x="80" y="32"/>
                    <a:pt x="63" y="17"/>
                  </a:cubicBezTo>
                  <a:lnTo>
                    <a:pt x="32" y="17"/>
                  </a:lnTo>
                  <a:cubicBezTo>
                    <a:pt x="32" y="17"/>
                    <a:pt x="17" y="17"/>
                    <a:pt x="17" y="32"/>
                  </a:cubicBezTo>
                  <a:cubicBezTo>
                    <a:pt x="0" y="49"/>
                    <a:pt x="0" y="80"/>
                    <a:pt x="17" y="80"/>
                  </a:cubicBezTo>
                  <a:cubicBezTo>
                    <a:pt x="48" y="95"/>
                    <a:pt x="80" y="112"/>
                    <a:pt x="111" y="112"/>
                  </a:cubicBezTo>
                  <a:cubicBezTo>
                    <a:pt x="158" y="112"/>
                    <a:pt x="189" y="95"/>
                    <a:pt x="237" y="64"/>
                  </a:cubicBezTo>
                  <a:cubicBezTo>
                    <a:pt x="252" y="49"/>
                    <a:pt x="252" y="32"/>
                    <a:pt x="237" y="17"/>
                  </a:cubicBezTo>
                  <a:cubicBezTo>
                    <a:pt x="237" y="1"/>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8" name="Google Shape;1508;p38"/>
            <p:cNvSpPr/>
            <p:nvPr/>
          </p:nvSpPr>
          <p:spPr>
            <a:xfrm>
              <a:off x="3277235" y="1775246"/>
              <a:ext cx="6042" cy="6042"/>
            </a:xfrm>
            <a:custGeom>
              <a:avLst/>
              <a:gdLst/>
              <a:ahLst/>
              <a:cxnLst/>
              <a:rect l="l" t="t" r="r" b="b"/>
              <a:pathLst>
                <a:path w="190" h="190" extrusionOk="0">
                  <a:moveTo>
                    <a:pt x="32" y="0"/>
                  </a:moveTo>
                  <a:lnTo>
                    <a:pt x="32" y="0"/>
                  </a:lnTo>
                  <a:lnTo>
                    <a:pt x="16" y="0"/>
                  </a:lnTo>
                  <a:cubicBezTo>
                    <a:pt x="0" y="15"/>
                    <a:pt x="0" y="32"/>
                    <a:pt x="0" y="47"/>
                  </a:cubicBezTo>
                  <a:lnTo>
                    <a:pt x="47" y="158"/>
                  </a:lnTo>
                  <a:lnTo>
                    <a:pt x="63" y="141"/>
                  </a:lnTo>
                  <a:lnTo>
                    <a:pt x="79" y="126"/>
                  </a:lnTo>
                  <a:lnTo>
                    <a:pt x="95" y="126"/>
                  </a:lnTo>
                  <a:lnTo>
                    <a:pt x="110" y="141"/>
                  </a:lnTo>
                  <a:lnTo>
                    <a:pt x="142" y="189"/>
                  </a:lnTo>
                  <a:lnTo>
                    <a:pt x="173" y="158"/>
                  </a:lnTo>
                  <a:cubicBezTo>
                    <a:pt x="189" y="141"/>
                    <a:pt x="189" y="126"/>
                    <a:pt x="189" y="110"/>
                  </a:cubicBezTo>
                  <a:lnTo>
                    <a:pt x="126" y="15"/>
                  </a:lnTo>
                  <a:cubicBezTo>
                    <a:pt x="110" y="15"/>
                    <a:pt x="95" y="0"/>
                    <a:pt x="95" y="0"/>
                  </a:cubicBezTo>
                  <a:cubicBezTo>
                    <a:pt x="79" y="0"/>
                    <a:pt x="79" y="15"/>
                    <a:pt x="79" y="15"/>
                  </a:cubicBezTo>
                  <a:lnTo>
                    <a:pt x="63" y="15"/>
                  </a:lnTo>
                  <a:cubicBezTo>
                    <a:pt x="63" y="15"/>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9" name="Google Shape;1509;p38"/>
            <p:cNvSpPr/>
            <p:nvPr/>
          </p:nvSpPr>
          <p:spPr>
            <a:xfrm>
              <a:off x="3066250" y="1828358"/>
              <a:ext cx="9573" cy="6042"/>
            </a:xfrm>
            <a:custGeom>
              <a:avLst/>
              <a:gdLst/>
              <a:ahLst/>
              <a:cxnLst/>
              <a:rect l="l" t="t" r="r" b="b"/>
              <a:pathLst>
                <a:path w="301" h="190" extrusionOk="0">
                  <a:moveTo>
                    <a:pt x="32" y="0"/>
                  </a:moveTo>
                  <a:lnTo>
                    <a:pt x="32" y="0"/>
                  </a:lnTo>
                  <a:cubicBezTo>
                    <a:pt x="17" y="0"/>
                    <a:pt x="17" y="15"/>
                    <a:pt x="17" y="15"/>
                  </a:cubicBezTo>
                  <a:lnTo>
                    <a:pt x="1" y="32"/>
                  </a:lnTo>
                  <a:lnTo>
                    <a:pt x="1" y="32"/>
                  </a:lnTo>
                  <a:lnTo>
                    <a:pt x="1" y="32"/>
                  </a:lnTo>
                  <a:lnTo>
                    <a:pt x="1" y="63"/>
                  </a:lnTo>
                  <a:cubicBezTo>
                    <a:pt x="49" y="95"/>
                    <a:pt x="95" y="126"/>
                    <a:pt x="158" y="158"/>
                  </a:cubicBezTo>
                  <a:cubicBezTo>
                    <a:pt x="190" y="158"/>
                    <a:pt x="221" y="173"/>
                    <a:pt x="253" y="189"/>
                  </a:cubicBezTo>
                  <a:lnTo>
                    <a:pt x="253" y="189"/>
                  </a:lnTo>
                  <a:cubicBezTo>
                    <a:pt x="269" y="189"/>
                    <a:pt x="284" y="173"/>
                    <a:pt x="284" y="158"/>
                  </a:cubicBezTo>
                  <a:cubicBezTo>
                    <a:pt x="301" y="141"/>
                    <a:pt x="284" y="126"/>
                    <a:pt x="269" y="110"/>
                  </a:cubicBezTo>
                  <a:cubicBezTo>
                    <a:pt x="175" y="95"/>
                    <a:pt x="112" y="63"/>
                    <a:pt x="49" y="15"/>
                  </a:cubicBezTo>
                  <a:cubicBezTo>
                    <a:pt x="49"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0" name="Google Shape;1510;p38"/>
            <p:cNvSpPr/>
            <p:nvPr/>
          </p:nvSpPr>
          <p:spPr>
            <a:xfrm>
              <a:off x="3119362" y="1791275"/>
              <a:ext cx="3053" cy="4516"/>
            </a:xfrm>
            <a:custGeom>
              <a:avLst/>
              <a:gdLst/>
              <a:ahLst/>
              <a:cxnLst/>
              <a:rect l="l" t="t" r="r" b="b"/>
              <a:pathLst>
                <a:path w="96" h="142" extrusionOk="0">
                  <a:moveTo>
                    <a:pt x="95" y="15"/>
                  </a:moveTo>
                  <a:lnTo>
                    <a:pt x="95" y="15"/>
                  </a:lnTo>
                  <a:lnTo>
                    <a:pt x="95" y="15"/>
                  </a:lnTo>
                  <a:lnTo>
                    <a:pt x="95" y="15"/>
                  </a:lnTo>
                  <a:close/>
                  <a:moveTo>
                    <a:pt x="17" y="0"/>
                  </a:moveTo>
                  <a:cubicBezTo>
                    <a:pt x="1" y="15"/>
                    <a:pt x="1" y="32"/>
                    <a:pt x="1" y="32"/>
                  </a:cubicBezTo>
                  <a:lnTo>
                    <a:pt x="1" y="78"/>
                  </a:lnTo>
                  <a:cubicBezTo>
                    <a:pt x="17" y="78"/>
                    <a:pt x="17" y="78"/>
                    <a:pt x="17" y="95"/>
                  </a:cubicBezTo>
                  <a:cubicBezTo>
                    <a:pt x="32" y="95"/>
                    <a:pt x="32" y="110"/>
                    <a:pt x="32" y="126"/>
                  </a:cubicBezTo>
                  <a:lnTo>
                    <a:pt x="32" y="141"/>
                  </a:lnTo>
                  <a:lnTo>
                    <a:pt x="32" y="141"/>
                  </a:lnTo>
                  <a:lnTo>
                    <a:pt x="32" y="141"/>
                  </a:lnTo>
                  <a:lnTo>
                    <a:pt x="32" y="141"/>
                  </a:lnTo>
                  <a:lnTo>
                    <a:pt x="64" y="141"/>
                  </a:lnTo>
                  <a:lnTo>
                    <a:pt x="80" y="141"/>
                  </a:lnTo>
                  <a:lnTo>
                    <a:pt x="80" y="110"/>
                  </a:lnTo>
                  <a:lnTo>
                    <a:pt x="80" y="95"/>
                  </a:lnTo>
                  <a:lnTo>
                    <a:pt x="80" y="95"/>
                  </a:lnTo>
                  <a:lnTo>
                    <a:pt x="80" y="95"/>
                  </a:lnTo>
                  <a:lnTo>
                    <a:pt x="80" y="95"/>
                  </a:lnTo>
                  <a:lnTo>
                    <a:pt x="95" y="32"/>
                  </a:lnTo>
                  <a:cubicBezTo>
                    <a:pt x="95" y="32"/>
                    <a:pt x="95" y="47"/>
                    <a:pt x="80" y="47"/>
                  </a:cubicBezTo>
                  <a:lnTo>
                    <a:pt x="64" y="47"/>
                  </a:lnTo>
                  <a:lnTo>
                    <a:pt x="32" y="4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1" name="Google Shape;1511;p38"/>
            <p:cNvSpPr/>
            <p:nvPr/>
          </p:nvSpPr>
          <p:spPr>
            <a:xfrm>
              <a:off x="3410016" y="1781734"/>
              <a:ext cx="4548" cy="3562"/>
            </a:xfrm>
            <a:custGeom>
              <a:avLst/>
              <a:gdLst/>
              <a:ahLst/>
              <a:cxnLst/>
              <a:rect l="l" t="t" r="r" b="b"/>
              <a:pathLst>
                <a:path w="143" h="112" extrusionOk="0">
                  <a:moveTo>
                    <a:pt x="111" y="0"/>
                  </a:moveTo>
                  <a:lnTo>
                    <a:pt x="111" y="0"/>
                  </a:lnTo>
                  <a:lnTo>
                    <a:pt x="111" y="0"/>
                  </a:lnTo>
                  <a:lnTo>
                    <a:pt x="0" y="32"/>
                  </a:lnTo>
                  <a:lnTo>
                    <a:pt x="16" y="48"/>
                  </a:lnTo>
                  <a:cubicBezTo>
                    <a:pt x="16" y="63"/>
                    <a:pt x="16" y="95"/>
                    <a:pt x="0" y="95"/>
                  </a:cubicBezTo>
                  <a:lnTo>
                    <a:pt x="0" y="95"/>
                  </a:lnTo>
                  <a:cubicBezTo>
                    <a:pt x="0" y="111"/>
                    <a:pt x="0" y="111"/>
                    <a:pt x="16" y="111"/>
                  </a:cubicBezTo>
                  <a:lnTo>
                    <a:pt x="16" y="111"/>
                  </a:lnTo>
                  <a:lnTo>
                    <a:pt x="111" y="63"/>
                  </a:lnTo>
                  <a:lnTo>
                    <a:pt x="126" y="32"/>
                  </a:lnTo>
                  <a:cubicBezTo>
                    <a:pt x="126" y="17"/>
                    <a:pt x="142" y="17"/>
                    <a:pt x="142" y="17"/>
                  </a:cubicBezTo>
                  <a:cubicBezTo>
                    <a:pt x="142" y="0"/>
                    <a:pt x="142" y="0"/>
                    <a:pt x="126" y="0"/>
                  </a:cubicBezTo>
                  <a:lnTo>
                    <a:pt x="126" y="0"/>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2" name="Google Shape;1512;p38"/>
            <p:cNvSpPr/>
            <p:nvPr/>
          </p:nvSpPr>
          <p:spPr>
            <a:xfrm>
              <a:off x="3392969" y="1804283"/>
              <a:ext cx="8555" cy="4548"/>
            </a:xfrm>
            <a:custGeom>
              <a:avLst/>
              <a:gdLst/>
              <a:ahLst/>
              <a:cxnLst/>
              <a:rect l="l" t="t" r="r" b="b"/>
              <a:pathLst>
                <a:path w="269" h="143" extrusionOk="0">
                  <a:moveTo>
                    <a:pt x="206" y="32"/>
                  </a:moveTo>
                  <a:cubicBezTo>
                    <a:pt x="189" y="48"/>
                    <a:pt x="189" y="48"/>
                    <a:pt x="174" y="48"/>
                  </a:cubicBezTo>
                  <a:lnTo>
                    <a:pt x="143" y="64"/>
                  </a:lnTo>
                  <a:lnTo>
                    <a:pt x="174" y="79"/>
                  </a:lnTo>
                  <a:cubicBezTo>
                    <a:pt x="174" y="95"/>
                    <a:pt x="189" y="111"/>
                    <a:pt x="189" y="127"/>
                  </a:cubicBezTo>
                  <a:cubicBezTo>
                    <a:pt x="206" y="127"/>
                    <a:pt x="206" y="142"/>
                    <a:pt x="221" y="142"/>
                  </a:cubicBezTo>
                  <a:lnTo>
                    <a:pt x="237" y="142"/>
                  </a:lnTo>
                  <a:cubicBezTo>
                    <a:pt x="252" y="127"/>
                    <a:pt x="269" y="111"/>
                    <a:pt x="252" y="95"/>
                  </a:cubicBezTo>
                  <a:lnTo>
                    <a:pt x="252" y="79"/>
                  </a:lnTo>
                  <a:cubicBezTo>
                    <a:pt x="237" y="79"/>
                    <a:pt x="237" y="64"/>
                    <a:pt x="237" y="64"/>
                  </a:cubicBezTo>
                  <a:lnTo>
                    <a:pt x="221" y="48"/>
                  </a:lnTo>
                  <a:lnTo>
                    <a:pt x="206" y="32"/>
                  </a:lnTo>
                  <a:close/>
                  <a:moveTo>
                    <a:pt x="17" y="32"/>
                  </a:moveTo>
                  <a:lnTo>
                    <a:pt x="17" y="48"/>
                  </a:lnTo>
                  <a:lnTo>
                    <a:pt x="0" y="48"/>
                  </a:lnTo>
                  <a:lnTo>
                    <a:pt x="0" y="64"/>
                  </a:lnTo>
                  <a:cubicBezTo>
                    <a:pt x="17" y="64"/>
                    <a:pt x="17" y="79"/>
                    <a:pt x="32" y="79"/>
                  </a:cubicBezTo>
                  <a:lnTo>
                    <a:pt x="48" y="79"/>
                  </a:lnTo>
                  <a:lnTo>
                    <a:pt x="48" y="64"/>
                  </a:lnTo>
                  <a:lnTo>
                    <a:pt x="48" y="64"/>
                  </a:lnTo>
                  <a:cubicBezTo>
                    <a:pt x="32" y="64"/>
                    <a:pt x="17" y="48"/>
                    <a:pt x="17" y="32"/>
                  </a:cubicBezTo>
                  <a:lnTo>
                    <a:pt x="17" y="32"/>
                  </a:lnTo>
                  <a:close/>
                  <a:moveTo>
                    <a:pt x="111" y="1"/>
                  </a:moveTo>
                  <a:lnTo>
                    <a:pt x="95" y="1"/>
                  </a:lnTo>
                  <a:lnTo>
                    <a:pt x="95" y="1"/>
                  </a:lnTo>
                  <a:cubicBezTo>
                    <a:pt x="95" y="16"/>
                    <a:pt x="80" y="16"/>
                    <a:pt x="80" y="16"/>
                  </a:cubicBezTo>
                  <a:lnTo>
                    <a:pt x="95" y="32"/>
                  </a:lnTo>
                  <a:lnTo>
                    <a:pt x="95" y="32"/>
                  </a:lnTo>
                  <a:lnTo>
                    <a:pt x="111" y="32"/>
                  </a:lnTo>
                  <a:lnTo>
                    <a:pt x="111"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3" name="Google Shape;1513;p38"/>
            <p:cNvSpPr/>
            <p:nvPr/>
          </p:nvSpPr>
          <p:spPr>
            <a:xfrm>
              <a:off x="3312792" y="1778713"/>
              <a:ext cx="5025" cy="4580"/>
            </a:xfrm>
            <a:custGeom>
              <a:avLst/>
              <a:gdLst/>
              <a:ahLst/>
              <a:cxnLst/>
              <a:rect l="l" t="t" r="r" b="b"/>
              <a:pathLst>
                <a:path w="158" h="144" extrusionOk="0">
                  <a:moveTo>
                    <a:pt x="80" y="112"/>
                  </a:moveTo>
                  <a:lnTo>
                    <a:pt x="80" y="112"/>
                  </a:lnTo>
                  <a:lnTo>
                    <a:pt x="80" y="112"/>
                  </a:lnTo>
                  <a:close/>
                  <a:moveTo>
                    <a:pt x="80" y="1"/>
                  </a:moveTo>
                  <a:lnTo>
                    <a:pt x="63" y="1"/>
                  </a:lnTo>
                  <a:lnTo>
                    <a:pt x="48" y="1"/>
                  </a:lnTo>
                  <a:lnTo>
                    <a:pt x="0" y="64"/>
                  </a:lnTo>
                  <a:lnTo>
                    <a:pt x="0" y="80"/>
                  </a:lnTo>
                  <a:lnTo>
                    <a:pt x="32" y="95"/>
                  </a:lnTo>
                  <a:cubicBezTo>
                    <a:pt x="48" y="95"/>
                    <a:pt x="48" y="112"/>
                    <a:pt x="48" y="112"/>
                  </a:cubicBezTo>
                  <a:lnTo>
                    <a:pt x="48" y="112"/>
                  </a:lnTo>
                  <a:lnTo>
                    <a:pt x="63" y="80"/>
                  </a:lnTo>
                  <a:cubicBezTo>
                    <a:pt x="80" y="95"/>
                    <a:pt x="80" y="95"/>
                    <a:pt x="80" y="112"/>
                  </a:cubicBezTo>
                  <a:lnTo>
                    <a:pt x="80" y="112"/>
                  </a:lnTo>
                  <a:cubicBezTo>
                    <a:pt x="80" y="127"/>
                    <a:pt x="95" y="143"/>
                    <a:pt x="111" y="143"/>
                  </a:cubicBezTo>
                  <a:lnTo>
                    <a:pt x="126" y="143"/>
                  </a:lnTo>
                  <a:cubicBezTo>
                    <a:pt x="143" y="143"/>
                    <a:pt x="158" y="127"/>
                    <a:pt x="143" y="95"/>
                  </a:cubicBezTo>
                  <a:lnTo>
                    <a:pt x="143" y="80"/>
                  </a:lnTo>
                  <a:cubicBezTo>
                    <a:pt x="143" y="64"/>
                    <a:pt x="126" y="49"/>
                    <a:pt x="111" y="32"/>
                  </a:cubicBezTo>
                  <a:lnTo>
                    <a:pt x="95" y="17"/>
                  </a:lnTo>
                  <a:cubicBezTo>
                    <a:pt x="95" y="1"/>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4" name="Google Shape;1514;p38"/>
            <p:cNvSpPr/>
            <p:nvPr/>
          </p:nvSpPr>
          <p:spPr>
            <a:xfrm>
              <a:off x="3315304" y="178224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5" name="Google Shape;1515;p38"/>
            <p:cNvSpPr/>
            <p:nvPr/>
          </p:nvSpPr>
          <p:spPr>
            <a:xfrm>
              <a:off x="3455622" y="1777727"/>
              <a:ext cx="32" cy="32"/>
            </a:xfrm>
            <a:custGeom>
              <a:avLst/>
              <a:gdLst/>
              <a:ahLst/>
              <a:cxnLst/>
              <a:rect l="l" t="t" r="r" b="b"/>
              <a:pathLst>
                <a:path w="1" h="1" extrusionOk="0">
                  <a:moveTo>
                    <a:pt x="0" y="0"/>
                  </a:moveTo>
                  <a:lnTo>
                    <a:pt x="0" y="0"/>
                  </a:lnTo>
                  <a:close/>
                </a:path>
              </a:pathLst>
            </a:custGeom>
            <a:solidFill>
              <a:srgbClr val="999999"/>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6" name="Google Shape;1516;p38"/>
            <p:cNvSpPr/>
            <p:nvPr/>
          </p:nvSpPr>
          <p:spPr>
            <a:xfrm>
              <a:off x="3451615" y="1775246"/>
              <a:ext cx="4039" cy="4039"/>
            </a:xfrm>
            <a:custGeom>
              <a:avLst/>
              <a:gdLst/>
              <a:ahLst/>
              <a:cxnLst/>
              <a:rect l="l" t="t" r="r" b="b"/>
              <a:pathLst>
                <a:path w="127" h="127" extrusionOk="0">
                  <a:moveTo>
                    <a:pt x="32" y="0"/>
                  </a:moveTo>
                  <a:lnTo>
                    <a:pt x="32" y="0"/>
                  </a:lnTo>
                  <a:lnTo>
                    <a:pt x="16" y="15"/>
                  </a:lnTo>
                  <a:cubicBezTo>
                    <a:pt x="0" y="32"/>
                    <a:pt x="0" y="47"/>
                    <a:pt x="16" y="63"/>
                  </a:cubicBezTo>
                  <a:lnTo>
                    <a:pt x="16" y="78"/>
                  </a:lnTo>
                  <a:cubicBezTo>
                    <a:pt x="0" y="95"/>
                    <a:pt x="16" y="110"/>
                    <a:pt x="32" y="110"/>
                  </a:cubicBezTo>
                  <a:lnTo>
                    <a:pt x="63" y="126"/>
                  </a:lnTo>
                  <a:lnTo>
                    <a:pt x="79" y="126"/>
                  </a:lnTo>
                  <a:cubicBezTo>
                    <a:pt x="95" y="126"/>
                    <a:pt x="95" y="126"/>
                    <a:pt x="110" y="110"/>
                  </a:cubicBezTo>
                  <a:lnTo>
                    <a:pt x="126" y="95"/>
                  </a:lnTo>
                  <a:lnTo>
                    <a:pt x="126" y="78"/>
                  </a:lnTo>
                  <a:lnTo>
                    <a:pt x="126" y="78"/>
                  </a:lnTo>
                  <a:cubicBezTo>
                    <a:pt x="126" y="63"/>
                    <a:pt x="126" y="47"/>
                    <a:pt x="110" y="47"/>
                  </a:cubicBezTo>
                  <a:lnTo>
                    <a:pt x="63"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7" name="Google Shape;1517;p38"/>
            <p:cNvSpPr/>
            <p:nvPr/>
          </p:nvSpPr>
          <p:spPr>
            <a:xfrm>
              <a:off x="3332828" y="1812806"/>
              <a:ext cx="4039" cy="4039"/>
            </a:xfrm>
            <a:custGeom>
              <a:avLst/>
              <a:gdLst/>
              <a:ahLst/>
              <a:cxnLst/>
              <a:rect l="l" t="t" r="r" b="b"/>
              <a:pathLst>
                <a:path w="127" h="127" extrusionOk="0">
                  <a:moveTo>
                    <a:pt x="64" y="0"/>
                  </a:moveTo>
                  <a:lnTo>
                    <a:pt x="49" y="0"/>
                  </a:lnTo>
                  <a:cubicBezTo>
                    <a:pt x="32" y="0"/>
                    <a:pt x="32" y="17"/>
                    <a:pt x="17" y="32"/>
                  </a:cubicBezTo>
                  <a:lnTo>
                    <a:pt x="17" y="32"/>
                  </a:lnTo>
                  <a:lnTo>
                    <a:pt x="17" y="48"/>
                  </a:lnTo>
                  <a:cubicBezTo>
                    <a:pt x="32" y="48"/>
                    <a:pt x="32" y="48"/>
                    <a:pt x="32" y="63"/>
                  </a:cubicBezTo>
                  <a:cubicBezTo>
                    <a:pt x="32" y="80"/>
                    <a:pt x="32" y="95"/>
                    <a:pt x="17" y="95"/>
                  </a:cubicBezTo>
                  <a:lnTo>
                    <a:pt x="1" y="95"/>
                  </a:lnTo>
                  <a:lnTo>
                    <a:pt x="1" y="95"/>
                  </a:lnTo>
                  <a:cubicBezTo>
                    <a:pt x="1" y="111"/>
                    <a:pt x="1" y="111"/>
                    <a:pt x="17" y="126"/>
                  </a:cubicBezTo>
                  <a:cubicBezTo>
                    <a:pt x="17" y="111"/>
                    <a:pt x="32" y="111"/>
                    <a:pt x="49" y="111"/>
                  </a:cubicBezTo>
                  <a:lnTo>
                    <a:pt x="64" y="111"/>
                  </a:lnTo>
                  <a:lnTo>
                    <a:pt x="80" y="111"/>
                  </a:lnTo>
                  <a:cubicBezTo>
                    <a:pt x="95" y="111"/>
                    <a:pt x="95" y="126"/>
                    <a:pt x="112" y="126"/>
                  </a:cubicBezTo>
                  <a:lnTo>
                    <a:pt x="112" y="126"/>
                  </a:lnTo>
                  <a:cubicBezTo>
                    <a:pt x="127" y="111"/>
                    <a:pt x="127" y="111"/>
                    <a:pt x="127" y="95"/>
                  </a:cubicBezTo>
                  <a:cubicBezTo>
                    <a:pt x="127" y="80"/>
                    <a:pt x="112" y="63"/>
                    <a:pt x="95" y="63"/>
                  </a:cubicBezTo>
                  <a:lnTo>
                    <a:pt x="80" y="63"/>
                  </a:lnTo>
                  <a:lnTo>
                    <a:pt x="95" y="48"/>
                  </a:lnTo>
                  <a:cubicBezTo>
                    <a:pt x="95" y="32"/>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8" name="Google Shape;1518;p38"/>
            <p:cNvSpPr/>
            <p:nvPr/>
          </p:nvSpPr>
          <p:spPr>
            <a:xfrm>
              <a:off x="3417012" y="1764210"/>
              <a:ext cx="3053" cy="6042"/>
            </a:xfrm>
            <a:custGeom>
              <a:avLst/>
              <a:gdLst/>
              <a:ahLst/>
              <a:cxnLst/>
              <a:rect l="l" t="t" r="r" b="b"/>
              <a:pathLst>
                <a:path w="96" h="190" extrusionOk="0">
                  <a:moveTo>
                    <a:pt x="32" y="0"/>
                  </a:moveTo>
                  <a:lnTo>
                    <a:pt x="1" y="0"/>
                  </a:lnTo>
                  <a:lnTo>
                    <a:pt x="17" y="158"/>
                  </a:lnTo>
                  <a:lnTo>
                    <a:pt x="17" y="158"/>
                  </a:lnTo>
                  <a:lnTo>
                    <a:pt x="32" y="158"/>
                  </a:lnTo>
                  <a:cubicBezTo>
                    <a:pt x="49" y="173"/>
                    <a:pt x="49" y="173"/>
                    <a:pt x="49" y="190"/>
                  </a:cubicBezTo>
                  <a:lnTo>
                    <a:pt x="49" y="190"/>
                  </a:lnTo>
                  <a:lnTo>
                    <a:pt x="64" y="190"/>
                  </a:lnTo>
                  <a:lnTo>
                    <a:pt x="64" y="190"/>
                  </a:lnTo>
                  <a:cubicBezTo>
                    <a:pt x="64" y="173"/>
                    <a:pt x="80" y="173"/>
                    <a:pt x="80" y="173"/>
                  </a:cubicBezTo>
                  <a:cubicBezTo>
                    <a:pt x="95" y="158"/>
                    <a:pt x="95" y="158"/>
                    <a:pt x="95" y="142"/>
                  </a:cubicBezTo>
                  <a:lnTo>
                    <a:pt x="80" y="47"/>
                  </a:lnTo>
                  <a:lnTo>
                    <a:pt x="64" y="64"/>
                  </a:lnTo>
                  <a:lnTo>
                    <a:pt x="49" y="64"/>
                  </a:lnTo>
                  <a:cubicBezTo>
                    <a:pt x="32" y="64"/>
                    <a:pt x="17" y="64"/>
                    <a:pt x="17" y="47"/>
                  </a:cubicBezTo>
                  <a:cubicBezTo>
                    <a:pt x="1" y="32"/>
                    <a:pt x="17" y="16"/>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9" name="Google Shape;1519;p38"/>
            <p:cNvSpPr/>
            <p:nvPr/>
          </p:nvSpPr>
          <p:spPr>
            <a:xfrm>
              <a:off x="3343864" y="1789272"/>
              <a:ext cx="3562" cy="2512"/>
            </a:xfrm>
            <a:custGeom>
              <a:avLst/>
              <a:gdLst/>
              <a:ahLst/>
              <a:cxnLst/>
              <a:rect l="l" t="t" r="r" b="b"/>
              <a:pathLst>
                <a:path w="112" h="79" extrusionOk="0">
                  <a:moveTo>
                    <a:pt x="80" y="0"/>
                  </a:moveTo>
                  <a:lnTo>
                    <a:pt x="80" y="0"/>
                  </a:lnTo>
                  <a:lnTo>
                    <a:pt x="63" y="0"/>
                  </a:lnTo>
                  <a:lnTo>
                    <a:pt x="63" y="0"/>
                  </a:lnTo>
                  <a:lnTo>
                    <a:pt x="0" y="32"/>
                  </a:lnTo>
                  <a:lnTo>
                    <a:pt x="0" y="32"/>
                  </a:lnTo>
                  <a:lnTo>
                    <a:pt x="48" y="47"/>
                  </a:lnTo>
                  <a:cubicBezTo>
                    <a:pt x="48" y="63"/>
                    <a:pt x="63" y="63"/>
                    <a:pt x="63" y="78"/>
                  </a:cubicBezTo>
                  <a:lnTo>
                    <a:pt x="80" y="78"/>
                  </a:lnTo>
                  <a:cubicBezTo>
                    <a:pt x="80" y="63"/>
                    <a:pt x="95" y="32"/>
                    <a:pt x="111" y="32"/>
                  </a:cubicBezTo>
                  <a:lnTo>
                    <a:pt x="111" y="32"/>
                  </a:lnTo>
                  <a:cubicBezTo>
                    <a:pt x="111" y="15"/>
                    <a:pt x="111"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0" name="Google Shape;1520;p38"/>
            <p:cNvSpPr/>
            <p:nvPr/>
          </p:nvSpPr>
          <p:spPr>
            <a:xfrm>
              <a:off x="3415518" y="1785741"/>
              <a:ext cx="5057" cy="2544"/>
            </a:xfrm>
            <a:custGeom>
              <a:avLst/>
              <a:gdLst/>
              <a:ahLst/>
              <a:cxnLst/>
              <a:rect l="l" t="t" r="r" b="b"/>
              <a:pathLst>
                <a:path w="159" h="80" extrusionOk="0">
                  <a:moveTo>
                    <a:pt x="111" y="0"/>
                  </a:moveTo>
                  <a:lnTo>
                    <a:pt x="79" y="0"/>
                  </a:lnTo>
                  <a:lnTo>
                    <a:pt x="79" y="0"/>
                  </a:lnTo>
                  <a:cubicBezTo>
                    <a:pt x="79" y="17"/>
                    <a:pt x="64" y="32"/>
                    <a:pt x="64" y="32"/>
                  </a:cubicBezTo>
                  <a:lnTo>
                    <a:pt x="32" y="48"/>
                  </a:lnTo>
                  <a:lnTo>
                    <a:pt x="16" y="48"/>
                  </a:lnTo>
                  <a:lnTo>
                    <a:pt x="1" y="48"/>
                  </a:lnTo>
                  <a:lnTo>
                    <a:pt x="1" y="80"/>
                  </a:lnTo>
                  <a:lnTo>
                    <a:pt x="1" y="80"/>
                  </a:lnTo>
                  <a:cubicBezTo>
                    <a:pt x="16" y="80"/>
                    <a:pt x="16" y="63"/>
                    <a:pt x="32" y="63"/>
                  </a:cubicBezTo>
                  <a:lnTo>
                    <a:pt x="32" y="63"/>
                  </a:lnTo>
                  <a:lnTo>
                    <a:pt x="48" y="63"/>
                  </a:lnTo>
                  <a:lnTo>
                    <a:pt x="64" y="80"/>
                  </a:lnTo>
                  <a:lnTo>
                    <a:pt x="159" y="17"/>
                  </a:lnTo>
                  <a:cubicBezTo>
                    <a:pt x="142" y="0"/>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1" name="Google Shape;1521;p38"/>
            <p:cNvSpPr/>
            <p:nvPr/>
          </p:nvSpPr>
          <p:spPr>
            <a:xfrm>
              <a:off x="3446081" y="1791752"/>
              <a:ext cx="2035" cy="2035"/>
            </a:xfrm>
            <a:custGeom>
              <a:avLst/>
              <a:gdLst/>
              <a:ahLst/>
              <a:cxnLst/>
              <a:rect l="l" t="t" r="r" b="b"/>
              <a:pathLst>
                <a:path w="64" h="64" extrusionOk="0">
                  <a:moveTo>
                    <a:pt x="48" y="0"/>
                  </a:moveTo>
                  <a:lnTo>
                    <a:pt x="32" y="0"/>
                  </a:lnTo>
                  <a:cubicBezTo>
                    <a:pt x="32" y="17"/>
                    <a:pt x="17" y="32"/>
                    <a:pt x="0" y="48"/>
                  </a:cubicBezTo>
                  <a:cubicBezTo>
                    <a:pt x="0" y="48"/>
                    <a:pt x="17" y="63"/>
                    <a:pt x="32" y="63"/>
                  </a:cubicBezTo>
                  <a:lnTo>
                    <a:pt x="32" y="48"/>
                  </a:lnTo>
                  <a:lnTo>
                    <a:pt x="63" y="48"/>
                  </a:lnTo>
                  <a:lnTo>
                    <a:pt x="63" y="48"/>
                  </a:lnTo>
                  <a:lnTo>
                    <a:pt x="63" y="48"/>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2" name="Google Shape;1522;p38"/>
            <p:cNvSpPr/>
            <p:nvPr/>
          </p:nvSpPr>
          <p:spPr>
            <a:xfrm>
              <a:off x="3190538" y="1788254"/>
              <a:ext cx="5534" cy="7537"/>
            </a:xfrm>
            <a:custGeom>
              <a:avLst/>
              <a:gdLst/>
              <a:ahLst/>
              <a:cxnLst/>
              <a:rect l="l" t="t" r="r" b="b"/>
              <a:pathLst>
                <a:path w="174" h="237" extrusionOk="0">
                  <a:moveTo>
                    <a:pt x="126" y="1"/>
                  </a:moveTo>
                  <a:lnTo>
                    <a:pt x="126" y="16"/>
                  </a:lnTo>
                  <a:cubicBezTo>
                    <a:pt x="126" y="32"/>
                    <a:pt x="111" y="47"/>
                    <a:pt x="95" y="47"/>
                  </a:cubicBezTo>
                  <a:lnTo>
                    <a:pt x="79" y="64"/>
                  </a:lnTo>
                  <a:lnTo>
                    <a:pt x="79" y="64"/>
                  </a:lnTo>
                  <a:cubicBezTo>
                    <a:pt x="79" y="79"/>
                    <a:pt x="63" y="79"/>
                    <a:pt x="48" y="79"/>
                  </a:cubicBezTo>
                  <a:lnTo>
                    <a:pt x="63" y="95"/>
                  </a:lnTo>
                  <a:cubicBezTo>
                    <a:pt x="79" y="110"/>
                    <a:pt x="79" y="127"/>
                    <a:pt x="63" y="142"/>
                  </a:cubicBezTo>
                  <a:cubicBezTo>
                    <a:pt x="48" y="142"/>
                    <a:pt x="48" y="158"/>
                    <a:pt x="32" y="158"/>
                  </a:cubicBezTo>
                  <a:lnTo>
                    <a:pt x="16" y="142"/>
                  </a:lnTo>
                  <a:lnTo>
                    <a:pt x="16" y="142"/>
                  </a:lnTo>
                  <a:cubicBezTo>
                    <a:pt x="0" y="158"/>
                    <a:pt x="0" y="173"/>
                    <a:pt x="16" y="190"/>
                  </a:cubicBezTo>
                  <a:lnTo>
                    <a:pt x="16" y="221"/>
                  </a:lnTo>
                  <a:lnTo>
                    <a:pt x="0" y="236"/>
                  </a:lnTo>
                  <a:cubicBezTo>
                    <a:pt x="16" y="221"/>
                    <a:pt x="32" y="205"/>
                    <a:pt x="48" y="205"/>
                  </a:cubicBezTo>
                  <a:lnTo>
                    <a:pt x="48" y="205"/>
                  </a:lnTo>
                  <a:lnTo>
                    <a:pt x="63" y="205"/>
                  </a:lnTo>
                  <a:lnTo>
                    <a:pt x="79" y="205"/>
                  </a:lnTo>
                  <a:lnTo>
                    <a:pt x="79" y="173"/>
                  </a:lnTo>
                  <a:cubicBezTo>
                    <a:pt x="79" y="158"/>
                    <a:pt x="79" y="158"/>
                    <a:pt x="95" y="142"/>
                  </a:cubicBezTo>
                  <a:lnTo>
                    <a:pt x="79" y="142"/>
                  </a:lnTo>
                  <a:cubicBezTo>
                    <a:pt x="79" y="110"/>
                    <a:pt x="79" y="95"/>
                    <a:pt x="95" y="95"/>
                  </a:cubicBezTo>
                  <a:lnTo>
                    <a:pt x="111" y="79"/>
                  </a:lnTo>
                  <a:lnTo>
                    <a:pt x="111" y="79"/>
                  </a:lnTo>
                  <a:cubicBezTo>
                    <a:pt x="126" y="79"/>
                    <a:pt x="142" y="95"/>
                    <a:pt x="142" y="95"/>
                  </a:cubicBezTo>
                  <a:cubicBezTo>
                    <a:pt x="142" y="110"/>
                    <a:pt x="158" y="110"/>
                    <a:pt x="158" y="110"/>
                  </a:cubicBezTo>
                  <a:lnTo>
                    <a:pt x="174" y="95"/>
                  </a:lnTo>
                  <a:cubicBezTo>
                    <a:pt x="158" y="79"/>
                    <a:pt x="158" y="79"/>
                    <a:pt x="158" y="64"/>
                  </a:cubicBezTo>
                  <a:lnTo>
                    <a:pt x="158" y="64"/>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3" name="Google Shape;1523;p38"/>
            <p:cNvSpPr/>
            <p:nvPr/>
          </p:nvSpPr>
          <p:spPr>
            <a:xfrm>
              <a:off x="3294759" y="1823811"/>
              <a:ext cx="5025" cy="2576"/>
            </a:xfrm>
            <a:custGeom>
              <a:avLst/>
              <a:gdLst/>
              <a:ahLst/>
              <a:cxnLst/>
              <a:rect l="l" t="t" r="r" b="b"/>
              <a:pathLst>
                <a:path w="158" h="81" extrusionOk="0">
                  <a:moveTo>
                    <a:pt x="17" y="1"/>
                  </a:moveTo>
                  <a:cubicBezTo>
                    <a:pt x="32" y="17"/>
                    <a:pt x="32" y="17"/>
                    <a:pt x="32" y="32"/>
                  </a:cubicBezTo>
                  <a:cubicBezTo>
                    <a:pt x="32" y="49"/>
                    <a:pt x="17" y="64"/>
                    <a:pt x="0" y="64"/>
                  </a:cubicBezTo>
                  <a:lnTo>
                    <a:pt x="0" y="64"/>
                  </a:lnTo>
                  <a:lnTo>
                    <a:pt x="0" y="80"/>
                  </a:lnTo>
                  <a:lnTo>
                    <a:pt x="32" y="80"/>
                  </a:lnTo>
                  <a:lnTo>
                    <a:pt x="32" y="80"/>
                  </a:lnTo>
                  <a:cubicBezTo>
                    <a:pt x="80" y="80"/>
                    <a:pt x="111" y="80"/>
                    <a:pt x="158" y="64"/>
                  </a:cubicBezTo>
                  <a:cubicBezTo>
                    <a:pt x="143" y="49"/>
                    <a:pt x="126" y="49"/>
                    <a:pt x="111" y="32"/>
                  </a:cubicBezTo>
                  <a:lnTo>
                    <a:pt x="95" y="32"/>
                  </a:lnTo>
                  <a:lnTo>
                    <a:pt x="80" y="32"/>
                  </a:lnTo>
                  <a:cubicBezTo>
                    <a:pt x="63" y="17"/>
                    <a:pt x="63" y="17"/>
                    <a:pt x="4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4" name="Google Shape;1524;p38"/>
            <p:cNvSpPr/>
            <p:nvPr/>
          </p:nvSpPr>
          <p:spPr>
            <a:xfrm>
              <a:off x="3113891" y="1792738"/>
              <a:ext cx="6520" cy="4039"/>
            </a:xfrm>
            <a:custGeom>
              <a:avLst/>
              <a:gdLst/>
              <a:ahLst/>
              <a:cxnLst/>
              <a:rect l="l" t="t" r="r" b="b"/>
              <a:pathLst>
                <a:path w="205" h="127" extrusionOk="0">
                  <a:moveTo>
                    <a:pt x="95" y="1"/>
                  </a:moveTo>
                  <a:lnTo>
                    <a:pt x="95" y="17"/>
                  </a:lnTo>
                  <a:cubicBezTo>
                    <a:pt x="95" y="32"/>
                    <a:pt x="78" y="49"/>
                    <a:pt x="63" y="49"/>
                  </a:cubicBezTo>
                  <a:lnTo>
                    <a:pt x="63" y="49"/>
                  </a:lnTo>
                  <a:cubicBezTo>
                    <a:pt x="47" y="49"/>
                    <a:pt x="32" y="32"/>
                    <a:pt x="32" y="32"/>
                  </a:cubicBezTo>
                  <a:cubicBezTo>
                    <a:pt x="15" y="32"/>
                    <a:pt x="15" y="49"/>
                    <a:pt x="0" y="49"/>
                  </a:cubicBezTo>
                  <a:lnTo>
                    <a:pt x="15" y="49"/>
                  </a:lnTo>
                  <a:lnTo>
                    <a:pt x="15" y="64"/>
                  </a:lnTo>
                  <a:lnTo>
                    <a:pt x="32" y="64"/>
                  </a:lnTo>
                  <a:lnTo>
                    <a:pt x="47" y="64"/>
                  </a:lnTo>
                  <a:lnTo>
                    <a:pt x="63" y="64"/>
                  </a:lnTo>
                  <a:lnTo>
                    <a:pt x="63" y="64"/>
                  </a:lnTo>
                  <a:lnTo>
                    <a:pt x="78" y="64"/>
                  </a:lnTo>
                  <a:lnTo>
                    <a:pt x="78" y="64"/>
                  </a:lnTo>
                  <a:cubicBezTo>
                    <a:pt x="95" y="80"/>
                    <a:pt x="110" y="95"/>
                    <a:pt x="110" y="112"/>
                  </a:cubicBezTo>
                  <a:lnTo>
                    <a:pt x="110" y="127"/>
                  </a:lnTo>
                  <a:lnTo>
                    <a:pt x="173" y="95"/>
                  </a:lnTo>
                  <a:lnTo>
                    <a:pt x="204" y="95"/>
                  </a:lnTo>
                  <a:lnTo>
                    <a:pt x="204" y="80"/>
                  </a:lnTo>
                  <a:cubicBezTo>
                    <a:pt x="204" y="64"/>
                    <a:pt x="204" y="49"/>
                    <a:pt x="189" y="49"/>
                  </a:cubicBezTo>
                  <a:cubicBezTo>
                    <a:pt x="189" y="32"/>
                    <a:pt x="189" y="32"/>
                    <a:pt x="173" y="32"/>
                  </a:cubicBezTo>
                  <a:cubicBezTo>
                    <a:pt x="158"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5" name="Google Shape;1525;p38"/>
            <p:cNvSpPr/>
            <p:nvPr/>
          </p:nvSpPr>
          <p:spPr>
            <a:xfrm>
              <a:off x="3265213" y="1807304"/>
              <a:ext cx="8523" cy="7060"/>
            </a:xfrm>
            <a:custGeom>
              <a:avLst/>
              <a:gdLst/>
              <a:ahLst/>
              <a:cxnLst/>
              <a:rect l="l" t="t" r="r" b="b"/>
              <a:pathLst>
                <a:path w="268" h="222" extrusionOk="0">
                  <a:moveTo>
                    <a:pt x="236" y="0"/>
                  </a:moveTo>
                  <a:lnTo>
                    <a:pt x="236" y="0"/>
                  </a:lnTo>
                  <a:lnTo>
                    <a:pt x="221" y="0"/>
                  </a:lnTo>
                  <a:cubicBezTo>
                    <a:pt x="204" y="0"/>
                    <a:pt x="173" y="16"/>
                    <a:pt x="158" y="47"/>
                  </a:cubicBezTo>
                  <a:lnTo>
                    <a:pt x="158" y="95"/>
                  </a:lnTo>
                  <a:lnTo>
                    <a:pt x="15" y="158"/>
                  </a:lnTo>
                  <a:cubicBezTo>
                    <a:pt x="0" y="173"/>
                    <a:pt x="0" y="190"/>
                    <a:pt x="0" y="205"/>
                  </a:cubicBezTo>
                  <a:cubicBezTo>
                    <a:pt x="0" y="221"/>
                    <a:pt x="15" y="221"/>
                    <a:pt x="32" y="221"/>
                  </a:cubicBezTo>
                  <a:lnTo>
                    <a:pt x="32" y="221"/>
                  </a:lnTo>
                  <a:lnTo>
                    <a:pt x="32" y="205"/>
                  </a:lnTo>
                  <a:cubicBezTo>
                    <a:pt x="32" y="190"/>
                    <a:pt x="47" y="173"/>
                    <a:pt x="63" y="173"/>
                  </a:cubicBezTo>
                  <a:lnTo>
                    <a:pt x="63" y="173"/>
                  </a:lnTo>
                  <a:lnTo>
                    <a:pt x="63" y="173"/>
                  </a:lnTo>
                  <a:cubicBezTo>
                    <a:pt x="95" y="173"/>
                    <a:pt x="110" y="173"/>
                    <a:pt x="126" y="190"/>
                  </a:cubicBezTo>
                  <a:lnTo>
                    <a:pt x="204" y="158"/>
                  </a:lnTo>
                  <a:cubicBezTo>
                    <a:pt x="221" y="158"/>
                    <a:pt x="221" y="142"/>
                    <a:pt x="221" y="142"/>
                  </a:cubicBezTo>
                  <a:lnTo>
                    <a:pt x="221" y="127"/>
                  </a:lnTo>
                  <a:cubicBezTo>
                    <a:pt x="221" y="127"/>
                    <a:pt x="221" y="110"/>
                    <a:pt x="236" y="110"/>
                  </a:cubicBezTo>
                  <a:lnTo>
                    <a:pt x="221" y="110"/>
                  </a:lnTo>
                  <a:lnTo>
                    <a:pt x="221" y="79"/>
                  </a:lnTo>
                  <a:cubicBezTo>
                    <a:pt x="221" y="79"/>
                    <a:pt x="221" y="63"/>
                    <a:pt x="252" y="63"/>
                  </a:cubicBezTo>
                  <a:cubicBezTo>
                    <a:pt x="267" y="63"/>
                    <a:pt x="267" y="32"/>
                    <a:pt x="267" y="16"/>
                  </a:cubicBezTo>
                  <a:cubicBezTo>
                    <a:pt x="267" y="0"/>
                    <a:pt x="252" y="0"/>
                    <a:pt x="23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6" name="Google Shape;1526;p38"/>
            <p:cNvSpPr/>
            <p:nvPr/>
          </p:nvSpPr>
          <p:spPr>
            <a:xfrm>
              <a:off x="3410016" y="1768218"/>
              <a:ext cx="6551" cy="5534"/>
            </a:xfrm>
            <a:custGeom>
              <a:avLst/>
              <a:gdLst/>
              <a:ahLst/>
              <a:cxnLst/>
              <a:rect l="l" t="t" r="r" b="b"/>
              <a:pathLst>
                <a:path w="206" h="174" extrusionOk="0">
                  <a:moveTo>
                    <a:pt x="174" y="1"/>
                  </a:moveTo>
                  <a:lnTo>
                    <a:pt x="158" y="1"/>
                  </a:lnTo>
                  <a:lnTo>
                    <a:pt x="158" y="1"/>
                  </a:lnTo>
                  <a:cubicBezTo>
                    <a:pt x="142" y="1"/>
                    <a:pt x="126" y="16"/>
                    <a:pt x="126" y="32"/>
                  </a:cubicBezTo>
                  <a:lnTo>
                    <a:pt x="126" y="32"/>
                  </a:lnTo>
                  <a:cubicBezTo>
                    <a:pt x="142" y="79"/>
                    <a:pt x="111" y="95"/>
                    <a:pt x="48" y="95"/>
                  </a:cubicBezTo>
                  <a:lnTo>
                    <a:pt x="32" y="110"/>
                  </a:lnTo>
                  <a:cubicBezTo>
                    <a:pt x="16" y="110"/>
                    <a:pt x="0" y="127"/>
                    <a:pt x="16" y="142"/>
                  </a:cubicBezTo>
                  <a:lnTo>
                    <a:pt x="16" y="158"/>
                  </a:lnTo>
                  <a:lnTo>
                    <a:pt x="32" y="158"/>
                  </a:lnTo>
                  <a:cubicBezTo>
                    <a:pt x="32" y="173"/>
                    <a:pt x="32" y="173"/>
                    <a:pt x="48" y="173"/>
                  </a:cubicBezTo>
                  <a:lnTo>
                    <a:pt x="48" y="173"/>
                  </a:lnTo>
                  <a:lnTo>
                    <a:pt x="63" y="173"/>
                  </a:lnTo>
                  <a:cubicBezTo>
                    <a:pt x="79" y="173"/>
                    <a:pt x="95" y="158"/>
                    <a:pt x="111" y="158"/>
                  </a:cubicBezTo>
                  <a:cubicBezTo>
                    <a:pt x="142" y="142"/>
                    <a:pt x="174" y="127"/>
                    <a:pt x="189" y="110"/>
                  </a:cubicBezTo>
                  <a:cubicBezTo>
                    <a:pt x="189" y="95"/>
                    <a:pt x="205" y="64"/>
                    <a:pt x="205" y="32"/>
                  </a:cubicBezTo>
                  <a:cubicBezTo>
                    <a:pt x="205" y="16"/>
                    <a:pt x="189" y="16"/>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7" name="Google Shape;1527;p38"/>
            <p:cNvSpPr/>
            <p:nvPr/>
          </p:nvSpPr>
          <p:spPr>
            <a:xfrm>
              <a:off x="3028689" y="1806287"/>
              <a:ext cx="4516" cy="5057"/>
            </a:xfrm>
            <a:custGeom>
              <a:avLst/>
              <a:gdLst/>
              <a:ahLst/>
              <a:cxnLst/>
              <a:rect l="l" t="t" r="r" b="b"/>
              <a:pathLst>
                <a:path w="142" h="159" extrusionOk="0">
                  <a:moveTo>
                    <a:pt x="142" y="1"/>
                  </a:moveTo>
                  <a:lnTo>
                    <a:pt x="127" y="32"/>
                  </a:lnTo>
                  <a:lnTo>
                    <a:pt x="110" y="48"/>
                  </a:lnTo>
                  <a:cubicBezTo>
                    <a:pt x="95" y="48"/>
                    <a:pt x="95" y="48"/>
                    <a:pt x="95" y="32"/>
                  </a:cubicBezTo>
                  <a:cubicBezTo>
                    <a:pt x="79" y="64"/>
                    <a:pt x="64" y="64"/>
                    <a:pt x="32" y="79"/>
                  </a:cubicBezTo>
                  <a:lnTo>
                    <a:pt x="16" y="95"/>
                  </a:lnTo>
                  <a:cubicBezTo>
                    <a:pt x="1" y="111"/>
                    <a:pt x="1" y="127"/>
                    <a:pt x="1" y="142"/>
                  </a:cubicBezTo>
                  <a:cubicBezTo>
                    <a:pt x="16" y="159"/>
                    <a:pt x="32" y="159"/>
                    <a:pt x="32" y="159"/>
                  </a:cubicBezTo>
                  <a:lnTo>
                    <a:pt x="47" y="159"/>
                  </a:lnTo>
                  <a:lnTo>
                    <a:pt x="64" y="142"/>
                  </a:lnTo>
                  <a:cubicBezTo>
                    <a:pt x="95" y="127"/>
                    <a:pt x="110" y="111"/>
                    <a:pt x="127" y="95"/>
                  </a:cubicBezTo>
                  <a:lnTo>
                    <a:pt x="127" y="79"/>
                  </a:lnTo>
                  <a:lnTo>
                    <a:pt x="142" y="48"/>
                  </a:lnTo>
                  <a:lnTo>
                    <a:pt x="142"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8" name="Google Shape;1528;p38"/>
            <p:cNvSpPr/>
            <p:nvPr/>
          </p:nvSpPr>
          <p:spPr>
            <a:xfrm>
              <a:off x="3085300" y="1796269"/>
              <a:ext cx="2544" cy="3053"/>
            </a:xfrm>
            <a:custGeom>
              <a:avLst/>
              <a:gdLst/>
              <a:ahLst/>
              <a:cxnLst/>
              <a:rect l="l" t="t" r="r" b="b"/>
              <a:pathLst>
                <a:path w="80" h="96" extrusionOk="0">
                  <a:moveTo>
                    <a:pt x="32" y="1"/>
                  </a:moveTo>
                  <a:lnTo>
                    <a:pt x="32" y="1"/>
                  </a:lnTo>
                  <a:lnTo>
                    <a:pt x="17" y="1"/>
                  </a:lnTo>
                  <a:lnTo>
                    <a:pt x="17" y="1"/>
                  </a:lnTo>
                  <a:lnTo>
                    <a:pt x="32" y="32"/>
                  </a:lnTo>
                  <a:cubicBezTo>
                    <a:pt x="32" y="47"/>
                    <a:pt x="32" y="64"/>
                    <a:pt x="17" y="79"/>
                  </a:cubicBezTo>
                  <a:lnTo>
                    <a:pt x="0" y="79"/>
                  </a:lnTo>
                  <a:cubicBezTo>
                    <a:pt x="0" y="95"/>
                    <a:pt x="0" y="95"/>
                    <a:pt x="17" y="95"/>
                  </a:cubicBezTo>
                  <a:lnTo>
                    <a:pt x="32" y="95"/>
                  </a:lnTo>
                  <a:lnTo>
                    <a:pt x="63" y="95"/>
                  </a:lnTo>
                  <a:cubicBezTo>
                    <a:pt x="80" y="64"/>
                    <a:pt x="80" y="32"/>
                    <a:pt x="63" y="16"/>
                  </a:cubicBezTo>
                  <a:lnTo>
                    <a:pt x="63" y="16"/>
                  </a:lnTo>
                  <a:lnTo>
                    <a:pt x="63" y="16"/>
                  </a:lnTo>
                  <a:cubicBezTo>
                    <a:pt x="48"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9" name="Google Shape;1529;p38"/>
            <p:cNvSpPr/>
            <p:nvPr/>
          </p:nvSpPr>
          <p:spPr>
            <a:xfrm>
              <a:off x="3106863" y="1800276"/>
              <a:ext cx="3053" cy="4039"/>
            </a:xfrm>
            <a:custGeom>
              <a:avLst/>
              <a:gdLst/>
              <a:ahLst/>
              <a:cxnLst/>
              <a:rect l="l" t="t" r="r" b="b"/>
              <a:pathLst>
                <a:path w="96" h="127" extrusionOk="0">
                  <a:moveTo>
                    <a:pt x="47" y="1"/>
                  </a:moveTo>
                  <a:lnTo>
                    <a:pt x="16" y="48"/>
                  </a:lnTo>
                  <a:cubicBezTo>
                    <a:pt x="0" y="48"/>
                    <a:pt x="0" y="64"/>
                    <a:pt x="0" y="64"/>
                  </a:cubicBezTo>
                  <a:lnTo>
                    <a:pt x="32" y="111"/>
                  </a:lnTo>
                  <a:cubicBezTo>
                    <a:pt x="32" y="111"/>
                    <a:pt x="47" y="127"/>
                    <a:pt x="64" y="127"/>
                  </a:cubicBezTo>
                  <a:lnTo>
                    <a:pt x="79" y="111"/>
                  </a:lnTo>
                  <a:cubicBezTo>
                    <a:pt x="95" y="111"/>
                    <a:pt x="95" y="79"/>
                    <a:pt x="79" y="64"/>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0" name="Google Shape;1530;p38"/>
            <p:cNvSpPr/>
            <p:nvPr/>
          </p:nvSpPr>
          <p:spPr>
            <a:xfrm>
              <a:off x="3417521" y="1783738"/>
              <a:ext cx="6551" cy="6042"/>
            </a:xfrm>
            <a:custGeom>
              <a:avLst/>
              <a:gdLst/>
              <a:ahLst/>
              <a:cxnLst/>
              <a:rect l="l" t="t" r="r" b="b"/>
              <a:pathLst>
                <a:path w="206" h="190" extrusionOk="0">
                  <a:moveTo>
                    <a:pt x="142" y="0"/>
                  </a:moveTo>
                  <a:cubicBezTo>
                    <a:pt x="142" y="17"/>
                    <a:pt x="127" y="32"/>
                    <a:pt x="127" y="32"/>
                  </a:cubicBezTo>
                  <a:cubicBezTo>
                    <a:pt x="111" y="48"/>
                    <a:pt x="96" y="48"/>
                    <a:pt x="79" y="48"/>
                  </a:cubicBezTo>
                  <a:lnTo>
                    <a:pt x="111" y="63"/>
                  </a:lnTo>
                  <a:lnTo>
                    <a:pt x="96" y="80"/>
                  </a:lnTo>
                  <a:lnTo>
                    <a:pt x="1" y="143"/>
                  </a:lnTo>
                  <a:lnTo>
                    <a:pt x="16" y="143"/>
                  </a:lnTo>
                  <a:cubicBezTo>
                    <a:pt x="33" y="143"/>
                    <a:pt x="33" y="174"/>
                    <a:pt x="33" y="189"/>
                  </a:cubicBezTo>
                  <a:lnTo>
                    <a:pt x="33" y="189"/>
                  </a:lnTo>
                  <a:lnTo>
                    <a:pt x="33" y="189"/>
                  </a:lnTo>
                  <a:lnTo>
                    <a:pt x="33" y="189"/>
                  </a:lnTo>
                  <a:lnTo>
                    <a:pt x="48" y="189"/>
                  </a:lnTo>
                  <a:lnTo>
                    <a:pt x="48" y="189"/>
                  </a:lnTo>
                  <a:lnTo>
                    <a:pt x="64" y="174"/>
                  </a:lnTo>
                  <a:cubicBezTo>
                    <a:pt x="48" y="174"/>
                    <a:pt x="48" y="158"/>
                    <a:pt x="48" y="143"/>
                  </a:cubicBezTo>
                  <a:cubicBezTo>
                    <a:pt x="48" y="126"/>
                    <a:pt x="64" y="111"/>
                    <a:pt x="79" y="111"/>
                  </a:cubicBezTo>
                  <a:lnTo>
                    <a:pt x="79" y="111"/>
                  </a:lnTo>
                  <a:lnTo>
                    <a:pt x="96" y="111"/>
                  </a:lnTo>
                  <a:lnTo>
                    <a:pt x="142" y="126"/>
                  </a:lnTo>
                  <a:lnTo>
                    <a:pt x="142" y="126"/>
                  </a:lnTo>
                  <a:lnTo>
                    <a:pt x="190" y="95"/>
                  </a:lnTo>
                  <a:cubicBezTo>
                    <a:pt x="205" y="95"/>
                    <a:pt x="205" y="80"/>
                    <a:pt x="205" y="80"/>
                  </a:cubicBezTo>
                  <a:lnTo>
                    <a:pt x="205" y="63"/>
                  </a:lnTo>
                  <a:lnTo>
                    <a:pt x="190" y="63"/>
                  </a:lnTo>
                  <a:cubicBezTo>
                    <a:pt x="174" y="63"/>
                    <a:pt x="159" y="48"/>
                    <a:pt x="159" y="32"/>
                  </a:cubicBezTo>
                  <a:lnTo>
                    <a:pt x="159"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1" name="Google Shape;1531;p38"/>
            <p:cNvSpPr/>
            <p:nvPr/>
          </p:nvSpPr>
          <p:spPr>
            <a:xfrm>
              <a:off x="3302296" y="1809785"/>
              <a:ext cx="4516" cy="4039"/>
            </a:xfrm>
            <a:custGeom>
              <a:avLst/>
              <a:gdLst/>
              <a:ahLst/>
              <a:cxnLst/>
              <a:rect l="l" t="t" r="r" b="b"/>
              <a:pathLst>
                <a:path w="142" h="127" extrusionOk="0">
                  <a:moveTo>
                    <a:pt x="78" y="1"/>
                  </a:moveTo>
                  <a:lnTo>
                    <a:pt x="78" y="1"/>
                  </a:lnTo>
                  <a:lnTo>
                    <a:pt x="63" y="1"/>
                  </a:lnTo>
                  <a:lnTo>
                    <a:pt x="15" y="32"/>
                  </a:lnTo>
                  <a:cubicBezTo>
                    <a:pt x="15" y="32"/>
                    <a:pt x="15" y="49"/>
                    <a:pt x="0" y="49"/>
                  </a:cubicBezTo>
                  <a:cubicBezTo>
                    <a:pt x="15" y="49"/>
                    <a:pt x="15" y="49"/>
                    <a:pt x="15" y="64"/>
                  </a:cubicBezTo>
                  <a:lnTo>
                    <a:pt x="15" y="80"/>
                  </a:lnTo>
                  <a:lnTo>
                    <a:pt x="15" y="95"/>
                  </a:lnTo>
                  <a:lnTo>
                    <a:pt x="32" y="80"/>
                  </a:lnTo>
                  <a:lnTo>
                    <a:pt x="47" y="80"/>
                  </a:lnTo>
                  <a:lnTo>
                    <a:pt x="47" y="80"/>
                  </a:lnTo>
                  <a:lnTo>
                    <a:pt x="78" y="80"/>
                  </a:lnTo>
                  <a:lnTo>
                    <a:pt x="78" y="112"/>
                  </a:lnTo>
                  <a:cubicBezTo>
                    <a:pt x="78" y="127"/>
                    <a:pt x="78" y="127"/>
                    <a:pt x="95" y="127"/>
                  </a:cubicBezTo>
                  <a:lnTo>
                    <a:pt x="95" y="127"/>
                  </a:lnTo>
                  <a:lnTo>
                    <a:pt x="95" y="127"/>
                  </a:lnTo>
                  <a:cubicBezTo>
                    <a:pt x="110" y="127"/>
                    <a:pt x="126" y="112"/>
                    <a:pt x="126" y="95"/>
                  </a:cubicBezTo>
                  <a:cubicBezTo>
                    <a:pt x="141" y="80"/>
                    <a:pt x="126" y="64"/>
                    <a:pt x="110" y="64"/>
                  </a:cubicBezTo>
                  <a:lnTo>
                    <a:pt x="110" y="64"/>
                  </a:lnTo>
                  <a:cubicBezTo>
                    <a:pt x="95" y="64"/>
                    <a:pt x="95" y="64"/>
                    <a:pt x="78" y="49"/>
                  </a:cubicBezTo>
                  <a:cubicBezTo>
                    <a:pt x="63" y="32"/>
                    <a:pt x="78" y="17"/>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2" name="Google Shape;1532;p38"/>
            <p:cNvSpPr/>
            <p:nvPr/>
          </p:nvSpPr>
          <p:spPr>
            <a:xfrm>
              <a:off x="3319311" y="1809785"/>
              <a:ext cx="7060" cy="7569"/>
            </a:xfrm>
            <a:custGeom>
              <a:avLst/>
              <a:gdLst/>
              <a:ahLst/>
              <a:cxnLst/>
              <a:rect l="l" t="t" r="r" b="b"/>
              <a:pathLst>
                <a:path w="222" h="238" extrusionOk="0">
                  <a:moveTo>
                    <a:pt x="111" y="1"/>
                  </a:moveTo>
                  <a:lnTo>
                    <a:pt x="111" y="1"/>
                  </a:lnTo>
                  <a:cubicBezTo>
                    <a:pt x="95" y="1"/>
                    <a:pt x="95" y="17"/>
                    <a:pt x="95" y="17"/>
                  </a:cubicBezTo>
                  <a:lnTo>
                    <a:pt x="1" y="80"/>
                  </a:lnTo>
                  <a:lnTo>
                    <a:pt x="1" y="80"/>
                  </a:lnTo>
                  <a:lnTo>
                    <a:pt x="79" y="112"/>
                  </a:lnTo>
                  <a:lnTo>
                    <a:pt x="95" y="95"/>
                  </a:lnTo>
                  <a:lnTo>
                    <a:pt x="95" y="112"/>
                  </a:lnTo>
                  <a:lnTo>
                    <a:pt x="95" y="112"/>
                  </a:lnTo>
                  <a:cubicBezTo>
                    <a:pt x="111" y="112"/>
                    <a:pt x="127" y="127"/>
                    <a:pt x="111" y="143"/>
                  </a:cubicBezTo>
                  <a:cubicBezTo>
                    <a:pt x="111" y="158"/>
                    <a:pt x="95" y="175"/>
                    <a:pt x="79" y="175"/>
                  </a:cubicBezTo>
                  <a:lnTo>
                    <a:pt x="79" y="175"/>
                  </a:lnTo>
                  <a:cubicBezTo>
                    <a:pt x="79" y="190"/>
                    <a:pt x="95" y="190"/>
                    <a:pt x="95" y="206"/>
                  </a:cubicBezTo>
                  <a:lnTo>
                    <a:pt x="127" y="221"/>
                  </a:lnTo>
                  <a:lnTo>
                    <a:pt x="190" y="221"/>
                  </a:lnTo>
                  <a:lnTo>
                    <a:pt x="190" y="221"/>
                  </a:lnTo>
                  <a:cubicBezTo>
                    <a:pt x="205" y="221"/>
                    <a:pt x="205" y="238"/>
                    <a:pt x="221" y="238"/>
                  </a:cubicBezTo>
                  <a:cubicBezTo>
                    <a:pt x="221" y="221"/>
                    <a:pt x="205" y="221"/>
                    <a:pt x="205" y="221"/>
                  </a:cubicBezTo>
                  <a:lnTo>
                    <a:pt x="174" y="175"/>
                  </a:lnTo>
                  <a:lnTo>
                    <a:pt x="158" y="158"/>
                  </a:lnTo>
                  <a:lnTo>
                    <a:pt x="158" y="64"/>
                  </a:lnTo>
                  <a:cubicBezTo>
                    <a:pt x="158" y="49"/>
                    <a:pt x="158" y="32"/>
                    <a:pt x="142" y="17"/>
                  </a:cubicBezTo>
                  <a:lnTo>
                    <a:pt x="127"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3" name="Google Shape;1533;p38"/>
            <p:cNvSpPr/>
            <p:nvPr/>
          </p:nvSpPr>
          <p:spPr>
            <a:xfrm>
              <a:off x="3263210" y="1813792"/>
              <a:ext cx="4516" cy="5057"/>
            </a:xfrm>
            <a:custGeom>
              <a:avLst/>
              <a:gdLst/>
              <a:ahLst/>
              <a:cxnLst/>
              <a:rect l="l" t="t" r="r" b="b"/>
              <a:pathLst>
                <a:path w="142" h="159" extrusionOk="0">
                  <a:moveTo>
                    <a:pt x="32" y="1"/>
                  </a:moveTo>
                  <a:lnTo>
                    <a:pt x="32" y="1"/>
                  </a:lnTo>
                  <a:cubicBezTo>
                    <a:pt x="15" y="1"/>
                    <a:pt x="0" y="17"/>
                    <a:pt x="0" y="32"/>
                  </a:cubicBezTo>
                  <a:lnTo>
                    <a:pt x="0" y="95"/>
                  </a:lnTo>
                  <a:cubicBezTo>
                    <a:pt x="0" y="112"/>
                    <a:pt x="0" y="127"/>
                    <a:pt x="15" y="143"/>
                  </a:cubicBezTo>
                  <a:lnTo>
                    <a:pt x="32" y="143"/>
                  </a:lnTo>
                  <a:cubicBezTo>
                    <a:pt x="32" y="143"/>
                    <a:pt x="32" y="158"/>
                    <a:pt x="47" y="158"/>
                  </a:cubicBezTo>
                  <a:lnTo>
                    <a:pt x="63" y="143"/>
                  </a:lnTo>
                  <a:lnTo>
                    <a:pt x="78" y="127"/>
                  </a:lnTo>
                  <a:lnTo>
                    <a:pt x="110" y="143"/>
                  </a:lnTo>
                  <a:cubicBezTo>
                    <a:pt x="110" y="143"/>
                    <a:pt x="110" y="127"/>
                    <a:pt x="126" y="127"/>
                  </a:cubicBezTo>
                  <a:cubicBezTo>
                    <a:pt x="126" y="112"/>
                    <a:pt x="126" y="112"/>
                    <a:pt x="141" y="95"/>
                  </a:cubicBezTo>
                  <a:lnTo>
                    <a:pt x="141" y="95"/>
                  </a:lnTo>
                  <a:lnTo>
                    <a:pt x="141" y="80"/>
                  </a:lnTo>
                  <a:lnTo>
                    <a:pt x="141" y="80"/>
                  </a:lnTo>
                  <a:lnTo>
                    <a:pt x="95" y="64"/>
                  </a:lnTo>
                  <a:lnTo>
                    <a:pt x="78" y="49"/>
                  </a:lnTo>
                  <a:lnTo>
                    <a:pt x="78" y="49"/>
                  </a:lnTo>
                  <a:lnTo>
                    <a:pt x="78" y="49"/>
                  </a:lnTo>
                  <a:cubicBezTo>
                    <a:pt x="78" y="32"/>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4" name="Google Shape;1534;p38"/>
            <p:cNvSpPr/>
            <p:nvPr/>
          </p:nvSpPr>
          <p:spPr>
            <a:xfrm>
              <a:off x="3433041" y="1803297"/>
              <a:ext cx="4039" cy="3530"/>
            </a:xfrm>
            <a:custGeom>
              <a:avLst/>
              <a:gdLst/>
              <a:ahLst/>
              <a:cxnLst/>
              <a:rect l="l" t="t" r="r" b="b"/>
              <a:pathLst>
                <a:path w="127" h="111" extrusionOk="0">
                  <a:moveTo>
                    <a:pt x="32" y="0"/>
                  </a:moveTo>
                  <a:lnTo>
                    <a:pt x="32" y="16"/>
                  </a:lnTo>
                  <a:lnTo>
                    <a:pt x="17" y="32"/>
                  </a:lnTo>
                  <a:lnTo>
                    <a:pt x="17" y="16"/>
                  </a:lnTo>
                  <a:lnTo>
                    <a:pt x="17" y="32"/>
                  </a:lnTo>
                  <a:cubicBezTo>
                    <a:pt x="17" y="32"/>
                    <a:pt x="17" y="47"/>
                    <a:pt x="1" y="47"/>
                  </a:cubicBezTo>
                  <a:lnTo>
                    <a:pt x="32" y="47"/>
                  </a:lnTo>
                  <a:lnTo>
                    <a:pt x="49" y="47"/>
                  </a:lnTo>
                  <a:lnTo>
                    <a:pt x="49" y="47"/>
                  </a:lnTo>
                  <a:cubicBezTo>
                    <a:pt x="80" y="47"/>
                    <a:pt x="95" y="63"/>
                    <a:pt x="95" y="95"/>
                  </a:cubicBezTo>
                  <a:lnTo>
                    <a:pt x="80" y="95"/>
                  </a:lnTo>
                  <a:lnTo>
                    <a:pt x="95" y="110"/>
                  </a:lnTo>
                  <a:lnTo>
                    <a:pt x="95" y="95"/>
                  </a:lnTo>
                  <a:lnTo>
                    <a:pt x="95" y="95"/>
                  </a:lnTo>
                  <a:cubicBezTo>
                    <a:pt x="95" y="79"/>
                    <a:pt x="95" y="63"/>
                    <a:pt x="127" y="47"/>
                  </a:cubicBezTo>
                  <a:lnTo>
                    <a:pt x="127" y="47"/>
                  </a:lnTo>
                  <a:cubicBezTo>
                    <a:pt x="112" y="47"/>
                    <a:pt x="112" y="47"/>
                    <a:pt x="95"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5" name="Google Shape;1535;p38"/>
            <p:cNvSpPr/>
            <p:nvPr/>
          </p:nvSpPr>
          <p:spPr>
            <a:xfrm>
              <a:off x="3309293" y="1817323"/>
              <a:ext cx="6042" cy="3530"/>
            </a:xfrm>
            <a:custGeom>
              <a:avLst/>
              <a:gdLst/>
              <a:ahLst/>
              <a:cxnLst/>
              <a:rect l="l" t="t" r="r" b="b"/>
              <a:pathLst>
                <a:path w="190" h="111" extrusionOk="0">
                  <a:moveTo>
                    <a:pt x="190" y="1"/>
                  </a:moveTo>
                  <a:lnTo>
                    <a:pt x="173" y="1"/>
                  </a:lnTo>
                  <a:lnTo>
                    <a:pt x="173" y="16"/>
                  </a:lnTo>
                  <a:cubicBezTo>
                    <a:pt x="190" y="32"/>
                    <a:pt x="173" y="47"/>
                    <a:pt x="142" y="47"/>
                  </a:cubicBezTo>
                  <a:lnTo>
                    <a:pt x="142" y="47"/>
                  </a:lnTo>
                  <a:cubicBezTo>
                    <a:pt x="127" y="47"/>
                    <a:pt x="110" y="32"/>
                    <a:pt x="110" y="16"/>
                  </a:cubicBezTo>
                  <a:lnTo>
                    <a:pt x="110" y="1"/>
                  </a:lnTo>
                  <a:lnTo>
                    <a:pt x="64" y="1"/>
                  </a:lnTo>
                  <a:cubicBezTo>
                    <a:pt x="64" y="1"/>
                    <a:pt x="79" y="16"/>
                    <a:pt x="64" y="16"/>
                  </a:cubicBezTo>
                  <a:cubicBezTo>
                    <a:pt x="64" y="79"/>
                    <a:pt x="16" y="79"/>
                    <a:pt x="1" y="79"/>
                  </a:cubicBezTo>
                  <a:lnTo>
                    <a:pt x="1" y="79"/>
                  </a:lnTo>
                  <a:lnTo>
                    <a:pt x="1" y="95"/>
                  </a:lnTo>
                  <a:lnTo>
                    <a:pt x="1" y="110"/>
                  </a:lnTo>
                  <a:cubicBezTo>
                    <a:pt x="1" y="95"/>
                    <a:pt x="16" y="95"/>
                    <a:pt x="16" y="79"/>
                  </a:cubicBezTo>
                  <a:lnTo>
                    <a:pt x="32" y="79"/>
                  </a:lnTo>
                  <a:lnTo>
                    <a:pt x="32" y="79"/>
                  </a:lnTo>
                  <a:lnTo>
                    <a:pt x="47" y="79"/>
                  </a:lnTo>
                  <a:lnTo>
                    <a:pt x="47" y="79"/>
                  </a:lnTo>
                  <a:cubicBezTo>
                    <a:pt x="64" y="64"/>
                    <a:pt x="64" y="64"/>
                    <a:pt x="79" y="64"/>
                  </a:cubicBezTo>
                  <a:lnTo>
                    <a:pt x="79" y="64"/>
                  </a:lnTo>
                  <a:lnTo>
                    <a:pt x="95" y="64"/>
                  </a:lnTo>
                  <a:lnTo>
                    <a:pt x="190" y="64"/>
                  </a:lnTo>
                  <a:cubicBezTo>
                    <a:pt x="190" y="47"/>
                    <a:pt x="173" y="16"/>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6" name="Google Shape;1536;p38"/>
            <p:cNvSpPr/>
            <p:nvPr/>
          </p:nvSpPr>
          <p:spPr>
            <a:xfrm>
              <a:off x="3426045" y="1802279"/>
              <a:ext cx="8046" cy="3053"/>
            </a:xfrm>
            <a:custGeom>
              <a:avLst/>
              <a:gdLst/>
              <a:ahLst/>
              <a:cxnLst/>
              <a:rect l="l" t="t" r="r" b="b"/>
              <a:pathLst>
                <a:path w="253" h="96" extrusionOk="0">
                  <a:moveTo>
                    <a:pt x="206" y="1"/>
                  </a:moveTo>
                  <a:lnTo>
                    <a:pt x="206" y="1"/>
                  </a:lnTo>
                  <a:cubicBezTo>
                    <a:pt x="189" y="1"/>
                    <a:pt x="189" y="16"/>
                    <a:pt x="189" y="16"/>
                  </a:cubicBezTo>
                  <a:lnTo>
                    <a:pt x="143" y="16"/>
                  </a:lnTo>
                  <a:cubicBezTo>
                    <a:pt x="126" y="32"/>
                    <a:pt x="111" y="48"/>
                    <a:pt x="95" y="48"/>
                  </a:cubicBezTo>
                  <a:cubicBezTo>
                    <a:pt x="80" y="48"/>
                    <a:pt x="63" y="32"/>
                    <a:pt x="48" y="32"/>
                  </a:cubicBezTo>
                  <a:lnTo>
                    <a:pt x="48" y="32"/>
                  </a:lnTo>
                  <a:lnTo>
                    <a:pt x="48" y="32"/>
                  </a:lnTo>
                  <a:cubicBezTo>
                    <a:pt x="17" y="32"/>
                    <a:pt x="0" y="48"/>
                    <a:pt x="0" y="64"/>
                  </a:cubicBezTo>
                  <a:cubicBezTo>
                    <a:pt x="0" y="79"/>
                    <a:pt x="17" y="95"/>
                    <a:pt x="48" y="95"/>
                  </a:cubicBezTo>
                  <a:lnTo>
                    <a:pt x="48" y="95"/>
                  </a:lnTo>
                  <a:lnTo>
                    <a:pt x="63" y="95"/>
                  </a:lnTo>
                  <a:lnTo>
                    <a:pt x="95" y="95"/>
                  </a:lnTo>
                  <a:lnTo>
                    <a:pt x="95" y="95"/>
                  </a:lnTo>
                  <a:cubicBezTo>
                    <a:pt x="111" y="64"/>
                    <a:pt x="126" y="48"/>
                    <a:pt x="143" y="32"/>
                  </a:cubicBezTo>
                  <a:lnTo>
                    <a:pt x="158" y="32"/>
                  </a:lnTo>
                  <a:lnTo>
                    <a:pt x="174" y="32"/>
                  </a:lnTo>
                  <a:cubicBezTo>
                    <a:pt x="174" y="32"/>
                    <a:pt x="189" y="32"/>
                    <a:pt x="189" y="48"/>
                  </a:cubicBezTo>
                  <a:cubicBezTo>
                    <a:pt x="206" y="64"/>
                    <a:pt x="206" y="79"/>
                    <a:pt x="189" y="79"/>
                  </a:cubicBezTo>
                  <a:lnTo>
                    <a:pt x="189" y="79"/>
                  </a:lnTo>
                  <a:lnTo>
                    <a:pt x="206" y="79"/>
                  </a:lnTo>
                  <a:lnTo>
                    <a:pt x="221" y="79"/>
                  </a:lnTo>
                  <a:cubicBezTo>
                    <a:pt x="237" y="79"/>
                    <a:pt x="237" y="64"/>
                    <a:pt x="237" y="64"/>
                  </a:cubicBezTo>
                  <a:lnTo>
                    <a:pt x="237" y="48"/>
                  </a:lnTo>
                  <a:lnTo>
                    <a:pt x="237" y="64"/>
                  </a:lnTo>
                  <a:lnTo>
                    <a:pt x="252" y="48"/>
                  </a:lnTo>
                  <a:lnTo>
                    <a:pt x="252" y="32"/>
                  </a:lnTo>
                  <a:cubicBezTo>
                    <a:pt x="252" y="16"/>
                    <a:pt x="237"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7" name="Google Shape;1537;p38"/>
            <p:cNvSpPr/>
            <p:nvPr/>
          </p:nvSpPr>
          <p:spPr>
            <a:xfrm>
              <a:off x="3443060" y="1798749"/>
              <a:ext cx="3053" cy="4580"/>
            </a:xfrm>
            <a:custGeom>
              <a:avLst/>
              <a:gdLst/>
              <a:ahLst/>
              <a:cxnLst/>
              <a:rect l="l" t="t" r="r" b="b"/>
              <a:pathLst>
                <a:path w="96" h="144" extrusionOk="0">
                  <a:moveTo>
                    <a:pt x="95" y="1"/>
                  </a:moveTo>
                  <a:cubicBezTo>
                    <a:pt x="95" y="17"/>
                    <a:pt x="80" y="17"/>
                    <a:pt x="80" y="17"/>
                  </a:cubicBezTo>
                  <a:lnTo>
                    <a:pt x="80" y="49"/>
                  </a:lnTo>
                  <a:lnTo>
                    <a:pt x="32" y="49"/>
                  </a:lnTo>
                  <a:lnTo>
                    <a:pt x="32" y="64"/>
                  </a:lnTo>
                  <a:cubicBezTo>
                    <a:pt x="32" y="64"/>
                    <a:pt x="17" y="80"/>
                    <a:pt x="1" y="80"/>
                  </a:cubicBezTo>
                  <a:lnTo>
                    <a:pt x="1" y="80"/>
                  </a:lnTo>
                  <a:lnTo>
                    <a:pt x="1" y="80"/>
                  </a:lnTo>
                  <a:cubicBezTo>
                    <a:pt x="1" y="80"/>
                    <a:pt x="1" y="96"/>
                    <a:pt x="17" y="112"/>
                  </a:cubicBezTo>
                  <a:lnTo>
                    <a:pt x="32" y="143"/>
                  </a:lnTo>
                  <a:lnTo>
                    <a:pt x="32" y="143"/>
                  </a:lnTo>
                  <a:lnTo>
                    <a:pt x="49" y="143"/>
                  </a:lnTo>
                  <a:lnTo>
                    <a:pt x="95" y="112"/>
                  </a:lnTo>
                  <a:lnTo>
                    <a:pt x="95" y="112"/>
                  </a:lnTo>
                  <a:lnTo>
                    <a:pt x="95" y="112"/>
                  </a:lnTo>
                  <a:lnTo>
                    <a:pt x="95" y="64"/>
                  </a:lnTo>
                  <a:lnTo>
                    <a:pt x="95" y="49"/>
                  </a:lnTo>
                  <a:lnTo>
                    <a:pt x="95"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8" name="Google Shape;1538;p38"/>
            <p:cNvSpPr/>
            <p:nvPr/>
          </p:nvSpPr>
          <p:spPr>
            <a:xfrm>
              <a:off x="3443060" y="1805301"/>
              <a:ext cx="2576" cy="7060"/>
            </a:xfrm>
            <a:custGeom>
              <a:avLst/>
              <a:gdLst/>
              <a:ahLst/>
              <a:cxnLst/>
              <a:rect l="l" t="t" r="r" b="b"/>
              <a:pathLst>
                <a:path w="81" h="222" extrusionOk="0">
                  <a:moveTo>
                    <a:pt x="49" y="0"/>
                  </a:moveTo>
                  <a:lnTo>
                    <a:pt x="49" y="0"/>
                  </a:lnTo>
                  <a:lnTo>
                    <a:pt x="32" y="16"/>
                  </a:lnTo>
                  <a:cubicBezTo>
                    <a:pt x="17" y="32"/>
                    <a:pt x="1" y="32"/>
                    <a:pt x="1" y="63"/>
                  </a:cubicBezTo>
                  <a:lnTo>
                    <a:pt x="1" y="158"/>
                  </a:lnTo>
                  <a:cubicBezTo>
                    <a:pt x="1" y="173"/>
                    <a:pt x="17" y="173"/>
                    <a:pt x="17" y="190"/>
                  </a:cubicBezTo>
                  <a:lnTo>
                    <a:pt x="17" y="205"/>
                  </a:lnTo>
                  <a:cubicBezTo>
                    <a:pt x="17" y="205"/>
                    <a:pt x="32" y="221"/>
                    <a:pt x="49" y="221"/>
                  </a:cubicBezTo>
                  <a:lnTo>
                    <a:pt x="49" y="221"/>
                  </a:lnTo>
                  <a:cubicBezTo>
                    <a:pt x="64" y="221"/>
                    <a:pt x="64" y="221"/>
                    <a:pt x="80" y="205"/>
                  </a:cubicBezTo>
                  <a:lnTo>
                    <a:pt x="80" y="190"/>
                  </a:lnTo>
                  <a:lnTo>
                    <a:pt x="80" y="158"/>
                  </a:lnTo>
                  <a:lnTo>
                    <a:pt x="64" y="158"/>
                  </a:lnTo>
                  <a:lnTo>
                    <a:pt x="49" y="158"/>
                  </a:lnTo>
                  <a:cubicBezTo>
                    <a:pt x="49" y="158"/>
                    <a:pt x="32" y="158"/>
                    <a:pt x="17" y="142"/>
                  </a:cubicBezTo>
                  <a:cubicBezTo>
                    <a:pt x="17" y="126"/>
                    <a:pt x="17" y="110"/>
                    <a:pt x="32" y="95"/>
                  </a:cubicBezTo>
                  <a:lnTo>
                    <a:pt x="64" y="79"/>
                  </a:lnTo>
                  <a:cubicBezTo>
                    <a:pt x="49" y="63"/>
                    <a:pt x="32" y="47"/>
                    <a:pt x="32" y="32"/>
                  </a:cubicBezTo>
                  <a:cubicBezTo>
                    <a:pt x="49" y="16"/>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9" name="Google Shape;1539;p38"/>
            <p:cNvSpPr/>
            <p:nvPr/>
          </p:nvSpPr>
          <p:spPr>
            <a:xfrm>
              <a:off x="3269221" y="1774229"/>
              <a:ext cx="7537" cy="5534"/>
            </a:xfrm>
            <a:custGeom>
              <a:avLst/>
              <a:gdLst/>
              <a:ahLst/>
              <a:cxnLst/>
              <a:rect l="l" t="t" r="r" b="b"/>
              <a:pathLst>
                <a:path w="237" h="174" extrusionOk="0">
                  <a:moveTo>
                    <a:pt x="189" y="1"/>
                  </a:moveTo>
                  <a:lnTo>
                    <a:pt x="189" y="1"/>
                  </a:lnTo>
                  <a:lnTo>
                    <a:pt x="78" y="16"/>
                  </a:lnTo>
                  <a:lnTo>
                    <a:pt x="78" y="16"/>
                  </a:lnTo>
                  <a:cubicBezTo>
                    <a:pt x="63" y="16"/>
                    <a:pt x="47" y="32"/>
                    <a:pt x="47" y="47"/>
                  </a:cubicBezTo>
                  <a:lnTo>
                    <a:pt x="47" y="64"/>
                  </a:lnTo>
                  <a:lnTo>
                    <a:pt x="15" y="110"/>
                  </a:lnTo>
                  <a:cubicBezTo>
                    <a:pt x="0" y="127"/>
                    <a:pt x="0" y="142"/>
                    <a:pt x="15" y="158"/>
                  </a:cubicBezTo>
                  <a:cubicBezTo>
                    <a:pt x="15" y="173"/>
                    <a:pt x="32" y="173"/>
                    <a:pt x="32" y="173"/>
                  </a:cubicBezTo>
                  <a:cubicBezTo>
                    <a:pt x="47" y="173"/>
                    <a:pt x="63" y="158"/>
                    <a:pt x="63" y="158"/>
                  </a:cubicBezTo>
                  <a:lnTo>
                    <a:pt x="78" y="142"/>
                  </a:lnTo>
                  <a:lnTo>
                    <a:pt x="95" y="110"/>
                  </a:lnTo>
                  <a:lnTo>
                    <a:pt x="110" y="110"/>
                  </a:lnTo>
                  <a:lnTo>
                    <a:pt x="126" y="110"/>
                  </a:lnTo>
                  <a:lnTo>
                    <a:pt x="141" y="110"/>
                  </a:lnTo>
                  <a:lnTo>
                    <a:pt x="173" y="110"/>
                  </a:lnTo>
                  <a:cubicBezTo>
                    <a:pt x="205" y="95"/>
                    <a:pt x="221" y="79"/>
                    <a:pt x="221" y="47"/>
                  </a:cubicBezTo>
                  <a:cubicBezTo>
                    <a:pt x="236" y="47"/>
                    <a:pt x="236" y="32"/>
                    <a:pt x="221" y="16"/>
                  </a:cubicBezTo>
                  <a:lnTo>
                    <a:pt x="221" y="16"/>
                  </a:lnTo>
                  <a:cubicBezTo>
                    <a:pt x="205" y="16"/>
                    <a:pt x="205"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0" name="Google Shape;1540;p38"/>
            <p:cNvSpPr/>
            <p:nvPr/>
          </p:nvSpPr>
          <p:spPr>
            <a:xfrm>
              <a:off x="3317785" y="1766691"/>
              <a:ext cx="5057" cy="4039"/>
            </a:xfrm>
            <a:custGeom>
              <a:avLst/>
              <a:gdLst/>
              <a:ahLst/>
              <a:cxnLst/>
              <a:rect l="l" t="t" r="r" b="b"/>
              <a:pathLst>
                <a:path w="159" h="127" extrusionOk="0">
                  <a:moveTo>
                    <a:pt x="127" y="1"/>
                  </a:moveTo>
                  <a:lnTo>
                    <a:pt x="127" y="1"/>
                  </a:lnTo>
                  <a:cubicBezTo>
                    <a:pt x="112" y="1"/>
                    <a:pt x="96" y="1"/>
                    <a:pt x="96" y="17"/>
                  </a:cubicBezTo>
                  <a:cubicBezTo>
                    <a:pt x="64" y="17"/>
                    <a:pt x="33" y="17"/>
                    <a:pt x="17" y="49"/>
                  </a:cubicBezTo>
                  <a:cubicBezTo>
                    <a:pt x="1" y="64"/>
                    <a:pt x="1" y="95"/>
                    <a:pt x="1" y="127"/>
                  </a:cubicBezTo>
                  <a:cubicBezTo>
                    <a:pt x="17" y="95"/>
                    <a:pt x="49" y="95"/>
                    <a:pt x="64" y="95"/>
                  </a:cubicBezTo>
                  <a:lnTo>
                    <a:pt x="64" y="95"/>
                  </a:lnTo>
                  <a:lnTo>
                    <a:pt x="80" y="80"/>
                  </a:lnTo>
                  <a:cubicBezTo>
                    <a:pt x="80" y="80"/>
                    <a:pt x="96" y="64"/>
                    <a:pt x="112" y="64"/>
                  </a:cubicBezTo>
                  <a:lnTo>
                    <a:pt x="112" y="64"/>
                  </a:lnTo>
                  <a:lnTo>
                    <a:pt x="112" y="64"/>
                  </a:lnTo>
                  <a:cubicBezTo>
                    <a:pt x="127" y="64"/>
                    <a:pt x="127" y="64"/>
                    <a:pt x="143" y="80"/>
                  </a:cubicBezTo>
                  <a:lnTo>
                    <a:pt x="159" y="64"/>
                  </a:lnTo>
                  <a:lnTo>
                    <a:pt x="159" y="32"/>
                  </a:lnTo>
                  <a:cubicBezTo>
                    <a:pt x="159" y="17"/>
                    <a:pt x="143"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1" name="Google Shape;1541;p38"/>
            <p:cNvSpPr/>
            <p:nvPr/>
          </p:nvSpPr>
          <p:spPr>
            <a:xfrm>
              <a:off x="3407503" y="1772702"/>
              <a:ext cx="3530" cy="12053"/>
            </a:xfrm>
            <a:custGeom>
              <a:avLst/>
              <a:gdLst/>
              <a:ahLst/>
              <a:cxnLst/>
              <a:rect l="l" t="t" r="r" b="b"/>
              <a:pathLst>
                <a:path w="111" h="379" extrusionOk="0">
                  <a:moveTo>
                    <a:pt x="111" y="175"/>
                  </a:moveTo>
                  <a:lnTo>
                    <a:pt x="111" y="190"/>
                  </a:lnTo>
                  <a:lnTo>
                    <a:pt x="95" y="190"/>
                  </a:lnTo>
                  <a:lnTo>
                    <a:pt x="95" y="190"/>
                  </a:lnTo>
                  <a:cubicBezTo>
                    <a:pt x="95" y="221"/>
                    <a:pt x="79" y="238"/>
                    <a:pt x="64" y="238"/>
                  </a:cubicBezTo>
                  <a:lnTo>
                    <a:pt x="64" y="238"/>
                  </a:lnTo>
                  <a:lnTo>
                    <a:pt x="32" y="221"/>
                  </a:lnTo>
                  <a:cubicBezTo>
                    <a:pt x="32" y="238"/>
                    <a:pt x="16" y="253"/>
                    <a:pt x="1" y="269"/>
                  </a:cubicBezTo>
                  <a:lnTo>
                    <a:pt x="1" y="316"/>
                  </a:lnTo>
                  <a:lnTo>
                    <a:pt x="16" y="347"/>
                  </a:lnTo>
                  <a:lnTo>
                    <a:pt x="32" y="347"/>
                  </a:lnTo>
                  <a:lnTo>
                    <a:pt x="32" y="347"/>
                  </a:lnTo>
                  <a:cubicBezTo>
                    <a:pt x="48" y="347"/>
                    <a:pt x="64" y="347"/>
                    <a:pt x="79" y="379"/>
                  </a:cubicBezTo>
                  <a:lnTo>
                    <a:pt x="79" y="379"/>
                  </a:lnTo>
                  <a:cubicBezTo>
                    <a:pt x="95" y="379"/>
                    <a:pt x="95" y="347"/>
                    <a:pt x="95" y="332"/>
                  </a:cubicBezTo>
                  <a:lnTo>
                    <a:pt x="79" y="316"/>
                  </a:lnTo>
                  <a:lnTo>
                    <a:pt x="79" y="301"/>
                  </a:lnTo>
                  <a:cubicBezTo>
                    <a:pt x="95" y="284"/>
                    <a:pt x="95" y="253"/>
                    <a:pt x="111" y="238"/>
                  </a:cubicBezTo>
                  <a:lnTo>
                    <a:pt x="111" y="238"/>
                  </a:lnTo>
                  <a:lnTo>
                    <a:pt x="111" y="206"/>
                  </a:lnTo>
                  <a:lnTo>
                    <a:pt x="111" y="175"/>
                  </a:lnTo>
                  <a:close/>
                  <a:moveTo>
                    <a:pt x="79" y="1"/>
                  </a:moveTo>
                  <a:lnTo>
                    <a:pt x="64" y="1"/>
                  </a:lnTo>
                  <a:lnTo>
                    <a:pt x="64" y="1"/>
                  </a:lnTo>
                  <a:lnTo>
                    <a:pt x="64" y="1"/>
                  </a:lnTo>
                  <a:cubicBezTo>
                    <a:pt x="79" y="1"/>
                    <a:pt x="95" y="17"/>
                    <a:pt x="95" y="32"/>
                  </a:cubicBezTo>
                  <a:cubicBezTo>
                    <a:pt x="95" y="64"/>
                    <a:pt x="95" y="80"/>
                    <a:pt x="64" y="80"/>
                  </a:cubicBezTo>
                  <a:lnTo>
                    <a:pt x="48" y="80"/>
                  </a:lnTo>
                  <a:lnTo>
                    <a:pt x="48" y="80"/>
                  </a:lnTo>
                  <a:lnTo>
                    <a:pt x="48" y="112"/>
                  </a:lnTo>
                  <a:lnTo>
                    <a:pt x="48" y="112"/>
                  </a:lnTo>
                  <a:lnTo>
                    <a:pt x="95" y="112"/>
                  </a:lnTo>
                  <a:lnTo>
                    <a:pt x="111" y="112"/>
                  </a:lnTo>
                  <a:lnTo>
                    <a:pt x="111" y="64"/>
                  </a:lnTo>
                  <a:lnTo>
                    <a:pt x="111" y="32"/>
                  </a:lnTo>
                  <a:lnTo>
                    <a:pt x="111"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2" name="Google Shape;1542;p38"/>
            <p:cNvSpPr/>
            <p:nvPr/>
          </p:nvSpPr>
          <p:spPr>
            <a:xfrm>
              <a:off x="3188535" y="1799290"/>
              <a:ext cx="3530" cy="3021"/>
            </a:xfrm>
            <a:custGeom>
              <a:avLst/>
              <a:gdLst/>
              <a:ahLst/>
              <a:cxnLst/>
              <a:rect l="l" t="t" r="r" b="b"/>
              <a:pathLst>
                <a:path w="111" h="95" extrusionOk="0">
                  <a:moveTo>
                    <a:pt x="32" y="0"/>
                  </a:moveTo>
                  <a:lnTo>
                    <a:pt x="16" y="0"/>
                  </a:lnTo>
                  <a:lnTo>
                    <a:pt x="16" y="0"/>
                  </a:lnTo>
                  <a:lnTo>
                    <a:pt x="0" y="0"/>
                  </a:lnTo>
                  <a:lnTo>
                    <a:pt x="0" y="16"/>
                  </a:lnTo>
                  <a:lnTo>
                    <a:pt x="0" y="47"/>
                  </a:lnTo>
                  <a:lnTo>
                    <a:pt x="16" y="79"/>
                  </a:lnTo>
                  <a:cubicBezTo>
                    <a:pt x="32" y="79"/>
                    <a:pt x="48" y="95"/>
                    <a:pt x="48" y="95"/>
                  </a:cubicBezTo>
                  <a:cubicBezTo>
                    <a:pt x="63" y="95"/>
                    <a:pt x="63" y="95"/>
                    <a:pt x="63" y="79"/>
                  </a:cubicBezTo>
                  <a:lnTo>
                    <a:pt x="79" y="79"/>
                  </a:lnTo>
                  <a:cubicBezTo>
                    <a:pt x="95" y="63"/>
                    <a:pt x="111" y="47"/>
                    <a:pt x="111" y="32"/>
                  </a:cubicBezTo>
                  <a:lnTo>
                    <a:pt x="63" y="47"/>
                  </a:lnTo>
                  <a:lnTo>
                    <a:pt x="63" y="47"/>
                  </a:lnTo>
                  <a:cubicBezTo>
                    <a:pt x="48" y="47"/>
                    <a:pt x="32" y="32"/>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3" name="Google Shape;1543;p38"/>
            <p:cNvSpPr/>
            <p:nvPr/>
          </p:nvSpPr>
          <p:spPr>
            <a:xfrm>
              <a:off x="3392492" y="1774229"/>
              <a:ext cx="5025" cy="3530"/>
            </a:xfrm>
            <a:custGeom>
              <a:avLst/>
              <a:gdLst/>
              <a:ahLst/>
              <a:cxnLst/>
              <a:rect l="l" t="t" r="r" b="b"/>
              <a:pathLst>
                <a:path w="158" h="111" extrusionOk="0">
                  <a:moveTo>
                    <a:pt x="78" y="1"/>
                  </a:moveTo>
                  <a:lnTo>
                    <a:pt x="63" y="1"/>
                  </a:lnTo>
                  <a:cubicBezTo>
                    <a:pt x="47" y="16"/>
                    <a:pt x="47" y="16"/>
                    <a:pt x="32" y="16"/>
                  </a:cubicBezTo>
                  <a:lnTo>
                    <a:pt x="15" y="64"/>
                  </a:lnTo>
                  <a:lnTo>
                    <a:pt x="0" y="79"/>
                  </a:lnTo>
                  <a:lnTo>
                    <a:pt x="0" y="95"/>
                  </a:lnTo>
                  <a:lnTo>
                    <a:pt x="0" y="110"/>
                  </a:lnTo>
                  <a:lnTo>
                    <a:pt x="0" y="110"/>
                  </a:lnTo>
                  <a:lnTo>
                    <a:pt x="15" y="95"/>
                  </a:lnTo>
                  <a:cubicBezTo>
                    <a:pt x="32" y="79"/>
                    <a:pt x="47" y="79"/>
                    <a:pt x="78" y="79"/>
                  </a:cubicBezTo>
                  <a:lnTo>
                    <a:pt x="95" y="79"/>
                  </a:lnTo>
                  <a:lnTo>
                    <a:pt x="110" y="79"/>
                  </a:lnTo>
                  <a:cubicBezTo>
                    <a:pt x="126" y="79"/>
                    <a:pt x="141" y="79"/>
                    <a:pt x="141" y="64"/>
                  </a:cubicBezTo>
                  <a:cubicBezTo>
                    <a:pt x="158" y="47"/>
                    <a:pt x="141" y="32"/>
                    <a:pt x="126" y="16"/>
                  </a:cubicBezTo>
                  <a:cubicBezTo>
                    <a:pt x="110" y="16"/>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4" name="Google Shape;1544;p38"/>
            <p:cNvSpPr/>
            <p:nvPr/>
          </p:nvSpPr>
          <p:spPr>
            <a:xfrm>
              <a:off x="3430561" y="1772225"/>
              <a:ext cx="7060" cy="8523"/>
            </a:xfrm>
            <a:custGeom>
              <a:avLst/>
              <a:gdLst/>
              <a:ahLst/>
              <a:cxnLst/>
              <a:rect l="l" t="t" r="r" b="b"/>
              <a:pathLst>
                <a:path w="222" h="268" extrusionOk="0">
                  <a:moveTo>
                    <a:pt x="221" y="205"/>
                  </a:moveTo>
                  <a:lnTo>
                    <a:pt x="205" y="205"/>
                  </a:lnTo>
                  <a:cubicBezTo>
                    <a:pt x="190" y="205"/>
                    <a:pt x="173" y="205"/>
                    <a:pt x="158" y="221"/>
                  </a:cubicBezTo>
                  <a:lnTo>
                    <a:pt x="158" y="221"/>
                  </a:lnTo>
                  <a:cubicBezTo>
                    <a:pt x="173" y="236"/>
                    <a:pt x="173" y="236"/>
                    <a:pt x="173" y="253"/>
                  </a:cubicBezTo>
                  <a:cubicBezTo>
                    <a:pt x="190" y="268"/>
                    <a:pt x="205" y="268"/>
                    <a:pt x="205" y="268"/>
                  </a:cubicBezTo>
                  <a:lnTo>
                    <a:pt x="221" y="268"/>
                  </a:lnTo>
                  <a:lnTo>
                    <a:pt x="221" y="236"/>
                  </a:lnTo>
                  <a:lnTo>
                    <a:pt x="221" y="236"/>
                  </a:lnTo>
                  <a:cubicBezTo>
                    <a:pt x="221" y="221"/>
                    <a:pt x="205" y="221"/>
                    <a:pt x="221" y="205"/>
                  </a:cubicBezTo>
                  <a:lnTo>
                    <a:pt x="221" y="205"/>
                  </a:lnTo>
                  <a:close/>
                  <a:moveTo>
                    <a:pt x="47" y="1"/>
                  </a:moveTo>
                  <a:lnTo>
                    <a:pt x="32" y="1"/>
                  </a:lnTo>
                  <a:cubicBezTo>
                    <a:pt x="16" y="1"/>
                    <a:pt x="16" y="16"/>
                    <a:pt x="1" y="32"/>
                  </a:cubicBezTo>
                  <a:cubicBezTo>
                    <a:pt x="1" y="47"/>
                    <a:pt x="16" y="47"/>
                    <a:pt x="16" y="64"/>
                  </a:cubicBezTo>
                  <a:cubicBezTo>
                    <a:pt x="16" y="64"/>
                    <a:pt x="32" y="64"/>
                    <a:pt x="32" y="79"/>
                  </a:cubicBezTo>
                  <a:lnTo>
                    <a:pt x="110" y="79"/>
                  </a:lnTo>
                  <a:lnTo>
                    <a:pt x="110" y="95"/>
                  </a:lnTo>
                  <a:cubicBezTo>
                    <a:pt x="127" y="110"/>
                    <a:pt x="127" y="142"/>
                    <a:pt x="127" y="158"/>
                  </a:cubicBezTo>
                  <a:lnTo>
                    <a:pt x="127" y="158"/>
                  </a:lnTo>
                  <a:cubicBezTo>
                    <a:pt x="158" y="142"/>
                    <a:pt x="173" y="142"/>
                    <a:pt x="190" y="142"/>
                  </a:cubicBezTo>
                  <a:lnTo>
                    <a:pt x="205" y="142"/>
                  </a:lnTo>
                  <a:lnTo>
                    <a:pt x="190" y="127"/>
                  </a:lnTo>
                  <a:lnTo>
                    <a:pt x="190" y="79"/>
                  </a:lnTo>
                  <a:cubicBezTo>
                    <a:pt x="173" y="64"/>
                    <a:pt x="173" y="64"/>
                    <a:pt x="173" y="47"/>
                  </a:cubicBezTo>
                  <a:cubicBezTo>
                    <a:pt x="173" y="32"/>
                    <a:pt x="158" y="16"/>
                    <a:pt x="142" y="16"/>
                  </a:cubicBezTo>
                  <a:lnTo>
                    <a:pt x="127" y="16"/>
                  </a:lnTo>
                  <a:lnTo>
                    <a:pt x="127" y="16"/>
                  </a:lnTo>
                  <a:cubicBezTo>
                    <a:pt x="142" y="32"/>
                    <a:pt x="127" y="47"/>
                    <a:pt x="110" y="64"/>
                  </a:cubicBezTo>
                  <a:lnTo>
                    <a:pt x="95" y="64"/>
                  </a:lnTo>
                  <a:cubicBezTo>
                    <a:pt x="79" y="64"/>
                    <a:pt x="64" y="64"/>
                    <a:pt x="64" y="47"/>
                  </a:cubicBezTo>
                  <a:cubicBezTo>
                    <a:pt x="64" y="47"/>
                    <a:pt x="64" y="32"/>
                    <a:pt x="47"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5" name="Google Shape;1545;p38"/>
            <p:cNvSpPr/>
            <p:nvPr/>
          </p:nvSpPr>
          <p:spPr>
            <a:xfrm>
              <a:off x="3414023" y="1787268"/>
              <a:ext cx="8555" cy="5025"/>
            </a:xfrm>
            <a:custGeom>
              <a:avLst/>
              <a:gdLst/>
              <a:ahLst/>
              <a:cxnLst/>
              <a:rect l="l" t="t" r="r" b="b"/>
              <a:pathLst>
                <a:path w="269" h="158" extrusionOk="0">
                  <a:moveTo>
                    <a:pt x="189" y="0"/>
                  </a:moveTo>
                  <a:lnTo>
                    <a:pt x="189" y="0"/>
                  </a:lnTo>
                  <a:cubicBezTo>
                    <a:pt x="174" y="0"/>
                    <a:pt x="158" y="15"/>
                    <a:pt x="158" y="32"/>
                  </a:cubicBezTo>
                  <a:cubicBezTo>
                    <a:pt x="158" y="47"/>
                    <a:pt x="158" y="63"/>
                    <a:pt x="174" y="63"/>
                  </a:cubicBezTo>
                  <a:lnTo>
                    <a:pt x="158" y="78"/>
                  </a:lnTo>
                  <a:lnTo>
                    <a:pt x="158" y="78"/>
                  </a:lnTo>
                  <a:lnTo>
                    <a:pt x="158" y="78"/>
                  </a:lnTo>
                  <a:lnTo>
                    <a:pt x="143" y="78"/>
                  </a:lnTo>
                  <a:lnTo>
                    <a:pt x="143" y="78"/>
                  </a:lnTo>
                  <a:lnTo>
                    <a:pt x="143" y="78"/>
                  </a:lnTo>
                  <a:lnTo>
                    <a:pt x="143" y="110"/>
                  </a:lnTo>
                  <a:cubicBezTo>
                    <a:pt x="126" y="126"/>
                    <a:pt x="111" y="141"/>
                    <a:pt x="95" y="141"/>
                  </a:cubicBezTo>
                  <a:lnTo>
                    <a:pt x="95" y="141"/>
                  </a:lnTo>
                  <a:cubicBezTo>
                    <a:pt x="79" y="141"/>
                    <a:pt x="63" y="110"/>
                    <a:pt x="63" y="95"/>
                  </a:cubicBezTo>
                  <a:lnTo>
                    <a:pt x="63" y="95"/>
                  </a:lnTo>
                  <a:lnTo>
                    <a:pt x="32" y="95"/>
                  </a:lnTo>
                  <a:cubicBezTo>
                    <a:pt x="16" y="95"/>
                    <a:pt x="0" y="110"/>
                    <a:pt x="0" y="126"/>
                  </a:cubicBezTo>
                  <a:cubicBezTo>
                    <a:pt x="0" y="141"/>
                    <a:pt x="16" y="141"/>
                    <a:pt x="16" y="141"/>
                  </a:cubicBezTo>
                  <a:lnTo>
                    <a:pt x="16" y="141"/>
                  </a:lnTo>
                  <a:lnTo>
                    <a:pt x="16" y="141"/>
                  </a:lnTo>
                  <a:cubicBezTo>
                    <a:pt x="32" y="141"/>
                    <a:pt x="48" y="158"/>
                    <a:pt x="48" y="158"/>
                  </a:cubicBezTo>
                  <a:lnTo>
                    <a:pt x="79" y="158"/>
                  </a:lnTo>
                  <a:cubicBezTo>
                    <a:pt x="95" y="158"/>
                    <a:pt x="111" y="141"/>
                    <a:pt x="111" y="141"/>
                  </a:cubicBezTo>
                  <a:lnTo>
                    <a:pt x="143" y="141"/>
                  </a:lnTo>
                  <a:cubicBezTo>
                    <a:pt x="143" y="126"/>
                    <a:pt x="143" y="126"/>
                    <a:pt x="158" y="126"/>
                  </a:cubicBezTo>
                  <a:lnTo>
                    <a:pt x="158" y="126"/>
                  </a:lnTo>
                  <a:cubicBezTo>
                    <a:pt x="174" y="126"/>
                    <a:pt x="174" y="141"/>
                    <a:pt x="189" y="141"/>
                  </a:cubicBezTo>
                  <a:lnTo>
                    <a:pt x="189" y="141"/>
                  </a:lnTo>
                  <a:lnTo>
                    <a:pt x="252" y="95"/>
                  </a:lnTo>
                  <a:cubicBezTo>
                    <a:pt x="252" y="78"/>
                    <a:pt x="252" y="78"/>
                    <a:pt x="237" y="78"/>
                  </a:cubicBezTo>
                  <a:cubicBezTo>
                    <a:pt x="237" y="63"/>
                    <a:pt x="252" y="47"/>
                    <a:pt x="269" y="32"/>
                  </a:cubicBezTo>
                  <a:lnTo>
                    <a:pt x="252" y="15"/>
                  </a:lnTo>
                  <a:lnTo>
                    <a:pt x="252" y="15"/>
                  </a:lnTo>
                  <a:lnTo>
                    <a:pt x="206"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6" name="Google Shape;1546;p38"/>
            <p:cNvSpPr/>
            <p:nvPr/>
          </p:nvSpPr>
          <p:spPr>
            <a:xfrm>
              <a:off x="3176004" y="1810803"/>
              <a:ext cx="6520" cy="7028"/>
            </a:xfrm>
            <a:custGeom>
              <a:avLst/>
              <a:gdLst/>
              <a:ahLst/>
              <a:cxnLst/>
              <a:rect l="l" t="t" r="r" b="b"/>
              <a:pathLst>
                <a:path w="205" h="221" extrusionOk="0">
                  <a:moveTo>
                    <a:pt x="110" y="0"/>
                  </a:moveTo>
                  <a:lnTo>
                    <a:pt x="110" y="0"/>
                  </a:lnTo>
                  <a:cubicBezTo>
                    <a:pt x="110" y="0"/>
                    <a:pt x="95" y="0"/>
                    <a:pt x="95" y="17"/>
                  </a:cubicBezTo>
                  <a:lnTo>
                    <a:pt x="79" y="32"/>
                  </a:lnTo>
                  <a:lnTo>
                    <a:pt x="79" y="32"/>
                  </a:lnTo>
                  <a:cubicBezTo>
                    <a:pt x="79" y="48"/>
                    <a:pt x="79" y="48"/>
                    <a:pt x="64" y="63"/>
                  </a:cubicBezTo>
                  <a:cubicBezTo>
                    <a:pt x="64" y="80"/>
                    <a:pt x="64" y="95"/>
                    <a:pt x="47" y="95"/>
                  </a:cubicBezTo>
                  <a:lnTo>
                    <a:pt x="32" y="95"/>
                  </a:lnTo>
                  <a:lnTo>
                    <a:pt x="16" y="95"/>
                  </a:lnTo>
                  <a:cubicBezTo>
                    <a:pt x="1" y="95"/>
                    <a:pt x="1" y="111"/>
                    <a:pt x="1" y="111"/>
                  </a:cubicBezTo>
                  <a:lnTo>
                    <a:pt x="16" y="189"/>
                  </a:lnTo>
                  <a:cubicBezTo>
                    <a:pt x="16" y="206"/>
                    <a:pt x="16" y="206"/>
                    <a:pt x="32" y="221"/>
                  </a:cubicBezTo>
                  <a:lnTo>
                    <a:pt x="47" y="189"/>
                  </a:lnTo>
                  <a:cubicBezTo>
                    <a:pt x="47" y="174"/>
                    <a:pt x="64" y="174"/>
                    <a:pt x="79" y="174"/>
                  </a:cubicBezTo>
                  <a:lnTo>
                    <a:pt x="79" y="174"/>
                  </a:lnTo>
                  <a:lnTo>
                    <a:pt x="95" y="174"/>
                  </a:lnTo>
                  <a:cubicBezTo>
                    <a:pt x="110" y="189"/>
                    <a:pt x="110" y="206"/>
                    <a:pt x="110" y="221"/>
                  </a:cubicBezTo>
                  <a:lnTo>
                    <a:pt x="95" y="221"/>
                  </a:lnTo>
                  <a:cubicBezTo>
                    <a:pt x="127" y="221"/>
                    <a:pt x="142" y="221"/>
                    <a:pt x="158" y="206"/>
                  </a:cubicBezTo>
                  <a:lnTo>
                    <a:pt x="158" y="206"/>
                  </a:lnTo>
                  <a:cubicBezTo>
                    <a:pt x="173" y="189"/>
                    <a:pt x="173" y="174"/>
                    <a:pt x="190" y="174"/>
                  </a:cubicBezTo>
                  <a:lnTo>
                    <a:pt x="190" y="174"/>
                  </a:lnTo>
                  <a:cubicBezTo>
                    <a:pt x="205" y="158"/>
                    <a:pt x="205" y="126"/>
                    <a:pt x="190" y="126"/>
                  </a:cubicBezTo>
                  <a:lnTo>
                    <a:pt x="173" y="126"/>
                  </a:lnTo>
                  <a:cubicBezTo>
                    <a:pt x="158" y="126"/>
                    <a:pt x="142" y="126"/>
                    <a:pt x="142" y="143"/>
                  </a:cubicBezTo>
                  <a:cubicBezTo>
                    <a:pt x="127" y="158"/>
                    <a:pt x="127" y="158"/>
                    <a:pt x="95" y="158"/>
                  </a:cubicBezTo>
                  <a:lnTo>
                    <a:pt x="79" y="158"/>
                  </a:lnTo>
                  <a:lnTo>
                    <a:pt x="79" y="126"/>
                  </a:lnTo>
                  <a:lnTo>
                    <a:pt x="142" y="63"/>
                  </a:lnTo>
                  <a:cubicBezTo>
                    <a:pt x="158" y="48"/>
                    <a:pt x="158" y="32"/>
                    <a:pt x="142" y="17"/>
                  </a:cubicBezTo>
                  <a:cubicBezTo>
                    <a:pt x="127" y="0"/>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7" name="Google Shape;1547;p38"/>
            <p:cNvSpPr/>
            <p:nvPr/>
          </p:nvSpPr>
          <p:spPr>
            <a:xfrm>
              <a:off x="3345390" y="1821330"/>
              <a:ext cx="5502" cy="1049"/>
            </a:xfrm>
            <a:custGeom>
              <a:avLst/>
              <a:gdLst/>
              <a:ahLst/>
              <a:cxnLst/>
              <a:rect l="l" t="t" r="r" b="b"/>
              <a:pathLst>
                <a:path w="173" h="33" extrusionOk="0">
                  <a:moveTo>
                    <a:pt x="95" y="1"/>
                  </a:moveTo>
                  <a:lnTo>
                    <a:pt x="78" y="1"/>
                  </a:lnTo>
                  <a:lnTo>
                    <a:pt x="78" y="1"/>
                  </a:lnTo>
                  <a:lnTo>
                    <a:pt x="63" y="1"/>
                  </a:lnTo>
                  <a:cubicBezTo>
                    <a:pt x="47" y="1"/>
                    <a:pt x="15" y="16"/>
                    <a:pt x="0" y="32"/>
                  </a:cubicBezTo>
                  <a:cubicBezTo>
                    <a:pt x="63" y="32"/>
                    <a:pt x="110" y="16"/>
                    <a:pt x="173" y="16"/>
                  </a:cubicBezTo>
                  <a:cubicBezTo>
                    <a:pt x="141"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8" name="Google Shape;1548;p38"/>
            <p:cNvSpPr/>
            <p:nvPr/>
          </p:nvSpPr>
          <p:spPr>
            <a:xfrm>
              <a:off x="3097831" y="1789272"/>
              <a:ext cx="6042" cy="4516"/>
            </a:xfrm>
            <a:custGeom>
              <a:avLst/>
              <a:gdLst/>
              <a:ahLst/>
              <a:cxnLst/>
              <a:rect l="l" t="t" r="r" b="b"/>
              <a:pathLst>
                <a:path w="190" h="142" extrusionOk="0">
                  <a:moveTo>
                    <a:pt x="32" y="0"/>
                  </a:moveTo>
                  <a:lnTo>
                    <a:pt x="32" y="0"/>
                  </a:lnTo>
                  <a:lnTo>
                    <a:pt x="32" y="0"/>
                  </a:lnTo>
                  <a:lnTo>
                    <a:pt x="16" y="63"/>
                  </a:lnTo>
                  <a:lnTo>
                    <a:pt x="1" y="63"/>
                  </a:lnTo>
                  <a:lnTo>
                    <a:pt x="1" y="110"/>
                  </a:lnTo>
                  <a:cubicBezTo>
                    <a:pt x="16" y="126"/>
                    <a:pt x="16" y="141"/>
                    <a:pt x="48" y="141"/>
                  </a:cubicBezTo>
                  <a:lnTo>
                    <a:pt x="48" y="141"/>
                  </a:lnTo>
                  <a:lnTo>
                    <a:pt x="95" y="141"/>
                  </a:lnTo>
                  <a:lnTo>
                    <a:pt x="95" y="126"/>
                  </a:lnTo>
                  <a:lnTo>
                    <a:pt x="127" y="126"/>
                  </a:lnTo>
                  <a:lnTo>
                    <a:pt x="127" y="126"/>
                  </a:lnTo>
                  <a:lnTo>
                    <a:pt x="142" y="126"/>
                  </a:lnTo>
                  <a:lnTo>
                    <a:pt x="142" y="126"/>
                  </a:lnTo>
                  <a:lnTo>
                    <a:pt x="158" y="126"/>
                  </a:lnTo>
                  <a:cubicBezTo>
                    <a:pt x="174" y="126"/>
                    <a:pt x="190" y="110"/>
                    <a:pt x="190" y="95"/>
                  </a:cubicBezTo>
                  <a:cubicBezTo>
                    <a:pt x="174" y="78"/>
                    <a:pt x="174" y="63"/>
                    <a:pt x="142" y="63"/>
                  </a:cubicBezTo>
                  <a:lnTo>
                    <a:pt x="142" y="63"/>
                  </a:lnTo>
                  <a:lnTo>
                    <a:pt x="79" y="63"/>
                  </a:lnTo>
                  <a:lnTo>
                    <a:pt x="64" y="32"/>
                  </a:lnTo>
                  <a:cubicBezTo>
                    <a:pt x="64"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9" name="Google Shape;1549;p38"/>
            <p:cNvSpPr/>
            <p:nvPr/>
          </p:nvSpPr>
          <p:spPr>
            <a:xfrm>
              <a:off x="3015141" y="1798272"/>
              <a:ext cx="2035" cy="4039"/>
            </a:xfrm>
            <a:custGeom>
              <a:avLst/>
              <a:gdLst/>
              <a:ahLst/>
              <a:cxnLst/>
              <a:rect l="l" t="t" r="r" b="b"/>
              <a:pathLst>
                <a:path w="64" h="127" extrusionOk="0">
                  <a:moveTo>
                    <a:pt x="17" y="64"/>
                  </a:moveTo>
                  <a:lnTo>
                    <a:pt x="17" y="79"/>
                  </a:lnTo>
                  <a:lnTo>
                    <a:pt x="17" y="95"/>
                  </a:lnTo>
                  <a:cubicBezTo>
                    <a:pt x="17" y="111"/>
                    <a:pt x="32" y="111"/>
                    <a:pt x="32" y="127"/>
                  </a:cubicBezTo>
                  <a:lnTo>
                    <a:pt x="64" y="111"/>
                  </a:lnTo>
                  <a:lnTo>
                    <a:pt x="64" y="79"/>
                  </a:lnTo>
                  <a:lnTo>
                    <a:pt x="64" y="79"/>
                  </a:lnTo>
                  <a:lnTo>
                    <a:pt x="64" y="79"/>
                  </a:lnTo>
                  <a:lnTo>
                    <a:pt x="48" y="79"/>
                  </a:lnTo>
                  <a:lnTo>
                    <a:pt x="32" y="79"/>
                  </a:lnTo>
                  <a:cubicBezTo>
                    <a:pt x="32" y="79"/>
                    <a:pt x="32" y="64"/>
                    <a:pt x="17" y="64"/>
                  </a:cubicBezTo>
                  <a:close/>
                  <a:moveTo>
                    <a:pt x="32" y="1"/>
                  </a:moveTo>
                  <a:lnTo>
                    <a:pt x="32" y="1"/>
                  </a:lnTo>
                  <a:cubicBezTo>
                    <a:pt x="17" y="1"/>
                    <a:pt x="1" y="16"/>
                    <a:pt x="1" y="32"/>
                  </a:cubicBezTo>
                  <a:lnTo>
                    <a:pt x="1" y="32"/>
                  </a:lnTo>
                  <a:lnTo>
                    <a:pt x="1" y="32"/>
                  </a:lnTo>
                  <a:lnTo>
                    <a:pt x="1" y="32"/>
                  </a:lnTo>
                  <a:cubicBezTo>
                    <a:pt x="1" y="16"/>
                    <a:pt x="17" y="16"/>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0" name="Google Shape;1550;p38"/>
            <p:cNvSpPr/>
            <p:nvPr/>
          </p:nvSpPr>
          <p:spPr>
            <a:xfrm>
              <a:off x="3415009" y="1779731"/>
              <a:ext cx="7060" cy="6042"/>
            </a:xfrm>
            <a:custGeom>
              <a:avLst/>
              <a:gdLst/>
              <a:ahLst/>
              <a:cxnLst/>
              <a:rect l="l" t="t" r="r" b="b"/>
              <a:pathLst>
                <a:path w="222" h="190" extrusionOk="0">
                  <a:moveTo>
                    <a:pt x="143" y="0"/>
                  </a:moveTo>
                  <a:lnTo>
                    <a:pt x="143" y="0"/>
                  </a:lnTo>
                  <a:lnTo>
                    <a:pt x="143" y="17"/>
                  </a:lnTo>
                  <a:cubicBezTo>
                    <a:pt x="158" y="32"/>
                    <a:pt x="143" y="48"/>
                    <a:pt x="127" y="63"/>
                  </a:cubicBezTo>
                  <a:lnTo>
                    <a:pt x="143" y="111"/>
                  </a:lnTo>
                  <a:cubicBezTo>
                    <a:pt x="127" y="126"/>
                    <a:pt x="95" y="126"/>
                    <a:pt x="80" y="126"/>
                  </a:cubicBezTo>
                  <a:lnTo>
                    <a:pt x="32" y="126"/>
                  </a:lnTo>
                  <a:lnTo>
                    <a:pt x="1" y="189"/>
                  </a:lnTo>
                  <a:lnTo>
                    <a:pt x="1" y="189"/>
                  </a:lnTo>
                  <a:lnTo>
                    <a:pt x="1" y="174"/>
                  </a:lnTo>
                  <a:lnTo>
                    <a:pt x="32" y="158"/>
                  </a:lnTo>
                  <a:lnTo>
                    <a:pt x="48" y="158"/>
                  </a:lnTo>
                  <a:lnTo>
                    <a:pt x="48" y="158"/>
                  </a:lnTo>
                  <a:cubicBezTo>
                    <a:pt x="64" y="158"/>
                    <a:pt x="80" y="158"/>
                    <a:pt x="80" y="174"/>
                  </a:cubicBezTo>
                  <a:cubicBezTo>
                    <a:pt x="95" y="174"/>
                    <a:pt x="95" y="189"/>
                    <a:pt x="95" y="189"/>
                  </a:cubicBezTo>
                  <a:lnTo>
                    <a:pt x="95" y="189"/>
                  </a:lnTo>
                  <a:lnTo>
                    <a:pt x="127" y="189"/>
                  </a:lnTo>
                  <a:cubicBezTo>
                    <a:pt x="143" y="189"/>
                    <a:pt x="158" y="189"/>
                    <a:pt x="158" y="174"/>
                  </a:cubicBezTo>
                  <a:cubicBezTo>
                    <a:pt x="175" y="174"/>
                    <a:pt x="190" y="174"/>
                    <a:pt x="206" y="158"/>
                  </a:cubicBezTo>
                  <a:cubicBezTo>
                    <a:pt x="206" y="158"/>
                    <a:pt x="221" y="143"/>
                    <a:pt x="221" y="126"/>
                  </a:cubicBezTo>
                  <a:lnTo>
                    <a:pt x="221" y="126"/>
                  </a:lnTo>
                  <a:lnTo>
                    <a:pt x="190" y="32"/>
                  </a:lnTo>
                  <a:lnTo>
                    <a:pt x="190" y="17"/>
                  </a:lnTo>
                  <a:lnTo>
                    <a:pt x="175" y="17"/>
                  </a:lnTo>
                  <a:cubicBezTo>
                    <a:pt x="158" y="17"/>
                    <a:pt x="158" y="0"/>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1" name="Google Shape;1551;p38"/>
            <p:cNvSpPr/>
            <p:nvPr/>
          </p:nvSpPr>
          <p:spPr>
            <a:xfrm>
              <a:off x="3443600" y="1793279"/>
              <a:ext cx="5025" cy="5025"/>
            </a:xfrm>
            <a:custGeom>
              <a:avLst/>
              <a:gdLst/>
              <a:ahLst/>
              <a:cxnLst/>
              <a:rect l="l" t="t" r="r" b="b"/>
              <a:pathLst>
                <a:path w="158" h="158" extrusionOk="0">
                  <a:moveTo>
                    <a:pt x="78" y="0"/>
                  </a:moveTo>
                  <a:cubicBezTo>
                    <a:pt x="63" y="0"/>
                    <a:pt x="47" y="15"/>
                    <a:pt x="32" y="15"/>
                  </a:cubicBezTo>
                  <a:lnTo>
                    <a:pt x="15" y="15"/>
                  </a:lnTo>
                  <a:cubicBezTo>
                    <a:pt x="15" y="15"/>
                    <a:pt x="0" y="15"/>
                    <a:pt x="0" y="0"/>
                  </a:cubicBezTo>
                  <a:cubicBezTo>
                    <a:pt x="0" y="15"/>
                    <a:pt x="0" y="32"/>
                    <a:pt x="15" y="47"/>
                  </a:cubicBezTo>
                  <a:lnTo>
                    <a:pt x="15" y="47"/>
                  </a:lnTo>
                  <a:lnTo>
                    <a:pt x="32" y="47"/>
                  </a:lnTo>
                  <a:lnTo>
                    <a:pt x="47" y="63"/>
                  </a:lnTo>
                  <a:cubicBezTo>
                    <a:pt x="78" y="78"/>
                    <a:pt x="95" y="95"/>
                    <a:pt x="95" y="110"/>
                  </a:cubicBezTo>
                  <a:lnTo>
                    <a:pt x="95" y="110"/>
                  </a:lnTo>
                  <a:lnTo>
                    <a:pt x="95" y="110"/>
                  </a:lnTo>
                  <a:cubicBezTo>
                    <a:pt x="110" y="126"/>
                    <a:pt x="110" y="126"/>
                    <a:pt x="110" y="141"/>
                  </a:cubicBezTo>
                  <a:lnTo>
                    <a:pt x="126" y="141"/>
                  </a:lnTo>
                  <a:cubicBezTo>
                    <a:pt x="126" y="141"/>
                    <a:pt x="141" y="141"/>
                    <a:pt x="141" y="158"/>
                  </a:cubicBezTo>
                  <a:lnTo>
                    <a:pt x="141" y="141"/>
                  </a:lnTo>
                  <a:cubicBezTo>
                    <a:pt x="158" y="110"/>
                    <a:pt x="158" y="95"/>
                    <a:pt x="158" y="63"/>
                  </a:cubicBezTo>
                  <a:lnTo>
                    <a:pt x="158" y="78"/>
                  </a:lnTo>
                  <a:lnTo>
                    <a:pt x="126" y="78"/>
                  </a:lnTo>
                  <a:lnTo>
                    <a:pt x="95" y="78"/>
                  </a:lnTo>
                  <a:cubicBezTo>
                    <a:pt x="95" y="63"/>
                    <a:pt x="78" y="47"/>
                    <a:pt x="95" y="32"/>
                  </a:cubicBezTo>
                  <a:lnTo>
                    <a:pt x="110" y="15"/>
                  </a:lnTo>
                  <a:cubicBezTo>
                    <a:pt x="95" y="15"/>
                    <a:pt x="78" y="0"/>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2" name="Google Shape;1552;p38"/>
            <p:cNvSpPr/>
            <p:nvPr/>
          </p:nvSpPr>
          <p:spPr>
            <a:xfrm>
              <a:off x="3394972" y="1813792"/>
              <a:ext cx="3021" cy="2576"/>
            </a:xfrm>
            <a:custGeom>
              <a:avLst/>
              <a:gdLst/>
              <a:ahLst/>
              <a:cxnLst/>
              <a:rect l="l" t="t" r="r" b="b"/>
              <a:pathLst>
                <a:path w="95" h="81" extrusionOk="0">
                  <a:moveTo>
                    <a:pt x="80" y="1"/>
                  </a:moveTo>
                  <a:cubicBezTo>
                    <a:pt x="80" y="17"/>
                    <a:pt x="63" y="32"/>
                    <a:pt x="48" y="32"/>
                  </a:cubicBezTo>
                  <a:lnTo>
                    <a:pt x="0" y="49"/>
                  </a:lnTo>
                  <a:lnTo>
                    <a:pt x="0" y="64"/>
                  </a:lnTo>
                  <a:cubicBezTo>
                    <a:pt x="0" y="64"/>
                    <a:pt x="0" y="80"/>
                    <a:pt x="17" y="80"/>
                  </a:cubicBezTo>
                  <a:lnTo>
                    <a:pt x="63" y="64"/>
                  </a:lnTo>
                  <a:cubicBezTo>
                    <a:pt x="80" y="64"/>
                    <a:pt x="95" y="49"/>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3" name="Google Shape;1553;p38"/>
            <p:cNvSpPr/>
            <p:nvPr/>
          </p:nvSpPr>
          <p:spPr>
            <a:xfrm>
              <a:off x="3421560" y="1807304"/>
              <a:ext cx="5025" cy="4039"/>
            </a:xfrm>
            <a:custGeom>
              <a:avLst/>
              <a:gdLst/>
              <a:ahLst/>
              <a:cxnLst/>
              <a:rect l="l" t="t" r="r" b="b"/>
              <a:pathLst>
                <a:path w="158" h="127" extrusionOk="0">
                  <a:moveTo>
                    <a:pt x="32" y="0"/>
                  </a:moveTo>
                  <a:cubicBezTo>
                    <a:pt x="15" y="0"/>
                    <a:pt x="0" y="16"/>
                    <a:pt x="0" y="32"/>
                  </a:cubicBezTo>
                  <a:lnTo>
                    <a:pt x="15" y="95"/>
                  </a:lnTo>
                  <a:cubicBezTo>
                    <a:pt x="15" y="95"/>
                    <a:pt x="15" y="110"/>
                    <a:pt x="32" y="110"/>
                  </a:cubicBezTo>
                  <a:cubicBezTo>
                    <a:pt x="32" y="127"/>
                    <a:pt x="47" y="127"/>
                    <a:pt x="47" y="127"/>
                  </a:cubicBezTo>
                  <a:lnTo>
                    <a:pt x="63" y="110"/>
                  </a:lnTo>
                  <a:lnTo>
                    <a:pt x="78" y="127"/>
                  </a:lnTo>
                  <a:lnTo>
                    <a:pt x="110" y="127"/>
                  </a:lnTo>
                  <a:cubicBezTo>
                    <a:pt x="141" y="127"/>
                    <a:pt x="158" y="127"/>
                    <a:pt x="158" y="110"/>
                  </a:cubicBezTo>
                  <a:lnTo>
                    <a:pt x="110" y="79"/>
                  </a:lnTo>
                  <a:cubicBezTo>
                    <a:pt x="110" y="79"/>
                    <a:pt x="95" y="95"/>
                    <a:pt x="78" y="95"/>
                  </a:cubicBezTo>
                  <a:lnTo>
                    <a:pt x="63" y="95"/>
                  </a:lnTo>
                  <a:cubicBezTo>
                    <a:pt x="47" y="79"/>
                    <a:pt x="47" y="63"/>
                    <a:pt x="47" y="47"/>
                  </a:cubicBezTo>
                  <a:lnTo>
                    <a:pt x="47"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4" name="Google Shape;1554;p38"/>
            <p:cNvSpPr/>
            <p:nvPr/>
          </p:nvSpPr>
          <p:spPr>
            <a:xfrm>
              <a:off x="3352387" y="1814333"/>
              <a:ext cx="3053" cy="2512"/>
            </a:xfrm>
            <a:custGeom>
              <a:avLst/>
              <a:gdLst/>
              <a:ahLst/>
              <a:cxnLst/>
              <a:rect l="l" t="t" r="r" b="b"/>
              <a:pathLst>
                <a:path w="96" h="79" extrusionOk="0">
                  <a:moveTo>
                    <a:pt x="32" y="0"/>
                  </a:moveTo>
                  <a:lnTo>
                    <a:pt x="16" y="32"/>
                  </a:lnTo>
                  <a:lnTo>
                    <a:pt x="1" y="63"/>
                  </a:lnTo>
                  <a:lnTo>
                    <a:pt x="64" y="63"/>
                  </a:lnTo>
                  <a:lnTo>
                    <a:pt x="64" y="63"/>
                  </a:lnTo>
                  <a:lnTo>
                    <a:pt x="64" y="78"/>
                  </a:lnTo>
                  <a:lnTo>
                    <a:pt x="95" y="32"/>
                  </a:lnTo>
                  <a:lnTo>
                    <a:pt x="95"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5" name="Google Shape;1555;p38"/>
            <p:cNvSpPr/>
            <p:nvPr/>
          </p:nvSpPr>
          <p:spPr>
            <a:xfrm>
              <a:off x="3025700" y="1797763"/>
              <a:ext cx="3498" cy="4039"/>
            </a:xfrm>
            <a:custGeom>
              <a:avLst/>
              <a:gdLst/>
              <a:ahLst/>
              <a:cxnLst/>
              <a:rect l="l" t="t" r="r" b="b"/>
              <a:pathLst>
                <a:path w="110" h="127" extrusionOk="0">
                  <a:moveTo>
                    <a:pt x="32" y="0"/>
                  </a:moveTo>
                  <a:cubicBezTo>
                    <a:pt x="15" y="0"/>
                    <a:pt x="15" y="17"/>
                    <a:pt x="15" y="17"/>
                  </a:cubicBezTo>
                  <a:cubicBezTo>
                    <a:pt x="0" y="32"/>
                    <a:pt x="0" y="48"/>
                    <a:pt x="15" y="64"/>
                  </a:cubicBezTo>
                  <a:lnTo>
                    <a:pt x="32" y="80"/>
                  </a:lnTo>
                  <a:lnTo>
                    <a:pt x="32" y="111"/>
                  </a:lnTo>
                  <a:lnTo>
                    <a:pt x="32" y="127"/>
                  </a:lnTo>
                  <a:lnTo>
                    <a:pt x="32" y="127"/>
                  </a:lnTo>
                  <a:cubicBezTo>
                    <a:pt x="32" y="111"/>
                    <a:pt x="47" y="95"/>
                    <a:pt x="63" y="95"/>
                  </a:cubicBezTo>
                  <a:lnTo>
                    <a:pt x="63" y="95"/>
                  </a:lnTo>
                  <a:lnTo>
                    <a:pt x="63" y="95"/>
                  </a:lnTo>
                  <a:lnTo>
                    <a:pt x="95" y="95"/>
                  </a:lnTo>
                  <a:lnTo>
                    <a:pt x="110" y="95"/>
                  </a:lnTo>
                  <a:lnTo>
                    <a:pt x="110" y="64"/>
                  </a:lnTo>
                  <a:lnTo>
                    <a:pt x="110" y="64"/>
                  </a:lnTo>
                  <a:lnTo>
                    <a:pt x="95" y="64"/>
                  </a:lnTo>
                  <a:cubicBezTo>
                    <a:pt x="95" y="64"/>
                    <a:pt x="78" y="64"/>
                    <a:pt x="78" y="48"/>
                  </a:cubicBezTo>
                  <a:cubicBezTo>
                    <a:pt x="63" y="32"/>
                    <a:pt x="63" y="32"/>
                    <a:pt x="63" y="17"/>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6" name="Google Shape;1556;p38"/>
            <p:cNvSpPr/>
            <p:nvPr/>
          </p:nvSpPr>
          <p:spPr>
            <a:xfrm>
              <a:off x="3025700" y="1822348"/>
              <a:ext cx="1495" cy="1495"/>
            </a:xfrm>
            <a:custGeom>
              <a:avLst/>
              <a:gdLst/>
              <a:ahLst/>
              <a:cxnLst/>
              <a:rect l="l" t="t" r="r" b="b"/>
              <a:pathLst>
                <a:path w="47" h="47" extrusionOk="0">
                  <a:moveTo>
                    <a:pt x="15" y="0"/>
                  </a:moveTo>
                  <a:lnTo>
                    <a:pt x="15" y="15"/>
                  </a:lnTo>
                  <a:cubicBezTo>
                    <a:pt x="0" y="15"/>
                    <a:pt x="15" y="15"/>
                    <a:pt x="15" y="32"/>
                  </a:cubicBezTo>
                  <a:lnTo>
                    <a:pt x="15" y="32"/>
                  </a:lnTo>
                  <a:cubicBezTo>
                    <a:pt x="15" y="32"/>
                    <a:pt x="32" y="47"/>
                    <a:pt x="47" y="47"/>
                  </a:cubicBezTo>
                  <a:cubicBezTo>
                    <a:pt x="32" y="32"/>
                    <a:pt x="15" y="0"/>
                    <a:pt x="15" y="0"/>
                  </a:cubicBezTo>
                  <a:close/>
                </a:path>
              </a:pathLst>
            </a:custGeom>
            <a:solidFill>
              <a:srgbClr val="FFFFFF"/>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7" name="Google Shape;1557;p38"/>
            <p:cNvSpPr/>
            <p:nvPr/>
          </p:nvSpPr>
          <p:spPr>
            <a:xfrm>
              <a:off x="3026177" y="1818817"/>
              <a:ext cx="4039" cy="6551"/>
            </a:xfrm>
            <a:custGeom>
              <a:avLst/>
              <a:gdLst/>
              <a:ahLst/>
              <a:cxnLst/>
              <a:rect l="l" t="t" r="r" b="b"/>
              <a:pathLst>
                <a:path w="127" h="206" extrusionOk="0">
                  <a:moveTo>
                    <a:pt x="95" y="0"/>
                  </a:moveTo>
                  <a:lnTo>
                    <a:pt x="95" y="0"/>
                  </a:lnTo>
                  <a:lnTo>
                    <a:pt x="63" y="0"/>
                  </a:lnTo>
                  <a:cubicBezTo>
                    <a:pt x="32" y="48"/>
                    <a:pt x="0" y="80"/>
                    <a:pt x="0" y="111"/>
                  </a:cubicBezTo>
                  <a:cubicBezTo>
                    <a:pt x="0" y="111"/>
                    <a:pt x="17" y="143"/>
                    <a:pt x="32" y="158"/>
                  </a:cubicBezTo>
                  <a:cubicBezTo>
                    <a:pt x="48" y="174"/>
                    <a:pt x="63" y="174"/>
                    <a:pt x="80" y="189"/>
                  </a:cubicBezTo>
                  <a:cubicBezTo>
                    <a:pt x="95" y="189"/>
                    <a:pt x="95" y="206"/>
                    <a:pt x="111" y="206"/>
                  </a:cubicBezTo>
                  <a:lnTo>
                    <a:pt x="111" y="174"/>
                  </a:lnTo>
                  <a:lnTo>
                    <a:pt x="95" y="174"/>
                  </a:lnTo>
                  <a:lnTo>
                    <a:pt x="80" y="174"/>
                  </a:lnTo>
                  <a:lnTo>
                    <a:pt x="63" y="174"/>
                  </a:lnTo>
                  <a:cubicBezTo>
                    <a:pt x="48" y="174"/>
                    <a:pt x="32" y="158"/>
                    <a:pt x="32" y="143"/>
                  </a:cubicBezTo>
                  <a:cubicBezTo>
                    <a:pt x="48" y="111"/>
                    <a:pt x="48" y="95"/>
                    <a:pt x="63" y="95"/>
                  </a:cubicBezTo>
                  <a:cubicBezTo>
                    <a:pt x="80" y="95"/>
                    <a:pt x="80" y="95"/>
                    <a:pt x="80" y="80"/>
                  </a:cubicBezTo>
                  <a:cubicBezTo>
                    <a:pt x="95" y="80"/>
                    <a:pt x="111" y="63"/>
                    <a:pt x="111" y="63"/>
                  </a:cubicBezTo>
                  <a:cubicBezTo>
                    <a:pt x="126" y="48"/>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8" name="Google Shape;1558;p38"/>
            <p:cNvSpPr/>
            <p:nvPr/>
          </p:nvSpPr>
          <p:spPr>
            <a:xfrm>
              <a:off x="3408012" y="1795283"/>
              <a:ext cx="4548" cy="5534"/>
            </a:xfrm>
            <a:custGeom>
              <a:avLst/>
              <a:gdLst/>
              <a:ahLst/>
              <a:cxnLst/>
              <a:rect l="l" t="t" r="r" b="b"/>
              <a:pathLst>
                <a:path w="143" h="174" extrusionOk="0">
                  <a:moveTo>
                    <a:pt x="79" y="0"/>
                  </a:moveTo>
                  <a:lnTo>
                    <a:pt x="79" y="15"/>
                  </a:lnTo>
                  <a:cubicBezTo>
                    <a:pt x="79" y="15"/>
                    <a:pt x="63" y="32"/>
                    <a:pt x="48" y="32"/>
                  </a:cubicBezTo>
                  <a:lnTo>
                    <a:pt x="32" y="32"/>
                  </a:lnTo>
                  <a:lnTo>
                    <a:pt x="32" y="32"/>
                  </a:lnTo>
                  <a:lnTo>
                    <a:pt x="32" y="32"/>
                  </a:lnTo>
                  <a:lnTo>
                    <a:pt x="16" y="32"/>
                  </a:lnTo>
                  <a:lnTo>
                    <a:pt x="0" y="32"/>
                  </a:lnTo>
                  <a:cubicBezTo>
                    <a:pt x="0" y="47"/>
                    <a:pt x="0" y="63"/>
                    <a:pt x="16" y="63"/>
                  </a:cubicBezTo>
                  <a:cubicBezTo>
                    <a:pt x="16" y="78"/>
                    <a:pt x="32" y="95"/>
                    <a:pt x="32" y="110"/>
                  </a:cubicBezTo>
                  <a:cubicBezTo>
                    <a:pt x="48" y="142"/>
                    <a:pt x="79" y="173"/>
                    <a:pt x="126" y="173"/>
                  </a:cubicBezTo>
                  <a:lnTo>
                    <a:pt x="142" y="173"/>
                  </a:lnTo>
                  <a:lnTo>
                    <a:pt x="142" y="158"/>
                  </a:lnTo>
                  <a:lnTo>
                    <a:pt x="142" y="110"/>
                  </a:lnTo>
                  <a:lnTo>
                    <a:pt x="142" y="110"/>
                  </a:lnTo>
                  <a:cubicBezTo>
                    <a:pt x="126" y="110"/>
                    <a:pt x="111" y="95"/>
                    <a:pt x="95" y="78"/>
                  </a:cubicBezTo>
                  <a:lnTo>
                    <a:pt x="95" y="63"/>
                  </a:lnTo>
                  <a:lnTo>
                    <a:pt x="95" y="63"/>
                  </a:lnTo>
                  <a:cubicBezTo>
                    <a:pt x="95" y="63"/>
                    <a:pt x="111" y="63"/>
                    <a:pt x="111" y="47"/>
                  </a:cubicBezTo>
                  <a:lnTo>
                    <a:pt x="95" y="47"/>
                  </a:lnTo>
                  <a:cubicBezTo>
                    <a:pt x="95" y="32"/>
                    <a:pt x="95" y="15"/>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9" name="Google Shape;1559;p38"/>
            <p:cNvSpPr/>
            <p:nvPr/>
          </p:nvSpPr>
          <p:spPr>
            <a:xfrm>
              <a:off x="3373918" y="1777250"/>
              <a:ext cx="3053" cy="3498"/>
            </a:xfrm>
            <a:custGeom>
              <a:avLst/>
              <a:gdLst/>
              <a:ahLst/>
              <a:cxnLst/>
              <a:rect l="l" t="t" r="r" b="b"/>
              <a:pathLst>
                <a:path w="96" h="110" extrusionOk="0">
                  <a:moveTo>
                    <a:pt x="49" y="0"/>
                  </a:moveTo>
                  <a:cubicBezTo>
                    <a:pt x="49" y="15"/>
                    <a:pt x="32" y="15"/>
                    <a:pt x="17" y="15"/>
                  </a:cubicBezTo>
                  <a:lnTo>
                    <a:pt x="1" y="32"/>
                  </a:lnTo>
                  <a:lnTo>
                    <a:pt x="1" y="32"/>
                  </a:lnTo>
                  <a:lnTo>
                    <a:pt x="1" y="47"/>
                  </a:lnTo>
                  <a:lnTo>
                    <a:pt x="17" y="95"/>
                  </a:lnTo>
                  <a:cubicBezTo>
                    <a:pt x="32" y="110"/>
                    <a:pt x="32" y="110"/>
                    <a:pt x="49" y="110"/>
                  </a:cubicBezTo>
                  <a:lnTo>
                    <a:pt x="64" y="110"/>
                  </a:lnTo>
                  <a:cubicBezTo>
                    <a:pt x="80" y="110"/>
                    <a:pt x="95" y="78"/>
                    <a:pt x="80" y="63"/>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0" name="Google Shape;1560;p38"/>
            <p:cNvSpPr/>
            <p:nvPr/>
          </p:nvSpPr>
          <p:spPr>
            <a:xfrm>
              <a:off x="3203069" y="1804283"/>
              <a:ext cx="4516" cy="4039"/>
            </a:xfrm>
            <a:custGeom>
              <a:avLst/>
              <a:gdLst/>
              <a:ahLst/>
              <a:cxnLst/>
              <a:rect l="l" t="t" r="r" b="b"/>
              <a:pathLst>
                <a:path w="142" h="127" extrusionOk="0">
                  <a:moveTo>
                    <a:pt x="79" y="111"/>
                  </a:moveTo>
                  <a:lnTo>
                    <a:pt x="79" y="111"/>
                  </a:lnTo>
                  <a:lnTo>
                    <a:pt x="79" y="111"/>
                  </a:lnTo>
                  <a:close/>
                  <a:moveTo>
                    <a:pt x="64" y="48"/>
                  </a:moveTo>
                  <a:lnTo>
                    <a:pt x="64" y="48"/>
                  </a:lnTo>
                  <a:lnTo>
                    <a:pt x="64" y="48"/>
                  </a:lnTo>
                  <a:close/>
                  <a:moveTo>
                    <a:pt x="47" y="1"/>
                  </a:moveTo>
                  <a:cubicBezTo>
                    <a:pt x="32" y="16"/>
                    <a:pt x="32" y="16"/>
                    <a:pt x="16" y="16"/>
                  </a:cubicBezTo>
                  <a:lnTo>
                    <a:pt x="16" y="16"/>
                  </a:lnTo>
                  <a:cubicBezTo>
                    <a:pt x="16" y="16"/>
                    <a:pt x="1" y="16"/>
                    <a:pt x="1" y="32"/>
                  </a:cubicBezTo>
                  <a:cubicBezTo>
                    <a:pt x="1" y="48"/>
                    <a:pt x="1" y="79"/>
                    <a:pt x="16" y="95"/>
                  </a:cubicBezTo>
                  <a:cubicBezTo>
                    <a:pt x="32" y="111"/>
                    <a:pt x="47" y="111"/>
                    <a:pt x="79" y="111"/>
                  </a:cubicBezTo>
                  <a:lnTo>
                    <a:pt x="79" y="111"/>
                  </a:lnTo>
                  <a:cubicBezTo>
                    <a:pt x="95" y="127"/>
                    <a:pt x="95" y="127"/>
                    <a:pt x="110" y="127"/>
                  </a:cubicBezTo>
                  <a:cubicBezTo>
                    <a:pt x="110" y="127"/>
                    <a:pt x="127" y="127"/>
                    <a:pt x="127" y="111"/>
                  </a:cubicBezTo>
                  <a:cubicBezTo>
                    <a:pt x="142" y="111"/>
                    <a:pt x="142" y="79"/>
                    <a:pt x="127" y="64"/>
                  </a:cubicBezTo>
                  <a:cubicBezTo>
                    <a:pt x="110" y="48"/>
                    <a:pt x="95" y="48"/>
                    <a:pt x="79" y="48"/>
                  </a:cubicBezTo>
                  <a:lnTo>
                    <a:pt x="79" y="48"/>
                  </a:lnTo>
                  <a:lnTo>
                    <a:pt x="79" y="48"/>
                  </a:lnTo>
                  <a:cubicBezTo>
                    <a:pt x="79" y="32"/>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1" name="Google Shape;1561;p38"/>
            <p:cNvSpPr/>
            <p:nvPr/>
          </p:nvSpPr>
          <p:spPr>
            <a:xfrm>
              <a:off x="3205073" y="1805778"/>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2" name="Google Shape;1562;p38"/>
            <p:cNvSpPr/>
            <p:nvPr/>
          </p:nvSpPr>
          <p:spPr>
            <a:xfrm>
              <a:off x="3205550" y="180778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3" name="Google Shape;1563;p38"/>
            <p:cNvSpPr/>
            <p:nvPr/>
          </p:nvSpPr>
          <p:spPr>
            <a:xfrm>
              <a:off x="3176481" y="1803774"/>
              <a:ext cx="3562" cy="3053"/>
            </a:xfrm>
            <a:custGeom>
              <a:avLst/>
              <a:gdLst/>
              <a:ahLst/>
              <a:cxnLst/>
              <a:rect l="l" t="t" r="r" b="b"/>
              <a:pathLst>
                <a:path w="112" h="96" extrusionOk="0">
                  <a:moveTo>
                    <a:pt x="49" y="1"/>
                  </a:moveTo>
                  <a:lnTo>
                    <a:pt x="49" y="1"/>
                  </a:lnTo>
                  <a:cubicBezTo>
                    <a:pt x="32" y="17"/>
                    <a:pt x="17" y="17"/>
                    <a:pt x="17" y="17"/>
                  </a:cubicBezTo>
                  <a:lnTo>
                    <a:pt x="1" y="17"/>
                  </a:lnTo>
                  <a:lnTo>
                    <a:pt x="1" y="32"/>
                  </a:lnTo>
                  <a:cubicBezTo>
                    <a:pt x="17" y="48"/>
                    <a:pt x="17" y="48"/>
                    <a:pt x="17" y="64"/>
                  </a:cubicBezTo>
                  <a:lnTo>
                    <a:pt x="17" y="95"/>
                  </a:lnTo>
                  <a:lnTo>
                    <a:pt x="32" y="95"/>
                  </a:lnTo>
                  <a:lnTo>
                    <a:pt x="80" y="95"/>
                  </a:lnTo>
                  <a:lnTo>
                    <a:pt x="80" y="95"/>
                  </a:lnTo>
                  <a:lnTo>
                    <a:pt x="112" y="95"/>
                  </a:lnTo>
                  <a:lnTo>
                    <a:pt x="112" y="95"/>
                  </a:lnTo>
                  <a:cubicBezTo>
                    <a:pt x="95" y="95"/>
                    <a:pt x="80" y="80"/>
                    <a:pt x="80" y="64"/>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4" name="Google Shape;1564;p38"/>
            <p:cNvSpPr/>
            <p:nvPr/>
          </p:nvSpPr>
          <p:spPr>
            <a:xfrm>
              <a:off x="3395958" y="1762684"/>
              <a:ext cx="6583" cy="5565"/>
            </a:xfrm>
            <a:custGeom>
              <a:avLst/>
              <a:gdLst/>
              <a:ahLst/>
              <a:cxnLst/>
              <a:rect l="l" t="t" r="r" b="b"/>
              <a:pathLst>
                <a:path w="207" h="175" extrusionOk="0">
                  <a:moveTo>
                    <a:pt x="112" y="1"/>
                  </a:moveTo>
                  <a:lnTo>
                    <a:pt x="64" y="17"/>
                  </a:lnTo>
                  <a:lnTo>
                    <a:pt x="49" y="17"/>
                  </a:lnTo>
                  <a:lnTo>
                    <a:pt x="32" y="17"/>
                  </a:lnTo>
                  <a:lnTo>
                    <a:pt x="17" y="64"/>
                  </a:lnTo>
                  <a:cubicBezTo>
                    <a:pt x="1" y="80"/>
                    <a:pt x="1" y="95"/>
                    <a:pt x="17" y="112"/>
                  </a:cubicBezTo>
                  <a:lnTo>
                    <a:pt x="32" y="112"/>
                  </a:lnTo>
                  <a:cubicBezTo>
                    <a:pt x="49" y="112"/>
                    <a:pt x="64" y="112"/>
                    <a:pt x="64" y="95"/>
                  </a:cubicBezTo>
                  <a:lnTo>
                    <a:pt x="80" y="80"/>
                  </a:lnTo>
                  <a:lnTo>
                    <a:pt x="127" y="112"/>
                  </a:lnTo>
                  <a:lnTo>
                    <a:pt x="112" y="127"/>
                  </a:lnTo>
                  <a:cubicBezTo>
                    <a:pt x="112" y="127"/>
                    <a:pt x="95" y="158"/>
                    <a:pt x="112" y="175"/>
                  </a:cubicBezTo>
                  <a:lnTo>
                    <a:pt x="112" y="175"/>
                  </a:lnTo>
                  <a:lnTo>
                    <a:pt x="143" y="175"/>
                  </a:lnTo>
                  <a:lnTo>
                    <a:pt x="158" y="175"/>
                  </a:lnTo>
                  <a:lnTo>
                    <a:pt x="175" y="158"/>
                  </a:lnTo>
                  <a:lnTo>
                    <a:pt x="175" y="143"/>
                  </a:lnTo>
                  <a:cubicBezTo>
                    <a:pt x="158" y="127"/>
                    <a:pt x="175" y="112"/>
                    <a:pt x="190" y="95"/>
                  </a:cubicBezTo>
                  <a:lnTo>
                    <a:pt x="206" y="95"/>
                  </a:lnTo>
                  <a:lnTo>
                    <a:pt x="206" y="95"/>
                  </a:lnTo>
                  <a:lnTo>
                    <a:pt x="206" y="95"/>
                  </a:lnTo>
                  <a:lnTo>
                    <a:pt x="206" y="8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5" name="Google Shape;1565;p38"/>
            <p:cNvSpPr/>
            <p:nvPr/>
          </p:nvSpPr>
          <p:spPr>
            <a:xfrm>
              <a:off x="3317785" y="1768695"/>
              <a:ext cx="8078" cy="5057"/>
            </a:xfrm>
            <a:custGeom>
              <a:avLst/>
              <a:gdLst/>
              <a:ahLst/>
              <a:cxnLst/>
              <a:rect l="l" t="t" r="r" b="b"/>
              <a:pathLst>
                <a:path w="254" h="159" extrusionOk="0">
                  <a:moveTo>
                    <a:pt x="112" y="1"/>
                  </a:moveTo>
                  <a:lnTo>
                    <a:pt x="112" y="1"/>
                  </a:lnTo>
                  <a:lnTo>
                    <a:pt x="112" y="1"/>
                  </a:lnTo>
                  <a:cubicBezTo>
                    <a:pt x="96" y="1"/>
                    <a:pt x="80" y="17"/>
                    <a:pt x="80" y="17"/>
                  </a:cubicBezTo>
                  <a:lnTo>
                    <a:pt x="80" y="32"/>
                  </a:lnTo>
                  <a:lnTo>
                    <a:pt x="80" y="32"/>
                  </a:lnTo>
                  <a:lnTo>
                    <a:pt x="64" y="32"/>
                  </a:lnTo>
                  <a:lnTo>
                    <a:pt x="64" y="32"/>
                  </a:lnTo>
                  <a:cubicBezTo>
                    <a:pt x="49" y="32"/>
                    <a:pt x="17" y="32"/>
                    <a:pt x="1" y="64"/>
                  </a:cubicBezTo>
                  <a:lnTo>
                    <a:pt x="1" y="64"/>
                  </a:lnTo>
                  <a:lnTo>
                    <a:pt x="1" y="95"/>
                  </a:lnTo>
                  <a:lnTo>
                    <a:pt x="17" y="143"/>
                  </a:lnTo>
                  <a:cubicBezTo>
                    <a:pt x="17" y="158"/>
                    <a:pt x="33" y="158"/>
                    <a:pt x="33" y="158"/>
                  </a:cubicBezTo>
                  <a:lnTo>
                    <a:pt x="33" y="143"/>
                  </a:lnTo>
                  <a:cubicBezTo>
                    <a:pt x="33" y="127"/>
                    <a:pt x="49" y="112"/>
                    <a:pt x="64" y="112"/>
                  </a:cubicBezTo>
                  <a:lnTo>
                    <a:pt x="64" y="112"/>
                  </a:lnTo>
                  <a:lnTo>
                    <a:pt x="80" y="112"/>
                  </a:lnTo>
                  <a:lnTo>
                    <a:pt x="96" y="127"/>
                  </a:lnTo>
                  <a:lnTo>
                    <a:pt x="112" y="127"/>
                  </a:lnTo>
                  <a:lnTo>
                    <a:pt x="112" y="127"/>
                  </a:lnTo>
                  <a:lnTo>
                    <a:pt x="143" y="158"/>
                  </a:lnTo>
                  <a:lnTo>
                    <a:pt x="143" y="158"/>
                  </a:lnTo>
                  <a:lnTo>
                    <a:pt x="143" y="158"/>
                  </a:lnTo>
                  <a:cubicBezTo>
                    <a:pt x="143" y="127"/>
                    <a:pt x="143" y="112"/>
                    <a:pt x="159" y="112"/>
                  </a:cubicBezTo>
                  <a:lnTo>
                    <a:pt x="175" y="112"/>
                  </a:lnTo>
                  <a:lnTo>
                    <a:pt x="175" y="112"/>
                  </a:lnTo>
                  <a:cubicBezTo>
                    <a:pt x="190" y="112"/>
                    <a:pt x="206" y="127"/>
                    <a:pt x="206" y="143"/>
                  </a:cubicBezTo>
                  <a:lnTo>
                    <a:pt x="206" y="143"/>
                  </a:lnTo>
                  <a:lnTo>
                    <a:pt x="206" y="143"/>
                  </a:lnTo>
                  <a:lnTo>
                    <a:pt x="238" y="143"/>
                  </a:lnTo>
                  <a:cubicBezTo>
                    <a:pt x="253" y="143"/>
                    <a:pt x="253" y="127"/>
                    <a:pt x="253" y="112"/>
                  </a:cubicBezTo>
                  <a:lnTo>
                    <a:pt x="238" y="112"/>
                  </a:lnTo>
                  <a:lnTo>
                    <a:pt x="238" y="112"/>
                  </a:lnTo>
                  <a:cubicBezTo>
                    <a:pt x="206" y="112"/>
                    <a:pt x="206" y="95"/>
                    <a:pt x="206" y="80"/>
                  </a:cubicBezTo>
                  <a:lnTo>
                    <a:pt x="190" y="80"/>
                  </a:lnTo>
                  <a:cubicBezTo>
                    <a:pt x="175" y="95"/>
                    <a:pt x="159" y="95"/>
                    <a:pt x="143" y="95"/>
                  </a:cubicBezTo>
                  <a:lnTo>
                    <a:pt x="112" y="95"/>
                  </a:lnTo>
                  <a:lnTo>
                    <a:pt x="112" y="95"/>
                  </a:lnTo>
                  <a:cubicBezTo>
                    <a:pt x="127" y="95"/>
                    <a:pt x="127" y="95"/>
                    <a:pt x="127" y="80"/>
                  </a:cubicBezTo>
                  <a:cubicBezTo>
                    <a:pt x="143" y="80"/>
                    <a:pt x="159" y="49"/>
                    <a:pt x="143" y="32"/>
                  </a:cubicBez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6" name="Google Shape;1566;p38"/>
            <p:cNvSpPr/>
            <p:nvPr/>
          </p:nvSpPr>
          <p:spPr>
            <a:xfrm>
              <a:off x="3245654" y="1797763"/>
              <a:ext cx="2544" cy="4548"/>
            </a:xfrm>
            <a:custGeom>
              <a:avLst/>
              <a:gdLst/>
              <a:ahLst/>
              <a:cxnLst/>
              <a:rect l="l" t="t" r="r" b="b"/>
              <a:pathLst>
                <a:path w="80" h="143" extrusionOk="0">
                  <a:moveTo>
                    <a:pt x="32" y="0"/>
                  </a:moveTo>
                  <a:lnTo>
                    <a:pt x="32" y="0"/>
                  </a:lnTo>
                  <a:lnTo>
                    <a:pt x="17" y="0"/>
                  </a:lnTo>
                  <a:cubicBezTo>
                    <a:pt x="32" y="17"/>
                    <a:pt x="32" y="32"/>
                    <a:pt x="17" y="48"/>
                  </a:cubicBezTo>
                  <a:lnTo>
                    <a:pt x="0" y="64"/>
                  </a:lnTo>
                  <a:lnTo>
                    <a:pt x="0" y="80"/>
                  </a:lnTo>
                  <a:lnTo>
                    <a:pt x="0" y="111"/>
                  </a:lnTo>
                  <a:lnTo>
                    <a:pt x="17" y="111"/>
                  </a:lnTo>
                  <a:lnTo>
                    <a:pt x="32" y="111"/>
                  </a:lnTo>
                  <a:cubicBezTo>
                    <a:pt x="48" y="127"/>
                    <a:pt x="63" y="127"/>
                    <a:pt x="63" y="143"/>
                  </a:cubicBezTo>
                  <a:cubicBezTo>
                    <a:pt x="80" y="143"/>
                    <a:pt x="80" y="127"/>
                    <a:pt x="80" y="127"/>
                  </a:cubicBezTo>
                  <a:lnTo>
                    <a:pt x="63" y="32"/>
                  </a:lnTo>
                  <a:cubicBezTo>
                    <a:pt x="63" y="17"/>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7" name="Google Shape;1567;p38"/>
            <p:cNvSpPr/>
            <p:nvPr/>
          </p:nvSpPr>
          <p:spPr>
            <a:xfrm>
              <a:off x="3432055" y="1776232"/>
              <a:ext cx="8046" cy="5534"/>
            </a:xfrm>
            <a:custGeom>
              <a:avLst/>
              <a:gdLst/>
              <a:ahLst/>
              <a:cxnLst/>
              <a:rect l="l" t="t" r="r" b="b"/>
              <a:pathLst>
                <a:path w="253" h="174" extrusionOk="0">
                  <a:moveTo>
                    <a:pt x="174" y="1"/>
                  </a:moveTo>
                  <a:lnTo>
                    <a:pt x="158" y="1"/>
                  </a:lnTo>
                  <a:lnTo>
                    <a:pt x="158" y="16"/>
                  </a:lnTo>
                  <a:lnTo>
                    <a:pt x="143" y="16"/>
                  </a:lnTo>
                  <a:cubicBezTo>
                    <a:pt x="126" y="16"/>
                    <a:pt x="111" y="16"/>
                    <a:pt x="80" y="32"/>
                  </a:cubicBezTo>
                  <a:lnTo>
                    <a:pt x="63" y="32"/>
                  </a:lnTo>
                  <a:cubicBezTo>
                    <a:pt x="48" y="47"/>
                    <a:pt x="32" y="47"/>
                    <a:pt x="17" y="47"/>
                  </a:cubicBezTo>
                  <a:lnTo>
                    <a:pt x="0" y="64"/>
                  </a:lnTo>
                  <a:lnTo>
                    <a:pt x="0" y="95"/>
                  </a:lnTo>
                  <a:lnTo>
                    <a:pt x="32" y="158"/>
                  </a:lnTo>
                  <a:cubicBezTo>
                    <a:pt x="48" y="173"/>
                    <a:pt x="48" y="173"/>
                    <a:pt x="63" y="173"/>
                  </a:cubicBezTo>
                  <a:lnTo>
                    <a:pt x="80" y="173"/>
                  </a:lnTo>
                  <a:cubicBezTo>
                    <a:pt x="95" y="158"/>
                    <a:pt x="111" y="142"/>
                    <a:pt x="95" y="127"/>
                  </a:cubicBezTo>
                  <a:lnTo>
                    <a:pt x="80" y="95"/>
                  </a:lnTo>
                  <a:lnTo>
                    <a:pt x="80" y="95"/>
                  </a:lnTo>
                  <a:lnTo>
                    <a:pt x="111" y="95"/>
                  </a:lnTo>
                  <a:cubicBezTo>
                    <a:pt x="126" y="79"/>
                    <a:pt x="143" y="79"/>
                    <a:pt x="158" y="79"/>
                  </a:cubicBezTo>
                  <a:lnTo>
                    <a:pt x="174" y="79"/>
                  </a:lnTo>
                  <a:lnTo>
                    <a:pt x="174" y="79"/>
                  </a:lnTo>
                  <a:cubicBezTo>
                    <a:pt x="158" y="95"/>
                    <a:pt x="174" y="95"/>
                    <a:pt x="174" y="110"/>
                  </a:cubicBezTo>
                  <a:cubicBezTo>
                    <a:pt x="174" y="95"/>
                    <a:pt x="189" y="95"/>
                    <a:pt x="206" y="95"/>
                  </a:cubicBezTo>
                  <a:lnTo>
                    <a:pt x="206" y="95"/>
                  </a:lnTo>
                  <a:lnTo>
                    <a:pt x="206" y="95"/>
                  </a:lnTo>
                  <a:lnTo>
                    <a:pt x="237" y="95"/>
                  </a:lnTo>
                  <a:cubicBezTo>
                    <a:pt x="252" y="64"/>
                    <a:pt x="237" y="32"/>
                    <a:pt x="221" y="32"/>
                  </a:cubicBezTo>
                  <a:cubicBezTo>
                    <a:pt x="221" y="16"/>
                    <a:pt x="206" y="1"/>
                    <a:pt x="17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8" name="Google Shape;1568;p38"/>
            <p:cNvSpPr/>
            <p:nvPr/>
          </p:nvSpPr>
          <p:spPr>
            <a:xfrm>
              <a:off x="3400506" y="1811789"/>
              <a:ext cx="5502" cy="6583"/>
            </a:xfrm>
            <a:custGeom>
              <a:avLst/>
              <a:gdLst/>
              <a:ahLst/>
              <a:cxnLst/>
              <a:rect l="l" t="t" r="r" b="b"/>
              <a:pathLst>
                <a:path w="173" h="207" extrusionOk="0">
                  <a:moveTo>
                    <a:pt x="141" y="1"/>
                  </a:moveTo>
                  <a:lnTo>
                    <a:pt x="141" y="1"/>
                  </a:lnTo>
                  <a:lnTo>
                    <a:pt x="63" y="1"/>
                  </a:lnTo>
                  <a:cubicBezTo>
                    <a:pt x="78" y="17"/>
                    <a:pt x="95" y="32"/>
                    <a:pt x="78" y="32"/>
                  </a:cubicBezTo>
                  <a:cubicBezTo>
                    <a:pt x="78" y="49"/>
                    <a:pt x="63" y="64"/>
                    <a:pt x="47" y="64"/>
                  </a:cubicBezTo>
                  <a:lnTo>
                    <a:pt x="47" y="64"/>
                  </a:lnTo>
                  <a:lnTo>
                    <a:pt x="32" y="64"/>
                  </a:lnTo>
                  <a:lnTo>
                    <a:pt x="32" y="64"/>
                  </a:lnTo>
                  <a:lnTo>
                    <a:pt x="15" y="95"/>
                  </a:lnTo>
                  <a:lnTo>
                    <a:pt x="32" y="95"/>
                  </a:lnTo>
                  <a:lnTo>
                    <a:pt x="32" y="95"/>
                  </a:lnTo>
                  <a:cubicBezTo>
                    <a:pt x="63" y="95"/>
                    <a:pt x="78" y="112"/>
                    <a:pt x="78" y="143"/>
                  </a:cubicBezTo>
                  <a:cubicBezTo>
                    <a:pt x="78" y="158"/>
                    <a:pt x="63" y="175"/>
                    <a:pt x="47" y="175"/>
                  </a:cubicBezTo>
                  <a:lnTo>
                    <a:pt x="0" y="175"/>
                  </a:lnTo>
                  <a:lnTo>
                    <a:pt x="0" y="175"/>
                  </a:lnTo>
                  <a:lnTo>
                    <a:pt x="0" y="206"/>
                  </a:lnTo>
                  <a:cubicBezTo>
                    <a:pt x="15" y="206"/>
                    <a:pt x="32" y="206"/>
                    <a:pt x="63" y="190"/>
                  </a:cubicBezTo>
                  <a:lnTo>
                    <a:pt x="63" y="190"/>
                  </a:lnTo>
                  <a:lnTo>
                    <a:pt x="95" y="64"/>
                  </a:lnTo>
                  <a:lnTo>
                    <a:pt x="141" y="64"/>
                  </a:lnTo>
                  <a:lnTo>
                    <a:pt x="141" y="49"/>
                  </a:lnTo>
                  <a:lnTo>
                    <a:pt x="173" y="49"/>
                  </a:lnTo>
                  <a:lnTo>
                    <a:pt x="173" y="49"/>
                  </a:lnTo>
                  <a:lnTo>
                    <a:pt x="173" y="32"/>
                  </a:lnTo>
                  <a:cubicBezTo>
                    <a:pt x="173" y="17"/>
                    <a:pt x="158"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9" name="Google Shape;1569;p38"/>
            <p:cNvSpPr/>
            <p:nvPr/>
          </p:nvSpPr>
          <p:spPr>
            <a:xfrm>
              <a:off x="3413514" y="1769712"/>
              <a:ext cx="7537" cy="8555"/>
            </a:xfrm>
            <a:custGeom>
              <a:avLst/>
              <a:gdLst/>
              <a:ahLst/>
              <a:cxnLst/>
              <a:rect l="l" t="t" r="r" b="b"/>
              <a:pathLst>
                <a:path w="237" h="269" extrusionOk="0">
                  <a:moveTo>
                    <a:pt x="205" y="0"/>
                  </a:moveTo>
                  <a:lnTo>
                    <a:pt x="205" y="0"/>
                  </a:lnTo>
                  <a:lnTo>
                    <a:pt x="190" y="0"/>
                  </a:lnTo>
                  <a:cubicBezTo>
                    <a:pt x="190" y="0"/>
                    <a:pt x="174" y="0"/>
                    <a:pt x="174" y="17"/>
                  </a:cubicBezTo>
                  <a:lnTo>
                    <a:pt x="174" y="32"/>
                  </a:lnTo>
                  <a:lnTo>
                    <a:pt x="159" y="48"/>
                  </a:lnTo>
                  <a:lnTo>
                    <a:pt x="174" y="48"/>
                  </a:lnTo>
                  <a:cubicBezTo>
                    <a:pt x="190" y="48"/>
                    <a:pt x="205" y="63"/>
                    <a:pt x="205" y="95"/>
                  </a:cubicBezTo>
                  <a:cubicBezTo>
                    <a:pt x="205" y="111"/>
                    <a:pt x="190" y="111"/>
                    <a:pt x="174" y="111"/>
                  </a:cubicBezTo>
                  <a:lnTo>
                    <a:pt x="159" y="111"/>
                  </a:lnTo>
                  <a:lnTo>
                    <a:pt x="159" y="111"/>
                  </a:lnTo>
                  <a:lnTo>
                    <a:pt x="142" y="189"/>
                  </a:lnTo>
                  <a:lnTo>
                    <a:pt x="95" y="158"/>
                  </a:lnTo>
                  <a:lnTo>
                    <a:pt x="79" y="158"/>
                  </a:lnTo>
                  <a:lnTo>
                    <a:pt x="64" y="158"/>
                  </a:lnTo>
                  <a:lnTo>
                    <a:pt x="64" y="158"/>
                  </a:lnTo>
                  <a:lnTo>
                    <a:pt x="1" y="174"/>
                  </a:lnTo>
                  <a:lnTo>
                    <a:pt x="1" y="174"/>
                  </a:lnTo>
                  <a:lnTo>
                    <a:pt x="1" y="174"/>
                  </a:lnTo>
                  <a:cubicBezTo>
                    <a:pt x="16" y="189"/>
                    <a:pt x="16" y="189"/>
                    <a:pt x="16" y="206"/>
                  </a:cubicBezTo>
                  <a:lnTo>
                    <a:pt x="16" y="237"/>
                  </a:lnTo>
                  <a:lnTo>
                    <a:pt x="64" y="221"/>
                  </a:lnTo>
                  <a:lnTo>
                    <a:pt x="111" y="237"/>
                  </a:lnTo>
                  <a:lnTo>
                    <a:pt x="127" y="237"/>
                  </a:lnTo>
                  <a:lnTo>
                    <a:pt x="127" y="237"/>
                  </a:lnTo>
                  <a:cubicBezTo>
                    <a:pt x="142" y="237"/>
                    <a:pt x="159" y="237"/>
                    <a:pt x="159" y="252"/>
                  </a:cubicBezTo>
                  <a:lnTo>
                    <a:pt x="174" y="269"/>
                  </a:lnTo>
                  <a:lnTo>
                    <a:pt x="174" y="269"/>
                  </a:lnTo>
                  <a:lnTo>
                    <a:pt x="190" y="269"/>
                  </a:lnTo>
                  <a:cubicBezTo>
                    <a:pt x="190" y="252"/>
                    <a:pt x="205" y="252"/>
                    <a:pt x="205" y="237"/>
                  </a:cubicBezTo>
                  <a:lnTo>
                    <a:pt x="205" y="206"/>
                  </a:lnTo>
                  <a:lnTo>
                    <a:pt x="190" y="221"/>
                  </a:lnTo>
                  <a:lnTo>
                    <a:pt x="190" y="221"/>
                  </a:lnTo>
                  <a:cubicBezTo>
                    <a:pt x="174" y="221"/>
                    <a:pt x="159" y="206"/>
                    <a:pt x="159" y="189"/>
                  </a:cubicBezTo>
                  <a:cubicBezTo>
                    <a:pt x="159" y="158"/>
                    <a:pt x="174" y="143"/>
                    <a:pt x="190" y="143"/>
                  </a:cubicBezTo>
                  <a:lnTo>
                    <a:pt x="222" y="143"/>
                  </a:lnTo>
                  <a:lnTo>
                    <a:pt x="222" y="111"/>
                  </a:lnTo>
                  <a:lnTo>
                    <a:pt x="222" y="80"/>
                  </a:lnTo>
                  <a:lnTo>
                    <a:pt x="237" y="80"/>
                  </a:lnTo>
                  <a:lnTo>
                    <a:pt x="237" y="32"/>
                  </a:lnTo>
                  <a:cubicBezTo>
                    <a:pt x="237" y="17"/>
                    <a:pt x="222"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0" name="Google Shape;1570;p38"/>
            <p:cNvSpPr/>
            <p:nvPr/>
          </p:nvSpPr>
          <p:spPr>
            <a:xfrm>
              <a:off x="3168467" y="1794742"/>
              <a:ext cx="7569" cy="5565"/>
            </a:xfrm>
            <a:custGeom>
              <a:avLst/>
              <a:gdLst/>
              <a:ahLst/>
              <a:cxnLst/>
              <a:rect l="l" t="t" r="r" b="b"/>
              <a:pathLst>
                <a:path w="238" h="175" extrusionOk="0">
                  <a:moveTo>
                    <a:pt x="190" y="143"/>
                  </a:moveTo>
                  <a:lnTo>
                    <a:pt x="190" y="159"/>
                  </a:lnTo>
                  <a:cubicBezTo>
                    <a:pt x="206" y="159"/>
                    <a:pt x="206" y="175"/>
                    <a:pt x="190" y="175"/>
                  </a:cubicBezTo>
                  <a:lnTo>
                    <a:pt x="221" y="159"/>
                  </a:lnTo>
                  <a:lnTo>
                    <a:pt x="206" y="159"/>
                  </a:lnTo>
                  <a:cubicBezTo>
                    <a:pt x="206" y="159"/>
                    <a:pt x="190" y="159"/>
                    <a:pt x="190" y="143"/>
                  </a:cubicBezTo>
                  <a:close/>
                  <a:moveTo>
                    <a:pt x="143" y="1"/>
                  </a:moveTo>
                  <a:lnTo>
                    <a:pt x="95" y="1"/>
                  </a:lnTo>
                  <a:cubicBezTo>
                    <a:pt x="64" y="1"/>
                    <a:pt x="32" y="17"/>
                    <a:pt x="17" y="32"/>
                  </a:cubicBezTo>
                  <a:lnTo>
                    <a:pt x="17" y="32"/>
                  </a:lnTo>
                  <a:cubicBezTo>
                    <a:pt x="1" y="49"/>
                    <a:pt x="1" y="80"/>
                    <a:pt x="17" y="80"/>
                  </a:cubicBezTo>
                  <a:cubicBezTo>
                    <a:pt x="17" y="95"/>
                    <a:pt x="32" y="95"/>
                    <a:pt x="32" y="95"/>
                  </a:cubicBezTo>
                  <a:lnTo>
                    <a:pt x="64" y="95"/>
                  </a:lnTo>
                  <a:cubicBezTo>
                    <a:pt x="80" y="80"/>
                    <a:pt x="80" y="64"/>
                    <a:pt x="158" y="64"/>
                  </a:cubicBezTo>
                  <a:lnTo>
                    <a:pt x="158" y="95"/>
                  </a:lnTo>
                  <a:cubicBezTo>
                    <a:pt x="158" y="95"/>
                    <a:pt x="158" y="112"/>
                    <a:pt x="175" y="112"/>
                  </a:cubicBezTo>
                  <a:lnTo>
                    <a:pt x="158" y="112"/>
                  </a:lnTo>
                  <a:cubicBezTo>
                    <a:pt x="158" y="127"/>
                    <a:pt x="143" y="127"/>
                    <a:pt x="143" y="143"/>
                  </a:cubicBezTo>
                  <a:lnTo>
                    <a:pt x="158" y="127"/>
                  </a:lnTo>
                  <a:lnTo>
                    <a:pt x="158" y="127"/>
                  </a:lnTo>
                  <a:cubicBezTo>
                    <a:pt x="175" y="127"/>
                    <a:pt x="175" y="127"/>
                    <a:pt x="190" y="143"/>
                  </a:cubicBezTo>
                  <a:cubicBezTo>
                    <a:pt x="175" y="127"/>
                    <a:pt x="175" y="112"/>
                    <a:pt x="190" y="112"/>
                  </a:cubicBezTo>
                  <a:cubicBezTo>
                    <a:pt x="190" y="95"/>
                    <a:pt x="206" y="95"/>
                    <a:pt x="206" y="95"/>
                  </a:cubicBezTo>
                  <a:lnTo>
                    <a:pt x="221" y="95"/>
                  </a:lnTo>
                  <a:lnTo>
                    <a:pt x="221" y="95"/>
                  </a:lnTo>
                  <a:lnTo>
                    <a:pt x="238" y="95"/>
                  </a:lnTo>
                  <a:cubicBezTo>
                    <a:pt x="238" y="80"/>
                    <a:pt x="238" y="80"/>
                    <a:pt x="221" y="80"/>
                  </a:cubicBezTo>
                  <a:lnTo>
                    <a:pt x="221" y="64"/>
                  </a:lnTo>
                  <a:lnTo>
                    <a:pt x="190" y="64"/>
                  </a:lnTo>
                  <a:lnTo>
                    <a:pt x="190" y="64"/>
                  </a:lnTo>
                  <a:cubicBezTo>
                    <a:pt x="175" y="64"/>
                    <a:pt x="175" y="64"/>
                    <a:pt x="158" y="49"/>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1" name="Google Shape;1571;p38"/>
            <p:cNvSpPr/>
            <p:nvPr/>
          </p:nvSpPr>
          <p:spPr>
            <a:xfrm>
              <a:off x="3376463" y="1773720"/>
              <a:ext cx="4039" cy="6551"/>
            </a:xfrm>
            <a:custGeom>
              <a:avLst/>
              <a:gdLst/>
              <a:ahLst/>
              <a:cxnLst/>
              <a:rect l="l" t="t" r="r" b="b"/>
              <a:pathLst>
                <a:path w="127" h="206" extrusionOk="0">
                  <a:moveTo>
                    <a:pt x="32" y="0"/>
                  </a:moveTo>
                  <a:lnTo>
                    <a:pt x="32" y="0"/>
                  </a:lnTo>
                  <a:lnTo>
                    <a:pt x="15" y="0"/>
                  </a:lnTo>
                  <a:cubicBezTo>
                    <a:pt x="0" y="17"/>
                    <a:pt x="0" y="32"/>
                    <a:pt x="15" y="48"/>
                  </a:cubicBezTo>
                  <a:lnTo>
                    <a:pt x="47" y="95"/>
                  </a:lnTo>
                  <a:lnTo>
                    <a:pt x="47" y="95"/>
                  </a:lnTo>
                  <a:lnTo>
                    <a:pt x="63" y="174"/>
                  </a:lnTo>
                  <a:cubicBezTo>
                    <a:pt x="63" y="189"/>
                    <a:pt x="78" y="206"/>
                    <a:pt x="95" y="206"/>
                  </a:cubicBezTo>
                  <a:lnTo>
                    <a:pt x="110" y="206"/>
                  </a:lnTo>
                  <a:lnTo>
                    <a:pt x="126" y="189"/>
                  </a:lnTo>
                  <a:lnTo>
                    <a:pt x="126" y="158"/>
                  </a:lnTo>
                  <a:lnTo>
                    <a:pt x="126" y="143"/>
                  </a:lnTo>
                  <a:lnTo>
                    <a:pt x="126" y="111"/>
                  </a:lnTo>
                  <a:lnTo>
                    <a:pt x="126" y="111"/>
                  </a:lnTo>
                  <a:cubicBezTo>
                    <a:pt x="110" y="95"/>
                    <a:pt x="110" y="80"/>
                    <a:pt x="110" y="80"/>
                  </a:cubicBezTo>
                  <a:lnTo>
                    <a:pt x="110" y="48"/>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2" name="Google Shape;1572;p38"/>
            <p:cNvSpPr/>
            <p:nvPr/>
          </p:nvSpPr>
          <p:spPr>
            <a:xfrm>
              <a:off x="3208094" y="1793756"/>
              <a:ext cx="5025" cy="2035"/>
            </a:xfrm>
            <a:custGeom>
              <a:avLst/>
              <a:gdLst/>
              <a:ahLst/>
              <a:cxnLst/>
              <a:rect l="l" t="t" r="r" b="b"/>
              <a:pathLst>
                <a:path w="158" h="64" extrusionOk="0">
                  <a:moveTo>
                    <a:pt x="32" y="0"/>
                  </a:moveTo>
                  <a:lnTo>
                    <a:pt x="32" y="0"/>
                  </a:lnTo>
                  <a:cubicBezTo>
                    <a:pt x="15" y="0"/>
                    <a:pt x="15" y="0"/>
                    <a:pt x="0" y="17"/>
                  </a:cubicBezTo>
                  <a:lnTo>
                    <a:pt x="0" y="32"/>
                  </a:lnTo>
                  <a:cubicBezTo>
                    <a:pt x="0" y="48"/>
                    <a:pt x="15" y="63"/>
                    <a:pt x="32" y="63"/>
                  </a:cubicBezTo>
                  <a:lnTo>
                    <a:pt x="32" y="63"/>
                  </a:lnTo>
                  <a:lnTo>
                    <a:pt x="126" y="63"/>
                  </a:lnTo>
                  <a:lnTo>
                    <a:pt x="126" y="63"/>
                  </a:lnTo>
                  <a:cubicBezTo>
                    <a:pt x="141" y="63"/>
                    <a:pt x="158" y="48"/>
                    <a:pt x="158" y="32"/>
                  </a:cubicBezTo>
                  <a:cubicBezTo>
                    <a:pt x="158" y="17"/>
                    <a:pt x="158" y="0"/>
                    <a:pt x="126"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3" name="Google Shape;1573;p38"/>
            <p:cNvSpPr/>
            <p:nvPr/>
          </p:nvSpPr>
          <p:spPr>
            <a:xfrm>
              <a:off x="3265690" y="1820344"/>
              <a:ext cx="5025" cy="2512"/>
            </a:xfrm>
            <a:custGeom>
              <a:avLst/>
              <a:gdLst/>
              <a:ahLst/>
              <a:cxnLst/>
              <a:rect l="l" t="t" r="r" b="b"/>
              <a:pathLst>
                <a:path w="158" h="79" extrusionOk="0">
                  <a:moveTo>
                    <a:pt x="126" y="0"/>
                  </a:moveTo>
                  <a:lnTo>
                    <a:pt x="126" y="0"/>
                  </a:lnTo>
                  <a:lnTo>
                    <a:pt x="111" y="0"/>
                  </a:lnTo>
                  <a:lnTo>
                    <a:pt x="111" y="0"/>
                  </a:lnTo>
                  <a:lnTo>
                    <a:pt x="111" y="0"/>
                  </a:lnTo>
                  <a:cubicBezTo>
                    <a:pt x="95" y="0"/>
                    <a:pt x="95" y="15"/>
                    <a:pt x="80" y="15"/>
                  </a:cubicBezTo>
                  <a:lnTo>
                    <a:pt x="80" y="0"/>
                  </a:lnTo>
                  <a:lnTo>
                    <a:pt x="48" y="15"/>
                  </a:lnTo>
                  <a:lnTo>
                    <a:pt x="17" y="15"/>
                  </a:lnTo>
                  <a:cubicBezTo>
                    <a:pt x="0" y="15"/>
                    <a:pt x="0" y="32"/>
                    <a:pt x="0" y="63"/>
                  </a:cubicBezTo>
                  <a:cubicBezTo>
                    <a:pt x="0" y="63"/>
                    <a:pt x="0" y="78"/>
                    <a:pt x="17" y="78"/>
                  </a:cubicBezTo>
                  <a:lnTo>
                    <a:pt x="32" y="78"/>
                  </a:lnTo>
                  <a:cubicBezTo>
                    <a:pt x="32" y="63"/>
                    <a:pt x="48" y="63"/>
                    <a:pt x="48" y="63"/>
                  </a:cubicBezTo>
                  <a:lnTo>
                    <a:pt x="48" y="63"/>
                  </a:lnTo>
                  <a:cubicBezTo>
                    <a:pt x="63" y="63"/>
                    <a:pt x="63" y="63"/>
                    <a:pt x="80" y="78"/>
                  </a:cubicBezTo>
                  <a:lnTo>
                    <a:pt x="126" y="63"/>
                  </a:lnTo>
                  <a:cubicBezTo>
                    <a:pt x="143" y="63"/>
                    <a:pt x="158" y="47"/>
                    <a:pt x="158" y="32"/>
                  </a:cubicBezTo>
                  <a:cubicBezTo>
                    <a:pt x="158" y="15"/>
                    <a:pt x="143"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4" name="Google Shape;1574;p38"/>
            <p:cNvSpPr/>
            <p:nvPr/>
          </p:nvSpPr>
          <p:spPr>
            <a:xfrm>
              <a:off x="3034191" y="1822348"/>
              <a:ext cx="2544" cy="3498"/>
            </a:xfrm>
            <a:custGeom>
              <a:avLst/>
              <a:gdLst/>
              <a:ahLst/>
              <a:cxnLst/>
              <a:rect l="l" t="t" r="r" b="b"/>
              <a:pathLst>
                <a:path w="80" h="110" extrusionOk="0">
                  <a:moveTo>
                    <a:pt x="80" y="0"/>
                  </a:moveTo>
                  <a:lnTo>
                    <a:pt x="32" y="32"/>
                  </a:lnTo>
                  <a:lnTo>
                    <a:pt x="17" y="32"/>
                  </a:lnTo>
                  <a:lnTo>
                    <a:pt x="0" y="32"/>
                  </a:lnTo>
                  <a:lnTo>
                    <a:pt x="0" y="78"/>
                  </a:lnTo>
                  <a:cubicBezTo>
                    <a:pt x="0" y="95"/>
                    <a:pt x="17" y="110"/>
                    <a:pt x="32" y="110"/>
                  </a:cubicBezTo>
                  <a:lnTo>
                    <a:pt x="32" y="110"/>
                  </a:lnTo>
                  <a:cubicBezTo>
                    <a:pt x="48" y="110"/>
                    <a:pt x="63" y="95"/>
                    <a:pt x="63" y="78"/>
                  </a:cubicBezTo>
                  <a:lnTo>
                    <a:pt x="80"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5" name="Google Shape;1575;p38"/>
            <p:cNvSpPr/>
            <p:nvPr/>
          </p:nvSpPr>
          <p:spPr>
            <a:xfrm>
              <a:off x="3170470" y="1809785"/>
              <a:ext cx="5565" cy="2576"/>
            </a:xfrm>
            <a:custGeom>
              <a:avLst/>
              <a:gdLst/>
              <a:ahLst/>
              <a:cxnLst/>
              <a:rect l="l" t="t" r="r" b="b"/>
              <a:pathLst>
                <a:path w="175" h="81" extrusionOk="0">
                  <a:moveTo>
                    <a:pt x="32" y="1"/>
                  </a:moveTo>
                  <a:lnTo>
                    <a:pt x="32" y="1"/>
                  </a:lnTo>
                  <a:cubicBezTo>
                    <a:pt x="17" y="1"/>
                    <a:pt x="1" y="17"/>
                    <a:pt x="1" y="32"/>
                  </a:cubicBezTo>
                  <a:cubicBezTo>
                    <a:pt x="1" y="49"/>
                    <a:pt x="17" y="64"/>
                    <a:pt x="32" y="64"/>
                  </a:cubicBezTo>
                  <a:lnTo>
                    <a:pt x="127" y="80"/>
                  </a:lnTo>
                  <a:lnTo>
                    <a:pt x="127" y="80"/>
                  </a:lnTo>
                  <a:cubicBezTo>
                    <a:pt x="143" y="80"/>
                    <a:pt x="158" y="64"/>
                    <a:pt x="158" y="49"/>
                  </a:cubicBezTo>
                  <a:cubicBezTo>
                    <a:pt x="175" y="32"/>
                    <a:pt x="158" y="17"/>
                    <a:pt x="127"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6" name="Google Shape;1576;p38"/>
            <p:cNvSpPr/>
            <p:nvPr/>
          </p:nvSpPr>
          <p:spPr>
            <a:xfrm>
              <a:off x="3274723" y="1765196"/>
              <a:ext cx="2035" cy="2067"/>
            </a:xfrm>
            <a:custGeom>
              <a:avLst/>
              <a:gdLst/>
              <a:ahLst/>
              <a:cxnLst/>
              <a:rect l="l" t="t" r="r" b="b"/>
              <a:pathLst>
                <a:path w="64" h="65" extrusionOk="0">
                  <a:moveTo>
                    <a:pt x="32" y="1"/>
                  </a:moveTo>
                  <a:lnTo>
                    <a:pt x="16" y="1"/>
                  </a:lnTo>
                  <a:lnTo>
                    <a:pt x="0" y="1"/>
                  </a:lnTo>
                  <a:lnTo>
                    <a:pt x="0" y="1"/>
                  </a:lnTo>
                  <a:cubicBezTo>
                    <a:pt x="16" y="1"/>
                    <a:pt x="16" y="16"/>
                    <a:pt x="16" y="33"/>
                  </a:cubicBezTo>
                  <a:cubicBezTo>
                    <a:pt x="16" y="48"/>
                    <a:pt x="16" y="48"/>
                    <a:pt x="32" y="64"/>
                  </a:cubicBezTo>
                  <a:lnTo>
                    <a:pt x="32" y="64"/>
                  </a:lnTo>
                  <a:cubicBezTo>
                    <a:pt x="48" y="64"/>
                    <a:pt x="63" y="48"/>
                    <a:pt x="63" y="33"/>
                  </a:cubicBezTo>
                  <a:cubicBezTo>
                    <a:pt x="63"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7" name="Google Shape;1577;p38"/>
            <p:cNvSpPr/>
            <p:nvPr/>
          </p:nvSpPr>
          <p:spPr>
            <a:xfrm>
              <a:off x="3271224" y="1765196"/>
              <a:ext cx="8523" cy="7060"/>
            </a:xfrm>
            <a:custGeom>
              <a:avLst/>
              <a:gdLst/>
              <a:ahLst/>
              <a:cxnLst/>
              <a:rect l="l" t="t" r="r" b="b"/>
              <a:pathLst>
                <a:path w="268" h="222" extrusionOk="0">
                  <a:moveTo>
                    <a:pt x="95" y="1"/>
                  </a:moveTo>
                  <a:lnTo>
                    <a:pt x="95" y="1"/>
                  </a:lnTo>
                  <a:lnTo>
                    <a:pt x="78" y="1"/>
                  </a:lnTo>
                  <a:lnTo>
                    <a:pt x="15" y="33"/>
                  </a:lnTo>
                  <a:cubicBezTo>
                    <a:pt x="15" y="33"/>
                    <a:pt x="0" y="33"/>
                    <a:pt x="0" y="48"/>
                  </a:cubicBezTo>
                  <a:lnTo>
                    <a:pt x="15" y="48"/>
                  </a:lnTo>
                  <a:cubicBezTo>
                    <a:pt x="15" y="33"/>
                    <a:pt x="32" y="33"/>
                    <a:pt x="32" y="33"/>
                  </a:cubicBezTo>
                  <a:lnTo>
                    <a:pt x="32" y="33"/>
                  </a:lnTo>
                  <a:cubicBezTo>
                    <a:pt x="47" y="33"/>
                    <a:pt x="63" y="48"/>
                    <a:pt x="63" y="64"/>
                  </a:cubicBezTo>
                  <a:lnTo>
                    <a:pt x="63" y="79"/>
                  </a:lnTo>
                  <a:lnTo>
                    <a:pt x="63" y="79"/>
                  </a:lnTo>
                  <a:cubicBezTo>
                    <a:pt x="78" y="96"/>
                    <a:pt x="78" y="111"/>
                    <a:pt x="95" y="127"/>
                  </a:cubicBezTo>
                  <a:cubicBezTo>
                    <a:pt x="110" y="174"/>
                    <a:pt x="142" y="205"/>
                    <a:pt x="205" y="222"/>
                  </a:cubicBezTo>
                  <a:lnTo>
                    <a:pt x="221" y="222"/>
                  </a:lnTo>
                  <a:lnTo>
                    <a:pt x="236" y="222"/>
                  </a:lnTo>
                  <a:lnTo>
                    <a:pt x="252" y="205"/>
                  </a:lnTo>
                  <a:lnTo>
                    <a:pt x="268" y="159"/>
                  </a:lnTo>
                  <a:cubicBezTo>
                    <a:pt x="268" y="142"/>
                    <a:pt x="268" y="127"/>
                    <a:pt x="252" y="111"/>
                  </a:cubicBezTo>
                  <a:lnTo>
                    <a:pt x="236" y="111"/>
                  </a:lnTo>
                  <a:cubicBezTo>
                    <a:pt x="221" y="111"/>
                    <a:pt x="205" y="111"/>
                    <a:pt x="205" y="127"/>
                  </a:cubicBezTo>
                  <a:lnTo>
                    <a:pt x="205" y="142"/>
                  </a:lnTo>
                  <a:cubicBezTo>
                    <a:pt x="158" y="127"/>
                    <a:pt x="142" y="96"/>
                    <a:pt x="142" y="64"/>
                  </a:cubicBezTo>
                  <a:cubicBezTo>
                    <a:pt x="126" y="48"/>
                    <a:pt x="126" y="48"/>
                    <a:pt x="126" y="33"/>
                  </a:cubicBezTo>
                  <a:cubicBezTo>
                    <a:pt x="126" y="16"/>
                    <a:pt x="126" y="1"/>
                    <a:pt x="110" y="1"/>
                  </a:cubicBez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8" name="Google Shape;1578;p38"/>
            <p:cNvSpPr/>
            <p:nvPr/>
          </p:nvSpPr>
          <p:spPr>
            <a:xfrm>
              <a:off x="3393955" y="1790735"/>
              <a:ext cx="5057" cy="4580"/>
            </a:xfrm>
            <a:custGeom>
              <a:avLst/>
              <a:gdLst/>
              <a:ahLst/>
              <a:cxnLst/>
              <a:rect l="l" t="t" r="r" b="b"/>
              <a:pathLst>
                <a:path w="159" h="144" extrusionOk="0">
                  <a:moveTo>
                    <a:pt x="95" y="1"/>
                  </a:moveTo>
                  <a:lnTo>
                    <a:pt x="95" y="1"/>
                  </a:lnTo>
                  <a:lnTo>
                    <a:pt x="80" y="1"/>
                  </a:lnTo>
                  <a:lnTo>
                    <a:pt x="95" y="49"/>
                  </a:lnTo>
                  <a:cubicBezTo>
                    <a:pt x="95" y="64"/>
                    <a:pt x="80" y="80"/>
                    <a:pt x="64" y="80"/>
                  </a:cubicBezTo>
                  <a:lnTo>
                    <a:pt x="64" y="80"/>
                  </a:lnTo>
                  <a:lnTo>
                    <a:pt x="49" y="80"/>
                  </a:lnTo>
                  <a:lnTo>
                    <a:pt x="32" y="95"/>
                  </a:lnTo>
                  <a:lnTo>
                    <a:pt x="17" y="80"/>
                  </a:lnTo>
                  <a:lnTo>
                    <a:pt x="17" y="95"/>
                  </a:lnTo>
                  <a:cubicBezTo>
                    <a:pt x="1" y="95"/>
                    <a:pt x="1" y="112"/>
                    <a:pt x="17" y="127"/>
                  </a:cubicBezTo>
                  <a:lnTo>
                    <a:pt x="17" y="127"/>
                  </a:lnTo>
                  <a:lnTo>
                    <a:pt x="32" y="143"/>
                  </a:lnTo>
                  <a:lnTo>
                    <a:pt x="49" y="143"/>
                  </a:lnTo>
                  <a:cubicBezTo>
                    <a:pt x="49" y="143"/>
                    <a:pt x="64" y="143"/>
                    <a:pt x="64" y="127"/>
                  </a:cubicBezTo>
                  <a:lnTo>
                    <a:pt x="80" y="112"/>
                  </a:lnTo>
                  <a:lnTo>
                    <a:pt x="95" y="112"/>
                  </a:lnTo>
                  <a:lnTo>
                    <a:pt x="112" y="112"/>
                  </a:lnTo>
                  <a:lnTo>
                    <a:pt x="112" y="112"/>
                  </a:lnTo>
                  <a:lnTo>
                    <a:pt x="127" y="112"/>
                  </a:lnTo>
                  <a:lnTo>
                    <a:pt x="127" y="112"/>
                  </a:lnTo>
                  <a:lnTo>
                    <a:pt x="143" y="112"/>
                  </a:lnTo>
                  <a:lnTo>
                    <a:pt x="158" y="95"/>
                  </a:lnTo>
                  <a:lnTo>
                    <a:pt x="158" y="49"/>
                  </a:lnTo>
                  <a:cubicBezTo>
                    <a:pt x="158" y="32"/>
                    <a:pt x="158" y="32"/>
                    <a:pt x="143" y="17"/>
                  </a:cubicBezTo>
                  <a:lnTo>
                    <a:pt x="127" y="1"/>
                  </a:lnTo>
                  <a:lnTo>
                    <a:pt x="11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9" name="Google Shape;1579;p38"/>
            <p:cNvSpPr/>
            <p:nvPr/>
          </p:nvSpPr>
          <p:spPr>
            <a:xfrm>
              <a:off x="3119362" y="1795760"/>
              <a:ext cx="4039" cy="5057"/>
            </a:xfrm>
            <a:custGeom>
              <a:avLst/>
              <a:gdLst/>
              <a:ahLst/>
              <a:cxnLst/>
              <a:rect l="l" t="t" r="r" b="b"/>
              <a:pathLst>
                <a:path w="127" h="159" extrusionOk="0">
                  <a:moveTo>
                    <a:pt x="32" y="0"/>
                  </a:moveTo>
                  <a:lnTo>
                    <a:pt x="32" y="0"/>
                  </a:lnTo>
                  <a:lnTo>
                    <a:pt x="32" y="0"/>
                  </a:lnTo>
                  <a:lnTo>
                    <a:pt x="32" y="0"/>
                  </a:lnTo>
                  <a:lnTo>
                    <a:pt x="1" y="0"/>
                  </a:lnTo>
                  <a:lnTo>
                    <a:pt x="1" y="32"/>
                  </a:lnTo>
                  <a:lnTo>
                    <a:pt x="1" y="63"/>
                  </a:lnTo>
                  <a:lnTo>
                    <a:pt x="1" y="80"/>
                  </a:lnTo>
                  <a:lnTo>
                    <a:pt x="1" y="127"/>
                  </a:lnTo>
                  <a:lnTo>
                    <a:pt x="1" y="127"/>
                  </a:lnTo>
                  <a:lnTo>
                    <a:pt x="1" y="127"/>
                  </a:lnTo>
                  <a:lnTo>
                    <a:pt x="17" y="127"/>
                  </a:lnTo>
                  <a:cubicBezTo>
                    <a:pt x="32" y="127"/>
                    <a:pt x="49" y="143"/>
                    <a:pt x="49" y="158"/>
                  </a:cubicBezTo>
                  <a:lnTo>
                    <a:pt x="49" y="158"/>
                  </a:lnTo>
                  <a:lnTo>
                    <a:pt x="49" y="158"/>
                  </a:lnTo>
                  <a:lnTo>
                    <a:pt x="64" y="158"/>
                  </a:lnTo>
                  <a:lnTo>
                    <a:pt x="64" y="158"/>
                  </a:lnTo>
                  <a:cubicBezTo>
                    <a:pt x="80" y="158"/>
                    <a:pt x="112" y="143"/>
                    <a:pt x="112" y="127"/>
                  </a:cubicBezTo>
                  <a:cubicBezTo>
                    <a:pt x="127" y="111"/>
                    <a:pt x="127" y="80"/>
                    <a:pt x="112" y="48"/>
                  </a:cubicBezTo>
                  <a:cubicBezTo>
                    <a:pt x="95" y="32"/>
                    <a:pt x="95" y="17"/>
                    <a:pt x="80" y="17"/>
                  </a:cubicBezTo>
                  <a:lnTo>
                    <a:pt x="80"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0" name="Google Shape;1580;p38"/>
            <p:cNvSpPr/>
            <p:nvPr/>
          </p:nvSpPr>
          <p:spPr>
            <a:xfrm>
              <a:off x="3103842" y="1799290"/>
              <a:ext cx="4548" cy="3021"/>
            </a:xfrm>
            <a:custGeom>
              <a:avLst/>
              <a:gdLst/>
              <a:ahLst/>
              <a:cxnLst/>
              <a:rect l="l" t="t" r="r" b="b"/>
              <a:pathLst>
                <a:path w="143" h="95" extrusionOk="0">
                  <a:moveTo>
                    <a:pt x="95" y="0"/>
                  </a:moveTo>
                  <a:cubicBezTo>
                    <a:pt x="79" y="0"/>
                    <a:pt x="48" y="16"/>
                    <a:pt x="16" y="16"/>
                  </a:cubicBezTo>
                  <a:lnTo>
                    <a:pt x="1" y="16"/>
                  </a:lnTo>
                  <a:lnTo>
                    <a:pt x="48" y="79"/>
                  </a:lnTo>
                  <a:cubicBezTo>
                    <a:pt x="48" y="95"/>
                    <a:pt x="64" y="95"/>
                    <a:pt x="79" y="95"/>
                  </a:cubicBezTo>
                  <a:lnTo>
                    <a:pt x="79" y="95"/>
                  </a:lnTo>
                  <a:lnTo>
                    <a:pt x="95" y="95"/>
                  </a:lnTo>
                  <a:cubicBezTo>
                    <a:pt x="95" y="95"/>
                    <a:pt x="95" y="79"/>
                    <a:pt x="111" y="79"/>
                  </a:cubicBezTo>
                  <a:lnTo>
                    <a:pt x="142" y="32"/>
                  </a:lnTo>
                  <a:lnTo>
                    <a:pt x="142" y="16"/>
                  </a:lnTo>
                  <a:lnTo>
                    <a:pt x="142" y="16"/>
                  </a:lnTo>
                  <a:lnTo>
                    <a:pt x="111"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1" name="Google Shape;1581;p38"/>
            <p:cNvSpPr/>
            <p:nvPr/>
          </p:nvSpPr>
          <p:spPr>
            <a:xfrm>
              <a:off x="3435045" y="1789272"/>
              <a:ext cx="6583" cy="5025"/>
            </a:xfrm>
            <a:custGeom>
              <a:avLst/>
              <a:gdLst/>
              <a:ahLst/>
              <a:cxnLst/>
              <a:rect l="l" t="t" r="r" b="b"/>
              <a:pathLst>
                <a:path w="207" h="158" extrusionOk="0">
                  <a:moveTo>
                    <a:pt x="64" y="15"/>
                  </a:moveTo>
                  <a:lnTo>
                    <a:pt x="49" y="15"/>
                  </a:lnTo>
                  <a:lnTo>
                    <a:pt x="49" y="15"/>
                  </a:lnTo>
                  <a:lnTo>
                    <a:pt x="1" y="63"/>
                  </a:lnTo>
                  <a:lnTo>
                    <a:pt x="1" y="95"/>
                  </a:lnTo>
                  <a:lnTo>
                    <a:pt x="1" y="110"/>
                  </a:lnTo>
                  <a:lnTo>
                    <a:pt x="32" y="126"/>
                  </a:lnTo>
                  <a:lnTo>
                    <a:pt x="49" y="141"/>
                  </a:lnTo>
                  <a:cubicBezTo>
                    <a:pt x="49" y="158"/>
                    <a:pt x="64" y="158"/>
                    <a:pt x="64" y="158"/>
                  </a:cubicBezTo>
                  <a:cubicBezTo>
                    <a:pt x="80" y="158"/>
                    <a:pt x="80" y="141"/>
                    <a:pt x="95" y="141"/>
                  </a:cubicBezTo>
                  <a:lnTo>
                    <a:pt x="95" y="110"/>
                  </a:lnTo>
                  <a:lnTo>
                    <a:pt x="95" y="110"/>
                  </a:lnTo>
                  <a:lnTo>
                    <a:pt x="80" y="110"/>
                  </a:lnTo>
                  <a:cubicBezTo>
                    <a:pt x="64" y="110"/>
                    <a:pt x="49" y="95"/>
                    <a:pt x="49" y="78"/>
                  </a:cubicBezTo>
                  <a:cubicBezTo>
                    <a:pt x="49" y="63"/>
                    <a:pt x="64" y="47"/>
                    <a:pt x="80" y="32"/>
                  </a:cubicBezTo>
                  <a:cubicBezTo>
                    <a:pt x="64" y="32"/>
                    <a:pt x="64" y="32"/>
                    <a:pt x="64" y="15"/>
                  </a:cubicBezTo>
                  <a:close/>
                  <a:moveTo>
                    <a:pt x="158" y="0"/>
                  </a:moveTo>
                  <a:lnTo>
                    <a:pt x="143" y="0"/>
                  </a:lnTo>
                  <a:lnTo>
                    <a:pt x="127" y="0"/>
                  </a:lnTo>
                  <a:lnTo>
                    <a:pt x="127" y="15"/>
                  </a:lnTo>
                  <a:cubicBezTo>
                    <a:pt x="127" y="15"/>
                    <a:pt x="127" y="32"/>
                    <a:pt x="112" y="32"/>
                  </a:cubicBezTo>
                  <a:lnTo>
                    <a:pt x="143" y="32"/>
                  </a:lnTo>
                  <a:lnTo>
                    <a:pt x="158" y="32"/>
                  </a:lnTo>
                  <a:cubicBezTo>
                    <a:pt x="175" y="32"/>
                    <a:pt x="190" y="47"/>
                    <a:pt x="190" y="63"/>
                  </a:cubicBezTo>
                  <a:lnTo>
                    <a:pt x="190" y="63"/>
                  </a:lnTo>
                  <a:cubicBezTo>
                    <a:pt x="206" y="63"/>
                    <a:pt x="206" y="47"/>
                    <a:pt x="206" y="32"/>
                  </a:cubicBezTo>
                  <a:cubicBezTo>
                    <a:pt x="206" y="15"/>
                    <a:pt x="190" y="0"/>
                    <a:pt x="17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2" name="Google Shape;1582;p38"/>
            <p:cNvSpPr/>
            <p:nvPr/>
          </p:nvSpPr>
          <p:spPr>
            <a:xfrm>
              <a:off x="3301756" y="1818817"/>
              <a:ext cx="7060" cy="3562"/>
            </a:xfrm>
            <a:custGeom>
              <a:avLst/>
              <a:gdLst/>
              <a:ahLst/>
              <a:cxnLst/>
              <a:rect l="l" t="t" r="r" b="b"/>
              <a:pathLst>
                <a:path w="222" h="112" extrusionOk="0">
                  <a:moveTo>
                    <a:pt x="49" y="0"/>
                  </a:moveTo>
                  <a:lnTo>
                    <a:pt x="49" y="0"/>
                  </a:lnTo>
                  <a:cubicBezTo>
                    <a:pt x="32" y="0"/>
                    <a:pt x="17" y="17"/>
                    <a:pt x="17" y="17"/>
                  </a:cubicBezTo>
                  <a:cubicBezTo>
                    <a:pt x="1" y="48"/>
                    <a:pt x="17" y="63"/>
                    <a:pt x="32" y="63"/>
                  </a:cubicBezTo>
                  <a:lnTo>
                    <a:pt x="158" y="111"/>
                  </a:lnTo>
                  <a:lnTo>
                    <a:pt x="175" y="111"/>
                  </a:lnTo>
                  <a:cubicBezTo>
                    <a:pt x="190" y="111"/>
                    <a:pt x="206" y="95"/>
                    <a:pt x="206" y="80"/>
                  </a:cubicBezTo>
                  <a:cubicBezTo>
                    <a:pt x="221" y="63"/>
                    <a:pt x="206" y="48"/>
                    <a:pt x="190" y="48"/>
                  </a:cubicBezTo>
                  <a:lnTo>
                    <a:pt x="158" y="32"/>
                  </a:lnTo>
                  <a:lnTo>
                    <a:pt x="158" y="32"/>
                  </a:lnTo>
                  <a:lnTo>
                    <a:pt x="158" y="32"/>
                  </a:lnTo>
                  <a:cubicBezTo>
                    <a:pt x="143" y="32"/>
                    <a:pt x="127" y="32"/>
                    <a:pt x="127"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3" name="Google Shape;1583;p38"/>
            <p:cNvSpPr/>
            <p:nvPr/>
          </p:nvSpPr>
          <p:spPr>
            <a:xfrm>
              <a:off x="3421560" y="1787268"/>
              <a:ext cx="6520" cy="3021"/>
            </a:xfrm>
            <a:custGeom>
              <a:avLst/>
              <a:gdLst/>
              <a:ahLst/>
              <a:cxnLst/>
              <a:rect l="l" t="t" r="r" b="b"/>
              <a:pathLst>
                <a:path w="205" h="95" extrusionOk="0">
                  <a:moveTo>
                    <a:pt x="158" y="0"/>
                  </a:moveTo>
                  <a:lnTo>
                    <a:pt x="158" y="0"/>
                  </a:lnTo>
                  <a:lnTo>
                    <a:pt x="158" y="0"/>
                  </a:lnTo>
                  <a:lnTo>
                    <a:pt x="126" y="0"/>
                  </a:lnTo>
                  <a:lnTo>
                    <a:pt x="32" y="32"/>
                  </a:lnTo>
                  <a:lnTo>
                    <a:pt x="32" y="32"/>
                  </a:lnTo>
                  <a:cubicBezTo>
                    <a:pt x="15" y="47"/>
                    <a:pt x="0" y="63"/>
                    <a:pt x="0" y="78"/>
                  </a:cubicBezTo>
                  <a:cubicBezTo>
                    <a:pt x="15" y="78"/>
                    <a:pt x="15" y="78"/>
                    <a:pt x="15" y="95"/>
                  </a:cubicBezTo>
                  <a:lnTo>
                    <a:pt x="32" y="95"/>
                  </a:lnTo>
                  <a:lnTo>
                    <a:pt x="47" y="95"/>
                  </a:lnTo>
                  <a:lnTo>
                    <a:pt x="47" y="95"/>
                  </a:lnTo>
                  <a:lnTo>
                    <a:pt x="63" y="95"/>
                  </a:lnTo>
                  <a:lnTo>
                    <a:pt x="63" y="95"/>
                  </a:lnTo>
                  <a:lnTo>
                    <a:pt x="141" y="78"/>
                  </a:lnTo>
                  <a:lnTo>
                    <a:pt x="141" y="63"/>
                  </a:lnTo>
                  <a:cubicBezTo>
                    <a:pt x="141" y="47"/>
                    <a:pt x="158" y="32"/>
                    <a:pt x="173" y="32"/>
                  </a:cubicBezTo>
                  <a:lnTo>
                    <a:pt x="173" y="32"/>
                  </a:lnTo>
                  <a:lnTo>
                    <a:pt x="189" y="32"/>
                  </a:lnTo>
                  <a:lnTo>
                    <a:pt x="189" y="47"/>
                  </a:lnTo>
                  <a:cubicBezTo>
                    <a:pt x="189" y="32"/>
                    <a:pt x="204" y="32"/>
                    <a:pt x="189" y="15"/>
                  </a:cubicBezTo>
                  <a:cubicBezTo>
                    <a:pt x="189" y="0"/>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4" name="Google Shape;1584;p38"/>
            <p:cNvSpPr/>
            <p:nvPr/>
          </p:nvSpPr>
          <p:spPr>
            <a:xfrm>
              <a:off x="3085809" y="1790735"/>
              <a:ext cx="3053" cy="2576"/>
            </a:xfrm>
            <a:custGeom>
              <a:avLst/>
              <a:gdLst/>
              <a:ahLst/>
              <a:cxnLst/>
              <a:rect l="l" t="t" r="r" b="b"/>
              <a:pathLst>
                <a:path w="96" h="81" extrusionOk="0">
                  <a:moveTo>
                    <a:pt x="79" y="1"/>
                  </a:moveTo>
                  <a:lnTo>
                    <a:pt x="79" y="1"/>
                  </a:lnTo>
                  <a:lnTo>
                    <a:pt x="16" y="17"/>
                  </a:lnTo>
                  <a:lnTo>
                    <a:pt x="16" y="17"/>
                  </a:lnTo>
                  <a:lnTo>
                    <a:pt x="1" y="17"/>
                  </a:lnTo>
                  <a:lnTo>
                    <a:pt x="1" y="32"/>
                  </a:lnTo>
                  <a:lnTo>
                    <a:pt x="1" y="49"/>
                  </a:lnTo>
                  <a:lnTo>
                    <a:pt x="16" y="49"/>
                  </a:lnTo>
                  <a:lnTo>
                    <a:pt x="16" y="49"/>
                  </a:lnTo>
                  <a:cubicBezTo>
                    <a:pt x="1" y="64"/>
                    <a:pt x="16" y="80"/>
                    <a:pt x="16" y="80"/>
                  </a:cubicBezTo>
                  <a:lnTo>
                    <a:pt x="16" y="80"/>
                  </a:lnTo>
                  <a:lnTo>
                    <a:pt x="32" y="80"/>
                  </a:lnTo>
                  <a:lnTo>
                    <a:pt x="47" y="80"/>
                  </a:lnTo>
                  <a:lnTo>
                    <a:pt x="64" y="80"/>
                  </a:lnTo>
                  <a:cubicBezTo>
                    <a:pt x="64" y="80"/>
                    <a:pt x="79" y="80"/>
                    <a:pt x="79" y="64"/>
                  </a:cubicBezTo>
                  <a:lnTo>
                    <a:pt x="79" y="64"/>
                  </a:lnTo>
                  <a:lnTo>
                    <a:pt x="95" y="17"/>
                  </a:lnTo>
                  <a:lnTo>
                    <a:pt x="95"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5" name="Google Shape;1585;p38"/>
            <p:cNvSpPr/>
            <p:nvPr/>
          </p:nvSpPr>
          <p:spPr>
            <a:xfrm>
              <a:off x="3033174" y="1793279"/>
              <a:ext cx="5057" cy="2512"/>
            </a:xfrm>
            <a:custGeom>
              <a:avLst/>
              <a:gdLst/>
              <a:ahLst/>
              <a:cxnLst/>
              <a:rect l="l" t="t" r="r" b="b"/>
              <a:pathLst>
                <a:path w="159" h="79" extrusionOk="0">
                  <a:moveTo>
                    <a:pt x="112" y="0"/>
                  </a:moveTo>
                  <a:lnTo>
                    <a:pt x="112" y="0"/>
                  </a:lnTo>
                  <a:lnTo>
                    <a:pt x="32" y="0"/>
                  </a:lnTo>
                  <a:lnTo>
                    <a:pt x="32" y="0"/>
                  </a:lnTo>
                  <a:cubicBezTo>
                    <a:pt x="17" y="0"/>
                    <a:pt x="1" y="15"/>
                    <a:pt x="1" y="32"/>
                  </a:cubicBezTo>
                  <a:cubicBezTo>
                    <a:pt x="1" y="47"/>
                    <a:pt x="1" y="63"/>
                    <a:pt x="17" y="63"/>
                  </a:cubicBezTo>
                  <a:cubicBezTo>
                    <a:pt x="17" y="63"/>
                    <a:pt x="17" y="78"/>
                    <a:pt x="32" y="78"/>
                  </a:cubicBezTo>
                  <a:lnTo>
                    <a:pt x="32" y="78"/>
                  </a:lnTo>
                  <a:lnTo>
                    <a:pt x="95" y="63"/>
                  </a:lnTo>
                  <a:lnTo>
                    <a:pt x="112" y="63"/>
                  </a:lnTo>
                  <a:lnTo>
                    <a:pt x="127" y="63"/>
                  </a:lnTo>
                  <a:cubicBezTo>
                    <a:pt x="143" y="63"/>
                    <a:pt x="158" y="47"/>
                    <a:pt x="158" y="32"/>
                  </a:cubicBezTo>
                  <a:lnTo>
                    <a:pt x="143" y="32"/>
                  </a:lnTo>
                  <a:cubicBezTo>
                    <a:pt x="143" y="15"/>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6" name="Google Shape;1586;p38"/>
            <p:cNvSpPr/>
            <p:nvPr/>
          </p:nvSpPr>
          <p:spPr>
            <a:xfrm>
              <a:off x="3393478" y="1789749"/>
              <a:ext cx="3053" cy="4039"/>
            </a:xfrm>
            <a:custGeom>
              <a:avLst/>
              <a:gdLst/>
              <a:ahLst/>
              <a:cxnLst/>
              <a:rect l="l" t="t" r="r" b="b"/>
              <a:pathLst>
                <a:path w="96" h="127" extrusionOk="0">
                  <a:moveTo>
                    <a:pt x="95" y="0"/>
                  </a:moveTo>
                  <a:lnTo>
                    <a:pt x="95" y="17"/>
                  </a:lnTo>
                  <a:lnTo>
                    <a:pt x="95" y="17"/>
                  </a:lnTo>
                  <a:lnTo>
                    <a:pt x="95" y="0"/>
                  </a:lnTo>
                  <a:close/>
                  <a:moveTo>
                    <a:pt x="16" y="0"/>
                  </a:moveTo>
                  <a:cubicBezTo>
                    <a:pt x="16" y="0"/>
                    <a:pt x="16" y="17"/>
                    <a:pt x="1" y="32"/>
                  </a:cubicBezTo>
                  <a:cubicBezTo>
                    <a:pt x="1" y="48"/>
                    <a:pt x="1" y="80"/>
                    <a:pt x="16" y="95"/>
                  </a:cubicBezTo>
                  <a:cubicBezTo>
                    <a:pt x="16" y="111"/>
                    <a:pt x="32" y="111"/>
                    <a:pt x="32" y="111"/>
                  </a:cubicBezTo>
                  <a:lnTo>
                    <a:pt x="47" y="126"/>
                  </a:lnTo>
                  <a:lnTo>
                    <a:pt x="64" y="111"/>
                  </a:lnTo>
                  <a:cubicBezTo>
                    <a:pt x="47" y="111"/>
                    <a:pt x="47" y="95"/>
                    <a:pt x="32" y="80"/>
                  </a:cubicBezTo>
                  <a:lnTo>
                    <a:pt x="32" y="17"/>
                  </a:lnTo>
                  <a:cubicBezTo>
                    <a:pt x="32" y="17"/>
                    <a:pt x="16" y="17"/>
                    <a:pt x="16" y="0"/>
                  </a:cubicBezTo>
                  <a:close/>
                  <a:moveTo>
                    <a:pt x="95" y="0"/>
                  </a:move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7" name="Google Shape;1587;p38"/>
            <p:cNvSpPr/>
            <p:nvPr/>
          </p:nvSpPr>
          <p:spPr>
            <a:xfrm>
              <a:off x="3266199" y="1812806"/>
              <a:ext cx="3530" cy="4039"/>
            </a:xfrm>
            <a:custGeom>
              <a:avLst/>
              <a:gdLst/>
              <a:ahLst/>
              <a:cxnLst/>
              <a:rect l="l" t="t" r="r" b="b"/>
              <a:pathLst>
                <a:path w="111" h="127" extrusionOk="0">
                  <a:moveTo>
                    <a:pt x="32" y="63"/>
                  </a:moveTo>
                  <a:lnTo>
                    <a:pt x="32" y="63"/>
                  </a:lnTo>
                  <a:lnTo>
                    <a:pt x="32" y="63"/>
                  </a:lnTo>
                  <a:close/>
                  <a:moveTo>
                    <a:pt x="32" y="0"/>
                  </a:moveTo>
                  <a:lnTo>
                    <a:pt x="32" y="0"/>
                  </a:lnTo>
                  <a:cubicBezTo>
                    <a:pt x="16" y="0"/>
                    <a:pt x="1" y="17"/>
                    <a:pt x="1" y="32"/>
                  </a:cubicBezTo>
                  <a:lnTo>
                    <a:pt x="1" y="48"/>
                  </a:lnTo>
                  <a:cubicBezTo>
                    <a:pt x="16" y="63"/>
                    <a:pt x="16" y="63"/>
                    <a:pt x="32" y="63"/>
                  </a:cubicBezTo>
                  <a:lnTo>
                    <a:pt x="32" y="63"/>
                  </a:lnTo>
                  <a:lnTo>
                    <a:pt x="32" y="80"/>
                  </a:lnTo>
                  <a:lnTo>
                    <a:pt x="32" y="95"/>
                  </a:lnTo>
                  <a:cubicBezTo>
                    <a:pt x="32" y="95"/>
                    <a:pt x="32" y="111"/>
                    <a:pt x="47" y="111"/>
                  </a:cubicBezTo>
                  <a:lnTo>
                    <a:pt x="47" y="111"/>
                  </a:lnTo>
                  <a:lnTo>
                    <a:pt x="47" y="126"/>
                  </a:lnTo>
                  <a:lnTo>
                    <a:pt x="47" y="111"/>
                  </a:lnTo>
                  <a:cubicBezTo>
                    <a:pt x="64" y="95"/>
                    <a:pt x="64" y="80"/>
                    <a:pt x="79" y="80"/>
                  </a:cubicBezTo>
                  <a:lnTo>
                    <a:pt x="79" y="80"/>
                  </a:lnTo>
                  <a:lnTo>
                    <a:pt x="95" y="80"/>
                  </a:lnTo>
                  <a:cubicBezTo>
                    <a:pt x="95" y="95"/>
                    <a:pt x="95" y="95"/>
                    <a:pt x="110" y="95"/>
                  </a:cubicBezTo>
                  <a:lnTo>
                    <a:pt x="110" y="80"/>
                  </a:lnTo>
                  <a:lnTo>
                    <a:pt x="110" y="80"/>
                  </a:lnTo>
                  <a:cubicBezTo>
                    <a:pt x="110" y="63"/>
                    <a:pt x="110" y="32"/>
                    <a:pt x="95" y="17"/>
                  </a:cubicBezTo>
                  <a:cubicBezTo>
                    <a:pt x="79"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8" name="Google Shape;1588;p38"/>
            <p:cNvSpPr/>
            <p:nvPr/>
          </p:nvSpPr>
          <p:spPr>
            <a:xfrm>
              <a:off x="3267217" y="181481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9" name="Google Shape;1589;p38"/>
            <p:cNvSpPr/>
            <p:nvPr/>
          </p:nvSpPr>
          <p:spPr>
            <a:xfrm>
              <a:off x="3109344" y="1786727"/>
              <a:ext cx="6042" cy="8587"/>
            </a:xfrm>
            <a:custGeom>
              <a:avLst/>
              <a:gdLst/>
              <a:ahLst/>
              <a:cxnLst/>
              <a:rect l="l" t="t" r="r" b="b"/>
              <a:pathLst>
                <a:path w="190" h="270" extrusionOk="0">
                  <a:moveTo>
                    <a:pt x="143" y="1"/>
                  </a:moveTo>
                  <a:lnTo>
                    <a:pt x="143" y="1"/>
                  </a:lnTo>
                  <a:lnTo>
                    <a:pt x="143" y="1"/>
                  </a:lnTo>
                  <a:lnTo>
                    <a:pt x="143" y="17"/>
                  </a:lnTo>
                  <a:cubicBezTo>
                    <a:pt x="158" y="32"/>
                    <a:pt x="143" y="49"/>
                    <a:pt x="127" y="49"/>
                  </a:cubicBezTo>
                  <a:lnTo>
                    <a:pt x="112" y="64"/>
                  </a:lnTo>
                  <a:lnTo>
                    <a:pt x="127" y="158"/>
                  </a:lnTo>
                  <a:cubicBezTo>
                    <a:pt x="95" y="190"/>
                    <a:pt x="80" y="206"/>
                    <a:pt x="49" y="206"/>
                  </a:cubicBezTo>
                  <a:cubicBezTo>
                    <a:pt x="32" y="206"/>
                    <a:pt x="17" y="190"/>
                    <a:pt x="17" y="190"/>
                  </a:cubicBezTo>
                  <a:lnTo>
                    <a:pt x="1" y="206"/>
                  </a:lnTo>
                  <a:cubicBezTo>
                    <a:pt x="1" y="206"/>
                    <a:pt x="17" y="221"/>
                    <a:pt x="17" y="253"/>
                  </a:cubicBezTo>
                  <a:lnTo>
                    <a:pt x="32" y="269"/>
                  </a:lnTo>
                  <a:lnTo>
                    <a:pt x="32" y="269"/>
                  </a:lnTo>
                  <a:lnTo>
                    <a:pt x="49" y="269"/>
                  </a:lnTo>
                  <a:lnTo>
                    <a:pt x="95" y="253"/>
                  </a:lnTo>
                  <a:lnTo>
                    <a:pt x="112" y="253"/>
                  </a:lnTo>
                  <a:lnTo>
                    <a:pt x="112" y="253"/>
                  </a:lnTo>
                  <a:lnTo>
                    <a:pt x="127" y="253"/>
                  </a:lnTo>
                  <a:lnTo>
                    <a:pt x="143" y="238"/>
                  </a:lnTo>
                  <a:cubicBezTo>
                    <a:pt x="158" y="238"/>
                    <a:pt x="158" y="221"/>
                    <a:pt x="175" y="221"/>
                  </a:cubicBezTo>
                  <a:lnTo>
                    <a:pt x="175" y="206"/>
                  </a:lnTo>
                  <a:lnTo>
                    <a:pt x="175" y="175"/>
                  </a:lnTo>
                  <a:cubicBezTo>
                    <a:pt x="158" y="158"/>
                    <a:pt x="175" y="143"/>
                    <a:pt x="190" y="143"/>
                  </a:cubicBezTo>
                  <a:lnTo>
                    <a:pt x="175" y="32"/>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0" name="Google Shape;1590;p38"/>
            <p:cNvSpPr/>
            <p:nvPr/>
          </p:nvSpPr>
          <p:spPr>
            <a:xfrm>
              <a:off x="3298766" y="1810803"/>
              <a:ext cx="4039" cy="2035"/>
            </a:xfrm>
            <a:custGeom>
              <a:avLst/>
              <a:gdLst/>
              <a:ahLst/>
              <a:cxnLst/>
              <a:rect l="l" t="t" r="r" b="b"/>
              <a:pathLst>
                <a:path w="127" h="64" extrusionOk="0">
                  <a:moveTo>
                    <a:pt x="95" y="0"/>
                  </a:moveTo>
                  <a:lnTo>
                    <a:pt x="95" y="0"/>
                  </a:lnTo>
                  <a:lnTo>
                    <a:pt x="80" y="0"/>
                  </a:lnTo>
                  <a:lnTo>
                    <a:pt x="0" y="32"/>
                  </a:lnTo>
                  <a:lnTo>
                    <a:pt x="0" y="32"/>
                  </a:lnTo>
                  <a:lnTo>
                    <a:pt x="48" y="63"/>
                  </a:lnTo>
                  <a:lnTo>
                    <a:pt x="48" y="63"/>
                  </a:lnTo>
                  <a:lnTo>
                    <a:pt x="63" y="63"/>
                  </a:lnTo>
                  <a:lnTo>
                    <a:pt x="95" y="63"/>
                  </a:lnTo>
                  <a:lnTo>
                    <a:pt x="95" y="63"/>
                  </a:lnTo>
                  <a:cubicBezTo>
                    <a:pt x="111" y="63"/>
                    <a:pt x="111" y="63"/>
                    <a:pt x="126" y="48"/>
                  </a:cubicBezTo>
                  <a:lnTo>
                    <a:pt x="126" y="32"/>
                  </a:lnTo>
                  <a:cubicBezTo>
                    <a:pt x="126" y="17"/>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1" name="Google Shape;1591;p38"/>
            <p:cNvSpPr/>
            <p:nvPr/>
          </p:nvSpPr>
          <p:spPr>
            <a:xfrm>
              <a:off x="3325322" y="1814333"/>
              <a:ext cx="10558" cy="9032"/>
            </a:xfrm>
            <a:custGeom>
              <a:avLst/>
              <a:gdLst/>
              <a:ahLst/>
              <a:cxnLst/>
              <a:rect l="l" t="t" r="r" b="b"/>
              <a:pathLst>
                <a:path w="332" h="284" extrusionOk="0">
                  <a:moveTo>
                    <a:pt x="205" y="78"/>
                  </a:moveTo>
                  <a:lnTo>
                    <a:pt x="205" y="78"/>
                  </a:lnTo>
                  <a:lnTo>
                    <a:pt x="190" y="78"/>
                  </a:lnTo>
                  <a:cubicBezTo>
                    <a:pt x="190" y="95"/>
                    <a:pt x="174" y="95"/>
                    <a:pt x="174" y="95"/>
                  </a:cubicBezTo>
                  <a:cubicBezTo>
                    <a:pt x="174" y="95"/>
                    <a:pt x="174" y="110"/>
                    <a:pt x="159" y="110"/>
                  </a:cubicBezTo>
                  <a:lnTo>
                    <a:pt x="142" y="126"/>
                  </a:lnTo>
                  <a:lnTo>
                    <a:pt x="159" y="173"/>
                  </a:lnTo>
                  <a:cubicBezTo>
                    <a:pt x="159" y="173"/>
                    <a:pt x="174" y="189"/>
                    <a:pt x="190" y="189"/>
                  </a:cubicBezTo>
                  <a:lnTo>
                    <a:pt x="253" y="221"/>
                  </a:lnTo>
                  <a:lnTo>
                    <a:pt x="253" y="252"/>
                  </a:lnTo>
                  <a:lnTo>
                    <a:pt x="32" y="221"/>
                  </a:lnTo>
                  <a:lnTo>
                    <a:pt x="32" y="221"/>
                  </a:lnTo>
                  <a:cubicBezTo>
                    <a:pt x="16" y="221"/>
                    <a:pt x="1" y="221"/>
                    <a:pt x="1" y="236"/>
                  </a:cubicBezTo>
                  <a:cubicBezTo>
                    <a:pt x="1" y="252"/>
                    <a:pt x="1" y="284"/>
                    <a:pt x="32" y="284"/>
                  </a:cubicBezTo>
                  <a:lnTo>
                    <a:pt x="79" y="284"/>
                  </a:lnTo>
                  <a:cubicBezTo>
                    <a:pt x="174" y="284"/>
                    <a:pt x="253" y="284"/>
                    <a:pt x="331" y="267"/>
                  </a:cubicBezTo>
                  <a:lnTo>
                    <a:pt x="316" y="204"/>
                  </a:lnTo>
                  <a:lnTo>
                    <a:pt x="300" y="204"/>
                  </a:lnTo>
                  <a:cubicBezTo>
                    <a:pt x="300" y="221"/>
                    <a:pt x="285" y="221"/>
                    <a:pt x="285" y="221"/>
                  </a:cubicBezTo>
                  <a:cubicBezTo>
                    <a:pt x="268" y="221"/>
                    <a:pt x="253" y="204"/>
                    <a:pt x="253" y="204"/>
                  </a:cubicBezTo>
                  <a:cubicBezTo>
                    <a:pt x="237" y="189"/>
                    <a:pt x="253" y="158"/>
                    <a:pt x="268" y="158"/>
                  </a:cubicBezTo>
                  <a:lnTo>
                    <a:pt x="268" y="158"/>
                  </a:lnTo>
                  <a:lnTo>
                    <a:pt x="253" y="141"/>
                  </a:lnTo>
                  <a:lnTo>
                    <a:pt x="237" y="158"/>
                  </a:lnTo>
                  <a:lnTo>
                    <a:pt x="222" y="158"/>
                  </a:lnTo>
                  <a:cubicBezTo>
                    <a:pt x="205" y="158"/>
                    <a:pt x="205" y="141"/>
                    <a:pt x="190" y="126"/>
                  </a:cubicBezTo>
                  <a:cubicBezTo>
                    <a:pt x="190" y="110"/>
                    <a:pt x="205" y="95"/>
                    <a:pt x="205" y="95"/>
                  </a:cubicBezTo>
                  <a:lnTo>
                    <a:pt x="205" y="78"/>
                  </a:lnTo>
                  <a:close/>
                  <a:moveTo>
                    <a:pt x="127" y="0"/>
                  </a:moveTo>
                  <a:lnTo>
                    <a:pt x="127" y="15"/>
                  </a:lnTo>
                  <a:lnTo>
                    <a:pt x="127" y="32"/>
                  </a:lnTo>
                  <a:lnTo>
                    <a:pt x="127" y="32"/>
                  </a:lnTo>
                  <a:lnTo>
                    <a:pt x="127" y="47"/>
                  </a:lnTo>
                  <a:lnTo>
                    <a:pt x="127" y="47"/>
                  </a:lnTo>
                  <a:cubicBezTo>
                    <a:pt x="142" y="47"/>
                    <a:pt x="142" y="32"/>
                    <a:pt x="142" y="32"/>
                  </a:cubicBezTo>
                  <a:lnTo>
                    <a:pt x="159" y="32"/>
                  </a:lnTo>
                  <a:cubicBezTo>
                    <a:pt x="142" y="32"/>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2" name="Google Shape;1592;p38"/>
            <p:cNvSpPr/>
            <p:nvPr/>
          </p:nvSpPr>
          <p:spPr>
            <a:xfrm>
              <a:off x="3167004" y="1800785"/>
              <a:ext cx="7505" cy="5534"/>
            </a:xfrm>
            <a:custGeom>
              <a:avLst/>
              <a:gdLst/>
              <a:ahLst/>
              <a:cxnLst/>
              <a:rect l="l" t="t" r="r" b="b"/>
              <a:pathLst>
                <a:path w="236" h="174" extrusionOk="0">
                  <a:moveTo>
                    <a:pt x="221" y="111"/>
                  </a:moveTo>
                  <a:lnTo>
                    <a:pt x="126" y="126"/>
                  </a:lnTo>
                  <a:lnTo>
                    <a:pt x="126" y="126"/>
                  </a:lnTo>
                  <a:lnTo>
                    <a:pt x="110" y="126"/>
                  </a:lnTo>
                  <a:lnTo>
                    <a:pt x="78" y="126"/>
                  </a:lnTo>
                  <a:lnTo>
                    <a:pt x="78" y="142"/>
                  </a:lnTo>
                  <a:cubicBezTo>
                    <a:pt x="95" y="142"/>
                    <a:pt x="95" y="158"/>
                    <a:pt x="95" y="158"/>
                  </a:cubicBezTo>
                  <a:cubicBezTo>
                    <a:pt x="110" y="174"/>
                    <a:pt x="110" y="174"/>
                    <a:pt x="126" y="174"/>
                  </a:cubicBezTo>
                  <a:lnTo>
                    <a:pt x="126" y="174"/>
                  </a:lnTo>
                  <a:lnTo>
                    <a:pt x="204" y="142"/>
                  </a:lnTo>
                  <a:cubicBezTo>
                    <a:pt x="221" y="142"/>
                    <a:pt x="221" y="126"/>
                    <a:pt x="221" y="126"/>
                  </a:cubicBezTo>
                  <a:lnTo>
                    <a:pt x="221" y="111"/>
                  </a:lnTo>
                  <a:close/>
                  <a:moveTo>
                    <a:pt x="78" y="16"/>
                  </a:moveTo>
                  <a:lnTo>
                    <a:pt x="78" y="16"/>
                  </a:lnTo>
                  <a:cubicBezTo>
                    <a:pt x="63" y="16"/>
                    <a:pt x="63" y="32"/>
                    <a:pt x="47" y="32"/>
                  </a:cubicBezTo>
                  <a:lnTo>
                    <a:pt x="47" y="32"/>
                  </a:lnTo>
                  <a:cubicBezTo>
                    <a:pt x="47" y="32"/>
                    <a:pt x="32" y="32"/>
                    <a:pt x="32" y="16"/>
                  </a:cubicBezTo>
                  <a:cubicBezTo>
                    <a:pt x="15" y="32"/>
                    <a:pt x="0" y="48"/>
                    <a:pt x="0" y="63"/>
                  </a:cubicBezTo>
                  <a:lnTo>
                    <a:pt x="15" y="79"/>
                  </a:lnTo>
                  <a:lnTo>
                    <a:pt x="32" y="79"/>
                  </a:lnTo>
                  <a:lnTo>
                    <a:pt x="95" y="63"/>
                  </a:lnTo>
                  <a:lnTo>
                    <a:pt x="95" y="48"/>
                  </a:lnTo>
                  <a:lnTo>
                    <a:pt x="110" y="48"/>
                  </a:lnTo>
                  <a:lnTo>
                    <a:pt x="110" y="48"/>
                  </a:lnTo>
                  <a:lnTo>
                    <a:pt x="110" y="48"/>
                  </a:lnTo>
                  <a:lnTo>
                    <a:pt x="141" y="48"/>
                  </a:lnTo>
                  <a:lnTo>
                    <a:pt x="126" y="48"/>
                  </a:lnTo>
                  <a:lnTo>
                    <a:pt x="126" y="48"/>
                  </a:lnTo>
                  <a:lnTo>
                    <a:pt x="126" y="48"/>
                  </a:lnTo>
                  <a:cubicBezTo>
                    <a:pt x="110" y="48"/>
                    <a:pt x="110" y="32"/>
                    <a:pt x="95" y="32"/>
                  </a:cubicBezTo>
                  <a:lnTo>
                    <a:pt x="78" y="16"/>
                  </a:lnTo>
                  <a:close/>
                  <a:moveTo>
                    <a:pt x="236" y="0"/>
                  </a:moveTo>
                  <a:lnTo>
                    <a:pt x="221" y="0"/>
                  </a:lnTo>
                  <a:lnTo>
                    <a:pt x="158" y="32"/>
                  </a:lnTo>
                  <a:lnTo>
                    <a:pt x="158" y="48"/>
                  </a:lnTo>
                  <a:lnTo>
                    <a:pt x="236" y="48"/>
                  </a:lnTo>
                  <a:lnTo>
                    <a:pt x="236"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3" name="Google Shape;1593;p38"/>
            <p:cNvSpPr/>
            <p:nvPr/>
          </p:nvSpPr>
          <p:spPr>
            <a:xfrm>
              <a:off x="3442074" y="1778236"/>
              <a:ext cx="4548" cy="6520"/>
            </a:xfrm>
            <a:custGeom>
              <a:avLst/>
              <a:gdLst/>
              <a:ahLst/>
              <a:cxnLst/>
              <a:rect l="l" t="t" r="r" b="b"/>
              <a:pathLst>
                <a:path w="143" h="205" extrusionOk="0">
                  <a:moveTo>
                    <a:pt x="48" y="1"/>
                  </a:moveTo>
                  <a:lnTo>
                    <a:pt x="32" y="32"/>
                  </a:lnTo>
                  <a:cubicBezTo>
                    <a:pt x="32" y="32"/>
                    <a:pt x="17" y="47"/>
                    <a:pt x="0" y="47"/>
                  </a:cubicBezTo>
                  <a:lnTo>
                    <a:pt x="0" y="47"/>
                  </a:lnTo>
                  <a:lnTo>
                    <a:pt x="0" y="47"/>
                  </a:lnTo>
                  <a:lnTo>
                    <a:pt x="0" y="47"/>
                  </a:lnTo>
                  <a:lnTo>
                    <a:pt x="0" y="79"/>
                  </a:lnTo>
                  <a:cubicBezTo>
                    <a:pt x="0" y="95"/>
                    <a:pt x="0" y="110"/>
                    <a:pt x="17" y="110"/>
                  </a:cubicBezTo>
                  <a:lnTo>
                    <a:pt x="17" y="127"/>
                  </a:lnTo>
                  <a:cubicBezTo>
                    <a:pt x="17" y="142"/>
                    <a:pt x="32" y="158"/>
                    <a:pt x="32" y="158"/>
                  </a:cubicBezTo>
                  <a:lnTo>
                    <a:pt x="48" y="142"/>
                  </a:lnTo>
                  <a:lnTo>
                    <a:pt x="63" y="142"/>
                  </a:lnTo>
                  <a:lnTo>
                    <a:pt x="63" y="142"/>
                  </a:lnTo>
                  <a:cubicBezTo>
                    <a:pt x="80" y="158"/>
                    <a:pt x="95" y="173"/>
                    <a:pt x="95" y="190"/>
                  </a:cubicBezTo>
                  <a:lnTo>
                    <a:pt x="95" y="190"/>
                  </a:lnTo>
                  <a:lnTo>
                    <a:pt x="111" y="205"/>
                  </a:lnTo>
                  <a:lnTo>
                    <a:pt x="111" y="205"/>
                  </a:lnTo>
                  <a:lnTo>
                    <a:pt x="111" y="205"/>
                  </a:lnTo>
                  <a:cubicBezTo>
                    <a:pt x="143" y="205"/>
                    <a:pt x="143" y="173"/>
                    <a:pt x="143" y="158"/>
                  </a:cubicBezTo>
                  <a:cubicBezTo>
                    <a:pt x="143" y="142"/>
                    <a:pt x="126" y="127"/>
                    <a:pt x="111" y="127"/>
                  </a:cubicBezTo>
                  <a:lnTo>
                    <a:pt x="111" y="142"/>
                  </a:lnTo>
                  <a:lnTo>
                    <a:pt x="95" y="142"/>
                  </a:lnTo>
                  <a:lnTo>
                    <a:pt x="95" y="142"/>
                  </a:lnTo>
                  <a:lnTo>
                    <a:pt x="95" y="110"/>
                  </a:lnTo>
                  <a:cubicBezTo>
                    <a:pt x="95" y="95"/>
                    <a:pt x="95" y="79"/>
                    <a:pt x="80" y="47"/>
                  </a:cubicBezTo>
                  <a:lnTo>
                    <a:pt x="80" y="32"/>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4" name="Google Shape;1594;p38"/>
            <p:cNvSpPr/>
            <p:nvPr/>
          </p:nvSpPr>
          <p:spPr>
            <a:xfrm>
              <a:off x="3318326" y="1778713"/>
              <a:ext cx="5534" cy="9064"/>
            </a:xfrm>
            <a:custGeom>
              <a:avLst/>
              <a:gdLst/>
              <a:ahLst/>
              <a:cxnLst/>
              <a:rect l="l" t="t" r="r" b="b"/>
              <a:pathLst>
                <a:path w="174" h="285" extrusionOk="0">
                  <a:moveTo>
                    <a:pt x="95" y="1"/>
                  </a:moveTo>
                  <a:lnTo>
                    <a:pt x="79" y="17"/>
                  </a:lnTo>
                  <a:cubicBezTo>
                    <a:pt x="95" y="32"/>
                    <a:pt x="79" y="49"/>
                    <a:pt x="63" y="49"/>
                  </a:cubicBezTo>
                  <a:lnTo>
                    <a:pt x="47" y="49"/>
                  </a:lnTo>
                  <a:lnTo>
                    <a:pt x="47" y="49"/>
                  </a:lnTo>
                  <a:lnTo>
                    <a:pt x="0" y="190"/>
                  </a:lnTo>
                  <a:cubicBezTo>
                    <a:pt x="0" y="206"/>
                    <a:pt x="0" y="221"/>
                    <a:pt x="16" y="221"/>
                  </a:cubicBezTo>
                  <a:cubicBezTo>
                    <a:pt x="16" y="238"/>
                    <a:pt x="32" y="238"/>
                    <a:pt x="32" y="238"/>
                  </a:cubicBezTo>
                  <a:lnTo>
                    <a:pt x="32" y="238"/>
                  </a:lnTo>
                  <a:lnTo>
                    <a:pt x="32" y="238"/>
                  </a:lnTo>
                  <a:cubicBezTo>
                    <a:pt x="47" y="253"/>
                    <a:pt x="47" y="269"/>
                    <a:pt x="79" y="284"/>
                  </a:cubicBezTo>
                  <a:lnTo>
                    <a:pt x="95" y="284"/>
                  </a:lnTo>
                  <a:cubicBezTo>
                    <a:pt x="110" y="284"/>
                    <a:pt x="126" y="284"/>
                    <a:pt x="126" y="269"/>
                  </a:cubicBezTo>
                  <a:lnTo>
                    <a:pt x="126" y="238"/>
                  </a:lnTo>
                  <a:lnTo>
                    <a:pt x="142" y="238"/>
                  </a:lnTo>
                  <a:cubicBezTo>
                    <a:pt x="173" y="238"/>
                    <a:pt x="173" y="221"/>
                    <a:pt x="173" y="206"/>
                  </a:cubicBezTo>
                  <a:lnTo>
                    <a:pt x="173" y="175"/>
                  </a:lnTo>
                  <a:lnTo>
                    <a:pt x="173" y="158"/>
                  </a:lnTo>
                  <a:cubicBezTo>
                    <a:pt x="158" y="143"/>
                    <a:pt x="158" y="143"/>
                    <a:pt x="142" y="143"/>
                  </a:cubicBezTo>
                  <a:lnTo>
                    <a:pt x="142" y="143"/>
                  </a:lnTo>
                  <a:lnTo>
                    <a:pt x="126" y="143"/>
                  </a:lnTo>
                  <a:lnTo>
                    <a:pt x="126" y="143"/>
                  </a:lnTo>
                  <a:lnTo>
                    <a:pt x="126" y="143"/>
                  </a:lnTo>
                  <a:lnTo>
                    <a:pt x="95" y="143"/>
                  </a:lnTo>
                  <a:lnTo>
                    <a:pt x="110" y="32"/>
                  </a:lnTo>
                  <a:cubicBezTo>
                    <a:pt x="126" y="17"/>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5" name="Google Shape;1595;p38"/>
            <p:cNvSpPr/>
            <p:nvPr/>
          </p:nvSpPr>
          <p:spPr>
            <a:xfrm>
              <a:off x="3421020" y="1804792"/>
              <a:ext cx="4580" cy="5534"/>
            </a:xfrm>
            <a:custGeom>
              <a:avLst/>
              <a:gdLst/>
              <a:ahLst/>
              <a:cxnLst/>
              <a:rect l="l" t="t" r="r" b="b"/>
              <a:pathLst>
                <a:path w="144" h="174" extrusionOk="0">
                  <a:moveTo>
                    <a:pt x="32" y="0"/>
                  </a:moveTo>
                  <a:lnTo>
                    <a:pt x="32" y="0"/>
                  </a:lnTo>
                  <a:lnTo>
                    <a:pt x="17" y="0"/>
                  </a:lnTo>
                  <a:cubicBezTo>
                    <a:pt x="1" y="16"/>
                    <a:pt x="1" y="16"/>
                    <a:pt x="1" y="32"/>
                  </a:cubicBezTo>
                  <a:cubicBezTo>
                    <a:pt x="17" y="32"/>
                    <a:pt x="17" y="48"/>
                    <a:pt x="17" y="48"/>
                  </a:cubicBezTo>
                  <a:lnTo>
                    <a:pt x="17" y="48"/>
                  </a:lnTo>
                  <a:lnTo>
                    <a:pt x="32" y="79"/>
                  </a:lnTo>
                  <a:lnTo>
                    <a:pt x="49" y="79"/>
                  </a:lnTo>
                  <a:lnTo>
                    <a:pt x="64" y="111"/>
                  </a:lnTo>
                  <a:lnTo>
                    <a:pt x="64" y="126"/>
                  </a:lnTo>
                  <a:cubicBezTo>
                    <a:pt x="64" y="142"/>
                    <a:pt x="64" y="158"/>
                    <a:pt x="80" y="174"/>
                  </a:cubicBezTo>
                  <a:lnTo>
                    <a:pt x="95" y="174"/>
                  </a:lnTo>
                  <a:cubicBezTo>
                    <a:pt x="112" y="174"/>
                    <a:pt x="127" y="158"/>
                    <a:pt x="127" y="158"/>
                  </a:cubicBezTo>
                  <a:lnTo>
                    <a:pt x="127" y="158"/>
                  </a:lnTo>
                  <a:lnTo>
                    <a:pt x="143" y="126"/>
                  </a:lnTo>
                  <a:lnTo>
                    <a:pt x="143" y="79"/>
                  </a:lnTo>
                  <a:lnTo>
                    <a:pt x="80" y="32"/>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6" name="Google Shape;1596;p38"/>
            <p:cNvSpPr/>
            <p:nvPr/>
          </p:nvSpPr>
          <p:spPr>
            <a:xfrm>
              <a:off x="3404991" y="1788731"/>
              <a:ext cx="6551" cy="7569"/>
            </a:xfrm>
            <a:custGeom>
              <a:avLst/>
              <a:gdLst/>
              <a:ahLst/>
              <a:cxnLst/>
              <a:rect l="l" t="t" r="r" b="b"/>
              <a:pathLst>
                <a:path w="206" h="238" extrusionOk="0">
                  <a:moveTo>
                    <a:pt x="32" y="1"/>
                  </a:moveTo>
                  <a:lnTo>
                    <a:pt x="0" y="32"/>
                  </a:lnTo>
                  <a:lnTo>
                    <a:pt x="0" y="49"/>
                  </a:lnTo>
                  <a:lnTo>
                    <a:pt x="17" y="32"/>
                  </a:lnTo>
                  <a:lnTo>
                    <a:pt x="32" y="32"/>
                  </a:lnTo>
                  <a:lnTo>
                    <a:pt x="32" y="32"/>
                  </a:lnTo>
                  <a:cubicBezTo>
                    <a:pt x="48" y="32"/>
                    <a:pt x="63" y="32"/>
                    <a:pt x="63" y="49"/>
                  </a:cubicBezTo>
                  <a:cubicBezTo>
                    <a:pt x="80" y="64"/>
                    <a:pt x="63" y="80"/>
                    <a:pt x="48" y="95"/>
                  </a:cubicBezTo>
                  <a:cubicBezTo>
                    <a:pt x="32" y="95"/>
                    <a:pt x="32" y="112"/>
                    <a:pt x="32" y="112"/>
                  </a:cubicBezTo>
                  <a:lnTo>
                    <a:pt x="32" y="127"/>
                  </a:lnTo>
                  <a:lnTo>
                    <a:pt x="48" y="143"/>
                  </a:lnTo>
                  <a:lnTo>
                    <a:pt x="63" y="143"/>
                  </a:lnTo>
                  <a:lnTo>
                    <a:pt x="127" y="158"/>
                  </a:lnTo>
                  <a:lnTo>
                    <a:pt x="127" y="158"/>
                  </a:lnTo>
                  <a:cubicBezTo>
                    <a:pt x="127" y="175"/>
                    <a:pt x="143" y="175"/>
                    <a:pt x="143" y="190"/>
                  </a:cubicBezTo>
                  <a:cubicBezTo>
                    <a:pt x="143" y="206"/>
                    <a:pt x="143" y="221"/>
                    <a:pt x="127" y="238"/>
                  </a:cubicBezTo>
                  <a:lnTo>
                    <a:pt x="127" y="238"/>
                  </a:lnTo>
                  <a:lnTo>
                    <a:pt x="143" y="238"/>
                  </a:lnTo>
                  <a:cubicBezTo>
                    <a:pt x="158" y="238"/>
                    <a:pt x="174" y="221"/>
                    <a:pt x="174" y="221"/>
                  </a:cubicBezTo>
                  <a:lnTo>
                    <a:pt x="174" y="206"/>
                  </a:lnTo>
                  <a:lnTo>
                    <a:pt x="190" y="175"/>
                  </a:lnTo>
                  <a:cubicBezTo>
                    <a:pt x="190" y="158"/>
                    <a:pt x="174" y="158"/>
                    <a:pt x="174" y="143"/>
                  </a:cubicBezTo>
                  <a:cubicBezTo>
                    <a:pt x="174" y="127"/>
                    <a:pt x="190" y="112"/>
                    <a:pt x="206" y="112"/>
                  </a:cubicBezTo>
                  <a:cubicBezTo>
                    <a:pt x="206" y="95"/>
                    <a:pt x="190" y="95"/>
                    <a:pt x="190" y="95"/>
                  </a:cubicBezTo>
                  <a:lnTo>
                    <a:pt x="95" y="80"/>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7" name="Google Shape;1597;p38"/>
            <p:cNvSpPr/>
            <p:nvPr/>
          </p:nvSpPr>
          <p:spPr>
            <a:xfrm>
              <a:off x="3085300" y="1808799"/>
              <a:ext cx="3562" cy="2544"/>
            </a:xfrm>
            <a:custGeom>
              <a:avLst/>
              <a:gdLst/>
              <a:ahLst/>
              <a:cxnLst/>
              <a:rect l="l" t="t" r="r" b="b"/>
              <a:pathLst>
                <a:path w="112" h="80" extrusionOk="0">
                  <a:moveTo>
                    <a:pt x="32" y="0"/>
                  </a:moveTo>
                  <a:lnTo>
                    <a:pt x="32" y="0"/>
                  </a:lnTo>
                  <a:lnTo>
                    <a:pt x="0" y="0"/>
                  </a:lnTo>
                  <a:cubicBezTo>
                    <a:pt x="17" y="0"/>
                    <a:pt x="32" y="16"/>
                    <a:pt x="32" y="32"/>
                  </a:cubicBezTo>
                  <a:cubicBezTo>
                    <a:pt x="48" y="32"/>
                    <a:pt x="48" y="48"/>
                    <a:pt x="48" y="48"/>
                  </a:cubicBezTo>
                  <a:lnTo>
                    <a:pt x="63" y="80"/>
                  </a:lnTo>
                  <a:lnTo>
                    <a:pt x="80" y="80"/>
                  </a:lnTo>
                  <a:lnTo>
                    <a:pt x="95" y="48"/>
                  </a:lnTo>
                  <a:cubicBezTo>
                    <a:pt x="95" y="32"/>
                    <a:pt x="111" y="32"/>
                    <a:pt x="111" y="32"/>
                  </a:cubicBezTo>
                  <a:lnTo>
                    <a:pt x="111" y="32"/>
                  </a:lnTo>
                  <a:cubicBezTo>
                    <a:pt x="95" y="16"/>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8" name="Google Shape;1598;p38"/>
            <p:cNvSpPr/>
            <p:nvPr/>
          </p:nvSpPr>
          <p:spPr>
            <a:xfrm>
              <a:off x="3096336" y="1784247"/>
              <a:ext cx="6551" cy="4039"/>
            </a:xfrm>
            <a:custGeom>
              <a:avLst/>
              <a:gdLst/>
              <a:ahLst/>
              <a:cxnLst/>
              <a:rect l="l" t="t" r="r" b="b"/>
              <a:pathLst>
                <a:path w="206" h="127" extrusionOk="0">
                  <a:moveTo>
                    <a:pt x="158" y="1"/>
                  </a:moveTo>
                  <a:cubicBezTo>
                    <a:pt x="111" y="1"/>
                    <a:pt x="79" y="16"/>
                    <a:pt x="32" y="16"/>
                  </a:cubicBezTo>
                  <a:lnTo>
                    <a:pt x="16" y="47"/>
                  </a:lnTo>
                  <a:cubicBezTo>
                    <a:pt x="0" y="64"/>
                    <a:pt x="0" y="79"/>
                    <a:pt x="16" y="95"/>
                  </a:cubicBezTo>
                  <a:cubicBezTo>
                    <a:pt x="16" y="95"/>
                    <a:pt x="32" y="95"/>
                    <a:pt x="32" y="110"/>
                  </a:cubicBezTo>
                  <a:lnTo>
                    <a:pt x="111" y="64"/>
                  </a:lnTo>
                  <a:lnTo>
                    <a:pt x="126" y="64"/>
                  </a:lnTo>
                  <a:lnTo>
                    <a:pt x="126" y="64"/>
                  </a:lnTo>
                  <a:cubicBezTo>
                    <a:pt x="142" y="64"/>
                    <a:pt x="158" y="64"/>
                    <a:pt x="158" y="79"/>
                  </a:cubicBezTo>
                  <a:cubicBezTo>
                    <a:pt x="174" y="95"/>
                    <a:pt x="158" y="110"/>
                    <a:pt x="158" y="127"/>
                  </a:cubicBezTo>
                  <a:lnTo>
                    <a:pt x="158" y="127"/>
                  </a:lnTo>
                  <a:lnTo>
                    <a:pt x="158" y="127"/>
                  </a:lnTo>
                  <a:cubicBezTo>
                    <a:pt x="174" y="127"/>
                    <a:pt x="189" y="110"/>
                    <a:pt x="189" y="95"/>
                  </a:cubicBezTo>
                  <a:cubicBezTo>
                    <a:pt x="205" y="47"/>
                    <a:pt x="189"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9" name="Google Shape;1599;p38"/>
            <p:cNvSpPr/>
            <p:nvPr/>
          </p:nvSpPr>
          <p:spPr>
            <a:xfrm>
              <a:off x="3400506" y="1804792"/>
              <a:ext cx="4516" cy="3021"/>
            </a:xfrm>
            <a:custGeom>
              <a:avLst/>
              <a:gdLst/>
              <a:ahLst/>
              <a:cxnLst/>
              <a:rect l="l" t="t" r="r" b="b"/>
              <a:pathLst>
                <a:path w="142" h="95" extrusionOk="0">
                  <a:moveTo>
                    <a:pt x="32" y="0"/>
                  </a:moveTo>
                  <a:lnTo>
                    <a:pt x="0" y="16"/>
                  </a:lnTo>
                  <a:lnTo>
                    <a:pt x="0" y="16"/>
                  </a:lnTo>
                  <a:lnTo>
                    <a:pt x="0" y="48"/>
                  </a:lnTo>
                  <a:cubicBezTo>
                    <a:pt x="0" y="48"/>
                    <a:pt x="0" y="63"/>
                    <a:pt x="15" y="63"/>
                  </a:cubicBezTo>
                  <a:lnTo>
                    <a:pt x="15" y="63"/>
                  </a:lnTo>
                  <a:lnTo>
                    <a:pt x="95" y="95"/>
                  </a:lnTo>
                  <a:lnTo>
                    <a:pt x="110" y="95"/>
                  </a:lnTo>
                  <a:cubicBezTo>
                    <a:pt x="110" y="95"/>
                    <a:pt x="126" y="95"/>
                    <a:pt x="141" y="79"/>
                  </a:cubicBezTo>
                  <a:cubicBezTo>
                    <a:pt x="141" y="63"/>
                    <a:pt x="126" y="48"/>
                    <a:pt x="110" y="32"/>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0" name="Google Shape;1600;p38"/>
            <p:cNvSpPr/>
            <p:nvPr/>
          </p:nvSpPr>
          <p:spPr>
            <a:xfrm>
              <a:off x="3020166" y="1794265"/>
              <a:ext cx="6551" cy="7537"/>
            </a:xfrm>
            <a:custGeom>
              <a:avLst/>
              <a:gdLst/>
              <a:ahLst/>
              <a:cxnLst/>
              <a:rect l="l" t="t" r="r" b="b"/>
              <a:pathLst>
                <a:path w="206" h="237" extrusionOk="0">
                  <a:moveTo>
                    <a:pt x="111" y="158"/>
                  </a:moveTo>
                  <a:lnTo>
                    <a:pt x="95" y="158"/>
                  </a:lnTo>
                  <a:lnTo>
                    <a:pt x="95" y="158"/>
                  </a:lnTo>
                  <a:cubicBezTo>
                    <a:pt x="111" y="158"/>
                    <a:pt x="111" y="174"/>
                    <a:pt x="111" y="174"/>
                  </a:cubicBezTo>
                  <a:cubicBezTo>
                    <a:pt x="126" y="190"/>
                    <a:pt x="111" y="221"/>
                    <a:pt x="95" y="221"/>
                  </a:cubicBezTo>
                  <a:lnTo>
                    <a:pt x="80" y="221"/>
                  </a:lnTo>
                  <a:lnTo>
                    <a:pt x="80" y="237"/>
                  </a:lnTo>
                  <a:lnTo>
                    <a:pt x="95" y="237"/>
                  </a:lnTo>
                  <a:lnTo>
                    <a:pt x="95" y="237"/>
                  </a:lnTo>
                  <a:lnTo>
                    <a:pt x="174" y="237"/>
                  </a:lnTo>
                  <a:cubicBezTo>
                    <a:pt x="189" y="237"/>
                    <a:pt x="206" y="205"/>
                    <a:pt x="206" y="190"/>
                  </a:cubicBezTo>
                  <a:cubicBezTo>
                    <a:pt x="189" y="174"/>
                    <a:pt x="189" y="158"/>
                    <a:pt x="158" y="158"/>
                  </a:cubicBezTo>
                  <a:lnTo>
                    <a:pt x="158" y="158"/>
                  </a:lnTo>
                  <a:lnTo>
                    <a:pt x="126" y="174"/>
                  </a:lnTo>
                  <a:lnTo>
                    <a:pt x="111" y="158"/>
                  </a:lnTo>
                  <a:close/>
                  <a:moveTo>
                    <a:pt x="32" y="1"/>
                  </a:moveTo>
                  <a:lnTo>
                    <a:pt x="32" y="1"/>
                  </a:lnTo>
                  <a:lnTo>
                    <a:pt x="32" y="1"/>
                  </a:lnTo>
                  <a:cubicBezTo>
                    <a:pt x="17" y="1"/>
                    <a:pt x="0" y="16"/>
                    <a:pt x="0" y="47"/>
                  </a:cubicBezTo>
                  <a:lnTo>
                    <a:pt x="0" y="47"/>
                  </a:lnTo>
                  <a:lnTo>
                    <a:pt x="32" y="110"/>
                  </a:lnTo>
                  <a:lnTo>
                    <a:pt x="32" y="110"/>
                  </a:lnTo>
                  <a:cubicBezTo>
                    <a:pt x="32" y="127"/>
                    <a:pt x="48" y="127"/>
                    <a:pt x="48" y="142"/>
                  </a:cubicBezTo>
                  <a:lnTo>
                    <a:pt x="48" y="158"/>
                  </a:lnTo>
                  <a:lnTo>
                    <a:pt x="48" y="174"/>
                  </a:lnTo>
                  <a:cubicBezTo>
                    <a:pt x="48" y="158"/>
                    <a:pt x="63" y="158"/>
                    <a:pt x="63" y="158"/>
                  </a:cubicBezTo>
                  <a:lnTo>
                    <a:pt x="80" y="158"/>
                  </a:lnTo>
                  <a:cubicBezTo>
                    <a:pt x="63" y="158"/>
                    <a:pt x="63" y="158"/>
                    <a:pt x="63" y="142"/>
                  </a:cubicBezTo>
                  <a:cubicBezTo>
                    <a:pt x="48" y="127"/>
                    <a:pt x="48" y="110"/>
                    <a:pt x="63" y="95"/>
                  </a:cubicBezTo>
                  <a:lnTo>
                    <a:pt x="63" y="95"/>
                  </a:lnTo>
                  <a:cubicBezTo>
                    <a:pt x="48" y="95"/>
                    <a:pt x="32" y="79"/>
                    <a:pt x="32" y="64"/>
                  </a:cubicBezTo>
                  <a:cubicBezTo>
                    <a:pt x="32" y="64"/>
                    <a:pt x="32" y="47"/>
                    <a:pt x="48" y="32"/>
                  </a:cubicBez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1" name="Google Shape;1601;p38"/>
            <p:cNvSpPr/>
            <p:nvPr/>
          </p:nvSpPr>
          <p:spPr>
            <a:xfrm>
              <a:off x="3095318" y="1786250"/>
              <a:ext cx="6551" cy="3053"/>
            </a:xfrm>
            <a:custGeom>
              <a:avLst/>
              <a:gdLst/>
              <a:ahLst/>
              <a:cxnLst/>
              <a:rect l="l" t="t" r="r" b="b"/>
              <a:pathLst>
                <a:path w="206" h="96" extrusionOk="0">
                  <a:moveTo>
                    <a:pt x="158" y="1"/>
                  </a:moveTo>
                  <a:lnTo>
                    <a:pt x="158" y="1"/>
                  </a:lnTo>
                  <a:lnTo>
                    <a:pt x="143" y="1"/>
                  </a:lnTo>
                  <a:lnTo>
                    <a:pt x="64" y="47"/>
                  </a:lnTo>
                  <a:lnTo>
                    <a:pt x="17" y="64"/>
                  </a:lnTo>
                  <a:lnTo>
                    <a:pt x="0" y="95"/>
                  </a:lnTo>
                  <a:lnTo>
                    <a:pt x="32" y="95"/>
                  </a:lnTo>
                  <a:lnTo>
                    <a:pt x="48" y="79"/>
                  </a:lnTo>
                  <a:cubicBezTo>
                    <a:pt x="48" y="64"/>
                    <a:pt x="64" y="47"/>
                    <a:pt x="80" y="47"/>
                  </a:cubicBezTo>
                  <a:lnTo>
                    <a:pt x="95" y="47"/>
                  </a:lnTo>
                  <a:cubicBezTo>
                    <a:pt x="111" y="64"/>
                    <a:pt x="111" y="79"/>
                    <a:pt x="111" y="95"/>
                  </a:cubicBezTo>
                  <a:lnTo>
                    <a:pt x="174" y="64"/>
                  </a:lnTo>
                  <a:lnTo>
                    <a:pt x="190" y="64"/>
                  </a:lnTo>
                  <a:cubicBezTo>
                    <a:pt x="190" y="47"/>
                    <a:pt x="206" y="32"/>
                    <a:pt x="190" y="16"/>
                  </a:cubicBezTo>
                  <a:cubicBezTo>
                    <a:pt x="190" y="1"/>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2" name="Google Shape;1602;p38"/>
            <p:cNvSpPr/>
            <p:nvPr/>
          </p:nvSpPr>
          <p:spPr>
            <a:xfrm>
              <a:off x="3057758" y="1831348"/>
              <a:ext cx="3530" cy="4039"/>
            </a:xfrm>
            <a:custGeom>
              <a:avLst/>
              <a:gdLst/>
              <a:ahLst/>
              <a:cxnLst/>
              <a:rect l="l" t="t" r="r" b="b"/>
              <a:pathLst>
                <a:path w="111" h="127" extrusionOk="0">
                  <a:moveTo>
                    <a:pt x="32" y="1"/>
                  </a:moveTo>
                  <a:lnTo>
                    <a:pt x="32" y="1"/>
                  </a:lnTo>
                  <a:cubicBezTo>
                    <a:pt x="16" y="1"/>
                    <a:pt x="0" y="16"/>
                    <a:pt x="0" y="32"/>
                  </a:cubicBezTo>
                  <a:lnTo>
                    <a:pt x="16" y="79"/>
                  </a:lnTo>
                  <a:cubicBezTo>
                    <a:pt x="16" y="95"/>
                    <a:pt x="16" y="95"/>
                    <a:pt x="32" y="110"/>
                  </a:cubicBezTo>
                  <a:lnTo>
                    <a:pt x="47" y="110"/>
                  </a:lnTo>
                  <a:lnTo>
                    <a:pt x="63" y="127"/>
                  </a:lnTo>
                  <a:cubicBezTo>
                    <a:pt x="79" y="127"/>
                    <a:pt x="79" y="127"/>
                    <a:pt x="79" y="110"/>
                  </a:cubicBezTo>
                  <a:cubicBezTo>
                    <a:pt x="95" y="110"/>
                    <a:pt x="95" y="110"/>
                    <a:pt x="95" y="95"/>
                  </a:cubicBezTo>
                  <a:lnTo>
                    <a:pt x="110" y="64"/>
                  </a:lnTo>
                  <a:cubicBezTo>
                    <a:pt x="110" y="32"/>
                    <a:pt x="110" y="16"/>
                    <a:pt x="95" y="16"/>
                  </a:cubicBezTo>
                  <a:lnTo>
                    <a:pt x="79" y="16"/>
                  </a:lnTo>
                  <a:lnTo>
                    <a:pt x="63" y="16"/>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3" name="Google Shape;1603;p38"/>
            <p:cNvSpPr/>
            <p:nvPr/>
          </p:nvSpPr>
          <p:spPr>
            <a:xfrm>
              <a:off x="3106863" y="1791752"/>
              <a:ext cx="3530" cy="8046"/>
            </a:xfrm>
            <a:custGeom>
              <a:avLst/>
              <a:gdLst/>
              <a:ahLst/>
              <a:cxnLst/>
              <a:rect l="l" t="t" r="r" b="b"/>
              <a:pathLst>
                <a:path w="111" h="253" extrusionOk="0">
                  <a:moveTo>
                    <a:pt x="79" y="0"/>
                  </a:moveTo>
                  <a:cubicBezTo>
                    <a:pt x="64" y="0"/>
                    <a:pt x="64" y="17"/>
                    <a:pt x="47" y="17"/>
                  </a:cubicBezTo>
                  <a:cubicBezTo>
                    <a:pt x="47" y="17"/>
                    <a:pt x="32" y="17"/>
                    <a:pt x="32" y="0"/>
                  </a:cubicBezTo>
                  <a:cubicBezTo>
                    <a:pt x="32" y="17"/>
                    <a:pt x="16" y="17"/>
                    <a:pt x="16" y="17"/>
                  </a:cubicBezTo>
                  <a:lnTo>
                    <a:pt x="16" y="32"/>
                  </a:lnTo>
                  <a:cubicBezTo>
                    <a:pt x="32" y="48"/>
                    <a:pt x="47" y="48"/>
                    <a:pt x="47" y="63"/>
                  </a:cubicBezTo>
                  <a:cubicBezTo>
                    <a:pt x="47" y="80"/>
                    <a:pt x="47" y="95"/>
                    <a:pt x="32" y="95"/>
                  </a:cubicBezTo>
                  <a:lnTo>
                    <a:pt x="32" y="111"/>
                  </a:lnTo>
                  <a:lnTo>
                    <a:pt x="32" y="111"/>
                  </a:lnTo>
                  <a:lnTo>
                    <a:pt x="16" y="126"/>
                  </a:lnTo>
                  <a:lnTo>
                    <a:pt x="16" y="158"/>
                  </a:lnTo>
                  <a:lnTo>
                    <a:pt x="16" y="158"/>
                  </a:lnTo>
                  <a:cubicBezTo>
                    <a:pt x="16" y="174"/>
                    <a:pt x="32" y="174"/>
                    <a:pt x="32" y="189"/>
                  </a:cubicBezTo>
                  <a:cubicBezTo>
                    <a:pt x="47" y="206"/>
                    <a:pt x="32" y="221"/>
                    <a:pt x="16" y="237"/>
                  </a:cubicBezTo>
                  <a:lnTo>
                    <a:pt x="0" y="237"/>
                  </a:lnTo>
                  <a:lnTo>
                    <a:pt x="16" y="253"/>
                  </a:lnTo>
                  <a:lnTo>
                    <a:pt x="47" y="253"/>
                  </a:lnTo>
                  <a:lnTo>
                    <a:pt x="47" y="253"/>
                  </a:lnTo>
                  <a:lnTo>
                    <a:pt x="64" y="253"/>
                  </a:lnTo>
                  <a:lnTo>
                    <a:pt x="110" y="206"/>
                  </a:lnTo>
                  <a:lnTo>
                    <a:pt x="110" y="174"/>
                  </a:lnTo>
                  <a:cubicBezTo>
                    <a:pt x="110" y="158"/>
                    <a:pt x="95" y="158"/>
                    <a:pt x="95" y="143"/>
                  </a:cubicBezTo>
                  <a:cubicBezTo>
                    <a:pt x="95" y="126"/>
                    <a:pt x="95" y="126"/>
                    <a:pt x="110" y="111"/>
                  </a:cubicBezTo>
                  <a:lnTo>
                    <a:pt x="110" y="111"/>
                  </a:lnTo>
                  <a:lnTo>
                    <a:pt x="95" y="95"/>
                  </a:lnTo>
                  <a:cubicBezTo>
                    <a:pt x="95" y="63"/>
                    <a:pt x="79" y="48"/>
                    <a:pt x="79" y="48"/>
                  </a:cubicBezTo>
                  <a:lnTo>
                    <a:pt x="95" y="32"/>
                  </a:lnTo>
                  <a:lnTo>
                    <a:pt x="95" y="32"/>
                  </a:lnTo>
                  <a:cubicBezTo>
                    <a:pt x="95" y="17"/>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4" name="Google Shape;1604;p38"/>
            <p:cNvSpPr/>
            <p:nvPr/>
          </p:nvSpPr>
          <p:spPr>
            <a:xfrm>
              <a:off x="3342369" y="1818340"/>
              <a:ext cx="5534" cy="4039"/>
            </a:xfrm>
            <a:custGeom>
              <a:avLst/>
              <a:gdLst/>
              <a:ahLst/>
              <a:cxnLst/>
              <a:rect l="l" t="t" r="r" b="b"/>
              <a:pathLst>
                <a:path w="174" h="127" extrusionOk="0">
                  <a:moveTo>
                    <a:pt x="142" y="0"/>
                  </a:moveTo>
                  <a:lnTo>
                    <a:pt x="142" y="0"/>
                  </a:lnTo>
                  <a:lnTo>
                    <a:pt x="127" y="0"/>
                  </a:lnTo>
                  <a:lnTo>
                    <a:pt x="127" y="0"/>
                  </a:lnTo>
                  <a:lnTo>
                    <a:pt x="64" y="32"/>
                  </a:lnTo>
                  <a:lnTo>
                    <a:pt x="79" y="32"/>
                  </a:lnTo>
                  <a:cubicBezTo>
                    <a:pt x="79" y="47"/>
                    <a:pt x="79" y="78"/>
                    <a:pt x="64" y="78"/>
                  </a:cubicBezTo>
                  <a:cubicBezTo>
                    <a:pt x="64" y="95"/>
                    <a:pt x="47" y="95"/>
                    <a:pt x="47" y="95"/>
                  </a:cubicBezTo>
                  <a:cubicBezTo>
                    <a:pt x="32" y="95"/>
                    <a:pt x="16" y="78"/>
                    <a:pt x="16" y="78"/>
                  </a:cubicBezTo>
                  <a:lnTo>
                    <a:pt x="1" y="63"/>
                  </a:lnTo>
                  <a:lnTo>
                    <a:pt x="1" y="63"/>
                  </a:lnTo>
                  <a:lnTo>
                    <a:pt x="1" y="110"/>
                  </a:lnTo>
                  <a:lnTo>
                    <a:pt x="1" y="126"/>
                  </a:lnTo>
                  <a:lnTo>
                    <a:pt x="16" y="126"/>
                  </a:lnTo>
                  <a:lnTo>
                    <a:pt x="64" y="126"/>
                  </a:lnTo>
                  <a:lnTo>
                    <a:pt x="64" y="95"/>
                  </a:lnTo>
                  <a:lnTo>
                    <a:pt x="127" y="78"/>
                  </a:lnTo>
                  <a:lnTo>
                    <a:pt x="158" y="63"/>
                  </a:lnTo>
                  <a:cubicBezTo>
                    <a:pt x="173" y="63"/>
                    <a:pt x="173" y="47"/>
                    <a:pt x="173" y="32"/>
                  </a:cubicBezTo>
                  <a:cubicBezTo>
                    <a:pt x="158" y="32"/>
                    <a:pt x="142" y="32"/>
                    <a:pt x="142" y="0"/>
                  </a:cubicBez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5" name="Google Shape;1605;p38"/>
            <p:cNvSpPr/>
            <p:nvPr/>
          </p:nvSpPr>
          <p:spPr>
            <a:xfrm>
              <a:off x="3180488" y="1796269"/>
              <a:ext cx="2576" cy="1527"/>
            </a:xfrm>
            <a:custGeom>
              <a:avLst/>
              <a:gdLst/>
              <a:ahLst/>
              <a:cxnLst/>
              <a:rect l="l" t="t" r="r" b="b"/>
              <a:pathLst>
                <a:path w="81" h="48" extrusionOk="0">
                  <a:moveTo>
                    <a:pt x="80" y="1"/>
                  </a:moveTo>
                  <a:cubicBezTo>
                    <a:pt x="64" y="1"/>
                    <a:pt x="32" y="16"/>
                    <a:pt x="17" y="16"/>
                  </a:cubicBezTo>
                  <a:cubicBezTo>
                    <a:pt x="17" y="32"/>
                    <a:pt x="1" y="47"/>
                    <a:pt x="1" y="47"/>
                  </a:cubicBezTo>
                  <a:lnTo>
                    <a:pt x="17" y="47"/>
                  </a:lnTo>
                  <a:lnTo>
                    <a:pt x="49" y="47"/>
                  </a:lnTo>
                  <a:lnTo>
                    <a:pt x="64" y="47"/>
                  </a:lnTo>
                  <a:lnTo>
                    <a:pt x="80" y="47"/>
                  </a:ln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6" name="Google Shape;1606;p38"/>
            <p:cNvSpPr/>
            <p:nvPr/>
          </p:nvSpPr>
          <p:spPr>
            <a:xfrm>
              <a:off x="3100852" y="1796269"/>
              <a:ext cx="7537" cy="3530"/>
            </a:xfrm>
            <a:custGeom>
              <a:avLst/>
              <a:gdLst/>
              <a:ahLst/>
              <a:cxnLst/>
              <a:rect l="l" t="t" r="r" b="b"/>
              <a:pathLst>
                <a:path w="237" h="111" extrusionOk="0">
                  <a:moveTo>
                    <a:pt x="32" y="1"/>
                  </a:moveTo>
                  <a:lnTo>
                    <a:pt x="32" y="1"/>
                  </a:lnTo>
                  <a:lnTo>
                    <a:pt x="16" y="1"/>
                  </a:lnTo>
                  <a:lnTo>
                    <a:pt x="16" y="1"/>
                  </a:lnTo>
                  <a:lnTo>
                    <a:pt x="16" y="16"/>
                  </a:lnTo>
                  <a:lnTo>
                    <a:pt x="0" y="16"/>
                  </a:lnTo>
                  <a:cubicBezTo>
                    <a:pt x="0" y="32"/>
                    <a:pt x="0" y="47"/>
                    <a:pt x="16" y="47"/>
                  </a:cubicBezTo>
                  <a:cubicBezTo>
                    <a:pt x="32" y="95"/>
                    <a:pt x="63" y="111"/>
                    <a:pt x="95" y="111"/>
                  </a:cubicBezTo>
                  <a:lnTo>
                    <a:pt x="110" y="111"/>
                  </a:lnTo>
                  <a:cubicBezTo>
                    <a:pt x="142" y="111"/>
                    <a:pt x="173" y="95"/>
                    <a:pt x="189" y="95"/>
                  </a:cubicBezTo>
                  <a:lnTo>
                    <a:pt x="205" y="95"/>
                  </a:lnTo>
                  <a:cubicBezTo>
                    <a:pt x="221" y="79"/>
                    <a:pt x="236" y="64"/>
                    <a:pt x="221" y="47"/>
                  </a:cubicBezTo>
                  <a:cubicBezTo>
                    <a:pt x="221" y="32"/>
                    <a:pt x="205" y="32"/>
                    <a:pt x="205" y="16"/>
                  </a:cubicBezTo>
                  <a:cubicBezTo>
                    <a:pt x="189" y="32"/>
                    <a:pt x="189" y="47"/>
                    <a:pt x="173" y="47"/>
                  </a:cubicBezTo>
                  <a:lnTo>
                    <a:pt x="173" y="47"/>
                  </a:lnTo>
                  <a:lnTo>
                    <a:pt x="110" y="47"/>
                  </a:lnTo>
                  <a:lnTo>
                    <a:pt x="95" y="32"/>
                  </a:lnTo>
                  <a:cubicBezTo>
                    <a:pt x="79" y="32"/>
                    <a:pt x="79" y="32"/>
                    <a:pt x="63" y="16"/>
                  </a:cubicBezTo>
                  <a:lnTo>
                    <a:pt x="63" y="16"/>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7" name="Google Shape;1607;p38"/>
            <p:cNvSpPr/>
            <p:nvPr/>
          </p:nvSpPr>
          <p:spPr>
            <a:xfrm>
              <a:off x="3089816" y="1804283"/>
              <a:ext cx="4516" cy="5057"/>
            </a:xfrm>
            <a:custGeom>
              <a:avLst/>
              <a:gdLst/>
              <a:ahLst/>
              <a:cxnLst/>
              <a:rect l="l" t="t" r="r" b="b"/>
              <a:pathLst>
                <a:path w="142" h="159" extrusionOk="0">
                  <a:moveTo>
                    <a:pt x="64" y="1"/>
                  </a:moveTo>
                  <a:lnTo>
                    <a:pt x="64" y="1"/>
                  </a:lnTo>
                  <a:cubicBezTo>
                    <a:pt x="47" y="1"/>
                    <a:pt x="32" y="1"/>
                    <a:pt x="32" y="16"/>
                  </a:cubicBezTo>
                  <a:cubicBezTo>
                    <a:pt x="32" y="32"/>
                    <a:pt x="32" y="48"/>
                    <a:pt x="47" y="64"/>
                  </a:cubicBezTo>
                  <a:lnTo>
                    <a:pt x="16" y="111"/>
                  </a:lnTo>
                  <a:cubicBezTo>
                    <a:pt x="1" y="127"/>
                    <a:pt x="16" y="142"/>
                    <a:pt x="32" y="158"/>
                  </a:cubicBezTo>
                  <a:lnTo>
                    <a:pt x="47" y="158"/>
                  </a:lnTo>
                  <a:cubicBezTo>
                    <a:pt x="64" y="158"/>
                    <a:pt x="64" y="158"/>
                    <a:pt x="79" y="142"/>
                  </a:cubicBezTo>
                  <a:lnTo>
                    <a:pt x="127" y="48"/>
                  </a:lnTo>
                  <a:cubicBezTo>
                    <a:pt x="142" y="48"/>
                    <a:pt x="142" y="32"/>
                    <a:pt x="127" y="16"/>
                  </a:cubicBezTo>
                  <a:lnTo>
                    <a:pt x="110"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8" name="Google Shape;1608;p38"/>
            <p:cNvSpPr/>
            <p:nvPr/>
          </p:nvSpPr>
          <p:spPr>
            <a:xfrm>
              <a:off x="3367430" y="1768218"/>
              <a:ext cx="3021" cy="4039"/>
            </a:xfrm>
            <a:custGeom>
              <a:avLst/>
              <a:gdLst/>
              <a:ahLst/>
              <a:cxnLst/>
              <a:rect l="l" t="t" r="r" b="b"/>
              <a:pathLst>
                <a:path w="95" h="127" extrusionOk="0">
                  <a:moveTo>
                    <a:pt x="32" y="1"/>
                  </a:moveTo>
                  <a:lnTo>
                    <a:pt x="32" y="1"/>
                  </a:lnTo>
                  <a:cubicBezTo>
                    <a:pt x="16" y="1"/>
                    <a:pt x="0" y="16"/>
                    <a:pt x="0" y="47"/>
                  </a:cubicBezTo>
                  <a:lnTo>
                    <a:pt x="16" y="95"/>
                  </a:lnTo>
                  <a:cubicBezTo>
                    <a:pt x="16" y="110"/>
                    <a:pt x="16" y="127"/>
                    <a:pt x="32" y="127"/>
                  </a:cubicBezTo>
                  <a:lnTo>
                    <a:pt x="47" y="127"/>
                  </a:lnTo>
                  <a:lnTo>
                    <a:pt x="63" y="127"/>
                  </a:lnTo>
                  <a:lnTo>
                    <a:pt x="79" y="95"/>
                  </a:lnTo>
                  <a:cubicBezTo>
                    <a:pt x="95" y="95"/>
                    <a:pt x="95" y="64"/>
                    <a:pt x="79" y="47"/>
                  </a:cubicBezTo>
                  <a:lnTo>
                    <a:pt x="79" y="47"/>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9" name="Google Shape;1609;p38"/>
            <p:cNvSpPr/>
            <p:nvPr/>
          </p:nvSpPr>
          <p:spPr>
            <a:xfrm>
              <a:off x="3332828" y="1771716"/>
              <a:ext cx="4039" cy="4039"/>
            </a:xfrm>
            <a:custGeom>
              <a:avLst/>
              <a:gdLst/>
              <a:ahLst/>
              <a:cxnLst/>
              <a:rect l="l" t="t" r="r" b="b"/>
              <a:pathLst>
                <a:path w="127" h="127" extrusionOk="0">
                  <a:moveTo>
                    <a:pt x="49" y="0"/>
                  </a:moveTo>
                  <a:lnTo>
                    <a:pt x="32" y="0"/>
                  </a:lnTo>
                  <a:lnTo>
                    <a:pt x="17" y="17"/>
                  </a:lnTo>
                  <a:lnTo>
                    <a:pt x="1" y="48"/>
                  </a:lnTo>
                  <a:cubicBezTo>
                    <a:pt x="1" y="48"/>
                    <a:pt x="17" y="48"/>
                    <a:pt x="17" y="63"/>
                  </a:cubicBezTo>
                  <a:cubicBezTo>
                    <a:pt x="32" y="63"/>
                    <a:pt x="32" y="80"/>
                    <a:pt x="32" y="80"/>
                  </a:cubicBezTo>
                  <a:lnTo>
                    <a:pt x="32" y="111"/>
                  </a:lnTo>
                  <a:lnTo>
                    <a:pt x="32" y="126"/>
                  </a:lnTo>
                  <a:lnTo>
                    <a:pt x="95" y="111"/>
                  </a:lnTo>
                  <a:cubicBezTo>
                    <a:pt x="112" y="111"/>
                    <a:pt x="127" y="95"/>
                    <a:pt x="127" y="80"/>
                  </a:cubicBezTo>
                  <a:lnTo>
                    <a:pt x="95" y="80"/>
                  </a:lnTo>
                  <a:lnTo>
                    <a:pt x="95" y="80"/>
                  </a:lnTo>
                  <a:cubicBezTo>
                    <a:pt x="80" y="80"/>
                    <a:pt x="64" y="63"/>
                    <a:pt x="49" y="48"/>
                  </a:cubicBezTo>
                  <a:cubicBezTo>
                    <a:pt x="49" y="32"/>
                    <a:pt x="64" y="32"/>
                    <a:pt x="64" y="17"/>
                  </a:cubicBezTo>
                  <a:lnTo>
                    <a:pt x="64" y="17"/>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0" name="Google Shape;1610;p38"/>
            <p:cNvSpPr/>
            <p:nvPr/>
          </p:nvSpPr>
          <p:spPr>
            <a:xfrm>
              <a:off x="3322333" y="1772225"/>
              <a:ext cx="2512" cy="3530"/>
            </a:xfrm>
            <a:custGeom>
              <a:avLst/>
              <a:gdLst/>
              <a:ahLst/>
              <a:cxnLst/>
              <a:rect l="l" t="t" r="r" b="b"/>
              <a:pathLst>
                <a:path w="79" h="111" extrusionOk="0">
                  <a:moveTo>
                    <a:pt x="32" y="1"/>
                  </a:moveTo>
                  <a:lnTo>
                    <a:pt x="32" y="1"/>
                  </a:lnTo>
                  <a:lnTo>
                    <a:pt x="16" y="1"/>
                  </a:lnTo>
                  <a:cubicBezTo>
                    <a:pt x="0" y="1"/>
                    <a:pt x="0" y="16"/>
                    <a:pt x="0" y="47"/>
                  </a:cubicBezTo>
                  <a:lnTo>
                    <a:pt x="0" y="47"/>
                  </a:lnTo>
                  <a:lnTo>
                    <a:pt x="16" y="110"/>
                  </a:lnTo>
                  <a:lnTo>
                    <a:pt x="47" y="95"/>
                  </a:lnTo>
                  <a:lnTo>
                    <a:pt x="47" y="95"/>
                  </a:lnTo>
                  <a:lnTo>
                    <a:pt x="63" y="95"/>
                  </a:lnTo>
                  <a:lnTo>
                    <a:pt x="79" y="95"/>
                  </a:lnTo>
                  <a:lnTo>
                    <a:pt x="79" y="95"/>
                  </a:lnTo>
                  <a:lnTo>
                    <a:pt x="63" y="32"/>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1" name="Google Shape;1611;p38"/>
            <p:cNvSpPr/>
            <p:nvPr/>
          </p:nvSpPr>
          <p:spPr>
            <a:xfrm>
              <a:off x="3322810" y="1778713"/>
              <a:ext cx="5057" cy="2576"/>
            </a:xfrm>
            <a:custGeom>
              <a:avLst/>
              <a:gdLst/>
              <a:ahLst/>
              <a:cxnLst/>
              <a:rect l="l" t="t" r="r" b="b"/>
              <a:pathLst>
                <a:path w="159" h="81" extrusionOk="0">
                  <a:moveTo>
                    <a:pt x="127" y="1"/>
                  </a:moveTo>
                  <a:lnTo>
                    <a:pt x="95" y="17"/>
                  </a:lnTo>
                  <a:cubicBezTo>
                    <a:pt x="80" y="32"/>
                    <a:pt x="80" y="32"/>
                    <a:pt x="64" y="32"/>
                  </a:cubicBezTo>
                  <a:lnTo>
                    <a:pt x="48" y="17"/>
                  </a:lnTo>
                  <a:lnTo>
                    <a:pt x="32" y="1"/>
                  </a:lnTo>
                  <a:lnTo>
                    <a:pt x="1" y="1"/>
                  </a:lnTo>
                  <a:lnTo>
                    <a:pt x="1" y="1"/>
                  </a:lnTo>
                  <a:lnTo>
                    <a:pt x="1" y="1"/>
                  </a:lnTo>
                  <a:lnTo>
                    <a:pt x="1" y="1"/>
                  </a:lnTo>
                  <a:lnTo>
                    <a:pt x="127" y="80"/>
                  </a:lnTo>
                  <a:lnTo>
                    <a:pt x="127" y="32"/>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2" name="Google Shape;1612;p38"/>
            <p:cNvSpPr/>
            <p:nvPr/>
          </p:nvSpPr>
          <p:spPr>
            <a:xfrm>
              <a:off x="3245654" y="1805778"/>
              <a:ext cx="3562" cy="4039"/>
            </a:xfrm>
            <a:custGeom>
              <a:avLst/>
              <a:gdLst/>
              <a:ahLst/>
              <a:cxnLst/>
              <a:rect l="l" t="t" r="r" b="b"/>
              <a:pathLst>
                <a:path w="112" h="127" extrusionOk="0">
                  <a:moveTo>
                    <a:pt x="80" y="1"/>
                  </a:moveTo>
                  <a:cubicBezTo>
                    <a:pt x="63" y="17"/>
                    <a:pt x="48" y="32"/>
                    <a:pt x="17" y="32"/>
                  </a:cubicBezTo>
                  <a:lnTo>
                    <a:pt x="17" y="32"/>
                  </a:lnTo>
                  <a:lnTo>
                    <a:pt x="17" y="32"/>
                  </a:lnTo>
                  <a:lnTo>
                    <a:pt x="0" y="32"/>
                  </a:lnTo>
                  <a:lnTo>
                    <a:pt x="0" y="32"/>
                  </a:lnTo>
                  <a:lnTo>
                    <a:pt x="0" y="64"/>
                  </a:lnTo>
                  <a:lnTo>
                    <a:pt x="48" y="111"/>
                  </a:lnTo>
                  <a:cubicBezTo>
                    <a:pt x="48" y="127"/>
                    <a:pt x="63" y="127"/>
                    <a:pt x="63" y="127"/>
                  </a:cubicBezTo>
                  <a:lnTo>
                    <a:pt x="95" y="127"/>
                  </a:lnTo>
                  <a:cubicBezTo>
                    <a:pt x="111" y="111"/>
                    <a:pt x="111" y="95"/>
                    <a:pt x="95" y="80"/>
                  </a:cubicBezTo>
                  <a:lnTo>
                    <a:pt x="80" y="64"/>
                  </a:lnTo>
                  <a:cubicBezTo>
                    <a:pt x="95" y="48"/>
                    <a:pt x="95" y="48"/>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3" name="Google Shape;1613;p38"/>
            <p:cNvSpPr/>
            <p:nvPr/>
          </p:nvSpPr>
          <p:spPr>
            <a:xfrm>
              <a:off x="3031711" y="1819803"/>
              <a:ext cx="3021" cy="4039"/>
            </a:xfrm>
            <a:custGeom>
              <a:avLst/>
              <a:gdLst/>
              <a:ahLst/>
              <a:cxnLst/>
              <a:rect l="l" t="t" r="r" b="b"/>
              <a:pathLst>
                <a:path w="95" h="127" extrusionOk="0">
                  <a:moveTo>
                    <a:pt x="32" y="1"/>
                  </a:moveTo>
                  <a:lnTo>
                    <a:pt x="32" y="1"/>
                  </a:lnTo>
                  <a:lnTo>
                    <a:pt x="15" y="1"/>
                  </a:lnTo>
                  <a:lnTo>
                    <a:pt x="32" y="1"/>
                  </a:lnTo>
                  <a:cubicBezTo>
                    <a:pt x="47" y="17"/>
                    <a:pt x="47" y="32"/>
                    <a:pt x="32" y="49"/>
                  </a:cubicBezTo>
                  <a:lnTo>
                    <a:pt x="0" y="95"/>
                  </a:lnTo>
                  <a:lnTo>
                    <a:pt x="0" y="112"/>
                  </a:lnTo>
                  <a:cubicBezTo>
                    <a:pt x="15" y="127"/>
                    <a:pt x="15" y="127"/>
                    <a:pt x="32" y="127"/>
                  </a:cubicBezTo>
                  <a:lnTo>
                    <a:pt x="47" y="127"/>
                  </a:lnTo>
                  <a:cubicBezTo>
                    <a:pt x="63" y="127"/>
                    <a:pt x="63" y="127"/>
                    <a:pt x="63" y="112"/>
                  </a:cubicBezTo>
                  <a:lnTo>
                    <a:pt x="63" y="95"/>
                  </a:lnTo>
                  <a:cubicBezTo>
                    <a:pt x="47" y="95"/>
                    <a:pt x="63" y="64"/>
                    <a:pt x="78" y="49"/>
                  </a:cubicBezTo>
                  <a:lnTo>
                    <a:pt x="95" y="32"/>
                  </a:lnTo>
                  <a:cubicBezTo>
                    <a:pt x="95" y="17"/>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4" name="Google Shape;1614;p38"/>
            <p:cNvSpPr/>
            <p:nvPr/>
          </p:nvSpPr>
          <p:spPr>
            <a:xfrm>
              <a:off x="3419557" y="1792261"/>
              <a:ext cx="5502" cy="4516"/>
            </a:xfrm>
            <a:custGeom>
              <a:avLst/>
              <a:gdLst/>
              <a:ahLst/>
              <a:cxnLst/>
              <a:rect l="l" t="t" r="r" b="b"/>
              <a:pathLst>
                <a:path w="173" h="142" extrusionOk="0">
                  <a:moveTo>
                    <a:pt x="110" y="1"/>
                  </a:moveTo>
                  <a:cubicBezTo>
                    <a:pt x="95" y="16"/>
                    <a:pt x="95" y="16"/>
                    <a:pt x="95" y="32"/>
                  </a:cubicBezTo>
                  <a:lnTo>
                    <a:pt x="95" y="64"/>
                  </a:lnTo>
                  <a:cubicBezTo>
                    <a:pt x="95" y="64"/>
                    <a:pt x="78" y="64"/>
                    <a:pt x="78" y="79"/>
                  </a:cubicBezTo>
                  <a:lnTo>
                    <a:pt x="78" y="79"/>
                  </a:lnTo>
                  <a:cubicBezTo>
                    <a:pt x="63" y="64"/>
                    <a:pt x="63" y="47"/>
                    <a:pt x="47" y="47"/>
                  </a:cubicBezTo>
                  <a:lnTo>
                    <a:pt x="32" y="47"/>
                  </a:lnTo>
                  <a:cubicBezTo>
                    <a:pt x="15" y="64"/>
                    <a:pt x="0" y="79"/>
                    <a:pt x="15" y="95"/>
                  </a:cubicBezTo>
                  <a:cubicBezTo>
                    <a:pt x="15" y="110"/>
                    <a:pt x="32" y="142"/>
                    <a:pt x="63" y="142"/>
                  </a:cubicBezTo>
                  <a:lnTo>
                    <a:pt x="63" y="142"/>
                  </a:lnTo>
                  <a:lnTo>
                    <a:pt x="63" y="142"/>
                  </a:lnTo>
                  <a:cubicBezTo>
                    <a:pt x="63" y="127"/>
                    <a:pt x="78" y="127"/>
                    <a:pt x="95" y="110"/>
                  </a:cubicBezTo>
                  <a:lnTo>
                    <a:pt x="95" y="110"/>
                  </a:lnTo>
                  <a:lnTo>
                    <a:pt x="95" y="110"/>
                  </a:lnTo>
                  <a:lnTo>
                    <a:pt x="126" y="127"/>
                  </a:lnTo>
                  <a:lnTo>
                    <a:pt x="126" y="127"/>
                  </a:lnTo>
                  <a:lnTo>
                    <a:pt x="126" y="127"/>
                  </a:lnTo>
                  <a:lnTo>
                    <a:pt x="126" y="79"/>
                  </a:lnTo>
                  <a:cubicBezTo>
                    <a:pt x="141" y="64"/>
                    <a:pt x="141" y="47"/>
                    <a:pt x="158" y="47"/>
                  </a:cubicBezTo>
                  <a:lnTo>
                    <a:pt x="173" y="47"/>
                  </a:lnTo>
                  <a:lnTo>
                    <a:pt x="173"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5" name="Google Shape;1615;p38"/>
            <p:cNvSpPr/>
            <p:nvPr/>
          </p:nvSpPr>
          <p:spPr>
            <a:xfrm>
              <a:off x="3419016" y="1810803"/>
              <a:ext cx="4580" cy="3021"/>
            </a:xfrm>
            <a:custGeom>
              <a:avLst/>
              <a:gdLst/>
              <a:ahLst/>
              <a:cxnLst/>
              <a:rect l="l" t="t" r="r" b="b"/>
              <a:pathLst>
                <a:path w="144" h="95" extrusionOk="0">
                  <a:moveTo>
                    <a:pt x="32" y="0"/>
                  </a:moveTo>
                  <a:lnTo>
                    <a:pt x="32" y="0"/>
                  </a:lnTo>
                  <a:cubicBezTo>
                    <a:pt x="17" y="0"/>
                    <a:pt x="1" y="0"/>
                    <a:pt x="1" y="17"/>
                  </a:cubicBezTo>
                  <a:cubicBezTo>
                    <a:pt x="1" y="32"/>
                    <a:pt x="1" y="63"/>
                    <a:pt x="32" y="63"/>
                  </a:cubicBezTo>
                  <a:lnTo>
                    <a:pt x="95" y="95"/>
                  </a:lnTo>
                  <a:lnTo>
                    <a:pt x="112" y="63"/>
                  </a:lnTo>
                  <a:lnTo>
                    <a:pt x="112" y="48"/>
                  </a:lnTo>
                  <a:cubicBezTo>
                    <a:pt x="127" y="32"/>
                    <a:pt x="127" y="32"/>
                    <a:pt x="143" y="32"/>
                  </a:cubicBezTo>
                  <a:lnTo>
                    <a:pt x="143" y="32"/>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6" name="Google Shape;1616;p38"/>
            <p:cNvSpPr/>
            <p:nvPr/>
          </p:nvSpPr>
          <p:spPr>
            <a:xfrm>
              <a:off x="3081293" y="1812329"/>
              <a:ext cx="4039" cy="3021"/>
            </a:xfrm>
            <a:custGeom>
              <a:avLst/>
              <a:gdLst/>
              <a:ahLst/>
              <a:cxnLst/>
              <a:rect l="l" t="t" r="r" b="b"/>
              <a:pathLst>
                <a:path w="127" h="95" extrusionOk="0">
                  <a:moveTo>
                    <a:pt x="63" y="0"/>
                  </a:moveTo>
                  <a:lnTo>
                    <a:pt x="17" y="32"/>
                  </a:lnTo>
                  <a:cubicBezTo>
                    <a:pt x="17" y="32"/>
                    <a:pt x="0" y="32"/>
                    <a:pt x="0" y="47"/>
                  </a:cubicBezTo>
                  <a:lnTo>
                    <a:pt x="0" y="63"/>
                  </a:lnTo>
                  <a:lnTo>
                    <a:pt x="0" y="63"/>
                  </a:lnTo>
                  <a:lnTo>
                    <a:pt x="17" y="63"/>
                  </a:lnTo>
                  <a:cubicBezTo>
                    <a:pt x="17" y="63"/>
                    <a:pt x="32" y="63"/>
                    <a:pt x="48" y="78"/>
                  </a:cubicBezTo>
                  <a:lnTo>
                    <a:pt x="48" y="95"/>
                  </a:lnTo>
                  <a:lnTo>
                    <a:pt x="48" y="78"/>
                  </a:lnTo>
                  <a:lnTo>
                    <a:pt x="126" y="47"/>
                  </a:lnTo>
                  <a:lnTo>
                    <a:pt x="80" y="15"/>
                  </a:lnTo>
                  <a:cubicBezTo>
                    <a:pt x="80" y="15"/>
                    <a:pt x="63"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7" name="Google Shape;1617;p38"/>
            <p:cNvSpPr/>
            <p:nvPr/>
          </p:nvSpPr>
          <p:spPr>
            <a:xfrm>
              <a:off x="3136917" y="1831825"/>
              <a:ext cx="4516" cy="3053"/>
            </a:xfrm>
            <a:custGeom>
              <a:avLst/>
              <a:gdLst/>
              <a:ahLst/>
              <a:cxnLst/>
              <a:rect l="l" t="t" r="r" b="b"/>
              <a:pathLst>
                <a:path w="142" h="96" extrusionOk="0">
                  <a:moveTo>
                    <a:pt x="32" y="1"/>
                  </a:moveTo>
                  <a:lnTo>
                    <a:pt x="32" y="1"/>
                  </a:lnTo>
                  <a:lnTo>
                    <a:pt x="32" y="1"/>
                  </a:lnTo>
                  <a:cubicBezTo>
                    <a:pt x="16" y="1"/>
                    <a:pt x="1" y="17"/>
                    <a:pt x="1" y="32"/>
                  </a:cubicBezTo>
                  <a:cubicBezTo>
                    <a:pt x="1" y="49"/>
                    <a:pt x="1" y="80"/>
                    <a:pt x="32" y="95"/>
                  </a:cubicBezTo>
                  <a:lnTo>
                    <a:pt x="64" y="95"/>
                  </a:lnTo>
                  <a:lnTo>
                    <a:pt x="79" y="95"/>
                  </a:lnTo>
                  <a:lnTo>
                    <a:pt x="95" y="95"/>
                  </a:lnTo>
                  <a:lnTo>
                    <a:pt x="95" y="95"/>
                  </a:lnTo>
                  <a:cubicBezTo>
                    <a:pt x="110" y="95"/>
                    <a:pt x="127" y="80"/>
                    <a:pt x="127" y="64"/>
                  </a:cubicBezTo>
                  <a:cubicBezTo>
                    <a:pt x="142" y="49"/>
                    <a:pt x="127" y="32"/>
                    <a:pt x="110" y="32"/>
                  </a:cubicBezTo>
                  <a:lnTo>
                    <a:pt x="95" y="17"/>
                  </a:lnTo>
                  <a:cubicBezTo>
                    <a:pt x="79" y="17"/>
                    <a:pt x="79" y="32"/>
                    <a:pt x="64" y="32"/>
                  </a:cubicBez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8" name="Google Shape;1618;p38"/>
            <p:cNvSpPr/>
            <p:nvPr/>
          </p:nvSpPr>
          <p:spPr>
            <a:xfrm>
              <a:off x="3096336" y="1793279"/>
              <a:ext cx="6551" cy="4039"/>
            </a:xfrm>
            <a:custGeom>
              <a:avLst/>
              <a:gdLst/>
              <a:ahLst/>
              <a:cxnLst/>
              <a:rect l="l" t="t" r="r" b="b"/>
              <a:pathLst>
                <a:path w="206" h="127" extrusionOk="0">
                  <a:moveTo>
                    <a:pt x="174" y="0"/>
                  </a:moveTo>
                  <a:lnTo>
                    <a:pt x="174" y="0"/>
                  </a:lnTo>
                  <a:lnTo>
                    <a:pt x="142" y="0"/>
                  </a:lnTo>
                  <a:lnTo>
                    <a:pt x="142" y="15"/>
                  </a:lnTo>
                  <a:lnTo>
                    <a:pt x="111" y="47"/>
                  </a:lnTo>
                  <a:lnTo>
                    <a:pt x="16" y="32"/>
                  </a:lnTo>
                  <a:lnTo>
                    <a:pt x="0" y="95"/>
                  </a:lnTo>
                  <a:lnTo>
                    <a:pt x="0" y="95"/>
                  </a:lnTo>
                  <a:lnTo>
                    <a:pt x="111" y="126"/>
                  </a:lnTo>
                  <a:lnTo>
                    <a:pt x="126" y="126"/>
                  </a:lnTo>
                  <a:cubicBezTo>
                    <a:pt x="126" y="126"/>
                    <a:pt x="142" y="126"/>
                    <a:pt x="142" y="110"/>
                  </a:cubicBezTo>
                  <a:lnTo>
                    <a:pt x="158" y="110"/>
                  </a:lnTo>
                  <a:lnTo>
                    <a:pt x="158" y="95"/>
                  </a:lnTo>
                  <a:lnTo>
                    <a:pt x="174" y="78"/>
                  </a:lnTo>
                  <a:lnTo>
                    <a:pt x="174" y="78"/>
                  </a:lnTo>
                  <a:cubicBezTo>
                    <a:pt x="158" y="63"/>
                    <a:pt x="158" y="47"/>
                    <a:pt x="158" y="32"/>
                  </a:cubicBezTo>
                  <a:cubicBezTo>
                    <a:pt x="174" y="32"/>
                    <a:pt x="174" y="15"/>
                    <a:pt x="189" y="15"/>
                  </a:cubicBezTo>
                  <a:lnTo>
                    <a:pt x="205" y="32"/>
                  </a:lnTo>
                  <a:cubicBezTo>
                    <a:pt x="205" y="15"/>
                    <a:pt x="205" y="15"/>
                    <a:pt x="189" y="0"/>
                  </a:cubicBezTo>
                  <a:lnTo>
                    <a:pt x="18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9" name="Google Shape;1619;p38"/>
            <p:cNvSpPr/>
            <p:nvPr/>
          </p:nvSpPr>
          <p:spPr>
            <a:xfrm>
              <a:off x="3248167" y="1821807"/>
              <a:ext cx="2512" cy="4039"/>
            </a:xfrm>
            <a:custGeom>
              <a:avLst/>
              <a:gdLst/>
              <a:ahLst/>
              <a:cxnLst/>
              <a:rect l="l" t="t" r="r" b="b"/>
              <a:pathLst>
                <a:path w="79" h="127" extrusionOk="0">
                  <a:moveTo>
                    <a:pt x="32" y="1"/>
                  </a:moveTo>
                  <a:lnTo>
                    <a:pt x="32" y="1"/>
                  </a:lnTo>
                  <a:cubicBezTo>
                    <a:pt x="16" y="1"/>
                    <a:pt x="1" y="17"/>
                    <a:pt x="1" y="32"/>
                  </a:cubicBezTo>
                  <a:lnTo>
                    <a:pt x="16" y="112"/>
                  </a:lnTo>
                  <a:lnTo>
                    <a:pt x="16" y="112"/>
                  </a:lnTo>
                  <a:lnTo>
                    <a:pt x="16" y="127"/>
                  </a:lnTo>
                  <a:lnTo>
                    <a:pt x="16" y="127"/>
                  </a:lnTo>
                  <a:lnTo>
                    <a:pt x="16" y="127"/>
                  </a:lnTo>
                  <a:cubicBezTo>
                    <a:pt x="32" y="112"/>
                    <a:pt x="32" y="112"/>
                    <a:pt x="47" y="112"/>
                  </a:cubicBezTo>
                  <a:lnTo>
                    <a:pt x="64" y="112"/>
                  </a:lnTo>
                  <a:cubicBezTo>
                    <a:pt x="79" y="112"/>
                    <a:pt x="79" y="127"/>
                    <a:pt x="79" y="127"/>
                  </a:cubicBezTo>
                  <a:lnTo>
                    <a:pt x="79" y="112"/>
                  </a:lnTo>
                  <a:lnTo>
                    <a:pt x="79"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0" name="Google Shape;1620;p38"/>
            <p:cNvSpPr/>
            <p:nvPr/>
          </p:nvSpPr>
          <p:spPr>
            <a:xfrm>
              <a:off x="3121906" y="1790735"/>
              <a:ext cx="3021" cy="4580"/>
            </a:xfrm>
            <a:custGeom>
              <a:avLst/>
              <a:gdLst/>
              <a:ahLst/>
              <a:cxnLst/>
              <a:rect l="l" t="t" r="r" b="b"/>
              <a:pathLst>
                <a:path w="95" h="144" extrusionOk="0">
                  <a:moveTo>
                    <a:pt x="47" y="1"/>
                  </a:moveTo>
                  <a:lnTo>
                    <a:pt x="47" y="1"/>
                  </a:lnTo>
                  <a:cubicBezTo>
                    <a:pt x="32" y="1"/>
                    <a:pt x="15" y="1"/>
                    <a:pt x="15" y="17"/>
                  </a:cubicBezTo>
                  <a:lnTo>
                    <a:pt x="15" y="32"/>
                  </a:lnTo>
                  <a:lnTo>
                    <a:pt x="15" y="32"/>
                  </a:lnTo>
                  <a:lnTo>
                    <a:pt x="15" y="49"/>
                  </a:lnTo>
                  <a:lnTo>
                    <a:pt x="0" y="112"/>
                  </a:lnTo>
                  <a:lnTo>
                    <a:pt x="0" y="112"/>
                  </a:lnTo>
                  <a:cubicBezTo>
                    <a:pt x="0" y="127"/>
                    <a:pt x="15" y="143"/>
                    <a:pt x="32" y="143"/>
                  </a:cubicBezTo>
                  <a:lnTo>
                    <a:pt x="47" y="143"/>
                  </a:lnTo>
                  <a:cubicBezTo>
                    <a:pt x="63" y="143"/>
                    <a:pt x="78" y="143"/>
                    <a:pt x="78" y="127"/>
                  </a:cubicBezTo>
                  <a:lnTo>
                    <a:pt x="95" y="32"/>
                  </a:lnTo>
                  <a:cubicBezTo>
                    <a:pt x="95" y="17"/>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1" name="Google Shape;1621;p38"/>
            <p:cNvSpPr/>
            <p:nvPr/>
          </p:nvSpPr>
          <p:spPr>
            <a:xfrm>
              <a:off x="3376940" y="1781734"/>
              <a:ext cx="7028" cy="4548"/>
            </a:xfrm>
            <a:custGeom>
              <a:avLst/>
              <a:gdLst/>
              <a:ahLst/>
              <a:cxnLst/>
              <a:rect l="l" t="t" r="r" b="b"/>
              <a:pathLst>
                <a:path w="221" h="143" extrusionOk="0">
                  <a:moveTo>
                    <a:pt x="174" y="0"/>
                  </a:moveTo>
                  <a:lnTo>
                    <a:pt x="174" y="0"/>
                  </a:lnTo>
                  <a:cubicBezTo>
                    <a:pt x="158" y="0"/>
                    <a:pt x="158" y="17"/>
                    <a:pt x="143" y="17"/>
                  </a:cubicBezTo>
                  <a:lnTo>
                    <a:pt x="126" y="80"/>
                  </a:lnTo>
                  <a:lnTo>
                    <a:pt x="48" y="63"/>
                  </a:lnTo>
                  <a:cubicBezTo>
                    <a:pt x="48" y="80"/>
                    <a:pt x="32" y="80"/>
                    <a:pt x="32" y="80"/>
                  </a:cubicBezTo>
                  <a:cubicBezTo>
                    <a:pt x="32" y="95"/>
                    <a:pt x="17" y="95"/>
                    <a:pt x="17" y="95"/>
                  </a:cubicBezTo>
                  <a:lnTo>
                    <a:pt x="0" y="80"/>
                  </a:lnTo>
                  <a:lnTo>
                    <a:pt x="0" y="95"/>
                  </a:lnTo>
                  <a:cubicBezTo>
                    <a:pt x="0" y="111"/>
                    <a:pt x="0" y="126"/>
                    <a:pt x="32" y="126"/>
                  </a:cubicBezTo>
                  <a:lnTo>
                    <a:pt x="95" y="143"/>
                  </a:lnTo>
                  <a:lnTo>
                    <a:pt x="126" y="143"/>
                  </a:lnTo>
                  <a:lnTo>
                    <a:pt x="143" y="143"/>
                  </a:lnTo>
                  <a:lnTo>
                    <a:pt x="158" y="143"/>
                  </a:lnTo>
                  <a:cubicBezTo>
                    <a:pt x="158" y="143"/>
                    <a:pt x="174" y="143"/>
                    <a:pt x="174" y="126"/>
                  </a:cubicBezTo>
                  <a:lnTo>
                    <a:pt x="206" y="48"/>
                  </a:lnTo>
                  <a:cubicBezTo>
                    <a:pt x="221" y="32"/>
                    <a:pt x="206" y="17"/>
                    <a:pt x="18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2" name="Google Shape;1622;p38"/>
            <p:cNvSpPr/>
            <p:nvPr/>
          </p:nvSpPr>
          <p:spPr>
            <a:xfrm>
              <a:off x="3212101" y="1814333"/>
              <a:ext cx="5025" cy="3021"/>
            </a:xfrm>
            <a:custGeom>
              <a:avLst/>
              <a:gdLst/>
              <a:ahLst/>
              <a:cxnLst/>
              <a:rect l="l" t="t" r="r" b="b"/>
              <a:pathLst>
                <a:path w="158" h="95" extrusionOk="0">
                  <a:moveTo>
                    <a:pt x="78" y="0"/>
                  </a:moveTo>
                  <a:lnTo>
                    <a:pt x="78" y="0"/>
                  </a:lnTo>
                  <a:lnTo>
                    <a:pt x="63" y="0"/>
                  </a:lnTo>
                  <a:lnTo>
                    <a:pt x="15" y="15"/>
                  </a:lnTo>
                  <a:cubicBezTo>
                    <a:pt x="0" y="32"/>
                    <a:pt x="0" y="47"/>
                    <a:pt x="15" y="63"/>
                  </a:cubicBezTo>
                  <a:cubicBezTo>
                    <a:pt x="15" y="78"/>
                    <a:pt x="32" y="78"/>
                    <a:pt x="32" y="78"/>
                  </a:cubicBezTo>
                  <a:lnTo>
                    <a:pt x="63" y="78"/>
                  </a:lnTo>
                  <a:lnTo>
                    <a:pt x="78" y="63"/>
                  </a:lnTo>
                  <a:lnTo>
                    <a:pt x="95" y="78"/>
                  </a:lnTo>
                  <a:cubicBezTo>
                    <a:pt x="110" y="95"/>
                    <a:pt x="110" y="95"/>
                    <a:pt x="126" y="95"/>
                  </a:cubicBezTo>
                  <a:lnTo>
                    <a:pt x="141" y="78"/>
                  </a:lnTo>
                  <a:cubicBezTo>
                    <a:pt x="158" y="63"/>
                    <a:pt x="158" y="32"/>
                    <a:pt x="141"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3" name="Google Shape;1623;p38"/>
            <p:cNvSpPr/>
            <p:nvPr/>
          </p:nvSpPr>
          <p:spPr>
            <a:xfrm>
              <a:off x="3436063" y="1804792"/>
              <a:ext cx="6551" cy="2544"/>
            </a:xfrm>
            <a:custGeom>
              <a:avLst/>
              <a:gdLst/>
              <a:ahLst/>
              <a:cxnLst/>
              <a:rect l="l" t="t" r="r" b="b"/>
              <a:pathLst>
                <a:path w="206" h="80" extrusionOk="0">
                  <a:moveTo>
                    <a:pt x="174" y="0"/>
                  </a:moveTo>
                  <a:lnTo>
                    <a:pt x="174" y="0"/>
                  </a:lnTo>
                  <a:lnTo>
                    <a:pt x="111" y="16"/>
                  </a:lnTo>
                  <a:lnTo>
                    <a:pt x="111" y="16"/>
                  </a:lnTo>
                  <a:cubicBezTo>
                    <a:pt x="95" y="16"/>
                    <a:pt x="95" y="16"/>
                    <a:pt x="80" y="0"/>
                  </a:cubicBezTo>
                  <a:lnTo>
                    <a:pt x="32" y="0"/>
                  </a:lnTo>
                  <a:lnTo>
                    <a:pt x="32" y="0"/>
                  </a:lnTo>
                  <a:cubicBezTo>
                    <a:pt x="0" y="16"/>
                    <a:pt x="0" y="32"/>
                    <a:pt x="0" y="48"/>
                  </a:cubicBezTo>
                  <a:lnTo>
                    <a:pt x="0" y="48"/>
                  </a:lnTo>
                  <a:cubicBezTo>
                    <a:pt x="0" y="63"/>
                    <a:pt x="17" y="79"/>
                    <a:pt x="32" y="79"/>
                  </a:cubicBezTo>
                  <a:lnTo>
                    <a:pt x="32" y="79"/>
                  </a:lnTo>
                  <a:cubicBezTo>
                    <a:pt x="32" y="63"/>
                    <a:pt x="32" y="48"/>
                    <a:pt x="48" y="32"/>
                  </a:cubicBezTo>
                  <a:lnTo>
                    <a:pt x="63" y="32"/>
                  </a:lnTo>
                  <a:lnTo>
                    <a:pt x="63" y="32"/>
                  </a:lnTo>
                  <a:cubicBezTo>
                    <a:pt x="80" y="32"/>
                    <a:pt x="80" y="32"/>
                    <a:pt x="95" y="48"/>
                  </a:cubicBezTo>
                  <a:lnTo>
                    <a:pt x="111" y="63"/>
                  </a:lnTo>
                  <a:lnTo>
                    <a:pt x="174" y="63"/>
                  </a:lnTo>
                  <a:cubicBezTo>
                    <a:pt x="189" y="63"/>
                    <a:pt x="206" y="48"/>
                    <a:pt x="206" y="16"/>
                  </a:cubicBezTo>
                  <a:cubicBezTo>
                    <a:pt x="206" y="16"/>
                    <a:pt x="189"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4" name="Google Shape;1624;p38"/>
            <p:cNvSpPr/>
            <p:nvPr/>
          </p:nvSpPr>
          <p:spPr>
            <a:xfrm>
              <a:off x="3434568" y="1797286"/>
              <a:ext cx="5057" cy="7028"/>
            </a:xfrm>
            <a:custGeom>
              <a:avLst/>
              <a:gdLst/>
              <a:ahLst/>
              <a:cxnLst/>
              <a:rect l="l" t="t" r="r" b="b"/>
              <a:pathLst>
                <a:path w="159" h="221" extrusionOk="0">
                  <a:moveTo>
                    <a:pt x="64" y="0"/>
                  </a:moveTo>
                  <a:lnTo>
                    <a:pt x="47" y="0"/>
                  </a:lnTo>
                  <a:lnTo>
                    <a:pt x="47" y="0"/>
                  </a:lnTo>
                  <a:cubicBezTo>
                    <a:pt x="32" y="0"/>
                    <a:pt x="32" y="15"/>
                    <a:pt x="16" y="15"/>
                  </a:cubicBezTo>
                  <a:lnTo>
                    <a:pt x="1" y="63"/>
                  </a:lnTo>
                  <a:cubicBezTo>
                    <a:pt x="1" y="95"/>
                    <a:pt x="16" y="110"/>
                    <a:pt x="32" y="110"/>
                  </a:cubicBezTo>
                  <a:lnTo>
                    <a:pt x="47" y="110"/>
                  </a:lnTo>
                  <a:cubicBezTo>
                    <a:pt x="47" y="110"/>
                    <a:pt x="64" y="110"/>
                    <a:pt x="64" y="95"/>
                  </a:cubicBezTo>
                  <a:lnTo>
                    <a:pt x="95" y="142"/>
                  </a:lnTo>
                  <a:lnTo>
                    <a:pt x="79" y="173"/>
                  </a:lnTo>
                  <a:cubicBezTo>
                    <a:pt x="79" y="205"/>
                    <a:pt x="95" y="221"/>
                    <a:pt x="110" y="221"/>
                  </a:cubicBezTo>
                  <a:lnTo>
                    <a:pt x="110" y="221"/>
                  </a:lnTo>
                  <a:lnTo>
                    <a:pt x="127" y="221"/>
                  </a:lnTo>
                  <a:cubicBezTo>
                    <a:pt x="127" y="205"/>
                    <a:pt x="127" y="189"/>
                    <a:pt x="142" y="189"/>
                  </a:cubicBezTo>
                  <a:lnTo>
                    <a:pt x="158" y="173"/>
                  </a:lnTo>
                  <a:lnTo>
                    <a:pt x="158" y="142"/>
                  </a:lnTo>
                  <a:lnTo>
                    <a:pt x="158" y="126"/>
                  </a:lnTo>
                  <a:lnTo>
                    <a:pt x="110" y="32"/>
                  </a:lnTo>
                  <a:lnTo>
                    <a:pt x="95" y="15"/>
                  </a:lnTo>
                  <a:lnTo>
                    <a:pt x="7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5" name="Google Shape;1625;p38"/>
            <p:cNvSpPr/>
            <p:nvPr/>
          </p:nvSpPr>
          <p:spPr>
            <a:xfrm>
              <a:off x="3048726" y="1804283"/>
              <a:ext cx="3530" cy="6042"/>
            </a:xfrm>
            <a:custGeom>
              <a:avLst/>
              <a:gdLst/>
              <a:ahLst/>
              <a:cxnLst/>
              <a:rect l="l" t="t" r="r" b="b"/>
              <a:pathLst>
                <a:path w="111" h="190" extrusionOk="0">
                  <a:moveTo>
                    <a:pt x="32" y="1"/>
                  </a:moveTo>
                  <a:lnTo>
                    <a:pt x="16" y="64"/>
                  </a:lnTo>
                  <a:cubicBezTo>
                    <a:pt x="16" y="79"/>
                    <a:pt x="16" y="95"/>
                    <a:pt x="32" y="95"/>
                  </a:cubicBezTo>
                  <a:cubicBezTo>
                    <a:pt x="32" y="111"/>
                    <a:pt x="47" y="111"/>
                    <a:pt x="47" y="127"/>
                  </a:cubicBezTo>
                  <a:lnTo>
                    <a:pt x="32" y="127"/>
                  </a:lnTo>
                  <a:cubicBezTo>
                    <a:pt x="16" y="127"/>
                    <a:pt x="1" y="142"/>
                    <a:pt x="1" y="174"/>
                  </a:cubicBezTo>
                  <a:cubicBezTo>
                    <a:pt x="1" y="190"/>
                    <a:pt x="16" y="190"/>
                    <a:pt x="32" y="190"/>
                  </a:cubicBezTo>
                  <a:lnTo>
                    <a:pt x="47" y="190"/>
                  </a:lnTo>
                  <a:cubicBezTo>
                    <a:pt x="64" y="190"/>
                    <a:pt x="95" y="174"/>
                    <a:pt x="111" y="142"/>
                  </a:cubicBezTo>
                  <a:lnTo>
                    <a:pt x="111" y="111"/>
                  </a:lnTo>
                  <a:lnTo>
                    <a:pt x="111" y="111"/>
                  </a:lnTo>
                  <a:lnTo>
                    <a:pt x="95" y="111"/>
                  </a:lnTo>
                  <a:cubicBezTo>
                    <a:pt x="79" y="95"/>
                    <a:pt x="64" y="79"/>
                    <a:pt x="79" y="64"/>
                  </a:cubicBezTo>
                  <a:lnTo>
                    <a:pt x="79" y="64"/>
                  </a:lnTo>
                  <a:lnTo>
                    <a:pt x="79" y="48"/>
                  </a:lnTo>
                  <a:lnTo>
                    <a:pt x="79"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6" name="Google Shape;1626;p38"/>
            <p:cNvSpPr/>
            <p:nvPr/>
          </p:nvSpPr>
          <p:spPr>
            <a:xfrm>
              <a:off x="3106863" y="1811789"/>
              <a:ext cx="5057" cy="3053"/>
            </a:xfrm>
            <a:custGeom>
              <a:avLst/>
              <a:gdLst/>
              <a:ahLst/>
              <a:cxnLst/>
              <a:rect l="l" t="t" r="r" b="b"/>
              <a:pathLst>
                <a:path w="159" h="96" extrusionOk="0">
                  <a:moveTo>
                    <a:pt x="95" y="1"/>
                  </a:moveTo>
                  <a:lnTo>
                    <a:pt x="95" y="1"/>
                  </a:lnTo>
                  <a:lnTo>
                    <a:pt x="95" y="1"/>
                  </a:lnTo>
                  <a:cubicBezTo>
                    <a:pt x="64" y="1"/>
                    <a:pt x="47" y="17"/>
                    <a:pt x="47" y="32"/>
                  </a:cubicBezTo>
                  <a:lnTo>
                    <a:pt x="32" y="32"/>
                  </a:lnTo>
                  <a:cubicBezTo>
                    <a:pt x="16" y="32"/>
                    <a:pt x="0" y="64"/>
                    <a:pt x="16" y="80"/>
                  </a:cubicBezTo>
                  <a:cubicBezTo>
                    <a:pt x="16" y="95"/>
                    <a:pt x="32" y="95"/>
                    <a:pt x="47" y="95"/>
                  </a:cubicBezTo>
                  <a:lnTo>
                    <a:pt x="47" y="95"/>
                  </a:lnTo>
                  <a:lnTo>
                    <a:pt x="47" y="95"/>
                  </a:lnTo>
                  <a:cubicBezTo>
                    <a:pt x="47" y="80"/>
                    <a:pt x="64" y="80"/>
                    <a:pt x="79" y="80"/>
                  </a:cubicBezTo>
                  <a:lnTo>
                    <a:pt x="79" y="80"/>
                  </a:lnTo>
                  <a:lnTo>
                    <a:pt x="95" y="80"/>
                  </a:lnTo>
                  <a:lnTo>
                    <a:pt x="95" y="64"/>
                  </a:lnTo>
                  <a:lnTo>
                    <a:pt x="95" y="64"/>
                  </a:lnTo>
                  <a:lnTo>
                    <a:pt x="95" y="64"/>
                  </a:lnTo>
                  <a:cubicBezTo>
                    <a:pt x="110" y="80"/>
                    <a:pt x="110" y="80"/>
                    <a:pt x="127" y="80"/>
                  </a:cubicBezTo>
                  <a:cubicBezTo>
                    <a:pt x="127" y="80"/>
                    <a:pt x="142" y="80"/>
                    <a:pt x="142" y="64"/>
                  </a:cubicBezTo>
                  <a:cubicBezTo>
                    <a:pt x="158" y="49"/>
                    <a:pt x="158" y="32"/>
                    <a:pt x="142" y="17"/>
                  </a:cubicBezTo>
                  <a:cubicBezTo>
                    <a:pt x="127"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7" name="Google Shape;1627;p38"/>
            <p:cNvSpPr/>
            <p:nvPr/>
          </p:nvSpPr>
          <p:spPr>
            <a:xfrm>
              <a:off x="3432055" y="1761189"/>
              <a:ext cx="5565" cy="3053"/>
            </a:xfrm>
            <a:custGeom>
              <a:avLst/>
              <a:gdLst/>
              <a:ahLst/>
              <a:cxnLst/>
              <a:rect l="l" t="t" r="r" b="b"/>
              <a:pathLst>
                <a:path w="175" h="96" extrusionOk="0">
                  <a:moveTo>
                    <a:pt x="80" y="1"/>
                  </a:moveTo>
                  <a:cubicBezTo>
                    <a:pt x="63" y="16"/>
                    <a:pt x="48" y="16"/>
                    <a:pt x="32" y="32"/>
                  </a:cubicBezTo>
                  <a:cubicBezTo>
                    <a:pt x="17" y="32"/>
                    <a:pt x="0" y="48"/>
                    <a:pt x="17" y="64"/>
                  </a:cubicBezTo>
                  <a:cubicBezTo>
                    <a:pt x="17" y="79"/>
                    <a:pt x="32" y="95"/>
                    <a:pt x="48" y="95"/>
                  </a:cubicBezTo>
                  <a:cubicBezTo>
                    <a:pt x="48" y="95"/>
                    <a:pt x="63" y="95"/>
                    <a:pt x="63" y="79"/>
                  </a:cubicBezTo>
                  <a:lnTo>
                    <a:pt x="95" y="79"/>
                  </a:lnTo>
                  <a:lnTo>
                    <a:pt x="111" y="79"/>
                  </a:lnTo>
                  <a:cubicBezTo>
                    <a:pt x="111" y="95"/>
                    <a:pt x="126" y="95"/>
                    <a:pt x="126" y="95"/>
                  </a:cubicBezTo>
                  <a:cubicBezTo>
                    <a:pt x="126" y="95"/>
                    <a:pt x="143" y="79"/>
                    <a:pt x="158" y="79"/>
                  </a:cubicBezTo>
                  <a:lnTo>
                    <a:pt x="158" y="79"/>
                  </a:lnTo>
                  <a:lnTo>
                    <a:pt x="174" y="79"/>
                  </a:lnTo>
                  <a:lnTo>
                    <a:pt x="174" y="48"/>
                  </a:lnTo>
                  <a:cubicBezTo>
                    <a:pt x="158" y="32"/>
                    <a:pt x="143" y="16"/>
                    <a:pt x="126" y="16"/>
                  </a:cubicBezTo>
                  <a:lnTo>
                    <a:pt x="126" y="16"/>
                  </a:lnTo>
                  <a:lnTo>
                    <a:pt x="111" y="16"/>
                  </a:lnTo>
                  <a:lnTo>
                    <a:pt x="80"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8" name="Google Shape;1628;p38"/>
            <p:cNvSpPr/>
            <p:nvPr/>
          </p:nvSpPr>
          <p:spPr>
            <a:xfrm>
              <a:off x="3309293" y="1819803"/>
              <a:ext cx="4039" cy="4580"/>
            </a:xfrm>
            <a:custGeom>
              <a:avLst/>
              <a:gdLst/>
              <a:ahLst/>
              <a:cxnLst/>
              <a:rect l="l" t="t" r="r" b="b"/>
              <a:pathLst>
                <a:path w="127" h="144" extrusionOk="0">
                  <a:moveTo>
                    <a:pt x="32" y="1"/>
                  </a:moveTo>
                  <a:lnTo>
                    <a:pt x="32" y="1"/>
                  </a:lnTo>
                  <a:lnTo>
                    <a:pt x="16" y="1"/>
                  </a:lnTo>
                  <a:cubicBezTo>
                    <a:pt x="16" y="17"/>
                    <a:pt x="1" y="17"/>
                    <a:pt x="1" y="32"/>
                  </a:cubicBezTo>
                  <a:cubicBezTo>
                    <a:pt x="1" y="32"/>
                    <a:pt x="1" y="49"/>
                    <a:pt x="16" y="49"/>
                  </a:cubicBezTo>
                  <a:lnTo>
                    <a:pt x="16" y="64"/>
                  </a:lnTo>
                  <a:lnTo>
                    <a:pt x="47" y="64"/>
                  </a:lnTo>
                  <a:lnTo>
                    <a:pt x="47" y="64"/>
                  </a:lnTo>
                  <a:lnTo>
                    <a:pt x="47" y="64"/>
                  </a:lnTo>
                  <a:cubicBezTo>
                    <a:pt x="64" y="64"/>
                    <a:pt x="79" y="64"/>
                    <a:pt x="79" y="80"/>
                  </a:cubicBezTo>
                  <a:cubicBezTo>
                    <a:pt x="95" y="112"/>
                    <a:pt x="79" y="127"/>
                    <a:pt x="64" y="127"/>
                  </a:cubicBezTo>
                  <a:lnTo>
                    <a:pt x="47" y="127"/>
                  </a:lnTo>
                  <a:lnTo>
                    <a:pt x="64" y="127"/>
                  </a:lnTo>
                  <a:cubicBezTo>
                    <a:pt x="64" y="143"/>
                    <a:pt x="79" y="143"/>
                    <a:pt x="79" y="143"/>
                  </a:cubicBezTo>
                  <a:lnTo>
                    <a:pt x="110" y="143"/>
                  </a:lnTo>
                  <a:cubicBezTo>
                    <a:pt x="127" y="127"/>
                    <a:pt x="127" y="112"/>
                    <a:pt x="110" y="95"/>
                  </a:cubicBezTo>
                  <a:lnTo>
                    <a:pt x="110" y="80"/>
                  </a:lnTo>
                  <a:lnTo>
                    <a:pt x="95" y="80"/>
                  </a:lnTo>
                  <a:lnTo>
                    <a:pt x="47" y="49"/>
                  </a:lnTo>
                  <a:cubicBezTo>
                    <a:pt x="47" y="32"/>
                    <a:pt x="32"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9" name="Google Shape;1629;p38"/>
            <p:cNvSpPr/>
            <p:nvPr/>
          </p:nvSpPr>
          <p:spPr>
            <a:xfrm>
              <a:off x="3041729" y="1819326"/>
              <a:ext cx="4516" cy="4039"/>
            </a:xfrm>
            <a:custGeom>
              <a:avLst/>
              <a:gdLst/>
              <a:ahLst/>
              <a:cxnLst/>
              <a:rect l="l" t="t" r="r" b="b"/>
              <a:pathLst>
                <a:path w="142" h="127" extrusionOk="0">
                  <a:moveTo>
                    <a:pt x="95" y="1"/>
                  </a:moveTo>
                  <a:lnTo>
                    <a:pt x="95" y="1"/>
                  </a:lnTo>
                  <a:cubicBezTo>
                    <a:pt x="95" y="1"/>
                    <a:pt x="78" y="1"/>
                    <a:pt x="78" y="16"/>
                  </a:cubicBezTo>
                  <a:lnTo>
                    <a:pt x="15" y="64"/>
                  </a:lnTo>
                  <a:cubicBezTo>
                    <a:pt x="0" y="64"/>
                    <a:pt x="0" y="64"/>
                    <a:pt x="0" y="79"/>
                  </a:cubicBezTo>
                  <a:lnTo>
                    <a:pt x="0" y="110"/>
                  </a:lnTo>
                  <a:cubicBezTo>
                    <a:pt x="15" y="110"/>
                    <a:pt x="15" y="127"/>
                    <a:pt x="32" y="127"/>
                  </a:cubicBezTo>
                  <a:cubicBezTo>
                    <a:pt x="47" y="127"/>
                    <a:pt x="47" y="127"/>
                    <a:pt x="47" y="110"/>
                  </a:cubicBezTo>
                  <a:lnTo>
                    <a:pt x="95" y="79"/>
                  </a:lnTo>
                  <a:lnTo>
                    <a:pt x="126" y="64"/>
                  </a:lnTo>
                  <a:cubicBezTo>
                    <a:pt x="141" y="47"/>
                    <a:pt x="141" y="32"/>
                    <a:pt x="126" y="16"/>
                  </a:cubicBez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0" name="Google Shape;1630;p38"/>
            <p:cNvSpPr/>
            <p:nvPr/>
          </p:nvSpPr>
          <p:spPr>
            <a:xfrm>
              <a:off x="3267694" y="1765705"/>
              <a:ext cx="4548" cy="5565"/>
            </a:xfrm>
            <a:custGeom>
              <a:avLst/>
              <a:gdLst/>
              <a:ahLst/>
              <a:cxnLst/>
              <a:rect l="l" t="t" r="r" b="b"/>
              <a:pathLst>
                <a:path w="143" h="175" extrusionOk="0">
                  <a:moveTo>
                    <a:pt x="143" y="95"/>
                  </a:moveTo>
                  <a:lnTo>
                    <a:pt x="95" y="126"/>
                  </a:lnTo>
                  <a:cubicBezTo>
                    <a:pt x="95" y="126"/>
                    <a:pt x="95" y="143"/>
                    <a:pt x="80" y="158"/>
                  </a:cubicBezTo>
                  <a:lnTo>
                    <a:pt x="80" y="174"/>
                  </a:lnTo>
                  <a:lnTo>
                    <a:pt x="95" y="174"/>
                  </a:lnTo>
                  <a:lnTo>
                    <a:pt x="95" y="174"/>
                  </a:lnTo>
                  <a:lnTo>
                    <a:pt x="95" y="174"/>
                  </a:lnTo>
                  <a:cubicBezTo>
                    <a:pt x="111" y="174"/>
                    <a:pt x="111" y="158"/>
                    <a:pt x="126" y="143"/>
                  </a:cubicBezTo>
                  <a:lnTo>
                    <a:pt x="126" y="111"/>
                  </a:lnTo>
                  <a:lnTo>
                    <a:pt x="126" y="111"/>
                  </a:lnTo>
                  <a:lnTo>
                    <a:pt x="143" y="95"/>
                  </a:lnTo>
                  <a:close/>
                  <a:moveTo>
                    <a:pt x="63" y="0"/>
                  </a:moveTo>
                  <a:lnTo>
                    <a:pt x="63" y="0"/>
                  </a:lnTo>
                  <a:lnTo>
                    <a:pt x="17" y="32"/>
                  </a:lnTo>
                  <a:cubicBezTo>
                    <a:pt x="0" y="32"/>
                    <a:pt x="0" y="63"/>
                    <a:pt x="17" y="80"/>
                  </a:cubicBezTo>
                  <a:lnTo>
                    <a:pt x="32" y="111"/>
                  </a:lnTo>
                  <a:lnTo>
                    <a:pt x="32" y="111"/>
                  </a:lnTo>
                  <a:lnTo>
                    <a:pt x="32" y="111"/>
                  </a:lnTo>
                  <a:cubicBezTo>
                    <a:pt x="32" y="95"/>
                    <a:pt x="32" y="80"/>
                    <a:pt x="48" y="63"/>
                  </a:cubicBezTo>
                  <a:lnTo>
                    <a:pt x="111" y="32"/>
                  </a:lnTo>
                  <a:lnTo>
                    <a:pt x="111" y="17"/>
                  </a:lnTo>
                  <a:lnTo>
                    <a:pt x="95" y="17"/>
                  </a:ln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1" name="Google Shape;1631;p38"/>
            <p:cNvSpPr/>
            <p:nvPr/>
          </p:nvSpPr>
          <p:spPr>
            <a:xfrm>
              <a:off x="3183510" y="1831825"/>
              <a:ext cx="5057" cy="2576"/>
            </a:xfrm>
            <a:custGeom>
              <a:avLst/>
              <a:gdLst/>
              <a:ahLst/>
              <a:cxnLst/>
              <a:rect l="l" t="t" r="r" b="b"/>
              <a:pathLst>
                <a:path w="159" h="81" extrusionOk="0">
                  <a:moveTo>
                    <a:pt x="111" y="1"/>
                  </a:moveTo>
                  <a:lnTo>
                    <a:pt x="111" y="1"/>
                  </a:lnTo>
                  <a:lnTo>
                    <a:pt x="32" y="1"/>
                  </a:lnTo>
                  <a:cubicBezTo>
                    <a:pt x="17" y="1"/>
                    <a:pt x="0" y="17"/>
                    <a:pt x="0" y="49"/>
                  </a:cubicBezTo>
                  <a:cubicBezTo>
                    <a:pt x="0" y="64"/>
                    <a:pt x="17" y="80"/>
                    <a:pt x="48" y="80"/>
                  </a:cubicBezTo>
                  <a:lnTo>
                    <a:pt x="48" y="80"/>
                  </a:lnTo>
                  <a:lnTo>
                    <a:pt x="127" y="64"/>
                  </a:lnTo>
                  <a:cubicBezTo>
                    <a:pt x="143" y="64"/>
                    <a:pt x="158" y="49"/>
                    <a:pt x="158" y="32"/>
                  </a:cubicBezTo>
                  <a:cubicBezTo>
                    <a:pt x="143" y="17"/>
                    <a:pt x="143"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2" name="Google Shape;1632;p38"/>
            <p:cNvSpPr/>
            <p:nvPr/>
          </p:nvSpPr>
          <p:spPr>
            <a:xfrm>
              <a:off x="3021693" y="1792261"/>
              <a:ext cx="4516" cy="7060"/>
            </a:xfrm>
            <a:custGeom>
              <a:avLst/>
              <a:gdLst/>
              <a:ahLst/>
              <a:cxnLst/>
              <a:rect l="l" t="t" r="r" b="b"/>
              <a:pathLst>
                <a:path w="142" h="222" extrusionOk="0">
                  <a:moveTo>
                    <a:pt x="110" y="1"/>
                  </a:moveTo>
                  <a:lnTo>
                    <a:pt x="63" y="1"/>
                  </a:lnTo>
                  <a:lnTo>
                    <a:pt x="63" y="32"/>
                  </a:lnTo>
                  <a:lnTo>
                    <a:pt x="63" y="64"/>
                  </a:lnTo>
                  <a:cubicBezTo>
                    <a:pt x="78" y="64"/>
                    <a:pt x="78" y="64"/>
                    <a:pt x="95" y="79"/>
                  </a:cubicBezTo>
                  <a:lnTo>
                    <a:pt x="95" y="110"/>
                  </a:lnTo>
                  <a:cubicBezTo>
                    <a:pt x="110" y="110"/>
                    <a:pt x="126" y="127"/>
                    <a:pt x="110" y="142"/>
                  </a:cubicBezTo>
                  <a:cubicBezTo>
                    <a:pt x="110" y="158"/>
                    <a:pt x="95" y="173"/>
                    <a:pt x="78" y="173"/>
                  </a:cubicBezTo>
                  <a:lnTo>
                    <a:pt x="78" y="173"/>
                  </a:lnTo>
                  <a:lnTo>
                    <a:pt x="15" y="158"/>
                  </a:lnTo>
                  <a:cubicBezTo>
                    <a:pt x="0" y="173"/>
                    <a:pt x="0" y="190"/>
                    <a:pt x="15" y="205"/>
                  </a:cubicBezTo>
                  <a:cubicBezTo>
                    <a:pt x="15" y="221"/>
                    <a:pt x="15" y="221"/>
                    <a:pt x="32" y="221"/>
                  </a:cubicBezTo>
                  <a:lnTo>
                    <a:pt x="32" y="221"/>
                  </a:lnTo>
                  <a:lnTo>
                    <a:pt x="32" y="221"/>
                  </a:lnTo>
                  <a:lnTo>
                    <a:pt x="47" y="221"/>
                  </a:lnTo>
                  <a:lnTo>
                    <a:pt x="47" y="221"/>
                  </a:lnTo>
                  <a:lnTo>
                    <a:pt x="63" y="221"/>
                  </a:lnTo>
                  <a:cubicBezTo>
                    <a:pt x="141" y="173"/>
                    <a:pt x="141" y="95"/>
                    <a:pt x="141" y="32"/>
                  </a:cubicBezTo>
                  <a:cubicBezTo>
                    <a:pt x="126" y="32"/>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3" name="Google Shape;1633;p38"/>
            <p:cNvSpPr/>
            <p:nvPr/>
          </p:nvSpPr>
          <p:spPr>
            <a:xfrm>
              <a:off x="3120888" y="1812329"/>
              <a:ext cx="4516" cy="5502"/>
            </a:xfrm>
            <a:custGeom>
              <a:avLst/>
              <a:gdLst/>
              <a:ahLst/>
              <a:cxnLst/>
              <a:rect l="l" t="t" r="r" b="b"/>
              <a:pathLst>
                <a:path w="142" h="173" extrusionOk="0">
                  <a:moveTo>
                    <a:pt x="32" y="0"/>
                  </a:moveTo>
                  <a:lnTo>
                    <a:pt x="32" y="0"/>
                  </a:lnTo>
                  <a:lnTo>
                    <a:pt x="16" y="0"/>
                  </a:lnTo>
                  <a:cubicBezTo>
                    <a:pt x="1" y="15"/>
                    <a:pt x="1" y="32"/>
                    <a:pt x="16" y="47"/>
                  </a:cubicBezTo>
                  <a:lnTo>
                    <a:pt x="16" y="47"/>
                  </a:lnTo>
                  <a:lnTo>
                    <a:pt x="32" y="95"/>
                  </a:lnTo>
                  <a:lnTo>
                    <a:pt x="64" y="158"/>
                  </a:lnTo>
                  <a:cubicBezTo>
                    <a:pt x="64" y="158"/>
                    <a:pt x="79" y="158"/>
                    <a:pt x="79" y="173"/>
                  </a:cubicBezTo>
                  <a:lnTo>
                    <a:pt x="79" y="173"/>
                  </a:lnTo>
                  <a:lnTo>
                    <a:pt x="95" y="173"/>
                  </a:lnTo>
                  <a:lnTo>
                    <a:pt x="110" y="173"/>
                  </a:lnTo>
                  <a:cubicBezTo>
                    <a:pt x="127" y="158"/>
                    <a:pt x="142" y="141"/>
                    <a:pt x="127" y="126"/>
                  </a:cubicBezTo>
                  <a:lnTo>
                    <a:pt x="64" y="15"/>
                  </a:lnTo>
                  <a:cubicBezTo>
                    <a:pt x="64"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4" name="Google Shape;1634;p38"/>
            <p:cNvSpPr/>
            <p:nvPr/>
          </p:nvSpPr>
          <p:spPr>
            <a:xfrm>
              <a:off x="3321824" y="1816814"/>
              <a:ext cx="4548" cy="2544"/>
            </a:xfrm>
            <a:custGeom>
              <a:avLst/>
              <a:gdLst/>
              <a:ahLst/>
              <a:cxnLst/>
              <a:rect l="l" t="t" r="r" b="b"/>
              <a:pathLst>
                <a:path w="143" h="80" extrusionOk="0">
                  <a:moveTo>
                    <a:pt x="111" y="0"/>
                  </a:moveTo>
                  <a:lnTo>
                    <a:pt x="111" y="0"/>
                  </a:lnTo>
                  <a:lnTo>
                    <a:pt x="48" y="0"/>
                  </a:lnTo>
                  <a:lnTo>
                    <a:pt x="32" y="0"/>
                  </a:lnTo>
                  <a:lnTo>
                    <a:pt x="32" y="0"/>
                  </a:lnTo>
                  <a:cubicBezTo>
                    <a:pt x="16" y="0"/>
                    <a:pt x="0" y="17"/>
                    <a:pt x="0" y="48"/>
                  </a:cubicBezTo>
                  <a:lnTo>
                    <a:pt x="0" y="48"/>
                  </a:lnTo>
                  <a:cubicBezTo>
                    <a:pt x="16" y="48"/>
                    <a:pt x="32" y="63"/>
                    <a:pt x="32" y="63"/>
                  </a:cubicBezTo>
                  <a:cubicBezTo>
                    <a:pt x="32" y="63"/>
                    <a:pt x="32" y="80"/>
                    <a:pt x="48" y="80"/>
                  </a:cubicBezTo>
                  <a:lnTo>
                    <a:pt x="111" y="80"/>
                  </a:lnTo>
                  <a:cubicBezTo>
                    <a:pt x="126" y="80"/>
                    <a:pt x="142" y="63"/>
                    <a:pt x="142" y="48"/>
                  </a:cubicBezTo>
                  <a:lnTo>
                    <a:pt x="142" y="48"/>
                  </a:lnTo>
                  <a:lnTo>
                    <a:pt x="142" y="17"/>
                  </a:lnTo>
                  <a:lnTo>
                    <a:pt x="142" y="17"/>
                  </a:lnTo>
                  <a:cubicBezTo>
                    <a:pt x="126" y="17"/>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5" name="Google Shape;1635;p38"/>
            <p:cNvSpPr/>
            <p:nvPr/>
          </p:nvSpPr>
          <p:spPr>
            <a:xfrm>
              <a:off x="3416026" y="1752189"/>
              <a:ext cx="4548" cy="3021"/>
            </a:xfrm>
            <a:custGeom>
              <a:avLst/>
              <a:gdLst/>
              <a:ahLst/>
              <a:cxnLst/>
              <a:rect l="l" t="t" r="r" b="b"/>
              <a:pathLst>
                <a:path w="143" h="95" extrusionOk="0">
                  <a:moveTo>
                    <a:pt x="111" y="0"/>
                  </a:moveTo>
                  <a:lnTo>
                    <a:pt x="111" y="0"/>
                  </a:lnTo>
                  <a:lnTo>
                    <a:pt x="95" y="0"/>
                  </a:lnTo>
                  <a:lnTo>
                    <a:pt x="32" y="32"/>
                  </a:lnTo>
                  <a:cubicBezTo>
                    <a:pt x="16" y="47"/>
                    <a:pt x="0" y="63"/>
                    <a:pt x="16" y="79"/>
                  </a:cubicBezTo>
                  <a:lnTo>
                    <a:pt x="16" y="79"/>
                  </a:lnTo>
                  <a:cubicBezTo>
                    <a:pt x="32" y="95"/>
                    <a:pt x="32" y="95"/>
                    <a:pt x="48" y="95"/>
                  </a:cubicBezTo>
                  <a:lnTo>
                    <a:pt x="63" y="95"/>
                  </a:lnTo>
                  <a:lnTo>
                    <a:pt x="95" y="79"/>
                  </a:lnTo>
                  <a:lnTo>
                    <a:pt x="111" y="63"/>
                  </a:lnTo>
                  <a:lnTo>
                    <a:pt x="126" y="63"/>
                  </a:lnTo>
                  <a:lnTo>
                    <a:pt x="126" y="63"/>
                  </a:lnTo>
                  <a:lnTo>
                    <a:pt x="126" y="63"/>
                  </a:lnTo>
                  <a:lnTo>
                    <a:pt x="143" y="63"/>
                  </a:lnTo>
                  <a:cubicBezTo>
                    <a:pt x="126" y="47"/>
                    <a:pt x="143" y="32"/>
                    <a:pt x="143" y="32"/>
                  </a:cubicBezTo>
                  <a:lnTo>
                    <a:pt x="143" y="15"/>
                  </a:lnTo>
                  <a:cubicBezTo>
                    <a:pt x="143" y="15"/>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6" name="Google Shape;1636;p38"/>
            <p:cNvSpPr/>
            <p:nvPr/>
          </p:nvSpPr>
          <p:spPr>
            <a:xfrm>
              <a:off x="3199539" y="1799290"/>
              <a:ext cx="2576" cy="4039"/>
            </a:xfrm>
            <a:custGeom>
              <a:avLst/>
              <a:gdLst/>
              <a:ahLst/>
              <a:cxnLst/>
              <a:rect l="l" t="t" r="r" b="b"/>
              <a:pathLst>
                <a:path w="81" h="127" extrusionOk="0">
                  <a:moveTo>
                    <a:pt x="49" y="0"/>
                  </a:moveTo>
                  <a:lnTo>
                    <a:pt x="49" y="0"/>
                  </a:lnTo>
                  <a:cubicBezTo>
                    <a:pt x="32" y="0"/>
                    <a:pt x="17" y="0"/>
                    <a:pt x="17" y="16"/>
                  </a:cubicBezTo>
                  <a:lnTo>
                    <a:pt x="1" y="95"/>
                  </a:lnTo>
                  <a:cubicBezTo>
                    <a:pt x="1" y="110"/>
                    <a:pt x="17" y="126"/>
                    <a:pt x="32" y="126"/>
                  </a:cubicBezTo>
                  <a:lnTo>
                    <a:pt x="32" y="126"/>
                  </a:lnTo>
                  <a:cubicBezTo>
                    <a:pt x="49" y="126"/>
                    <a:pt x="64" y="126"/>
                    <a:pt x="80" y="95"/>
                  </a:cubicBezTo>
                  <a:lnTo>
                    <a:pt x="80" y="32"/>
                  </a:lnTo>
                  <a:cubicBezTo>
                    <a:pt x="80"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7" name="Google Shape;1637;p38"/>
            <p:cNvSpPr/>
            <p:nvPr/>
          </p:nvSpPr>
          <p:spPr>
            <a:xfrm>
              <a:off x="3356872" y="1755178"/>
              <a:ext cx="6583" cy="2035"/>
            </a:xfrm>
            <a:custGeom>
              <a:avLst/>
              <a:gdLst/>
              <a:ahLst/>
              <a:cxnLst/>
              <a:rect l="l" t="t" r="r" b="b"/>
              <a:pathLst>
                <a:path w="207" h="64" extrusionOk="0">
                  <a:moveTo>
                    <a:pt x="206" y="1"/>
                  </a:moveTo>
                  <a:cubicBezTo>
                    <a:pt x="143" y="16"/>
                    <a:pt x="80" y="16"/>
                    <a:pt x="1" y="32"/>
                  </a:cubicBezTo>
                  <a:lnTo>
                    <a:pt x="80" y="64"/>
                  </a:lnTo>
                  <a:lnTo>
                    <a:pt x="95" y="64"/>
                  </a:lnTo>
                  <a:lnTo>
                    <a:pt x="127" y="64"/>
                  </a:lnTo>
                  <a:lnTo>
                    <a:pt x="190" y="32"/>
                  </a:lnTo>
                  <a:cubicBezTo>
                    <a:pt x="190" y="16"/>
                    <a:pt x="206" y="16"/>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8" name="Google Shape;1638;p38"/>
            <p:cNvSpPr/>
            <p:nvPr/>
          </p:nvSpPr>
          <p:spPr>
            <a:xfrm>
              <a:off x="3371438" y="1780239"/>
              <a:ext cx="5057" cy="3530"/>
            </a:xfrm>
            <a:custGeom>
              <a:avLst/>
              <a:gdLst/>
              <a:ahLst/>
              <a:cxnLst/>
              <a:rect l="l" t="t" r="r" b="b"/>
              <a:pathLst>
                <a:path w="159" h="111" extrusionOk="0">
                  <a:moveTo>
                    <a:pt x="158" y="110"/>
                  </a:moveTo>
                  <a:lnTo>
                    <a:pt x="158" y="110"/>
                  </a:lnTo>
                  <a:lnTo>
                    <a:pt x="158" y="110"/>
                  </a:lnTo>
                  <a:lnTo>
                    <a:pt x="158" y="110"/>
                  </a:lnTo>
                  <a:close/>
                  <a:moveTo>
                    <a:pt x="63" y="1"/>
                  </a:moveTo>
                  <a:lnTo>
                    <a:pt x="63" y="1"/>
                  </a:lnTo>
                  <a:cubicBezTo>
                    <a:pt x="47" y="1"/>
                    <a:pt x="47" y="1"/>
                    <a:pt x="32" y="16"/>
                  </a:cubicBezTo>
                  <a:lnTo>
                    <a:pt x="16" y="47"/>
                  </a:lnTo>
                  <a:cubicBezTo>
                    <a:pt x="0" y="47"/>
                    <a:pt x="0" y="64"/>
                    <a:pt x="16" y="79"/>
                  </a:cubicBezTo>
                  <a:cubicBezTo>
                    <a:pt x="16" y="95"/>
                    <a:pt x="32" y="95"/>
                    <a:pt x="47" y="95"/>
                  </a:cubicBezTo>
                  <a:lnTo>
                    <a:pt x="79" y="95"/>
                  </a:lnTo>
                  <a:cubicBezTo>
                    <a:pt x="79" y="95"/>
                    <a:pt x="79" y="79"/>
                    <a:pt x="95" y="64"/>
                  </a:cubicBezTo>
                  <a:lnTo>
                    <a:pt x="110" y="47"/>
                  </a:lnTo>
                  <a:lnTo>
                    <a:pt x="127" y="47"/>
                  </a:lnTo>
                  <a:lnTo>
                    <a:pt x="142" y="64"/>
                  </a:lnTo>
                  <a:lnTo>
                    <a:pt x="142" y="47"/>
                  </a:lnTo>
                  <a:lnTo>
                    <a:pt x="142" y="32"/>
                  </a:lnTo>
                  <a:lnTo>
                    <a:pt x="95" y="32"/>
                  </a:lnTo>
                  <a:cubicBezTo>
                    <a:pt x="95" y="16"/>
                    <a:pt x="95"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9" name="Google Shape;1639;p38"/>
            <p:cNvSpPr/>
            <p:nvPr/>
          </p:nvSpPr>
          <p:spPr>
            <a:xfrm>
              <a:off x="3412528" y="1793756"/>
              <a:ext cx="5534" cy="8555"/>
            </a:xfrm>
            <a:custGeom>
              <a:avLst/>
              <a:gdLst/>
              <a:ahLst/>
              <a:cxnLst/>
              <a:rect l="l" t="t" r="r" b="b"/>
              <a:pathLst>
                <a:path w="174" h="269" extrusionOk="0">
                  <a:moveTo>
                    <a:pt x="173" y="0"/>
                  </a:moveTo>
                  <a:lnTo>
                    <a:pt x="158" y="17"/>
                  </a:lnTo>
                  <a:cubicBezTo>
                    <a:pt x="158" y="48"/>
                    <a:pt x="142" y="63"/>
                    <a:pt x="126" y="63"/>
                  </a:cubicBezTo>
                  <a:lnTo>
                    <a:pt x="110" y="48"/>
                  </a:lnTo>
                  <a:lnTo>
                    <a:pt x="95" y="63"/>
                  </a:lnTo>
                  <a:cubicBezTo>
                    <a:pt x="63" y="80"/>
                    <a:pt x="32" y="80"/>
                    <a:pt x="0" y="126"/>
                  </a:cubicBezTo>
                  <a:lnTo>
                    <a:pt x="0" y="158"/>
                  </a:lnTo>
                  <a:lnTo>
                    <a:pt x="0" y="206"/>
                  </a:lnTo>
                  <a:lnTo>
                    <a:pt x="0" y="221"/>
                  </a:lnTo>
                  <a:cubicBezTo>
                    <a:pt x="16" y="221"/>
                    <a:pt x="16" y="237"/>
                    <a:pt x="16" y="237"/>
                  </a:cubicBezTo>
                  <a:lnTo>
                    <a:pt x="110" y="269"/>
                  </a:lnTo>
                  <a:lnTo>
                    <a:pt x="126" y="269"/>
                  </a:lnTo>
                  <a:lnTo>
                    <a:pt x="126" y="253"/>
                  </a:lnTo>
                  <a:cubicBezTo>
                    <a:pt x="126" y="237"/>
                    <a:pt x="126" y="221"/>
                    <a:pt x="158" y="221"/>
                  </a:cubicBezTo>
                  <a:lnTo>
                    <a:pt x="158" y="221"/>
                  </a:lnTo>
                  <a:lnTo>
                    <a:pt x="158" y="221"/>
                  </a:lnTo>
                  <a:lnTo>
                    <a:pt x="158" y="221"/>
                  </a:lnTo>
                  <a:cubicBezTo>
                    <a:pt x="158" y="221"/>
                    <a:pt x="158" y="206"/>
                    <a:pt x="142" y="206"/>
                  </a:cubicBezTo>
                  <a:lnTo>
                    <a:pt x="95" y="190"/>
                  </a:lnTo>
                  <a:lnTo>
                    <a:pt x="79" y="190"/>
                  </a:lnTo>
                  <a:lnTo>
                    <a:pt x="79" y="190"/>
                  </a:lnTo>
                  <a:cubicBezTo>
                    <a:pt x="63" y="190"/>
                    <a:pt x="63" y="190"/>
                    <a:pt x="47" y="174"/>
                  </a:cubicBezTo>
                  <a:lnTo>
                    <a:pt x="32" y="143"/>
                  </a:lnTo>
                  <a:cubicBezTo>
                    <a:pt x="16" y="126"/>
                    <a:pt x="32" y="95"/>
                    <a:pt x="47" y="95"/>
                  </a:cubicBezTo>
                  <a:lnTo>
                    <a:pt x="63" y="80"/>
                  </a:lnTo>
                  <a:lnTo>
                    <a:pt x="79" y="95"/>
                  </a:lnTo>
                  <a:cubicBezTo>
                    <a:pt x="79" y="80"/>
                    <a:pt x="95" y="80"/>
                    <a:pt x="95" y="80"/>
                  </a:cubicBezTo>
                  <a:lnTo>
                    <a:pt x="95" y="80"/>
                  </a:lnTo>
                  <a:lnTo>
                    <a:pt x="110" y="80"/>
                  </a:lnTo>
                  <a:cubicBezTo>
                    <a:pt x="126" y="95"/>
                    <a:pt x="142" y="111"/>
                    <a:pt x="142" y="126"/>
                  </a:cubicBezTo>
                  <a:lnTo>
                    <a:pt x="126" y="126"/>
                  </a:lnTo>
                  <a:lnTo>
                    <a:pt x="142" y="126"/>
                  </a:lnTo>
                  <a:cubicBezTo>
                    <a:pt x="158" y="126"/>
                    <a:pt x="158" y="111"/>
                    <a:pt x="173" y="95"/>
                  </a:cubicBezTo>
                  <a:lnTo>
                    <a:pt x="173"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0" name="Google Shape;1640;p38"/>
            <p:cNvSpPr/>
            <p:nvPr/>
          </p:nvSpPr>
          <p:spPr>
            <a:xfrm>
              <a:off x="3159466" y="1811789"/>
              <a:ext cx="4548" cy="2035"/>
            </a:xfrm>
            <a:custGeom>
              <a:avLst/>
              <a:gdLst/>
              <a:ahLst/>
              <a:cxnLst/>
              <a:rect l="l" t="t" r="r" b="b"/>
              <a:pathLst>
                <a:path w="143" h="64" extrusionOk="0">
                  <a:moveTo>
                    <a:pt x="32" y="49"/>
                  </a:moveTo>
                  <a:lnTo>
                    <a:pt x="17" y="64"/>
                  </a:lnTo>
                  <a:lnTo>
                    <a:pt x="17" y="64"/>
                  </a:lnTo>
                  <a:lnTo>
                    <a:pt x="0" y="64"/>
                  </a:lnTo>
                  <a:lnTo>
                    <a:pt x="32" y="64"/>
                  </a:lnTo>
                  <a:lnTo>
                    <a:pt x="32" y="64"/>
                  </a:lnTo>
                  <a:lnTo>
                    <a:pt x="32" y="64"/>
                  </a:lnTo>
                  <a:lnTo>
                    <a:pt x="32" y="49"/>
                  </a:lnTo>
                  <a:close/>
                  <a:moveTo>
                    <a:pt x="111" y="1"/>
                  </a:moveTo>
                  <a:lnTo>
                    <a:pt x="111" y="1"/>
                  </a:lnTo>
                  <a:lnTo>
                    <a:pt x="32" y="1"/>
                  </a:lnTo>
                  <a:lnTo>
                    <a:pt x="32" y="1"/>
                  </a:lnTo>
                  <a:cubicBezTo>
                    <a:pt x="48" y="1"/>
                    <a:pt x="48" y="17"/>
                    <a:pt x="48" y="17"/>
                  </a:cubicBezTo>
                  <a:lnTo>
                    <a:pt x="48" y="32"/>
                  </a:lnTo>
                  <a:lnTo>
                    <a:pt x="48" y="32"/>
                  </a:lnTo>
                  <a:lnTo>
                    <a:pt x="63" y="32"/>
                  </a:lnTo>
                  <a:lnTo>
                    <a:pt x="63" y="32"/>
                  </a:lnTo>
                  <a:cubicBezTo>
                    <a:pt x="80" y="32"/>
                    <a:pt x="80" y="32"/>
                    <a:pt x="95" y="49"/>
                  </a:cubicBezTo>
                  <a:cubicBezTo>
                    <a:pt x="95" y="49"/>
                    <a:pt x="111" y="49"/>
                    <a:pt x="111" y="64"/>
                  </a:cubicBezTo>
                  <a:cubicBezTo>
                    <a:pt x="111" y="49"/>
                    <a:pt x="126" y="49"/>
                    <a:pt x="126" y="32"/>
                  </a:cubicBezTo>
                  <a:lnTo>
                    <a:pt x="143" y="32"/>
                  </a:lnTo>
                  <a:lnTo>
                    <a:pt x="143" y="32"/>
                  </a:lnTo>
                  <a:lnTo>
                    <a:pt x="143" y="32"/>
                  </a:lnTo>
                  <a:cubicBezTo>
                    <a:pt x="143" y="17"/>
                    <a:pt x="126"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1" name="Google Shape;1641;p38"/>
            <p:cNvSpPr/>
            <p:nvPr/>
          </p:nvSpPr>
          <p:spPr>
            <a:xfrm>
              <a:off x="3086286" y="1812806"/>
              <a:ext cx="3053" cy="2035"/>
            </a:xfrm>
            <a:custGeom>
              <a:avLst/>
              <a:gdLst/>
              <a:ahLst/>
              <a:cxnLst/>
              <a:rect l="l" t="t" r="r" b="b"/>
              <a:pathLst>
                <a:path w="96" h="64" extrusionOk="0">
                  <a:moveTo>
                    <a:pt x="95" y="0"/>
                  </a:moveTo>
                  <a:lnTo>
                    <a:pt x="80" y="0"/>
                  </a:lnTo>
                  <a:lnTo>
                    <a:pt x="80" y="17"/>
                  </a:lnTo>
                  <a:cubicBezTo>
                    <a:pt x="80" y="17"/>
                    <a:pt x="64" y="32"/>
                    <a:pt x="49" y="32"/>
                  </a:cubicBezTo>
                  <a:lnTo>
                    <a:pt x="49" y="17"/>
                  </a:lnTo>
                  <a:lnTo>
                    <a:pt x="32" y="17"/>
                  </a:lnTo>
                  <a:cubicBezTo>
                    <a:pt x="32" y="32"/>
                    <a:pt x="17" y="32"/>
                    <a:pt x="17" y="32"/>
                  </a:cubicBezTo>
                  <a:lnTo>
                    <a:pt x="1" y="32"/>
                  </a:lnTo>
                  <a:lnTo>
                    <a:pt x="1" y="32"/>
                  </a:lnTo>
                  <a:lnTo>
                    <a:pt x="17" y="48"/>
                  </a:lnTo>
                  <a:cubicBezTo>
                    <a:pt x="17" y="63"/>
                    <a:pt x="32" y="63"/>
                    <a:pt x="49" y="63"/>
                  </a:cubicBezTo>
                  <a:lnTo>
                    <a:pt x="49" y="63"/>
                  </a:lnTo>
                  <a:cubicBezTo>
                    <a:pt x="64" y="63"/>
                    <a:pt x="64" y="63"/>
                    <a:pt x="80" y="48"/>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2" name="Google Shape;1642;p38"/>
            <p:cNvSpPr/>
            <p:nvPr/>
          </p:nvSpPr>
          <p:spPr>
            <a:xfrm>
              <a:off x="3427571" y="1804792"/>
              <a:ext cx="8523" cy="3530"/>
            </a:xfrm>
            <a:custGeom>
              <a:avLst/>
              <a:gdLst/>
              <a:ahLst/>
              <a:cxnLst/>
              <a:rect l="l" t="t" r="r" b="b"/>
              <a:pathLst>
                <a:path w="268" h="111" extrusionOk="0">
                  <a:moveTo>
                    <a:pt x="47" y="16"/>
                  </a:moveTo>
                  <a:lnTo>
                    <a:pt x="47" y="16"/>
                  </a:lnTo>
                  <a:cubicBezTo>
                    <a:pt x="32" y="16"/>
                    <a:pt x="15" y="48"/>
                    <a:pt x="0" y="63"/>
                  </a:cubicBezTo>
                  <a:lnTo>
                    <a:pt x="0" y="63"/>
                  </a:lnTo>
                  <a:lnTo>
                    <a:pt x="47" y="79"/>
                  </a:lnTo>
                  <a:cubicBezTo>
                    <a:pt x="47" y="79"/>
                    <a:pt x="63" y="95"/>
                    <a:pt x="63" y="111"/>
                  </a:cubicBezTo>
                  <a:lnTo>
                    <a:pt x="63" y="111"/>
                  </a:lnTo>
                  <a:lnTo>
                    <a:pt x="78" y="111"/>
                  </a:lnTo>
                  <a:lnTo>
                    <a:pt x="78" y="111"/>
                  </a:lnTo>
                  <a:lnTo>
                    <a:pt x="78" y="111"/>
                  </a:lnTo>
                  <a:lnTo>
                    <a:pt x="78" y="95"/>
                  </a:lnTo>
                  <a:cubicBezTo>
                    <a:pt x="63" y="79"/>
                    <a:pt x="47" y="48"/>
                    <a:pt x="47" y="32"/>
                  </a:cubicBezTo>
                  <a:lnTo>
                    <a:pt x="47" y="16"/>
                  </a:lnTo>
                  <a:close/>
                  <a:moveTo>
                    <a:pt x="221" y="0"/>
                  </a:moveTo>
                  <a:lnTo>
                    <a:pt x="221" y="0"/>
                  </a:lnTo>
                  <a:lnTo>
                    <a:pt x="204" y="0"/>
                  </a:lnTo>
                  <a:lnTo>
                    <a:pt x="173" y="0"/>
                  </a:lnTo>
                  <a:lnTo>
                    <a:pt x="158" y="0"/>
                  </a:lnTo>
                  <a:lnTo>
                    <a:pt x="141" y="0"/>
                  </a:lnTo>
                  <a:lnTo>
                    <a:pt x="141" y="0"/>
                  </a:lnTo>
                  <a:lnTo>
                    <a:pt x="141" y="16"/>
                  </a:lnTo>
                  <a:cubicBezTo>
                    <a:pt x="126" y="16"/>
                    <a:pt x="110" y="32"/>
                    <a:pt x="110" y="32"/>
                  </a:cubicBezTo>
                  <a:cubicBezTo>
                    <a:pt x="110" y="32"/>
                    <a:pt x="110" y="48"/>
                    <a:pt x="126" y="48"/>
                  </a:cubicBezTo>
                  <a:lnTo>
                    <a:pt x="126" y="63"/>
                  </a:lnTo>
                  <a:cubicBezTo>
                    <a:pt x="141" y="48"/>
                    <a:pt x="141" y="48"/>
                    <a:pt x="158" y="48"/>
                  </a:cubicBezTo>
                  <a:lnTo>
                    <a:pt x="173" y="48"/>
                  </a:lnTo>
                  <a:lnTo>
                    <a:pt x="189" y="48"/>
                  </a:lnTo>
                  <a:cubicBezTo>
                    <a:pt x="204" y="48"/>
                    <a:pt x="221" y="48"/>
                    <a:pt x="221" y="79"/>
                  </a:cubicBezTo>
                  <a:lnTo>
                    <a:pt x="221" y="79"/>
                  </a:lnTo>
                  <a:lnTo>
                    <a:pt x="221" y="79"/>
                  </a:lnTo>
                  <a:cubicBezTo>
                    <a:pt x="236" y="79"/>
                    <a:pt x="252" y="63"/>
                    <a:pt x="252" y="48"/>
                  </a:cubicBezTo>
                  <a:lnTo>
                    <a:pt x="267" y="48"/>
                  </a:lnTo>
                  <a:cubicBezTo>
                    <a:pt x="267" y="16"/>
                    <a:pt x="252"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3" name="Google Shape;1643;p38"/>
            <p:cNvSpPr/>
            <p:nvPr/>
          </p:nvSpPr>
          <p:spPr>
            <a:xfrm>
              <a:off x="3379452" y="1753174"/>
              <a:ext cx="4516" cy="4039"/>
            </a:xfrm>
            <a:custGeom>
              <a:avLst/>
              <a:gdLst/>
              <a:ahLst/>
              <a:cxnLst/>
              <a:rect l="l" t="t" r="r" b="b"/>
              <a:pathLst>
                <a:path w="142" h="127" extrusionOk="0">
                  <a:moveTo>
                    <a:pt x="110" y="1"/>
                  </a:moveTo>
                  <a:lnTo>
                    <a:pt x="110" y="1"/>
                  </a:lnTo>
                  <a:lnTo>
                    <a:pt x="79" y="1"/>
                  </a:lnTo>
                  <a:lnTo>
                    <a:pt x="16" y="79"/>
                  </a:lnTo>
                  <a:cubicBezTo>
                    <a:pt x="1" y="95"/>
                    <a:pt x="1" y="111"/>
                    <a:pt x="16" y="127"/>
                  </a:cubicBezTo>
                  <a:lnTo>
                    <a:pt x="32" y="127"/>
                  </a:lnTo>
                  <a:lnTo>
                    <a:pt x="64" y="127"/>
                  </a:lnTo>
                  <a:lnTo>
                    <a:pt x="127" y="48"/>
                  </a:lnTo>
                  <a:cubicBezTo>
                    <a:pt x="142" y="48"/>
                    <a:pt x="142" y="16"/>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4" name="Google Shape;1644;p38"/>
            <p:cNvSpPr/>
            <p:nvPr/>
          </p:nvSpPr>
          <p:spPr>
            <a:xfrm>
              <a:off x="3384477" y="1804283"/>
              <a:ext cx="4039" cy="3053"/>
            </a:xfrm>
            <a:custGeom>
              <a:avLst/>
              <a:gdLst/>
              <a:ahLst/>
              <a:cxnLst/>
              <a:rect l="l" t="t" r="r" b="b"/>
              <a:pathLst>
                <a:path w="127" h="96" extrusionOk="0">
                  <a:moveTo>
                    <a:pt x="95" y="1"/>
                  </a:moveTo>
                  <a:lnTo>
                    <a:pt x="95" y="1"/>
                  </a:lnTo>
                  <a:lnTo>
                    <a:pt x="95" y="1"/>
                  </a:lnTo>
                  <a:cubicBezTo>
                    <a:pt x="78" y="1"/>
                    <a:pt x="63" y="16"/>
                    <a:pt x="63" y="32"/>
                  </a:cubicBezTo>
                  <a:lnTo>
                    <a:pt x="47" y="32"/>
                  </a:lnTo>
                  <a:cubicBezTo>
                    <a:pt x="47" y="32"/>
                    <a:pt x="32" y="32"/>
                    <a:pt x="15" y="48"/>
                  </a:cubicBezTo>
                  <a:cubicBezTo>
                    <a:pt x="0" y="48"/>
                    <a:pt x="0" y="79"/>
                    <a:pt x="15" y="95"/>
                  </a:cubicBezTo>
                  <a:lnTo>
                    <a:pt x="47" y="95"/>
                  </a:lnTo>
                  <a:lnTo>
                    <a:pt x="63" y="95"/>
                  </a:lnTo>
                  <a:lnTo>
                    <a:pt x="63" y="95"/>
                  </a:lnTo>
                  <a:lnTo>
                    <a:pt x="78" y="95"/>
                  </a:lnTo>
                  <a:lnTo>
                    <a:pt x="110" y="95"/>
                  </a:lnTo>
                  <a:cubicBezTo>
                    <a:pt x="110" y="79"/>
                    <a:pt x="110" y="79"/>
                    <a:pt x="126" y="79"/>
                  </a:cubicBezTo>
                  <a:cubicBezTo>
                    <a:pt x="110" y="79"/>
                    <a:pt x="126" y="64"/>
                    <a:pt x="126" y="64"/>
                  </a:cubicBezTo>
                  <a:lnTo>
                    <a:pt x="126" y="48"/>
                  </a:lnTo>
                  <a:lnTo>
                    <a:pt x="126" y="32"/>
                  </a:lnTo>
                  <a:cubicBezTo>
                    <a:pt x="126" y="16"/>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5" name="Google Shape;1645;p38"/>
            <p:cNvSpPr/>
            <p:nvPr/>
          </p:nvSpPr>
          <p:spPr>
            <a:xfrm>
              <a:off x="3026686" y="1799767"/>
              <a:ext cx="11067" cy="6042"/>
            </a:xfrm>
            <a:custGeom>
              <a:avLst/>
              <a:gdLst/>
              <a:ahLst/>
              <a:cxnLst/>
              <a:rect l="l" t="t" r="r" b="b"/>
              <a:pathLst>
                <a:path w="348" h="190" extrusionOk="0">
                  <a:moveTo>
                    <a:pt x="316" y="1"/>
                  </a:moveTo>
                  <a:lnTo>
                    <a:pt x="299" y="1"/>
                  </a:lnTo>
                  <a:cubicBezTo>
                    <a:pt x="284" y="17"/>
                    <a:pt x="268" y="17"/>
                    <a:pt x="253" y="17"/>
                  </a:cubicBezTo>
                  <a:cubicBezTo>
                    <a:pt x="221" y="17"/>
                    <a:pt x="205" y="17"/>
                    <a:pt x="190" y="32"/>
                  </a:cubicBezTo>
                  <a:lnTo>
                    <a:pt x="110" y="32"/>
                  </a:lnTo>
                  <a:lnTo>
                    <a:pt x="95" y="32"/>
                  </a:lnTo>
                  <a:lnTo>
                    <a:pt x="95" y="32"/>
                  </a:lnTo>
                  <a:lnTo>
                    <a:pt x="79" y="32"/>
                  </a:lnTo>
                  <a:lnTo>
                    <a:pt x="64" y="32"/>
                  </a:lnTo>
                  <a:lnTo>
                    <a:pt x="32" y="32"/>
                  </a:lnTo>
                  <a:lnTo>
                    <a:pt x="32" y="32"/>
                  </a:lnTo>
                  <a:lnTo>
                    <a:pt x="32" y="32"/>
                  </a:lnTo>
                  <a:cubicBezTo>
                    <a:pt x="16" y="32"/>
                    <a:pt x="1" y="48"/>
                    <a:pt x="1" y="64"/>
                  </a:cubicBezTo>
                  <a:lnTo>
                    <a:pt x="1" y="64"/>
                  </a:lnTo>
                  <a:cubicBezTo>
                    <a:pt x="1" y="80"/>
                    <a:pt x="16" y="95"/>
                    <a:pt x="32" y="95"/>
                  </a:cubicBezTo>
                  <a:lnTo>
                    <a:pt x="47" y="95"/>
                  </a:lnTo>
                  <a:cubicBezTo>
                    <a:pt x="64" y="95"/>
                    <a:pt x="79" y="111"/>
                    <a:pt x="95" y="111"/>
                  </a:cubicBezTo>
                  <a:lnTo>
                    <a:pt x="110" y="111"/>
                  </a:lnTo>
                  <a:lnTo>
                    <a:pt x="127" y="95"/>
                  </a:lnTo>
                  <a:lnTo>
                    <a:pt x="190" y="95"/>
                  </a:lnTo>
                  <a:lnTo>
                    <a:pt x="221" y="95"/>
                  </a:lnTo>
                  <a:cubicBezTo>
                    <a:pt x="236" y="80"/>
                    <a:pt x="236" y="80"/>
                    <a:pt x="253" y="80"/>
                  </a:cubicBezTo>
                  <a:lnTo>
                    <a:pt x="268" y="80"/>
                  </a:lnTo>
                  <a:lnTo>
                    <a:pt x="268" y="143"/>
                  </a:lnTo>
                  <a:lnTo>
                    <a:pt x="268" y="143"/>
                  </a:lnTo>
                  <a:lnTo>
                    <a:pt x="268" y="143"/>
                  </a:lnTo>
                  <a:lnTo>
                    <a:pt x="284" y="143"/>
                  </a:lnTo>
                  <a:cubicBezTo>
                    <a:pt x="299" y="143"/>
                    <a:pt x="316" y="174"/>
                    <a:pt x="299" y="190"/>
                  </a:cubicBezTo>
                  <a:cubicBezTo>
                    <a:pt x="316" y="190"/>
                    <a:pt x="331" y="174"/>
                    <a:pt x="331" y="158"/>
                  </a:cubicBezTo>
                  <a:lnTo>
                    <a:pt x="331" y="143"/>
                  </a:lnTo>
                  <a:lnTo>
                    <a:pt x="331" y="127"/>
                  </a:lnTo>
                  <a:lnTo>
                    <a:pt x="331" y="111"/>
                  </a:lnTo>
                  <a:cubicBezTo>
                    <a:pt x="316" y="111"/>
                    <a:pt x="316" y="95"/>
                    <a:pt x="316" y="80"/>
                  </a:cubicBezTo>
                  <a:cubicBezTo>
                    <a:pt x="331" y="64"/>
                    <a:pt x="331" y="64"/>
                    <a:pt x="347" y="64"/>
                  </a:cubicBezTo>
                  <a:lnTo>
                    <a:pt x="347" y="48"/>
                  </a:lnTo>
                  <a:cubicBezTo>
                    <a:pt x="347" y="32"/>
                    <a:pt x="347" y="17"/>
                    <a:pt x="331"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6" name="Google Shape;1646;p38"/>
            <p:cNvSpPr/>
            <p:nvPr/>
          </p:nvSpPr>
          <p:spPr>
            <a:xfrm>
              <a:off x="3289734" y="1823811"/>
              <a:ext cx="6042" cy="2576"/>
            </a:xfrm>
            <a:custGeom>
              <a:avLst/>
              <a:gdLst/>
              <a:ahLst/>
              <a:cxnLst/>
              <a:rect l="l" t="t" r="r" b="b"/>
              <a:pathLst>
                <a:path w="190" h="81" extrusionOk="0">
                  <a:moveTo>
                    <a:pt x="158" y="1"/>
                  </a:moveTo>
                  <a:lnTo>
                    <a:pt x="158" y="1"/>
                  </a:lnTo>
                  <a:lnTo>
                    <a:pt x="32" y="17"/>
                  </a:lnTo>
                  <a:cubicBezTo>
                    <a:pt x="17" y="17"/>
                    <a:pt x="1" y="32"/>
                    <a:pt x="1" y="49"/>
                  </a:cubicBezTo>
                  <a:cubicBezTo>
                    <a:pt x="1" y="64"/>
                    <a:pt x="17" y="80"/>
                    <a:pt x="32" y="80"/>
                  </a:cubicBezTo>
                  <a:lnTo>
                    <a:pt x="32" y="80"/>
                  </a:lnTo>
                  <a:lnTo>
                    <a:pt x="158" y="64"/>
                  </a:lnTo>
                  <a:lnTo>
                    <a:pt x="158" y="64"/>
                  </a:lnTo>
                  <a:cubicBezTo>
                    <a:pt x="175" y="64"/>
                    <a:pt x="190" y="49"/>
                    <a:pt x="190" y="32"/>
                  </a:cubicBezTo>
                  <a:cubicBezTo>
                    <a:pt x="190" y="17"/>
                    <a:pt x="190" y="17"/>
                    <a:pt x="17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7" name="Google Shape;1647;p38"/>
            <p:cNvSpPr/>
            <p:nvPr/>
          </p:nvSpPr>
          <p:spPr>
            <a:xfrm>
              <a:off x="3101329" y="1792738"/>
              <a:ext cx="5057" cy="4039"/>
            </a:xfrm>
            <a:custGeom>
              <a:avLst/>
              <a:gdLst/>
              <a:ahLst/>
              <a:cxnLst/>
              <a:rect l="l" t="t" r="r" b="b"/>
              <a:pathLst>
                <a:path w="159" h="127" extrusionOk="0">
                  <a:moveTo>
                    <a:pt x="111" y="1"/>
                  </a:moveTo>
                  <a:lnTo>
                    <a:pt x="95" y="1"/>
                  </a:lnTo>
                  <a:cubicBezTo>
                    <a:pt x="95" y="1"/>
                    <a:pt x="80" y="1"/>
                    <a:pt x="80" y="17"/>
                  </a:cubicBezTo>
                  <a:cubicBezTo>
                    <a:pt x="64" y="17"/>
                    <a:pt x="64" y="32"/>
                    <a:pt x="80" y="49"/>
                  </a:cubicBezTo>
                  <a:lnTo>
                    <a:pt x="64" y="49"/>
                  </a:lnTo>
                  <a:lnTo>
                    <a:pt x="48" y="49"/>
                  </a:lnTo>
                  <a:lnTo>
                    <a:pt x="48" y="49"/>
                  </a:lnTo>
                  <a:lnTo>
                    <a:pt x="32" y="32"/>
                  </a:lnTo>
                  <a:cubicBezTo>
                    <a:pt x="17" y="32"/>
                    <a:pt x="17" y="49"/>
                    <a:pt x="1" y="49"/>
                  </a:cubicBezTo>
                  <a:cubicBezTo>
                    <a:pt x="1" y="64"/>
                    <a:pt x="1" y="80"/>
                    <a:pt x="17" y="95"/>
                  </a:cubicBezTo>
                  <a:lnTo>
                    <a:pt x="17" y="95"/>
                  </a:lnTo>
                  <a:cubicBezTo>
                    <a:pt x="17" y="112"/>
                    <a:pt x="17" y="112"/>
                    <a:pt x="32" y="112"/>
                  </a:cubicBezTo>
                  <a:cubicBezTo>
                    <a:pt x="32" y="112"/>
                    <a:pt x="48" y="112"/>
                    <a:pt x="48" y="127"/>
                  </a:cubicBezTo>
                  <a:lnTo>
                    <a:pt x="64" y="127"/>
                  </a:lnTo>
                  <a:lnTo>
                    <a:pt x="64" y="127"/>
                  </a:lnTo>
                  <a:lnTo>
                    <a:pt x="64" y="112"/>
                  </a:lnTo>
                  <a:cubicBezTo>
                    <a:pt x="64" y="95"/>
                    <a:pt x="80" y="95"/>
                    <a:pt x="95" y="80"/>
                  </a:cubicBezTo>
                  <a:lnTo>
                    <a:pt x="95" y="80"/>
                  </a:lnTo>
                  <a:lnTo>
                    <a:pt x="158" y="95"/>
                  </a:lnTo>
                  <a:lnTo>
                    <a:pt x="158" y="80"/>
                  </a:lnTo>
                  <a:lnTo>
                    <a:pt x="143" y="80"/>
                  </a:lnTo>
                  <a:lnTo>
                    <a:pt x="143" y="80"/>
                  </a:lnTo>
                  <a:cubicBezTo>
                    <a:pt x="127" y="80"/>
                    <a:pt x="111" y="80"/>
                    <a:pt x="111" y="64"/>
                  </a:cubicBezTo>
                  <a:cubicBezTo>
                    <a:pt x="95" y="64"/>
                    <a:pt x="95" y="49"/>
                    <a:pt x="95" y="49"/>
                  </a:cubicBezTo>
                  <a:lnTo>
                    <a:pt x="111"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8" name="Google Shape;1648;p38"/>
            <p:cNvSpPr/>
            <p:nvPr/>
          </p:nvSpPr>
          <p:spPr>
            <a:xfrm>
              <a:off x="3157971" y="1821330"/>
              <a:ext cx="3053" cy="4516"/>
            </a:xfrm>
            <a:custGeom>
              <a:avLst/>
              <a:gdLst/>
              <a:ahLst/>
              <a:cxnLst/>
              <a:rect l="l" t="t" r="r" b="b"/>
              <a:pathLst>
                <a:path w="96" h="142" extrusionOk="0">
                  <a:moveTo>
                    <a:pt x="47" y="1"/>
                  </a:moveTo>
                  <a:lnTo>
                    <a:pt x="47" y="1"/>
                  </a:lnTo>
                  <a:lnTo>
                    <a:pt x="47" y="1"/>
                  </a:lnTo>
                  <a:lnTo>
                    <a:pt x="47" y="32"/>
                  </a:lnTo>
                  <a:cubicBezTo>
                    <a:pt x="64" y="47"/>
                    <a:pt x="47" y="64"/>
                    <a:pt x="32" y="79"/>
                  </a:cubicBezTo>
                  <a:lnTo>
                    <a:pt x="16" y="79"/>
                  </a:lnTo>
                  <a:lnTo>
                    <a:pt x="1" y="79"/>
                  </a:lnTo>
                  <a:lnTo>
                    <a:pt x="16" y="95"/>
                  </a:lnTo>
                  <a:lnTo>
                    <a:pt x="1" y="95"/>
                  </a:lnTo>
                  <a:cubicBezTo>
                    <a:pt x="1" y="110"/>
                    <a:pt x="1" y="142"/>
                    <a:pt x="16" y="142"/>
                  </a:cubicBezTo>
                  <a:lnTo>
                    <a:pt x="32" y="142"/>
                  </a:lnTo>
                  <a:cubicBezTo>
                    <a:pt x="47" y="142"/>
                    <a:pt x="64" y="142"/>
                    <a:pt x="64" y="127"/>
                  </a:cubicBezTo>
                  <a:lnTo>
                    <a:pt x="95" y="64"/>
                  </a:lnTo>
                  <a:lnTo>
                    <a:pt x="95" y="32"/>
                  </a:lnTo>
                  <a:cubicBezTo>
                    <a:pt x="95" y="16"/>
                    <a:pt x="79" y="16"/>
                    <a:pt x="79"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9" name="Google Shape;1649;p38"/>
            <p:cNvSpPr/>
            <p:nvPr/>
          </p:nvSpPr>
          <p:spPr>
            <a:xfrm>
              <a:off x="3307767" y="1821807"/>
              <a:ext cx="4580" cy="2576"/>
            </a:xfrm>
            <a:custGeom>
              <a:avLst/>
              <a:gdLst/>
              <a:ahLst/>
              <a:cxnLst/>
              <a:rect l="l" t="t" r="r" b="b"/>
              <a:pathLst>
                <a:path w="144" h="81" extrusionOk="0">
                  <a:moveTo>
                    <a:pt x="95" y="1"/>
                  </a:moveTo>
                  <a:lnTo>
                    <a:pt x="95" y="1"/>
                  </a:lnTo>
                  <a:lnTo>
                    <a:pt x="95" y="1"/>
                  </a:lnTo>
                  <a:lnTo>
                    <a:pt x="64" y="1"/>
                  </a:lnTo>
                  <a:lnTo>
                    <a:pt x="17" y="17"/>
                  </a:lnTo>
                  <a:lnTo>
                    <a:pt x="1" y="17"/>
                  </a:lnTo>
                  <a:cubicBezTo>
                    <a:pt x="17" y="17"/>
                    <a:pt x="32" y="32"/>
                    <a:pt x="32" y="49"/>
                  </a:cubicBezTo>
                  <a:cubicBezTo>
                    <a:pt x="32" y="64"/>
                    <a:pt x="17" y="80"/>
                    <a:pt x="17" y="80"/>
                  </a:cubicBezTo>
                  <a:lnTo>
                    <a:pt x="17" y="80"/>
                  </a:lnTo>
                  <a:lnTo>
                    <a:pt x="32" y="80"/>
                  </a:lnTo>
                  <a:lnTo>
                    <a:pt x="95" y="64"/>
                  </a:lnTo>
                  <a:lnTo>
                    <a:pt x="112" y="64"/>
                  </a:lnTo>
                  <a:cubicBezTo>
                    <a:pt x="127" y="64"/>
                    <a:pt x="143" y="49"/>
                    <a:pt x="127" y="17"/>
                  </a:cubicBezTo>
                  <a:cubicBezTo>
                    <a:pt x="127"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0" name="Google Shape;1650;p38"/>
            <p:cNvSpPr/>
            <p:nvPr/>
          </p:nvSpPr>
          <p:spPr>
            <a:xfrm>
              <a:off x="3228607" y="1797763"/>
              <a:ext cx="3562" cy="3053"/>
            </a:xfrm>
            <a:custGeom>
              <a:avLst/>
              <a:gdLst/>
              <a:ahLst/>
              <a:cxnLst/>
              <a:rect l="l" t="t" r="r" b="b"/>
              <a:pathLst>
                <a:path w="112" h="96" extrusionOk="0">
                  <a:moveTo>
                    <a:pt x="80" y="0"/>
                  </a:moveTo>
                  <a:lnTo>
                    <a:pt x="64" y="0"/>
                  </a:lnTo>
                  <a:lnTo>
                    <a:pt x="64" y="0"/>
                  </a:lnTo>
                  <a:cubicBezTo>
                    <a:pt x="64" y="0"/>
                    <a:pt x="32" y="0"/>
                    <a:pt x="17" y="32"/>
                  </a:cubicBezTo>
                  <a:cubicBezTo>
                    <a:pt x="0" y="48"/>
                    <a:pt x="17" y="80"/>
                    <a:pt x="17" y="95"/>
                  </a:cubicBezTo>
                  <a:lnTo>
                    <a:pt x="17" y="95"/>
                  </a:lnTo>
                  <a:cubicBezTo>
                    <a:pt x="17" y="80"/>
                    <a:pt x="32" y="80"/>
                    <a:pt x="32" y="80"/>
                  </a:cubicBezTo>
                  <a:lnTo>
                    <a:pt x="48" y="64"/>
                  </a:lnTo>
                  <a:lnTo>
                    <a:pt x="48" y="64"/>
                  </a:lnTo>
                  <a:lnTo>
                    <a:pt x="64" y="64"/>
                  </a:lnTo>
                  <a:lnTo>
                    <a:pt x="80" y="80"/>
                  </a:lnTo>
                  <a:lnTo>
                    <a:pt x="95" y="80"/>
                  </a:lnTo>
                  <a:cubicBezTo>
                    <a:pt x="95" y="64"/>
                    <a:pt x="80" y="64"/>
                    <a:pt x="80" y="64"/>
                  </a:cubicBezTo>
                  <a:cubicBezTo>
                    <a:pt x="95" y="64"/>
                    <a:pt x="111" y="48"/>
                    <a:pt x="111" y="32"/>
                  </a:cubicBez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1" name="Google Shape;1651;p38"/>
            <p:cNvSpPr/>
            <p:nvPr/>
          </p:nvSpPr>
          <p:spPr>
            <a:xfrm>
              <a:off x="3157463" y="1799767"/>
              <a:ext cx="7569" cy="7060"/>
            </a:xfrm>
            <a:custGeom>
              <a:avLst/>
              <a:gdLst/>
              <a:ahLst/>
              <a:cxnLst/>
              <a:rect l="l" t="t" r="r" b="b"/>
              <a:pathLst>
                <a:path w="238" h="222" extrusionOk="0">
                  <a:moveTo>
                    <a:pt x="221" y="1"/>
                  </a:moveTo>
                  <a:lnTo>
                    <a:pt x="174" y="17"/>
                  </a:lnTo>
                  <a:lnTo>
                    <a:pt x="158" y="17"/>
                  </a:lnTo>
                  <a:lnTo>
                    <a:pt x="126" y="17"/>
                  </a:lnTo>
                  <a:cubicBezTo>
                    <a:pt x="95" y="32"/>
                    <a:pt x="48" y="64"/>
                    <a:pt x="48" y="143"/>
                  </a:cubicBezTo>
                  <a:lnTo>
                    <a:pt x="32" y="143"/>
                  </a:lnTo>
                  <a:cubicBezTo>
                    <a:pt x="32" y="158"/>
                    <a:pt x="17" y="158"/>
                    <a:pt x="17" y="158"/>
                  </a:cubicBezTo>
                  <a:cubicBezTo>
                    <a:pt x="0" y="174"/>
                    <a:pt x="0" y="190"/>
                    <a:pt x="17" y="206"/>
                  </a:cubicBezTo>
                  <a:cubicBezTo>
                    <a:pt x="17" y="221"/>
                    <a:pt x="32" y="221"/>
                    <a:pt x="32" y="221"/>
                  </a:cubicBezTo>
                  <a:lnTo>
                    <a:pt x="48" y="221"/>
                  </a:lnTo>
                  <a:lnTo>
                    <a:pt x="48" y="221"/>
                  </a:lnTo>
                  <a:cubicBezTo>
                    <a:pt x="48" y="206"/>
                    <a:pt x="48" y="206"/>
                    <a:pt x="32" y="206"/>
                  </a:cubicBezTo>
                  <a:cubicBezTo>
                    <a:pt x="32" y="190"/>
                    <a:pt x="32" y="158"/>
                    <a:pt x="48" y="158"/>
                  </a:cubicBezTo>
                  <a:lnTo>
                    <a:pt x="63" y="158"/>
                  </a:lnTo>
                  <a:lnTo>
                    <a:pt x="63" y="158"/>
                  </a:lnTo>
                  <a:cubicBezTo>
                    <a:pt x="80" y="158"/>
                    <a:pt x="95" y="158"/>
                    <a:pt x="95" y="174"/>
                  </a:cubicBezTo>
                  <a:lnTo>
                    <a:pt x="111" y="174"/>
                  </a:lnTo>
                  <a:cubicBezTo>
                    <a:pt x="111" y="174"/>
                    <a:pt x="126" y="158"/>
                    <a:pt x="126" y="143"/>
                  </a:cubicBezTo>
                  <a:cubicBezTo>
                    <a:pt x="111" y="95"/>
                    <a:pt x="143" y="80"/>
                    <a:pt x="189" y="64"/>
                  </a:cubicBezTo>
                  <a:cubicBezTo>
                    <a:pt x="189" y="48"/>
                    <a:pt x="206" y="48"/>
                    <a:pt x="206" y="48"/>
                  </a:cubicBezTo>
                  <a:cubicBezTo>
                    <a:pt x="221" y="32"/>
                    <a:pt x="237" y="17"/>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2" name="Google Shape;1652;p38"/>
            <p:cNvSpPr/>
            <p:nvPr/>
          </p:nvSpPr>
          <p:spPr>
            <a:xfrm>
              <a:off x="3303759" y="1779731"/>
              <a:ext cx="5057" cy="3562"/>
            </a:xfrm>
            <a:custGeom>
              <a:avLst/>
              <a:gdLst/>
              <a:ahLst/>
              <a:cxnLst/>
              <a:rect l="l" t="t" r="r" b="b"/>
              <a:pathLst>
                <a:path w="159" h="112" extrusionOk="0">
                  <a:moveTo>
                    <a:pt x="64" y="0"/>
                  </a:moveTo>
                  <a:lnTo>
                    <a:pt x="64" y="0"/>
                  </a:lnTo>
                  <a:lnTo>
                    <a:pt x="49" y="0"/>
                  </a:lnTo>
                  <a:lnTo>
                    <a:pt x="1" y="48"/>
                  </a:lnTo>
                  <a:cubicBezTo>
                    <a:pt x="1" y="63"/>
                    <a:pt x="17" y="63"/>
                    <a:pt x="17" y="80"/>
                  </a:cubicBezTo>
                  <a:cubicBezTo>
                    <a:pt x="17" y="95"/>
                    <a:pt x="17" y="111"/>
                    <a:pt x="1" y="111"/>
                  </a:cubicBezTo>
                  <a:lnTo>
                    <a:pt x="17" y="111"/>
                  </a:lnTo>
                  <a:lnTo>
                    <a:pt x="49" y="111"/>
                  </a:lnTo>
                  <a:lnTo>
                    <a:pt x="80" y="63"/>
                  </a:lnTo>
                  <a:lnTo>
                    <a:pt x="112" y="95"/>
                  </a:lnTo>
                  <a:lnTo>
                    <a:pt x="127" y="95"/>
                  </a:lnTo>
                  <a:cubicBezTo>
                    <a:pt x="143" y="95"/>
                    <a:pt x="143" y="80"/>
                    <a:pt x="158" y="80"/>
                  </a:cubicBezTo>
                  <a:cubicBezTo>
                    <a:pt x="158" y="63"/>
                    <a:pt x="158" y="32"/>
                    <a:pt x="143" y="32"/>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3" name="Google Shape;1653;p38"/>
            <p:cNvSpPr/>
            <p:nvPr/>
          </p:nvSpPr>
          <p:spPr>
            <a:xfrm>
              <a:off x="3173015" y="1791752"/>
              <a:ext cx="8523" cy="5025"/>
            </a:xfrm>
            <a:custGeom>
              <a:avLst/>
              <a:gdLst/>
              <a:ahLst/>
              <a:cxnLst/>
              <a:rect l="l" t="t" r="r" b="b"/>
              <a:pathLst>
                <a:path w="268" h="158" extrusionOk="0">
                  <a:moveTo>
                    <a:pt x="252" y="0"/>
                  </a:moveTo>
                  <a:lnTo>
                    <a:pt x="252" y="17"/>
                  </a:lnTo>
                  <a:lnTo>
                    <a:pt x="173" y="17"/>
                  </a:lnTo>
                  <a:lnTo>
                    <a:pt x="173" y="63"/>
                  </a:lnTo>
                  <a:cubicBezTo>
                    <a:pt x="158" y="63"/>
                    <a:pt x="141" y="80"/>
                    <a:pt x="141" y="80"/>
                  </a:cubicBezTo>
                  <a:cubicBezTo>
                    <a:pt x="126" y="80"/>
                    <a:pt x="126" y="63"/>
                    <a:pt x="110" y="63"/>
                  </a:cubicBezTo>
                  <a:cubicBezTo>
                    <a:pt x="110" y="48"/>
                    <a:pt x="95" y="32"/>
                    <a:pt x="110" y="17"/>
                  </a:cubicBezTo>
                  <a:lnTo>
                    <a:pt x="95" y="32"/>
                  </a:lnTo>
                  <a:lnTo>
                    <a:pt x="78" y="32"/>
                  </a:lnTo>
                  <a:lnTo>
                    <a:pt x="78" y="32"/>
                  </a:lnTo>
                  <a:lnTo>
                    <a:pt x="63" y="32"/>
                  </a:lnTo>
                  <a:lnTo>
                    <a:pt x="32" y="32"/>
                  </a:lnTo>
                  <a:cubicBezTo>
                    <a:pt x="15" y="48"/>
                    <a:pt x="0" y="48"/>
                    <a:pt x="0" y="63"/>
                  </a:cubicBezTo>
                  <a:lnTo>
                    <a:pt x="0" y="63"/>
                  </a:lnTo>
                  <a:lnTo>
                    <a:pt x="0" y="80"/>
                  </a:lnTo>
                  <a:lnTo>
                    <a:pt x="0" y="95"/>
                  </a:lnTo>
                  <a:lnTo>
                    <a:pt x="15" y="143"/>
                  </a:lnTo>
                  <a:cubicBezTo>
                    <a:pt x="32" y="158"/>
                    <a:pt x="32" y="158"/>
                    <a:pt x="47" y="158"/>
                  </a:cubicBezTo>
                  <a:lnTo>
                    <a:pt x="47" y="158"/>
                  </a:lnTo>
                  <a:lnTo>
                    <a:pt x="78" y="158"/>
                  </a:lnTo>
                  <a:lnTo>
                    <a:pt x="78" y="143"/>
                  </a:lnTo>
                  <a:lnTo>
                    <a:pt x="78" y="143"/>
                  </a:lnTo>
                  <a:cubicBezTo>
                    <a:pt x="47" y="143"/>
                    <a:pt x="47" y="126"/>
                    <a:pt x="47" y="111"/>
                  </a:cubicBezTo>
                  <a:cubicBezTo>
                    <a:pt x="47" y="95"/>
                    <a:pt x="63" y="80"/>
                    <a:pt x="78" y="80"/>
                  </a:cubicBezTo>
                  <a:lnTo>
                    <a:pt x="78" y="80"/>
                  </a:lnTo>
                  <a:cubicBezTo>
                    <a:pt x="110" y="80"/>
                    <a:pt x="126" y="80"/>
                    <a:pt x="141" y="95"/>
                  </a:cubicBezTo>
                  <a:lnTo>
                    <a:pt x="252" y="80"/>
                  </a:lnTo>
                  <a:lnTo>
                    <a:pt x="236" y="80"/>
                  </a:lnTo>
                  <a:cubicBezTo>
                    <a:pt x="236" y="63"/>
                    <a:pt x="236" y="32"/>
                    <a:pt x="267" y="17"/>
                  </a:cubicBezTo>
                  <a:cubicBezTo>
                    <a:pt x="267" y="0"/>
                    <a:pt x="252" y="0"/>
                    <a:pt x="25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4" name="Google Shape;1654;p38"/>
            <p:cNvSpPr/>
            <p:nvPr/>
          </p:nvSpPr>
          <p:spPr>
            <a:xfrm>
              <a:off x="3184019" y="1790258"/>
              <a:ext cx="3053" cy="2512"/>
            </a:xfrm>
            <a:custGeom>
              <a:avLst/>
              <a:gdLst/>
              <a:ahLst/>
              <a:cxnLst/>
              <a:rect l="l" t="t" r="r" b="b"/>
              <a:pathLst>
                <a:path w="96" h="79" extrusionOk="0">
                  <a:moveTo>
                    <a:pt x="95" y="1"/>
                  </a:moveTo>
                  <a:lnTo>
                    <a:pt x="32" y="16"/>
                  </a:lnTo>
                  <a:lnTo>
                    <a:pt x="32" y="16"/>
                  </a:lnTo>
                  <a:lnTo>
                    <a:pt x="16" y="16"/>
                  </a:lnTo>
                  <a:cubicBezTo>
                    <a:pt x="1" y="32"/>
                    <a:pt x="1" y="47"/>
                    <a:pt x="1" y="79"/>
                  </a:cubicBezTo>
                  <a:cubicBezTo>
                    <a:pt x="16" y="64"/>
                    <a:pt x="32" y="64"/>
                    <a:pt x="48" y="64"/>
                  </a:cubicBezTo>
                  <a:lnTo>
                    <a:pt x="64" y="64"/>
                  </a:lnTo>
                  <a:cubicBezTo>
                    <a:pt x="64" y="47"/>
                    <a:pt x="79" y="47"/>
                    <a:pt x="79" y="32"/>
                  </a:cubicBezTo>
                  <a:cubicBezTo>
                    <a:pt x="95" y="32"/>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5" name="Google Shape;1655;p38"/>
            <p:cNvSpPr/>
            <p:nvPr/>
          </p:nvSpPr>
          <p:spPr>
            <a:xfrm>
              <a:off x="3180488" y="1791752"/>
              <a:ext cx="9064" cy="2544"/>
            </a:xfrm>
            <a:custGeom>
              <a:avLst/>
              <a:gdLst/>
              <a:ahLst/>
              <a:cxnLst/>
              <a:rect l="l" t="t" r="r" b="b"/>
              <a:pathLst>
                <a:path w="285" h="80" extrusionOk="0">
                  <a:moveTo>
                    <a:pt x="222" y="63"/>
                  </a:moveTo>
                  <a:lnTo>
                    <a:pt x="222" y="63"/>
                  </a:lnTo>
                  <a:lnTo>
                    <a:pt x="222" y="63"/>
                  </a:lnTo>
                  <a:close/>
                  <a:moveTo>
                    <a:pt x="49" y="0"/>
                  </a:moveTo>
                  <a:lnTo>
                    <a:pt x="49" y="0"/>
                  </a:lnTo>
                  <a:lnTo>
                    <a:pt x="32" y="0"/>
                  </a:lnTo>
                  <a:lnTo>
                    <a:pt x="32" y="17"/>
                  </a:lnTo>
                  <a:cubicBezTo>
                    <a:pt x="1" y="32"/>
                    <a:pt x="1" y="63"/>
                    <a:pt x="1" y="80"/>
                  </a:cubicBezTo>
                  <a:lnTo>
                    <a:pt x="17" y="80"/>
                  </a:lnTo>
                  <a:lnTo>
                    <a:pt x="17" y="80"/>
                  </a:lnTo>
                  <a:cubicBezTo>
                    <a:pt x="32" y="80"/>
                    <a:pt x="64" y="80"/>
                    <a:pt x="95" y="63"/>
                  </a:cubicBezTo>
                  <a:lnTo>
                    <a:pt x="95" y="63"/>
                  </a:lnTo>
                  <a:lnTo>
                    <a:pt x="95" y="48"/>
                  </a:lnTo>
                  <a:cubicBezTo>
                    <a:pt x="95" y="32"/>
                    <a:pt x="112" y="32"/>
                    <a:pt x="127" y="32"/>
                  </a:cubicBezTo>
                  <a:lnTo>
                    <a:pt x="127" y="32"/>
                  </a:lnTo>
                  <a:lnTo>
                    <a:pt x="143" y="32"/>
                  </a:lnTo>
                  <a:lnTo>
                    <a:pt x="143" y="32"/>
                  </a:lnTo>
                  <a:lnTo>
                    <a:pt x="143" y="32"/>
                  </a:lnTo>
                  <a:lnTo>
                    <a:pt x="159" y="32"/>
                  </a:lnTo>
                  <a:lnTo>
                    <a:pt x="159" y="32"/>
                  </a:lnTo>
                  <a:cubicBezTo>
                    <a:pt x="175" y="32"/>
                    <a:pt x="190" y="32"/>
                    <a:pt x="190" y="48"/>
                  </a:cubicBezTo>
                  <a:lnTo>
                    <a:pt x="206" y="80"/>
                  </a:lnTo>
                  <a:lnTo>
                    <a:pt x="206" y="80"/>
                  </a:lnTo>
                  <a:cubicBezTo>
                    <a:pt x="206" y="80"/>
                    <a:pt x="206" y="63"/>
                    <a:pt x="222" y="63"/>
                  </a:cubicBezTo>
                  <a:lnTo>
                    <a:pt x="222" y="80"/>
                  </a:lnTo>
                  <a:lnTo>
                    <a:pt x="269" y="63"/>
                  </a:lnTo>
                  <a:lnTo>
                    <a:pt x="269" y="63"/>
                  </a:lnTo>
                  <a:lnTo>
                    <a:pt x="269" y="63"/>
                  </a:lnTo>
                  <a:cubicBezTo>
                    <a:pt x="269" y="63"/>
                    <a:pt x="285" y="63"/>
                    <a:pt x="285" y="80"/>
                  </a:cubicBezTo>
                  <a:cubicBezTo>
                    <a:pt x="285" y="48"/>
                    <a:pt x="285" y="32"/>
                    <a:pt x="253" y="17"/>
                  </a:cubicBezTo>
                  <a:cubicBezTo>
                    <a:pt x="253" y="0"/>
                    <a:pt x="238" y="0"/>
                    <a:pt x="222" y="0"/>
                  </a:cubicBezTo>
                  <a:lnTo>
                    <a:pt x="190" y="0"/>
                  </a:lnTo>
                  <a:lnTo>
                    <a:pt x="175" y="17"/>
                  </a:lnTo>
                  <a:lnTo>
                    <a:pt x="159" y="17"/>
                  </a:lnTo>
                  <a:cubicBezTo>
                    <a:pt x="143" y="17"/>
                    <a:pt x="127" y="17"/>
                    <a:pt x="112" y="32"/>
                  </a:cubicBezTo>
                  <a:lnTo>
                    <a:pt x="80" y="32"/>
                  </a:ln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6" name="Google Shape;1656;p38"/>
            <p:cNvSpPr/>
            <p:nvPr/>
          </p:nvSpPr>
          <p:spPr>
            <a:xfrm>
              <a:off x="3187517" y="179375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7" name="Google Shape;1657;p38"/>
            <p:cNvSpPr/>
            <p:nvPr/>
          </p:nvSpPr>
          <p:spPr>
            <a:xfrm>
              <a:off x="3395958" y="1794265"/>
              <a:ext cx="6583" cy="4516"/>
            </a:xfrm>
            <a:custGeom>
              <a:avLst/>
              <a:gdLst/>
              <a:ahLst/>
              <a:cxnLst/>
              <a:rect l="l" t="t" r="r" b="b"/>
              <a:pathLst>
                <a:path w="207" h="142" extrusionOk="0">
                  <a:moveTo>
                    <a:pt x="64" y="1"/>
                  </a:moveTo>
                  <a:lnTo>
                    <a:pt x="64" y="1"/>
                  </a:lnTo>
                  <a:lnTo>
                    <a:pt x="49" y="1"/>
                  </a:lnTo>
                  <a:lnTo>
                    <a:pt x="49" y="1"/>
                  </a:lnTo>
                  <a:lnTo>
                    <a:pt x="32" y="1"/>
                  </a:lnTo>
                  <a:cubicBezTo>
                    <a:pt x="17" y="16"/>
                    <a:pt x="17" y="16"/>
                    <a:pt x="17" y="32"/>
                  </a:cubicBezTo>
                  <a:lnTo>
                    <a:pt x="1" y="95"/>
                  </a:lnTo>
                  <a:cubicBezTo>
                    <a:pt x="1" y="110"/>
                    <a:pt x="1" y="110"/>
                    <a:pt x="17" y="127"/>
                  </a:cubicBezTo>
                  <a:cubicBezTo>
                    <a:pt x="17" y="127"/>
                    <a:pt x="32" y="142"/>
                    <a:pt x="49" y="142"/>
                  </a:cubicBezTo>
                  <a:lnTo>
                    <a:pt x="49" y="142"/>
                  </a:lnTo>
                  <a:lnTo>
                    <a:pt x="80" y="142"/>
                  </a:lnTo>
                  <a:lnTo>
                    <a:pt x="80" y="142"/>
                  </a:lnTo>
                  <a:lnTo>
                    <a:pt x="95" y="142"/>
                  </a:lnTo>
                  <a:lnTo>
                    <a:pt x="112" y="142"/>
                  </a:lnTo>
                  <a:lnTo>
                    <a:pt x="112" y="142"/>
                  </a:lnTo>
                  <a:lnTo>
                    <a:pt x="112" y="127"/>
                  </a:lnTo>
                  <a:cubicBezTo>
                    <a:pt x="127" y="127"/>
                    <a:pt x="127" y="110"/>
                    <a:pt x="143" y="110"/>
                  </a:cubicBezTo>
                  <a:lnTo>
                    <a:pt x="143" y="110"/>
                  </a:lnTo>
                  <a:cubicBezTo>
                    <a:pt x="143" y="110"/>
                    <a:pt x="158" y="110"/>
                    <a:pt x="158" y="127"/>
                  </a:cubicBezTo>
                  <a:lnTo>
                    <a:pt x="175" y="127"/>
                  </a:lnTo>
                  <a:lnTo>
                    <a:pt x="175" y="127"/>
                  </a:lnTo>
                  <a:cubicBezTo>
                    <a:pt x="190" y="110"/>
                    <a:pt x="206" y="95"/>
                    <a:pt x="190" y="79"/>
                  </a:cubicBezTo>
                  <a:cubicBezTo>
                    <a:pt x="175" y="64"/>
                    <a:pt x="175" y="64"/>
                    <a:pt x="158" y="64"/>
                  </a:cubicBezTo>
                  <a:lnTo>
                    <a:pt x="143" y="64"/>
                  </a:lnTo>
                  <a:cubicBezTo>
                    <a:pt x="127" y="79"/>
                    <a:pt x="112" y="79"/>
                    <a:pt x="112" y="79"/>
                  </a:cubicBezTo>
                  <a:lnTo>
                    <a:pt x="112" y="47"/>
                  </a:lnTo>
                  <a:lnTo>
                    <a:pt x="95" y="32"/>
                  </a:ln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8" name="Google Shape;1658;p38"/>
            <p:cNvSpPr/>
            <p:nvPr/>
          </p:nvSpPr>
          <p:spPr>
            <a:xfrm>
              <a:off x="3021693" y="1807304"/>
              <a:ext cx="2512" cy="2035"/>
            </a:xfrm>
            <a:custGeom>
              <a:avLst/>
              <a:gdLst/>
              <a:ahLst/>
              <a:cxnLst/>
              <a:rect l="l" t="t" r="r" b="b"/>
              <a:pathLst>
                <a:path w="79" h="64" extrusionOk="0">
                  <a:moveTo>
                    <a:pt x="78" y="0"/>
                  </a:moveTo>
                  <a:lnTo>
                    <a:pt x="0" y="32"/>
                  </a:lnTo>
                  <a:lnTo>
                    <a:pt x="0" y="32"/>
                  </a:lnTo>
                  <a:lnTo>
                    <a:pt x="0" y="63"/>
                  </a:lnTo>
                  <a:lnTo>
                    <a:pt x="0" y="63"/>
                  </a:lnTo>
                  <a:lnTo>
                    <a:pt x="0" y="63"/>
                  </a:lnTo>
                  <a:lnTo>
                    <a:pt x="15" y="63"/>
                  </a:lnTo>
                  <a:lnTo>
                    <a:pt x="63" y="63"/>
                  </a:lnTo>
                  <a:cubicBezTo>
                    <a:pt x="78" y="32"/>
                    <a:pt x="78" y="16"/>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9" name="Google Shape;1659;p38"/>
            <p:cNvSpPr/>
            <p:nvPr/>
          </p:nvSpPr>
          <p:spPr>
            <a:xfrm>
              <a:off x="3111888" y="1794742"/>
              <a:ext cx="6042" cy="5057"/>
            </a:xfrm>
            <a:custGeom>
              <a:avLst/>
              <a:gdLst/>
              <a:ahLst/>
              <a:cxnLst/>
              <a:rect l="l" t="t" r="r" b="b"/>
              <a:pathLst>
                <a:path w="190" h="159" extrusionOk="0">
                  <a:moveTo>
                    <a:pt x="110" y="1"/>
                  </a:moveTo>
                  <a:lnTo>
                    <a:pt x="95" y="1"/>
                  </a:lnTo>
                  <a:lnTo>
                    <a:pt x="78" y="1"/>
                  </a:lnTo>
                  <a:cubicBezTo>
                    <a:pt x="78" y="1"/>
                    <a:pt x="63" y="1"/>
                    <a:pt x="63" y="17"/>
                  </a:cubicBezTo>
                  <a:lnTo>
                    <a:pt x="63" y="17"/>
                  </a:lnTo>
                  <a:lnTo>
                    <a:pt x="63" y="17"/>
                  </a:lnTo>
                  <a:lnTo>
                    <a:pt x="63" y="17"/>
                  </a:lnTo>
                  <a:lnTo>
                    <a:pt x="63" y="17"/>
                  </a:lnTo>
                  <a:cubicBezTo>
                    <a:pt x="95" y="17"/>
                    <a:pt x="95" y="32"/>
                    <a:pt x="95" y="49"/>
                  </a:cubicBezTo>
                  <a:lnTo>
                    <a:pt x="95" y="112"/>
                  </a:lnTo>
                  <a:cubicBezTo>
                    <a:pt x="78" y="127"/>
                    <a:pt x="63" y="143"/>
                    <a:pt x="47" y="143"/>
                  </a:cubicBezTo>
                  <a:lnTo>
                    <a:pt x="47" y="143"/>
                  </a:lnTo>
                  <a:cubicBezTo>
                    <a:pt x="32" y="143"/>
                    <a:pt x="15" y="127"/>
                    <a:pt x="15" y="95"/>
                  </a:cubicBezTo>
                  <a:cubicBezTo>
                    <a:pt x="0" y="112"/>
                    <a:pt x="0" y="127"/>
                    <a:pt x="15" y="143"/>
                  </a:cubicBezTo>
                  <a:cubicBezTo>
                    <a:pt x="15" y="159"/>
                    <a:pt x="32" y="159"/>
                    <a:pt x="47" y="159"/>
                  </a:cubicBezTo>
                  <a:lnTo>
                    <a:pt x="47" y="159"/>
                  </a:lnTo>
                  <a:lnTo>
                    <a:pt x="63" y="159"/>
                  </a:lnTo>
                  <a:lnTo>
                    <a:pt x="126" y="127"/>
                  </a:lnTo>
                  <a:lnTo>
                    <a:pt x="158" y="112"/>
                  </a:lnTo>
                  <a:cubicBezTo>
                    <a:pt x="173" y="95"/>
                    <a:pt x="173" y="95"/>
                    <a:pt x="173" y="80"/>
                  </a:cubicBezTo>
                  <a:cubicBezTo>
                    <a:pt x="189" y="80"/>
                    <a:pt x="189" y="64"/>
                    <a:pt x="173" y="64"/>
                  </a:cubicBezTo>
                  <a:lnTo>
                    <a:pt x="173" y="64"/>
                  </a:lnTo>
                  <a:lnTo>
                    <a:pt x="173" y="49"/>
                  </a:lnTo>
                  <a:cubicBezTo>
                    <a:pt x="173" y="32"/>
                    <a:pt x="158" y="17"/>
                    <a:pt x="141" y="1"/>
                  </a:cubicBezTo>
                  <a:lnTo>
                    <a:pt x="126" y="1"/>
                  </a:lnTo>
                  <a:lnTo>
                    <a:pt x="126"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0" name="Google Shape;1660;p38"/>
            <p:cNvSpPr/>
            <p:nvPr/>
          </p:nvSpPr>
          <p:spPr>
            <a:xfrm>
              <a:off x="3016159" y="1797286"/>
              <a:ext cx="5565" cy="2512"/>
            </a:xfrm>
            <a:custGeom>
              <a:avLst/>
              <a:gdLst/>
              <a:ahLst/>
              <a:cxnLst/>
              <a:rect l="l" t="t" r="r" b="b"/>
              <a:pathLst>
                <a:path w="175" h="79" extrusionOk="0">
                  <a:moveTo>
                    <a:pt x="48" y="0"/>
                  </a:moveTo>
                  <a:lnTo>
                    <a:pt x="32" y="0"/>
                  </a:lnTo>
                  <a:cubicBezTo>
                    <a:pt x="32" y="0"/>
                    <a:pt x="16" y="0"/>
                    <a:pt x="16" y="15"/>
                  </a:cubicBezTo>
                  <a:lnTo>
                    <a:pt x="0" y="32"/>
                  </a:lnTo>
                  <a:lnTo>
                    <a:pt x="0" y="32"/>
                  </a:lnTo>
                  <a:lnTo>
                    <a:pt x="16" y="32"/>
                  </a:lnTo>
                  <a:lnTo>
                    <a:pt x="16" y="32"/>
                  </a:lnTo>
                  <a:lnTo>
                    <a:pt x="32" y="32"/>
                  </a:lnTo>
                  <a:lnTo>
                    <a:pt x="48" y="32"/>
                  </a:lnTo>
                  <a:cubicBezTo>
                    <a:pt x="63" y="32"/>
                    <a:pt x="95" y="32"/>
                    <a:pt x="111" y="63"/>
                  </a:cubicBezTo>
                  <a:cubicBezTo>
                    <a:pt x="126" y="79"/>
                    <a:pt x="126" y="79"/>
                    <a:pt x="143" y="79"/>
                  </a:cubicBezTo>
                  <a:lnTo>
                    <a:pt x="158" y="79"/>
                  </a:lnTo>
                  <a:lnTo>
                    <a:pt x="158" y="79"/>
                  </a:lnTo>
                  <a:lnTo>
                    <a:pt x="174" y="63"/>
                  </a:lnTo>
                  <a:lnTo>
                    <a:pt x="174" y="47"/>
                  </a:lnTo>
                  <a:cubicBezTo>
                    <a:pt x="174" y="32"/>
                    <a:pt x="158" y="32"/>
                    <a:pt x="158" y="15"/>
                  </a:cubicBezTo>
                  <a:lnTo>
                    <a:pt x="143" y="15"/>
                  </a:lnTo>
                  <a:lnTo>
                    <a:pt x="126"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1" name="Google Shape;1661;p38"/>
            <p:cNvSpPr/>
            <p:nvPr/>
          </p:nvSpPr>
          <p:spPr>
            <a:xfrm>
              <a:off x="3104350" y="1787745"/>
              <a:ext cx="3530" cy="3021"/>
            </a:xfrm>
            <a:custGeom>
              <a:avLst/>
              <a:gdLst/>
              <a:ahLst/>
              <a:cxnLst/>
              <a:rect l="l" t="t" r="r" b="b"/>
              <a:pathLst>
                <a:path w="111" h="95" extrusionOk="0">
                  <a:moveTo>
                    <a:pt x="79" y="0"/>
                  </a:moveTo>
                  <a:lnTo>
                    <a:pt x="32" y="63"/>
                  </a:lnTo>
                  <a:cubicBezTo>
                    <a:pt x="32" y="63"/>
                    <a:pt x="16" y="80"/>
                    <a:pt x="0" y="80"/>
                  </a:cubicBezTo>
                  <a:lnTo>
                    <a:pt x="0" y="80"/>
                  </a:lnTo>
                  <a:lnTo>
                    <a:pt x="16" y="80"/>
                  </a:lnTo>
                  <a:lnTo>
                    <a:pt x="16" y="95"/>
                  </a:lnTo>
                  <a:lnTo>
                    <a:pt x="32" y="95"/>
                  </a:lnTo>
                  <a:lnTo>
                    <a:pt x="48" y="95"/>
                  </a:lnTo>
                  <a:lnTo>
                    <a:pt x="63" y="95"/>
                  </a:lnTo>
                  <a:lnTo>
                    <a:pt x="63" y="95"/>
                  </a:lnTo>
                  <a:lnTo>
                    <a:pt x="63" y="80"/>
                  </a:lnTo>
                  <a:cubicBezTo>
                    <a:pt x="48" y="80"/>
                    <a:pt x="48" y="48"/>
                    <a:pt x="63" y="32"/>
                  </a:cubicBezTo>
                  <a:lnTo>
                    <a:pt x="79" y="32"/>
                  </a:lnTo>
                  <a:lnTo>
                    <a:pt x="79" y="32"/>
                  </a:lnTo>
                  <a:lnTo>
                    <a:pt x="111" y="32"/>
                  </a:lnTo>
                  <a:lnTo>
                    <a:pt x="111" y="32"/>
                  </a:lnTo>
                  <a:cubicBezTo>
                    <a:pt x="95" y="17"/>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2" name="Google Shape;1662;p38"/>
            <p:cNvSpPr/>
            <p:nvPr/>
          </p:nvSpPr>
          <p:spPr>
            <a:xfrm>
              <a:off x="3399488" y="1797286"/>
              <a:ext cx="6042" cy="4039"/>
            </a:xfrm>
            <a:custGeom>
              <a:avLst/>
              <a:gdLst/>
              <a:ahLst/>
              <a:cxnLst/>
              <a:rect l="l" t="t" r="r" b="b"/>
              <a:pathLst>
                <a:path w="190" h="127" extrusionOk="0">
                  <a:moveTo>
                    <a:pt x="1" y="126"/>
                  </a:moveTo>
                  <a:lnTo>
                    <a:pt x="1" y="126"/>
                  </a:lnTo>
                  <a:lnTo>
                    <a:pt x="1" y="126"/>
                  </a:lnTo>
                  <a:lnTo>
                    <a:pt x="1" y="126"/>
                  </a:lnTo>
                  <a:close/>
                  <a:moveTo>
                    <a:pt x="142" y="0"/>
                  </a:moveTo>
                  <a:cubicBezTo>
                    <a:pt x="127" y="0"/>
                    <a:pt x="110" y="0"/>
                    <a:pt x="110" y="15"/>
                  </a:cubicBezTo>
                  <a:cubicBezTo>
                    <a:pt x="110" y="47"/>
                    <a:pt x="95" y="63"/>
                    <a:pt x="79" y="63"/>
                  </a:cubicBezTo>
                  <a:cubicBezTo>
                    <a:pt x="79" y="79"/>
                    <a:pt x="79" y="79"/>
                    <a:pt x="64" y="79"/>
                  </a:cubicBezTo>
                  <a:lnTo>
                    <a:pt x="64" y="79"/>
                  </a:lnTo>
                  <a:lnTo>
                    <a:pt x="64" y="79"/>
                  </a:lnTo>
                  <a:lnTo>
                    <a:pt x="32" y="110"/>
                  </a:lnTo>
                  <a:lnTo>
                    <a:pt x="32" y="110"/>
                  </a:lnTo>
                  <a:lnTo>
                    <a:pt x="79" y="110"/>
                  </a:lnTo>
                  <a:lnTo>
                    <a:pt x="95" y="110"/>
                  </a:lnTo>
                  <a:cubicBezTo>
                    <a:pt x="95" y="110"/>
                    <a:pt x="110" y="110"/>
                    <a:pt x="110" y="126"/>
                  </a:cubicBezTo>
                  <a:cubicBezTo>
                    <a:pt x="142" y="110"/>
                    <a:pt x="158" y="79"/>
                    <a:pt x="173" y="32"/>
                  </a:cubicBezTo>
                  <a:cubicBezTo>
                    <a:pt x="190" y="32"/>
                    <a:pt x="173" y="15"/>
                    <a:pt x="173" y="0"/>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3" name="Google Shape;1663;p38"/>
            <p:cNvSpPr/>
            <p:nvPr/>
          </p:nvSpPr>
          <p:spPr>
            <a:xfrm>
              <a:off x="3015141" y="1798272"/>
              <a:ext cx="9064" cy="3530"/>
            </a:xfrm>
            <a:custGeom>
              <a:avLst/>
              <a:gdLst/>
              <a:ahLst/>
              <a:cxnLst/>
              <a:rect l="l" t="t" r="r" b="b"/>
              <a:pathLst>
                <a:path w="285" h="111" extrusionOk="0">
                  <a:moveTo>
                    <a:pt x="80" y="64"/>
                  </a:moveTo>
                  <a:lnTo>
                    <a:pt x="80" y="64"/>
                  </a:lnTo>
                  <a:lnTo>
                    <a:pt x="80" y="64"/>
                  </a:lnTo>
                  <a:close/>
                  <a:moveTo>
                    <a:pt x="32" y="1"/>
                  </a:moveTo>
                  <a:lnTo>
                    <a:pt x="32" y="1"/>
                  </a:lnTo>
                  <a:lnTo>
                    <a:pt x="32" y="1"/>
                  </a:lnTo>
                  <a:cubicBezTo>
                    <a:pt x="17" y="16"/>
                    <a:pt x="1" y="16"/>
                    <a:pt x="1" y="32"/>
                  </a:cubicBezTo>
                  <a:lnTo>
                    <a:pt x="1" y="32"/>
                  </a:lnTo>
                  <a:cubicBezTo>
                    <a:pt x="17" y="48"/>
                    <a:pt x="17" y="64"/>
                    <a:pt x="17" y="64"/>
                  </a:cubicBezTo>
                  <a:cubicBezTo>
                    <a:pt x="32" y="64"/>
                    <a:pt x="32" y="79"/>
                    <a:pt x="32" y="79"/>
                  </a:cubicBezTo>
                  <a:lnTo>
                    <a:pt x="48" y="79"/>
                  </a:lnTo>
                  <a:lnTo>
                    <a:pt x="64" y="79"/>
                  </a:lnTo>
                  <a:lnTo>
                    <a:pt x="64" y="79"/>
                  </a:lnTo>
                  <a:lnTo>
                    <a:pt x="80" y="79"/>
                  </a:lnTo>
                  <a:lnTo>
                    <a:pt x="95" y="79"/>
                  </a:lnTo>
                  <a:lnTo>
                    <a:pt x="112" y="95"/>
                  </a:lnTo>
                  <a:cubicBezTo>
                    <a:pt x="127" y="95"/>
                    <a:pt x="127" y="111"/>
                    <a:pt x="127" y="111"/>
                  </a:cubicBezTo>
                  <a:lnTo>
                    <a:pt x="175" y="111"/>
                  </a:lnTo>
                  <a:lnTo>
                    <a:pt x="238" y="111"/>
                  </a:lnTo>
                  <a:lnTo>
                    <a:pt x="238" y="95"/>
                  </a:lnTo>
                  <a:lnTo>
                    <a:pt x="253" y="95"/>
                  </a:lnTo>
                  <a:cubicBezTo>
                    <a:pt x="269" y="95"/>
                    <a:pt x="284" y="64"/>
                    <a:pt x="269" y="48"/>
                  </a:cubicBezTo>
                  <a:cubicBezTo>
                    <a:pt x="269" y="48"/>
                    <a:pt x="269" y="32"/>
                    <a:pt x="253" y="32"/>
                  </a:cubicBezTo>
                  <a:lnTo>
                    <a:pt x="238" y="32"/>
                  </a:lnTo>
                  <a:lnTo>
                    <a:pt x="238" y="32"/>
                  </a:lnTo>
                  <a:lnTo>
                    <a:pt x="238" y="32"/>
                  </a:lnTo>
                  <a:lnTo>
                    <a:pt x="221" y="32"/>
                  </a:lnTo>
                  <a:cubicBezTo>
                    <a:pt x="221" y="32"/>
                    <a:pt x="206" y="32"/>
                    <a:pt x="206" y="48"/>
                  </a:cubicBezTo>
                  <a:lnTo>
                    <a:pt x="190" y="48"/>
                  </a:lnTo>
                  <a:lnTo>
                    <a:pt x="175" y="48"/>
                  </a:lnTo>
                  <a:cubicBezTo>
                    <a:pt x="158" y="48"/>
                    <a:pt x="158" y="48"/>
                    <a:pt x="143" y="32"/>
                  </a:cubicBezTo>
                  <a:cubicBezTo>
                    <a:pt x="127" y="1"/>
                    <a:pt x="95" y="1"/>
                    <a:pt x="80" y="1"/>
                  </a:cubicBezTo>
                  <a:lnTo>
                    <a:pt x="64" y="1"/>
                  </a:ln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4" name="Google Shape;1664;p38"/>
            <p:cNvSpPr/>
            <p:nvPr/>
          </p:nvSpPr>
          <p:spPr>
            <a:xfrm>
              <a:off x="3017654" y="1800276"/>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5" name="Google Shape;1665;p38"/>
            <p:cNvSpPr/>
            <p:nvPr/>
          </p:nvSpPr>
          <p:spPr>
            <a:xfrm>
              <a:off x="3407503" y="1783738"/>
              <a:ext cx="2544" cy="5565"/>
            </a:xfrm>
            <a:custGeom>
              <a:avLst/>
              <a:gdLst/>
              <a:ahLst/>
              <a:cxnLst/>
              <a:rect l="l" t="t" r="r" b="b"/>
              <a:pathLst>
                <a:path w="80" h="175" extrusionOk="0">
                  <a:moveTo>
                    <a:pt x="32" y="0"/>
                  </a:moveTo>
                  <a:lnTo>
                    <a:pt x="32" y="0"/>
                  </a:lnTo>
                  <a:lnTo>
                    <a:pt x="16" y="0"/>
                  </a:lnTo>
                  <a:cubicBezTo>
                    <a:pt x="1" y="0"/>
                    <a:pt x="1" y="17"/>
                    <a:pt x="1" y="32"/>
                  </a:cubicBezTo>
                  <a:lnTo>
                    <a:pt x="16" y="95"/>
                  </a:lnTo>
                  <a:lnTo>
                    <a:pt x="32" y="111"/>
                  </a:lnTo>
                  <a:cubicBezTo>
                    <a:pt x="48" y="111"/>
                    <a:pt x="64" y="126"/>
                    <a:pt x="64" y="143"/>
                  </a:cubicBezTo>
                  <a:cubicBezTo>
                    <a:pt x="64" y="158"/>
                    <a:pt x="48" y="158"/>
                    <a:pt x="48" y="174"/>
                  </a:cubicBezTo>
                  <a:lnTo>
                    <a:pt x="48" y="174"/>
                  </a:lnTo>
                  <a:lnTo>
                    <a:pt x="48" y="174"/>
                  </a:lnTo>
                  <a:cubicBezTo>
                    <a:pt x="64" y="174"/>
                    <a:pt x="79" y="158"/>
                    <a:pt x="79" y="126"/>
                  </a:cubicBezTo>
                  <a:lnTo>
                    <a:pt x="79" y="32"/>
                  </a:lnTo>
                  <a:lnTo>
                    <a:pt x="79" y="32"/>
                  </a:lnTo>
                  <a:lnTo>
                    <a:pt x="79" y="32"/>
                  </a:lnTo>
                  <a:cubicBezTo>
                    <a:pt x="64"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6" name="Google Shape;1666;p38"/>
            <p:cNvSpPr/>
            <p:nvPr/>
          </p:nvSpPr>
          <p:spPr>
            <a:xfrm>
              <a:off x="3398980" y="1772225"/>
              <a:ext cx="6551" cy="5057"/>
            </a:xfrm>
            <a:custGeom>
              <a:avLst/>
              <a:gdLst/>
              <a:ahLst/>
              <a:cxnLst/>
              <a:rect l="l" t="t" r="r" b="b"/>
              <a:pathLst>
                <a:path w="206" h="159" extrusionOk="0">
                  <a:moveTo>
                    <a:pt x="158" y="1"/>
                  </a:moveTo>
                  <a:lnTo>
                    <a:pt x="143" y="1"/>
                  </a:lnTo>
                  <a:lnTo>
                    <a:pt x="48" y="16"/>
                  </a:lnTo>
                  <a:cubicBezTo>
                    <a:pt x="32" y="16"/>
                    <a:pt x="17" y="32"/>
                    <a:pt x="17" y="47"/>
                  </a:cubicBezTo>
                  <a:cubicBezTo>
                    <a:pt x="17" y="64"/>
                    <a:pt x="32" y="79"/>
                    <a:pt x="32" y="79"/>
                  </a:cubicBezTo>
                  <a:lnTo>
                    <a:pt x="32" y="64"/>
                  </a:lnTo>
                  <a:cubicBezTo>
                    <a:pt x="48" y="47"/>
                    <a:pt x="48" y="47"/>
                    <a:pt x="63" y="47"/>
                  </a:cubicBezTo>
                  <a:lnTo>
                    <a:pt x="63" y="47"/>
                  </a:lnTo>
                  <a:lnTo>
                    <a:pt x="80" y="47"/>
                  </a:lnTo>
                  <a:lnTo>
                    <a:pt x="143" y="64"/>
                  </a:lnTo>
                  <a:cubicBezTo>
                    <a:pt x="158" y="79"/>
                    <a:pt x="174" y="95"/>
                    <a:pt x="158" y="110"/>
                  </a:cubicBezTo>
                  <a:cubicBezTo>
                    <a:pt x="158" y="127"/>
                    <a:pt x="143" y="142"/>
                    <a:pt x="126" y="142"/>
                  </a:cubicBezTo>
                  <a:lnTo>
                    <a:pt x="111" y="127"/>
                  </a:lnTo>
                  <a:lnTo>
                    <a:pt x="48" y="110"/>
                  </a:lnTo>
                  <a:cubicBezTo>
                    <a:pt x="48" y="110"/>
                    <a:pt x="48" y="95"/>
                    <a:pt x="32" y="95"/>
                  </a:cubicBezTo>
                  <a:lnTo>
                    <a:pt x="32" y="95"/>
                  </a:lnTo>
                  <a:lnTo>
                    <a:pt x="32" y="95"/>
                  </a:lnTo>
                  <a:cubicBezTo>
                    <a:pt x="17" y="95"/>
                    <a:pt x="0" y="110"/>
                    <a:pt x="0" y="127"/>
                  </a:cubicBezTo>
                  <a:cubicBezTo>
                    <a:pt x="0" y="142"/>
                    <a:pt x="17" y="158"/>
                    <a:pt x="32" y="158"/>
                  </a:cubicBezTo>
                  <a:lnTo>
                    <a:pt x="48" y="158"/>
                  </a:lnTo>
                  <a:cubicBezTo>
                    <a:pt x="111" y="158"/>
                    <a:pt x="174" y="142"/>
                    <a:pt x="189" y="110"/>
                  </a:cubicBezTo>
                  <a:lnTo>
                    <a:pt x="189" y="110"/>
                  </a:lnTo>
                  <a:lnTo>
                    <a:pt x="189" y="110"/>
                  </a:lnTo>
                  <a:cubicBezTo>
                    <a:pt x="174" y="110"/>
                    <a:pt x="158" y="79"/>
                    <a:pt x="174" y="64"/>
                  </a:cubicBezTo>
                  <a:cubicBezTo>
                    <a:pt x="174" y="47"/>
                    <a:pt x="189" y="47"/>
                    <a:pt x="206" y="47"/>
                  </a:cubicBezTo>
                  <a:lnTo>
                    <a:pt x="206" y="47"/>
                  </a:lnTo>
                  <a:lnTo>
                    <a:pt x="206" y="47"/>
                  </a:lnTo>
                  <a:lnTo>
                    <a:pt x="206" y="47"/>
                  </a:lnTo>
                  <a:lnTo>
                    <a:pt x="174" y="16"/>
                  </a:lnTo>
                  <a:cubicBezTo>
                    <a:pt x="174" y="1"/>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7" name="Google Shape;1667;p38"/>
            <p:cNvSpPr/>
            <p:nvPr/>
          </p:nvSpPr>
          <p:spPr>
            <a:xfrm>
              <a:off x="3293741" y="1819326"/>
              <a:ext cx="7060" cy="4039"/>
            </a:xfrm>
            <a:custGeom>
              <a:avLst/>
              <a:gdLst/>
              <a:ahLst/>
              <a:cxnLst/>
              <a:rect l="l" t="t" r="r" b="b"/>
              <a:pathLst>
                <a:path w="222" h="127" extrusionOk="0">
                  <a:moveTo>
                    <a:pt x="32" y="64"/>
                  </a:moveTo>
                  <a:cubicBezTo>
                    <a:pt x="17" y="64"/>
                    <a:pt x="1" y="64"/>
                    <a:pt x="1" y="79"/>
                  </a:cubicBezTo>
                  <a:cubicBezTo>
                    <a:pt x="1" y="110"/>
                    <a:pt x="17" y="127"/>
                    <a:pt x="32" y="127"/>
                  </a:cubicBezTo>
                  <a:lnTo>
                    <a:pt x="64" y="127"/>
                  </a:lnTo>
                  <a:cubicBezTo>
                    <a:pt x="80" y="127"/>
                    <a:pt x="95" y="127"/>
                    <a:pt x="112" y="110"/>
                  </a:cubicBezTo>
                  <a:lnTo>
                    <a:pt x="112" y="110"/>
                  </a:lnTo>
                  <a:cubicBezTo>
                    <a:pt x="95" y="110"/>
                    <a:pt x="95" y="127"/>
                    <a:pt x="80" y="127"/>
                  </a:cubicBezTo>
                  <a:lnTo>
                    <a:pt x="64" y="127"/>
                  </a:lnTo>
                  <a:cubicBezTo>
                    <a:pt x="49" y="110"/>
                    <a:pt x="49" y="95"/>
                    <a:pt x="49" y="79"/>
                  </a:cubicBezTo>
                  <a:lnTo>
                    <a:pt x="49" y="64"/>
                  </a:lnTo>
                  <a:lnTo>
                    <a:pt x="49" y="64"/>
                  </a:lnTo>
                  <a:lnTo>
                    <a:pt x="32" y="64"/>
                  </a:lnTo>
                  <a:close/>
                  <a:moveTo>
                    <a:pt x="127" y="1"/>
                  </a:moveTo>
                  <a:lnTo>
                    <a:pt x="127" y="32"/>
                  </a:lnTo>
                  <a:lnTo>
                    <a:pt x="127" y="47"/>
                  </a:lnTo>
                  <a:cubicBezTo>
                    <a:pt x="127" y="47"/>
                    <a:pt x="127" y="32"/>
                    <a:pt x="143" y="32"/>
                  </a:cubicBezTo>
                  <a:lnTo>
                    <a:pt x="143" y="32"/>
                  </a:lnTo>
                  <a:lnTo>
                    <a:pt x="158" y="47"/>
                  </a:lnTo>
                  <a:cubicBezTo>
                    <a:pt x="158" y="32"/>
                    <a:pt x="158" y="32"/>
                    <a:pt x="175" y="32"/>
                  </a:cubicBezTo>
                  <a:lnTo>
                    <a:pt x="175" y="32"/>
                  </a:lnTo>
                  <a:cubicBezTo>
                    <a:pt x="175" y="32"/>
                    <a:pt x="190" y="32"/>
                    <a:pt x="190" y="47"/>
                  </a:cubicBezTo>
                  <a:cubicBezTo>
                    <a:pt x="206" y="64"/>
                    <a:pt x="206" y="79"/>
                    <a:pt x="206" y="79"/>
                  </a:cubicBezTo>
                  <a:lnTo>
                    <a:pt x="206" y="79"/>
                  </a:lnTo>
                  <a:cubicBezTo>
                    <a:pt x="221" y="47"/>
                    <a:pt x="206" y="32"/>
                    <a:pt x="190" y="32"/>
                  </a:cubicBezTo>
                  <a:lnTo>
                    <a:pt x="143"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8" name="Google Shape;1668;p38"/>
            <p:cNvSpPr/>
            <p:nvPr/>
          </p:nvSpPr>
          <p:spPr>
            <a:xfrm>
              <a:off x="3404991" y="1776232"/>
              <a:ext cx="5565" cy="5534"/>
            </a:xfrm>
            <a:custGeom>
              <a:avLst/>
              <a:gdLst/>
              <a:ahLst/>
              <a:cxnLst/>
              <a:rect l="l" t="t" r="r" b="b"/>
              <a:pathLst>
                <a:path w="175" h="174" extrusionOk="0">
                  <a:moveTo>
                    <a:pt x="32" y="47"/>
                  </a:moveTo>
                  <a:lnTo>
                    <a:pt x="32" y="47"/>
                  </a:lnTo>
                  <a:cubicBezTo>
                    <a:pt x="17" y="47"/>
                    <a:pt x="0" y="64"/>
                    <a:pt x="0" y="79"/>
                  </a:cubicBezTo>
                  <a:lnTo>
                    <a:pt x="0" y="142"/>
                  </a:lnTo>
                  <a:cubicBezTo>
                    <a:pt x="0" y="158"/>
                    <a:pt x="17" y="173"/>
                    <a:pt x="32" y="173"/>
                  </a:cubicBezTo>
                  <a:lnTo>
                    <a:pt x="32" y="173"/>
                  </a:lnTo>
                  <a:cubicBezTo>
                    <a:pt x="48" y="173"/>
                    <a:pt x="63" y="158"/>
                    <a:pt x="63" y="142"/>
                  </a:cubicBezTo>
                  <a:lnTo>
                    <a:pt x="63" y="95"/>
                  </a:lnTo>
                  <a:lnTo>
                    <a:pt x="63" y="79"/>
                  </a:lnTo>
                  <a:lnTo>
                    <a:pt x="63" y="79"/>
                  </a:lnTo>
                  <a:lnTo>
                    <a:pt x="63" y="79"/>
                  </a:lnTo>
                  <a:cubicBezTo>
                    <a:pt x="48" y="79"/>
                    <a:pt x="32" y="64"/>
                    <a:pt x="32" y="47"/>
                  </a:cubicBezTo>
                  <a:lnTo>
                    <a:pt x="32" y="47"/>
                  </a:lnTo>
                  <a:close/>
                  <a:moveTo>
                    <a:pt x="127" y="1"/>
                  </a:moveTo>
                  <a:lnTo>
                    <a:pt x="127" y="1"/>
                  </a:lnTo>
                  <a:lnTo>
                    <a:pt x="111" y="1"/>
                  </a:lnTo>
                  <a:lnTo>
                    <a:pt x="95" y="1"/>
                  </a:lnTo>
                  <a:lnTo>
                    <a:pt x="95" y="32"/>
                  </a:lnTo>
                  <a:lnTo>
                    <a:pt x="95" y="47"/>
                  </a:lnTo>
                  <a:lnTo>
                    <a:pt x="95" y="47"/>
                  </a:lnTo>
                  <a:lnTo>
                    <a:pt x="95" y="47"/>
                  </a:lnTo>
                  <a:lnTo>
                    <a:pt x="143" y="47"/>
                  </a:lnTo>
                  <a:cubicBezTo>
                    <a:pt x="143" y="32"/>
                    <a:pt x="143" y="16"/>
                    <a:pt x="158" y="16"/>
                  </a:cubicBezTo>
                  <a:lnTo>
                    <a:pt x="17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9" name="Google Shape;1669;p38"/>
            <p:cNvSpPr/>
            <p:nvPr/>
          </p:nvSpPr>
          <p:spPr>
            <a:xfrm>
              <a:off x="3254177" y="1768695"/>
              <a:ext cx="3053" cy="4039"/>
            </a:xfrm>
            <a:custGeom>
              <a:avLst/>
              <a:gdLst/>
              <a:ahLst/>
              <a:cxnLst/>
              <a:rect l="l" t="t" r="r" b="b"/>
              <a:pathLst>
                <a:path w="96" h="127" extrusionOk="0">
                  <a:moveTo>
                    <a:pt x="64" y="1"/>
                  </a:moveTo>
                  <a:lnTo>
                    <a:pt x="64" y="1"/>
                  </a:lnTo>
                  <a:cubicBezTo>
                    <a:pt x="32" y="1"/>
                    <a:pt x="16" y="17"/>
                    <a:pt x="32" y="32"/>
                  </a:cubicBezTo>
                  <a:lnTo>
                    <a:pt x="32" y="64"/>
                  </a:lnTo>
                  <a:lnTo>
                    <a:pt x="32" y="64"/>
                  </a:lnTo>
                  <a:cubicBezTo>
                    <a:pt x="16" y="64"/>
                    <a:pt x="1" y="95"/>
                    <a:pt x="16" y="112"/>
                  </a:cubicBezTo>
                  <a:cubicBezTo>
                    <a:pt x="16" y="127"/>
                    <a:pt x="32" y="127"/>
                    <a:pt x="47" y="127"/>
                  </a:cubicBezTo>
                  <a:lnTo>
                    <a:pt x="64" y="127"/>
                  </a:lnTo>
                  <a:lnTo>
                    <a:pt x="79" y="112"/>
                  </a:lnTo>
                  <a:cubicBezTo>
                    <a:pt x="95" y="112"/>
                    <a:pt x="95" y="95"/>
                    <a:pt x="95" y="80"/>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0" name="Google Shape;1670;p38"/>
            <p:cNvSpPr/>
            <p:nvPr/>
          </p:nvSpPr>
          <p:spPr>
            <a:xfrm>
              <a:off x="3026177" y="1793279"/>
              <a:ext cx="5025" cy="3021"/>
            </a:xfrm>
            <a:custGeom>
              <a:avLst/>
              <a:gdLst/>
              <a:ahLst/>
              <a:cxnLst/>
              <a:rect l="l" t="t" r="r" b="b"/>
              <a:pathLst>
                <a:path w="158" h="95" extrusionOk="0">
                  <a:moveTo>
                    <a:pt x="95" y="0"/>
                  </a:moveTo>
                  <a:lnTo>
                    <a:pt x="80" y="0"/>
                  </a:lnTo>
                  <a:cubicBezTo>
                    <a:pt x="63" y="0"/>
                    <a:pt x="48" y="15"/>
                    <a:pt x="48" y="32"/>
                  </a:cubicBezTo>
                  <a:lnTo>
                    <a:pt x="32" y="32"/>
                  </a:lnTo>
                  <a:cubicBezTo>
                    <a:pt x="17" y="47"/>
                    <a:pt x="0" y="63"/>
                    <a:pt x="17" y="78"/>
                  </a:cubicBezTo>
                  <a:lnTo>
                    <a:pt x="17" y="95"/>
                  </a:lnTo>
                  <a:lnTo>
                    <a:pt x="32" y="95"/>
                  </a:lnTo>
                  <a:lnTo>
                    <a:pt x="48" y="95"/>
                  </a:lnTo>
                  <a:lnTo>
                    <a:pt x="48" y="95"/>
                  </a:lnTo>
                  <a:lnTo>
                    <a:pt x="63" y="95"/>
                  </a:lnTo>
                  <a:cubicBezTo>
                    <a:pt x="80" y="95"/>
                    <a:pt x="80" y="78"/>
                    <a:pt x="95" y="78"/>
                  </a:cubicBezTo>
                  <a:lnTo>
                    <a:pt x="95" y="78"/>
                  </a:lnTo>
                  <a:lnTo>
                    <a:pt x="111" y="78"/>
                  </a:lnTo>
                  <a:lnTo>
                    <a:pt x="143" y="78"/>
                  </a:lnTo>
                  <a:cubicBezTo>
                    <a:pt x="143" y="63"/>
                    <a:pt x="158" y="47"/>
                    <a:pt x="143" y="32"/>
                  </a:cubicBezTo>
                  <a:cubicBezTo>
                    <a:pt x="126" y="15"/>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1" name="Google Shape;1671;p38"/>
            <p:cNvSpPr/>
            <p:nvPr/>
          </p:nvSpPr>
          <p:spPr>
            <a:xfrm>
              <a:off x="3049203" y="1823811"/>
              <a:ext cx="4071" cy="3562"/>
            </a:xfrm>
            <a:custGeom>
              <a:avLst/>
              <a:gdLst/>
              <a:ahLst/>
              <a:cxnLst/>
              <a:rect l="l" t="t" r="r" b="b"/>
              <a:pathLst>
                <a:path w="128" h="112" extrusionOk="0">
                  <a:moveTo>
                    <a:pt x="80" y="1"/>
                  </a:moveTo>
                  <a:cubicBezTo>
                    <a:pt x="64" y="1"/>
                    <a:pt x="49" y="1"/>
                    <a:pt x="32" y="17"/>
                  </a:cubicBezTo>
                  <a:lnTo>
                    <a:pt x="32" y="17"/>
                  </a:lnTo>
                  <a:lnTo>
                    <a:pt x="17" y="17"/>
                  </a:lnTo>
                  <a:lnTo>
                    <a:pt x="17" y="32"/>
                  </a:lnTo>
                  <a:cubicBezTo>
                    <a:pt x="17" y="49"/>
                    <a:pt x="1" y="80"/>
                    <a:pt x="32" y="95"/>
                  </a:cubicBezTo>
                  <a:cubicBezTo>
                    <a:pt x="32" y="112"/>
                    <a:pt x="64" y="112"/>
                    <a:pt x="80" y="112"/>
                  </a:cubicBezTo>
                  <a:lnTo>
                    <a:pt x="96" y="112"/>
                  </a:lnTo>
                  <a:lnTo>
                    <a:pt x="112" y="95"/>
                  </a:lnTo>
                  <a:cubicBezTo>
                    <a:pt x="112" y="80"/>
                    <a:pt x="127" y="80"/>
                    <a:pt x="112" y="80"/>
                  </a:cubicBezTo>
                  <a:cubicBezTo>
                    <a:pt x="112" y="64"/>
                    <a:pt x="112" y="49"/>
                    <a:pt x="80" y="49"/>
                  </a:cubicBezTo>
                  <a:cubicBezTo>
                    <a:pt x="96" y="49"/>
                    <a:pt x="96" y="32"/>
                    <a:pt x="96" y="32"/>
                  </a:cubicBezTo>
                  <a:cubicBezTo>
                    <a:pt x="96"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2" name="Google Shape;1672;p38"/>
            <p:cNvSpPr/>
            <p:nvPr/>
          </p:nvSpPr>
          <p:spPr>
            <a:xfrm>
              <a:off x="3346376" y="1790258"/>
              <a:ext cx="4039" cy="1527"/>
            </a:xfrm>
            <a:custGeom>
              <a:avLst/>
              <a:gdLst/>
              <a:ahLst/>
              <a:cxnLst/>
              <a:rect l="l" t="t" r="r" b="b"/>
              <a:pathLst>
                <a:path w="127" h="48" extrusionOk="0">
                  <a:moveTo>
                    <a:pt x="47" y="1"/>
                  </a:moveTo>
                  <a:lnTo>
                    <a:pt x="47" y="1"/>
                  </a:lnTo>
                  <a:lnTo>
                    <a:pt x="32" y="1"/>
                  </a:lnTo>
                  <a:lnTo>
                    <a:pt x="32" y="1"/>
                  </a:lnTo>
                  <a:cubicBezTo>
                    <a:pt x="16" y="1"/>
                    <a:pt x="1" y="32"/>
                    <a:pt x="1" y="47"/>
                  </a:cubicBezTo>
                  <a:lnTo>
                    <a:pt x="79" y="32"/>
                  </a:lnTo>
                  <a:lnTo>
                    <a:pt x="79" y="32"/>
                  </a:lnTo>
                  <a:cubicBezTo>
                    <a:pt x="95" y="32"/>
                    <a:pt x="110" y="47"/>
                    <a:pt x="110" y="47"/>
                  </a:cubicBezTo>
                  <a:cubicBezTo>
                    <a:pt x="127" y="32"/>
                    <a:pt x="110" y="16"/>
                    <a:pt x="95" y="16"/>
                  </a:cubicBezTo>
                  <a:cubicBezTo>
                    <a:pt x="95" y="1"/>
                    <a:pt x="79"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3" name="Google Shape;1673;p38"/>
            <p:cNvSpPr/>
            <p:nvPr/>
          </p:nvSpPr>
          <p:spPr>
            <a:xfrm>
              <a:off x="3391474" y="1798749"/>
              <a:ext cx="7060" cy="3053"/>
            </a:xfrm>
            <a:custGeom>
              <a:avLst/>
              <a:gdLst/>
              <a:ahLst/>
              <a:cxnLst/>
              <a:rect l="l" t="t" r="r" b="b"/>
              <a:pathLst>
                <a:path w="222" h="96" extrusionOk="0">
                  <a:moveTo>
                    <a:pt x="32" y="1"/>
                  </a:moveTo>
                  <a:lnTo>
                    <a:pt x="32" y="1"/>
                  </a:lnTo>
                  <a:cubicBezTo>
                    <a:pt x="16" y="1"/>
                    <a:pt x="1" y="17"/>
                    <a:pt x="1" y="33"/>
                  </a:cubicBezTo>
                  <a:lnTo>
                    <a:pt x="16" y="49"/>
                  </a:lnTo>
                  <a:lnTo>
                    <a:pt x="16" y="80"/>
                  </a:lnTo>
                  <a:lnTo>
                    <a:pt x="32" y="80"/>
                  </a:lnTo>
                  <a:cubicBezTo>
                    <a:pt x="32" y="80"/>
                    <a:pt x="47" y="80"/>
                    <a:pt x="64" y="96"/>
                  </a:cubicBezTo>
                  <a:cubicBezTo>
                    <a:pt x="64" y="80"/>
                    <a:pt x="79" y="80"/>
                    <a:pt x="79" y="80"/>
                  </a:cubicBezTo>
                  <a:lnTo>
                    <a:pt x="95" y="80"/>
                  </a:lnTo>
                  <a:cubicBezTo>
                    <a:pt x="110" y="80"/>
                    <a:pt x="110" y="80"/>
                    <a:pt x="127" y="96"/>
                  </a:cubicBezTo>
                  <a:cubicBezTo>
                    <a:pt x="158" y="96"/>
                    <a:pt x="173" y="80"/>
                    <a:pt x="205" y="80"/>
                  </a:cubicBezTo>
                  <a:cubicBezTo>
                    <a:pt x="205" y="64"/>
                    <a:pt x="221" y="64"/>
                    <a:pt x="221" y="64"/>
                  </a:cubicBezTo>
                  <a:lnTo>
                    <a:pt x="221" y="64"/>
                  </a:lnTo>
                  <a:cubicBezTo>
                    <a:pt x="205" y="49"/>
                    <a:pt x="190" y="33"/>
                    <a:pt x="205" y="17"/>
                  </a:cubicBezTo>
                  <a:cubicBezTo>
                    <a:pt x="205" y="1"/>
                    <a:pt x="221" y="1"/>
                    <a:pt x="221" y="1"/>
                  </a:cubicBezTo>
                  <a:lnTo>
                    <a:pt x="221" y="1"/>
                  </a:lnTo>
                  <a:lnTo>
                    <a:pt x="190" y="1"/>
                  </a:lnTo>
                  <a:lnTo>
                    <a:pt x="190" y="1"/>
                  </a:lnTo>
                  <a:cubicBezTo>
                    <a:pt x="158" y="17"/>
                    <a:pt x="127" y="17"/>
                    <a:pt x="110" y="33"/>
                  </a:cubicBezTo>
                  <a:lnTo>
                    <a:pt x="110" y="1"/>
                  </a:lnTo>
                  <a:lnTo>
                    <a:pt x="110" y="1"/>
                  </a:lnTo>
                  <a:lnTo>
                    <a:pt x="110" y="1"/>
                  </a:lnTo>
                  <a:cubicBezTo>
                    <a:pt x="95" y="17"/>
                    <a:pt x="95" y="17"/>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4" name="Google Shape;1674;p38"/>
            <p:cNvSpPr/>
            <p:nvPr/>
          </p:nvSpPr>
          <p:spPr>
            <a:xfrm>
              <a:off x="3306304" y="1814333"/>
              <a:ext cx="6520" cy="2035"/>
            </a:xfrm>
            <a:custGeom>
              <a:avLst/>
              <a:gdLst/>
              <a:ahLst/>
              <a:cxnLst/>
              <a:rect l="l" t="t" r="r" b="b"/>
              <a:pathLst>
                <a:path w="205" h="64" extrusionOk="0">
                  <a:moveTo>
                    <a:pt x="158" y="15"/>
                  </a:moveTo>
                  <a:lnTo>
                    <a:pt x="158" y="32"/>
                  </a:lnTo>
                  <a:lnTo>
                    <a:pt x="126" y="32"/>
                  </a:lnTo>
                  <a:cubicBezTo>
                    <a:pt x="141" y="47"/>
                    <a:pt x="141" y="47"/>
                    <a:pt x="141" y="63"/>
                  </a:cubicBezTo>
                  <a:lnTo>
                    <a:pt x="189" y="47"/>
                  </a:lnTo>
                  <a:lnTo>
                    <a:pt x="204" y="47"/>
                  </a:lnTo>
                  <a:lnTo>
                    <a:pt x="204" y="32"/>
                  </a:lnTo>
                  <a:lnTo>
                    <a:pt x="189" y="32"/>
                  </a:lnTo>
                  <a:cubicBezTo>
                    <a:pt x="173" y="15"/>
                    <a:pt x="173" y="15"/>
                    <a:pt x="158" y="15"/>
                  </a:cubicBezTo>
                  <a:close/>
                  <a:moveTo>
                    <a:pt x="95" y="0"/>
                  </a:moveTo>
                  <a:lnTo>
                    <a:pt x="32" y="0"/>
                  </a:lnTo>
                  <a:cubicBezTo>
                    <a:pt x="0" y="0"/>
                    <a:pt x="0" y="15"/>
                    <a:pt x="0" y="32"/>
                  </a:cubicBezTo>
                  <a:lnTo>
                    <a:pt x="0" y="32"/>
                  </a:lnTo>
                  <a:cubicBezTo>
                    <a:pt x="0" y="32"/>
                    <a:pt x="15" y="32"/>
                    <a:pt x="15" y="47"/>
                  </a:cubicBezTo>
                  <a:lnTo>
                    <a:pt x="47" y="47"/>
                  </a:lnTo>
                  <a:lnTo>
                    <a:pt x="78" y="32"/>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5" name="Google Shape;1675;p38"/>
            <p:cNvSpPr/>
            <p:nvPr/>
          </p:nvSpPr>
          <p:spPr>
            <a:xfrm>
              <a:off x="3323319" y="1765705"/>
              <a:ext cx="3053" cy="6551"/>
            </a:xfrm>
            <a:custGeom>
              <a:avLst/>
              <a:gdLst/>
              <a:ahLst/>
              <a:cxnLst/>
              <a:rect l="l" t="t" r="r" b="b"/>
              <a:pathLst>
                <a:path w="96" h="206" extrusionOk="0">
                  <a:moveTo>
                    <a:pt x="79" y="0"/>
                  </a:moveTo>
                  <a:cubicBezTo>
                    <a:pt x="79" y="17"/>
                    <a:pt x="79" y="17"/>
                    <a:pt x="64" y="17"/>
                  </a:cubicBezTo>
                  <a:lnTo>
                    <a:pt x="64" y="17"/>
                  </a:lnTo>
                  <a:lnTo>
                    <a:pt x="48" y="17"/>
                  </a:lnTo>
                  <a:lnTo>
                    <a:pt x="48" y="17"/>
                  </a:lnTo>
                  <a:cubicBezTo>
                    <a:pt x="1" y="63"/>
                    <a:pt x="16" y="95"/>
                    <a:pt x="16" y="143"/>
                  </a:cubicBezTo>
                  <a:cubicBezTo>
                    <a:pt x="32" y="143"/>
                    <a:pt x="32" y="158"/>
                    <a:pt x="32" y="174"/>
                  </a:cubicBezTo>
                  <a:lnTo>
                    <a:pt x="32" y="174"/>
                  </a:lnTo>
                  <a:cubicBezTo>
                    <a:pt x="32" y="189"/>
                    <a:pt x="32" y="206"/>
                    <a:pt x="64" y="206"/>
                  </a:cubicBezTo>
                  <a:lnTo>
                    <a:pt x="64" y="206"/>
                  </a:lnTo>
                  <a:lnTo>
                    <a:pt x="79" y="206"/>
                  </a:lnTo>
                  <a:cubicBezTo>
                    <a:pt x="95" y="206"/>
                    <a:pt x="95" y="206"/>
                    <a:pt x="95" y="189"/>
                  </a:cubicBezTo>
                  <a:lnTo>
                    <a:pt x="95" y="189"/>
                  </a:lnTo>
                  <a:lnTo>
                    <a:pt x="95" y="158"/>
                  </a:lnTo>
                  <a:lnTo>
                    <a:pt x="95" y="126"/>
                  </a:lnTo>
                  <a:cubicBezTo>
                    <a:pt x="79" y="95"/>
                    <a:pt x="79" y="80"/>
                    <a:pt x="95" y="63"/>
                  </a:cubicBezTo>
                  <a:lnTo>
                    <a:pt x="95" y="63"/>
                  </a:lnTo>
                  <a:lnTo>
                    <a:pt x="95" y="48"/>
                  </a:lnTo>
                  <a:cubicBezTo>
                    <a:pt x="79" y="48"/>
                    <a:pt x="79" y="32"/>
                    <a:pt x="95" y="17"/>
                  </a:cubicBezTo>
                  <a:lnTo>
                    <a:pt x="95" y="17"/>
                  </a:lnTo>
                  <a:cubicBezTo>
                    <a:pt x="95" y="0"/>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6" name="Google Shape;1676;p38"/>
            <p:cNvSpPr/>
            <p:nvPr/>
          </p:nvSpPr>
          <p:spPr>
            <a:xfrm>
              <a:off x="3169484" y="1820821"/>
              <a:ext cx="4039" cy="4548"/>
            </a:xfrm>
            <a:custGeom>
              <a:avLst/>
              <a:gdLst/>
              <a:ahLst/>
              <a:cxnLst/>
              <a:rect l="l" t="t" r="r" b="b"/>
              <a:pathLst>
                <a:path w="127" h="143" extrusionOk="0">
                  <a:moveTo>
                    <a:pt x="63" y="0"/>
                  </a:moveTo>
                  <a:lnTo>
                    <a:pt x="63" y="0"/>
                  </a:lnTo>
                  <a:lnTo>
                    <a:pt x="48" y="17"/>
                  </a:lnTo>
                  <a:lnTo>
                    <a:pt x="17" y="48"/>
                  </a:lnTo>
                  <a:cubicBezTo>
                    <a:pt x="32" y="48"/>
                    <a:pt x="32" y="63"/>
                    <a:pt x="32" y="80"/>
                  </a:cubicBezTo>
                  <a:lnTo>
                    <a:pt x="0" y="143"/>
                  </a:lnTo>
                  <a:lnTo>
                    <a:pt x="0" y="143"/>
                  </a:lnTo>
                  <a:lnTo>
                    <a:pt x="17" y="143"/>
                  </a:lnTo>
                  <a:lnTo>
                    <a:pt x="32" y="143"/>
                  </a:lnTo>
                  <a:lnTo>
                    <a:pt x="32" y="143"/>
                  </a:lnTo>
                  <a:lnTo>
                    <a:pt x="95" y="126"/>
                  </a:lnTo>
                  <a:cubicBezTo>
                    <a:pt x="126" y="126"/>
                    <a:pt x="126" y="111"/>
                    <a:pt x="126" y="95"/>
                  </a:cubicBezTo>
                  <a:cubicBezTo>
                    <a:pt x="126" y="80"/>
                    <a:pt x="111" y="63"/>
                    <a:pt x="95" y="63"/>
                  </a:cubicBezTo>
                  <a:lnTo>
                    <a:pt x="95" y="63"/>
                  </a:lnTo>
                  <a:cubicBezTo>
                    <a:pt x="111" y="48"/>
                    <a:pt x="111" y="32"/>
                    <a:pt x="95" y="17"/>
                  </a:cubicBezTo>
                  <a:cubicBezTo>
                    <a:pt x="80"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7" name="Google Shape;1677;p38"/>
            <p:cNvSpPr/>
            <p:nvPr/>
          </p:nvSpPr>
          <p:spPr>
            <a:xfrm>
              <a:off x="3415518" y="1754192"/>
              <a:ext cx="6551" cy="8523"/>
            </a:xfrm>
            <a:custGeom>
              <a:avLst/>
              <a:gdLst/>
              <a:ahLst/>
              <a:cxnLst/>
              <a:rect l="l" t="t" r="r" b="b"/>
              <a:pathLst>
                <a:path w="206" h="268" extrusionOk="0">
                  <a:moveTo>
                    <a:pt x="205" y="110"/>
                  </a:moveTo>
                  <a:lnTo>
                    <a:pt x="190" y="110"/>
                  </a:lnTo>
                  <a:cubicBezTo>
                    <a:pt x="174" y="110"/>
                    <a:pt x="142" y="126"/>
                    <a:pt x="127" y="126"/>
                  </a:cubicBezTo>
                  <a:lnTo>
                    <a:pt x="127" y="158"/>
                  </a:lnTo>
                  <a:cubicBezTo>
                    <a:pt x="111" y="173"/>
                    <a:pt x="111" y="189"/>
                    <a:pt x="96" y="189"/>
                  </a:cubicBezTo>
                  <a:lnTo>
                    <a:pt x="96" y="189"/>
                  </a:lnTo>
                  <a:lnTo>
                    <a:pt x="64" y="189"/>
                  </a:lnTo>
                  <a:lnTo>
                    <a:pt x="48" y="189"/>
                  </a:lnTo>
                  <a:cubicBezTo>
                    <a:pt x="32" y="189"/>
                    <a:pt x="16" y="189"/>
                    <a:pt x="16" y="205"/>
                  </a:cubicBezTo>
                  <a:cubicBezTo>
                    <a:pt x="1" y="221"/>
                    <a:pt x="16" y="252"/>
                    <a:pt x="32" y="252"/>
                  </a:cubicBezTo>
                  <a:lnTo>
                    <a:pt x="32" y="252"/>
                  </a:lnTo>
                  <a:lnTo>
                    <a:pt x="79" y="252"/>
                  </a:lnTo>
                  <a:lnTo>
                    <a:pt x="79" y="252"/>
                  </a:lnTo>
                  <a:lnTo>
                    <a:pt x="79" y="236"/>
                  </a:lnTo>
                  <a:cubicBezTo>
                    <a:pt x="96" y="236"/>
                    <a:pt x="111" y="252"/>
                    <a:pt x="111" y="268"/>
                  </a:cubicBezTo>
                  <a:cubicBezTo>
                    <a:pt x="127" y="268"/>
                    <a:pt x="127" y="252"/>
                    <a:pt x="127" y="252"/>
                  </a:cubicBezTo>
                  <a:cubicBezTo>
                    <a:pt x="159" y="236"/>
                    <a:pt x="174" y="205"/>
                    <a:pt x="190" y="173"/>
                  </a:cubicBezTo>
                  <a:cubicBezTo>
                    <a:pt x="190" y="158"/>
                    <a:pt x="190" y="126"/>
                    <a:pt x="205" y="126"/>
                  </a:cubicBezTo>
                  <a:lnTo>
                    <a:pt x="205" y="110"/>
                  </a:lnTo>
                  <a:lnTo>
                    <a:pt x="205" y="110"/>
                  </a:lnTo>
                  <a:close/>
                  <a:moveTo>
                    <a:pt x="142" y="0"/>
                  </a:moveTo>
                  <a:lnTo>
                    <a:pt x="142" y="0"/>
                  </a:lnTo>
                  <a:lnTo>
                    <a:pt x="127" y="0"/>
                  </a:lnTo>
                  <a:lnTo>
                    <a:pt x="111" y="16"/>
                  </a:lnTo>
                  <a:lnTo>
                    <a:pt x="111" y="47"/>
                  </a:lnTo>
                  <a:lnTo>
                    <a:pt x="111" y="47"/>
                  </a:lnTo>
                  <a:lnTo>
                    <a:pt x="127" y="47"/>
                  </a:lnTo>
                  <a:lnTo>
                    <a:pt x="174" y="47"/>
                  </a:lnTo>
                  <a:lnTo>
                    <a:pt x="190" y="47"/>
                  </a:lnTo>
                  <a:lnTo>
                    <a:pt x="174" y="16"/>
                  </a:lnTo>
                  <a:cubicBezTo>
                    <a:pt x="174" y="16"/>
                    <a:pt x="159" y="16"/>
                    <a:pt x="159" y="0"/>
                  </a:cubicBezTo>
                  <a:lnTo>
                    <a:pt x="159"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8" name="Google Shape;1678;p38"/>
            <p:cNvSpPr/>
            <p:nvPr/>
          </p:nvSpPr>
          <p:spPr>
            <a:xfrm>
              <a:off x="3432564" y="1786250"/>
              <a:ext cx="3053" cy="1527"/>
            </a:xfrm>
            <a:custGeom>
              <a:avLst/>
              <a:gdLst/>
              <a:ahLst/>
              <a:cxnLst/>
              <a:rect l="l" t="t" r="r" b="b"/>
              <a:pathLst>
                <a:path w="96" h="48" extrusionOk="0">
                  <a:moveTo>
                    <a:pt x="1" y="1"/>
                  </a:moveTo>
                  <a:lnTo>
                    <a:pt x="16" y="32"/>
                  </a:lnTo>
                  <a:lnTo>
                    <a:pt x="16" y="32"/>
                  </a:lnTo>
                  <a:lnTo>
                    <a:pt x="16" y="32"/>
                  </a:lnTo>
                  <a:lnTo>
                    <a:pt x="32" y="32"/>
                  </a:lnTo>
                  <a:lnTo>
                    <a:pt x="95" y="47"/>
                  </a:lnTo>
                  <a:lnTo>
                    <a:pt x="95" y="32"/>
                  </a:lnTo>
                  <a:lnTo>
                    <a:pt x="95" y="16"/>
                  </a:lnTo>
                  <a:lnTo>
                    <a:pt x="64" y="16"/>
                  </a:lnTo>
                  <a:lnTo>
                    <a:pt x="47" y="16"/>
                  </a:lnTo>
                  <a:lnTo>
                    <a:pt x="32" y="16"/>
                  </a:lnTo>
                  <a:lnTo>
                    <a:pt x="16" y="16"/>
                  </a:lnTo>
                  <a:cubicBezTo>
                    <a:pt x="1" y="16"/>
                    <a:pt x="1" y="1"/>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9" name="Google Shape;1679;p38"/>
            <p:cNvSpPr/>
            <p:nvPr/>
          </p:nvSpPr>
          <p:spPr>
            <a:xfrm>
              <a:off x="3051206" y="1819326"/>
              <a:ext cx="3562" cy="2512"/>
            </a:xfrm>
            <a:custGeom>
              <a:avLst/>
              <a:gdLst/>
              <a:ahLst/>
              <a:cxnLst/>
              <a:rect l="l" t="t" r="r" b="b"/>
              <a:pathLst>
                <a:path w="112" h="79" extrusionOk="0">
                  <a:moveTo>
                    <a:pt x="33" y="1"/>
                  </a:moveTo>
                  <a:lnTo>
                    <a:pt x="17" y="16"/>
                  </a:lnTo>
                  <a:cubicBezTo>
                    <a:pt x="1" y="16"/>
                    <a:pt x="1" y="32"/>
                    <a:pt x="1" y="47"/>
                  </a:cubicBezTo>
                  <a:lnTo>
                    <a:pt x="17" y="64"/>
                  </a:lnTo>
                  <a:lnTo>
                    <a:pt x="33" y="64"/>
                  </a:lnTo>
                  <a:lnTo>
                    <a:pt x="49" y="64"/>
                  </a:lnTo>
                  <a:cubicBezTo>
                    <a:pt x="64" y="64"/>
                    <a:pt x="96" y="79"/>
                    <a:pt x="112" y="79"/>
                  </a:cubicBezTo>
                  <a:lnTo>
                    <a:pt x="112" y="79"/>
                  </a:lnTo>
                  <a:lnTo>
                    <a:pt x="80" y="32"/>
                  </a:lnTo>
                  <a:lnTo>
                    <a:pt x="64" y="47"/>
                  </a:lnTo>
                  <a:cubicBezTo>
                    <a:pt x="49" y="47"/>
                    <a:pt x="49" y="32"/>
                    <a:pt x="49" y="32"/>
                  </a:cubicBezTo>
                  <a:cubicBezTo>
                    <a:pt x="33" y="32"/>
                    <a:pt x="33" y="16"/>
                    <a:pt x="3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0" name="Google Shape;1680;p38"/>
            <p:cNvSpPr/>
            <p:nvPr/>
          </p:nvSpPr>
          <p:spPr>
            <a:xfrm>
              <a:off x="3072801" y="1793756"/>
              <a:ext cx="5025" cy="5025"/>
            </a:xfrm>
            <a:custGeom>
              <a:avLst/>
              <a:gdLst/>
              <a:ahLst/>
              <a:cxnLst/>
              <a:rect l="l" t="t" r="r" b="b"/>
              <a:pathLst>
                <a:path w="158" h="158" extrusionOk="0">
                  <a:moveTo>
                    <a:pt x="32" y="0"/>
                  </a:moveTo>
                  <a:lnTo>
                    <a:pt x="32" y="0"/>
                  </a:lnTo>
                  <a:cubicBezTo>
                    <a:pt x="32" y="0"/>
                    <a:pt x="15" y="0"/>
                    <a:pt x="15" y="17"/>
                  </a:cubicBezTo>
                  <a:cubicBezTo>
                    <a:pt x="0" y="32"/>
                    <a:pt x="0" y="48"/>
                    <a:pt x="15" y="63"/>
                  </a:cubicBezTo>
                  <a:lnTo>
                    <a:pt x="63" y="95"/>
                  </a:lnTo>
                  <a:lnTo>
                    <a:pt x="63" y="95"/>
                  </a:lnTo>
                  <a:cubicBezTo>
                    <a:pt x="47" y="111"/>
                    <a:pt x="63" y="143"/>
                    <a:pt x="78" y="143"/>
                  </a:cubicBezTo>
                  <a:cubicBezTo>
                    <a:pt x="78" y="158"/>
                    <a:pt x="95" y="158"/>
                    <a:pt x="95" y="158"/>
                  </a:cubicBezTo>
                  <a:cubicBezTo>
                    <a:pt x="110" y="158"/>
                    <a:pt x="110" y="143"/>
                    <a:pt x="126" y="143"/>
                  </a:cubicBezTo>
                  <a:lnTo>
                    <a:pt x="141" y="111"/>
                  </a:lnTo>
                  <a:cubicBezTo>
                    <a:pt x="158" y="95"/>
                    <a:pt x="141" y="80"/>
                    <a:pt x="141" y="63"/>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1" name="Google Shape;1681;p38"/>
            <p:cNvSpPr/>
            <p:nvPr/>
          </p:nvSpPr>
          <p:spPr>
            <a:xfrm>
              <a:off x="3396499" y="1760680"/>
              <a:ext cx="5025" cy="2544"/>
            </a:xfrm>
            <a:custGeom>
              <a:avLst/>
              <a:gdLst/>
              <a:ahLst/>
              <a:cxnLst/>
              <a:rect l="l" t="t" r="r" b="b"/>
              <a:pathLst>
                <a:path w="158" h="80" extrusionOk="0">
                  <a:moveTo>
                    <a:pt x="110" y="1"/>
                  </a:moveTo>
                  <a:lnTo>
                    <a:pt x="110" y="1"/>
                  </a:lnTo>
                  <a:lnTo>
                    <a:pt x="110" y="1"/>
                  </a:lnTo>
                  <a:lnTo>
                    <a:pt x="32" y="17"/>
                  </a:lnTo>
                  <a:cubicBezTo>
                    <a:pt x="15" y="17"/>
                    <a:pt x="0" y="32"/>
                    <a:pt x="0" y="48"/>
                  </a:cubicBezTo>
                  <a:cubicBezTo>
                    <a:pt x="0" y="64"/>
                    <a:pt x="15" y="80"/>
                    <a:pt x="15" y="80"/>
                  </a:cubicBezTo>
                  <a:lnTo>
                    <a:pt x="32" y="80"/>
                  </a:lnTo>
                  <a:lnTo>
                    <a:pt x="47" y="80"/>
                  </a:lnTo>
                  <a:lnTo>
                    <a:pt x="95" y="64"/>
                  </a:lnTo>
                  <a:lnTo>
                    <a:pt x="126" y="64"/>
                  </a:lnTo>
                  <a:cubicBezTo>
                    <a:pt x="141" y="64"/>
                    <a:pt x="158" y="48"/>
                    <a:pt x="141" y="32"/>
                  </a:cubicBezTo>
                  <a:cubicBezTo>
                    <a:pt x="141" y="17"/>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2" name="Google Shape;1682;p38"/>
            <p:cNvSpPr/>
            <p:nvPr/>
          </p:nvSpPr>
          <p:spPr>
            <a:xfrm>
              <a:off x="3446081" y="1797763"/>
              <a:ext cx="2544" cy="3053"/>
            </a:xfrm>
            <a:custGeom>
              <a:avLst/>
              <a:gdLst/>
              <a:ahLst/>
              <a:cxnLst/>
              <a:rect l="l" t="t" r="r" b="b"/>
              <a:pathLst>
                <a:path w="80" h="96" extrusionOk="0">
                  <a:moveTo>
                    <a:pt x="48" y="0"/>
                  </a:moveTo>
                  <a:lnTo>
                    <a:pt x="32" y="0"/>
                  </a:lnTo>
                  <a:cubicBezTo>
                    <a:pt x="48" y="0"/>
                    <a:pt x="48" y="17"/>
                    <a:pt x="48" y="17"/>
                  </a:cubicBezTo>
                  <a:cubicBezTo>
                    <a:pt x="32" y="32"/>
                    <a:pt x="17" y="48"/>
                    <a:pt x="0" y="48"/>
                  </a:cubicBezTo>
                  <a:lnTo>
                    <a:pt x="0" y="48"/>
                  </a:lnTo>
                  <a:lnTo>
                    <a:pt x="0" y="80"/>
                  </a:lnTo>
                  <a:cubicBezTo>
                    <a:pt x="17" y="64"/>
                    <a:pt x="17" y="64"/>
                    <a:pt x="32" y="64"/>
                  </a:cubicBezTo>
                  <a:lnTo>
                    <a:pt x="32" y="64"/>
                  </a:lnTo>
                  <a:cubicBezTo>
                    <a:pt x="48" y="64"/>
                    <a:pt x="63" y="80"/>
                    <a:pt x="63" y="95"/>
                  </a:cubicBezTo>
                  <a:lnTo>
                    <a:pt x="63" y="95"/>
                  </a:lnTo>
                  <a:cubicBezTo>
                    <a:pt x="63" y="95"/>
                    <a:pt x="80" y="95"/>
                    <a:pt x="80" y="80"/>
                  </a:cubicBezTo>
                  <a:lnTo>
                    <a:pt x="80" y="32"/>
                  </a:lnTo>
                  <a:cubicBezTo>
                    <a:pt x="80" y="17"/>
                    <a:pt x="80" y="17"/>
                    <a:pt x="63" y="17"/>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3" name="Google Shape;1683;p38"/>
            <p:cNvSpPr/>
            <p:nvPr/>
          </p:nvSpPr>
          <p:spPr>
            <a:xfrm>
              <a:off x="3406994" y="1802788"/>
              <a:ext cx="3562" cy="3530"/>
            </a:xfrm>
            <a:custGeom>
              <a:avLst/>
              <a:gdLst/>
              <a:ahLst/>
              <a:cxnLst/>
              <a:rect l="l" t="t" r="r" b="b"/>
              <a:pathLst>
                <a:path w="112" h="111" extrusionOk="0">
                  <a:moveTo>
                    <a:pt x="32" y="0"/>
                  </a:moveTo>
                  <a:lnTo>
                    <a:pt x="32" y="0"/>
                  </a:lnTo>
                  <a:cubicBezTo>
                    <a:pt x="17" y="0"/>
                    <a:pt x="17" y="0"/>
                    <a:pt x="17" y="16"/>
                  </a:cubicBezTo>
                  <a:cubicBezTo>
                    <a:pt x="0" y="16"/>
                    <a:pt x="0" y="32"/>
                    <a:pt x="0" y="32"/>
                  </a:cubicBezTo>
                  <a:lnTo>
                    <a:pt x="0" y="79"/>
                  </a:lnTo>
                  <a:cubicBezTo>
                    <a:pt x="0" y="95"/>
                    <a:pt x="17" y="111"/>
                    <a:pt x="32" y="111"/>
                  </a:cubicBezTo>
                  <a:lnTo>
                    <a:pt x="32" y="111"/>
                  </a:lnTo>
                  <a:cubicBezTo>
                    <a:pt x="48" y="111"/>
                    <a:pt x="64" y="95"/>
                    <a:pt x="64" y="79"/>
                  </a:cubicBezTo>
                  <a:lnTo>
                    <a:pt x="64" y="79"/>
                  </a:lnTo>
                  <a:cubicBezTo>
                    <a:pt x="64" y="95"/>
                    <a:pt x="80" y="95"/>
                    <a:pt x="80" y="95"/>
                  </a:cubicBezTo>
                  <a:cubicBezTo>
                    <a:pt x="95" y="95"/>
                    <a:pt x="111" y="79"/>
                    <a:pt x="111" y="63"/>
                  </a:cubicBezTo>
                  <a:cubicBezTo>
                    <a:pt x="111" y="48"/>
                    <a:pt x="111" y="32"/>
                    <a:pt x="95" y="16"/>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4" name="Google Shape;1684;p38"/>
            <p:cNvSpPr/>
            <p:nvPr/>
          </p:nvSpPr>
          <p:spPr>
            <a:xfrm>
              <a:off x="3246640" y="1813315"/>
              <a:ext cx="4039" cy="3053"/>
            </a:xfrm>
            <a:custGeom>
              <a:avLst/>
              <a:gdLst/>
              <a:ahLst/>
              <a:cxnLst/>
              <a:rect l="l" t="t" r="r" b="b"/>
              <a:pathLst>
                <a:path w="127" h="96" extrusionOk="0">
                  <a:moveTo>
                    <a:pt x="1" y="32"/>
                  </a:moveTo>
                  <a:lnTo>
                    <a:pt x="1" y="32"/>
                  </a:lnTo>
                  <a:lnTo>
                    <a:pt x="1" y="32"/>
                  </a:lnTo>
                  <a:lnTo>
                    <a:pt x="1" y="32"/>
                  </a:lnTo>
                  <a:close/>
                  <a:moveTo>
                    <a:pt x="1" y="32"/>
                  </a:moveTo>
                  <a:lnTo>
                    <a:pt x="1" y="32"/>
                  </a:lnTo>
                  <a:lnTo>
                    <a:pt x="1" y="32"/>
                  </a:lnTo>
                  <a:close/>
                  <a:moveTo>
                    <a:pt x="1" y="32"/>
                  </a:moveTo>
                  <a:lnTo>
                    <a:pt x="1" y="32"/>
                  </a:lnTo>
                  <a:lnTo>
                    <a:pt x="1" y="32"/>
                  </a:lnTo>
                  <a:close/>
                  <a:moveTo>
                    <a:pt x="1" y="16"/>
                  </a:moveTo>
                  <a:lnTo>
                    <a:pt x="1" y="32"/>
                  </a:lnTo>
                  <a:lnTo>
                    <a:pt x="1" y="16"/>
                  </a:lnTo>
                  <a:lnTo>
                    <a:pt x="1" y="16"/>
                  </a:lnTo>
                  <a:close/>
                  <a:moveTo>
                    <a:pt x="49" y="1"/>
                  </a:moveTo>
                  <a:lnTo>
                    <a:pt x="49" y="16"/>
                  </a:lnTo>
                  <a:cubicBezTo>
                    <a:pt x="49" y="16"/>
                    <a:pt x="64" y="16"/>
                    <a:pt x="64" y="32"/>
                  </a:cubicBezTo>
                  <a:lnTo>
                    <a:pt x="80" y="95"/>
                  </a:lnTo>
                  <a:lnTo>
                    <a:pt x="80" y="95"/>
                  </a:lnTo>
                  <a:lnTo>
                    <a:pt x="112" y="79"/>
                  </a:lnTo>
                  <a:cubicBezTo>
                    <a:pt x="127" y="64"/>
                    <a:pt x="127" y="47"/>
                    <a:pt x="127" y="47"/>
                  </a:cubicBezTo>
                  <a:cubicBezTo>
                    <a:pt x="127" y="32"/>
                    <a:pt x="112" y="16"/>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5" name="Google Shape;1685;p38"/>
            <p:cNvSpPr/>
            <p:nvPr/>
          </p:nvSpPr>
          <p:spPr>
            <a:xfrm>
              <a:off x="3162456" y="1821330"/>
              <a:ext cx="4039" cy="4039"/>
            </a:xfrm>
            <a:custGeom>
              <a:avLst/>
              <a:gdLst/>
              <a:ahLst/>
              <a:cxnLst/>
              <a:rect l="l" t="t" r="r" b="b"/>
              <a:pathLst>
                <a:path w="127" h="127" extrusionOk="0">
                  <a:moveTo>
                    <a:pt x="112" y="1"/>
                  </a:moveTo>
                  <a:cubicBezTo>
                    <a:pt x="112" y="16"/>
                    <a:pt x="95" y="47"/>
                    <a:pt x="80" y="47"/>
                  </a:cubicBezTo>
                  <a:lnTo>
                    <a:pt x="80" y="47"/>
                  </a:lnTo>
                  <a:lnTo>
                    <a:pt x="49" y="47"/>
                  </a:lnTo>
                  <a:lnTo>
                    <a:pt x="49" y="47"/>
                  </a:lnTo>
                  <a:lnTo>
                    <a:pt x="49" y="47"/>
                  </a:lnTo>
                  <a:lnTo>
                    <a:pt x="49" y="47"/>
                  </a:lnTo>
                  <a:cubicBezTo>
                    <a:pt x="32" y="64"/>
                    <a:pt x="17" y="64"/>
                    <a:pt x="17" y="79"/>
                  </a:cubicBezTo>
                  <a:cubicBezTo>
                    <a:pt x="1" y="79"/>
                    <a:pt x="1" y="110"/>
                    <a:pt x="1" y="127"/>
                  </a:cubicBezTo>
                  <a:lnTo>
                    <a:pt x="32" y="127"/>
                  </a:lnTo>
                  <a:lnTo>
                    <a:pt x="49" y="127"/>
                  </a:lnTo>
                  <a:lnTo>
                    <a:pt x="64" y="127"/>
                  </a:lnTo>
                  <a:cubicBezTo>
                    <a:pt x="80" y="110"/>
                    <a:pt x="112" y="110"/>
                    <a:pt x="127" y="79"/>
                  </a:cubicBezTo>
                  <a:cubicBezTo>
                    <a:pt x="127" y="47"/>
                    <a:pt x="112" y="16"/>
                    <a:pt x="112"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6" name="Google Shape;1686;p38"/>
            <p:cNvSpPr/>
            <p:nvPr/>
          </p:nvSpPr>
          <p:spPr>
            <a:xfrm>
              <a:off x="3426045" y="1792261"/>
              <a:ext cx="7028" cy="4516"/>
            </a:xfrm>
            <a:custGeom>
              <a:avLst/>
              <a:gdLst/>
              <a:ahLst/>
              <a:cxnLst/>
              <a:rect l="l" t="t" r="r" b="b"/>
              <a:pathLst>
                <a:path w="221" h="142" extrusionOk="0">
                  <a:moveTo>
                    <a:pt x="143" y="1"/>
                  </a:moveTo>
                  <a:lnTo>
                    <a:pt x="143" y="1"/>
                  </a:lnTo>
                  <a:lnTo>
                    <a:pt x="126" y="1"/>
                  </a:lnTo>
                  <a:cubicBezTo>
                    <a:pt x="111" y="16"/>
                    <a:pt x="95" y="16"/>
                    <a:pt x="95" y="16"/>
                  </a:cubicBezTo>
                  <a:lnTo>
                    <a:pt x="95" y="32"/>
                  </a:lnTo>
                  <a:cubicBezTo>
                    <a:pt x="111" y="47"/>
                    <a:pt x="111" y="79"/>
                    <a:pt x="95" y="79"/>
                  </a:cubicBezTo>
                  <a:lnTo>
                    <a:pt x="80" y="79"/>
                  </a:lnTo>
                  <a:cubicBezTo>
                    <a:pt x="80" y="95"/>
                    <a:pt x="63" y="110"/>
                    <a:pt x="63" y="110"/>
                  </a:cubicBezTo>
                  <a:lnTo>
                    <a:pt x="48" y="127"/>
                  </a:lnTo>
                  <a:cubicBezTo>
                    <a:pt x="32" y="127"/>
                    <a:pt x="17" y="110"/>
                    <a:pt x="17" y="95"/>
                  </a:cubicBezTo>
                  <a:lnTo>
                    <a:pt x="17" y="95"/>
                  </a:lnTo>
                  <a:cubicBezTo>
                    <a:pt x="0" y="110"/>
                    <a:pt x="0" y="110"/>
                    <a:pt x="0" y="127"/>
                  </a:cubicBezTo>
                  <a:lnTo>
                    <a:pt x="63" y="142"/>
                  </a:lnTo>
                  <a:cubicBezTo>
                    <a:pt x="80" y="110"/>
                    <a:pt x="111" y="95"/>
                    <a:pt x="143" y="64"/>
                  </a:cubicBezTo>
                  <a:lnTo>
                    <a:pt x="143" y="64"/>
                  </a:lnTo>
                  <a:lnTo>
                    <a:pt x="158" y="79"/>
                  </a:lnTo>
                  <a:lnTo>
                    <a:pt x="174" y="79"/>
                  </a:lnTo>
                  <a:cubicBezTo>
                    <a:pt x="189" y="79"/>
                    <a:pt x="206" y="79"/>
                    <a:pt x="206" y="64"/>
                  </a:cubicBezTo>
                  <a:cubicBezTo>
                    <a:pt x="221" y="47"/>
                    <a:pt x="206" y="32"/>
                    <a:pt x="189" y="16"/>
                  </a:cubicBezTo>
                  <a:lnTo>
                    <a:pt x="189" y="16"/>
                  </a:lnTo>
                  <a:cubicBezTo>
                    <a:pt x="174"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7" name="Google Shape;1687;p38"/>
            <p:cNvSpPr/>
            <p:nvPr/>
          </p:nvSpPr>
          <p:spPr>
            <a:xfrm>
              <a:off x="3166463" y="1817800"/>
              <a:ext cx="4039" cy="6042"/>
            </a:xfrm>
            <a:custGeom>
              <a:avLst/>
              <a:gdLst/>
              <a:ahLst/>
              <a:cxnLst/>
              <a:rect l="l" t="t" r="r" b="b"/>
              <a:pathLst>
                <a:path w="127" h="190" extrusionOk="0">
                  <a:moveTo>
                    <a:pt x="95" y="1"/>
                  </a:moveTo>
                  <a:lnTo>
                    <a:pt x="95" y="1"/>
                  </a:lnTo>
                  <a:cubicBezTo>
                    <a:pt x="80" y="17"/>
                    <a:pt x="64" y="17"/>
                    <a:pt x="64" y="32"/>
                  </a:cubicBezTo>
                  <a:lnTo>
                    <a:pt x="17" y="158"/>
                  </a:lnTo>
                  <a:cubicBezTo>
                    <a:pt x="1" y="158"/>
                    <a:pt x="17" y="190"/>
                    <a:pt x="32" y="190"/>
                  </a:cubicBezTo>
                  <a:lnTo>
                    <a:pt x="32" y="190"/>
                  </a:lnTo>
                  <a:lnTo>
                    <a:pt x="64" y="143"/>
                  </a:lnTo>
                  <a:cubicBezTo>
                    <a:pt x="64" y="127"/>
                    <a:pt x="80" y="127"/>
                    <a:pt x="80" y="127"/>
                  </a:cubicBezTo>
                  <a:lnTo>
                    <a:pt x="95" y="127"/>
                  </a:lnTo>
                  <a:lnTo>
                    <a:pt x="95" y="127"/>
                  </a:lnTo>
                  <a:lnTo>
                    <a:pt x="127" y="49"/>
                  </a:lnTo>
                  <a:cubicBezTo>
                    <a:pt x="127" y="32"/>
                    <a:pt x="127" y="17"/>
                    <a:pt x="112" y="17"/>
                  </a:cubicBezTo>
                  <a:cubicBezTo>
                    <a:pt x="95" y="17"/>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8" name="Google Shape;1688;p38"/>
            <p:cNvSpPr/>
            <p:nvPr/>
          </p:nvSpPr>
          <p:spPr>
            <a:xfrm>
              <a:off x="3134405" y="1826355"/>
              <a:ext cx="5025" cy="6042"/>
            </a:xfrm>
            <a:custGeom>
              <a:avLst/>
              <a:gdLst/>
              <a:ahLst/>
              <a:cxnLst/>
              <a:rect l="l" t="t" r="r" b="b"/>
              <a:pathLst>
                <a:path w="158" h="190" extrusionOk="0">
                  <a:moveTo>
                    <a:pt x="111" y="0"/>
                  </a:moveTo>
                  <a:lnTo>
                    <a:pt x="111" y="0"/>
                  </a:lnTo>
                  <a:cubicBezTo>
                    <a:pt x="95" y="0"/>
                    <a:pt x="95" y="15"/>
                    <a:pt x="80" y="15"/>
                  </a:cubicBezTo>
                  <a:lnTo>
                    <a:pt x="63" y="47"/>
                  </a:lnTo>
                  <a:cubicBezTo>
                    <a:pt x="63" y="63"/>
                    <a:pt x="63" y="63"/>
                    <a:pt x="48" y="78"/>
                  </a:cubicBezTo>
                  <a:lnTo>
                    <a:pt x="48" y="78"/>
                  </a:lnTo>
                  <a:lnTo>
                    <a:pt x="17" y="141"/>
                  </a:lnTo>
                  <a:cubicBezTo>
                    <a:pt x="0" y="158"/>
                    <a:pt x="17" y="173"/>
                    <a:pt x="32" y="189"/>
                  </a:cubicBezTo>
                  <a:lnTo>
                    <a:pt x="48" y="189"/>
                  </a:lnTo>
                  <a:cubicBezTo>
                    <a:pt x="63" y="189"/>
                    <a:pt x="63" y="173"/>
                    <a:pt x="80" y="173"/>
                  </a:cubicBezTo>
                  <a:lnTo>
                    <a:pt x="143" y="47"/>
                  </a:lnTo>
                  <a:cubicBezTo>
                    <a:pt x="158" y="32"/>
                    <a:pt x="143" y="15"/>
                    <a:pt x="126" y="15"/>
                  </a:cubicBezTo>
                  <a:cubicBezTo>
                    <a:pt x="126" y="0"/>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9" name="Google Shape;1689;p38"/>
            <p:cNvSpPr/>
            <p:nvPr/>
          </p:nvSpPr>
          <p:spPr>
            <a:xfrm>
              <a:off x="3252651" y="1806287"/>
              <a:ext cx="4039" cy="4039"/>
            </a:xfrm>
            <a:custGeom>
              <a:avLst/>
              <a:gdLst/>
              <a:ahLst/>
              <a:cxnLst/>
              <a:rect l="l" t="t" r="r" b="b"/>
              <a:pathLst>
                <a:path w="127" h="127" extrusionOk="0">
                  <a:moveTo>
                    <a:pt x="80" y="1"/>
                  </a:moveTo>
                  <a:lnTo>
                    <a:pt x="80" y="1"/>
                  </a:lnTo>
                  <a:cubicBezTo>
                    <a:pt x="64" y="16"/>
                    <a:pt x="64" y="16"/>
                    <a:pt x="49" y="16"/>
                  </a:cubicBezTo>
                  <a:lnTo>
                    <a:pt x="17" y="64"/>
                  </a:lnTo>
                  <a:cubicBezTo>
                    <a:pt x="1" y="79"/>
                    <a:pt x="1" y="111"/>
                    <a:pt x="17" y="111"/>
                  </a:cubicBezTo>
                  <a:cubicBezTo>
                    <a:pt x="17" y="127"/>
                    <a:pt x="32" y="127"/>
                    <a:pt x="32" y="127"/>
                  </a:cubicBezTo>
                  <a:cubicBezTo>
                    <a:pt x="49" y="127"/>
                    <a:pt x="64" y="127"/>
                    <a:pt x="64" y="111"/>
                  </a:cubicBezTo>
                  <a:lnTo>
                    <a:pt x="112" y="64"/>
                  </a:lnTo>
                  <a:cubicBezTo>
                    <a:pt x="127" y="48"/>
                    <a:pt x="112" y="32"/>
                    <a:pt x="95" y="16"/>
                  </a:cubicBez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0" name="Google Shape;1690;p38"/>
            <p:cNvSpPr/>
            <p:nvPr/>
          </p:nvSpPr>
          <p:spPr>
            <a:xfrm>
              <a:off x="3442582" y="1782720"/>
              <a:ext cx="3530" cy="4039"/>
            </a:xfrm>
            <a:custGeom>
              <a:avLst/>
              <a:gdLst/>
              <a:ahLst/>
              <a:cxnLst/>
              <a:rect l="l" t="t" r="r" b="b"/>
              <a:pathLst>
                <a:path w="111" h="127" extrusionOk="0">
                  <a:moveTo>
                    <a:pt x="47" y="1"/>
                  </a:moveTo>
                  <a:lnTo>
                    <a:pt x="32" y="1"/>
                  </a:lnTo>
                  <a:lnTo>
                    <a:pt x="16" y="17"/>
                  </a:lnTo>
                  <a:cubicBezTo>
                    <a:pt x="16" y="17"/>
                    <a:pt x="16" y="32"/>
                    <a:pt x="1" y="32"/>
                  </a:cubicBezTo>
                  <a:lnTo>
                    <a:pt x="1" y="64"/>
                  </a:lnTo>
                  <a:cubicBezTo>
                    <a:pt x="1" y="80"/>
                    <a:pt x="1" y="95"/>
                    <a:pt x="16" y="95"/>
                  </a:cubicBezTo>
                  <a:lnTo>
                    <a:pt x="47" y="112"/>
                  </a:lnTo>
                  <a:lnTo>
                    <a:pt x="64" y="112"/>
                  </a:lnTo>
                  <a:lnTo>
                    <a:pt x="64" y="112"/>
                  </a:lnTo>
                  <a:lnTo>
                    <a:pt x="64" y="112"/>
                  </a:lnTo>
                  <a:cubicBezTo>
                    <a:pt x="79" y="112"/>
                    <a:pt x="79" y="112"/>
                    <a:pt x="95" y="127"/>
                  </a:cubicBezTo>
                  <a:cubicBezTo>
                    <a:pt x="95" y="112"/>
                    <a:pt x="110" y="112"/>
                    <a:pt x="110" y="112"/>
                  </a:cubicBezTo>
                  <a:cubicBezTo>
                    <a:pt x="110" y="95"/>
                    <a:pt x="110" y="64"/>
                    <a:pt x="95" y="64"/>
                  </a:cubicBezTo>
                  <a:lnTo>
                    <a:pt x="95" y="64"/>
                  </a:lnTo>
                  <a:lnTo>
                    <a:pt x="79" y="49"/>
                  </a:lnTo>
                  <a:lnTo>
                    <a:pt x="79" y="49"/>
                  </a:lnTo>
                  <a:cubicBezTo>
                    <a:pt x="79" y="32"/>
                    <a:pt x="64"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1" name="Google Shape;1691;p38"/>
            <p:cNvSpPr/>
            <p:nvPr/>
          </p:nvSpPr>
          <p:spPr>
            <a:xfrm>
              <a:off x="3410524" y="1791752"/>
              <a:ext cx="5534" cy="2544"/>
            </a:xfrm>
            <a:custGeom>
              <a:avLst/>
              <a:gdLst/>
              <a:ahLst/>
              <a:cxnLst/>
              <a:rect l="l" t="t" r="r" b="b"/>
              <a:pathLst>
                <a:path w="174" h="80" extrusionOk="0">
                  <a:moveTo>
                    <a:pt x="126" y="0"/>
                  </a:moveTo>
                  <a:lnTo>
                    <a:pt x="126" y="0"/>
                  </a:lnTo>
                  <a:lnTo>
                    <a:pt x="126" y="0"/>
                  </a:lnTo>
                  <a:lnTo>
                    <a:pt x="32" y="17"/>
                  </a:lnTo>
                  <a:lnTo>
                    <a:pt x="32" y="17"/>
                  </a:lnTo>
                  <a:cubicBezTo>
                    <a:pt x="16" y="17"/>
                    <a:pt x="0" y="32"/>
                    <a:pt x="0" y="48"/>
                  </a:cubicBezTo>
                  <a:cubicBezTo>
                    <a:pt x="0" y="63"/>
                    <a:pt x="16" y="63"/>
                    <a:pt x="16" y="80"/>
                  </a:cubicBezTo>
                  <a:lnTo>
                    <a:pt x="47" y="80"/>
                  </a:lnTo>
                  <a:lnTo>
                    <a:pt x="47" y="80"/>
                  </a:lnTo>
                  <a:lnTo>
                    <a:pt x="63" y="80"/>
                  </a:lnTo>
                  <a:cubicBezTo>
                    <a:pt x="63" y="63"/>
                    <a:pt x="79" y="63"/>
                    <a:pt x="95" y="63"/>
                  </a:cubicBezTo>
                  <a:lnTo>
                    <a:pt x="142" y="48"/>
                  </a:lnTo>
                  <a:lnTo>
                    <a:pt x="142" y="48"/>
                  </a:lnTo>
                  <a:cubicBezTo>
                    <a:pt x="142" y="48"/>
                    <a:pt x="142" y="63"/>
                    <a:pt x="158" y="63"/>
                  </a:cubicBezTo>
                  <a:cubicBezTo>
                    <a:pt x="158" y="48"/>
                    <a:pt x="158" y="48"/>
                    <a:pt x="173" y="32"/>
                  </a:cubicBezTo>
                  <a:lnTo>
                    <a:pt x="173" y="32"/>
                  </a:lnTo>
                  <a:lnTo>
                    <a:pt x="158" y="17"/>
                  </a:lnTo>
                  <a:cubicBezTo>
                    <a:pt x="158" y="17"/>
                    <a:pt x="142"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2" name="Google Shape;1692;p38"/>
            <p:cNvSpPr/>
            <p:nvPr/>
          </p:nvSpPr>
          <p:spPr>
            <a:xfrm>
              <a:off x="3421560" y="1795760"/>
              <a:ext cx="9032" cy="7060"/>
            </a:xfrm>
            <a:custGeom>
              <a:avLst/>
              <a:gdLst/>
              <a:ahLst/>
              <a:cxnLst/>
              <a:rect l="l" t="t" r="r" b="b"/>
              <a:pathLst>
                <a:path w="284" h="222" extrusionOk="0">
                  <a:moveTo>
                    <a:pt x="32" y="0"/>
                  </a:moveTo>
                  <a:lnTo>
                    <a:pt x="32" y="0"/>
                  </a:lnTo>
                  <a:cubicBezTo>
                    <a:pt x="15" y="17"/>
                    <a:pt x="0" y="17"/>
                    <a:pt x="0" y="32"/>
                  </a:cubicBezTo>
                  <a:lnTo>
                    <a:pt x="0" y="32"/>
                  </a:lnTo>
                  <a:lnTo>
                    <a:pt x="0" y="63"/>
                  </a:lnTo>
                  <a:lnTo>
                    <a:pt x="15" y="80"/>
                  </a:lnTo>
                  <a:cubicBezTo>
                    <a:pt x="15" y="63"/>
                    <a:pt x="15" y="63"/>
                    <a:pt x="32" y="63"/>
                  </a:cubicBezTo>
                  <a:lnTo>
                    <a:pt x="32" y="63"/>
                  </a:lnTo>
                  <a:cubicBezTo>
                    <a:pt x="47" y="63"/>
                    <a:pt x="47" y="80"/>
                    <a:pt x="63" y="80"/>
                  </a:cubicBezTo>
                  <a:lnTo>
                    <a:pt x="63" y="127"/>
                  </a:lnTo>
                  <a:cubicBezTo>
                    <a:pt x="78" y="127"/>
                    <a:pt x="78" y="143"/>
                    <a:pt x="78" y="158"/>
                  </a:cubicBezTo>
                  <a:lnTo>
                    <a:pt x="110" y="206"/>
                  </a:lnTo>
                  <a:cubicBezTo>
                    <a:pt x="126" y="206"/>
                    <a:pt x="126" y="221"/>
                    <a:pt x="141" y="221"/>
                  </a:cubicBezTo>
                  <a:cubicBezTo>
                    <a:pt x="141" y="221"/>
                    <a:pt x="158" y="221"/>
                    <a:pt x="158" y="206"/>
                  </a:cubicBezTo>
                  <a:cubicBezTo>
                    <a:pt x="141" y="206"/>
                    <a:pt x="126" y="190"/>
                    <a:pt x="126" y="174"/>
                  </a:cubicBezTo>
                  <a:cubicBezTo>
                    <a:pt x="141" y="158"/>
                    <a:pt x="141" y="143"/>
                    <a:pt x="158" y="143"/>
                  </a:cubicBezTo>
                  <a:lnTo>
                    <a:pt x="110" y="80"/>
                  </a:lnTo>
                  <a:lnTo>
                    <a:pt x="236" y="95"/>
                  </a:lnTo>
                  <a:lnTo>
                    <a:pt x="236" y="95"/>
                  </a:lnTo>
                  <a:cubicBezTo>
                    <a:pt x="252" y="95"/>
                    <a:pt x="267" y="80"/>
                    <a:pt x="267" y="63"/>
                  </a:cubicBezTo>
                  <a:cubicBezTo>
                    <a:pt x="284" y="48"/>
                    <a:pt x="267" y="32"/>
                    <a:pt x="236" y="32"/>
                  </a:cubicBezTo>
                  <a:lnTo>
                    <a:pt x="204" y="32"/>
                  </a:lnTo>
                  <a:lnTo>
                    <a:pt x="141" y="17"/>
                  </a:lnTo>
                  <a:lnTo>
                    <a:pt x="141" y="17"/>
                  </a:lnTo>
                  <a:lnTo>
                    <a:pt x="141" y="32"/>
                  </a:lnTo>
                  <a:cubicBezTo>
                    <a:pt x="141" y="48"/>
                    <a:pt x="126" y="63"/>
                    <a:pt x="110" y="63"/>
                  </a:cubicBezTo>
                  <a:lnTo>
                    <a:pt x="110" y="63"/>
                  </a:lnTo>
                  <a:cubicBezTo>
                    <a:pt x="78" y="63"/>
                    <a:pt x="63" y="48"/>
                    <a:pt x="63" y="32"/>
                  </a:cubicBezTo>
                  <a:lnTo>
                    <a:pt x="63" y="17"/>
                  </a:lnTo>
                  <a:lnTo>
                    <a:pt x="63" y="17"/>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3" name="Google Shape;1693;p38"/>
            <p:cNvSpPr/>
            <p:nvPr/>
          </p:nvSpPr>
          <p:spPr>
            <a:xfrm>
              <a:off x="3436572" y="1790258"/>
              <a:ext cx="4516" cy="2512"/>
            </a:xfrm>
            <a:custGeom>
              <a:avLst/>
              <a:gdLst/>
              <a:ahLst/>
              <a:cxnLst/>
              <a:rect l="l" t="t" r="r" b="b"/>
              <a:pathLst>
                <a:path w="142" h="79" extrusionOk="0">
                  <a:moveTo>
                    <a:pt x="110" y="1"/>
                  </a:moveTo>
                  <a:lnTo>
                    <a:pt x="95" y="1"/>
                  </a:lnTo>
                  <a:lnTo>
                    <a:pt x="64" y="1"/>
                  </a:lnTo>
                  <a:lnTo>
                    <a:pt x="47" y="16"/>
                  </a:lnTo>
                  <a:lnTo>
                    <a:pt x="47" y="16"/>
                  </a:lnTo>
                  <a:cubicBezTo>
                    <a:pt x="32" y="16"/>
                    <a:pt x="32" y="16"/>
                    <a:pt x="32" y="1"/>
                  </a:cubicBezTo>
                  <a:cubicBezTo>
                    <a:pt x="16" y="16"/>
                    <a:pt x="1" y="32"/>
                    <a:pt x="1" y="47"/>
                  </a:cubicBezTo>
                  <a:cubicBezTo>
                    <a:pt x="1" y="64"/>
                    <a:pt x="16" y="79"/>
                    <a:pt x="32" y="79"/>
                  </a:cubicBezTo>
                  <a:lnTo>
                    <a:pt x="47" y="79"/>
                  </a:lnTo>
                  <a:lnTo>
                    <a:pt x="47" y="79"/>
                  </a:lnTo>
                  <a:lnTo>
                    <a:pt x="47" y="79"/>
                  </a:lnTo>
                  <a:lnTo>
                    <a:pt x="110" y="64"/>
                  </a:lnTo>
                  <a:cubicBezTo>
                    <a:pt x="127" y="64"/>
                    <a:pt x="142" y="47"/>
                    <a:pt x="142" y="32"/>
                  </a:cubicBezTo>
                  <a:lnTo>
                    <a:pt x="142" y="32"/>
                  </a:lnTo>
                  <a:cubicBezTo>
                    <a:pt x="142" y="16"/>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4" name="Google Shape;1694;p38"/>
            <p:cNvSpPr/>
            <p:nvPr/>
          </p:nvSpPr>
          <p:spPr>
            <a:xfrm>
              <a:off x="3380947" y="1791275"/>
              <a:ext cx="3562" cy="3498"/>
            </a:xfrm>
            <a:custGeom>
              <a:avLst/>
              <a:gdLst/>
              <a:ahLst/>
              <a:cxnLst/>
              <a:rect l="l" t="t" r="r" b="b"/>
              <a:pathLst>
                <a:path w="112" h="110" extrusionOk="0">
                  <a:moveTo>
                    <a:pt x="63" y="0"/>
                  </a:moveTo>
                  <a:lnTo>
                    <a:pt x="63" y="0"/>
                  </a:lnTo>
                  <a:lnTo>
                    <a:pt x="17" y="32"/>
                  </a:lnTo>
                  <a:lnTo>
                    <a:pt x="0" y="47"/>
                  </a:lnTo>
                  <a:lnTo>
                    <a:pt x="0" y="47"/>
                  </a:lnTo>
                  <a:lnTo>
                    <a:pt x="0" y="63"/>
                  </a:lnTo>
                  <a:lnTo>
                    <a:pt x="0" y="63"/>
                  </a:lnTo>
                  <a:cubicBezTo>
                    <a:pt x="17" y="63"/>
                    <a:pt x="32" y="63"/>
                    <a:pt x="32" y="78"/>
                  </a:cubicBezTo>
                  <a:cubicBezTo>
                    <a:pt x="32" y="78"/>
                    <a:pt x="48" y="95"/>
                    <a:pt x="32" y="110"/>
                  </a:cubicBezTo>
                  <a:cubicBezTo>
                    <a:pt x="48" y="110"/>
                    <a:pt x="48" y="95"/>
                    <a:pt x="48" y="95"/>
                  </a:cubicBezTo>
                  <a:lnTo>
                    <a:pt x="48" y="95"/>
                  </a:lnTo>
                  <a:lnTo>
                    <a:pt x="111" y="47"/>
                  </a:lnTo>
                  <a:lnTo>
                    <a:pt x="111" y="32"/>
                  </a:lnTo>
                  <a:lnTo>
                    <a:pt x="111" y="32"/>
                  </a:lnTo>
                  <a:lnTo>
                    <a:pt x="95" y="32"/>
                  </a:lnTo>
                  <a:cubicBezTo>
                    <a:pt x="80" y="32"/>
                    <a:pt x="80" y="32"/>
                    <a:pt x="63" y="15"/>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5" name="Google Shape;1695;p38"/>
            <p:cNvSpPr/>
            <p:nvPr/>
          </p:nvSpPr>
          <p:spPr>
            <a:xfrm>
              <a:off x="3165986" y="1821807"/>
              <a:ext cx="4516" cy="4580"/>
            </a:xfrm>
            <a:custGeom>
              <a:avLst/>
              <a:gdLst/>
              <a:ahLst/>
              <a:cxnLst/>
              <a:rect l="l" t="t" r="r" b="b"/>
              <a:pathLst>
                <a:path w="142" h="144" extrusionOk="0">
                  <a:moveTo>
                    <a:pt x="110" y="1"/>
                  </a:moveTo>
                  <a:lnTo>
                    <a:pt x="95" y="1"/>
                  </a:lnTo>
                  <a:cubicBezTo>
                    <a:pt x="95" y="1"/>
                    <a:pt x="79" y="1"/>
                    <a:pt x="79" y="17"/>
                  </a:cubicBezTo>
                  <a:lnTo>
                    <a:pt x="47" y="64"/>
                  </a:lnTo>
                  <a:lnTo>
                    <a:pt x="47" y="64"/>
                  </a:lnTo>
                  <a:lnTo>
                    <a:pt x="32" y="64"/>
                  </a:lnTo>
                  <a:cubicBezTo>
                    <a:pt x="16" y="64"/>
                    <a:pt x="1" y="95"/>
                    <a:pt x="1" y="112"/>
                  </a:cubicBezTo>
                  <a:cubicBezTo>
                    <a:pt x="1" y="127"/>
                    <a:pt x="16" y="143"/>
                    <a:pt x="32" y="143"/>
                  </a:cubicBezTo>
                  <a:lnTo>
                    <a:pt x="47" y="143"/>
                  </a:lnTo>
                  <a:lnTo>
                    <a:pt x="79" y="127"/>
                  </a:lnTo>
                  <a:cubicBezTo>
                    <a:pt x="95" y="127"/>
                    <a:pt x="95" y="112"/>
                    <a:pt x="110" y="112"/>
                  </a:cubicBezTo>
                  <a:lnTo>
                    <a:pt x="110" y="112"/>
                  </a:lnTo>
                  <a:lnTo>
                    <a:pt x="110" y="112"/>
                  </a:lnTo>
                  <a:lnTo>
                    <a:pt x="142" y="49"/>
                  </a:lnTo>
                  <a:cubicBezTo>
                    <a:pt x="142" y="32"/>
                    <a:pt x="142" y="17"/>
                    <a:pt x="127" y="17"/>
                  </a:cubicBezTo>
                  <a:lnTo>
                    <a:pt x="127" y="1"/>
                  </a:ln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6" name="Google Shape;1696;p38"/>
            <p:cNvSpPr/>
            <p:nvPr/>
          </p:nvSpPr>
          <p:spPr>
            <a:xfrm>
              <a:off x="3356872" y="1803774"/>
              <a:ext cx="4580" cy="3562"/>
            </a:xfrm>
            <a:custGeom>
              <a:avLst/>
              <a:gdLst/>
              <a:ahLst/>
              <a:cxnLst/>
              <a:rect l="l" t="t" r="r" b="b"/>
              <a:pathLst>
                <a:path w="144" h="112" extrusionOk="0">
                  <a:moveTo>
                    <a:pt x="95" y="1"/>
                  </a:moveTo>
                  <a:lnTo>
                    <a:pt x="95" y="1"/>
                  </a:lnTo>
                  <a:lnTo>
                    <a:pt x="80" y="1"/>
                  </a:lnTo>
                  <a:lnTo>
                    <a:pt x="64" y="17"/>
                  </a:lnTo>
                  <a:lnTo>
                    <a:pt x="17" y="48"/>
                  </a:lnTo>
                  <a:cubicBezTo>
                    <a:pt x="17" y="48"/>
                    <a:pt x="17" y="64"/>
                    <a:pt x="1" y="64"/>
                  </a:cubicBezTo>
                  <a:cubicBezTo>
                    <a:pt x="17" y="80"/>
                    <a:pt x="17" y="95"/>
                    <a:pt x="17" y="95"/>
                  </a:cubicBezTo>
                  <a:cubicBezTo>
                    <a:pt x="32" y="111"/>
                    <a:pt x="32" y="111"/>
                    <a:pt x="49" y="111"/>
                  </a:cubicBezTo>
                  <a:cubicBezTo>
                    <a:pt x="49" y="111"/>
                    <a:pt x="64" y="111"/>
                    <a:pt x="64" y="95"/>
                  </a:cubicBezTo>
                  <a:lnTo>
                    <a:pt x="127" y="48"/>
                  </a:lnTo>
                  <a:cubicBezTo>
                    <a:pt x="143" y="48"/>
                    <a:pt x="143" y="17"/>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7" name="Google Shape;1697;p38"/>
            <p:cNvSpPr/>
            <p:nvPr/>
          </p:nvSpPr>
          <p:spPr>
            <a:xfrm>
              <a:off x="3298289" y="1780716"/>
              <a:ext cx="3021" cy="4039"/>
            </a:xfrm>
            <a:custGeom>
              <a:avLst/>
              <a:gdLst/>
              <a:ahLst/>
              <a:cxnLst/>
              <a:rect l="l" t="t" r="r" b="b"/>
              <a:pathLst>
                <a:path w="95" h="127" extrusionOk="0">
                  <a:moveTo>
                    <a:pt x="63" y="1"/>
                  </a:moveTo>
                  <a:lnTo>
                    <a:pt x="63" y="1"/>
                  </a:lnTo>
                  <a:lnTo>
                    <a:pt x="47" y="1"/>
                  </a:lnTo>
                  <a:cubicBezTo>
                    <a:pt x="32" y="17"/>
                    <a:pt x="32" y="17"/>
                    <a:pt x="32" y="32"/>
                  </a:cubicBezTo>
                  <a:lnTo>
                    <a:pt x="32" y="32"/>
                  </a:lnTo>
                  <a:cubicBezTo>
                    <a:pt x="15" y="49"/>
                    <a:pt x="0" y="49"/>
                    <a:pt x="0" y="80"/>
                  </a:cubicBezTo>
                  <a:cubicBezTo>
                    <a:pt x="0" y="112"/>
                    <a:pt x="32" y="127"/>
                    <a:pt x="32" y="127"/>
                  </a:cubicBezTo>
                  <a:lnTo>
                    <a:pt x="47" y="127"/>
                  </a:lnTo>
                  <a:cubicBezTo>
                    <a:pt x="63" y="127"/>
                    <a:pt x="78" y="127"/>
                    <a:pt x="78" y="112"/>
                  </a:cubicBezTo>
                  <a:lnTo>
                    <a:pt x="78" y="112"/>
                  </a:lnTo>
                  <a:lnTo>
                    <a:pt x="78" y="112"/>
                  </a:lnTo>
                  <a:cubicBezTo>
                    <a:pt x="63" y="112"/>
                    <a:pt x="63" y="112"/>
                    <a:pt x="47" y="95"/>
                  </a:cubicBezTo>
                  <a:cubicBezTo>
                    <a:pt x="47" y="64"/>
                    <a:pt x="63" y="49"/>
                    <a:pt x="78" y="49"/>
                  </a:cubicBezTo>
                  <a:lnTo>
                    <a:pt x="95" y="32"/>
                  </a:lnTo>
                  <a:lnTo>
                    <a:pt x="95" y="17"/>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8" name="Google Shape;1698;p38"/>
            <p:cNvSpPr/>
            <p:nvPr/>
          </p:nvSpPr>
          <p:spPr>
            <a:xfrm>
              <a:off x="3183510" y="1793756"/>
              <a:ext cx="6551" cy="6042"/>
            </a:xfrm>
            <a:custGeom>
              <a:avLst/>
              <a:gdLst/>
              <a:ahLst/>
              <a:cxnLst/>
              <a:rect l="l" t="t" r="r" b="b"/>
              <a:pathLst>
                <a:path w="206" h="190" extrusionOk="0">
                  <a:moveTo>
                    <a:pt x="174" y="0"/>
                  </a:moveTo>
                  <a:lnTo>
                    <a:pt x="174" y="0"/>
                  </a:lnTo>
                  <a:lnTo>
                    <a:pt x="174" y="0"/>
                  </a:lnTo>
                  <a:lnTo>
                    <a:pt x="127" y="17"/>
                  </a:lnTo>
                  <a:lnTo>
                    <a:pt x="111" y="17"/>
                  </a:lnTo>
                  <a:lnTo>
                    <a:pt x="111" y="48"/>
                  </a:lnTo>
                  <a:cubicBezTo>
                    <a:pt x="127" y="63"/>
                    <a:pt x="111" y="80"/>
                    <a:pt x="95" y="95"/>
                  </a:cubicBezTo>
                  <a:lnTo>
                    <a:pt x="80" y="95"/>
                  </a:lnTo>
                  <a:cubicBezTo>
                    <a:pt x="64" y="95"/>
                    <a:pt x="64" y="80"/>
                    <a:pt x="48" y="63"/>
                  </a:cubicBezTo>
                  <a:lnTo>
                    <a:pt x="48" y="63"/>
                  </a:lnTo>
                  <a:lnTo>
                    <a:pt x="48" y="80"/>
                  </a:lnTo>
                  <a:lnTo>
                    <a:pt x="17" y="143"/>
                  </a:lnTo>
                  <a:cubicBezTo>
                    <a:pt x="0" y="158"/>
                    <a:pt x="0" y="174"/>
                    <a:pt x="17" y="190"/>
                  </a:cubicBezTo>
                  <a:lnTo>
                    <a:pt x="32" y="190"/>
                  </a:lnTo>
                  <a:lnTo>
                    <a:pt x="32" y="190"/>
                  </a:lnTo>
                  <a:cubicBezTo>
                    <a:pt x="48" y="190"/>
                    <a:pt x="64" y="190"/>
                    <a:pt x="64" y="174"/>
                  </a:cubicBezTo>
                  <a:lnTo>
                    <a:pt x="80" y="174"/>
                  </a:lnTo>
                  <a:lnTo>
                    <a:pt x="80" y="174"/>
                  </a:lnTo>
                  <a:cubicBezTo>
                    <a:pt x="64" y="174"/>
                    <a:pt x="64" y="158"/>
                    <a:pt x="64" y="158"/>
                  </a:cubicBezTo>
                  <a:cubicBezTo>
                    <a:pt x="48" y="143"/>
                    <a:pt x="64" y="111"/>
                    <a:pt x="80" y="111"/>
                  </a:cubicBezTo>
                  <a:lnTo>
                    <a:pt x="95" y="95"/>
                  </a:lnTo>
                  <a:cubicBezTo>
                    <a:pt x="95" y="95"/>
                    <a:pt x="111" y="95"/>
                    <a:pt x="127" y="80"/>
                  </a:cubicBezTo>
                  <a:lnTo>
                    <a:pt x="127" y="80"/>
                  </a:lnTo>
                  <a:lnTo>
                    <a:pt x="190" y="80"/>
                  </a:lnTo>
                  <a:cubicBezTo>
                    <a:pt x="190" y="63"/>
                    <a:pt x="206" y="63"/>
                    <a:pt x="206" y="48"/>
                  </a:cubicBezTo>
                  <a:lnTo>
                    <a:pt x="206" y="32"/>
                  </a:lnTo>
                  <a:cubicBezTo>
                    <a:pt x="206" y="17"/>
                    <a:pt x="206" y="17"/>
                    <a:pt x="190" y="17"/>
                  </a:cubicBezTo>
                  <a:cubicBezTo>
                    <a:pt x="190" y="0"/>
                    <a:pt x="174"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9" name="Google Shape;1699;p38"/>
            <p:cNvSpPr/>
            <p:nvPr/>
          </p:nvSpPr>
          <p:spPr>
            <a:xfrm>
              <a:off x="3330824" y="1779731"/>
              <a:ext cx="3562" cy="4548"/>
            </a:xfrm>
            <a:custGeom>
              <a:avLst/>
              <a:gdLst/>
              <a:ahLst/>
              <a:cxnLst/>
              <a:rect l="l" t="t" r="r" b="b"/>
              <a:pathLst>
                <a:path w="112" h="143" extrusionOk="0">
                  <a:moveTo>
                    <a:pt x="64" y="0"/>
                  </a:moveTo>
                  <a:cubicBezTo>
                    <a:pt x="64" y="17"/>
                    <a:pt x="49" y="17"/>
                    <a:pt x="49" y="17"/>
                  </a:cubicBezTo>
                  <a:lnTo>
                    <a:pt x="32" y="17"/>
                  </a:lnTo>
                  <a:lnTo>
                    <a:pt x="17" y="0"/>
                  </a:lnTo>
                  <a:lnTo>
                    <a:pt x="17" y="17"/>
                  </a:lnTo>
                  <a:lnTo>
                    <a:pt x="1" y="63"/>
                  </a:lnTo>
                  <a:lnTo>
                    <a:pt x="1" y="95"/>
                  </a:lnTo>
                  <a:lnTo>
                    <a:pt x="49" y="143"/>
                  </a:lnTo>
                  <a:lnTo>
                    <a:pt x="80" y="143"/>
                  </a:lnTo>
                  <a:lnTo>
                    <a:pt x="95" y="143"/>
                  </a:lnTo>
                  <a:cubicBezTo>
                    <a:pt x="112" y="126"/>
                    <a:pt x="112" y="95"/>
                    <a:pt x="95" y="95"/>
                  </a:cubicBezTo>
                  <a:lnTo>
                    <a:pt x="64" y="63"/>
                  </a:lnTo>
                  <a:lnTo>
                    <a:pt x="80" y="48"/>
                  </a:lnTo>
                  <a:cubicBezTo>
                    <a:pt x="80" y="32"/>
                    <a:pt x="80" y="17"/>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0" name="Google Shape;1700;p38"/>
            <p:cNvSpPr/>
            <p:nvPr/>
          </p:nvSpPr>
          <p:spPr>
            <a:xfrm>
              <a:off x="3396976" y="1784247"/>
              <a:ext cx="5565" cy="3053"/>
            </a:xfrm>
            <a:custGeom>
              <a:avLst/>
              <a:gdLst/>
              <a:ahLst/>
              <a:cxnLst/>
              <a:rect l="l" t="t" r="r" b="b"/>
              <a:pathLst>
                <a:path w="175" h="96" extrusionOk="0">
                  <a:moveTo>
                    <a:pt x="143" y="1"/>
                  </a:moveTo>
                  <a:lnTo>
                    <a:pt x="126" y="1"/>
                  </a:lnTo>
                  <a:lnTo>
                    <a:pt x="111" y="16"/>
                  </a:lnTo>
                  <a:cubicBezTo>
                    <a:pt x="95" y="32"/>
                    <a:pt x="95" y="32"/>
                    <a:pt x="80" y="32"/>
                  </a:cubicBezTo>
                  <a:lnTo>
                    <a:pt x="48" y="32"/>
                  </a:lnTo>
                  <a:lnTo>
                    <a:pt x="17" y="32"/>
                  </a:lnTo>
                  <a:lnTo>
                    <a:pt x="17" y="32"/>
                  </a:lnTo>
                  <a:lnTo>
                    <a:pt x="17" y="32"/>
                  </a:lnTo>
                  <a:lnTo>
                    <a:pt x="0" y="95"/>
                  </a:lnTo>
                  <a:lnTo>
                    <a:pt x="17" y="95"/>
                  </a:lnTo>
                  <a:lnTo>
                    <a:pt x="32" y="95"/>
                  </a:lnTo>
                  <a:lnTo>
                    <a:pt x="63" y="95"/>
                  </a:lnTo>
                  <a:lnTo>
                    <a:pt x="80" y="95"/>
                  </a:lnTo>
                  <a:cubicBezTo>
                    <a:pt x="95" y="95"/>
                    <a:pt x="126" y="95"/>
                    <a:pt x="143" y="79"/>
                  </a:cubicBezTo>
                  <a:lnTo>
                    <a:pt x="158" y="64"/>
                  </a:lnTo>
                  <a:cubicBezTo>
                    <a:pt x="174" y="47"/>
                    <a:pt x="174" y="16"/>
                    <a:pt x="158" y="16"/>
                  </a:cubicBezTo>
                  <a:cubicBezTo>
                    <a:pt x="158" y="1"/>
                    <a:pt x="143"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1" name="Google Shape;1701;p38"/>
            <p:cNvSpPr/>
            <p:nvPr/>
          </p:nvSpPr>
          <p:spPr>
            <a:xfrm>
              <a:off x="3027163" y="1819803"/>
              <a:ext cx="6042" cy="4580"/>
            </a:xfrm>
            <a:custGeom>
              <a:avLst/>
              <a:gdLst/>
              <a:ahLst/>
              <a:cxnLst/>
              <a:rect l="l" t="t" r="r" b="b"/>
              <a:pathLst>
                <a:path w="190" h="144" extrusionOk="0">
                  <a:moveTo>
                    <a:pt x="143" y="1"/>
                  </a:moveTo>
                  <a:lnTo>
                    <a:pt x="143" y="1"/>
                  </a:lnTo>
                  <a:cubicBezTo>
                    <a:pt x="143" y="1"/>
                    <a:pt x="127" y="1"/>
                    <a:pt x="127" y="17"/>
                  </a:cubicBezTo>
                  <a:lnTo>
                    <a:pt x="80" y="64"/>
                  </a:lnTo>
                  <a:lnTo>
                    <a:pt x="64" y="49"/>
                  </a:lnTo>
                  <a:lnTo>
                    <a:pt x="49" y="49"/>
                  </a:lnTo>
                  <a:cubicBezTo>
                    <a:pt x="49" y="64"/>
                    <a:pt x="49" y="64"/>
                    <a:pt x="32" y="64"/>
                  </a:cubicBezTo>
                  <a:cubicBezTo>
                    <a:pt x="17" y="64"/>
                    <a:pt x="17" y="80"/>
                    <a:pt x="1" y="112"/>
                  </a:cubicBezTo>
                  <a:cubicBezTo>
                    <a:pt x="1" y="127"/>
                    <a:pt x="17" y="143"/>
                    <a:pt x="32" y="143"/>
                  </a:cubicBezTo>
                  <a:lnTo>
                    <a:pt x="49" y="143"/>
                  </a:lnTo>
                  <a:lnTo>
                    <a:pt x="64" y="143"/>
                  </a:lnTo>
                  <a:lnTo>
                    <a:pt x="64" y="127"/>
                  </a:lnTo>
                  <a:lnTo>
                    <a:pt x="95" y="127"/>
                  </a:lnTo>
                  <a:lnTo>
                    <a:pt x="127" y="127"/>
                  </a:lnTo>
                  <a:cubicBezTo>
                    <a:pt x="127" y="127"/>
                    <a:pt x="143" y="112"/>
                    <a:pt x="143" y="95"/>
                  </a:cubicBezTo>
                  <a:lnTo>
                    <a:pt x="143" y="95"/>
                  </a:lnTo>
                  <a:lnTo>
                    <a:pt x="175" y="49"/>
                  </a:lnTo>
                  <a:cubicBezTo>
                    <a:pt x="190" y="32"/>
                    <a:pt x="190" y="17"/>
                    <a:pt x="175" y="1"/>
                  </a:cubicBez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2" name="Google Shape;1702;p38"/>
            <p:cNvSpPr/>
            <p:nvPr/>
          </p:nvSpPr>
          <p:spPr>
            <a:xfrm>
              <a:off x="3146427" y="1836373"/>
              <a:ext cx="4039" cy="3498"/>
            </a:xfrm>
            <a:custGeom>
              <a:avLst/>
              <a:gdLst/>
              <a:ahLst/>
              <a:cxnLst/>
              <a:rect l="l" t="t" r="r" b="b"/>
              <a:pathLst>
                <a:path w="127" h="110" extrusionOk="0">
                  <a:moveTo>
                    <a:pt x="48" y="0"/>
                  </a:moveTo>
                  <a:lnTo>
                    <a:pt x="32" y="0"/>
                  </a:lnTo>
                  <a:cubicBezTo>
                    <a:pt x="17" y="0"/>
                    <a:pt x="1" y="32"/>
                    <a:pt x="1" y="47"/>
                  </a:cubicBezTo>
                  <a:lnTo>
                    <a:pt x="17" y="78"/>
                  </a:lnTo>
                  <a:cubicBezTo>
                    <a:pt x="17" y="78"/>
                    <a:pt x="17" y="95"/>
                    <a:pt x="32" y="95"/>
                  </a:cubicBezTo>
                  <a:cubicBezTo>
                    <a:pt x="32" y="95"/>
                    <a:pt x="32" y="110"/>
                    <a:pt x="48" y="110"/>
                  </a:cubicBezTo>
                  <a:lnTo>
                    <a:pt x="48" y="95"/>
                  </a:lnTo>
                  <a:lnTo>
                    <a:pt x="95" y="95"/>
                  </a:lnTo>
                  <a:cubicBezTo>
                    <a:pt x="111" y="78"/>
                    <a:pt x="127" y="63"/>
                    <a:pt x="111" y="47"/>
                  </a:cubicBezTo>
                  <a:cubicBezTo>
                    <a:pt x="111" y="32"/>
                    <a:pt x="95" y="32"/>
                    <a:pt x="80" y="32"/>
                  </a:cubicBez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3" name="Google Shape;1703;p38"/>
            <p:cNvSpPr/>
            <p:nvPr/>
          </p:nvSpPr>
          <p:spPr>
            <a:xfrm>
              <a:off x="3338839" y="1809308"/>
              <a:ext cx="3053" cy="4516"/>
            </a:xfrm>
            <a:custGeom>
              <a:avLst/>
              <a:gdLst/>
              <a:ahLst/>
              <a:cxnLst/>
              <a:rect l="l" t="t" r="r" b="b"/>
              <a:pathLst>
                <a:path w="96" h="142" extrusionOk="0">
                  <a:moveTo>
                    <a:pt x="64" y="110"/>
                  </a:moveTo>
                  <a:lnTo>
                    <a:pt x="64" y="110"/>
                  </a:lnTo>
                  <a:lnTo>
                    <a:pt x="64" y="110"/>
                  </a:lnTo>
                  <a:close/>
                  <a:moveTo>
                    <a:pt x="32" y="0"/>
                  </a:moveTo>
                  <a:lnTo>
                    <a:pt x="32" y="0"/>
                  </a:lnTo>
                  <a:lnTo>
                    <a:pt x="17" y="0"/>
                  </a:lnTo>
                  <a:lnTo>
                    <a:pt x="1" y="47"/>
                  </a:lnTo>
                  <a:lnTo>
                    <a:pt x="17" y="64"/>
                  </a:lnTo>
                  <a:lnTo>
                    <a:pt x="17" y="79"/>
                  </a:lnTo>
                  <a:lnTo>
                    <a:pt x="17" y="79"/>
                  </a:lnTo>
                  <a:lnTo>
                    <a:pt x="17" y="79"/>
                  </a:lnTo>
                  <a:lnTo>
                    <a:pt x="32" y="127"/>
                  </a:lnTo>
                  <a:lnTo>
                    <a:pt x="32" y="142"/>
                  </a:lnTo>
                  <a:lnTo>
                    <a:pt x="80" y="127"/>
                  </a:lnTo>
                  <a:lnTo>
                    <a:pt x="80" y="110"/>
                  </a:lnTo>
                  <a:cubicBezTo>
                    <a:pt x="80" y="110"/>
                    <a:pt x="95" y="110"/>
                    <a:pt x="95" y="95"/>
                  </a:cubicBezTo>
                  <a:lnTo>
                    <a:pt x="95" y="64"/>
                  </a:lnTo>
                  <a:lnTo>
                    <a:pt x="64" y="16"/>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4" name="Google Shape;1704;p38"/>
            <p:cNvSpPr/>
            <p:nvPr/>
          </p:nvSpPr>
          <p:spPr>
            <a:xfrm>
              <a:off x="3229116" y="1799767"/>
              <a:ext cx="3053" cy="6042"/>
            </a:xfrm>
            <a:custGeom>
              <a:avLst/>
              <a:gdLst/>
              <a:ahLst/>
              <a:cxnLst/>
              <a:rect l="l" t="t" r="r" b="b"/>
              <a:pathLst>
                <a:path w="96" h="190" extrusionOk="0">
                  <a:moveTo>
                    <a:pt x="32" y="1"/>
                  </a:moveTo>
                  <a:lnTo>
                    <a:pt x="32" y="1"/>
                  </a:lnTo>
                  <a:lnTo>
                    <a:pt x="16" y="17"/>
                  </a:lnTo>
                  <a:cubicBezTo>
                    <a:pt x="16" y="17"/>
                    <a:pt x="1" y="17"/>
                    <a:pt x="1" y="32"/>
                  </a:cubicBezTo>
                  <a:lnTo>
                    <a:pt x="1" y="32"/>
                  </a:lnTo>
                  <a:lnTo>
                    <a:pt x="1" y="158"/>
                  </a:lnTo>
                  <a:lnTo>
                    <a:pt x="1" y="174"/>
                  </a:lnTo>
                  <a:cubicBezTo>
                    <a:pt x="16" y="190"/>
                    <a:pt x="16" y="190"/>
                    <a:pt x="32" y="190"/>
                  </a:cubicBezTo>
                  <a:lnTo>
                    <a:pt x="48" y="190"/>
                  </a:lnTo>
                  <a:lnTo>
                    <a:pt x="48" y="190"/>
                  </a:lnTo>
                  <a:cubicBezTo>
                    <a:pt x="64" y="190"/>
                    <a:pt x="64" y="190"/>
                    <a:pt x="79" y="174"/>
                  </a:cubicBezTo>
                  <a:lnTo>
                    <a:pt x="64" y="174"/>
                  </a:lnTo>
                  <a:cubicBezTo>
                    <a:pt x="48" y="158"/>
                    <a:pt x="64" y="143"/>
                    <a:pt x="64" y="127"/>
                  </a:cubicBezTo>
                  <a:lnTo>
                    <a:pt x="79" y="111"/>
                  </a:lnTo>
                  <a:lnTo>
                    <a:pt x="79" y="111"/>
                  </a:lnTo>
                  <a:lnTo>
                    <a:pt x="79" y="111"/>
                  </a:lnTo>
                  <a:lnTo>
                    <a:pt x="79" y="95"/>
                  </a:lnTo>
                  <a:lnTo>
                    <a:pt x="95" y="48"/>
                  </a:lnTo>
                  <a:lnTo>
                    <a:pt x="95" y="32"/>
                  </a:lnTo>
                  <a:lnTo>
                    <a:pt x="79" y="17"/>
                  </a:lnTo>
                  <a:lnTo>
                    <a:pt x="64"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5" name="Google Shape;1705;p38"/>
            <p:cNvSpPr/>
            <p:nvPr/>
          </p:nvSpPr>
          <p:spPr>
            <a:xfrm>
              <a:off x="3414023" y="1804283"/>
              <a:ext cx="7569" cy="3530"/>
            </a:xfrm>
            <a:custGeom>
              <a:avLst/>
              <a:gdLst/>
              <a:ahLst/>
              <a:cxnLst/>
              <a:rect l="l" t="t" r="r" b="b"/>
              <a:pathLst>
                <a:path w="238" h="111" extrusionOk="0">
                  <a:moveTo>
                    <a:pt x="48" y="1"/>
                  </a:moveTo>
                  <a:lnTo>
                    <a:pt x="48" y="1"/>
                  </a:lnTo>
                  <a:lnTo>
                    <a:pt x="48" y="1"/>
                  </a:lnTo>
                  <a:close/>
                  <a:moveTo>
                    <a:pt x="32" y="1"/>
                  </a:moveTo>
                  <a:lnTo>
                    <a:pt x="32" y="1"/>
                  </a:lnTo>
                  <a:lnTo>
                    <a:pt x="16" y="1"/>
                  </a:lnTo>
                  <a:lnTo>
                    <a:pt x="0" y="16"/>
                  </a:lnTo>
                  <a:lnTo>
                    <a:pt x="0" y="32"/>
                  </a:lnTo>
                  <a:cubicBezTo>
                    <a:pt x="0" y="48"/>
                    <a:pt x="0" y="64"/>
                    <a:pt x="16" y="64"/>
                  </a:cubicBezTo>
                  <a:lnTo>
                    <a:pt x="32" y="79"/>
                  </a:lnTo>
                  <a:cubicBezTo>
                    <a:pt x="32" y="64"/>
                    <a:pt x="32" y="64"/>
                    <a:pt x="48" y="64"/>
                  </a:cubicBezTo>
                  <a:lnTo>
                    <a:pt x="63" y="48"/>
                  </a:lnTo>
                  <a:lnTo>
                    <a:pt x="79" y="48"/>
                  </a:lnTo>
                  <a:lnTo>
                    <a:pt x="79" y="48"/>
                  </a:lnTo>
                  <a:cubicBezTo>
                    <a:pt x="95" y="48"/>
                    <a:pt x="95" y="64"/>
                    <a:pt x="111" y="64"/>
                  </a:cubicBezTo>
                  <a:lnTo>
                    <a:pt x="111" y="79"/>
                  </a:lnTo>
                  <a:lnTo>
                    <a:pt x="111" y="79"/>
                  </a:lnTo>
                  <a:cubicBezTo>
                    <a:pt x="126" y="79"/>
                    <a:pt x="126" y="95"/>
                    <a:pt x="143" y="95"/>
                  </a:cubicBezTo>
                  <a:lnTo>
                    <a:pt x="174" y="95"/>
                  </a:lnTo>
                  <a:cubicBezTo>
                    <a:pt x="174" y="95"/>
                    <a:pt x="189" y="95"/>
                    <a:pt x="189" y="111"/>
                  </a:cubicBezTo>
                  <a:lnTo>
                    <a:pt x="206" y="111"/>
                  </a:lnTo>
                  <a:cubicBezTo>
                    <a:pt x="221" y="111"/>
                    <a:pt x="221" y="95"/>
                    <a:pt x="237" y="79"/>
                  </a:cubicBezTo>
                  <a:lnTo>
                    <a:pt x="237" y="64"/>
                  </a:lnTo>
                  <a:cubicBezTo>
                    <a:pt x="237" y="64"/>
                    <a:pt x="237" y="48"/>
                    <a:pt x="221" y="48"/>
                  </a:cubicBezTo>
                  <a:lnTo>
                    <a:pt x="206" y="32"/>
                  </a:lnTo>
                  <a:lnTo>
                    <a:pt x="206" y="32"/>
                  </a:lnTo>
                  <a:lnTo>
                    <a:pt x="206" y="64"/>
                  </a:lnTo>
                  <a:lnTo>
                    <a:pt x="174" y="95"/>
                  </a:lnTo>
                  <a:lnTo>
                    <a:pt x="174" y="95"/>
                  </a:lnTo>
                  <a:lnTo>
                    <a:pt x="158" y="95"/>
                  </a:lnTo>
                  <a:lnTo>
                    <a:pt x="126" y="79"/>
                  </a:lnTo>
                  <a:cubicBezTo>
                    <a:pt x="111" y="64"/>
                    <a:pt x="111" y="64"/>
                    <a:pt x="111" y="48"/>
                  </a:cubicBezTo>
                  <a:lnTo>
                    <a:pt x="111" y="16"/>
                  </a:lnTo>
                  <a:lnTo>
                    <a:pt x="79" y="16"/>
                  </a:ln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6" name="Google Shape;1706;p38"/>
            <p:cNvSpPr/>
            <p:nvPr/>
          </p:nvSpPr>
          <p:spPr>
            <a:xfrm>
              <a:off x="3415518" y="180428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7" name="Google Shape;1707;p38"/>
            <p:cNvSpPr/>
            <p:nvPr/>
          </p:nvSpPr>
          <p:spPr>
            <a:xfrm>
              <a:off x="3422546" y="1769712"/>
              <a:ext cx="4516" cy="4039"/>
            </a:xfrm>
            <a:custGeom>
              <a:avLst/>
              <a:gdLst/>
              <a:ahLst/>
              <a:cxnLst/>
              <a:rect l="l" t="t" r="r" b="b"/>
              <a:pathLst>
                <a:path w="142" h="127" extrusionOk="0">
                  <a:moveTo>
                    <a:pt x="47" y="0"/>
                  </a:moveTo>
                  <a:lnTo>
                    <a:pt x="47" y="0"/>
                  </a:lnTo>
                  <a:cubicBezTo>
                    <a:pt x="32" y="17"/>
                    <a:pt x="16" y="17"/>
                    <a:pt x="16" y="17"/>
                  </a:cubicBezTo>
                  <a:cubicBezTo>
                    <a:pt x="1" y="32"/>
                    <a:pt x="1" y="63"/>
                    <a:pt x="16" y="63"/>
                  </a:cubicBezTo>
                  <a:lnTo>
                    <a:pt x="79" y="111"/>
                  </a:lnTo>
                  <a:cubicBezTo>
                    <a:pt x="79" y="126"/>
                    <a:pt x="95" y="126"/>
                    <a:pt x="95" y="126"/>
                  </a:cubicBezTo>
                  <a:cubicBezTo>
                    <a:pt x="95" y="111"/>
                    <a:pt x="110" y="95"/>
                    <a:pt x="110" y="95"/>
                  </a:cubicBezTo>
                  <a:lnTo>
                    <a:pt x="127" y="95"/>
                  </a:lnTo>
                  <a:lnTo>
                    <a:pt x="127" y="95"/>
                  </a:lnTo>
                  <a:lnTo>
                    <a:pt x="142" y="95"/>
                  </a:lnTo>
                  <a:cubicBezTo>
                    <a:pt x="142" y="80"/>
                    <a:pt x="142" y="63"/>
                    <a:pt x="127" y="63"/>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8" name="Google Shape;1708;p38"/>
            <p:cNvSpPr/>
            <p:nvPr/>
          </p:nvSpPr>
          <p:spPr>
            <a:xfrm>
              <a:off x="3429034" y="1779254"/>
              <a:ext cx="3562" cy="3498"/>
            </a:xfrm>
            <a:custGeom>
              <a:avLst/>
              <a:gdLst/>
              <a:ahLst/>
              <a:cxnLst/>
              <a:rect l="l" t="t" r="r" b="b"/>
              <a:pathLst>
                <a:path w="112" h="110" extrusionOk="0">
                  <a:moveTo>
                    <a:pt x="49" y="0"/>
                  </a:moveTo>
                  <a:lnTo>
                    <a:pt x="32" y="0"/>
                  </a:lnTo>
                  <a:cubicBezTo>
                    <a:pt x="17" y="0"/>
                    <a:pt x="17" y="0"/>
                    <a:pt x="1" y="15"/>
                  </a:cubicBezTo>
                  <a:cubicBezTo>
                    <a:pt x="1" y="32"/>
                    <a:pt x="1" y="47"/>
                    <a:pt x="17" y="63"/>
                  </a:cubicBezTo>
                  <a:lnTo>
                    <a:pt x="17" y="95"/>
                  </a:lnTo>
                  <a:cubicBezTo>
                    <a:pt x="17" y="95"/>
                    <a:pt x="17" y="110"/>
                    <a:pt x="32" y="110"/>
                  </a:cubicBezTo>
                  <a:lnTo>
                    <a:pt x="64" y="78"/>
                  </a:lnTo>
                  <a:lnTo>
                    <a:pt x="80" y="78"/>
                  </a:lnTo>
                  <a:lnTo>
                    <a:pt x="80" y="78"/>
                  </a:lnTo>
                  <a:lnTo>
                    <a:pt x="95" y="78"/>
                  </a:lnTo>
                  <a:cubicBezTo>
                    <a:pt x="95" y="78"/>
                    <a:pt x="112" y="63"/>
                    <a:pt x="112" y="47"/>
                  </a:cubicBezTo>
                  <a:cubicBezTo>
                    <a:pt x="95" y="15"/>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9" name="Google Shape;1709;p38"/>
            <p:cNvSpPr/>
            <p:nvPr/>
          </p:nvSpPr>
          <p:spPr>
            <a:xfrm>
              <a:off x="3385940" y="1772702"/>
              <a:ext cx="5565" cy="4580"/>
            </a:xfrm>
            <a:custGeom>
              <a:avLst/>
              <a:gdLst/>
              <a:ahLst/>
              <a:cxnLst/>
              <a:rect l="l" t="t" r="r" b="b"/>
              <a:pathLst>
                <a:path w="175" h="144" extrusionOk="0">
                  <a:moveTo>
                    <a:pt x="112" y="1"/>
                  </a:moveTo>
                  <a:lnTo>
                    <a:pt x="112" y="1"/>
                  </a:lnTo>
                  <a:cubicBezTo>
                    <a:pt x="112" y="1"/>
                    <a:pt x="95" y="1"/>
                    <a:pt x="95" y="17"/>
                  </a:cubicBezTo>
                  <a:cubicBezTo>
                    <a:pt x="80" y="32"/>
                    <a:pt x="80" y="49"/>
                    <a:pt x="95" y="64"/>
                  </a:cubicBezTo>
                  <a:lnTo>
                    <a:pt x="95" y="64"/>
                  </a:lnTo>
                  <a:lnTo>
                    <a:pt x="95" y="64"/>
                  </a:lnTo>
                  <a:cubicBezTo>
                    <a:pt x="80" y="64"/>
                    <a:pt x="80" y="80"/>
                    <a:pt x="80" y="80"/>
                  </a:cubicBezTo>
                  <a:lnTo>
                    <a:pt x="80" y="80"/>
                  </a:lnTo>
                  <a:lnTo>
                    <a:pt x="49" y="80"/>
                  </a:lnTo>
                  <a:lnTo>
                    <a:pt x="32" y="80"/>
                  </a:lnTo>
                  <a:lnTo>
                    <a:pt x="32" y="80"/>
                  </a:lnTo>
                  <a:cubicBezTo>
                    <a:pt x="17" y="80"/>
                    <a:pt x="1" y="80"/>
                    <a:pt x="1" y="112"/>
                  </a:cubicBezTo>
                  <a:lnTo>
                    <a:pt x="1" y="127"/>
                  </a:lnTo>
                  <a:lnTo>
                    <a:pt x="32" y="127"/>
                  </a:lnTo>
                  <a:lnTo>
                    <a:pt x="32" y="127"/>
                  </a:lnTo>
                  <a:lnTo>
                    <a:pt x="49" y="127"/>
                  </a:lnTo>
                  <a:lnTo>
                    <a:pt x="95" y="143"/>
                  </a:lnTo>
                  <a:lnTo>
                    <a:pt x="95" y="143"/>
                  </a:lnTo>
                  <a:lnTo>
                    <a:pt x="112" y="143"/>
                  </a:lnTo>
                  <a:lnTo>
                    <a:pt x="112" y="143"/>
                  </a:lnTo>
                  <a:cubicBezTo>
                    <a:pt x="112" y="127"/>
                    <a:pt x="112" y="127"/>
                    <a:pt x="127" y="112"/>
                  </a:cubicBezTo>
                  <a:cubicBezTo>
                    <a:pt x="112" y="112"/>
                    <a:pt x="95" y="95"/>
                    <a:pt x="95" y="80"/>
                  </a:cubicBezTo>
                  <a:cubicBezTo>
                    <a:pt x="95" y="64"/>
                    <a:pt x="112" y="49"/>
                    <a:pt x="127" y="49"/>
                  </a:cubicBezTo>
                  <a:lnTo>
                    <a:pt x="143" y="49"/>
                  </a:lnTo>
                  <a:lnTo>
                    <a:pt x="175" y="49"/>
                  </a:lnTo>
                  <a:lnTo>
                    <a:pt x="175" y="49"/>
                  </a:ln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0" name="Google Shape;1710;p38"/>
            <p:cNvSpPr/>
            <p:nvPr/>
          </p:nvSpPr>
          <p:spPr>
            <a:xfrm>
              <a:off x="3017654" y="1804792"/>
              <a:ext cx="4071" cy="6042"/>
            </a:xfrm>
            <a:custGeom>
              <a:avLst/>
              <a:gdLst/>
              <a:ahLst/>
              <a:cxnLst/>
              <a:rect l="l" t="t" r="r" b="b"/>
              <a:pathLst>
                <a:path w="128" h="190" extrusionOk="0">
                  <a:moveTo>
                    <a:pt x="33" y="0"/>
                  </a:moveTo>
                  <a:lnTo>
                    <a:pt x="33" y="16"/>
                  </a:lnTo>
                  <a:cubicBezTo>
                    <a:pt x="16" y="32"/>
                    <a:pt x="16" y="48"/>
                    <a:pt x="33" y="63"/>
                  </a:cubicBezTo>
                  <a:cubicBezTo>
                    <a:pt x="48" y="63"/>
                    <a:pt x="64" y="79"/>
                    <a:pt x="64" y="79"/>
                  </a:cubicBezTo>
                  <a:lnTo>
                    <a:pt x="48" y="79"/>
                  </a:lnTo>
                  <a:lnTo>
                    <a:pt x="33" y="79"/>
                  </a:lnTo>
                  <a:cubicBezTo>
                    <a:pt x="16" y="79"/>
                    <a:pt x="1" y="111"/>
                    <a:pt x="16" y="126"/>
                  </a:cubicBezTo>
                  <a:lnTo>
                    <a:pt x="16" y="142"/>
                  </a:lnTo>
                  <a:cubicBezTo>
                    <a:pt x="33" y="158"/>
                    <a:pt x="33" y="174"/>
                    <a:pt x="48" y="189"/>
                  </a:cubicBezTo>
                  <a:lnTo>
                    <a:pt x="48" y="189"/>
                  </a:lnTo>
                  <a:lnTo>
                    <a:pt x="64" y="189"/>
                  </a:lnTo>
                  <a:lnTo>
                    <a:pt x="64" y="189"/>
                  </a:lnTo>
                  <a:lnTo>
                    <a:pt x="64" y="174"/>
                  </a:lnTo>
                  <a:lnTo>
                    <a:pt x="64" y="174"/>
                  </a:lnTo>
                  <a:lnTo>
                    <a:pt x="64" y="174"/>
                  </a:lnTo>
                  <a:cubicBezTo>
                    <a:pt x="48" y="158"/>
                    <a:pt x="48" y="126"/>
                    <a:pt x="64" y="111"/>
                  </a:cubicBezTo>
                  <a:lnTo>
                    <a:pt x="79" y="111"/>
                  </a:lnTo>
                  <a:lnTo>
                    <a:pt x="79" y="111"/>
                  </a:lnTo>
                  <a:cubicBezTo>
                    <a:pt x="96" y="111"/>
                    <a:pt x="111" y="111"/>
                    <a:pt x="111" y="126"/>
                  </a:cubicBezTo>
                  <a:lnTo>
                    <a:pt x="127" y="142"/>
                  </a:lnTo>
                  <a:lnTo>
                    <a:pt x="127" y="111"/>
                  </a:lnTo>
                  <a:lnTo>
                    <a:pt x="111" y="111"/>
                  </a:lnTo>
                  <a:cubicBezTo>
                    <a:pt x="111" y="111"/>
                    <a:pt x="96" y="111"/>
                    <a:pt x="79" y="95"/>
                  </a:cubicBezTo>
                  <a:lnTo>
                    <a:pt x="79" y="63"/>
                  </a:lnTo>
                  <a:lnTo>
                    <a:pt x="79" y="48"/>
                  </a:lnTo>
                  <a:cubicBezTo>
                    <a:pt x="79" y="32"/>
                    <a:pt x="79" y="32"/>
                    <a:pt x="96" y="16"/>
                  </a:cubicBezTo>
                  <a:lnTo>
                    <a:pt x="96" y="16"/>
                  </a:lnTo>
                  <a:lnTo>
                    <a:pt x="79" y="16"/>
                  </a:lnTo>
                  <a:lnTo>
                    <a:pt x="64" y="16"/>
                  </a:lnTo>
                  <a:lnTo>
                    <a:pt x="48" y="16"/>
                  </a:lnTo>
                  <a:cubicBezTo>
                    <a:pt x="33" y="16"/>
                    <a:pt x="33" y="16"/>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1" name="Google Shape;1711;p38"/>
            <p:cNvSpPr/>
            <p:nvPr/>
          </p:nvSpPr>
          <p:spPr>
            <a:xfrm>
              <a:off x="3419557" y="1764687"/>
              <a:ext cx="2512" cy="2035"/>
            </a:xfrm>
            <a:custGeom>
              <a:avLst/>
              <a:gdLst/>
              <a:ahLst/>
              <a:cxnLst/>
              <a:rect l="l" t="t" r="r" b="b"/>
              <a:pathLst>
                <a:path w="79" h="64" extrusionOk="0">
                  <a:moveTo>
                    <a:pt x="63" y="1"/>
                  </a:moveTo>
                  <a:lnTo>
                    <a:pt x="0" y="32"/>
                  </a:lnTo>
                  <a:lnTo>
                    <a:pt x="0" y="32"/>
                  </a:lnTo>
                  <a:lnTo>
                    <a:pt x="63" y="64"/>
                  </a:lnTo>
                  <a:lnTo>
                    <a:pt x="63" y="64"/>
                  </a:lnTo>
                  <a:lnTo>
                    <a:pt x="78" y="64"/>
                  </a:lnTo>
                  <a:cubicBezTo>
                    <a:pt x="63" y="49"/>
                    <a:pt x="63"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2" name="Google Shape;1712;p38"/>
            <p:cNvSpPr/>
            <p:nvPr/>
          </p:nvSpPr>
          <p:spPr>
            <a:xfrm>
              <a:off x="3048726" y="1820344"/>
              <a:ext cx="3530" cy="2035"/>
            </a:xfrm>
            <a:custGeom>
              <a:avLst/>
              <a:gdLst/>
              <a:ahLst/>
              <a:cxnLst/>
              <a:rect l="l" t="t" r="r" b="b"/>
              <a:pathLst>
                <a:path w="111" h="64" extrusionOk="0">
                  <a:moveTo>
                    <a:pt x="32" y="0"/>
                  </a:moveTo>
                  <a:lnTo>
                    <a:pt x="32" y="0"/>
                  </a:lnTo>
                  <a:cubicBezTo>
                    <a:pt x="16" y="15"/>
                    <a:pt x="1" y="15"/>
                    <a:pt x="1" y="32"/>
                  </a:cubicBezTo>
                  <a:lnTo>
                    <a:pt x="1" y="63"/>
                  </a:lnTo>
                  <a:cubicBezTo>
                    <a:pt x="16" y="63"/>
                    <a:pt x="16" y="63"/>
                    <a:pt x="32" y="47"/>
                  </a:cubicBezTo>
                  <a:cubicBezTo>
                    <a:pt x="47" y="47"/>
                    <a:pt x="79" y="47"/>
                    <a:pt x="95" y="32"/>
                  </a:cubicBezTo>
                  <a:lnTo>
                    <a:pt x="111" y="32"/>
                  </a:lnTo>
                  <a:lnTo>
                    <a:pt x="95" y="32"/>
                  </a:lnTo>
                  <a:lnTo>
                    <a:pt x="79" y="15"/>
                  </a:lnTo>
                  <a:lnTo>
                    <a:pt x="47"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3" name="Google Shape;1713;p38"/>
            <p:cNvSpPr/>
            <p:nvPr/>
          </p:nvSpPr>
          <p:spPr>
            <a:xfrm>
              <a:off x="3268203" y="1763702"/>
              <a:ext cx="5534" cy="2544"/>
            </a:xfrm>
            <a:custGeom>
              <a:avLst/>
              <a:gdLst/>
              <a:ahLst/>
              <a:cxnLst/>
              <a:rect l="l" t="t" r="r" b="b"/>
              <a:pathLst>
                <a:path w="174" h="80" extrusionOk="0">
                  <a:moveTo>
                    <a:pt x="173" y="0"/>
                  </a:moveTo>
                  <a:cubicBezTo>
                    <a:pt x="110" y="0"/>
                    <a:pt x="47" y="16"/>
                    <a:pt x="1" y="16"/>
                  </a:cubicBezTo>
                  <a:lnTo>
                    <a:pt x="1" y="32"/>
                  </a:lnTo>
                  <a:lnTo>
                    <a:pt x="47" y="63"/>
                  </a:lnTo>
                  <a:lnTo>
                    <a:pt x="64" y="80"/>
                  </a:lnTo>
                  <a:lnTo>
                    <a:pt x="79" y="80"/>
                  </a:lnTo>
                  <a:lnTo>
                    <a:pt x="95" y="80"/>
                  </a:lnTo>
                  <a:lnTo>
                    <a:pt x="110" y="80"/>
                  </a:lnTo>
                  <a:lnTo>
                    <a:pt x="158" y="32"/>
                  </a:lnTo>
                  <a:cubicBezTo>
                    <a:pt x="173" y="32"/>
                    <a:pt x="173"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4" name="Google Shape;1714;p38"/>
            <p:cNvSpPr/>
            <p:nvPr/>
          </p:nvSpPr>
          <p:spPr>
            <a:xfrm>
              <a:off x="3324813" y="1773243"/>
              <a:ext cx="9064" cy="4039"/>
            </a:xfrm>
            <a:custGeom>
              <a:avLst/>
              <a:gdLst/>
              <a:ahLst/>
              <a:cxnLst/>
              <a:rect l="l" t="t" r="r" b="b"/>
              <a:pathLst>
                <a:path w="285" h="127" extrusionOk="0">
                  <a:moveTo>
                    <a:pt x="238" y="0"/>
                  </a:moveTo>
                  <a:lnTo>
                    <a:pt x="238" y="0"/>
                  </a:lnTo>
                  <a:lnTo>
                    <a:pt x="238" y="0"/>
                  </a:lnTo>
                  <a:lnTo>
                    <a:pt x="158" y="32"/>
                  </a:lnTo>
                  <a:cubicBezTo>
                    <a:pt x="143" y="15"/>
                    <a:pt x="127" y="15"/>
                    <a:pt x="127" y="15"/>
                  </a:cubicBezTo>
                  <a:cubicBezTo>
                    <a:pt x="80" y="15"/>
                    <a:pt x="48" y="32"/>
                    <a:pt x="17" y="47"/>
                  </a:cubicBezTo>
                  <a:cubicBezTo>
                    <a:pt x="1" y="47"/>
                    <a:pt x="1" y="47"/>
                    <a:pt x="1" y="63"/>
                  </a:cubicBezTo>
                  <a:lnTo>
                    <a:pt x="1" y="63"/>
                  </a:lnTo>
                  <a:lnTo>
                    <a:pt x="1" y="63"/>
                  </a:lnTo>
                  <a:lnTo>
                    <a:pt x="17" y="78"/>
                  </a:lnTo>
                  <a:lnTo>
                    <a:pt x="17" y="110"/>
                  </a:lnTo>
                  <a:lnTo>
                    <a:pt x="17" y="126"/>
                  </a:lnTo>
                  <a:lnTo>
                    <a:pt x="95" y="78"/>
                  </a:lnTo>
                  <a:lnTo>
                    <a:pt x="111" y="63"/>
                  </a:lnTo>
                  <a:lnTo>
                    <a:pt x="111" y="63"/>
                  </a:lnTo>
                  <a:cubicBezTo>
                    <a:pt x="127" y="63"/>
                    <a:pt x="143" y="78"/>
                    <a:pt x="143" y="78"/>
                  </a:cubicBezTo>
                  <a:cubicBezTo>
                    <a:pt x="143" y="95"/>
                    <a:pt x="158" y="95"/>
                    <a:pt x="158" y="95"/>
                  </a:cubicBezTo>
                  <a:lnTo>
                    <a:pt x="158" y="95"/>
                  </a:lnTo>
                  <a:lnTo>
                    <a:pt x="158" y="95"/>
                  </a:lnTo>
                  <a:lnTo>
                    <a:pt x="158" y="78"/>
                  </a:lnTo>
                  <a:cubicBezTo>
                    <a:pt x="143" y="63"/>
                    <a:pt x="158" y="47"/>
                    <a:pt x="175" y="32"/>
                  </a:cubicBezTo>
                  <a:lnTo>
                    <a:pt x="175" y="32"/>
                  </a:lnTo>
                  <a:lnTo>
                    <a:pt x="190" y="32"/>
                  </a:lnTo>
                  <a:cubicBezTo>
                    <a:pt x="190" y="32"/>
                    <a:pt x="206" y="32"/>
                    <a:pt x="221" y="47"/>
                  </a:cubicBezTo>
                  <a:lnTo>
                    <a:pt x="221" y="47"/>
                  </a:lnTo>
                  <a:lnTo>
                    <a:pt x="221" y="47"/>
                  </a:lnTo>
                  <a:cubicBezTo>
                    <a:pt x="221" y="32"/>
                    <a:pt x="238" y="15"/>
                    <a:pt x="253" y="15"/>
                  </a:cubicBezTo>
                  <a:cubicBezTo>
                    <a:pt x="253" y="15"/>
                    <a:pt x="269" y="15"/>
                    <a:pt x="269" y="32"/>
                  </a:cubicBezTo>
                  <a:lnTo>
                    <a:pt x="284" y="32"/>
                  </a:lnTo>
                  <a:cubicBezTo>
                    <a:pt x="284" y="32"/>
                    <a:pt x="284" y="15"/>
                    <a:pt x="269" y="15"/>
                  </a:cubicBezTo>
                  <a:cubicBezTo>
                    <a:pt x="269" y="0"/>
                    <a:pt x="253" y="0"/>
                    <a:pt x="25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5" name="Google Shape;1715;p38"/>
            <p:cNvSpPr/>
            <p:nvPr/>
          </p:nvSpPr>
          <p:spPr>
            <a:xfrm>
              <a:off x="3420543" y="1761698"/>
              <a:ext cx="8046" cy="3530"/>
            </a:xfrm>
            <a:custGeom>
              <a:avLst/>
              <a:gdLst/>
              <a:ahLst/>
              <a:cxnLst/>
              <a:rect l="l" t="t" r="r" b="b"/>
              <a:pathLst>
                <a:path w="253" h="111" extrusionOk="0">
                  <a:moveTo>
                    <a:pt x="47" y="0"/>
                  </a:moveTo>
                  <a:lnTo>
                    <a:pt x="32" y="0"/>
                  </a:lnTo>
                  <a:lnTo>
                    <a:pt x="16" y="16"/>
                  </a:lnTo>
                  <a:cubicBezTo>
                    <a:pt x="16" y="16"/>
                    <a:pt x="16" y="32"/>
                    <a:pt x="1" y="32"/>
                  </a:cubicBezTo>
                  <a:lnTo>
                    <a:pt x="16" y="32"/>
                  </a:lnTo>
                  <a:lnTo>
                    <a:pt x="16" y="32"/>
                  </a:lnTo>
                  <a:cubicBezTo>
                    <a:pt x="16" y="32"/>
                    <a:pt x="32" y="32"/>
                    <a:pt x="32" y="48"/>
                  </a:cubicBezTo>
                  <a:cubicBezTo>
                    <a:pt x="47" y="32"/>
                    <a:pt x="47" y="32"/>
                    <a:pt x="64" y="32"/>
                  </a:cubicBezTo>
                  <a:lnTo>
                    <a:pt x="64" y="32"/>
                  </a:lnTo>
                  <a:lnTo>
                    <a:pt x="64" y="32"/>
                  </a:lnTo>
                  <a:cubicBezTo>
                    <a:pt x="79" y="32"/>
                    <a:pt x="95" y="48"/>
                    <a:pt x="95" y="63"/>
                  </a:cubicBezTo>
                  <a:lnTo>
                    <a:pt x="95" y="95"/>
                  </a:lnTo>
                  <a:lnTo>
                    <a:pt x="95" y="95"/>
                  </a:lnTo>
                  <a:lnTo>
                    <a:pt x="110" y="95"/>
                  </a:lnTo>
                  <a:lnTo>
                    <a:pt x="127" y="95"/>
                  </a:lnTo>
                  <a:lnTo>
                    <a:pt x="142" y="95"/>
                  </a:lnTo>
                  <a:lnTo>
                    <a:pt x="158" y="95"/>
                  </a:lnTo>
                  <a:cubicBezTo>
                    <a:pt x="158" y="111"/>
                    <a:pt x="190" y="111"/>
                    <a:pt x="205" y="111"/>
                  </a:cubicBezTo>
                  <a:lnTo>
                    <a:pt x="221" y="111"/>
                  </a:lnTo>
                  <a:cubicBezTo>
                    <a:pt x="236" y="111"/>
                    <a:pt x="253" y="95"/>
                    <a:pt x="236" y="79"/>
                  </a:cubicBezTo>
                  <a:cubicBezTo>
                    <a:pt x="236" y="63"/>
                    <a:pt x="221" y="48"/>
                    <a:pt x="205" y="48"/>
                  </a:cubicBezTo>
                  <a:lnTo>
                    <a:pt x="205" y="48"/>
                  </a:lnTo>
                  <a:lnTo>
                    <a:pt x="190" y="48"/>
                  </a:lnTo>
                  <a:cubicBezTo>
                    <a:pt x="173" y="32"/>
                    <a:pt x="158" y="32"/>
                    <a:pt x="127" y="32"/>
                  </a:cubicBezTo>
                  <a:lnTo>
                    <a:pt x="95" y="32"/>
                  </a:lnTo>
                  <a:lnTo>
                    <a:pt x="79" y="32"/>
                  </a:lnTo>
                  <a:lnTo>
                    <a:pt x="79" y="32"/>
                  </a:lnTo>
                  <a:cubicBezTo>
                    <a:pt x="64" y="32"/>
                    <a:pt x="64" y="32"/>
                    <a:pt x="64" y="16"/>
                  </a:cubicBezTo>
                  <a:cubicBezTo>
                    <a:pt x="47" y="16"/>
                    <a:pt x="47" y="16"/>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6" name="Google Shape;1716;p38"/>
            <p:cNvSpPr/>
            <p:nvPr/>
          </p:nvSpPr>
          <p:spPr>
            <a:xfrm>
              <a:off x="3020166" y="1804283"/>
              <a:ext cx="6042" cy="4039"/>
            </a:xfrm>
            <a:custGeom>
              <a:avLst/>
              <a:gdLst/>
              <a:ahLst/>
              <a:cxnLst/>
              <a:rect l="l" t="t" r="r" b="b"/>
              <a:pathLst>
                <a:path w="190" h="127" extrusionOk="0">
                  <a:moveTo>
                    <a:pt x="158" y="1"/>
                  </a:moveTo>
                  <a:lnTo>
                    <a:pt x="158" y="1"/>
                  </a:lnTo>
                  <a:lnTo>
                    <a:pt x="158" y="1"/>
                  </a:lnTo>
                  <a:cubicBezTo>
                    <a:pt x="143" y="16"/>
                    <a:pt x="143" y="32"/>
                    <a:pt x="126" y="32"/>
                  </a:cubicBezTo>
                  <a:lnTo>
                    <a:pt x="111" y="32"/>
                  </a:lnTo>
                  <a:lnTo>
                    <a:pt x="111" y="32"/>
                  </a:lnTo>
                  <a:lnTo>
                    <a:pt x="80" y="32"/>
                  </a:lnTo>
                  <a:cubicBezTo>
                    <a:pt x="80" y="48"/>
                    <a:pt x="95" y="48"/>
                    <a:pt x="95" y="64"/>
                  </a:cubicBezTo>
                  <a:cubicBezTo>
                    <a:pt x="95" y="79"/>
                    <a:pt x="80" y="95"/>
                    <a:pt x="63" y="95"/>
                  </a:cubicBezTo>
                  <a:lnTo>
                    <a:pt x="32" y="95"/>
                  </a:lnTo>
                  <a:lnTo>
                    <a:pt x="32" y="95"/>
                  </a:lnTo>
                  <a:cubicBezTo>
                    <a:pt x="17" y="95"/>
                    <a:pt x="17" y="95"/>
                    <a:pt x="0" y="79"/>
                  </a:cubicBezTo>
                  <a:lnTo>
                    <a:pt x="0" y="111"/>
                  </a:lnTo>
                  <a:cubicBezTo>
                    <a:pt x="17" y="127"/>
                    <a:pt x="32" y="127"/>
                    <a:pt x="32" y="127"/>
                  </a:cubicBezTo>
                  <a:lnTo>
                    <a:pt x="48" y="127"/>
                  </a:lnTo>
                  <a:lnTo>
                    <a:pt x="48" y="127"/>
                  </a:lnTo>
                  <a:lnTo>
                    <a:pt x="126" y="95"/>
                  </a:lnTo>
                  <a:lnTo>
                    <a:pt x="158" y="79"/>
                  </a:lnTo>
                  <a:cubicBezTo>
                    <a:pt x="158" y="64"/>
                    <a:pt x="158" y="64"/>
                    <a:pt x="174" y="64"/>
                  </a:cubicBezTo>
                  <a:lnTo>
                    <a:pt x="189" y="48"/>
                  </a:lnTo>
                  <a:lnTo>
                    <a:pt x="189" y="16"/>
                  </a:lnTo>
                  <a:cubicBezTo>
                    <a:pt x="189" y="16"/>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7" name="Google Shape;1717;p38"/>
            <p:cNvSpPr/>
            <p:nvPr/>
          </p:nvSpPr>
          <p:spPr>
            <a:xfrm>
              <a:off x="3338362" y="1812806"/>
              <a:ext cx="4516" cy="3021"/>
            </a:xfrm>
            <a:custGeom>
              <a:avLst/>
              <a:gdLst/>
              <a:ahLst/>
              <a:cxnLst/>
              <a:rect l="l" t="t" r="r" b="b"/>
              <a:pathLst>
                <a:path w="142" h="95" extrusionOk="0">
                  <a:moveTo>
                    <a:pt x="127" y="0"/>
                  </a:moveTo>
                  <a:lnTo>
                    <a:pt x="95" y="17"/>
                  </a:lnTo>
                  <a:lnTo>
                    <a:pt x="47" y="32"/>
                  </a:lnTo>
                  <a:cubicBezTo>
                    <a:pt x="47" y="48"/>
                    <a:pt x="32" y="63"/>
                    <a:pt x="16" y="63"/>
                  </a:cubicBezTo>
                  <a:lnTo>
                    <a:pt x="16" y="63"/>
                  </a:lnTo>
                  <a:lnTo>
                    <a:pt x="1" y="63"/>
                  </a:lnTo>
                  <a:lnTo>
                    <a:pt x="1" y="80"/>
                  </a:lnTo>
                  <a:cubicBezTo>
                    <a:pt x="1" y="95"/>
                    <a:pt x="1" y="95"/>
                    <a:pt x="16" y="95"/>
                  </a:cubicBezTo>
                  <a:lnTo>
                    <a:pt x="32" y="95"/>
                  </a:lnTo>
                  <a:cubicBezTo>
                    <a:pt x="32" y="95"/>
                    <a:pt x="32" y="80"/>
                    <a:pt x="47" y="80"/>
                  </a:cubicBezTo>
                  <a:lnTo>
                    <a:pt x="64" y="63"/>
                  </a:lnTo>
                  <a:lnTo>
                    <a:pt x="79" y="63"/>
                  </a:lnTo>
                  <a:lnTo>
                    <a:pt x="79" y="63"/>
                  </a:lnTo>
                  <a:cubicBezTo>
                    <a:pt x="95" y="63"/>
                    <a:pt x="95" y="63"/>
                    <a:pt x="110" y="80"/>
                  </a:cubicBezTo>
                  <a:lnTo>
                    <a:pt x="110" y="80"/>
                  </a:lnTo>
                  <a:lnTo>
                    <a:pt x="142" y="63"/>
                  </a:lnTo>
                  <a:lnTo>
                    <a:pt x="127" y="63"/>
                  </a:lnTo>
                  <a:cubicBezTo>
                    <a:pt x="110" y="48"/>
                    <a:pt x="110" y="48"/>
                    <a:pt x="110" y="32"/>
                  </a:cubicBezTo>
                  <a:cubicBezTo>
                    <a:pt x="110" y="17"/>
                    <a:pt x="110"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8" name="Google Shape;1718;p38"/>
            <p:cNvSpPr/>
            <p:nvPr/>
          </p:nvSpPr>
          <p:spPr>
            <a:xfrm>
              <a:off x="3182015" y="1804792"/>
              <a:ext cx="3053" cy="4548"/>
            </a:xfrm>
            <a:custGeom>
              <a:avLst/>
              <a:gdLst/>
              <a:ahLst/>
              <a:cxnLst/>
              <a:rect l="l" t="t" r="r" b="b"/>
              <a:pathLst>
                <a:path w="96" h="143" extrusionOk="0">
                  <a:moveTo>
                    <a:pt x="16" y="0"/>
                  </a:moveTo>
                  <a:lnTo>
                    <a:pt x="16" y="0"/>
                  </a:lnTo>
                  <a:lnTo>
                    <a:pt x="16" y="0"/>
                  </a:lnTo>
                  <a:cubicBezTo>
                    <a:pt x="1" y="0"/>
                    <a:pt x="1" y="0"/>
                    <a:pt x="1" y="16"/>
                  </a:cubicBezTo>
                  <a:lnTo>
                    <a:pt x="16" y="95"/>
                  </a:lnTo>
                  <a:lnTo>
                    <a:pt x="16" y="111"/>
                  </a:lnTo>
                  <a:lnTo>
                    <a:pt x="47" y="142"/>
                  </a:lnTo>
                  <a:lnTo>
                    <a:pt x="64" y="142"/>
                  </a:lnTo>
                  <a:cubicBezTo>
                    <a:pt x="79" y="126"/>
                    <a:pt x="95" y="111"/>
                    <a:pt x="79" y="95"/>
                  </a:cubicBezTo>
                  <a:lnTo>
                    <a:pt x="47" y="16"/>
                  </a:lnTo>
                  <a:cubicBezTo>
                    <a:pt x="47" y="16"/>
                    <a:pt x="32" y="0"/>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9" name="Google Shape;1719;p38"/>
            <p:cNvSpPr/>
            <p:nvPr/>
          </p:nvSpPr>
          <p:spPr>
            <a:xfrm>
              <a:off x="3036704" y="1799767"/>
              <a:ext cx="5534" cy="4548"/>
            </a:xfrm>
            <a:custGeom>
              <a:avLst/>
              <a:gdLst/>
              <a:ahLst/>
              <a:cxnLst/>
              <a:rect l="l" t="t" r="r" b="b"/>
              <a:pathLst>
                <a:path w="174" h="143" extrusionOk="0">
                  <a:moveTo>
                    <a:pt x="110" y="1"/>
                  </a:moveTo>
                  <a:lnTo>
                    <a:pt x="110" y="1"/>
                  </a:lnTo>
                  <a:lnTo>
                    <a:pt x="95" y="1"/>
                  </a:lnTo>
                  <a:lnTo>
                    <a:pt x="95" y="1"/>
                  </a:lnTo>
                  <a:cubicBezTo>
                    <a:pt x="79" y="1"/>
                    <a:pt x="64" y="17"/>
                    <a:pt x="64" y="32"/>
                  </a:cubicBezTo>
                  <a:lnTo>
                    <a:pt x="47" y="64"/>
                  </a:lnTo>
                  <a:lnTo>
                    <a:pt x="47" y="64"/>
                  </a:lnTo>
                  <a:lnTo>
                    <a:pt x="32" y="64"/>
                  </a:lnTo>
                  <a:lnTo>
                    <a:pt x="32" y="64"/>
                  </a:lnTo>
                  <a:cubicBezTo>
                    <a:pt x="16" y="64"/>
                    <a:pt x="16" y="64"/>
                    <a:pt x="1" y="80"/>
                  </a:cubicBezTo>
                  <a:cubicBezTo>
                    <a:pt x="1" y="95"/>
                    <a:pt x="1" y="111"/>
                    <a:pt x="16" y="111"/>
                  </a:cubicBezTo>
                  <a:cubicBezTo>
                    <a:pt x="1" y="95"/>
                    <a:pt x="16" y="80"/>
                    <a:pt x="32" y="80"/>
                  </a:cubicBezTo>
                  <a:lnTo>
                    <a:pt x="47" y="80"/>
                  </a:lnTo>
                  <a:lnTo>
                    <a:pt x="47" y="80"/>
                  </a:lnTo>
                  <a:cubicBezTo>
                    <a:pt x="64" y="80"/>
                    <a:pt x="64" y="80"/>
                    <a:pt x="79" y="95"/>
                  </a:cubicBezTo>
                  <a:lnTo>
                    <a:pt x="95" y="127"/>
                  </a:lnTo>
                  <a:lnTo>
                    <a:pt x="95" y="143"/>
                  </a:lnTo>
                  <a:lnTo>
                    <a:pt x="110" y="127"/>
                  </a:lnTo>
                  <a:lnTo>
                    <a:pt x="110" y="95"/>
                  </a:lnTo>
                  <a:lnTo>
                    <a:pt x="127" y="111"/>
                  </a:lnTo>
                  <a:lnTo>
                    <a:pt x="142" y="111"/>
                  </a:lnTo>
                  <a:cubicBezTo>
                    <a:pt x="173" y="95"/>
                    <a:pt x="173" y="80"/>
                    <a:pt x="158" y="64"/>
                  </a:cubicBezTo>
                  <a:lnTo>
                    <a:pt x="142" y="17"/>
                  </a:lnTo>
                  <a:cubicBezTo>
                    <a:pt x="142" y="1"/>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0" name="Google Shape;1720;p38"/>
            <p:cNvSpPr/>
            <p:nvPr/>
          </p:nvSpPr>
          <p:spPr>
            <a:xfrm>
              <a:off x="3443600" y="1804283"/>
              <a:ext cx="4039" cy="6042"/>
            </a:xfrm>
            <a:custGeom>
              <a:avLst/>
              <a:gdLst/>
              <a:ahLst/>
              <a:cxnLst/>
              <a:rect l="l" t="t" r="r" b="b"/>
              <a:pathLst>
                <a:path w="127" h="190" extrusionOk="0">
                  <a:moveTo>
                    <a:pt x="95" y="1"/>
                  </a:moveTo>
                  <a:lnTo>
                    <a:pt x="63" y="16"/>
                  </a:lnTo>
                  <a:cubicBezTo>
                    <a:pt x="63" y="32"/>
                    <a:pt x="63" y="32"/>
                    <a:pt x="47" y="32"/>
                  </a:cubicBezTo>
                  <a:lnTo>
                    <a:pt x="47" y="32"/>
                  </a:lnTo>
                  <a:lnTo>
                    <a:pt x="32" y="32"/>
                  </a:lnTo>
                  <a:cubicBezTo>
                    <a:pt x="32" y="32"/>
                    <a:pt x="32" y="48"/>
                    <a:pt x="15" y="64"/>
                  </a:cubicBezTo>
                  <a:cubicBezTo>
                    <a:pt x="15" y="79"/>
                    <a:pt x="32" y="95"/>
                    <a:pt x="47" y="111"/>
                  </a:cubicBezTo>
                  <a:lnTo>
                    <a:pt x="15" y="127"/>
                  </a:lnTo>
                  <a:cubicBezTo>
                    <a:pt x="0" y="142"/>
                    <a:pt x="0" y="158"/>
                    <a:pt x="0" y="174"/>
                  </a:cubicBezTo>
                  <a:cubicBezTo>
                    <a:pt x="15" y="190"/>
                    <a:pt x="32" y="190"/>
                    <a:pt x="32" y="190"/>
                  </a:cubicBezTo>
                  <a:lnTo>
                    <a:pt x="47" y="190"/>
                  </a:lnTo>
                  <a:lnTo>
                    <a:pt x="63" y="190"/>
                  </a:lnTo>
                  <a:lnTo>
                    <a:pt x="95" y="158"/>
                  </a:lnTo>
                  <a:lnTo>
                    <a:pt x="95" y="142"/>
                  </a:lnTo>
                  <a:cubicBezTo>
                    <a:pt x="110" y="142"/>
                    <a:pt x="110" y="127"/>
                    <a:pt x="126" y="127"/>
                  </a:cubicBezTo>
                  <a:cubicBezTo>
                    <a:pt x="126" y="95"/>
                    <a:pt x="110" y="79"/>
                    <a:pt x="95" y="64"/>
                  </a:cubicBezTo>
                  <a:lnTo>
                    <a:pt x="95" y="64"/>
                  </a:lnTo>
                  <a:lnTo>
                    <a:pt x="95" y="64"/>
                  </a:lnTo>
                  <a:cubicBezTo>
                    <a:pt x="110" y="64"/>
                    <a:pt x="126" y="32"/>
                    <a:pt x="110" y="16"/>
                  </a:cubicBezTo>
                  <a:cubicBezTo>
                    <a:pt x="110" y="16"/>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1" name="Google Shape;1721;p38"/>
            <p:cNvSpPr/>
            <p:nvPr/>
          </p:nvSpPr>
          <p:spPr>
            <a:xfrm>
              <a:off x="3309293" y="1813315"/>
              <a:ext cx="6042" cy="5534"/>
            </a:xfrm>
            <a:custGeom>
              <a:avLst/>
              <a:gdLst/>
              <a:ahLst/>
              <a:cxnLst/>
              <a:rect l="l" t="t" r="r" b="b"/>
              <a:pathLst>
                <a:path w="190" h="174" extrusionOk="0">
                  <a:moveTo>
                    <a:pt x="110" y="1"/>
                  </a:moveTo>
                  <a:cubicBezTo>
                    <a:pt x="127" y="1"/>
                    <a:pt x="127" y="16"/>
                    <a:pt x="110" y="16"/>
                  </a:cubicBezTo>
                  <a:cubicBezTo>
                    <a:pt x="110" y="32"/>
                    <a:pt x="95" y="47"/>
                    <a:pt x="79" y="47"/>
                  </a:cubicBezTo>
                  <a:lnTo>
                    <a:pt x="64" y="32"/>
                  </a:lnTo>
                  <a:lnTo>
                    <a:pt x="16" y="16"/>
                  </a:lnTo>
                  <a:lnTo>
                    <a:pt x="16" y="1"/>
                  </a:lnTo>
                  <a:cubicBezTo>
                    <a:pt x="16" y="16"/>
                    <a:pt x="16" y="16"/>
                    <a:pt x="1" y="16"/>
                  </a:cubicBezTo>
                  <a:lnTo>
                    <a:pt x="1" y="32"/>
                  </a:lnTo>
                  <a:lnTo>
                    <a:pt x="1" y="47"/>
                  </a:lnTo>
                  <a:lnTo>
                    <a:pt x="1" y="47"/>
                  </a:lnTo>
                  <a:lnTo>
                    <a:pt x="1" y="47"/>
                  </a:lnTo>
                  <a:cubicBezTo>
                    <a:pt x="16" y="47"/>
                    <a:pt x="32" y="47"/>
                    <a:pt x="32" y="64"/>
                  </a:cubicBezTo>
                  <a:lnTo>
                    <a:pt x="32" y="64"/>
                  </a:lnTo>
                  <a:lnTo>
                    <a:pt x="64" y="64"/>
                  </a:lnTo>
                  <a:lnTo>
                    <a:pt x="64" y="47"/>
                  </a:lnTo>
                  <a:cubicBezTo>
                    <a:pt x="79" y="47"/>
                    <a:pt x="79" y="47"/>
                    <a:pt x="95" y="64"/>
                  </a:cubicBezTo>
                  <a:lnTo>
                    <a:pt x="110" y="64"/>
                  </a:lnTo>
                  <a:lnTo>
                    <a:pt x="110" y="79"/>
                  </a:lnTo>
                  <a:lnTo>
                    <a:pt x="110" y="127"/>
                  </a:lnTo>
                  <a:lnTo>
                    <a:pt x="110" y="142"/>
                  </a:lnTo>
                  <a:cubicBezTo>
                    <a:pt x="110" y="158"/>
                    <a:pt x="127" y="173"/>
                    <a:pt x="142" y="173"/>
                  </a:cubicBezTo>
                  <a:lnTo>
                    <a:pt x="142" y="173"/>
                  </a:lnTo>
                  <a:cubicBezTo>
                    <a:pt x="173" y="173"/>
                    <a:pt x="190" y="158"/>
                    <a:pt x="173" y="142"/>
                  </a:cubicBezTo>
                  <a:lnTo>
                    <a:pt x="173" y="127"/>
                  </a:lnTo>
                  <a:lnTo>
                    <a:pt x="173" y="32"/>
                  </a:lnTo>
                  <a:cubicBezTo>
                    <a:pt x="173" y="16"/>
                    <a:pt x="158" y="16"/>
                    <a:pt x="142" y="1"/>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2" name="Google Shape;1722;p38"/>
            <p:cNvSpPr/>
            <p:nvPr/>
          </p:nvSpPr>
          <p:spPr>
            <a:xfrm>
              <a:off x="3320329" y="1775246"/>
              <a:ext cx="5025" cy="3498"/>
            </a:xfrm>
            <a:custGeom>
              <a:avLst/>
              <a:gdLst/>
              <a:ahLst/>
              <a:cxnLst/>
              <a:rect l="l" t="t" r="r" b="b"/>
              <a:pathLst>
                <a:path w="158" h="110" extrusionOk="0">
                  <a:moveTo>
                    <a:pt x="126" y="0"/>
                  </a:moveTo>
                  <a:lnTo>
                    <a:pt x="110" y="0"/>
                  </a:lnTo>
                  <a:lnTo>
                    <a:pt x="110" y="0"/>
                  </a:lnTo>
                  <a:lnTo>
                    <a:pt x="79" y="15"/>
                  </a:lnTo>
                  <a:lnTo>
                    <a:pt x="47" y="15"/>
                  </a:lnTo>
                  <a:lnTo>
                    <a:pt x="32" y="15"/>
                  </a:lnTo>
                  <a:lnTo>
                    <a:pt x="32" y="15"/>
                  </a:lnTo>
                  <a:cubicBezTo>
                    <a:pt x="16" y="15"/>
                    <a:pt x="16" y="15"/>
                    <a:pt x="16" y="32"/>
                  </a:cubicBezTo>
                  <a:lnTo>
                    <a:pt x="16" y="32"/>
                  </a:lnTo>
                  <a:lnTo>
                    <a:pt x="0" y="32"/>
                  </a:lnTo>
                  <a:lnTo>
                    <a:pt x="0" y="32"/>
                  </a:lnTo>
                  <a:cubicBezTo>
                    <a:pt x="0" y="47"/>
                    <a:pt x="16" y="47"/>
                    <a:pt x="16" y="63"/>
                  </a:cubicBezTo>
                  <a:lnTo>
                    <a:pt x="32" y="95"/>
                  </a:lnTo>
                  <a:lnTo>
                    <a:pt x="32" y="95"/>
                  </a:lnTo>
                  <a:lnTo>
                    <a:pt x="32" y="95"/>
                  </a:lnTo>
                  <a:cubicBezTo>
                    <a:pt x="47" y="110"/>
                    <a:pt x="63" y="110"/>
                    <a:pt x="79" y="110"/>
                  </a:cubicBezTo>
                  <a:lnTo>
                    <a:pt x="79" y="110"/>
                  </a:lnTo>
                  <a:lnTo>
                    <a:pt x="79" y="110"/>
                  </a:lnTo>
                  <a:lnTo>
                    <a:pt x="110" y="110"/>
                  </a:lnTo>
                  <a:cubicBezTo>
                    <a:pt x="110" y="95"/>
                    <a:pt x="126" y="78"/>
                    <a:pt x="126" y="78"/>
                  </a:cubicBezTo>
                  <a:lnTo>
                    <a:pt x="158" y="63"/>
                  </a:lnTo>
                  <a:lnTo>
                    <a:pt x="158" y="47"/>
                  </a:lnTo>
                  <a:lnTo>
                    <a:pt x="158" y="15"/>
                  </a:lnTo>
                  <a:lnTo>
                    <a:pt x="142"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3" name="Google Shape;1723;p38"/>
            <p:cNvSpPr/>
            <p:nvPr/>
          </p:nvSpPr>
          <p:spPr>
            <a:xfrm>
              <a:off x="3013137" y="1799290"/>
              <a:ext cx="3053" cy="6042"/>
            </a:xfrm>
            <a:custGeom>
              <a:avLst/>
              <a:gdLst/>
              <a:ahLst/>
              <a:cxnLst/>
              <a:rect l="l" t="t" r="r" b="b"/>
              <a:pathLst>
                <a:path w="96" h="190" extrusionOk="0">
                  <a:moveTo>
                    <a:pt x="48" y="0"/>
                  </a:moveTo>
                  <a:lnTo>
                    <a:pt x="48" y="0"/>
                  </a:lnTo>
                  <a:cubicBezTo>
                    <a:pt x="32" y="0"/>
                    <a:pt x="17" y="16"/>
                    <a:pt x="17" y="16"/>
                  </a:cubicBezTo>
                  <a:lnTo>
                    <a:pt x="17" y="32"/>
                  </a:lnTo>
                  <a:cubicBezTo>
                    <a:pt x="1" y="47"/>
                    <a:pt x="1" y="63"/>
                    <a:pt x="1" y="79"/>
                  </a:cubicBezTo>
                  <a:cubicBezTo>
                    <a:pt x="17" y="110"/>
                    <a:pt x="48" y="142"/>
                    <a:pt x="80" y="189"/>
                  </a:cubicBezTo>
                  <a:cubicBezTo>
                    <a:pt x="95" y="158"/>
                    <a:pt x="95" y="142"/>
                    <a:pt x="95" y="110"/>
                  </a:cubicBezTo>
                  <a:lnTo>
                    <a:pt x="95" y="95"/>
                  </a:lnTo>
                  <a:cubicBezTo>
                    <a:pt x="95" y="79"/>
                    <a:pt x="80" y="79"/>
                    <a:pt x="80" y="63"/>
                  </a:cubicBezTo>
                  <a:lnTo>
                    <a:pt x="80" y="47"/>
                  </a:lnTo>
                  <a:lnTo>
                    <a:pt x="80" y="32"/>
                  </a:lnTo>
                  <a:cubicBezTo>
                    <a:pt x="80" y="32"/>
                    <a:pt x="80" y="16"/>
                    <a:pt x="64" y="0"/>
                  </a:cubicBezTo>
                  <a:lnTo>
                    <a:pt x="64"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4" name="Google Shape;1724;p38"/>
            <p:cNvSpPr/>
            <p:nvPr/>
          </p:nvSpPr>
          <p:spPr>
            <a:xfrm>
              <a:off x="3179025" y="1783261"/>
              <a:ext cx="3021" cy="2512"/>
            </a:xfrm>
            <a:custGeom>
              <a:avLst/>
              <a:gdLst/>
              <a:ahLst/>
              <a:cxnLst/>
              <a:rect l="l" t="t" r="r" b="b"/>
              <a:pathLst>
                <a:path w="95" h="79" extrusionOk="0">
                  <a:moveTo>
                    <a:pt x="95" y="0"/>
                  </a:moveTo>
                  <a:cubicBezTo>
                    <a:pt x="78" y="0"/>
                    <a:pt x="63" y="15"/>
                    <a:pt x="47" y="15"/>
                  </a:cubicBezTo>
                  <a:cubicBezTo>
                    <a:pt x="32" y="15"/>
                    <a:pt x="32" y="15"/>
                    <a:pt x="15" y="0"/>
                  </a:cubicBezTo>
                  <a:lnTo>
                    <a:pt x="0" y="47"/>
                  </a:lnTo>
                  <a:cubicBezTo>
                    <a:pt x="0" y="63"/>
                    <a:pt x="15" y="78"/>
                    <a:pt x="32" y="78"/>
                  </a:cubicBezTo>
                  <a:lnTo>
                    <a:pt x="47" y="78"/>
                  </a:lnTo>
                  <a:lnTo>
                    <a:pt x="63" y="78"/>
                  </a:lnTo>
                  <a:lnTo>
                    <a:pt x="78" y="63"/>
                  </a:lnTo>
                  <a:lnTo>
                    <a:pt x="78" y="32"/>
                  </a:lnTo>
                  <a:lnTo>
                    <a:pt x="78"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5" name="Google Shape;1725;p38"/>
            <p:cNvSpPr/>
            <p:nvPr/>
          </p:nvSpPr>
          <p:spPr>
            <a:xfrm>
              <a:off x="3327835" y="1766214"/>
              <a:ext cx="3562" cy="4039"/>
            </a:xfrm>
            <a:custGeom>
              <a:avLst/>
              <a:gdLst/>
              <a:ahLst/>
              <a:cxnLst/>
              <a:rect l="l" t="t" r="r" b="b"/>
              <a:pathLst>
                <a:path w="112" h="127" extrusionOk="0">
                  <a:moveTo>
                    <a:pt x="63" y="1"/>
                  </a:moveTo>
                  <a:lnTo>
                    <a:pt x="63" y="1"/>
                  </a:lnTo>
                  <a:cubicBezTo>
                    <a:pt x="48" y="16"/>
                    <a:pt x="32" y="16"/>
                    <a:pt x="32" y="32"/>
                  </a:cubicBezTo>
                  <a:lnTo>
                    <a:pt x="0" y="64"/>
                  </a:lnTo>
                  <a:lnTo>
                    <a:pt x="0" y="79"/>
                  </a:lnTo>
                  <a:cubicBezTo>
                    <a:pt x="0" y="95"/>
                    <a:pt x="0" y="110"/>
                    <a:pt x="16" y="110"/>
                  </a:cubicBezTo>
                  <a:lnTo>
                    <a:pt x="32" y="110"/>
                  </a:lnTo>
                  <a:lnTo>
                    <a:pt x="48" y="110"/>
                  </a:lnTo>
                  <a:cubicBezTo>
                    <a:pt x="63" y="127"/>
                    <a:pt x="63" y="127"/>
                    <a:pt x="80" y="127"/>
                  </a:cubicBezTo>
                  <a:lnTo>
                    <a:pt x="95" y="127"/>
                  </a:lnTo>
                  <a:cubicBezTo>
                    <a:pt x="95" y="127"/>
                    <a:pt x="111" y="110"/>
                    <a:pt x="111" y="95"/>
                  </a:cubicBezTo>
                  <a:lnTo>
                    <a:pt x="111" y="79"/>
                  </a:lnTo>
                  <a:lnTo>
                    <a:pt x="95" y="32"/>
                  </a:lnTo>
                  <a:cubicBezTo>
                    <a:pt x="95"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6" name="Google Shape;1726;p38"/>
            <p:cNvSpPr/>
            <p:nvPr/>
          </p:nvSpPr>
          <p:spPr>
            <a:xfrm>
              <a:off x="3439052" y="1772702"/>
              <a:ext cx="5565" cy="7060"/>
            </a:xfrm>
            <a:custGeom>
              <a:avLst/>
              <a:gdLst/>
              <a:ahLst/>
              <a:cxnLst/>
              <a:rect l="l" t="t" r="r" b="b"/>
              <a:pathLst>
                <a:path w="175" h="222" extrusionOk="0">
                  <a:moveTo>
                    <a:pt x="32" y="1"/>
                  </a:moveTo>
                  <a:lnTo>
                    <a:pt x="32" y="1"/>
                  </a:lnTo>
                  <a:cubicBezTo>
                    <a:pt x="17" y="1"/>
                    <a:pt x="1" y="17"/>
                    <a:pt x="1" y="17"/>
                  </a:cubicBezTo>
                  <a:cubicBezTo>
                    <a:pt x="1" y="32"/>
                    <a:pt x="1" y="64"/>
                    <a:pt x="17" y="64"/>
                  </a:cubicBezTo>
                  <a:lnTo>
                    <a:pt x="32" y="64"/>
                  </a:lnTo>
                  <a:lnTo>
                    <a:pt x="17" y="95"/>
                  </a:lnTo>
                  <a:cubicBezTo>
                    <a:pt x="1" y="112"/>
                    <a:pt x="1" y="127"/>
                    <a:pt x="17" y="143"/>
                  </a:cubicBezTo>
                  <a:lnTo>
                    <a:pt x="64" y="206"/>
                  </a:lnTo>
                  <a:cubicBezTo>
                    <a:pt x="80" y="221"/>
                    <a:pt x="80" y="221"/>
                    <a:pt x="95" y="221"/>
                  </a:cubicBezTo>
                  <a:lnTo>
                    <a:pt x="95" y="221"/>
                  </a:lnTo>
                  <a:lnTo>
                    <a:pt x="95" y="221"/>
                  </a:lnTo>
                  <a:lnTo>
                    <a:pt x="95" y="221"/>
                  </a:lnTo>
                  <a:cubicBezTo>
                    <a:pt x="112" y="221"/>
                    <a:pt x="127" y="206"/>
                    <a:pt x="127" y="206"/>
                  </a:cubicBezTo>
                  <a:lnTo>
                    <a:pt x="143" y="175"/>
                  </a:lnTo>
                  <a:lnTo>
                    <a:pt x="158" y="127"/>
                  </a:lnTo>
                  <a:cubicBezTo>
                    <a:pt x="175" y="112"/>
                    <a:pt x="175" y="95"/>
                    <a:pt x="158" y="80"/>
                  </a:cubicBezTo>
                  <a:lnTo>
                    <a:pt x="143" y="80"/>
                  </a:lnTo>
                  <a:cubicBezTo>
                    <a:pt x="143" y="95"/>
                    <a:pt x="143" y="95"/>
                    <a:pt x="127" y="112"/>
                  </a:cubicBezTo>
                  <a:lnTo>
                    <a:pt x="95" y="127"/>
                  </a:lnTo>
                  <a:lnTo>
                    <a:pt x="95" y="127"/>
                  </a:lnTo>
                  <a:lnTo>
                    <a:pt x="80" y="127"/>
                  </a:lnTo>
                  <a:lnTo>
                    <a:pt x="80" y="127"/>
                  </a:lnTo>
                  <a:lnTo>
                    <a:pt x="64" y="127"/>
                  </a:lnTo>
                  <a:cubicBezTo>
                    <a:pt x="64" y="127"/>
                    <a:pt x="49" y="127"/>
                    <a:pt x="32" y="112"/>
                  </a:cubicBezTo>
                  <a:cubicBezTo>
                    <a:pt x="32" y="95"/>
                    <a:pt x="32" y="64"/>
                    <a:pt x="64" y="64"/>
                  </a:cubicBezTo>
                  <a:lnTo>
                    <a:pt x="95" y="49"/>
                  </a:lnTo>
                  <a:lnTo>
                    <a:pt x="95" y="49"/>
                  </a:ln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7" name="Google Shape;1727;p38"/>
            <p:cNvSpPr/>
            <p:nvPr/>
          </p:nvSpPr>
          <p:spPr>
            <a:xfrm>
              <a:off x="3180011" y="1801771"/>
              <a:ext cx="2512" cy="7060"/>
            </a:xfrm>
            <a:custGeom>
              <a:avLst/>
              <a:gdLst/>
              <a:ahLst/>
              <a:cxnLst/>
              <a:rect l="l" t="t" r="r" b="b"/>
              <a:pathLst>
                <a:path w="79" h="222" extrusionOk="0">
                  <a:moveTo>
                    <a:pt x="32" y="1"/>
                  </a:moveTo>
                  <a:lnTo>
                    <a:pt x="32" y="1"/>
                  </a:lnTo>
                  <a:cubicBezTo>
                    <a:pt x="47" y="17"/>
                    <a:pt x="32" y="32"/>
                    <a:pt x="16" y="48"/>
                  </a:cubicBezTo>
                  <a:lnTo>
                    <a:pt x="1" y="48"/>
                  </a:lnTo>
                  <a:lnTo>
                    <a:pt x="32" y="95"/>
                  </a:lnTo>
                  <a:cubicBezTo>
                    <a:pt x="32" y="111"/>
                    <a:pt x="32" y="143"/>
                    <a:pt x="16" y="143"/>
                  </a:cubicBezTo>
                  <a:lnTo>
                    <a:pt x="1" y="158"/>
                  </a:lnTo>
                  <a:lnTo>
                    <a:pt x="1" y="190"/>
                  </a:lnTo>
                  <a:cubicBezTo>
                    <a:pt x="1" y="206"/>
                    <a:pt x="16" y="221"/>
                    <a:pt x="32" y="221"/>
                  </a:cubicBezTo>
                  <a:lnTo>
                    <a:pt x="32" y="221"/>
                  </a:lnTo>
                  <a:cubicBezTo>
                    <a:pt x="64" y="221"/>
                    <a:pt x="79" y="206"/>
                    <a:pt x="79" y="190"/>
                  </a:cubicBezTo>
                  <a:lnTo>
                    <a:pt x="79" y="190"/>
                  </a:lnTo>
                  <a:lnTo>
                    <a:pt x="64" y="111"/>
                  </a:lnTo>
                  <a:lnTo>
                    <a:pt x="64"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8" name="Google Shape;1728;p38"/>
            <p:cNvSpPr/>
            <p:nvPr/>
          </p:nvSpPr>
          <p:spPr>
            <a:xfrm>
              <a:off x="3170470" y="1801771"/>
              <a:ext cx="5565" cy="3053"/>
            </a:xfrm>
            <a:custGeom>
              <a:avLst/>
              <a:gdLst/>
              <a:ahLst/>
              <a:cxnLst/>
              <a:rect l="l" t="t" r="r" b="b"/>
              <a:pathLst>
                <a:path w="175" h="96" extrusionOk="0">
                  <a:moveTo>
                    <a:pt x="143" y="1"/>
                  </a:moveTo>
                  <a:lnTo>
                    <a:pt x="143" y="1"/>
                  </a:lnTo>
                  <a:lnTo>
                    <a:pt x="127" y="17"/>
                  </a:lnTo>
                  <a:lnTo>
                    <a:pt x="49" y="17"/>
                  </a:lnTo>
                  <a:lnTo>
                    <a:pt x="32" y="17"/>
                  </a:lnTo>
                  <a:lnTo>
                    <a:pt x="1" y="17"/>
                  </a:lnTo>
                  <a:lnTo>
                    <a:pt x="1" y="17"/>
                  </a:lnTo>
                  <a:cubicBezTo>
                    <a:pt x="17" y="17"/>
                    <a:pt x="17" y="32"/>
                    <a:pt x="32" y="48"/>
                  </a:cubicBezTo>
                  <a:cubicBezTo>
                    <a:pt x="32" y="64"/>
                    <a:pt x="32" y="80"/>
                    <a:pt x="1" y="95"/>
                  </a:cubicBezTo>
                  <a:lnTo>
                    <a:pt x="1" y="95"/>
                  </a:lnTo>
                  <a:lnTo>
                    <a:pt x="17" y="95"/>
                  </a:lnTo>
                  <a:lnTo>
                    <a:pt x="17" y="95"/>
                  </a:lnTo>
                  <a:lnTo>
                    <a:pt x="112" y="80"/>
                  </a:lnTo>
                  <a:lnTo>
                    <a:pt x="158" y="80"/>
                  </a:lnTo>
                  <a:lnTo>
                    <a:pt x="175" y="64"/>
                  </a:lnTo>
                  <a:cubicBezTo>
                    <a:pt x="158" y="64"/>
                    <a:pt x="158" y="48"/>
                    <a:pt x="158" y="32"/>
                  </a:cubicBezTo>
                  <a:lnTo>
                    <a:pt x="175" y="17"/>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9" name="Google Shape;1729;p38"/>
            <p:cNvSpPr/>
            <p:nvPr/>
          </p:nvSpPr>
          <p:spPr>
            <a:xfrm>
              <a:off x="3158448" y="1804792"/>
              <a:ext cx="5565" cy="3021"/>
            </a:xfrm>
            <a:custGeom>
              <a:avLst/>
              <a:gdLst/>
              <a:ahLst/>
              <a:cxnLst/>
              <a:rect l="l" t="t" r="r" b="b"/>
              <a:pathLst>
                <a:path w="175" h="95" extrusionOk="0">
                  <a:moveTo>
                    <a:pt x="32" y="0"/>
                  </a:moveTo>
                  <a:lnTo>
                    <a:pt x="32" y="0"/>
                  </a:lnTo>
                  <a:lnTo>
                    <a:pt x="17" y="0"/>
                  </a:lnTo>
                  <a:cubicBezTo>
                    <a:pt x="1" y="0"/>
                    <a:pt x="1" y="32"/>
                    <a:pt x="1" y="48"/>
                  </a:cubicBezTo>
                  <a:cubicBezTo>
                    <a:pt x="17" y="48"/>
                    <a:pt x="17" y="48"/>
                    <a:pt x="17" y="63"/>
                  </a:cubicBezTo>
                  <a:lnTo>
                    <a:pt x="17" y="63"/>
                  </a:lnTo>
                  <a:lnTo>
                    <a:pt x="17" y="48"/>
                  </a:lnTo>
                  <a:cubicBezTo>
                    <a:pt x="32" y="32"/>
                    <a:pt x="32" y="16"/>
                    <a:pt x="49" y="16"/>
                  </a:cubicBezTo>
                  <a:lnTo>
                    <a:pt x="49" y="16"/>
                  </a:lnTo>
                  <a:cubicBezTo>
                    <a:pt x="64" y="16"/>
                    <a:pt x="64" y="16"/>
                    <a:pt x="64" y="32"/>
                  </a:cubicBezTo>
                  <a:cubicBezTo>
                    <a:pt x="80" y="32"/>
                    <a:pt x="95" y="48"/>
                    <a:pt x="80" y="63"/>
                  </a:cubicBezTo>
                  <a:lnTo>
                    <a:pt x="80" y="95"/>
                  </a:lnTo>
                  <a:lnTo>
                    <a:pt x="95" y="95"/>
                  </a:lnTo>
                  <a:lnTo>
                    <a:pt x="95" y="95"/>
                  </a:lnTo>
                  <a:lnTo>
                    <a:pt x="95" y="63"/>
                  </a:lnTo>
                  <a:cubicBezTo>
                    <a:pt x="95" y="48"/>
                    <a:pt x="112" y="32"/>
                    <a:pt x="127" y="32"/>
                  </a:cubicBezTo>
                  <a:lnTo>
                    <a:pt x="127" y="32"/>
                  </a:lnTo>
                  <a:lnTo>
                    <a:pt x="127" y="32"/>
                  </a:lnTo>
                  <a:lnTo>
                    <a:pt x="158" y="48"/>
                  </a:lnTo>
                  <a:lnTo>
                    <a:pt x="175" y="48"/>
                  </a:lnTo>
                  <a:lnTo>
                    <a:pt x="158" y="32"/>
                  </a:lnTo>
                  <a:cubicBezTo>
                    <a:pt x="158" y="16"/>
                    <a:pt x="143" y="16"/>
                    <a:pt x="127" y="16"/>
                  </a:cubicBezTo>
                  <a:lnTo>
                    <a:pt x="112" y="16"/>
                  </a:lnTo>
                  <a:cubicBezTo>
                    <a:pt x="112" y="32"/>
                    <a:pt x="95" y="32"/>
                    <a:pt x="95" y="32"/>
                  </a:cubicBezTo>
                  <a:cubicBezTo>
                    <a:pt x="80" y="32"/>
                    <a:pt x="80" y="32"/>
                    <a:pt x="80" y="16"/>
                  </a:cubicBezTo>
                  <a:lnTo>
                    <a:pt x="64" y="16"/>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0" name="Google Shape;1730;p38"/>
            <p:cNvSpPr/>
            <p:nvPr/>
          </p:nvSpPr>
          <p:spPr>
            <a:xfrm>
              <a:off x="3110361" y="1786250"/>
              <a:ext cx="4039" cy="3053"/>
            </a:xfrm>
            <a:custGeom>
              <a:avLst/>
              <a:gdLst/>
              <a:ahLst/>
              <a:cxnLst/>
              <a:rect l="l" t="t" r="r" b="b"/>
              <a:pathLst>
                <a:path w="127" h="96" extrusionOk="0">
                  <a:moveTo>
                    <a:pt x="95" y="1"/>
                  </a:moveTo>
                  <a:lnTo>
                    <a:pt x="80" y="1"/>
                  </a:lnTo>
                  <a:lnTo>
                    <a:pt x="63" y="1"/>
                  </a:lnTo>
                  <a:cubicBezTo>
                    <a:pt x="48" y="16"/>
                    <a:pt x="32" y="16"/>
                    <a:pt x="17" y="16"/>
                  </a:cubicBezTo>
                  <a:lnTo>
                    <a:pt x="17" y="47"/>
                  </a:lnTo>
                  <a:cubicBezTo>
                    <a:pt x="17" y="64"/>
                    <a:pt x="17" y="79"/>
                    <a:pt x="0" y="79"/>
                  </a:cubicBezTo>
                  <a:cubicBezTo>
                    <a:pt x="0" y="95"/>
                    <a:pt x="17" y="95"/>
                    <a:pt x="17" y="95"/>
                  </a:cubicBezTo>
                  <a:lnTo>
                    <a:pt x="32" y="95"/>
                  </a:lnTo>
                  <a:lnTo>
                    <a:pt x="80" y="79"/>
                  </a:lnTo>
                  <a:lnTo>
                    <a:pt x="80" y="79"/>
                  </a:lnTo>
                  <a:lnTo>
                    <a:pt x="95" y="64"/>
                  </a:lnTo>
                  <a:cubicBezTo>
                    <a:pt x="111" y="64"/>
                    <a:pt x="126" y="47"/>
                    <a:pt x="111" y="32"/>
                  </a:cubicBezTo>
                  <a:lnTo>
                    <a:pt x="111" y="16"/>
                  </a:lnTo>
                  <a:lnTo>
                    <a:pt x="111" y="16"/>
                  </a:lnTo>
                  <a:cubicBezTo>
                    <a:pt x="111" y="1"/>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1" name="Google Shape;1731;p38"/>
            <p:cNvSpPr/>
            <p:nvPr/>
          </p:nvSpPr>
          <p:spPr>
            <a:xfrm>
              <a:off x="3245654" y="1824828"/>
              <a:ext cx="5025" cy="3562"/>
            </a:xfrm>
            <a:custGeom>
              <a:avLst/>
              <a:gdLst/>
              <a:ahLst/>
              <a:cxnLst/>
              <a:rect l="l" t="t" r="r" b="b"/>
              <a:pathLst>
                <a:path w="158" h="112" extrusionOk="0">
                  <a:moveTo>
                    <a:pt x="32" y="0"/>
                  </a:moveTo>
                  <a:lnTo>
                    <a:pt x="32" y="0"/>
                  </a:lnTo>
                  <a:lnTo>
                    <a:pt x="17" y="0"/>
                  </a:lnTo>
                  <a:cubicBezTo>
                    <a:pt x="0" y="0"/>
                    <a:pt x="0" y="17"/>
                    <a:pt x="0" y="32"/>
                  </a:cubicBezTo>
                  <a:cubicBezTo>
                    <a:pt x="0" y="48"/>
                    <a:pt x="17" y="63"/>
                    <a:pt x="32" y="63"/>
                  </a:cubicBezTo>
                  <a:lnTo>
                    <a:pt x="32" y="63"/>
                  </a:lnTo>
                  <a:lnTo>
                    <a:pt x="48" y="63"/>
                  </a:lnTo>
                  <a:cubicBezTo>
                    <a:pt x="48" y="80"/>
                    <a:pt x="63" y="111"/>
                    <a:pt x="95" y="111"/>
                  </a:cubicBezTo>
                  <a:lnTo>
                    <a:pt x="95" y="111"/>
                  </a:lnTo>
                  <a:cubicBezTo>
                    <a:pt x="126" y="111"/>
                    <a:pt x="143" y="80"/>
                    <a:pt x="158" y="63"/>
                  </a:cubicBezTo>
                  <a:lnTo>
                    <a:pt x="158" y="32"/>
                  </a:lnTo>
                  <a:cubicBezTo>
                    <a:pt x="158" y="32"/>
                    <a:pt x="158" y="17"/>
                    <a:pt x="143" y="17"/>
                  </a:cubicBezTo>
                  <a:lnTo>
                    <a:pt x="126" y="17"/>
                  </a:lnTo>
                  <a:cubicBezTo>
                    <a:pt x="111" y="17"/>
                    <a:pt x="111" y="17"/>
                    <a:pt x="95" y="32"/>
                  </a:cubicBezTo>
                  <a:lnTo>
                    <a:pt x="95" y="32"/>
                  </a:lnTo>
                  <a:lnTo>
                    <a:pt x="95" y="32"/>
                  </a:lnTo>
                  <a:lnTo>
                    <a:pt x="95" y="17"/>
                  </a:lnTo>
                  <a:cubicBezTo>
                    <a:pt x="80" y="17"/>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2" name="Google Shape;1732;p38"/>
            <p:cNvSpPr/>
            <p:nvPr/>
          </p:nvSpPr>
          <p:spPr>
            <a:xfrm>
              <a:off x="3053751" y="1809308"/>
              <a:ext cx="5025" cy="4516"/>
            </a:xfrm>
            <a:custGeom>
              <a:avLst/>
              <a:gdLst/>
              <a:ahLst/>
              <a:cxnLst/>
              <a:rect l="l" t="t" r="r" b="b"/>
              <a:pathLst>
                <a:path w="158" h="142" extrusionOk="0">
                  <a:moveTo>
                    <a:pt x="126" y="0"/>
                  </a:moveTo>
                  <a:lnTo>
                    <a:pt x="126" y="0"/>
                  </a:lnTo>
                  <a:lnTo>
                    <a:pt x="95" y="0"/>
                  </a:lnTo>
                  <a:lnTo>
                    <a:pt x="16" y="95"/>
                  </a:lnTo>
                  <a:cubicBezTo>
                    <a:pt x="0" y="110"/>
                    <a:pt x="0" y="127"/>
                    <a:pt x="16" y="142"/>
                  </a:cubicBezTo>
                  <a:lnTo>
                    <a:pt x="32" y="142"/>
                  </a:lnTo>
                  <a:lnTo>
                    <a:pt x="63" y="142"/>
                  </a:lnTo>
                  <a:lnTo>
                    <a:pt x="142" y="47"/>
                  </a:lnTo>
                  <a:cubicBezTo>
                    <a:pt x="158" y="47"/>
                    <a:pt x="158" y="16"/>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3" name="Google Shape;1733;p38"/>
            <p:cNvSpPr/>
            <p:nvPr/>
          </p:nvSpPr>
          <p:spPr>
            <a:xfrm>
              <a:off x="3337853" y="1788254"/>
              <a:ext cx="4039" cy="2512"/>
            </a:xfrm>
            <a:custGeom>
              <a:avLst/>
              <a:gdLst/>
              <a:ahLst/>
              <a:cxnLst/>
              <a:rect l="l" t="t" r="r" b="b"/>
              <a:pathLst>
                <a:path w="127" h="79" extrusionOk="0">
                  <a:moveTo>
                    <a:pt x="95" y="1"/>
                  </a:moveTo>
                  <a:lnTo>
                    <a:pt x="95" y="1"/>
                  </a:lnTo>
                  <a:lnTo>
                    <a:pt x="32" y="16"/>
                  </a:lnTo>
                  <a:cubicBezTo>
                    <a:pt x="17" y="16"/>
                    <a:pt x="0" y="32"/>
                    <a:pt x="0" y="47"/>
                  </a:cubicBezTo>
                  <a:cubicBezTo>
                    <a:pt x="0" y="64"/>
                    <a:pt x="0" y="64"/>
                    <a:pt x="17" y="79"/>
                  </a:cubicBezTo>
                  <a:lnTo>
                    <a:pt x="17" y="79"/>
                  </a:lnTo>
                  <a:lnTo>
                    <a:pt x="32" y="64"/>
                  </a:lnTo>
                  <a:cubicBezTo>
                    <a:pt x="48" y="64"/>
                    <a:pt x="48" y="47"/>
                    <a:pt x="63" y="47"/>
                  </a:cubicBezTo>
                  <a:lnTo>
                    <a:pt x="63" y="47"/>
                  </a:lnTo>
                  <a:lnTo>
                    <a:pt x="63" y="47"/>
                  </a:lnTo>
                  <a:lnTo>
                    <a:pt x="63" y="47"/>
                  </a:lnTo>
                  <a:cubicBezTo>
                    <a:pt x="63" y="32"/>
                    <a:pt x="80" y="32"/>
                    <a:pt x="95" y="32"/>
                  </a:cubicBezTo>
                  <a:lnTo>
                    <a:pt x="95" y="32"/>
                  </a:lnTo>
                  <a:lnTo>
                    <a:pt x="111" y="32"/>
                  </a:lnTo>
                  <a:cubicBezTo>
                    <a:pt x="111" y="32"/>
                    <a:pt x="111" y="16"/>
                    <a:pt x="126" y="16"/>
                  </a:cubicBezTo>
                  <a:lnTo>
                    <a:pt x="126" y="16"/>
                  </a:lnTo>
                  <a:lnTo>
                    <a:pt x="126" y="16"/>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4" name="Google Shape;1734;p38"/>
            <p:cNvSpPr/>
            <p:nvPr/>
          </p:nvSpPr>
          <p:spPr>
            <a:xfrm>
              <a:off x="3399488" y="1784724"/>
              <a:ext cx="5534" cy="4580"/>
            </a:xfrm>
            <a:custGeom>
              <a:avLst/>
              <a:gdLst/>
              <a:ahLst/>
              <a:cxnLst/>
              <a:rect l="l" t="t" r="r" b="b"/>
              <a:pathLst>
                <a:path w="174" h="144" extrusionOk="0">
                  <a:moveTo>
                    <a:pt x="142" y="1"/>
                  </a:moveTo>
                  <a:lnTo>
                    <a:pt x="127" y="1"/>
                  </a:lnTo>
                  <a:cubicBezTo>
                    <a:pt x="127" y="1"/>
                    <a:pt x="110" y="17"/>
                    <a:pt x="110" y="32"/>
                  </a:cubicBezTo>
                  <a:lnTo>
                    <a:pt x="79" y="80"/>
                  </a:lnTo>
                  <a:lnTo>
                    <a:pt x="64" y="80"/>
                  </a:lnTo>
                  <a:lnTo>
                    <a:pt x="47" y="80"/>
                  </a:lnTo>
                  <a:cubicBezTo>
                    <a:pt x="16" y="80"/>
                    <a:pt x="1" y="95"/>
                    <a:pt x="16" y="127"/>
                  </a:cubicBezTo>
                  <a:cubicBezTo>
                    <a:pt x="16" y="143"/>
                    <a:pt x="32" y="143"/>
                    <a:pt x="47" y="143"/>
                  </a:cubicBezTo>
                  <a:lnTo>
                    <a:pt x="47" y="143"/>
                  </a:lnTo>
                  <a:lnTo>
                    <a:pt x="47" y="143"/>
                  </a:lnTo>
                  <a:lnTo>
                    <a:pt x="79" y="143"/>
                  </a:lnTo>
                  <a:lnTo>
                    <a:pt x="158" y="95"/>
                  </a:lnTo>
                  <a:lnTo>
                    <a:pt x="158" y="64"/>
                  </a:lnTo>
                  <a:lnTo>
                    <a:pt x="173" y="49"/>
                  </a:lnTo>
                  <a:lnTo>
                    <a:pt x="173" y="49"/>
                  </a:lnTo>
                  <a:cubicBezTo>
                    <a:pt x="173" y="32"/>
                    <a:pt x="173" y="17"/>
                    <a:pt x="14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5" name="Google Shape;1735;p38"/>
            <p:cNvSpPr/>
            <p:nvPr/>
          </p:nvSpPr>
          <p:spPr>
            <a:xfrm>
              <a:off x="3174000" y="1797763"/>
              <a:ext cx="9541" cy="2544"/>
            </a:xfrm>
            <a:custGeom>
              <a:avLst/>
              <a:gdLst/>
              <a:ahLst/>
              <a:cxnLst/>
              <a:rect l="l" t="t" r="r" b="b"/>
              <a:pathLst>
                <a:path w="300" h="80" extrusionOk="0">
                  <a:moveTo>
                    <a:pt x="47" y="0"/>
                  </a:moveTo>
                  <a:lnTo>
                    <a:pt x="32" y="0"/>
                  </a:lnTo>
                  <a:cubicBezTo>
                    <a:pt x="32" y="0"/>
                    <a:pt x="16" y="0"/>
                    <a:pt x="16" y="17"/>
                  </a:cubicBezTo>
                  <a:cubicBezTo>
                    <a:pt x="1" y="17"/>
                    <a:pt x="1" y="32"/>
                    <a:pt x="16" y="48"/>
                  </a:cubicBezTo>
                  <a:lnTo>
                    <a:pt x="16" y="48"/>
                  </a:lnTo>
                  <a:cubicBezTo>
                    <a:pt x="16" y="64"/>
                    <a:pt x="32" y="64"/>
                    <a:pt x="32" y="64"/>
                  </a:cubicBezTo>
                  <a:lnTo>
                    <a:pt x="47" y="64"/>
                  </a:lnTo>
                  <a:cubicBezTo>
                    <a:pt x="79" y="80"/>
                    <a:pt x="110" y="80"/>
                    <a:pt x="142" y="80"/>
                  </a:cubicBezTo>
                  <a:lnTo>
                    <a:pt x="205" y="80"/>
                  </a:lnTo>
                  <a:cubicBezTo>
                    <a:pt x="221" y="80"/>
                    <a:pt x="236" y="80"/>
                    <a:pt x="253" y="64"/>
                  </a:cubicBezTo>
                  <a:lnTo>
                    <a:pt x="253" y="64"/>
                  </a:lnTo>
                  <a:lnTo>
                    <a:pt x="268" y="64"/>
                  </a:lnTo>
                  <a:lnTo>
                    <a:pt x="284" y="64"/>
                  </a:lnTo>
                  <a:cubicBezTo>
                    <a:pt x="284" y="48"/>
                    <a:pt x="299" y="48"/>
                    <a:pt x="299" y="32"/>
                  </a:cubicBezTo>
                  <a:cubicBezTo>
                    <a:pt x="299" y="17"/>
                    <a:pt x="284" y="17"/>
                    <a:pt x="284" y="0"/>
                  </a:cubicBezTo>
                  <a:lnTo>
                    <a:pt x="268" y="0"/>
                  </a:lnTo>
                  <a:lnTo>
                    <a:pt x="253" y="0"/>
                  </a:lnTo>
                  <a:lnTo>
                    <a:pt x="221" y="0"/>
                  </a:lnTo>
                  <a:lnTo>
                    <a:pt x="205" y="0"/>
                  </a:lnTo>
                  <a:cubicBezTo>
                    <a:pt x="173" y="17"/>
                    <a:pt x="158" y="32"/>
                    <a:pt x="142" y="32"/>
                  </a:cubicBezTo>
                  <a:cubicBezTo>
                    <a:pt x="127" y="32"/>
                    <a:pt x="127" y="48"/>
                    <a:pt x="110" y="48"/>
                  </a:cubicBezTo>
                  <a:lnTo>
                    <a:pt x="95" y="48"/>
                  </a:lnTo>
                  <a:cubicBezTo>
                    <a:pt x="95" y="48"/>
                    <a:pt x="79" y="48"/>
                    <a:pt x="64" y="32"/>
                  </a:cubicBezTo>
                  <a:lnTo>
                    <a:pt x="64" y="0"/>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6" name="Google Shape;1736;p38"/>
            <p:cNvSpPr/>
            <p:nvPr/>
          </p:nvSpPr>
          <p:spPr>
            <a:xfrm>
              <a:off x="3420034" y="1751648"/>
              <a:ext cx="5025" cy="3562"/>
            </a:xfrm>
            <a:custGeom>
              <a:avLst/>
              <a:gdLst/>
              <a:ahLst/>
              <a:cxnLst/>
              <a:rect l="l" t="t" r="r" b="b"/>
              <a:pathLst>
                <a:path w="158" h="112" extrusionOk="0">
                  <a:moveTo>
                    <a:pt x="95" y="1"/>
                  </a:moveTo>
                  <a:lnTo>
                    <a:pt x="95" y="1"/>
                  </a:lnTo>
                  <a:cubicBezTo>
                    <a:pt x="63" y="1"/>
                    <a:pt x="48" y="17"/>
                    <a:pt x="32" y="32"/>
                  </a:cubicBezTo>
                  <a:lnTo>
                    <a:pt x="32" y="32"/>
                  </a:lnTo>
                  <a:lnTo>
                    <a:pt x="17" y="49"/>
                  </a:lnTo>
                  <a:cubicBezTo>
                    <a:pt x="17" y="49"/>
                    <a:pt x="0" y="64"/>
                    <a:pt x="17" y="80"/>
                  </a:cubicBezTo>
                  <a:lnTo>
                    <a:pt x="17" y="80"/>
                  </a:lnTo>
                  <a:lnTo>
                    <a:pt x="17" y="80"/>
                  </a:lnTo>
                  <a:cubicBezTo>
                    <a:pt x="17" y="96"/>
                    <a:pt x="32" y="96"/>
                    <a:pt x="32" y="96"/>
                  </a:cubicBezTo>
                  <a:lnTo>
                    <a:pt x="48" y="96"/>
                  </a:lnTo>
                  <a:lnTo>
                    <a:pt x="63" y="96"/>
                  </a:lnTo>
                  <a:cubicBezTo>
                    <a:pt x="63" y="96"/>
                    <a:pt x="80" y="96"/>
                    <a:pt x="80" y="80"/>
                  </a:cubicBezTo>
                  <a:lnTo>
                    <a:pt x="80" y="80"/>
                  </a:lnTo>
                  <a:lnTo>
                    <a:pt x="95" y="80"/>
                  </a:lnTo>
                  <a:lnTo>
                    <a:pt x="80" y="80"/>
                  </a:lnTo>
                  <a:lnTo>
                    <a:pt x="63" y="112"/>
                  </a:lnTo>
                  <a:lnTo>
                    <a:pt x="95" y="112"/>
                  </a:lnTo>
                  <a:lnTo>
                    <a:pt x="95" y="112"/>
                  </a:lnTo>
                  <a:cubicBezTo>
                    <a:pt x="95" y="112"/>
                    <a:pt x="95" y="96"/>
                    <a:pt x="111" y="96"/>
                  </a:cubicBezTo>
                  <a:cubicBezTo>
                    <a:pt x="111" y="80"/>
                    <a:pt x="95" y="80"/>
                    <a:pt x="111" y="64"/>
                  </a:cubicBezTo>
                  <a:cubicBezTo>
                    <a:pt x="111" y="49"/>
                    <a:pt x="111" y="32"/>
                    <a:pt x="126" y="32"/>
                  </a:cubicBezTo>
                  <a:lnTo>
                    <a:pt x="143" y="32"/>
                  </a:lnTo>
                  <a:lnTo>
                    <a:pt x="158" y="32"/>
                  </a:lnTo>
                  <a:cubicBezTo>
                    <a:pt x="143" y="17"/>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7" name="Google Shape;1737;p38"/>
            <p:cNvSpPr/>
            <p:nvPr/>
          </p:nvSpPr>
          <p:spPr>
            <a:xfrm>
              <a:off x="3403973" y="1773720"/>
              <a:ext cx="4039" cy="5025"/>
            </a:xfrm>
            <a:custGeom>
              <a:avLst/>
              <a:gdLst/>
              <a:ahLst/>
              <a:cxnLst/>
              <a:rect l="l" t="t" r="r" b="b"/>
              <a:pathLst>
                <a:path w="127" h="158" extrusionOk="0">
                  <a:moveTo>
                    <a:pt x="49" y="0"/>
                  </a:moveTo>
                  <a:lnTo>
                    <a:pt x="49" y="0"/>
                  </a:lnTo>
                  <a:cubicBezTo>
                    <a:pt x="32" y="0"/>
                    <a:pt x="17" y="0"/>
                    <a:pt x="17" y="17"/>
                  </a:cubicBezTo>
                  <a:cubicBezTo>
                    <a:pt x="1" y="32"/>
                    <a:pt x="17" y="63"/>
                    <a:pt x="32" y="63"/>
                  </a:cubicBezTo>
                  <a:lnTo>
                    <a:pt x="32" y="63"/>
                  </a:lnTo>
                  <a:lnTo>
                    <a:pt x="49" y="63"/>
                  </a:lnTo>
                  <a:lnTo>
                    <a:pt x="64" y="126"/>
                  </a:lnTo>
                  <a:lnTo>
                    <a:pt x="64" y="126"/>
                  </a:lnTo>
                  <a:cubicBezTo>
                    <a:pt x="64" y="143"/>
                    <a:pt x="80" y="158"/>
                    <a:pt x="95" y="158"/>
                  </a:cubicBezTo>
                  <a:lnTo>
                    <a:pt x="95" y="158"/>
                  </a:lnTo>
                  <a:cubicBezTo>
                    <a:pt x="95" y="143"/>
                    <a:pt x="112" y="126"/>
                    <a:pt x="127" y="126"/>
                  </a:cubicBezTo>
                  <a:lnTo>
                    <a:pt x="127" y="126"/>
                  </a:lnTo>
                  <a:lnTo>
                    <a:pt x="127" y="111"/>
                  </a:lnTo>
                  <a:lnTo>
                    <a:pt x="127" y="80"/>
                  </a:lnTo>
                  <a:lnTo>
                    <a:pt x="112" y="32"/>
                  </a:lnTo>
                  <a:cubicBezTo>
                    <a:pt x="112" y="17"/>
                    <a:pt x="95" y="17"/>
                    <a:pt x="80" y="0"/>
                  </a:cubicBez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8" name="Google Shape;1738;p38"/>
            <p:cNvSpPr/>
            <p:nvPr/>
          </p:nvSpPr>
          <p:spPr>
            <a:xfrm>
              <a:off x="3334355" y="1771716"/>
              <a:ext cx="4516" cy="2544"/>
            </a:xfrm>
            <a:custGeom>
              <a:avLst/>
              <a:gdLst/>
              <a:ahLst/>
              <a:cxnLst/>
              <a:rect l="l" t="t" r="r" b="b"/>
              <a:pathLst>
                <a:path w="142" h="80" extrusionOk="0">
                  <a:moveTo>
                    <a:pt x="110" y="0"/>
                  </a:moveTo>
                  <a:lnTo>
                    <a:pt x="95" y="0"/>
                  </a:lnTo>
                  <a:lnTo>
                    <a:pt x="32" y="17"/>
                  </a:lnTo>
                  <a:lnTo>
                    <a:pt x="16" y="17"/>
                  </a:lnTo>
                  <a:cubicBezTo>
                    <a:pt x="16" y="32"/>
                    <a:pt x="1" y="32"/>
                    <a:pt x="1" y="48"/>
                  </a:cubicBezTo>
                  <a:cubicBezTo>
                    <a:pt x="16" y="63"/>
                    <a:pt x="32" y="80"/>
                    <a:pt x="47" y="80"/>
                  </a:cubicBezTo>
                  <a:lnTo>
                    <a:pt x="47" y="80"/>
                  </a:lnTo>
                  <a:lnTo>
                    <a:pt x="79" y="80"/>
                  </a:lnTo>
                  <a:lnTo>
                    <a:pt x="110" y="80"/>
                  </a:lnTo>
                  <a:cubicBezTo>
                    <a:pt x="127" y="80"/>
                    <a:pt x="142" y="63"/>
                    <a:pt x="142" y="32"/>
                  </a:cubicBezTo>
                  <a:cubicBezTo>
                    <a:pt x="142" y="17"/>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9" name="Google Shape;1739;p38"/>
            <p:cNvSpPr/>
            <p:nvPr/>
          </p:nvSpPr>
          <p:spPr>
            <a:xfrm>
              <a:off x="3300770" y="1822825"/>
              <a:ext cx="3562" cy="2544"/>
            </a:xfrm>
            <a:custGeom>
              <a:avLst/>
              <a:gdLst/>
              <a:ahLst/>
              <a:cxnLst/>
              <a:rect l="l" t="t" r="r" b="b"/>
              <a:pathLst>
                <a:path w="112" h="80" extrusionOk="0">
                  <a:moveTo>
                    <a:pt x="63" y="0"/>
                  </a:moveTo>
                  <a:lnTo>
                    <a:pt x="17" y="0"/>
                  </a:lnTo>
                  <a:cubicBezTo>
                    <a:pt x="0" y="0"/>
                    <a:pt x="0" y="0"/>
                    <a:pt x="0" y="17"/>
                  </a:cubicBezTo>
                  <a:cubicBezTo>
                    <a:pt x="17" y="17"/>
                    <a:pt x="17" y="32"/>
                    <a:pt x="17" y="48"/>
                  </a:cubicBezTo>
                  <a:cubicBezTo>
                    <a:pt x="17" y="63"/>
                    <a:pt x="0" y="63"/>
                    <a:pt x="0" y="63"/>
                  </a:cubicBezTo>
                  <a:cubicBezTo>
                    <a:pt x="0" y="63"/>
                    <a:pt x="0" y="80"/>
                    <a:pt x="17" y="80"/>
                  </a:cubicBezTo>
                  <a:lnTo>
                    <a:pt x="17" y="80"/>
                  </a:lnTo>
                  <a:lnTo>
                    <a:pt x="80" y="63"/>
                  </a:lnTo>
                  <a:cubicBezTo>
                    <a:pt x="95" y="63"/>
                    <a:pt x="111" y="48"/>
                    <a:pt x="111" y="32"/>
                  </a:cubicBezTo>
                  <a:lnTo>
                    <a:pt x="95" y="32"/>
                  </a:lnTo>
                  <a:cubicBezTo>
                    <a:pt x="80" y="32"/>
                    <a:pt x="63"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0" name="Google Shape;1740;p38"/>
            <p:cNvSpPr/>
            <p:nvPr/>
          </p:nvSpPr>
          <p:spPr>
            <a:xfrm>
              <a:off x="3432564" y="1753174"/>
              <a:ext cx="3530" cy="4548"/>
            </a:xfrm>
            <a:custGeom>
              <a:avLst/>
              <a:gdLst/>
              <a:ahLst/>
              <a:cxnLst/>
              <a:rect l="l" t="t" r="r" b="b"/>
              <a:pathLst>
                <a:path w="111" h="143" extrusionOk="0">
                  <a:moveTo>
                    <a:pt x="32" y="1"/>
                  </a:moveTo>
                  <a:lnTo>
                    <a:pt x="32" y="1"/>
                  </a:lnTo>
                  <a:lnTo>
                    <a:pt x="16" y="1"/>
                  </a:lnTo>
                  <a:cubicBezTo>
                    <a:pt x="1" y="16"/>
                    <a:pt x="1" y="32"/>
                    <a:pt x="1" y="48"/>
                  </a:cubicBezTo>
                  <a:lnTo>
                    <a:pt x="47" y="142"/>
                  </a:lnTo>
                  <a:lnTo>
                    <a:pt x="64" y="142"/>
                  </a:lnTo>
                  <a:lnTo>
                    <a:pt x="79" y="142"/>
                  </a:lnTo>
                  <a:lnTo>
                    <a:pt x="79" y="142"/>
                  </a:lnTo>
                  <a:lnTo>
                    <a:pt x="79" y="142"/>
                  </a:lnTo>
                  <a:lnTo>
                    <a:pt x="110" y="142"/>
                  </a:lnTo>
                  <a:cubicBezTo>
                    <a:pt x="95" y="127"/>
                    <a:pt x="110" y="127"/>
                    <a:pt x="110" y="111"/>
                  </a:cubicBezTo>
                  <a:lnTo>
                    <a:pt x="110" y="111"/>
                  </a:lnTo>
                  <a:lnTo>
                    <a:pt x="110" y="111"/>
                  </a:lnTo>
                  <a:lnTo>
                    <a:pt x="110" y="95"/>
                  </a:lnTo>
                  <a:cubicBezTo>
                    <a:pt x="95" y="95"/>
                    <a:pt x="79" y="79"/>
                    <a:pt x="79" y="79"/>
                  </a:cubicBezTo>
                  <a:cubicBezTo>
                    <a:pt x="47" y="64"/>
                    <a:pt x="47" y="32"/>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1" name="Google Shape;1741;p38"/>
            <p:cNvSpPr/>
            <p:nvPr/>
          </p:nvSpPr>
          <p:spPr>
            <a:xfrm>
              <a:off x="3423564" y="1793756"/>
              <a:ext cx="2512" cy="4039"/>
            </a:xfrm>
            <a:custGeom>
              <a:avLst/>
              <a:gdLst/>
              <a:ahLst/>
              <a:cxnLst/>
              <a:rect l="l" t="t" r="r" b="b"/>
              <a:pathLst>
                <a:path w="79" h="127" extrusionOk="0">
                  <a:moveTo>
                    <a:pt x="47" y="0"/>
                  </a:moveTo>
                  <a:lnTo>
                    <a:pt x="47" y="0"/>
                  </a:lnTo>
                  <a:lnTo>
                    <a:pt x="32" y="0"/>
                  </a:lnTo>
                  <a:cubicBezTo>
                    <a:pt x="15" y="0"/>
                    <a:pt x="15" y="17"/>
                    <a:pt x="0" y="32"/>
                  </a:cubicBezTo>
                  <a:lnTo>
                    <a:pt x="0" y="80"/>
                  </a:lnTo>
                  <a:lnTo>
                    <a:pt x="0" y="80"/>
                  </a:lnTo>
                  <a:lnTo>
                    <a:pt x="0" y="95"/>
                  </a:lnTo>
                  <a:cubicBezTo>
                    <a:pt x="0" y="111"/>
                    <a:pt x="15" y="126"/>
                    <a:pt x="47" y="126"/>
                  </a:cubicBezTo>
                  <a:lnTo>
                    <a:pt x="47" y="126"/>
                  </a:lnTo>
                  <a:cubicBezTo>
                    <a:pt x="63" y="126"/>
                    <a:pt x="78" y="111"/>
                    <a:pt x="78" y="95"/>
                  </a:cubicBezTo>
                  <a:lnTo>
                    <a:pt x="78" y="80"/>
                  </a:lnTo>
                  <a:lnTo>
                    <a:pt x="78" y="32"/>
                  </a:lnTo>
                  <a:lnTo>
                    <a:pt x="78" y="32"/>
                  </a:lnTo>
                  <a:lnTo>
                    <a:pt x="63" y="17"/>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2" name="Google Shape;1742;p38"/>
            <p:cNvSpPr/>
            <p:nvPr/>
          </p:nvSpPr>
          <p:spPr>
            <a:xfrm>
              <a:off x="3394495" y="1789749"/>
              <a:ext cx="2512" cy="3562"/>
            </a:xfrm>
            <a:custGeom>
              <a:avLst/>
              <a:gdLst/>
              <a:ahLst/>
              <a:cxnLst/>
              <a:rect l="l" t="t" r="r" b="b"/>
              <a:pathLst>
                <a:path w="79" h="112" extrusionOk="0">
                  <a:moveTo>
                    <a:pt x="63" y="0"/>
                  </a:moveTo>
                  <a:lnTo>
                    <a:pt x="63" y="0"/>
                  </a:lnTo>
                  <a:cubicBezTo>
                    <a:pt x="63" y="17"/>
                    <a:pt x="47" y="32"/>
                    <a:pt x="32" y="32"/>
                  </a:cubicBezTo>
                  <a:lnTo>
                    <a:pt x="15" y="32"/>
                  </a:lnTo>
                  <a:cubicBezTo>
                    <a:pt x="15" y="32"/>
                    <a:pt x="0" y="32"/>
                    <a:pt x="0" y="17"/>
                  </a:cubicBezTo>
                  <a:lnTo>
                    <a:pt x="0" y="80"/>
                  </a:lnTo>
                  <a:cubicBezTo>
                    <a:pt x="15" y="95"/>
                    <a:pt x="15" y="111"/>
                    <a:pt x="32" y="111"/>
                  </a:cubicBezTo>
                  <a:lnTo>
                    <a:pt x="47" y="111"/>
                  </a:lnTo>
                  <a:lnTo>
                    <a:pt x="47" y="111"/>
                  </a:lnTo>
                  <a:cubicBezTo>
                    <a:pt x="63" y="111"/>
                    <a:pt x="78" y="95"/>
                    <a:pt x="78" y="80"/>
                  </a:cubicBezTo>
                  <a:lnTo>
                    <a:pt x="63" y="32"/>
                  </a:lnTo>
                  <a:lnTo>
                    <a:pt x="63" y="17"/>
                  </a:lnTo>
                  <a:lnTo>
                    <a:pt x="63" y="17"/>
                  </a:lnTo>
                  <a:lnTo>
                    <a:pt x="63" y="0"/>
                  </a:lnTo>
                  <a:lnTo>
                    <a:pt x="63" y="0"/>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3" name="Google Shape;1743;p38"/>
            <p:cNvSpPr/>
            <p:nvPr/>
          </p:nvSpPr>
          <p:spPr>
            <a:xfrm>
              <a:off x="3109884" y="1794742"/>
              <a:ext cx="4039" cy="2576"/>
            </a:xfrm>
            <a:custGeom>
              <a:avLst/>
              <a:gdLst/>
              <a:ahLst/>
              <a:cxnLst/>
              <a:rect l="l" t="t" r="r" b="b"/>
              <a:pathLst>
                <a:path w="127" h="81" extrusionOk="0">
                  <a:moveTo>
                    <a:pt x="95" y="1"/>
                  </a:moveTo>
                  <a:lnTo>
                    <a:pt x="95" y="1"/>
                  </a:lnTo>
                  <a:lnTo>
                    <a:pt x="78" y="1"/>
                  </a:lnTo>
                  <a:lnTo>
                    <a:pt x="32" y="17"/>
                  </a:lnTo>
                  <a:lnTo>
                    <a:pt x="15" y="17"/>
                  </a:lnTo>
                  <a:lnTo>
                    <a:pt x="15" y="17"/>
                  </a:lnTo>
                  <a:cubicBezTo>
                    <a:pt x="0" y="32"/>
                    <a:pt x="0" y="32"/>
                    <a:pt x="0" y="49"/>
                  </a:cubicBezTo>
                  <a:cubicBezTo>
                    <a:pt x="0" y="64"/>
                    <a:pt x="15" y="64"/>
                    <a:pt x="15" y="80"/>
                  </a:cubicBezTo>
                  <a:lnTo>
                    <a:pt x="32" y="80"/>
                  </a:lnTo>
                  <a:lnTo>
                    <a:pt x="47" y="80"/>
                  </a:lnTo>
                  <a:lnTo>
                    <a:pt x="63" y="64"/>
                  </a:lnTo>
                  <a:lnTo>
                    <a:pt x="95" y="64"/>
                  </a:lnTo>
                  <a:lnTo>
                    <a:pt x="95" y="49"/>
                  </a:lnTo>
                  <a:cubicBezTo>
                    <a:pt x="95" y="32"/>
                    <a:pt x="110" y="17"/>
                    <a:pt x="126" y="17"/>
                  </a:cubicBezTo>
                  <a:lnTo>
                    <a:pt x="126" y="17"/>
                  </a:lnTo>
                  <a:lnTo>
                    <a:pt x="126" y="17"/>
                  </a:lnTo>
                  <a:cubicBezTo>
                    <a:pt x="126" y="1"/>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4" name="Google Shape;1744;p38"/>
            <p:cNvSpPr/>
            <p:nvPr/>
          </p:nvSpPr>
          <p:spPr>
            <a:xfrm>
              <a:off x="3056740" y="1799767"/>
              <a:ext cx="2544" cy="3562"/>
            </a:xfrm>
            <a:custGeom>
              <a:avLst/>
              <a:gdLst/>
              <a:ahLst/>
              <a:cxnLst/>
              <a:rect l="l" t="t" r="r" b="b"/>
              <a:pathLst>
                <a:path w="80" h="112" extrusionOk="0">
                  <a:moveTo>
                    <a:pt x="64" y="1"/>
                  </a:moveTo>
                  <a:lnTo>
                    <a:pt x="64" y="1"/>
                  </a:lnTo>
                  <a:cubicBezTo>
                    <a:pt x="48" y="17"/>
                    <a:pt x="32" y="32"/>
                    <a:pt x="16" y="32"/>
                  </a:cubicBezTo>
                  <a:lnTo>
                    <a:pt x="1" y="80"/>
                  </a:lnTo>
                  <a:cubicBezTo>
                    <a:pt x="1" y="95"/>
                    <a:pt x="16" y="111"/>
                    <a:pt x="32" y="111"/>
                  </a:cubicBezTo>
                  <a:lnTo>
                    <a:pt x="32" y="111"/>
                  </a:lnTo>
                  <a:cubicBezTo>
                    <a:pt x="48" y="111"/>
                    <a:pt x="64" y="111"/>
                    <a:pt x="64" y="80"/>
                  </a:cubicBezTo>
                  <a:lnTo>
                    <a:pt x="79"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5" name="Google Shape;1745;p38"/>
            <p:cNvSpPr/>
            <p:nvPr/>
          </p:nvSpPr>
          <p:spPr>
            <a:xfrm>
              <a:off x="3412019" y="1756673"/>
              <a:ext cx="4039" cy="2035"/>
            </a:xfrm>
            <a:custGeom>
              <a:avLst/>
              <a:gdLst/>
              <a:ahLst/>
              <a:cxnLst/>
              <a:rect l="l" t="t" r="r" b="b"/>
              <a:pathLst>
                <a:path w="127" h="64" extrusionOk="0">
                  <a:moveTo>
                    <a:pt x="32" y="1"/>
                  </a:moveTo>
                  <a:lnTo>
                    <a:pt x="32" y="1"/>
                  </a:lnTo>
                  <a:cubicBezTo>
                    <a:pt x="16" y="1"/>
                    <a:pt x="0" y="17"/>
                    <a:pt x="0" y="32"/>
                  </a:cubicBezTo>
                  <a:cubicBezTo>
                    <a:pt x="0" y="48"/>
                    <a:pt x="0" y="48"/>
                    <a:pt x="16" y="48"/>
                  </a:cubicBezTo>
                  <a:cubicBezTo>
                    <a:pt x="16" y="64"/>
                    <a:pt x="16" y="64"/>
                    <a:pt x="32" y="64"/>
                  </a:cubicBezTo>
                  <a:lnTo>
                    <a:pt x="32" y="64"/>
                  </a:lnTo>
                  <a:lnTo>
                    <a:pt x="95" y="64"/>
                  </a:lnTo>
                  <a:lnTo>
                    <a:pt x="95" y="64"/>
                  </a:lnTo>
                  <a:cubicBezTo>
                    <a:pt x="111" y="64"/>
                    <a:pt x="126" y="48"/>
                    <a:pt x="126" y="32"/>
                  </a:cubicBezTo>
                  <a:lnTo>
                    <a:pt x="126" y="17"/>
                  </a:lnTo>
                  <a:cubicBezTo>
                    <a:pt x="126" y="1"/>
                    <a:pt x="111" y="1"/>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6" name="Google Shape;1746;p38"/>
            <p:cNvSpPr/>
            <p:nvPr/>
          </p:nvSpPr>
          <p:spPr>
            <a:xfrm>
              <a:off x="3304300" y="1807781"/>
              <a:ext cx="5025" cy="4039"/>
            </a:xfrm>
            <a:custGeom>
              <a:avLst/>
              <a:gdLst/>
              <a:ahLst/>
              <a:cxnLst/>
              <a:rect l="l" t="t" r="r" b="b"/>
              <a:pathLst>
                <a:path w="158" h="127" extrusionOk="0">
                  <a:moveTo>
                    <a:pt x="126" y="1"/>
                  </a:moveTo>
                  <a:lnTo>
                    <a:pt x="110" y="1"/>
                  </a:lnTo>
                  <a:cubicBezTo>
                    <a:pt x="110" y="1"/>
                    <a:pt x="110" y="17"/>
                    <a:pt x="95" y="17"/>
                  </a:cubicBezTo>
                  <a:lnTo>
                    <a:pt x="32" y="64"/>
                  </a:lnTo>
                  <a:lnTo>
                    <a:pt x="32" y="64"/>
                  </a:lnTo>
                  <a:cubicBezTo>
                    <a:pt x="15" y="80"/>
                    <a:pt x="0" y="95"/>
                    <a:pt x="15" y="112"/>
                  </a:cubicBezTo>
                  <a:cubicBezTo>
                    <a:pt x="32" y="127"/>
                    <a:pt x="32" y="127"/>
                    <a:pt x="47" y="127"/>
                  </a:cubicBezTo>
                  <a:lnTo>
                    <a:pt x="47" y="127"/>
                  </a:lnTo>
                  <a:lnTo>
                    <a:pt x="63" y="127"/>
                  </a:lnTo>
                  <a:lnTo>
                    <a:pt x="141" y="64"/>
                  </a:lnTo>
                  <a:cubicBezTo>
                    <a:pt x="158" y="48"/>
                    <a:pt x="158" y="32"/>
                    <a:pt x="141"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7" name="Google Shape;1747;p38"/>
            <p:cNvSpPr/>
            <p:nvPr/>
          </p:nvSpPr>
          <p:spPr>
            <a:xfrm>
              <a:off x="3190538" y="1784724"/>
              <a:ext cx="4039" cy="5565"/>
            </a:xfrm>
            <a:custGeom>
              <a:avLst/>
              <a:gdLst/>
              <a:ahLst/>
              <a:cxnLst/>
              <a:rect l="l" t="t" r="r" b="b"/>
              <a:pathLst>
                <a:path w="127" h="175" extrusionOk="0">
                  <a:moveTo>
                    <a:pt x="0" y="112"/>
                  </a:moveTo>
                  <a:lnTo>
                    <a:pt x="0" y="127"/>
                  </a:lnTo>
                  <a:lnTo>
                    <a:pt x="0" y="112"/>
                  </a:lnTo>
                  <a:lnTo>
                    <a:pt x="0" y="112"/>
                  </a:lnTo>
                  <a:close/>
                  <a:moveTo>
                    <a:pt x="111" y="1"/>
                  </a:moveTo>
                  <a:lnTo>
                    <a:pt x="48" y="49"/>
                  </a:lnTo>
                  <a:cubicBezTo>
                    <a:pt x="32" y="49"/>
                    <a:pt x="32" y="64"/>
                    <a:pt x="32" y="80"/>
                  </a:cubicBezTo>
                  <a:lnTo>
                    <a:pt x="32" y="80"/>
                  </a:lnTo>
                  <a:lnTo>
                    <a:pt x="79" y="64"/>
                  </a:lnTo>
                  <a:lnTo>
                    <a:pt x="79" y="64"/>
                  </a:lnTo>
                  <a:lnTo>
                    <a:pt x="95" y="64"/>
                  </a:lnTo>
                  <a:lnTo>
                    <a:pt x="126" y="95"/>
                  </a:lnTo>
                  <a:cubicBezTo>
                    <a:pt x="126" y="112"/>
                    <a:pt x="111" y="127"/>
                    <a:pt x="95" y="127"/>
                  </a:cubicBezTo>
                  <a:lnTo>
                    <a:pt x="63" y="143"/>
                  </a:lnTo>
                  <a:lnTo>
                    <a:pt x="63" y="158"/>
                  </a:lnTo>
                  <a:lnTo>
                    <a:pt x="63" y="175"/>
                  </a:lnTo>
                  <a:lnTo>
                    <a:pt x="79" y="175"/>
                  </a:lnTo>
                  <a:lnTo>
                    <a:pt x="95" y="158"/>
                  </a:lnTo>
                  <a:cubicBezTo>
                    <a:pt x="111" y="158"/>
                    <a:pt x="126" y="143"/>
                    <a:pt x="126" y="127"/>
                  </a:cubicBezTo>
                  <a:lnTo>
                    <a:pt x="126" y="112"/>
                  </a:lnTo>
                  <a:lnTo>
                    <a:pt x="126" y="80"/>
                  </a:lnTo>
                  <a:lnTo>
                    <a:pt x="126" y="80"/>
                  </a:lnTo>
                  <a:lnTo>
                    <a:pt x="126" y="64"/>
                  </a:lnTo>
                  <a:cubicBezTo>
                    <a:pt x="126" y="64"/>
                    <a:pt x="111" y="49"/>
                    <a:pt x="111"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8" name="Google Shape;1748;p38"/>
            <p:cNvSpPr/>
            <p:nvPr/>
          </p:nvSpPr>
          <p:spPr>
            <a:xfrm>
              <a:off x="3090834" y="1792261"/>
              <a:ext cx="4516" cy="4516"/>
            </a:xfrm>
            <a:custGeom>
              <a:avLst/>
              <a:gdLst/>
              <a:ahLst/>
              <a:cxnLst/>
              <a:rect l="l" t="t" r="r" b="b"/>
              <a:pathLst>
                <a:path w="142" h="142" extrusionOk="0">
                  <a:moveTo>
                    <a:pt x="110" y="1"/>
                  </a:moveTo>
                  <a:lnTo>
                    <a:pt x="110" y="1"/>
                  </a:lnTo>
                  <a:lnTo>
                    <a:pt x="110" y="1"/>
                  </a:lnTo>
                  <a:cubicBezTo>
                    <a:pt x="95" y="1"/>
                    <a:pt x="95" y="16"/>
                    <a:pt x="95" y="16"/>
                  </a:cubicBezTo>
                  <a:lnTo>
                    <a:pt x="78" y="16"/>
                  </a:lnTo>
                  <a:cubicBezTo>
                    <a:pt x="63" y="32"/>
                    <a:pt x="0" y="64"/>
                    <a:pt x="32" y="127"/>
                  </a:cubicBezTo>
                  <a:cubicBezTo>
                    <a:pt x="47" y="142"/>
                    <a:pt x="63" y="142"/>
                    <a:pt x="63" y="142"/>
                  </a:cubicBezTo>
                  <a:lnTo>
                    <a:pt x="78" y="142"/>
                  </a:lnTo>
                  <a:lnTo>
                    <a:pt x="95" y="142"/>
                  </a:lnTo>
                  <a:lnTo>
                    <a:pt x="63" y="79"/>
                  </a:lnTo>
                  <a:cubicBezTo>
                    <a:pt x="63" y="64"/>
                    <a:pt x="63" y="47"/>
                    <a:pt x="78" y="32"/>
                  </a:cubicBezTo>
                  <a:lnTo>
                    <a:pt x="95" y="32"/>
                  </a:lnTo>
                  <a:lnTo>
                    <a:pt x="95" y="32"/>
                  </a:lnTo>
                  <a:cubicBezTo>
                    <a:pt x="110" y="32"/>
                    <a:pt x="110" y="32"/>
                    <a:pt x="110" y="47"/>
                  </a:cubicBezTo>
                  <a:cubicBezTo>
                    <a:pt x="126" y="32"/>
                    <a:pt x="126" y="16"/>
                    <a:pt x="141" y="16"/>
                  </a:cubicBezTo>
                  <a:lnTo>
                    <a:pt x="141" y="16"/>
                  </a:lnTo>
                  <a:lnTo>
                    <a:pt x="141"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9" name="Google Shape;1749;p38"/>
            <p:cNvSpPr/>
            <p:nvPr/>
          </p:nvSpPr>
          <p:spPr>
            <a:xfrm>
              <a:off x="3193528" y="1782243"/>
              <a:ext cx="4580" cy="5057"/>
            </a:xfrm>
            <a:custGeom>
              <a:avLst/>
              <a:gdLst/>
              <a:ahLst/>
              <a:cxnLst/>
              <a:rect l="l" t="t" r="r" b="b"/>
              <a:pathLst>
                <a:path w="144" h="159" extrusionOk="0">
                  <a:moveTo>
                    <a:pt x="48" y="1"/>
                  </a:moveTo>
                  <a:lnTo>
                    <a:pt x="32" y="1"/>
                  </a:lnTo>
                  <a:cubicBezTo>
                    <a:pt x="17" y="1"/>
                    <a:pt x="1" y="16"/>
                    <a:pt x="1" y="32"/>
                  </a:cubicBezTo>
                  <a:lnTo>
                    <a:pt x="1" y="64"/>
                  </a:lnTo>
                  <a:cubicBezTo>
                    <a:pt x="17" y="64"/>
                    <a:pt x="17" y="79"/>
                    <a:pt x="17" y="79"/>
                  </a:cubicBezTo>
                  <a:lnTo>
                    <a:pt x="17" y="110"/>
                  </a:lnTo>
                  <a:cubicBezTo>
                    <a:pt x="17" y="127"/>
                    <a:pt x="32" y="142"/>
                    <a:pt x="32" y="142"/>
                  </a:cubicBezTo>
                  <a:cubicBezTo>
                    <a:pt x="48" y="158"/>
                    <a:pt x="48" y="158"/>
                    <a:pt x="64" y="158"/>
                  </a:cubicBezTo>
                  <a:lnTo>
                    <a:pt x="64" y="158"/>
                  </a:lnTo>
                  <a:lnTo>
                    <a:pt x="80" y="158"/>
                  </a:lnTo>
                  <a:lnTo>
                    <a:pt x="95" y="158"/>
                  </a:lnTo>
                  <a:lnTo>
                    <a:pt x="95" y="158"/>
                  </a:lnTo>
                  <a:lnTo>
                    <a:pt x="112" y="158"/>
                  </a:lnTo>
                  <a:cubicBezTo>
                    <a:pt x="112" y="158"/>
                    <a:pt x="127" y="158"/>
                    <a:pt x="127" y="142"/>
                  </a:cubicBezTo>
                  <a:cubicBezTo>
                    <a:pt x="127" y="142"/>
                    <a:pt x="143" y="142"/>
                    <a:pt x="143" y="127"/>
                  </a:cubicBezTo>
                  <a:lnTo>
                    <a:pt x="127" y="142"/>
                  </a:lnTo>
                  <a:lnTo>
                    <a:pt x="112" y="142"/>
                  </a:lnTo>
                  <a:cubicBezTo>
                    <a:pt x="95" y="142"/>
                    <a:pt x="80" y="127"/>
                    <a:pt x="80" y="110"/>
                  </a:cubicBezTo>
                  <a:lnTo>
                    <a:pt x="80" y="95"/>
                  </a:lnTo>
                  <a:lnTo>
                    <a:pt x="80" y="47"/>
                  </a:lnTo>
                  <a:lnTo>
                    <a:pt x="80" y="32"/>
                  </a:lnTo>
                  <a:lnTo>
                    <a:pt x="80"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0" name="Google Shape;1750;p38"/>
            <p:cNvSpPr/>
            <p:nvPr/>
          </p:nvSpPr>
          <p:spPr>
            <a:xfrm>
              <a:off x="3392492" y="1812806"/>
              <a:ext cx="5025" cy="6042"/>
            </a:xfrm>
            <a:custGeom>
              <a:avLst/>
              <a:gdLst/>
              <a:ahLst/>
              <a:cxnLst/>
              <a:rect l="l" t="t" r="r" b="b"/>
              <a:pathLst>
                <a:path w="158" h="190" extrusionOk="0">
                  <a:moveTo>
                    <a:pt x="95" y="174"/>
                  </a:moveTo>
                  <a:lnTo>
                    <a:pt x="95" y="189"/>
                  </a:lnTo>
                  <a:lnTo>
                    <a:pt x="95" y="189"/>
                  </a:lnTo>
                  <a:lnTo>
                    <a:pt x="95" y="174"/>
                  </a:lnTo>
                  <a:close/>
                  <a:moveTo>
                    <a:pt x="47" y="48"/>
                  </a:moveTo>
                  <a:lnTo>
                    <a:pt x="47" y="48"/>
                  </a:lnTo>
                  <a:lnTo>
                    <a:pt x="47" y="48"/>
                  </a:lnTo>
                  <a:close/>
                  <a:moveTo>
                    <a:pt x="126" y="0"/>
                  </a:moveTo>
                  <a:lnTo>
                    <a:pt x="110" y="0"/>
                  </a:lnTo>
                  <a:lnTo>
                    <a:pt x="110" y="0"/>
                  </a:lnTo>
                  <a:lnTo>
                    <a:pt x="47" y="17"/>
                  </a:lnTo>
                  <a:cubicBezTo>
                    <a:pt x="32" y="17"/>
                    <a:pt x="32" y="17"/>
                    <a:pt x="32" y="32"/>
                  </a:cubicBezTo>
                  <a:cubicBezTo>
                    <a:pt x="0" y="63"/>
                    <a:pt x="0" y="80"/>
                    <a:pt x="0" y="111"/>
                  </a:cubicBezTo>
                  <a:lnTo>
                    <a:pt x="32" y="111"/>
                  </a:lnTo>
                  <a:lnTo>
                    <a:pt x="32" y="111"/>
                  </a:lnTo>
                  <a:cubicBezTo>
                    <a:pt x="47" y="126"/>
                    <a:pt x="95" y="126"/>
                    <a:pt x="95" y="174"/>
                  </a:cubicBezTo>
                  <a:lnTo>
                    <a:pt x="95" y="174"/>
                  </a:lnTo>
                  <a:lnTo>
                    <a:pt x="126" y="174"/>
                  </a:lnTo>
                  <a:lnTo>
                    <a:pt x="141" y="174"/>
                  </a:lnTo>
                  <a:cubicBezTo>
                    <a:pt x="141" y="143"/>
                    <a:pt x="141" y="126"/>
                    <a:pt x="126" y="126"/>
                  </a:cubicBezTo>
                  <a:cubicBezTo>
                    <a:pt x="110" y="126"/>
                    <a:pt x="110" y="111"/>
                    <a:pt x="95" y="111"/>
                  </a:cubicBezTo>
                  <a:cubicBezTo>
                    <a:pt x="78" y="111"/>
                    <a:pt x="78" y="95"/>
                    <a:pt x="78" y="95"/>
                  </a:cubicBezTo>
                  <a:lnTo>
                    <a:pt x="78" y="80"/>
                  </a:lnTo>
                  <a:lnTo>
                    <a:pt x="126" y="63"/>
                  </a:lnTo>
                  <a:cubicBezTo>
                    <a:pt x="141" y="63"/>
                    <a:pt x="158" y="48"/>
                    <a:pt x="158" y="32"/>
                  </a:cubicBezTo>
                  <a:lnTo>
                    <a:pt x="158" y="17"/>
                  </a:ln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1" name="Google Shape;1751;p38"/>
            <p:cNvSpPr/>
            <p:nvPr/>
          </p:nvSpPr>
          <p:spPr>
            <a:xfrm>
              <a:off x="3393955" y="1814333"/>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2" name="Google Shape;1752;p38"/>
            <p:cNvSpPr/>
            <p:nvPr/>
          </p:nvSpPr>
          <p:spPr>
            <a:xfrm>
              <a:off x="3297271" y="1820344"/>
              <a:ext cx="3053" cy="2512"/>
            </a:xfrm>
            <a:custGeom>
              <a:avLst/>
              <a:gdLst/>
              <a:ahLst/>
              <a:cxnLst/>
              <a:rect l="l" t="t" r="r" b="b"/>
              <a:pathLst>
                <a:path w="96" h="79" extrusionOk="0">
                  <a:moveTo>
                    <a:pt x="64" y="0"/>
                  </a:moveTo>
                  <a:lnTo>
                    <a:pt x="64" y="0"/>
                  </a:lnTo>
                  <a:cubicBezTo>
                    <a:pt x="47" y="0"/>
                    <a:pt x="47" y="0"/>
                    <a:pt x="47" y="15"/>
                  </a:cubicBezTo>
                  <a:lnTo>
                    <a:pt x="32" y="0"/>
                  </a:lnTo>
                  <a:lnTo>
                    <a:pt x="32" y="0"/>
                  </a:lnTo>
                  <a:cubicBezTo>
                    <a:pt x="16" y="0"/>
                    <a:pt x="16" y="15"/>
                    <a:pt x="16" y="15"/>
                  </a:cubicBezTo>
                  <a:lnTo>
                    <a:pt x="1" y="63"/>
                  </a:lnTo>
                  <a:lnTo>
                    <a:pt x="1" y="78"/>
                  </a:lnTo>
                  <a:lnTo>
                    <a:pt x="1" y="78"/>
                  </a:lnTo>
                  <a:lnTo>
                    <a:pt x="1" y="78"/>
                  </a:lnTo>
                  <a:lnTo>
                    <a:pt x="32" y="78"/>
                  </a:lnTo>
                  <a:lnTo>
                    <a:pt x="32" y="78"/>
                  </a:lnTo>
                  <a:lnTo>
                    <a:pt x="32" y="78"/>
                  </a:lnTo>
                  <a:lnTo>
                    <a:pt x="64" y="78"/>
                  </a:lnTo>
                  <a:lnTo>
                    <a:pt x="79" y="63"/>
                  </a:lnTo>
                  <a:cubicBezTo>
                    <a:pt x="79" y="63"/>
                    <a:pt x="95" y="63"/>
                    <a:pt x="95" y="47"/>
                  </a:cubicBezTo>
                  <a:cubicBezTo>
                    <a:pt x="95" y="47"/>
                    <a:pt x="95" y="32"/>
                    <a:pt x="79" y="15"/>
                  </a:cubicBezTo>
                  <a:cubicBezTo>
                    <a:pt x="79"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3" name="Google Shape;1753;p38"/>
            <p:cNvSpPr/>
            <p:nvPr/>
          </p:nvSpPr>
          <p:spPr>
            <a:xfrm>
              <a:off x="3127376" y="1825337"/>
              <a:ext cx="3053" cy="4516"/>
            </a:xfrm>
            <a:custGeom>
              <a:avLst/>
              <a:gdLst/>
              <a:ahLst/>
              <a:cxnLst/>
              <a:rect l="l" t="t" r="r" b="b"/>
              <a:pathLst>
                <a:path w="96" h="142" extrusionOk="0">
                  <a:moveTo>
                    <a:pt x="64" y="1"/>
                  </a:moveTo>
                  <a:lnTo>
                    <a:pt x="64" y="1"/>
                  </a:lnTo>
                  <a:lnTo>
                    <a:pt x="32" y="1"/>
                  </a:lnTo>
                  <a:lnTo>
                    <a:pt x="32" y="1"/>
                  </a:lnTo>
                  <a:cubicBezTo>
                    <a:pt x="17" y="1"/>
                    <a:pt x="1" y="16"/>
                    <a:pt x="1" y="32"/>
                  </a:cubicBezTo>
                  <a:cubicBezTo>
                    <a:pt x="1" y="64"/>
                    <a:pt x="17" y="64"/>
                    <a:pt x="32" y="79"/>
                  </a:cubicBezTo>
                  <a:lnTo>
                    <a:pt x="17" y="110"/>
                  </a:lnTo>
                  <a:cubicBezTo>
                    <a:pt x="17" y="127"/>
                    <a:pt x="32" y="142"/>
                    <a:pt x="49" y="142"/>
                  </a:cubicBezTo>
                  <a:lnTo>
                    <a:pt x="64" y="142"/>
                  </a:lnTo>
                  <a:cubicBezTo>
                    <a:pt x="80" y="142"/>
                    <a:pt x="95" y="142"/>
                    <a:pt x="95" y="110"/>
                  </a:cubicBezTo>
                  <a:lnTo>
                    <a:pt x="95" y="47"/>
                  </a:lnTo>
                  <a:lnTo>
                    <a:pt x="95" y="16"/>
                  </a:lnTo>
                  <a:cubicBezTo>
                    <a:pt x="80" y="1"/>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4" name="Google Shape;1754;p38"/>
            <p:cNvSpPr/>
            <p:nvPr/>
          </p:nvSpPr>
          <p:spPr>
            <a:xfrm>
              <a:off x="3412019" y="1761189"/>
              <a:ext cx="4039" cy="5534"/>
            </a:xfrm>
            <a:custGeom>
              <a:avLst/>
              <a:gdLst/>
              <a:ahLst/>
              <a:cxnLst/>
              <a:rect l="l" t="t" r="r" b="b"/>
              <a:pathLst>
                <a:path w="127" h="174" extrusionOk="0">
                  <a:moveTo>
                    <a:pt x="95" y="111"/>
                  </a:moveTo>
                  <a:lnTo>
                    <a:pt x="16" y="127"/>
                  </a:lnTo>
                  <a:lnTo>
                    <a:pt x="63" y="174"/>
                  </a:lnTo>
                  <a:lnTo>
                    <a:pt x="79" y="174"/>
                  </a:lnTo>
                  <a:lnTo>
                    <a:pt x="79" y="174"/>
                  </a:lnTo>
                  <a:lnTo>
                    <a:pt x="95" y="174"/>
                  </a:lnTo>
                  <a:lnTo>
                    <a:pt x="111" y="174"/>
                  </a:lnTo>
                  <a:cubicBezTo>
                    <a:pt x="126" y="159"/>
                    <a:pt x="126" y="142"/>
                    <a:pt x="111" y="127"/>
                  </a:cubicBezTo>
                  <a:cubicBezTo>
                    <a:pt x="111" y="111"/>
                    <a:pt x="95" y="111"/>
                    <a:pt x="95" y="111"/>
                  </a:cubicBezTo>
                  <a:close/>
                  <a:moveTo>
                    <a:pt x="16" y="1"/>
                  </a:moveTo>
                  <a:cubicBezTo>
                    <a:pt x="16" y="1"/>
                    <a:pt x="0" y="1"/>
                    <a:pt x="0" y="16"/>
                  </a:cubicBezTo>
                  <a:lnTo>
                    <a:pt x="0" y="64"/>
                  </a:lnTo>
                  <a:lnTo>
                    <a:pt x="32" y="48"/>
                  </a:lnTo>
                  <a:cubicBezTo>
                    <a:pt x="16" y="48"/>
                    <a:pt x="32" y="48"/>
                    <a:pt x="32" y="32"/>
                  </a:cubicBezTo>
                  <a:cubicBezTo>
                    <a:pt x="32" y="16"/>
                    <a:pt x="32" y="16"/>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5" name="Google Shape;1755;p38"/>
            <p:cNvSpPr/>
            <p:nvPr/>
          </p:nvSpPr>
          <p:spPr>
            <a:xfrm>
              <a:off x="3332828" y="1816814"/>
              <a:ext cx="6583" cy="4548"/>
            </a:xfrm>
            <a:custGeom>
              <a:avLst/>
              <a:gdLst/>
              <a:ahLst/>
              <a:cxnLst/>
              <a:rect l="l" t="t" r="r" b="b"/>
              <a:pathLst>
                <a:path w="207" h="143" extrusionOk="0">
                  <a:moveTo>
                    <a:pt x="175" y="0"/>
                  </a:moveTo>
                  <a:lnTo>
                    <a:pt x="175" y="0"/>
                  </a:lnTo>
                  <a:lnTo>
                    <a:pt x="158" y="0"/>
                  </a:lnTo>
                  <a:lnTo>
                    <a:pt x="127" y="17"/>
                  </a:lnTo>
                  <a:lnTo>
                    <a:pt x="112" y="17"/>
                  </a:lnTo>
                  <a:cubicBezTo>
                    <a:pt x="127" y="32"/>
                    <a:pt x="127" y="32"/>
                    <a:pt x="127" y="48"/>
                  </a:cubicBezTo>
                  <a:cubicBezTo>
                    <a:pt x="143" y="63"/>
                    <a:pt x="127" y="80"/>
                    <a:pt x="112" y="80"/>
                  </a:cubicBezTo>
                  <a:lnTo>
                    <a:pt x="95" y="80"/>
                  </a:lnTo>
                  <a:cubicBezTo>
                    <a:pt x="80" y="80"/>
                    <a:pt x="64" y="80"/>
                    <a:pt x="64" y="63"/>
                  </a:cubicBezTo>
                  <a:lnTo>
                    <a:pt x="64" y="63"/>
                  </a:lnTo>
                  <a:lnTo>
                    <a:pt x="32" y="80"/>
                  </a:lnTo>
                  <a:lnTo>
                    <a:pt x="32" y="80"/>
                  </a:lnTo>
                  <a:cubicBezTo>
                    <a:pt x="17" y="80"/>
                    <a:pt x="1" y="111"/>
                    <a:pt x="17" y="126"/>
                  </a:cubicBezTo>
                  <a:cubicBezTo>
                    <a:pt x="17" y="126"/>
                    <a:pt x="32" y="143"/>
                    <a:pt x="49" y="143"/>
                  </a:cubicBezTo>
                  <a:cubicBezTo>
                    <a:pt x="49" y="143"/>
                    <a:pt x="64" y="143"/>
                    <a:pt x="64" y="126"/>
                  </a:cubicBezTo>
                  <a:lnTo>
                    <a:pt x="80" y="126"/>
                  </a:lnTo>
                  <a:lnTo>
                    <a:pt x="190" y="63"/>
                  </a:lnTo>
                  <a:lnTo>
                    <a:pt x="190" y="48"/>
                  </a:lnTo>
                  <a:lnTo>
                    <a:pt x="206" y="0"/>
                  </a:lnTo>
                  <a:lnTo>
                    <a:pt x="17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6" name="Google Shape;1756;p38"/>
            <p:cNvSpPr/>
            <p:nvPr/>
          </p:nvSpPr>
          <p:spPr>
            <a:xfrm>
              <a:off x="3189521" y="1798272"/>
              <a:ext cx="3053" cy="2544"/>
            </a:xfrm>
            <a:custGeom>
              <a:avLst/>
              <a:gdLst/>
              <a:ahLst/>
              <a:cxnLst/>
              <a:rect l="l" t="t" r="r" b="b"/>
              <a:pathLst>
                <a:path w="96" h="80" extrusionOk="0">
                  <a:moveTo>
                    <a:pt x="48" y="1"/>
                  </a:moveTo>
                  <a:lnTo>
                    <a:pt x="48" y="1"/>
                  </a:lnTo>
                  <a:cubicBezTo>
                    <a:pt x="48" y="16"/>
                    <a:pt x="17" y="32"/>
                    <a:pt x="1" y="32"/>
                  </a:cubicBezTo>
                  <a:lnTo>
                    <a:pt x="1" y="48"/>
                  </a:lnTo>
                  <a:cubicBezTo>
                    <a:pt x="1" y="64"/>
                    <a:pt x="17" y="79"/>
                    <a:pt x="32" y="79"/>
                  </a:cubicBezTo>
                  <a:lnTo>
                    <a:pt x="32" y="79"/>
                  </a:lnTo>
                  <a:lnTo>
                    <a:pt x="80" y="64"/>
                  </a:lnTo>
                  <a:lnTo>
                    <a:pt x="95" y="64"/>
                  </a:lnTo>
                  <a:lnTo>
                    <a:pt x="95" y="64"/>
                  </a:lnTo>
                  <a:cubicBezTo>
                    <a:pt x="80" y="48"/>
                    <a:pt x="64" y="32"/>
                    <a:pt x="80" y="16"/>
                  </a:cubicBezTo>
                  <a:lnTo>
                    <a:pt x="95" y="16"/>
                  </a:lnTo>
                  <a:cubicBezTo>
                    <a:pt x="80" y="16"/>
                    <a:pt x="64" y="16"/>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7" name="Google Shape;1757;p38"/>
            <p:cNvSpPr/>
            <p:nvPr/>
          </p:nvSpPr>
          <p:spPr>
            <a:xfrm>
              <a:off x="3081802" y="1808799"/>
              <a:ext cx="5534" cy="5025"/>
            </a:xfrm>
            <a:custGeom>
              <a:avLst/>
              <a:gdLst/>
              <a:ahLst/>
              <a:cxnLst/>
              <a:rect l="l" t="t" r="r" b="b"/>
              <a:pathLst>
                <a:path w="174" h="158" extrusionOk="0">
                  <a:moveTo>
                    <a:pt x="95" y="0"/>
                  </a:moveTo>
                  <a:lnTo>
                    <a:pt x="95" y="16"/>
                  </a:lnTo>
                  <a:cubicBezTo>
                    <a:pt x="110" y="32"/>
                    <a:pt x="95" y="48"/>
                    <a:pt x="79" y="48"/>
                  </a:cubicBezTo>
                  <a:cubicBezTo>
                    <a:pt x="79" y="63"/>
                    <a:pt x="79" y="63"/>
                    <a:pt x="64" y="63"/>
                  </a:cubicBezTo>
                  <a:cubicBezTo>
                    <a:pt x="64" y="63"/>
                    <a:pt x="64" y="48"/>
                    <a:pt x="47" y="48"/>
                  </a:cubicBezTo>
                  <a:cubicBezTo>
                    <a:pt x="47" y="63"/>
                    <a:pt x="47" y="80"/>
                    <a:pt x="32" y="80"/>
                  </a:cubicBezTo>
                  <a:lnTo>
                    <a:pt x="16" y="80"/>
                  </a:lnTo>
                  <a:lnTo>
                    <a:pt x="1" y="80"/>
                  </a:lnTo>
                  <a:cubicBezTo>
                    <a:pt x="1" y="95"/>
                    <a:pt x="16" y="95"/>
                    <a:pt x="32" y="95"/>
                  </a:cubicBezTo>
                  <a:lnTo>
                    <a:pt x="32" y="95"/>
                  </a:lnTo>
                  <a:lnTo>
                    <a:pt x="47" y="95"/>
                  </a:lnTo>
                  <a:lnTo>
                    <a:pt x="47" y="111"/>
                  </a:lnTo>
                  <a:lnTo>
                    <a:pt x="47" y="111"/>
                  </a:lnTo>
                  <a:cubicBezTo>
                    <a:pt x="47" y="126"/>
                    <a:pt x="64" y="126"/>
                    <a:pt x="64" y="126"/>
                  </a:cubicBezTo>
                  <a:lnTo>
                    <a:pt x="110" y="158"/>
                  </a:lnTo>
                  <a:lnTo>
                    <a:pt x="142" y="158"/>
                  </a:lnTo>
                  <a:lnTo>
                    <a:pt x="142" y="158"/>
                  </a:lnTo>
                  <a:lnTo>
                    <a:pt x="158" y="158"/>
                  </a:lnTo>
                  <a:cubicBezTo>
                    <a:pt x="158" y="158"/>
                    <a:pt x="173" y="158"/>
                    <a:pt x="173" y="143"/>
                  </a:cubicBezTo>
                  <a:lnTo>
                    <a:pt x="158" y="143"/>
                  </a:lnTo>
                  <a:cubicBezTo>
                    <a:pt x="127" y="126"/>
                    <a:pt x="127" y="111"/>
                    <a:pt x="127" y="95"/>
                  </a:cubicBezTo>
                  <a:cubicBezTo>
                    <a:pt x="142" y="80"/>
                    <a:pt x="142" y="80"/>
                    <a:pt x="158" y="80"/>
                  </a:cubicBezTo>
                  <a:lnTo>
                    <a:pt x="173" y="80"/>
                  </a:lnTo>
                  <a:lnTo>
                    <a:pt x="173" y="80"/>
                  </a:lnTo>
                  <a:lnTo>
                    <a:pt x="158" y="48"/>
                  </a:lnTo>
                  <a:cubicBezTo>
                    <a:pt x="158" y="48"/>
                    <a:pt x="158" y="32"/>
                    <a:pt x="142" y="32"/>
                  </a:cubicBezTo>
                  <a:cubicBezTo>
                    <a:pt x="142" y="16"/>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8" name="Google Shape;1758;p38"/>
            <p:cNvSpPr/>
            <p:nvPr/>
          </p:nvSpPr>
          <p:spPr>
            <a:xfrm>
              <a:off x="3425568" y="1772702"/>
              <a:ext cx="4516" cy="2576"/>
            </a:xfrm>
            <a:custGeom>
              <a:avLst/>
              <a:gdLst/>
              <a:ahLst/>
              <a:cxnLst/>
              <a:rect l="l" t="t" r="r" b="b"/>
              <a:pathLst>
                <a:path w="142" h="81" extrusionOk="0">
                  <a:moveTo>
                    <a:pt x="32" y="1"/>
                  </a:moveTo>
                  <a:lnTo>
                    <a:pt x="32" y="1"/>
                  </a:lnTo>
                  <a:lnTo>
                    <a:pt x="15" y="1"/>
                  </a:lnTo>
                  <a:cubicBezTo>
                    <a:pt x="15" y="1"/>
                    <a:pt x="0" y="17"/>
                    <a:pt x="0" y="32"/>
                  </a:cubicBezTo>
                  <a:lnTo>
                    <a:pt x="0" y="49"/>
                  </a:lnTo>
                  <a:cubicBezTo>
                    <a:pt x="15" y="64"/>
                    <a:pt x="15" y="80"/>
                    <a:pt x="47" y="80"/>
                  </a:cubicBezTo>
                  <a:lnTo>
                    <a:pt x="47" y="80"/>
                  </a:lnTo>
                  <a:lnTo>
                    <a:pt x="126" y="80"/>
                  </a:lnTo>
                  <a:cubicBezTo>
                    <a:pt x="141" y="64"/>
                    <a:pt x="141" y="64"/>
                    <a:pt x="141" y="32"/>
                  </a:cubicBezTo>
                  <a:lnTo>
                    <a:pt x="141" y="32"/>
                  </a:lnTo>
                  <a:cubicBezTo>
                    <a:pt x="141" y="17"/>
                    <a:pt x="126" y="1"/>
                    <a:pt x="110" y="1"/>
                  </a:cubicBezTo>
                  <a:lnTo>
                    <a:pt x="110" y="1"/>
                  </a:lnTo>
                  <a:lnTo>
                    <a:pt x="95" y="1"/>
                  </a:lnTo>
                  <a:lnTo>
                    <a:pt x="63" y="17"/>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9" name="Google Shape;1759;p38"/>
            <p:cNvSpPr/>
            <p:nvPr/>
          </p:nvSpPr>
          <p:spPr>
            <a:xfrm>
              <a:off x="3167481" y="1797763"/>
              <a:ext cx="7569" cy="4548"/>
            </a:xfrm>
            <a:custGeom>
              <a:avLst/>
              <a:gdLst/>
              <a:ahLst/>
              <a:cxnLst/>
              <a:rect l="l" t="t" r="r" b="b"/>
              <a:pathLst>
                <a:path w="238" h="143" extrusionOk="0">
                  <a:moveTo>
                    <a:pt x="32" y="0"/>
                  </a:moveTo>
                  <a:lnTo>
                    <a:pt x="32" y="0"/>
                  </a:lnTo>
                  <a:lnTo>
                    <a:pt x="32" y="0"/>
                  </a:lnTo>
                  <a:cubicBezTo>
                    <a:pt x="17" y="0"/>
                    <a:pt x="0" y="17"/>
                    <a:pt x="0" y="32"/>
                  </a:cubicBezTo>
                  <a:lnTo>
                    <a:pt x="0" y="80"/>
                  </a:lnTo>
                  <a:cubicBezTo>
                    <a:pt x="0" y="95"/>
                    <a:pt x="0" y="111"/>
                    <a:pt x="17" y="111"/>
                  </a:cubicBezTo>
                  <a:cubicBezTo>
                    <a:pt x="17" y="127"/>
                    <a:pt x="32" y="127"/>
                    <a:pt x="32" y="127"/>
                  </a:cubicBezTo>
                  <a:lnTo>
                    <a:pt x="32" y="127"/>
                  </a:lnTo>
                  <a:cubicBezTo>
                    <a:pt x="48" y="127"/>
                    <a:pt x="48" y="111"/>
                    <a:pt x="63" y="111"/>
                  </a:cubicBezTo>
                  <a:lnTo>
                    <a:pt x="63" y="111"/>
                  </a:lnTo>
                  <a:lnTo>
                    <a:pt x="63" y="111"/>
                  </a:lnTo>
                  <a:lnTo>
                    <a:pt x="80" y="127"/>
                  </a:lnTo>
                  <a:cubicBezTo>
                    <a:pt x="95" y="127"/>
                    <a:pt x="95" y="143"/>
                    <a:pt x="111" y="143"/>
                  </a:cubicBezTo>
                  <a:lnTo>
                    <a:pt x="111" y="143"/>
                  </a:lnTo>
                  <a:cubicBezTo>
                    <a:pt x="126" y="143"/>
                    <a:pt x="126" y="127"/>
                    <a:pt x="126" y="127"/>
                  </a:cubicBezTo>
                  <a:lnTo>
                    <a:pt x="143" y="127"/>
                  </a:lnTo>
                  <a:lnTo>
                    <a:pt x="206" y="95"/>
                  </a:lnTo>
                  <a:lnTo>
                    <a:pt x="221" y="95"/>
                  </a:lnTo>
                  <a:lnTo>
                    <a:pt x="221" y="80"/>
                  </a:lnTo>
                  <a:cubicBezTo>
                    <a:pt x="237" y="80"/>
                    <a:pt x="237" y="64"/>
                    <a:pt x="221" y="64"/>
                  </a:cubicBezTo>
                  <a:lnTo>
                    <a:pt x="221" y="48"/>
                  </a:lnTo>
                  <a:lnTo>
                    <a:pt x="221" y="48"/>
                  </a:lnTo>
                  <a:cubicBezTo>
                    <a:pt x="206" y="32"/>
                    <a:pt x="206" y="32"/>
                    <a:pt x="189" y="32"/>
                  </a:cubicBezTo>
                  <a:lnTo>
                    <a:pt x="189" y="32"/>
                  </a:lnTo>
                  <a:lnTo>
                    <a:pt x="174" y="48"/>
                  </a:lnTo>
                  <a:lnTo>
                    <a:pt x="111" y="64"/>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0" name="Google Shape;1760;p38"/>
            <p:cNvSpPr/>
            <p:nvPr/>
          </p:nvSpPr>
          <p:spPr>
            <a:xfrm>
              <a:off x="3409507" y="1775246"/>
              <a:ext cx="4548" cy="3498"/>
            </a:xfrm>
            <a:custGeom>
              <a:avLst/>
              <a:gdLst/>
              <a:ahLst/>
              <a:cxnLst/>
              <a:rect l="l" t="t" r="r" b="b"/>
              <a:pathLst>
                <a:path w="143" h="110" extrusionOk="0">
                  <a:moveTo>
                    <a:pt x="111" y="0"/>
                  </a:moveTo>
                  <a:lnTo>
                    <a:pt x="111" y="0"/>
                  </a:lnTo>
                  <a:lnTo>
                    <a:pt x="95" y="0"/>
                  </a:lnTo>
                  <a:lnTo>
                    <a:pt x="48" y="32"/>
                  </a:lnTo>
                  <a:lnTo>
                    <a:pt x="32" y="32"/>
                  </a:lnTo>
                  <a:lnTo>
                    <a:pt x="16" y="47"/>
                  </a:lnTo>
                  <a:cubicBezTo>
                    <a:pt x="1" y="47"/>
                    <a:pt x="1" y="63"/>
                    <a:pt x="1" y="78"/>
                  </a:cubicBezTo>
                  <a:lnTo>
                    <a:pt x="1" y="78"/>
                  </a:lnTo>
                  <a:cubicBezTo>
                    <a:pt x="16" y="78"/>
                    <a:pt x="32" y="95"/>
                    <a:pt x="32" y="110"/>
                  </a:cubicBezTo>
                  <a:lnTo>
                    <a:pt x="48" y="110"/>
                  </a:lnTo>
                  <a:lnTo>
                    <a:pt x="48" y="95"/>
                  </a:lnTo>
                  <a:lnTo>
                    <a:pt x="48" y="95"/>
                  </a:lnTo>
                  <a:lnTo>
                    <a:pt x="64" y="110"/>
                  </a:lnTo>
                  <a:lnTo>
                    <a:pt x="79" y="110"/>
                  </a:lnTo>
                  <a:lnTo>
                    <a:pt x="79" y="110"/>
                  </a:lnTo>
                  <a:lnTo>
                    <a:pt x="79" y="95"/>
                  </a:lnTo>
                  <a:cubicBezTo>
                    <a:pt x="79" y="78"/>
                    <a:pt x="95" y="63"/>
                    <a:pt x="111" y="63"/>
                  </a:cubicBezTo>
                  <a:lnTo>
                    <a:pt x="111" y="63"/>
                  </a:lnTo>
                  <a:lnTo>
                    <a:pt x="127" y="63"/>
                  </a:lnTo>
                  <a:lnTo>
                    <a:pt x="142" y="78"/>
                  </a:lnTo>
                  <a:lnTo>
                    <a:pt x="142" y="63"/>
                  </a:lnTo>
                  <a:lnTo>
                    <a:pt x="142" y="32"/>
                  </a:lnTo>
                  <a:cubicBezTo>
                    <a:pt x="142" y="15"/>
                    <a:pt x="142" y="15"/>
                    <a:pt x="127" y="0"/>
                  </a:cubicBezTo>
                  <a:lnTo>
                    <a:pt x="12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1" name="Google Shape;1761;p38"/>
            <p:cNvSpPr/>
            <p:nvPr/>
          </p:nvSpPr>
          <p:spPr>
            <a:xfrm>
              <a:off x="3403496" y="1793279"/>
              <a:ext cx="4039" cy="2035"/>
            </a:xfrm>
            <a:custGeom>
              <a:avLst/>
              <a:gdLst/>
              <a:ahLst/>
              <a:cxnLst/>
              <a:rect l="l" t="t" r="r" b="b"/>
              <a:pathLst>
                <a:path w="127" h="64" extrusionOk="0">
                  <a:moveTo>
                    <a:pt x="16" y="47"/>
                  </a:moveTo>
                  <a:lnTo>
                    <a:pt x="1" y="63"/>
                  </a:lnTo>
                  <a:lnTo>
                    <a:pt x="16" y="63"/>
                  </a:lnTo>
                  <a:lnTo>
                    <a:pt x="16" y="47"/>
                  </a:lnTo>
                  <a:close/>
                  <a:moveTo>
                    <a:pt x="79" y="0"/>
                  </a:moveTo>
                  <a:lnTo>
                    <a:pt x="79" y="15"/>
                  </a:lnTo>
                  <a:lnTo>
                    <a:pt x="79" y="47"/>
                  </a:lnTo>
                  <a:lnTo>
                    <a:pt x="127" y="32"/>
                  </a:lnTo>
                  <a:lnTo>
                    <a:pt x="110" y="15"/>
                  </a:lnTo>
                  <a:lnTo>
                    <a:pt x="110" y="0"/>
                  </a:lnTo>
                  <a:lnTo>
                    <a:pt x="95" y="0"/>
                  </a:ln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2" name="Google Shape;1762;p38"/>
            <p:cNvSpPr/>
            <p:nvPr/>
          </p:nvSpPr>
          <p:spPr>
            <a:xfrm>
              <a:off x="3072801" y="1809308"/>
              <a:ext cx="2512" cy="4516"/>
            </a:xfrm>
            <a:custGeom>
              <a:avLst/>
              <a:gdLst/>
              <a:ahLst/>
              <a:cxnLst/>
              <a:rect l="l" t="t" r="r" b="b"/>
              <a:pathLst>
                <a:path w="79" h="142" extrusionOk="0">
                  <a:moveTo>
                    <a:pt x="47" y="0"/>
                  </a:moveTo>
                  <a:lnTo>
                    <a:pt x="32" y="0"/>
                  </a:lnTo>
                  <a:cubicBezTo>
                    <a:pt x="15" y="0"/>
                    <a:pt x="15" y="16"/>
                    <a:pt x="15" y="32"/>
                  </a:cubicBezTo>
                  <a:lnTo>
                    <a:pt x="0" y="95"/>
                  </a:lnTo>
                  <a:cubicBezTo>
                    <a:pt x="0" y="110"/>
                    <a:pt x="15" y="127"/>
                    <a:pt x="32" y="142"/>
                  </a:cubicBezTo>
                  <a:lnTo>
                    <a:pt x="32" y="142"/>
                  </a:lnTo>
                  <a:cubicBezTo>
                    <a:pt x="47" y="142"/>
                    <a:pt x="63" y="127"/>
                    <a:pt x="63" y="110"/>
                  </a:cubicBezTo>
                  <a:lnTo>
                    <a:pt x="78" y="47"/>
                  </a:lnTo>
                  <a:cubicBezTo>
                    <a:pt x="78" y="32"/>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3" name="Google Shape;1763;p38"/>
            <p:cNvSpPr/>
            <p:nvPr/>
          </p:nvSpPr>
          <p:spPr>
            <a:xfrm>
              <a:off x="3019148" y="1808290"/>
              <a:ext cx="3562" cy="5534"/>
            </a:xfrm>
            <a:custGeom>
              <a:avLst/>
              <a:gdLst/>
              <a:ahLst/>
              <a:cxnLst/>
              <a:rect l="l" t="t" r="r" b="b"/>
              <a:pathLst>
                <a:path w="112" h="174" extrusionOk="0">
                  <a:moveTo>
                    <a:pt x="32" y="1"/>
                  </a:moveTo>
                  <a:lnTo>
                    <a:pt x="32" y="1"/>
                  </a:lnTo>
                  <a:lnTo>
                    <a:pt x="17" y="1"/>
                  </a:lnTo>
                  <a:cubicBezTo>
                    <a:pt x="1" y="16"/>
                    <a:pt x="1" y="48"/>
                    <a:pt x="17" y="64"/>
                  </a:cubicBezTo>
                  <a:lnTo>
                    <a:pt x="17" y="64"/>
                  </a:lnTo>
                  <a:lnTo>
                    <a:pt x="17" y="64"/>
                  </a:lnTo>
                  <a:lnTo>
                    <a:pt x="17" y="79"/>
                  </a:lnTo>
                  <a:cubicBezTo>
                    <a:pt x="17" y="96"/>
                    <a:pt x="1" y="96"/>
                    <a:pt x="1" y="96"/>
                  </a:cubicBezTo>
                  <a:cubicBezTo>
                    <a:pt x="17" y="127"/>
                    <a:pt x="32" y="142"/>
                    <a:pt x="32" y="174"/>
                  </a:cubicBezTo>
                  <a:cubicBezTo>
                    <a:pt x="64" y="142"/>
                    <a:pt x="80" y="111"/>
                    <a:pt x="95" y="96"/>
                  </a:cubicBezTo>
                  <a:cubicBezTo>
                    <a:pt x="112" y="64"/>
                    <a:pt x="95" y="48"/>
                    <a:pt x="80" y="32"/>
                  </a:cubicBezTo>
                  <a:lnTo>
                    <a:pt x="80" y="32"/>
                  </a:lnTo>
                  <a:lnTo>
                    <a:pt x="80" y="32"/>
                  </a:lnTo>
                  <a:lnTo>
                    <a:pt x="64" y="16"/>
                  </a:lnTo>
                  <a:cubicBezTo>
                    <a:pt x="64"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4" name="Google Shape;1764;p38"/>
            <p:cNvSpPr/>
            <p:nvPr/>
          </p:nvSpPr>
          <p:spPr>
            <a:xfrm>
              <a:off x="3180488" y="1816337"/>
              <a:ext cx="3053" cy="6042"/>
            </a:xfrm>
            <a:custGeom>
              <a:avLst/>
              <a:gdLst/>
              <a:ahLst/>
              <a:cxnLst/>
              <a:rect l="l" t="t" r="r" b="b"/>
              <a:pathLst>
                <a:path w="96" h="190" extrusionOk="0">
                  <a:moveTo>
                    <a:pt x="49" y="0"/>
                  </a:moveTo>
                  <a:lnTo>
                    <a:pt x="49" y="0"/>
                  </a:lnTo>
                  <a:lnTo>
                    <a:pt x="49" y="0"/>
                  </a:lnTo>
                  <a:cubicBezTo>
                    <a:pt x="32" y="0"/>
                    <a:pt x="32" y="15"/>
                    <a:pt x="17" y="32"/>
                  </a:cubicBezTo>
                  <a:lnTo>
                    <a:pt x="17" y="32"/>
                  </a:lnTo>
                  <a:lnTo>
                    <a:pt x="17" y="63"/>
                  </a:lnTo>
                  <a:lnTo>
                    <a:pt x="17" y="63"/>
                  </a:lnTo>
                  <a:lnTo>
                    <a:pt x="17" y="63"/>
                  </a:lnTo>
                  <a:cubicBezTo>
                    <a:pt x="32" y="63"/>
                    <a:pt x="49" y="63"/>
                    <a:pt x="49" y="78"/>
                  </a:cubicBezTo>
                  <a:cubicBezTo>
                    <a:pt x="64" y="95"/>
                    <a:pt x="49" y="110"/>
                    <a:pt x="32" y="126"/>
                  </a:cubicBezTo>
                  <a:lnTo>
                    <a:pt x="1" y="126"/>
                  </a:lnTo>
                  <a:cubicBezTo>
                    <a:pt x="17" y="141"/>
                    <a:pt x="17" y="158"/>
                    <a:pt x="1" y="173"/>
                  </a:cubicBezTo>
                  <a:lnTo>
                    <a:pt x="1" y="173"/>
                  </a:lnTo>
                  <a:lnTo>
                    <a:pt x="1" y="189"/>
                  </a:lnTo>
                  <a:lnTo>
                    <a:pt x="17" y="189"/>
                  </a:lnTo>
                  <a:cubicBezTo>
                    <a:pt x="32" y="189"/>
                    <a:pt x="49" y="173"/>
                    <a:pt x="49" y="158"/>
                  </a:cubicBezTo>
                  <a:lnTo>
                    <a:pt x="80" y="47"/>
                  </a:lnTo>
                  <a:cubicBezTo>
                    <a:pt x="95" y="32"/>
                    <a:pt x="80" y="15"/>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5" name="Google Shape;1765;p38"/>
            <p:cNvSpPr/>
            <p:nvPr/>
          </p:nvSpPr>
          <p:spPr>
            <a:xfrm>
              <a:off x="3190538" y="1794742"/>
              <a:ext cx="5534" cy="4580"/>
            </a:xfrm>
            <a:custGeom>
              <a:avLst/>
              <a:gdLst/>
              <a:ahLst/>
              <a:cxnLst/>
              <a:rect l="l" t="t" r="r" b="b"/>
              <a:pathLst>
                <a:path w="174" h="144" extrusionOk="0">
                  <a:moveTo>
                    <a:pt x="63" y="1"/>
                  </a:moveTo>
                  <a:lnTo>
                    <a:pt x="48" y="1"/>
                  </a:lnTo>
                  <a:lnTo>
                    <a:pt x="48" y="1"/>
                  </a:lnTo>
                  <a:cubicBezTo>
                    <a:pt x="32" y="1"/>
                    <a:pt x="16" y="17"/>
                    <a:pt x="0" y="32"/>
                  </a:cubicBezTo>
                  <a:lnTo>
                    <a:pt x="0" y="32"/>
                  </a:lnTo>
                  <a:lnTo>
                    <a:pt x="0" y="32"/>
                  </a:lnTo>
                  <a:lnTo>
                    <a:pt x="0" y="49"/>
                  </a:lnTo>
                  <a:cubicBezTo>
                    <a:pt x="0" y="49"/>
                    <a:pt x="16" y="49"/>
                    <a:pt x="16" y="32"/>
                  </a:cubicBezTo>
                  <a:lnTo>
                    <a:pt x="32" y="32"/>
                  </a:lnTo>
                  <a:lnTo>
                    <a:pt x="32" y="32"/>
                  </a:lnTo>
                  <a:cubicBezTo>
                    <a:pt x="48" y="32"/>
                    <a:pt x="63" y="49"/>
                    <a:pt x="63" y="49"/>
                  </a:cubicBezTo>
                  <a:cubicBezTo>
                    <a:pt x="63" y="80"/>
                    <a:pt x="63" y="95"/>
                    <a:pt x="48" y="95"/>
                  </a:cubicBezTo>
                  <a:cubicBezTo>
                    <a:pt x="32" y="95"/>
                    <a:pt x="32" y="112"/>
                    <a:pt x="16" y="112"/>
                  </a:cubicBezTo>
                  <a:lnTo>
                    <a:pt x="32" y="112"/>
                  </a:lnTo>
                  <a:cubicBezTo>
                    <a:pt x="32" y="127"/>
                    <a:pt x="48" y="127"/>
                    <a:pt x="63" y="127"/>
                  </a:cubicBezTo>
                  <a:cubicBezTo>
                    <a:pt x="63" y="127"/>
                    <a:pt x="63" y="112"/>
                    <a:pt x="79" y="112"/>
                  </a:cubicBezTo>
                  <a:lnTo>
                    <a:pt x="79" y="112"/>
                  </a:lnTo>
                  <a:cubicBezTo>
                    <a:pt x="79" y="112"/>
                    <a:pt x="95" y="112"/>
                    <a:pt x="95" y="127"/>
                  </a:cubicBezTo>
                  <a:lnTo>
                    <a:pt x="126" y="143"/>
                  </a:lnTo>
                  <a:lnTo>
                    <a:pt x="126" y="143"/>
                  </a:lnTo>
                  <a:lnTo>
                    <a:pt x="158" y="95"/>
                  </a:lnTo>
                  <a:cubicBezTo>
                    <a:pt x="174" y="95"/>
                    <a:pt x="174" y="80"/>
                    <a:pt x="174" y="64"/>
                  </a:cubicBezTo>
                  <a:cubicBezTo>
                    <a:pt x="174" y="49"/>
                    <a:pt x="158" y="49"/>
                    <a:pt x="142" y="49"/>
                  </a:cubicBezTo>
                  <a:lnTo>
                    <a:pt x="126" y="49"/>
                  </a:lnTo>
                  <a:lnTo>
                    <a:pt x="126" y="32"/>
                  </a:lnTo>
                  <a:lnTo>
                    <a:pt x="126" y="32"/>
                  </a:lnTo>
                  <a:cubicBezTo>
                    <a:pt x="111"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6" name="Google Shape;1766;p38"/>
            <p:cNvSpPr/>
            <p:nvPr/>
          </p:nvSpPr>
          <p:spPr>
            <a:xfrm>
              <a:off x="3082819" y="1806287"/>
              <a:ext cx="2512" cy="4548"/>
            </a:xfrm>
            <a:custGeom>
              <a:avLst/>
              <a:gdLst/>
              <a:ahLst/>
              <a:cxnLst/>
              <a:rect l="l" t="t" r="r" b="b"/>
              <a:pathLst>
                <a:path w="79" h="143" extrusionOk="0">
                  <a:moveTo>
                    <a:pt x="15" y="1"/>
                  </a:moveTo>
                  <a:lnTo>
                    <a:pt x="15" y="1"/>
                  </a:lnTo>
                  <a:lnTo>
                    <a:pt x="0" y="16"/>
                  </a:lnTo>
                  <a:lnTo>
                    <a:pt x="0" y="16"/>
                  </a:lnTo>
                  <a:lnTo>
                    <a:pt x="15" y="32"/>
                  </a:lnTo>
                  <a:cubicBezTo>
                    <a:pt x="32" y="48"/>
                    <a:pt x="15" y="79"/>
                    <a:pt x="0" y="95"/>
                  </a:cubicBezTo>
                  <a:lnTo>
                    <a:pt x="0" y="95"/>
                  </a:lnTo>
                  <a:lnTo>
                    <a:pt x="0" y="95"/>
                  </a:lnTo>
                  <a:lnTo>
                    <a:pt x="15" y="111"/>
                  </a:lnTo>
                  <a:lnTo>
                    <a:pt x="15" y="127"/>
                  </a:lnTo>
                  <a:cubicBezTo>
                    <a:pt x="32" y="127"/>
                    <a:pt x="32" y="142"/>
                    <a:pt x="32" y="142"/>
                  </a:cubicBezTo>
                  <a:cubicBezTo>
                    <a:pt x="47" y="142"/>
                    <a:pt x="47" y="142"/>
                    <a:pt x="47" y="127"/>
                  </a:cubicBezTo>
                  <a:cubicBezTo>
                    <a:pt x="63" y="127"/>
                    <a:pt x="78" y="111"/>
                    <a:pt x="63" y="95"/>
                  </a:cubicBezTo>
                  <a:lnTo>
                    <a:pt x="63" y="79"/>
                  </a:lnTo>
                  <a:lnTo>
                    <a:pt x="47" y="32"/>
                  </a:lnTo>
                  <a:cubicBezTo>
                    <a:pt x="47" y="16"/>
                    <a:pt x="32" y="1"/>
                    <a:pt x="1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7" name="Google Shape;1767;p38"/>
            <p:cNvSpPr/>
            <p:nvPr/>
          </p:nvSpPr>
          <p:spPr>
            <a:xfrm>
              <a:off x="3133928" y="1800276"/>
              <a:ext cx="3021" cy="4039"/>
            </a:xfrm>
            <a:custGeom>
              <a:avLst/>
              <a:gdLst/>
              <a:ahLst/>
              <a:cxnLst/>
              <a:rect l="l" t="t" r="r" b="b"/>
              <a:pathLst>
                <a:path w="95" h="127" extrusionOk="0">
                  <a:moveTo>
                    <a:pt x="32" y="1"/>
                  </a:moveTo>
                  <a:lnTo>
                    <a:pt x="32" y="1"/>
                  </a:lnTo>
                  <a:lnTo>
                    <a:pt x="32" y="1"/>
                  </a:lnTo>
                  <a:cubicBezTo>
                    <a:pt x="0" y="16"/>
                    <a:pt x="0" y="32"/>
                    <a:pt x="0" y="48"/>
                  </a:cubicBezTo>
                  <a:lnTo>
                    <a:pt x="32" y="111"/>
                  </a:lnTo>
                  <a:cubicBezTo>
                    <a:pt x="32" y="127"/>
                    <a:pt x="47" y="127"/>
                    <a:pt x="63" y="127"/>
                  </a:cubicBezTo>
                  <a:lnTo>
                    <a:pt x="63" y="127"/>
                  </a:lnTo>
                  <a:cubicBezTo>
                    <a:pt x="95" y="127"/>
                    <a:pt x="95" y="111"/>
                    <a:pt x="95" y="95"/>
                  </a:cubicBez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8" name="Google Shape;1768;p38"/>
            <p:cNvSpPr/>
            <p:nvPr/>
          </p:nvSpPr>
          <p:spPr>
            <a:xfrm>
              <a:off x="3280225" y="1803774"/>
              <a:ext cx="6074" cy="2544"/>
            </a:xfrm>
            <a:custGeom>
              <a:avLst/>
              <a:gdLst/>
              <a:ahLst/>
              <a:cxnLst/>
              <a:rect l="l" t="t" r="r" b="b"/>
              <a:pathLst>
                <a:path w="191" h="80" extrusionOk="0">
                  <a:moveTo>
                    <a:pt x="142" y="1"/>
                  </a:moveTo>
                  <a:lnTo>
                    <a:pt x="32" y="17"/>
                  </a:lnTo>
                  <a:cubicBezTo>
                    <a:pt x="16" y="17"/>
                    <a:pt x="1" y="32"/>
                    <a:pt x="1" y="48"/>
                  </a:cubicBezTo>
                  <a:cubicBezTo>
                    <a:pt x="1" y="80"/>
                    <a:pt x="16" y="80"/>
                    <a:pt x="32" y="80"/>
                  </a:cubicBezTo>
                  <a:lnTo>
                    <a:pt x="32" y="80"/>
                  </a:lnTo>
                  <a:lnTo>
                    <a:pt x="159" y="80"/>
                  </a:lnTo>
                  <a:lnTo>
                    <a:pt x="174" y="80"/>
                  </a:lnTo>
                  <a:cubicBezTo>
                    <a:pt x="190" y="64"/>
                    <a:pt x="190" y="48"/>
                    <a:pt x="190" y="32"/>
                  </a:cubicBezTo>
                  <a:lnTo>
                    <a:pt x="190" y="32"/>
                  </a:lnTo>
                  <a:lnTo>
                    <a:pt x="159" y="32"/>
                  </a:lnTo>
                  <a:lnTo>
                    <a:pt x="142"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9" name="Google Shape;1769;p38"/>
            <p:cNvSpPr/>
            <p:nvPr/>
          </p:nvSpPr>
          <p:spPr>
            <a:xfrm>
              <a:off x="3099325" y="1810803"/>
              <a:ext cx="2544" cy="4039"/>
            </a:xfrm>
            <a:custGeom>
              <a:avLst/>
              <a:gdLst/>
              <a:ahLst/>
              <a:cxnLst/>
              <a:rect l="l" t="t" r="r" b="b"/>
              <a:pathLst>
                <a:path w="80" h="127" extrusionOk="0">
                  <a:moveTo>
                    <a:pt x="32" y="0"/>
                  </a:moveTo>
                  <a:lnTo>
                    <a:pt x="32" y="0"/>
                  </a:lnTo>
                  <a:cubicBezTo>
                    <a:pt x="17" y="0"/>
                    <a:pt x="1" y="17"/>
                    <a:pt x="1" y="32"/>
                  </a:cubicBezTo>
                  <a:lnTo>
                    <a:pt x="17" y="95"/>
                  </a:lnTo>
                  <a:cubicBezTo>
                    <a:pt x="17" y="111"/>
                    <a:pt x="32" y="126"/>
                    <a:pt x="48" y="126"/>
                  </a:cubicBezTo>
                  <a:lnTo>
                    <a:pt x="48" y="126"/>
                  </a:lnTo>
                  <a:cubicBezTo>
                    <a:pt x="64" y="126"/>
                    <a:pt x="80" y="111"/>
                    <a:pt x="80" y="80"/>
                  </a:cubicBezTo>
                  <a:lnTo>
                    <a:pt x="80" y="32"/>
                  </a:lnTo>
                  <a:cubicBezTo>
                    <a:pt x="80"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0" name="Google Shape;1770;p38"/>
            <p:cNvSpPr/>
            <p:nvPr/>
          </p:nvSpPr>
          <p:spPr>
            <a:xfrm>
              <a:off x="3322333" y="1786727"/>
              <a:ext cx="4039" cy="3562"/>
            </a:xfrm>
            <a:custGeom>
              <a:avLst/>
              <a:gdLst/>
              <a:ahLst/>
              <a:cxnLst/>
              <a:rect l="l" t="t" r="r" b="b"/>
              <a:pathLst>
                <a:path w="127" h="112" extrusionOk="0">
                  <a:moveTo>
                    <a:pt x="32" y="1"/>
                  </a:moveTo>
                  <a:lnTo>
                    <a:pt x="32" y="1"/>
                  </a:lnTo>
                  <a:cubicBezTo>
                    <a:pt x="16" y="1"/>
                    <a:pt x="16" y="17"/>
                    <a:pt x="0" y="17"/>
                  </a:cubicBezTo>
                  <a:lnTo>
                    <a:pt x="0" y="49"/>
                  </a:lnTo>
                  <a:cubicBezTo>
                    <a:pt x="0" y="49"/>
                    <a:pt x="0" y="64"/>
                    <a:pt x="16" y="80"/>
                  </a:cubicBezTo>
                  <a:lnTo>
                    <a:pt x="79" y="112"/>
                  </a:lnTo>
                  <a:lnTo>
                    <a:pt x="95" y="112"/>
                  </a:lnTo>
                  <a:cubicBezTo>
                    <a:pt x="95" y="112"/>
                    <a:pt x="110" y="112"/>
                    <a:pt x="126" y="95"/>
                  </a:cubicBezTo>
                  <a:lnTo>
                    <a:pt x="126" y="95"/>
                  </a:lnTo>
                  <a:lnTo>
                    <a:pt x="110" y="95"/>
                  </a:lnTo>
                  <a:lnTo>
                    <a:pt x="95" y="95"/>
                  </a:lnTo>
                  <a:cubicBezTo>
                    <a:pt x="79" y="95"/>
                    <a:pt x="63" y="80"/>
                    <a:pt x="63" y="64"/>
                  </a:cubicBezTo>
                  <a:cubicBezTo>
                    <a:pt x="63" y="49"/>
                    <a:pt x="79" y="49"/>
                    <a:pt x="79" y="49"/>
                  </a:cubicBezTo>
                  <a:cubicBezTo>
                    <a:pt x="79" y="17"/>
                    <a:pt x="79" y="17"/>
                    <a:pt x="63"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1" name="Google Shape;1771;p38"/>
            <p:cNvSpPr/>
            <p:nvPr/>
          </p:nvSpPr>
          <p:spPr>
            <a:xfrm>
              <a:off x="3171011" y="1804792"/>
              <a:ext cx="6042" cy="3530"/>
            </a:xfrm>
            <a:custGeom>
              <a:avLst/>
              <a:gdLst/>
              <a:ahLst/>
              <a:cxnLst/>
              <a:rect l="l" t="t" r="r" b="b"/>
              <a:pathLst>
                <a:path w="190" h="111" extrusionOk="0">
                  <a:moveTo>
                    <a:pt x="158" y="0"/>
                  </a:moveTo>
                  <a:lnTo>
                    <a:pt x="158" y="0"/>
                  </a:lnTo>
                  <a:lnTo>
                    <a:pt x="141" y="0"/>
                  </a:lnTo>
                  <a:lnTo>
                    <a:pt x="32" y="32"/>
                  </a:lnTo>
                  <a:cubicBezTo>
                    <a:pt x="15" y="48"/>
                    <a:pt x="0" y="63"/>
                    <a:pt x="15" y="79"/>
                  </a:cubicBezTo>
                  <a:cubicBezTo>
                    <a:pt x="15" y="95"/>
                    <a:pt x="32" y="111"/>
                    <a:pt x="47" y="111"/>
                  </a:cubicBezTo>
                  <a:lnTo>
                    <a:pt x="47" y="111"/>
                  </a:lnTo>
                  <a:lnTo>
                    <a:pt x="173" y="63"/>
                  </a:lnTo>
                  <a:lnTo>
                    <a:pt x="189" y="63"/>
                  </a:lnTo>
                  <a:lnTo>
                    <a:pt x="189" y="32"/>
                  </a:lnTo>
                  <a:cubicBezTo>
                    <a:pt x="189" y="16"/>
                    <a:pt x="189"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2" name="Google Shape;1772;p38"/>
            <p:cNvSpPr/>
            <p:nvPr/>
          </p:nvSpPr>
          <p:spPr>
            <a:xfrm>
              <a:off x="3294282" y="1791752"/>
              <a:ext cx="3498" cy="4039"/>
            </a:xfrm>
            <a:custGeom>
              <a:avLst/>
              <a:gdLst/>
              <a:ahLst/>
              <a:cxnLst/>
              <a:rect l="l" t="t" r="r" b="b"/>
              <a:pathLst>
                <a:path w="110" h="127" extrusionOk="0">
                  <a:moveTo>
                    <a:pt x="63" y="0"/>
                  </a:moveTo>
                  <a:lnTo>
                    <a:pt x="63" y="0"/>
                  </a:lnTo>
                  <a:cubicBezTo>
                    <a:pt x="47" y="0"/>
                    <a:pt x="47" y="17"/>
                    <a:pt x="32" y="32"/>
                  </a:cubicBezTo>
                  <a:lnTo>
                    <a:pt x="15" y="80"/>
                  </a:lnTo>
                  <a:cubicBezTo>
                    <a:pt x="0" y="95"/>
                    <a:pt x="15" y="111"/>
                    <a:pt x="32" y="126"/>
                  </a:cubicBezTo>
                  <a:lnTo>
                    <a:pt x="47" y="126"/>
                  </a:lnTo>
                  <a:cubicBezTo>
                    <a:pt x="63" y="126"/>
                    <a:pt x="63" y="111"/>
                    <a:pt x="78" y="111"/>
                  </a:cubicBezTo>
                  <a:lnTo>
                    <a:pt x="95" y="63"/>
                  </a:lnTo>
                  <a:cubicBezTo>
                    <a:pt x="110" y="32"/>
                    <a:pt x="95" y="17"/>
                    <a:pt x="78" y="17"/>
                  </a:cubicBezTo>
                  <a:cubicBezTo>
                    <a:pt x="78" y="0"/>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3" name="Google Shape;1773;p38"/>
            <p:cNvSpPr/>
            <p:nvPr/>
          </p:nvSpPr>
          <p:spPr>
            <a:xfrm>
              <a:off x="3037722" y="1818817"/>
              <a:ext cx="3498" cy="3021"/>
            </a:xfrm>
            <a:custGeom>
              <a:avLst/>
              <a:gdLst/>
              <a:ahLst/>
              <a:cxnLst/>
              <a:rect l="l" t="t" r="r" b="b"/>
              <a:pathLst>
                <a:path w="110" h="95" extrusionOk="0">
                  <a:moveTo>
                    <a:pt x="32" y="0"/>
                  </a:moveTo>
                  <a:lnTo>
                    <a:pt x="32" y="0"/>
                  </a:lnTo>
                  <a:cubicBezTo>
                    <a:pt x="15" y="0"/>
                    <a:pt x="0" y="17"/>
                    <a:pt x="0" y="32"/>
                  </a:cubicBezTo>
                  <a:lnTo>
                    <a:pt x="0" y="32"/>
                  </a:lnTo>
                  <a:lnTo>
                    <a:pt x="0" y="32"/>
                  </a:lnTo>
                  <a:lnTo>
                    <a:pt x="0" y="32"/>
                  </a:lnTo>
                  <a:cubicBezTo>
                    <a:pt x="15" y="32"/>
                    <a:pt x="32" y="48"/>
                    <a:pt x="32" y="48"/>
                  </a:cubicBezTo>
                  <a:lnTo>
                    <a:pt x="63" y="95"/>
                  </a:lnTo>
                  <a:lnTo>
                    <a:pt x="78" y="95"/>
                  </a:lnTo>
                  <a:lnTo>
                    <a:pt x="78" y="80"/>
                  </a:lnTo>
                  <a:lnTo>
                    <a:pt x="95" y="63"/>
                  </a:lnTo>
                  <a:cubicBezTo>
                    <a:pt x="110" y="48"/>
                    <a:pt x="110" y="32"/>
                    <a:pt x="95" y="32"/>
                  </a:cubicBezTo>
                  <a:cubicBezTo>
                    <a:pt x="95" y="17"/>
                    <a:pt x="78" y="17"/>
                    <a:pt x="78" y="17"/>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4" name="Google Shape;1774;p38"/>
            <p:cNvSpPr/>
            <p:nvPr/>
          </p:nvSpPr>
          <p:spPr>
            <a:xfrm>
              <a:off x="3153964" y="1816337"/>
              <a:ext cx="4039" cy="4516"/>
            </a:xfrm>
            <a:custGeom>
              <a:avLst/>
              <a:gdLst/>
              <a:ahLst/>
              <a:cxnLst/>
              <a:rect l="l" t="t" r="r" b="b"/>
              <a:pathLst>
                <a:path w="127" h="142" extrusionOk="0">
                  <a:moveTo>
                    <a:pt x="79" y="0"/>
                  </a:moveTo>
                  <a:lnTo>
                    <a:pt x="79" y="0"/>
                  </a:lnTo>
                  <a:cubicBezTo>
                    <a:pt x="79" y="15"/>
                    <a:pt x="64" y="15"/>
                    <a:pt x="64" y="15"/>
                  </a:cubicBezTo>
                  <a:lnTo>
                    <a:pt x="64" y="15"/>
                  </a:lnTo>
                  <a:cubicBezTo>
                    <a:pt x="47" y="15"/>
                    <a:pt x="47" y="32"/>
                    <a:pt x="47" y="47"/>
                  </a:cubicBezTo>
                  <a:lnTo>
                    <a:pt x="47" y="63"/>
                  </a:lnTo>
                  <a:lnTo>
                    <a:pt x="16" y="78"/>
                  </a:lnTo>
                  <a:cubicBezTo>
                    <a:pt x="1" y="95"/>
                    <a:pt x="1" y="110"/>
                    <a:pt x="16" y="126"/>
                  </a:cubicBezTo>
                  <a:cubicBezTo>
                    <a:pt x="16" y="141"/>
                    <a:pt x="32" y="141"/>
                    <a:pt x="32" y="141"/>
                  </a:cubicBezTo>
                  <a:lnTo>
                    <a:pt x="47" y="141"/>
                  </a:lnTo>
                  <a:lnTo>
                    <a:pt x="64" y="141"/>
                  </a:lnTo>
                  <a:lnTo>
                    <a:pt x="110" y="95"/>
                  </a:lnTo>
                  <a:cubicBezTo>
                    <a:pt x="127" y="95"/>
                    <a:pt x="127" y="78"/>
                    <a:pt x="127" y="78"/>
                  </a:cubicBezTo>
                  <a:lnTo>
                    <a:pt x="127" y="63"/>
                  </a:lnTo>
                  <a:lnTo>
                    <a:pt x="110" y="32"/>
                  </a:lnTo>
                  <a:cubicBezTo>
                    <a:pt x="110" y="15"/>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5" name="Google Shape;1775;p38"/>
            <p:cNvSpPr/>
            <p:nvPr/>
          </p:nvSpPr>
          <p:spPr>
            <a:xfrm>
              <a:off x="3085809" y="1809785"/>
              <a:ext cx="5057" cy="4039"/>
            </a:xfrm>
            <a:custGeom>
              <a:avLst/>
              <a:gdLst/>
              <a:ahLst/>
              <a:cxnLst/>
              <a:rect l="l" t="t" r="r" b="b"/>
              <a:pathLst>
                <a:path w="159" h="127" extrusionOk="0">
                  <a:moveTo>
                    <a:pt x="110" y="1"/>
                  </a:moveTo>
                  <a:lnTo>
                    <a:pt x="95" y="1"/>
                  </a:lnTo>
                  <a:lnTo>
                    <a:pt x="95" y="1"/>
                  </a:lnTo>
                  <a:lnTo>
                    <a:pt x="95" y="1"/>
                  </a:lnTo>
                  <a:cubicBezTo>
                    <a:pt x="95" y="1"/>
                    <a:pt x="79" y="1"/>
                    <a:pt x="79" y="17"/>
                  </a:cubicBezTo>
                  <a:lnTo>
                    <a:pt x="64" y="49"/>
                  </a:lnTo>
                  <a:lnTo>
                    <a:pt x="47" y="49"/>
                  </a:lnTo>
                  <a:lnTo>
                    <a:pt x="47" y="49"/>
                  </a:lnTo>
                  <a:lnTo>
                    <a:pt x="32" y="49"/>
                  </a:lnTo>
                  <a:cubicBezTo>
                    <a:pt x="16" y="49"/>
                    <a:pt x="16" y="49"/>
                    <a:pt x="1" y="64"/>
                  </a:cubicBezTo>
                  <a:cubicBezTo>
                    <a:pt x="1" y="80"/>
                    <a:pt x="1" y="95"/>
                    <a:pt x="32" y="112"/>
                  </a:cubicBezTo>
                  <a:lnTo>
                    <a:pt x="47" y="112"/>
                  </a:lnTo>
                  <a:lnTo>
                    <a:pt x="64" y="112"/>
                  </a:lnTo>
                  <a:lnTo>
                    <a:pt x="64" y="127"/>
                  </a:lnTo>
                  <a:cubicBezTo>
                    <a:pt x="79" y="127"/>
                    <a:pt x="95" y="112"/>
                    <a:pt x="95" y="112"/>
                  </a:cubicBezTo>
                  <a:lnTo>
                    <a:pt x="95" y="95"/>
                  </a:lnTo>
                  <a:lnTo>
                    <a:pt x="110" y="95"/>
                  </a:lnTo>
                  <a:lnTo>
                    <a:pt x="127" y="95"/>
                  </a:lnTo>
                  <a:lnTo>
                    <a:pt x="142" y="80"/>
                  </a:lnTo>
                  <a:cubicBezTo>
                    <a:pt x="158" y="64"/>
                    <a:pt x="158" y="64"/>
                    <a:pt x="158" y="49"/>
                  </a:cubicBezTo>
                  <a:cubicBezTo>
                    <a:pt x="158" y="32"/>
                    <a:pt x="158" y="32"/>
                    <a:pt x="142" y="17"/>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6" name="Google Shape;1776;p38"/>
            <p:cNvSpPr/>
            <p:nvPr/>
          </p:nvSpPr>
          <p:spPr>
            <a:xfrm>
              <a:off x="3167004" y="1802279"/>
              <a:ext cx="4516" cy="3053"/>
            </a:xfrm>
            <a:custGeom>
              <a:avLst/>
              <a:gdLst/>
              <a:ahLst/>
              <a:cxnLst/>
              <a:rect l="l" t="t" r="r" b="b"/>
              <a:pathLst>
                <a:path w="142" h="96" extrusionOk="0">
                  <a:moveTo>
                    <a:pt x="110" y="1"/>
                  </a:moveTo>
                  <a:lnTo>
                    <a:pt x="95" y="1"/>
                  </a:lnTo>
                  <a:lnTo>
                    <a:pt x="95" y="16"/>
                  </a:lnTo>
                  <a:lnTo>
                    <a:pt x="32" y="32"/>
                  </a:lnTo>
                  <a:lnTo>
                    <a:pt x="15" y="32"/>
                  </a:lnTo>
                  <a:cubicBezTo>
                    <a:pt x="15" y="48"/>
                    <a:pt x="0" y="64"/>
                    <a:pt x="15" y="79"/>
                  </a:cubicBezTo>
                  <a:cubicBezTo>
                    <a:pt x="15" y="95"/>
                    <a:pt x="32" y="95"/>
                    <a:pt x="47" y="95"/>
                  </a:cubicBezTo>
                  <a:lnTo>
                    <a:pt x="63" y="95"/>
                  </a:lnTo>
                  <a:lnTo>
                    <a:pt x="78" y="79"/>
                  </a:lnTo>
                  <a:lnTo>
                    <a:pt x="110" y="79"/>
                  </a:lnTo>
                  <a:lnTo>
                    <a:pt x="110" y="79"/>
                  </a:lnTo>
                  <a:cubicBezTo>
                    <a:pt x="141" y="64"/>
                    <a:pt x="141" y="48"/>
                    <a:pt x="141" y="32"/>
                  </a:cubicBezTo>
                  <a:cubicBezTo>
                    <a:pt x="126" y="16"/>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7" name="Google Shape;1777;p38"/>
            <p:cNvSpPr/>
            <p:nvPr/>
          </p:nvSpPr>
          <p:spPr>
            <a:xfrm>
              <a:off x="3411001" y="1778713"/>
              <a:ext cx="2035" cy="2035"/>
            </a:xfrm>
            <a:custGeom>
              <a:avLst/>
              <a:gdLst/>
              <a:ahLst/>
              <a:cxnLst/>
              <a:rect l="l" t="t" r="r" b="b"/>
              <a:pathLst>
                <a:path w="64" h="64" extrusionOk="0">
                  <a:moveTo>
                    <a:pt x="32" y="1"/>
                  </a:moveTo>
                  <a:lnTo>
                    <a:pt x="32" y="1"/>
                  </a:lnTo>
                  <a:lnTo>
                    <a:pt x="17" y="1"/>
                  </a:lnTo>
                  <a:lnTo>
                    <a:pt x="1" y="17"/>
                  </a:lnTo>
                  <a:lnTo>
                    <a:pt x="1" y="49"/>
                  </a:lnTo>
                  <a:lnTo>
                    <a:pt x="1" y="49"/>
                  </a:lnTo>
                  <a:cubicBezTo>
                    <a:pt x="1" y="64"/>
                    <a:pt x="17" y="64"/>
                    <a:pt x="32" y="64"/>
                  </a:cubicBezTo>
                  <a:lnTo>
                    <a:pt x="32" y="64"/>
                  </a:lnTo>
                  <a:lnTo>
                    <a:pt x="64" y="64"/>
                  </a:lnTo>
                  <a:lnTo>
                    <a:pt x="64" y="64"/>
                  </a:lnTo>
                  <a:lnTo>
                    <a:pt x="64" y="32"/>
                  </a:lnTo>
                  <a:lnTo>
                    <a:pt x="48" y="17"/>
                  </a:lnTo>
                  <a:cubicBezTo>
                    <a:pt x="48" y="17"/>
                    <a:pt x="32" y="17"/>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8" name="Google Shape;1778;p38"/>
            <p:cNvSpPr/>
            <p:nvPr/>
          </p:nvSpPr>
          <p:spPr>
            <a:xfrm>
              <a:off x="3415518" y="1791275"/>
              <a:ext cx="4548" cy="4516"/>
            </a:xfrm>
            <a:custGeom>
              <a:avLst/>
              <a:gdLst/>
              <a:ahLst/>
              <a:cxnLst/>
              <a:rect l="l" t="t" r="r" b="b"/>
              <a:pathLst>
                <a:path w="143" h="142" extrusionOk="0">
                  <a:moveTo>
                    <a:pt x="111" y="0"/>
                  </a:moveTo>
                  <a:lnTo>
                    <a:pt x="111" y="0"/>
                  </a:lnTo>
                  <a:cubicBezTo>
                    <a:pt x="96" y="0"/>
                    <a:pt x="96" y="0"/>
                    <a:pt x="96" y="15"/>
                  </a:cubicBezTo>
                  <a:lnTo>
                    <a:pt x="64" y="15"/>
                  </a:lnTo>
                  <a:cubicBezTo>
                    <a:pt x="64" y="15"/>
                    <a:pt x="48" y="32"/>
                    <a:pt x="32" y="32"/>
                  </a:cubicBezTo>
                  <a:cubicBezTo>
                    <a:pt x="16" y="32"/>
                    <a:pt x="16" y="47"/>
                    <a:pt x="16" y="47"/>
                  </a:cubicBezTo>
                  <a:cubicBezTo>
                    <a:pt x="1" y="63"/>
                    <a:pt x="1" y="63"/>
                    <a:pt x="1" y="78"/>
                  </a:cubicBezTo>
                  <a:lnTo>
                    <a:pt x="16" y="95"/>
                  </a:lnTo>
                  <a:cubicBezTo>
                    <a:pt x="16" y="110"/>
                    <a:pt x="16" y="126"/>
                    <a:pt x="1" y="126"/>
                  </a:cubicBezTo>
                  <a:lnTo>
                    <a:pt x="16" y="126"/>
                  </a:lnTo>
                  <a:lnTo>
                    <a:pt x="32" y="141"/>
                  </a:lnTo>
                  <a:cubicBezTo>
                    <a:pt x="48" y="141"/>
                    <a:pt x="64" y="126"/>
                    <a:pt x="64" y="95"/>
                  </a:cubicBezTo>
                  <a:lnTo>
                    <a:pt x="79" y="78"/>
                  </a:lnTo>
                  <a:lnTo>
                    <a:pt x="96" y="78"/>
                  </a:lnTo>
                  <a:cubicBezTo>
                    <a:pt x="96" y="78"/>
                    <a:pt x="111" y="78"/>
                    <a:pt x="127" y="63"/>
                  </a:cubicBezTo>
                  <a:cubicBezTo>
                    <a:pt x="142" y="63"/>
                    <a:pt x="142" y="32"/>
                    <a:pt x="142" y="15"/>
                  </a:cubicBezTo>
                  <a:lnTo>
                    <a:pt x="142" y="15"/>
                  </a:lnTo>
                  <a:cubicBezTo>
                    <a:pt x="127" y="15"/>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9" name="Google Shape;1779;p38"/>
            <p:cNvSpPr/>
            <p:nvPr/>
          </p:nvSpPr>
          <p:spPr>
            <a:xfrm>
              <a:off x="3178008" y="1801294"/>
              <a:ext cx="3530" cy="5534"/>
            </a:xfrm>
            <a:custGeom>
              <a:avLst/>
              <a:gdLst/>
              <a:ahLst/>
              <a:cxnLst/>
              <a:rect l="l" t="t" r="r" b="b"/>
              <a:pathLst>
                <a:path w="111" h="174" extrusionOk="0">
                  <a:moveTo>
                    <a:pt x="64" y="0"/>
                  </a:moveTo>
                  <a:lnTo>
                    <a:pt x="64" y="0"/>
                  </a:lnTo>
                  <a:lnTo>
                    <a:pt x="47" y="0"/>
                  </a:lnTo>
                  <a:lnTo>
                    <a:pt x="1" y="32"/>
                  </a:lnTo>
                  <a:cubicBezTo>
                    <a:pt x="16" y="32"/>
                    <a:pt x="16" y="32"/>
                    <a:pt x="1" y="47"/>
                  </a:cubicBezTo>
                  <a:lnTo>
                    <a:pt x="1" y="79"/>
                  </a:lnTo>
                  <a:lnTo>
                    <a:pt x="32" y="142"/>
                  </a:lnTo>
                  <a:cubicBezTo>
                    <a:pt x="32" y="158"/>
                    <a:pt x="47" y="173"/>
                    <a:pt x="64" y="173"/>
                  </a:cubicBezTo>
                  <a:lnTo>
                    <a:pt x="64" y="173"/>
                  </a:lnTo>
                  <a:lnTo>
                    <a:pt x="64" y="173"/>
                  </a:lnTo>
                  <a:lnTo>
                    <a:pt x="79" y="158"/>
                  </a:lnTo>
                  <a:cubicBezTo>
                    <a:pt x="95" y="158"/>
                    <a:pt x="95" y="126"/>
                    <a:pt x="95" y="110"/>
                  </a:cubicBezTo>
                  <a:lnTo>
                    <a:pt x="64" y="63"/>
                  </a:lnTo>
                  <a:lnTo>
                    <a:pt x="79" y="63"/>
                  </a:lnTo>
                  <a:cubicBezTo>
                    <a:pt x="95" y="47"/>
                    <a:pt x="110" y="32"/>
                    <a:pt x="95" y="16"/>
                  </a:cubicBezTo>
                  <a:lnTo>
                    <a:pt x="95" y="16"/>
                  </a:ln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0" name="Google Shape;1780;p38"/>
            <p:cNvSpPr/>
            <p:nvPr/>
          </p:nvSpPr>
          <p:spPr>
            <a:xfrm>
              <a:off x="3157463" y="1809308"/>
              <a:ext cx="4039" cy="2512"/>
            </a:xfrm>
            <a:custGeom>
              <a:avLst/>
              <a:gdLst/>
              <a:ahLst/>
              <a:cxnLst/>
              <a:rect l="l" t="t" r="r" b="b"/>
              <a:pathLst>
                <a:path w="127" h="79" extrusionOk="0">
                  <a:moveTo>
                    <a:pt x="32" y="0"/>
                  </a:moveTo>
                  <a:lnTo>
                    <a:pt x="32" y="0"/>
                  </a:lnTo>
                  <a:lnTo>
                    <a:pt x="17" y="0"/>
                  </a:lnTo>
                  <a:lnTo>
                    <a:pt x="0" y="0"/>
                  </a:lnTo>
                  <a:lnTo>
                    <a:pt x="17" y="16"/>
                  </a:lnTo>
                  <a:lnTo>
                    <a:pt x="32" y="47"/>
                  </a:lnTo>
                  <a:lnTo>
                    <a:pt x="17" y="64"/>
                  </a:lnTo>
                  <a:lnTo>
                    <a:pt x="17" y="64"/>
                  </a:lnTo>
                  <a:lnTo>
                    <a:pt x="80" y="64"/>
                  </a:lnTo>
                  <a:cubicBezTo>
                    <a:pt x="80" y="64"/>
                    <a:pt x="95" y="64"/>
                    <a:pt x="95" y="79"/>
                  </a:cubicBezTo>
                  <a:lnTo>
                    <a:pt x="95" y="79"/>
                  </a:lnTo>
                  <a:lnTo>
                    <a:pt x="111" y="64"/>
                  </a:lnTo>
                  <a:cubicBezTo>
                    <a:pt x="126" y="47"/>
                    <a:pt x="126" y="32"/>
                    <a:pt x="111" y="16"/>
                  </a:cubicBezTo>
                  <a:lnTo>
                    <a:pt x="95" y="16"/>
                  </a:lnTo>
                  <a:lnTo>
                    <a:pt x="95" y="16"/>
                  </a:lnTo>
                  <a:lnTo>
                    <a:pt x="95" y="16"/>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1" name="Google Shape;1781;p38"/>
            <p:cNvSpPr/>
            <p:nvPr/>
          </p:nvSpPr>
          <p:spPr>
            <a:xfrm>
              <a:off x="3323828" y="1775246"/>
              <a:ext cx="6042" cy="4516"/>
            </a:xfrm>
            <a:custGeom>
              <a:avLst/>
              <a:gdLst/>
              <a:ahLst/>
              <a:cxnLst/>
              <a:rect l="l" t="t" r="r" b="b"/>
              <a:pathLst>
                <a:path w="190" h="142" extrusionOk="0">
                  <a:moveTo>
                    <a:pt x="142" y="0"/>
                  </a:moveTo>
                  <a:lnTo>
                    <a:pt x="142" y="0"/>
                  </a:lnTo>
                  <a:lnTo>
                    <a:pt x="126" y="15"/>
                  </a:lnTo>
                  <a:lnTo>
                    <a:pt x="48" y="63"/>
                  </a:lnTo>
                  <a:lnTo>
                    <a:pt x="16" y="78"/>
                  </a:lnTo>
                  <a:cubicBezTo>
                    <a:pt x="16" y="78"/>
                    <a:pt x="0" y="95"/>
                    <a:pt x="0" y="110"/>
                  </a:cubicBezTo>
                  <a:lnTo>
                    <a:pt x="16" y="126"/>
                  </a:lnTo>
                  <a:lnTo>
                    <a:pt x="32" y="141"/>
                  </a:lnTo>
                  <a:cubicBezTo>
                    <a:pt x="48" y="141"/>
                    <a:pt x="48" y="141"/>
                    <a:pt x="63" y="126"/>
                  </a:cubicBezTo>
                  <a:lnTo>
                    <a:pt x="95" y="110"/>
                  </a:lnTo>
                  <a:lnTo>
                    <a:pt x="142" y="78"/>
                  </a:lnTo>
                  <a:cubicBezTo>
                    <a:pt x="126" y="78"/>
                    <a:pt x="126" y="63"/>
                    <a:pt x="142" y="47"/>
                  </a:cubicBezTo>
                  <a:lnTo>
                    <a:pt x="158" y="32"/>
                  </a:lnTo>
                  <a:lnTo>
                    <a:pt x="174" y="32"/>
                  </a:lnTo>
                  <a:lnTo>
                    <a:pt x="189" y="32"/>
                  </a:lnTo>
                  <a:lnTo>
                    <a:pt x="189" y="32"/>
                  </a:lnTo>
                  <a:cubicBezTo>
                    <a:pt x="189" y="32"/>
                    <a:pt x="174" y="32"/>
                    <a:pt x="174" y="15"/>
                  </a:cubicBezTo>
                  <a:cubicBezTo>
                    <a:pt x="174" y="15"/>
                    <a:pt x="158" y="0"/>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2" name="Google Shape;1782;p38"/>
            <p:cNvSpPr/>
            <p:nvPr/>
          </p:nvSpPr>
          <p:spPr>
            <a:xfrm>
              <a:off x="3432055" y="1787268"/>
              <a:ext cx="5025" cy="2512"/>
            </a:xfrm>
            <a:custGeom>
              <a:avLst/>
              <a:gdLst/>
              <a:ahLst/>
              <a:cxnLst/>
              <a:rect l="l" t="t" r="r" b="b"/>
              <a:pathLst>
                <a:path w="158" h="79" extrusionOk="0">
                  <a:moveTo>
                    <a:pt x="32" y="0"/>
                  </a:moveTo>
                  <a:lnTo>
                    <a:pt x="32" y="0"/>
                  </a:lnTo>
                  <a:lnTo>
                    <a:pt x="32" y="0"/>
                  </a:lnTo>
                  <a:cubicBezTo>
                    <a:pt x="17" y="0"/>
                    <a:pt x="0" y="15"/>
                    <a:pt x="0" y="32"/>
                  </a:cubicBezTo>
                  <a:cubicBezTo>
                    <a:pt x="0" y="47"/>
                    <a:pt x="17" y="63"/>
                    <a:pt x="32" y="63"/>
                  </a:cubicBezTo>
                  <a:lnTo>
                    <a:pt x="143" y="78"/>
                  </a:lnTo>
                  <a:lnTo>
                    <a:pt x="143" y="78"/>
                  </a:lnTo>
                  <a:lnTo>
                    <a:pt x="143" y="78"/>
                  </a:lnTo>
                  <a:lnTo>
                    <a:pt x="158" y="78"/>
                  </a:lnTo>
                  <a:lnTo>
                    <a:pt x="158" y="63"/>
                  </a:lnTo>
                  <a:lnTo>
                    <a:pt x="158" y="32"/>
                  </a:lnTo>
                  <a:lnTo>
                    <a:pt x="158" y="32"/>
                  </a:lnTo>
                  <a:cubicBezTo>
                    <a:pt x="158" y="15"/>
                    <a:pt x="143" y="15"/>
                    <a:pt x="143" y="15"/>
                  </a:cubicBezTo>
                  <a:lnTo>
                    <a:pt x="111"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3" name="Google Shape;1783;p38"/>
            <p:cNvSpPr/>
            <p:nvPr/>
          </p:nvSpPr>
          <p:spPr>
            <a:xfrm>
              <a:off x="3421560" y="1762684"/>
              <a:ext cx="3498" cy="6042"/>
            </a:xfrm>
            <a:custGeom>
              <a:avLst/>
              <a:gdLst/>
              <a:ahLst/>
              <a:cxnLst/>
              <a:rect l="l" t="t" r="r" b="b"/>
              <a:pathLst>
                <a:path w="110" h="190" extrusionOk="0">
                  <a:moveTo>
                    <a:pt x="32" y="1"/>
                  </a:moveTo>
                  <a:lnTo>
                    <a:pt x="32" y="1"/>
                  </a:lnTo>
                  <a:lnTo>
                    <a:pt x="32" y="1"/>
                  </a:lnTo>
                  <a:cubicBezTo>
                    <a:pt x="15" y="1"/>
                    <a:pt x="15" y="1"/>
                    <a:pt x="0" y="17"/>
                  </a:cubicBezTo>
                  <a:lnTo>
                    <a:pt x="15" y="17"/>
                  </a:lnTo>
                  <a:cubicBezTo>
                    <a:pt x="15" y="32"/>
                    <a:pt x="15" y="48"/>
                    <a:pt x="0" y="64"/>
                  </a:cubicBezTo>
                  <a:lnTo>
                    <a:pt x="0" y="64"/>
                  </a:lnTo>
                  <a:cubicBezTo>
                    <a:pt x="0" y="80"/>
                    <a:pt x="0" y="112"/>
                    <a:pt x="15" y="127"/>
                  </a:cubicBezTo>
                  <a:cubicBezTo>
                    <a:pt x="15" y="112"/>
                    <a:pt x="15" y="112"/>
                    <a:pt x="32" y="112"/>
                  </a:cubicBezTo>
                  <a:lnTo>
                    <a:pt x="47" y="112"/>
                  </a:lnTo>
                  <a:cubicBezTo>
                    <a:pt x="63" y="112"/>
                    <a:pt x="78" y="127"/>
                    <a:pt x="78" y="143"/>
                  </a:cubicBezTo>
                  <a:lnTo>
                    <a:pt x="78" y="190"/>
                  </a:lnTo>
                  <a:lnTo>
                    <a:pt x="78" y="190"/>
                  </a:lnTo>
                  <a:cubicBezTo>
                    <a:pt x="78" y="175"/>
                    <a:pt x="78" y="158"/>
                    <a:pt x="95" y="158"/>
                  </a:cubicBezTo>
                  <a:lnTo>
                    <a:pt x="110" y="143"/>
                  </a:lnTo>
                  <a:lnTo>
                    <a:pt x="95" y="143"/>
                  </a:lnTo>
                  <a:lnTo>
                    <a:pt x="78" y="127"/>
                  </a:lnTo>
                  <a:lnTo>
                    <a:pt x="63" y="112"/>
                  </a:lnTo>
                  <a:cubicBezTo>
                    <a:pt x="47" y="112"/>
                    <a:pt x="47" y="80"/>
                    <a:pt x="63" y="64"/>
                  </a:cubicBezTo>
                  <a:lnTo>
                    <a:pt x="63" y="64"/>
                  </a:lnTo>
                  <a:lnTo>
                    <a:pt x="63" y="64"/>
                  </a:lnTo>
                  <a:lnTo>
                    <a:pt x="63" y="32"/>
                  </a:ln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4" name="Google Shape;1784;p38"/>
            <p:cNvSpPr/>
            <p:nvPr/>
          </p:nvSpPr>
          <p:spPr>
            <a:xfrm>
              <a:off x="3421560" y="1809785"/>
              <a:ext cx="7028" cy="6042"/>
            </a:xfrm>
            <a:custGeom>
              <a:avLst/>
              <a:gdLst/>
              <a:ahLst/>
              <a:cxnLst/>
              <a:rect l="l" t="t" r="r" b="b"/>
              <a:pathLst>
                <a:path w="221" h="190" extrusionOk="0">
                  <a:moveTo>
                    <a:pt x="189" y="1"/>
                  </a:moveTo>
                  <a:lnTo>
                    <a:pt x="189" y="1"/>
                  </a:lnTo>
                  <a:cubicBezTo>
                    <a:pt x="173" y="1"/>
                    <a:pt x="158" y="17"/>
                    <a:pt x="158" y="32"/>
                  </a:cubicBezTo>
                  <a:lnTo>
                    <a:pt x="158" y="32"/>
                  </a:lnTo>
                  <a:cubicBezTo>
                    <a:pt x="158" y="49"/>
                    <a:pt x="141" y="49"/>
                    <a:pt x="110" y="49"/>
                  </a:cubicBezTo>
                  <a:lnTo>
                    <a:pt x="78" y="49"/>
                  </a:lnTo>
                  <a:lnTo>
                    <a:pt x="63" y="64"/>
                  </a:lnTo>
                  <a:cubicBezTo>
                    <a:pt x="47" y="64"/>
                    <a:pt x="47" y="64"/>
                    <a:pt x="32" y="80"/>
                  </a:cubicBezTo>
                  <a:lnTo>
                    <a:pt x="32" y="95"/>
                  </a:lnTo>
                  <a:lnTo>
                    <a:pt x="15" y="127"/>
                  </a:lnTo>
                  <a:lnTo>
                    <a:pt x="15" y="158"/>
                  </a:lnTo>
                  <a:cubicBezTo>
                    <a:pt x="0" y="175"/>
                    <a:pt x="15" y="190"/>
                    <a:pt x="32" y="190"/>
                  </a:cubicBezTo>
                  <a:lnTo>
                    <a:pt x="47" y="190"/>
                  </a:lnTo>
                  <a:cubicBezTo>
                    <a:pt x="63" y="190"/>
                    <a:pt x="78" y="190"/>
                    <a:pt x="78" y="175"/>
                  </a:cubicBezTo>
                  <a:lnTo>
                    <a:pt x="95" y="127"/>
                  </a:lnTo>
                  <a:cubicBezTo>
                    <a:pt x="95" y="127"/>
                    <a:pt x="110" y="112"/>
                    <a:pt x="126" y="112"/>
                  </a:cubicBezTo>
                  <a:cubicBezTo>
                    <a:pt x="158" y="112"/>
                    <a:pt x="204" y="112"/>
                    <a:pt x="221" y="49"/>
                  </a:cubicBezTo>
                  <a:lnTo>
                    <a:pt x="221" y="49"/>
                  </a:lnTo>
                  <a:lnTo>
                    <a:pt x="221" y="17"/>
                  </a:lnTo>
                  <a:cubicBezTo>
                    <a:pt x="204" y="17"/>
                    <a:pt x="204"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5" name="Google Shape;1785;p38"/>
            <p:cNvSpPr/>
            <p:nvPr/>
          </p:nvSpPr>
          <p:spPr>
            <a:xfrm>
              <a:off x="3278730" y="1779254"/>
              <a:ext cx="5025" cy="5502"/>
            </a:xfrm>
            <a:custGeom>
              <a:avLst/>
              <a:gdLst/>
              <a:ahLst/>
              <a:cxnLst/>
              <a:rect l="l" t="t" r="r" b="b"/>
              <a:pathLst>
                <a:path w="158" h="173" extrusionOk="0">
                  <a:moveTo>
                    <a:pt x="48" y="0"/>
                  </a:moveTo>
                  <a:lnTo>
                    <a:pt x="32" y="0"/>
                  </a:lnTo>
                  <a:lnTo>
                    <a:pt x="16" y="15"/>
                  </a:lnTo>
                  <a:lnTo>
                    <a:pt x="0" y="32"/>
                  </a:lnTo>
                  <a:cubicBezTo>
                    <a:pt x="0" y="47"/>
                    <a:pt x="0" y="47"/>
                    <a:pt x="16" y="63"/>
                  </a:cubicBezTo>
                  <a:lnTo>
                    <a:pt x="32" y="78"/>
                  </a:lnTo>
                  <a:lnTo>
                    <a:pt x="63" y="141"/>
                  </a:lnTo>
                  <a:lnTo>
                    <a:pt x="79" y="158"/>
                  </a:lnTo>
                  <a:cubicBezTo>
                    <a:pt x="79" y="173"/>
                    <a:pt x="95" y="173"/>
                    <a:pt x="111" y="173"/>
                  </a:cubicBezTo>
                  <a:lnTo>
                    <a:pt x="111" y="173"/>
                  </a:lnTo>
                  <a:cubicBezTo>
                    <a:pt x="126" y="173"/>
                    <a:pt x="142" y="158"/>
                    <a:pt x="142" y="141"/>
                  </a:cubicBezTo>
                  <a:lnTo>
                    <a:pt x="158" y="95"/>
                  </a:lnTo>
                  <a:cubicBezTo>
                    <a:pt x="158" y="78"/>
                    <a:pt x="142" y="63"/>
                    <a:pt x="126" y="63"/>
                  </a:cubicBezTo>
                  <a:lnTo>
                    <a:pt x="111" y="63"/>
                  </a:lnTo>
                  <a:lnTo>
                    <a:pt x="95" y="63"/>
                  </a:lnTo>
                  <a:lnTo>
                    <a:pt x="95" y="63"/>
                  </a:lnTo>
                  <a:lnTo>
                    <a:pt x="63"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6" name="Google Shape;1786;p38"/>
            <p:cNvSpPr/>
            <p:nvPr/>
          </p:nvSpPr>
          <p:spPr>
            <a:xfrm>
              <a:off x="3183510" y="1787745"/>
              <a:ext cx="4548" cy="3021"/>
            </a:xfrm>
            <a:custGeom>
              <a:avLst/>
              <a:gdLst/>
              <a:ahLst/>
              <a:cxnLst/>
              <a:rect l="l" t="t" r="r" b="b"/>
              <a:pathLst>
                <a:path w="143" h="95" extrusionOk="0">
                  <a:moveTo>
                    <a:pt x="95" y="0"/>
                  </a:moveTo>
                  <a:lnTo>
                    <a:pt x="95" y="0"/>
                  </a:lnTo>
                  <a:lnTo>
                    <a:pt x="95" y="17"/>
                  </a:lnTo>
                  <a:lnTo>
                    <a:pt x="32" y="32"/>
                  </a:lnTo>
                  <a:cubicBezTo>
                    <a:pt x="17" y="32"/>
                    <a:pt x="0" y="63"/>
                    <a:pt x="17" y="80"/>
                  </a:cubicBezTo>
                  <a:cubicBezTo>
                    <a:pt x="17" y="80"/>
                    <a:pt x="17" y="95"/>
                    <a:pt x="32" y="95"/>
                  </a:cubicBezTo>
                  <a:lnTo>
                    <a:pt x="48" y="95"/>
                  </a:lnTo>
                  <a:lnTo>
                    <a:pt x="48" y="95"/>
                  </a:lnTo>
                  <a:lnTo>
                    <a:pt x="111" y="80"/>
                  </a:lnTo>
                  <a:lnTo>
                    <a:pt x="111" y="80"/>
                  </a:lnTo>
                  <a:cubicBezTo>
                    <a:pt x="127" y="63"/>
                    <a:pt x="143" y="48"/>
                    <a:pt x="127" y="32"/>
                  </a:cubicBezTo>
                  <a:cubicBezTo>
                    <a:pt x="127" y="17"/>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7" name="Google Shape;1787;p38"/>
            <p:cNvSpPr/>
            <p:nvPr/>
          </p:nvSpPr>
          <p:spPr>
            <a:xfrm>
              <a:off x="3441597" y="1786250"/>
              <a:ext cx="4516" cy="3053"/>
            </a:xfrm>
            <a:custGeom>
              <a:avLst/>
              <a:gdLst/>
              <a:ahLst/>
              <a:cxnLst/>
              <a:rect l="l" t="t" r="r" b="b"/>
              <a:pathLst>
                <a:path w="142" h="96" extrusionOk="0">
                  <a:moveTo>
                    <a:pt x="95" y="1"/>
                  </a:moveTo>
                  <a:lnTo>
                    <a:pt x="95" y="1"/>
                  </a:lnTo>
                  <a:lnTo>
                    <a:pt x="95" y="1"/>
                  </a:lnTo>
                  <a:lnTo>
                    <a:pt x="78" y="1"/>
                  </a:lnTo>
                  <a:lnTo>
                    <a:pt x="32" y="32"/>
                  </a:lnTo>
                  <a:cubicBezTo>
                    <a:pt x="15" y="32"/>
                    <a:pt x="0" y="47"/>
                    <a:pt x="0" y="64"/>
                  </a:cubicBezTo>
                  <a:lnTo>
                    <a:pt x="32" y="95"/>
                  </a:lnTo>
                  <a:lnTo>
                    <a:pt x="47" y="95"/>
                  </a:lnTo>
                  <a:lnTo>
                    <a:pt x="110" y="64"/>
                  </a:lnTo>
                  <a:cubicBezTo>
                    <a:pt x="126" y="64"/>
                    <a:pt x="141" y="47"/>
                    <a:pt x="126" y="16"/>
                  </a:cubicBezTo>
                  <a:lnTo>
                    <a:pt x="126"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8" name="Google Shape;1788;p38"/>
            <p:cNvSpPr/>
            <p:nvPr/>
          </p:nvSpPr>
          <p:spPr>
            <a:xfrm>
              <a:off x="3057758" y="1825337"/>
              <a:ext cx="7060" cy="4039"/>
            </a:xfrm>
            <a:custGeom>
              <a:avLst/>
              <a:gdLst/>
              <a:ahLst/>
              <a:cxnLst/>
              <a:rect l="l" t="t" r="r" b="b"/>
              <a:pathLst>
                <a:path w="222" h="127" extrusionOk="0">
                  <a:moveTo>
                    <a:pt x="79" y="1"/>
                  </a:moveTo>
                  <a:lnTo>
                    <a:pt x="79" y="16"/>
                  </a:lnTo>
                  <a:lnTo>
                    <a:pt x="79" y="47"/>
                  </a:lnTo>
                  <a:lnTo>
                    <a:pt x="79" y="79"/>
                  </a:lnTo>
                  <a:lnTo>
                    <a:pt x="110" y="79"/>
                  </a:lnTo>
                  <a:lnTo>
                    <a:pt x="126" y="79"/>
                  </a:lnTo>
                  <a:lnTo>
                    <a:pt x="158" y="95"/>
                  </a:lnTo>
                  <a:lnTo>
                    <a:pt x="158" y="110"/>
                  </a:lnTo>
                  <a:cubicBezTo>
                    <a:pt x="173" y="110"/>
                    <a:pt x="173" y="127"/>
                    <a:pt x="190" y="127"/>
                  </a:cubicBezTo>
                  <a:lnTo>
                    <a:pt x="205" y="110"/>
                  </a:lnTo>
                  <a:lnTo>
                    <a:pt x="205" y="110"/>
                  </a:lnTo>
                  <a:lnTo>
                    <a:pt x="205" y="110"/>
                  </a:lnTo>
                  <a:cubicBezTo>
                    <a:pt x="205" y="95"/>
                    <a:pt x="205" y="95"/>
                    <a:pt x="221" y="79"/>
                  </a:cubicBezTo>
                  <a:lnTo>
                    <a:pt x="221" y="79"/>
                  </a:lnTo>
                  <a:lnTo>
                    <a:pt x="221" y="79"/>
                  </a:lnTo>
                  <a:cubicBezTo>
                    <a:pt x="205" y="32"/>
                    <a:pt x="173" y="32"/>
                    <a:pt x="142" y="16"/>
                  </a:cubicBezTo>
                  <a:lnTo>
                    <a:pt x="126" y="16"/>
                  </a:lnTo>
                  <a:cubicBezTo>
                    <a:pt x="110" y="16"/>
                    <a:pt x="95" y="1"/>
                    <a:pt x="79" y="1"/>
                  </a:cubicBezTo>
                  <a:close/>
                  <a:moveTo>
                    <a:pt x="32" y="1"/>
                  </a:moveTo>
                  <a:cubicBezTo>
                    <a:pt x="16" y="1"/>
                    <a:pt x="16" y="16"/>
                    <a:pt x="16" y="32"/>
                  </a:cubicBezTo>
                  <a:cubicBezTo>
                    <a:pt x="0" y="32"/>
                    <a:pt x="16" y="47"/>
                    <a:pt x="16" y="47"/>
                  </a:cubicBezTo>
                  <a:lnTo>
                    <a:pt x="16" y="32"/>
                  </a:lnTo>
                  <a:cubicBezTo>
                    <a:pt x="16" y="32"/>
                    <a:pt x="16" y="16"/>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9" name="Google Shape;1789;p38"/>
            <p:cNvSpPr/>
            <p:nvPr/>
          </p:nvSpPr>
          <p:spPr>
            <a:xfrm>
              <a:off x="3185036" y="1792738"/>
              <a:ext cx="2512" cy="4039"/>
            </a:xfrm>
            <a:custGeom>
              <a:avLst/>
              <a:gdLst/>
              <a:ahLst/>
              <a:cxnLst/>
              <a:rect l="l" t="t" r="r" b="b"/>
              <a:pathLst>
                <a:path w="79" h="127" extrusionOk="0">
                  <a:moveTo>
                    <a:pt x="16" y="1"/>
                  </a:moveTo>
                  <a:lnTo>
                    <a:pt x="16" y="1"/>
                  </a:lnTo>
                  <a:lnTo>
                    <a:pt x="0" y="1"/>
                  </a:lnTo>
                  <a:lnTo>
                    <a:pt x="0" y="1"/>
                  </a:lnTo>
                  <a:cubicBezTo>
                    <a:pt x="16" y="1"/>
                    <a:pt x="16" y="32"/>
                    <a:pt x="16" y="49"/>
                  </a:cubicBezTo>
                  <a:lnTo>
                    <a:pt x="16" y="49"/>
                  </a:lnTo>
                  <a:cubicBezTo>
                    <a:pt x="16" y="64"/>
                    <a:pt x="0" y="80"/>
                    <a:pt x="0" y="80"/>
                  </a:cubicBezTo>
                  <a:lnTo>
                    <a:pt x="0" y="95"/>
                  </a:lnTo>
                  <a:lnTo>
                    <a:pt x="0" y="95"/>
                  </a:lnTo>
                  <a:cubicBezTo>
                    <a:pt x="16" y="112"/>
                    <a:pt x="16" y="127"/>
                    <a:pt x="32" y="127"/>
                  </a:cubicBezTo>
                  <a:lnTo>
                    <a:pt x="47" y="127"/>
                  </a:lnTo>
                  <a:cubicBezTo>
                    <a:pt x="63" y="112"/>
                    <a:pt x="79" y="95"/>
                    <a:pt x="63" y="80"/>
                  </a:cubicBezTo>
                  <a:lnTo>
                    <a:pt x="63" y="49"/>
                  </a:lnTo>
                  <a:lnTo>
                    <a:pt x="63" y="49"/>
                  </a:lnTo>
                  <a:lnTo>
                    <a:pt x="47" y="17"/>
                  </a:lnTo>
                  <a:cubicBezTo>
                    <a:pt x="47" y="1"/>
                    <a:pt x="32" y="1"/>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0" name="Google Shape;1790;p38"/>
            <p:cNvSpPr/>
            <p:nvPr/>
          </p:nvSpPr>
          <p:spPr>
            <a:xfrm>
              <a:off x="3408012" y="1772702"/>
              <a:ext cx="2544" cy="2576"/>
            </a:xfrm>
            <a:custGeom>
              <a:avLst/>
              <a:gdLst/>
              <a:ahLst/>
              <a:cxnLst/>
              <a:rect l="l" t="t" r="r" b="b"/>
              <a:pathLst>
                <a:path w="80" h="81" extrusionOk="0">
                  <a:moveTo>
                    <a:pt x="48" y="1"/>
                  </a:moveTo>
                  <a:lnTo>
                    <a:pt x="48" y="1"/>
                  </a:lnTo>
                  <a:lnTo>
                    <a:pt x="48" y="1"/>
                  </a:lnTo>
                  <a:lnTo>
                    <a:pt x="48" y="1"/>
                  </a:lnTo>
                  <a:cubicBezTo>
                    <a:pt x="63" y="17"/>
                    <a:pt x="48" y="49"/>
                    <a:pt x="32" y="49"/>
                  </a:cubicBezTo>
                  <a:cubicBezTo>
                    <a:pt x="32" y="64"/>
                    <a:pt x="32" y="64"/>
                    <a:pt x="16" y="64"/>
                  </a:cubicBezTo>
                  <a:cubicBezTo>
                    <a:pt x="16" y="64"/>
                    <a:pt x="0" y="64"/>
                    <a:pt x="0" y="49"/>
                  </a:cubicBezTo>
                  <a:cubicBezTo>
                    <a:pt x="0" y="64"/>
                    <a:pt x="16" y="80"/>
                    <a:pt x="32" y="80"/>
                  </a:cubicBezTo>
                  <a:lnTo>
                    <a:pt x="32" y="80"/>
                  </a:lnTo>
                  <a:lnTo>
                    <a:pt x="32" y="80"/>
                  </a:lnTo>
                  <a:lnTo>
                    <a:pt x="48" y="80"/>
                  </a:lnTo>
                  <a:cubicBezTo>
                    <a:pt x="79" y="80"/>
                    <a:pt x="79" y="64"/>
                    <a:pt x="79" y="32"/>
                  </a:cubicBezTo>
                  <a:cubicBezTo>
                    <a:pt x="79"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1" name="Google Shape;1791;p38"/>
            <p:cNvSpPr/>
            <p:nvPr/>
          </p:nvSpPr>
          <p:spPr>
            <a:xfrm>
              <a:off x="3160993" y="1795760"/>
              <a:ext cx="6520" cy="4548"/>
            </a:xfrm>
            <a:custGeom>
              <a:avLst/>
              <a:gdLst/>
              <a:ahLst/>
              <a:cxnLst/>
              <a:rect l="l" t="t" r="r" b="b"/>
              <a:pathLst>
                <a:path w="205" h="143" extrusionOk="0">
                  <a:moveTo>
                    <a:pt x="158" y="0"/>
                  </a:moveTo>
                  <a:lnTo>
                    <a:pt x="158" y="0"/>
                  </a:lnTo>
                  <a:cubicBezTo>
                    <a:pt x="158" y="17"/>
                    <a:pt x="158" y="17"/>
                    <a:pt x="141" y="17"/>
                  </a:cubicBezTo>
                  <a:lnTo>
                    <a:pt x="32" y="95"/>
                  </a:lnTo>
                  <a:cubicBezTo>
                    <a:pt x="15" y="95"/>
                    <a:pt x="0" y="111"/>
                    <a:pt x="15" y="143"/>
                  </a:cubicBezTo>
                  <a:lnTo>
                    <a:pt x="15" y="143"/>
                  </a:lnTo>
                  <a:lnTo>
                    <a:pt x="47" y="143"/>
                  </a:lnTo>
                  <a:lnTo>
                    <a:pt x="63" y="143"/>
                  </a:lnTo>
                  <a:lnTo>
                    <a:pt x="110" y="127"/>
                  </a:lnTo>
                  <a:lnTo>
                    <a:pt x="189" y="63"/>
                  </a:lnTo>
                  <a:cubicBezTo>
                    <a:pt x="204" y="63"/>
                    <a:pt x="204" y="32"/>
                    <a:pt x="189" y="17"/>
                  </a:cubicBezTo>
                  <a:cubicBezTo>
                    <a:pt x="189" y="17"/>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2" name="Google Shape;1792;p38"/>
            <p:cNvSpPr/>
            <p:nvPr/>
          </p:nvSpPr>
          <p:spPr>
            <a:xfrm>
              <a:off x="3274214" y="1804283"/>
              <a:ext cx="4548" cy="2544"/>
            </a:xfrm>
            <a:custGeom>
              <a:avLst/>
              <a:gdLst/>
              <a:ahLst/>
              <a:cxnLst/>
              <a:rect l="l" t="t" r="r" b="b"/>
              <a:pathLst>
                <a:path w="143" h="80" extrusionOk="0">
                  <a:moveTo>
                    <a:pt x="32" y="1"/>
                  </a:moveTo>
                  <a:lnTo>
                    <a:pt x="32" y="1"/>
                  </a:lnTo>
                  <a:cubicBezTo>
                    <a:pt x="16" y="1"/>
                    <a:pt x="1" y="16"/>
                    <a:pt x="1" y="32"/>
                  </a:cubicBezTo>
                  <a:cubicBezTo>
                    <a:pt x="1" y="48"/>
                    <a:pt x="16" y="64"/>
                    <a:pt x="32" y="79"/>
                  </a:cubicBezTo>
                  <a:lnTo>
                    <a:pt x="95" y="79"/>
                  </a:lnTo>
                  <a:lnTo>
                    <a:pt x="95" y="79"/>
                  </a:lnTo>
                  <a:cubicBezTo>
                    <a:pt x="111" y="79"/>
                    <a:pt x="127" y="64"/>
                    <a:pt x="142" y="48"/>
                  </a:cubicBezTo>
                  <a:cubicBezTo>
                    <a:pt x="142" y="32"/>
                    <a:pt x="127" y="16"/>
                    <a:pt x="111"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3" name="Google Shape;1793;p38"/>
            <p:cNvSpPr/>
            <p:nvPr/>
          </p:nvSpPr>
          <p:spPr>
            <a:xfrm>
              <a:off x="3398980" y="1791275"/>
              <a:ext cx="4039" cy="3021"/>
            </a:xfrm>
            <a:custGeom>
              <a:avLst/>
              <a:gdLst/>
              <a:ahLst/>
              <a:cxnLst/>
              <a:rect l="l" t="t" r="r" b="b"/>
              <a:pathLst>
                <a:path w="127" h="95" extrusionOk="0">
                  <a:moveTo>
                    <a:pt x="48" y="0"/>
                  </a:moveTo>
                  <a:lnTo>
                    <a:pt x="32" y="0"/>
                  </a:lnTo>
                  <a:cubicBezTo>
                    <a:pt x="32" y="0"/>
                    <a:pt x="17" y="15"/>
                    <a:pt x="17" y="32"/>
                  </a:cubicBezTo>
                  <a:cubicBezTo>
                    <a:pt x="0" y="47"/>
                    <a:pt x="17" y="63"/>
                    <a:pt x="32" y="63"/>
                  </a:cubicBezTo>
                  <a:lnTo>
                    <a:pt x="48" y="78"/>
                  </a:lnTo>
                  <a:lnTo>
                    <a:pt x="80" y="95"/>
                  </a:lnTo>
                  <a:lnTo>
                    <a:pt x="126" y="32"/>
                  </a:lnTo>
                  <a:lnTo>
                    <a:pt x="111" y="32"/>
                  </a:lnTo>
                  <a:lnTo>
                    <a:pt x="63"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4" name="Google Shape;1794;p38"/>
            <p:cNvSpPr/>
            <p:nvPr/>
          </p:nvSpPr>
          <p:spPr>
            <a:xfrm>
              <a:off x="3406517" y="1769712"/>
              <a:ext cx="3530" cy="5025"/>
            </a:xfrm>
            <a:custGeom>
              <a:avLst/>
              <a:gdLst/>
              <a:ahLst/>
              <a:cxnLst/>
              <a:rect l="l" t="t" r="r" b="b"/>
              <a:pathLst>
                <a:path w="111" h="158" extrusionOk="0">
                  <a:moveTo>
                    <a:pt x="63" y="0"/>
                  </a:moveTo>
                  <a:lnTo>
                    <a:pt x="63" y="0"/>
                  </a:lnTo>
                  <a:lnTo>
                    <a:pt x="47" y="0"/>
                  </a:lnTo>
                  <a:cubicBezTo>
                    <a:pt x="32" y="17"/>
                    <a:pt x="15" y="32"/>
                    <a:pt x="15" y="48"/>
                  </a:cubicBezTo>
                  <a:lnTo>
                    <a:pt x="15" y="63"/>
                  </a:lnTo>
                  <a:cubicBezTo>
                    <a:pt x="0" y="95"/>
                    <a:pt x="15" y="126"/>
                    <a:pt x="32" y="143"/>
                  </a:cubicBezTo>
                  <a:lnTo>
                    <a:pt x="47" y="143"/>
                  </a:lnTo>
                  <a:cubicBezTo>
                    <a:pt x="47" y="158"/>
                    <a:pt x="63" y="158"/>
                    <a:pt x="63" y="158"/>
                  </a:cubicBezTo>
                  <a:cubicBezTo>
                    <a:pt x="79" y="158"/>
                    <a:pt x="79" y="158"/>
                    <a:pt x="79" y="143"/>
                  </a:cubicBezTo>
                  <a:cubicBezTo>
                    <a:pt x="95" y="143"/>
                    <a:pt x="110" y="111"/>
                    <a:pt x="95" y="95"/>
                  </a:cubicBezTo>
                  <a:lnTo>
                    <a:pt x="95" y="95"/>
                  </a:lnTo>
                  <a:lnTo>
                    <a:pt x="79" y="80"/>
                  </a:lnTo>
                  <a:lnTo>
                    <a:pt x="95" y="63"/>
                  </a:lnTo>
                  <a:cubicBezTo>
                    <a:pt x="110" y="63"/>
                    <a:pt x="110" y="32"/>
                    <a:pt x="95" y="17"/>
                  </a:cubicBezTo>
                  <a:lnTo>
                    <a:pt x="95" y="17"/>
                  </a:lnTo>
                  <a:cubicBezTo>
                    <a:pt x="95" y="0"/>
                    <a:pt x="79"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5" name="Google Shape;1795;p38"/>
            <p:cNvSpPr/>
            <p:nvPr/>
          </p:nvSpPr>
          <p:spPr>
            <a:xfrm>
              <a:off x="3379929" y="1771239"/>
              <a:ext cx="3053" cy="6042"/>
            </a:xfrm>
            <a:custGeom>
              <a:avLst/>
              <a:gdLst/>
              <a:ahLst/>
              <a:cxnLst/>
              <a:rect l="l" t="t" r="r" b="b"/>
              <a:pathLst>
                <a:path w="96" h="190" extrusionOk="0">
                  <a:moveTo>
                    <a:pt x="64" y="0"/>
                  </a:moveTo>
                  <a:lnTo>
                    <a:pt x="49" y="0"/>
                  </a:lnTo>
                  <a:lnTo>
                    <a:pt x="32" y="15"/>
                  </a:lnTo>
                  <a:lnTo>
                    <a:pt x="1" y="126"/>
                  </a:lnTo>
                  <a:lnTo>
                    <a:pt x="1" y="158"/>
                  </a:lnTo>
                  <a:cubicBezTo>
                    <a:pt x="1" y="158"/>
                    <a:pt x="1" y="173"/>
                    <a:pt x="17" y="189"/>
                  </a:cubicBezTo>
                  <a:lnTo>
                    <a:pt x="32" y="189"/>
                  </a:lnTo>
                  <a:lnTo>
                    <a:pt x="32" y="189"/>
                  </a:lnTo>
                  <a:cubicBezTo>
                    <a:pt x="49" y="189"/>
                    <a:pt x="64" y="173"/>
                    <a:pt x="64" y="158"/>
                  </a:cubicBezTo>
                  <a:lnTo>
                    <a:pt x="95" y="32"/>
                  </a:lnTo>
                  <a:cubicBezTo>
                    <a:pt x="95" y="15"/>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6" name="Google Shape;1796;p38"/>
            <p:cNvSpPr/>
            <p:nvPr/>
          </p:nvSpPr>
          <p:spPr>
            <a:xfrm>
              <a:off x="3061256" y="1829344"/>
              <a:ext cx="4039" cy="4516"/>
            </a:xfrm>
            <a:custGeom>
              <a:avLst/>
              <a:gdLst/>
              <a:ahLst/>
              <a:cxnLst/>
              <a:rect l="l" t="t" r="r" b="b"/>
              <a:pathLst>
                <a:path w="127" h="142" extrusionOk="0">
                  <a:moveTo>
                    <a:pt x="95" y="1"/>
                  </a:moveTo>
                  <a:lnTo>
                    <a:pt x="95" y="1"/>
                  </a:lnTo>
                  <a:lnTo>
                    <a:pt x="95" y="1"/>
                  </a:lnTo>
                  <a:cubicBezTo>
                    <a:pt x="80" y="1"/>
                    <a:pt x="63" y="16"/>
                    <a:pt x="63" y="32"/>
                  </a:cubicBezTo>
                  <a:cubicBezTo>
                    <a:pt x="48" y="32"/>
                    <a:pt x="48" y="16"/>
                    <a:pt x="48" y="16"/>
                  </a:cubicBezTo>
                  <a:lnTo>
                    <a:pt x="32" y="16"/>
                  </a:lnTo>
                  <a:lnTo>
                    <a:pt x="16" y="32"/>
                  </a:lnTo>
                  <a:cubicBezTo>
                    <a:pt x="16" y="47"/>
                    <a:pt x="0" y="47"/>
                    <a:pt x="0" y="64"/>
                  </a:cubicBezTo>
                  <a:lnTo>
                    <a:pt x="16" y="110"/>
                  </a:lnTo>
                  <a:cubicBezTo>
                    <a:pt x="16" y="127"/>
                    <a:pt x="32" y="142"/>
                    <a:pt x="48" y="142"/>
                  </a:cubicBezTo>
                  <a:lnTo>
                    <a:pt x="48" y="142"/>
                  </a:lnTo>
                  <a:cubicBezTo>
                    <a:pt x="80" y="142"/>
                    <a:pt x="95" y="127"/>
                    <a:pt x="111" y="110"/>
                  </a:cubicBezTo>
                  <a:cubicBezTo>
                    <a:pt x="126" y="95"/>
                    <a:pt x="126" y="79"/>
                    <a:pt x="126" y="79"/>
                  </a:cubicBezTo>
                  <a:lnTo>
                    <a:pt x="126" y="32"/>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7" name="Google Shape;1797;p38"/>
            <p:cNvSpPr/>
            <p:nvPr/>
          </p:nvSpPr>
          <p:spPr>
            <a:xfrm>
              <a:off x="3120379" y="1824351"/>
              <a:ext cx="4039" cy="3498"/>
            </a:xfrm>
            <a:custGeom>
              <a:avLst/>
              <a:gdLst/>
              <a:ahLst/>
              <a:cxnLst/>
              <a:rect l="l" t="t" r="r" b="b"/>
              <a:pathLst>
                <a:path w="127" h="110" extrusionOk="0">
                  <a:moveTo>
                    <a:pt x="48" y="0"/>
                  </a:moveTo>
                  <a:lnTo>
                    <a:pt x="48" y="0"/>
                  </a:lnTo>
                  <a:lnTo>
                    <a:pt x="32" y="0"/>
                  </a:lnTo>
                  <a:cubicBezTo>
                    <a:pt x="17" y="15"/>
                    <a:pt x="0" y="32"/>
                    <a:pt x="17" y="47"/>
                  </a:cubicBezTo>
                  <a:lnTo>
                    <a:pt x="48" y="78"/>
                  </a:lnTo>
                  <a:lnTo>
                    <a:pt x="48" y="95"/>
                  </a:lnTo>
                  <a:cubicBezTo>
                    <a:pt x="63" y="110"/>
                    <a:pt x="80" y="110"/>
                    <a:pt x="80" y="110"/>
                  </a:cubicBezTo>
                  <a:lnTo>
                    <a:pt x="111" y="110"/>
                  </a:lnTo>
                  <a:cubicBezTo>
                    <a:pt x="111" y="95"/>
                    <a:pt x="126" y="78"/>
                    <a:pt x="111" y="63"/>
                  </a:cubicBezTo>
                  <a:cubicBezTo>
                    <a:pt x="111" y="78"/>
                    <a:pt x="95" y="78"/>
                    <a:pt x="95" y="78"/>
                  </a:cubicBezTo>
                  <a:cubicBezTo>
                    <a:pt x="95" y="78"/>
                    <a:pt x="80" y="78"/>
                    <a:pt x="80" y="63"/>
                  </a:cubicBezTo>
                  <a:lnTo>
                    <a:pt x="63" y="47"/>
                  </a:lnTo>
                  <a:cubicBezTo>
                    <a:pt x="48" y="47"/>
                    <a:pt x="32" y="15"/>
                    <a:pt x="48"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8" name="Google Shape;1798;p38"/>
            <p:cNvSpPr/>
            <p:nvPr/>
          </p:nvSpPr>
          <p:spPr>
            <a:xfrm>
              <a:off x="3403496" y="1789749"/>
              <a:ext cx="6042" cy="7569"/>
            </a:xfrm>
            <a:custGeom>
              <a:avLst/>
              <a:gdLst/>
              <a:ahLst/>
              <a:cxnLst/>
              <a:rect l="l" t="t" r="r" b="b"/>
              <a:pathLst>
                <a:path w="190" h="238" extrusionOk="0">
                  <a:moveTo>
                    <a:pt x="79" y="0"/>
                  </a:moveTo>
                  <a:lnTo>
                    <a:pt x="79" y="0"/>
                  </a:lnTo>
                  <a:lnTo>
                    <a:pt x="64" y="0"/>
                  </a:lnTo>
                  <a:lnTo>
                    <a:pt x="47" y="17"/>
                  </a:lnTo>
                  <a:cubicBezTo>
                    <a:pt x="32" y="32"/>
                    <a:pt x="16" y="48"/>
                    <a:pt x="16" y="63"/>
                  </a:cubicBezTo>
                  <a:lnTo>
                    <a:pt x="32" y="63"/>
                  </a:lnTo>
                  <a:lnTo>
                    <a:pt x="32" y="63"/>
                  </a:lnTo>
                  <a:lnTo>
                    <a:pt x="64" y="63"/>
                  </a:lnTo>
                  <a:cubicBezTo>
                    <a:pt x="79" y="80"/>
                    <a:pt x="64" y="111"/>
                    <a:pt x="64" y="111"/>
                  </a:cubicBezTo>
                  <a:lnTo>
                    <a:pt x="16" y="158"/>
                  </a:lnTo>
                  <a:lnTo>
                    <a:pt x="16" y="174"/>
                  </a:lnTo>
                  <a:cubicBezTo>
                    <a:pt x="16" y="174"/>
                    <a:pt x="16" y="189"/>
                    <a:pt x="1" y="189"/>
                  </a:cubicBezTo>
                  <a:lnTo>
                    <a:pt x="1" y="221"/>
                  </a:lnTo>
                  <a:cubicBezTo>
                    <a:pt x="1" y="237"/>
                    <a:pt x="1" y="237"/>
                    <a:pt x="16" y="237"/>
                  </a:cubicBezTo>
                  <a:lnTo>
                    <a:pt x="32" y="237"/>
                  </a:lnTo>
                  <a:lnTo>
                    <a:pt x="47" y="237"/>
                  </a:lnTo>
                  <a:lnTo>
                    <a:pt x="47" y="237"/>
                  </a:lnTo>
                  <a:lnTo>
                    <a:pt x="158" y="206"/>
                  </a:lnTo>
                  <a:lnTo>
                    <a:pt x="174" y="206"/>
                  </a:lnTo>
                  <a:lnTo>
                    <a:pt x="174" y="206"/>
                  </a:lnTo>
                  <a:cubicBezTo>
                    <a:pt x="190" y="189"/>
                    <a:pt x="190" y="174"/>
                    <a:pt x="190" y="158"/>
                  </a:cubicBezTo>
                  <a:cubicBezTo>
                    <a:pt x="190" y="143"/>
                    <a:pt x="174" y="143"/>
                    <a:pt x="174" y="126"/>
                  </a:cubicBezTo>
                  <a:lnTo>
                    <a:pt x="158" y="126"/>
                  </a:lnTo>
                  <a:lnTo>
                    <a:pt x="142" y="126"/>
                  </a:lnTo>
                  <a:lnTo>
                    <a:pt x="127" y="143"/>
                  </a:lnTo>
                  <a:lnTo>
                    <a:pt x="79" y="158"/>
                  </a:lnTo>
                  <a:lnTo>
                    <a:pt x="79" y="126"/>
                  </a:lnTo>
                  <a:lnTo>
                    <a:pt x="79" y="111"/>
                  </a:lnTo>
                  <a:lnTo>
                    <a:pt x="79" y="80"/>
                  </a:lnTo>
                  <a:cubicBezTo>
                    <a:pt x="79" y="80"/>
                    <a:pt x="79" y="63"/>
                    <a:pt x="95" y="63"/>
                  </a:cubicBezTo>
                  <a:cubicBezTo>
                    <a:pt x="110" y="48"/>
                    <a:pt x="127" y="32"/>
                    <a:pt x="110" y="17"/>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9" name="Google Shape;1799;p38"/>
            <p:cNvSpPr/>
            <p:nvPr/>
          </p:nvSpPr>
          <p:spPr>
            <a:xfrm>
              <a:off x="3160993" y="1815319"/>
              <a:ext cx="4039" cy="4516"/>
            </a:xfrm>
            <a:custGeom>
              <a:avLst/>
              <a:gdLst/>
              <a:ahLst/>
              <a:cxnLst/>
              <a:rect l="l" t="t" r="r" b="b"/>
              <a:pathLst>
                <a:path w="127" h="142" extrusionOk="0">
                  <a:moveTo>
                    <a:pt x="63" y="1"/>
                  </a:moveTo>
                  <a:cubicBezTo>
                    <a:pt x="78" y="1"/>
                    <a:pt x="63" y="16"/>
                    <a:pt x="63" y="16"/>
                  </a:cubicBezTo>
                  <a:cubicBezTo>
                    <a:pt x="63" y="32"/>
                    <a:pt x="47" y="32"/>
                    <a:pt x="47" y="32"/>
                  </a:cubicBezTo>
                  <a:lnTo>
                    <a:pt x="32" y="32"/>
                  </a:lnTo>
                  <a:lnTo>
                    <a:pt x="15" y="47"/>
                  </a:lnTo>
                  <a:lnTo>
                    <a:pt x="0" y="79"/>
                  </a:lnTo>
                  <a:cubicBezTo>
                    <a:pt x="0" y="95"/>
                    <a:pt x="0" y="110"/>
                    <a:pt x="15" y="110"/>
                  </a:cubicBezTo>
                  <a:lnTo>
                    <a:pt x="32" y="142"/>
                  </a:lnTo>
                  <a:lnTo>
                    <a:pt x="47" y="142"/>
                  </a:lnTo>
                  <a:lnTo>
                    <a:pt x="63" y="142"/>
                  </a:lnTo>
                  <a:lnTo>
                    <a:pt x="95" y="142"/>
                  </a:lnTo>
                  <a:lnTo>
                    <a:pt x="110" y="142"/>
                  </a:lnTo>
                  <a:lnTo>
                    <a:pt x="110" y="142"/>
                  </a:lnTo>
                  <a:lnTo>
                    <a:pt x="126" y="142"/>
                  </a:lnTo>
                  <a:cubicBezTo>
                    <a:pt x="126" y="142"/>
                    <a:pt x="126" y="127"/>
                    <a:pt x="110" y="127"/>
                  </a:cubicBezTo>
                  <a:lnTo>
                    <a:pt x="78" y="79"/>
                  </a:lnTo>
                  <a:lnTo>
                    <a:pt x="95" y="32"/>
                  </a:lnTo>
                  <a:cubicBezTo>
                    <a:pt x="110" y="32"/>
                    <a:pt x="110" y="16"/>
                    <a:pt x="95" y="16"/>
                  </a:cubicBezTo>
                  <a:lnTo>
                    <a:pt x="95" y="16"/>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0" name="Google Shape;1800;p38"/>
            <p:cNvSpPr/>
            <p:nvPr/>
          </p:nvSpPr>
          <p:spPr>
            <a:xfrm>
              <a:off x="3391951" y="1794742"/>
              <a:ext cx="3053" cy="4580"/>
            </a:xfrm>
            <a:custGeom>
              <a:avLst/>
              <a:gdLst/>
              <a:ahLst/>
              <a:cxnLst/>
              <a:rect l="l" t="t" r="r" b="b"/>
              <a:pathLst>
                <a:path w="96" h="144" extrusionOk="0">
                  <a:moveTo>
                    <a:pt x="64" y="80"/>
                  </a:moveTo>
                  <a:lnTo>
                    <a:pt x="64" y="80"/>
                  </a:lnTo>
                  <a:lnTo>
                    <a:pt x="64" y="80"/>
                  </a:lnTo>
                  <a:close/>
                  <a:moveTo>
                    <a:pt x="64" y="1"/>
                  </a:moveTo>
                  <a:lnTo>
                    <a:pt x="64" y="1"/>
                  </a:lnTo>
                  <a:cubicBezTo>
                    <a:pt x="49" y="1"/>
                    <a:pt x="32" y="1"/>
                    <a:pt x="32" y="17"/>
                  </a:cubicBezTo>
                  <a:cubicBezTo>
                    <a:pt x="32" y="17"/>
                    <a:pt x="32" y="32"/>
                    <a:pt x="17" y="32"/>
                  </a:cubicBezTo>
                  <a:cubicBezTo>
                    <a:pt x="17" y="49"/>
                    <a:pt x="1" y="64"/>
                    <a:pt x="1" y="95"/>
                  </a:cubicBezTo>
                  <a:cubicBezTo>
                    <a:pt x="1" y="112"/>
                    <a:pt x="17" y="112"/>
                    <a:pt x="17" y="127"/>
                  </a:cubicBezTo>
                  <a:cubicBezTo>
                    <a:pt x="32" y="127"/>
                    <a:pt x="32" y="127"/>
                    <a:pt x="49" y="143"/>
                  </a:cubicBezTo>
                  <a:lnTo>
                    <a:pt x="64" y="143"/>
                  </a:lnTo>
                  <a:cubicBezTo>
                    <a:pt x="80" y="143"/>
                    <a:pt x="80" y="143"/>
                    <a:pt x="95" y="127"/>
                  </a:cubicBezTo>
                  <a:lnTo>
                    <a:pt x="95" y="127"/>
                  </a:lnTo>
                  <a:cubicBezTo>
                    <a:pt x="95" y="112"/>
                    <a:pt x="95" y="80"/>
                    <a:pt x="80" y="80"/>
                  </a:cubicBezTo>
                  <a:lnTo>
                    <a:pt x="80" y="80"/>
                  </a:lnTo>
                  <a:lnTo>
                    <a:pt x="80" y="64"/>
                  </a:lnTo>
                  <a:lnTo>
                    <a:pt x="95" y="49"/>
                  </a:lnTo>
                  <a:lnTo>
                    <a:pt x="95" y="17"/>
                  </a:lnTo>
                  <a:lnTo>
                    <a:pt x="80" y="1"/>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1" name="Google Shape;1801;p38"/>
            <p:cNvSpPr/>
            <p:nvPr/>
          </p:nvSpPr>
          <p:spPr>
            <a:xfrm>
              <a:off x="3393955" y="179728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2" name="Google Shape;1802;p38"/>
            <p:cNvSpPr/>
            <p:nvPr/>
          </p:nvSpPr>
          <p:spPr>
            <a:xfrm>
              <a:off x="3334832" y="1809785"/>
              <a:ext cx="5057" cy="5057"/>
            </a:xfrm>
            <a:custGeom>
              <a:avLst/>
              <a:gdLst/>
              <a:ahLst/>
              <a:cxnLst/>
              <a:rect l="l" t="t" r="r" b="b"/>
              <a:pathLst>
                <a:path w="159" h="159" extrusionOk="0">
                  <a:moveTo>
                    <a:pt x="64" y="1"/>
                  </a:moveTo>
                  <a:lnTo>
                    <a:pt x="17" y="32"/>
                  </a:lnTo>
                  <a:lnTo>
                    <a:pt x="32" y="49"/>
                  </a:lnTo>
                  <a:cubicBezTo>
                    <a:pt x="32" y="64"/>
                    <a:pt x="17" y="80"/>
                    <a:pt x="1" y="95"/>
                  </a:cubicBezTo>
                  <a:lnTo>
                    <a:pt x="32" y="95"/>
                  </a:lnTo>
                  <a:lnTo>
                    <a:pt x="49" y="95"/>
                  </a:lnTo>
                  <a:lnTo>
                    <a:pt x="64" y="80"/>
                  </a:lnTo>
                  <a:lnTo>
                    <a:pt x="80" y="127"/>
                  </a:lnTo>
                  <a:lnTo>
                    <a:pt x="80" y="127"/>
                  </a:lnTo>
                  <a:lnTo>
                    <a:pt x="80" y="127"/>
                  </a:lnTo>
                  <a:cubicBezTo>
                    <a:pt x="95" y="143"/>
                    <a:pt x="95" y="158"/>
                    <a:pt x="112" y="158"/>
                  </a:cubicBezTo>
                  <a:lnTo>
                    <a:pt x="127" y="158"/>
                  </a:lnTo>
                  <a:lnTo>
                    <a:pt x="127" y="158"/>
                  </a:lnTo>
                  <a:cubicBezTo>
                    <a:pt x="143" y="158"/>
                    <a:pt x="158" y="143"/>
                    <a:pt x="158" y="127"/>
                  </a:cubicBezTo>
                  <a:lnTo>
                    <a:pt x="158" y="112"/>
                  </a:lnTo>
                  <a:lnTo>
                    <a:pt x="143" y="64"/>
                  </a:lnTo>
                  <a:lnTo>
                    <a:pt x="143" y="64"/>
                  </a:lnTo>
                  <a:lnTo>
                    <a:pt x="143" y="49"/>
                  </a:lnTo>
                  <a:lnTo>
                    <a:pt x="127" y="32"/>
                  </a:lnTo>
                  <a:lnTo>
                    <a:pt x="127" y="49"/>
                  </a:lnTo>
                  <a:cubicBezTo>
                    <a:pt x="127" y="64"/>
                    <a:pt x="112" y="64"/>
                    <a:pt x="95" y="64"/>
                  </a:cubicBezTo>
                  <a:lnTo>
                    <a:pt x="95" y="64"/>
                  </a:lnTo>
                  <a:cubicBezTo>
                    <a:pt x="64" y="64"/>
                    <a:pt x="64" y="49"/>
                    <a:pt x="64"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3" name="Google Shape;1803;p38"/>
            <p:cNvSpPr/>
            <p:nvPr/>
          </p:nvSpPr>
          <p:spPr>
            <a:xfrm>
              <a:off x="3353405" y="1813315"/>
              <a:ext cx="3498" cy="2035"/>
            </a:xfrm>
            <a:custGeom>
              <a:avLst/>
              <a:gdLst/>
              <a:ahLst/>
              <a:cxnLst/>
              <a:rect l="l" t="t" r="r" b="b"/>
              <a:pathLst>
                <a:path w="110" h="64" extrusionOk="0">
                  <a:moveTo>
                    <a:pt x="78" y="1"/>
                  </a:moveTo>
                  <a:lnTo>
                    <a:pt x="63" y="16"/>
                  </a:lnTo>
                  <a:lnTo>
                    <a:pt x="0" y="16"/>
                  </a:lnTo>
                  <a:lnTo>
                    <a:pt x="0" y="32"/>
                  </a:lnTo>
                  <a:lnTo>
                    <a:pt x="0" y="32"/>
                  </a:lnTo>
                  <a:lnTo>
                    <a:pt x="63" y="64"/>
                  </a:lnTo>
                  <a:lnTo>
                    <a:pt x="63" y="64"/>
                  </a:lnTo>
                  <a:lnTo>
                    <a:pt x="78" y="64"/>
                  </a:lnTo>
                  <a:cubicBezTo>
                    <a:pt x="95" y="64"/>
                    <a:pt x="95" y="64"/>
                    <a:pt x="110" y="47"/>
                  </a:cubicBezTo>
                  <a:cubicBezTo>
                    <a:pt x="110" y="32"/>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4" name="Google Shape;1804;p38"/>
            <p:cNvSpPr/>
            <p:nvPr/>
          </p:nvSpPr>
          <p:spPr>
            <a:xfrm>
              <a:off x="3295745" y="1814333"/>
              <a:ext cx="6042" cy="4516"/>
            </a:xfrm>
            <a:custGeom>
              <a:avLst/>
              <a:gdLst/>
              <a:ahLst/>
              <a:cxnLst/>
              <a:rect l="l" t="t" r="r" b="b"/>
              <a:pathLst>
                <a:path w="190" h="142" extrusionOk="0">
                  <a:moveTo>
                    <a:pt x="95" y="0"/>
                  </a:moveTo>
                  <a:lnTo>
                    <a:pt x="95" y="15"/>
                  </a:lnTo>
                  <a:lnTo>
                    <a:pt x="95" y="32"/>
                  </a:lnTo>
                  <a:lnTo>
                    <a:pt x="95" y="32"/>
                  </a:lnTo>
                  <a:lnTo>
                    <a:pt x="95" y="63"/>
                  </a:lnTo>
                  <a:lnTo>
                    <a:pt x="64" y="95"/>
                  </a:lnTo>
                  <a:cubicBezTo>
                    <a:pt x="49" y="95"/>
                    <a:pt x="49" y="95"/>
                    <a:pt x="49" y="78"/>
                  </a:cubicBezTo>
                  <a:lnTo>
                    <a:pt x="17" y="78"/>
                  </a:lnTo>
                  <a:lnTo>
                    <a:pt x="17" y="78"/>
                  </a:lnTo>
                  <a:cubicBezTo>
                    <a:pt x="17" y="95"/>
                    <a:pt x="17" y="110"/>
                    <a:pt x="1" y="110"/>
                  </a:cubicBezTo>
                  <a:lnTo>
                    <a:pt x="1" y="126"/>
                  </a:lnTo>
                  <a:cubicBezTo>
                    <a:pt x="17" y="126"/>
                    <a:pt x="17" y="141"/>
                    <a:pt x="32" y="141"/>
                  </a:cubicBezTo>
                  <a:cubicBezTo>
                    <a:pt x="49" y="141"/>
                    <a:pt x="49" y="126"/>
                    <a:pt x="64" y="126"/>
                  </a:cubicBezTo>
                  <a:lnTo>
                    <a:pt x="64" y="110"/>
                  </a:lnTo>
                  <a:cubicBezTo>
                    <a:pt x="80" y="110"/>
                    <a:pt x="80" y="95"/>
                    <a:pt x="95" y="95"/>
                  </a:cubicBezTo>
                  <a:lnTo>
                    <a:pt x="95" y="95"/>
                  </a:lnTo>
                  <a:lnTo>
                    <a:pt x="143" y="47"/>
                  </a:lnTo>
                  <a:cubicBezTo>
                    <a:pt x="158" y="47"/>
                    <a:pt x="175" y="32"/>
                    <a:pt x="175" y="32"/>
                  </a:cubicBezTo>
                  <a:lnTo>
                    <a:pt x="190" y="32"/>
                  </a:lnTo>
                  <a:lnTo>
                    <a:pt x="175" y="15"/>
                  </a:lnTo>
                  <a:cubicBezTo>
                    <a:pt x="175" y="32"/>
                    <a:pt x="158" y="32"/>
                    <a:pt x="158" y="32"/>
                  </a:cubicBezTo>
                  <a:lnTo>
                    <a:pt x="143" y="32"/>
                  </a:lnTo>
                  <a:lnTo>
                    <a:pt x="127"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5" name="Google Shape;1805;p38"/>
            <p:cNvSpPr/>
            <p:nvPr/>
          </p:nvSpPr>
          <p:spPr>
            <a:xfrm>
              <a:off x="3316322" y="1814333"/>
              <a:ext cx="5025" cy="2512"/>
            </a:xfrm>
            <a:custGeom>
              <a:avLst/>
              <a:gdLst/>
              <a:ahLst/>
              <a:cxnLst/>
              <a:rect l="l" t="t" r="r" b="b"/>
              <a:pathLst>
                <a:path w="158" h="79" extrusionOk="0">
                  <a:moveTo>
                    <a:pt x="79" y="0"/>
                  </a:moveTo>
                  <a:lnTo>
                    <a:pt x="32" y="15"/>
                  </a:lnTo>
                  <a:cubicBezTo>
                    <a:pt x="15" y="15"/>
                    <a:pt x="15" y="15"/>
                    <a:pt x="0" y="32"/>
                  </a:cubicBezTo>
                  <a:cubicBezTo>
                    <a:pt x="15" y="32"/>
                    <a:pt x="15" y="15"/>
                    <a:pt x="15" y="15"/>
                  </a:cubicBezTo>
                  <a:lnTo>
                    <a:pt x="15" y="15"/>
                  </a:lnTo>
                  <a:cubicBezTo>
                    <a:pt x="32" y="15"/>
                    <a:pt x="47" y="32"/>
                    <a:pt x="47" y="32"/>
                  </a:cubicBezTo>
                  <a:lnTo>
                    <a:pt x="47" y="47"/>
                  </a:lnTo>
                  <a:lnTo>
                    <a:pt x="63" y="47"/>
                  </a:lnTo>
                  <a:lnTo>
                    <a:pt x="95" y="78"/>
                  </a:lnTo>
                  <a:lnTo>
                    <a:pt x="95" y="78"/>
                  </a:lnTo>
                  <a:lnTo>
                    <a:pt x="126" y="63"/>
                  </a:lnTo>
                  <a:cubicBezTo>
                    <a:pt x="142" y="63"/>
                    <a:pt x="158" y="47"/>
                    <a:pt x="158" y="32"/>
                  </a:cubicBezTo>
                  <a:lnTo>
                    <a:pt x="158"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6" name="Google Shape;1806;p38"/>
            <p:cNvSpPr/>
            <p:nvPr/>
          </p:nvSpPr>
          <p:spPr>
            <a:xfrm>
              <a:off x="3393478" y="1752189"/>
              <a:ext cx="4039" cy="5534"/>
            </a:xfrm>
            <a:custGeom>
              <a:avLst/>
              <a:gdLst/>
              <a:ahLst/>
              <a:cxnLst/>
              <a:rect l="l" t="t" r="r" b="b"/>
              <a:pathLst>
                <a:path w="127" h="174" extrusionOk="0">
                  <a:moveTo>
                    <a:pt x="95" y="0"/>
                  </a:moveTo>
                  <a:lnTo>
                    <a:pt x="79" y="0"/>
                  </a:lnTo>
                  <a:cubicBezTo>
                    <a:pt x="79" y="0"/>
                    <a:pt x="64" y="15"/>
                    <a:pt x="47" y="15"/>
                  </a:cubicBezTo>
                  <a:lnTo>
                    <a:pt x="16" y="126"/>
                  </a:lnTo>
                  <a:cubicBezTo>
                    <a:pt x="1" y="158"/>
                    <a:pt x="16" y="173"/>
                    <a:pt x="32" y="173"/>
                  </a:cubicBezTo>
                  <a:lnTo>
                    <a:pt x="47" y="173"/>
                  </a:lnTo>
                  <a:cubicBezTo>
                    <a:pt x="64" y="173"/>
                    <a:pt x="79" y="173"/>
                    <a:pt x="79" y="158"/>
                  </a:cubicBezTo>
                  <a:lnTo>
                    <a:pt x="79" y="142"/>
                  </a:lnTo>
                  <a:cubicBezTo>
                    <a:pt x="64" y="142"/>
                    <a:pt x="64" y="126"/>
                    <a:pt x="47" y="110"/>
                  </a:cubicBezTo>
                  <a:cubicBezTo>
                    <a:pt x="47" y="95"/>
                    <a:pt x="64" y="79"/>
                    <a:pt x="79" y="63"/>
                  </a:cubicBezTo>
                  <a:lnTo>
                    <a:pt x="110" y="63"/>
                  </a:lnTo>
                  <a:lnTo>
                    <a:pt x="127" y="47"/>
                  </a:lnTo>
                  <a:cubicBezTo>
                    <a:pt x="127" y="32"/>
                    <a:pt x="11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7" name="Google Shape;1807;p38"/>
            <p:cNvSpPr/>
            <p:nvPr/>
          </p:nvSpPr>
          <p:spPr>
            <a:xfrm>
              <a:off x="3176004" y="1831348"/>
              <a:ext cx="3530" cy="3053"/>
            </a:xfrm>
            <a:custGeom>
              <a:avLst/>
              <a:gdLst/>
              <a:ahLst/>
              <a:cxnLst/>
              <a:rect l="l" t="t" r="r" b="b"/>
              <a:pathLst>
                <a:path w="111" h="96" extrusionOk="0">
                  <a:moveTo>
                    <a:pt x="64" y="1"/>
                  </a:moveTo>
                  <a:lnTo>
                    <a:pt x="64" y="1"/>
                  </a:lnTo>
                  <a:lnTo>
                    <a:pt x="47" y="1"/>
                  </a:lnTo>
                  <a:lnTo>
                    <a:pt x="1" y="32"/>
                  </a:lnTo>
                  <a:lnTo>
                    <a:pt x="1" y="47"/>
                  </a:lnTo>
                  <a:lnTo>
                    <a:pt x="1" y="79"/>
                  </a:lnTo>
                  <a:lnTo>
                    <a:pt x="1" y="79"/>
                  </a:lnTo>
                  <a:cubicBezTo>
                    <a:pt x="1" y="95"/>
                    <a:pt x="16" y="95"/>
                    <a:pt x="32" y="95"/>
                  </a:cubicBezTo>
                  <a:lnTo>
                    <a:pt x="47" y="95"/>
                  </a:lnTo>
                  <a:lnTo>
                    <a:pt x="95" y="47"/>
                  </a:lnTo>
                  <a:cubicBezTo>
                    <a:pt x="110" y="47"/>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8" name="Google Shape;1808;p38"/>
            <p:cNvSpPr/>
            <p:nvPr/>
          </p:nvSpPr>
          <p:spPr>
            <a:xfrm>
              <a:off x="3265690" y="1815319"/>
              <a:ext cx="4548" cy="5534"/>
            </a:xfrm>
            <a:custGeom>
              <a:avLst/>
              <a:gdLst/>
              <a:ahLst/>
              <a:cxnLst/>
              <a:rect l="l" t="t" r="r" b="b"/>
              <a:pathLst>
                <a:path w="143" h="174" extrusionOk="0">
                  <a:moveTo>
                    <a:pt x="95" y="1"/>
                  </a:moveTo>
                  <a:lnTo>
                    <a:pt x="95" y="1"/>
                  </a:lnTo>
                  <a:cubicBezTo>
                    <a:pt x="80" y="1"/>
                    <a:pt x="80" y="16"/>
                    <a:pt x="63" y="32"/>
                  </a:cubicBezTo>
                  <a:lnTo>
                    <a:pt x="63" y="47"/>
                  </a:lnTo>
                  <a:lnTo>
                    <a:pt x="63" y="47"/>
                  </a:lnTo>
                  <a:cubicBezTo>
                    <a:pt x="48" y="64"/>
                    <a:pt x="48" y="64"/>
                    <a:pt x="48" y="79"/>
                  </a:cubicBezTo>
                  <a:cubicBezTo>
                    <a:pt x="32" y="79"/>
                    <a:pt x="32" y="95"/>
                    <a:pt x="32" y="95"/>
                  </a:cubicBezTo>
                  <a:lnTo>
                    <a:pt x="17" y="95"/>
                  </a:lnTo>
                  <a:cubicBezTo>
                    <a:pt x="17" y="110"/>
                    <a:pt x="17" y="110"/>
                    <a:pt x="0" y="110"/>
                  </a:cubicBezTo>
                  <a:lnTo>
                    <a:pt x="0" y="127"/>
                  </a:lnTo>
                  <a:lnTo>
                    <a:pt x="0" y="158"/>
                  </a:lnTo>
                  <a:cubicBezTo>
                    <a:pt x="17" y="173"/>
                    <a:pt x="17" y="173"/>
                    <a:pt x="32" y="173"/>
                  </a:cubicBezTo>
                  <a:cubicBezTo>
                    <a:pt x="32" y="173"/>
                    <a:pt x="48" y="173"/>
                    <a:pt x="48" y="158"/>
                  </a:cubicBezTo>
                  <a:lnTo>
                    <a:pt x="48" y="158"/>
                  </a:lnTo>
                  <a:lnTo>
                    <a:pt x="63" y="158"/>
                  </a:lnTo>
                  <a:lnTo>
                    <a:pt x="63" y="158"/>
                  </a:lnTo>
                  <a:lnTo>
                    <a:pt x="32" y="127"/>
                  </a:lnTo>
                  <a:cubicBezTo>
                    <a:pt x="32" y="110"/>
                    <a:pt x="32" y="79"/>
                    <a:pt x="48" y="79"/>
                  </a:cubicBezTo>
                  <a:lnTo>
                    <a:pt x="63" y="64"/>
                  </a:lnTo>
                  <a:lnTo>
                    <a:pt x="63" y="64"/>
                  </a:lnTo>
                  <a:cubicBezTo>
                    <a:pt x="80" y="64"/>
                    <a:pt x="95" y="79"/>
                    <a:pt x="95" y="79"/>
                  </a:cubicBezTo>
                  <a:lnTo>
                    <a:pt x="111" y="110"/>
                  </a:lnTo>
                  <a:cubicBezTo>
                    <a:pt x="111" y="95"/>
                    <a:pt x="126" y="79"/>
                    <a:pt x="126" y="64"/>
                  </a:cubicBezTo>
                  <a:lnTo>
                    <a:pt x="126" y="64"/>
                  </a:lnTo>
                  <a:lnTo>
                    <a:pt x="126" y="47"/>
                  </a:lnTo>
                  <a:cubicBezTo>
                    <a:pt x="143" y="32"/>
                    <a:pt x="126" y="16"/>
                    <a:pt x="126" y="16"/>
                  </a:cubicBezTo>
                  <a:cubicBezTo>
                    <a:pt x="111" y="16"/>
                    <a:pt x="111"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9" name="Google Shape;1809;p38"/>
            <p:cNvSpPr/>
            <p:nvPr/>
          </p:nvSpPr>
          <p:spPr>
            <a:xfrm>
              <a:off x="3412528" y="1781734"/>
              <a:ext cx="3530" cy="5565"/>
            </a:xfrm>
            <a:custGeom>
              <a:avLst/>
              <a:gdLst/>
              <a:ahLst/>
              <a:cxnLst/>
              <a:rect l="l" t="t" r="r" b="b"/>
              <a:pathLst>
                <a:path w="111" h="175" extrusionOk="0">
                  <a:moveTo>
                    <a:pt x="79" y="0"/>
                  </a:moveTo>
                  <a:lnTo>
                    <a:pt x="79" y="0"/>
                  </a:lnTo>
                  <a:cubicBezTo>
                    <a:pt x="63" y="0"/>
                    <a:pt x="63" y="0"/>
                    <a:pt x="63" y="17"/>
                  </a:cubicBezTo>
                  <a:cubicBezTo>
                    <a:pt x="63" y="17"/>
                    <a:pt x="47" y="17"/>
                    <a:pt x="47" y="32"/>
                  </a:cubicBezTo>
                  <a:lnTo>
                    <a:pt x="32" y="63"/>
                  </a:lnTo>
                  <a:lnTo>
                    <a:pt x="0" y="126"/>
                  </a:lnTo>
                  <a:cubicBezTo>
                    <a:pt x="0" y="143"/>
                    <a:pt x="0" y="158"/>
                    <a:pt x="16" y="174"/>
                  </a:cubicBezTo>
                  <a:lnTo>
                    <a:pt x="32" y="174"/>
                  </a:lnTo>
                  <a:cubicBezTo>
                    <a:pt x="47" y="174"/>
                    <a:pt x="63" y="158"/>
                    <a:pt x="63" y="158"/>
                  </a:cubicBezTo>
                  <a:lnTo>
                    <a:pt x="63" y="143"/>
                  </a:lnTo>
                  <a:cubicBezTo>
                    <a:pt x="79" y="143"/>
                    <a:pt x="79" y="126"/>
                    <a:pt x="79" y="126"/>
                  </a:cubicBezTo>
                  <a:lnTo>
                    <a:pt x="79" y="126"/>
                  </a:lnTo>
                  <a:lnTo>
                    <a:pt x="110" y="63"/>
                  </a:lnTo>
                  <a:lnTo>
                    <a:pt x="110" y="48"/>
                  </a:lnTo>
                  <a:lnTo>
                    <a:pt x="110" y="17"/>
                  </a:lnTo>
                  <a:lnTo>
                    <a:pt x="95" y="17"/>
                  </a:lnTo>
                  <a:cubicBezTo>
                    <a:pt x="95" y="17"/>
                    <a:pt x="79" y="17"/>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0" name="Google Shape;1810;p38"/>
            <p:cNvSpPr/>
            <p:nvPr/>
          </p:nvSpPr>
          <p:spPr>
            <a:xfrm>
              <a:off x="3165986" y="1826832"/>
              <a:ext cx="5057" cy="2544"/>
            </a:xfrm>
            <a:custGeom>
              <a:avLst/>
              <a:gdLst/>
              <a:ahLst/>
              <a:cxnLst/>
              <a:rect l="l" t="t" r="r" b="b"/>
              <a:pathLst>
                <a:path w="159" h="80" extrusionOk="0">
                  <a:moveTo>
                    <a:pt x="32" y="0"/>
                  </a:moveTo>
                  <a:lnTo>
                    <a:pt x="32" y="0"/>
                  </a:lnTo>
                  <a:cubicBezTo>
                    <a:pt x="16" y="0"/>
                    <a:pt x="1" y="0"/>
                    <a:pt x="1" y="17"/>
                  </a:cubicBezTo>
                  <a:cubicBezTo>
                    <a:pt x="1" y="32"/>
                    <a:pt x="1" y="63"/>
                    <a:pt x="32" y="63"/>
                  </a:cubicBezTo>
                  <a:lnTo>
                    <a:pt x="95" y="80"/>
                  </a:lnTo>
                  <a:lnTo>
                    <a:pt x="95" y="80"/>
                  </a:lnTo>
                  <a:lnTo>
                    <a:pt x="110" y="80"/>
                  </a:lnTo>
                  <a:lnTo>
                    <a:pt x="127" y="80"/>
                  </a:lnTo>
                  <a:cubicBezTo>
                    <a:pt x="142" y="80"/>
                    <a:pt x="158" y="48"/>
                    <a:pt x="158" y="32"/>
                  </a:cubicBezTo>
                  <a:lnTo>
                    <a:pt x="158" y="32"/>
                  </a:lnTo>
                  <a:lnTo>
                    <a:pt x="158" y="32"/>
                  </a:lnTo>
                  <a:cubicBezTo>
                    <a:pt x="142" y="48"/>
                    <a:pt x="142" y="48"/>
                    <a:pt x="127" y="48"/>
                  </a:cubicBezTo>
                  <a:lnTo>
                    <a:pt x="110" y="48"/>
                  </a:lnTo>
                  <a:lnTo>
                    <a:pt x="79" y="32"/>
                  </a:lnTo>
                  <a:cubicBezTo>
                    <a:pt x="79" y="17"/>
                    <a:pt x="64" y="17"/>
                    <a:pt x="64"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1" name="Google Shape;1811;p38"/>
            <p:cNvSpPr/>
            <p:nvPr/>
          </p:nvSpPr>
          <p:spPr>
            <a:xfrm>
              <a:off x="3398980" y="1802788"/>
              <a:ext cx="3562" cy="3021"/>
            </a:xfrm>
            <a:custGeom>
              <a:avLst/>
              <a:gdLst/>
              <a:ahLst/>
              <a:cxnLst/>
              <a:rect l="l" t="t" r="r" b="b"/>
              <a:pathLst>
                <a:path w="112" h="95" extrusionOk="0">
                  <a:moveTo>
                    <a:pt x="111" y="0"/>
                  </a:moveTo>
                  <a:lnTo>
                    <a:pt x="111" y="0"/>
                  </a:lnTo>
                  <a:lnTo>
                    <a:pt x="48" y="16"/>
                  </a:lnTo>
                  <a:lnTo>
                    <a:pt x="48" y="16"/>
                  </a:lnTo>
                  <a:lnTo>
                    <a:pt x="32" y="16"/>
                  </a:lnTo>
                  <a:lnTo>
                    <a:pt x="17" y="32"/>
                  </a:lnTo>
                  <a:cubicBezTo>
                    <a:pt x="0" y="32"/>
                    <a:pt x="0" y="32"/>
                    <a:pt x="0" y="48"/>
                  </a:cubicBezTo>
                  <a:cubicBezTo>
                    <a:pt x="17" y="48"/>
                    <a:pt x="17" y="48"/>
                    <a:pt x="17" y="63"/>
                  </a:cubicBezTo>
                  <a:lnTo>
                    <a:pt x="17" y="79"/>
                  </a:lnTo>
                  <a:lnTo>
                    <a:pt x="32" y="95"/>
                  </a:lnTo>
                  <a:lnTo>
                    <a:pt x="32" y="95"/>
                  </a:lnTo>
                  <a:cubicBezTo>
                    <a:pt x="32" y="95"/>
                    <a:pt x="48" y="95"/>
                    <a:pt x="48" y="79"/>
                  </a:cubicBezTo>
                  <a:lnTo>
                    <a:pt x="48" y="79"/>
                  </a:lnTo>
                  <a:lnTo>
                    <a:pt x="80" y="63"/>
                  </a:lnTo>
                  <a:lnTo>
                    <a:pt x="95" y="48"/>
                  </a:lnTo>
                  <a:cubicBezTo>
                    <a:pt x="111" y="32"/>
                    <a:pt x="111" y="16"/>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2" name="Google Shape;1812;p38"/>
            <p:cNvSpPr/>
            <p:nvPr/>
          </p:nvSpPr>
          <p:spPr>
            <a:xfrm>
              <a:off x="3444077" y="1799767"/>
              <a:ext cx="4548" cy="5565"/>
            </a:xfrm>
            <a:custGeom>
              <a:avLst/>
              <a:gdLst/>
              <a:ahLst/>
              <a:cxnLst/>
              <a:rect l="l" t="t" r="r" b="b"/>
              <a:pathLst>
                <a:path w="143" h="175" extrusionOk="0">
                  <a:moveTo>
                    <a:pt x="95" y="1"/>
                  </a:moveTo>
                  <a:lnTo>
                    <a:pt x="95" y="1"/>
                  </a:lnTo>
                  <a:cubicBezTo>
                    <a:pt x="80" y="1"/>
                    <a:pt x="80" y="1"/>
                    <a:pt x="63" y="17"/>
                  </a:cubicBezTo>
                  <a:lnTo>
                    <a:pt x="63" y="32"/>
                  </a:lnTo>
                  <a:lnTo>
                    <a:pt x="63" y="80"/>
                  </a:lnTo>
                  <a:lnTo>
                    <a:pt x="63" y="80"/>
                  </a:lnTo>
                  <a:lnTo>
                    <a:pt x="63" y="80"/>
                  </a:lnTo>
                  <a:lnTo>
                    <a:pt x="17" y="111"/>
                  </a:lnTo>
                  <a:lnTo>
                    <a:pt x="0" y="111"/>
                  </a:lnTo>
                  <a:lnTo>
                    <a:pt x="0" y="158"/>
                  </a:lnTo>
                  <a:cubicBezTo>
                    <a:pt x="17" y="158"/>
                    <a:pt x="17" y="158"/>
                    <a:pt x="32" y="174"/>
                  </a:cubicBezTo>
                  <a:lnTo>
                    <a:pt x="32" y="174"/>
                  </a:lnTo>
                  <a:cubicBezTo>
                    <a:pt x="48" y="174"/>
                    <a:pt x="48" y="174"/>
                    <a:pt x="48" y="158"/>
                  </a:cubicBezTo>
                  <a:lnTo>
                    <a:pt x="80" y="143"/>
                  </a:lnTo>
                  <a:lnTo>
                    <a:pt x="126" y="127"/>
                  </a:lnTo>
                  <a:cubicBezTo>
                    <a:pt x="126" y="111"/>
                    <a:pt x="143" y="111"/>
                    <a:pt x="143" y="95"/>
                  </a:cubicBezTo>
                  <a:lnTo>
                    <a:pt x="126" y="32"/>
                  </a:lnTo>
                  <a:lnTo>
                    <a:pt x="126" y="32"/>
                  </a:lnTo>
                  <a:cubicBezTo>
                    <a:pt x="126" y="17"/>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3" name="Google Shape;1813;p38"/>
            <p:cNvSpPr/>
            <p:nvPr/>
          </p:nvSpPr>
          <p:spPr>
            <a:xfrm>
              <a:off x="3438575" y="1802788"/>
              <a:ext cx="4039" cy="2544"/>
            </a:xfrm>
            <a:custGeom>
              <a:avLst/>
              <a:gdLst/>
              <a:ahLst/>
              <a:cxnLst/>
              <a:rect l="l" t="t" r="r" b="b"/>
              <a:pathLst>
                <a:path w="127" h="80" extrusionOk="0">
                  <a:moveTo>
                    <a:pt x="79" y="0"/>
                  </a:moveTo>
                  <a:lnTo>
                    <a:pt x="79" y="0"/>
                  </a:lnTo>
                  <a:lnTo>
                    <a:pt x="79" y="0"/>
                  </a:lnTo>
                  <a:lnTo>
                    <a:pt x="32" y="0"/>
                  </a:lnTo>
                  <a:lnTo>
                    <a:pt x="16" y="16"/>
                  </a:lnTo>
                  <a:cubicBezTo>
                    <a:pt x="1" y="16"/>
                    <a:pt x="1" y="32"/>
                    <a:pt x="1" y="48"/>
                  </a:cubicBezTo>
                  <a:lnTo>
                    <a:pt x="1" y="48"/>
                  </a:lnTo>
                  <a:lnTo>
                    <a:pt x="1" y="63"/>
                  </a:lnTo>
                  <a:cubicBezTo>
                    <a:pt x="16" y="79"/>
                    <a:pt x="16" y="79"/>
                    <a:pt x="32" y="79"/>
                  </a:cubicBezTo>
                  <a:lnTo>
                    <a:pt x="32" y="79"/>
                  </a:lnTo>
                  <a:lnTo>
                    <a:pt x="95" y="63"/>
                  </a:lnTo>
                  <a:lnTo>
                    <a:pt x="95" y="63"/>
                  </a:lnTo>
                  <a:cubicBezTo>
                    <a:pt x="110" y="48"/>
                    <a:pt x="127" y="32"/>
                    <a:pt x="110" y="16"/>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4" name="Google Shape;1814;p38"/>
            <p:cNvSpPr/>
            <p:nvPr/>
          </p:nvSpPr>
          <p:spPr>
            <a:xfrm>
              <a:off x="3329361" y="1813315"/>
              <a:ext cx="4516" cy="3530"/>
            </a:xfrm>
            <a:custGeom>
              <a:avLst/>
              <a:gdLst/>
              <a:ahLst/>
              <a:cxnLst/>
              <a:rect l="l" t="t" r="r" b="b"/>
              <a:pathLst>
                <a:path w="142" h="111" extrusionOk="0">
                  <a:moveTo>
                    <a:pt x="32" y="1"/>
                  </a:moveTo>
                  <a:lnTo>
                    <a:pt x="32" y="1"/>
                  </a:lnTo>
                  <a:lnTo>
                    <a:pt x="32" y="1"/>
                  </a:lnTo>
                  <a:cubicBezTo>
                    <a:pt x="32" y="1"/>
                    <a:pt x="15" y="1"/>
                    <a:pt x="15" y="16"/>
                  </a:cubicBezTo>
                  <a:cubicBezTo>
                    <a:pt x="0" y="16"/>
                    <a:pt x="0" y="16"/>
                    <a:pt x="0" y="32"/>
                  </a:cubicBezTo>
                  <a:lnTo>
                    <a:pt x="0" y="32"/>
                  </a:lnTo>
                  <a:cubicBezTo>
                    <a:pt x="0" y="47"/>
                    <a:pt x="15" y="64"/>
                    <a:pt x="32" y="64"/>
                  </a:cubicBezTo>
                  <a:lnTo>
                    <a:pt x="15" y="64"/>
                  </a:lnTo>
                  <a:lnTo>
                    <a:pt x="32" y="64"/>
                  </a:lnTo>
                  <a:lnTo>
                    <a:pt x="32" y="64"/>
                  </a:lnTo>
                  <a:lnTo>
                    <a:pt x="47" y="79"/>
                  </a:lnTo>
                  <a:cubicBezTo>
                    <a:pt x="63" y="95"/>
                    <a:pt x="63" y="95"/>
                    <a:pt x="63" y="110"/>
                  </a:cubicBezTo>
                  <a:lnTo>
                    <a:pt x="78" y="110"/>
                  </a:lnTo>
                  <a:lnTo>
                    <a:pt x="78" y="110"/>
                  </a:lnTo>
                  <a:lnTo>
                    <a:pt x="110" y="79"/>
                  </a:lnTo>
                  <a:lnTo>
                    <a:pt x="126" y="79"/>
                  </a:lnTo>
                  <a:cubicBezTo>
                    <a:pt x="141" y="79"/>
                    <a:pt x="141" y="64"/>
                    <a:pt x="141" y="47"/>
                  </a:cubicBezTo>
                  <a:cubicBezTo>
                    <a:pt x="141" y="32"/>
                    <a:pt x="141" y="32"/>
                    <a:pt x="126" y="32"/>
                  </a:cubicBezTo>
                  <a:cubicBezTo>
                    <a:pt x="126" y="16"/>
                    <a:pt x="126" y="16"/>
                    <a:pt x="110"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5" name="Google Shape;1815;p38"/>
            <p:cNvSpPr/>
            <p:nvPr/>
          </p:nvSpPr>
          <p:spPr>
            <a:xfrm>
              <a:off x="3296286" y="1810803"/>
              <a:ext cx="9032" cy="4548"/>
            </a:xfrm>
            <a:custGeom>
              <a:avLst/>
              <a:gdLst/>
              <a:ahLst/>
              <a:cxnLst/>
              <a:rect l="l" t="t" r="r" b="b"/>
              <a:pathLst>
                <a:path w="284" h="143" extrusionOk="0">
                  <a:moveTo>
                    <a:pt x="32" y="0"/>
                  </a:moveTo>
                  <a:lnTo>
                    <a:pt x="32" y="0"/>
                  </a:lnTo>
                  <a:cubicBezTo>
                    <a:pt x="32" y="17"/>
                    <a:pt x="15" y="17"/>
                    <a:pt x="15" y="17"/>
                  </a:cubicBezTo>
                  <a:cubicBezTo>
                    <a:pt x="0" y="32"/>
                    <a:pt x="0" y="48"/>
                    <a:pt x="15" y="63"/>
                  </a:cubicBezTo>
                  <a:lnTo>
                    <a:pt x="15" y="63"/>
                  </a:lnTo>
                  <a:cubicBezTo>
                    <a:pt x="15" y="63"/>
                    <a:pt x="15" y="80"/>
                    <a:pt x="32" y="80"/>
                  </a:cubicBezTo>
                  <a:lnTo>
                    <a:pt x="47" y="95"/>
                  </a:lnTo>
                  <a:lnTo>
                    <a:pt x="47" y="95"/>
                  </a:lnTo>
                  <a:cubicBezTo>
                    <a:pt x="47" y="95"/>
                    <a:pt x="63" y="95"/>
                    <a:pt x="63" y="111"/>
                  </a:cubicBezTo>
                  <a:lnTo>
                    <a:pt x="78" y="111"/>
                  </a:lnTo>
                  <a:lnTo>
                    <a:pt x="110" y="143"/>
                  </a:lnTo>
                  <a:lnTo>
                    <a:pt x="126" y="143"/>
                  </a:lnTo>
                  <a:lnTo>
                    <a:pt x="141" y="143"/>
                  </a:lnTo>
                  <a:cubicBezTo>
                    <a:pt x="141" y="143"/>
                    <a:pt x="158" y="143"/>
                    <a:pt x="158" y="126"/>
                  </a:cubicBezTo>
                  <a:lnTo>
                    <a:pt x="173" y="143"/>
                  </a:lnTo>
                  <a:lnTo>
                    <a:pt x="236" y="143"/>
                  </a:lnTo>
                  <a:lnTo>
                    <a:pt x="252" y="143"/>
                  </a:lnTo>
                  <a:cubicBezTo>
                    <a:pt x="267" y="143"/>
                    <a:pt x="284" y="126"/>
                    <a:pt x="284" y="111"/>
                  </a:cubicBezTo>
                  <a:lnTo>
                    <a:pt x="284" y="95"/>
                  </a:lnTo>
                  <a:cubicBezTo>
                    <a:pt x="267" y="95"/>
                    <a:pt x="267" y="95"/>
                    <a:pt x="267" y="80"/>
                  </a:cubicBezTo>
                  <a:cubicBezTo>
                    <a:pt x="267" y="95"/>
                    <a:pt x="267" y="95"/>
                    <a:pt x="252" y="95"/>
                  </a:cubicBezTo>
                  <a:lnTo>
                    <a:pt x="236" y="126"/>
                  </a:lnTo>
                  <a:lnTo>
                    <a:pt x="221" y="126"/>
                  </a:lnTo>
                  <a:cubicBezTo>
                    <a:pt x="204" y="126"/>
                    <a:pt x="189" y="126"/>
                    <a:pt x="189" y="111"/>
                  </a:cubicBezTo>
                  <a:cubicBezTo>
                    <a:pt x="173" y="95"/>
                    <a:pt x="173" y="80"/>
                    <a:pt x="189" y="63"/>
                  </a:cubicBezTo>
                  <a:lnTo>
                    <a:pt x="173" y="63"/>
                  </a:lnTo>
                  <a:lnTo>
                    <a:pt x="141" y="63"/>
                  </a:lnTo>
                  <a:lnTo>
                    <a:pt x="126" y="63"/>
                  </a:lnTo>
                  <a:lnTo>
                    <a:pt x="126" y="63"/>
                  </a:lnTo>
                  <a:lnTo>
                    <a:pt x="78" y="32"/>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6" name="Google Shape;1816;p38"/>
            <p:cNvSpPr/>
            <p:nvPr/>
          </p:nvSpPr>
          <p:spPr>
            <a:xfrm>
              <a:off x="3264196" y="1822348"/>
              <a:ext cx="4516" cy="3021"/>
            </a:xfrm>
            <a:custGeom>
              <a:avLst/>
              <a:gdLst/>
              <a:ahLst/>
              <a:cxnLst/>
              <a:rect l="l" t="t" r="r" b="b"/>
              <a:pathLst>
                <a:path w="142" h="95" extrusionOk="0">
                  <a:moveTo>
                    <a:pt x="95" y="0"/>
                  </a:moveTo>
                  <a:lnTo>
                    <a:pt x="95" y="0"/>
                  </a:lnTo>
                  <a:cubicBezTo>
                    <a:pt x="95" y="0"/>
                    <a:pt x="79" y="0"/>
                    <a:pt x="79" y="15"/>
                  </a:cubicBezTo>
                  <a:lnTo>
                    <a:pt x="64" y="15"/>
                  </a:lnTo>
                  <a:lnTo>
                    <a:pt x="32" y="32"/>
                  </a:lnTo>
                  <a:cubicBezTo>
                    <a:pt x="16" y="47"/>
                    <a:pt x="1" y="63"/>
                    <a:pt x="16" y="78"/>
                  </a:cubicBezTo>
                  <a:cubicBezTo>
                    <a:pt x="16" y="95"/>
                    <a:pt x="32" y="95"/>
                    <a:pt x="47" y="95"/>
                  </a:cubicBezTo>
                  <a:lnTo>
                    <a:pt x="47" y="95"/>
                  </a:lnTo>
                  <a:lnTo>
                    <a:pt x="64" y="95"/>
                  </a:lnTo>
                  <a:lnTo>
                    <a:pt x="110" y="63"/>
                  </a:lnTo>
                  <a:cubicBezTo>
                    <a:pt x="127" y="63"/>
                    <a:pt x="142" y="32"/>
                    <a:pt x="127" y="15"/>
                  </a:cubicBezTo>
                  <a:lnTo>
                    <a:pt x="127" y="15"/>
                  </a:lnTo>
                  <a:cubicBezTo>
                    <a:pt x="110"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7" name="Google Shape;1817;p38"/>
            <p:cNvSpPr/>
            <p:nvPr/>
          </p:nvSpPr>
          <p:spPr>
            <a:xfrm>
              <a:off x="3322333" y="1763702"/>
              <a:ext cx="4039" cy="2544"/>
            </a:xfrm>
            <a:custGeom>
              <a:avLst/>
              <a:gdLst/>
              <a:ahLst/>
              <a:cxnLst/>
              <a:rect l="l" t="t" r="r" b="b"/>
              <a:pathLst>
                <a:path w="127" h="80" extrusionOk="0">
                  <a:moveTo>
                    <a:pt x="32" y="0"/>
                  </a:moveTo>
                  <a:lnTo>
                    <a:pt x="32" y="0"/>
                  </a:lnTo>
                  <a:cubicBezTo>
                    <a:pt x="16" y="0"/>
                    <a:pt x="0" y="16"/>
                    <a:pt x="0" y="32"/>
                  </a:cubicBezTo>
                  <a:lnTo>
                    <a:pt x="0" y="32"/>
                  </a:lnTo>
                  <a:cubicBezTo>
                    <a:pt x="0" y="63"/>
                    <a:pt x="16" y="80"/>
                    <a:pt x="32" y="80"/>
                  </a:cubicBezTo>
                  <a:lnTo>
                    <a:pt x="79" y="80"/>
                  </a:lnTo>
                  <a:lnTo>
                    <a:pt x="95" y="80"/>
                  </a:lnTo>
                  <a:lnTo>
                    <a:pt x="95" y="80"/>
                  </a:lnTo>
                  <a:cubicBezTo>
                    <a:pt x="110" y="80"/>
                    <a:pt x="110" y="80"/>
                    <a:pt x="110" y="63"/>
                  </a:cubicBezTo>
                  <a:lnTo>
                    <a:pt x="126" y="63"/>
                  </a:lnTo>
                  <a:lnTo>
                    <a:pt x="126" y="48"/>
                  </a:lnTo>
                  <a:lnTo>
                    <a:pt x="126" y="48"/>
                  </a:lnTo>
                  <a:cubicBezTo>
                    <a:pt x="126" y="16"/>
                    <a:pt x="110" y="0"/>
                    <a:pt x="95"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8" name="Google Shape;1818;p38"/>
            <p:cNvSpPr/>
            <p:nvPr/>
          </p:nvSpPr>
          <p:spPr>
            <a:xfrm>
              <a:off x="3243650" y="1772702"/>
              <a:ext cx="4548" cy="2576"/>
            </a:xfrm>
            <a:custGeom>
              <a:avLst/>
              <a:gdLst/>
              <a:ahLst/>
              <a:cxnLst/>
              <a:rect l="l" t="t" r="r" b="b"/>
              <a:pathLst>
                <a:path w="143" h="81" extrusionOk="0">
                  <a:moveTo>
                    <a:pt x="32" y="1"/>
                  </a:moveTo>
                  <a:lnTo>
                    <a:pt x="32" y="1"/>
                  </a:lnTo>
                  <a:cubicBezTo>
                    <a:pt x="17" y="1"/>
                    <a:pt x="0" y="17"/>
                    <a:pt x="0" y="32"/>
                  </a:cubicBezTo>
                  <a:cubicBezTo>
                    <a:pt x="0" y="49"/>
                    <a:pt x="17" y="64"/>
                    <a:pt x="32" y="64"/>
                  </a:cubicBezTo>
                  <a:lnTo>
                    <a:pt x="95" y="80"/>
                  </a:lnTo>
                  <a:lnTo>
                    <a:pt x="95" y="80"/>
                  </a:lnTo>
                  <a:cubicBezTo>
                    <a:pt x="111" y="80"/>
                    <a:pt x="126" y="64"/>
                    <a:pt x="126" y="49"/>
                  </a:cubicBezTo>
                  <a:cubicBezTo>
                    <a:pt x="143" y="32"/>
                    <a:pt x="126" y="17"/>
                    <a:pt x="111" y="1"/>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9" name="Google Shape;1819;p38"/>
            <p:cNvSpPr/>
            <p:nvPr/>
          </p:nvSpPr>
          <p:spPr>
            <a:xfrm>
              <a:off x="3376940" y="1790258"/>
              <a:ext cx="5565" cy="6520"/>
            </a:xfrm>
            <a:custGeom>
              <a:avLst/>
              <a:gdLst/>
              <a:ahLst/>
              <a:cxnLst/>
              <a:rect l="l" t="t" r="r" b="b"/>
              <a:pathLst>
                <a:path w="175" h="205" extrusionOk="0">
                  <a:moveTo>
                    <a:pt x="63" y="1"/>
                  </a:moveTo>
                  <a:lnTo>
                    <a:pt x="63" y="1"/>
                  </a:lnTo>
                  <a:lnTo>
                    <a:pt x="63" y="1"/>
                  </a:lnTo>
                  <a:lnTo>
                    <a:pt x="48" y="1"/>
                  </a:lnTo>
                  <a:lnTo>
                    <a:pt x="32" y="16"/>
                  </a:lnTo>
                  <a:lnTo>
                    <a:pt x="32" y="16"/>
                  </a:lnTo>
                  <a:lnTo>
                    <a:pt x="0" y="127"/>
                  </a:lnTo>
                  <a:cubicBezTo>
                    <a:pt x="0" y="142"/>
                    <a:pt x="0" y="158"/>
                    <a:pt x="17" y="158"/>
                  </a:cubicBezTo>
                  <a:lnTo>
                    <a:pt x="80" y="190"/>
                  </a:lnTo>
                  <a:cubicBezTo>
                    <a:pt x="80" y="190"/>
                    <a:pt x="80" y="205"/>
                    <a:pt x="95" y="205"/>
                  </a:cubicBezTo>
                  <a:lnTo>
                    <a:pt x="111" y="190"/>
                  </a:lnTo>
                  <a:lnTo>
                    <a:pt x="158" y="158"/>
                  </a:lnTo>
                  <a:lnTo>
                    <a:pt x="158" y="158"/>
                  </a:lnTo>
                  <a:lnTo>
                    <a:pt x="158" y="142"/>
                  </a:lnTo>
                  <a:cubicBezTo>
                    <a:pt x="174" y="127"/>
                    <a:pt x="158" y="110"/>
                    <a:pt x="158" y="110"/>
                  </a:cubicBezTo>
                  <a:cubicBezTo>
                    <a:pt x="158" y="95"/>
                    <a:pt x="143" y="95"/>
                    <a:pt x="126" y="95"/>
                  </a:cubicBezTo>
                  <a:lnTo>
                    <a:pt x="126" y="95"/>
                  </a:lnTo>
                  <a:lnTo>
                    <a:pt x="126" y="95"/>
                  </a:lnTo>
                  <a:cubicBezTo>
                    <a:pt x="126" y="110"/>
                    <a:pt x="126" y="142"/>
                    <a:pt x="95" y="142"/>
                  </a:cubicBezTo>
                  <a:lnTo>
                    <a:pt x="80" y="142"/>
                  </a:lnTo>
                  <a:lnTo>
                    <a:pt x="80" y="142"/>
                  </a:lnTo>
                  <a:cubicBezTo>
                    <a:pt x="63" y="142"/>
                    <a:pt x="48" y="127"/>
                    <a:pt x="32" y="110"/>
                  </a:cubicBezTo>
                  <a:cubicBezTo>
                    <a:pt x="32" y="95"/>
                    <a:pt x="48" y="79"/>
                    <a:pt x="63" y="64"/>
                  </a:cubicBezTo>
                  <a:lnTo>
                    <a:pt x="95" y="64"/>
                  </a:lnTo>
                  <a:lnTo>
                    <a:pt x="95" y="32"/>
                  </a:lnTo>
                  <a:cubicBezTo>
                    <a:pt x="111"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0" name="Google Shape;1820;p38"/>
            <p:cNvSpPr/>
            <p:nvPr/>
          </p:nvSpPr>
          <p:spPr>
            <a:xfrm>
              <a:off x="3398980" y="1800785"/>
              <a:ext cx="4548" cy="2544"/>
            </a:xfrm>
            <a:custGeom>
              <a:avLst/>
              <a:gdLst/>
              <a:ahLst/>
              <a:cxnLst/>
              <a:rect l="l" t="t" r="r" b="b"/>
              <a:pathLst>
                <a:path w="143" h="80" extrusionOk="0">
                  <a:moveTo>
                    <a:pt x="111" y="0"/>
                  </a:moveTo>
                  <a:lnTo>
                    <a:pt x="95" y="0"/>
                  </a:lnTo>
                  <a:lnTo>
                    <a:pt x="48" y="0"/>
                  </a:lnTo>
                  <a:cubicBezTo>
                    <a:pt x="32" y="16"/>
                    <a:pt x="32" y="16"/>
                    <a:pt x="17" y="16"/>
                  </a:cubicBezTo>
                  <a:lnTo>
                    <a:pt x="17" y="16"/>
                  </a:lnTo>
                  <a:lnTo>
                    <a:pt x="17" y="16"/>
                  </a:lnTo>
                  <a:cubicBezTo>
                    <a:pt x="17" y="16"/>
                    <a:pt x="0" y="32"/>
                    <a:pt x="0" y="48"/>
                  </a:cubicBezTo>
                  <a:cubicBezTo>
                    <a:pt x="0" y="63"/>
                    <a:pt x="17" y="63"/>
                    <a:pt x="32" y="79"/>
                  </a:cubicBezTo>
                  <a:lnTo>
                    <a:pt x="48" y="79"/>
                  </a:lnTo>
                  <a:lnTo>
                    <a:pt x="48" y="79"/>
                  </a:lnTo>
                  <a:lnTo>
                    <a:pt x="111" y="63"/>
                  </a:lnTo>
                  <a:lnTo>
                    <a:pt x="111" y="63"/>
                  </a:lnTo>
                  <a:cubicBezTo>
                    <a:pt x="126" y="63"/>
                    <a:pt x="143" y="48"/>
                    <a:pt x="143" y="32"/>
                  </a:cubicBezTo>
                  <a:cubicBezTo>
                    <a:pt x="143" y="32"/>
                    <a:pt x="143" y="16"/>
                    <a:pt x="126" y="16"/>
                  </a:cubicBezTo>
                  <a:cubicBezTo>
                    <a:pt x="126" y="0"/>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1" name="Google Shape;1821;p38"/>
            <p:cNvSpPr/>
            <p:nvPr/>
          </p:nvSpPr>
          <p:spPr>
            <a:xfrm>
              <a:off x="3290275" y="1815796"/>
              <a:ext cx="3498" cy="2576"/>
            </a:xfrm>
            <a:custGeom>
              <a:avLst/>
              <a:gdLst/>
              <a:ahLst/>
              <a:cxnLst/>
              <a:rect l="l" t="t" r="r" b="b"/>
              <a:pathLst>
                <a:path w="110" h="81" extrusionOk="0">
                  <a:moveTo>
                    <a:pt x="110" y="1"/>
                  </a:moveTo>
                  <a:lnTo>
                    <a:pt x="78" y="17"/>
                  </a:lnTo>
                  <a:lnTo>
                    <a:pt x="78" y="17"/>
                  </a:lnTo>
                  <a:cubicBezTo>
                    <a:pt x="63" y="17"/>
                    <a:pt x="63" y="17"/>
                    <a:pt x="63" y="1"/>
                  </a:cubicBezTo>
                  <a:lnTo>
                    <a:pt x="47" y="17"/>
                  </a:lnTo>
                  <a:lnTo>
                    <a:pt x="0" y="32"/>
                  </a:lnTo>
                  <a:cubicBezTo>
                    <a:pt x="0" y="49"/>
                    <a:pt x="0" y="64"/>
                    <a:pt x="15" y="64"/>
                  </a:cubicBezTo>
                  <a:lnTo>
                    <a:pt x="32" y="80"/>
                  </a:lnTo>
                  <a:cubicBezTo>
                    <a:pt x="47" y="80"/>
                    <a:pt x="63" y="64"/>
                    <a:pt x="63" y="64"/>
                  </a:cubicBezTo>
                  <a:lnTo>
                    <a:pt x="78" y="49"/>
                  </a:lnTo>
                  <a:lnTo>
                    <a:pt x="95" y="17"/>
                  </a:lnTo>
                  <a:cubicBezTo>
                    <a:pt x="110" y="17"/>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2" name="Google Shape;1822;p38"/>
            <p:cNvSpPr/>
            <p:nvPr/>
          </p:nvSpPr>
          <p:spPr>
            <a:xfrm>
              <a:off x="3393955" y="1784247"/>
              <a:ext cx="3562" cy="6520"/>
            </a:xfrm>
            <a:custGeom>
              <a:avLst/>
              <a:gdLst/>
              <a:ahLst/>
              <a:cxnLst/>
              <a:rect l="l" t="t" r="r" b="b"/>
              <a:pathLst>
                <a:path w="112" h="205" extrusionOk="0">
                  <a:moveTo>
                    <a:pt x="80" y="1"/>
                  </a:moveTo>
                  <a:lnTo>
                    <a:pt x="64" y="1"/>
                  </a:lnTo>
                  <a:cubicBezTo>
                    <a:pt x="64" y="1"/>
                    <a:pt x="49" y="1"/>
                    <a:pt x="49" y="16"/>
                  </a:cubicBezTo>
                  <a:lnTo>
                    <a:pt x="49" y="16"/>
                  </a:lnTo>
                  <a:lnTo>
                    <a:pt x="1" y="158"/>
                  </a:lnTo>
                  <a:lnTo>
                    <a:pt x="1" y="173"/>
                  </a:lnTo>
                  <a:cubicBezTo>
                    <a:pt x="1" y="190"/>
                    <a:pt x="17" y="190"/>
                    <a:pt x="17" y="190"/>
                  </a:cubicBezTo>
                  <a:cubicBezTo>
                    <a:pt x="17" y="205"/>
                    <a:pt x="32" y="205"/>
                    <a:pt x="32" y="205"/>
                  </a:cubicBezTo>
                  <a:lnTo>
                    <a:pt x="49" y="205"/>
                  </a:lnTo>
                  <a:cubicBezTo>
                    <a:pt x="64" y="205"/>
                    <a:pt x="80" y="190"/>
                    <a:pt x="80" y="173"/>
                  </a:cubicBezTo>
                  <a:lnTo>
                    <a:pt x="80" y="173"/>
                  </a:lnTo>
                  <a:lnTo>
                    <a:pt x="95" y="95"/>
                  </a:lnTo>
                  <a:lnTo>
                    <a:pt x="112" y="32"/>
                  </a:lnTo>
                  <a:lnTo>
                    <a:pt x="112" y="32"/>
                  </a:lnTo>
                  <a:cubicBezTo>
                    <a:pt x="112" y="16"/>
                    <a:pt x="112" y="16"/>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3" name="Google Shape;1823;p38"/>
            <p:cNvSpPr/>
            <p:nvPr/>
          </p:nvSpPr>
          <p:spPr>
            <a:xfrm>
              <a:off x="3423023" y="1754669"/>
              <a:ext cx="6042" cy="1558"/>
            </a:xfrm>
            <a:custGeom>
              <a:avLst/>
              <a:gdLst/>
              <a:ahLst/>
              <a:cxnLst/>
              <a:rect l="l" t="t" r="r" b="b"/>
              <a:pathLst>
                <a:path w="190" h="49" extrusionOk="0">
                  <a:moveTo>
                    <a:pt x="95" y="17"/>
                  </a:moveTo>
                  <a:cubicBezTo>
                    <a:pt x="112" y="17"/>
                    <a:pt x="112" y="32"/>
                    <a:pt x="112" y="48"/>
                  </a:cubicBezTo>
                  <a:lnTo>
                    <a:pt x="112" y="48"/>
                  </a:lnTo>
                  <a:lnTo>
                    <a:pt x="175" y="32"/>
                  </a:lnTo>
                  <a:lnTo>
                    <a:pt x="190" y="32"/>
                  </a:lnTo>
                  <a:lnTo>
                    <a:pt x="190" y="17"/>
                  </a:lnTo>
                  <a:lnTo>
                    <a:pt x="190" y="17"/>
                  </a:lnTo>
                  <a:lnTo>
                    <a:pt x="95" y="17"/>
                  </a:lnTo>
                  <a:close/>
                  <a:moveTo>
                    <a:pt x="17" y="1"/>
                  </a:moveTo>
                  <a:cubicBezTo>
                    <a:pt x="1" y="1"/>
                    <a:pt x="1" y="17"/>
                    <a:pt x="1" y="17"/>
                  </a:cubicBezTo>
                  <a:lnTo>
                    <a:pt x="17" y="17"/>
                  </a:lnTo>
                  <a:lnTo>
                    <a:pt x="32" y="32"/>
                  </a:lnTo>
                  <a:cubicBezTo>
                    <a:pt x="49" y="32"/>
                    <a:pt x="49" y="48"/>
                    <a:pt x="49" y="48"/>
                  </a:cubicBezTo>
                  <a:lnTo>
                    <a:pt x="49" y="32"/>
                  </a:lnTo>
                  <a:cubicBezTo>
                    <a:pt x="49" y="17"/>
                    <a:pt x="64" y="17"/>
                    <a:pt x="64" y="1"/>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4" name="Google Shape;1824;p38"/>
            <p:cNvSpPr/>
            <p:nvPr/>
          </p:nvSpPr>
          <p:spPr>
            <a:xfrm>
              <a:off x="3162996" y="1812806"/>
              <a:ext cx="3498" cy="3021"/>
            </a:xfrm>
            <a:custGeom>
              <a:avLst/>
              <a:gdLst/>
              <a:ahLst/>
              <a:cxnLst/>
              <a:rect l="l" t="t" r="r" b="b"/>
              <a:pathLst>
                <a:path w="110" h="95" extrusionOk="0">
                  <a:moveTo>
                    <a:pt x="32" y="0"/>
                  </a:moveTo>
                  <a:lnTo>
                    <a:pt x="32" y="0"/>
                  </a:lnTo>
                  <a:lnTo>
                    <a:pt x="32" y="0"/>
                  </a:lnTo>
                  <a:lnTo>
                    <a:pt x="15" y="0"/>
                  </a:lnTo>
                  <a:cubicBezTo>
                    <a:pt x="15" y="17"/>
                    <a:pt x="0" y="17"/>
                    <a:pt x="0" y="32"/>
                  </a:cubicBezTo>
                  <a:lnTo>
                    <a:pt x="0" y="48"/>
                  </a:lnTo>
                  <a:lnTo>
                    <a:pt x="0" y="63"/>
                  </a:lnTo>
                  <a:lnTo>
                    <a:pt x="0" y="80"/>
                  </a:lnTo>
                  <a:cubicBezTo>
                    <a:pt x="15" y="80"/>
                    <a:pt x="15" y="80"/>
                    <a:pt x="32" y="95"/>
                  </a:cubicBezTo>
                  <a:lnTo>
                    <a:pt x="32" y="95"/>
                  </a:lnTo>
                  <a:lnTo>
                    <a:pt x="47" y="95"/>
                  </a:lnTo>
                  <a:cubicBezTo>
                    <a:pt x="63" y="95"/>
                    <a:pt x="78" y="95"/>
                    <a:pt x="95" y="80"/>
                  </a:cubicBezTo>
                  <a:lnTo>
                    <a:pt x="95" y="80"/>
                  </a:lnTo>
                  <a:cubicBezTo>
                    <a:pt x="110" y="80"/>
                    <a:pt x="110" y="48"/>
                    <a:pt x="110" y="32"/>
                  </a:cubicBezTo>
                  <a:cubicBezTo>
                    <a:pt x="110" y="17"/>
                    <a:pt x="95" y="17"/>
                    <a:pt x="78" y="17"/>
                  </a:cubicBezTo>
                  <a:lnTo>
                    <a:pt x="63" y="17"/>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5" name="Google Shape;1825;p38"/>
            <p:cNvSpPr/>
            <p:nvPr/>
          </p:nvSpPr>
          <p:spPr>
            <a:xfrm>
              <a:off x="3425568" y="1800276"/>
              <a:ext cx="5502" cy="3530"/>
            </a:xfrm>
            <a:custGeom>
              <a:avLst/>
              <a:gdLst/>
              <a:ahLst/>
              <a:cxnLst/>
              <a:rect l="l" t="t" r="r" b="b"/>
              <a:pathLst>
                <a:path w="173" h="111" extrusionOk="0">
                  <a:moveTo>
                    <a:pt x="47" y="1"/>
                  </a:moveTo>
                  <a:lnTo>
                    <a:pt x="32" y="1"/>
                  </a:lnTo>
                  <a:lnTo>
                    <a:pt x="32" y="1"/>
                  </a:lnTo>
                  <a:cubicBezTo>
                    <a:pt x="15" y="1"/>
                    <a:pt x="15" y="16"/>
                    <a:pt x="0" y="32"/>
                  </a:cubicBezTo>
                  <a:cubicBezTo>
                    <a:pt x="0" y="48"/>
                    <a:pt x="15" y="64"/>
                    <a:pt x="32" y="64"/>
                  </a:cubicBezTo>
                  <a:lnTo>
                    <a:pt x="32" y="79"/>
                  </a:lnTo>
                  <a:lnTo>
                    <a:pt x="47" y="79"/>
                  </a:lnTo>
                  <a:lnTo>
                    <a:pt x="47" y="79"/>
                  </a:lnTo>
                  <a:cubicBezTo>
                    <a:pt x="63" y="79"/>
                    <a:pt x="63" y="79"/>
                    <a:pt x="63" y="95"/>
                  </a:cubicBezTo>
                  <a:cubicBezTo>
                    <a:pt x="78" y="95"/>
                    <a:pt x="95" y="111"/>
                    <a:pt x="110" y="111"/>
                  </a:cubicBezTo>
                  <a:cubicBezTo>
                    <a:pt x="126" y="111"/>
                    <a:pt x="141" y="95"/>
                    <a:pt x="158" y="79"/>
                  </a:cubicBezTo>
                  <a:lnTo>
                    <a:pt x="173" y="79"/>
                  </a:lnTo>
                  <a:lnTo>
                    <a:pt x="173" y="32"/>
                  </a:lnTo>
                  <a:cubicBezTo>
                    <a:pt x="158" y="16"/>
                    <a:pt x="158" y="16"/>
                    <a:pt x="141" y="16"/>
                  </a:cubicBezTo>
                  <a:cubicBezTo>
                    <a:pt x="126" y="16"/>
                    <a:pt x="126" y="16"/>
                    <a:pt x="110" y="32"/>
                  </a:cubicBezTo>
                  <a:lnTo>
                    <a:pt x="110" y="32"/>
                  </a:lnTo>
                  <a:lnTo>
                    <a:pt x="95"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6" name="Google Shape;1826;p38"/>
            <p:cNvSpPr/>
            <p:nvPr/>
          </p:nvSpPr>
          <p:spPr>
            <a:xfrm>
              <a:off x="3386481" y="1785741"/>
              <a:ext cx="3498" cy="3562"/>
            </a:xfrm>
            <a:custGeom>
              <a:avLst/>
              <a:gdLst/>
              <a:ahLst/>
              <a:cxnLst/>
              <a:rect l="l" t="t" r="r" b="b"/>
              <a:pathLst>
                <a:path w="110" h="112" extrusionOk="0">
                  <a:moveTo>
                    <a:pt x="32" y="0"/>
                  </a:moveTo>
                  <a:lnTo>
                    <a:pt x="32" y="0"/>
                  </a:lnTo>
                  <a:lnTo>
                    <a:pt x="15" y="0"/>
                  </a:lnTo>
                  <a:lnTo>
                    <a:pt x="15" y="0"/>
                  </a:lnTo>
                  <a:cubicBezTo>
                    <a:pt x="0" y="17"/>
                    <a:pt x="0" y="32"/>
                    <a:pt x="0" y="48"/>
                  </a:cubicBezTo>
                  <a:lnTo>
                    <a:pt x="15" y="63"/>
                  </a:lnTo>
                  <a:lnTo>
                    <a:pt x="47" y="111"/>
                  </a:lnTo>
                  <a:lnTo>
                    <a:pt x="47" y="111"/>
                  </a:lnTo>
                  <a:cubicBezTo>
                    <a:pt x="63" y="95"/>
                    <a:pt x="78" y="95"/>
                    <a:pt x="95" y="95"/>
                  </a:cubicBezTo>
                  <a:lnTo>
                    <a:pt x="110" y="95"/>
                  </a:lnTo>
                  <a:lnTo>
                    <a:pt x="110" y="95"/>
                  </a:lnTo>
                  <a:lnTo>
                    <a:pt x="110" y="63"/>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7" name="Google Shape;1827;p38"/>
            <p:cNvSpPr/>
            <p:nvPr/>
          </p:nvSpPr>
          <p:spPr>
            <a:xfrm>
              <a:off x="3425027" y="1788254"/>
              <a:ext cx="4580" cy="6520"/>
            </a:xfrm>
            <a:custGeom>
              <a:avLst/>
              <a:gdLst/>
              <a:ahLst/>
              <a:cxnLst/>
              <a:rect l="l" t="t" r="r" b="b"/>
              <a:pathLst>
                <a:path w="144" h="205" extrusionOk="0">
                  <a:moveTo>
                    <a:pt x="64" y="1"/>
                  </a:moveTo>
                  <a:lnTo>
                    <a:pt x="64" y="1"/>
                  </a:lnTo>
                  <a:cubicBezTo>
                    <a:pt x="49" y="1"/>
                    <a:pt x="32" y="16"/>
                    <a:pt x="32" y="32"/>
                  </a:cubicBezTo>
                  <a:lnTo>
                    <a:pt x="32" y="47"/>
                  </a:lnTo>
                  <a:lnTo>
                    <a:pt x="1" y="79"/>
                  </a:lnTo>
                  <a:lnTo>
                    <a:pt x="49" y="95"/>
                  </a:lnTo>
                  <a:lnTo>
                    <a:pt x="64" y="110"/>
                  </a:lnTo>
                  <a:lnTo>
                    <a:pt x="112" y="205"/>
                  </a:lnTo>
                  <a:lnTo>
                    <a:pt x="112" y="205"/>
                  </a:lnTo>
                  <a:lnTo>
                    <a:pt x="127" y="205"/>
                  </a:lnTo>
                  <a:cubicBezTo>
                    <a:pt x="143" y="205"/>
                    <a:pt x="143" y="173"/>
                    <a:pt x="127" y="158"/>
                  </a:cubicBezTo>
                  <a:lnTo>
                    <a:pt x="127" y="142"/>
                  </a:lnTo>
                  <a:lnTo>
                    <a:pt x="80" y="95"/>
                  </a:lnTo>
                  <a:lnTo>
                    <a:pt x="80" y="95"/>
                  </a:lnTo>
                  <a:lnTo>
                    <a:pt x="95" y="64"/>
                  </a:lnTo>
                  <a:lnTo>
                    <a:pt x="95" y="47"/>
                  </a:lnTo>
                  <a:cubicBezTo>
                    <a:pt x="95" y="32"/>
                    <a:pt x="95" y="16"/>
                    <a:pt x="80" y="16"/>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8" name="Google Shape;1828;p38"/>
            <p:cNvSpPr/>
            <p:nvPr/>
          </p:nvSpPr>
          <p:spPr>
            <a:xfrm>
              <a:off x="3437049" y="1788254"/>
              <a:ext cx="2035" cy="2512"/>
            </a:xfrm>
            <a:custGeom>
              <a:avLst/>
              <a:gdLst/>
              <a:ahLst/>
              <a:cxnLst/>
              <a:rect l="l" t="t" r="r" b="b"/>
              <a:pathLst>
                <a:path w="64" h="79" extrusionOk="0">
                  <a:moveTo>
                    <a:pt x="1" y="1"/>
                  </a:moveTo>
                  <a:lnTo>
                    <a:pt x="1" y="32"/>
                  </a:lnTo>
                  <a:lnTo>
                    <a:pt x="1" y="47"/>
                  </a:lnTo>
                  <a:cubicBezTo>
                    <a:pt x="1" y="64"/>
                    <a:pt x="1" y="64"/>
                    <a:pt x="17" y="64"/>
                  </a:cubicBezTo>
                  <a:cubicBezTo>
                    <a:pt x="17" y="79"/>
                    <a:pt x="17" y="79"/>
                    <a:pt x="32" y="79"/>
                  </a:cubicBezTo>
                  <a:lnTo>
                    <a:pt x="32" y="79"/>
                  </a:lnTo>
                  <a:lnTo>
                    <a:pt x="49" y="64"/>
                  </a:lnTo>
                  <a:cubicBezTo>
                    <a:pt x="64" y="64"/>
                    <a:pt x="64" y="47"/>
                    <a:pt x="64" y="47"/>
                  </a:cubicBezTo>
                  <a:lnTo>
                    <a:pt x="64" y="32"/>
                  </a:lnTo>
                  <a:lnTo>
                    <a:pt x="64" y="32"/>
                  </a:lnTo>
                  <a:cubicBezTo>
                    <a:pt x="32" y="32"/>
                    <a:pt x="17" y="16"/>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9" name="Google Shape;1829;p38"/>
            <p:cNvSpPr/>
            <p:nvPr/>
          </p:nvSpPr>
          <p:spPr>
            <a:xfrm>
              <a:off x="3076808" y="1807304"/>
              <a:ext cx="3498" cy="2512"/>
            </a:xfrm>
            <a:custGeom>
              <a:avLst/>
              <a:gdLst/>
              <a:ahLst/>
              <a:cxnLst/>
              <a:rect l="l" t="t" r="r" b="b"/>
              <a:pathLst>
                <a:path w="110" h="79" extrusionOk="0">
                  <a:moveTo>
                    <a:pt x="95" y="0"/>
                  </a:moveTo>
                  <a:lnTo>
                    <a:pt x="78" y="0"/>
                  </a:lnTo>
                  <a:lnTo>
                    <a:pt x="78" y="0"/>
                  </a:lnTo>
                  <a:lnTo>
                    <a:pt x="32" y="16"/>
                  </a:lnTo>
                  <a:cubicBezTo>
                    <a:pt x="15" y="16"/>
                    <a:pt x="0" y="32"/>
                    <a:pt x="0" y="47"/>
                  </a:cubicBezTo>
                  <a:cubicBezTo>
                    <a:pt x="0" y="63"/>
                    <a:pt x="15" y="79"/>
                    <a:pt x="32" y="79"/>
                  </a:cubicBezTo>
                  <a:lnTo>
                    <a:pt x="47" y="79"/>
                  </a:lnTo>
                  <a:lnTo>
                    <a:pt x="63" y="63"/>
                  </a:lnTo>
                  <a:lnTo>
                    <a:pt x="63" y="47"/>
                  </a:lnTo>
                  <a:cubicBezTo>
                    <a:pt x="63" y="32"/>
                    <a:pt x="63" y="32"/>
                    <a:pt x="78" y="16"/>
                  </a:cubicBezTo>
                  <a:lnTo>
                    <a:pt x="95" y="16"/>
                  </a:lnTo>
                  <a:cubicBezTo>
                    <a:pt x="95" y="0"/>
                    <a:pt x="95"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0" name="Google Shape;1830;p38"/>
            <p:cNvSpPr/>
            <p:nvPr/>
          </p:nvSpPr>
          <p:spPr>
            <a:xfrm>
              <a:off x="3426045" y="1777250"/>
              <a:ext cx="2544" cy="3498"/>
            </a:xfrm>
            <a:custGeom>
              <a:avLst/>
              <a:gdLst/>
              <a:ahLst/>
              <a:cxnLst/>
              <a:rect l="l" t="t" r="r" b="b"/>
              <a:pathLst>
                <a:path w="80" h="110" extrusionOk="0">
                  <a:moveTo>
                    <a:pt x="32" y="0"/>
                  </a:moveTo>
                  <a:lnTo>
                    <a:pt x="32" y="0"/>
                  </a:lnTo>
                  <a:cubicBezTo>
                    <a:pt x="17" y="0"/>
                    <a:pt x="0" y="15"/>
                    <a:pt x="0" y="32"/>
                  </a:cubicBezTo>
                  <a:lnTo>
                    <a:pt x="0" y="78"/>
                  </a:lnTo>
                  <a:cubicBezTo>
                    <a:pt x="0" y="95"/>
                    <a:pt x="17" y="110"/>
                    <a:pt x="32" y="110"/>
                  </a:cubicBezTo>
                  <a:lnTo>
                    <a:pt x="48" y="110"/>
                  </a:lnTo>
                  <a:cubicBezTo>
                    <a:pt x="63" y="110"/>
                    <a:pt x="80" y="95"/>
                    <a:pt x="80" y="63"/>
                  </a:cubicBezTo>
                  <a:lnTo>
                    <a:pt x="63" y="15"/>
                  </a:lnTo>
                  <a:cubicBezTo>
                    <a:pt x="63"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1" name="Google Shape;1831;p38"/>
            <p:cNvSpPr/>
            <p:nvPr/>
          </p:nvSpPr>
          <p:spPr>
            <a:xfrm>
              <a:off x="3400506" y="1791752"/>
              <a:ext cx="5502" cy="4548"/>
            </a:xfrm>
            <a:custGeom>
              <a:avLst/>
              <a:gdLst/>
              <a:ahLst/>
              <a:cxnLst/>
              <a:rect l="l" t="t" r="r" b="b"/>
              <a:pathLst>
                <a:path w="173" h="143" extrusionOk="0">
                  <a:moveTo>
                    <a:pt x="126" y="0"/>
                  </a:moveTo>
                  <a:lnTo>
                    <a:pt x="126" y="0"/>
                  </a:lnTo>
                  <a:lnTo>
                    <a:pt x="110" y="0"/>
                  </a:lnTo>
                  <a:lnTo>
                    <a:pt x="110" y="0"/>
                  </a:lnTo>
                  <a:lnTo>
                    <a:pt x="78" y="17"/>
                  </a:lnTo>
                  <a:lnTo>
                    <a:pt x="32" y="80"/>
                  </a:lnTo>
                  <a:lnTo>
                    <a:pt x="15" y="80"/>
                  </a:lnTo>
                  <a:cubicBezTo>
                    <a:pt x="0" y="95"/>
                    <a:pt x="0" y="111"/>
                    <a:pt x="15" y="126"/>
                  </a:cubicBezTo>
                  <a:cubicBezTo>
                    <a:pt x="15" y="143"/>
                    <a:pt x="32" y="143"/>
                    <a:pt x="47" y="143"/>
                  </a:cubicBezTo>
                  <a:cubicBezTo>
                    <a:pt x="47" y="143"/>
                    <a:pt x="63" y="143"/>
                    <a:pt x="63" y="126"/>
                  </a:cubicBezTo>
                  <a:lnTo>
                    <a:pt x="95" y="111"/>
                  </a:lnTo>
                  <a:lnTo>
                    <a:pt x="110" y="95"/>
                  </a:lnTo>
                  <a:lnTo>
                    <a:pt x="158" y="48"/>
                  </a:lnTo>
                  <a:cubicBezTo>
                    <a:pt x="158" y="48"/>
                    <a:pt x="173" y="17"/>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2" name="Google Shape;1832;p38"/>
            <p:cNvSpPr/>
            <p:nvPr/>
          </p:nvSpPr>
          <p:spPr>
            <a:xfrm>
              <a:off x="3399966" y="1773720"/>
              <a:ext cx="4580" cy="3021"/>
            </a:xfrm>
            <a:custGeom>
              <a:avLst/>
              <a:gdLst/>
              <a:ahLst/>
              <a:cxnLst/>
              <a:rect l="l" t="t" r="r" b="b"/>
              <a:pathLst>
                <a:path w="144" h="95" extrusionOk="0">
                  <a:moveTo>
                    <a:pt x="32" y="0"/>
                  </a:moveTo>
                  <a:lnTo>
                    <a:pt x="32" y="0"/>
                  </a:lnTo>
                  <a:cubicBezTo>
                    <a:pt x="17" y="0"/>
                    <a:pt x="17" y="0"/>
                    <a:pt x="1" y="17"/>
                  </a:cubicBezTo>
                  <a:lnTo>
                    <a:pt x="1" y="32"/>
                  </a:lnTo>
                  <a:lnTo>
                    <a:pt x="1" y="48"/>
                  </a:lnTo>
                  <a:cubicBezTo>
                    <a:pt x="17" y="48"/>
                    <a:pt x="17" y="63"/>
                    <a:pt x="17" y="63"/>
                  </a:cubicBezTo>
                  <a:lnTo>
                    <a:pt x="80" y="80"/>
                  </a:lnTo>
                  <a:lnTo>
                    <a:pt x="95" y="95"/>
                  </a:lnTo>
                  <a:cubicBezTo>
                    <a:pt x="112" y="95"/>
                    <a:pt x="127" y="80"/>
                    <a:pt x="127" y="63"/>
                  </a:cubicBezTo>
                  <a:cubicBezTo>
                    <a:pt x="143" y="48"/>
                    <a:pt x="127" y="32"/>
                    <a:pt x="112"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3" name="Google Shape;1833;p38"/>
            <p:cNvSpPr/>
            <p:nvPr/>
          </p:nvSpPr>
          <p:spPr>
            <a:xfrm>
              <a:off x="3344850" y="1786250"/>
              <a:ext cx="4039" cy="2512"/>
            </a:xfrm>
            <a:custGeom>
              <a:avLst/>
              <a:gdLst/>
              <a:ahLst/>
              <a:cxnLst/>
              <a:rect l="l" t="t" r="r" b="b"/>
              <a:pathLst>
                <a:path w="127" h="79" extrusionOk="0">
                  <a:moveTo>
                    <a:pt x="32" y="1"/>
                  </a:moveTo>
                  <a:lnTo>
                    <a:pt x="32" y="1"/>
                  </a:lnTo>
                  <a:cubicBezTo>
                    <a:pt x="17" y="1"/>
                    <a:pt x="1" y="16"/>
                    <a:pt x="1" y="32"/>
                  </a:cubicBezTo>
                  <a:cubicBezTo>
                    <a:pt x="1" y="47"/>
                    <a:pt x="17" y="64"/>
                    <a:pt x="32" y="64"/>
                  </a:cubicBezTo>
                  <a:lnTo>
                    <a:pt x="64" y="79"/>
                  </a:lnTo>
                  <a:lnTo>
                    <a:pt x="95" y="79"/>
                  </a:lnTo>
                  <a:lnTo>
                    <a:pt x="95" y="79"/>
                  </a:lnTo>
                  <a:cubicBezTo>
                    <a:pt x="112" y="79"/>
                    <a:pt x="127" y="64"/>
                    <a:pt x="127" y="47"/>
                  </a:cubicBezTo>
                  <a:lnTo>
                    <a:pt x="127" y="47"/>
                  </a:lnTo>
                  <a:cubicBezTo>
                    <a:pt x="127" y="47"/>
                    <a:pt x="112" y="47"/>
                    <a:pt x="112" y="32"/>
                  </a:cubicBezTo>
                  <a:lnTo>
                    <a:pt x="95" y="32"/>
                  </a:lnTo>
                  <a:lnTo>
                    <a:pt x="80" y="16"/>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4" name="Google Shape;1834;p38"/>
            <p:cNvSpPr/>
            <p:nvPr/>
          </p:nvSpPr>
          <p:spPr>
            <a:xfrm>
              <a:off x="3079289" y="1804792"/>
              <a:ext cx="4548" cy="4548"/>
            </a:xfrm>
            <a:custGeom>
              <a:avLst/>
              <a:gdLst/>
              <a:ahLst/>
              <a:cxnLst/>
              <a:rect l="l" t="t" r="r" b="b"/>
              <a:pathLst>
                <a:path w="143" h="143" extrusionOk="0">
                  <a:moveTo>
                    <a:pt x="48" y="0"/>
                  </a:moveTo>
                  <a:lnTo>
                    <a:pt x="32" y="0"/>
                  </a:lnTo>
                  <a:lnTo>
                    <a:pt x="17" y="16"/>
                  </a:lnTo>
                  <a:cubicBezTo>
                    <a:pt x="0" y="16"/>
                    <a:pt x="0" y="48"/>
                    <a:pt x="17" y="63"/>
                  </a:cubicBezTo>
                  <a:lnTo>
                    <a:pt x="32" y="79"/>
                  </a:lnTo>
                  <a:lnTo>
                    <a:pt x="32" y="79"/>
                  </a:lnTo>
                  <a:cubicBezTo>
                    <a:pt x="48" y="79"/>
                    <a:pt x="48" y="79"/>
                    <a:pt x="63" y="95"/>
                  </a:cubicBezTo>
                  <a:lnTo>
                    <a:pt x="63" y="126"/>
                  </a:lnTo>
                  <a:lnTo>
                    <a:pt x="63" y="126"/>
                  </a:lnTo>
                  <a:lnTo>
                    <a:pt x="63" y="126"/>
                  </a:lnTo>
                  <a:lnTo>
                    <a:pt x="80" y="126"/>
                  </a:lnTo>
                  <a:lnTo>
                    <a:pt x="80" y="126"/>
                  </a:lnTo>
                  <a:cubicBezTo>
                    <a:pt x="95" y="126"/>
                    <a:pt x="111" y="126"/>
                    <a:pt x="111" y="142"/>
                  </a:cubicBezTo>
                  <a:lnTo>
                    <a:pt x="111" y="142"/>
                  </a:lnTo>
                  <a:cubicBezTo>
                    <a:pt x="126" y="126"/>
                    <a:pt x="143" y="95"/>
                    <a:pt x="126" y="79"/>
                  </a:cubicBezTo>
                  <a:lnTo>
                    <a:pt x="111" y="63"/>
                  </a:lnTo>
                  <a:lnTo>
                    <a:pt x="63" y="16"/>
                  </a:ln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5" name="Google Shape;1835;p38"/>
            <p:cNvSpPr/>
            <p:nvPr/>
          </p:nvSpPr>
          <p:spPr>
            <a:xfrm>
              <a:off x="3371915" y="1775723"/>
              <a:ext cx="3562" cy="4039"/>
            </a:xfrm>
            <a:custGeom>
              <a:avLst/>
              <a:gdLst/>
              <a:ahLst/>
              <a:cxnLst/>
              <a:rect l="l" t="t" r="r" b="b"/>
              <a:pathLst>
                <a:path w="112" h="127" extrusionOk="0">
                  <a:moveTo>
                    <a:pt x="80" y="0"/>
                  </a:moveTo>
                  <a:lnTo>
                    <a:pt x="80" y="0"/>
                  </a:lnTo>
                  <a:lnTo>
                    <a:pt x="80" y="0"/>
                  </a:lnTo>
                  <a:cubicBezTo>
                    <a:pt x="48" y="0"/>
                    <a:pt x="17" y="17"/>
                    <a:pt x="1" y="32"/>
                  </a:cubicBezTo>
                  <a:lnTo>
                    <a:pt x="1" y="111"/>
                  </a:lnTo>
                  <a:cubicBezTo>
                    <a:pt x="1" y="126"/>
                    <a:pt x="17" y="126"/>
                    <a:pt x="32" y="126"/>
                  </a:cubicBezTo>
                  <a:lnTo>
                    <a:pt x="48" y="126"/>
                  </a:lnTo>
                  <a:cubicBezTo>
                    <a:pt x="64" y="126"/>
                    <a:pt x="64" y="111"/>
                    <a:pt x="64" y="95"/>
                  </a:cubicBezTo>
                  <a:lnTo>
                    <a:pt x="64" y="80"/>
                  </a:lnTo>
                  <a:lnTo>
                    <a:pt x="64" y="80"/>
                  </a:lnTo>
                  <a:lnTo>
                    <a:pt x="80" y="63"/>
                  </a:lnTo>
                  <a:cubicBezTo>
                    <a:pt x="95" y="63"/>
                    <a:pt x="112" y="63"/>
                    <a:pt x="112" y="48"/>
                  </a:cubicBezTo>
                  <a:lnTo>
                    <a:pt x="112" y="32"/>
                  </a:lnTo>
                  <a:cubicBezTo>
                    <a:pt x="112"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6" name="Google Shape;1836;p38"/>
            <p:cNvSpPr/>
            <p:nvPr/>
          </p:nvSpPr>
          <p:spPr>
            <a:xfrm>
              <a:off x="3178008" y="1818340"/>
              <a:ext cx="4516" cy="4039"/>
            </a:xfrm>
            <a:custGeom>
              <a:avLst/>
              <a:gdLst/>
              <a:ahLst/>
              <a:cxnLst/>
              <a:rect l="l" t="t" r="r" b="b"/>
              <a:pathLst>
                <a:path w="142" h="127" extrusionOk="0">
                  <a:moveTo>
                    <a:pt x="95" y="0"/>
                  </a:moveTo>
                  <a:lnTo>
                    <a:pt x="95" y="0"/>
                  </a:lnTo>
                  <a:lnTo>
                    <a:pt x="95" y="0"/>
                  </a:lnTo>
                  <a:lnTo>
                    <a:pt x="95" y="0"/>
                  </a:lnTo>
                  <a:lnTo>
                    <a:pt x="32" y="15"/>
                  </a:lnTo>
                  <a:lnTo>
                    <a:pt x="1" y="63"/>
                  </a:lnTo>
                  <a:lnTo>
                    <a:pt x="1" y="63"/>
                  </a:lnTo>
                  <a:lnTo>
                    <a:pt x="32" y="110"/>
                  </a:lnTo>
                  <a:cubicBezTo>
                    <a:pt x="32" y="110"/>
                    <a:pt x="47" y="126"/>
                    <a:pt x="64" y="126"/>
                  </a:cubicBezTo>
                  <a:cubicBezTo>
                    <a:pt x="64" y="126"/>
                    <a:pt x="64" y="110"/>
                    <a:pt x="79" y="110"/>
                  </a:cubicBezTo>
                  <a:lnTo>
                    <a:pt x="79" y="110"/>
                  </a:lnTo>
                  <a:cubicBezTo>
                    <a:pt x="95" y="95"/>
                    <a:pt x="95" y="78"/>
                    <a:pt x="79" y="63"/>
                  </a:cubicBezTo>
                  <a:lnTo>
                    <a:pt x="110" y="63"/>
                  </a:lnTo>
                  <a:cubicBezTo>
                    <a:pt x="127" y="47"/>
                    <a:pt x="142" y="32"/>
                    <a:pt x="127" y="15"/>
                  </a:cubicBezTo>
                  <a:cubicBezTo>
                    <a:pt x="127"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7" name="Google Shape;1837;p38"/>
            <p:cNvSpPr/>
            <p:nvPr/>
          </p:nvSpPr>
          <p:spPr>
            <a:xfrm>
              <a:off x="3412528" y="1793279"/>
              <a:ext cx="3530" cy="2512"/>
            </a:xfrm>
            <a:custGeom>
              <a:avLst/>
              <a:gdLst/>
              <a:ahLst/>
              <a:cxnLst/>
              <a:rect l="l" t="t" r="r" b="b"/>
              <a:pathLst>
                <a:path w="111" h="79" extrusionOk="0">
                  <a:moveTo>
                    <a:pt x="79" y="0"/>
                  </a:moveTo>
                  <a:lnTo>
                    <a:pt x="79" y="0"/>
                  </a:lnTo>
                  <a:lnTo>
                    <a:pt x="32" y="15"/>
                  </a:lnTo>
                  <a:cubicBezTo>
                    <a:pt x="16" y="15"/>
                    <a:pt x="0" y="15"/>
                    <a:pt x="0" y="32"/>
                  </a:cubicBezTo>
                  <a:lnTo>
                    <a:pt x="0" y="47"/>
                  </a:lnTo>
                  <a:lnTo>
                    <a:pt x="16" y="47"/>
                  </a:lnTo>
                  <a:lnTo>
                    <a:pt x="16" y="32"/>
                  </a:lnTo>
                  <a:lnTo>
                    <a:pt x="32" y="32"/>
                  </a:lnTo>
                  <a:lnTo>
                    <a:pt x="47" y="47"/>
                  </a:lnTo>
                  <a:cubicBezTo>
                    <a:pt x="63" y="63"/>
                    <a:pt x="63" y="63"/>
                    <a:pt x="63" y="78"/>
                  </a:cubicBezTo>
                  <a:lnTo>
                    <a:pt x="79" y="78"/>
                  </a:lnTo>
                  <a:cubicBezTo>
                    <a:pt x="95" y="78"/>
                    <a:pt x="95" y="63"/>
                    <a:pt x="95" y="63"/>
                  </a:cubicBezTo>
                  <a:cubicBezTo>
                    <a:pt x="110" y="63"/>
                    <a:pt x="110" y="47"/>
                    <a:pt x="110" y="32"/>
                  </a:cubicBezTo>
                  <a:lnTo>
                    <a:pt x="95" y="15"/>
                  </a:lnTo>
                  <a:cubicBezTo>
                    <a:pt x="79" y="15"/>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8" name="Google Shape;1838;p38"/>
            <p:cNvSpPr/>
            <p:nvPr/>
          </p:nvSpPr>
          <p:spPr>
            <a:xfrm>
              <a:off x="3154441" y="1813315"/>
              <a:ext cx="4039" cy="3530"/>
            </a:xfrm>
            <a:custGeom>
              <a:avLst/>
              <a:gdLst/>
              <a:ahLst/>
              <a:cxnLst/>
              <a:rect l="l" t="t" r="r" b="b"/>
              <a:pathLst>
                <a:path w="127" h="111" extrusionOk="0">
                  <a:moveTo>
                    <a:pt x="64" y="47"/>
                  </a:moveTo>
                  <a:lnTo>
                    <a:pt x="64" y="47"/>
                  </a:lnTo>
                  <a:lnTo>
                    <a:pt x="64" y="47"/>
                  </a:lnTo>
                  <a:close/>
                  <a:moveTo>
                    <a:pt x="32" y="1"/>
                  </a:moveTo>
                  <a:cubicBezTo>
                    <a:pt x="17" y="1"/>
                    <a:pt x="17" y="16"/>
                    <a:pt x="1" y="32"/>
                  </a:cubicBezTo>
                  <a:cubicBezTo>
                    <a:pt x="1" y="47"/>
                    <a:pt x="17" y="79"/>
                    <a:pt x="17" y="95"/>
                  </a:cubicBezTo>
                  <a:cubicBezTo>
                    <a:pt x="17" y="95"/>
                    <a:pt x="32" y="110"/>
                    <a:pt x="49" y="110"/>
                  </a:cubicBezTo>
                  <a:lnTo>
                    <a:pt x="49" y="110"/>
                  </a:lnTo>
                  <a:cubicBezTo>
                    <a:pt x="49" y="110"/>
                    <a:pt x="64" y="110"/>
                    <a:pt x="64" y="95"/>
                  </a:cubicBezTo>
                  <a:lnTo>
                    <a:pt x="64" y="95"/>
                  </a:lnTo>
                  <a:cubicBezTo>
                    <a:pt x="80" y="95"/>
                    <a:pt x="80" y="64"/>
                    <a:pt x="80" y="47"/>
                  </a:cubicBezTo>
                  <a:lnTo>
                    <a:pt x="80" y="47"/>
                  </a:lnTo>
                  <a:lnTo>
                    <a:pt x="80" y="47"/>
                  </a:lnTo>
                  <a:lnTo>
                    <a:pt x="95" y="47"/>
                  </a:lnTo>
                  <a:lnTo>
                    <a:pt x="95" y="47"/>
                  </a:lnTo>
                  <a:cubicBezTo>
                    <a:pt x="95" y="32"/>
                    <a:pt x="112" y="16"/>
                    <a:pt x="112" y="16"/>
                  </a:cubicBezTo>
                  <a:lnTo>
                    <a:pt x="127" y="16"/>
                  </a:lnTo>
                  <a:lnTo>
                    <a:pt x="127"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9" name="Google Shape;1839;p38"/>
            <p:cNvSpPr/>
            <p:nvPr/>
          </p:nvSpPr>
          <p:spPr>
            <a:xfrm>
              <a:off x="3156445" y="1814810"/>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0" name="Google Shape;1840;p38"/>
            <p:cNvSpPr/>
            <p:nvPr/>
          </p:nvSpPr>
          <p:spPr>
            <a:xfrm>
              <a:off x="3387467" y="1788731"/>
              <a:ext cx="4516" cy="4039"/>
            </a:xfrm>
            <a:custGeom>
              <a:avLst/>
              <a:gdLst/>
              <a:ahLst/>
              <a:cxnLst/>
              <a:rect l="l" t="t" r="r" b="b"/>
              <a:pathLst>
                <a:path w="142" h="127" extrusionOk="0">
                  <a:moveTo>
                    <a:pt x="79" y="1"/>
                  </a:moveTo>
                  <a:lnTo>
                    <a:pt x="64" y="1"/>
                  </a:lnTo>
                  <a:cubicBezTo>
                    <a:pt x="47" y="1"/>
                    <a:pt x="32" y="1"/>
                    <a:pt x="16" y="17"/>
                  </a:cubicBezTo>
                  <a:lnTo>
                    <a:pt x="16" y="17"/>
                  </a:lnTo>
                  <a:lnTo>
                    <a:pt x="16" y="17"/>
                  </a:lnTo>
                  <a:cubicBezTo>
                    <a:pt x="1" y="32"/>
                    <a:pt x="1" y="64"/>
                    <a:pt x="16" y="95"/>
                  </a:cubicBezTo>
                  <a:lnTo>
                    <a:pt x="16" y="95"/>
                  </a:lnTo>
                  <a:cubicBezTo>
                    <a:pt x="16" y="112"/>
                    <a:pt x="32" y="127"/>
                    <a:pt x="47" y="127"/>
                  </a:cubicBezTo>
                  <a:lnTo>
                    <a:pt x="64" y="127"/>
                  </a:lnTo>
                  <a:cubicBezTo>
                    <a:pt x="79" y="112"/>
                    <a:pt x="79" y="112"/>
                    <a:pt x="79" y="95"/>
                  </a:cubicBezTo>
                  <a:lnTo>
                    <a:pt x="79" y="80"/>
                  </a:lnTo>
                  <a:lnTo>
                    <a:pt x="79" y="64"/>
                  </a:lnTo>
                  <a:lnTo>
                    <a:pt x="95" y="64"/>
                  </a:lnTo>
                  <a:lnTo>
                    <a:pt x="95" y="64"/>
                  </a:lnTo>
                  <a:cubicBezTo>
                    <a:pt x="110" y="64"/>
                    <a:pt x="127" y="49"/>
                    <a:pt x="127" y="32"/>
                  </a:cubicBezTo>
                  <a:cubicBezTo>
                    <a:pt x="142" y="17"/>
                    <a:pt x="127" y="1"/>
                    <a:pt x="95" y="1"/>
                  </a:cubicBez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1" name="Google Shape;1841;p38"/>
            <p:cNvSpPr/>
            <p:nvPr/>
          </p:nvSpPr>
          <p:spPr>
            <a:xfrm>
              <a:off x="3080816" y="1814333"/>
              <a:ext cx="2512" cy="3498"/>
            </a:xfrm>
            <a:custGeom>
              <a:avLst/>
              <a:gdLst/>
              <a:ahLst/>
              <a:cxnLst/>
              <a:rect l="l" t="t" r="r" b="b"/>
              <a:pathLst>
                <a:path w="79" h="110" extrusionOk="0">
                  <a:moveTo>
                    <a:pt x="32" y="0"/>
                  </a:moveTo>
                  <a:lnTo>
                    <a:pt x="15" y="0"/>
                  </a:lnTo>
                  <a:lnTo>
                    <a:pt x="15" y="0"/>
                  </a:lnTo>
                  <a:lnTo>
                    <a:pt x="15" y="0"/>
                  </a:lnTo>
                  <a:lnTo>
                    <a:pt x="0" y="0"/>
                  </a:lnTo>
                  <a:lnTo>
                    <a:pt x="15" y="32"/>
                  </a:lnTo>
                  <a:cubicBezTo>
                    <a:pt x="32" y="47"/>
                    <a:pt x="32" y="63"/>
                    <a:pt x="15" y="78"/>
                  </a:cubicBezTo>
                  <a:lnTo>
                    <a:pt x="15" y="78"/>
                  </a:lnTo>
                  <a:lnTo>
                    <a:pt x="15" y="78"/>
                  </a:lnTo>
                  <a:cubicBezTo>
                    <a:pt x="15" y="95"/>
                    <a:pt x="32" y="110"/>
                    <a:pt x="47" y="110"/>
                  </a:cubicBezTo>
                  <a:lnTo>
                    <a:pt x="63" y="95"/>
                  </a:lnTo>
                  <a:cubicBezTo>
                    <a:pt x="78" y="95"/>
                    <a:pt x="78" y="78"/>
                    <a:pt x="78" y="63"/>
                  </a:cubicBezTo>
                  <a:lnTo>
                    <a:pt x="63" y="32"/>
                  </a:lnTo>
                  <a:lnTo>
                    <a:pt x="63" y="15"/>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2" name="Google Shape;1842;p38"/>
            <p:cNvSpPr/>
            <p:nvPr/>
          </p:nvSpPr>
          <p:spPr>
            <a:xfrm>
              <a:off x="3357889" y="1809785"/>
              <a:ext cx="4039" cy="5565"/>
            </a:xfrm>
            <a:custGeom>
              <a:avLst/>
              <a:gdLst/>
              <a:ahLst/>
              <a:cxnLst/>
              <a:rect l="l" t="t" r="r" b="b"/>
              <a:pathLst>
                <a:path w="127" h="175" extrusionOk="0">
                  <a:moveTo>
                    <a:pt x="63" y="1"/>
                  </a:moveTo>
                  <a:lnTo>
                    <a:pt x="63" y="1"/>
                  </a:lnTo>
                  <a:lnTo>
                    <a:pt x="48" y="1"/>
                  </a:lnTo>
                  <a:cubicBezTo>
                    <a:pt x="48" y="17"/>
                    <a:pt x="32" y="17"/>
                    <a:pt x="32" y="32"/>
                  </a:cubicBezTo>
                  <a:lnTo>
                    <a:pt x="0" y="127"/>
                  </a:lnTo>
                  <a:lnTo>
                    <a:pt x="0" y="143"/>
                  </a:lnTo>
                  <a:cubicBezTo>
                    <a:pt x="0" y="158"/>
                    <a:pt x="17" y="175"/>
                    <a:pt x="32" y="175"/>
                  </a:cubicBezTo>
                  <a:lnTo>
                    <a:pt x="32" y="175"/>
                  </a:lnTo>
                  <a:cubicBezTo>
                    <a:pt x="48" y="175"/>
                    <a:pt x="63" y="175"/>
                    <a:pt x="63" y="158"/>
                  </a:cubicBezTo>
                  <a:lnTo>
                    <a:pt x="63" y="158"/>
                  </a:lnTo>
                  <a:lnTo>
                    <a:pt x="80" y="127"/>
                  </a:lnTo>
                  <a:cubicBezTo>
                    <a:pt x="95" y="112"/>
                    <a:pt x="95" y="112"/>
                    <a:pt x="95" y="95"/>
                  </a:cubicBezTo>
                  <a:lnTo>
                    <a:pt x="126" y="64"/>
                  </a:lnTo>
                  <a:lnTo>
                    <a:pt x="126" y="32"/>
                  </a:lnTo>
                  <a:cubicBezTo>
                    <a:pt x="126" y="17"/>
                    <a:pt x="111" y="17"/>
                    <a:pt x="111"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3" name="Google Shape;1843;p38"/>
            <p:cNvSpPr/>
            <p:nvPr/>
          </p:nvSpPr>
          <p:spPr>
            <a:xfrm>
              <a:off x="3326817" y="1778713"/>
              <a:ext cx="3562" cy="4039"/>
            </a:xfrm>
            <a:custGeom>
              <a:avLst/>
              <a:gdLst/>
              <a:ahLst/>
              <a:cxnLst/>
              <a:rect l="l" t="t" r="r" b="b"/>
              <a:pathLst>
                <a:path w="112" h="127" extrusionOk="0">
                  <a:moveTo>
                    <a:pt x="64" y="49"/>
                  </a:moveTo>
                  <a:lnTo>
                    <a:pt x="64" y="49"/>
                  </a:lnTo>
                  <a:lnTo>
                    <a:pt x="64" y="49"/>
                  </a:lnTo>
                  <a:close/>
                  <a:moveTo>
                    <a:pt x="64" y="1"/>
                  </a:moveTo>
                  <a:lnTo>
                    <a:pt x="32" y="1"/>
                  </a:lnTo>
                  <a:lnTo>
                    <a:pt x="1" y="32"/>
                  </a:lnTo>
                  <a:lnTo>
                    <a:pt x="1" y="80"/>
                  </a:lnTo>
                  <a:cubicBezTo>
                    <a:pt x="1" y="95"/>
                    <a:pt x="17" y="112"/>
                    <a:pt x="32" y="127"/>
                  </a:cubicBezTo>
                  <a:lnTo>
                    <a:pt x="64" y="127"/>
                  </a:lnTo>
                  <a:lnTo>
                    <a:pt x="80" y="127"/>
                  </a:lnTo>
                  <a:cubicBezTo>
                    <a:pt x="95" y="112"/>
                    <a:pt x="95" y="95"/>
                    <a:pt x="80" y="80"/>
                  </a:cubicBezTo>
                  <a:lnTo>
                    <a:pt x="80" y="64"/>
                  </a:lnTo>
                  <a:lnTo>
                    <a:pt x="80" y="64"/>
                  </a:lnTo>
                  <a:lnTo>
                    <a:pt x="80" y="64"/>
                  </a:lnTo>
                  <a:cubicBezTo>
                    <a:pt x="95" y="64"/>
                    <a:pt x="112" y="49"/>
                    <a:pt x="112" y="17"/>
                  </a:cubicBezTo>
                  <a:lnTo>
                    <a:pt x="112"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4" name="Google Shape;1844;p38"/>
            <p:cNvSpPr/>
            <p:nvPr/>
          </p:nvSpPr>
          <p:spPr>
            <a:xfrm>
              <a:off x="3328821" y="178023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5" name="Google Shape;1845;p38"/>
            <p:cNvSpPr/>
            <p:nvPr/>
          </p:nvSpPr>
          <p:spPr>
            <a:xfrm>
              <a:off x="3317785" y="1812329"/>
              <a:ext cx="5565" cy="3021"/>
            </a:xfrm>
            <a:custGeom>
              <a:avLst/>
              <a:gdLst/>
              <a:ahLst/>
              <a:cxnLst/>
              <a:rect l="l" t="t" r="r" b="b"/>
              <a:pathLst>
                <a:path w="175" h="95" extrusionOk="0">
                  <a:moveTo>
                    <a:pt x="33" y="0"/>
                  </a:moveTo>
                  <a:lnTo>
                    <a:pt x="33" y="0"/>
                  </a:lnTo>
                  <a:cubicBezTo>
                    <a:pt x="17" y="0"/>
                    <a:pt x="1" y="15"/>
                    <a:pt x="1" y="15"/>
                  </a:cubicBezTo>
                  <a:cubicBezTo>
                    <a:pt x="1" y="47"/>
                    <a:pt x="1" y="63"/>
                    <a:pt x="33" y="63"/>
                  </a:cubicBezTo>
                  <a:lnTo>
                    <a:pt x="33" y="63"/>
                  </a:lnTo>
                  <a:lnTo>
                    <a:pt x="112" y="95"/>
                  </a:lnTo>
                  <a:lnTo>
                    <a:pt x="127" y="95"/>
                  </a:lnTo>
                  <a:lnTo>
                    <a:pt x="127" y="95"/>
                  </a:lnTo>
                  <a:lnTo>
                    <a:pt x="127" y="95"/>
                  </a:lnTo>
                  <a:cubicBezTo>
                    <a:pt x="143" y="95"/>
                    <a:pt x="159" y="78"/>
                    <a:pt x="159" y="63"/>
                  </a:cubicBezTo>
                  <a:cubicBezTo>
                    <a:pt x="175" y="47"/>
                    <a:pt x="159" y="32"/>
                    <a:pt x="143" y="32"/>
                  </a:cubicBezTo>
                  <a:lnTo>
                    <a:pt x="143" y="32"/>
                  </a:lnTo>
                  <a:lnTo>
                    <a:pt x="127" y="32"/>
                  </a:ln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6" name="Google Shape;1846;p38"/>
            <p:cNvSpPr/>
            <p:nvPr/>
          </p:nvSpPr>
          <p:spPr>
            <a:xfrm>
              <a:off x="3419016" y="1801294"/>
              <a:ext cx="2576" cy="2035"/>
            </a:xfrm>
            <a:custGeom>
              <a:avLst/>
              <a:gdLst/>
              <a:ahLst/>
              <a:cxnLst/>
              <a:rect l="l" t="t" r="r" b="b"/>
              <a:pathLst>
                <a:path w="81" h="64" extrusionOk="0">
                  <a:moveTo>
                    <a:pt x="49" y="0"/>
                  </a:moveTo>
                  <a:lnTo>
                    <a:pt x="49" y="0"/>
                  </a:lnTo>
                  <a:lnTo>
                    <a:pt x="17" y="0"/>
                  </a:lnTo>
                  <a:lnTo>
                    <a:pt x="1" y="16"/>
                  </a:lnTo>
                  <a:lnTo>
                    <a:pt x="32" y="47"/>
                  </a:lnTo>
                  <a:lnTo>
                    <a:pt x="32" y="63"/>
                  </a:lnTo>
                  <a:lnTo>
                    <a:pt x="49" y="63"/>
                  </a:lnTo>
                  <a:lnTo>
                    <a:pt x="49" y="63"/>
                  </a:lnTo>
                  <a:lnTo>
                    <a:pt x="64" y="47"/>
                  </a:lnTo>
                  <a:cubicBezTo>
                    <a:pt x="80" y="47"/>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7" name="Google Shape;1847;p38"/>
            <p:cNvSpPr/>
            <p:nvPr/>
          </p:nvSpPr>
          <p:spPr>
            <a:xfrm>
              <a:off x="3440070" y="1774229"/>
              <a:ext cx="4039" cy="2512"/>
            </a:xfrm>
            <a:custGeom>
              <a:avLst/>
              <a:gdLst/>
              <a:ahLst/>
              <a:cxnLst/>
              <a:rect l="l" t="t" r="r" b="b"/>
              <a:pathLst>
                <a:path w="127" h="79" extrusionOk="0">
                  <a:moveTo>
                    <a:pt x="63" y="1"/>
                  </a:moveTo>
                  <a:lnTo>
                    <a:pt x="32" y="16"/>
                  </a:lnTo>
                  <a:cubicBezTo>
                    <a:pt x="0" y="16"/>
                    <a:pt x="0" y="47"/>
                    <a:pt x="0" y="64"/>
                  </a:cubicBezTo>
                  <a:cubicBezTo>
                    <a:pt x="17" y="79"/>
                    <a:pt x="32" y="79"/>
                    <a:pt x="32" y="79"/>
                  </a:cubicBezTo>
                  <a:lnTo>
                    <a:pt x="48" y="79"/>
                  </a:lnTo>
                  <a:lnTo>
                    <a:pt x="48" y="79"/>
                  </a:lnTo>
                  <a:lnTo>
                    <a:pt x="63" y="79"/>
                  </a:lnTo>
                  <a:lnTo>
                    <a:pt x="95" y="64"/>
                  </a:lnTo>
                  <a:cubicBezTo>
                    <a:pt x="111" y="47"/>
                    <a:pt x="111" y="47"/>
                    <a:pt x="111" y="32"/>
                  </a:cubicBezTo>
                  <a:cubicBezTo>
                    <a:pt x="126" y="32"/>
                    <a:pt x="126" y="16"/>
                    <a:pt x="111" y="16"/>
                  </a:cubicBezTo>
                  <a:lnTo>
                    <a:pt x="111"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8" name="Google Shape;1848;p38"/>
            <p:cNvSpPr/>
            <p:nvPr/>
          </p:nvSpPr>
          <p:spPr>
            <a:xfrm>
              <a:off x="3416535" y="1800785"/>
              <a:ext cx="5057" cy="4548"/>
            </a:xfrm>
            <a:custGeom>
              <a:avLst/>
              <a:gdLst/>
              <a:ahLst/>
              <a:cxnLst/>
              <a:rect l="l" t="t" r="r" b="b"/>
              <a:pathLst>
                <a:path w="159" h="143" extrusionOk="0">
                  <a:moveTo>
                    <a:pt x="32" y="0"/>
                  </a:moveTo>
                  <a:lnTo>
                    <a:pt x="32" y="0"/>
                  </a:lnTo>
                  <a:lnTo>
                    <a:pt x="32" y="0"/>
                  </a:lnTo>
                  <a:cubicBezTo>
                    <a:pt x="0" y="0"/>
                    <a:pt x="0" y="16"/>
                    <a:pt x="0" y="32"/>
                  </a:cubicBezTo>
                  <a:lnTo>
                    <a:pt x="0" y="48"/>
                  </a:lnTo>
                  <a:cubicBezTo>
                    <a:pt x="0" y="79"/>
                    <a:pt x="16" y="79"/>
                    <a:pt x="32" y="95"/>
                  </a:cubicBezTo>
                  <a:lnTo>
                    <a:pt x="32" y="95"/>
                  </a:lnTo>
                  <a:lnTo>
                    <a:pt x="32" y="111"/>
                  </a:lnTo>
                  <a:lnTo>
                    <a:pt x="32" y="111"/>
                  </a:lnTo>
                  <a:cubicBezTo>
                    <a:pt x="32" y="95"/>
                    <a:pt x="47" y="79"/>
                    <a:pt x="64" y="79"/>
                  </a:cubicBezTo>
                  <a:lnTo>
                    <a:pt x="64" y="79"/>
                  </a:lnTo>
                  <a:lnTo>
                    <a:pt x="64" y="79"/>
                  </a:lnTo>
                  <a:cubicBezTo>
                    <a:pt x="79" y="79"/>
                    <a:pt x="95" y="79"/>
                    <a:pt x="95" y="95"/>
                  </a:cubicBezTo>
                  <a:lnTo>
                    <a:pt x="95" y="95"/>
                  </a:lnTo>
                  <a:lnTo>
                    <a:pt x="110" y="95"/>
                  </a:lnTo>
                  <a:cubicBezTo>
                    <a:pt x="127" y="111"/>
                    <a:pt x="142" y="126"/>
                    <a:pt x="127" y="142"/>
                  </a:cubicBezTo>
                  <a:lnTo>
                    <a:pt x="127" y="142"/>
                  </a:lnTo>
                  <a:lnTo>
                    <a:pt x="127" y="142"/>
                  </a:lnTo>
                  <a:cubicBezTo>
                    <a:pt x="142" y="142"/>
                    <a:pt x="158" y="142"/>
                    <a:pt x="158" y="126"/>
                  </a:cubicBezTo>
                  <a:lnTo>
                    <a:pt x="158" y="126"/>
                  </a:lnTo>
                  <a:cubicBezTo>
                    <a:pt x="158" y="95"/>
                    <a:pt x="142" y="79"/>
                    <a:pt x="127" y="79"/>
                  </a:cubicBezTo>
                  <a:lnTo>
                    <a:pt x="127" y="79"/>
                  </a:lnTo>
                  <a:lnTo>
                    <a:pt x="110" y="79"/>
                  </a:lnTo>
                  <a:lnTo>
                    <a:pt x="110" y="63"/>
                  </a:lnTo>
                  <a:lnTo>
                    <a:pt x="79" y="32"/>
                  </a:lnTo>
                  <a:lnTo>
                    <a:pt x="64" y="32"/>
                  </a:lnTo>
                  <a:lnTo>
                    <a:pt x="64" y="32"/>
                  </a:lnTo>
                  <a:cubicBezTo>
                    <a:pt x="64"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9" name="Google Shape;1849;p38"/>
            <p:cNvSpPr/>
            <p:nvPr/>
          </p:nvSpPr>
          <p:spPr>
            <a:xfrm>
              <a:off x="3440579" y="1771239"/>
              <a:ext cx="3530" cy="3021"/>
            </a:xfrm>
            <a:custGeom>
              <a:avLst/>
              <a:gdLst/>
              <a:ahLst/>
              <a:cxnLst/>
              <a:rect l="l" t="t" r="r" b="b"/>
              <a:pathLst>
                <a:path w="111" h="95" extrusionOk="0">
                  <a:moveTo>
                    <a:pt x="47" y="0"/>
                  </a:moveTo>
                  <a:lnTo>
                    <a:pt x="32" y="0"/>
                  </a:lnTo>
                  <a:lnTo>
                    <a:pt x="16" y="0"/>
                  </a:lnTo>
                  <a:cubicBezTo>
                    <a:pt x="1" y="15"/>
                    <a:pt x="1" y="32"/>
                    <a:pt x="16" y="47"/>
                  </a:cubicBezTo>
                  <a:lnTo>
                    <a:pt x="32" y="63"/>
                  </a:lnTo>
                  <a:lnTo>
                    <a:pt x="47" y="95"/>
                  </a:lnTo>
                  <a:lnTo>
                    <a:pt x="47" y="95"/>
                  </a:lnTo>
                  <a:lnTo>
                    <a:pt x="79" y="95"/>
                  </a:lnTo>
                  <a:lnTo>
                    <a:pt x="95" y="95"/>
                  </a:lnTo>
                  <a:lnTo>
                    <a:pt x="95"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0" name="Google Shape;1850;p38"/>
            <p:cNvSpPr/>
            <p:nvPr/>
          </p:nvSpPr>
          <p:spPr>
            <a:xfrm>
              <a:off x="3042715" y="1812329"/>
              <a:ext cx="3530" cy="3021"/>
            </a:xfrm>
            <a:custGeom>
              <a:avLst/>
              <a:gdLst/>
              <a:ahLst/>
              <a:cxnLst/>
              <a:rect l="l" t="t" r="r" b="b"/>
              <a:pathLst>
                <a:path w="111" h="95" extrusionOk="0">
                  <a:moveTo>
                    <a:pt x="32" y="0"/>
                  </a:moveTo>
                  <a:lnTo>
                    <a:pt x="32" y="0"/>
                  </a:lnTo>
                  <a:cubicBezTo>
                    <a:pt x="16" y="0"/>
                    <a:pt x="16" y="0"/>
                    <a:pt x="16" y="15"/>
                  </a:cubicBezTo>
                  <a:cubicBezTo>
                    <a:pt x="1" y="32"/>
                    <a:pt x="1" y="47"/>
                    <a:pt x="16" y="63"/>
                  </a:cubicBezTo>
                  <a:lnTo>
                    <a:pt x="64" y="95"/>
                  </a:lnTo>
                  <a:lnTo>
                    <a:pt x="79" y="95"/>
                  </a:lnTo>
                  <a:lnTo>
                    <a:pt x="110"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1" name="Google Shape;1851;p38"/>
            <p:cNvSpPr/>
            <p:nvPr/>
          </p:nvSpPr>
          <p:spPr>
            <a:xfrm>
              <a:off x="3418539" y="1774229"/>
              <a:ext cx="4039" cy="2512"/>
            </a:xfrm>
            <a:custGeom>
              <a:avLst/>
              <a:gdLst/>
              <a:ahLst/>
              <a:cxnLst/>
              <a:rect l="l" t="t" r="r" b="b"/>
              <a:pathLst>
                <a:path w="127" h="79" extrusionOk="0">
                  <a:moveTo>
                    <a:pt x="95" y="1"/>
                  </a:moveTo>
                  <a:lnTo>
                    <a:pt x="79" y="1"/>
                  </a:lnTo>
                  <a:lnTo>
                    <a:pt x="64" y="1"/>
                  </a:lnTo>
                  <a:lnTo>
                    <a:pt x="32" y="1"/>
                  </a:lnTo>
                  <a:cubicBezTo>
                    <a:pt x="16" y="1"/>
                    <a:pt x="1" y="16"/>
                    <a:pt x="1" y="47"/>
                  </a:cubicBezTo>
                  <a:cubicBezTo>
                    <a:pt x="1" y="64"/>
                    <a:pt x="16" y="79"/>
                    <a:pt x="32" y="79"/>
                  </a:cubicBezTo>
                  <a:lnTo>
                    <a:pt x="32" y="79"/>
                  </a:lnTo>
                  <a:lnTo>
                    <a:pt x="47" y="64"/>
                  </a:lnTo>
                  <a:lnTo>
                    <a:pt x="79" y="64"/>
                  </a:lnTo>
                  <a:cubicBezTo>
                    <a:pt x="79" y="64"/>
                    <a:pt x="79" y="47"/>
                    <a:pt x="95" y="47"/>
                  </a:cubicBezTo>
                  <a:lnTo>
                    <a:pt x="127"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2" name="Google Shape;1852;p38"/>
            <p:cNvSpPr/>
            <p:nvPr/>
          </p:nvSpPr>
          <p:spPr>
            <a:xfrm>
              <a:off x="3197058" y="1796269"/>
              <a:ext cx="3530" cy="3053"/>
            </a:xfrm>
            <a:custGeom>
              <a:avLst/>
              <a:gdLst/>
              <a:ahLst/>
              <a:cxnLst/>
              <a:rect l="l" t="t" r="r" b="b"/>
              <a:pathLst>
                <a:path w="111" h="96" extrusionOk="0">
                  <a:moveTo>
                    <a:pt x="79" y="1"/>
                  </a:moveTo>
                  <a:lnTo>
                    <a:pt x="79" y="1"/>
                  </a:lnTo>
                  <a:lnTo>
                    <a:pt x="47" y="1"/>
                  </a:lnTo>
                  <a:lnTo>
                    <a:pt x="16" y="32"/>
                  </a:lnTo>
                  <a:cubicBezTo>
                    <a:pt x="1" y="47"/>
                    <a:pt x="1" y="64"/>
                    <a:pt x="1" y="79"/>
                  </a:cubicBezTo>
                  <a:cubicBezTo>
                    <a:pt x="16" y="95"/>
                    <a:pt x="16" y="95"/>
                    <a:pt x="32" y="95"/>
                  </a:cubicBezTo>
                  <a:lnTo>
                    <a:pt x="47" y="95"/>
                  </a:lnTo>
                  <a:lnTo>
                    <a:pt x="95" y="47"/>
                  </a:lnTo>
                  <a:cubicBezTo>
                    <a:pt x="110" y="47"/>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3" name="Google Shape;1853;p38"/>
            <p:cNvSpPr/>
            <p:nvPr/>
          </p:nvSpPr>
          <p:spPr>
            <a:xfrm>
              <a:off x="3323828" y="1785264"/>
              <a:ext cx="3530" cy="4516"/>
            </a:xfrm>
            <a:custGeom>
              <a:avLst/>
              <a:gdLst/>
              <a:ahLst/>
              <a:cxnLst/>
              <a:rect l="l" t="t" r="r" b="b"/>
              <a:pathLst>
                <a:path w="111" h="142" extrusionOk="0">
                  <a:moveTo>
                    <a:pt x="48" y="0"/>
                  </a:moveTo>
                  <a:lnTo>
                    <a:pt x="32" y="0"/>
                  </a:lnTo>
                  <a:cubicBezTo>
                    <a:pt x="32" y="0"/>
                    <a:pt x="16" y="0"/>
                    <a:pt x="16" y="15"/>
                  </a:cubicBezTo>
                  <a:cubicBezTo>
                    <a:pt x="0" y="15"/>
                    <a:pt x="0" y="32"/>
                    <a:pt x="16" y="47"/>
                  </a:cubicBezTo>
                  <a:lnTo>
                    <a:pt x="16" y="63"/>
                  </a:lnTo>
                  <a:cubicBezTo>
                    <a:pt x="32" y="63"/>
                    <a:pt x="32" y="63"/>
                    <a:pt x="32" y="95"/>
                  </a:cubicBezTo>
                  <a:cubicBezTo>
                    <a:pt x="32" y="95"/>
                    <a:pt x="16" y="95"/>
                    <a:pt x="16" y="110"/>
                  </a:cubicBezTo>
                  <a:cubicBezTo>
                    <a:pt x="16" y="126"/>
                    <a:pt x="32" y="141"/>
                    <a:pt x="48" y="141"/>
                  </a:cubicBezTo>
                  <a:lnTo>
                    <a:pt x="63" y="141"/>
                  </a:lnTo>
                  <a:lnTo>
                    <a:pt x="79" y="141"/>
                  </a:lnTo>
                  <a:cubicBezTo>
                    <a:pt x="79" y="141"/>
                    <a:pt x="95" y="126"/>
                    <a:pt x="95" y="110"/>
                  </a:cubicBezTo>
                  <a:lnTo>
                    <a:pt x="95" y="110"/>
                  </a:lnTo>
                  <a:cubicBezTo>
                    <a:pt x="95" y="78"/>
                    <a:pt x="111" y="32"/>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4" name="Google Shape;1854;p38"/>
            <p:cNvSpPr/>
            <p:nvPr/>
          </p:nvSpPr>
          <p:spPr>
            <a:xfrm>
              <a:off x="3375922" y="1780239"/>
              <a:ext cx="2576" cy="4516"/>
            </a:xfrm>
            <a:custGeom>
              <a:avLst/>
              <a:gdLst/>
              <a:ahLst/>
              <a:cxnLst/>
              <a:rect l="l" t="t" r="r" b="b"/>
              <a:pathLst>
                <a:path w="81" h="142" extrusionOk="0">
                  <a:moveTo>
                    <a:pt x="32" y="1"/>
                  </a:moveTo>
                  <a:lnTo>
                    <a:pt x="17" y="1"/>
                  </a:lnTo>
                  <a:lnTo>
                    <a:pt x="17" y="16"/>
                  </a:lnTo>
                  <a:cubicBezTo>
                    <a:pt x="1" y="16"/>
                    <a:pt x="1" y="32"/>
                    <a:pt x="1" y="32"/>
                  </a:cubicBezTo>
                  <a:lnTo>
                    <a:pt x="1" y="47"/>
                  </a:lnTo>
                  <a:lnTo>
                    <a:pt x="1" y="64"/>
                  </a:lnTo>
                  <a:lnTo>
                    <a:pt x="1" y="64"/>
                  </a:lnTo>
                  <a:cubicBezTo>
                    <a:pt x="17" y="64"/>
                    <a:pt x="17" y="79"/>
                    <a:pt x="17" y="95"/>
                  </a:cubicBezTo>
                  <a:lnTo>
                    <a:pt x="17" y="110"/>
                  </a:lnTo>
                  <a:lnTo>
                    <a:pt x="17" y="110"/>
                  </a:lnTo>
                  <a:lnTo>
                    <a:pt x="17" y="110"/>
                  </a:lnTo>
                  <a:cubicBezTo>
                    <a:pt x="17" y="127"/>
                    <a:pt x="32" y="127"/>
                    <a:pt x="32" y="127"/>
                  </a:cubicBezTo>
                  <a:lnTo>
                    <a:pt x="49" y="142"/>
                  </a:lnTo>
                  <a:cubicBezTo>
                    <a:pt x="49" y="142"/>
                    <a:pt x="64" y="142"/>
                    <a:pt x="64" y="127"/>
                  </a:cubicBezTo>
                  <a:cubicBezTo>
                    <a:pt x="64" y="127"/>
                    <a:pt x="80" y="127"/>
                    <a:pt x="80" y="110"/>
                  </a:cubicBezTo>
                  <a:lnTo>
                    <a:pt x="80" y="95"/>
                  </a:lnTo>
                  <a:lnTo>
                    <a:pt x="64" y="32"/>
                  </a:lnTo>
                  <a:cubicBezTo>
                    <a:pt x="49"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5" name="Google Shape;1855;p38"/>
            <p:cNvSpPr/>
            <p:nvPr/>
          </p:nvSpPr>
          <p:spPr>
            <a:xfrm>
              <a:off x="3185036" y="1795760"/>
              <a:ext cx="7537" cy="3562"/>
            </a:xfrm>
            <a:custGeom>
              <a:avLst/>
              <a:gdLst/>
              <a:ahLst/>
              <a:cxnLst/>
              <a:rect l="l" t="t" r="r" b="b"/>
              <a:pathLst>
                <a:path w="237" h="112" extrusionOk="0">
                  <a:moveTo>
                    <a:pt x="205" y="0"/>
                  </a:moveTo>
                  <a:lnTo>
                    <a:pt x="205" y="0"/>
                  </a:lnTo>
                  <a:lnTo>
                    <a:pt x="189" y="0"/>
                  </a:lnTo>
                  <a:cubicBezTo>
                    <a:pt x="189" y="17"/>
                    <a:pt x="173" y="17"/>
                    <a:pt x="173" y="17"/>
                  </a:cubicBezTo>
                  <a:cubicBezTo>
                    <a:pt x="158" y="17"/>
                    <a:pt x="158" y="32"/>
                    <a:pt x="158" y="32"/>
                  </a:cubicBezTo>
                  <a:cubicBezTo>
                    <a:pt x="142" y="32"/>
                    <a:pt x="126" y="48"/>
                    <a:pt x="126" y="48"/>
                  </a:cubicBezTo>
                  <a:cubicBezTo>
                    <a:pt x="126" y="48"/>
                    <a:pt x="110" y="48"/>
                    <a:pt x="110" y="32"/>
                  </a:cubicBezTo>
                  <a:cubicBezTo>
                    <a:pt x="110" y="32"/>
                    <a:pt x="95" y="17"/>
                    <a:pt x="79" y="17"/>
                  </a:cubicBezTo>
                  <a:lnTo>
                    <a:pt x="79" y="17"/>
                  </a:lnTo>
                  <a:cubicBezTo>
                    <a:pt x="63" y="32"/>
                    <a:pt x="47" y="32"/>
                    <a:pt x="47" y="32"/>
                  </a:cubicBezTo>
                  <a:lnTo>
                    <a:pt x="32" y="48"/>
                  </a:lnTo>
                  <a:cubicBezTo>
                    <a:pt x="16" y="48"/>
                    <a:pt x="0" y="80"/>
                    <a:pt x="16" y="95"/>
                  </a:cubicBezTo>
                  <a:cubicBezTo>
                    <a:pt x="16" y="95"/>
                    <a:pt x="16" y="111"/>
                    <a:pt x="32" y="111"/>
                  </a:cubicBezTo>
                  <a:lnTo>
                    <a:pt x="47" y="111"/>
                  </a:lnTo>
                  <a:lnTo>
                    <a:pt x="63" y="80"/>
                  </a:lnTo>
                  <a:cubicBezTo>
                    <a:pt x="63" y="63"/>
                    <a:pt x="79" y="48"/>
                    <a:pt x="95" y="48"/>
                  </a:cubicBezTo>
                  <a:lnTo>
                    <a:pt x="95" y="48"/>
                  </a:lnTo>
                  <a:lnTo>
                    <a:pt x="110" y="63"/>
                  </a:lnTo>
                  <a:cubicBezTo>
                    <a:pt x="126" y="63"/>
                    <a:pt x="126" y="80"/>
                    <a:pt x="126" y="95"/>
                  </a:cubicBezTo>
                  <a:lnTo>
                    <a:pt x="126" y="111"/>
                  </a:lnTo>
                  <a:lnTo>
                    <a:pt x="126" y="111"/>
                  </a:lnTo>
                  <a:lnTo>
                    <a:pt x="126" y="111"/>
                  </a:lnTo>
                  <a:lnTo>
                    <a:pt x="142" y="111"/>
                  </a:lnTo>
                  <a:cubicBezTo>
                    <a:pt x="158" y="111"/>
                    <a:pt x="189" y="95"/>
                    <a:pt x="189" y="80"/>
                  </a:cubicBezTo>
                  <a:lnTo>
                    <a:pt x="189" y="80"/>
                  </a:lnTo>
                  <a:cubicBezTo>
                    <a:pt x="205" y="80"/>
                    <a:pt x="205" y="63"/>
                    <a:pt x="221" y="63"/>
                  </a:cubicBezTo>
                  <a:cubicBezTo>
                    <a:pt x="236" y="63"/>
                    <a:pt x="236" y="48"/>
                    <a:pt x="236" y="17"/>
                  </a:cubicBezTo>
                  <a:cubicBezTo>
                    <a:pt x="236" y="17"/>
                    <a:pt x="221"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6" name="Google Shape;1856;p38"/>
            <p:cNvSpPr/>
            <p:nvPr/>
          </p:nvSpPr>
          <p:spPr>
            <a:xfrm>
              <a:off x="3171011" y="1818340"/>
              <a:ext cx="6042" cy="3498"/>
            </a:xfrm>
            <a:custGeom>
              <a:avLst/>
              <a:gdLst/>
              <a:ahLst/>
              <a:cxnLst/>
              <a:rect l="l" t="t" r="r" b="b"/>
              <a:pathLst>
                <a:path w="190" h="110" extrusionOk="0">
                  <a:moveTo>
                    <a:pt x="47" y="0"/>
                  </a:moveTo>
                  <a:lnTo>
                    <a:pt x="47" y="0"/>
                  </a:lnTo>
                  <a:cubicBezTo>
                    <a:pt x="32" y="0"/>
                    <a:pt x="15" y="15"/>
                    <a:pt x="15" y="32"/>
                  </a:cubicBezTo>
                  <a:cubicBezTo>
                    <a:pt x="0" y="47"/>
                    <a:pt x="15" y="63"/>
                    <a:pt x="32" y="78"/>
                  </a:cubicBezTo>
                  <a:lnTo>
                    <a:pt x="47" y="78"/>
                  </a:lnTo>
                  <a:cubicBezTo>
                    <a:pt x="63" y="78"/>
                    <a:pt x="78" y="78"/>
                    <a:pt x="95" y="95"/>
                  </a:cubicBezTo>
                  <a:cubicBezTo>
                    <a:pt x="110" y="95"/>
                    <a:pt x="110" y="95"/>
                    <a:pt x="126" y="110"/>
                  </a:cubicBezTo>
                  <a:lnTo>
                    <a:pt x="141" y="110"/>
                  </a:lnTo>
                  <a:lnTo>
                    <a:pt x="158" y="110"/>
                  </a:lnTo>
                  <a:cubicBezTo>
                    <a:pt x="173" y="110"/>
                    <a:pt x="189" y="110"/>
                    <a:pt x="189" y="95"/>
                  </a:cubicBezTo>
                  <a:lnTo>
                    <a:pt x="189" y="95"/>
                  </a:lnTo>
                  <a:lnTo>
                    <a:pt x="189" y="95"/>
                  </a:lnTo>
                  <a:lnTo>
                    <a:pt x="173" y="95"/>
                  </a:lnTo>
                  <a:lnTo>
                    <a:pt x="158" y="78"/>
                  </a:lnTo>
                  <a:lnTo>
                    <a:pt x="141" y="78"/>
                  </a:lnTo>
                  <a:cubicBezTo>
                    <a:pt x="141" y="95"/>
                    <a:pt x="126" y="95"/>
                    <a:pt x="126" y="95"/>
                  </a:cubicBezTo>
                  <a:cubicBezTo>
                    <a:pt x="110" y="95"/>
                    <a:pt x="95" y="78"/>
                    <a:pt x="95" y="63"/>
                  </a:cubicBezTo>
                  <a:cubicBezTo>
                    <a:pt x="95" y="47"/>
                    <a:pt x="95" y="32"/>
                    <a:pt x="110" y="15"/>
                  </a:cubicBezTo>
                  <a:lnTo>
                    <a:pt x="78" y="15"/>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7" name="Google Shape;1857;p38"/>
            <p:cNvSpPr/>
            <p:nvPr/>
          </p:nvSpPr>
          <p:spPr>
            <a:xfrm>
              <a:off x="3385463" y="1776709"/>
              <a:ext cx="4039" cy="2035"/>
            </a:xfrm>
            <a:custGeom>
              <a:avLst/>
              <a:gdLst/>
              <a:ahLst/>
              <a:cxnLst/>
              <a:rect l="l" t="t" r="r" b="b"/>
              <a:pathLst>
                <a:path w="127" h="64" extrusionOk="0">
                  <a:moveTo>
                    <a:pt x="47" y="1"/>
                  </a:moveTo>
                  <a:lnTo>
                    <a:pt x="47" y="1"/>
                  </a:lnTo>
                  <a:lnTo>
                    <a:pt x="16" y="1"/>
                  </a:lnTo>
                  <a:lnTo>
                    <a:pt x="16" y="17"/>
                  </a:lnTo>
                  <a:cubicBezTo>
                    <a:pt x="1" y="32"/>
                    <a:pt x="16" y="49"/>
                    <a:pt x="32" y="64"/>
                  </a:cubicBezTo>
                  <a:lnTo>
                    <a:pt x="47" y="64"/>
                  </a:lnTo>
                  <a:cubicBezTo>
                    <a:pt x="47" y="49"/>
                    <a:pt x="64" y="32"/>
                    <a:pt x="64" y="32"/>
                  </a:cubicBezTo>
                  <a:lnTo>
                    <a:pt x="127" y="32"/>
                  </a:lnTo>
                  <a:lnTo>
                    <a:pt x="110" y="17"/>
                  </a:lnTo>
                  <a:lnTo>
                    <a:pt x="110" y="17"/>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8" name="Google Shape;1858;p38"/>
            <p:cNvSpPr/>
            <p:nvPr/>
          </p:nvSpPr>
          <p:spPr>
            <a:xfrm>
              <a:off x="3415009" y="1777250"/>
              <a:ext cx="4039" cy="3021"/>
            </a:xfrm>
            <a:custGeom>
              <a:avLst/>
              <a:gdLst/>
              <a:ahLst/>
              <a:cxnLst/>
              <a:rect l="l" t="t" r="r" b="b"/>
              <a:pathLst>
                <a:path w="127" h="95" extrusionOk="0">
                  <a:moveTo>
                    <a:pt x="80" y="0"/>
                  </a:moveTo>
                  <a:lnTo>
                    <a:pt x="80" y="0"/>
                  </a:lnTo>
                  <a:lnTo>
                    <a:pt x="64" y="0"/>
                  </a:lnTo>
                  <a:lnTo>
                    <a:pt x="64" y="15"/>
                  </a:lnTo>
                  <a:lnTo>
                    <a:pt x="48" y="32"/>
                  </a:lnTo>
                  <a:lnTo>
                    <a:pt x="1" y="15"/>
                  </a:lnTo>
                  <a:lnTo>
                    <a:pt x="1" y="15"/>
                  </a:lnTo>
                  <a:cubicBezTo>
                    <a:pt x="1" y="32"/>
                    <a:pt x="17" y="32"/>
                    <a:pt x="17" y="47"/>
                  </a:cubicBezTo>
                  <a:lnTo>
                    <a:pt x="17" y="95"/>
                  </a:lnTo>
                  <a:lnTo>
                    <a:pt x="17" y="95"/>
                  </a:lnTo>
                  <a:lnTo>
                    <a:pt x="80" y="78"/>
                  </a:lnTo>
                  <a:lnTo>
                    <a:pt x="112" y="63"/>
                  </a:lnTo>
                  <a:cubicBezTo>
                    <a:pt x="112" y="47"/>
                    <a:pt x="127" y="47"/>
                    <a:pt x="127" y="32"/>
                  </a:cubicBezTo>
                  <a:lnTo>
                    <a:pt x="112" y="15"/>
                  </a:lnTo>
                  <a:cubicBezTo>
                    <a:pt x="112" y="0"/>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9" name="Google Shape;1859;p38"/>
            <p:cNvSpPr/>
            <p:nvPr/>
          </p:nvSpPr>
          <p:spPr>
            <a:xfrm>
              <a:off x="3294759" y="1815319"/>
              <a:ext cx="4039" cy="2035"/>
            </a:xfrm>
            <a:custGeom>
              <a:avLst/>
              <a:gdLst/>
              <a:ahLst/>
              <a:cxnLst/>
              <a:rect l="l" t="t" r="r" b="b"/>
              <a:pathLst>
                <a:path w="127" h="64" extrusionOk="0">
                  <a:moveTo>
                    <a:pt x="17" y="1"/>
                  </a:moveTo>
                  <a:lnTo>
                    <a:pt x="0" y="1"/>
                  </a:lnTo>
                  <a:lnTo>
                    <a:pt x="0" y="16"/>
                  </a:lnTo>
                  <a:lnTo>
                    <a:pt x="17" y="16"/>
                  </a:lnTo>
                  <a:lnTo>
                    <a:pt x="17" y="16"/>
                  </a:lnTo>
                  <a:cubicBezTo>
                    <a:pt x="32" y="16"/>
                    <a:pt x="48" y="32"/>
                    <a:pt x="48" y="47"/>
                  </a:cubicBezTo>
                  <a:lnTo>
                    <a:pt x="80" y="47"/>
                  </a:lnTo>
                  <a:cubicBezTo>
                    <a:pt x="80" y="64"/>
                    <a:pt x="80" y="64"/>
                    <a:pt x="95" y="64"/>
                  </a:cubicBezTo>
                  <a:lnTo>
                    <a:pt x="126" y="32"/>
                  </a:lnTo>
                  <a:lnTo>
                    <a:pt x="126" y="1"/>
                  </a:lnTo>
                  <a:cubicBezTo>
                    <a:pt x="111" y="16"/>
                    <a:pt x="111" y="32"/>
                    <a:pt x="95" y="32"/>
                  </a:cubicBezTo>
                  <a:lnTo>
                    <a:pt x="80" y="32"/>
                  </a:lnTo>
                  <a:cubicBezTo>
                    <a:pt x="63" y="32"/>
                    <a:pt x="48" y="16"/>
                    <a:pt x="48" y="1"/>
                  </a:cubicBez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0" name="Google Shape;1860;p38"/>
            <p:cNvSpPr/>
            <p:nvPr/>
          </p:nvSpPr>
          <p:spPr>
            <a:xfrm>
              <a:off x="3311774" y="1806796"/>
              <a:ext cx="3053" cy="4039"/>
            </a:xfrm>
            <a:custGeom>
              <a:avLst/>
              <a:gdLst/>
              <a:ahLst/>
              <a:cxnLst/>
              <a:rect l="l" t="t" r="r" b="b"/>
              <a:pathLst>
                <a:path w="96" h="127" extrusionOk="0">
                  <a:moveTo>
                    <a:pt x="49" y="0"/>
                  </a:moveTo>
                  <a:lnTo>
                    <a:pt x="49" y="0"/>
                  </a:lnTo>
                  <a:cubicBezTo>
                    <a:pt x="32" y="0"/>
                    <a:pt x="32" y="16"/>
                    <a:pt x="17" y="16"/>
                  </a:cubicBezTo>
                  <a:lnTo>
                    <a:pt x="1" y="79"/>
                  </a:lnTo>
                  <a:lnTo>
                    <a:pt x="1" y="79"/>
                  </a:lnTo>
                  <a:lnTo>
                    <a:pt x="1" y="79"/>
                  </a:lnTo>
                  <a:lnTo>
                    <a:pt x="17" y="79"/>
                  </a:lnTo>
                  <a:cubicBezTo>
                    <a:pt x="32" y="95"/>
                    <a:pt x="32" y="111"/>
                    <a:pt x="32" y="126"/>
                  </a:cubicBezTo>
                  <a:cubicBezTo>
                    <a:pt x="32" y="126"/>
                    <a:pt x="49" y="111"/>
                    <a:pt x="64" y="111"/>
                  </a:cubicBezTo>
                  <a:lnTo>
                    <a:pt x="80" y="48"/>
                  </a:lnTo>
                  <a:cubicBezTo>
                    <a:pt x="95" y="32"/>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1" name="Google Shape;1861;p38"/>
            <p:cNvSpPr/>
            <p:nvPr/>
          </p:nvSpPr>
          <p:spPr>
            <a:xfrm>
              <a:off x="3394972" y="1754192"/>
              <a:ext cx="4039" cy="2512"/>
            </a:xfrm>
            <a:custGeom>
              <a:avLst/>
              <a:gdLst/>
              <a:ahLst/>
              <a:cxnLst/>
              <a:rect l="l" t="t" r="r" b="b"/>
              <a:pathLst>
                <a:path w="127" h="79" extrusionOk="0">
                  <a:moveTo>
                    <a:pt x="95" y="0"/>
                  </a:moveTo>
                  <a:lnTo>
                    <a:pt x="95" y="0"/>
                  </a:lnTo>
                  <a:lnTo>
                    <a:pt x="80" y="0"/>
                  </a:lnTo>
                  <a:lnTo>
                    <a:pt x="63" y="0"/>
                  </a:lnTo>
                  <a:lnTo>
                    <a:pt x="32" y="0"/>
                  </a:lnTo>
                  <a:cubicBezTo>
                    <a:pt x="17" y="16"/>
                    <a:pt x="0" y="32"/>
                    <a:pt x="0" y="47"/>
                  </a:cubicBezTo>
                  <a:cubicBezTo>
                    <a:pt x="17" y="63"/>
                    <a:pt x="17" y="79"/>
                    <a:pt x="32" y="79"/>
                  </a:cubicBezTo>
                  <a:lnTo>
                    <a:pt x="32" y="79"/>
                  </a:lnTo>
                  <a:lnTo>
                    <a:pt x="48" y="79"/>
                  </a:lnTo>
                  <a:lnTo>
                    <a:pt x="95" y="63"/>
                  </a:lnTo>
                  <a:cubicBezTo>
                    <a:pt x="126" y="47"/>
                    <a:pt x="126" y="32"/>
                    <a:pt x="126" y="16"/>
                  </a:cubicBezTo>
                  <a:cubicBezTo>
                    <a:pt x="126" y="0"/>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2" name="Google Shape;1862;p38"/>
            <p:cNvSpPr/>
            <p:nvPr/>
          </p:nvSpPr>
          <p:spPr>
            <a:xfrm>
              <a:off x="3086286" y="1795283"/>
              <a:ext cx="3053" cy="2035"/>
            </a:xfrm>
            <a:custGeom>
              <a:avLst/>
              <a:gdLst/>
              <a:ahLst/>
              <a:cxnLst/>
              <a:rect l="l" t="t" r="r" b="b"/>
              <a:pathLst>
                <a:path w="96" h="64" extrusionOk="0">
                  <a:moveTo>
                    <a:pt x="49" y="0"/>
                  </a:moveTo>
                  <a:lnTo>
                    <a:pt x="1" y="32"/>
                  </a:lnTo>
                  <a:cubicBezTo>
                    <a:pt x="17" y="32"/>
                    <a:pt x="17" y="47"/>
                    <a:pt x="32" y="47"/>
                  </a:cubicBezTo>
                  <a:lnTo>
                    <a:pt x="32" y="47"/>
                  </a:lnTo>
                  <a:lnTo>
                    <a:pt x="80" y="47"/>
                  </a:lnTo>
                  <a:lnTo>
                    <a:pt x="80" y="63"/>
                  </a:lnTo>
                  <a:cubicBezTo>
                    <a:pt x="95" y="63"/>
                    <a:pt x="95" y="47"/>
                    <a:pt x="95" y="47"/>
                  </a:cubicBezTo>
                  <a:cubicBezTo>
                    <a:pt x="80" y="47"/>
                    <a:pt x="64" y="32"/>
                    <a:pt x="49" y="15"/>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3" name="Google Shape;1863;p38"/>
            <p:cNvSpPr/>
            <p:nvPr/>
          </p:nvSpPr>
          <p:spPr>
            <a:xfrm>
              <a:off x="3456608" y="1802788"/>
              <a:ext cx="1527" cy="6551"/>
            </a:xfrm>
            <a:custGeom>
              <a:avLst/>
              <a:gdLst/>
              <a:ahLst/>
              <a:cxnLst/>
              <a:rect l="l" t="t" r="r" b="b"/>
              <a:pathLst>
                <a:path w="48" h="206" extrusionOk="0">
                  <a:moveTo>
                    <a:pt x="48" y="0"/>
                  </a:moveTo>
                  <a:lnTo>
                    <a:pt x="32" y="16"/>
                  </a:lnTo>
                  <a:lnTo>
                    <a:pt x="32" y="32"/>
                  </a:lnTo>
                  <a:lnTo>
                    <a:pt x="32" y="48"/>
                  </a:lnTo>
                  <a:lnTo>
                    <a:pt x="32" y="48"/>
                  </a:lnTo>
                  <a:cubicBezTo>
                    <a:pt x="32" y="63"/>
                    <a:pt x="32" y="79"/>
                    <a:pt x="16" y="79"/>
                  </a:cubicBezTo>
                  <a:lnTo>
                    <a:pt x="16" y="79"/>
                  </a:lnTo>
                  <a:lnTo>
                    <a:pt x="1" y="174"/>
                  </a:lnTo>
                  <a:lnTo>
                    <a:pt x="1" y="205"/>
                  </a:lnTo>
                  <a:cubicBezTo>
                    <a:pt x="16" y="189"/>
                    <a:pt x="32" y="189"/>
                    <a:pt x="48" y="189"/>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4" name="Google Shape;1864;p38"/>
            <p:cNvSpPr/>
            <p:nvPr/>
          </p:nvSpPr>
          <p:spPr>
            <a:xfrm>
              <a:off x="3349398" y="1816814"/>
              <a:ext cx="2035" cy="2544"/>
            </a:xfrm>
            <a:custGeom>
              <a:avLst/>
              <a:gdLst/>
              <a:ahLst/>
              <a:cxnLst/>
              <a:rect l="l" t="t" r="r" b="b"/>
              <a:pathLst>
                <a:path w="64" h="80" extrusionOk="0">
                  <a:moveTo>
                    <a:pt x="15" y="48"/>
                  </a:moveTo>
                  <a:cubicBezTo>
                    <a:pt x="32" y="63"/>
                    <a:pt x="15" y="80"/>
                    <a:pt x="0" y="80"/>
                  </a:cubicBezTo>
                  <a:lnTo>
                    <a:pt x="15" y="80"/>
                  </a:lnTo>
                  <a:lnTo>
                    <a:pt x="47" y="80"/>
                  </a:lnTo>
                  <a:lnTo>
                    <a:pt x="63" y="63"/>
                  </a:lnTo>
                  <a:lnTo>
                    <a:pt x="47" y="63"/>
                  </a:lnTo>
                  <a:lnTo>
                    <a:pt x="47" y="63"/>
                  </a:lnTo>
                  <a:cubicBezTo>
                    <a:pt x="47" y="63"/>
                    <a:pt x="32" y="48"/>
                    <a:pt x="15" y="48"/>
                  </a:cubicBezTo>
                  <a:close/>
                  <a:moveTo>
                    <a:pt x="15" y="0"/>
                  </a:moveTo>
                  <a:lnTo>
                    <a:pt x="0" y="17"/>
                  </a:lnTo>
                  <a:cubicBezTo>
                    <a:pt x="15" y="17"/>
                    <a:pt x="15" y="17"/>
                    <a:pt x="15" y="32"/>
                  </a:cubicBezTo>
                  <a:lnTo>
                    <a:pt x="15"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5" name="Google Shape;1865;p38"/>
            <p:cNvSpPr/>
            <p:nvPr/>
          </p:nvSpPr>
          <p:spPr>
            <a:xfrm>
              <a:off x="3118885" y="1789272"/>
              <a:ext cx="3530" cy="3498"/>
            </a:xfrm>
            <a:custGeom>
              <a:avLst/>
              <a:gdLst/>
              <a:ahLst/>
              <a:cxnLst/>
              <a:rect l="l" t="t" r="r" b="b"/>
              <a:pathLst>
                <a:path w="111" h="110" extrusionOk="0">
                  <a:moveTo>
                    <a:pt x="47" y="0"/>
                  </a:moveTo>
                  <a:lnTo>
                    <a:pt x="47" y="0"/>
                  </a:lnTo>
                  <a:cubicBezTo>
                    <a:pt x="32" y="0"/>
                    <a:pt x="32" y="15"/>
                    <a:pt x="16" y="15"/>
                  </a:cubicBezTo>
                  <a:cubicBezTo>
                    <a:pt x="1" y="32"/>
                    <a:pt x="1" y="47"/>
                    <a:pt x="16" y="63"/>
                  </a:cubicBezTo>
                  <a:lnTo>
                    <a:pt x="32" y="63"/>
                  </a:lnTo>
                  <a:lnTo>
                    <a:pt x="47" y="110"/>
                  </a:lnTo>
                  <a:lnTo>
                    <a:pt x="79" y="110"/>
                  </a:lnTo>
                  <a:lnTo>
                    <a:pt x="95" y="110"/>
                  </a:lnTo>
                  <a:cubicBezTo>
                    <a:pt x="110" y="110"/>
                    <a:pt x="110" y="95"/>
                    <a:pt x="110" y="95"/>
                  </a:cubicBezTo>
                  <a:lnTo>
                    <a:pt x="110" y="78"/>
                  </a:lnTo>
                  <a:lnTo>
                    <a:pt x="110" y="78"/>
                  </a:lnTo>
                  <a:lnTo>
                    <a:pt x="110" y="63"/>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6" name="Google Shape;1866;p38"/>
            <p:cNvSpPr/>
            <p:nvPr/>
          </p:nvSpPr>
          <p:spPr>
            <a:xfrm>
              <a:off x="3349875" y="1812329"/>
              <a:ext cx="5565" cy="6520"/>
            </a:xfrm>
            <a:custGeom>
              <a:avLst/>
              <a:gdLst/>
              <a:ahLst/>
              <a:cxnLst/>
              <a:rect l="l" t="t" r="r" b="b"/>
              <a:pathLst>
                <a:path w="175" h="205" extrusionOk="0">
                  <a:moveTo>
                    <a:pt x="48" y="0"/>
                  </a:moveTo>
                  <a:lnTo>
                    <a:pt x="48" y="15"/>
                  </a:lnTo>
                  <a:lnTo>
                    <a:pt x="0" y="141"/>
                  </a:lnTo>
                  <a:lnTo>
                    <a:pt x="0" y="158"/>
                  </a:lnTo>
                  <a:lnTo>
                    <a:pt x="0" y="173"/>
                  </a:lnTo>
                  <a:lnTo>
                    <a:pt x="0" y="189"/>
                  </a:lnTo>
                  <a:lnTo>
                    <a:pt x="0" y="189"/>
                  </a:lnTo>
                  <a:cubicBezTo>
                    <a:pt x="17" y="189"/>
                    <a:pt x="32" y="204"/>
                    <a:pt x="32" y="204"/>
                  </a:cubicBezTo>
                  <a:lnTo>
                    <a:pt x="32" y="204"/>
                  </a:lnTo>
                  <a:lnTo>
                    <a:pt x="48" y="204"/>
                  </a:lnTo>
                  <a:lnTo>
                    <a:pt x="48" y="204"/>
                  </a:lnTo>
                  <a:lnTo>
                    <a:pt x="143" y="204"/>
                  </a:lnTo>
                  <a:lnTo>
                    <a:pt x="143" y="204"/>
                  </a:lnTo>
                  <a:cubicBezTo>
                    <a:pt x="158" y="204"/>
                    <a:pt x="174" y="189"/>
                    <a:pt x="174" y="158"/>
                  </a:cubicBezTo>
                  <a:cubicBezTo>
                    <a:pt x="174" y="158"/>
                    <a:pt x="158" y="141"/>
                    <a:pt x="143" y="141"/>
                  </a:cubicBezTo>
                  <a:lnTo>
                    <a:pt x="143" y="126"/>
                  </a:lnTo>
                  <a:lnTo>
                    <a:pt x="143" y="126"/>
                  </a:lnTo>
                  <a:lnTo>
                    <a:pt x="80" y="126"/>
                  </a:lnTo>
                  <a:lnTo>
                    <a:pt x="95" y="95"/>
                  </a:lnTo>
                  <a:lnTo>
                    <a:pt x="111" y="63"/>
                  </a:lnTo>
                  <a:lnTo>
                    <a:pt x="111" y="47"/>
                  </a:lnTo>
                  <a:lnTo>
                    <a:pt x="95" y="47"/>
                  </a:lnTo>
                  <a:lnTo>
                    <a:pt x="80" y="47"/>
                  </a:lnTo>
                  <a:cubicBezTo>
                    <a:pt x="80" y="47"/>
                    <a:pt x="63" y="47"/>
                    <a:pt x="63" y="32"/>
                  </a:cubicBezTo>
                  <a:cubicBezTo>
                    <a:pt x="48" y="32"/>
                    <a:pt x="48" y="15"/>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7" name="Google Shape;1867;p38"/>
            <p:cNvSpPr/>
            <p:nvPr/>
          </p:nvSpPr>
          <p:spPr>
            <a:xfrm>
              <a:off x="3081293" y="1794742"/>
              <a:ext cx="5025" cy="4039"/>
            </a:xfrm>
            <a:custGeom>
              <a:avLst/>
              <a:gdLst/>
              <a:ahLst/>
              <a:cxnLst/>
              <a:rect l="l" t="t" r="r" b="b"/>
              <a:pathLst>
                <a:path w="158" h="127" extrusionOk="0">
                  <a:moveTo>
                    <a:pt x="80" y="1"/>
                  </a:moveTo>
                  <a:lnTo>
                    <a:pt x="80" y="1"/>
                  </a:lnTo>
                  <a:cubicBezTo>
                    <a:pt x="80" y="1"/>
                    <a:pt x="63" y="1"/>
                    <a:pt x="63" y="17"/>
                  </a:cubicBezTo>
                  <a:lnTo>
                    <a:pt x="17" y="32"/>
                  </a:lnTo>
                  <a:cubicBezTo>
                    <a:pt x="0" y="49"/>
                    <a:pt x="0" y="64"/>
                    <a:pt x="17" y="80"/>
                  </a:cubicBezTo>
                  <a:cubicBezTo>
                    <a:pt x="17" y="95"/>
                    <a:pt x="32" y="95"/>
                    <a:pt x="48" y="95"/>
                  </a:cubicBezTo>
                  <a:lnTo>
                    <a:pt x="63" y="95"/>
                  </a:lnTo>
                  <a:lnTo>
                    <a:pt x="80" y="80"/>
                  </a:lnTo>
                  <a:lnTo>
                    <a:pt x="95" y="112"/>
                  </a:lnTo>
                  <a:cubicBezTo>
                    <a:pt x="95" y="127"/>
                    <a:pt x="111" y="127"/>
                    <a:pt x="126" y="127"/>
                  </a:cubicBezTo>
                  <a:lnTo>
                    <a:pt x="126" y="127"/>
                  </a:lnTo>
                  <a:lnTo>
                    <a:pt x="143" y="127"/>
                  </a:lnTo>
                  <a:cubicBezTo>
                    <a:pt x="158" y="112"/>
                    <a:pt x="158" y="95"/>
                    <a:pt x="158" y="80"/>
                  </a:cubicBezTo>
                  <a:lnTo>
                    <a:pt x="143" y="49"/>
                  </a:lnTo>
                  <a:cubicBezTo>
                    <a:pt x="126" y="49"/>
                    <a:pt x="126" y="49"/>
                    <a:pt x="111" y="32"/>
                  </a:cubicBezTo>
                  <a:lnTo>
                    <a:pt x="111"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8" name="Google Shape;1868;p38"/>
            <p:cNvSpPr/>
            <p:nvPr/>
          </p:nvSpPr>
          <p:spPr>
            <a:xfrm>
              <a:off x="3021152" y="1802279"/>
              <a:ext cx="4039" cy="3053"/>
            </a:xfrm>
            <a:custGeom>
              <a:avLst/>
              <a:gdLst/>
              <a:ahLst/>
              <a:cxnLst/>
              <a:rect l="l" t="t" r="r" b="b"/>
              <a:pathLst>
                <a:path w="127" h="96" extrusionOk="0">
                  <a:moveTo>
                    <a:pt x="32" y="1"/>
                  </a:moveTo>
                  <a:lnTo>
                    <a:pt x="32" y="1"/>
                  </a:lnTo>
                  <a:cubicBezTo>
                    <a:pt x="17" y="1"/>
                    <a:pt x="1" y="16"/>
                    <a:pt x="1" y="32"/>
                  </a:cubicBezTo>
                  <a:lnTo>
                    <a:pt x="1" y="32"/>
                  </a:lnTo>
                  <a:cubicBezTo>
                    <a:pt x="17" y="32"/>
                    <a:pt x="32" y="32"/>
                    <a:pt x="32" y="48"/>
                  </a:cubicBezTo>
                  <a:lnTo>
                    <a:pt x="32" y="79"/>
                  </a:lnTo>
                  <a:lnTo>
                    <a:pt x="80" y="95"/>
                  </a:lnTo>
                  <a:lnTo>
                    <a:pt x="80" y="95"/>
                  </a:lnTo>
                  <a:lnTo>
                    <a:pt x="95" y="95"/>
                  </a:lnTo>
                  <a:cubicBezTo>
                    <a:pt x="112" y="95"/>
                    <a:pt x="112" y="79"/>
                    <a:pt x="127" y="64"/>
                  </a:cubicBezTo>
                  <a:lnTo>
                    <a:pt x="127" y="64"/>
                  </a:lnTo>
                  <a:cubicBezTo>
                    <a:pt x="127" y="48"/>
                    <a:pt x="112" y="32"/>
                    <a:pt x="95" y="32"/>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9" name="Google Shape;1869;p38"/>
            <p:cNvSpPr/>
            <p:nvPr/>
          </p:nvSpPr>
          <p:spPr>
            <a:xfrm>
              <a:off x="3302774" y="1821807"/>
              <a:ext cx="6042" cy="2576"/>
            </a:xfrm>
            <a:custGeom>
              <a:avLst/>
              <a:gdLst/>
              <a:ahLst/>
              <a:cxnLst/>
              <a:rect l="l" t="t" r="r" b="b"/>
              <a:pathLst>
                <a:path w="190" h="81" extrusionOk="0">
                  <a:moveTo>
                    <a:pt x="32" y="1"/>
                  </a:moveTo>
                  <a:lnTo>
                    <a:pt x="32" y="1"/>
                  </a:lnTo>
                  <a:cubicBezTo>
                    <a:pt x="17" y="1"/>
                    <a:pt x="0" y="1"/>
                    <a:pt x="0" y="17"/>
                  </a:cubicBezTo>
                  <a:lnTo>
                    <a:pt x="0" y="32"/>
                  </a:lnTo>
                  <a:cubicBezTo>
                    <a:pt x="0" y="49"/>
                    <a:pt x="17" y="64"/>
                    <a:pt x="32" y="64"/>
                  </a:cubicBezTo>
                  <a:lnTo>
                    <a:pt x="48" y="64"/>
                  </a:lnTo>
                  <a:lnTo>
                    <a:pt x="143" y="80"/>
                  </a:lnTo>
                  <a:lnTo>
                    <a:pt x="143" y="80"/>
                  </a:lnTo>
                  <a:lnTo>
                    <a:pt x="174" y="80"/>
                  </a:lnTo>
                  <a:cubicBezTo>
                    <a:pt x="174" y="80"/>
                    <a:pt x="189" y="64"/>
                    <a:pt x="189" y="49"/>
                  </a:cubicBezTo>
                  <a:cubicBezTo>
                    <a:pt x="189" y="32"/>
                    <a:pt x="174" y="17"/>
                    <a:pt x="158" y="17"/>
                  </a:cubicBezTo>
                  <a:lnTo>
                    <a:pt x="158" y="17"/>
                  </a:lnTo>
                  <a:lnTo>
                    <a:pt x="143" y="17"/>
                  </a:lnTo>
                  <a:lnTo>
                    <a:pt x="126"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0" name="Google Shape;1870;p38"/>
            <p:cNvSpPr/>
            <p:nvPr/>
          </p:nvSpPr>
          <p:spPr>
            <a:xfrm>
              <a:off x="3200556" y="1772225"/>
              <a:ext cx="6551" cy="2512"/>
            </a:xfrm>
            <a:custGeom>
              <a:avLst/>
              <a:gdLst/>
              <a:ahLst/>
              <a:cxnLst/>
              <a:rect l="l" t="t" r="r" b="b"/>
              <a:pathLst>
                <a:path w="206" h="79" extrusionOk="0">
                  <a:moveTo>
                    <a:pt x="206" y="1"/>
                  </a:moveTo>
                  <a:cubicBezTo>
                    <a:pt x="143" y="1"/>
                    <a:pt x="95" y="1"/>
                    <a:pt x="48" y="16"/>
                  </a:cubicBezTo>
                  <a:lnTo>
                    <a:pt x="32" y="16"/>
                  </a:lnTo>
                  <a:cubicBezTo>
                    <a:pt x="17" y="32"/>
                    <a:pt x="0" y="47"/>
                    <a:pt x="17" y="64"/>
                  </a:cubicBezTo>
                  <a:cubicBezTo>
                    <a:pt x="17" y="79"/>
                    <a:pt x="32" y="79"/>
                    <a:pt x="48" y="79"/>
                  </a:cubicBezTo>
                  <a:lnTo>
                    <a:pt x="63" y="79"/>
                  </a:lnTo>
                  <a:lnTo>
                    <a:pt x="174" y="16"/>
                  </a:lnTo>
                  <a:cubicBezTo>
                    <a:pt x="189" y="16"/>
                    <a:pt x="206"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1" name="Google Shape;1871;p38"/>
            <p:cNvSpPr/>
            <p:nvPr/>
          </p:nvSpPr>
          <p:spPr>
            <a:xfrm>
              <a:off x="3411001" y="1761698"/>
              <a:ext cx="8046" cy="3530"/>
            </a:xfrm>
            <a:custGeom>
              <a:avLst/>
              <a:gdLst/>
              <a:ahLst/>
              <a:cxnLst/>
              <a:rect l="l" t="t" r="r" b="b"/>
              <a:pathLst>
                <a:path w="253" h="111" extrusionOk="0">
                  <a:moveTo>
                    <a:pt x="221" y="0"/>
                  </a:moveTo>
                  <a:lnTo>
                    <a:pt x="221" y="16"/>
                  </a:lnTo>
                  <a:lnTo>
                    <a:pt x="221" y="16"/>
                  </a:lnTo>
                  <a:lnTo>
                    <a:pt x="174" y="16"/>
                  </a:lnTo>
                  <a:lnTo>
                    <a:pt x="127" y="32"/>
                  </a:lnTo>
                  <a:lnTo>
                    <a:pt x="127" y="48"/>
                  </a:lnTo>
                  <a:cubicBezTo>
                    <a:pt x="111" y="63"/>
                    <a:pt x="111" y="63"/>
                    <a:pt x="95" y="63"/>
                  </a:cubicBezTo>
                  <a:lnTo>
                    <a:pt x="80" y="63"/>
                  </a:lnTo>
                  <a:cubicBezTo>
                    <a:pt x="64" y="63"/>
                    <a:pt x="64" y="48"/>
                    <a:pt x="64" y="32"/>
                  </a:cubicBezTo>
                  <a:lnTo>
                    <a:pt x="32" y="48"/>
                  </a:lnTo>
                  <a:lnTo>
                    <a:pt x="17" y="48"/>
                  </a:lnTo>
                  <a:lnTo>
                    <a:pt x="1" y="48"/>
                  </a:lnTo>
                  <a:cubicBezTo>
                    <a:pt x="1" y="63"/>
                    <a:pt x="17" y="63"/>
                    <a:pt x="17" y="79"/>
                  </a:cubicBezTo>
                  <a:lnTo>
                    <a:pt x="17" y="95"/>
                  </a:lnTo>
                  <a:lnTo>
                    <a:pt x="17" y="111"/>
                  </a:lnTo>
                  <a:lnTo>
                    <a:pt x="32" y="111"/>
                  </a:lnTo>
                  <a:lnTo>
                    <a:pt x="32" y="111"/>
                  </a:lnTo>
                  <a:lnTo>
                    <a:pt x="48" y="111"/>
                  </a:lnTo>
                  <a:lnTo>
                    <a:pt x="127" y="95"/>
                  </a:lnTo>
                  <a:lnTo>
                    <a:pt x="190" y="79"/>
                  </a:lnTo>
                  <a:lnTo>
                    <a:pt x="221" y="79"/>
                  </a:lnTo>
                  <a:lnTo>
                    <a:pt x="253" y="63"/>
                  </a:lnTo>
                  <a:lnTo>
                    <a:pt x="253" y="32"/>
                  </a:lnTo>
                  <a:lnTo>
                    <a:pt x="253" y="32"/>
                  </a:lnTo>
                  <a:cubicBezTo>
                    <a:pt x="253" y="16"/>
                    <a:pt x="238"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2" name="Google Shape;1872;p38"/>
            <p:cNvSpPr/>
            <p:nvPr/>
          </p:nvSpPr>
          <p:spPr>
            <a:xfrm>
              <a:off x="3131924" y="1824351"/>
              <a:ext cx="4516" cy="4516"/>
            </a:xfrm>
            <a:custGeom>
              <a:avLst/>
              <a:gdLst/>
              <a:ahLst/>
              <a:cxnLst/>
              <a:rect l="l" t="t" r="r" b="b"/>
              <a:pathLst>
                <a:path w="142" h="142" extrusionOk="0">
                  <a:moveTo>
                    <a:pt x="15" y="63"/>
                  </a:moveTo>
                  <a:lnTo>
                    <a:pt x="15" y="63"/>
                  </a:lnTo>
                  <a:lnTo>
                    <a:pt x="15" y="63"/>
                  </a:lnTo>
                  <a:close/>
                  <a:moveTo>
                    <a:pt x="47" y="0"/>
                  </a:moveTo>
                  <a:lnTo>
                    <a:pt x="47" y="0"/>
                  </a:lnTo>
                  <a:cubicBezTo>
                    <a:pt x="32" y="0"/>
                    <a:pt x="32" y="15"/>
                    <a:pt x="15" y="15"/>
                  </a:cubicBezTo>
                  <a:cubicBezTo>
                    <a:pt x="0" y="32"/>
                    <a:pt x="0" y="47"/>
                    <a:pt x="15" y="63"/>
                  </a:cubicBezTo>
                  <a:lnTo>
                    <a:pt x="15" y="63"/>
                  </a:lnTo>
                  <a:cubicBezTo>
                    <a:pt x="15" y="78"/>
                    <a:pt x="32" y="110"/>
                    <a:pt x="47" y="126"/>
                  </a:cubicBezTo>
                  <a:lnTo>
                    <a:pt x="78" y="126"/>
                  </a:lnTo>
                  <a:lnTo>
                    <a:pt x="78" y="126"/>
                  </a:lnTo>
                  <a:lnTo>
                    <a:pt x="78" y="126"/>
                  </a:lnTo>
                  <a:cubicBezTo>
                    <a:pt x="95" y="141"/>
                    <a:pt x="110" y="141"/>
                    <a:pt x="110" y="141"/>
                  </a:cubicBezTo>
                  <a:lnTo>
                    <a:pt x="126" y="141"/>
                  </a:lnTo>
                  <a:lnTo>
                    <a:pt x="126" y="141"/>
                  </a:lnTo>
                  <a:cubicBezTo>
                    <a:pt x="141" y="126"/>
                    <a:pt x="141" y="126"/>
                    <a:pt x="141" y="110"/>
                  </a:cubicBezTo>
                  <a:lnTo>
                    <a:pt x="141" y="95"/>
                  </a:lnTo>
                  <a:lnTo>
                    <a:pt x="141" y="78"/>
                  </a:lnTo>
                  <a:cubicBezTo>
                    <a:pt x="126" y="63"/>
                    <a:pt x="110" y="47"/>
                    <a:pt x="95" y="47"/>
                  </a:cubicBezTo>
                  <a:lnTo>
                    <a:pt x="78" y="47"/>
                  </a:lnTo>
                  <a:cubicBezTo>
                    <a:pt x="78" y="32"/>
                    <a:pt x="78" y="32"/>
                    <a:pt x="63" y="15"/>
                  </a:cubicBez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3" name="Google Shape;1873;p38"/>
            <p:cNvSpPr/>
            <p:nvPr/>
          </p:nvSpPr>
          <p:spPr>
            <a:xfrm>
              <a:off x="3132401" y="1826355"/>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4" name="Google Shape;1874;p38"/>
            <p:cNvSpPr/>
            <p:nvPr/>
          </p:nvSpPr>
          <p:spPr>
            <a:xfrm>
              <a:off x="3196072" y="1783261"/>
              <a:ext cx="5502" cy="3498"/>
            </a:xfrm>
            <a:custGeom>
              <a:avLst/>
              <a:gdLst/>
              <a:ahLst/>
              <a:cxnLst/>
              <a:rect l="l" t="t" r="r" b="b"/>
              <a:pathLst>
                <a:path w="173" h="110" extrusionOk="0">
                  <a:moveTo>
                    <a:pt x="126" y="0"/>
                  </a:moveTo>
                  <a:lnTo>
                    <a:pt x="126" y="0"/>
                  </a:lnTo>
                  <a:lnTo>
                    <a:pt x="110" y="0"/>
                  </a:lnTo>
                  <a:lnTo>
                    <a:pt x="15" y="47"/>
                  </a:lnTo>
                  <a:cubicBezTo>
                    <a:pt x="15" y="47"/>
                    <a:pt x="0" y="47"/>
                    <a:pt x="0" y="63"/>
                  </a:cubicBezTo>
                  <a:lnTo>
                    <a:pt x="0" y="78"/>
                  </a:lnTo>
                  <a:cubicBezTo>
                    <a:pt x="0" y="95"/>
                    <a:pt x="15" y="110"/>
                    <a:pt x="32" y="110"/>
                  </a:cubicBezTo>
                  <a:lnTo>
                    <a:pt x="47" y="110"/>
                  </a:lnTo>
                  <a:lnTo>
                    <a:pt x="63" y="95"/>
                  </a:lnTo>
                  <a:lnTo>
                    <a:pt x="141" y="63"/>
                  </a:lnTo>
                  <a:cubicBezTo>
                    <a:pt x="158" y="63"/>
                    <a:pt x="173" y="32"/>
                    <a:pt x="158" y="15"/>
                  </a:cubicBez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5" name="Google Shape;1875;p38"/>
            <p:cNvSpPr/>
            <p:nvPr/>
          </p:nvSpPr>
          <p:spPr>
            <a:xfrm>
              <a:off x="3017145" y="1801294"/>
              <a:ext cx="2576" cy="4039"/>
            </a:xfrm>
            <a:custGeom>
              <a:avLst/>
              <a:gdLst/>
              <a:ahLst/>
              <a:cxnLst/>
              <a:rect l="l" t="t" r="r" b="b"/>
              <a:pathLst>
                <a:path w="81" h="127" extrusionOk="0">
                  <a:moveTo>
                    <a:pt x="49" y="0"/>
                  </a:moveTo>
                  <a:lnTo>
                    <a:pt x="49" y="0"/>
                  </a:lnTo>
                  <a:lnTo>
                    <a:pt x="32" y="0"/>
                  </a:lnTo>
                  <a:cubicBezTo>
                    <a:pt x="17" y="16"/>
                    <a:pt x="1" y="32"/>
                    <a:pt x="17" y="47"/>
                  </a:cubicBezTo>
                  <a:lnTo>
                    <a:pt x="32" y="95"/>
                  </a:lnTo>
                  <a:cubicBezTo>
                    <a:pt x="32" y="110"/>
                    <a:pt x="49" y="110"/>
                    <a:pt x="49" y="110"/>
                  </a:cubicBezTo>
                  <a:cubicBezTo>
                    <a:pt x="49" y="126"/>
                    <a:pt x="49" y="126"/>
                    <a:pt x="64" y="126"/>
                  </a:cubicBezTo>
                  <a:lnTo>
                    <a:pt x="49" y="110"/>
                  </a:lnTo>
                  <a:lnTo>
                    <a:pt x="32" y="63"/>
                  </a:lnTo>
                  <a:cubicBezTo>
                    <a:pt x="32" y="47"/>
                    <a:pt x="49" y="32"/>
                    <a:pt x="64" y="32"/>
                  </a:cubicBezTo>
                  <a:lnTo>
                    <a:pt x="64" y="16"/>
                  </a:lnTo>
                  <a:lnTo>
                    <a:pt x="80" y="16"/>
                  </a:lnTo>
                  <a:lnTo>
                    <a:pt x="80" y="32"/>
                  </a:lnTo>
                  <a:cubicBezTo>
                    <a:pt x="80" y="16"/>
                    <a:pt x="80" y="16"/>
                    <a:pt x="64" y="16"/>
                  </a:cubicBezTo>
                  <a:cubicBezTo>
                    <a:pt x="64"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6" name="Google Shape;1876;p38"/>
            <p:cNvSpPr/>
            <p:nvPr/>
          </p:nvSpPr>
          <p:spPr>
            <a:xfrm>
              <a:off x="3317308" y="1817800"/>
              <a:ext cx="7537" cy="4039"/>
            </a:xfrm>
            <a:custGeom>
              <a:avLst/>
              <a:gdLst/>
              <a:ahLst/>
              <a:cxnLst/>
              <a:rect l="l" t="t" r="r" b="b"/>
              <a:pathLst>
                <a:path w="237" h="127" extrusionOk="0">
                  <a:moveTo>
                    <a:pt x="111" y="1"/>
                  </a:moveTo>
                  <a:cubicBezTo>
                    <a:pt x="127" y="17"/>
                    <a:pt x="127" y="17"/>
                    <a:pt x="127" y="32"/>
                  </a:cubicBezTo>
                  <a:cubicBezTo>
                    <a:pt x="127" y="49"/>
                    <a:pt x="111" y="64"/>
                    <a:pt x="95" y="64"/>
                  </a:cubicBezTo>
                  <a:lnTo>
                    <a:pt x="79" y="64"/>
                  </a:lnTo>
                  <a:lnTo>
                    <a:pt x="64" y="64"/>
                  </a:lnTo>
                  <a:lnTo>
                    <a:pt x="48" y="64"/>
                  </a:lnTo>
                  <a:lnTo>
                    <a:pt x="32" y="64"/>
                  </a:lnTo>
                  <a:lnTo>
                    <a:pt x="16" y="64"/>
                  </a:lnTo>
                  <a:lnTo>
                    <a:pt x="32" y="64"/>
                  </a:lnTo>
                  <a:lnTo>
                    <a:pt x="32" y="80"/>
                  </a:lnTo>
                  <a:lnTo>
                    <a:pt x="79" y="95"/>
                  </a:lnTo>
                  <a:lnTo>
                    <a:pt x="79" y="95"/>
                  </a:lnTo>
                  <a:cubicBezTo>
                    <a:pt x="95" y="95"/>
                    <a:pt x="111" y="80"/>
                    <a:pt x="111" y="80"/>
                  </a:cubicBezTo>
                  <a:lnTo>
                    <a:pt x="111" y="80"/>
                  </a:lnTo>
                  <a:cubicBezTo>
                    <a:pt x="111" y="80"/>
                    <a:pt x="127" y="80"/>
                    <a:pt x="127" y="95"/>
                  </a:cubicBezTo>
                  <a:cubicBezTo>
                    <a:pt x="142" y="95"/>
                    <a:pt x="158" y="112"/>
                    <a:pt x="190" y="112"/>
                  </a:cubicBezTo>
                  <a:lnTo>
                    <a:pt x="190" y="127"/>
                  </a:lnTo>
                  <a:cubicBezTo>
                    <a:pt x="205" y="127"/>
                    <a:pt x="221" y="112"/>
                    <a:pt x="221" y="95"/>
                  </a:cubicBezTo>
                  <a:cubicBezTo>
                    <a:pt x="237" y="80"/>
                    <a:pt x="221" y="49"/>
                    <a:pt x="205" y="49"/>
                  </a:cubicBezTo>
                  <a:lnTo>
                    <a:pt x="190" y="49"/>
                  </a:lnTo>
                  <a:cubicBezTo>
                    <a:pt x="174" y="49"/>
                    <a:pt x="174" y="32"/>
                    <a:pt x="174" y="32"/>
                  </a:cubicBezTo>
                  <a:cubicBezTo>
                    <a:pt x="174" y="32"/>
                    <a:pt x="158" y="17"/>
                    <a:pt x="142" y="17"/>
                  </a:cubicBezTo>
                  <a:cubicBezTo>
                    <a:pt x="127" y="17"/>
                    <a:pt x="127" y="1"/>
                    <a:pt x="111" y="1"/>
                  </a:cubicBezTo>
                  <a:close/>
                  <a:moveTo>
                    <a:pt x="1" y="1"/>
                  </a:moveTo>
                  <a:lnTo>
                    <a:pt x="1" y="1"/>
                  </a:lnTo>
                  <a:lnTo>
                    <a:pt x="1"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7" name="Google Shape;1877;p38"/>
            <p:cNvSpPr/>
            <p:nvPr/>
          </p:nvSpPr>
          <p:spPr>
            <a:xfrm>
              <a:off x="3424041" y="1754669"/>
              <a:ext cx="6042" cy="7060"/>
            </a:xfrm>
            <a:custGeom>
              <a:avLst/>
              <a:gdLst/>
              <a:ahLst/>
              <a:cxnLst/>
              <a:rect l="l" t="t" r="r" b="b"/>
              <a:pathLst>
                <a:path w="190" h="222" extrusionOk="0">
                  <a:moveTo>
                    <a:pt x="32" y="1"/>
                  </a:moveTo>
                  <a:cubicBezTo>
                    <a:pt x="32" y="17"/>
                    <a:pt x="17" y="17"/>
                    <a:pt x="17" y="32"/>
                  </a:cubicBezTo>
                  <a:lnTo>
                    <a:pt x="17" y="48"/>
                  </a:lnTo>
                  <a:lnTo>
                    <a:pt x="17" y="64"/>
                  </a:lnTo>
                  <a:cubicBezTo>
                    <a:pt x="0" y="80"/>
                    <a:pt x="17" y="95"/>
                    <a:pt x="17" y="111"/>
                  </a:cubicBezTo>
                  <a:lnTo>
                    <a:pt x="17" y="127"/>
                  </a:lnTo>
                  <a:cubicBezTo>
                    <a:pt x="17" y="143"/>
                    <a:pt x="32" y="143"/>
                    <a:pt x="32" y="143"/>
                  </a:cubicBezTo>
                  <a:lnTo>
                    <a:pt x="48" y="143"/>
                  </a:lnTo>
                  <a:lnTo>
                    <a:pt x="111" y="111"/>
                  </a:lnTo>
                  <a:lnTo>
                    <a:pt x="80" y="190"/>
                  </a:lnTo>
                  <a:cubicBezTo>
                    <a:pt x="80" y="206"/>
                    <a:pt x="95" y="221"/>
                    <a:pt x="111" y="221"/>
                  </a:cubicBezTo>
                  <a:lnTo>
                    <a:pt x="126" y="221"/>
                  </a:lnTo>
                  <a:cubicBezTo>
                    <a:pt x="143" y="221"/>
                    <a:pt x="143" y="221"/>
                    <a:pt x="158" y="206"/>
                  </a:cubicBezTo>
                  <a:lnTo>
                    <a:pt x="158" y="174"/>
                  </a:lnTo>
                  <a:lnTo>
                    <a:pt x="189" y="80"/>
                  </a:lnTo>
                  <a:lnTo>
                    <a:pt x="189" y="64"/>
                  </a:lnTo>
                  <a:cubicBezTo>
                    <a:pt x="189" y="64"/>
                    <a:pt x="189" y="48"/>
                    <a:pt x="174" y="32"/>
                  </a:cubicBezTo>
                  <a:lnTo>
                    <a:pt x="158" y="32"/>
                  </a:lnTo>
                  <a:lnTo>
                    <a:pt x="158" y="32"/>
                  </a:lnTo>
                  <a:lnTo>
                    <a:pt x="143" y="32"/>
                  </a:lnTo>
                  <a:lnTo>
                    <a:pt x="80" y="48"/>
                  </a:lnTo>
                  <a:lnTo>
                    <a:pt x="80" y="48"/>
                  </a:lnTo>
                  <a:cubicBezTo>
                    <a:pt x="80" y="32"/>
                    <a:pt x="80" y="17"/>
                    <a:pt x="63"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8" name="Google Shape;1878;p38"/>
            <p:cNvSpPr/>
            <p:nvPr/>
          </p:nvSpPr>
          <p:spPr>
            <a:xfrm>
              <a:off x="3142928" y="1823333"/>
              <a:ext cx="3530" cy="5534"/>
            </a:xfrm>
            <a:custGeom>
              <a:avLst/>
              <a:gdLst/>
              <a:ahLst/>
              <a:cxnLst/>
              <a:rect l="l" t="t" r="r" b="b"/>
              <a:pathLst>
                <a:path w="111" h="174" extrusionOk="0">
                  <a:moveTo>
                    <a:pt x="48" y="1"/>
                  </a:moveTo>
                  <a:lnTo>
                    <a:pt x="32" y="1"/>
                  </a:lnTo>
                  <a:lnTo>
                    <a:pt x="32" y="16"/>
                  </a:lnTo>
                  <a:cubicBezTo>
                    <a:pt x="16" y="16"/>
                    <a:pt x="1" y="32"/>
                    <a:pt x="16" y="47"/>
                  </a:cubicBezTo>
                  <a:lnTo>
                    <a:pt x="16" y="79"/>
                  </a:lnTo>
                  <a:lnTo>
                    <a:pt x="16" y="110"/>
                  </a:lnTo>
                  <a:lnTo>
                    <a:pt x="16" y="110"/>
                  </a:lnTo>
                  <a:lnTo>
                    <a:pt x="1" y="110"/>
                  </a:lnTo>
                  <a:cubicBezTo>
                    <a:pt x="1" y="127"/>
                    <a:pt x="1" y="158"/>
                    <a:pt x="16" y="158"/>
                  </a:cubicBezTo>
                  <a:cubicBezTo>
                    <a:pt x="16" y="173"/>
                    <a:pt x="32" y="173"/>
                    <a:pt x="32" y="173"/>
                  </a:cubicBezTo>
                  <a:cubicBezTo>
                    <a:pt x="48" y="173"/>
                    <a:pt x="48" y="173"/>
                    <a:pt x="64" y="158"/>
                  </a:cubicBezTo>
                  <a:lnTo>
                    <a:pt x="64" y="158"/>
                  </a:lnTo>
                  <a:cubicBezTo>
                    <a:pt x="79" y="142"/>
                    <a:pt x="79" y="127"/>
                    <a:pt x="95" y="110"/>
                  </a:cubicBezTo>
                  <a:cubicBezTo>
                    <a:pt x="95" y="110"/>
                    <a:pt x="95" y="95"/>
                    <a:pt x="79" y="95"/>
                  </a:cubicBezTo>
                  <a:lnTo>
                    <a:pt x="95" y="95"/>
                  </a:lnTo>
                  <a:lnTo>
                    <a:pt x="95" y="95"/>
                  </a:lnTo>
                  <a:cubicBezTo>
                    <a:pt x="111" y="64"/>
                    <a:pt x="95" y="47"/>
                    <a:pt x="95" y="32"/>
                  </a:cubicBezTo>
                  <a:cubicBezTo>
                    <a:pt x="95" y="32"/>
                    <a:pt x="79" y="32"/>
                    <a:pt x="79" y="16"/>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9" name="Google Shape;1879;p38"/>
            <p:cNvSpPr/>
            <p:nvPr/>
          </p:nvSpPr>
          <p:spPr>
            <a:xfrm>
              <a:off x="3326817" y="1815319"/>
              <a:ext cx="4580" cy="4516"/>
            </a:xfrm>
            <a:custGeom>
              <a:avLst/>
              <a:gdLst/>
              <a:ahLst/>
              <a:cxnLst/>
              <a:rect l="l" t="t" r="r" b="b"/>
              <a:pathLst>
                <a:path w="144" h="142" extrusionOk="0">
                  <a:moveTo>
                    <a:pt x="112" y="1"/>
                  </a:moveTo>
                  <a:lnTo>
                    <a:pt x="112" y="1"/>
                  </a:lnTo>
                  <a:lnTo>
                    <a:pt x="95" y="1"/>
                  </a:lnTo>
                  <a:cubicBezTo>
                    <a:pt x="95" y="1"/>
                    <a:pt x="95" y="16"/>
                    <a:pt x="80" y="16"/>
                  </a:cubicBezTo>
                  <a:lnTo>
                    <a:pt x="80" y="16"/>
                  </a:lnTo>
                  <a:lnTo>
                    <a:pt x="80" y="16"/>
                  </a:lnTo>
                  <a:cubicBezTo>
                    <a:pt x="64" y="32"/>
                    <a:pt x="64" y="32"/>
                    <a:pt x="48" y="32"/>
                  </a:cubicBezTo>
                  <a:lnTo>
                    <a:pt x="48" y="47"/>
                  </a:lnTo>
                  <a:lnTo>
                    <a:pt x="48" y="47"/>
                  </a:lnTo>
                  <a:cubicBezTo>
                    <a:pt x="32" y="47"/>
                    <a:pt x="32" y="64"/>
                    <a:pt x="17" y="64"/>
                  </a:cubicBezTo>
                  <a:lnTo>
                    <a:pt x="17" y="79"/>
                  </a:lnTo>
                  <a:cubicBezTo>
                    <a:pt x="1" y="95"/>
                    <a:pt x="1" y="110"/>
                    <a:pt x="17" y="127"/>
                  </a:cubicBezTo>
                  <a:cubicBezTo>
                    <a:pt x="32" y="127"/>
                    <a:pt x="32" y="142"/>
                    <a:pt x="48" y="142"/>
                  </a:cubicBezTo>
                  <a:lnTo>
                    <a:pt x="64" y="127"/>
                  </a:lnTo>
                  <a:cubicBezTo>
                    <a:pt x="80" y="127"/>
                    <a:pt x="80" y="110"/>
                    <a:pt x="80" y="110"/>
                  </a:cubicBezTo>
                  <a:lnTo>
                    <a:pt x="95" y="95"/>
                  </a:lnTo>
                  <a:lnTo>
                    <a:pt x="95" y="95"/>
                  </a:lnTo>
                  <a:lnTo>
                    <a:pt x="112" y="79"/>
                  </a:lnTo>
                  <a:cubicBezTo>
                    <a:pt x="127" y="79"/>
                    <a:pt x="127" y="64"/>
                    <a:pt x="127" y="64"/>
                  </a:cubicBezTo>
                  <a:cubicBezTo>
                    <a:pt x="127" y="64"/>
                    <a:pt x="143" y="64"/>
                    <a:pt x="143" y="47"/>
                  </a:cubicBezTo>
                  <a:cubicBezTo>
                    <a:pt x="143" y="32"/>
                    <a:pt x="143" y="32"/>
                    <a:pt x="127"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0" name="Google Shape;1880;p38"/>
            <p:cNvSpPr/>
            <p:nvPr/>
          </p:nvSpPr>
          <p:spPr>
            <a:xfrm>
              <a:off x="3021152" y="1794265"/>
              <a:ext cx="4580" cy="3530"/>
            </a:xfrm>
            <a:custGeom>
              <a:avLst/>
              <a:gdLst/>
              <a:ahLst/>
              <a:cxnLst/>
              <a:rect l="l" t="t" r="r" b="b"/>
              <a:pathLst>
                <a:path w="144" h="111" extrusionOk="0">
                  <a:moveTo>
                    <a:pt x="80" y="1"/>
                  </a:moveTo>
                  <a:lnTo>
                    <a:pt x="80" y="1"/>
                  </a:lnTo>
                  <a:lnTo>
                    <a:pt x="64" y="1"/>
                  </a:lnTo>
                  <a:lnTo>
                    <a:pt x="32" y="16"/>
                  </a:lnTo>
                  <a:lnTo>
                    <a:pt x="17" y="32"/>
                  </a:lnTo>
                  <a:cubicBezTo>
                    <a:pt x="1" y="47"/>
                    <a:pt x="1" y="64"/>
                    <a:pt x="1" y="64"/>
                  </a:cubicBezTo>
                  <a:cubicBezTo>
                    <a:pt x="1" y="79"/>
                    <a:pt x="17" y="95"/>
                    <a:pt x="32" y="95"/>
                  </a:cubicBezTo>
                  <a:lnTo>
                    <a:pt x="32" y="95"/>
                  </a:lnTo>
                  <a:lnTo>
                    <a:pt x="95" y="110"/>
                  </a:lnTo>
                  <a:lnTo>
                    <a:pt x="95" y="110"/>
                  </a:lnTo>
                  <a:cubicBezTo>
                    <a:pt x="112" y="110"/>
                    <a:pt x="127" y="95"/>
                    <a:pt x="127" y="79"/>
                  </a:cubicBezTo>
                  <a:cubicBezTo>
                    <a:pt x="143" y="64"/>
                    <a:pt x="127" y="47"/>
                    <a:pt x="112" y="47"/>
                  </a:cubicBezTo>
                  <a:lnTo>
                    <a:pt x="112"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1" name="Google Shape;1881;p38"/>
            <p:cNvSpPr/>
            <p:nvPr/>
          </p:nvSpPr>
          <p:spPr>
            <a:xfrm>
              <a:off x="3268203" y="1771239"/>
              <a:ext cx="6520" cy="3021"/>
            </a:xfrm>
            <a:custGeom>
              <a:avLst/>
              <a:gdLst/>
              <a:ahLst/>
              <a:cxnLst/>
              <a:rect l="l" t="t" r="r" b="b"/>
              <a:pathLst>
                <a:path w="205" h="95" extrusionOk="0">
                  <a:moveTo>
                    <a:pt x="47" y="0"/>
                  </a:moveTo>
                  <a:lnTo>
                    <a:pt x="47" y="0"/>
                  </a:lnTo>
                  <a:cubicBezTo>
                    <a:pt x="47" y="15"/>
                    <a:pt x="32" y="15"/>
                    <a:pt x="16" y="15"/>
                  </a:cubicBezTo>
                  <a:lnTo>
                    <a:pt x="1" y="15"/>
                  </a:lnTo>
                  <a:cubicBezTo>
                    <a:pt x="1" y="32"/>
                    <a:pt x="1" y="47"/>
                    <a:pt x="16" y="63"/>
                  </a:cubicBezTo>
                  <a:cubicBezTo>
                    <a:pt x="32" y="63"/>
                    <a:pt x="47" y="63"/>
                    <a:pt x="47" y="78"/>
                  </a:cubicBezTo>
                  <a:lnTo>
                    <a:pt x="79" y="78"/>
                  </a:lnTo>
                  <a:lnTo>
                    <a:pt x="95" y="78"/>
                  </a:lnTo>
                  <a:cubicBezTo>
                    <a:pt x="110" y="63"/>
                    <a:pt x="110" y="63"/>
                    <a:pt x="127" y="63"/>
                  </a:cubicBezTo>
                  <a:lnTo>
                    <a:pt x="127" y="63"/>
                  </a:lnTo>
                  <a:cubicBezTo>
                    <a:pt x="142" y="63"/>
                    <a:pt x="142" y="78"/>
                    <a:pt x="142" y="78"/>
                  </a:cubicBezTo>
                  <a:lnTo>
                    <a:pt x="142" y="78"/>
                  </a:lnTo>
                  <a:cubicBezTo>
                    <a:pt x="158" y="95"/>
                    <a:pt x="158" y="95"/>
                    <a:pt x="173" y="95"/>
                  </a:cubicBezTo>
                  <a:lnTo>
                    <a:pt x="190" y="95"/>
                  </a:lnTo>
                  <a:cubicBezTo>
                    <a:pt x="205" y="95"/>
                    <a:pt x="205" y="78"/>
                    <a:pt x="205" y="78"/>
                  </a:cubicBezTo>
                  <a:lnTo>
                    <a:pt x="205" y="47"/>
                  </a:lnTo>
                  <a:cubicBezTo>
                    <a:pt x="205" y="32"/>
                    <a:pt x="190" y="32"/>
                    <a:pt x="190" y="15"/>
                  </a:cubicBezTo>
                  <a:lnTo>
                    <a:pt x="190" y="15"/>
                  </a:lnTo>
                  <a:cubicBezTo>
                    <a:pt x="190" y="47"/>
                    <a:pt x="173" y="63"/>
                    <a:pt x="158" y="63"/>
                  </a:cubicBezTo>
                  <a:lnTo>
                    <a:pt x="142" y="63"/>
                  </a:lnTo>
                  <a:cubicBezTo>
                    <a:pt x="127" y="63"/>
                    <a:pt x="110" y="47"/>
                    <a:pt x="110" y="32"/>
                  </a:cubicBezTo>
                  <a:lnTo>
                    <a:pt x="110" y="0"/>
                  </a:lnTo>
                  <a:lnTo>
                    <a:pt x="95" y="0"/>
                  </a:lnTo>
                  <a:lnTo>
                    <a:pt x="79" y="0"/>
                  </a:lnTo>
                  <a:lnTo>
                    <a:pt x="79"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2" name="Google Shape;1882;p38"/>
            <p:cNvSpPr/>
            <p:nvPr/>
          </p:nvSpPr>
          <p:spPr>
            <a:xfrm>
              <a:off x="3417012" y="1755178"/>
              <a:ext cx="7569" cy="7537"/>
            </a:xfrm>
            <a:custGeom>
              <a:avLst/>
              <a:gdLst/>
              <a:ahLst/>
              <a:cxnLst/>
              <a:rect l="l" t="t" r="r" b="b"/>
              <a:pathLst>
                <a:path w="238" h="237" extrusionOk="0">
                  <a:moveTo>
                    <a:pt x="190" y="1"/>
                  </a:moveTo>
                  <a:lnTo>
                    <a:pt x="158" y="1"/>
                  </a:lnTo>
                  <a:lnTo>
                    <a:pt x="143" y="16"/>
                  </a:lnTo>
                  <a:lnTo>
                    <a:pt x="127" y="16"/>
                  </a:lnTo>
                  <a:lnTo>
                    <a:pt x="80" y="16"/>
                  </a:lnTo>
                  <a:lnTo>
                    <a:pt x="64" y="16"/>
                  </a:lnTo>
                  <a:lnTo>
                    <a:pt x="49" y="16"/>
                  </a:lnTo>
                  <a:lnTo>
                    <a:pt x="32" y="16"/>
                  </a:lnTo>
                  <a:lnTo>
                    <a:pt x="32" y="16"/>
                  </a:lnTo>
                  <a:cubicBezTo>
                    <a:pt x="17" y="16"/>
                    <a:pt x="17" y="16"/>
                    <a:pt x="1" y="32"/>
                  </a:cubicBezTo>
                  <a:lnTo>
                    <a:pt x="1" y="64"/>
                  </a:lnTo>
                  <a:cubicBezTo>
                    <a:pt x="17" y="64"/>
                    <a:pt x="17" y="79"/>
                    <a:pt x="17" y="79"/>
                  </a:cubicBezTo>
                  <a:cubicBezTo>
                    <a:pt x="49" y="79"/>
                    <a:pt x="64" y="95"/>
                    <a:pt x="80" y="95"/>
                  </a:cubicBezTo>
                  <a:lnTo>
                    <a:pt x="80" y="95"/>
                  </a:lnTo>
                  <a:cubicBezTo>
                    <a:pt x="95" y="95"/>
                    <a:pt x="127" y="79"/>
                    <a:pt x="143" y="79"/>
                  </a:cubicBezTo>
                  <a:lnTo>
                    <a:pt x="158" y="79"/>
                  </a:lnTo>
                  <a:lnTo>
                    <a:pt x="158" y="79"/>
                  </a:lnTo>
                  <a:cubicBezTo>
                    <a:pt x="158" y="95"/>
                    <a:pt x="158" y="95"/>
                    <a:pt x="175" y="111"/>
                  </a:cubicBezTo>
                  <a:cubicBezTo>
                    <a:pt x="175" y="142"/>
                    <a:pt x="175" y="158"/>
                    <a:pt x="158" y="174"/>
                  </a:cubicBezTo>
                  <a:lnTo>
                    <a:pt x="158" y="205"/>
                  </a:lnTo>
                  <a:cubicBezTo>
                    <a:pt x="158" y="221"/>
                    <a:pt x="158" y="221"/>
                    <a:pt x="175" y="221"/>
                  </a:cubicBezTo>
                  <a:cubicBezTo>
                    <a:pt x="175" y="237"/>
                    <a:pt x="175" y="237"/>
                    <a:pt x="190" y="237"/>
                  </a:cubicBezTo>
                  <a:lnTo>
                    <a:pt x="190" y="237"/>
                  </a:lnTo>
                  <a:cubicBezTo>
                    <a:pt x="206" y="237"/>
                    <a:pt x="206" y="221"/>
                    <a:pt x="221" y="221"/>
                  </a:cubicBezTo>
                  <a:cubicBezTo>
                    <a:pt x="238" y="190"/>
                    <a:pt x="238" y="142"/>
                    <a:pt x="238" y="111"/>
                  </a:cubicBezTo>
                  <a:lnTo>
                    <a:pt x="238" y="95"/>
                  </a:lnTo>
                  <a:cubicBezTo>
                    <a:pt x="238" y="79"/>
                    <a:pt x="221" y="64"/>
                    <a:pt x="238" y="48"/>
                  </a:cubicBezTo>
                  <a:lnTo>
                    <a:pt x="238" y="32"/>
                  </a:lnTo>
                  <a:cubicBezTo>
                    <a:pt x="238" y="32"/>
                    <a:pt x="238" y="16"/>
                    <a:pt x="221" y="16"/>
                  </a:cubicBezTo>
                  <a:lnTo>
                    <a:pt x="206" y="1"/>
                  </a:lnTo>
                  <a:lnTo>
                    <a:pt x="19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3" name="Google Shape;1883;p38"/>
            <p:cNvSpPr/>
            <p:nvPr/>
          </p:nvSpPr>
          <p:spPr>
            <a:xfrm>
              <a:off x="3271701" y="1769235"/>
              <a:ext cx="2544" cy="4039"/>
            </a:xfrm>
            <a:custGeom>
              <a:avLst/>
              <a:gdLst/>
              <a:ahLst/>
              <a:cxnLst/>
              <a:rect l="l" t="t" r="r" b="b"/>
              <a:pathLst>
                <a:path w="80" h="127" extrusionOk="0">
                  <a:moveTo>
                    <a:pt x="32" y="0"/>
                  </a:moveTo>
                  <a:lnTo>
                    <a:pt x="32" y="0"/>
                  </a:lnTo>
                  <a:cubicBezTo>
                    <a:pt x="17" y="0"/>
                    <a:pt x="0" y="15"/>
                    <a:pt x="0" y="47"/>
                  </a:cubicBezTo>
                  <a:lnTo>
                    <a:pt x="0" y="63"/>
                  </a:lnTo>
                  <a:lnTo>
                    <a:pt x="0" y="95"/>
                  </a:lnTo>
                  <a:cubicBezTo>
                    <a:pt x="0" y="110"/>
                    <a:pt x="17" y="126"/>
                    <a:pt x="32" y="126"/>
                  </a:cubicBezTo>
                  <a:lnTo>
                    <a:pt x="48" y="126"/>
                  </a:lnTo>
                  <a:cubicBezTo>
                    <a:pt x="63" y="126"/>
                    <a:pt x="80" y="110"/>
                    <a:pt x="80" y="78"/>
                  </a:cubicBezTo>
                  <a:lnTo>
                    <a:pt x="80" y="78"/>
                  </a:lnTo>
                  <a:lnTo>
                    <a:pt x="63" y="32"/>
                  </a:lnTo>
                  <a:lnTo>
                    <a:pt x="63" y="15"/>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4" name="Google Shape;1884;p38"/>
            <p:cNvSpPr/>
            <p:nvPr/>
          </p:nvSpPr>
          <p:spPr>
            <a:xfrm>
              <a:off x="3080275" y="1789749"/>
              <a:ext cx="5565" cy="3562"/>
            </a:xfrm>
            <a:custGeom>
              <a:avLst/>
              <a:gdLst/>
              <a:ahLst/>
              <a:cxnLst/>
              <a:rect l="l" t="t" r="r" b="b"/>
              <a:pathLst>
                <a:path w="175" h="112" extrusionOk="0">
                  <a:moveTo>
                    <a:pt x="95" y="48"/>
                  </a:moveTo>
                  <a:lnTo>
                    <a:pt x="95" y="32"/>
                  </a:lnTo>
                  <a:lnTo>
                    <a:pt x="95" y="48"/>
                  </a:lnTo>
                  <a:lnTo>
                    <a:pt x="95" y="48"/>
                  </a:lnTo>
                  <a:close/>
                  <a:moveTo>
                    <a:pt x="17" y="0"/>
                  </a:moveTo>
                  <a:cubicBezTo>
                    <a:pt x="17" y="0"/>
                    <a:pt x="1" y="0"/>
                    <a:pt x="1" y="17"/>
                  </a:cubicBezTo>
                  <a:lnTo>
                    <a:pt x="1" y="32"/>
                  </a:lnTo>
                  <a:cubicBezTo>
                    <a:pt x="17" y="95"/>
                    <a:pt x="64" y="111"/>
                    <a:pt x="95" y="111"/>
                  </a:cubicBezTo>
                  <a:lnTo>
                    <a:pt x="112" y="111"/>
                  </a:lnTo>
                  <a:lnTo>
                    <a:pt x="143" y="111"/>
                  </a:lnTo>
                  <a:lnTo>
                    <a:pt x="143" y="111"/>
                  </a:lnTo>
                  <a:lnTo>
                    <a:pt x="143" y="111"/>
                  </a:lnTo>
                  <a:cubicBezTo>
                    <a:pt x="158" y="111"/>
                    <a:pt x="175" y="95"/>
                    <a:pt x="175" y="95"/>
                  </a:cubicBezTo>
                  <a:lnTo>
                    <a:pt x="175" y="80"/>
                  </a:lnTo>
                  <a:lnTo>
                    <a:pt x="175" y="63"/>
                  </a:lnTo>
                  <a:lnTo>
                    <a:pt x="175" y="48"/>
                  </a:lnTo>
                  <a:cubicBezTo>
                    <a:pt x="158" y="48"/>
                    <a:pt x="158" y="32"/>
                    <a:pt x="158" y="32"/>
                  </a:cubicBezTo>
                  <a:lnTo>
                    <a:pt x="143" y="17"/>
                  </a:lnTo>
                  <a:lnTo>
                    <a:pt x="127" y="17"/>
                  </a:lnTo>
                  <a:lnTo>
                    <a:pt x="95" y="32"/>
                  </a:lnTo>
                  <a:lnTo>
                    <a:pt x="95" y="32"/>
                  </a:lnTo>
                  <a:cubicBezTo>
                    <a:pt x="80" y="32"/>
                    <a:pt x="64" y="17"/>
                    <a:pt x="64"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5" name="Google Shape;1885;p38"/>
            <p:cNvSpPr/>
            <p:nvPr/>
          </p:nvSpPr>
          <p:spPr>
            <a:xfrm>
              <a:off x="3083296" y="1790735"/>
              <a:ext cx="32" cy="572"/>
            </a:xfrm>
            <a:custGeom>
              <a:avLst/>
              <a:gdLst/>
              <a:ahLst/>
              <a:cxnLst/>
              <a:rect l="l" t="t" r="r" b="b"/>
              <a:pathLst>
                <a:path w="1" h="18" extrusionOk="0">
                  <a:moveTo>
                    <a:pt x="0" y="1"/>
                  </a:moveTo>
                  <a:lnTo>
                    <a:pt x="0" y="17"/>
                  </a:lnTo>
                  <a:lnTo>
                    <a:pt x="0"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6" name="Google Shape;1886;p38"/>
            <p:cNvSpPr/>
            <p:nvPr/>
          </p:nvSpPr>
          <p:spPr>
            <a:xfrm>
              <a:off x="3340843" y="1788731"/>
              <a:ext cx="5057" cy="5057"/>
            </a:xfrm>
            <a:custGeom>
              <a:avLst/>
              <a:gdLst/>
              <a:ahLst/>
              <a:cxnLst/>
              <a:rect l="l" t="t" r="r" b="b"/>
              <a:pathLst>
                <a:path w="159" h="159" extrusionOk="0">
                  <a:moveTo>
                    <a:pt x="32" y="1"/>
                  </a:moveTo>
                  <a:lnTo>
                    <a:pt x="32" y="1"/>
                  </a:lnTo>
                  <a:cubicBezTo>
                    <a:pt x="17" y="1"/>
                    <a:pt x="17" y="17"/>
                    <a:pt x="17" y="17"/>
                  </a:cubicBezTo>
                  <a:lnTo>
                    <a:pt x="17" y="17"/>
                  </a:lnTo>
                  <a:cubicBezTo>
                    <a:pt x="32" y="17"/>
                    <a:pt x="49" y="49"/>
                    <a:pt x="32" y="64"/>
                  </a:cubicBezTo>
                  <a:lnTo>
                    <a:pt x="32" y="80"/>
                  </a:lnTo>
                  <a:lnTo>
                    <a:pt x="49" y="95"/>
                  </a:lnTo>
                  <a:lnTo>
                    <a:pt x="32" y="95"/>
                  </a:lnTo>
                  <a:cubicBezTo>
                    <a:pt x="17" y="95"/>
                    <a:pt x="1" y="127"/>
                    <a:pt x="17" y="143"/>
                  </a:cubicBezTo>
                  <a:cubicBezTo>
                    <a:pt x="17" y="143"/>
                    <a:pt x="17" y="158"/>
                    <a:pt x="32" y="158"/>
                  </a:cubicBezTo>
                  <a:lnTo>
                    <a:pt x="32" y="158"/>
                  </a:lnTo>
                  <a:lnTo>
                    <a:pt x="112" y="127"/>
                  </a:lnTo>
                  <a:cubicBezTo>
                    <a:pt x="112" y="112"/>
                    <a:pt x="127" y="95"/>
                    <a:pt x="143" y="95"/>
                  </a:cubicBezTo>
                  <a:lnTo>
                    <a:pt x="158" y="95"/>
                  </a:lnTo>
                  <a:cubicBezTo>
                    <a:pt x="158" y="80"/>
                    <a:pt x="143" y="80"/>
                    <a:pt x="143" y="64"/>
                  </a:cubicBezTo>
                  <a:lnTo>
                    <a:pt x="95" y="49"/>
                  </a:lnTo>
                  <a:lnTo>
                    <a:pt x="49" y="17"/>
                  </a:lnTo>
                  <a:lnTo>
                    <a:pt x="49"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7" name="Google Shape;1887;p38"/>
            <p:cNvSpPr/>
            <p:nvPr/>
          </p:nvSpPr>
          <p:spPr>
            <a:xfrm>
              <a:off x="3092837" y="1786727"/>
              <a:ext cx="6042" cy="5057"/>
            </a:xfrm>
            <a:custGeom>
              <a:avLst/>
              <a:gdLst/>
              <a:ahLst/>
              <a:cxnLst/>
              <a:rect l="l" t="t" r="r" b="b"/>
              <a:pathLst>
                <a:path w="190" h="159" extrusionOk="0">
                  <a:moveTo>
                    <a:pt x="63" y="1"/>
                  </a:moveTo>
                  <a:lnTo>
                    <a:pt x="63" y="1"/>
                  </a:lnTo>
                  <a:cubicBezTo>
                    <a:pt x="47" y="1"/>
                    <a:pt x="32" y="1"/>
                    <a:pt x="32" y="17"/>
                  </a:cubicBezTo>
                  <a:lnTo>
                    <a:pt x="15" y="80"/>
                  </a:lnTo>
                  <a:cubicBezTo>
                    <a:pt x="0" y="95"/>
                    <a:pt x="0" y="95"/>
                    <a:pt x="15" y="112"/>
                  </a:cubicBezTo>
                  <a:lnTo>
                    <a:pt x="15" y="112"/>
                  </a:lnTo>
                  <a:cubicBezTo>
                    <a:pt x="15" y="112"/>
                    <a:pt x="15" y="127"/>
                    <a:pt x="32" y="127"/>
                  </a:cubicBezTo>
                  <a:lnTo>
                    <a:pt x="110" y="158"/>
                  </a:lnTo>
                  <a:lnTo>
                    <a:pt x="126" y="158"/>
                  </a:lnTo>
                  <a:lnTo>
                    <a:pt x="142" y="158"/>
                  </a:lnTo>
                  <a:lnTo>
                    <a:pt x="142" y="158"/>
                  </a:lnTo>
                  <a:cubicBezTo>
                    <a:pt x="158" y="158"/>
                    <a:pt x="158" y="158"/>
                    <a:pt x="158" y="143"/>
                  </a:cubicBezTo>
                  <a:lnTo>
                    <a:pt x="173" y="143"/>
                  </a:lnTo>
                  <a:lnTo>
                    <a:pt x="189" y="80"/>
                  </a:lnTo>
                  <a:lnTo>
                    <a:pt x="189" y="80"/>
                  </a:lnTo>
                  <a:lnTo>
                    <a:pt x="189" y="80"/>
                  </a:lnTo>
                  <a:cubicBezTo>
                    <a:pt x="189" y="64"/>
                    <a:pt x="189" y="49"/>
                    <a:pt x="173" y="32"/>
                  </a:cubicBezTo>
                  <a:lnTo>
                    <a:pt x="158" y="32"/>
                  </a:lnTo>
                  <a:cubicBezTo>
                    <a:pt x="142" y="32"/>
                    <a:pt x="126" y="49"/>
                    <a:pt x="126" y="64"/>
                  </a:cubicBezTo>
                  <a:lnTo>
                    <a:pt x="110" y="80"/>
                  </a:lnTo>
                  <a:lnTo>
                    <a:pt x="78" y="80"/>
                  </a:lnTo>
                  <a:lnTo>
                    <a:pt x="95" y="49"/>
                  </a:lnTo>
                  <a:lnTo>
                    <a:pt x="95" y="49"/>
                  </a:lnTo>
                  <a:cubicBezTo>
                    <a:pt x="110" y="32"/>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8" name="Google Shape;1888;p38"/>
            <p:cNvSpPr/>
            <p:nvPr/>
          </p:nvSpPr>
          <p:spPr>
            <a:xfrm>
              <a:off x="3273228" y="1811312"/>
              <a:ext cx="4516" cy="5057"/>
            </a:xfrm>
            <a:custGeom>
              <a:avLst/>
              <a:gdLst/>
              <a:ahLst/>
              <a:cxnLst/>
              <a:rect l="l" t="t" r="r" b="b"/>
              <a:pathLst>
                <a:path w="142" h="159" extrusionOk="0">
                  <a:moveTo>
                    <a:pt x="110" y="1"/>
                  </a:moveTo>
                  <a:lnTo>
                    <a:pt x="110" y="1"/>
                  </a:lnTo>
                  <a:cubicBezTo>
                    <a:pt x="79" y="1"/>
                    <a:pt x="79" y="16"/>
                    <a:pt x="79" y="32"/>
                  </a:cubicBezTo>
                  <a:lnTo>
                    <a:pt x="63" y="79"/>
                  </a:lnTo>
                  <a:lnTo>
                    <a:pt x="47" y="64"/>
                  </a:lnTo>
                  <a:lnTo>
                    <a:pt x="47" y="64"/>
                  </a:lnTo>
                  <a:lnTo>
                    <a:pt x="15" y="64"/>
                  </a:lnTo>
                  <a:lnTo>
                    <a:pt x="15" y="79"/>
                  </a:lnTo>
                  <a:lnTo>
                    <a:pt x="15" y="95"/>
                  </a:lnTo>
                  <a:cubicBezTo>
                    <a:pt x="0" y="110"/>
                    <a:pt x="15" y="127"/>
                    <a:pt x="32" y="127"/>
                  </a:cubicBezTo>
                  <a:lnTo>
                    <a:pt x="95" y="158"/>
                  </a:lnTo>
                  <a:lnTo>
                    <a:pt x="110" y="158"/>
                  </a:lnTo>
                  <a:lnTo>
                    <a:pt x="126" y="158"/>
                  </a:lnTo>
                  <a:cubicBezTo>
                    <a:pt x="126" y="142"/>
                    <a:pt x="142" y="127"/>
                    <a:pt x="142" y="127"/>
                  </a:cubicBezTo>
                  <a:lnTo>
                    <a:pt x="142" y="95"/>
                  </a:lnTo>
                  <a:lnTo>
                    <a:pt x="142" y="32"/>
                  </a:lnTo>
                  <a:lnTo>
                    <a:pt x="142"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9" name="Google Shape;1889;p38"/>
            <p:cNvSpPr/>
            <p:nvPr/>
          </p:nvSpPr>
          <p:spPr>
            <a:xfrm>
              <a:off x="3084823" y="1793279"/>
              <a:ext cx="3021" cy="3021"/>
            </a:xfrm>
            <a:custGeom>
              <a:avLst/>
              <a:gdLst/>
              <a:ahLst/>
              <a:cxnLst/>
              <a:rect l="l" t="t" r="r" b="b"/>
              <a:pathLst>
                <a:path w="95" h="95" extrusionOk="0">
                  <a:moveTo>
                    <a:pt x="78" y="0"/>
                  </a:moveTo>
                  <a:lnTo>
                    <a:pt x="63" y="0"/>
                  </a:lnTo>
                  <a:lnTo>
                    <a:pt x="47" y="0"/>
                  </a:lnTo>
                  <a:lnTo>
                    <a:pt x="47" y="0"/>
                  </a:lnTo>
                  <a:lnTo>
                    <a:pt x="0" y="32"/>
                  </a:lnTo>
                  <a:lnTo>
                    <a:pt x="0" y="63"/>
                  </a:lnTo>
                  <a:lnTo>
                    <a:pt x="0" y="78"/>
                  </a:lnTo>
                  <a:cubicBezTo>
                    <a:pt x="15" y="95"/>
                    <a:pt x="15" y="95"/>
                    <a:pt x="32" y="95"/>
                  </a:cubicBezTo>
                  <a:lnTo>
                    <a:pt x="32" y="95"/>
                  </a:lnTo>
                  <a:lnTo>
                    <a:pt x="47" y="95"/>
                  </a:lnTo>
                  <a:lnTo>
                    <a:pt x="47" y="95"/>
                  </a:lnTo>
                  <a:lnTo>
                    <a:pt x="95" y="63"/>
                  </a:lnTo>
                  <a:cubicBezTo>
                    <a:pt x="78" y="47"/>
                    <a:pt x="95" y="32"/>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0" name="Google Shape;1890;p38"/>
            <p:cNvSpPr/>
            <p:nvPr/>
          </p:nvSpPr>
          <p:spPr>
            <a:xfrm>
              <a:off x="3310311" y="1819326"/>
              <a:ext cx="3498" cy="3053"/>
            </a:xfrm>
            <a:custGeom>
              <a:avLst/>
              <a:gdLst/>
              <a:ahLst/>
              <a:cxnLst/>
              <a:rect l="l" t="t" r="r" b="b"/>
              <a:pathLst>
                <a:path w="110" h="96" extrusionOk="0">
                  <a:moveTo>
                    <a:pt x="47" y="1"/>
                  </a:moveTo>
                  <a:lnTo>
                    <a:pt x="47" y="1"/>
                  </a:lnTo>
                  <a:cubicBezTo>
                    <a:pt x="32" y="1"/>
                    <a:pt x="32" y="1"/>
                    <a:pt x="15" y="16"/>
                  </a:cubicBezTo>
                  <a:lnTo>
                    <a:pt x="15" y="16"/>
                  </a:lnTo>
                  <a:cubicBezTo>
                    <a:pt x="0" y="32"/>
                    <a:pt x="15" y="47"/>
                    <a:pt x="15" y="64"/>
                  </a:cubicBezTo>
                  <a:lnTo>
                    <a:pt x="63" y="95"/>
                  </a:lnTo>
                  <a:lnTo>
                    <a:pt x="78" y="95"/>
                  </a:lnTo>
                  <a:lnTo>
                    <a:pt x="78" y="95"/>
                  </a:lnTo>
                  <a:cubicBezTo>
                    <a:pt x="95" y="95"/>
                    <a:pt x="95" y="95"/>
                    <a:pt x="110" y="79"/>
                  </a:cubicBezTo>
                  <a:cubicBezTo>
                    <a:pt x="110" y="64"/>
                    <a:pt x="110" y="47"/>
                    <a:pt x="95" y="32"/>
                  </a:cubicBez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1" name="Google Shape;1891;p38"/>
            <p:cNvSpPr/>
            <p:nvPr/>
          </p:nvSpPr>
          <p:spPr>
            <a:xfrm>
              <a:off x="3423023" y="1752666"/>
              <a:ext cx="9064" cy="2544"/>
            </a:xfrm>
            <a:custGeom>
              <a:avLst/>
              <a:gdLst/>
              <a:ahLst/>
              <a:cxnLst/>
              <a:rect l="l" t="t" r="r" b="b"/>
              <a:pathLst>
                <a:path w="285" h="80" extrusionOk="0">
                  <a:moveTo>
                    <a:pt x="49" y="0"/>
                  </a:moveTo>
                  <a:lnTo>
                    <a:pt x="32" y="0"/>
                  </a:lnTo>
                  <a:cubicBezTo>
                    <a:pt x="17" y="0"/>
                    <a:pt x="17" y="17"/>
                    <a:pt x="17" y="32"/>
                  </a:cubicBezTo>
                  <a:cubicBezTo>
                    <a:pt x="1" y="48"/>
                    <a:pt x="17" y="48"/>
                    <a:pt x="17" y="64"/>
                  </a:cubicBezTo>
                  <a:lnTo>
                    <a:pt x="49" y="64"/>
                  </a:lnTo>
                  <a:lnTo>
                    <a:pt x="64" y="64"/>
                  </a:lnTo>
                  <a:lnTo>
                    <a:pt x="95" y="80"/>
                  </a:lnTo>
                  <a:lnTo>
                    <a:pt x="190" y="80"/>
                  </a:lnTo>
                  <a:lnTo>
                    <a:pt x="253" y="80"/>
                  </a:lnTo>
                  <a:lnTo>
                    <a:pt x="253" y="80"/>
                  </a:lnTo>
                  <a:cubicBezTo>
                    <a:pt x="269" y="80"/>
                    <a:pt x="284" y="64"/>
                    <a:pt x="284" y="48"/>
                  </a:cubicBezTo>
                  <a:lnTo>
                    <a:pt x="284" y="32"/>
                  </a:lnTo>
                  <a:cubicBezTo>
                    <a:pt x="284" y="17"/>
                    <a:pt x="269" y="17"/>
                    <a:pt x="253" y="17"/>
                  </a:cubicBezTo>
                  <a:lnTo>
                    <a:pt x="190"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2" name="Google Shape;1892;p38"/>
            <p:cNvSpPr/>
            <p:nvPr/>
          </p:nvSpPr>
          <p:spPr>
            <a:xfrm>
              <a:off x="3292278" y="1813315"/>
              <a:ext cx="3021" cy="3053"/>
            </a:xfrm>
            <a:custGeom>
              <a:avLst/>
              <a:gdLst/>
              <a:ahLst/>
              <a:cxnLst/>
              <a:rect l="l" t="t" r="r" b="b"/>
              <a:pathLst>
                <a:path w="95" h="96" extrusionOk="0">
                  <a:moveTo>
                    <a:pt x="63" y="1"/>
                  </a:moveTo>
                  <a:lnTo>
                    <a:pt x="63" y="1"/>
                  </a:lnTo>
                  <a:lnTo>
                    <a:pt x="47" y="1"/>
                  </a:lnTo>
                  <a:lnTo>
                    <a:pt x="0" y="16"/>
                  </a:lnTo>
                  <a:lnTo>
                    <a:pt x="0" y="64"/>
                  </a:lnTo>
                  <a:lnTo>
                    <a:pt x="0" y="79"/>
                  </a:lnTo>
                  <a:cubicBezTo>
                    <a:pt x="0" y="95"/>
                    <a:pt x="0" y="95"/>
                    <a:pt x="15" y="95"/>
                  </a:cubicBezTo>
                  <a:lnTo>
                    <a:pt x="15" y="95"/>
                  </a:lnTo>
                  <a:lnTo>
                    <a:pt x="47" y="79"/>
                  </a:lnTo>
                  <a:lnTo>
                    <a:pt x="78" y="64"/>
                  </a:lnTo>
                  <a:lnTo>
                    <a:pt x="78" y="64"/>
                  </a:lnTo>
                  <a:lnTo>
                    <a:pt x="95" y="64"/>
                  </a:lnTo>
                  <a:lnTo>
                    <a:pt x="78" y="64"/>
                  </a:lnTo>
                  <a:cubicBezTo>
                    <a:pt x="78" y="47"/>
                    <a:pt x="63" y="16"/>
                    <a:pt x="78" y="16"/>
                  </a:cubicBezTo>
                  <a:lnTo>
                    <a:pt x="7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3" name="Google Shape;1893;p38"/>
            <p:cNvSpPr/>
            <p:nvPr/>
          </p:nvSpPr>
          <p:spPr>
            <a:xfrm>
              <a:off x="3317308" y="1776232"/>
              <a:ext cx="2512" cy="3530"/>
            </a:xfrm>
            <a:custGeom>
              <a:avLst/>
              <a:gdLst/>
              <a:ahLst/>
              <a:cxnLst/>
              <a:rect l="l" t="t" r="r" b="b"/>
              <a:pathLst>
                <a:path w="79" h="111" extrusionOk="0">
                  <a:moveTo>
                    <a:pt x="64" y="1"/>
                  </a:moveTo>
                  <a:lnTo>
                    <a:pt x="64" y="1"/>
                  </a:lnTo>
                  <a:cubicBezTo>
                    <a:pt x="48" y="1"/>
                    <a:pt x="32" y="1"/>
                    <a:pt x="32" y="16"/>
                  </a:cubicBezTo>
                  <a:lnTo>
                    <a:pt x="1" y="47"/>
                  </a:lnTo>
                  <a:cubicBezTo>
                    <a:pt x="1" y="64"/>
                    <a:pt x="1" y="95"/>
                    <a:pt x="16" y="95"/>
                  </a:cubicBezTo>
                  <a:cubicBezTo>
                    <a:pt x="16" y="110"/>
                    <a:pt x="32" y="110"/>
                    <a:pt x="32" y="110"/>
                  </a:cubicBezTo>
                  <a:cubicBezTo>
                    <a:pt x="32" y="110"/>
                    <a:pt x="48" y="110"/>
                    <a:pt x="48" y="95"/>
                  </a:cubicBezTo>
                  <a:lnTo>
                    <a:pt x="32" y="47"/>
                  </a:lnTo>
                  <a:cubicBezTo>
                    <a:pt x="32" y="32"/>
                    <a:pt x="48" y="1"/>
                    <a:pt x="64" y="1"/>
                  </a:cubicBezTo>
                  <a:lnTo>
                    <a:pt x="64" y="1"/>
                  </a:lnTo>
                  <a:lnTo>
                    <a:pt x="64" y="1"/>
                  </a:lnTo>
                  <a:lnTo>
                    <a:pt x="64" y="1"/>
                  </a:lnTo>
                  <a:lnTo>
                    <a:pt x="79" y="1"/>
                  </a:lnTo>
                  <a:lnTo>
                    <a:pt x="79" y="1"/>
                  </a:lnTo>
                  <a:lnTo>
                    <a:pt x="79" y="1"/>
                  </a:lnTo>
                  <a:lnTo>
                    <a:pt x="79" y="1"/>
                  </a:lnTo>
                  <a:lnTo>
                    <a:pt x="79"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4" name="Google Shape;1894;p38"/>
            <p:cNvSpPr/>
            <p:nvPr/>
          </p:nvSpPr>
          <p:spPr>
            <a:xfrm>
              <a:off x="3436063" y="1763702"/>
              <a:ext cx="2035" cy="4548"/>
            </a:xfrm>
            <a:custGeom>
              <a:avLst/>
              <a:gdLst/>
              <a:ahLst/>
              <a:cxnLst/>
              <a:rect l="l" t="t" r="r" b="b"/>
              <a:pathLst>
                <a:path w="64" h="143" extrusionOk="0">
                  <a:moveTo>
                    <a:pt x="32" y="0"/>
                  </a:moveTo>
                  <a:lnTo>
                    <a:pt x="32" y="0"/>
                  </a:lnTo>
                  <a:cubicBezTo>
                    <a:pt x="17" y="0"/>
                    <a:pt x="0" y="16"/>
                    <a:pt x="0" y="16"/>
                  </a:cubicBezTo>
                  <a:lnTo>
                    <a:pt x="0" y="32"/>
                  </a:lnTo>
                  <a:lnTo>
                    <a:pt x="0" y="111"/>
                  </a:lnTo>
                  <a:cubicBezTo>
                    <a:pt x="0" y="126"/>
                    <a:pt x="17" y="126"/>
                    <a:pt x="32" y="143"/>
                  </a:cubicBezTo>
                  <a:lnTo>
                    <a:pt x="17" y="126"/>
                  </a:lnTo>
                  <a:lnTo>
                    <a:pt x="17" y="111"/>
                  </a:lnTo>
                  <a:lnTo>
                    <a:pt x="48" y="80"/>
                  </a:lnTo>
                  <a:lnTo>
                    <a:pt x="63" y="80"/>
                  </a:lnTo>
                  <a:lnTo>
                    <a:pt x="63" y="32"/>
                  </a:lnTo>
                  <a:cubicBezTo>
                    <a:pt x="63"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5" name="Google Shape;1895;p38"/>
            <p:cNvSpPr/>
            <p:nvPr/>
          </p:nvSpPr>
          <p:spPr>
            <a:xfrm>
              <a:off x="3400983" y="1765705"/>
              <a:ext cx="6551" cy="5025"/>
            </a:xfrm>
            <a:custGeom>
              <a:avLst/>
              <a:gdLst/>
              <a:ahLst/>
              <a:cxnLst/>
              <a:rect l="l" t="t" r="r" b="b"/>
              <a:pathLst>
                <a:path w="206" h="158" extrusionOk="0">
                  <a:moveTo>
                    <a:pt x="48" y="0"/>
                  </a:moveTo>
                  <a:lnTo>
                    <a:pt x="48" y="0"/>
                  </a:lnTo>
                  <a:lnTo>
                    <a:pt x="32" y="0"/>
                  </a:lnTo>
                  <a:cubicBezTo>
                    <a:pt x="17" y="17"/>
                    <a:pt x="0" y="32"/>
                    <a:pt x="17" y="48"/>
                  </a:cubicBezTo>
                  <a:lnTo>
                    <a:pt x="17" y="63"/>
                  </a:lnTo>
                  <a:lnTo>
                    <a:pt x="32" y="111"/>
                  </a:lnTo>
                  <a:lnTo>
                    <a:pt x="32" y="126"/>
                  </a:lnTo>
                  <a:lnTo>
                    <a:pt x="48" y="126"/>
                  </a:lnTo>
                  <a:lnTo>
                    <a:pt x="63" y="126"/>
                  </a:lnTo>
                  <a:lnTo>
                    <a:pt x="63" y="126"/>
                  </a:lnTo>
                  <a:lnTo>
                    <a:pt x="95" y="126"/>
                  </a:lnTo>
                  <a:lnTo>
                    <a:pt x="126" y="126"/>
                  </a:lnTo>
                  <a:lnTo>
                    <a:pt x="126" y="143"/>
                  </a:lnTo>
                  <a:cubicBezTo>
                    <a:pt x="143" y="158"/>
                    <a:pt x="143" y="158"/>
                    <a:pt x="158" y="158"/>
                  </a:cubicBezTo>
                  <a:lnTo>
                    <a:pt x="174" y="158"/>
                  </a:lnTo>
                  <a:cubicBezTo>
                    <a:pt x="189" y="143"/>
                    <a:pt x="206" y="126"/>
                    <a:pt x="189" y="111"/>
                  </a:cubicBezTo>
                  <a:lnTo>
                    <a:pt x="189" y="95"/>
                  </a:lnTo>
                  <a:lnTo>
                    <a:pt x="174" y="63"/>
                  </a:lnTo>
                  <a:cubicBezTo>
                    <a:pt x="158" y="48"/>
                    <a:pt x="158" y="48"/>
                    <a:pt x="143" y="48"/>
                  </a:cubicBezTo>
                  <a:lnTo>
                    <a:pt x="126" y="48"/>
                  </a:lnTo>
                  <a:lnTo>
                    <a:pt x="80" y="63"/>
                  </a:lnTo>
                  <a:lnTo>
                    <a:pt x="80" y="32"/>
                  </a:lnTo>
                  <a:cubicBezTo>
                    <a:pt x="80" y="17"/>
                    <a:pt x="63" y="17"/>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6" name="Google Shape;1896;p38"/>
            <p:cNvSpPr/>
            <p:nvPr/>
          </p:nvSpPr>
          <p:spPr>
            <a:xfrm>
              <a:off x="3049203" y="1802279"/>
              <a:ext cx="5057" cy="3530"/>
            </a:xfrm>
            <a:custGeom>
              <a:avLst/>
              <a:gdLst/>
              <a:ahLst/>
              <a:cxnLst/>
              <a:rect l="l" t="t" r="r" b="b"/>
              <a:pathLst>
                <a:path w="159" h="111" extrusionOk="0">
                  <a:moveTo>
                    <a:pt x="32" y="1"/>
                  </a:moveTo>
                  <a:lnTo>
                    <a:pt x="32" y="1"/>
                  </a:lnTo>
                  <a:cubicBezTo>
                    <a:pt x="17" y="1"/>
                    <a:pt x="1" y="16"/>
                    <a:pt x="1" y="16"/>
                  </a:cubicBezTo>
                  <a:cubicBezTo>
                    <a:pt x="1" y="32"/>
                    <a:pt x="1" y="64"/>
                    <a:pt x="17" y="64"/>
                  </a:cubicBezTo>
                  <a:lnTo>
                    <a:pt x="17" y="64"/>
                  </a:lnTo>
                  <a:lnTo>
                    <a:pt x="64" y="95"/>
                  </a:lnTo>
                  <a:cubicBezTo>
                    <a:pt x="80" y="79"/>
                    <a:pt x="80" y="79"/>
                    <a:pt x="96" y="79"/>
                  </a:cubicBezTo>
                  <a:lnTo>
                    <a:pt x="96" y="79"/>
                  </a:lnTo>
                  <a:cubicBezTo>
                    <a:pt x="112" y="79"/>
                    <a:pt x="127" y="95"/>
                    <a:pt x="127" y="111"/>
                  </a:cubicBezTo>
                  <a:lnTo>
                    <a:pt x="127" y="111"/>
                  </a:lnTo>
                  <a:cubicBezTo>
                    <a:pt x="143" y="111"/>
                    <a:pt x="143" y="111"/>
                    <a:pt x="159" y="95"/>
                  </a:cubicBezTo>
                  <a:cubicBezTo>
                    <a:pt x="159" y="79"/>
                    <a:pt x="159" y="64"/>
                    <a:pt x="143" y="48"/>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7" name="Google Shape;1897;p38"/>
            <p:cNvSpPr/>
            <p:nvPr/>
          </p:nvSpPr>
          <p:spPr>
            <a:xfrm>
              <a:off x="3176004" y="1789749"/>
              <a:ext cx="4039" cy="4548"/>
            </a:xfrm>
            <a:custGeom>
              <a:avLst/>
              <a:gdLst/>
              <a:ahLst/>
              <a:cxnLst/>
              <a:rect l="l" t="t" r="r" b="b"/>
              <a:pathLst>
                <a:path w="127" h="143" extrusionOk="0">
                  <a:moveTo>
                    <a:pt x="16" y="80"/>
                  </a:moveTo>
                  <a:lnTo>
                    <a:pt x="16" y="80"/>
                  </a:lnTo>
                  <a:lnTo>
                    <a:pt x="16" y="80"/>
                  </a:lnTo>
                  <a:close/>
                  <a:moveTo>
                    <a:pt x="79" y="0"/>
                  </a:moveTo>
                  <a:lnTo>
                    <a:pt x="64" y="0"/>
                  </a:lnTo>
                  <a:cubicBezTo>
                    <a:pt x="64" y="0"/>
                    <a:pt x="47" y="0"/>
                    <a:pt x="32" y="17"/>
                  </a:cubicBezTo>
                  <a:cubicBezTo>
                    <a:pt x="16" y="32"/>
                    <a:pt x="16" y="48"/>
                    <a:pt x="16" y="63"/>
                  </a:cubicBezTo>
                  <a:lnTo>
                    <a:pt x="16" y="80"/>
                  </a:lnTo>
                  <a:lnTo>
                    <a:pt x="16" y="80"/>
                  </a:lnTo>
                  <a:cubicBezTo>
                    <a:pt x="1" y="95"/>
                    <a:pt x="16" y="111"/>
                    <a:pt x="16" y="126"/>
                  </a:cubicBezTo>
                  <a:cubicBezTo>
                    <a:pt x="32" y="126"/>
                    <a:pt x="32" y="143"/>
                    <a:pt x="47" y="143"/>
                  </a:cubicBezTo>
                  <a:cubicBezTo>
                    <a:pt x="47" y="143"/>
                    <a:pt x="64" y="126"/>
                    <a:pt x="79" y="126"/>
                  </a:cubicBezTo>
                  <a:lnTo>
                    <a:pt x="79" y="80"/>
                  </a:lnTo>
                  <a:lnTo>
                    <a:pt x="79" y="80"/>
                  </a:lnTo>
                  <a:lnTo>
                    <a:pt x="79" y="63"/>
                  </a:lnTo>
                  <a:lnTo>
                    <a:pt x="95" y="63"/>
                  </a:lnTo>
                  <a:lnTo>
                    <a:pt x="95" y="63"/>
                  </a:lnTo>
                  <a:cubicBezTo>
                    <a:pt x="110" y="63"/>
                    <a:pt x="127" y="63"/>
                    <a:pt x="127" y="48"/>
                  </a:cubicBezTo>
                  <a:cubicBezTo>
                    <a:pt x="127" y="17"/>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8" name="Google Shape;1898;p38"/>
            <p:cNvSpPr/>
            <p:nvPr/>
          </p:nvSpPr>
          <p:spPr>
            <a:xfrm>
              <a:off x="3176481" y="179226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9" name="Google Shape;1899;p38"/>
            <p:cNvSpPr/>
            <p:nvPr/>
          </p:nvSpPr>
          <p:spPr>
            <a:xfrm>
              <a:off x="3314795" y="1814810"/>
              <a:ext cx="3562" cy="6551"/>
            </a:xfrm>
            <a:custGeom>
              <a:avLst/>
              <a:gdLst/>
              <a:ahLst/>
              <a:cxnLst/>
              <a:rect l="l" t="t" r="r" b="b"/>
              <a:pathLst>
                <a:path w="112" h="206" extrusionOk="0">
                  <a:moveTo>
                    <a:pt x="63" y="0"/>
                  </a:moveTo>
                  <a:lnTo>
                    <a:pt x="63" y="0"/>
                  </a:lnTo>
                  <a:cubicBezTo>
                    <a:pt x="63" y="0"/>
                    <a:pt x="63" y="17"/>
                    <a:pt x="48" y="17"/>
                  </a:cubicBezTo>
                  <a:lnTo>
                    <a:pt x="48" y="17"/>
                  </a:lnTo>
                  <a:lnTo>
                    <a:pt x="48" y="17"/>
                  </a:lnTo>
                  <a:cubicBezTo>
                    <a:pt x="32" y="17"/>
                    <a:pt x="17" y="32"/>
                    <a:pt x="17" y="48"/>
                  </a:cubicBezTo>
                  <a:lnTo>
                    <a:pt x="17" y="80"/>
                  </a:lnTo>
                  <a:cubicBezTo>
                    <a:pt x="0" y="95"/>
                    <a:pt x="17" y="126"/>
                    <a:pt x="17" y="143"/>
                  </a:cubicBezTo>
                  <a:cubicBezTo>
                    <a:pt x="32" y="158"/>
                    <a:pt x="32" y="158"/>
                    <a:pt x="32" y="174"/>
                  </a:cubicBezTo>
                  <a:lnTo>
                    <a:pt x="48" y="189"/>
                  </a:lnTo>
                  <a:cubicBezTo>
                    <a:pt x="48" y="206"/>
                    <a:pt x="63" y="206"/>
                    <a:pt x="80" y="206"/>
                  </a:cubicBezTo>
                  <a:lnTo>
                    <a:pt x="95" y="206"/>
                  </a:lnTo>
                  <a:cubicBezTo>
                    <a:pt x="111" y="206"/>
                    <a:pt x="111" y="189"/>
                    <a:pt x="111" y="174"/>
                  </a:cubicBezTo>
                  <a:lnTo>
                    <a:pt x="111" y="158"/>
                  </a:lnTo>
                  <a:lnTo>
                    <a:pt x="95" y="158"/>
                  </a:lnTo>
                  <a:lnTo>
                    <a:pt x="95" y="158"/>
                  </a:lnTo>
                  <a:cubicBezTo>
                    <a:pt x="80" y="143"/>
                    <a:pt x="63" y="126"/>
                    <a:pt x="80" y="111"/>
                  </a:cubicBezTo>
                  <a:lnTo>
                    <a:pt x="80" y="95"/>
                  </a:lnTo>
                  <a:lnTo>
                    <a:pt x="80" y="95"/>
                  </a:lnTo>
                  <a:lnTo>
                    <a:pt x="80" y="95"/>
                  </a:lnTo>
                  <a:lnTo>
                    <a:pt x="63" y="80"/>
                  </a:lnTo>
                  <a:lnTo>
                    <a:pt x="63" y="32"/>
                  </a:lnTo>
                  <a:lnTo>
                    <a:pt x="95" y="32"/>
                  </a:lnTo>
                  <a:lnTo>
                    <a:pt x="95" y="17"/>
                  </a:lnTo>
                  <a:lnTo>
                    <a:pt x="95" y="32"/>
                  </a:lnTo>
                  <a:lnTo>
                    <a:pt x="95" y="17"/>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0" name="Google Shape;1900;p38"/>
            <p:cNvSpPr/>
            <p:nvPr/>
          </p:nvSpPr>
          <p:spPr>
            <a:xfrm>
              <a:off x="3392492" y="1805301"/>
              <a:ext cx="7028" cy="5534"/>
            </a:xfrm>
            <a:custGeom>
              <a:avLst/>
              <a:gdLst/>
              <a:ahLst/>
              <a:cxnLst/>
              <a:rect l="l" t="t" r="r" b="b"/>
              <a:pathLst>
                <a:path w="221" h="174" extrusionOk="0">
                  <a:moveTo>
                    <a:pt x="126" y="0"/>
                  </a:moveTo>
                  <a:lnTo>
                    <a:pt x="126" y="0"/>
                  </a:lnTo>
                  <a:lnTo>
                    <a:pt x="110" y="0"/>
                  </a:lnTo>
                  <a:cubicBezTo>
                    <a:pt x="110" y="16"/>
                    <a:pt x="95" y="32"/>
                    <a:pt x="78" y="32"/>
                  </a:cubicBezTo>
                  <a:lnTo>
                    <a:pt x="63" y="32"/>
                  </a:lnTo>
                  <a:lnTo>
                    <a:pt x="63" y="47"/>
                  </a:lnTo>
                  <a:lnTo>
                    <a:pt x="15" y="95"/>
                  </a:lnTo>
                  <a:lnTo>
                    <a:pt x="15" y="95"/>
                  </a:lnTo>
                  <a:cubicBezTo>
                    <a:pt x="0" y="110"/>
                    <a:pt x="0" y="126"/>
                    <a:pt x="15" y="142"/>
                  </a:cubicBezTo>
                  <a:lnTo>
                    <a:pt x="15" y="142"/>
                  </a:lnTo>
                  <a:lnTo>
                    <a:pt x="15" y="142"/>
                  </a:lnTo>
                  <a:lnTo>
                    <a:pt x="32" y="173"/>
                  </a:lnTo>
                  <a:lnTo>
                    <a:pt x="63" y="173"/>
                  </a:lnTo>
                  <a:cubicBezTo>
                    <a:pt x="63" y="173"/>
                    <a:pt x="78" y="173"/>
                    <a:pt x="78" y="158"/>
                  </a:cubicBezTo>
                  <a:cubicBezTo>
                    <a:pt x="95" y="158"/>
                    <a:pt x="95" y="126"/>
                    <a:pt x="78" y="126"/>
                  </a:cubicBezTo>
                  <a:lnTo>
                    <a:pt x="110" y="79"/>
                  </a:lnTo>
                  <a:lnTo>
                    <a:pt x="158" y="158"/>
                  </a:lnTo>
                  <a:cubicBezTo>
                    <a:pt x="173" y="158"/>
                    <a:pt x="173" y="173"/>
                    <a:pt x="189" y="173"/>
                  </a:cubicBezTo>
                  <a:lnTo>
                    <a:pt x="189" y="173"/>
                  </a:lnTo>
                  <a:cubicBezTo>
                    <a:pt x="204" y="158"/>
                    <a:pt x="204" y="142"/>
                    <a:pt x="221" y="142"/>
                  </a:cubicBezTo>
                  <a:lnTo>
                    <a:pt x="221" y="142"/>
                  </a:lnTo>
                  <a:lnTo>
                    <a:pt x="221" y="110"/>
                  </a:lnTo>
                  <a:lnTo>
                    <a:pt x="189" y="47"/>
                  </a:lnTo>
                  <a:lnTo>
                    <a:pt x="158" y="32"/>
                  </a:lnTo>
                  <a:lnTo>
                    <a:pt x="158" y="32"/>
                  </a:lnTo>
                  <a:lnTo>
                    <a:pt x="158" y="32"/>
                  </a:lnTo>
                  <a:cubicBezTo>
                    <a:pt x="141" y="32"/>
                    <a:pt x="126" y="16"/>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1" name="Google Shape;1901;p38"/>
            <p:cNvSpPr/>
            <p:nvPr/>
          </p:nvSpPr>
          <p:spPr>
            <a:xfrm>
              <a:off x="3319311" y="1820821"/>
              <a:ext cx="5534" cy="3021"/>
            </a:xfrm>
            <a:custGeom>
              <a:avLst/>
              <a:gdLst/>
              <a:ahLst/>
              <a:cxnLst/>
              <a:rect l="l" t="t" r="r" b="b"/>
              <a:pathLst>
                <a:path w="174" h="95" extrusionOk="0">
                  <a:moveTo>
                    <a:pt x="32" y="0"/>
                  </a:moveTo>
                  <a:lnTo>
                    <a:pt x="32" y="0"/>
                  </a:lnTo>
                  <a:cubicBezTo>
                    <a:pt x="16" y="0"/>
                    <a:pt x="16" y="17"/>
                    <a:pt x="1" y="17"/>
                  </a:cubicBezTo>
                  <a:cubicBezTo>
                    <a:pt x="1" y="32"/>
                    <a:pt x="1" y="63"/>
                    <a:pt x="16" y="63"/>
                  </a:cubicBezTo>
                  <a:lnTo>
                    <a:pt x="48" y="95"/>
                  </a:lnTo>
                  <a:lnTo>
                    <a:pt x="79" y="95"/>
                  </a:lnTo>
                  <a:lnTo>
                    <a:pt x="79" y="95"/>
                  </a:lnTo>
                  <a:lnTo>
                    <a:pt x="142" y="95"/>
                  </a:lnTo>
                  <a:cubicBezTo>
                    <a:pt x="158" y="95"/>
                    <a:pt x="174" y="80"/>
                    <a:pt x="174" y="48"/>
                  </a:cubicBezTo>
                  <a:cubicBezTo>
                    <a:pt x="174" y="32"/>
                    <a:pt x="158" y="32"/>
                    <a:pt x="142" y="32"/>
                  </a:cubicBezTo>
                  <a:lnTo>
                    <a:pt x="127" y="32"/>
                  </a:lnTo>
                  <a:lnTo>
                    <a:pt x="79" y="32"/>
                  </a:lnTo>
                  <a:lnTo>
                    <a:pt x="48" y="17"/>
                  </a:lnTo>
                  <a:cubicBezTo>
                    <a:pt x="48"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2" name="Google Shape;1902;p38"/>
            <p:cNvSpPr/>
            <p:nvPr/>
          </p:nvSpPr>
          <p:spPr>
            <a:xfrm>
              <a:off x="3175495" y="1810803"/>
              <a:ext cx="3021" cy="3021"/>
            </a:xfrm>
            <a:custGeom>
              <a:avLst/>
              <a:gdLst/>
              <a:ahLst/>
              <a:cxnLst/>
              <a:rect l="l" t="t" r="r" b="b"/>
              <a:pathLst>
                <a:path w="95" h="95" extrusionOk="0">
                  <a:moveTo>
                    <a:pt x="63" y="0"/>
                  </a:moveTo>
                  <a:lnTo>
                    <a:pt x="63" y="0"/>
                  </a:lnTo>
                  <a:lnTo>
                    <a:pt x="32" y="0"/>
                  </a:lnTo>
                  <a:cubicBezTo>
                    <a:pt x="17" y="0"/>
                    <a:pt x="17" y="17"/>
                    <a:pt x="0" y="17"/>
                  </a:cubicBezTo>
                  <a:lnTo>
                    <a:pt x="0" y="48"/>
                  </a:lnTo>
                  <a:lnTo>
                    <a:pt x="17" y="80"/>
                  </a:lnTo>
                  <a:cubicBezTo>
                    <a:pt x="17" y="80"/>
                    <a:pt x="17" y="95"/>
                    <a:pt x="32" y="95"/>
                  </a:cubicBezTo>
                  <a:lnTo>
                    <a:pt x="48" y="95"/>
                  </a:lnTo>
                  <a:lnTo>
                    <a:pt x="63" y="95"/>
                  </a:lnTo>
                  <a:cubicBezTo>
                    <a:pt x="80" y="95"/>
                    <a:pt x="80" y="80"/>
                    <a:pt x="80" y="63"/>
                  </a:cubicBezTo>
                  <a:cubicBezTo>
                    <a:pt x="95" y="48"/>
                    <a:pt x="95" y="48"/>
                    <a:pt x="95" y="32"/>
                  </a:cubicBez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3" name="Google Shape;1903;p38"/>
            <p:cNvSpPr/>
            <p:nvPr/>
          </p:nvSpPr>
          <p:spPr>
            <a:xfrm>
              <a:off x="3397485" y="1814810"/>
              <a:ext cx="5534" cy="2544"/>
            </a:xfrm>
            <a:custGeom>
              <a:avLst/>
              <a:gdLst/>
              <a:ahLst/>
              <a:cxnLst/>
              <a:rect l="l" t="t" r="r" b="b"/>
              <a:pathLst>
                <a:path w="174" h="80" extrusionOk="0">
                  <a:moveTo>
                    <a:pt x="127" y="0"/>
                  </a:moveTo>
                  <a:lnTo>
                    <a:pt x="127" y="0"/>
                  </a:lnTo>
                  <a:lnTo>
                    <a:pt x="110" y="0"/>
                  </a:lnTo>
                  <a:lnTo>
                    <a:pt x="32" y="17"/>
                  </a:lnTo>
                  <a:lnTo>
                    <a:pt x="32" y="17"/>
                  </a:lnTo>
                  <a:cubicBezTo>
                    <a:pt x="16" y="17"/>
                    <a:pt x="1" y="32"/>
                    <a:pt x="1" y="48"/>
                  </a:cubicBezTo>
                  <a:cubicBezTo>
                    <a:pt x="1" y="63"/>
                    <a:pt x="16" y="80"/>
                    <a:pt x="47" y="80"/>
                  </a:cubicBezTo>
                  <a:lnTo>
                    <a:pt x="47" y="80"/>
                  </a:lnTo>
                  <a:lnTo>
                    <a:pt x="95" y="80"/>
                  </a:lnTo>
                  <a:lnTo>
                    <a:pt x="142" y="80"/>
                  </a:lnTo>
                  <a:cubicBezTo>
                    <a:pt x="158" y="80"/>
                    <a:pt x="173" y="63"/>
                    <a:pt x="173" y="48"/>
                  </a:cubicBezTo>
                  <a:cubicBezTo>
                    <a:pt x="173" y="17"/>
                    <a:pt x="158"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4" name="Google Shape;1904;p38"/>
            <p:cNvSpPr/>
            <p:nvPr/>
          </p:nvSpPr>
          <p:spPr>
            <a:xfrm>
              <a:off x="3037181" y="1819803"/>
              <a:ext cx="3053" cy="4039"/>
            </a:xfrm>
            <a:custGeom>
              <a:avLst/>
              <a:gdLst/>
              <a:ahLst/>
              <a:cxnLst/>
              <a:rect l="l" t="t" r="r" b="b"/>
              <a:pathLst>
                <a:path w="96" h="127" extrusionOk="0">
                  <a:moveTo>
                    <a:pt x="17" y="1"/>
                  </a:moveTo>
                  <a:lnTo>
                    <a:pt x="17" y="1"/>
                  </a:lnTo>
                  <a:lnTo>
                    <a:pt x="17" y="1"/>
                  </a:lnTo>
                  <a:cubicBezTo>
                    <a:pt x="17" y="17"/>
                    <a:pt x="17" y="17"/>
                    <a:pt x="1" y="17"/>
                  </a:cubicBezTo>
                  <a:lnTo>
                    <a:pt x="17" y="17"/>
                  </a:lnTo>
                  <a:cubicBezTo>
                    <a:pt x="17" y="32"/>
                    <a:pt x="17" y="49"/>
                    <a:pt x="1" y="64"/>
                  </a:cubicBezTo>
                  <a:lnTo>
                    <a:pt x="1" y="64"/>
                  </a:lnTo>
                  <a:lnTo>
                    <a:pt x="32" y="112"/>
                  </a:lnTo>
                  <a:cubicBezTo>
                    <a:pt x="32" y="127"/>
                    <a:pt x="49" y="127"/>
                    <a:pt x="64" y="127"/>
                  </a:cubicBezTo>
                  <a:lnTo>
                    <a:pt x="64" y="127"/>
                  </a:lnTo>
                  <a:lnTo>
                    <a:pt x="95" y="95"/>
                  </a:lnTo>
                  <a:lnTo>
                    <a:pt x="95" y="80"/>
                  </a:lnTo>
                  <a:lnTo>
                    <a:pt x="80" y="64"/>
                  </a:lnTo>
                  <a:lnTo>
                    <a:pt x="49" y="17"/>
                  </a:lnTo>
                  <a:cubicBezTo>
                    <a:pt x="49" y="17"/>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5" name="Google Shape;1905;p38"/>
            <p:cNvSpPr/>
            <p:nvPr/>
          </p:nvSpPr>
          <p:spPr>
            <a:xfrm>
              <a:off x="3327835" y="1776232"/>
              <a:ext cx="4039" cy="3053"/>
            </a:xfrm>
            <a:custGeom>
              <a:avLst/>
              <a:gdLst/>
              <a:ahLst/>
              <a:cxnLst/>
              <a:rect l="l" t="t" r="r" b="b"/>
              <a:pathLst>
                <a:path w="127" h="96" extrusionOk="0">
                  <a:moveTo>
                    <a:pt x="48" y="1"/>
                  </a:moveTo>
                  <a:lnTo>
                    <a:pt x="32" y="1"/>
                  </a:lnTo>
                  <a:lnTo>
                    <a:pt x="16" y="16"/>
                  </a:lnTo>
                  <a:cubicBezTo>
                    <a:pt x="0" y="32"/>
                    <a:pt x="0" y="47"/>
                    <a:pt x="16" y="47"/>
                  </a:cubicBezTo>
                  <a:cubicBezTo>
                    <a:pt x="16" y="64"/>
                    <a:pt x="16" y="64"/>
                    <a:pt x="32" y="64"/>
                  </a:cubicBezTo>
                  <a:lnTo>
                    <a:pt x="32" y="79"/>
                  </a:lnTo>
                  <a:lnTo>
                    <a:pt x="80" y="95"/>
                  </a:lnTo>
                  <a:lnTo>
                    <a:pt x="80" y="95"/>
                  </a:lnTo>
                  <a:lnTo>
                    <a:pt x="95" y="95"/>
                  </a:lnTo>
                  <a:cubicBezTo>
                    <a:pt x="80" y="95"/>
                    <a:pt x="80" y="79"/>
                    <a:pt x="80" y="79"/>
                  </a:cubicBezTo>
                  <a:cubicBezTo>
                    <a:pt x="80" y="64"/>
                    <a:pt x="95" y="47"/>
                    <a:pt x="111" y="47"/>
                  </a:cubicBezTo>
                  <a:lnTo>
                    <a:pt x="111" y="47"/>
                  </a:lnTo>
                  <a:lnTo>
                    <a:pt x="126" y="47"/>
                  </a:lnTo>
                  <a:lnTo>
                    <a:pt x="126" y="47"/>
                  </a:lnTo>
                  <a:lnTo>
                    <a:pt x="111" y="32"/>
                  </a:lnTo>
                  <a:lnTo>
                    <a:pt x="111" y="32"/>
                  </a:lnTo>
                  <a:lnTo>
                    <a:pt x="95" y="32"/>
                  </a:lnTo>
                  <a:lnTo>
                    <a:pt x="63"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6" name="Google Shape;1906;p38"/>
            <p:cNvSpPr/>
            <p:nvPr/>
          </p:nvSpPr>
          <p:spPr>
            <a:xfrm>
              <a:off x="3318803" y="1772225"/>
              <a:ext cx="3562" cy="4039"/>
            </a:xfrm>
            <a:custGeom>
              <a:avLst/>
              <a:gdLst/>
              <a:ahLst/>
              <a:cxnLst/>
              <a:rect l="l" t="t" r="r" b="b"/>
              <a:pathLst>
                <a:path w="112" h="127" extrusionOk="0">
                  <a:moveTo>
                    <a:pt x="32" y="1"/>
                  </a:moveTo>
                  <a:lnTo>
                    <a:pt x="32" y="1"/>
                  </a:lnTo>
                  <a:cubicBezTo>
                    <a:pt x="17" y="1"/>
                    <a:pt x="1" y="16"/>
                    <a:pt x="1" y="32"/>
                  </a:cubicBezTo>
                  <a:lnTo>
                    <a:pt x="1" y="47"/>
                  </a:lnTo>
                  <a:lnTo>
                    <a:pt x="1" y="95"/>
                  </a:lnTo>
                  <a:cubicBezTo>
                    <a:pt x="1" y="95"/>
                    <a:pt x="1" y="110"/>
                    <a:pt x="17" y="110"/>
                  </a:cubicBezTo>
                  <a:lnTo>
                    <a:pt x="17" y="127"/>
                  </a:lnTo>
                  <a:lnTo>
                    <a:pt x="32" y="127"/>
                  </a:lnTo>
                  <a:lnTo>
                    <a:pt x="32" y="127"/>
                  </a:lnTo>
                  <a:lnTo>
                    <a:pt x="32" y="127"/>
                  </a:lnTo>
                  <a:lnTo>
                    <a:pt x="64" y="127"/>
                  </a:lnTo>
                  <a:cubicBezTo>
                    <a:pt x="64" y="110"/>
                    <a:pt x="64" y="110"/>
                    <a:pt x="80" y="110"/>
                  </a:cubicBezTo>
                  <a:cubicBezTo>
                    <a:pt x="95" y="110"/>
                    <a:pt x="95" y="95"/>
                    <a:pt x="111" y="64"/>
                  </a:cubicBezTo>
                  <a:lnTo>
                    <a:pt x="111" y="47"/>
                  </a:lnTo>
                  <a:lnTo>
                    <a:pt x="80" y="16"/>
                  </a:lnTo>
                  <a:lnTo>
                    <a:pt x="80" y="16"/>
                  </a:lnTo>
                  <a:lnTo>
                    <a:pt x="64" y="16"/>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7" name="Google Shape;1907;p38"/>
            <p:cNvSpPr/>
            <p:nvPr/>
          </p:nvSpPr>
          <p:spPr>
            <a:xfrm>
              <a:off x="3443600" y="1796746"/>
              <a:ext cx="4039" cy="3053"/>
            </a:xfrm>
            <a:custGeom>
              <a:avLst/>
              <a:gdLst/>
              <a:ahLst/>
              <a:cxnLst/>
              <a:rect l="l" t="t" r="r" b="b"/>
              <a:pathLst>
                <a:path w="127" h="96" extrusionOk="0">
                  <a:moveTo>
                    <a:pt x="63" y="1"/>
                  </a:moveTo>
                  <a:lnTo>
                    <a:pt x="47" y="1"/>
                  </a:lnTo>
                  <a:lnTo>
                    <a:pt x="32" y="1"/>
                  </a:lnTo>
                  <a:lnTo>
                    <a:pt x="15" y="17"/>
                  </a:lnTo>
                  <a:cubicBezTo>
                    <a:pt x="0" y="32"/>
                    <a:pt x="0" y="49"/>
                    <a:pt x="0" y="64"/>
                  </a:cubicBezTo>
                  <a:cubicBezTo>
                    <a:pt x="0" y="64"/>
                    <a:pt x="15" y="64"/>
                    <a:pt x="15" y="80"/>
                  </a:cubicBezTo>
                  <a:lnTo>
                    <a:pt x="15" y="80"/>
                  </a:lnTo>
                  <a:lnTo>
                    <a:pt x="15" y="80"/>
                  </a:lnTo>
                  <a:cubicBezTo>
                    <a:pt x="32" y="96"/>
                    <a:pt x="32" y="96"/>
                    <a:pt x="47" y="96"/>
                  </a:cubicBezTo>
                  <a:lnTo>
                    <a:pt x="47" y="96"/>
                  </a:lnTo>
                  <a:cubicBezTo>
                    <a:pt x="47" y="96"/>
                    <a:pt x="63" y="96"/>
                    <a:pt x="63" y="80"/>
                  </a:cubicBezTo>
                  <a:cubicBezTo>
                    <a:pt x="63" y="80"/>
                    <a:pt x="78" y="80"/>
                    <a:pt x="78" y="64"/>
                  </a:cubicBezTo>
                  <a:lnTo>
                    <a:pt x="78" y="80"/>
                  </a:lnTo>
                  <a:lnTo>
                    <a:pt x="78" y="80"/>
                  </a:lnTo>
                  <a:lnTo>
                    <a:pt x="78" y="80"/>
                  </a:lnTo>
                  <a:cubicBezTo>
                    <a:pt x="95" y="80"/>
                    <a:pt x="110" y="64"/>
                    <a:pt x="126" y="49"/>
                  </a:cubicBezTo>
                  <a:cubicBezTo>
                    <a:pt x="126" y="49"/>
                    <a:pt x="126" y="32"/>
                    <a:pt x="110" y="32"/>
                  </a:cubicBezTo>
                  <a:cubicBezTo>
                    <a:pt x="110" y="17"/>
                    <a:pt x="110" y="17"/>
                    <a:pt x="95" y="1"/>
                  </a:cubicBezTo>
                  <a:lnTo>
                    <a:pt x="95"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8" name="Google Shape;1908;p38"/>
            <p:cNvSpPr/>
            <p:nvPr/>
          </p:nvSpPr>
          <p:spPr>
            <a:xfrm>
              <a:off x="3334355" y="1803774"/>
              <a:ext cx="3530" cy="3562"/>
            </a:xfrm>
            <a:custGeom>
              <a:avLst/>
              <a:gdLst/>
              <a:ahLst/>
              <a:cxnLst/>
              <a:rect l="l" t="t" r="r" b="b"/>
              <a:pathLst>
                <a:path w="111" h="112" extrusionOk="0">
                  <a:moveTo>
                    <a:pt x="79" y="1"/>
                  </a:moveTo>
                  <a:lnTo>
                    <a:pt x="64" y="32"/>
                  </a:lnTo>
                  <a:lnTo>
                    <a:pt x="47" y="32"/>
                  </a:lnTo>
                  <a:lnTo>
                    <a:pt x="32" y="32"/>
                  </a:lnTo>
                  <a:cubicBezTo>
                    <a:pt x="16" y="32"/>
                    <a:pt x="16" y="32"/>
                    <a:pt x="1" y="48"/>
                  </a:cubicBezTo>
                  <a:cubicBezTo>
                    <a:pt x="1" y="64"/>
                    <a:pt x="16" y="80"/>
                    <a:pt x="32" y="95"/>
                  </a:cubicBezTo>
                  <a:lnTo>
                    <a:pt x="64" y="111"/>
                  </a:lnTo>
                  <a:lnTo>
                    <a:pt x="64" y="111"/>
                  </a:lnTo>
                  <a:cubicBezTo>
                    <a:pt x="79" y="111"/>
                    <a:pt x="95" y="95"/>
                    <a:pt x="95" y="95"/>
                  </a:cubicBezTo>
                  <a:lnTo>
                    <a:pt x="110" y="80"/>
                  </a:lnTo>
                  <a:lnTo>
                    <a:pt x="95" y="80"/>
                  </a:lnTo>
                  <a:cubicBezTo>
                    <a:pt x="79" y="80"/>
                    <a:pt x="64" y="64"/>
                    <a:pt x="64" y="32"/>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9" name="Google Shape;1909;p38"/>
            <p:cNvSpPr/>
            <p:nvPr/>
          </p:nvSpPr>
          <p:spPr>
            <a:xfrm>
              <a:off x="3205073" y="1785741"/>
              <a:ext cx="4039" cy="3021"/>
            </a:xfrm>
            <a:custGeom>
              <a:avLst/>
              <a:gdLst/>
              <a:ahLst/>
              <a:cxnLst/>
              <a:rect l="l" t="t" r="r" b="b"/>
              <a:pathLst>
                <a:path w="127" h="95" extrusionOk="0">
                  <a:moveTo>
                    <a:pt x="47" y="0"/>
                  </a:moveTo>
                  <a:lnTo>
                    <a:pt x="32" y="0"/>
                  </a:lnTo>
                  <a:cubicBezTo>
                    <a:pt x="32" y="17"/>
                    <a:pt x="16" y="17"/>
                    <a:pt x="16" y="17"/>
                  </a:cubicBezTo>
                  <a:cubicBezTo>
                    <a:pt x="1" y="32"/>
                    <a:pt x="1" y="63"/>
                    <a:pt x="16" y="63"/>
                  </a:cubicBezTo>
                  <a:lnTo>
                    <a:pt x="47" y="95"/>
                  </a:lnTo>
                  <a:lnTo>
                    <a:pt x="64" y="95"/>
                  </a:lnTo>
                  <a:cubicBezTo>
                    <a:pt x="64" y="80"/>
                    <a:pt x="79" y="80"/>
                    <a:pt x="79" y="80"/>
                  </a:cubicBezTo>
                  <a:lnTo>
                    <a:pt x="95" y="80"/>
                  </a:lnTo>
                  <a:lnTo>
                    <a:pt x="95" y="80"/>
                  </a:lnTo>
                  <a:cubicBezTo>
                    <a:pt x="110" y="80"/>
                    <a:pt x="110" y="80"/>
                    <a:pt x="110" y="95"/>
                  </a:cubicBezTo>
                  <a:cubicBezTo>
                    <a:pt x="127" y="80"/>
                    <a:pt x="110" y="63"/>
                    <a:pt x="110" y="48"/>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0" name="Google Shape;1910;p38"/>
            <p:cNvSpPr/>
            <p:nvPr/>
          </p:nvSpPr>
          <p:spPr>
            <a:xfrm>
              <a:off x="3408521" y="1763193"/>
              <a:ext cx="3021" cy="5534"/>
            </a:xfrm>
            <a:custGeom>
              <a:avLst/>
              <a:gdLst/>
              <a:ahLst/>
              <a:cxnLst/>
              <a:rect l="l" t="t" r="r" b="b"/>
              <a:pathLst>
                <a:path w="95" h="174" extrusionOk="0">
                  <a:moveTo>
                    <a:pt x="63" y="1"/>
                  </a:moveTo>
                  <a:lnTo>
                    <a:pt x="47" y="1"/>
                  </a:lnTo>
                  <a:cubicBezTo>
                    <a:pt x="32" y="1"/>
                    <a:pt x="16" y="16"/>
                    <a:pt x="16" y="32"/>
                  </a:cubicBezTo>
                  <a:lnTo>
                    <a:pt x="32" y="64"/>
                  </a:lnTo>
                  <a:lnTo>
                    <a:pt x="32" y="96"/>
                  </a:lnTo>
                  <a:cubicBezTo>
                    <a:pt x="16" y="96"/>
                    <a:pt x="16" y="96"/>
                    <a:pt x="16" y="111"/>
                  </a:cubicBezTo>
                  <a:cubicBezTo>
                    <a:pt x="0" y="127"/>
                    <a:pt x="0" y="142"/>
                    <a:pt x="16" y="159"/>
                  </a:cubicBezTo>
                  <a:cubicBezTo>
                    <a:pt x="16" y="159"/>
                    <a:pt x="32" y="174"/>
                    <a:pt x="47" y="174"/>
                  </a:cubicBezTo>
                  <a:lnTo>
                    <a:pt x="63" y="174"/>
                  </a:lnTo>
                  <a:lnTo>
                    <a:pt x="79" y="174"/>
                  </a:lnTo>
                  <a:cubicBezTo>
                    <a:pt x="95" y="159"/>
                    <a:pt x="95" y="159"/>
                    <a:pt x="95" y="142"/>
                  </a:cubicBezTo>
                  <a:lnTo>
                    <a:pt x="95" y="111"/>
                  </a:lnTo>
                  <a:lnTo>
                    <a:pt x="95" y="64"/>
                  </a:lnTo>
                  <a:lnTo>
                    <a:pt x="95" y="48"/>
                  </a:lnTo>
                  <a:lnTo>
                    <a:pt x="95" y="32"/>
                  </a:lnTo>
                  <a:cubicBezTo>
                    <a:pt x="95" y="16"/>
                    <a:pt x="79"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1" name="Google Shape;1911;p38"/>
            <p:cNvSpPr/>
            <p:nvPr/>
          </p:nvSpPr>
          <p:spPr>
            <a:xfrm>
              <a:off x="3188026" y="1788731"/>
              <a:ext cx="2544" cy="2035"/>
            </a:xfrm>
            <a:custGeom>
              <a:avLst/>
              <a:gdLst/>
              <a:ahLst/>
              <a:cxnLst/>
              <a:rect l="l" t="t" r="r" b="b"/>
              <a:pathLst>
                <a:path w="80" h="64" extrusionOk="0">
                  <a:moveTo>
                    <a:pt x="79" y="1"/>
                  </a:moveTo>
                  <a:lnTo>
                    <a:pt x="32" y="1"/>
                  </a:lnTo>
                  <a:cubicBezTo>
                    <a:pt x="16" y="1"/>
                    <a:pt x="1" y="17"/>
                    <a:pt x="1" y="32"/>
                  </a:cubicBezTo>
                  <a:cubicBezTo>
                    <a:pt x="1" y="49"/>
                    <a:pt x="16" y="64"/>
                    <a:pt x="32" y="64"/>
                  </a:cubicBezTo>
                  <a:lnTo>
                    <a:pt x="48" y="64"/>
                  </a:lnTo>
                  <a:lnTo>
                    <a:pt x="48" y="64"/>
                  </a:lnTo>
                  <a:lnTo>
                    <a:pt x="64" y="64"/>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2" name="Google Shape;1912;p38"/>
            <p:cNvSpPr/>
            <p:nvPr/>
          </p:nvSpPr>
          <p:spPr>
            <a:xfrm>
              <a:off x="3112365" y="1795283"/>
              <a:ext cx="2544" cy="4039"/>
            </a:xfrm>
            <a:custGeom>
              <a:avLst/>
              <a:gdLst/>
              <a:ahLst/>
              <a:cxnLst/>
              <a:rect l="l" t="t" r="r" b="b"/>
              <a:pathLst>
                <a:path w="80" h="127" extrusionOk="0">
                  <a:moveTo>
                    <a:pt x="48" y="0"/>
                  </a:moveTo>
                  <a:lnTo>
                    <a:pt x="48" y="0"/>
                  </a:lnTo>
                  <a:lnTo>
                    <a:pt x="48" y="0"/>
                  </a:lnTo>
                  <a:cubicBezTo>
                    <a:pt x="32" y="0"/>
                    <a:pt x="17" y="15"/>
                    <a:pt x="17" y="32"/>
                  </a:cubicBezTo>
                  <a:lnTo>
                    <a:pt x="17" y="47"/>
                  </a:lnTo>
                  <a:lnTo>
                    <a:pt x="0" y="78"/>
                  </a:lnTo>
                  <a:lnTo>
                    <a:pt x="0" y="78"/>
                  </a:lnTo>
                  <a:lnTo>
                    <a:pt x="0" y="78"/>
                  </a:lnTo>
                  <a:cubicBezTo>
                    <a:pt x="0" y="110"/>
                    <a:pt x="17" y="126"/>
                    <a:pt x="32" y="126"/>
                  </a:cubicBezTo>
                  <a:lnTo>
                    <a:pt x="32" y="126"/>
                  </a:lnTo>
                  <a:cubicBezTo>
                    <a:pt x="48" y="126"/>
                    <a:pt x="63" y="110"/>
                    <a:pt x="80" y="95"/>
                  </a:cubicBezTo>
                  <a:lnTo>
                    <a:pt x="80" y="32"/>
                  </a:lnTo>
                  <a:cubicBezTo>
                    <a:pt x="80" y="15"/>
                    <a:pt x="80"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3" name="Google Shape;1913;p38"/>
            <p:cNvSpPr/>
            <p:nvPr/>
          </p:nvSpPr>
          <p:spPr>
            <a:xfrm>
              <a:off x="3338839" y="1814810"/>
              <a:ext cx="6042" cy="6551"/>
            </a:xfrm>
            <a:custGeom>
              <a:avLst/>
              <a:gdLst/>
              <a:ahLst/>
              <a:cxnLst/>
              <a:rect l="l" t="t" r="r" b="b"/>
              <a:pathLst>
                <a:path w="190" h="206" extrusionOk="0">
                  <a:moveTo>
                    <a:pt x="64" y="0"/>
                  </a:moveTo>
                  <a:lnTo>
                    <a:pt x="64" y="0"/>
                  </a:lnTo>
                  <a:lnTo>
                    <a:pt x="49" y="0"/>
                  </a:lnTo>
                  <a:lnTo>
                    <a:pt x="32" y="17"/>
                  </a:lnTo>
                  <a:cubicBezTo>
                    <a:pt x="17" y="17"/>
                    <a:pt x="17" y="32"/>
                    <a:pt x="17" y="32"/>
                  </a:cubicBezTo>
                  <a:lnTo>
                    <a:pt x="17" y="32"/>
                  </a:lnTo>
                  <a:lnTo>
                    <a:pt x="17" y="63"/>
                  </a:lnTo>
                  <a:lnTo>
                    <a:pt x="1" y="111"/>
                  </a:lnTo>
                  <a:lnTo>
                    <a:pt x="1" y="126"/>
                  </a:lnTo>
                  <a:cubicBezTo>
                    <a:pt x="1" y="158"/>
                    <a:pt x="17" y="174"/>
                    <a:pt x="49" y="174"/>
                  </a:cubicBezTo>
                  <a:cubicBezTo>
                    <a:pt x="64" y="174"/>
                    <a:pt x="80" y="158"/>
                    <a:pt x="80" y="126"/>
                  </a:cubicBezTo>
                  <a:lnTo>
                    <a:pt x="80" y="111"/>
                  </a:lnTo>
                  <a:lnTo>
                    <a:pt x="80" y="126"/>
                  </a:lnTo>
                  <a:cubicBezTo>
                    <a:pt x="95" y="143"/>
                    <a:pt x="95" y="158"/>
                    <a:pt x="112" y="174"/>
                  </a:cubicBezTo>
                  <a:lnTo>
                    <a:pt x="112" y="174"/>
                  </a:lnTo>
                  <a:lnTo>
                    <a:pt x="127" y="189"/>
                  </a:lnTo>
                  <a:cubicBezTo>
                    <a:pt x="127" y="189"/>
                    <a:pt x="143" y="206"/>
                    <a:pt x="158" y="206"/>
                  </a:cubicBezTo>
                  <a:cubicBezTo>
                    <a:pt x="158" y="206"/>
                    <a:pt x="175" y="206"/>
                    <a:pt x="175" y="189"/>
                  </a:cubicBezTo>
                  <a:cubicBezTo>
                    <a:pt x="190" y="189"/>
                    <a:pt x="190" y="158"/>
                    <a:pt x="190" y="143"/>
                  </a:cubicBezTo>
                  <a:lnTo>
                    <a:pt x="175" y="143"/>
                  </a:lnTo>
                  <a:lnTo>
                    <a:pt x="175" y="126"/>
                  </a:lnTo>
                  <a:cubicBezTo>
                    <a:pt x="158" y="111"/>
                    <a:pt x="143" y="95"/>
                    <a:pt x="143" y="80"/>
                  </a:cubicBezTo>
                  <a:cubicBezTo>
                    <a:pt x="127" y="63"/>
                    <a:pt x="112" y="48"/>
                    <a:pt x="112" y="32"/>
                  </a:cubicBezTo>
                  <a:lnTo>
                    <a:pt x="95" y="17"/>
                  </a:lnTo>
                  <a:lnTo>
                    <a:pt x="95" y="17"/>
                  </a:lnTo>
                  <a:cubicBezTo>
                    <a:pt x="80" y="0"/>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4" name="Google Shape;1914;p38"/>
            <p:cNvSpPr/>
            <p:nvPr/>
          </p:nvSpPr>
          <p:spPr>
            <a:xfrm>
              <a:off x="3417012" y="1762684"/>
              <a:ext cx="5057" cy="3562"/>
            </a:xfrm>
            <a:custGeom>
              <a:avLst/>
              <a:gdLst/>
              <a:ahLst/>
              <a:cxnLst/>
              <a:rect l="l" t="t" r="r" b="b"/>
              <a:pathLst>
                <a:path w="159" h="112" extrusionOk="0">
                  <a:moveTo>
                    <a:pt x="127" y="1"/>
                  </a:moveTo>
                  <a:lnTo>
                    <a:pt x="127" y="1"/>
                  </a:lnTo>
                  <a:lnTo>
                    <a:pt x="112" y="1"/>
                  </a:lnTo>
                  <a:lnTo>
                    <a:pt x="112" y="1"/>
                  </a:lnTo>
                  <a:lnTo>
                    <a:pt x="64" y="32"/>
                  </a:lnTo>
                  <a:lnTo>
                    <a:pt x="32" y="48"/>
                  </a:lnTo>
                  <a:lnTo>
                    <a:pt x="32" y="48"/>
                  </a:lnTo>
                  <a:cubicBezTo>
                    <a:pt x="17" y="64"/>
                    <a:pt x="1" y="80"/>
                    <a:pt x="17" y="95"/>
                  </a:cubicBezTo>
                  <a:cubicBezTo>
                    <a:pt x="17" y="112"/>
                    <a:pt x="32" y="112"/>
                    <a:pt x="49" y="112"/>
                  </a:cubicBezTo>
                  <a:lnTo>
                    <a:pt x="64" y="112"/>
                  </a:lnTo>
                  <a:lnTo>
                    <a:pt x="80" y="95"/>
                  </a:lnTo>
                  <a:lnTo>
                    <a:pt x="80" y="95"/>
                  </a:lnTo>
                  <a:lnTo>
                    <a:pt x="143" y="64"/>
                  </a:lnTo>
                  <a:lnTo>
                    <a:pt x="143" y="64"/>
                  </a:lnTo>
                  <a:cubicBezTo>
                    <a:pt x="158" y="48"/>
                    <a:pt x="158" y="32"/>
                    <a:pt x="158" y="17"/>
                  </a:cubicBezTo>
                  <a:lnTo>
                    <a:pt x="143" y="17"/>
                  </a:ln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5" name="Google Shape;1915;p38"/>
            <p:cNvSpPr/>
            <p:nvPr/>
          </p:nvSpPr>
          <p:spPr>
            <a:xfrm>
              <a:off x="3167990" y="1825337"/>
              <a:ext cx="3530" cy="3053"/>
            </a:xfrm>
            <a:custGeom>
              <a:avLst/>
              <a:gdLst/>
              <a:ahLst/>
              <a:cxnLst/>
              <a:rect l="l" t="t" r="r" b="b"/>
              <a:pathLst>
                <a:path w="111" h="96" extrusionOk="0">
                  <a:moveTo>
                    <a:pt x="47" y="1"/>
                  </a:moveTo>
                  <a:lnTo>
                    <a:pt x="47" y="1"/>
                  </a:lnTo>
                  <a:lnTo>
                    <a:pt x="47" y="1"/>
                  </a:lnTo>
                  <a:cubicBezTo>
                    <a:pt x="32" y="1"/>
                    <a:pt x="32" y="16"/>
                    <a:pt x="16" y="16"/>
                  </a:cubicBezTo>
                  <a:lnTo>
                    <a:pt x="16" y="16"/>
                  </a:lnTo>
                  <a:lnTo>
                    <a:pt x="16" y="32"/>
                  </a:lnTo>
                  <a:cubicBezTo>
                    <a:pt x="1" y="32"/>
                    <a:pt x="1" y="47"/>
                    <a:pt x="1" y="47"/>
                  </a:cubicBezTo>
                  <a:cubicBezTo>
                    <a:pt x="1" y="64"/>
                    <a:pt x="16" y="64"/>
                    <a:pt x="16" y="79"/>
                  </a:cubicBezTo>
                  <a:lnTo>
                    <a:pt x="47" y="95"/>
                  </a:lnTo>
                  <a:lnTo>
                    <a:pt x="64" y="95"/>
                  </a:lnTo>
                  <a:cubicBezTo>
                    <a:pt x="79" y="95"/>
                    <a:pt x="79" y="95"/>
                    <a:pt x="95" y="79"/>
                  </a:cubicBezTo>
                  <a:lnTo>
                    <a:pt x="95" y="79"/>
                  </a:lnTo>
                  <a:lnTo>
                    <a:pt x="95" y="64"/>
                  </a:lnTo>
                  <a:cubicBezTo>
                    <a:pt x="110" y="64"/>
                    <a:pt x="110" y="47"/>
                    <a:pt x="110" y="47"/>
                  </a:cubicBez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6" name="Google Shape;1916;p38"/>
            <p:cNvSpPr/>
            <p:nvPr/>
          </p:nvSpPr>
          <p:spPr>
            <a:xfrm>
              <a:off x="3305286" y="1816337"/>
              <a:ext cx="6520" cy="3498"/>
            </a:xfrm>
            <a:custGeom>
              <a:avLst/>
              <a:gdLst/>
              <a:ahLst/>
              <a:cxnLst/>
              <a:rect l="l" t="t" r="r" b="b"/>
              <a:pathLst>
                <a:path w="205" h="110" extrusionOk="0">
                  <a:moveTo>
                    <a:pt x="158" y="0"/>
                  </a:moveTo>
                  <a:lnTo>
                    <a:pt x="158" y="15"/>
                  </a:lnTo>
                  <a:lnTo>
                    <a:pt x="110" y="47"/>
                  </a:lnTo>
                  <a:cubicBezTo>
                    <a:pt x="110" y="63"/>
                    <a:pt x="95" y="63"/>
                    <a:pt x="95" y="63"/>
                  </a:cubicBezTo>
                  <a:lnTo>
                    <a:pt x="79" y="63"/>
                  </a:lnTo>
                  <a:lnTo>
                    <a:pt x="32" y="47"/>
                  </a:lnTo>
                  <a:cubicBezTo>
                    <a:pt x="16" y="47"/>
                    <a:pt x="1" y="63"/>
                    <a:pt x="1" y="78"/>
                  </a:cubicBezTo>
                  <a:cubicBezTo>
                    <a:pt x="1" y="95"/>
                    <a:pt x="16" y="95"/>
                    <a:pt x="16" y="95"/>
                  </a:cubicBezTo>
                  <a:cubicBezTo>
                    <a:pt x="16" y="110"/>
                    <a:pt x="32" y="110"/>
                    <a:pt x="47" y="110"/>
                  </a:cubicBezTo>
                  <a:lnTo>
                    <a:pt x="47" y="110"/>
                  </a:lnTo>
                  <a:lnTo>
                    <a:pt x="47" y="110"/>
                  </a:lnTo>
                  <a:lnTo>
                    <a:pt x="64" y="110"/>
                  </a:lnTo>
                  <a:lnTo>
                    <a:pt x="79" y="110"/>
                  </a:lnTo>
                  <a:lnTo>
                    <a:pt x="79" y="110"/>
                  </a:lnTo>
                  <a:lnTo>
                    <a:pt x="95" y="110"/>
                  </a:lnTo>
                  <a:lnTo>
                    <a:pt x="127" y="110"/>
                  </a:lnTo>
                  <a:lnTo>
                    <a:pt x="127" y="110"/>
                  </a:lnTo>
                  <a:cubicBezTo>
                    <a:pt x="142" y="110"/>
                    <a:pt x="190" y="110"/>
                    <a:pt x="190" y="47"/>
                  </a:cubicBezTo>
                  <a:cubicBezTo>
                    <a:pt x="205" y="47"/>
                    <a:pt x="190" y="32"/>
                    <a:pt x="190" y="32"/>
                  </a:cubicBezTo>
                  <a:cubicBezTo>
                    <a:pt x="190" y="15"/>
                    <a:pt x="190" y="15"/>
                    <a:pt x="173" y="15"/>
                  </a:cubicBezTo>
                  <a:cubicBezTo>
                    <a:pt x="173" y="15"/>
                    <a:pt x="158"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7" name="Google Shape;1917;p38"/>
            <p:cNvSpPr/>
            <p:nvPr/>
          </p:nvSpPr>
          <p:spPr>
            <a:xfrm>
              <a:off x="3174477" y="1792738"/>
              <a:ext cx="11067" cy="4039"/>
            </a:xfrm>
            <a:custGeom>
              <a:avLst/>
              <a:gdLst/>
              <a:ahLst/>
              <a:cxnLst/>
              <a:rect l="l" t="t" r="r" b="b"/>
              <a:pathLst>
                <a:path w="348" h="127" extrusionOk="0">
                  <a:moveTo>
                    <a:pt x="316" y="1"/>
                  </a:moveTo>
                  <a:lnTo>
                    <a:pt x="316" y="1"/>
                  </a:lnTo>
                  <a:cubicBezTo>
                    <a:pt x="301" y="1"/>
                    <a:pt x="284" y="1"/>
                    <a:pt x="284" y="17"/>
                  </a:cubicBezTo>
                  <a:lnTo>
                    <a:pt x="284" y="32"/>
                  </a:lnTo>
                  <a:lnTo>
                    <a:pt x="284" y="32"/>
                  </a:lnTo>
                  <a:cubicBezTo>
                    <a:pt x="253" y="49"/>
                    <a:pt x="221" y="49"/>
                    <a:pt x="206" y="49"/>
                  </a:cubicBezTo>
                  <a:cubicBezTo>
                    <a:pt x="190" y="64"/>
                    <a:pt x="158" y="64"/>
                    <a:pt x="143" y="64"/>
                  </a:cubicBezTo>
                  <a:lnTo>
                    <a:pt x="95" y="64"/>
                  </a:lnTo>
                  <a:cubicBezTo>
                    <a:pt x="80" y="49"/>
                    <a:pt x="64" y="49"/>
                    <a:pt x="32" y="49"/>
                  </a:cubicBezTo>
                  <a:lnTo>
                    <a:pt x="32" y="49"/>
                  </a:lnTo>
                  <a:cubicBezTo>
                    <a:pt x="17" y="49"/>
                    <a:pt x="1" y="64"/>
                    <a:pt x="1" y="80"/>
                  </a:cubicBezTo>
                  <a:cubicBezTo>
                    <a:pt x="1" y="95"/>
                    <a:pt x="1" y="112"/>
                    <a:pt x="32" y="112"/>
                  </a:cubicBezTo>
                  <a:lnTo>
                    <a:pt x="32" y="112"/>
                  </a:lnTo>
                  <a:cubicBezTo>
                    <a:pt x="64" y="127"/>
                    <a:pt x="80" y="127"/>
                    <a:pt x="112" y="127"/>
                  </a:cubicBezTo>
                  <a:cubicBezTo>
                    <a:pt x="143" y="112"/>
                    <a:pt x="143" y="112"/>
                    <a:pt x="143" y="95"/>
                  </a:cubicBezTo>
                  <a:cubicBezTo>
                    <a:pt x="143" y="80"/>
                    <a:pt x="158" y="64"/>
                    <a:pt x="175" y="64"/>
                  </a:cubicBezTo>
                  <a:lnTo>
                    <a:pt x="175" y="64"/>
                  </a:lnTo>
                  <a:lnTo>
                    <a:pt x="175" y="64"/>
                  </a:lnTo>
                  <a:cubicBezTo>
                    <a:pt x="190" y="64"/>
                    <a:pt x="206" y="80"/>
                    <a:pt x="206" y="95"/>
                  </a:cubicBezTo>
                  <a:lnTo>
                    <a:pt x="206" y="127"/>
                  </a:lnTo>
                  <a:cubicBezTo>
                    <a:pt x="221" y="127"/>
                    <a:pt x="253" y="112"/>
                    <a:pt x="269" y="112"/>
                  </a:cubicBezTo>
                  <a:cubicBezTo>
                    <a:pt x="284" y="112"/>
                    <a:pt x="301" y="95"/>
                    <a:pt x="316" y="95"/>
                  </a:cubicBezTo>
                  <a:cubicBezTo>
                    <a:pt x="316" y="95"/>
                    <a:pt x="332" y="95"/>
                    <a:pt x="332" y="80"/>
                  </a:cubicBezTo>
                  <a:cubicBezTo>
                    <a:pt x="332" y="80"/>
                    <a:pt x="348" y="64"/>
                    <a:pt x="348" y="49"/>
                  </a:cubicBezTo>
                  <a:lnTo>
                    <a:pt x="348" y="49"/>
                  </a:lnTo>
                  <a:cubicBezTo>
                    <a:pt x="348" y="32"/>
                    <a:pt x="348" y="1"/>
                    <a:pt x="332" y="1"/>
                  </a:cubicBezTo>
                  <a:lnTo>
                    <a:pt x="3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8" name="Google Shape;1918;p38"/>
            <p:cNvSpPr/>
            <p:nvPr/>
          </p:nvSpPr>
          <p:spPr>
            <a:xfrm>
              <a:off x="3299752" y="1781257"/>
              <a:ext cx="4580" cy="3021"/>
            </a:xfrm>
            <a:custGeom>
              <a:avLst/>
              <a:gdLst/>
              <a:ahLst/>
              <a:cxnLst/>
              <a:rect l="l" t="t" r="r" b="b"/>
              <a:pathLst>
                <a:path w="144" h="95" extrusionOk="0">
                  <a:moveTo>
                    <a:pt x="112" y="0"/>
                  </a:moveTo>
                  <a:lnTo>
                    <a:pt x="112" y="0"/>
                  </a:lnTo>
                  <a:lnTo>
                    <a:pt x="95" y="0"/>
                  </a:lnTo>
                  <a:lnTo>
                    <a:pt x="49" y="15"/>
                  </a:lnTo>
                  <a:lnTo>
                    <a:pt x="32" y="32"/>
                  </a:lnTo>
                  <a:cubicBezTo>
                    <a:pt x="17" y="32"/>
                    <a:pt x="1" y="47"/>
                    <a:pt x="1" y="78"/>
                  </a:cubicBezTo>
                  <a:cubicBezTo>
                    <a:pt x="17" y="95"/>
                    <a:pt x="17" y="95"/>
                    <a:pt x="32" y="95"/>
                  </a:cubicBezTo>
                  <a:lnTo>
                    <a:pt x="32" y="95"/>
                  </a:lnTo>
                  <a:lnTo>
                    <a:pt x="49" y="95"/>
                  </a:lnTo>
                  <a:lnTo>
                    <a:pt x="127" y="78"/>
                  </a:lnTo>
                  <a:lnTo>
                    <a:pt x="127" y="63"/>
                  </a:lnTo>
                  <a:cubicBezTo>
                    <a:pt x="143" y="63"/>
                    <a:pt x="143" y="47"/>
                    <a:pt x="143" y="32"/>
                  </a:cubicBezTo>
                  <a:cubicBezTo>
                    <a:pt x="143" y="15"/>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9" name="Google Shape;1919;p38"/>
            <p:cNvSpPr/>
            <p:nvPr/>
          </p:nvSpPr>
          <p:spPr>
            <a:xfrm>
              <a:off x="3088290" y="1785741"/>
              <a:ext cx="3053" cy="3021"/>
            </a:xfrm>
            <a:custGeom>
              <a:avLst/>
              <a:gdLst/>
              <a:ahLst/>
              <a:cxnLst/>
              <a:rect l="l" t="t" r="r" b="b"/>
              <a:pathLst>
                <a:path w="96" h="95" extrusionOk="0">
                  <a:moveTo>
                    <a:pt x="49" y="0"/>
                  </a:moveTo>
                  <a:lnTo>
                    <a:pt x="32" y="0"/>
                  </a:lnTo>
                  <a:lnTo>
                    <a:pt x="32" y="0"/>
                  </a:lnTo>
                  <a:cubicBezTo>
                    <a:pt x="17" y="0"/>
                    <a:pt x="1" y="17"/>
                    <a:pt x="1" y="48"/>
                  </a:cubicBezTo>
                  <a:lnTo>
                    <a:pt x="17" y="95"/>
                  </a:lnTo>
                  <a:lnTo>
                    <a:pt x="80" y="95"/>
                  </a:lnTo>
                  <a:lnTo>
                    <a:pt x="95" y="95"/>
                  </a:lnTo>
                  <a:lnTo>
                    <a:pt x="80" y="32"/>
                  </a:lnTo>
                  <a:cubicBezTo>
                    <a:pt x="64" y="17"/>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0" name="Google Shape;1920;p38"/>
            <p:cNvSpPr/>
            <p:nvPr/>
          </p:nvSpPr>
          <p:spPr>
            <a:xfrm>
              <a:off x="3104350" y="1791752"/>
              <a:ext cx="4039" cy="3562"/>
            </a:xfrm>
            <a:custGeom>
              <a:avLst/>
              <a:gdLst/>
              <a:ahLst/>
              <a:cxnLst/>
              <a:rect l="l" t="t" r="r" b="b"/>
              <a:pathLst>
                <a:path w="127" h="112" extrusionOk="0">
                  <a:moveTo>
                    <a:pt x="48" y="0"/>
                  </a:moveTo>
                  <a:lnTo>
                    <a:pt x="48" y="0"/>
                  </a:lnTo>
                  <a:cubicBezTo>
                    <a:pt x="32" y="0"/>
                    <a:pt x="16" y="17"/>
                    <a:pt x="16" y="32"/>
                  </a:cubicBezTo>
                  <a:lnTo>
                    <a:pt x="16" y="32"/>
                  </a:lnTo>
                  <a:lnTo>
                    <a:pt x="16" y="32"/>
                  </a:lnTo>
                  <a:lnTo>
                    <a:pt x="0" y="80"/>
                  </a:lnTo>
                  <a:cubicBezTo>
                    <a:pt x="0" y="80"/>
                    <a:pt x="0" y="95"/>
                    <a:pt x="16" y="95"/>
                  </a:cubicBezTo>
                  <a:cubicBezTo>
                    <a:pt x="16" y="111"/>
                    <a:pt x="32" y="111"/>
                    <a:pt x="48" y="111"/>
                  </a:cubicBezTo>
                  <a:lnTo>
                    <a:pt x="48" y="111"/>
                  </a:lnTo>
                  <a:lnTo>
                    <a:pt x="63" y="111"/>
                  </a:lnTo>
                  <a:lnTo>
                    <a:pt x="95" y="111"/>
                  </a:lnTo>
                  <a:cubicBezTo>
                    <a:pt x="95" y="111"/>
                    <a:pt x="111" y="111"/>
                    <a:pt x="111" y="95"/>
                  </a:cubicBezTo>
                  <a:cubicBezTo>
                    <a:pt x="126" y="95"/>
                    <a:pt x="126" y="80"/>
                    <a:pt x="126" y="63"/>
                  </a:cubicBezTo>
                  <a:cubicBezTo>
                    <a:pt x="126" y="48"/>
                    <a:pt x="111" y="48"/>
                    <a:pt x="95" y="32"/>
                  </a:cubicBezTo>
                  <a:lnTo>
                    <a:pt x="95" y="32"/>
                  </a:lnTo>
                  <a:lnTo>
                    <a:pt x="95" y="32"/>
                  </a:lnTo>
                  <a:lnTo>
                    <a:pt x="79" y="32"/>
                  </a:lnTo>
                  <a:lnTo>
                    <a:pt x="79" y="32"/>
                  </a:lnTo>
                  <a:cubicBezTo>
                    <a:pt x="79" y="17"/>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1" name="Google Shape;1921;p38"/>
            <p:cNvSpPr/>
            <p:nvPr/>
          </p:nvSpPr>
          <p:spPr>
            <a:xfrm>
              <a:off x="3156445" y="1806796"/>
              <a:ext cx="2576" cy="2544"/>
            </a:xfrm>
            <a:custGeom>
              <a:avLst/>
              <a:gdLst/>
              <a:ahLst/>
              <a:cxnLst/>
              <a:rect l="l" t="t" r="r" b="b"/>
              <a:pathLst>
                <a:path w="81" h="80" extrusionOk="0">
                  <a:moveTo>
                    <a:pt x="80" y="0"/>
                  </a:moveTo>
                  <a:lnTo>
                    <a:pt x="80" y="0"/>
                  </a:lnTo>
                  <a:lnTo>
                    <a:pt x="80" y="0"/>
                  </a:lnTo>
                  <a:lnTo>
                    <a:pt x="64" y="0"/>
                  </a:lnTo>
                  <a:lnTo>
                    <a:pt x="32" y="16"/>
                  </a:lnTo>
                  <a:cubicBezTo>
                    <a:pt x="17" y="16"/>
                    <a:pt x="1" y="48"/>
                    <a:pt x="17" y="63"/>
                  </a:cubicBezTo>
                  <a:lnTo>
                    <a:pt x="32" y="79"/>
                  </a:lnTo>
                  <a:lnTo>
                    <a:pt x="49" y="79"/>
                  </a:lnTo>
                  <a:lnTo>
                    <a:pt x="64" y="79"/>
                  </a:lnTo>
                  <a:lnTo>
                    <a:pt x="64" y="79"/>
                  </a:lnTo>
                  <a:lnTo>
                    <a:pt x="64" y="63"/>
                  </a:lnTo>
                  <a:lnTo>
                    <a:pt x="64"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2" name="Google Shape;1922;p38"/>
            <p:cNvSpPr/>
            <p:nvPr/>
          </p:nvSpPr>
          <p:spPr>
            <a:xfrm>
              <a:off x="3414532" y="1779731"/>
              <a:ext cx="5534" cy="2544"/>
            </a:xfrm>
            <a:custGeom>
              <a:avLst/>
              <a:gdLst/>
              <a:ahLst/>
              <a:cxnLst/>
              <a:rect l="l" t="t" r="r" b="b"/>
              <a:pathLst>
                <a:path w="174" h="80" extrusionOk="0">
                  <a:moveTo>
                    <a:pt x="127" y="0"/>
                  </a:moveTo>
                  <a:lnTo>
                    <a:pt x="127" y="0"/>
                  </a:lnTo>
                  <a:lnTo>
                    <a:pt x="127" y="0"/>
                  </a:lnTo>
                  <a:lnTo>
                    <a:pt x="95" y="0"/>
                  </a:lnTo>
                  <a:lnTo>
                    <a:pt x="32" y="17"/>
                  </a:lnTo>
                  <a:lnTo>
                    <a:pt x="32" y="17"/>
                  </a:lnTo>
                  <a:lnTo>
                    <a:pt x="32" y="17"/>
                  </a:lnTo>
                  <a:lnTo>
                    <a:pt x="32" y="32"/>
                  </a:lnTo>
                  <a:cubicBezTo>
                    <a:pt x="32" y="48"/>
                    <a:pt x="16" y="48"/>
                    <a:pt x="0" y="63"/>
                  </a:cubicBezTo>
                  <a:lnTo>
                    <a:pt x="16" y="63"/>
                  </a:lnTo>
                  <a:cubicBezTo>
                    <a:pt x="16" y="80"/>
                    <a:pt x="32" y="80"/>
                    <a:pt x="32" y="80"/>
                  </a:cubicBezTo>
                  <a:lnTo>
                    <a:pt x="47" y="80"/>
                  </a:lnTo>
                  <a:lnTo>
                    <a:pt x="47" y="80"/>
                  </a:lnTo>
                  <a:lnTo>
                    <a:pt x="142" y="63"/>
                  </a:lnTo>
                  <a:lnTo>
                    <a:pt x="142" y="63"/>
                  </a:lnTo>
                  <a:cubicBezTo>
                    <a:pt x="158" y="48"/>
                    <a:pt x="173" y="32"/>
                    <a:pt x="158" y="17"/>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3" name="Google Shape;1923;p38"/>
            <p:cNvSpPr/>
            <p:nvPr/>
          </p:nvSpPr>
          <p:spPr>
            <a:xfrm>
              <a:off x="3437049" y="1767709"/>
              <a:ext cx="4039" cy="4039"/>
            </a:xfrm>
            <a:custGeom>
              <a:avLst/>
              <a:gdLst/>
              <a:ahLst/>
              <a:cxnLst/>
              <a:rect l="l" t="t" r="r" b="b"/>
              <a:pathLst>
                <a:path w="127" h="127" extrusionOk="0">
                  <a:moveTo>
                    <a:pt x="127" y="0"/>
                  </a:moveTo>
                  <a:lnTo>
                    <a:pt x="64" y="17"/>
                  </a:lnTo>
                  <a:lnTo>
                    <a:pt x="80" y="17"/>
                  </a:lnTo>
                  <a:cubicBezTo>
                    <a:pt x="80" y="32"/>
                    <a:pt x="80" y="63"/>
                    <a:pt x="49" y="63"/>
                  </a:cubicBezTo>
                  <a:lnTo>
                    <a:pt x="49" y="63"/>
                  </a:lnTo>
                  <a:cubicBezTo>
                    <a:pt x="32" y="63"/>
                    <a:pt x="17" y="63"/>
                    <a:pt x="17" y="48"/>
                  </a:cubicBezTo>
                  <a:lnTo>
                    <a:pt x="1" y="48"/>
                  </a:lnTo>
                  <a:lnTo>
                    <a:pt x="1" y="95"/>
                  </a:lnTo>
                  <a:cubicBezTo>
                    <a:pt x="17" y="111"/>
                    <a:pt x="32" y="126"/>
                    <a:pt x="49" y="126"/>
                  </a:cubicBezTo>
                  <a:lnTo>
                    <a:pt x="80" y="126"/>
                  </a:lnTo>
                  <a:cubicBezTo>
                    <a:pt x="95" y="111"/>
                    <a:pt x="112" y="95"/>
                    <a:pt x="112" y="80"/>
                  </a:cubicBezTo>
                  <a:cubicBezTo>
                    <a:pt x="95" y="63"/>
                    <a:pt x="95" y="63"/>
                    <a:pt x="80" y="63"/>
                  </a:cubicBezTo>
                  <a:lnTo>
                    <a:pt x="95" y="48"/>
                  </a:lnTo>
                  <a:cubicBezTo>
                    <a:pt x="95" y="48"/>
                    <a:pt x="112" y="48"/>
                    <a:pt x="112" y="32"/>
                  </a:cubicBezTo>
                  <a:cubicBezTo>
                    <a:pt x="127" y="32"/>
                    <a:pt x="127"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4" name="Google Shape;1924;p38"/>
            <p:cNvSpPr/>
            <p:nvPr/>
          </p:nvSpPr>
          <p:spPr>
            <a:xfrm>
              <a:off x="3190538" y="1786727"/>
              <a:ext cx="4039" cy="2576"/>
            </a:xfrm>
            <a:custGeom>
              <a:avLst/>
              <a:gdLst/>
              <a:ahLst/>
              <a:cxnLst/>
              <a:rect l="l" t="t" r="r" b="b"/>
              <a:pathLst>
                <a:path w="127" h="81" extrusionOk="0">
                  <a:moveTo>
                    <a:pt x="95" y="1"/>
                  </a:moveTo>
                  <a:lnTo>
                    <a:pt x="79" y="1"/>
                  </a:lnTo>
                  <a:lnTo>
                    <a:pt x="79" y="1"/>
                  </a:lnTo>
                  <a:lnTo>
                    <a:pt x="32" y="17"/>
                  </a:lnTo>
                  <a:lnTo>
                    <a:pt x="32" y="17"/>
                  </a:lnTo>
                  <a:cubicBezTo>
                    <a:pt x="16" y="17"/>
                    <a:pt x="0" y="32"/>
                    <a:pt x="0" y="49"/>
                  </a:cubicBezTo>
                  <a:lnTo>
                    <a:pt x="0" y="49"/>
                  </a:lnTo>
                  <a:lnTo>
                    <a:pt x="32" y="49"/>
                  </a:lnTo>
                  <a:lnTo>
                    <a:pt x="32" y="49"/>
                  </a:lnTo>
                  <a:lnTo>
                    <a:pt x="48" y="49"/>
                  </a:lnTo>
                  <a:cubicBezTo>
                    <a:pt x="48" y="49"/>
                    <a:pt x="63" y="64"/>
                    <a:pt x="63" y="80"/>
                  </a:cubicBezTo>
                  <a:lnTo>
                    <a:pt x="95" y="64"/>
                  </a:lnTo>
                  <a:cubicBezTo>
                    <a:pt x="111" y="64"/>
                    <a:pt x="126" y="49"/>
                    <a:pt x="126"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5" name="Google Shape;1925;p38"/>
            <p:cNvSpPr/>
            <p:nvPr/>
          </p:nvSpPr>
          <p:spPr>
            <a:xfrm>
              <a:off x="3431038" y="1768218"/>
              <a:ext cx="4039" cy="6042"/>
            </a:xfrm>
            <a:custGeom>
              <a:avLst/>
              <a:gdLst/>
              <a:ahLst/>
              <a:cxnLst/>
              <a:rect l="l" t="t" r="r" b="b"/>
              <a:pathLst>
                <a:path w="127" h="190" extrusionOk="0">
                  <a:moveTo>
                    <a:pt x="49" y="1"/>
                  </a:moveTo>
                  <a:cubicBezTo>
                    <a:pt x="32" y="1"/>
                    <a:pt x="17" y="16"/>
                    <a:pt x="17" y="16"/>
                  </a:cubicBezTo>
                  <a:lnTo>
                    <a:pt x="17" y="32"/>
                  </a:lnTo>
                  <a:cubicBezTo>
                    <a:pt x="17" y="47"/>
                    <a:pt x="1" y="64"/>
                    <a:pt x="17" y="95"/>
                  </a:cubicBezTo>
                  <a:lnTo>
                    <a:pt x="17" y="95"/>
                  </a:lnTo>
                  <a:cubicBezTo>
                    <a:pt x="17" y="110"/>
                    <a:pt x="17" y="110"/>
                    <a:pt x="32" y="127"/>
                  </a:cubicBezTo>
                  <a:lnTo>
                    <a:pt x="32" y="158"/>
                  </a:lnTo>
                  <a:cubicBezTo>
                    <a:pt x="49" y="158"/>
                    <a:pt x="49" y="173"/>
                    <a:pt x="49" y="173"/>
                  </a:cubicBezTo>
                  <a:cubicBezTo>
                    <a:pt x="49" y="190"/>
                    <a:pt x="64" y="190"/>
                    <a:pt x="80" y="190"/>
                  </a:cubicBezTo>
                  <a:lnTo>
                    <a:pt x="95" y="190"/>
                  </a:lnTo>
                  <a:cubicBezTo>
                    <a:pt x="112" y="173"/>
                    <a:pt x="127" y="158"/>
                    <a:pt x="112" y="142"/>
                  </a:cubicBezTo>
                  <a:lnTo>
                    <a:pt x="112" y="142"/>
                  </a:lnTo>
                  <a:cubicBezTo>
                    <a:pt x="112" y="127"/>
                    <a:pt x="95" y="127"/>
                    <a:pt x="95" y="127"/>
                  </a:cubicBezTo>
                  <a:cubicBezTo>
                    <a:pt x="95" y="95"/>
                    <a:pt x="80" y="79"/>
                    <a:pt x="80" y="64"/>
                  </a:cubicBezTo>
                  <a:lnTo>
                    <a:pt x="80" y="64"/>
                  </a:lnTo>
                  <a:lnTo>
                    <a:pt x="80" y="32"/>
                  </a:lnTo>
                  <a:lnTo>
                    <a:pt x="80" y="32"/>
                  </a:lnTo>
                  <a:lnTo>
                    <a:pt x="80" y="32"/>
                  </a:lnTo>
                  <a:cubicBezTo>
                    <a:pt x="80" y="32"/>
                    <a:pt x="64" y="32"/>
                    <a:pt x="64" y="16"/>
                  </a:cubicBezTo>
                  <a:cubicBezTo>
                    <a:pt x="49" y="16"/>
                    <a:pt x="49" y="1"/>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6" name="Google Shape;1926;p38"/>
            <p:cNvSpPr/>
            <p:nvPr/>
          </p:nvSpPr>
          <p:spPr>
            <a:xfrm>
              <a:off x="3308784" y="1780239"/>
              <a:ext cx="5565" cy="4516"/>
            </a:xfrm>
            <a:custGeom>
              <a:avLst/>
              <a:gdLst/>
              <a:ahLst/>
              <a:cxnLst/>
              <a:rect l="l" t="t" r="r" b="b"/>
              <a:pathLst>
                <a:path w="175" h="142" extrusionOk="0">
                  <a:moveTo>
                    <a:pt x="48" y="1"/>
                  </a:moveTo>
                  <a:lnTo>
                    <a:pt x="48" y="1"/>
                  </a:lnTo>
                  <a:cubicBezTo>
                    <a:pt x="32" y="1"/>
                    <a:pt x="17" y="1"/>
                    <a:pt x="17" y="16"/>
                  </a:cubicBezTo>
                  <a:cubicBezTo>
                    <a:pt x="0" y="32"/>
                    <a:pt x="17" y="47"/>
                    <a:pt x="32" y="64"/>
                  </a:cubicBezTo>
                  <a:lnTo>
                    <a:pt x="63" y="79"/>
                  </a:lnTo>
                  <a:lnTo>
                    <a:pt x="63" y="110"/>
                  </a:lnTo>
                  <a:lnTo>
                    <a:pt x="95" y="142"/>
                  </a:lnTo>
                  <a:lnTo>
                    <a:pt x="111" y="142"/>
                  </a:lnTo>
                  <a:lnTo>
                    <a:pt x="126" y="127"/>
                  </a:lnTo>
                  <a:lnTo>
                    <a:pt x="158" y="110"/>
                  </a:lnTo>
                  <a:cubicBezTo>
                    <a:pt x="174" y="110"/>
                    <a:pt x="174" y="95"/>
                    <a:pt x="174" y="79"/>
                  </a:cubicBezTo>
                  <a:lnTo>
                    <a:pt x="174" y="64"/>
                  </a:lnTo>
                  <a:cubicBezTo>
                    <a:pt x="174" y="64"/>
                    <a:pt x="174" y="47"/>
                    <a:pt x="158" y="47"/>
                  </a:cubicBezTo>
                  <a:lnTo>
                    <a:pt x="126"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7" name="Google Shape;1927;p38"/>
            <p:cNvSpPr/>
            <p:nvPr/>
          </p:nvSpPr>
          <p:spPr>
            <a:xfrm>
              <a:off x="3416026" y="1769235"/>
              <a:ext cx="4039" cy="4039"/>
            </a:xfrm>
            <a:custGeom>
              <a:avLst/>
              <a:gdLst/>
              <a:ahLst/>
              <a:cxnLst/>
              <a:rect l="l" t="t" r="r" b="b"/>
              <a:pathLst>
                <a:path w="127" h="127" extrusionOk="0">
                  <a:moveTo>
                    <a:pt x="48" y="0"/>
                  </a:moveTo>
                  <a:lnTo>
                    <a:pt x="48" y="0"/>
                  </a:lnTo>
                  <a:cubicBezTo>
                    <a:pt x="32" y="0"/>
                    <a:pt x="16" y="15"/>
                    <a:pt x="16" y="32"/>
                  </a:cubicBezTo>
                  <a:lnTo>
                    <a:pt x="0" y="78"/>
                  </a:lnTo>
                  <a:cubicBezTo>
                    <a:pt x="0" y="78"/>
                    <a:pt x="0" y="95"/>
                    <a:pt x="16" y="110"/>
                  </a:cubicBezTo>
                  <a:lnTo>
                    <a:pt x="32" y="126"/>
                  </a:lnTo>
                  <a:lnTo>
                    <a:pt x="80" y="126"/>
                  </a:lnTo>
                  <a:lnTo>
                    <a:pt x="80" y="126"/>
                  </a:lnTo>
                  <a:lnTo>
                    <a:pt x="95" y="126"/>
                  </a:lnTo>
                  <a:cubicBezTo>
                    <a:pt x="111" y="126"/>
                    <a:pt x="126" y="126"/>
                    <a:pt x="126" y="110"/>
                  </a:cubicBezTo>
                  <a:cubicBezTo>
                    <a:pt x="126" y="78"/>
                    <a:pt x="111" y="63"/>
                    <a:pt x="95" y="63"/>
                  </a:cubicBezTo>
                  <a:lnTo>
                    <a:pt x="80" y="63"/>
                  </a:lnTo>
                  <a:lnTo>
                    <a:pt x="80" y="63"/>
                  </a:lnTo>
                  <a:lnTo>
                    <a:pt x="80" y="47"/>
                  </a:lnTo>
                  <a:lnTo>
                    <a:pt x="80" y="32"/>
                  </a:lnTo>
                  <a:cubicBezTo>
                    <a:pt x="80" y="15"/>
                    <a:pt x="80" y="15"/>
                    <a:pt x="63"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8" name="Google Shape;1928;p38"/>
            <p:cNvSpPr/>
            <p:nvPr/>
          </p:nvSpPr>
          <p:spPr>
            <a:xfrm>
              <a:off x="3388961" y="1771716"/>
              <a:ext cx="5565" cy="5025"/>
            </a:xfrm>
            <a:custGeom>
              <a:avLst/>
              <a:gdLst/>
              <a:ahLst/>
              <a:cxnLst/>
              <a:rect l="l" t="t" r="r" b="b"/>
              <a:pathLst>
                <a:path w="175" h="158" extrusionOk="0">
                  <a:moveTo>
                    <a:pt x="143" y="0"/>
                  </a:moveTo>
                  <a:lnTo>
                    <a:pt x="126" y="0"/>
                  </a:lnTo>
                  <a:lnTo>
                    <a:pt x="111" y="17"/>
                  </a:lnTo>
                  <a:lnTo>
                    <a:pt x="80" y="80"/>
                  </a:lnTo>
                  <a:lnTo>
                    <a:pt x="80" y="80"/>
                  </a:lnTo>
                  <a:lnTo>
                    <a:pt x="48" y="80"/>
                  </a:lnTo>
                  <a:lnTo>
                    <a:pt x="32" y="80"/>
                  </a:lnTo>
                  <a:cubicBezTo>
                    <a:pt x="17" y="80"/>
                    <a:pt x="0" y="95"/>
                    <a:pt x="0" y="111"/>
                  </a:cubicBezTo>
                  <a:cubicBezTo>
                    <a:pt x="0" y="126"/>
                    <a:pt x="17" y="143"/>
                    <a:pt x="32" y="143"/>
                  </a:cubicBezTo>
                  <a:lnTo>
                    <a:pt x="48" y="143"/>
                  </a:lnTo>
                  <a:lnTo>
                    <a:pt x="63" y="143"/>
                  </a:lnTo>
                  <a:lnTo>
                    <a:pt x="80" y="143"/>
                  </a:lnTo>
                  <a:cubicBezTo>
                    <a:pt x="80" y="143"/>
                    <a:pt x="95" y="143"/>
                    <a:pt x="111" y="158"/>
                  </a:cubicBezTo>
                  <a:lnTo>
                    <a:pt x="126" y="143"/>
                  </a:lnTo>
                  <a:lnTo>
                    <a:pt x="143" y="95"/>
                  </a:lnTo>
                  <a:lnTo>
                    <a:pt x="174" y="48"/>
                  </a:lnTo>
                  <a:cubicBezTo>
                    <a:pt x="174" y="32"/>
                    <a:pt x="174" y="17"/>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9" name="Google Shape;1929;p38"/>
            <p:cNvSpPr/>
            <p:nvPr/>
          </p:nvSpPr>
          <p:spPr>
            <a:xfrm>
              <a:off x="3421020" y="1774229"/>
              <a:ext cx="3562" cy="3530"/>
            </a:xfrm>
            <a:custGeom>
              <a:avLst/>
              <a:gdLst/>
              <a:ahLst/>
              <a:cxnLst/>
              <a:rect l="l" t="t" r="r" b="b"/>
              <a:pathLst>
                <a:path w="112" h="111" extrusionOk="0">
                  <a:moveTo>
                    <a:pt x="80" y="1"/>
                  </a:moveTo>
                  <a:lnTo>
                    <a:pt x="64" y="1"/>
                  </a:lnTo>
                  <a:cubicBezTo>
                    <a:pt x="64" y="1"/>
                    <a:pt x="64" y="16"/>
                    <a:pt x="49" y="16"/>
                  </a:cubicBezTo>
                  <a:lnTo>
                    <a:pt x="49" y="16"/>
                  </a:lnTo>
                  <a:lnTo>
                    <a:pt x="17" y="47"/>
                  </a:lnTo>
                  <a:cubicBezTo>
                    <a:pt x="1" y="47"/>
                    <a:pt x="1" y="64"/>
                    <a:pt x="1" y="64"/>
                  </a:cubicBezTo>
                  <a:lnTo>
                    <a:pt x="1" y="95"/>
                  </a:lnTo>
                  <a:cubicBezTo>
                    <a:pt x="17" y="110"/>
                    <a:pt x="17" y="110"/>
                    <a:pt x="32" y="110"/>
                  </a:cubicBezTo>
                  <a:cubicBezTo>
                    <a:pt x="32" y="110"/>
                    <a:pt x="49" y="110"/>
                    <a:pt x="49" y="95"/>
                  </a:cubicBezTo>
                  <a:lnTo>
                    <a:pt x="95" y="64"/>
                  </a:lnTo>
                  <a:cubicBezTo>
                    <a:pt x="112" y="47"/>
                    <a:pt x="112"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0" name="Google Shape;1930;p38"/>
            <p:cNvSpPr/>
            <p:nvPr/>
          </p:nvSpPr>
          <p:spPr>
            <a:xfrm>
              <a:off x="3406994" y="1777727"/>
              <a:ext cx="3562" cy="2544"/>
            </a:xfrm>
            <a:custGeom>
              <a:avLst/>
              <a:gdLst/>
              <a:ahLst/>
              <a:cxnLst/>
              <a:rect l="l" t="t" r="r" b="b"/>
              <a:pathLst>
                <a:path w="112" h="80" extrusionOk="0">
                  <a:moveTo>
                    <a:pt x="32" y="0"/>
                  </a:moveTo>
                  <a:lnTo>
                    <a:pt x="32" y="0"/>
                  </a:lnTo>
                  <a:lnTo>
                    <a:pt x="32" y="0"/>
                  </a:lnTo>
                  <a:cubicBezTo>
                    <a:pt x="17" y="0"/>
                    <a:pt x="0" y="17"/>
                    <a:pt x="0" y="32"/>
                  </a:cubicBezTo>
                  <a:lnTo>
                    <a:pt x="0" y="32"/>
                  </a:lnTo>
                  <a:lnTo>
                    <a:pt x="0" y="48"/>
                  </a:lnTo>
                  <a:cubicBezTo>
                    <a:pt x="17" y="63"/>
                    <a:pt x="17" y="63"/>
                    <a:pt x="32" y="63"/>
                  </a:cubicBezTo>
                  <a:lnTo>
                    <a:pt x="48" y="63"/>
                  </a:lnTo>
                  <a:lnTo>
                    <a:pt x="80" y="80"/>
                  </a:lnTo>
                  <a:lnTo>
                    <a:pt x="80" y="80"/>
                  </a:lnTo>
                  <a:cubicBezTo>
                    <a:pt x="95" y="80"/>
                    <a:pt x="111" y="63"/>
                    <a:pt x="111" y="32"/>
                  </a:cubicBezTo>
                  <a:lnTo>
                    <a:pt x="111" y="32"/>
                  </a:lnTo>
                  <a:cubicBezTo>
                    <a:pt x="111" y="17"/>
                    <a:pt x="95" y="0"/>
                    <a:pt x="80" y="0"/>
                  </a:cubicBezTo>
                  <a:lnTo>
                    <a:pt x="80"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1" name="Google Shape;1931;p38"/>
            <p:cNvSpPr/>
            <p:nvPr/>
          </p:nvSpPr>
          <p:spPr>
            <a:xfrm>
              <a:off x="3369434" y="1756196"/>
              <a:ext cx="3021" cy="3021"/>
            </a:xfrm>
            <a:custGeom>
              <a:avLst/>
              <a:gdLst/>
              <a:ahLst/>
              <a:cxnLst/>
              <a:rect l="l" t="t" r="r" b="b"/>
              <a:pathLst>
                <a:path w="95" h="95" extrusionOk="0">
                  <a:moveTo>
                    <a:pt x="63" y="0"/>
                  </a:moveTo>
                  <a:lnTo>
                    <a:pt x="63" y="0"/>
                  </a:lnTo>
                  <a:cubicBezTo>
                    <a:pt x="47" y="0"/>
                    <a:pt x="32" y="0"/>
                    <a:pt x="32" y="16"/>
                  </a:cubicBezTo>
                  <a:lnTo>
                    <a:pt x="0" y="47"/>
                  </a:lnTo>
                  <a:cubicBezTo>
                    <a:pt x="0" y="63"/>
                    <a:pt x="0" y="79"/>
                    <a:pt x="16" y="95"/>
                  </a:cubicBezTo>
                  <a:lnTo>
                    <a:pt x="32" y="95"/>
                  </a:lnTo>
                  <a:lnTo>
                    <a:pt x="63" y="95"/>
                  </a:lnTo>
                  <a:lnTo>
                    <a:pt x="79" y="63"/>
                  </a:lnTo>
                  <a:cubicBezTo>
                    <a:pt x="95" y="47"/>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2" name="Google Shape;1932;p38"/>
            <p:cNvSpPr/>
            <p:nvPr/>
          </p:nvSpPr>
          <p:spPr>
            <a:xfrm>
              <a:off x="3092837" y="1793279"/>
              <a:ext cx="3498" cy="5502"/>
            </a:xfrm>
            <a:custGeom>
              <a:avLst/>
              <a:gdLst/>
              <a:ahLst/>
              <a:cxnLst/>
              <a:rect l="l" t="t" r="r" b="b"/>
              <a:pathLst>
                <a:path w="110" h="173" extrusionOk="0">
                  <a:moveTo>
                    <a:pt x="32" y="0"/>
                  </a:moveTo>
                  <a:lnTo>
                    <a:pt x="32" y="0"/>
                  </a:lnTo>
                  <a:lnTo>
                    <a:pt x="15" y="0"/>
                  </a:lnTo>
                  <a:cubicBezTo>
                    <a:pt x="0" y="15"/>
                    <a:pt x="0" y="32"/>
                    <a:pt x="0" y="47"/>
                  </a:cubicBezTo>
                  <a:lnTo>
                    <a:pt x="32" y="110"/>
                  </a:lnTo>
                  <a:lnTo>
                    <a:pt x="47" y="141"/>
                  </a:lnTo>
                  <a:cubicBezTo>
                    <a:pt x="47" y="158"/>
                    <a:pt x="63" y="173"/>
                    <a:pt x="78" y="173"/>
                  </a:cubicBezTo>
                  <a:lnTo>
                    <a:pt x="78" y="158"/>
                  </a:lnTo>
                  <a:cubicBezTo>
                    <a:pt x="110" y="158"/>
                    <a:pt x="110" y="141"/>
                    <a:pt x="110" y="126"/>
                  </a:cubicBezTo>
                  <a:lnTo>
                    <a:pt x="95" y="110"/>
                  </a:lnTo>
                  <a:lnTo>
                    <a:pt x="78" y="126"/>
                  </a:lnTo>
                  <a:lnTo>
                    <a:pt x="78" y="126"/>
                  </a:lnTo>
                  <a:cubicBezTo>
                    <a:pt x="47" y="126"/>
                    <a:pt x="32" y="95"/>
                    <a:pt x="47" y="78"/>
                  </a:cubicBezTo>
                  <a:lnTo>
                    <a:pt x="47" y="15"/>
                  </a:lnTo>
                  <a:lnTo>
                    <a:pt x="47"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3" name="Google Shape;1933;p38"/>
            <p:cNvSpPr/>
            <p:nvPr/>
          </p:nvSpPr>
          <p:spPr>
            <a:xfrm>
              <a:off x="3392969" y="1801294"/>
              <a:ext cx="3021" cy="5025"/>
            </a:xfrm>
            <a:custGeom>
              <a:avLst/>
              <a:gdLst/>
              <a:ahLst/>
              <a:cxnLst/>
              <a:rect l="l" t="t" r="r" b="b"/>
              <a:pathLst>
                <a:path w="95" h="158" extrusionOk="0">
                  <a:moveTo>
                    <a:pt x="48" y="0"/>
                  </a:moveTo>
                  <a:lnTo>
                    <a:pt x="32" y="0"/>
                  </a:lnTo>
                  <a:cubicBezTo>
                    <a:pt x="32" y="0"/>
                    <a:pt x="17" y="0"/>
                    <a:pt x="17" y="16"/>
                  </a:cubicBezTo>
                  <a:cubicBezTo>
                    <a:pt x="17" y="16"/>
                    <a:pt x="0" y="16"/>
                    <a:pt x="17" y="32"/>
                  </a:cubicBezTo>
                  <a:lnTo>
                    <a:pt x="17" y="79"/>
                  </a:lnTo>
                  <a:lnTo>
                    <a:pt x="17" y="95"/>
                  </a:lnTo>
                  <a:cubicBezTo>
                    <a:pt x="32" y="95"/>
                    <a:pt x="32" y="110"/>
                    <a:pt x="17" y="126"/>
                  </a:cubicBezTo>
                  <a:lnTo>
                    <a:pt x="17" y="126"/>
                  </a:lnTo>
                  <a:cubicBezTo>
                    <a:pt x="17" y="142"/>
                    <a:pt x="32" y="158"/>
                    <a:pt x="48" y="158"/>
                  </a:cubicBezTo>
                  <a:lnTo>
                    <a:pt x="48" y="158"/>
                  </a:lnTo>
                  <a:lnTo>
                    <a:pt x="63" y="158"/>
                  </a:lnTo>
                  <a:cubicBezTo>
                    <a:pt x="80" y="158"/>
                    <a:pt x="95" y="142"/>
                    <a:pt x="95" y="126"/>
                  </a:cubicBezTo>
                  <a:lnTo>
                    <a:pt x="95" y="126"/>
                  </a:lnTo>
                  <a:lnTo>
                    <a:pt x="80" y="110"/>
                  </a:lnTo>
                  <a:lnTo>
                    <a:pt x="80" y="32"/>
                  </a:lnTo>
                  <a:lnTo>
                    <a:pt x="80" y="16"/>
                  </a:lnTo>
                  <a:lnTo>
                    <a:pt x="80" y="16"/>
                  </a:ln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4" name="Google Shape;1934;p38"/>
            <p:cNvSpPr/>
            <p:nvPr/>
          </p:nvSpPr>
          <p:spPr>
            <a:xfrm>
              <a:off x="3332828" y="1807781"/>
              <a:ext cx="3053" cy="5057"/>
            </a:xfrm>
            <a:custGeom>
              <a:avLst/>
              <a:gdLst/>
              <a:ahLst/>
              <a:cxnLst/>
              <a:rect l="l" t="t" r="r" b="b"/>
              <a:pathLst>
                <a:path w="96" h="159" extrusionOk="0">
                  <a:moveTo>
                    <a:pt x="32" y="1"/>
                  </a:moveTo>
                  <a:lnTo>
                    <a:pt x="32" y="1"/>
                  </a:lnTo>
                  <a:lnTo>
                    <a:pt x="17" y="1"/>
                  </a:lnTo>
                  <a:cubicBezTo>
                    <a:pt x="1" y="1"/>
                    <a:pt x="1" y="32"/>
                    <a:pt x="1" y="48"/>
                  </a:cubicBezTo>
                  <a:lnTo>
                    <a:pt x="17" y="112"/>
                  </a:lnTo>
                  <a:lnTo>
                    <a:pt x="32" y="127"/>
                  </a:lnTo>
                  <a:cubicBezTo>
                    <a:pt x="32" y="143"/>
                    <a:pt x="49" y="158"/>
                    <a:pt x="64" y="158"/>
                  </a:cubicBezTo>
                  <a:lnTo>
                    <a:pt x="64" y="158"/>
                  </a:lnTo>
                  <a:lnTo>
                    <a:pt x="64" y="158"/>
                  </a:lnTo>
                  <a:cubicBezTo>
                    <a:pt x="80" y="143"/>
                    <a:pt x="95" y="127"/>
                    <a:pt x="95" y="112"/>
                  </a:cubicBezTo>
                  <a:lnTo>
                    <a:pt x="80" y="95"/>
                  </a:lnTo>
                  <a:lnTo>
                    <a:pt x="64" y="32"/>
                  </a:lnTo>
                  <a:cubicBezTo>
                    <a:pt x="64" y="17"/>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5" name="Google Shape;1935;p38"/>
            <p:cNvSpPr/>
            <p:nvPr/>
          </p:nvSpPr>
          <p:spPr>
            <a:xfrm>
              <a:off x="3030184" y="1797286"/>
              <a:ext cx="3562" cy="2035"/>
            </a:xfrm>
            <a:custGeom>
              <a:avLst/>
              <a:gdLst/>
              <a:ahLst/>
              <a:cxnLst/>
              <a:rect l="l" t="t" r="r" b="b"/>
              <a:pathLst>
                <a:path w="112" h="64" extrusionOk="0">
                  <a:moveTo>
                    <a:pt x="17" y="0"/>
                  </a:moveTo>
                  <a:lnTo>
                    <a:pt x="17" y="0"/>
                  </a:lnTo>
                  <a:cubicBezTo>
                    <a:pt x="32" y="15"/>
                    <a:pt x="32" y="15"/>
                    <a:pt x="32" y="32"/>
                  </a:cubicBezTo>
                  <a:cubicBezTo>
                    <a:pt x="32" y="47"/>
                    <a:pt x="17" y="47"/>
                    <a:pt x="17" y="63"/>
                  </a:cubicBezTo>
                  <a:lnTo>
                    <a:pt x="0" y="63"/>
                  </a:lnTo>
                  <a:lnTo>
                    <a:pt x="17" y="63"/>
                  </a:lnTo>
                  <a:lnTo>
                    <a:pt x="80" y="63"/>
                  </a:lnTo>
                  <a:lnTo>
                    <a:pt x="80" y="63"/>
                  </a:lnTo>
                  <a:cubicBezTo>
                    <a:pt x="95" y="63"/>
                    <a:pt x="111" y="47"/>
                    <a:pt x="111" y="32"/>
                  </a:cubicBezTo>
                  <a:cubicBezTo>
                    <a:pt x="111" y="15"/>
                    <a:pt x="95" y="0"/>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6" name="Google Shape;1936;p38"/>
            <p:cNvSpPr/>
            <p:nvPr/>
          </p:nvSpPr>
          <p:spPr>
            <a:xfrm>
              <a:off x="3178008" y="1780239"/>
              <a:ext cx="6042" cy="3530"/>
            </a:xfrm>
            <a:custGeom>
              <a:avLst/>
              <a:gdLst/>
              <a:ahLst/>
              <a:cxnLst/>
              <a:rect l="l" t="t" r="r" b="b"/>
              <a:pathLst>
                <a:path w="190" h="111" extrusionOk="0">
                  <a:moveTo>
                    <a:pt x="158" y="1"/>
                  </a:moveTo>
                  <a:lnTo>
                    <a:pt x="158" y="1"/>
                  </a:lnTo>
                  <a:lnTo>
                    <a:pt x="142" y="1"/>
                  </a:lnTo>
                  <a:cubicBezTo>
                    <a:pt x="127" y="1"/>
                    <a:pt x="110" y="16"/>
                    <a:pt x="110" y="16"/>
                  </a:cubicBezTo>
                  <a:cubicBezTo>
                    <a:pt x="95" y="32"/>
                    <a:pt x="79" y="32"/>
                    <a:pt x="79" y="32"/>
                  </a:cubicBezTo>
                  <a:lnTo>
                    <a:pt x="64" y="32"/>
                  </a:lnTo>
                  <a:lnTo>
                    <a:pt x="47" y="32"/>
                  </a:lnTo>
                  <a:cubicBezTo>
                    <a:pt x="32" y="32"/>
                    <a:pt x="16" y="32"/>
                    <a:pt x="16" y="47"/>
                  </a:cubicBezTo>
                  <a:cubicBezTo>
                    <a:pt x="1" y="64"/>
                    <a:pt x="1" y="79"/>
                    <a:pt x="16" y="95"/>
                  </a:cubicBezTo>
                  <a:lnTo>
                    <a:pt x="47" y="95"/>
                  </a:lnTo>
                  <a:cubicBezTo>
                    <a:pt x="64" y="110"/>
                    <a:pt x="64" y="110"/>
                    <a:pt x="79" y="110"/>
                  </a:cubicBezTo>
                  <a:cubicBezTo>
                    <a:pt x="95" y="110"/>
                    <a:pt x="110" y="95"/>
                    <a:pt x="127" y="95"/>
                  </a:cubicBezTo>
                  <a:cubicBezTo>
                    <a:pt x="127" y="79"/>
                    <a:pt x="142" y="79"/>
                    <a:pt x="142" y="79"/>
                  </a:cubicBezTo>
                  <a:cubicBezTo>
                    <a:pt x="158" y="64"/>
                    <a:pt x="158" y="64"/>
                    <a:pt x="173" y="64"/>
                  </a:cubicBezTo>
                  <a:cubicBezTo>
                    <a:pt x="190" y="47"/>
                    <a:pt x="190" y="32"/>
                    <a:pt x="190" y="16"/>
                  </a:cubicBezTo>
                  <a:cubicBezTo>
                    <a:pt x="190" y="16"/>
                    <a:pt x="190" y="1"/>
                    <a:pt x="17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7" name="Google Shape;1937;p38"/>
            <p:cNvSpPr/>
            <p:nvPr/>
          </p:nvSpPr>
          <p:spPr>
            <a:xfrm>
              <a:off x="3417521" y="1803297"/>
              <a:ext cx="3530" cy="4039"/>
            </a:xfrm>
            <a:custGeom>
              <a:avLst/>
              <a:gdLst/>
              <a:ahLst/>
              <a:cxnLst/>
              <a:rect l="l" t="t" r="r" b="b"/>
              <a:pathLst>
                <a:path w="111" h="127" extrusionOk="0">
                  <a:moveTo>
                    <a:pt x="33" y="0"/>
                  </a:moveTo>
                  <a:lnTo>
                    <a:pt x="33" y="0"/>
                  </a:lnTo>
                  <a:cubicBezTo>
                    <a:pt x="16" y="0"/>
                    <a:pt x="1" y="16"/>
                    <a:pt x="1" y="32"/>
                  </a:cubicBezTo>
                  <a:lnTo>
                    <a:pt x="1" y="32"/>
                  </a:lnTo>
                  <a:lnTo>
                    <a:pt x="1" y="47"/>
                  </a:lnTo>
                  <a:lnTo>
                    <a:pt x="1" y="79"/>
                  </a:lnTo>
                  <a:cubicBezTo>
                    <a:pt x="1" y="95"/>
                    <a:pt x="1" y="95"/>
                    <a:pt x="16" y="110"/>
                  </a:cubicBezTo>
                  <a:lnTo>
                    <a:pt x="48" y="126"/>
                  </a:lnTo>
                  <a:lnTo>
                    <a:pt x="64" y="126"/>
                  </a:lnTo>
                  <a:lnTo>
                    <a:pt x="64" y="126"/>
                  </a:lnTo>
                  <a:lnTo>
                    <a:pt x="96" y="95"/>
                  </a:lnTo>
                  <a:lnTo>
                    <a:pt x="96" y="63"/>
                  </a:lnTo>
                  <a:lnTo>
                    <a:pt x="96" y="63"/>
                  </a:lnTo>
                  <a:lnTo>
                    <a:pt x="96" y="63"/>
                  </a:lnTo>
                  <a:lnTo>
                    <a:pt x="96" y="63"/>
                  </a:lnTo>
                  <a:cubicBezTo>
                    <a:pt x="111" y="47"/>
                    <a:pt x="96" y="32"/>
                    <a:pt x="79" y="16"/>
                  </a:cubicBezTo>
                  <a:lnTo>
                    <a:pt x="64" y="16"/>
                  </a:lnTo>
                  <a:lnTo>
                    <a:pt x="64" y="16"/>
                  </a:lnTo>
                  <a:cubicBezTo>
                    <a:pt x="64" y="0"/>
                    <a:pt x="48" y="0"/>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8" name="Google Shape;1938;p38"/>
            <p:cNvSpPr/>
            <p:nvPr/>
          </p:nvSpPr>
          <p:spPr>
            <a:xfrm>
              <a:off x="3305286" y="1814810"/>
              <a:ext cx="5534" cy="3562"/>
            </a:xfrm>
            <a:custGeom>
              <a:avLst/>
              <a:gdLst/>
              <a:ahLst/>
              <a:cxnLst/>
              <a:rect l="l" t="t" r="r" b="b"/>
              <a:pathLst>
                <a:path w="174" h="112" extrusionOk="0">
                  <a:moveTo>
                    <a:pt x="127" y="0"/>
                  </a:moveTo>
                  <a:lnTo>
                    <a:pt x="127" y="0"/>
                  </a:lnTo>
                  <a:lnTo>
                    <a:pt x="127" y="0"/>
                  </a:lnTo>
                  <a:lnTo>
                    <a:pt x="110" y="17"/>
                  </a:lnTo>
                  <a:lnTo>
                    <a:pt x="79" y="32"/>
                  </a:lnTo>
                  <a:lnTo>
                    <a:pt x="47" y="32"/>
                  </a:lnTo>
                  <a:cubicBezTo>
                    <a:pt x="47" y="17"/>
                    <a:pt x="32" y="17"/>
                    <a:pt x="32" y="17"/>
                  </a:cubicBezTo>
                  <a:lnTo>
                    <a:pt x="32" y="17"/>
                  </a:lnTo>
                  <a:cubicBezTo>
                    <a:pt x="16" y="32"/>
                    <a:pt x="1" y="32"/>
                    <a:pt x="1" y="48"/>
                  </a:cubicBezTo>
                  <a:cubicBezTo>
                    <a:pt x="1" y="63"/>
                    <a:pt x="1" y="80"/>
                    <a:pt x="16" y="95"/>
                  </a:cubicBezTo>
                  <a:lnTo>
                    <a:pt x="32" y="95"/>
                  </a:lnTo>
                  <a:lnTo>
                    <a:pt x="79" y="111"/>
                  </a:lnTo>
                  <a:lnTo>
                    <a:pt x="95" y="111"/>
                  </a:lnTo>
                  <a:cubicBezTo>
                    <a:pt x="95" y="111"/>
                    <a:pt x="110" y="111"/>
                    <a:pt x="110" y="95"/>
                  </a:cubicBezTo>
                  <a:lnTo>
                    <a:pt x="158" y="63"/>
                  </a:lnTo>
                  <a:lnTo>
                    <a:pt x="158" y="48"/>
                  </a:lnTo>
                  <a:lnTo>
                    <a:pt x="173" y="48"/>
                  </a:lnTo>
                  <a:cubicBezTo>
                    <a:pt x="173" y="32"/>
                    <a:pt x="173" y="32"/>
                    <a:pt x="158" y="17"/>
                  </a:cubicBezTo>
                  <a:lnTo>
                    <a:pt x="158" y="17"/>
                  </a:lnTo>
                  <a:cubicBezTo>
                    <a:pt x="158" y="0"/>
                    <a:pt x="142"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9" name="Google Shape;1939;p38"/>
            <p:cNvSpPr/>
            <p:nvPr/>
          </p:nvSpPr>
          <p:spPr>
            <a:xfrm>
              <a:off x="3329361" y="1773720"/>
              <a:ext cx="4516" cy="3562"/>
            </a:xfrm>
            <a:custGeom>
              <a:avLst/>
              <a:gdLst/>
              <a:ahLst/>
              <a:cxnLst/>
              <a:rect l="l" t="t" r="r" b="b"/>
              <a:pathLst>
                <a:path w="142" h="112" extrusionOk="0">
                  <a:moveTo>
                    <a:pt x="110" y="0"/>
                  </a:moveTo>
                  <a:cubicBezTo>
                    <a:pt x="95" y="0"/>
                    <a:pt x="78" y="17"/>
                    <a:pt x="78" y="32"/>
                  </a:cubicBezTo>
                  <a:lnTo>
                    <a:pt x="78" y="32"/>
                  </a:lnTo>
                  <a:lnTo>
                    <a:pt x="78" y="32"/>
                  </a:lnTo>
                  <a:cubicBezTo>
                    <a:pt x="63" y="17"/>
                    <a:pt x="47" y="17"/>
                    <a:pt x="47" y="17"/>
                  </a:cubicBezTo>
                  <a:lnTo>
                    <a:pt x="32" y="17"/>
                  </a:lnTo>
                  <a:lnTo>
                    <a:pt x="32" y="17"/>
                  </a:lnTo>
                  <a:cubicBezTo>
                    <a:pt x="15" y="32"/>
                    <a:pt x="0" y="48"/>
                    <a:pt x="15" y="63"/>
                  </a:cubicBezTo>
                  <a:lnTo>
                    <a:pt x="15" y="80"/>
                  </a:lnTo>
                  <a:lnTo>
                    <a:pt x="47" y="111"/>
                  </a:lnTo>
                  <a:lnTo>
                    <a:pt x="63" y="111"/>
                  </a:lnTo>
                  <a:lnTo>
                    <a:pt x="78" y="111"/>
                  </a:lnTo>
                  <a:lnTo>
                    <a:pt x="78" y="111"/>
                  </a:lnTo>
                  <a:cubicBezTo>
                    <a:pt x="110" y="111"/>
                    <a:pt x="126" y="95"/>
                    <a:pt x="141" y="63"/>
                  </a:cubicBezTo>
                  <a:lnTo>
                    <a:pt x="141" y="48"/>
                  </a:lnTo>
                  <a:lnTo>
                    <a:pt x="141" y="17"/>
                  </a:lnTo>
                  <a:lnTo>
                    <a:pt x="126" y="17"/>
                  </a:lnTo>
                  <a:cubicBezTo>
                    <a:pt x="126" y="0"/>
                    <a:pt x="110"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0" name="Google Shape;1940;p38"/>
            <p:cNvSpPr/>
            <p:nvPr/>
          </p:nvSpPr>
          <p:spPr>
            <a:xfrm>
              <a:off x="3332828" y="1793756"/>
              <a:ext cx="3562" cy="2544"/>
            </a:xfrm>
            <a:custGeom>
              <a:avLst/>
              <a:gdLst/>
              <a:ahLst/>
              <a:cxnLst/>
              <a:rect l="l" t="t" r="r" b="b"/>
              <a:pathLst>
                <a:path w="112" h="80" extrusionOk="0">
                  <a:moveTo>
                    <a:pt x="17" y="0"/>
                  </a:moveTo>
                  <a:lnTo>
                    <a:pt x="1" y="0"/>
                  </a:lnTo>
                  <a:lnTo>
                    <a:pt x="1" y="0"/>
                  </a:lnTo>
                  <a:cubicBezTo>
                    <a:pt x="17" y="17"/>
                    <a:pt x="17" y="32"/>
                    <a:pt x="1" y="48"/>
                  </a:cubicBezTo>
                  <a:lnTo>
                    <a:pt x="1" y="48"/>
                  </a:lnTo>
                  <a:lnTo>
                    <a:pt x="1" y="63"/>
                  </a:lnTo>
                  <a:cubicBezTo>
                    <a:pt x="17" y="63"/>
                    <a:pt x="49" y="80"/>
                    <a:pt x="64" y="80"/>
                  </a:cubicBezTo>
                  <a:cubicBezTo>
                    <a:pt x="64" y="80"/>
                    <a:pt x="80" y="63"/>
                    <a:pt x="95" y="63"/>
                  </a:cubicBezTo>
                  <a:lnTo>
                    <a:pt x="112" y="48"/>
                  </a:lnTo>
                  <a:cubicBezTo>
                    <a:pt x="95" y="48"/>
                    <a:pt x="80" y="48"/>
                    <a:pt x="80" y="32"/>
                  </a:cubicBezTo>
                  <a:cubicBezTo>
                    <a:pt x="64" y="17"/>
                    <a:pt x="64" y="0"/>
                    <a:pt x="64" y="0"/>
                  </a:cubicBezTo>
                  <a:lnTo>
                    <a:pt x="64" y="0"/>
                  </a:lnTo>
                  <a:lnTo>
                    <a:pt x="64" y="0"/>
                  </a:lnTo>
                  <a:lnTo>
                    <a:pt x="64"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1" name="Google Shape;1941;p38"/>
            <p:cNvSpPr/>
            <p:nvPr/>
          </p:nvSpPr>
          <p:spPr>
            <a:xfrm>
              <a:off x="3244636" y="1801294"/>
              <a:ext cx="4039" cy="5534"/>
            </a:xfrm>
            <a:custGeom>
              <a:avLst/>
              <a:gdLst/>
              <a:ahLst/>
              <a:cxnLst/>
              <a:rect l="l" t="t" r="r" b="b"/>
              <a:pathLst>
                <a:path w="127" h="174" extrusionOk="0">
                  <a:moveTo>
                    <a:pt x="32" y="63"/>
                  </a:moveTo>
                  <a:lnTo>
                    <a:pt x="32" y="63"/>
                  </a:lnTo>
                  <a:lnTo>
                    <a:pt x="32" y="63"/>
                  </a:lnTo>
                  <a:close/>
                  <a:moveTo>
                    <a:pt x="32" y="0"/>
                  </a:moveTo>
                  <a:lnTo>
                    <a:pt x="32" y="0"/>
                  </a:lnTo>
                  <a:cubicBezTo>
                    <a:pt x="17" y="0"/>
                    <a:pt x="17" y="0"/>
                    <a:pt x="1" y="16"/>
                  </a:cubicBezTo>
                  <a:cubicBezTo>
                    <a:pt x="1" y="32"/>
                    <a:pt x="1" y="47"/>
                    <a:pt x="17" y="63"/>
                  </a:cubicBezTo>
                  <a:lnTo>
                    <a:pt x="32" y="63"/>
                  </a:lnTo>
                  <a:lnTo>
                    <a:pt x="49" y="63"/>
                  </a:lnTo>
                  <a:lnTo>
                    <a:pt x="49" y="79"/>
                  </a:lnTo>
                  <a:lnTo>
                    <a:pt x="49" y="95"/>
                  </a:lnTo>
                  <a:lnTo>
                    <a:pt x="49" y="95"/>
                  </a:lnTo>
                  <a:cubicBezTo>
                    <a:pt x="17" y="110"/>
                    <a:pt x="17" y="126"/>
                    <a:pt x="17" y="142"/>
                  </a:cubicBezTo>
                  <a:cubicBezTo>
                    <a:pt x="17" y="158"/>
                    <a:pt x="17" y="158"/>
                    <a:pt x="32" y="173"/>
                  </a:cubicBezTo>
                  <a:lnTo>
                    <a:pt x="49" y="173"/>
                  </a:lnTo>
                  <a:lnTo>
                    <a:pt x="49" y="173"/>
                  </a:lnTo>
                  <a:lnTo>
                    <a:pt x="49" y="173"/>
                  </a:lnTo>
                  <a:cubicBezTo>
                    <a:pt x="80" y="173"/>
                    <a:pt x="95" y="158"/>
                    <a:pt x="112" y="142"/>
                  </a:cubicBezTo>
                  <a:lnTo>
                    <a:pt x="112" y="142"/>
                  </a:lnTo>
                  <a:cubicBezTo>
                    <a:pt x="127" y="110"/>
                    <a:pt x="112" y="79"/>
                    <a:pt x="112" y="63"/>
                  </a:cubicBezTo>
                  <a:lnTo>
                    <a:pt x="112" y="47"/>
                  </a:lnTo>
                  <a:cubicBezTo>
                    <a:pt x="112" y="47"/>
                    <a:pt x="112" y="32"/>
                    <a:pt x="95" y="32"/>
                  </a:cubicBezTo>
                  <a:cubicBezTo>
                    <a:pt x="95" y="16"/>
                    <a:pt x="80" y="16"/>
                    <a:pt x="64" y="0"/>
                  </a:cubicBezTo>
                  <a:lnTo>
                    <a:pt x="49"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2" name="Google Shape;1942;p38"/>
            <p:cNvSpPr/>
            <p:nvPr/>
          </p:nvSpPr>
          <p:spPr>
            <a:xfrm>
              <a:off x="3245654" y="1803297"/>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3" name="Google Shape;1943;p38"/>
            <p:cNvSpPr/>
            <p:nvPr/>
          </p:nvSpPr>
          <p:spPr>
            <a:xfrm>
              <a:off x="3048726" y="1821330"/>
              <a:ext cx="8046" cy="3530"/>
            </a:xfrm>
            <a:custGeom>
              <a:avLst/>
              <a:gdLst/>
              <a:ahLst/>
              <a:cxnLst/>
              <a:rect l="l" t="t" r="r" b="b"/>
              <a:pathLst>
                <a:path w="253" h="111" extrusionOk="0">
                  <a:moveTo>
                    <a:pt x="127" y="1"/>
                  </a:moveTo>
                  <a:lnTo>
                    <a:pt x="111" y="1"/>
                  </a:lnTo>
                  <a:lnTo>
                    <a:pt x="95" y="1"/>
                  </a:lnTo>
                  <a:cubicBezTo>
                    <a:pt x="79" y="16"/>
                    <a:pt x="47" y="16"/>
                    <a:pt x="32" y="16"/>
                  </a:cubicBezTo>
                  <a:cubicBezTo>
                    <a:pt x="16" y="32"/>
                    <a:pt x="16" y="32"/>
                    <a:pt x="1" y="32"/>
                  </a:cubicBezTo>
                  <a:lnTo>
                    <a:pt x="1" y="64"/>
                  </a:lnTo>
                  <a:cubicBezTo>
                    <a:pt x="1" y="79"/>
                    <a:pt x="16" y="95"/>
                    <a:pt x="32" y="95"/>
                  </a:cubicBezTo>
                  <a:lnTo>
                    <a:pt x="47" y="95"/>
                  </a:lnTo>
                  <a:lnTo>
                    <a:pt x="47" y="95"/>
                  </a:lnTo>
                  <a:cubicBezTo>
                    <a:pt x="64" y="79"/>
                    <a:pt x="79" y="79"/>
                    <a:pt x="95" y="79"/>
                  </a:cubicBezTo>
                  <a:lnTo>
                    <a:pt x="127" y="79"/>
                  </a:lnTo>
                  <a:cubicBezTo>
                    <a:pt x="142" y="79"/>
                    <a:pt x="158" y="79"/>
                    <a:pt x="190" y="95"/>
                  </a:cubicBezTo>
                  <a:cubicBezTo>
                    <a:pt x="190" y="110"/>
                    <a:pt x="190" y="110"/>
                    <a:pt x="205" y="110"/>
                  </a:cubicBezTo>
                  <a:lnTo>
                    <a:pt x="205" y="110"/>
                  </a:lnTo>
                  <a:cubicBezTo>
                    <a:pt x="221" y="110"/>
                    <a:pt x="221" y="110"/>
                    <a:pt x="237" y="95"/>
                  </a:cubicBezTo>
                  <a:cubicBezTo>
                    <a:pt x="253" y="95"/>
                    <a:pt x="253" y="64"/>
                    <a:pt x="237" y="47"/>
                  </a:cubicBezTo>
                  <a:cubicBezTo>
                    <a:pt x="221" y="32"/>
                    <a:pt x="205" y="32"/>
                    <a:pt x="190" y="16"/>
                  </a:cubicBezTo>
                  <a:cubicBezTo>
                    <a:pt x="174"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4" name="Google Shape;1944;p38"/>
            <p:cNvSpPr/>
            <p:nvPr/>
          </p:nvSpPr>
          <p:spPr>
            <a:xfrm>
              <a:off x="3271701" y="1800276"/>
              <a:ext cx="3562" cy="3053"/>
            </a:xfrm>
            <a:custGeom>
              <a:avLst/>
              <a:gdLst/>
              <a:ahLst/>
              <a:cxnLst/>
              <a:rect l="l" t="t" r="r" b="b"/>
              <a:pathLst>
                <a:path w="112" h="96" extrusionOk="0">
                  <a:moveTo>
                    <a:pt x="63" y="1"/>
                  </a:moveTo>
                  <a:lnTo>
                    <a:pt x="63" y="1"/>
                  </a:lnTo>
                  <a:cubicBezTo>
                    <a:pt x="63" y="1"/>
                    <a:pt x="48" y="1"/>
                    <a:pt x="48" y="16"/>
                  </a:cubicBezTo>
                  <a:lnTo>
                    <a:pt x="17" y="48"/>
                  </a:lnTo>
                  <a:cubicBezTo>
                    <a:pt x="0" y="64"/>
                    <a:pt x="0" y="79"/>
                    <a:pt x="17" y="95"/>
                  </a:cubicBezTo>
                  <a:lnTo>
                    <a:pt x="48" y="95"/>
                  </a:lnTo>
                  <a:cubicBezTo>
                    <a:pt x="48" y="95"/>
                    <a:pt x="63" y="95"/>
                    <a:pt x="63" y="79"/>
                  </a:cubicBezTo>
                  <a:lnTo>
                    <a:pt x="95" y="48"/>
                  </a:lnTo>
                  <a:cubicBezTo>
                    <a:pt x="111"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5" name="Google Shape;1945;p38"/>
            <p:cNvSpPr/>
            <p:nvPr/>
          </p:nvSpPr>
          <p:spPr>
            <a:xfrm>
              <a:off x="3390965" y="1803774"/>
              <a:ext cx="3021" cy="4039"/>
            </a:xfrm>
            <a:custGeom>
              <a:avLst/>
              <a:gdLst/>
              <a:ahLst/>
              <a:cxnLst/>
              <a:rect l="l" t="t" r="r" b="b"/>
              <a:pathLst>
                <a:path w="95" h="127" extrusionOk="0">
                  <a:moveTo>
                    <a:pt x="48" y="1"/>
                  </a:moveTo>
                  <a:lnTo>
                    <a:pt x="48" y="1"/>
                  </a:lnTo>
                  <a:lnTo>
                    <a:pt x="32" y="1"/>
                  </a:lnTo>
                  <a:lnTo>
                    <a:pt x="32" y="1"/>
                  </a:lnTo>
                  <a:lnTo>
                    <a:pt x="17" y="17"/>
                  </a:lnTo>
                  <a:cubicBezTo>
                    <a:pt x="17" y="17"/>
                    <a:pt x="0" y="17"/>
                    <a:pt x="0" y="32"/>
                  </a:cubicBezTo>
                  <a:lnTo>
                    <a:pt x="17" y="32"/>
                  </a:lnTo>
                  <a:cubicBezTo>
                    <a:pt x="32" y="48"/>
                    <a:pt x="48" y="64"/>
                    <a:pt x="32" y="80"/>
                  </a:cubicBezTo>
                  <a:cubicBezTo>
                    <a:pt x="32" y="95"/>
                    <a:pt x="17" y="95"/>
                    <a:pt x="0" y="95"/>
                  </a:cubicBezTo>
                  <a:lnTo>
                    <a:pt x="0" y="95"/>
                  </a:lnTo>
                  <a:cubicBezTo>
                    <a:pt x="0" y="111"/>
                    <a:pt x="0" y="111"/>
                    <a:pt x="17" y="127"/>
                  </a:cubicBezTo>
                  <a:lnTo>
                    <a:pt x="32" y="127"/>
                  </a:lnTo>
                  <a:lnTo>
                    <a:pt x="48" y="127"/>
                  </a:lnTo>
                  <a:cubicBezTo>
                    <a:pt x="63" y="127"/>
                    <a:pt x="63" y="111"/>
                    <a:pt x="63" y="95"/>
                  </a:cubicBezTo>
                  <a:lnTo>
                    <a:pt x="63" y="80"/>
                  </a:lnTo>
                  <a:lnTo>
                    <a:pt x="63" y="64"/>
                  </a:lnTo>
                  <a:lnTo>
                    <a:pt x="80" y="64"/>
                  </a:lnTo>
                  <a:lnTo>
                    <a:pt x="80" y="48"/>
                  </a:lnTo>
                  <a:cubicBezTo>
                    <a:pt x="95" y="32"/>
                    <a:pt x="95" y="17"/>
                    <a:pt x="80"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6" name="Google Shape;1946;p38"/>
            <p:cNvSpPr/>
            <p:nvPr/>
          </p:nvSpPr>
          <p:spPr>
            <a:xfrm>
              <a:off x="3454095" y="1797763"/>
              <a:ext cx="3562" cy="5565"/>
            </a:xfrm>
            <a:custGeom>
              <a:avLst/>
              <a:gdLst/>
              <a:ahLst/>
              <a:cxnLst/>
              <a:rect l="l" t="t" r="r" b="b"/>
              <a:pathLst>
                <a:path w="112" h="175" extrusionOk="0">
                  <a:moveTo>
                    <a:pt x="64" y="0"/>
                  </a:moveTo>
                  <a:lnTo>
                    <a:pt x="64" y="0"/>
                  </a:lnTo>
                  <a:cubicBezTo>
                    <a:pt x="48" y="0"/>
                    <a:pt x="48" y="0"/>
                    <a:pt x="32" y="17"/>
                  </a:cubicBezTo>
                  <a:lnTo>
                    <a:pt x="1" y="127"/>
                  </a:lnTo>
                  <a:cubicBezTo>
                    <a:pt x="1" y="143"/>
                    <a:pt x="1" y="158"/>
                    <a:pt x="17" y="158"/>
                  </a:cubicBezTo>
                  <a:cubicBezTo>
                    <a:pt x="17" y="174"/>
                    <a:pt x="32" y="174"/>
                    <a:pt x="32" y="174"/>
                  </a:cubicBezTo>
                  <a:lnTo>
                    <a:pt x="48" y="174"/>
                  </a:lnTo>
                  <a:lnTo>
                    <a:pt x="64" y="174"/>
                  </a:lnTo>
                  <a:lnTo>
                    <a:pt x="80" y="174"/>
                  </a:lnTo>
                  <a:lnTo>
                    <a:pt x="80" y="174"/>
                  </a:lnTo>
                  <a:lnTo>
                    <a:pt x="80" y="174"/>
                  </a:lnTo>
                  <a:lnTo>
                    <a:pt x="80" y="174"/>
                  </a:lnTo>
                  <a:lnTo>
                    <a:pt x="80" y="174"/>
                  </a:lnTo>
                  <a:cubicBezTo>
                    <a:pt x="111" y="174"/>
                    <a:pt x="111" y="158"/>
                    <a:pt x="111" y="127"/>
                  </a:cubicBezTo>
                  <a:cubicBezTo>
                    <a:pt x="111" y="111"/>
                    <a:pt x="95" y="111"/>
                    <a:pt x="80" y="95"/>
                  </a:cubicBezTo>
                  <a:lnTo>
                    <a:pt x="111" y="32"/>
                  </a:ln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7" name="Google Shape;1947;p38"/>
            <p:cNvSpPr/>
            <p:nvPr/>
          </p:nvSpPr>
          <p:spPr>
            <a:xfrm>
              <a:off x="3196549" y="1810803"/>
              <a:ext cx="3562" cy="3021"/>
            </a:xfrm>
            <a:custGeom>
              <a:avLst/>
              <a:gdLst/>
              <a:ahLst/>
              <a:cxnLst/>
              <a:rect l="l" t="t" r="r" b="b"/>
              <a:pathLst>
                <a:path w="112" h="95" extrusionOk="0">
                  <a:moveTo>
                    <a:pt x="32" y="0"/>
                  </a:moveTo>
                  <a:lnTo>
                    <a:pt x="32" y="0"/>
                  </a:lnTo>
                  <a:cubicBezTo>
                    <a:pt x="17" y="0"/>
                    <a:pt x="17" y="17"/>
                    <a:pt x="0" y="17"/>
                  </a:cubicBezTo>
                  <a:cubicBezTo>
                    <a:pt x="0" y="32"/>
                    <a:pt x="0" y="48"/>
                    <a:pt x="17" y="63"/>
                  </a:cubicBezTo>
                  <a:lnTo>
                    <a:pt x="48" y="95"/>
                  </a:lnTo>
                  <a:lnTo>
                    <a:pt x="63" y="95"/>
                  </a:lnTo>
                  <a:lnTo>
                    <a:pt x="95" y="95"/>
                  </a:lnTo>
                  <a:cubicBezTo>
                    <a:pt x="111" y="80"/>
                    <a:pt x="95" y="48"/>
                    <a:pt x="95" y="48"/>
                  </a:cubicBezTo>
                  <a:lnTo>
                    <a:pt x="48"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8" name="Google Shape;1948;p38"/>
            <p:cNvSpPr/>
            <p:nvPr/>
          </p:nvSpPr>
          <p:spPr>
            <a:xfrm>
              <a:off x="3434059" y="1752666"/>
              <a:ext cx="4039" cy="3562"/>
            </a:xfrm>
            <a:custGeom>
              <a:avLst/>
              <a:gdLst/>
              <a:ahLst/>
              <a:cxnLst/>
              <a:rect l="l" t="t" r="r" b="b"/>
              <a:pathLst>
                <a:path w="127" h="112" extrusionOk="0">
                  <a:moveTo>
                    <a:pt x="17" y="0"/>
                  </a:moveTo>
                  <a:lnTo>
                    <a:pt x="0" y="17"/>
                  </a:lnTo>
                  <a:lnTo>
                    <a:pt x="0" y="17"/>
                  </a:lnTo>
                  <a:lnTo>
                    <a:pt x="0" y="17"/>
                  </a:lnTo>
                  <a:cubicBezTo>
                    <a:pt x="0" y="48"/>
                    <a:pt x="0" y="80"/>
                    <a:pt x="32" y="95"/>
                  </a:cubicBezTo>
                  <a:cubicBezTo>
                    <a:pt x="32" y="95"/>
                    <a:pt x="48" y="111"/>
                    <a:pt x="63" y="111"/>
                  </a:cubicBezTo>
                  <a:lnTo>
                    <a:pt x="63" y="111"/>
                  </a:lnTo>
                  <a:lnTo>
                    <a:pt x="95" y="111"/>
                  </a:lnTo>
                  <a:cubicBezTo>
                    <a:pt x="111" y="111"/>
                    <a:pt x="126" y="80"/>
                    <a:pt x="111" y="64"/>
                  </a:cubicBezTo>
                  <a:cubicBezTo>
                    <a:pt x="111" y="48"/>
                    <a:pt x="111" y="48"/>
                    <a:pt x="95" y="48"/>
                  </a:cubicBezTo>
                  <a:lnTo>
                    <a:pt x="63" y="48"/>
                  </a:lnTo>
                  <a:lnTo>
                    <a:pt x="63" y="48"/>
                  </a:lnTo>
                  <a:cubicBezTo>
                    <a:pt x="63" y="48"/>
                    <a:pt x="48" y="48"/>
                    <a:pt x="48" y="32"/>
                  </a:cubicBezTo>
                  <a:lnTo>
                    <a:pt x="1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9" name="Google Shape;1949;p38"/>
            <p:cNvSpPr/>
            <p:nvPr/>
          </p:nvSpPr>
          <p:spPr>
            <a:xfrm>
              <a:off x="3397485" y="1797763"/>
              <a:ext cx="4039" cy="3562"/>
            </a:xfrm>
            <a:custGeom>
              <a:avLst/>
              <a:gdLst/>
              <a:ahLst/>
              <a:cxnLst/>
              <a:rect l="l" t="t" r="r" b="b"/>
              <a:pathLst>
                <a:path w="127" h="112" extrusionOk="0">
                  <a:moveTo>
                    <a:pt x="95" y="0"/>
                  </a:moveTo>
                  <a:lnTo>
                    <a:pt x="95" y="0"/>
                  </a:lnTo>
                  <a:cubicBezTo>
                    <a:pt x="79" y="0"/>
                    <a:pt x="79" y="17"/>
                    <a:pt x="64" y="17"/>
                  </a:cubicBezTo>
                  <a:lnTo>
                    <a:pt x="64" y="32"/>
                  </a:lnTo>
                  <a:lnTo>
                    <a:pt x="64" y="32"/>
                  </a:lnTo>
                  <a:lnTo>
                    <a:pt x="47" y="32"/>
                  </a:lnTo>
                  <a:lnTo>
                    <a:pt x="32" y="32"/>
                  </a:lnTo>
                  <a:cubicBezTo>
                    <a:pt x="32" y="32"/>
                    <a:pt x="16" y="32"/>
                    <a:pt x="16" y="48"/>
                  </a:cubicBezTo>
                  <a:cubicBezTo>
                    <a:pt x="1" y="64"/>
                    <a:pt x="16" y="80"/>
                    <a:pt x="32" y="95"/>
                  </a:cubicBezTo>
                  <a:lnTo>
                    <a:pt x="32" y="95"/>
                  </a:lnTo>
                  <a:lnTo>
                    <a:pt x="47" y="111"/>
                  </a:lnTo>
                  <a:lnTo>
                    <a:pt x="64" y="111"/>
                  </a:lnTo>
                  <a:lnTo>
                    <a:pt x="64" y="111"/>
                  </a:lnTo>
                  <a:lnTo>
                    <a:pt x="64" y="111"/>
                  </a:lnTo>
                  <a:cubicBezTo>
                    <a:pt x="79" y="111"/>
                    <a:pt x="79" y="111"/>
                    <a:pt x="95" y="95"/>
                  </a:cubicBezTo>
                  <a:lnTo>
                    <a:pt x="95" y="95"/>
                  </a:lnTo>
                  <a:lnTo>
                    <a:pt x="127" y="64"/>
                  </a:lnTo>
                  <a:lnTo>
                    <a:pt x="127" y="64"/>
                  </a:lnTo>
                  <a:lnTo>
                    <a:pt x="127" y="17"/>
                  </a:lnTo>
                  <a:lnTo>
                    <a:pt x="110" y="17"/>
                  </a:lnTo>
                  <a:cubicBezTo>
                    <a:pt x="110"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0" name="Google Shape;1950;p38"/>
            <p:cNvSpPr/>
            <p:nvPr/>
          </p:nvSpPr>
          <p:spPr>
            <a:xfrm>
              <a:off x="3058235" y="1825814"/>
              <a:ext cx="3053" cy="4039"/>
            </a:xfrm>
            <a:custGeom>
              <a:avLst/>
              <a:gdLst/>
              <a:ahLst/>
              <a:cxnLst/>
              <a:rect l="l" t="t" r="r" b="b"/>
              <a:pathLst>
                <a:path w="96" h="127" extrusionOk="0">
                  <a:moveTo>
                    <a:pt x="17" y="1"/>
                  </a:moveTo>
                  <a:cubicBezTo>
                    <a:pt x="1" y="1"/>
                    <a:pt x="1" y="17"/>
                    <a:pt x="1" y="17"/>
                  </a:cubicBezTo>
                  <a:lnTo>
                    <a:pt x="1" y="32"/>
                  </a:lnTo>
                  <a:lnTo>
                    <a:pt x="1" y="49"/>
                  </a:lnTo>
                  <a:lnTo>
                    <a:pt x="1" y="80"/>
                  </a:lnTo>
                  <a:cubicBezTo>
                    <a:pt x="1" y="95"/>
                    <a:pt x="1" y="112"/>
                    <a:pt x="17" y="112"/>
                  </a:cubicBezTo>
                  <a:lnTo>
                    <a:pt x="48" y="127"/>
                  </a:lnTo>
                  <a:lnTo>
                    <a:pt x="48" y="127"/>
                  </a:lnTo>
                  <a:lnTo>
                    <a:pt x="64" y="127"/>
                  </a:lnTo>
                  <a:cubicBezTo>
                    <a:pt x="64" y="127"/>
                    <a:pt x="80" y="127"/>
                    <a:pt x="95" y="112"/>
                  </a:cubicBezTo>
                  <a:cubicBezTo>
                    <a:pt x="95" y="95"/>
                    <a:pt x="95" y="80"/>
                    <a:pt x="80" y="64"/>
                  </a:cubicBezTo>
                  <a:lnTo>
                    <a:pt x="80" y="64"/>
                  </a:lnTo>
                  <a:lnTo>
                    <a:pt x="64" y="64"/>
                  </a:lnTo>
                  <a:lnTo>
                    <a:pt x="64" y="64"/>
                  </a:lnTo>
                  <a:lnTo>
                    <a:pt x="64" y="32"/>
                  </a:lnTo>
                  <a:lnTo>
                    <a:pt x="64" y="1"/>
                  </a:lnTo>
                  <a:lnTo>
                    <a:pt x="32"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1" name="Google Shape;1951;p38"/>
            <p:cNvSpPr/>
            <p:nvPr/>
          </p:nvSpPr>
          <p:spPr>
            <a:xfrm>
              <a:off x="3366922" y="1793279"/>
              <a:ext cx="5534" cy="4039"/>
            </a:xfrm>
            <a:custGeom>
              <a:avLst/>
              <a:gdLst/>
              <a:ahLst/>
              <a:cxnLst/>
              <a:rect l="l" t="t" r="r" b="b"/>
              <a:pathLst>
                <a:path w="174" h="127" extrusionOk="0">
                  <a:moveTo>
                    <a:pt x="32" y="0"/>
                  </a:moveTo>
                  <a:lnTo>
                    <a:pt x="32" y="0"/>
                  </a:lnTo>
                  <a:cubicBezTo>
                    <a:pt x="16" y="0"/>
                    <a:pt x="0" y="15"/>
                    <a:pt x="0" y="32"/>
                  </a:cubicBezTo>
                  <a:lnTo>
                    <a:pt x="0" y="95"/>
                  </a:lnTo>
                  <a:cubicBezTo>
                    <a:pt x="0" y="110"/>
                    <a:pt x="16" y="126"/>
                    <a:pt x="32" y="126"/>
                  </a:cubicBezTo>
                  <a:lnTo>
                    <a:pt x="48" y="126"/>
                  </a:lnTo>
                  <a:lnTo>
                    <a:pt x="142" y="110"/>
                  </a:lnTo>
                  <a:cubicBezTo>
                    <a:pt x="158" y="110"/>
                    <a:pt x="174" y="95"/>
                    <a:pt x="174" y="78"/>
                  </a:cubicBezTo>
                  <a:cubicBezTo>
                    <a:pt x="174" y="47"/>
                    <a:pt x="158" y="47"/>
                    <a:pt x="142" y="47"/>
                  </a:cubicBezTo>
                  <a:lnTo>
                    <a:pt x="142" y="47"/>
                  </a:lnTo>
                  <a:lnTo>
                    <a:pt x="63" y="47"/>
                  </a:lnTo>
                  <a:lnTo>
                    <a:pt x="63" y="32"/>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2" name="Google Shape;1952;p38"/>
            <p:cNvSpPr/>
            <p:nvPr/>
          </p:nvSpPr>
          <p:spPr>
            <a:xfrm>
              <a:off x="3356872" y="1800785"/>
              <a:ext cx="2576" cy="3530"/>
            </a:xfrm>
            <a:custGeom>
              <a:avLst/>
              <a:gdLst/>
              <a:ahLst/>
              <a:cxnLst/>
              <a:rect l="l" t="t" r="r" b="b"/>
              <a:pathLst>
                <a:path w="81" h="111" extrusionOk="0">
                  <a:moveTo>
                    <a:pt x="32" y="0"/>
                  </a:moveTo>
                  <a:lnTo>
                    <a:pt x="32" y="0"/>
                  </a:lnTo>
                  <a:lnTo>
                    <a:pt x="32" y="0"/>
                  </a:lnTo>
                  <a:lnTo>
                    <a:pt x="32" y="16"/>
                  </a:lnTo>
                  <a:cubicBezTo>
                    <a:pt x="32" y="16"/>
                    <a:pt x="32" y="32"/>
                    <a:pt x="17" y="32"/>
                  </a:cubicBezTo>
                  <a:lnTo>
                    <a:pt x="17" y="48"/>
                  </a:lnTo>
                  <a:cubicBezTo>
                    <a:pt x="32" y="63"/>
                    <a:pt x="32" y="79"/>
                    <a:pt x="17" y="95"/>
                  </a:cubicBezTo>
                  <a:lnTo>
                    <a:pt x="1" y="111"/>
                  </a:lnTo>
                  <a:lnTo>
                    <a:pt x="1" y="111"/>
                  </a:lnTo>
                  <a:lnTo>
                    <a:pt x="17" y="111"/>
                  </a:lnTo>
                  <a:lnTo>
                    <a:pt x="32" y="111"/>
                  </a:lnTo>
                  <a:cubicBezTo>
                    <a:pt x="49" y="111"/>
                    <a:pt x="49" y="111"/>
                    <a:pt x="64" y="95"/>
                  </a:cubicBezTo>
                  <a:lnTo>
                    <a:pt x="64" y="95"/>
                  </a:lnTo>
                  <a:lnTo>
                    <a:pt x="64" y="48"/>
                  </a:lnTo>
                  <a:cubicBezTo>
                    <a:pt x="80" y="32"/>
                    <a:pt x="64" y="32"/>
                    <a:pt x="64" y="16"/>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3" name="Google Shape;1953;p38"/>
            <p:cNvSpPr/>
            <p:nvPr/>
          </p:nvSpPr>
          <p:spPr>
            <a:xfrm>
              <a:off x="3313301" y="1804792"/>
              <a:ext cx="4039" cy="2544"/>
            </a:xfrm>
            <a:custGeom>
              <a:avLst/>
              <a:gdLst/>
              <a:ahLst/>
              <a:cxnLst/>
              <a:rect l="l" t="t" r="r" b="b"/>
              <a:pathLst>
                <a:path w="127" h="80" extrusionOk="0">
                  <a:moveTo>
                    <a:pt x="47" y="0"/>
                  </a:moveTo>
                  <a:lnTo>
                    <a:pt x="47" y="0"/>
                  </a:lnTo>
                  <a:cubicBezTo>
                    <a:pt x="32" y="0"/>
                    <a:pt x="16" y="16"/>
                    <a:pt x="16" y="32"/>
                  </a:cubicBezTo>
                  <a:cubicBezTo>
                    <a:pt x="1" y="48"/>
                    <a:pt x="16" y="63"/>
                    <a:pt x="32" y="63"/>
                  </a:cubicBezTo>
                  <a:lnTo>
                    <a:pt x="79" y="79"/>
                  </a:lnTo>
                  <a:lnTo>
                    <a:pt x="95" y="79"/>
                  </a:lnTo>
                  <a:cubicBezTo>
                    <a:pt x="110" y="79"/>
                    <a:pt x="127" y="63"/>
                    <a:pt x="127" y="48"/>
                  </a:cubicBezTo>
                  <a:cubicBezTo>
                    <a:pt x="127" y="32"/>
                    <a:pt x="110" y="16"/>
                    <a:pt x="95"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4" name="Google Shape;1954;p38"/>
            <p:cNvSpPr/>
            <p:nvPr/>
          </p:nvSpPr>
          <p:spPr>
            <a:xfrm>
              <a:off x="3422037" y="1790258"/>
              <a:ext cx="6551" cy="6042"/>
            </a:xfrm>
            <a:custGeom>
              <a:avLst/>
              <a:gdLst/>
              <a:ahLst/>
              <a:cxnLst/>
              <a:rect l="l" t="t" r="r" b="b"/>
              <a:pathLst>
                <a:path w="206" h="190" extrusionOk="0">
                  <a:moveTo>
                    <a:pt x="32" y="1"/>
                  </a:moveTo>
                  <a:lnTo>
                    <a:pt x="32" y="1"/>
                  </a:lnTo>
                  <a:lnTo>
                    <a:pt x="17" y="1"/>
                  </a:lnTo>
                  <a:cubicBezTo>
                    <a:pt x="0" y="1"/>
                    <a:pt x="0" y="16"/>
                    <a:pt x="0" y="16"/>
                  </a:cubicBezTo>
                  <a:cubicBezTo>
                    <a:pt x="0" y="32"/>
                    <a:pt x="0" y="64"/>
                    <a:pt x="17" y="64"/>
                  </a:cubicBezTo>
                  <a:lnTo>
                    <a:pt x="32" y="64"/>
                  </a:lnTo>
                  <a:lnTo>
                    <a:pt x="95" y="95"/>
                  </a:lnTo>
                  <a:lnTo>
                    <a:pt x="95" y="95"/>
                  </a:lnTo>
                  <a:lnTo>
                    <a:pt x="111" y="127"/>
                  </a:lnTo>
                  <a:lnTo>
                    <a:pt x="126" y="142"/>
                  </a:lnTo>
                  <a:lnTo>
                    <a:pt x="143" y="158"/>
                  </a:lnTo>
                  <a:lnTo>
                    <a:pt x="143" y="158"/>
                  </a:lnTo>
                  <a:cubicBezTo>
                    <a:pt x="143" y="173"/>
                    <a:pt x="158" y="190"/>
                    <a:pt x="174" y="190"/>
                  </a:cubicBezTo>
                  <a:lnTo>
                    <a:pt x="189" y="173"/>
                  </a:lnTo>
                  <a:cubicBezTo>
                    <a:pt x="189" y="173"/>
                    <a:pt x="206" y="158"/>
                    <a:pt x="206" y="142"/>
                  </a:cubicBezTo>
                  <a:lnTo>
                    <a:pt x="206" y="142"/>
                  </a:lnTo>
                  <a:lnTo>
                    <a:pt x="158" y="47"/>
                  </a:lnTo>
                  <a:lnTo>
                    <a:pt x="143" y="32"/>
                  </a:lnTo>
                  <a:lnTo>
                    <a:pt x="95" y="16"/>
                  </a:lnTo>
                  <a:lnTo>
                    <a:pt x="48"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5" name="Google Shape;1955;p38"/>
            <p:cNvSpPr/>
            <p:nvPr/>
          </p:nvSpPr>
          <p:spPr>
            <a:xfrm>
              <a:off x="3401492" y="1786727"/>
              <a:ext cx="8046" cy="5057"/>
            </a:xfrm>
            <a:custGeom>
              <a:avLst/>
              <a:gdLst/>
              <a:ahLst/>
              <a:cxnLst/>
              <a:rect l="l" t="t" r="r" b="b"/>
              <a:pathLst>
                <a:path w="253" h="159" extrusionOk="0">
                  <a:moveTo>
                    <a:pt x="142" y="1"/>
                  </a:moveTo>
                  <a:lnTo>
                    <a:pt x="127" y="1"/>
                  </a:lnTo>
                  <a:cubicBezTo>
                    <a:pt x="127" y="1"/>
                    <a:pt x="110" y="1"/>
                    <a:pt x="110" y="17"/>
                  </a:cubicBezTo>
                  <a:lnTo>
                    <a:pt x="95" y="17"/>
                  </a:lnTo>
                  <a:lnTo>
                    <a:pt x="95" y="32"/>
                  </a:lnTo>
                  <a:lnTo>
                    <a:pt x="16" y="80"/>
                  </a:lnTo>
                  <a:lnTo>
                    <a:pt x="16" y="95"/>
                  </a:lnTo>
                  <a:cubicBezTo>
                    <a:pt x="1" y="95"/>
                    <a:pt x="1" y="127"/>
                    <a:pt x="1" y="143"/>
                  </a:cubicBezTo>
                  <a:cubicBezTo>
                    <a:pt x="16" y="143"/>
                    <a:pt x="32" y="158"/>
                    <a:pt x="32" y="158"/>
                  </a:cubicBezTo>
                  <a:cubicBezTo>
                    <a:pt x="47" y="158"/>
                    <a:pt x="47" y="143"/>
                    <a:pt x="64" y="143"/>
                  </a:cubicBezTo>
                  <a:lnTo>
                    <a:pt x="110" y="95"/>
                  </a:lnTo>
                  <a:lnTo>
                    <a:pt x="142" y="64"/>
                  </a:lnTo>
                  <a:lnTo>
                    <a:pt x="173" y="80"/>
                  </a:lnTo>
                  <a:lnTo>
                    <a:pt x="205" y="80"/>
                  </a:lnTo>
                  <a:lnTo>
                    <a:pt x="221" y="80"/>
                  </a:lnTo>
                  <a:lnTo>
                    <a:pt x="237" y="80"/>
                  </a:lnTo>
                  <a:cubicBezTo>
                    <a:pt x="237" y="64"/>
                    <a:pt x="253" y="64"/>
                    <a:pt x="253" y="49"/>
                  </a:cubicBezTo>
                  <a:cubicBezTo>
                    <a:pt x="253" y="32"/>
                    <a:pt x="237" y="17"/>
                    <a:pt x="221" y="17"/>
                  </a:cubicBezTo>
                  <a:lnTo>
                    <a:pt x="205" y="1"/>
                  </a:lnTo>
                  <a:lnTo>
                    <a:pt x="173" y="1"/>
                  </a:lnTo>
                  <a:lnTo>
                    <a:pt x="14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6" name="Google Shape;1956;p38"/>
            <p:cNvSpPr/>
            <p:nvPr/>
          </p:nvSpPr>
          <p:spPr>
            <a:xfrm>
              <a:off x="3287253" y="1813792"/>
              <a:ext cx="5057" cy="3562"/>
            </a:xfrm>
            <a:custGeom>
              <a:avLst/>
              <a:gdLst/>
              <a:ahLst/>
              <a:cxnLst/>
              <a:rect l="l" t="t" r="r" b="b"/>
              <a:pathLst>
                <a:path w="159" h="112" extrusionOk="0">
                  <a:moveTo>
                    <a:pt x="158" y="1"/>
                  </a:moveTo>
                  <a:lnTo>
                    <a:pt x="142" y="1"/>
                  </a:lnTo>
                  <a:lnTo>
                    <a:pt x="127" y="17"/>
                  </a:lnTo>
                  <a:cubicBezTo>
                    <a:pt x="127" y="17"/>
                    <a:pt x="142" y="32"/>
                    <a:pt x="142" y="49"/>
                  </a:cubicBezTo>
                  <a:cubicBezTo>
                    <a:pt x="142" y="64"/>
                    <a:pt x="127" y="64"/>
                    <a:pt x="110" y="80"/>
                  </a:cubicBezTo>
                  <a:lnTo>
                    <a:pt x="95" y="95"/>
                  </a:lnTo>
                  <a:lnTo>
                    <a:pt x="79" y="95"/>
                  </a:lnTo>
                  <a:cubicBezTo>
                    <a:pt x="64" y="95"/>
                    <a:pt x="47" y="95"/>
                    <a:pt x="47" y="80"/>
                  </a:cubicBezTo>
                  <a:lnTo>
                    <a:pt x="32" y="49"/>
                  </a:lnTo>
                  <a:lnTo>
                    <a:pt x="32" y="49"/>
                  </a:lnTo>
                  <a:cubicBezTo>
                    <a:pt x="1" y="64"/>
                    <a:pt x="1" y="80"/>
                    <a:pt x="1" y="95"/>
                  </a:cubicBezTo>
                  <a:cubicBezTo>
                    <a:pt x="16" y="112"/>
                    <a:pt x="32" y="112"/>
                    <a:pt x="32" y="112"/>
                  </a:cubicBezTo>
                  <a:lnTo>
                    <a:pt x="47" y="112"/>
                  </a:lnTo>
                  <a:lnTo>
                    <a:pt x="95" y="95"/>
                  </a:lnTo>
                  <a:lnTo>
                    <a:pt x="95" y="95"/>
                  </a:lnTo>
                  <a:lnTo>
                    <a:pt x="142" y="80"/>
                  </a:lnTo>
                  <a:lnTo>
                    <a:pt x="158" y="64"/>
                  </a:lnTo>
                  <a:lnTo>
                    <a:pt x="158" y="49"/>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7" name="Google Shape;1957;p38"/>
            <p:cNvSpPr/>
            <p:nvPr/>
          </p:nvSpPr>
          <p:spPr>
            <a:xfrm>
              <a:off x="3432055" y="1783261"/>
              <a:ext cx="8555" cy="6042"/>
            </a:xfrm>
            <a:custGeom>
              <a:avLst/>
              <a:gdLst/>
              <a:ahLst/>
              <a:cxnLst/>
              <a:rect l="l" t="t" r="r" b="b"/>
              <a:pathLst>
                <a:path w="269" h="190" extrusionOk="0">
                  <a:moveTo>
                    <a:pt x="48" y="0"/>
                  </a:moveTo>
                  <a:lnTo>
                    <a:pt x="48" y="0"/>
                  </a:lnTo>
                  <a:cubicBezTo>
                    <a:pt x="32" y="0"/>
                    <a:pt x="17" y="15"/>
                    <a:pt x="17" y="15"/>
                  </a:cubicBezTo>
                  <a:lnTo>
                    <a:pt x="17" y="32"/>
                  </a:lnTo>
                  <a:lnTo>
                    <a:pt x="0" y="63"/>
                  </a:lnTo>
                  <a:lnTo>
                    <a:pt x="0" y="63"/>
                  </a:lnTo>
                  <a:lnTo>
                    <a:pt x="0" y="78"/>
                  </a:lnTo>
                  <a:cubicBezTo>
                    <a:pt x="0" y="95"/>
                    <a:pt x="0" y="95"/>
                    <a:pt x="17" y="95"/>
                  </a:cubicBezTo>
                  <a:lnTo>
                    <a:pt x="17" y="95"/>
                  </a:lnTo>
                  <a:cubicBezTo>
                    <a:pt x="17" y="95"/>
                    <a:pt x="17" y="110"/>
                    <a:pt x="32" y="110"/>
                  </a:cubicBezTo>
                  <a:lnTo>
                    <a:pt x="48" y="110"/>
                  </a:lnTo>
                  <a:lnTo>
                    <a:pt x="63" y="110"/>
                  </a:lnTo>
                  <a:lnTo>
                    <a:pt x="80" y="110"/>
                  </a:lnTo>
                  <a:lnTo>
                    <a:pt x="111" y="110"/>
                  </a:lnTo>
                  <a:cubicBezTo>
                    <a:pt x="111" y="126"/>
                    <a:pt x="126" y="126"/>
                    <a:pt x="143" y="141"/>
                  </a:cubicBezTo>
                  <a:cubicBezTo>
                    <a:pt x="143" y="141"/>
                    <a:pt x="158" y="141"/>
                    <a:pt x="158" y="158"/>
                  </a:cubicBezTo>
                  <a:lnTo>
                    <a:pt x="158" y="158"/>
                  </a:lnTo>
                  <a:cubicBezTo>
                    <a:pt x="174" y="173"/>
                    <a:pt x="189" y="189"/>
                    <a:pt x="221" y="189"/>
                  </a:cubicBezTo>
                  <a:lnTo>
                    <a:pt x="221" y="189"/>
                  </a:lnTo>
                  <a:lnTo>
                    <a:pt x="237" y="189"/>
                  </a:lnTo>
                  <a:lnTo>
                    <a:pt x="252" y="189"/>
                  </a:lnTo>
                  <a:cubicBezTo>
                    <a:pt x="252" y="189"/>
                    <a:pt x="252" y="173"/>
                    <a:pt x="269" y="173"/>
                  </a:cubicBezTo>
                  <a:cubicBezTo>
                    <a:pt x="269" y="158"/>
                    <a:pt x="269" y="141"/>
                    <a:pt x="252" y="126"/>
                  </a:cubicBezTo>
                  <a:cubicBezTo>
                    <a:pt x="237" y="126"/>
                    <a:pt x="221" y="110"/>
                    <a:pt x="206" y="95"/>
                  </a:cubicBezTo>
                  <a:cubicBezTo>
                    <a:pt x="174" y="78"/>
                    <a:pt x="126" y="47"/>
                    <a:pt x="80" y="47"/>
                  </a:cubicBezTo>
                  <a:cubicBezTo>
                    <a:pt x="80" y="32"/>
                    <a:pt x="80"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8" name="Google Shape;1958;p38"/>
            <p:cNvSpPr/>
            <p:nvPr/>
          </p:nvSpPr>
          <p:spPr>
            <a:xfrm>
              <a:off x="3157463" y="1813792"/>
              <a:ext cx="3021" cy="2576"/>
            </a:xfrm>
            <a:custGeom>
              <a:avLst/>
              <a:gdLst/>
              <a:ahLst/>
              <a:cxnLst/>
              <a:rect l="l" t="t" r="r" b="b"/>
              <a:pathLst>
                <a:path w="95" h="81" extrusionOk="0">
                  <a:moveTo>
                    <a:pt x="32" y="1"/>
                  </a:moveTo>
                  <a:lnTo>
                    <a:pt x="32" y="1"/>
                  </a:lnTo>
                  <a:lnTo>
                    <a:pt x="17" y="1"/>
                  </a:lnTo>
                  <a:cubicBezTo>
                    <a:pt x="17" y="1"/>
                    <a:pt x="0" y="17"/>
                    <a:pt x="0" y="32"/>
                  </a:cubicBezTo>
                  <a:lnTo>
                    <a:pt x="0" y="32"/>
                  </a:lnTo>
                  <a:cubicBezTo>
                    <a:pt x="0" y="49"/>
                    <a:pt x="0" y="64"/>
                    <a:pt x="17" y="64"/>
                  </a:cubicBezTo>
                  <a:lnTo>
                    <a:pt x="63" y="80"/>
                  </a:lnTo>
                  <a:lnTo>
                    <a:pt x="95" y="32"/>
                  </a:lnTo>
                  <a:lnTo>
                    <a:pt x="95"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9" name="Google Shape;1959;p38"/>
            <p:cNvSpPr/>
            <p:nvPr/>
          </p:nvSpPr>
          <p:spPr>
            <a:xfrm>
              <a:off x="3161979" y="1819803"/>
              <a:ext cx="4039" cy="3053"/>
            </a:xfrm>
            <a:custGeom>
              <a:avLst/>
              <a:gdLst/>
              <a:ahLst/>
              <a:cxnLst/>
              <a:rect l="l" t="t" r="r" b="b"/>
              <a:pathLst>
                <a:path w="127" h="96" extrusionOk="0">
                  <a:moveTo>
                    <a:pt x="79" y="1"/>
                  </a:moveTo>
                  <a:lnTo>
                    <a:pt x="79" y="1"/>
                  </a:lnTo>
                  <a:lnTo>
                    <a:pt x="64" y="1"/>
                  </a:lnTo>
                  <a:lnTo>
                    <a:pt x="32" y="1"/>
                  </a:lnTo>
                  <a:cubicBezTo>
                    <a:pt x="47" y="17"/>
                    <a:pt x="47" y="32"/>
                    <a:pt x="47" y="49"/>
                  </a:cubicBezTo>
                  <a:cubicBezTo>
                    <a:pt x="47" y="64"/>
                    <a:pt x="32" y="64"/>
                    <a:pt x="16" y="64"/>
                  </a:cubicBezTo>
                  <a:lnTo>
                    <a:pt x="1" y="64"/>
                  </a:lnTo>
                  <a:lnTo>
                    <a:pt x="1" y="64"/>
                  </a:lnTo>
                  <a:cubicBezTo>
                    <a:pt x="1" y="80"/>
                    <a:pt x="16" y="80"/>
                    <a:pt x="16" y="80"/>
                  </a:cubicBezTo>
                  <a:lnTo>
                    <a:pt x="32" y="80"/>
                  </a:lnTo>
                  <a:lnTo>
                    <a:pt x="47" y="80"/>
                  </a:lnTo>
                  <a:lnTo>
                    <a:pt x="47" y="80"/>
                  </a:lnTo>
                  <a:cubicBezTo>
                    <a:pt x="64" y="80"/>
                    <a:pt x="64" y="80"/>
                    <a:pt x="64" y="95"/>
                  </a:cubicBezTo>
                  <a:lnTo>
                    <a:pt x="95" y="95"/>
                  </a:lnTo>
                  <a:lnTo>
                    <a:pt x="95" y="95"/>
                  </a:lnTo>
                  <a:cubicBezTo>
                    <a:pt x="110" y="95"/>
                    <a:pt x="127" y="64"/>
                    <a:pt x="127" y="49"/>
                  </a:cubicBezTo>
                  <a:lnTo>
                    <a:pt x="127" y="49"/>
                  </a:lnTo>
                  <a:lnTo>
                    <a:pt x="110"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0" name="Google Shape;1960;p38"/>
            <p:cNvSpPr/>
            <p:nvPr/>
          </p:nvSpPr>
          <p:spPr>
            <a:xfrm>
              <a:off x="3026177" y="1796269"/>
              <a:ext cx="5025" cy="3530"/>
            </a:xfrm>
            <a:custGeom>
              <a:avLst/>
              <a:gdLst/>
              <a:ahLst/>
              <a:cxnLst/>
              <a:rect l="l" t="t" r="r" b="b"/>
              <a:pathLst>
                <a:path w="158" h="111" extrusionOk="0">
                  <a:moveTo>
                    <a:pt x="48" y="1"/>
                  </a:moveTo>
                  <a:lnTo>
                    <a:pt x="32" y="1"/>
                  </a:lnTo>
                  <a:lnTo>
                    <a:pt x="17" y="1"/>
                  </a:lnTo>
                  <a:lnTo>
                    <a:pt x="17" y="16"/>
                  </a:lnTo>
                  <a:cubicBezTo>
                    <a:pt x="0" y="32"/>
                    <a:pt x="17" y="47"/>
                    <a:pt x="17" y="47"/>
                  </a:cubicBezTo>
                  <a:lnTo>
                    <a:pt x="32" y="64"/>
                  </a:lnTo>
                  <a:lnTo>
                    <a:pt x="48" y="64"/>
                  </a:lnTo>
                  <a:cubicBezTo>
                    <a:pt x="48" y="79"/>
                    <a:pt x="48" y="79"/>
                    <a:pt x="63" y="95"/>
                  </a:cubicBezTo>
                  <a:cubicBezTo>
                    <a:pt x="63" y="111"/>
                    <a:pt x="80" y="111"/>
                    <a:pt x="80" y="111"/>
                  </a:cubicBezTo>
                  <a:lnTo>
                    <a:pt x="95" y="111"/>
                  </a:lnTo>
                  <a:lnTo>
                    <a:pt x="95" y="111"/>
                  </a:lnTo>
                  <a:lnTo>
                    <a:pt x="126" y="95"/>
                  </a:lnTo>
                  <a:lnTo>
                    <a:pt x="143" y="95"/>
                  </a:lnTo>
                  <a:cubicBezTo>
                    <a:pt x="143" y="79"/>
                    <a:pt x="158" y="79"/>
                    <a:pt x="158" y="64"/>
                  </a:cubicBezTo>
                  <a:cubicBezTo>
                    <a:pt x="158" y="47"/>
                    <a:pt x="158" y="47"/>
                    <a:pt x="143" y="32"/>
                  </a:cubicBezTo>
                  <a:lnTo>
                    <a:pt x="143" y="32"/>
                  </a:lnTo>
                  <a:lnTo>
                    <a:pt x="126" y="16"/>
                  </a:lnTo>
                  <a:lnTo>
                    <a:pt x="111" y="1"/>
                  </a:lnTo>
                  <a:lnTo>
                    <a:pt x="63"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1" name="Google Shape;1961;p38"/>
            <p:cNvSpPr/>
            <p:nvPr/>
          </p:nvSpPr>
          <p:spPr>
            <a:xfrm>
              <a:off x="3087812" y="1788731"/>
              <a:ext cx="4039" cy="2035"/>
            </a:xfrm>
            <a:custGeom>
              <a:avLst/>
              <a:gdLst/>
              <a:ahLst/>
              <a:cxnLst/>
              <a:rect l="l" t="t" r="r" b="b"/>
              <a:pathLst>
                <a:path w="127" h="64" extrusionOk="0">
                  <a:moveTo>
                    <a:pt x="16" y="1"/>
                  </a:moveTo>
                  <a:lnTo>
                    <a:pt x="16" y="1"/>
                  </a:lnTo>
                  <a:lnTo>
                    <a:pt x="1" y="1"/>
                  </a:lnTo>
                  <a:cubicBezTo>
                    <a:pt x="16" y="1"/>
                    <a:pt x="32" y="17"/>
                    <a:pt x="32" y="32"/>
                  </a:cubicBezTo>
                  <a:cubicBezTo>
                    <a:pt x="47" y="49"/>
                    <a:pt x="32" y="64"/>
                    <a:pt x="16" y="64"/>
                  </a:cubicBezTo>
                  <a:lnTo>
                    <a:pt x="16" y="64"/>
                  </a:lnTo>
                  <a:lnTo>
                    <a:pt x="32" y="64"/>
                  </a:lnTo>
                  <a:lnTo>
                    <a:pt x="95" y="64"/>
                  </a:lnTo>
                  <a:cubicBezTo>
                    <a:pt x="110" y="64"/>
                    <a:pt x="127" y="49"/>
                    <a:pt x="127" y="32"/>
                  </a:cubicBezTo>
                  <a:cubicBezTo>
                    <a:pt x="127" y="17"/>
                    <a:pt x="110" y="17"/>
                    <a:pt x="110" y="1"/>
                  </a:cubicBezTo>
                  <a:lnTo>
                    <a:pt x="95"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2" name="Google Shape;1962;p38"/>
            <p:cNvSpPr/>
            <p:nvPr/>
          </p:nvSpPr>
          <p:spPr>
            <a:xfrm>
              <a:off x="3446081" y="1808290"/>
              <a:ext cx="3562" cy="3530"/>
            </a:xfrm>
            <a:custGeom>
              <a:avLst/>
              <a:gdLst/>
              <a:ahLst/>
              <a:cxnLst/>
              <a:rect l="l" t="t" r="r" b="b"/>
              <a:pathLst>
                <a:path w="112" h="111" extrusionOk="0">
                  <a:moveTo>
                    <a:pt x="48" y="1"/>
                  </a:moveTo>
                  <a:lnTo>
                    <a:pt x="48" y="1"/>
                  </a:lnTo>
                  <a:lnTo>
                    <a:pt x="48" y="1"/>
                  </a:lnTo>
                  <a:cubicBezTo>
                    <a:pt x="32" y="1"/>
                    <a:pt x="32" y="16"/>
                    <a:pt x="17" y="16"/>
                  </a:cubicBezTo>
                  <a:lnTo>
                    <a:pt x="17" y="32"/>
                  </a:lnTo>
                  <a:lnTo>
                    <a:pt x="0" y="64"/>
                  </a:lnTo>
                  <a:lnTo>
                    <a:pt x="0" y="96"/>
                  </a:lnTo>
                  <a:lnTo>
                    <a:pt x="17" y="111"/>
                  </a:lnTo>
                  <a:lnTo>
                    <a:pt x="17" y="111"/>
                  </a:lnTo>
                  <a:lnTo>
                    <a:pt x="32" y="111"/>
                  </a:lnTo>
                  <a:lnTo>
                    <a:pt x="48" y="111"/>
                  </a:lnTo>
                  <a:lnTo>
                    <a:pt x="80" y="96"/>
                  </a:lnTo>
                  <a:lnTo>
                    <a:pt x="95" y="96"/>
                  </a:lnTo>
                  <a:cubicBezTo>
                    <a:pt x="111" y="79"/>
                    <a:pt x="111" y="64"/>
                    <a:pt x="95" y="48"/>
                  </a:cubicBez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3" name="Google Shape;1963;p38"/>
            <p:cNvSpPr/>
            <p:nvPr/>
          </p:nvSpPr>
          <p:spPr>
            <a:xfrm>
              <a:off x="3429034" y="1808290"/>
              <a:ext cx="4580" cy="5534"/>
            </a:xfrm>
            <a:custGeom>
              <a:avLst/>
              <a:gdLst/>
              <a:ahLst/>
              <a:cxnLst/>
              <a:rect l="l" t="t" r="r" b="b"/>
              <a:pathLst>
                <a:path w="144" h="174" extrusionOk="0">
                  <a:moveTo>
                    <a:pt x="127" y="1"/>
                  </a:moveTo>
                  <a:lnTo>
                    <a:pt x="112" y="1"/>
                  </a:lnTo>
                  <a:cubicBezTo>
                    <a:pt x="95" y="1"/>
                    <a:pt x="95" y="16"/>
                    <a:pt x="80" y="32"/>
                  </a:cubicBezTo>
                  <a:lnTo>
                    <a:pt x="80" y="64"/>
                  </a:lnTo>
                  <a:lnTo>
                    <a:pt x="95" y="79"/>
                  </a:lnTo>
                  <a:cubicBezTo>
                    <a:pt x="112" y="79"/>
                    <a:pt x="112" y="111"/>
                    <a:pt x="95" y="127"/>
                  </a:cubicBezTo>
                  <a:lnTo>
                    <a:pt x="80" y="142"/>
                  </a:lnTo>
                  <a:cubicBezTo>
                    <a:pt x="64" y="142"/>
                    <a:pt x="64" y="142"/>
                    <a:pt x="49" y="127"/>
                  </a:cubicBezTo>
                  <a:lnTo>
                    <a:pt x="17" y="111"/>
                  </a:lnTo>
                  <a:lnTo>
                    <a:pt x="17" y="111"/>
                  </a:lnTo>
                  <a:cubicBezTo>
                    <a:pt x="1" y="127"/>
                    <a:pt x="1" y="142"/>
                    <a:pt x="1" y="159"/>
                  </a:cubicBezTo>
                  <a:cubicBezTo>
                    <a:pt x="17" y="174"/>
                    <a:pt x="32" y="174"/>
                    <a:pt x="32" y="174"/>
                  </a:cubicBezTo>
                  <a:lnTo>
                    <a:pt x="49" y="174"/>
                  </a:lnTo>
                  <a:lnTo>
                    <a:pt x="112" y="142"/>
                  </a:lnTo>
                  <a:cubicBezTo>
                    <a:pt x="127" y="142"/>
                    <a:pt x="127" y="142"/>
                    <a:pt x="143" y="127"/>
                  </a:cubicBezTo>
                  <a:lnTo>
                    <a:pt x="143" y="64"/>
                  </a:lnTo>
                  <a:lnTo>
                    <a:pt x="143" y="48"/>
                  </a:lnTo>
                  <a:cubicBezTo>
                    <a:pt x="127" y="32"/>
                    <a:pt x="127" y="16"/>
                    <a:pt x="143" y="16"/>
                  </a:cubicBez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4" name="Google Shape;1964;p38"/>
            <p:cNvSpPr/>
            <p:nvPr/>
          </p:nvSpPr>
          <p:spPr>
            <a:xfrm>
              <a:off x="3084823" y="1788731"/>
              <a:ext cx="4516" cy="2576"/>
            </a:xfrm>
            <a:custGeom>
              <a:avLst/>
              <a:gdLst/>
              <a:ahLst/>
              <a:cxnLst/>
              <a:rect l="l" t="t" r="r" b="b"/>
              <a:pathLst>
                <a:path w="142" h="81" extrusionOk="0">
                  <a:moveTo>
                    <a:pt x="32" y="1"/>
                  </a:moveTo>
                  <a:lnTo>
                    <a:pt x="32" y="1"/>
                  </a:lnTo>
                  <a:lnTo>
                    <a:pt x="15" y="1"/>
                  </a:lnTo>
                  <a:lnTo>
                    <a:pt x="15" y="1"/>
                  </a:lnTo>
                  <a:lnTo>
                    <a:pt x="15" y="17"/>
                  </a:lnTo>
                  <a:cubicBezTo>
                    <a:pt x="15" y="17"/>
                    <a:pt x="15" y="32"/>
                    <a:pt x="0" y="49"/>
                  </a:cubicBezTo>
                  <a:lnTo>
                    <a:pt x="15" y="64"/>
                  </a:lnTo>
                  <a:cubicBezTo>
                    <a:pt x="15" y="64"/>
                    <a:pt x="15" y="80"/>
                    <a:pt x="32" y="80"/>
                  </a:cubicBezTo>
                  <a:lnTo>
                    <a:pt x="47" y="80"/>
                  </a:lnTo>
                  <a:lnTo>
                    <a:pt x="47" y="80"/>
                  </a:lnTo>
                  <a:lnTo>
                    <a:pt x="110" y="64"/>
                  </a:lnTo>
                  <a:lnTo>
                    <a:pt x="110" y="64"/>
                  </a:lnTo>
                  <a:cubicBezTo>
                    <a:pt x="126" y="64"/>
                    <a:pt x="141" y="49"/>
                    <a:pt x="126" y="32"/>
                  </a:cubicBezTo>
                  <a:cubicBezTo>
                    <a:pt x="126" y="17"/>
                    <a:pt x="110" y="1"/>
                    <a:pt x="95" y="1"/>
                  </a:cubicBezTo>
                  <a:lnTo>
                    <a:pt x="95" y="1"/>
                  </a:lnTo>
                  <a:lnTo>
                    <a:pt x="95"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5" name="Google Shape;1965;p38"/>
            <p:cNvSpPr/>
            <p:nvPr/>
          </p:nvSpPr>
          <p:spPr>
            <a:xfrm>
              <a:off x="3115354" y="1812329"/>
              <a:ext cx="3562" cy="5025"/>
            </a:xfrm>
            <a:custGeom>
              <a:avLst/>
              <a:gdLst/>
              <a:ahLst/>
              <a:cxnLst/>
              <a:rect l="l" t="t" r="r" b="b"/>
              <a:pathLst>
                <a:path w="112" h="158" extrusionOk="0">
                  <a:moveTo>
                    <a:pt x="32" y="0"/>
                  </a:moveTo>
                  <a:lnTo>
                    <a:pt x="32" y="0"/>
                  </a:lnTo>
                  <a:cubicBezTo>
                    <a:pt x="17" y="0"/>
                    <a:pt x="17" y="0"/>
                    <a:pt x="1" y="15"/>
                  </a:cubicBezTo>
                  <a:lnTo>
                    <a:pt x="1" y="15"/>
                  </a:lnTo>
                  <a:lnTo>
                    <a:pt x="17" y="15"/>
                  </a:lnTo>
                  <a:lnTo>
                    <a:pt x="17" y="15"/>
                  </a:lnTo>
                  <a:lnTo>
                    <a:pt x="49" y="15"/>
                  </a:lnTo>
                  <a:lnTo>
                    <a:pt x="64" y="15"/>
                  </a:lnTo>
                  <a:cubicBezTo>
                    <a:pt x="95" y="15"/>
                    <a:pt x="95" y="32"/>
                    <a:pt x="95" y="47"/>
                  </a:cubicBezTo>
                  <a:cubicBezTo>
                    <a:pt x="95" y="63"/>
                    <a:pt x="80" y="78"/>
                    <a:pt x="64" y="78"/>
                  </a:cubicBezTo>
                  <a:lnTo>
                    <a:pt x="64" y="78"/>
                  </a:lnTo>
                  <a:cubicBezTo>
                    <a:pt x="64" y="95"/>
                    <a:pt x="49" y="110"/>
                    <a:pt x="32" y="126"/>
                  </a:cubicBezTo>
                  <a:lnTo>
                    <a:pt x="17" y="126"/>
                  </a:lnTo>
                  <a:cubicBezTo>
                    <a:pt x="17" y="141"/>
                    <a:pt x="32" y="158"/>
                    <a:pt x="49" y="158"/>
                  </a:cubicBezTo>
                  <a:lnTo>
                    <a:pt x="64" y="158"/>
                  </a:lnTo>
                  <a:cubicBezTo>
                    <a:pt x="80" y="158"/>
                    <a:pt x="80" y="141"/>
                    <a:pt x="95" y="126"/>
                  </a:cubicBezTo>
                  <a:lnTo>
                    <a:pt x="95" y="110"/>
                  </a:lnTo>
                  <a:lnTo>
                    <a:pt x="95" y="110"/>
                  </a:lnTo>
                  <a:cubicBezTo>
                    <a:pt x="95" y="95"/>
                    <a:pt x="112" y="78"/>
                    <a:pt x="112" y="47"/>
                  </a:cubicBezTo>
                  <a:lnTo>
                    <a:pt x="112" y="47"/>
                  </a:lnTo>
                  <a:cubicBezTo>
                    <a:pt x="95" y="32"/>
                    <a:pt x="80" y="15"/>
                    <a:pt x="64" y="15"/>
                  </a:cubicBez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6" name="Google Shape;1966;p38"/>
            <p:cNvSpPr/>
            <p:nvPr/>
          </p:nvSpPr>
          <p:spPr>
            <a:xfrm>
              <a:off x="3025159" y="1791752"/>
              <a:ext cx="6042" cy="1558"/>
            </a:xfrm>
            <a:custGeom>
              <a:avLst/>
              <a:gdLst/>
              <a:ahLst/>
              <a:cxnLst/>
              <a:rect l="l" t="t" r="r" b="b"/>
              <a:pathLst>
                <a:path w="190" h="49" extrusionOk="0">
                  <a:moveTo>
                    <a:pt x="190" y="0"/>
                  </a:moveTo>
                  <a:cubicBezTo>
                    <a:pt x="127" y="0"/>
                    <a:pt x="64" y="17"/>
                    <a:pt x="1" y="17"/>
                  </a:cubicBezTo>
                  <a:lnTo>
                    <a:pt x="1" y="17"/>
                  </a:lnTo>
                  <a:cubicBezTo>
                    <a:pt x="1" y="32"/>
                    <a:pt x="17" y="48"/>
                    <a:pt x="32" y="48"/>
                  </a:cubicBezTo>
                  <a:lnTo>
                    <a:pt x="32" y="48"/>
                  </a:lnTo>
                  <a:lnTo>
                    <a:pt x="32" y="48"/>
                  </a:lnTo>
                  <a:lnTo>
                    <a:pt x="158" y="17"/>
                  </a:lnTo>
                  <a:cubicBezTo>
                    <a:pt x="175" y="17"/>
                    <a:pt x="190" y="17"/>
                    <a:pt x="19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7" name="Google Shape;1967;p38"/>
            <p:cNvSpPr/>
            <p:nvPr/>
          </p:nvSpPr>
          <p:spPr>
            <a:xfrm>
              <a:off x="3172474" y="1831825"/>
              <a:ext cx="3562" cy="3053"/>
            </a:xfrm>
            <a:custGeom>
              <a:avLst/>
              <a:gdLst/>
              <a:ahLst/>
              <a:cxnLst/>
              <a:rect l="l" t="t" r="r" b="b"/>
              <a:pathLst>
                <a:path w="112" h="96" extrusionOk="0">
                  <a:moveTo>
                    <a:pt x="32" y="1"/>
                  </a:moveTo>
                  <a:lnTo>
                    <a:pt x="17" y="1"/>
                  </a:lnTo>
                  <a:lnTo>
                    <a:pt x="17" y="1"/>
                  </a:lnTo>
                  <a:cubicBezTo>
                    <a:pt x="17" y="17"/>
                    <a:pt x="17" y="32"/>
                    <a:pt x="1" y="32"/>
                  </a:cubicBezTo>
                  <a:lnTo>
                    <a:pt x="1" y="49"/>
                  </a:lnTo>
                  <a:lnTo>
                    <a:pt x="17" y="64"/>
                  </a:lnTo>
                  <a:lnTo>
                    <a:pt x="64" y="80"/>
                  </a:lnTo>
                  <a:cubicBezTo>
                    <a:pt x="64" y="95"/>
                    <a:pt x="64" y="95"/>
                    <a:pt x="80" y="95"/>
                  </a:cubicBezTo>
                  <a:cubicBezTo>
                    <a:pt x="95" y="95"/>
                    <a:pt x="95" y="80"/>
                    <a:pt x="112" y="64"/>
                  </a:cubicBezTo>
                  <a:lnTo>
                    <a:pt x="112" y="64"/>
                  </a:lnTo>
                  <a:lnTo>
                    <a:pt x="112" y="32"/>
                  </a:lnTo>
                  <a:lnTo>
                    <a:pt x="95" y="32"/>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8" name="Google Shape;1968;p38"/>
            <p:cNvSpPr/>
            <p:nvPr/>
          </p:nvSpPr>
          <p:spPr>
            <a:xfrm>
              <a:off x="3316799" y="1815319"/>
              <a:ext cx="3021" cy="4516"/>
            </a:xfrm>
            <a:custGeom>
              <a:avLst/>
              <a:gdLst/>
              <a:ahLst/>
              <a:cxnLst/>
              <a:rect l="l" t="t" r="r" b="b"/>
              <a:pathLst>
                <a:path w="95" h="142" extrusionOk="0">
                  <a:moveTo>
                    <a:pt x="32" y="1"/>
                  </a:moveTo>
                  <a:lnTo>
                    <a:pt x="32" y="16"/>
                  </a:lnTo>
                  <a:lnTo>
                    <a:pt x="0" y="16"/>
                  </a:lnTo>
                  <a:lnTo>
                    <a:pt x="0" y="64"/>
                  </a:lnTo>
                  <a:lnTo>
                    <a:pt x="17" y="79"/>
                  </a:lnTo>
                  <a:lnTo>
                    <a:pt x="17" y="79"/>
                  </a:lnTo>
                  <a:lnTo>
                    <a:pt x="17" y="79"/>
                  </a:lnTo>
                  <a:lnTo>
                    <a:pt x="17" y="79"/>
                  </a:lnTo>
                  <a:lnTo>
                    <a:pt x="17" y="95"/>
                  </a:lnTo>
                  <a:cubicBezTo>
                    <a:pt x="0" y="110"/>
                    <a:pt x="17" y="127"/>
                    <a:pt x="32" y="142"/>
                  </a:cubicBezTo>
                  <a:lnTo>
                    <a:pt x="32" y="142"/>
                  </a:lnTo>
                  <a:lnTo>
                    <a:pt x="48" y="142"/>
                  </a:lnTo>
                  <a:lnTo>
                    <a:pt x="64" y="142"/>
                  </a:lnTo>
                  <a:cubicBezTo>
                    <a:pt x="48" y="127"/>
                    <a:pt x="48" y="127"/>
                    <a:pt x="48" y="110"/>
                  </a:cubicBezTo>
                  <a:cubicBezTo>
                    <a:pt x="48" y="95"/>
                    <a:pt x="64" y="79"/>
                    <a:pt x="80" y="79"/>
                  </a:cubicBezTo>
                  <a:lnTo>
                    <a:pt x="80" y="79"/>
                  </a:lnTo>
                  <a:lnTo>
                    <a:pt x="95" y="79"/>
                  </a:lnTo>
                  <a:cubicBezTo>
                    <a:pt x="95" y="64"/>
                    <a:pt x="80" y="47"/>
                    <a:pt x="80" y="47"/>
                  </a:cubicBezTo>
                  <a:lnTo>
                    <a:pt x="80" y="47"/>
                  </a:lnTo>
                  <a:lnTo>
                    <a:pt x="48" y="16"/>
                  </a:lnTo>
                  <a:lnTo>
                    <a:pt x="32"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9" name="Google Shape;1969;p38"/>
            <p:cNvSpPr/>
            <p:nvPr/>
          </p:nvSpPr>
          <p:spPr>
            <a:xfrm>
              <a:off x="3453109" y="1803297"/>
              <a:ext cx="4548" cy="3530"/>
            </a:xfrm>
            <a:custGeom>
              <a:avLst/>
              <a:gdLst/>
              <a:ahLst/>
              <a:cxnLst/>
              <a:rect l="l" t="t" r="r" b="b"/>
              <a:pathLst>
                <a:path w="143" h="111" extrusionOk="0">
                  <a:moveTo>
                    <a:pt x="111" y="0"/>
                  </a:moveTo>
                  <a:lnTo>
                    <a:pt x="111" y="0"/>
                  </a:lnTo>
                  <a:lnTo>
                    <a:pt x="111" y="0"/>
                  </a:lnTo>
                  <a:lnTo>
                    <a:pt x="95" y="0"/>
                  </a:lnTo>
                  <a:lnTo>
                    <a:pt x="63" y="0"/>
                  </a:lnTo>
                  <a:cubicBezTo>
                    <a:pt x="48" y="0"/>
                    <a:pt x="32" y="16"/>
                    <a:pt x="32" y="47"/>
                  </a:cubicBezTo>
                  <a:lnTo>
                    <a:pt x="16" y="47"/>
                  </a:lnTo>
                  <a:cubicBezTo>
                    <a:pt x="0" y="63"/>
                    <a:pt x="0" y="79"/>
                    <a:pt x="16" y="95"/>
                  </a:cubicBezTo>
                  <a:cubicBezTo>
                    <a:pt x="16" y="110"/>
                    <a:pt x="32" y="110"/>
                    <a:pt x="32" y="110"/>
                  </a:cubicBezTo>
                  <a:lnTo>
                    <a:pt x="48" y="110"/>
                  </a:lnTo>
                  <a:lnTo>
                    <a:pt x="126" y="63"/>
                  </a:lnTo>
                  <a:lnTo>
                    <a:pt x="126" y="63"/>
                  </a:lnTo>
                  <a:cubicBezTo>
                    <a:pt x="142" y="63"/>
                    <a:pt x="142" y="47"/>
                    <a:pt x="142" y="32"/>
                  </a:cubicBezTo>
                  <a:lnTo>
                    <a:pt x="142" y="32"/>
                  </a:lnTo>
                  <a:lnTo>
                    <a:pt x="142" y="16"/>
                  </a:lnTo>
                  <a:cubicBezTo>
                    <a:pt x="142" y="16"/>
                    <a:pt x="142" y="0"/>
                    <a:pt x="126" y="0"/>
                  </a:cubicBez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0" name="Google Shape;1970;p38"/>
            <p:cNvSpPr/>
            <p:nvPr/>
          </p:nvSpPr>
          <p:spPr>
            <a:xfrm>
              <a:off x="3295268" y="1818817"/>
              <a:ext cx="2512" cy="4548"/>
            </a:xfrm>
            <a:custGeom>
              <a:avLst/>
              <a:gdLst/>
              <a:ahLst/>
              <a:cxnLst/>
              <a:rect l="l" t="t" r="r" b="b"/>
              <a:pathLst>
                <a:path w="79" h="143" extrusionOk="0">
                  <a:moveTo>
                    <a:pt x="47" y="0"/>
                  </a:moveTo>
                  <a:lnTo>
                    <a:pt x="47" y="0"/>
                  </a:lnTo>
                  <a:cubicBezTo>
                    <a:pt x="32" y="0"/>
                    <a:pt x="32" y="17"/>
                    <a:pt x="32" y="17"/>
                  </a:cubicBezTo>
                  <a:cubicBezTo>
                    <a:pt x="16" y="17"/>
                    <a:pt x="16" y="17"/>
                    <a:pt x="16" y="32"/>
                  </a:cubicBezTo>
                  <a:lnTo>
                    <a:pt x="1" y="80"/>
                  </a:lnTo>
                  <a:lnTo>
                    <a:pt x="1" y="95"/>
                  </a:lnTo>
                  <a:cubicBezTo>
                    <a:pt x="1" y="111"/>
                    <a:pt x="1" y="126"/>
                    <a:pt x="16" y="143"/>
                  </a:cubicBezTo>
                  <a:lnTo>
                    <a:pt x="32" y="143"/>
                  </a:lnTo>
                  <a:cubicBezTo>
                    <a:pt x="47" y="143"/>
                    <a:pt x="47" y="126"/>
                    <a:pt x="64" y="126"/>
                  </a:cubicBezTo>
                  <a:lnTo>
                    <a:pt x="64" y="111"/>
                  </a:lnTo>
                  <a:lnTo>
                    <a:pt x="79" y="63"/>
                  </a:lnTo>
                  <a:lnTo>
                    <a:pt x="79" y="48"/>
                  </a:lnTo>
                  <a:lnTo>
                    <a:pt x="79"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1" name="Google Shape;1971;p38"/>
            <p:cNvSpPr/>
            <p:nvPr/>
          </p:nvSpPr>
          <p:spPr>
            <a:xfrm>
              <a:off x="3429034" y="1803297"/>
              <a:ext cx="3562" cy="5025"/>
            </a:xfrm>
            <a:custGeom>
              <a:avLst/>
              <a:gdLst/>
              <a:ahLst/>
              <a:cxnLst/>
              <a:rect l="l" t="t" r="r" b="b"/>
              <a:pathLst>
                <a:path w="112" h="158" extrusionOk="0">
                  <a:moveTo>
                    <a:pt x="80" y="0"/>
                  </a:moveTo>
                  <a:lnTo>
                    <a:pt x="64" y="0"/>
                  </a:lnTo>
                  <a:lnTo>
                    <a:pt x="49" y="0"/>
                  </a:lnTo>
                  <a:cubicBezTo>
                    <a:pt x="32" y="16"/>
                    <a:pt x="17" y="32"/>
                    <a:pt x="1" y="63"/>
                  </a:cubicBezTo>
                  <a:lnTo>
                    <a:pt x="1" y="79"/>
                  </a:lnTo>
                  <a:cubicBezTo>
                    <a:pt x="1" y="95"/>
                    <a:pt x="17" y="126"/>
                    <a:pt x="32" y="142"/>
                  </a:cubicBezTo>
                  <a:lnTo>
                    <a:pt x="32" y="158"/>
                  </a:lnTo>
                  <a:lnTo>
                    <a:pt x="64" y="158"/>
                  </a:lnTo>
                  <a:cubicBezTo>
                    <a:pt x="64" y="158"/>
                    <a:pt x="80" y="158"/>
                    <a:pt x="80" y="142"/>
                  </a:cubicBezTo>
                  <a:lnTo>
                    <a:pt x="80" y="142"/>
                  </a:lnTo>
                  <a:lnTo>
                    <a:pt x="80" y="126"/>
                  </a:lnTo>
                  <a:lnTo>
                    <a:pt x="80" y="110"/>
                  </a:lnTo>
                  <a:lnTo>
                    <a:pt x="80" y="95"/>
                  </a:lnTo>
                  <a:cubicBezTo>
                    <a:pt x="64" y="95"/>
                    <a:pt x="64" y="79"/>
                    <a:pt x="64" y="79"/>
                  </a:cubicBezTo>
                  <a:cubicBezTo>
                    <a:pt x="64" y="79"/>
                    <a:pt x="80" y="63"/>
                    <a:pt x="95" y="63"/>
                  </a:cubicBezTo>
                  <a:lnTo>
                    <a:pt x="95" y="47"/>
                  </a:lnTo>
                  <a:cubicBezTo>
                    <a:pt x="112" y="47"/>
                    <a:pt x="112" y="32"/>
                    <a:pt x="95" y="16"/>
                  </a:cubicBez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2" name="Google Shape;1972;p38"/>
            <p:cNvSpPr/>
            <p:nvPr/>
          </p:nvSpPr>
          <p:spPr>
            <a:xfrm>
              <a:off x="3230611" y="1802279"/>
              <a:ext cx="4039" cy="3530"/>
            </a:xfrm>
            <a:custGeom>
              <a:avLst/>
              <a:gdLst/>
              <a:ahLst/>
              <a:cxnLst/>
              <a:rect l="l" t="t" r="r" b="b"/>
              <a:pathLst>
                <a:path w="127" h="111" extrusionOk="0">
                  <a:moveTo>
                    <a:pt x="95" y="1"/>
                  </a:moveTo>
                  <a:lnTo>
                    <a:pt x="80" y="1"/>
                  </a:lnTo>
                  <a:lnTo>
                    <a:pt x="64" y="16"/>
                  </a:lnTo>
                  <a:lnTo>
                    <a:pt x="32" y="32"/>
                  </a:lnTo>
                  <a:lnTo>
                    <a:pt x="17" y="48"/>
                  </a:lnTo>
                  <a:cubicBezTo>
                    <a:pt x="17" y="64"/>
                    <a:pt x="1" y="79"/>
                    <a:pt x="17" y="95"/>
                  </a:cubicBezTo>
                  <a:lnTo>
                    <a:pt x="32" y="95"/>
                  </a:lnTo>
                  <a:cubicBezTo>
                    <a:pt x="32" y="111"/>
                    <a:pt x="32" y="111"/>
                    <a:pt x="48" y="111"/>
                  </a:cubicBezTo>
                  <a:cubicBezTo>
                    <a:pt x="48" y="111"/>
                    <a:pt x="64" y="111"/>
                    <a:pt x="64" y="95"/>
                  </a:cubicBezTo>
                  <a:lnTo>
                    <a:pt x="111" y="64"/>
                  </a:lnTo>
                  <a:cubicBezTo>
                    <a:pt x="127" y="48"/>
                    <a:pt x="127" y="32"/>
                    <a:pt x="111" y="16"/>
                  </a:cubicBezTo>
                  <a:cubicBezTo>
                    <a:pt x="111" y="1"/>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3" name="Google Shape;1973;p38"/>
            <p:cNvSpPr/>
            <p:nvPr/>
          </p:nvSpPr>
          <p:spPr>
            <a:xfrm>
              <a:off x="3169007" y="1830839"/>
              <a:ext cx="4039" cy="4039"/>
            </a:xfrm>
            <a:custGeom>
              <a:avLst/>
              <a:gdLst/>
              <a:ahLst/>
              <a:cxnLst/>
              <a:rect l="l" t="t" r="r" b="b"/>
              <a:pathLst>
                <a:path w="127" h="127" extrusionOk="0">
                  <a:moveTo>
                    <a:pt x="95" y="0"/>
                  </a:moveTo>
                  <a:cubicBezTo>
                    <a:pt x="78" y="0"/>
                    <a:pt x="78" y="0"/>
                    <a:pt x="78" y="17"/>
                  </a:cubicBezTo>
                  <a:lnTo>
                    <a:pt x="63" y="17"/>
                  </a:lnTo>
                  <a:lnTo>
                    <a:pt x="15" y="63"/>
                  </a:lnTo>
                  <a:cubicBezTo>
                    <a:pt x="0" y="80"/>
                    <a:pt x="0" y="95"/>
                    <a:pt x="15" y="111"/>
                  </a:cubicBezTo>
                  <a:cubicBezTo>
                    <a:pt x="32" y="111"/>
                    <a:pt x="32" y="126"/>
                    <a:pt x="47" y="126"/>
                  </a:cubicBezTo>
                  <a:lnTo>
                    <a:pt x="63" y="111"/>
                  </a:lnTo>
                  <a:lnTo>
                    <a:pt x="110" y="80"/>
                  </a:lnTo>
                  <a:lnTo>
                    <a:pt x="110" y="63"/>
                  </a:lnTo>
                  <a:cubicBezTo>
                    <a:pt x="126" y="63"/>
                    <a:pt x="126" y="48"/>
                    <a:pt x="126" y="32"/>
                  </a:cubicBez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4" name="Google Shape;1974;p38"/>
            <p:cNvSpPr/>
            <p:nvPr/>
          </p:nvSpPr>
          <p:spPr>
            <a:xfrm>
              <a:off x="3227590" y="1787268"/>
              <a:ext cx="4071" cy="5502"/>
            </a:xfrm>
            <a:custGeom>
              <a:avLst/>
              <a:gdLst/>
              <a:ahLst/>
              <a:cxnLst/>
              <a:rect l="l" t="t" r="r" b="b"/>
              <a:pathLst>
                <a:path w="128" h="173" extrusionOk="0">
                  <a:moveTo>
                    <a:pt x="49" y="0"/>
                  </a:moveTo>
                  <a:lnTo>
                    <a:pt x="32" y="0"/>
                  </a:lnTo>
                  <a:lnTo>
                    <a:pt x="32" y="0"/>
                  </a:lnTo>
                  <a:cubicBezTo>
                    <a:pt x="1" y="0"/>
                    <a:pt x="1" y="32"/>
                    <a:pt x="17" y="47"/>
                  </a:cubicBezTo>
                  <a:lnTo>
                    <a:pt x="17" y="63"/>
                  </a:lnTo>
                  <a:lnTo>
                    <a:pt x="64" y="141"/>
                  </a:lnTo>
                  <a:cubicBezTo>
                    <a:pt x="64" y="158"/>
                    <a:pt x="64" y="158"/>
                    <a:pt x="80" y="158"/>
                  </a:cubicBezTo>
                  <a:cubicBezTo>
                    <a:pt x="80" y="158"/>
                    <a:pt x="80" y="173"/>
                    <a:pt x="96" y="173"/>
                  </a:cubicBezTo>
                  <a:cubicBezTo>
                    <a:pt x="96" y="173"/>
                    <a:pt x="96" y="158"/>
                    <a:pt x="112" y="158"/>
                  </a:cubicBezTo>
                  <a:cubicBezTo>
                    <a:pt x="127" y="158"/>
                    <a:pt x="127" y="141"/>
                    <a:pt x="127" y="110"/>
                  </a:cubicBezTo>
                  <a:lnTo>
                    <a:pt x="64" y="15"/>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5" name="Google Shape;1975;p38"/>
            <p:cNvSpPr/>
            <p:nvPr/>
          </p:nvSpPr>
          <p:spPr>
            <a:xfrm>
              <a:off x="3330824" y="1789272"/>
              <a:ext cx="11576" cy="5025"/>
            </a:xfrm>
            <a:custGeom>
              <a:avLst/>
              <a:gdLst/>
              <a:ahLst/>
              <a:cxnLst/>
              <a:rect l="l" t="t" r="r" b="b"/>
              <a:pathLst>
                <a:path w="364" h="158" extrusionOk="0">
                  <a:moveTo>
                    <a:pt x="49" y="63"/>
                  </a:moveTo>
                  <a:cubicBezTo>
                    <a:pt x="32" y="63"/>
                    <a:pt x="17" y="78"/>
                    <a:pt x="17" y="95"/>
                  </a:cubicBezTo>
                  <a:cubicBezTo>
                    <a:pt x="1" y="110"/>
                    <a:pt x="17" y="126"/>
                    <a:pt x="32" y="126"/>
                  </a:cubicBezTo>
                  <a:lnTo>
                    <a:pt x="127" y="141"/>
                  </a:lnTo>
                  <a:lnTo>
                    <a:pt x="127" y="141"/>
                  </a:lnTo>
                  <a:lnTo>
                    <a:pt x="143" y="126"/>
                  </a:lnTo>
                  <a:lnTo>
                    <a:pt x="158" y="126"/>
                  </a:lnTo>
                  <a:lnTo>
                    <a:pt x="158" y="126"/>
                  </a:lnTo>
                  <a:lnTo>
                    <a:pt x="190" y="126"/>
                  </a:lnTo>
                  <a:lnTo>
                    <a:pt x="206" y="126"/>
                  </a:lnTo>
                  <a:lnTo>
                    <a:pt x="206" y="126"/>
                  </a:lnTo>
                  <a:cubicBezTo>
                    <a:pt x="190" y="110"/>
                    <a:pt x="190" y="95"/>
                    <a:pt x="206" y="78"/>
                  </a:cubicBezTo>
                  <a:lnTo>
                    <a:pt x="206" y="78"/>
                  </a:lnTo>
                  <a:lnTo>
                    <a:pt x="112" y="63"/>
                  </a:lnTo>
                  <a:lnTo>
                    <a:pt x="49" y="63"/>
                  </a:lnTo>
                  <a:lnTo>
                    <a:pt x="49" y="63"/>
                  </a:lnTo>
                  <a:close/>
                  <a:moveTo>
                    <a:pt x="316" y="0"/>
                  </a:moveTo>
                  <a:lnTo>
                    <a:pt x="316" y="0"/>
                  </a:lnTo>
                  <a:cubicBezTo>
                    <a:pt x="301" y="0"/>
                    <a:pt x="284" y="0"/>
                    <a:pt x="284" y="15"/>
                  </a:cubicBezTo>
                  <a:lnTo>
                    <a:pt x="284" y="15"/>
                  </a:lnTo>
                  <a:lnTo>
                    <a:pt x="301" y="32"/>
                  </a:lnTo>
                  <a:cubicBezTo>
                    <a:pt x="316" y="47"/>
                    <a:pt x="316" y="63"/>
                    <a:pt x="301" y="78"/>
                  </a:cubicBezTo>
                  <a:lnTo>
                    <a:pt x="253" y="126"/>
                  </a:lnTo>
                  <a:lnTo>
                    <a:pt x="238" y="141"/>
                  </a:lnTo>
                  <a:cubicBezTo>
                    <a:pt x="253" y="141"/>
                    <a:pt x="253" y="141"/>
                    <a:pt x="269" y="158"/>
                  </a:cubicBezTo>
                  <a:lnTo>
                    <a:pt x="269" y="158"/>
                  </a:lnTo>
                  <a:lnTo>
                    <a:pt x="269" y="158"/>
                  </a:lnTo>
                  <a:cubicBezTo>
                    <a:pt x="284" y="158"/>
                    <a:pt x="301" y="141"/>
                    <a:pt x="301" y="141"/>
                  </a:cubicBezTo>
                  <a:lnTo>
                    <a:pt x="347" y="63"/>
                  </a:lnTo>
                  <a:lnTo>
                    <a:pt x="347" y="47"/>
                  </a:lnTo>
                  <a:cubicBezTo>
                    <a:pt x="364" y="32"/>
                    <a:pt x="347" y="0"/>
                    <a:pt x="332" y="0"/>
                  </a:cubicBezTo>
                  <a:lnTo>
                    <a:pt x="3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6" name="Google Shape;1976;p38"/>
            <p:cNvSpPr/>
            <p:nvPr/>
          </p:nvSpPr>
          <p:spPr>
            <a:xfrm>
              <a:off x="3024682" y="1805778"/>
              <a:ext cx="3530" cy="4039"/>
            </a:xfrm>
            <a:custGeom>
              <a:avLst/>
              <a:gdLst/>
              <a:ahLst/>
              <a:cxnLst/>
              <a:rect l="l" t="t" r="r" b="b"/>
              <a:pathLst>
                <a:path w="111" h="127" extrusionOk="0">
                  <a:moveTo>
                    <a:pt x="64" y="80"/>
                  </a:moveTo>
                  <a:lnTo>
                    <a:pt x="64" y="80"/>
                  </a:lnTo>
                  <a:lnTo>
                    <a:pt x="64" y="80"/>
                  </a:lnTo>
                  <a:close/>
                  <a:moveTo>
                    <a:pt x="47" y="1"/>
                  </a:moveTo>
                  <a:lnTo>
                    <a:pt x="47" y="1"/>
                  </a:lnTo>
                  <a:lnTo>
                    <a:pt x="47" y="1"/>
                  </a:lnTo>
                  <a:lnTo>
                    <a:pt x="32" y="17"/>
                  </a:lnTo>
                  <a:cubicBezTo>
                    <a:pt x="16" y="17"/>
                    <a:pt x="16" y="17"/>
                    <a:pt x="16" y="32"/>
                  </a:cubicBezTo>
                  <a:lnTo>
                    <a:pt x="16" y="48"/>
                  </a:lnTo>
                  <a:lnTo>
                    <a:pt x="1" y="64"/>
                  </a:lnTo>
                  <a:lnTo>
                    <a:pt x="1" y="95"/>
                  </a:lnTo>
                  <a:cubicBezTo>
                    <a:pt x="1" y="111"/>
                    <a:pt x="16" y="127"/>
                    <a:pt x="32" y="127"/>
                  </a:cubicBezTo>
                  <a:lnTo>
                    <a:pt x="47" y="127"/>
                  </a:lnTo>
                  <a:cubicBezTo>
                    <a:pt x="47" y="111"/>
                    <a:pt x="64" y="111"/>
                    <a:pt x="64" y="111"/>
                  </a:cubicBezTo>
                  <a:cubicBezTo>
                    <a:pt x="79" y="95"/>
                    <a:pt x="95" y="95"/>
                    <a:pt x="95" y="64"/>
                  </a:cubicBezTo>
                  <a:cubicBezTo>
                    <a:pt x="110" y="32"/>
                    <a:pt x="79" y="17"/>
                    <a:pt x="79" y="17"/>
                  </a:cubicBezTo>
                  <a:cubicBezTo>
                    <a:pt x="64" y="17"/>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7" name="Google Shape;1977;p38"/>
            <p:cNvSpPr/>
            <p:nvPr/>
          </p:nvSpPr>
          <p:spPr>
            <a:xfrm>
              <a:off x="3026686" y="180829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8" name="Google Shape;1978;p38"/>
            <p:cNvSpPr/>
            <p:nvPr/>
          </p:nvSpPr>
          <p:spPr>
            <a:xfrm>
              <a:off x="3030693" y="1804283"/>
              <a:ext cx="3053" cy="3530"/>
            </a:xfrm>
            <a:custGeom>
              <a:avLst/>
              <a:gdLst/>
              <a:ahLst/>
              <a:cxnLst/>
              <a:rect l="l" t="t" r="r" b="b"/>
              <a:pathLst>
                <a:path w="96" h="111" extrusionOk="0">
                  <a:moveTo>
                    <a:pt x="64" y="1"/>
                  </a:moveTo>
                  <a:lnTo>
                    <a:pt x="64" y="1"/>
                  </a:lnTo>
                  <a:cubicBezTo>
                    <a:pt x="64" y="1"/>
                    <a:pt x="47" y="1"/>
                    <a:pt x="47" y="16"/>
                  </a:cubicBezTo>
                  <a:lnTo>
                    <a:pt x="16" y="32"/>
                  </a:lnTo>
                  <a:lnTo>
                    <a:pt x="16" y="48"/>
                  </a:lnTo>
                  <a:cubicBezTo>
                    <a:pt x="1" y="64"/>
                    <a:pt x="1" y="79"/>
                    <a:pt x="16" y="95"/>
                  </a:cubicBezTo>
                  <a:lnTo>
                    <a:pt x="32" y="95"/>
                  </a:lnTo>
                  <a:cubicBezTo>
                    <a:pt x="32" y="111"/>
                    <a:pt x="32" y="111"/>
                    <a:pt x="47" y="111"/>
                  </a:cubicBezTo>
                  <a:lnTo>
                    <a:pt x="64" y="95"/>
                  </a:lnTo>
                  <a:lnTo>
                    <a:pt x="79" y="64"/>
                  </a:lnTo>
                  <a:lnTo>
                    <a:pt x="95" y="64"/>
                  </a:lnTo>
                  <a:lnTo>
                    <a:pt x="95" y="32"/>
                  </a:lnTo>
                  <a:lnTo>
                    <a:pt x="95" y="16"/>
                  </a:lnTo>
                  <a:lnTo>
                    <a:pt x="95" y="16"/>
                  </a:ln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9" name="Google Shape;1979;p38"/>
            <p:cNvSpPr/>
            <p:nvPr/>
          </p:nvSpPr>
          <p:spPr>
            <a:xfrm>
              <a:off x="3195532" y="1789272"/>
              <a:ext cx="2576" cy="2512"/>
            </a:xfrm>
            <a:custGeom>
              <a:avLst/>
              <a:gdLst/>
              <a:ahLst/>
              <a:cxnLst/>
              <a:rect l="l" t="t" r="r" b="b"/>
              <a:pathLst>
                <a:path w="81" h="79" extrusionOk="0">
                  <a:moveTo>
                    <a:pt x="17" y="0"/>
                  </a:moveTo>
                  <a:lnTo>
                    <a:pt x="17" y="15"/>
                  </a:lnTo>
                  <a:cubicBezTo>
                    <a:pt x="17" y="32"/>
                    <a:pt x="1" y="32"/>
                    <a:pt x="1" y="32"/>
                  </a:cubicBezTo>
                  <a:cubicBezTo>
                    <a:pt x="1" y="47"/>
                    <a:pt x="1" y="47"/>
                    <a:pt x="17" y="63"/>
                  </a:cubicBezTo>
                  <a:lnTo>
                    <a:pt x="17" y="63"/>
                  </a:lnTo>
                  <a:cubicBezTo>
                    <a:pt x="17" y="63"/>
                    <a:pt x="32" y="63"/>
                    <a:pt x="32" y="78"/>
                  </a:cubicBezTo>
                  <a:cubicBezTo>
                    <a:pt x="32" y="63"/>
                    <a:pt x="49" y="63"/>
                    <a:pt x="49" y="63"/>
                  </a:cubicBezTo>
                  <a:lnTo>
                    <a:pt x="49" y="63"/>
                  </a:lnTo>
                  <a:lnTo>
                    <a:pt x="64" y="63"/>
                  </a:lnTo>
                  <a:lnTo>
                    <a:pt x="64" y="63"/>
                  </a:lnTo>
                  <a:lnTo>
                    <a:pt x="80" y="47"/>
                  </a:lnTo>
                  <a:cubicBezTo>
                    <a:pt x="64" y="32"/>
                    <a:pt x="64" y="32"/>
                    <a:pt x="64" y="15"/>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0" name="Google Shape;1980;p38"/>
            <p:cNvSpPr/>
            <p:nvPr/>
          </p:nvSpPr>
          <p:spPr>
            <a:xfrm>
              <a:off x="3411001" y="1758199"/>
              <a:ext cx="4548" cy="5534"/>
            </a:xfrm>
            <a:custGeom>
              <a:avLst/>
              <a:gdLst/>
              <a:ahLst/>
              <a:cxnLst/>
              <a:rect l="l" t="t" r="r" b="b"/>
              <a:pathLst>
                <a:path w="143" h="174" extrusionOk="0">
                  <a:moveTo>
                    <a:pt x="32" y="0"/>
                  </a:moveTo>
                  <a:lnTo>
                    <a:pt x="32" y="0"/>
                  </a:lnTo>
                  <a:cubicBezTo>
                    <a:pt x="17" y="0"/>
                    <a:pt x="17" y="16"/>
                    <a:pt x="17" y="16"/>
                  </a:cubicBezTo>
                  <a:cubicBezTo>
                    <a:pt x="1" y="32"/>
                    <a:pt x="1" y="47"/>
                    <a:pt x="1" y="63"/>
                  </a:cubicBezTo>
                  <a:cubicBezTo>
                    <a:pt x="17" y="79"/>
                    <a:pt x="32" y="79"/>
                    <a:pt x="32" y="95"/>
                  </a:cubicBezTo>
                  <a:lnTo>
                    <a:pt x="48" y="95"/>
                  </a:lnTo>
                  <a:cubicBezTo>
                    <a:pt x="64" y="110"/>
                    <a:pt x="64" y="110"/>
                    <a:pt x="64" y="126"/>
                  </a:cubicBezTo>
                  <a:cubicBezTo>
                    <a:pt x="64" y="142"/>
                    <a:pt x="48" y="142"/>
                    <a:pt x="64" y="142"/>
                  </a:cubicBezTo>
                  <a:cubicBezTo>
                    <a:pt x="64" y="158"/>
                    <a:pt x="64" y="173"/>
                    <a:pt x="80" y="173"/>
                  </a:cubicBezTo>
                  <a:lnTo>
                    <a:pt x="95" y="173"/>
                  </a:lnTo>
                  <a:cubicBezTo>
                    <a:pt x="111" y="173"/>
                    <a:pt x="111" y="173"/>
                    <a:pt x="127" y="158"/>
                  </a:cubicBezTo>
                  <a:lnTo>
                    <a:pt x="127" y="142"/>
                  </a:lnTo>
                  <a:cubicBezTo>
                    <a:pt x="143" y="79"/>
                    <a:pt x="95" y="63"/>
                    <a:pt x="80" y="32"/>
                  </a:cubicBezTo>
                  <a:cubicBezTo>
                    <a:pt x="80" y="32"/>
                    <a:pt x="64" y="32"/>
                    <a:pt x="64" y="16"/>
                  </a:cubicBezTo>
                  <a:lnTo>
                    <a:pt x="64" y="16"/>
                  </a:lnTo>
                  <a:cubicBezTo>
                    <a:pt x="48"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1" name="Google Shape;1981;p38"/>
            <p:cNvSpPr/>
            <p:nvPr/>
          </p:nvSpPr>
          <p:spPr>
            <a:xfrm>
              <a:off x="3108866" y="1784247"/>
              <a:ext cx="5057" cy="4516"/>
            </a:xfrm>
            <a:custGeom>
              <a:avLst/>
              <a:gdLst/>
              <a:ahLst/>
              <a:cxnLst/>
              <a:rect l="l" t="t" r="r" b="b"/>
              <a:pathLst>
                <a:path w="159" h="142" extrusionOk="0">
                  <a:moveTo>
                    <a:pt x="127" y="1"/>
                  </a:moveTo>
                  <a:lnTo>
                    <a:pt x="127" y="1"/>
                  </a:lnTo>
                  <a:lnTo>
                    <a:pt x="110" y="1"/>
                  </a:lnTo>
                  <a:lnTo>
                    <a:pt x="95" y="1"/>
                  </a:lnTo>
                  <a:cubicBezTo>
                    <a:pt x="64" y="1"/>
                    <a:pt x="32" y="16"/>
                    <a:pt x="16" y="47"/>
                  </a:cubicBezTo>
                  <a:cubicBezTo>
                    <a:pt x="1" y="47"/>
                    <a:pt x="1" y="64"/>
                    <a:pt x="1" y="79"/>
                  </a:cubicBezTo>
                  <a:lnTo>
                    <a:pt x="1" y="127"/>
                  </a:lnTo>
                  <a:cubicBezTo>
                    <a:pt x="1" y="142"/>
                    <a:pt x="16" y="142"/>
                    <a:pt x="32" y="142"/>
                  </a:cubicBezTo>
                  <a:lnTo>
                    <a:pt x="32" y="142"/>
                  </a:lnTo>
                  <a:lnTo>
                    <a:pt x="47" y="142"/>
                  </a:lnTo>
                  <a:cubicBezTo>
                    <a:pt x="64" y="142"/>
                    <a:pt x="64" y="127"/>
                    <a:pt x="64" y="110"/>
                  </a:cubicBezTo>
                  <a:lnTo>
                    <a:pt x="64" y="79"/>
                  </a:lnTo>
                  <a:cubicBezTo>
                    <a:pt x="79" y="79"/>
                    <a:pt x="95" y="79"/>
                    <a:pt x="110" y="64"/>
                  </a:cubicBezTo>
                  <a:lnTo>
                    <a:pt x="127" y="64"/>
                  </a:lnTo>
                  <a:lnTo>
                    <a:pt x="142" y="64"/>
                  </a:lnTo>
                  <a:cubicBezTo>
                    <a:pt x="158" y="47"/>
                    <a:pt x="158" y="47"/>
                    <a:pt x="158" y="32"/>
                  </a:cubicBezTo>
                  <a:cubicBezTo>
                    <a:pt x="158"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2" name="Google Shape;1982;p38"/>
            <p:cNvSpPr/>
            <p:nvPr/>
          </p:nvSpPr>
          <p:spPr>
            <a:xfrm>
              <a:off x="3018162" y="1801771"/>
              <a:ext cx="4039" cy="3562"/>
            </a:xfrm>
            <a:custGeom>
              <a:avLst/>
              <a:gdLst/>
              <a:ahLst/>
              <a:cxnLst/>
              <a:rect l="l" t="t" r="r" b="b"/>
              <a:pathLst>
                <a:path w="127" h="112" extrusionOk="0">
                  <a:moveTo>
                    <a:pt x="48" y="1"/>
                  </a:moveTo>
                  <a:lnTo>
                    <a:pt x="32" y="1"/>
                  </a:lnTo>
                  <a:lnTo>
                    <a:pt x="32" y="17"/>
                  </a:lnTo>
                  <a:cubicBezTo>
                    <a:pt x="17" y="17"/>
                    <a:pt x="0" y="32"/>
                    <a:pt x="0" y="48"/>
                  </a:cubicBezTo>
                  <a:lnTo>
                    <a:pt x="17" y="95"/>
                  </a:lnTo>
                  <a:lnTo>
                    <a:pt x="32" y="111"/>
                  </a:lnTo>
                  <a:lnTo>
                    <a:pt x="48" y="111"/>
                  </a:lnTo>
                  <a:lnTo>
                    <a:pt x="63" y="111"/>
                  </a:lnTo>
                  <a:lnTo>
                    <a:pt x="80" y="111"/>
                  </a:lnTo>
                  <a:lnTo>
                    <a:pt x="111" y="111"/>
                  </a:lnTo>
                  <a:lnTo>
                    <a:pt x="126" y="95"/>
                  </a:lnTo>
                  <a:lnTo>
                    <a:pt x="126" y="64"/>
                  </a:lnTo>
                  <a:cubicBezTo>
                    <a:pt x="126" y="48"/>
                    <a:pt x="111" y="48"/>
                    <a:pt x="95" y="48"/>
                  </a:cubicBezTo>
                  <a:lnTo>
                    <a:pt x="95" y="48"/>
                  </a:lnTo>
                  <a:lnTo>
                    <a:pt x="95" y="48"/>
                  </a:lnTo>
                  <a:lnTo>
                    <a:pt x="80" y="48"/>
                  </a:lnTo>
                  <a:lnTo>
                    <a:pt x="80" y="32"/>
                  </a:lnTo>
                  <a:cubicBezTo>
                    <a:pt x="63" y="17"/>
                    <a:pt x="63" y="17"/>
                    <a:pt x="48"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3" name="Google Shape;1983;p38"/>
            <p:cNvSpPr/>
            <p:nvPr/>
          </p:nvSpPr>
          <p:spPr>
            <a:xfrm>
              <a:off x="3036704" y="1802279"/>
              <a:ext cx="3053" cy="3053"/>
            </a:xfrm>
            <a:custGeom>
              <a:avLst/>
              <a:gdLst/>
              <a:ahLst/>
              <a:cxnLst/>
              <a:rect l="l" t="t" r="r" b="b"/>
              <a:pathLst>
                <a:path w="96" h="96" extrusionOk="0">
                  <a:moveTo>
                    <a:pt x="47" y="1"/>
                  </a:moveTo>
                  <a:lnTo>
                    <a:pt x="47" y="1"/>
                  </a:lnTo>
                  <a:lnTo>
                    <a:pt x="32" y="1"/>
                  </a:lnTo>
                  <a:cubicBezTo>
                    <a:pt x="16" y="1"/>
                    <a:pt x="1" y="16"/>
                    <a:pt x="16" y="32"/>
                  </a:cubicBezTo>
                  <a:lnTo>
                    <a:pt x="16" y="48"/>
                  </a:lnTo>
                  <a:lnTo>
                    <a:pt x="16" y="64"/>
                  </a:lnTo>
                  <a:lnTo>
                    <a:pt x="32" y="79"/>
                  </a:lnTo>
                  <a:cubicBezTo>
                    <a:pt x="32" y="95"/>
                    <a:pt x="47" y="95"/>
                    <a:pt x="64" y="95"/>
                  </a:cubicBezTo>
                  <a:lnTo>
                    <a:pt x="79" y="95"/>
                  </a:lnTo>
                  <a:cubicBezTo>
                    <a:pt x="95" y="95"/>
                    <a:pt x="95" y="79"/>
                    <a:pt x="95" y="64"/>
                  </a:cubicBezTo>
                  <a:lnTo>
                    <a:pt x="95" y="48"/>
                  </a:lnTo>
                  <a:lnTo>
                    <a:pt x="79" y="16"/>
                  </a:lnTo>
                  <a:cubicBezTo>
                    <a:pt x="64" y="1"/>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4" name="Google Shape;1984;p38"/>
            <p:cNvSpPr/>
            <p:nvPr/>
          </p:nvSpPr>
          <p:spPr>
            <a:xfrm>
              <a:off x="3124896" y="1793279"/>
              <a:ext cx="4039" cy="3021"/>
            </a:xfrm>
            <a:custGeom>
              <a:avLst/>
              <a:gdLst/>
              <a:ahLst/>
              <a:cxnLst/>
              <a:rect l="l" t="t" r="r" b="b"/>
              <a:pathLst>
                <a:path w="127" h="95" extrusionOk="0">
                  <a:moveTo>
                    <a:pt x="79" y="0"/>
                  </a:moveTo>
                  <a:lnTo>
                    <a:pt x="79" y="0"/>
                  </a:lnTo>
                  <a:lnTo>
                    <a:pt x="32" y="0"/>
                  </a:lnTo>
                  <a:cubicBezTo>
                    <a:pt x="32" y="15"/>
                    <a:pt x="16" y="15"/>
                    <a:pt x="16" y="15"/>
                  </a:cubicBezTo>
                  <a:cubicBezTo>
                    <a:pt x="1" y="32"/>
                    <a:pt x="1" y="47"/>
                    <a:pt x="1" y="47"/>
                  </a:cubicBezTo>
                  <a:lnTo>
                    <a:pt x="16" y="78"/>
                  </a:lnTo>
                  <a:cubicBezTo>
                    <a:pt x="16" y="78"/>
                    <a:pt x="16" y="95"/>
                    <a:pt x="32" y="95"/>
                  </a:cubicBezTo>
                  <a:lnTo>
                    <a:pt x="47" y="95"/>
                  </a:lnTo>
                  <a:lnTo>
                    <a:pt x="64" y="95"/>
                  </a:lnTo>
                  <a:lnTo>
                    <a:pt x="110" y="78"/>
                  </a:lnTo>
                  <a:cubicBezTo>
                    <a:pt x="127" y="63"/>
                    <a:pt x="127" y="47"/>
                    <a:pt x="127" y="32"/>
                  </a:cubicBezTo>
                  <a:cubicBezTo>
                    <a:pt x="127" y="32"/>
                    <a:pt x="127" y="15"/>
                    <a:pt x="110" y="15"/>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5" name="Google Shape;1985;p38"/>
            <p:cNvSpPr/>
            <p:nvPr/>
          </p:nvSpPr>
          <p:spPr>
            <a:xfrm>
              <a:off x="3434059" y="1757691"/>
              <a:ext cx="4548" cy="4039"/>
            </a:xfrm>
            <a:custGeom>
              <a:avLst/>
              <a:gdLst/>
              <a:ahLst/>
              <a:cxnLst/>
              <a:rect l="l" t="t" r="r" b="b"/>
              <a:pathLst>
                <a:path w="143" h="127" extrusionOk="0">
                  <a:moveTo>
                    <a:pt x="32" y="0"/>
                  </a:moveTo>
                  <a:lnTo>
                    <a:pt x="32" y="0"/>
                  </a:lnTo>
                  <a:lnTo>
                    <a:pt x="17" y="0"/>
                  </a:lnTo>
                  <a:cubicBezTo>
                    <a:pt x="0" y="0"/>
                    <a:pt x="0" y="16"/>
                    <a:pt x="0" y="16"/>
                  </a:cubicBezTo>
                  <a:lnTo>
                    <a:pt x="0" y="48"/>
                  </a:lnTo>
                  <a:cubicBezTo>
                    <a:pt x="0" y="48"/>
                    <a:pt x="17" y="48"/>
                    <a:pt x="17" y="63"/>
                  </a:cubicBezTo>
                  <a:lnTo>
                    <a:pt x="0" y="95"/>
                  </a:lnTo>
                  <a:lnTo>
                    <a:pt x="17" y="111"/>
                  </a:lnTo>
                  <a:lnTo>
                    <a:pt x="17" y="111"/>
                  </a:lnTo>
                  <a:lnTo>
                    <a:pt x="17" y="126"/>
                  </a:lnTo>
                  <a:lnTo>
                    <a:pt x="48" y="126"/>
                  </a:lnTo>
                  <a:lnTo>
                    <a:pt x="63" y="126"/>
                  </a:lnTo>
                  <a:lnTo>
                    <a:pt x="63" y="126"/>
                  </a:lnTo>
                  <a:lnTo>
                    <a:pt x="111" y="95"/>
                  </a:lnTo>
                  <a:cubicBezTo>
                    <a:pt x="126" y="95"/>
                    <a:pt x="143" y="63"/>
                    <a:pt x="126" y="48"/>
                  </a:cubicBezTo>
                  <a:lnTo>
                    <a:pt x="126" y="48"/>
                  </a:lnTo>
                  <a:cubicBezTo>
                    <a:pt x="126" y="48"/>
                    <a:pt x="111" y="48"/>
                    <a:pt x="111" y="32"/>
                  </a:cubicBezTo>
                  <a:lnTo>
                    <a:pt x="111" y="32"/>
                  </a:lnTo>
                  <a:lnTo>
                    <a:pt x="95" y="32"/>
                  </a:lnTo>
                  <a:lnTo>
                    <a:pt x="95" y="32"/>
                  </a:lnTo>
                  <a:lnTo>
                    <a:pt x="95" y="32"/>
                  </a:lnTo>
                  <a:lnTo>
                    <a:pt x="80" y="32"/>
                  </a:lnTo>
                  <a:lnTo>
                    <a:pt x="63" y="16"/>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6" name="Google Shape;1986;p38"/>
            <p:cNvSpPr/>
            <p:nvPr/>
          </p:nvSpPr>
          <p:spPr>
            <a:xfrm>
              <a:off x="3087304" y="1792261"/>
              <a:ext cx="4548" cy="5057"/>
            </a:xfrm>
            <a:custGeom>
              <a:avLst/>
              <a:gdLst/>
              <a:ahLst/>
              <a:cxnLst/>
              <a:rect l="l" t="t" r="r" b="b"/>
              <a:pathLst>
                <a:path w="143" h="159" extrusionOk="0">
                  <a:moveTo>
                    <a:pt x="63" y="1"/>
                  </a:moveTo>
                  <a:lnTo>
                    <a:pt x="63" y="1"/>
                  </a:lnTo>
                  <a:cubicBezTo>
                    <a:pt x="48" y="1"/>
                    <a:pt x="32" y="1"/>
                    <a:pt x="32" y="16"/>
                  </a:cubicBezTo>
                  <a:lnTo>
                    <a:pt x="32" y="16"/>
                  </a:lnTo>
                  <a:cubicBezTo>
                    <a:pt x="32" y="32"/>
                    <a:pt x="17" y="32"/>
                    <a:pt x="17" y="32"/>
                  </a:cubicBezTo>
                  <a:cubicBezTo>
                    <a:pt x="17" y="64"/>
                    <a:pt x="0" y="79"/>
                    <a:pt x="17" y="95"/>
                  </a:cubicBezTo>
                  <a:lnTo>
                    <a:pt x="17" y="110"/>
                  </a:lnTo>
                  <a:cubicBezTo>
                    <a:pt x="32" y="127"/>
                    <a:pt x="48" y="142"/>
                    <a:pt x="63" y="142"/>
                  </a:cubicBezTo>
                  <a:cubicBezTo>
                    <a:pt x="80" y="142"/>
                    <a:pt x="80" y="158"/>
                    <a:pt x="95" y="158"/>
                  </a:cubicBezTo>
                  <a:lnTo>
                    <a:pt x="95" y="158"/>
                  </a:lnTo>
                  <a:cubicBezTo>
                    <a:pt x="111" y="158"/>
                    <a:pt x="126" y="142"/>
                    <a:pt x="143" y="127"/>
                  </a:cubicBezTo>
                  <a:cubicBezTo>
                    <a:pt x="143" y="110"/>
                    <a:pt x="126" y="95"/>
                    <a:pt x="111" y="79"/>
                  </a:cubicBezTo>
                  <a:lnTo>
                    <a:pt x="80" y="79"/>
                  </a:lnTo>
                  <a:cubicBezTo>
                    <a:pt x="80" y="79"/>
                    <a:pt x="80" y="64"/>
                    <a:pt x="95" y="47"/>
                  </a:cubicBezTo>
                  <a:cubicBezTo>
                    <a:pt x="95"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7" name="Google Shape;1987;p38"/>
            <p:cNvSpPr/>
            <p:nvPr/>
          </p:nvSpPr>
          <p:spPr>
            <a:xfrm>
              <a:off x="3054228" y="1797763"/>
              <a:ext cx="5057" cy="3053"/>
            </a:xfrm>
            <a:custGeom>
              <a:avLst/>
              <a:gdLst/>
              <a:ahLst/>
              <a:cxnLst/>
              <a:rect l="l" t="t" r="r" b="b"/>
              <a:pathLst>
                <a:path w="159" h="96" extrusionOk="0">
                  <a:moveTo>
                    <a:pt x="48" y="0"/>
                  </a:moveTo>
                  <a:lnTo>
                    <a:pt x="32" y="0"/>
                  </a:lnTo>
                  <a:lnTo>
                    <a:pt x="17" y="17"/>
                  </a:lnTo>
                  <a:cubicBezTo>
                    <a:pt x="1" y="32"/>
                    <a:pt x="1" y="48"/>
                    <a:pt x="17" y="48"/>
                  </a:cubicBezTo>
                  <a:cubicBezTo>
                    <a:pt x="48" y="80"/>
                    <a:pt x="64" y="95"/>
                    <a:pt x="80" y="95"/>
                  </a:cubicBezTo>
                  <a:lnTo>
                    <a:pt x="95" y="95"/>
                  </a:lnTo>
                  <a:cubicBezTo>
                    <a:pt x="111" y="95"/>
                    <a:pt x="127" y="80"/>
                    <a:pt x="143" y="64"/>
                  </a:cubicBezTo>
                  <a:lnTo>
                    <a:pt x="143" y="64"/>
                  </a:lnTo>
                  <a:cubicBezTo>
                    <a:pt x="158" y="48"/>
                    <a:pt x="158" y="32"/>
                    <a:pt x="143" y="17"/>
                  </a:cubicBezTo>
                  <a:cubicBezTo>
                    <a:pt x="143" y="0"/>
                    <a:pt x="127" y="0"/>
                    <a:pt x="127" y="0"/>
                  </a:cubicBezTo>
                  <a:cubicBezTo>
                    <a:pt x="111" y="0"/>
                    <a:pt x="95" y="0"/>
                    <a:pt x="95" y="17"/>
                  </a:cubicBezTo>
                  <a:lnTo>
                    <a:pt x="80"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8" name="Google Shape;1988;p38"/>
            <p:cNvSpPr/>
            <p:nvPr/>
          </p:nvSpPr>
          <p:spPr>
            <a:xfrm>
              <a:off x="3113891" y="1812806"/>
              <a:ext cx="4516" cy="3562"/>
            </a:xfrm>
            <a:custGeom>
              <a:avLst/>
              <a:gdLst/>
              <a:ahLst/>
              <a:cxnLst/>
              <a:rect l="l" t="t" r="r" b="b"/>
              <a:pathLst>
                <a:path w="142" h="112" extrusionOk="0">
                  <a:moveTo>
                    <a:pt x="63" y="0"/>
                  </a:moveTo>
                  <a:lnTo>
                    <a:pt x="63" y="0"/>
                  </a:lnTo>
                  <a:lnTo>
                    <a:pt x="47" y="0"/>
                  </a:lnTo>
                  <a:cubicBezTo>
                    <a:pt x="47" y="0"/>
                    <a:pt x="32" y="0"/>
                    <a:pt x="32" y="17"/>
                  </a:cubicBezTo>
                  <a:cubicBezTo>
                    <a:pt x="15" y="17"/>
                    <a:pt x="0" y="48"/>
                    <a:pt x="0" y="80"/>
                  </a:cubicBezTo>
                  <a:lnTo>
                    <a:pt x="15" y="63"/>
                  </a:lnTo>
                  <a:lnTo>
                    <a:pt x="32" y="63"/>
                  </a:lnTo>
                  <a:lnTo>
                    <a:pt x="32" y="63"/>
                  </a:lnTo>
                  <a:cubicBezTo>
                    <a:pt x="47" y="80"/>
                    <a:pt x="63" y="95"/>
                    <a:pt x="63" y="111"/>
                  </a:cubicBezTo>
                  <a:lnTo>
                    <a:pt x="63" y="111"/>
                  </a:lnTo>
                  <a:lnTo>
                    <a:pt x="78" y="111"/>
                  </a:lnTo>
                  <a:cubicBezTo>
                    <a:pt x="95" y="95"/>
                    <a:pt x="110" y="80"/>
                    <a:pt x="110" y="63"/>
                  </a:cubicBezTo>
                  <a:lnTo>
                    <a:pt x="110" y="63"/>
                  </a:lnTo>
                  <a:cubicBezTo>
                    <a:pt x="126" y="63"/>
                    <a:pt x="141" y="48"/>
                    <a:pt x="141" y="32"/>
                  </a:cubicBezTo>
                  <a:cubicBezTo>
                    <a:pt x="141" y="17"/>
                    <a:pt x="141" y="0"/>
                    <a:pt x="110" y="0"/>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9" name="Google Shape;1989;p38"/>
            <p:cNvSpPr/>
            <p:nvPr/>
          </p:nvSpPr>
          <p:spPr>
            <a:xfrm>
              <a:off x="3428557" y="1808290"/>
              <a:ext cx="4039" cy="4548"/>
            </a:xfrm>
            <a:custGeom>
              <a:avLst/>
              <a:gdLst/>
              <a:ahLst/>
              <a:cxnLst/>
              <a:rect l="l" t="t" r="r" b="b"/>
              <a:pathLst>
                <a:path w="127" h="143" extrusionOk="0">
                  <a:moveTo>
                    <a:pt x="47" y="1"/>
                  </a:moveTo>
                  <a:lnTo>
                    <a:pt x="32" y="1"/>
                  </a:lnTo>
                  <a:lnTo>
                    <a:pt x="32" y="1"/>
                  </a:lnTo>
                  <a:lnTo>
                    <a:pt x="32" y="16"/>
                  </a:lnTo>
                  <a:cubicBezTo>
                    <a:pt x="32" y="32"/>
                    <a:pt x="16" y="32"/>
                    <a:pt x="1" y="32"/>
                  </a:cubicBezTo>
                  <a:lnTo>
                    <a:pt x="1" y="48"/>
                  </a:lnTo>
                  <a:lnTo>
                    <a:pt x="1" y="64"/>
                  </a:lnTo>
                  <a:lnTo>
                    <a:pt x="1" y="64"/>
                  </a:lnTo>
                  <a:lnTo>
                    <a:pt x="1" y="96"/>
                  </a:lnTo>
                  <a:lnTo>
                    <a:pt x="16" y="96"/>
                  </a:lnTo>
                  <a:lnTo>
                    <a:pt x="32" y="111"/>
                  </a:lnTo>
                  <a:lnTo>
                    <a:pt x="64" y="127"/>
                  </a:lnTo>
                  <a:cubicBezTo>
                    <a:pt x="79" y="142"/>
                    <a:pt x="79" y="142"/>
                    <a:pt x="95" y="142"/>
                  </a:cubicBezTo>
                  <a:lnTo>
                    <a:pt x="110" y="127"/>
                  </a:lnTo>
                  <a:cubicBezTo>
                    <a:pt x="127" y="111"/>
                    <a:pt x="127" y="79"/>
                    <a:pt x="110" y="79"/>
                  </a:cubicBezTo>
                  <a:lnTo>
                    <a:pt x="95" y="64"/>
                  </a:lnTo>
                  <a:lnTo>
                    <a:pt x="79" y="64"/>
                  </a:lnTo>
                  <a:lnTo>
                    <a:pt x="64" y="48"/>
                  </a:lnTo>
                  <a:lnTo>
                    <a:pt x="79" y="48"/>
                  </a:lnTo>
                  <a:cubicBezTo>
                    <a:pt x="79" y="16"/>
                    <a:pt x="64" y="1"/>
                    <a:pt x="47"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0" name="Google Shape;1990;p38"/>
            <p:cNvSpPr/>
            <p:nvPr/>
          </p:nvSpPr>
          <p:spPr>
            <a:xfrm>
              <a:off x="3380470" y="1815796"/>
              <a:ext cx="3021" cy="2576"/>
            </a:xfrm>
            <a:custGeom>
              <a:avLst/>
              <a:gdLst/>
              <a:ahLst/>
              <a:cxnLst/>
              <a:rect l="l" t="t" r="r" b="b"/>
              <a:pathLst>
                <a:path w="95" h="81" extrusionOk="0">
                  <a:moveTo>
                    <a:pt x="47" y="1"/>
                  </a:moveTo>
                  <a:lnTo>
                    <a:pt x="15" y="17"/>
                  </a:lnTo>
                  <a:cubicBezTo>
                    <a:pt x="0" y="17"/>
                    <a:pt x="0" y="32"/>
                    <a:pt x="0" y="49"/>
                  </a:cubicBezTo>
                  <a:cubicBezTo>
                    <a:pt x="0" y="64"/>
                    <a:pt x="15" y="80"/>
                    <a:pt x="32" y="80"/>
                  </a:cubicBezTo>
                  <a:lnTo>
                    <a:pt x="47" y="80"/>
                  </a:lnTo>
                  <a:lnTo>
                    <a:pt x="78" y="64"/>
                  </a:lnTo>
                  <a:cubicBezTo>
                    <a:pt x="95" y="64"/>
                    <a:pt x="95" y="64"/>
                    <a:pt x="95" y="49"/>
                  </a:cubicBezTo>
                  <a:lnTo>
                    <a:pt x="95" y="49"/>
                  </a:lnTo>
                  <a:cubicBezTo>
                    <a:pt x="78" y="49"/>
                    <a:pt x="63" y="32"/>
                    <a:pt x="63" y="32"/>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1" name="Google Shape;1991;p38"/>
            <p:cNvSpPr/>
            <p:nvPr/>
          </p:nvSpPr>
          <p:spPr>
            <a:xfrm>
              <a:off x="3422546" y="1783738"/>
              <a:ext cx="5534" cy="2544"/>
            </a:xfrm>
            <a:custGeom>
              <a:avLst/>
              <a:gdLst/>
              <a:ahLst/>
              <a:cxnLst/>
              <a:rect l="l" t="t" r="r" b="b"/>
              <a:pathLst>
                <a:path w="174" h="80" extrusionOk="0">
                  <a:moveTo>
                    <a:pt x="47" y="0"/>
                  </a:moveTo>
                  <a:lnTo>
                    <a:pt x="32" y="0"/>
                  </a:lnTo>
                  <a:cubicBezTo>
                    <a:pt x="16" y="0"/>
                    <a:pt x="16" y="17"/>
                    <a:pt x="1" y="32"/>
                  </a:cubicBezTo>
                  <a:lnTo>
                    <a:pt x="1" y="32"/>
                  </a:lnTo>
                  <a:cubicBezTo>
                    <a:pt x="1" y="48"/>
                    <a:pt x="16" y="63"/>
                    <a:pt x="32" y="63"/>
                  </a:cubicBezTo>
                  <a:lnTo>
                    <a:pt x="47" y="63"/>
                  </a:lnTo>
                  <a:lnTo>
                    <a:pt x="64" y="63"/>
                  </a:lnTo>
                  <a:lnTo>
                    <a:pt x="127" y="80"/>
                  </a:lnTo>
                  <a:lnTo>
                    <a:pt x="142" y="80"/>
                  </a:lnTo>
                  <a:lnTo>
                    <a:pt x="142" y="80"/>
                  </a:lnTo>
                  <a:cubicBezTo>
                    <a:pt x="158" y="63"/>
                    <a:pt x="173" y="63"/>
                    <a:pt x="173" y="48"/>
                  </a:cubicBezTo>
                  <a:cubicBezTo>
                    <a:pt x="173" y="17"/>
                    <a:pt x="158" y="0"/>
                    <a:pt x="142" y="0"/>
                  </a:cubicBezTo>
                  <a:lnTo>
                    <a:pt x="110" y="0"/>
                  </a:ln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2" name="Google Shape;1992;p38"/>
            <p:cNvSpPr/>
            <p:nvPr/>
          </p:nvSpPr>
          <p:spPr>
            <a:xfrm>
              <a:off x="3154982" y="1811312"/>
              <a:ext cx="6042" cy="2512"/>
            </a:xfrm>
            <a:custGeom>
              <a:avLst/>
              <a:gdLst/>
              <a:ahLst/>
              <a:cxnLst/>
              <a:rect l="l" t="t" r="r" b="b"/>
              <a:pathLst>
                <a:path w="190" h="79" extrusionOk="0">
                  <a:moveTo>
                    <a:pt x="32" y="1"/>
                  </a:moveTo>
                  <a:lnTo>
                    <a:pt x="32" y="1"/>
                  </a:lnTo>
                  <a:cubicBezTo>
                    <a:pt x="0" y="1"/>
                    <a:pt x="0" y="16"/>
                    <a:pt x="0" y="32"/>
                  </a:cubicBezTo>
                  <a:cubicBezTo>
                    <a:pt x="0" y="47"/>
                    <a:pt x="0" y="64"/>
                    <a:pt x="15" y="64"/>
                  </a:cubicBezTo>
                  <a:lnTo>
                    <a:pt x="32" y="64"/>
                  </a:lnTo>
                  <a:lnTo>
                    <a:pt x="110" y="64"/>
                  </a:lnTo>
                  <a:lnTo>
                    <a:pt x="141" y="79"/>
                  </a:lnTo>
                  <a:lnTo>
                    <a:pt x="158" y="79"/>
                  </a:lnTo>
                  <a:lnTo>
                    <a:pt x="158" y="79"/>
                  </a:lnTo>
                  <a:lnTo>
                    <a:pt x="173" y="64"/>
                  </a:lnTo>
                  <a:cubicBezTo>
                    <a:pt x="173" y="64"/>
                    <a:pt x="173" y="47"/>
                    <a:pt x="189" y="47"/>
                  </a:cubicBezTo>
                  <a:lnTo>
                    <a:pt x="189" y="32"/>
                  </a:lnTo>
                  <a:cubicBezTo>
                    <a:pt x="189" y="32"/>
                    <a:pt x="189" y="16"/>
                    <a:pt x="173" y="16"/>
                  </a:cubicBezTo>
                  <a:cubicBezTo>
                    <a:pt x="173" y="1"/>
                    <a:pt x="158" y="1"/>
                    <a:pt x="158"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3" name="Google Shape;1993;p38"/>
            <p:cNvSpPr/>
            <p:nvPr/>
          </p:nvSpPr>
          <p:spPr>
            <a:xfrm>
              <a:off x="3331365" y="1816337"/>
              <a:ext cx="6042" cy="3021"/>
            </a:xfrm>
            <a:custGeom>
              <a:avLst/>
              <a:gdLst/>
              <a:ahLst/>
              <a:cxnLst/>
              <a:rect l="l" t="t" r="r" b="b"/>
              <a:pathLst>
                <a:path w="190" h="95" extrusionOk="0">
                  <a:moveTo>
                    <a:pt x="110" y="0"/>
                  </a:moveTo>
                  <a:lnTo>
                    <a:pt x="95" y="0"/>
                  </a:lnTo>
                  <a:cubicBezTo>
                    <a:pt x="78" y="0"/>
                    <a:pt x="63" y="0"/>
                    <a:pt x="63" y="15"/>
                  </a:cubicBezTo>
                  <a:lnTo>
                    <a:pt x="47" y="15"/>
                  </a:lnTo>
                  <a:lnTo>
                    <a:pt x="32" y="15"/>
                  </a:lnTo>
                  <a:cubicBezTo>
                    <a:pt x="32" y="15"/>
                    <a:pt x="32" y="32"/>
                    <a:pt x="15" y="32"/>
                  </a:cubicBezTo>
                  <a:cubicBezTo>
                    <a:pt x="15" y="32"/>
                    <a:pt x="0" y="47"/>
                    <a:pt x="0" y="63"/>
                  </a:cubicBezTo>
                  <a:cubicBezTo>
                    <a:pt x="15" y="78"/>
                    <a:pt x="15" y="95"/>
                    <a:pt x="32" y="95"/>
                  </a:cubicBezTo>
                  <a:lnTo>
                    <a:pt x="47" y="95"/>
                  </a:lnTo>
                  <a:lnTo>
                    <a:pt x="63" y="78"/>
                  </a:lnTo>
                  <a:lnTo>
                    <a:pt x="78" y="78"/>
                  </a:lnTo>
                  <a:cubicBezTo>
                    <a:pt x="95" y="78"/>
                    <a:pt x="95" y="63"/>
                    <a:pt x="95" y="63"/>
                  </a:cubicBezTo>
                  <a:cubicBezTo>
                    <a:pt x="95" y="63"/>
                    <a:pt x="110" y="63"/>
                    <a:pt x="110" y="78"/>
                  </a:cubicBezTo>
                  <a:lnTo>
                    <a:pt x="110" y="78"/>
                  </a:lnTo>
                  <a:cubicBezTo>
                    <a:pt x="110" y="95"/>
                    <a:pt x="126" y="95"/>
                    <a:pt x="141" y="95"/>
                  </a:cubicBezTo>
                  <a:lnTo>
                    <a:pt x="158" y="95"/>
                  </a:lnTo>
                  <a:cubicBezTo>
                    <a:pt x="173" y="95"/>
                    <a:pt x="189" y="78"/>
                    <a:pt x="173" y="63"/>
                  </a:cubicBezTo>
                  <a:cubicBezTo>
                    <a:pt x="173" y="47"/>
                    <a:pt x="173" y="47"/>
                    <a:pt x="158" y="32"/>
                  </a:cubicBezTo>
                  <a:lnTo>
                    <a:pt x="158" y="15"/>
                  </a:lnTo>
                  <a:cubicBezTo>
                    <a:pt x="141" y="15"/>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4" name="Google Shape;1994;p38"/>
            <p:cNvSpPr/>
            <p:nvPr/>
          </p:nvSpPr>
          <p:spPr>
            <a:xfrm>
              <a:off x="3399966" y="1811789"/>
              <a:ext cx="3562" cy="2035"/>
            </a:xfrm>
            <a:custGeom>
              <a:avLst/>
              <a:gdLst/>
              <a:ahLst/>
              <a:cxnLst/>
              <a:rect l="l" t="t" r="r" b="b"/>
              <a:pathLst>
                <a:path w="112" h="64" extrusionOk="0">
                  <a:moveTo>
                    <a:pt x="32" y="1"/>
                  </a:moveTo>
                  <a:lnTo>
                    <a:pt x="32" y="1"/>
                  </a:lnTo>
                  <a:lnTo>
                    <a:pt x="17" y="1"/>
                  </a:lnTo>
                  <a:lnTo>
                    <a:pt x="17" y="1"/>
                  </a:lnTo>
                  <a:lnTo>
                    <a:pt x="17" y="1"/>
                  </a:lnTo>
                  <a:cubicBezTo>
                    <a:pt x="17" y="17"/>
                    <a:pt x="1" y="32"/>
                    <a:pt x="1" y="32"/>
                  </a:cubicBezTo>
                  <a:cubicBezTo>
                    <a:pt x="1" y="49"/>
                    <a:pt x="1" y="64"/>
                    <a:pt x="32" y="64"/>
                  </a:cubicBezTo>
                  <a:lnTo>
                    <a:pt x="49" y="64"/>
                  </a:lnTo>
                  <a:lnTo>
                    <a:pt x="64" y="64"/>
                  </a:lnTo>
                  <a:lnTo>
                    <a:pt x="64" y="64"/>
                  </a:lnTo>
                  <a:cubicBezTo>
                    <a:pt x="80" y="64"/>
                    <a:pt x="95" y="49"/>
                    <a:pt x="95" y="32"/>
                  </a:cubicBezTo>
                  <a:cubicBezTo>
                    <a:pt x="112" y="32"/>
                    <a:pt x="95" y="17"/>
                    <a:pt x="80" y="1"/>
                  </a:cubicBezTo>
                  <a:lnTo>
                    <a:pt x="80"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5" name="Google Shape;1995;p38"/>
            <p:cNvSpPr/>
            <p:nvPr/>
          </p:nvSpPr>
          <p:spPr>
            <a:xfrm>
              <a:off x="3437049" y="1805778"/>
              <a:ext cx="3562" cy="3562"/>
            </a:xfrm>
            <a:custGeom>
              <a:avLst/>
              <a:gdLst/>
              <a:ahLst/>
              <a:cxnLst/>
              <a:rect l="l" t="t" r="r" b="b"/>
              <a:pathLst>
                <a:path w="112" h="112" extrusionOk="0">
                  <a:moveTo>
                    <a:pt x="32" y="1"/>
                  </a:moveTo>
                  <a:lnTo>
                    <a:pt x="32" y="1"/>
                  </a:lnTo>
                  <a:lnTo>
                    <a:pt x="17" y="1"/>
                  </a:lnTo>
                  <a:cubicBezTo>
                    <a:pt x="1" y="17"/>
                    <a:pt x="1" y="32"/>
                    <a:pt x="1" y="48"/>
                  </a:cubicBezTo>
                  <a:lnTo>
                    <a:pt x="1" y="48"/>
                  </a:lnTo>
                  <a:lnTo>
                    <a:pt x="32" y="80"/>
                  </a:lnTo>
                  <a:lnTo>
                    <a:pt x="49" y="80"/>
                  </a:lnTo>
                  <a:lnTo>
                    <a:pt x="49" y="64"/>
                  </a:lnTo>
                  <a:cubicBezTo>
                    <a:pt x="64" y="64"/>
                    <a:pt x="64" y="80"/>
                    <a:pt x="80" y="80"/>
                  </a:cubicBezTo>
                  <a:lnTo>
                    <a:pt x="80" y="111"/>
                  </a:lnTo>
                  <a:lnTo>
                    <a:pt x="95" y="111"/>
                  </a:lnTo>
                  <a:cubicBezTo>
                    <a:pt x="95" y="95"/>
                    <a:pt x="112" y="80"/>
                    <a:pt x="95" y="64"/>
                  </a:cubicBezTo>
                  <a:lnTo>
                    <a:pt x="80" y="32"/>
                  </a:lnTo>
                  <a:lnTo>
                    <a:pt x="64" y="17"/>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6" name="Google Shape;1996;p38"/>
            <p:cNvSpPr/>
            <p:nvPr/>
          </p:nvSpPr>
          <p:spPr>
            <a:xfrm>
              <a:off x="3426045" y="1806796"/>
              <a:ext cx="3562" cy="2544"/>
            </a:xfrm>
            <a:custGeom>
              <a:avLst/>
              <a:gdLst/>
              <a:ahLst/>
              <a:cxnLst/>
              <a:rect l="l" t="t" r="r" b="b"/>
              <a:pathLst>
                <a:path w="112" h="80" extrusionOk="0">
                  <a:moveTo>
                    <a:pt x="32" y="0"/>
                  </a:moveTo>
                  <a:lnTo>
                    <a:pt x="32" y="0"/>
                  </a:lnTo>
                  <a:lnTo>
                    <a:pt x="32" y="16"/>
                  </a:lnTo>
                  <a:lnTo>
                    <a:pt x="17" y="16"/>
                  </a:lnTo>
                  <a:lnTo>
                    <a:pt x="0" y="32"/>
                  </a:lnTo>
                  <a:cubicBezTo>
                    <a:pt x="0" y="48"/>
                    <a:pt x="17" y="63"/>
                    <a:pt x="32" y="79"/>
                  </a:cubicBezTo>
                  <a:lnTo>
                    <a:pt x="63" y="79"/>
                  </a:lnTo>
                  <a:lnTo>
                    <a:pt x="80" y="79"/>
                  </a:lnTo>
                  <a:lnTo>
                    <a:pt x="80" y="79"/>
                  </a:lnTo>
                  <a:lnTo>
                    <a:pt x="80" y="79"/>
                  </a:lnTo>
                  <a:cubicBezTo>
                    <a:pt x="95" y="79"/>
                    <a:pt x="111" y="79"/>
                    <a:pt x="111" y="63"/>
                  </a:cubicBezTo>
                  <a:lnTo>
                    <a:pt x="111" y="48"/>
                  </a:lnTo>
                  <a:cubicBezTo>
                    <a:pt x="111" y="32"/>
                    <a:pt x="95" y="16"/>
                    <a:pt x="95" y="16"/>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7" name="Google Shape;1997;p38"/>
            <p:cNvSpPr/>
            <p:nvPr/>
          </p:nvSpPr>
          <p:spPr>
            <a:xfrm>
              <a:off x="3390965" y="1782243"/>
              <a:ext cx="3562" cy="3053"/>
            </a:xfrm>
            <a:custGeom>
              <a:avLst/>
              <a:gdLst/>
              <a:ahLst/>
              <a:cxnLst/>
              <a:rect l="l" t="t" r="r" b="b"/>
              <a:pathLst>
                <a:path w="112" h="96" extrusionOk="0">
                  <a:moveTo>
                    <a:pt x="63" y="1"/>
                  </a:moveTo>
                  <a:lnTo>
                    <a:pt x="63" y="1"/>
                  </a:lnTo>
                  <a:cubicBezTo>
                    <a:pt x="63" y="1"/>
                    <a:pt x="63" y="16"/>
                    <a:pt x="48" y="16"/>
                  </a:cubicBezTo>
                  <a:lnTo>
                    <a:pt x="32" y="16"/>
                  </a:lnTo>
                  <a:lnTo>
                    <a:pt x="17" y="32"/>
                  </a:lnTo>
                  <a:lnTo>
                    <a:pt x="17" y="32"/>
                  </a:lnTo>
                  <a:cubicBezTo>
                    <a:pt x="0" y="47"/>
                    <a:pt x="0" y="64"/>
                    <a:pt x="0" y="79"/>
                  </a:cubicBezTo>
                  <a:cubicBezTo>
                    <a:pt x="0" y="95"/>
                    <a:pt x="17" y="95"/>
                    <a:pt x="32" y="95"/>
                  </a:cubicBezTo>
                  <a:lnTo>
                    <a:pt x="48" y="95"/>
                  </a:lnTo>
                  <a:lnTo>
                    <a:pt x="63" y="79"/>
                  </a:lnTo>
                  <a:lnTo>
                    <a:pt x="80" y="79"/>
                  </a:lnTo>
                  <a:cubicBezTo>
                    <a:pt x="95" y="64"/>
                    <a:pt x="111" y="47"/>
                    <a:pt x="95" y="32"/>
                  </a:cubicBezTo>
                  <a:cubicBezTo>
                    <a:pt x="95" y="16"/>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8" name="Google Shape;1998;p38"/>
            <p:cNvSpPr/>
            <p:nvPr/>
          </p:nvSpPr>
          <p:spPr>
            <a:xfrm>
              <a:off x="3336835" y="1789749"/>
              <a:ext cx="4039" cy="4039"/>
            </a:xfrm>
            <a:custGeom>
              <a:avLst/>
              <a:gdLst/>
              <a:ahLst/>
              <a:cxnLst/>
              <a:rect l="l" t="t" r="r" b="b"/>
              <a:pathLst>
                <a:path w="127" h="127" extrusionOk="0">
                  <a:moveTo>
                    <a:pt x="95" y="0"/>
                  </a:moveTo>
                  <a:lnTo>
                    <a:pt x="95" y="0"/>
                  </a:lnTo>
                  <a:cubicBezTo>
                    <a:pt x="80" y="0"/>
                    <a:pt x="80" y="17"/>
                    <a:pt x="64" y="17"/>
                  </a:cubicBezTo>
                  <a:lnTo>
                    <a:pt x="49" y="32"/>
                  </a:lnTo>
                  <a:lnTo>
                    <a:pt x="49" y="32"/>
                  </a:lnTo>
                  <a:lnTo>
                    <a:pt x="17" y="63"/>
                  </a:lnTo>
                  <a:lnTo>
                    <a:pt x="17" y="63"/>
                  </a:lnTo>
                  <a:cubicBezTo>
                    <a:pt x="1" y="80"/>
                    <a:pt x="1" y="95"/>
                    <a:pt x="17" y="111"/>
                  </a:cubicBezTo>
                  <a:lnTo>
                    <a:pt x="17" y="111"/>
                  </a:lnTo>
                  <a:lnTo>
                    <a:pt x="17" y="111"/>
                  </a:lnTo>
                  <a:cubicBezTo>
                    <a:pt x="17" y="111"/>
                    <a:pt x="32" y="126"/>
                    <a:pt x="49" y="126"/>
                  </a:cubicBezTo>
                  <a:lnTo>
                    <a:pt x="64" y="111"/>
                  </a:lnTo>
                  <a:lnTo>
                    <a:pt x="112" y="63"/>
                  </a:lnTo>
                  <a:cubicBezTo>
                    <a:pt x="127"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9" name="Google Shape;1999;p38"/>
            <p:cNvSpPr/>
            <p:nvPr/>
          </p:nvSpPr>
          <p:spPr>
            <a:xfrm>
              <a:off x="3437589" y="1779254"/>
              <a:ext cx="4039" cy="5025"/>
            </a:xfrm>
            <a:custGeom>
              <a:avLst/>
              <a:gdLst/>
              <a:ahLst/>
              <a:cxnLst/>
              <a:rect l="l" t="t" r="r" b="b"/>
              <a:pathLst>
                <a:path w="127" h="158" extrusionOk="0">
                  <a:moveTo>
                    <a:pt x="32" y="0"/>
                  </a:moveTo>
                  <a:lnTo>
                    <a:pt x="32" y="0"/>
                  </a:lnTo>
                  <a:cubicBezTo>
                    <a:pt x="15" y="0"/>
                    <a:pt x="0" y="0"/>
                    <a:pt x="0" y="15"/>
                  </a:cubicBezTo>
                  <a:lnTo>
                    <a:pt x="0" y="15"/>
                  </a:lnTo>
                  <a:lnTo>
                    <a:pt x="0" y="47"/>
                  </a:lnTo>
                  <a:cubicBezTo>
                    <a:pt x="0" y="47"/>
                    <a:pt x="15" y="63"/>
                    <a:pt x="32" y="63"/>
                  </a:cubicBezTo>
                  <a:lnTo>
                    <a:pt x="32" y="63"/>
                  </a:lnTo>
                  <a:lnTo>
                    <a:pt x="15" y="110"/>
                  </a:lnTo>
                  <a:cubicBezTo>
                    <a:pt x="15" y="126"/>
                    <a:pt x="32" y="141"/>
                    <a:pt x="47" y="158"/>
                  </a:cubicBezTo>
                  <a:lnTo>
                    <a:pt x="47" y="158"/>
                  </a:lnTo>
                  <a:cubicBezTo>
                    <a:pt x="63" y="158"/>
                    <a:pt x="78" y="141"/>
                    <a:pt x="95" y="126"/>
                  </a:cubicBezTo>
                  <a:lnTo>
                    <a:pt x="110" y="47"/>
                  </a:lnTo>
                  <a:cubicBezTo>
                    <a:pt x="126" y="32"/>
                    <a:pt x="110" y="32"/>
                    <a:pt x="110" y="15"/>
                  </a:cubicBezTo>
                  <a:lnTo>
                    <a:pt x="95" y="0"/>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0" name="Google Shape;2000;p38"/>
            <p:cNvSpPr/>
            <p:nvPr/>
          </p:nvSpPr>
          <p:spPr>
            <a:xfrm>
              <a:off x="3079798" y="1787745"/>
              <a:ext cx="5534" cy="3021"/>
            </a:xfrm>
            <a:custGeom>
              <a:avLst/>
              <a:gdLst/>
              <a:ahLst/>
              <a:cxnLst/>
              <a:rect l="l" t="t" r="r" b="b"/>
              <a:pathLst>
                <a:path w="174" h="95" extrusionOk="0">
                  <a:moveTo>
                    <a:pt x="32" y="0"/>
                  </a:moveTo>
                  <a:lnTo>
                    <a:pt x="32" y="0"/>
                  </a:lnTo>
                  <a:cubicBezTo>
                    <a:pt x="16" y="0"/>
                    <a:pt x="1" y="17"/>
                    <a:pt x="1" y="32"/>
                  </a:cubicBezTo>
                  <a:cubicBezTo>
                    <a:pt x="1" y="48"/>
                    <a:pt x="16" y="63"/>
                    <a:pt x="32" y="63"/>
                  </a:cubicBezTo>
                  <a:lnTo>
                    <a:pt x="32" y="63"/>
                  </a:lnTo>
                  <a:lnTo>
                    <a:pt x="79" y="63"/>
                  </a:lnTo>
                  <a:lnTo>
                    <a:pt x="79" y="80"/>
                  </a:lnTo>
                  <a:cubicBezTo>
                    <a:pt x="79" y="80"/>
                    <a:pt x="95" y="95"/>
                    <a:pt x="110" y="95"/>
                  </a:cubicBezTo>
                  <a:lnTo>
                    <a:pt x="110" y="95"/>
                  </a:lnTo>
                  <a:lnTo>
                    <a:pt x="142" y="80"/>
                  </a:lnTo>
                  <a:lnTo>
                    <a:pt x="158" y="80"/>
                  </a:lnTo>
                  <a:cubicBezTo>
                    <a:pt x="173" y="63"/>
                    <a:pt x="173" y="48"/>
                    <a:pt x="173" y="48"/>
                  </a:cubicBezTo>
                  <a:lnTo>
                    <a:pt x="173" y="32"/>
                  </a:lnTo>
                  <a:lnTo>
                    <a:pt x="173" y="32"/>
                  </a:lnTo>
                  <a:cubicBezTo>
                    <a:pt x="158" y="17"/>
                    <a:pt x="158" y="0"/>
                    <a:pt x="142"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1" name="Google Shape;2001;p38"/>
            <p:cNvSpPr/>
            <p:nvPr/>
          </p:nvSpPr>
          <p:spPr>
            <a:xfrm>
              <a:off x="3160452" y="1812806"/>
              <a:ext cx="3053" cy="3562"/>
            </a:xfrm>
            <a:custGeom>
              <a:avLst/>
              <a:gdLst/>
              <a:ahLst/>
              <a:cxnLst/>
              <a:rect l="l" t="t" r="r" b="b"/>
              <a:pathLst>
                <a:path w="96" h="112" extrusionOk="0">
                  <a:moveTo>
                    <a:pt x="32" y="0"/>
                  </a:moveTo>
                  <a:lnTo>
                    <a:pt x="32" y="0"/>
                  </a:lnTo>
                  <a:lnTo>
                    <a:pt x="17" y="0"/>
                  </a:lnTo>
                  <a:lnTo>
                    <a:pt x="17" y="0"/>
                  </a:lnTo>
                  <a:cubicBezTo>
                    <a:pt x="1" y="0"/>
                    <a:pt x="1" y="17"/>
                    <a:pt x="1" y="17"/>
                  </a:cubicBezTo>
                  <a:lnTo>
                    <a:pt x="1" y="32"/>
                  </a:lnTo>
                  <a:lnTo>
                    <a:pt x="1" y="48"/>
                  </a:lnTo>
                  <a:lnTo>
                    <a:pt x="1" y="48"/>
                  </a:lnTo>
                  <a:lnTo>
                    <a:pt x="1" y="63"/>
                  </a:lnTo>
                  <a:lnTo>
                    <a:pt x="1" y="48"/>
                  </a:lnTo>
                  <a:cubicBezTo>
                    <a:pt x="17" y="48"/>
                    <a:pt x="17" y="32"/>
                    <a:pt x="32" y="32"/>
                  </a:cubicBezTo>
                  <a:lnTo>
                    <a:pt x="32" y="32"/>
                  </a:lnTo>
                  <a:cubicBezTo>
                    <a:pt x="49" y="32"/>
                    <a:pt x="49" y="32"/>
                    <a:pt x="49" y="48"/>
                  </a:cubicBezTo>
                  <a:cubicBezTo>
                    <a:pt x="64" y="48"/>
                    <a:pt x="80" y="80"/>
                    <a:pt x="64" y="95"/>
                  </a:cubicBezTo>
                  <a:lnTo>
                    <a:pt x="49" y="111"/>
                  </a:lnTo>
                  <a:lnTo>
                    <a:pt x="64" y="111"/>
                  </a:lnTo>
                  <a:cubicBezTo>
                    <a:pt x="64" y="111"/>
                    <a:pt x="80" y="111"/>
                    <a:pt x="80" y="95"/>
                  </a:cubicBezTo>
                  <a:cubicBezTo>
                    <a:pt x="80" y="95"/>
                    <a:pt x="95" y="80"/>
                    <a:pt x="80" y="80"/>
                  </a:cubicBezTo>
                  <a:lnTo>
                    <a:pt x="80" y="63"/>
                  </a:lnTo>
                  <a:lnTo>
                    <a:pt x="80" y="48"/>
                  </a:lnTo>
                  <a:lnTo>
                    <a:pt x="80" y="32"/>
                  </a:lnTo>
                  <a:cubicBezTo>
                    <a:pt x="80" y="17"/>
                    <a:pt x="64" y="17"/>
                    <a:pt x="64" y="17"/>
                  </a:cubicBez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2" name="Google Shape;2002;p38"/>
            <p:cNvSpPr/>
            <p:nvPr/>
          </p:nvSpPr>
          <p:spPr>
            <a:xfrm>
              <a:off x="3287730" y="1809785"/>
              <a:ext cx="5565" cy="4580"/>
            </a:xfrm>
            <a:custGeom>
              <a:avLst/>
              <a:gdLst/>
              <a:ahLst/>
              <a:cxnLst/>
              <a:rect l="l" t="t" r="r" b="b"/>
              <a:pathLst>
                <a:path w="175" h="144" extrusionOk="0">
                  <a:moveTo>
                    <a:pt x="127" y="1"/>
                  </a:moveTo>
                  <a:lnTo>
                    <a:pt x="127" y="1"/>
                  </a:lnTo>
                  <a:lnTo>
                    <a:pt x="112" y="1"/>
                  </a:lnTo>
                  <a:lnTo>
                    <a:pt x="95" y="17"/>
                  </a:lnTo>
                  <a:lnTo>
                    <a:pt x="80" y="17"/>
                  </a:lnTo>
                  <a:cubicBezTo>
                    <a:pt x="64" y="32"/>
                    <a:pt x="49" y="32"/>
                    <a:pt x="49" y="49"/>
                  </a:cubicBezTo>
                  <a:cubicBezTo>
                    <a:pt x="32" y="49"/>
                    <a:pt x="32" y="49"/>
                    <a:pt x="17" y="64"/>
                  </a:cubicBezTo>
                  <a:cubicBezTo>
                    <a:pt x="1" y="64"/>
                    <a:pt x="1" y="64"/>
                    <a:pt x="1" y="80"/>
                  </a:cubicBezTo>
                  <a:lnTo>
                    <a:pt x="1" y="112"/>
                  </a:lnTo>
                  <a:lnTo>
                    <a:pt x="17" y="127"/>
                  </a:lnTo>
                  <a:lnTo>
                    <a:pt x="32" y="127"/>
                  </a:lnTo>
                  <a:lnTo>
                    <a:pt x="49" y="127"/>
                  </a:lnTo>
                  <a:lnTo>
                    <a:pt x="49" y="127"/>
                  </a:lnTo>
                  <a:lnTo>
                    <a:pt x="49" y="127"/>
                  </a:lnTo>
                  <a:lnTo>
                    <a:pt x="95" y="127"/>
                  </a:lnTo>
                  <a:lnTo>
                    <a:pt x="112" y="143"/>
                  </a:lnTo>
                  <a:lnTo>
                    <a:pt x="127" y="127"/>
                  </a:lnTo>
                  <a:lnTo>
                    <a:pt x="143" y="127"/>
                  </a:lnTo>
                  <a:cubicBezTo>
                    <a:pt x="158" y="127"/>
                    <a:pt x="158" y="112"/>
                    <a:pt x="158" y="95"/>
                  </a:cubicBezTo>
                  <a:lnTo>
                    <a:pt x="175" y="32"/>
                  </a:lnTo>
                  <a:cubicBezTo>
                    <a:pt x="175" y="17"/>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3" name="Google Shape;2003;p38"/>
            <p:cNvSpPr/>
            <p:nvPr/>
          </p:nvSpPr>
          <p:spPr>
            <a:xfrm>
              <a:off x="3120888" y="1817800"/>
              <a:ext cx="3530" cy="3053"/>
            </a:xfrm>
            <a:custGeom>
              <a:avLst/>
              <a:gdLst/>
              <a:ahLst/>
              <a:cxnLst/>
              <a:rect l="l" t="t" r="r" b="b"/>
              <a:pathLst>
                <a:path w="111" h="96" extrusionOk="0">
                  <a:moveTo>
                    <a:pt x="79" y="1"/>
                  </a:moveTo>
                  <a:lnTo>
                    <a:pt x="79" y="1"/>
                  </a:lnTo>
                  <a:lnTo>
                    <a:pt x="79" y="1"/>
                  </a:lnTo>
                  <a:lnTo>
                    <a:pt x="64" y="1"/>
                  </a:lnTo>
                  <a:lnTo>
                    <a:pt x="16" y="32"/>
                  </a:lnTo>
                  <a:cubicBezTo>
                    <a:pt x="1" y="49"/>
                    <a:pt x="1" y="80"/>
                    <a:pt x="16" y="95"/>
                  </a:cubicBezTo>
                  <a:lnTo>
                    <a:pt x="47" y="95"/>
                  </a:lnTo>
                  <a:lnTo>
                    <a:pt x="64" y="95"/>
                  </a:lnTo>
                  <a:lnTo>
                    <a:pt x="110" y="49"/>
                  </a:lnTo>
                  <a:lnTo>
                    <a:pt x="110"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4" name="Google Shape;2004;p38"/>
            <p:cNvSpPr/>
            <p:nvPr/>
          </p:nvSpPr>
          <p:spPr>
            <a:xfrm>
              <a:off x="3288271" y="1805301"/>
              <a:ext cx="4039" cy="3021"/>
            </a:xfrm>
            <a:custGeom>
              <a:avLst/>
              <a:gdLst/>
              <a:ahLst/>
              <a:cxnLst/>
              <a:rect l="l" t="t" r="r" b="b"/>
              <a:pathLst>
                <a:path w="127" h="95" extrusionOk="0">
                  <a:moveTo>
                    <a:pt x="63" y="0"/>
                  </a:moveTo>
                  <a:lnTo>
                    <a:pt x="63" y="0"/>
                  </a:lnTo>
                  <a:lnTo>
                    <a:pt x="47" y="0"/>
                  </a:lnTo>
                  <a:cubicBezTo>
                    <a:pt x="47" y="0"/>
                    <a:pt x="32" y="0"/>
                    <a:pt x="32" y="16"/>
                  </a:cubicBezTo>
                  <a:lnTo>
                    <a:pt x="15" y="32"/>
                  </a:lnTo>
                  <a:lnTo>
                    <a:pt x="0" y="47"/>
                  </a:lnTo>
                  <a:lnTo>
                    <a:pt x="0" y="63"/>
                  </a:lnTo>
                  <a:lnTo>
                    <a:pt x="32" y="95"/>
                  </a:lnTo>
                  <a:lnTo>
                    <a:pt x="63" y="95"/>
                  </a:lnTo>
                  <a:lnTo>
                    <a:pt x="63" y="95"/>
                  </a:lnTo>
                  <a:lnTo>
                    <a:pt x="78" y="95"/>
                  </a:lnTo>
                  <a:cubicBezTo>
                    <a:pt x="95" y="95"/>
                    <a:pt x="95" y="95"/>
                    <a:pt x="110" y="79"/>
                  </a:cubicBezTo>
                  <a:lnTo>
                    <a:pt x="110" y="79"/>
                  </a:lnTo>
                  <a:cubicBezTo>
                    <a:pt x="126" y="63"/>
                    <a:pt x="126" y="47"/>
                    <a:pt x="110" y="32"/>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5" name="Google Shape;2005;p38"/>
            <p:cNvSpPr/>
            <p:nvPr/>
          </p:nvSpPr>
          <p:spPr>
            <a:xfrm>
              <a:off x="3443060" y="1789272"/>
              <a:ext cx="5565" cy="4516"/>
            </a:xfrm>
            <a:custGeom>
              <a:avLst/>
              <a:gdLst/>
              <a:ahLst/>
              <a:cxnLst/>
              <a:rect l="l" t="t" r="r" b="b"/>
              <a:pathLst>
                <a:path w="175" h="142" extrusionOk="0">
                  <a:moveTo>
                    <a:pt x="127" y="0"/>
                  </a:moveTo>
                  <a:lnTo>
                    <a:pt x="127" y="0"/>
                  </a:lnTo>
                  <a:lnTo>
                    <a:pt x="127" y="0"/>
                  </a:lnTo>
                  <a:cubicBezTo>
                    <a:pt x="95" y="15"/>
                    <a:pt x="80" y="32"/>
                    <a:pt x="64" y="47"/>
                  </a:cubicBezTo>
                  <a:cubicBezTo>
                    <a:pt x="64" y="63"/>
                    <a:pt x="49" y="63"/>
                    <a:pt x="49" y="63"/>
                  </a:cubicBezTo>
                  <a:lnTo>
                    <a:pt x="49" y="63"/>
                  </a:lnTo>
                  <a:lnTo>
                    <a:pt x="49" y="63"/>
                  </a:lnTo>
                  <a:lnTo>
                    <a:pt x="32" y="63"/>
                  </a:lnTo>
                  <a:cubicBezTo>
                    <a:pt x="17" y="63"/>
                    <a:pt x="1" y="78"/>
                    <a:pt x="1" y="95"/>
                  </a:cubicBezTo>
                  <a:cubicBezTo>
                    <a:pt x="1" y="110"/>
                    <a:pt x="1" y="126"/>
                    <a:pt x="17" y="126"/>
                  </a:cubicBezTo>
                  <a:cubicBezTo>
                    <a:pt x="17" y="141"/>
                    <a:pt x="32" y="141"/>
                    <a:pt x="32" y="141"/>
                  </a:cubicBezTo>
                  <a:lnTo>
                    <a:pt x="49" y="141"/>
                  </a:lnTo>
                  <a:cubicBezTo>
                    <a:pt x="64" y="141"/>
                    <a:pt x="80" y="126"/>
                    <a:pt x="95" y="126"/>
                  </a:cubicBezTo>
                  <a:cubicBezTo>
                    <a:pt x="112" y="110"/>
                    <a:pt x="127" y="95"/>
                    <a:pt x="127" y="78"/>
                  </a:cubicBezTo>
                  <a:lnTo>
                    <a:pt x="143" y="78"/>
                  </a:lnTo>
                  <a:lnTo>
                    <a:pt x="143" y="63"/>
                  </a:lnTo>
                  <a:cubicBezTo>
                    <a:pt x="158" y="63"/>
                    <a:pt x="175" y="32"/>
                    <a:pt x="158" y="15"/>
                  </a:cubicBezTo>
                  <a:cubicBezTo>
                    <a:pt x="158" y="0"/>
                    <a:pt x="143"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6" name="Google Shape;2006;p38"/>
            <p:cNvSpPr/>
            <p:nvPr/>
          </p:nvSpPr>
          <p:spPr>
            <a:xfrm>
              <a:off x="3333369" y="1798749"/>
              <a:ext cx="3498" cy="5057"/>
            </a:xfrm>
            <a:custGeom>
              <a:avLst/>
              <a:gdLst/>
              <a:ahLst/>
              <a:cxnLst/>
              <a:rect l="l" t="t" r="r" b="b"/>
              <a:pathLst>
                <a:path w="110" h="159" extrusionOk="0">
                  <a:moveTo>
                    <a:pt x="47" y="1"/>
                  </a:moveTo>
                  <a:lnTo>
                    <a:pt x="32" y="1"/>
                  </a:lnTo>
                  <a:lnTo>
                    <a:pt x="32" y="1"/>
                  </a:lnTo>
                  <a:cubicBezTo>
                    <a:pt x="15" y="17"/>
                    <a:pt x="0" y="33"/>
                    <a:pt x="15" y="49"/>
                  </a:cubicBezTo>
                  <a:lnTo>
                    <a:pt x="15" y="49"/>
                  </a:lnTo>
                  <a:lnTo>
                    <a:pt x="32" y="96"/>
                  </a:lnTo>
                  <a:lnTo>
                    <a:pt x="32" y="112"/>
                  </a:lnTo>
                  <a:cubicBezTo>
                    <a:pt x="15" y="127"/>
                    <a:pt x="32" y="143"/>
                    <a:pt x="32" y="159"/>
                  </a:cubicBezTo>
                  <a:lnTo>
                    <a:pt x="63" y="159"/>
                  </a:lnTo>
                  <a:cubicBezTo>
                    <a:pt x="63" y="159"/>
                    <a:pt x="78" y="159"/>
                    <a:pt x="95" y="143"/>
                  </a:cubicBezTo>
                  <a:lnTo>
                    <a:pt x="95" y="143"/>
                  </a:lnTo>
                  <a:lnTo>
                    <a:pt x="95" y="143"/>
                  </a:lnTo>
                  <a:cubicBezTo>
                    <a:pt x="95" y="127"/>
                    <a:pt x="110" y="112"/>
                    <a:pt x="110" y="96"/>
                  </a:cubicBezTo>
                  <a:lnTo>
                    <a:pt x="110" y="80"/>
                  </a:lnTo>
                  <a:lnTo>
                    <a:pt x="95" y="64"/>
                  </a:lnTo>
                  <a:lnTo>
                    <a:pt x="78" y="17"/>
                  </a:lnTo>
                  <a:cubicBezTo>
                    <a:pt x="63" y="17"/>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7" name="Google Shape;2007;p38"/>
            <p:cNvSpPr/>
            <p:nvPr/>
          </p:nvSpPr>
          <p:spPr>
            <a:xfrm>
              <a:off x="3411001" y="1794265"/>
              <a:ext cx="3562" cy="3053"/>
            </a:xfrm>
            <a:custGeom>
              <a:avLst/>
              <a:gdLst/>
              <a:ahLst/>
              <a:cxnLst/>
              <a:rect l="l" t="t" r="r" b="b"/>
              <a:pathLst>
                <a:path w="112" h="96" extrusionOk="0">
                  <a:moveTo>
                    <a:pt x="80" y="1"/>
                  </a:moveTo>
                  <a:lnTo>
                    <a:pt x="64" y="1"/>
                  </a:lnTo>
                  <a:lnTo>
                    <a:pt x="64" y="16"/>
                  </a:lnTo>
                  <a:lnTo>
                    <a:pt x="48" y="16"/>
                  </a:lnTo>
                  <a:lnTo>
                    <a:pt x="17" y="32"/>
                  </a:lnTo>
                  <a:lnTo>
                    <a:pt x="17" y="32"/>
                  </a:lnTo>
                  <a:cubicBezTo>
                    <a:pt x="1" y="47"/>
                    <a:pt x="1" y="64"/>
                    <a:pt x="1" y="79"/>
                  </a:cubicBezTo>
                  <a:lnTo>
                    <a:pt x="17" y="79"/>
                  </a:lnTo>
                  <a:cubicBezTo>
                    <a:pt x="17" y="95"/>
                    <a:pt x="32" y="95"/>
                    <a:pt x="32" y="95"/>
                  </a:cubicBezTo>
                  <a:lnTo>
                    <a:pt x="48" y="95"/>
                  </a:lnTo>
                  <a:lnTo>
                    <a:pt x="95" y="64"/>
                  </a:lnTo>
                  <a:cubicBezTo>
                    <a:pt x="95" y="64"/>
                    <a:pt x="111" y="64"/>
                    <a:pt x="111" y="47"/>
                  </a:cubicBezTo>
                  <a:cubicBezTo>
                    <a:pt x="111" y="32"/>
                    <a:pt x="111"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8" name="Google Shape;2008;p38"/>
            <p:cNvSpPr/>
            <p:nvPr/>
          </p:nvSpPr>
          <p:spPr>
            <a:xfrm>
              <a:off x="3158448" y="1813792"/>
              <a:ext cx="4580" cy="5057"/>
            </a:xfrm>
            <a:custGeom>
              <a:avLst/>
              <a:gdLst/>
              <a:ahLst/>
              <a:cxnLst/>
              <a:rect l="l" t="t" r="r" b="b"/>
              <a:pathLst>
                <a:path w="144" h="159" extrusionOk="0">
                  <a:moveTo>
                    <a:pt x="95" y="1"/>
                  </a:moveTo>
                  <a:lnTo>
                    <a:pt x="95" y="1"/>
                  </a:lnTo>
                  <a:cubicBezTo>
                    <a:pt x="80" y="1"/>
                    <a:pt x="80" y="17"/>
                    <a:pt x="64" y="17"/>
                  </a:cubicBezTo>
                  <a:lnTo>
                    <a:pt x="64" y="32"/>
                  </a:lnTo>
                  <a:lnTo>
                    <a:pt x="32" y="80"/>
                  </a:lnTo>
                  <a:lnTo>
                    <a:pt x="1" y="112"/>
                  </a:lnTo>
                  <a:cubicBezTo>
                    <a:pt x="1" y="127"/>
                    <a:pt x="1" y="143"/>
                    <a:pt x="17" y="158"/>
                  </a:cubicBezTo>
                  <a:lnTo>
                    <a:pt x="17" y="158"/>
                  </a:lnTo>
                  <a:lnTo>
                    <a:pt x="32" y="158"/>
                  </a:lnTo>
                  <a:lnTo>
                    <a:pt x="64" y="158"/>
                  </a:lnTo>
                  <a:lnTo>
                    <a:pt x="64" y="143"/>
                  </a:lnTo>
                  <a:lnTo>
                    <a:pt x="95" y="95"/>
                  </a:lnTo>
                  <a:lnTo>
                    <a:pt x="112" y="80"/>
                  </a:lnTo>
                  <a:lnTo>
                    <a:pt x="127" y="64"/>
                  </a:lnTo>
                  <a:cubicBezTo>
                    <a:pt x="143" y="49"/>
                    <a:pt x="127" y="17"/>
                    <a:pt x="112" y="17"/>
                  </a:cubicBezTo>
                  <a:cubicBezTo>
                    <a:pt x="112"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9" name="Google Shape;2009;p38"/>
            <p:cNvSpPr/>
            <p:nvPr/>
          </p:nvSpPr>
          <p:spPr>
            <a:xfrm>
              <a:off x="3174000" y="1816337"/>
              <a:ext cx="5534" cy="5025"/>
            </a:xfrm>
            <a:custGeom>
              <a:avLst/>
              <a:gdLst/>
              <a:ahLst/>
              <a:cxnLst/>
              <a:rect l="l" t="t" r="r" b="b"/>
              <a:pathLst>
                <a:path w="174" h="158" extrusionOk="0">
                  <a:moveTo>
                    <a:pt x="142" y="0"/>
                  </a:moveTo>
                  <a:lnTo>
                    <a:pt x="142" y="0"/>
                  </a:lnTo>
                  <a:cubicBezTo>
                    <a:pt x="127" y="0"/>
                    <a:pt x="110" y="0"/>
                    <a:pt x="110" y="15"/>
                  </a:cubicBezTo>
                  <a:lnTo>
                    <a:pt x="95" y="47"/>
                  </a:lnTo>
                  <a:lnTo>
                    <a:pt x="79" y="63"/>
                  </a:lnTo>
                  <a:lnTo>
                    <a:pt x="79" y="63"/>
                  </a:lnTo>
                  <a:lnTo>
                    <a:pt x="64" y="63"/>
                  </a:lnTo>
                  <a:lnTo>
                    <a:pt x="16" y="78"/>
                  </a:lnTo>
                  <a:lnTo>
                    <a:pt x="16" y="78"/>
                  </a:lnTo>
                  <a:cubicBezTo>
                    <a:pt x="1" y="95"/>
                    <a:pt x="1" y="110"/>
                    <a:pt x="1" y="126"/>
                  </a:cubicBezTo>
                  <a:cubicBezTo>
                    <a:pt x="1" y="141"/>
                    <a:pt x="16" y="158"/>
                    <a:pt x="32" y="158"/>
                  </a:cubicBezTo>
                  <a:cubicBezTo>
                    <a:pt x="32" y="158"/>
                    <a:pt x="47" y="158"/>
                    <a:pt x="47" y="141"/>
                  </a:cubicBezTo>
                  <a:lnTo>
                    <a:pt x="64" y="141"/>
                  </a:lnTo>
                  <a:lnTo>
                    <a:pt x="79" y="158"/>
                  </a:lnTo>
                  <a:lnTo>
                    <a:pt x="95" y="158"/>
                  </a:lnTo>
                  <a:lnTo>
                    <a:pt x="95" y="158"/>
                  </a:lnTo>
                  <a:lnTo>
                    <a:pt x="110" y="141"/>
                  </a:lnTo>
                  <a:lnTo>
                    <a:pt x="127" y="126"/>
                  </a:lnTo>
                  <a:lnTo>
                    <a:pt x="158" y="78"/>
                  </a:lnTo>
                  <a:lnTo>
                    <a:pt x="158" y="47"/>
                  </a:lnTo>
                  <a:lnTo>
                    <a:pt x="173" y="47"/>
                  </a:lnTo>
                  <a:cubicBezTo>
                    <a:pt x="173" y="32"/>
                    <a:pt x="173"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0" name="Google Shape;2010;p38"/>
            <p:cNvSpPr/>
            <p:nvPr/>
          </p:nvSpPr>
          <p:spPr>
            <a:xfrm>
              <a:off x="3292755" y="1815796"/>
              <a:ext cx="3562" cy="2576"/>
            </a:xfrm>
            <a:custGeom>
              <a:avLst/>
              <a:gdLst/>
              <a:ahLst/>
              <a:cxnLst/>
              <a:rect l="l" t="t" r="r" b="b"/>
              <a:pathLst>
                <a:path w="112" h="81" extrusionOk="0">
                  <a:moveTo>
                    <a:pt x="80" y="1"/>
                  </a:moveTo>
                  <a:lnTo>
                    <a:pt x="80" y="1"/>
                  </a:lnTo>
                  <a:lnTo>
                    <a:pt x="63" y="1"/>
                  </a:lnTo>
                  <a:lnTo>
                    <a:pt x="63" y="1"/>
                  </a:lnTo>
                  <a:lnTo>
                    <a:pt x="32" y="17"/>
                  </a:lnTo>
                  <a:cubicBezTo>
                    <a:pt x="17" y="17"/>
                    <a:pt x="0" y="32"/>
                    <a:pt x="0" y="49"/>
                  </a:cubicBezTo>
                  <a:lnTo>
                    <a:pt x="0" y="64"/>
                  </a:lnTo>
                  <a:cubicBezTo>
                    <a:pt x="17" y="80"/>
                    <a:pt x="32" y="80"/>
                    <a:pt x="32" y="80"/>
                  </a:cubicBezTo>
                  <a:lnTo>
                    <a:pt x="48" y="80"/>
                  </a:lnTo>
                  <a:lnTo>
                    <a:pt x="95" y="64"/>
                  </a:lnTo>
                  <a:lnTo>
                    <a:pt x="95" y="64"/>
                  </a:lnTo>
                  <a:cubicBezTo>
                    <a:pt x="111" y="64"/>
                    <a:pt x="111" y="49"/>
                    <a:pt x="111" y="32"/>
                  </a:cubicBezTo>
                  <a:lnTo>
                    <a:pt x="111" y="32"/>
                  </a:lnTo>
                  <a:cubicBezTo>
                    <a:pt x="111" y="17"/>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1" name="Google Shape;2011;p38"/>
            <p:cNvSpPr/>
            <p:nvPr/>
          </p:nvSpPr>
          <p:spPr>
            <a:xfrm>
              <a:off x="3341860" y="1812329"/>
              <a:ext cx="6042" cy="5025"/>
            </a:xfrm>
            <a:custGeom>
              <a:avLst/>
              <a:gdLst/>
              <a:ahLst/>
              <a:cxnLst/>
              <a:rect l="l" t="t" r="r" b="b"/>
              <a:pathLst>
                <a:path w="190" h="158" extrusionOk="0">
                  <a:moveTo>
                    <a:pt x="63" y="0"/>
                  </a:moveTo>
                  <a:lnTo>
                    <a:pt x="48" y="0"/>
                  </a:lnTo>
                  <a:cubicBezTo>
                    <a:pt x="48" y="0"/>
                    <a:pt x="48" y="15"/>
                    <a:pt x="32" y="15"/>
                  </a:cubicBezTo>
                  <a:lnTo>
                    <a:pt x="32" y="0"/>
                  </a:lnTo>
                  <a:lnTo>
                    <a:pt x="17" y="15"/>
                  </a:lnTo>
                  <a:lnTo>
                    <a:pt x="17" y="15"/>
                  </a:lnTo>
                  <a:cubicBezTo>
                    <a:pt x="0" y="32"/>
                    <a:pt x="0" y="32"/>
                    <a:pt x="0" y="47"/>
                  </a:cubicBezTo>
                  <a:cubicBezTo>
                    <a:pt x="0" y="63"/>
                    <a:pt x="0" y="63"/>
                    <a:pt x="17" y="78"/>
                  </a:cubicBezTo>
                  <a:lnTo>
                    <a:pt x="32" y="78"/>
                  </a:lnTo>
                  <a:lnTo>
                    <a:pt x="126" y="141"/>
                  </a:lnTo>
                  <a:cubicBezTo>
                    <a:pt x="126" y="158"/>
                    <a:pt x="143" y="158"/>
                    <a:pt x="143" y="158"/>
                  </a:cubicBezTo>
                  <a:lnTo>
                    <a:pt x="143" y="158"/>
                  </a:lnTo>
                  <a:cubicBezTo>
                    <a:pt x="158" y="158"/>
                    <a:pt x="174" y="141"/>
                    <a:pt x="174" y="141"/>
                  </a:cubicBezTo>
                  <a:cubicBezTo>
                    <a:pt x="189" y="126"/>
                    <a:pt x="189" y="110"/>
                    <a:pt x="174" y="95"/>
                  </a:cubicBezTo>
                  <a:lnTo>
                    <a:pt x="143" y="78"/>
                  </a:lnTo>
                  <a:lnTo>
                    <a:pt x="126" y="78"/>
                  </a:lnTo>
                  <a:cubicBezTo>
                    <a:pt x="126" y="78"/>
                    <a:pt x="111" y="78"/>
                    <a:pt x="111" y="63"/>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2" name="Google Shape;2012;p38"/>
            <p:cNvSpPr/>
            <p:nvPr/>
          </p:nvSpPr>
          <p:spPr>
            <a:xfrm>
              <a:off x="3422037" y="1801771"/>
              <a:ext cx="2544" cy="3053"/>
            </a:xfrm>
            <a:custGeom>
              <a:avLst/>
              <a:gdLst/>
              <a:ahLst/>
              <a:cxnLst/>
              <a:rect l="l" t="t" r="r" b="b"/>
              <a:pathLst>
                <a:path w="80" h="96" extrusionOk="0">
                  <a:moveTo>
                    <a:pt x="48" y="1"/>
                  </a:moveTo>
                  <a:lnTo>
                    <a:pt x="32" y="1"/>
                  </a:lnTo>
                  <a:lnTo>
                    <a:pt x="17" y="1"/>
                  </a:lnTo>
                  <a:lnTo>
                    <a:pt x="17" y="1"/>
                  </a:lnTo>
                  <a:cubicBezTo>
                    <a:pt x="0" y="1"/>
                    <a:pt x="0" y="17"/>
                    <a:pt x="0" y="32"/>
                  </a:cubicBezTo>
                  <a:lnTo>
                    <a:pt x="17" y="64"/>
                  </a:lnTo>
                  <a:lnTo>
                    <a:pt x="17" y="64"/>
                  </a:lnTo>
                  <a:cubicBezTo>
                    <a:pt x="17" y="80"/>
                    <a:pt x="32" y="95"/>
                    <a:pt x="48" y="95"/>
                  </a:cubicBezTo>
                  <a:lnTo>
                    <a:pt x="48" y="95"/>
                  </a:lnTo>
                  <a:cubicBezTo>
                    <a:pt x="63" y="95"/>
                    <a:pt x="80" y="80"/>
                    <a:pt x="80" y="64"/>
                  </a:cubicBezTo>
                  <a:lnTo>
                    <a:pt x="80" y="32"/>
                  </a:lnTo>
                  <a:lnTo>
                    <a:pt x="63" y="17"/>
                  </a:lnTo>
                  <a:cubicBezTo>
                    <a:pt x="63" y="1"/>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3" name="Google Shape;2013;p38"/>
            <p:cNvSpPr/>
            <p:nvPr/>
          </p:nvSpPr>
          <p:spPr>
            <a:xfrm>
              <a:off x="3343864" y="1811789"/>
              <a:ext cx="3021" cy="3053"/>
            </a:xfrm>
            <a:custGeom>
              <a:avLst/>
              <a:gdLst/>
              <a:ahLst/>
              <a:cxnLst/>
              <a:rect l="l" t="t" r="r" b="b"/>
              <a:pathLst>
                <a:path w="95" h="96" extrusionOk="0">
                  <a:moveTo>
                    <a:pt x="17" y="1"/>
                  </a:moveTo>
                  <a:lnTo>
                    <a:pt x="0" y="17"/>
                  </a:lnTo>
                  <a:lnTo>
                    <a:pt x="48" y="80"/>
                  </a:lnTo>
                  <a:cubicBezTo>
                    <a:pt x="48" y="95"/>
                    <a:pt x="63" y="95"/>
                    <a:pt x="63" y="95"/>
                  </a:cubicBezTo>
                  <a:lnTo>
                    <a:pt x="80" y="95"/>
                  </a:lnTo>
                  <a:lnTo>
                    <a:pt x="95" y="95"/>
                  </a:lnTo>
                  <a:lnTo>
                    <a:pt x="95" y="80"/>
                  </a:lnTo>
                  <a:lnTo>
                    <a:pt x="95" y="49"/>
                  </a:lnTo>
                  <a:lnTo>
                    <a:pt x="95" y="49"/>
                  </a:lnTo>
                  <a:lnTo>
                    <a:pt x="95" y="32"/>
                  </a:lnTo>
                  <a:lnTo>
                    <a:pt x="95" y="32"/>
                  </a:lnTo>
                  <a:lnTo>
                    <a:pt x="80" y="49"/>
                  </a:lnTo>
                  <a:lnTo>
                    <a:pt x="63" y="49"/>
                  </a:lnTo>
                  <a:cubicBezTo>
                    <a:pt x="48" y="49"/>
                    <a:pt x="32" y="49"/>
                    <a:pt x="32" y="32"/>
                  </a:cubicBezTo>
                  <a:cubicBezTo>
                    <a:pt x="17"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4" name="Google Shape;2014;p38"/>
            <p:cNvSpPr/>
            <p:nvPr/>
          </p:nvSpPr>
          <p:spPr>
            <a:xfrm>
              <a:off x="3329838" y="1793279"/>
              <a:ext cx="3562" cy="3021"/>
            </a:xfrm>
            <a:custGeom>
              <a:avLst/>
              <a:gdLst/>
              <a:ahLst/>
              <a:cxnLst/>
              <a:rect l="l" t="t" r="r" b="b"/>
              <a:pathLst>
                <a:path w="112" h="95" extrusionOk="0">
                  <a:moveTo>
                    <a:pt x="80" y="0"/>
                  </a:moveTo>
                  <a:lnTo>
                    <a:pt x="63" y="0"/>
                  </a:lnTo>
                  <a:cubicBezTo>
                    <a:pt x="63" y="0"/>
                    <a:pt x="63" y="15"/>
                    <a:pt x="48" y="15"/>
                  </a:cubicBezTo>
                  <a:lnTo>
                    <a:pt x="17" y="32"/>
                  </a:lnTo>
                  <a:cubicBezTo>
                    <a:pt x="0" y="47"/>
                    <a:pt x="0" y="78"/>
                    <a:pt x="17" y="78"/>
                  </a:cubicBezTo>
                  <a:cubicBezTo>
                    <a:pt x="17" y="95"/>
                    <a:pt x="32" y="95"/>
                    <a:pt x="32" y="95"/>
                  </a:cubicBezTo>
                  <a:lnTo>
                    <a:pt x="63" y="95"/>
                  </a:lnTo>
                  <a:lnTo>
                    <a:pt x="95" y="63"/>
                  </a:lnTo>
                  <a:lnTo>
                    <a:pt x="95" y="63"/>
                  </a:lnTo>
                  <a:cubicBezTo>
                    <a:pt x="111" y="47"/>
                    <a:pt x="111" y="32"/>
                    <a:pt x="95" y="15"/>
                  </a:cubicBezTo>
                  <a:lnTo>
                    <a:pt x="95" y="15"/>
                  </a:ln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5" name="Google Shape;2015;p38"/>
            <p:cNvSpPr/>
            <p:nvPr/>
          </p:nvSpPr>
          <p:spPr>
            <a:xfrm>
              <a:off x="3362914" y="1805778"/>
              <a:ext cx="2544" cy="3053"/>
            </a:xfrm>
            <a:custGeom>
              <a:avLst/>
              <a:gdLst/>
              <a:ahLst/>
              <a:cxnLst/>
              <a:rect l="l" t="t" r="r" b="b"/>
              <a:pathLst>
                <a:path w="80" h="96" extrusionOk="0">
                  <a:moveTo>
                    <a:pt x="32" y="1"/>
                  </a:moveTo>
                  <a:lnTo>
                    <a:pt x="32" y="1"/>
                  </a:lnTo>
                  <a:lnTo>
                    <a:pt x="32" y="1"/>
                  </a:lnTo>
                  <a:cubicBezTo>
                    <a:pt x="0" y="1"/>
                    <a:pt x="0" y="17"/>
                    <a:pt x="0" y="32"/>
                  </a:cubicBezTo>
                  <a:lnTo>
                    <a:pt x="16" y="80"/>
                  </a:lnTo>
                  <a:cubicBezTo>
                    <a:pt x="16" y="95"/>
                    <a:pt x="32" y="95"/>
                    <a:pt x="48" y="95"/>
                  </a:cubicBezTo>
                  <a:lnTo>
                    <a:pt x="63" y="95"/>
                  </a:lnTo>
                  <a:cubicBezTo>
                    <a:pt x="79" y="95"/>
                    <a:pt x="79" y="80"/>
                    <a:pt x="79" y="64"/>
                  </a:cubicBezTo>
                  <a:lnTo>
                    <a:pt x="63" y="17"/>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6" name="Google Shape;2016;p38"/>
            <p:cNvSpPr/>
            <p:nvPr/>
          </p:nvSpPr>
          <p:spPr>
            <a:xfrm>
              <a:off x="3190538" y="1824351"/>
              <a:ext cx="3530" cy="2035"/>
            </a:xfrm>
            <a:custGeom>
              <a:avLst/>
              <a:gdLst/>
              <a:ahLst/>
              <a:cxnLst/>
              <a:rect l="l" t="t" r="r" b="b"/>
              <a:pathLst>
                <a:path w="111" h="64" extrusionOk="0">
                  <a:moveTo>
                    <a:pt x="32" y="0"/>
                  </a:moveTo>
                  <a:lnTo>
                    <a:pt x="32" y="0"/>
                  </a:lnTo>
                  <a:cubicBezTo>
                    <a:pt x="16" y="0"/>
                    <a:pt x="0" y="15"/>
                    <a:pt x="0" y="32"/>
                  </a:cubicBezTo>
                  <a:cubicBezTo>
                    <a:pt x="0" y="47"/>
                    <a:pt x="16" y="63"/>
                    <a:pt x="32" y="63"/>
                  </a:cubicBezTo>
                  <a:lnTo>
                    <a:pt x="79" y="63"/>
                  </a:lnTo>
                  <a:lnTo>
                    <a:pt x="79" y="63"/>
                  </a:lnTo>
                  <a:cubicBezTo>
                    <a:pt x="95" y="63"/>
                    <a:pt x="111" y="47"/>
                    <a:pt x="111" y="32"/>
                  </a:cubicBezTo>
                  <a:cubicBezTo>
                    <a:pt x="111" y="15"/>
                    <a:pt x="95" y="0"/>
                    <a:pt x="79"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7" name="Google Shape;2017;p38"/>
            <p:cNvSpPr/>
            <p:nvPr/>
          </p:nvSpPr>
          <p:spPr>
            <a:xfrm>
              <a:off x="3113351" y="1817323"/>
              <a:ext cx="2035" cy="2035"/>
            </a:xfrm>
            <a:custGeom>
              <a:avLst/>
              <a:gdLst/>
              <a:ahLst/>
              <a:cxnLst/>
              <a:rect l="l" t="t" r="r" b="b"/>
              <a:pathLst>
                <a:path w="64" h="64" extrusionOk="0">
                  <a:moveTo>
                    <a:pt x="1" y="1"/>
                  </a:moveTo>
                  <a:lnTo>
                    <a:pt x="64" y="64"/>
                  </a:lnTo>
                  <a:cubicBezTo>
                    <a:pt x="64" y="47"/>
                    <a:pt x="49" y="47"/>
                    <a:pt x="49" y="32"/>
                  </a:cubicBezTo>
                  <a:lnTo>
                    <a:pt x="49" y="32"/>
                  </a:lnTo>
                  <a:lnTo>
                    <a:pt x="49" y="32"/>
                  </a:lnTo>
                  <a:cubicBezTo>
                    <a:pt x="32" y="16"/>
                    <a:pt x="32" y="1"/>
                    <a:pt x="1" y="1"/>
                  </a:cubicBezTo>
                  <a:close/>
                </a:path>
              </a:pathLst>
            </a:custGeom>
            <a:solidFill>
              <a:srgbClr val="999999"/>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8" name="Google Shape;2018;p38"/>
            <p:cNvSpPr/>
            <p:nvPr/>
          </p:nvSpPr>
          <p:spPr>
            <a:xfrm>
              <a:off x="3113351" y="1816814"/>
              <a:ext cx="2035" cy="2544"/>
            </a:xfrm>
            <a:custGeom>
              <a:avLst/>
              <a:gdLst/>
              <a:ahLst/>
              <a:cxnLst/>
              <a:rect l="l" t="t" r="r" b="b"/>
              <a:pathLst>
                <a:path w="64" h="80" extrusionOk="0">
                  <a:moveTo>
                    <a:pt x="49" y="48"/>
                  </a:moveTo>
                  <a:lnTo>
                    <a:pt x="49" y="48"/>
                  </a:lnTo>
                  <a:cubicBezTo>
                    <a:pt x="49" y="63"/>
                    <a:pt x="64" y="63"/>
                    <a:pt x="64" y="80"/>
                  </a:cubicBezTo>
                  <a:lnTo>
                    <a:pt x="64" y="80"/>
                  </a:lnTo>
                  <a:cubicBezTo>
                    <a:pt x="64" y="63"/>
                    <a:pt x="49" y="63"/>
                    <a:pt x="49" y="48"/>
                  </a:cubicBezTo>
                  <a:lnTo>
                    <a:pt x="49" y="48"/>
                  </a:lnTo>
                  <a:close/>
                  <a:moveTo>
                    <a:pt x="1" y="0"/>
                  </a:moveTo>
                  <a:lnTo>
                    <a:pt x="1" y="17"/>
                  </a:lnTo>
                  <a:lnTo>
                    <a:pt x="1" y="17"/>
                  </a:lnTo>
                  <a:cubicBezTo>
                    <a:pt x="32" y="17"/>
                    <a:pt x="32" y="32"/>
                    <a:pt x="49" y="48"/>
                  </a:cubicBezTo>
                  <a:cubicBezTo>
                    <a:pt x="49" y="32"/>
                    <a:pt x="17" y="17"/>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9" name="Google Shape;2019;p38"/>
            <p:cNvSpPr/>
            <p:nvPr/>
          </p:nvSpPr>
          <p:spPr>
            <a:xfrm>
              <a:off x="3113351" y="1814810"/>
              <a:ext cx="4039" cy="5025"/>
            </a:xfrm>
            <a:custGeom>
              <a:avLst/>
              <a:gdLst/>
              <a:ahLst/>
              <a:cxnLst/>
              <a:rect l="l" t="t" r="r" b="b"/>
              <a:pathLst>
                <a:path w="127" h="158" extrusionOk="0">
                  <a:moveTo>
                    <a:pt x="49" y="0"/>
                  </a:moveTo>
                  <a:lnTo>
                    <a:pt x="32" y="0"/>
                  </a:lnTo>
                  <a:lnTo>
                    <a:pt x="17" y="17"/>
                  </a:lnTo>
                  <a:lnTo>
                    <a:pt x="17" y="17"/>
                  </a:lnTo>
                  <a:lnTo>
                    <a:pt x="1" y="48"/>
                  </a:lnTo>
                  <a:lnTo>
                    <a:pt x="1" y="63"/>
                  </a:lnTo>
                  <a:cubicBezTo>
                    <a:pt x="17" y="80"/>
                    <a:pt x="49" y="95"/>
                    <a:pt x="49" y="111"/>
                  </a:cubicBezTo>
                  <a:lnTo>
                    <a:pt x="49" y="111"/>
                  </a:lnTo>
                  <a:lnTo>
                    <a:pt x="49" y="111"/>
                  </a:lnTo>
                  <a:cubicBezTo>
                    <a:pt x="49" y="126"/>
                    <a:pt x="64" y="126"/>
                    <a:pt x="64" y="143"/>
                  </a:cubicBezTo>
                  <a:lnTo>
                    <a:pt x="64" y="158"/>
                  </a:lnTo>
                  <a:lnTo>
                    <a:pt x="95" y="158"/>
                  </a:lnTo>
                  <a:lnTo>
                    <a:pt x="112" y="158"/>
                  </a:lnTo>
                  <a:cubicBezTo>
                    <a:pt x="127" y="143"/>
                    <a:pt x="127" y="126"/>
                    <a:pt x="112" y="111"/>
                  </a:cubicBezTo>
                  <a:lnTo>
                    <a:pt x="64" y="48"/>
                  </a:lnTo>
                  <a:lnTo>
                    <a:pt x="80" y="48"/>
                  </a:lnTo>
                  <a:lnTo>
                    <a:pt x="80" y="48"/>
                  </a:lnTo>
                  <a:cubicBezTo>
                    <a:pt x="80" y="32"/>
                    <a:pt x="64" y="17"/>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0" name="Google Shape;2020;p38"/>
            <p:cNvSpPr/>
            <p:nvPr/>
          </p:nvSpPr>
          <p:spPr>
            <a:xfrm>
              <a:off x="3269221" y="1784724"/>
              <a:ext cx="3021" cy="3562"/>
            </a:xfrm>
            <a:custGeom>
              <a:avLst/>
              <a:gdLst/>
              <a:ahLst/>
              <a:cxnLst/>
              <a:rect l="l" t="t" r="r" b="b"/>
              <a:pathLst>
                <a:path w="95" h="112" extrusionOk="0">
                  <a:moveTo>
                    <a:pt x="47" y="1"/>
                  </a:moveTo>
                  <a:lnTo>
                    <a:pt x="47" y="1"/>
                  </a:lnTo>
                  <a:cubicBezTo>
                    <a:pt x="47" y="1"/>
                    <a:pt x="32" y="1"/>
                    <a:pt x="32" y="17"/>
                  </a:cubicBezTo>
                  <a:lnTo>
                    <a:pt x="15" y="17"/>
                  </a:lnTo>
                  <a:lnTo>
                    <a:pt x="0" y="64"/>
                  </a:lnTo>
                  <a:cubicBezTo>
                    <a:pt x="0" y="80"/>
                    <a:pt x="0" y="95"/>
                    <a:pt x="15" y="112"/>
                  </a:cubicBezTo>
                  <a:lnTo>
                    <a:pt x="32" y="112"/>
                  </a:lnTo>
                  <a:cubicBezTo>
                    <a:pt x="47" y="112"/>
                    <a:pt x="63" y="95"/>
                    <a:pt x="63" y="95"/>
                  </a:cubicBezTo>
                  <a:lnTo>
                    <a:pt x="78" y="49"/>
                  </a:lnTo>
                  <a:cubicBezTo>
                    <a:pt x="95" y="32"/>
                    <a:pt x="78"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1" name="Google Shape;2021;p38"/>
            <p:cNvSpPr/>
            <p:nvPr/>
          </p:nvSpPr>
          <p:spPr>
            <a:xfrm>
              <a:off x="3176004" y="1794742"/>
              <a:ext cx="5057" cy="4580"/>
            </a:xfrm>
            <a:custGeom>
              <a:avLst/>
              <a:gdLst/>
              <a:ahLst/>
              <a:cxnLst/>
              <a:rect l="l" t="t" r="r" b="b"/>
              <a:pathLst>
                <a:path w="159" h="144" extrusionOk="0">
                  <a:moveTo>
                    <a:pt x="127" y="1"/>
                  </a:moveTo>
                  <a:lnTo>
                    <a:pt x="127" y="1"/>
                  </a:lnTo>
                  <a:lnTo>
                    <a:pt x="127" y="1"/>
                  </a:lnTo>
                  <a:cubicBezTo>
                    <a:pt x="110" y="1"/>
                    <a:pt x="95" y="17"/>
                    <a:pt x="95" y="32"/>
                  </a:cubicBezTo>
                  <a:cubicBezTo>
                    <a:pt x="95" y="49"/>
                    <a:pt x="95" y="49"/>
                    <a:pt x="64" y="64"/>
                  </a:cubicBezTo>
                  <a:lnTo>
                    <a:pt x="64" y="64"/>
                  </a:lnTo>
                  <a:cubicBezTo>
                    <a:pt x="47" y="64"/>
                    <a:pt x="32" y="64"/>
                    <a:pt x="16" y="80"/>
                  </a:cubicBezTo>
                  <a:cubicBezTo>
                    <a:pt x="16" y="80"/>
                    <a:pt x="16" y="95"/>
                    <a:pt x="1" y="95"/>
                  </a:cubicBezTo>
                  <a:lnTo>
                    <a:pt x="1" y="127"/>
                  </a:lnTo>
                  <a:cubicBezTo>
                    <a:pt x="16" y="143"/>
                    <a:pt x="32" y="143"/>
                    <a:pt x="32" y="143"/>
                  </a:cubicBezTo>
                  <a:lnTo>
                    <a:pt x="47" y="143"/>
                  </a:lnTo>
                  <a:cubicBezTo>
                    <a:pt x="64" y="143"/>
                    <a:pt x="64" y="127"/>
                    <a:pt x="79" y="127"/>
                  </a:cubicBezTo>
                  <a:cubicBezTo>
                    <a:pt x="95" y="127"/>
                    <a:pt x="110" y="112"/>
                    <a:pt x="142" y="95"/>
                  </a:cubicBezTo>
                  <a:cubicBezTo>
                    <a:pt x="142" y="95"/>
                    <a:pt x="158" y="80"/>
                    <a:pt x="158" y="64"/>
                  </a:cubicBezTo>
                  <a:lnTo>
                    <a:pt x="158" y="32"/>
                  </a:lnTo>
                  <a:cubicBezTo>
                    <a:pt x="158" y="17"/>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2" name="Google Shape;2022;p38"/>
            <p:cNvSpPr/>
            <p:nvPr/>
          </p:nvSpPr>
          <p:spPr>
            <a:xfrm>
              <a:off x="3032697" y="1806796"/>
              <a:ext cx="2512" cy="3530"/>
            </a:xfrm>
            <a:custGeom>
              <a:avLst/>
              <a:gdLst/>
              <a:ahLst/>
              <a:cxnLst/>
              <a:rect l="l" t="t" r="r" b="b"/>
              <a:pathLst>
                <a:path w="79" h="111" extrusionOk="0">
                  <a:moveTo>
                    <a:pt x="16" y="0"/>
                  </a:moveTo>
                  <a:lnTo>
                    <a:pt x="16" y="32"/>
                  </a:lnTo>
                  <a:lnTo>
                    <a:pt x="1" y="63"/>
                  </a:lnTo>
                  <a:lnTo>
                    <a:pt x="1" y="79"/>
                  </a:lnTo>
                  <a:lnTo>
                    <a:pt x="32" y="111"/>
                  </a:lnTo>
                  <a:lnTo>
                    <a:pt x="47" y="111"/>
                  </a:lnTo>
                  <a:cubicBezTo>
                    <a:pt x="64" y="111"/>
                    <a:pt x="79" y="95"/>
                    <a:pt x="79" y="79"/>
                  </a:cubicBezTo>
                  <a:lnTo>
                    <a:pt x="79" y="32"/>
                  </a:lnTo>
                  <a:lnTo>
                    <a:pt x="79" y="32"/>
                  </a:lnTo>
                  <a:lnTo>
                    <a:pt x="64" y="32"/>
                  </a:lnTo>
                  <a:lnTo>
                    <a:pt x="47" y="32"/>
                  </a:lnTo>
                  <a:cubicBezTo>
                    <a:pt x="32" y="16"/>
                    <a:pt x="16" y="16"/>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3" name="Google Shape;2023;p38"/>
            <p:cNvSpPr/>
            <p:nvPr/>
          </p:nvSpPr>
          <p:spPr>
            <a:xfrm>
              <a:off x="3088290" y="1800785"/>
              <a:ext cx="4039" cy="3021"/>
            </a:xfrm>
            <a:custGeom>
              <a:avLst/>
              <a:gdLst/>
              <a:ahLst/>
              <a:cxnLst/>
              <a:rect l="l" t="t" r="r" b="b"/>
              <a:pathLst>
                <a:path w="127" h="95" extrusionOk="0">
                  <a:moveTo>
                    <a:pt x="80" y="0"/>
                  </a:moveTo>
                  <a:lnTo>
                    <a:pt x="80" y="0"/>
                  </a:lnTo>
                  <a:lnTo>
                    <a:pt x="64" y="0"/>
                  </a:lnTo>
                  <a:lnTo>
                    <a:pt x="32" y="32"/>
                  </a:lnTo>
                  <a:cubicBezTo>
                    <a:pt x="17" y="32"/>
                    <a:pt x="1" y="48"/>
                    <a:pt x="17" y="63"/>
                  </a:cubicBezTo>
                  <a:cubicBezTo>
                    <a:pt x="17" y="79"/>
                    <a:pt x="32" y="95"/>
                    <a:pt x="49" y="95"/>
                  </a:cubicBezTo>
                  <a:lnTo>
                    <a:pt x="49" y="95"/>
                  </a:lnTo>
                  <a:lnTo>
                    <a:pt x="64" y="95"/>
                  </a:lnTo>
                  <a:lnTo>
                    <a:pt x="80" y="95"/>
                  </a:lnTo>
                  <a:cubicBezTo>
                    <a:pt x="95" y="95"/>
                    <a:pt x="112" y="95"/>
                    <a:pt x="112" y="79"/>
                  </a:cubicBezTo>
                  <a:lnTo>
                    <a:pt x="112" y="48"/>
                  </a:lnTo>
                  <a:cubicBezTo>
                    <a:pt x="127" y="32"/>
                    <a:pt x="112" y="16"/>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4" name="Google Shape;2024;p38"/>
            <p:cNvSpPr/>
            <p:nvPr/>
          </p:nvSpPr>
          <p:spPr>
            <a:xfrm>
              <a:off x="3206090" y="1788254"/>
              <a:ext cx="3021" cy="3053"/>
            </a:xfrm>
            <a:custGeom>
              <a:avLst/>
              <a:gdLst/>
              <a:ahLst/>
              <a:cxnLst/>
              <a:rect l="l" t="t" r="r" b="b"/>
              <a:pathLst>
                <a:path w="95" h="96" extrusionOk="0">
                  <a:moveTo>
                    <a:pt x="63" y="1"/>
                  </a:moveTo>
                  <a:lnTo>
                    <a:pt x="47" y="1"/>
                  </a:lnTo>
                  <a:cubicBezTo>
                    <a:pt x="47" y="1"/>
                    <a:pt x="32" y="1"/>
                    <a:pt x="32" y="16"/>
                  </a:cubicBezTo>
                  <a:lnTo>
                    <a:pt x="15" y="16"/>
                  </a:lnTo>
                  <a:lnTo>
                    <a:pt x="0" y="47"/>
                  </a:lnTo>
                  <a:cubicBezTo>
                    <a:pt x="0" y="64"/>
                    <a:pt x="0" y="95"/>
                    <a:pt x="15" y="95"/>
                  </a:cubicBezTo>
                  <a:lnTo>
                    <a:pt x="32" y="95"/>
                  </a:lnTo>
                  <a:cubicBezTo>
                    <a:pt x="47" y="95"/>
                    <a:pt x="63" y="95"/>
                    <a:pt x="63" y="79"/>
                  </a:cubicBezTo>
                  <a:lnTo>
                    <a:pt x="95" y="47"/>
                  </a:lnTo>
                  <a:cubicBezTo>
                    <a:pt x="95" y="32"/>
                    <a:pt x="95" y="16"/>
                    <a:pt x="78" y="16"/>
                  </a:cubicBez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5" name="Google Shape;2025;p38"/>
            <p:cNvSpPr/>
            <p:nvPr/>
          </p:nvSpPr>
          <p:spPr>
            <a:xfrm>
              <a:off x="3318326" y="1776232"/>
              <a:ext cx="3021" cy="4039"/>
            </a:xfrm>
            <a:custGeom>
              <a:avLst/>
              <a:gdLst/>
              <a:ahLst/>
              <a:cxnLst/>
              <a:rect l="l" t="t" r="r" b="b"/>
              <a:pathLst>
                <a:path w="95" h="127" extrusionOk="0">
                  <a:moveTo>
                    <a:pt x="32" y="1"/>
                  </a:moveTo>
                  <a:lnTo>
                    <a:pt x="32" y="1"/>
                  </a:lnTo>
                  <a:lnTo>
                    <a:pt x="32" y="1"/>
                  </a:lnTo>
                  <a:cubicBezTo>
                    <a:pt x="16" y="1"/>
                    <a:pt x="0" y="32"/>
                    <a:pt x="0" y="47"/>
                  </a:cubicBezTo>
                  <a:lnTo>
                    <a:pt x="16" y="95"/>
                  </a:lnTo>
                  <a:lnTo>
                    <a:pt x="16" y="110"/>
                  </a:lnTo>
                  <a:cubicBezTo>
                    <a:pt x="16" y="110"/>
                    <a:pt x="32" y="127"/>
                    <a:pt x="47" y="127"/>
                  </a:cubicBezTo>
                  <a:lnTo>
                    <a:pt x="47" y="127"/>
                  </a:lnTo>
                  <a:lnTo>
                    <a:pt x="63" y="127"/>
                  </a:lnTo>
                  <a:cubicBezTo>
                    <a:pt x="79" y="127"/>
                    <a:pt x="95" y="110"/>
                    <a:pt x="79" y="95"/>
                  </a:cubicBezTo>
                  <a:cubicBezTo>
                    <a:pt x="79" y="95"/>
                    <a:pt x="79" y="110"/>
                    <a:pt x="63" y="110"/>
                  </a:cubicBezTo>
                  <a:lnTo>
                    <a:pt x="63" y="110"/>
                  </a:lnTo>
                  <a:cubicBezTo>
                    <a:pt x="47" y="110"/>
                    <a:pt x="32" y="95"/>
                    <a:pt x="16" y="79"/>
                  </a:cubicBezTo>
                  <a:lnTo>
                    <a:pt x="16" y="47"/>
                  </a:lnTo>
                  <a:cubicBezTo>
                    <a:pt x="0" y="32"/>
                    <a:pt x="16" y="16"/>
                    <a:pt x="32"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6" name="Google Shape;2026;p38"/>
            <p:cNvSpPr/>
            <p:nvPr/>
          </p:nvSpPr>
          <p:spPr>
            <a:xfrm>
              <a:off x="3118376" y="1799767"/>
              <a:ext cx="2544" cy="3053"/>
            </a:xfrm>
            <a:custGeom>
              <a:avLst/>
              <a:gdLst/>
              <a:ahLst/>
              <a:cxnLst/>
              <a:rect l="l" t="t" r="r" b="b"/>
              <a:pathLst>
                <a:path w="80" h="96" extrusionOk="0">
                  <a:moveTo>
                    <a:pt x="32" y="1"/>
                  </a:moveTo>
                  <a:lnTo>
                    <a:pt x="32" y="1"/>
                  </a:lnTo>
                  <a:lnTo>
                    <a:pt x="32" y="1"/>
                  </a:lnTo>
                  <a:cubicBezTo>
                    <a:pt x="17" y="1"/>
                    <a:pt x="0" y="17"/>
                    <a:pt x="0" y="32"/>
                  </a:cubicBezTo>
                  <a:lnTo>
                    <a:pt x="0" y="64"/>
                  </a:lnTo>
                  <a:cubicBezTo>
                    <a:pt x="0" y="80"/>
                    <a:pt x="17" y="95"/>
                    <a:pt x="32" y="95"/>
                  </a:cubicBezTo>
                  <a:lnTo>
                    <a:pt x="32" y="95"/>
                  </a:lnTo>
                  <a:lnTo>
                    <a:pt x="63" y="95"/>
                  </a:lnTo>
                  <a:cubicBezTo>
                    <a:pt x="48" y="80"/>
                    <a:pt x="48" y="64"/>
                    <a:pt x="48" y="48"/>
                  </a:cubicBezTo>
                  <a:cubicBezTo>
                    <a:pt x="48" y="32"/>
                    <a:pt x="63" y="32"/>
                    <a:pt x="80" y="32"/>
                  </a:cubicBezTo>
                  <a:cubicBezTo>
                    <a:pt x="80"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7" name="Google Shape;2027;p38"/>
            <p:cNvSpPr/>
            <p:nvPr/>
          </p:nvSpPr>
          <p:spPr>
            <a:xfrm>
              <a:off x="3196549" y="1792261"/>
              <a:ext cx="4039" cy="2035"/>
            </a:xfrm>
            <a:custGeom>
              <a:avLst/>
              <a:gdLst/>
              <a:ahLst/>
              <a:cxnLst/>
              <a:rect l="l" t="t" r="r" b="b"/>
              <a:pathLst>
                <a:path w="127" h="64" extrusionOk="0">
                  <a:moveTo>
                    <a:pt x="48" y="1"/>
                  </a:moveTo>
                  <a:lnTo>
                    <a:pt x="63" y="1"/>
                  </a:lnTo>
                  <a:cubicBezTo>
                    <a:pt x="63" y="16"/>
                    <a:pt x="48" y="32"/>
                    <a:pt x="32" y="32"/>
                  </a:cubicBezTo>
                  <a:lnTo>
                    <a:pt x="17" y="47"/>
                  </a:lnTo>
                  <a:lnTo>
                    <a:pt x="0" y="47"/>
                  </a:lnTo>
                  <a:cubicBezTo>
                    <a:pt x="0" y="64"/>
                    <a:pt x="17" y="64"/>
                    <a:pt x="32" y="64"/>
                  </a:cubicBezTo>
                  <a:lnTo>
                    <a:pt x="95" y="64"/>
                  </a:lnTo>
                  <a:cubicBezTo>
                    <a:pt x="111" y="64"/>
                    <a:pt x="126" y="47"/>
                    <a:pt x="126" y="32"/>
                  </a:cubicBezTo>
                  <a:lnTo>
                    <a:pt x="126" y="32"/>
                  </a:lnTo>
                  <a:cubicBezTo>
                    <a:pt x="126" y="16"/>
                    <a:pt x="111" y="1"/>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8" name="Google Shape;2028;p38"/>
            <p:cNvSpPr/>
            <p:nvPr/>
          </p:nvSpPr>
          <p:spPr>
            <a:xfrm>
              <a:off x="3039185" y="1806796"/>
              <a:ext cx="4039" cy="4548"/>
            </a:xfrm>
            <a:custGeom>
              <a:avLst/>
              <a:gdLst/>
              <a:ahLst/>
              <a:cxnLst/>
              <a:rect l="l" t="t" r="r" b="b"/>
              <a:pathLst>
                <a:path w="127" h="143" extrusionOk="0">
                  <a:moveTo>
                    <a:pt x="95" y="0"/>
                  </a:moveTo>
                  <a:lnTo>
                    <a:pt x="80" y="0"/>
                  </a:lnTo>
                  <a:lnTo>
                    <a:pt x="64" y="16"/>
                  </a:lnTo>
                  <a:lnTo>
                    <a:pt x="17" y="48"/>
                  </a:lnTo>
                  <a:lnTo>
                    <a:pt x="17" y="63"/>
                  </a:lnTo>
                  <a:lnTo>
                    <a:pt x="1" y="95"/>
                  </a:lnTo>
                  <a:cubicBezTo>
                    <a:pt x="1" y="111"/>
                    <a:pt x="17" y="143"/>
                    <a:pt x="32" y="143"/>
                  </a:cubicBezTo>
                  <a:lnTo>
                    <a:pt x="49" y="143"/>
                  </a:lnTo>
                  <a:cubicBezTo>
                    <a:pt x="64" y="143"/>
                    <a:pt x="80" y="126"/>
                    <a:pt x="80" y="111"/>
                  </a:cubicBezTo>
                  <a:lnTo>
                    <a:pt x="80" y="95"/>
                  </a:lnTo>
                  <a:lnTo>
                    <a:pt x="112" y="63"/>
                  </a:lnTo>
                  <a:cubicBezTo>
                    <a:pt x="127" y="48"/>
                    <a:pt x="127" y="32"/>
                    <a:pt x="112" y="16"/>
                  </a:cubicBezTo>
                  <a:cubicBezTo>
                    <a:pt x="112"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9" name="Google Shape;2029;p38"/>
            <p:cNvSpPr/>
            <p:nvPr/>
          </p:nvSpPr>
          <p:spPr>
            <a:xfrm>
              <a:off x="3193051" y="1790735"/>
              <a:ext cx="5534" cy="3053"/>
            </a:xfrm>
            <a:custGeom>
              <a:avLst/>
              <a:gdLst/>
              <a:ahLst/>
              <a:cxnLst/>
              <a:rect l="l" t="t" r="r" b="b"/>
              <a:pathLst>
                <a:path w="174" h="96" extrusionOk="0">
                  <a:moveTo>
                    <a:pt x="32" y="1"/>
                  </a:moveTo>
                  <a:lnTo>
                    <a:pt x="32" y="1"/>
                  </a:lnTo>
                  <a:lnTo>
                    <a:pt x="16" y="17"/>
                  </a:lnTo>
                  <a:cubicBezTo>
                    <a:pt x="0" y="17"/>
                    <a:pt x="0" y="32"/>
                    <a:pt x="0" y="64"/>
                  </a:cubicBezTo>
                  <a:lnTo>
                    <a:pt x="16" y="64"/>
                  </a:lnTo>
                  <a:cubicBezTo>
                    <a:pt x="32" y="95"/>
                    <a:pt x="47" y="95"/>
                    <a:pt x="79" y="95"/>
                  </a:cubicBezTo>
                  <a:lnTo>
                    <a:pt x="110" y="95"/>
                  </a:lnTo>
                  <a:lnTo>
                    <a:pt x="127" y="95"/>
                  </a:lnTo>
                  <a:lnTo>
                    <a:pt x="142" y="80"/>
                  </a:lnTo>
                  <a:cubicBezTo>
                    <a:pt x="158" y="80"/>
                    <a:pt x="173" y="64"/>
                    <a:pt x="173" y="49"/>
                  </a:cubicBezTo>
                  <a:lnTo>
                    <a:pt x="158" y="49"/>
                  </a:lnTo>
                  <a:cubicBezTo>
                    <a:pt x="158" y="32"/>
                    <a:pt x="158" y="17"/>
                    <a:pt x="142" y="17"/>
                  </a:cubicBezTo>
                  <a:lnTo>
                    <a:pt x="127" y="17"/>
                  </a:lnTo>
                  <a:lnTo>
                    <a:pt x="127" y="17"/>
                  </a:lnTo>
                  <a:cubicBezTo>
                    <a:pt x="127" y="17"/>
                    <a:pt x="110" y="17"/>
                    <a:pt x="110" y="32"/>
                  </a:cubicBezTo>
                  <a:lnTo>
                    <a:pt x="95" y="32"/>
                  </a:lnTo>
                  <a:lnTo>
                    <a:pt x="79" y="32"/>
                  </a:lnTo>
                  <a:lnTo>
                    <a:pt x="79" y="32"/>
                  </a:lnTo>
                  <a:cubicBezTo>
                    <a:pt x="79" y="32"/>
                    <a:pt x="63" y="32"/>
                    <a:pt x="63" y="17"/>
                  </a:cubicBez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0" name="Google Shape;2030;p38"/>
            <p:cNvSpPr/>
            <p:nvPr/>
          </p:nvSpPr>
          <p:spPr>
            <a:xfrm>
              <a:off x="3419557" y="1777727"/>
              <a:ext cx="3498" cy="2544"/>
            </a:xfrm>
            <a:custGeom>
              <a:avLst/>
              <a:gdLst/>
              <a:ahLst/>
              <a:cxnLst/>
              <a:rect l="l" t="t" r="r" b="b"/>
              <a:pathLst>
                <a:path w="110" h="80" extrusionOk="0">
                  <a:moveTo>
                    <a:pt x="32" y="0"/>
                  </a:moveTo>
                  <a:lnTo>
                    <a:pt x="32" y="0"/>
                  </a:lnTo>
                  <a:cubicBezTo>
                    <a:pt x="15" y="17"/>
                    <a:pt x="0" y="17"/>
                    <a:pt x="0" y="32"/>
                  </a:cubicBezTo>
                  <a:lnTo>
                    <a:pt x="0" y="63"/>
                  </a:lnTo>
                  <a:cubicBezTo>
                    <a:pt x="15" y="63"/>
                    <a:pt x="15" y="80"/>
                    <a:pt x="32" y="80"/>
                  </a:cubicBezTo>
                  <a:lnTo>
                    <a:pt x="47" y="80"/>
                  </a:lnTo>
                  <a:lnTo>
                    <a:pt x="63" y="80"/>
                  </a:lnTo>
                  <a:lnTo>
                    <a:pt x="63" y="80"/>
                  </a:lnTo>
                  <a:cubicBezTo>
                    <a:pt x="95" y="80"/>
                    <a:pt x="110" y="63"/>
                    <a:pt x="110" y="48"/>
                  </a:cubicBezTo>
                  <a:cubicBezTo>
                    <a:pt x="110" y="32"/>
                    <a:pt x="95" y="17"/>
                    <a:pt x="78" y="17"/>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1" name="Google Shape;2031;p38"/>
            <p:cNvSpPr/>
            <p:nvPr/>
          </p:nvSpPr>
          <p:spPr>
            <a:xfrm>
              <a:off x="3412019" y="1777250"/>
              <a:ext cx="3530" cy="4516"/>
            </a:xfrm>
            <a:custGeom>
              <a:avLst/>
              <a:gdLst/>
              <a:ahLst/>
              <a:cxnLst/>
              <a:rect l="l" t="t" r="r" b="b"/>
              <a:pathLst>
                <a:path w="111" h="142" extrusionOk="0">
                  <a:moveTo>
                    <a:pt x="32" y="0"/>
                  </a:moveTo>
                  <a:lnTo>
                    <a:pt x="32" y="0"/>
                  </a:lnTo>
                  <a:cubicBezTo>
                    <a:pt x="16" y="0"/>
                    <a:pt x="0" y="15"/>
                    <a:pt x="0" y="32"/>
                  </a:cubicBezTo>
                  <a:lnTo>
                    <a:pt x="0" y="47"/>
                  </a:lnTo>
                  <a:cubicBezTo>
                    <a:pt x="0" y="63"/>
                    <a:pt x="16" y="63"/>
                    <a:pt x="16" y="63"/>
                  </a:cubicBezTo>
                  <a:lnTo>
                    <a:pt x="32" y="78"/>
                  </a:lnTo>
                  <a:lnTo>
                    <a:pt x="32" y="110"/>
                  </a:lnTo>
                  <a:lnTo>
                    <a:pt x="32" y="110"/>
                  </a:lnTo>
                  <a:cubicBezTo>
                    <a:pt x="32" y="126"/>
                    <a:pt x="48" y="126"/>
                    <a:pt x="48" y="141"/>
                  </a:cubicBezTo>
                  <a:lnTo>
                    <a:pt x="63" y="141"/>
                  </a:lnTo>
                  <a:lnTo>
                    <a:pt x="63" y="141"/>
                  </a:lnTo>
                  <a:lnTo>
                    <a:pt x="63" y="141"/>
                  </a:lnTo>
                  <a:lnTo>
                    <a:pt x="79" y="141"/>
                  </a:lnTo>
                  <a:cubicBezTo>
                    <a:pt x="95" y="126"/>
                    <a:pt x="111" y="126"/>
                    <a:pt x="111" y="110"/>
                  </a:cubicBezTo>
                  <a:lnTo>
                    <a:pt x="111" y="95"/>
                  </a:lnTo>
                  <a:lnTo>
                    <a:pt x="111" y="95"/>
                  </a:lnTo>
                  <a:lnTo>
                    <a:pt x="111" y="47"/>
                  </a:lnTo>
                  <a:cubicBezTo>
                    <a:pt x="111" y="32"/>
                    <a:pt x="95" y="32"/>
                    <a:pt x="95" y="15"/>
                  </a:cubicBezTo>
                  <a:lnTo>
                    <a:pt x="79" y="15"/>
                  </a:lnTo>
                  <a:lnTo>
                    <a:pt x="63"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2" name="Google Shape;2032;p38"/>
            <p:cNvSpPr/>
            <p:nvPr/>
          </p:nvSpPr>
          <p:spPr>
            <a:xfrm>
              <a:off x="3078812" y="1807304"/>
              <a:ext cx="2512" cy="3021"/>
            </a:xfrm>
            <a:custGeom>
              <a:avLst/>
              <a:gdLst/>
              <a:ahLst/>
              <a:cxnLst/>
              <a:rect l="l" t="t" r="r" b="b"/>
              <a:pathLst>
                <a:path w="79" h="95" extrusionOk="0">
                  <a:moveTo>
                    <a:pt x="47" y="0"/>
                  </a:moveTo>
                  <a:lnTo>
                    <a:pt x="47" y="0"/>
                  </a:lnTo>
                  <a:lnTo>
                    <a:pt x="47" y="0"/>
                  </a:lnTo>
                  <a:lnTo>
                    <a:pt x="47" y="0"/>
                  </a:lnTo>
                  <a:cubicBezTo>
                    <a:pt x="32" y="0"/>
                    <a:pt x="32" y="0"/>
                    <a:pt x="32" y="16"/>
                  </a:cubicBezTo>
                  <a:lnTo>
                    <a:pt x="15" y="16"/>
                  </a:lnTo>
                  <a:cubicBezTo>
                    <a:pt x="0" y="32"/>
                    <a:pt x="0" y="32"/>
                    <a:pt x="0" y="47"/>
                  </a:cubicBezTo>
                  <a:lnTo>
                    <a:pt x="0" y="63"/>
                  </a:lnTo>
                  <a:cubicBezTo>
                    <a:pt x="0" y="79"/>
                    <a:pt x="15" y="79"/>
                    <a:pt x="15" y="79"/>
                  </a:cubicBezTo>
                  <a:lnTo>
                    <a:pt x="15" y="79"/>
                  </a:lnTo>
                  <a:lnTo>
                    <a:pt x="32" y="95"/>
                  </a:lnTo>
                  <a:lnTo>
                    <a:pt x="47" y="95"/>
                  </a:lnTo>
                  <a:lnTo>
                    <a:pt x="78" y="95"/>
                  </a:lnTo>
                  <a:lnTo>
                    <a:pt x="63" y="95"/>
                  </a:lnTo>
                  <a:cubicBezTo>
                    <a:pt x="63" y="79"/>
                    <a:pt x="63" y="63"/>
                    <a:pt x="78" y="47"/>
                  </a:cubicBezTo>
                  <a:lnTo>
                    <a:pt x="78" y="47"/>
                  </a:lnTo>
                  <a:lnTo>
                    <a:pt x="78" y="47"/>
                  </a:lnTo>
                  <a:lnTo>
                    <a:pt x="78" y="16"/>
                  </a:lnTo>
                  <a:cubicBezTo>
                    <a:pt x="63" y="0"/>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3" name="Google Shape;2033;p38"/>
            <p:cNvSpPr/>
            <p:nvPr/>
          </p:nvSpPr>
          <p:spPr>
            <a:xfrm>
              <a:off x="3186022" y="1797286"/>
              <a:ext cx="3053" cy="3530"/>
            </a:xfrm>
            <a:custGeom>
              <a:avLst/>
              <a:gdLst/>
              <a:ahLst/>
              <a:cxnLst/>
              <a:rect l="l" t="t" r="r" b="b"/>
              <a:pathLst>
                <a:path w="96" h="111" extrusionOk="0">
                  <a:moveTo>
                    <a:pt x="64" y="0"/>
                  </a:moveTo>
                  <a:lnTo>
                    <a:pt x="64" y="0"/>
                  </a:lnTo>
                  <a:cubicBezTo>
                    <a:pt x="48" y="0"/>
                    <a:pt x="32" y="15"/>
                    <a:pt x="32" y="32"/>
                  </a:cubicBezTo>
                  <a:lnTo>
                    <a:pt x="16" y="63"/>
                  </a:lnTo>
                  <a:lnTo>
                    <a:pt x="16" y="63"/>
                  </a:lnTo>
                  <a:lnTo>
                    <a:pt x="16" y="63"/>
                  </a:lnTo>
                  <a:cubicBezTo>
                    <a:pt x="1" y="79"/>
                    <a:pt x="1" y="95"/>
                    <a:pt x="16" y="110"/>
                  </a:cubicBezTo>
                  <a:lnTo>
                    <a:pt x="32" y="110"/>
                  </a:lnTo>
                  <a:lnTo>
                    <a:pt x="48" y="110"/>
                  </a:lnTo>
                  <a:cubicBezTo>
                    <a:pt x="48" y="110"/>
                    <a:pt x="64" y="110"/>
                    <a:pt x="79" y="95"/>
                  </a:cubicBezTo>
                  <a:lnTo>
                    <a:pt x="79" y="79"/>
                  </a:lnTo>
                  <a:lnTo>
                    <a:pt x="79" y="63"/>
                  </a:lnTo>
                  <a:lnTo>
                    <a:pt x="95" y="63"/>
                  </a:lnTo>
                  <a:lnTo>
                    <a:pt x="95" y="47"/>
                  </a:lnTo>
                  <a:cubicBezTo>
                    <a:pt x="95" y="32"/>
                    <a:pt x="95" y="15"/>
                    <a:pt x="79" y="15"/>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4" name="Google Shape;2034;p38"/>
            <p:cNvSpPr/>
            <p:nvPr/>
          </p:nvSpPr>
          <p:spPr>
            <a:xfrm>
              <a:off x="3386958" y="1777250"/>
              <a:ext cx="5565" cy="3021"/>
            </a:xfrm>
            <a:custGeom>
              <a:avLst/>
              <a:gdLst/>
              <a:ahLst/>
              <a:cxnLst/>
              <a:rect l="l" t="t" r="r" b="b"/>
              <a:pathLst>
                <a:path w="175" h="95" extrusionOk="0">
                  <a:moveTo>
                    <a:pt x="80" y="0"/>
                  </a:moveTo>
                  <a:lnTo>
                    <a:pt x="80" y="15"/>
                  </a:lnTo>
                  <a:lnTo>
                    <a:pt x="17" y="15"/>
                  </a:lnTo>
                  <a:cubicBezTo>
                    <a:pt x="17" y="15"/>
                    <a:pt x="0" y="32"/>
                    <a:pt x="0" y="47"/>
                  </a:cubicBezTo>
                  <a:lnTo>
                    <a:pt x="0" y="47"/>
                  </a:lnTo>
                  <a:lnTo>
                    <a:pt x="0" y="63"/>
                  </a:lnTo>
                  <a:cubicBezTo>
                    <a:pt x="0" y="78"/>
                    <a:pt x="17" y="95"/>
                    <a:pt x="32" y="95"/>
                  </a:cubicBezTo>
                  <a:lnTo>
                    <a:pt x="48" y="78"/>
                  </a:lnTo>
                  <a:lnTo>
                    <a:pt x="143" y="63"/>
                  </a:lnTo>
                  <a:cubicBezTo>
                    <a:pt x="158" y="63"/>
                    <a:pt x="158" y="63"/>
                    <a:pt x="158" y="47"/>
                  </a:cubicBezTo>
                  <a:cubicBezTo>
                    <a:pt x="174" y="47"/>
                    <a:pt x="174" y="32"/>
                    <a:pt x="174" y="15"/>
                  </a:cubicBezTo>
                  <a:lnTo>
                    <a:pt x="174" y="15"/>
                  </a:lnTo>
                  <a:lnTo>
                    <a:pt x="174" y="15"/>
                  </a:lnTo>
                  <a:cubicBezTo>
                    <a:pt x="158" y="15"/>
                    <a:pt x="158" y="32"/>
                    <a:pt x="143" y="32"/>
                  </a:cubicBezTo>
                  <a:lnTo>
                    <a:pt x="111" y="32"/>
                  </a:lnTo>
                  <a:lnTo>
                    <a:pt x="111" y="32"/>
                  </a:lnTo>
                  <a:cubicBezTo>
                    <a:pt x="95" y="32"/>
                    <a:pt x="80" y="15"/>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5" name="Google Shape;2035;p38"/>
            <p:cNvSpPr/>
            <p:nvPr/>
          </p:nvSpPr>
          <p:spPr>
            <a:xfrm>
              <a:off x="3268680" y="1766214"/>
              <a:ext cx="4580" cy="3530"/>
            </a:xfrm>
            <a:custGeom>
              <a:avLst/>
              <a:gdLst/>
              <a:ahLst/>
              <a:cxnLst/>
              <a:rect l="l" t="t" r="r" b="b"/>
              <a:pathLst>
                <a:path w="144" h="111" extrusionOk="0">
                  <a:moveTo>
                    <a:pt x="112" y="1"/>
                  </a:moveTo>
                  <a:lnTo>
                    <a:pt x="112" y="1"/>
                  </a:lnTo>
                  <a:cubicBezTo>
                    <a:pt x="112" y="1"/>
                    <a:pt x="95" y="1"/>
                    <a:pt x="95" y="16"/>
                  </a:cubicBezTo>
                  <a:lnTo>
                    <a:pt x="80" y="16"/>
                  </a:lnTo>
                  <a:lnTo>
                    <a:pt x="80" y="16"/>
                  </a:lnTo>
                  <a:lnTo>
                    <a:pt x="17" y="47"/>
                  </a:lnTo>
                  <a:cubicBezTo>
                    <a:pt x="1" y="64"/>
                    <a:pt x="1" y="79"/>
                    <a:pt x="1" y="95"/>
                  </a:cubicBezTo>
                  <a:cubicBezTo>
                    <a:pt x="17" y="95"/>
                    <a:pt x="17" y="79"/>
                    <a:pt x="17" y="79"/>
                  </a:cubicBezTo>
                  <a:lnTo>
                    <a:pt x="32" y="79"/>
                  </a:lnTo>
                  <a:lnTo>
                    <a:pt x="49" y="95"/>
                  </a:lnTo>
                  <a:lnTo>
                    <a:pt x="64" y="110"/>
                  </a:lnTo>
                  <a:lnTo>
                    <a:pt x="112" y="79"/>
                  </a:lnTo>
                  <a:lnTo>
                    <a:pt x="127" y="64"/>
                  </a:lnTo>
                  <a:cubicBezTo>
                    <a:pt x="143" y="64"/>
                    <a:pt x="143" y="64"/>
                    <a:pt x="143" y="47"/>
                  </a:cubicBezTo>
                  <a:lnTo>
                    <a:pt x="143" y="32"/>
                  </a:lnTo>
                  <a:cubicBezTo>
                    <a:pt x="143" y="16"/>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6" name="Google Shape;2036;p38"/>
            <p:cNvSpPr/>
            <p:nvPr/>
          </p:nvSpPr>
          <p:spPr>
            <a:xfrm>
              <a:off x="3078812" y="1813792"/>
              <a:ext cx="3021" cy="3053"/>
            </a:xfrm>
            <a:custGeom>
              <a:avLst/>
              <a:gdLst/>
              <a:ahLst/>
              <a:cxnLst/>
              <a:rect l="l" t="t" r="r" b="b"/>
              <a:pathLst>
                <a:path w="95" h="96" extrusionOk="0">
                  <a:moveTo>
                    <a:pt x="32" y="1"/>
                  </a:moveTo>
                  <a:lnTo>
                    <a:pt x="32" y="1"/>
                  </a:lnTo>
                  <a:lnTo>
                    <a:pt x="15" y="1"/>
                  </a:lnTo>
                  <a:cubicBezTo>
                    <a:pt x="0" y="17"/>
                    <a:pt x="0" y="32"/>
                    <a:pt x="15" y="49"/>
                  </a:cubicBezTo>
                  <a:lnTo>
                    <a:pt x="32" y="80"/>
                  </a:lnTo>
                  <a:cubicBezTo>
                    <a:pt x="32" y="95"/>
                    <a:pt x="47" y="95"/>
                    <a:pt x="63" y="95"/>
                  </a:cubicBezTo>
                  <a:lnTo>
                    <a:pt x="78" y="95"/>
                  </a:lnTo>
                  <a:lnTo>
                    <a:pt x="78" y="95"/>
                  </a:lnTo>
                  <a:cubicBezTo>
                    <a:pt x="95" y="80"/>
                    <a:pt x="95" y="64"/>
                    <a:pt x="78" y="49"/>
                  </a:cubicBezTo>
                  <a:lnTo>
                    <a:pt x="63" y="17"/>
                  </a:lnTo>
                  <a:lnTo>
                    <a:pt x="63" y="17"/>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7" name="Google Shape;2037;p38"/>
            <p:cNvSpPr/>
            <p:nvPr/>
          </p:nvSpPr>
          <p:spPr>
            <a:xfrm>
              <a:off x="3175495" y="1801294"/>
              <a:ext cx="3021" cy="3021"/>
            </a:xfrm>
            <a:custGeom>
              <a:avLst/>
              <a:gdLst/>
              <a:ahLst/>
              <a:cxnLst/>
              <a:rect l="l" t="t" r="r" b="b"/>
              <a:pathLst>
                <a:path w="95" h="95" extrusionOk="0">
                  <a:moveTo>
                    <a:pt x="48" y="0"/>
                  </a:moveTo>
                  <a:lnTo>
                    <a:pt x="48" y="0"/>
                  </a:lnTo>
                  <a:cubicBezTo>
                    <a:pt x="32" y="0"/>
                    <a:pt x="32" y="16"/>
                    <a:pt x="17" y="16"/>
                  </a:cubicBezTo>
                  <a:lnTo>
                    <a:pt x="17" y="32"/>
                  </a:lnTo>
                  <a:lnTo>
                    <a:pt x="0" y="47"/>
                  </a:lnTo>
                  <a:cubicBezTo>
                    <a:pt x="0" y="63"/>
                    <a:pt x="0" y="79"/>
                    <a:pt x="17" y="79"/>
                  </a:cubicBezTo>
                  <a:cubicBezTo>
                    <a:pt x="17" y="95"/>
                    <a:pt x="17" y="95"/>
                    <a:pt x="32" y="95"/>
                  </a:cubicBezTo>
                  <a:lnTo>
                    <a:pt x="32" y="95"/>
                  </a:lnTo>
                  <a:lnTo>
                    <a:pt x="48" y="95"/>
                  </a:lnTo>
                  <a:cubicBezTo>
                    <a:pt x="48" y="95"/>
                    <a:pt x="63" y="95"/>
                    <a:pt x="80" y="79"/>
                  </a:cubicBezTo>
                  <a:lnTo>
                    <a:pt x="80" y="79"/>
                  </a:lnTo>
                  <a:lnTo>
                    <a:pt x="80" y="47"/>
                  </a:lnTo>
                  <a:cubicBezTo>
                    <a:pt x="95" y="32"/>
                    <a:pt x="95" y="32"/>
                    <a:pt x="80" y="32"/>
                  </a:cubicBezTo>
                  <a:cubicBezTo>
                    <a:pt x="80" y="16"/>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8" name="Google Shape;2038;p38"/>
            <p:cNvSpPr/>
            <p:nvPr/>
          </p:nvSpPr>
          <p:spPr>
            <a:xfrm>
              <a:off x="3158448" y="1805301"/>
              <a:ext cx="3053" cy="4516"/>
            </a:xfrm>
            <a:custGeom>
              <a:avLst/>
              <a:gdLst/>
              <a:ahLst/>
              <a:cxnLst/>
              <a:rect l="l" t="t" r="r" b="b"/>
              <a:pathLst>
                <a:path w="96" h="142" extrusionOk="0">
                  <a:moveTo>
                    <a:pt x="49" y="0"/>
                  </a:moveTo>
                  <a:lnTo>
                    <a:pt x="49" y="0"/>
                  </a:lnTo>
                  <a:cubicBezTo>
                    <a:pt x="32" y="0"/>
                    <a:pt x="32" y="16"/>
                    <a:pt x="17" y="32"/>
                  </a:cubicBezTo>
                  <a:lnTo>
                    <a:pt x="17" y="47"/>
                  </a:lnTo>
                  <a:lnTo>
                    <a:pt x="1" y="79"/>
                  </a:lnTo>
                  <a:lnTo>
                    <a:pt x="1" y="110"/>
                  </a:lnTo>
                  <a:lnTo>
                    <a:pt x="1" y="126"/>
                  </a:lnTo>
                  <a:lnTo>
                    <a:pt x="32" y="126"/>
                  </a:lnTo>
                  <a:lnTo>
                    <a:pt x="64" y="142"/>
                  </a:lnTo>
                  <a:lnTo>
                    <a:pt x="64" y="142"/>
                  </a:lnTo>
                  <a:lnTo>
                    <a:pt x="64" y="142"/>
                  </a:lnTo>
                  <a:cubicBezTo>
                    <a:pt x="80" y="126"/>
                    <a:pt x="95" y="126"/>
                    <a:pt x="95" y="110"/>
                  </a:cubicBezTo>
                  <a:lnTo>
                    <a:pt x="95" y="79"/>
                  </a:lnTo>
                  <a:lnTo>
                    <a:pt x="80" y="79"/>
                  </a:lnTo>
                  <a:lnTo>
                    <a:pt x="80" y="47"/>
                  </a:lnTo>
                  <a:cubicBezTo>
                    <a:pt x="95" y="32"/>
                    <a:pt x="80" y="16"/>
                    <a:pt x="64"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9" name="Google Shape;2039;p38"/>
            <p:cNvSpPr/>
            <p:nvPr/>
          </p:nvSpPr>
          <p:spPr>
            <a:xfrm>
              <a:off x="3388961" y="1815319"/>
              <a:ext cx="6551" cy="3530"/>
            </a:xfrm>
            <a:custGeom>
              <a:avLst/>
              <a:gdLst/>
              <a:ahLst/>
              <a:cxnLst/>
              <a:rect l="l" t="t" r="r" b="b"/>
              <a:pathLst>
                <a:path w="206" h="111" extrusionOk="0">
                  <a:moveTo>
                    <a:pt x="48" y="1"/>
                  </a:moveTo>
                  <a:lnTo>
                    <a:pt x="32" y="1"/>
                  </a:lnTo>
                  <a:cubicBezTo>
                    <a:pt x="32" y="1"/>
                    <a:pt x="17" y="1"/>
                    <a:pt x="17" y="16"/>
                  </a:cubicBezTo>
                  <a:cubicBezTo>
                    <a:pt x="0" y="32"/>
                    <a:pt x="17" y="47"/>
                    <a:pt x="32" y="64"/>
                  </a:cubicBezTo>
                  <a:cubicBezTo>
                    <a:pt x="32" y="64"/>
                    <a:pt x="48" y="64"/>
                    <a:pt x="48" y="79"/>
                  </a:cubicBezTo>
                  <a:cubicBezTo>
                    <a:pt x="80" y="95"/>
                    <a:pt x="95" y="110"/>
                    <a:pt x="126" y="110"/>
                  </a:cubicBezTo>
                  <a:lnTo>
                    <a:pt x="143" y="110"/>
                  </a:lnTo>
                  <a:lnTo>
                    <a:pt x="206" y="110"/>
                  </a:lnTo>
                  <a:lnTo>
                    <a:pt x="206" y="95"/>
                  </a:lnTo>
                  <a:lnTo>
                    <a:pt x="206" y="95"/>
                  </a:lnTo>
                  <a:lnTo>
                    <a:pt x="206" y="95"/>
                  </a:lnTo>
                  <a:lnTo>
                    <a:pt x="206" y="95"/>
                  </a:lnTo>
                  <a:cubicBezTo>
                    <a:pt x="206" y="47"/>
                    <a:pt x="158" y="47"/>
                    <a:pt x="143" y="32"/>
                  </a:cubicBezTo>
                  <a:lnTo>
                    <a:pt x="143" y="32"/>
                  </a:lnTo>
                  <a:lnTo>
                    <a:pt x="111" y="32"/>
                  </a:lnTo>
                  <a:lnTo>
                    <a:pt x="95" y="16"/>
                  </a:lnTo>
                  <a:cubicBezTo>
                    <a:pt x="80" y="16"/>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0" name="Google Shape;2040;p38"/>
            <p:cNvSpPr/>
            <p:nvPr/>
          </p:nvSpPr>
          <p:spPr>
            <a:xfrm>
              <a:off x="3033174" y="1819803"/>
              <a:ext cx="4580" cy="3562"/>
            </a:xfrm>
            <a:custGeom>
              <a:avLst/>
              <a:gdLst/>
              <a:ahLst/>
              <a:cxnLst/>
              <a:rect l="l" t="t" r="r" b="b"/>
              <a:pathLst>
                <a:path w="144" h="112" extrusionOk="0">
                  <a:moveTo>
                    <a:pt x="112" y="1"/>
                  </a:moveTo>
                  <a:lnTo>
                    <a:pt x="112" y="1"/>
                  </a:lnTo>
                  <a:cubicBezTo>
                    <a:pt x="95" y="1"/>
                    <a:pt x="95" y="1"/>
                    <a:pt x="95" y="17"/>
                  </a:cubicBezTo>
                  <a:lnTo>
                    <a:pt x="49" y="32"/>
                  </a:lnTo>
                  <a:lnTo>
                    <a:pt x="32" y="49"/>
                  </a:lnTo>
                  <a:cubicBezTo>
                    <a:pt x="17" y="64"/>
                    <a:pt x="1" y="95"/>
                    <a:pt x="17" y="95"/>
                  </a:cubicBezTo>
                  <a:lnTo>
                    <a:pt x="17" y="112"/>
                  </a:lnTo>
                  <a:lnTo>
                    <a:pt x="32" y="112"/>
                  </a:lnTo>
                  <a:lnTo>
                    <a:pt x="49" y="112"/>
                  </a:lnTo>
                  <a:lnTo>
                    <a:pt x="64" y="112"/>
                  </a:lnTo>
                  <a:lnTo>
                    <a:pt x="112" y="80"/>
                  </a:lnTo>
                  <a:lnTo>
                    <a:pt x="127" y="64"/>
                  </a:lnTo>
                  <a:lnTo>
                    <a:pt x="127" y="64"/>
                  </a:lnTo>
                  <a:cubicBezTo>
                    <a:pt x="143" y="49"/>
                    <a:pt x="143" y="32"/>
                    <a:pt x="143" y="17"/>
                  </a:cubicBezTo>
                  <a:lnTo>
                    <a:pt x="127" y="17"/>
                  </a:lnTo>
                  <a:cubicBezTo>
                    <a:pt x="127" y="1"/>
                    <a:pt x="112"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1" name="Google Shape;2041;p38"/>
            <p:cNvSpPr/>
            <p:nvPr/>
          </p:nvSpPr>
          <p:spPr>
            <a:xfrm>
              <a:off x="3354391" y="1779731"/>
              <a:ext cx="2035" cy="3562"/>
            </a:xfrm>
            <a:custGeom>
              <a:avLst/>
              <a:gdLst/>
              <a:ahLst/>
              <a:cxnLst/>
              <a:rect l="l" t="t" r="r" b="b"/>
              <a:pathLst>
                <a:path w="64" h="112" extrusionOk="0">
                  <a:moveTo>
                    <a:pt x="32" y="0"/>
                  </a:moveTo>
                  <a:lnTo>
                    <a:pt x="32" y="0"/>
                  </a:lnTo>
                  <a:cubicBezTo>
                    <a:pt x="16" y="17"/>
                    <a:pt x="1" y="32"/>
                    <a:pt x="1" y="48"/>
                  </a:cubicBezTo>
                  <a:lnTo>
                    <a:pt x="1" y="80"/>
                  </a:lnTo>
                  <a:cubicBezTo>
                    <a:pt x="1" y="95"/>
                    <a:pt x="16" y="111"/>
                    <a:pt x="32" y="111"/>
                  </a:cubicBezTo>
                  <a:lnTo>
                    <a:pt x="32" y="111"/>
                  </a:lnTo>
                  <a:cubicBezTo>
                    <a:pt x="64" y="111"/>
                    <a:pt x="64" y="95"/>
                    <a:pt x="64" y="63"/>
                  </a:cubicBezTo>
                  <a:lnTo>
                    <a:pt x="64" y="32"/>
                  </a:lnTo>
                  <a:cubicBezTo>
                    <a:pt x="64"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2" name="Google Shape;2042;p38"/>
            <p:cNvSpPr/>
            <p:nvPr/>
          </p:nvSpPr>
          <p:spPr>
            <a:xfrm>
              <a:off x="3277235" y="1788254"/>
              <a:ext cx="3021" cy="3053"/>
            </a:xfrm>
            <a:custGeom>
              <a:avLst/>
              <a:gdLst/>
              <a:ahLst/>
              <a:cxnLst/>
              <a:rect l="l" t="t" r="r" b="b"/>
              <a:pathLst>
                <a:path w="95" h="96" extrusionOk="0">
                  <a:moveTo>
                    <a:pt x="63" y="1"/>
                  </a:moveTo>
                  <a:lnTo>
                    <a:pt x="63" y="1"/>
                  </a:lnTo>
                  <a:lnTo>
                    <a:pt x="47" y="1"/>
                  </a:lnTo>
                  <a:lnTo>
                    <a:pt x="16" y="32"/>
                  </a:lnTo>
                  <a:cubicBezTo>
                    <a:pt x="0" y="32"/>
                    <a:pt x="0" y="64"/>
                    <a:pt x="0" y="79"/>
                  </a:cubicBezTo>
                  <a:cubicBezTo>
                    <a:pt x="16" y="79"/>
                    <a:pt x="16" y="95"/>
                    <a:pt x="32" y="95"/>
                  </a:cubicBezTo>
                  <a:lnTo>
                    <a:pt x="47" y="79"/>
                  </a:lnTo>
                  <a:lnTo>
                    <a:pt x="79" y="64"/>
                  </a:lnTo>
                  <a:cubicBezTo>
                    <a:pt x="95" y="47"/>
                    <a:pt x="95" y="32"/>
                    <a:pt x="95" y="16"/>
                  </a:cubicBezTo>
                  <a:cubicBezTo>
                    <a:pt x="79"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3" name="Google Shape;2043;p38"/>
            <p:cNvSpPr/>
            <p:nvPr/>
          </p:nvSpPr>
          <p:spPr>
            <a:xfrm>
              <a:off x="3299275" y="1786727"/>
              <a:ext cx="3530" cy="4039"/>
            </a:xfrm>
            <a:custGeom>
              <a:avLst/>
              <a:gdLst/>
              <a:ahLst/>
              <a:cxnLst/>
              <a:rect l="l" t="t" r="r" b="b"/>
              <a:pathLst>
                <a:path w="111" h="127" extrusionOk="0">
                  <a:moveTo>
                    <a:pt x="64" y="1"/>
                  </a:moveTo>
                  <a:lnTo>
                    <a:pt x="64" y="17"/>
                  </a:lnTo>
                  <a:lnTo>
                    <a:pt x="47" y="17"/>
                  </a:lnTo>
                  <a:cubicBezTo>
                    <a:pt x="47" y="17"/>
                    <a:pt x="32" y="32"/>
                    <a:pt x="32" y="49"/>
                  </a:cubicBezTo>
                  <a:lnTo>
                    <a:pt x="16" y="49"/>
                  </a:lnTo>
                  <a:cubicBezTo>
                    <a:pt x="1" y="64"/>
                    <a:pt x="1" y="80"/>
                    <a:pt x="1" y="95"/>
                  </a:cubicBezTo>
                  <a:cubicBezTo>
                    <a:pt x="1" y="112"/>
                    <a:pt x="16" y="127"/>
                    <a:pt x="32" y="127"/>
                  </a:cubicBezTo>
                  <a:lnTo>
                    <a:pt x="47" y="112"/>
                  </a:lnTo>
                  <a:lnTo>
                    <a:pt x="95" y="95"/>
                  </a:lnTo>
                  <a:cubicBezTo>
                    <a:pt x="110" y="95"/>
                    <a:pt x="110" y="64"/>
                    <a:pt x="110" y="49"/>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4" name="Google Shape;2044;p38"/>
            <p:cNvSpPr/>
            <p:nvPr/>
          </p:nvSpPr>
          <p:spPr>
            <a:xfrm>
              <a:off x="3235127" y="1793279"/>
              <a:ext cx="3053" cy="3021"/>
            </a:xfrm>
            <a:custGeom>
              <a:avLst/>
              <a:gdLst/>
              <a:ahLst/>
              <a:cxnLst/>
              <a:rect l="l" t="t" r="r" b="b"/>
              <a:pathLst>
                <a:path w="96" h="95" extrusionOk="0">
                  <a:moveTo>
                    <a:pt x="64" y="0"/>
                  </a:moveTo>
                  <a:lnTo>
                    <a:pt x="48" y="0"/>
                  </a:lnTo>
                  <a:cubicBezTo>
                    <a:pt x="48" y="0"/>
                    <a:pt x="32" y="0"/>
                    <a:pt x="32" y="15"/>
                  </a:cubicBezTo>
                  <a:lnTo>
                    <a:pt x="16" y="47"/>
                  </a:lnTo>
                  <a:cubicBezTo>
                    <a:pt x="1" y="63"/>
                    <a:pt x="16" y="95"/>
                    <a:pt x="32" y="95"/>
                  </a:cubicBezTo>
                  <a:lnTo>
                    <a:pt x="48" y="95"/>
                  </a:lnTo>
                  <a:cubicBezTo>
                    <a:pt x="64" y="95"/>
                    <a:pt x="79" y="95"/>
                    <a:pt x="79" y="78"/>
                  </a:cubicBezTo>
                  <a:lnTo>
                    <a:pt x="95" y="47"/>
                  </a:lnTo>
                  <a:cubicBezTo>
                    <a:pt x="95" y="32"/>
                    <a:pt x="95"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5" name="Google Shape;2045;p38"/>
            <p:cNvSpPr/>
            <p:nvPr/>
          </p:nvSpPr>
          <p:spPr>
            <a:xfrm>
              <a:off x="3420034" y="1797763"/>
              <a:ext cx="4039" cy="4039"/>
            </a:xfrm>
            <a:custGeom>
              <a:avLst/>
              <a:gdLst/>
              <a:ahLst/>
              <a:cxnLst/>
              <a:rect l="l" t="t" r="r" b="b"/>
              <a:pathLst>
                <a:path w="127" h="127" extrusionOk="0">
                  <a:moveTo>
                    <a:pt x="80" y="0"/>
                  </a:moveTo>
                  <a:lnTo>
                    <a:pt x="80" y="0"/>
                  </a:lnTo>
                  <a:cubicBezTo>
                    <a:pt x="63" y="0"/>
                    <a:pt x="63" y="0"/>
                    <a:pt x="63" y="17"/>
                  </a:cubicBezTo>
                  <a:lnTo>
                    <a:pt x="63" y="17"/>
                  </a:lnTo>
                  <a:lnTo>
                    <a:pt x="17" y="48"/>
                  </a:lnTo>
                  <a:cubicBezTo>
                    <a:pt x="0" y="48"/>
                    <a:pt x="0" y="64"/>
                    <a:pt x="0" y="80"/>
                  </a:cubicBezTo>
                  <a:cubicBezTo>
                    <a:pt x="0" y="95"/>
                    <a:pt x="17" y="95"/>
                    <a:pt x="32" y="111"/>
                  </a:cubicBezTo>
                  <a:lnTo>
                    <a:pt x="80" y="127"/>
                  </a:lnTo>
                  <a:lnTo>
                    <a:pt x="80" y="127"/>
                  </a:lnTo>
                  <a:lnTo>
                    <a:pt x="95" y="127"/>
                  </a:lnTo>
                  <a:lnTo>
                    <a:pt x="111" y="127"/>
                  </a:lnTo>
                  <a:cubicBezTo>
                    <a:pt x="111" y="111"/>
                    <a:pt x="126" y="111"/>
                    <a:pt x="126" y="95"/>
                  </a:cubicBezTo>
                  <a:lnTo>
                    <a:pt x="126" y="95"/>
                  </a:lnTo>
                  <a:cubicBezTo>
                    <a:pt x="126" y="80"/>
                    <a:pt x="126" y="64"/>
                    <a:pt x="111" y="64"/>
                  </a:cubicBezTo>
                  <a:lnTo>
                    <a:pt x="111" y="17"/>
                  </a:lnTo>
                  <a:cubicBezTo>
                    <a:pt x="95"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6" name="Google Shape;2046;p38"/>
            <p:cNvSpPr/>
            <p:nvPr/>
          </p:nvSpPr>
          <p:spPr>
            <a:xfrm>
              <a:off x="3247658" y="1816814"/>
              <a:ext cx="3021" cy="3021"/>
            </a:xfrm>
            <a:custGeom>
              <a:avLst/>
              <a:gdLst/>
              <a:ahLst/>
              <a:cxnLst/>
              <a:rect l="l" t="t" r="r" b="b"/>
              <a:pathLst>
                <a:path w="95" h="95" extrusionOk="0">
                  <a:moveTo>
                    <a:pt x="48" y="0"/>
                  </a:moveTo>
                  <a:cubicBezTo>
                    <a:pt x="48" y="17"/>
                    <a:pt x="48" y="17"/>
                    <a:pt x="32" y="32"/>
                  </a:cubicBezTo>
                  <a:lnTo>
                    <a:pt x="17" y="32"/>
                  </a:lnTo>
                  <a:lnTo>
                    <a:pt x="0" y="32"/>
                  </a:lnTo>
                  <a:lnTo>
                    <a:pt x="0" y="48"/>
                  </a:lnTo>
                  <a:lnTo>
                    <a:pt x="32" y="80"/>
                  </a:lnTo>
                  <a:lnTo>
                    <a:pt x="48" y="95"/>
                  </a:lnTo>
                  <a:cubicBezTo>
                    <a:pt x="63" y="95"/>
                    <a:pt x="63" y="80"/>
                    <a:pt x="80" y="80"/>
                  </a:cubicBezTo>
                  <a:cubicBezTo>
                    <a:pt x="95" y="80"/>
                    <a:pt x="95" y="48"/>
                    <a:pt x="80" y="32"/>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7" name="Google Shape;2047;p38"/>
            <p:cNvSpPr/>
            <p:nvPr/>
          </p:nvSpPr>
          <p:spPr>
            <a:xfrm>
              <a:off x="3431578" y="1795760"/>
              <a:ext cx="3021" cy="3021"/>
            </a:xfrm>
            <a:custGeom>
              <a:avLst/>
              <a:gdLst/>
              <a:ahLst/>
              <a:cxnLst/>
              <a:rect l="l" t="t" r="r" b="b"/>
              <a:pathLst>
                <a:path w="95" h="95" extrusionOk="0">
                  <a:moveTo>
                    <a:pt x="63" y="0"/>
                  </a:moveTo>
                  <a:lnTo>
                    <a:pt x="63" y="0"/>
                  </a:lnTo>
                  <a:lnTo>
                    <a:pt x="47" y="17"/>
                  </a:lnTo>
                  <a:lnTo>
                    <a:pt x="15" y="32"/>
                  </a:lnTo>
                  <a:cubicBezTo>
                    <a:pt x="0" y="48"/>
                    <a:pt x="0" y="63"/>
                    <a:pt x="0" y="80"/>
                  </a:cubicBezTo>
                  <a:cubicBezTo>
                    <a:pt x="15" y="95"/>
                    <a:pt x="15" y="95"/>
                    <a:pt x="32" y="95"/>
                  </a:cubicBezTo>
                  <a:lnTo>
                    <a:pt x="47" y="95"/>
                  </a:lnTo>
                  <a:lnTo>
                    <a:pt x="78" y="63"/>
                  </a:lnTo>
                  <a:cubicBezTo>
                    <a:pt x="95" y="63"/>
                    <a:pt x="95" y="32"/>
                    <a:pt x="95" y="17"/>
                  </a:cubicBezTo>
                  <a:cubicBezTo>
                    <a:pt x="78" y="17"/>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8" name="Google Shape;2048;p38"/>
            <p:cNvSpPr/>
            <p:nvPr/>
          </p:nvSpPr>
          <p:spPr>
            <a:xfrm>
              <a:off x="3440579" y="1797763"/>
              <a:ext cx="4039" cy="3562"/>
            </a:xfrm>
            <a:custGeom>
              <a:avLst/>
              <a:gdLst/>
              <a:ahLst/>
              <a:cxnLst/>
              <a:rect l="l" t="t" r="r" b="b"/>
              <a:pathLst>
                <a:path w="127" h="112" extrusionOk="0">
                  <a:moveTo>
                    <a:pt x="47" y="0"/>
                  </a:moveTo>
                  <a:lnTo>
                    <a:pt x="47" y="0"/>
                  </a:lnTo>
                  <a:cubicBezTo>
                    <a:pt x="32" y="0"/>
                    <a:pt x="16" y="0"/>
                    <a:pt x="16" y="17"/>
                  </a:cubicBezTo>
                  <a:cubicBezTo>
                    <a:pt x="1" y="32"/>
                    <a:pt x="1" y="48"/>
                    <a:pt x="16" y="64"/>
                  </a:cubicBezTo>
                  <a:lnTo>
                    <a:pt x="16" y="64"/>
                  </a:lnTo>
                  <a:lnTo>
                    <a:pt x="64" y="95"/>
                  </a:lnTo>
                  <a:lnTo>
                    <a:pt x="79" y="111"/>
                  </a:lnTo>
                  <a:lnTo>
                    <a:pt x="79" y="111"/>
                  </a:lnTo>
                  <a:cubicBezTo>
                    <a:pt x="95" y="111"/>
                    <a:pt x="110" y="95"/>
                    <a:pt x="110" y="95"/>
                  </a:cubicBezTo>
                  <a:lnTo>
                    <a:pt x="110" y="80"/>
                  </a:lnTo>
                  <a:cubicBezTo>
                    <a:pt x="127" y="80"/>
                    <a:pt x="127" y="64"/>
                    <a:pt x="110" y="48"/>
                  </a:cubicBezTo>
                  <a:lnTo>
                    <a:pt x="110" y="48"/>
                  </a:lnTo>
                  <a:lnTo>
                    <a:pt x="110" y="48"/>
                  </a:lnTo>
                  <a:lnTo>
                    <a:pt x="64" y="17"/>
                  </a:lnTo>
                  <a:cubicBezTo>
                    <a:pt x="64" y="0"/>
                    <a:pt x="64"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9" name="Google Shape;2049;p38"/>
            <p:cNvSpPr/>
            <p:nvPr/>
          </p:nvSpPr>
          <p:spPr>
            <a:xfrm>
              <a:off x="3269698" y="1815796"/>
              <a:ext cx="3021" cy="3562"/>
            </a:xfrm>
            <a:custGeom>
              <a:avLst/>
              <a:gdLst/>
              <a:ahLst/>
              <a:cxnLst/>
              <a:rect l="l" t="t" r="r" b="b"/>
              <a:pathLst>
                <a:path w="95" h="112" extrusionOk="0">
                  <a:moveTo>
                    <a:pt x="48" y="1"/>
                  </a:moveTo>
                  <a:lnTo>
                    <a:pt x="48" y="1"/>
                  </a:lnTo>
                  <a:cubicBezTo>
                    <a:pt x="32" y="1"/>
                    <a:pt x="32" y="17"/>
                    <a:pt x="17" y="32"/>
                  </a:cubicBezTo>
                  <a:lnTo>
                    <a:pt x="17" y="49"/>
                  </a:lnTo>
                  <a:lnTo>
                    <a:pt x="0" y="64"/>
                  </a:lnTo>
                  <a:cubicBezTo>
                    <a:pt x="0" y="80"/>
                    <a:pt x="17" y="95"/>
                    <a:pt x="32" y="95"/>
                  </a:cubicBezTo>
                  <a:lnTo>
                    <a:pt x="32" y="112"/>
                  </a:lnTo>
                  <a:cubicBezTo>
                    <a:pt x="48" y="112"/>
                    <a:pt x="63" y="95"/>
                    <a:pt x="80" y="80"/>
                  </a:cubicBezTo>
                  <a:lnTo>
                    <a:pt x="80" y="64"/>
                  </a:lnTo>
                  <a:lnTo>
                    <a:pt x="80" y="49"/>
                  </a:lnTo>
                  <a:cubicBezTo>
                    <a:pt x="95" y="32"/>
                    <a:pt x="80"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0" name="Google Shape;2050;p38"/>
            <p:cNvSpPr/>
            <p:nvPr/>
          </p:nvSpPr>
          <p:spPr>
            <a:xfrm>
              <a:off x="3396499" y="1803774"/>
              <a:ext cx="3021" cy="2544"/>
            </a:xfrm>
            <a:custGeom>
              <a:avLst/>
              <a:gdLst/>
              <a:ahLst/>
              <a:cxnLst/>
              <a:rect l="l" t="t" r="r" b="b"/>
              <a:pathLst>
                <a:path w="95" h="80" extrusionOk="0">
                  <a:moveTo>
                    <a:pt x="63" y="1"/>
                  </a:moveTo>
                  <a:lnTo>
                    <a:pt x="47" y="1"/>
                  </a:lnTo>
                  <a:lnTo>
                    <a:pt x="47" y="1"/>
                  </a:lnTo>
                  <a:lnTo>
                    <a:pt x="32" y="1"/>
                  </a:lnTo>
                  <a:cubicBezTo>
                    <a:pt x="15" y="1"/>
                    <a:pt x="0" y="17"/>
                    <a:pt x="0" y="17"/>
                  </a:cubicBezTo>
                  <a:lnTo>
                    <a:pt x="0" y="17"/>
                  </a:lnTo>
                  <a:lnTo>
                    <a:pt x="0" y="48"/>
                  </a:lnTo>
                  <a:lnTo>
                    <a:pt x="0" y="48"/>
                  </a:lnTo>
                  <a:cubicBezTo>
                    <a:pt x="0" y="64"/>
                    <a:pt x="15" y="80"/>
                    <a:pt x="32" y="80"/>
                  </a:cubicBezTo>
                  <a:lnTo>
                    <a:pt x="32" y="80"/>
                  </a:lnTo>
                  <a:lnTo>
                    <a:pt x="32" y="80"/>
                  </a:lnTo>
                  <a:lnTo>
                    <a:pt x="63" y="64"/>
                  </a:lnTo>
                  <a:cubicBezTo>
                    <a:pt x="78" y="64"/>
                    <a:pt x="78" y="64"/>
                    <a:pt x="95" y="48"/>
                  </a:cubicBezTo>
                  <a:lnTo>
                    <a:pt x="95" y="32"/>
                  </a:lnTo>
                  <a:cubicBezTo>
                    <a:pt x="95" y="17"/>
                    <a:pt x="95"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1" name="Google Shape;2051;p38"/>
            <p:cNvSpPr/>
            <p:nvPr/>
          </p:nvSpPr>
          <p:spPr>
            <a:xfrm>
              <a:off x="3387944" y="1804283"/>
              <a:ext cx="4580" cy="3530"/>
            </a:xfrm>
            <a:custGeom>
              <a:avLst/>
              <a:gdLst/>
              <a:ahLst/>
              <a:cxnLst/>
              <a:rect l="l" t="t" r="r" b="b"/>
              <a:pathLst>
                <a:path w="144" h="111" extrusionOk="0">
                  <a:moveTo>
                    <a:pt x="64" y="1"/>
                  </a:moveTo>
                  <a:lnTo>
                    <a:pt x="64" y="1"/>
                  </a:lnTo>
                  <a:cubicBezTo>
                    <a:pt x="49" y="1"/>
                    <a:pt x="32" y="16"/>
                    <a:pt x="32" y="16"/>
                  </a:cubicBezTo>
                  <a:lnTo>
                    <a:pt x="17" y="48"/>
                  </a:lnTo>
                  <a:lnTo>
                    <a:pt x="17" y="64"/>
                  </a:lnTo>
                  <a:cubicBezTo>
                    <a:pt x="17" y="64"/>
                    <a:pt x="1" y="79"/>
                    <a:pt x="17" y="79"/>
                  </a:cubicBezTo>
                  <a:cubicBezTo>
                    <a:pt x="17" y="95"/>
                    <a:pt x="17" y="95"/>
                    <a:pt x="32" y="95"/>
                  </a:cubicBezTo>
                  <a:cubicBezTo>
                    <a:pt x="32" y="111"/>
                    <a:pt x="32" y="111"/>
                    <a:pt x="49" y="111"/>
                  </a:cubicBezTo>
                  <a:cubicBezTo>
                    <a:pt x="49" y="111"/>
                    <a:pt x="64" y="95"/>
                    <a:pt x="80" y="95"/>
                  </a:cubicBezTo>
                  <a:lnTo>
                    <a:pt x="80" y="79"/>
                  </a:lnTo>
                  <a:lnTo>
                    <a:pt x="80" y="79"/>
                  </a:lnTo>
                  <a:lnTo>
                    <a:pt x="95" y="79"/>
                  </a:lnTo>
                  <a:lnTo>
                    <a:pt x="95" y="79"/>
                  </a:lnTo>
                  <a:cubicBezTo>
                    <a:pt x="112" y="79"/>
                    <a:pt x="127" y="79"/>
                    <a:pt x="127" y="64"/>
                  </a:cubicBezTo>
                  <a:cubicBezTo>
                    <a:pt x="143" y="48"/>
                    <a:pt x="127" y="32"/>
                    <a:pt x="112" y="16"/>
                  </a:cubicBezTo>
                  <a:lnTo>
                    <a:pt x="95" y="16"/>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2" name="Google Shape;2052;p38"/>
            <p:cNvSpPr/>
            <p:nvPr/>
          </p:nvSpPr>
          <p:spPr>
            <a:xfrm>
              <a:off x="3266676" y="1817323"/>
              <a:ext cx="3053" cy="3530"/>
            </a:xfrm>
            <a:custGeom>
              <a:avLst/>
              <a:gdLst/>
              <a:ahLst/>
              <a:cxnLst/>
              <a:rect l="l" t="t" r="r" b="b"/>
              <a:pathLst>
                <a:path w="96" h="111" extrusionOk="0">
                  <a:moveTo>
                    <a:pt x="32" y="1"/>
                  </a:moveTo>
                  <a:lnTo>
                    <a:pt x="32" y="1"/>
                  </a:lnTo>
                  <a:lnTo>
                    <a:pt x="17" y="16"/>
                  </a:lnTo>
                  <a:cubicBezTo>
                    <a:pt x="1" y="16"/>
                    <a:pt x="1" y="47"/>
                    <a:pt x="1" y="64"/>
                  </a:cubicBezTo>
                  <a:lnTo>
                    <a:pt x="32" y="95"/>
                  </a:lnTo>
                  <a:lnTo>
                    <a:pt x="32" y="95"/>
                  </a:lnTo>
                  <a:lnTo>
                    <a:pt x="49" y="95"/>
                  </a:lnTo>
                  <a:lnTo>
                    <a:pt x="49" y="110"/>
                  </a:lnTo>
                  <a:cubicBezTo>
                    <a:pt x="64" y="110"/>
                    <a:pt x="64" y="95"/>
                    <a:pt x="80" y="95"/>
                  </a:cubicBezTo>
                  <a:lnTo>
                    <a:pt x="80" y="95"/>
                  </a:lnTo>
                  <a:cubicBezTo>
                    <a:pt x="95" y="79"/>
                    <a:pt x="95" y="64"/>
                    <a:pt x="80" y="47"/>
                  </a:cubicBezTo>
                  <a:lnTo>
                    <a:pt x="80" y="47"/>
                  </a:lnTo>
                  <a:lnTo>
                    <a:pt x="64" y="16"/>
                  </a:lnTo>
                  <a:cubicBezTo>
                    <a:pt x="64"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3" name="Google Shape;2053;p38"/>
            <p:cNvSpPr/>
            <p:nvPr/>
          </p:nvSpPr>
          <p:spPr>
            <a:xfrm>
              <a:off x="3312792" y="1810803"/>
              <a:ext cx="4548" cy="3562"/>
            </a:xfrm>
            <a:custGeom>
              <a:avLst/>
              <a:gdLst/>
              <a:ahLst/>
              <a:cxnLst/>
              <a:rect l="l" t="t" r="r" b="b"/>
              <a:pathLst>
                <a:path w="143" h="112" extrusionOk="0">
                  <a:moveTo>
                    <a:pt x="48" y="0"/>
                  </a:moveTo>
                  <a:lnTo>
                    <a:pt x="32" y="0"/>
                  </a:lnTo>
                  <a:cubicBezTo>
                    <a:pt x="32" y="0"/>
                    <a:pt x="17" y="0"/>
                    <a:pt x="17" y="17"/>
                  </a:cubicBezTo>
                  <a:cubicBezTo>
                    <a:pt x="0" y="32"/>
                    <a:pt x="0" y="48"/>
                    <a:pt x="17" y="63"/>
                  </a:cubicBezTo>
                  <a:lnTo>
                    <a:pt x="95" y="111"/>
                  </a:lnTo>
                  <a:lnTo>
                    <a:pt x="111" y="111"/>
                  </a:lnTo>
                  <a:cubicBezTo>
                    <a:pt x="111" y="111"/>
                    <a:pt x="126" y="111"/>
                    <a:pt x="143" y="95"/>
                  </a:cubicBezTo>
                  <a:cubicBezTo>
                    <a:pt x="143" y="80"/>
                    <a:pt x="143" y="63"/>
                    <a:pt x="126" y="48"/>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4" name="Google Shape;2054;p38"/>
            <p:cNvSpPr/>
            <p:nvPr/>
          </p:nvSpPr>
          <p:spPr>
            <a:xfrm>
              <a:off x="3287730" y="1813792"/>
              <a:ext cx="4039" cy="3053"/>
            </a:xfrm>
            <a:custGeom>
              <a:avLst/>
              <a:gdLst/>
              <a:ahLst/>
              <a:cxnLst/>
              <a:rect l="l" t="t" r="r" b="b"/>
              <a:pathLst>
                <a:path w="127" h="96" extrusionOk="0">
                  <a:moveTo>
                    <a:pt x="49" y="1"/>
                  </a:moveTo>
                  <a:lnTo>
                    <a:pt x="49" y="1"/>
                  </a:lnTo>
                  <a:lnTo>
                    <a:pt x="32" y="1"/>
                  </a:lnTo>
                  <a:cubicBezTo>
                    <a:pt x="17" y="1"/>
                    <a:pt x="17" y="1"/>
                    <a:pt x="17" y="17"/>
                  </a:cubicBezTo>
                  <a:cubicBezTo>
                    <a:pt x="17" y="17"/>
                    <a:pt x="1" y="32"/>
                    <a:pt x="17" y="49"/>
                  </a:cubicBezTo>
                  <a:lnTo>
                    <a:pt x="17" y="49"/>
                  </a:lnTo>
                  <a:lnTo>
                    <a:pt x="32" y="80"/>
                  </a:lnTo>
                  <a:cubicBezTo>
                    <a:pt x="32" y="95"/>
                    <a:pt x="49" y="95"/>
                    <a:pt x="64" y="95"/>
                  </a:cubicBezTo>
                  <a:lnTo>
                    <a:pt x="80" y="95"/>
                  </a:lnTo>
                  <a:lnTo>
                    <a:pt x="95" y="80"/>
                  </a:lnTo>
                  <a:cubicBezTo>
                    <a:pt x="112" y="64"/>
                    <a:pt x="127" y="64"/>
                    <a:pt x="127" y="49"/>
                  </a:cubicBezTo>
                  <a:cubicBezTo>
                    <a:pt x="127" y="32"/>
                    <a:pt x="112" y="17"/>
                    <a:pt x="112" y="17"/>
                  </a:cubicBezTo>
                  <a:lnTo>
                    <a:pt x="95"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5" name="Google Shape;2055;p38"/>
            <p:cNvSpPr/>
            <p:nvPr/>
          </p:nvSpPr>
          <p:spPr>
            <a:xfrm>
              <a:off x="3309293" y="1811789"/>
              <a:ext cx="4039" cy="3053"/>
            </a:xfrm>
            <a:custGeom>
              <a:avLst/>
              <a:gdLst/>
              <a:ahLst/>
              <a:cxnLst/>
              <a:rect l="l" t="t" r="r" b="b"/>
              <a:pathLst>
                <a:path w="127" h="96" extrusionOk="0">
                  <a:moveTo>
                    <a:pt x="32" y="1"/>
                  </a:moveTo>
                  <a:lnTo>
                    <a:pt x="32" y="1"/>
                  </a:lnTo>
                  <a:cubicBezTo>
                    <a:pt x="16" y="1"/>
                    <a:pt x="16" y="1"/>
                    <a:pt x="1" y="17"/>
                  </a:cubicBezTo>
                  <a:cubicBezTo>
                    <a:pt x="1" y="32"/>
                    <a:pt x="1" y="49"/>
                    <a:pt x="16" y="49"/>
                  </a:cubicBezTo>
                  <a:lnTo>
                    <a:pt x="16" y="64"/>
                  </a:lnTo>
                  <a:lnTo>
                    <a:pt x="64" y="80"/>
                  </a:lnTo>
                  <a:lnTo>
                    <a:pt x="79" y="95"/>
                  </a:lnTo>
                  <a:cubicBezTo>
                    <a:pt x="95" y="95"/>
                    <a:pt x="110" y="80"/>
                    <a:pt x="110" y="64"/>
                  </a:cubicBezTo>
                  <a:cubicBezTo>
                    <a:pt x="127" y="64"/>
                    <a:pt x="127" y="49"/>
                    <a:pt x="110" y="49"/>
                  </a:cubicBezTo>
                  <a:cubicBezTo>
                    <a:pt x="110" y="32"/>
                    <a:pt x="110" y="32"/>
                    <a:pt x="95"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6" name="Google Shape;2056;p38"/>
            <p:cNvSpPr/>
            <p:nvPr/>
          </p:nvSpPr>
          <p:spPr>
            <a:xfrm>
              <a:off x="3122892" y="1830839"/>
              <a:ext cx="3530" cy="2544"/>
            </a:xfrm>
            <a:custGeom>
              <a:avLst/>
              <a:gdLst/>
              <a:ahLst/>
              <a:cxnLst/>
              <a:rect l="l" t="t" r="r" b="b"/>
              <a:pathLst>
                <a:path w="111" h="80" extrusionOk="0">
                  <a:moveTo>
                    <a:pt x="64" y="0"/>
                  </a:moveTo>
                  <a:lnTo>
                    <a:pt x="64" y="0"/>
                  </a:lnTo>
                  <a:lnTo>
                    <a:pt x="47" y="0"/>
                  </a:lnTo>
                  <a:lnTo>
                    <a:pt x="16" y="17"/>
                  </a:lnTo>
                  <a:cubicBezTo>
                    <a:pt x="1" y="32"/>
                    <a:pt x="1" y="48"/>
                    <a:pt x="16" y="63"/>
                  </a:cubicBezTo>
                  <a:cubicBezTo>
                    <a:pt x="16" y="80"/>
                    <a:pt x="32" y="80"/>
                    <a:pt x="32" y="80"/>
                  </a:cubicBezTo>
                  <a:lnTo>
                    <a:pt x="64" y="80"/>
                  </a:lnTo>
                  <a:lnTo>
                    <a:pt x="79" y="63"/>
                  </a:lnTo>
                  <a:cubicBezTo>
                    <a:pt x="95" y="48"/>
                    <a:pt x="110"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7" name="Google Shape;2057;p38"/>
            <p:cNvSpPr/>
            <p:nvPr/>
          </p:nvSpPr>
          <p:spPr>
            <a:xfrm>
              <a:off x="3251665" y="1810803"/>
              <a:ext cx="3021" cy="3021"/>
            </a:xfrm>
            <a:custGeom>
              <a:avLst/>
              <a:gdLst/>
              <a:ahLst/>
              <a:cxnLst/>
              <a:rect l="l" t="t" r="r" b="b"/>
              <a:pathLst>
                <a:path w="95" h="95" extrusionOk="0">
                  <a:moveTo>
                    <a:pt x="32" y="0"/>
                  </a:moveTo>
                  <a:lnTo>
                    <a:pt x="32" y="0"/>
                  </a:lnTo>
                  <a:lnTo>
                    <a:pt x="17" y="0"/>
                  </a:lnTo>
                  <a:cubicBezTo>
                    <a:pt x="0" y="17"/>
                    <a:pt x="0" y="32"/>
                    <a:pt x="0" y="48"/>
                  </a:cubicBezTo>
                  <a:lnTo>
                    <a:pt x="17" y="80"/>
                  </a:lnTo>
                  <a:cubicBezTo>
                    <a:pt x="32" y="95"/>
                    <a:pt x="32" y="95"/>
                    <a:pt x="48" y="95"/>
                  </a:cubicBezTo>
                  <a:lnTo>
                    <a:pt x="63" y="95"/>
                  </a:lnTo>
                  <a:cubicBezTo>
                    <a:pt x="80" y="80"/>
                    <a:pt x="95" y="63"/>
                    <a:pt x="80" y="48"/>
                  </a:cubicBezTo>
                  <a:lnTo>
                    <a:pt x="63" y="17"/>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8" name="Google Shape;2058;p38"/>
            <p:cNvSpPr/>
            <p:nvPr/>
          </p:nvSpPr>
          <p:spPr>
            <a:xfrm>
              <a:off x="3249184" y="1807304"/>
              <a:ext cx="3021" cy="3530"/>
            </a:xfrm>
            <a:custGeom>
              <a:avLst/>
              <a:gdLst/>
              <a:ahLst/>
              <a:cxnLst/>
              <a:rect l="l" t="t" r="r" b="b"/>
              <a:pathLst>
                <a:path w="95" h="111" extrusionOk="0">
                  <a:moveTo>
                    <a:pt x="32" y="0"/>
                  </a:moveTo>
                  <a:lnTo>
                    <a:pt x="32" y="0"/>
                  </a:lnTo>
                  <a:cubicBezTo>
                    <a:pt x="32" y="0"/>
                    <a:pt x="32" y="16"/>
                    <a:pt x="15" y="16"/>
                  </a:cubicBezTo>
                  <a:cubicBezTo>
                    <a:pt x="0" y="16"/>
                    <a:pt x="0" y="47"/>
                    <a:pt x="15" y="63"/>
                  </a:cubicBezTo>
                  <a:lnTo>
                    <a:pt x="32" y="95"/>
                  </a:lnTo>
                  <a:cubicBezTo>
                    <a:pt x="32" y="95"/>
                    <a:pt x="47" y="110"/>
                    <a:pt x="63" y="110"/>
                  </a:cubicBezTo>
                  <a:cubicBezTo>
                    <a:pt x="63" y="110"/>
                    <a:pt x="63" y="95"/>
                    <a:pt x="78" y="95"/>
                  </a:cubicBezTo>
                  <a:cubicBezTo>
                    <a:pt x="95" y="95"/>
                    <a:pt x="95" y="63"/>
                    <a:pt x="78" y="47"/>
                  </a:cubicBezTo>
                  <a:lnTo>
                    <a:pt x="63" y="16"/>
                  </a:lnTo>
                  <a:cubicBezTo>
                    <a:pt x="63"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9" name="Google Shape;2059;p38"/>
            <p:cNvSpPr/>
            <p:nvPr/>
          </p:nvSpPr>
          <p:spPr>
            <a:xfrm>
              <a:off x="3446081" y="1793279"/>
              <a:ext cx="3562" cy="2512"/>
            </a:xfrm>
            <a:custGeom>
              <a:avLst/>
              <a:gdLst/>
              <a:ahLst/>
              <a:cxnLst/>
              <a:rect l="l" t="t" r="r" b="b"/>
              <a:pathLst>
                <a:path w="112" h="79" extrusionOk="0">
                  <a:moveTo>
                    <a:pt x="63" y="0"/>
                  </a:moveTo>
                  <a:lnTo>
                    <a:pt x="63" y="0"/>
                  </a:lnTo>
                  <a:lnTo>
                    <a:pt x="32" y="0"/>
                  </a:lnTo>
                  <a:lnTo>
                    <a:pt x="32" y="15"/>
                  </a:lnTo>
                  <a:lnTo>
                    <a:pt x="17" y="32"/>
                  </a:lnTo>
                  <a:cubicBezTo>
                    <a:pt x="0" y="47"/>
                    <a:pt x="17" y="63"/>
                    <a:pt x="17" y="78"/>
                  </a:cubicBezTo>
                  <a:lnTo>
                    <a:pt x="48" y="78"/>
                  </a:lnTo>
                  <a:lnTo>
                    <a:pt x="80" y="78"/>
                  </a:lnTo>
                  <a:lnTo>
                    <a:pt x="80" y="63"/>
                  </a:lnTo>
                  <a:lnTo>
                    <a:pt x="95" y="47"/>
                  </a:lnTo>
                  <a:cubicBezTo>
                    <a:pt x="111" y="32"/>
                    <a:pt x="95" y="15"/>
                    <a:pt x="95"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0" name="Google Shape;2060;p38"/>
            <p:cNvSpPr/>
            <p:nvPr/>
          </p:nvSpPr>
          <p:spPr>
            <a:xfrm>
              <a:off x="3246163" y="1813792"/>
              <a:ext cx="3053" cy="4039"/>
            </a:xfrm>
            <a:custGeom>
              <a:avLst/>
              <a:gdLst/>
              <a:ahLst/>
              <a:cxnLst/>
              <a:rect l="l" t="t" r="r" b="b"/>
              <a:pathLst>
                <a:path w="96" h="127" extrusionOk="0">
                  <a:moveTo>
                    <a:pt x="64" y="1"/>
                  </a:moveTo>
                  <a:cubicBezTo>
                    <a:pt x="64" y="1"/>
                    <a:pt x="47" y="1"/>
                    <a:pt x="47" y="17"/>
                  </a:cubicBezTo>
                  <a:lnTo>
                    <a:pt x="32" y="17"/>
                  </a:lnTo>
                  <a:cubicBezTo>
                    <a:pt x="16" y="17"/>
                    <a:pt x="16" y="17"/>
                    <a:pt x="16" y="1"/>
                  </a:cubicBezTo>
                  <a:lnTo>
                    <a:pt x="16" y="17"/>
                  </a:lnTo>
                  <a:lnTo>
                    <a:pt x="16" y="17"/>
                  </a:lnTo>
                  <a:lnTo>
                    <a:pt x="16" y="17"/>
                  </a:lnTo>
                  <a:lnTo>
                    <a:pt x="16" y="17"/>
                  </a:lnTo>
                  <a:lnTo>
                    <a:pt x="16" y="17"/>
                  </a:lnTo>
                  <a:lnTo>
                    <a:pt x="16" y="17"/>
                  </a:lnTo>
                  <a:lnTo>
                    <a:pt x="16" y="17"/>
                  </a:lnTo>
                  <a:cubicBezTo>
                    <a:pt x="1" y="17"/>
                    <a:pt x="1" y="32"/>
                    <a:pt x="16" y="32"/>
                  </a:cubicBezTo>
                  <a:lnTo>
                    <a:pt x="32" y="95"/>
                  </a:lnTo>
                  <a:cubicBezTo>
                    <a:pt x="32" y="112"/>
                    <a:pt x="47" y="112"/>
                    <a:pt x="47" y="127"/>
                  </a:cubicBezTo>
                  <a:lnTo>
                    <a:pt x="64" y="127"/>
                  </a:lnTo>
                  <a:lnTo>
                    <a:pt x="79" y="127"/>
                  </a:lnTo>
                  <a:cubicBezTo>
                    <a:pt x="95" y="112"/>
                    <a:pt x="95" y="112"/>
                    <a:pt x="95" y="95"/>
                  </a:cubicBezTo>
                  <a:lnTo>
                    <a:pt x="95" y="80"/>
                  </a:lnTo>
                  <a:lnTo>
                    <a:pt x="95" y="80"/>
                  </a:lnTo>
                  <a:lnTo>
                    <a:pt x="79" y="17"/>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1" name="Google Shape;2061;p38"/>
            <p:cNvSpPr/>
            <p:nvPr/>
          </p:nvSpPr>
          <p:spPr>
            <a:xfrm>
              <a:off x="3271701" y="1810803"/>
              <a:ext cx="3021" cy="3562"/>
            </a:xfrm>
            <a:custGeom>
              <a:avLst/>
              <a:gdLst/>
              <a:ahLst/>
              <a:cxnLst/>
              <a:rect l="l" t="t" r="r" b="b"/>
              <a:pathLst>
                <a:path w="95" h="112" extrusionOk="0">
                  <a:moveTo>
                    <a:pt x="48" y="0"/>
                  </a:moveTo>
                  <a:lnTo>
                    <a:pt x="48" y="0"/>
                  </a:lnTo>
                  <a:lnTo>
                    <a:pt x="32" y="0"/>
                  </a:lnTo>
                  <a:cubicBezTo>
                    <a:pt x="17" y="0"/>
                    <a:pt x="17" y="17"/>
                    <a:pt x="17" y="17"/>
                  </a:cubicBezTo>
                  <a:lnTo>
                    <a:pt x="17" y="32"/>
                  </a:lnTo>
                  <a:lnTo>
                    <a:pt x="0" y="63"/>
                  </a:lnTo>
                  <a:cubicBezTo>
                    <a:pt x="0" y="80"/>
                    <a:pt x="17" y="111"/>
                    <a:pt x="32" y="111"/>
                  </a:cubicBezTo>
                  <a:lnTo>
                    <a:pt x="32" y="111"/>
                  </a:lnTo>
                  <a:cubicBezTo>
                    <a:pt x="48" y="111"/>
                    <a:pt x="48" y="111"/>
                    <a:pt x="63" y="95"/>
                  </a:cubicBezTo>
                  <a:lnTo>
                    <a:pt x="63" y="80"/>
                  </a:lnTo>
                  <a:lnTo>
                    <a:pt x="80" y="80"/>
                  </a:lnTo>
                  <a:lnTo>
                    <a:pt x="80"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2" name="Google Shape;2062;p38"/>
            <p:cNvSpPr/>
            <p:nvPr/>
          </p:nvSpPr>
          <p:spPr>
            <a:xfrm>
              <a:off x="3415518" y="1787745"/>
              <a:ext cx="3053" cy="4039"/>
            </a:xfrm>
            <a:custGeom>
              <a:avLst/>
              <a:gdLst/>
              <a:ahLst/>
              <a:cxnLst/>
              <a:rect l="l" t="t" r="r" b="b"/>
              <a:pathLst>
                <a:path w="96" h="127" extrusionOk="0">
                  <a:moveTo>
                    <a:pt x="32" y="0"/>
                  </a:moveTo>
                  <a:lnTo>
                    <a:pt x="32" y="0"/>
                  </a:lnTo>
                  <a:cubicBezTo>
                    <a:pt x="16" y="0"/>
                    <a:pt x="16" y="17"/>
                    <a:pt x="1" y="17"/>
                  </a:cubicBezTo>
                  <a:lnTo>
                    <a:pt x="1" y="32"/>
                  </a:lnTo>
                  <a:cubicBezTo>
                    <a:pt x="1" y="48"/>
                    <a:pt x="1" y="63"/>
                    <a:pt x="16" y="80"/>
                  </a:cubicBezTo>
                  <a:lnTo>
                    <a:pt x="16" y="80"/>
                  </a:lnTo>
                  <a:lnTo>
                    <a:pt x="16" y="80"/>
                  </a:lnTo>
                  <a:lnTo>
                    <a:pt x="16" y="80"/>
                  </a:lnTo>
                  <a:cubicBezTo>
                    <a:pt x="16" y="95"/>
                    <a:pt x="32" y="126"/>
                    <a:pt x="48" y="126"/>
                  </a:cubicBezTo>
                  <a:lnTo>
                    <a:pt x="48" y="126"/>
                  </a:lnTo>
                  <a:cubicBezTo>
                    <a:pt x="64" y="126"/>
                    <a:pt x="79" y="111"/>
                    <a:pt x="96" y="95"/>
                  </a:cubicBezTo>
                  <a:lnTo>
                    <a:pt x="96" y="63"/>
                  </a:lnTo>
                  <a:lnTo>
                    <a:pt x="96" y="63"/>
                  </a:lnTo>
                  <a:cubicBezTo>
                    <a:pt x="96" y="48"/>
                    <a:pt x="96" y="17"/>
                    <a:pt x="79" y="17"/>
                  </a:cubicBezTo>
                  <a:lnTo>
                    <a:pt x="64" y="17"/>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3" name="Google Shape;2063;p38"/>
            <p:cNvSpPr/>
            <p:nvPr/>
          </p:nvSpPr>
          <p:spPr>
            <a:xfrm>
              <a:off x="3361419" y="1800785"/>
              <a:ext cx="3530" cy="2544"/>
            </a:xfrm>
            <a:custGeom>
              <a:avLst/>
              <a:gdLst/>
              <a:ahLst/>
              <a:cxnLst/>
              <a:rect l="l" t="t" r="r" b="b"/>
              <a:pathLst>
                <a:path w="111" h="80" extrusionOk="0">
                  <a:moveTo>
                    <a:pt x="32" y="0"/>
                  </a:moveTo>
                  <a:lnTo>
                    <a:pt x="32" y="0"/>
                  </a:lnTo>
                  <a:cubicBezTo>
                    <a:pt x="15" y="0"/>
                    <a:pt x="0" y="16"/>
                    <a:pt x="0" y="32"/>
                  </a:cubicBezTo>
                  <a:cubicBezTo>
                    <a:pt x="0" y="48"/>
                    <a:pt x="0" y="63"/>
                    <a:pt x="15" y="63"/>
                  </a:cubicBezTo>
                  <a:lnTo>
                    <a:pt x="47" y="79"/>
                  </a:lnTo>
                  <a:lnTo>
                    <a:pt x="63" y="79"/>
                  </a:lnTo>
                  <a:cubicBezTo>
                    <a:pt x="79" y="79"/>
                    <a:pt x="95" y="79"/>
                    <a:pt x="95" y="63"/>
                  </a:cubicBezTo>
                  <a:cubicBezTo>
                    <a:pt x="110" y="48"/>
                    <a:pt x="95" y="32"/>
                    <a:pt x="79"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4" name="Google Shape;2064;p38"/>
            <p:cNvSpPr/>
            <p:nvPr/>
          </p:nvSpPr>
          <p:spPr>
            <a:xfrm>
              <a:off x="3296763" y="1822825"/>
              <a:ext cx="4548" cy="2544"/>
            </a:xfrm>
            <a:custGeom>
              <a:avLst/>
              <a:gdLst/>
              <a:ahLst/>
              <a:cxnLst/>
              <a:rect l="l" t="t" r="r" b="b"/>
              <a:pathLst>
                <a:path w="143" h="80" extrusionOk="0">
                  <a:moveTo>
                    <a:pt x="48" y="0"/>
                  </a:moveTo>
                  <a:lnTo>
                    <a:pt x="48" y="0"/>
                  </a:lnTo>
                  <a:lnTo>
                    <a:pt x="17" y="0"/>
                  </a:lnTo>
                  <a:lnTo>
                    <a:pt x="17" y="32"/>
                  </a:lnTo>
                  <a:cubicBezTo>
                    <a:pt x="0" y="32"/>
                    <a:pt x="17" y="48"/>
                    <a:pt x="17" y="63"/>
                  </a:cubicBezTo>
                  <a:lnTo>
                    <a:pt x="32" y="63"/>
                  </a:lnTo>
                  <a:lnTo>
                    <a:pt x="48" y="63"/>
                  </a:lnTo>
                  <a:lnTo>
                    <a:pt x="95" y="80"/>
                  </a:lnTo>
                  <a:lnTo>
                    <a:pt x="111" y="80"/>
                  </a:lnTo>
                  <a:cubicBezTo>
                    <a:pt x="111" y="80"/>
                    <a:pt x="126" y="80"/>
                    <a:pt x="126" y="63"/>
                  </a:cubicBezTo>
                  <a:cubicBezTo>
                    <a:pt x="126" y="63"/>
                    <a:pt x="143" y="63"/>
                    <a:pt x="143" y="48"/>
                  </a:cubicBezTo>
                  <a:cubicBezTo>
                    <a:pt x="143" y="32"/>
                    <a:pt x="143" y="17"/>
                    <a:pt x="126" y="17"/>
                  </a:cubicBezTo>
                  <a:lnTo>
                    <a:pt x="111" y="0"/>
                  </a:lnTo>
                  <a:lnTo>
                    <a:pt x="80"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5" name="Google Shape;2065;p38"/>
            <p:cNvSpPr/>
            <p:nvPr/>
          </p:nvSpPr>
          <p:spPr>
            <a:xfrm>
              <a:off x="3436572" y="1807781"/>
              <a:ext cx="3053" cy="3053"/>
            </a:xfrm>
            <a:custGeom>
              <a:avLst/>
              <a:gdLst/>
              <a:ahLst/>
              <a:cxnLst/>
              <a:rect l="l" t="t" r="r" b="b"/>
              <a:pathLst>
                <a:path w="96" h="96" extrusionOk="0">
                  <a:moveTo>
                    <a:pt x="64" y="1"/>
                  </a:moveTo>
                  <a:lnTo>
                    <a:pt x="64" y="17"/>
                  </a:lnTo>
                  <a:lnTo>
                    <a:pt x="47" y="17"/>
                  </a:lnTo>
                  <a:lnTo>
                    <a:pt x="32" y="17"/>
                  </a:lnTo>
                  <a:lnTo>
                    <a:pt x="16" y="48"/>
                  </a:lnTo>
                  <a:cubicBezTo>
                    <a:pt x="1" y="64"/>
                    <a:pt x="1" y="80"/>
                    <a:pt x="16" y="95"/>
                  </a:cubicBezTo>
                  <a:lnTo>
                    <a:pt x="32" y="95"/>
                  </a:lnTo>
                  <a:lnTo>
                    <a:pt x="64" y="95"/>
                  </a:lnTo>
                  <a:lnTo>
                    <a:pt x="79" y="64"/>
                  </a:lnTo>
                  <a:cubicBezTo>
                    <a:pt x="95" y="64"/>
                    <a:pt x="95" y="48"/>
                    <a:pt x="95" y="48"/>
                  </a:cubicBezTo>
                  <a:lnTo>
                    <a:pt x="95"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6" name="Google Shape;2066;p38"/>
            <p:cNvSpPr/>
            <p:nvPr/>
          </p:nvSpPr>
          <p:spPr>
            <a:xfrm>
              <a:off x="3346853" y="1817323"/>
              <a:ext cx="3562" cy="2035"/>
            </a:xfrm>
            <a:custGeom>
              <a:avLst/>
              <a:gdLst/>
              <a:ahLst/>
              <a:cxnLst/>
              <a:rect l="l" t="t" r="r" b="b"/>
              <a:pathLst>
                <a:path w="112" h="64" extrusionOk="0">
                  <a:moveTo>
                    <a:pt x="64" y="1"/>
                  </a:moveTo>
                  <a:lnTo>
                    <a:pt x="64" y="1"/>
                  </a:lnTo>
                  <a:lnTo>
                    <a:pt x="49" y="1"/>
                  </a:lnTo>
                  <a:lnTo>
                    <a:pt x="32" y="1"/>
                  </a:lnTo>
                  <a:cubicBezTo>
                    <a:pt x="17" y="1"/>
                    <a:pt x="1" y="16"/>
                    <a:pt x="1" y="32"/>
                  </a:cubicBezTo>
                  <a:lnTo>
                    <a:pt x="1" y="32"/>
                  </a:lnTo>
                  <a:cubicBezTo>
                    <a:pt x="1" y="64"/>
                    <a:pt x="17" y="64"/>
                    <a:pt x="32" y="64"/>
                  </a:cubicBezTo>
                  <a:lnTo>
                    <a:pt x="32" y="64"/>
                  </a:lnTo>
                  <a:lnTo>
                    <a:pt x="49" y="64"/>
                  </a:lnTo>
                  <a:lnTo>
                    <a:pt x="80" y="64"/>
                  </a:lnTo>
                  <a:lnTo>
                    <a:pt x="80" y="64"/>
                  </a:lnTo>
                  <a:cubicBezTo>
                    <a:pt x="95" y="64"/>
                    <a:pt x="112" y="47"/>
                    <a:pt x="95" y="32"/>
                  </a:cubicBezTo>
                  <a:lnTo>
                    <a:pt x="95" y="32"/>
                  </a:lnTo>
                  <a:lnTo>
                    <a:pt x="95"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7" name="Google Shape;2067;p38"/>
            <p:cNvSpPr/>
            <p:nvPr/>
          </p:nvSpPr>
          <p:spPr>
            <a:xfrm>
              <a:off x="3381456" y="1814333"/>
              <a:ext cx="5057" cy="3021"/>
            </a:xfrm>
            <a:custGeom>
              <a:avLst/>
              <a:gdLst/>
              <a:ahLst/>
              <a:cxnLst/>
              <a:rect l="l" t="t" r="r" b="b"/>
              <a:pathLst>
                <a:path w="159" h="95" extrusionOk="0">
                  <a:moveTo>
                    <a:pt x="79" y="32"/>
                  </a:moveTo>
                  <a:lnTo>
                    <a:pt x="79" y="32"/>
                  </a:lnTo>
                  <a:lnTo>
                    <a:pt x="79" y="32"/>
                  </a:lnTo>
                  <a:close/>
                  <a:moveTo>
                    <a:pt x="47" y="0"/>
                  </a:moveTo>
                  <a:lnTo>
                    <a:pt x="32" y="0"/>
                  </a:lnTo>
                  <a:lnTo>
                    <a:pt x="16" y="15"/>
                  </a:lnTo>
                  <a:cubicBezTo>
                    <a:pt x="1" y="32"/>
                    <a:pt x="1" y="47"/>
                    <a:pt x="16" y="47"/>
                  </a:cubicBezTo>
                  <a:lnTo>
                    <a:pt x="16" y="63"/>
                  </a:lnTo>
                  <a:lnTo>
                    <a:pt x="32" y="78"/>
                  </a:lnTo>
                  <a:cubicBezTo>
                    <a:pt x="32" y="78"/>
                    <a:pt x="47" y="95"/>
                    <a:pt x="64" y="95"/>
                  </a:cubicBezTo>
                  <a:lnTo>
                    <a:pt x="64" y="95"/>
                  </a:lnTo>
                  <a:lnTo>
                    <a:pt x="110" y="95"/>
                  </a:lnTo>
                  <a:lnTo>
                    <a:pt x="127" y="95"/>
                  </a:lnTo>
                  <a:lnTo>
                    <a:pt x="127" y="95"/>
                  </a:lnTo>
                  <a:cubicBezTo>
                    <a:pt x="142" y="95"/>
                    <a:pt x="158" y="78"/>
                    <a:pt x="158" y="63"/>
                  </a:cubicBezTo>
                  <a:cubicBezTo>
                    <a:pt x="158" y="47"/>
                    <a:pt x="142" y="32"/>
                    <a:pt x="127" y="32"/>
                  </a:cubicBezTo>
                  <a:lnTo>
                    <a:pt x="110" y="32"/>
                  </a:lnTo>
                  <a:lnTo>
                    <a:pt x="79" y="32"/>
                  </a:lnTo>
                  <a:lnTo>
                    <a:pt x="79" y="32"/>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8" name="Google Shape;2068;p38"/>
            <p:cNvSpPr/>
            <p:nvPr/>
          </p:nvSpPr>
          <p:spPr>
            <a:xfrm>
              <a:off x="3383936" y="181531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9" name="Google Shape;2069;p38"/>
            <p:cNvSpPr/>
            <p:nvPr/>
          </p:nvSpPr>
          <p:spPr>
            <a:xfrm>
              <a:off x="3440070" y="1808799"/>
              <a:ext cx="2035" cy="3021"/>
            </a:xfrm>
            <a:custGeom>
              <a:avLst/>
              <a:gdLst/>
              <a:ahLst/>
              <a:cxnLst/>
              <a:rect l="l" t="t" r="r" b="b"/>
              <a:pathLst>
                <a:path w="64" h="95" extrusionOk="0">
                  <a:moveTo>
                    <a:pt x="32" y="0"/>
                  </a:moveTo>
                  <a:lnTo>
                    <a:pt x="32" y="0"/>
                  </a:lnTo>
                  <a:cubicBezTo>
                    <a:pt x="17" y="0"/>
                    <a:pt x="0" y="16"/>
                    <a:pt x="0" y="32"/>
                  </a:cubicBezTo>
                  <a:lnTo>
                    <a:pt x="0" y="63"/>
                  </a:lnTo>
                  <a:lnTo>
                    <a:pt x="0" y="63"/>
                  </a:lnTo>
                  <a:cubicBezTo>
                    <a:pt x="0" y="80"/>
                    <a:pt x="17" y="95"/>
                    <a:pt x="32" y="95"/>
                  </a:cubicBezTo>
                  <a:lnTo>
                    <a:pt x="32" y="95"/>
                  </a:lnTo>
                  <a:cubicBezTo>
                    <a:pt x="48" y="95"/>
                    <a:pt x="63" y="80"/>
                    <a:pt x="63" y="63"/>
                  </a:cubicBezTo>
                  <a:lnTo>
                    <a:pt x="63" y="63"/>
                  </a:lnTo>
                  <a:lnTo>
                    <a:pt x="63" y="32"/>
                  </a:lnTo>
                  <a:cubicBezTo>
                    <a:pt x="63" y="16"/>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0" name="Google Shape;2070;p38"/>
            <p:cNvSpPr/>
            <p:nvPr/>
          </p:nvSpPr>
          <p:spPr>
            <a:xfrm>
              <a:off x="3109884" y="1816337"/>
              <a:ext cx="1495" cy="509"/>
            </a:xfrm>
            <a:custGeom>
              <a:avLst/>
              <a:gdLst/>
              <a:ahLst/>
              <a:cxnLst/>
              <a:rect l="l" t="t" r="r" b="b"/>
              <a:pathLst>
                <a:path w="47" h="16" extrusionOk="0">
                  <a:moveTo>
                    <a:pt x="47" y="0"/>
                  </a:moveTo>
                  <a:cubicBezTo>
                    <a:pt x="32" y="0"/>
                    <a:pt x="15" y="0"/>
                    <a:pt x="0" y="15"/>
                  </a:cubicBezTo>
                  <a:lnTo>
                    <a:pt x="0" y="15"/>
                  </a:lnTo>
                  <a:lnTo>
                    <a:pt x="15" y="15"/>
                  </a:lnTo>
                  <a:cubicBezTo>
                    <a:pt x="32" y="15"/>
                    <a:pt x="32" y="15"/>
                    <a:pt x="47" y="0"/>
                  </a:cubicBezTo>
                  <a:close/>
                </a:path>
              </a:pathLst>
            </a:custGeom>
            <a:solidFill>
              <a:srgbClr val="FFFFFF"/>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1" name="Google Shape;2071;p38"/>
            <p:cNvSpPr/>
            <p:nvPr/>
          </p:nvSpPr>
          <p:spPr>
            <a:xfrm>
              <a:off x="3108358" y="1814333"/>
              <a:ext cx="3562" cy="2512"/>
            </a:xfrm>
            <a:custGeom>
              <a:avLst/>
              <a:gdLst/>
              <a:ahLst/>
              <a:cxnLst/>
              <a:rect l="l" t="t" r="r" b="b"/>
              <a:pathLst>
                <a:path w="112" h="79" extrusionOk="0">
                  <a:moveTo>
                    <a:pt x="32" y="0"/>
                  </a:moveTo>
                  <a:lnTo>
                    <a:pt x="32" y="0"/>
                  </a:lnTo>
                  <a:cubicBezTo>
                    <a:pt x="17" y="0"/>
                    <a:pt x="0" y="0"/>
                    <a:pt x="0" y="15"/>
                  </a:cubicBezTo>
                  <a:lnTo>
                    <a:pt x="0" y="15"/>
                  </a:lnTo>
                  <a:cubicBezTo>
                    <a:pt x="0" y="32"/>
                    <a:pt x="0" y="47"/>
                    <a:pt x="17" y="63"/>
                  </a:cubicBezTo>
                  <a:lnTo>
                    <a:pt x="48" y="78"/>
                  </a:lnTo>
                  <a:cubicBezTo>
                    <a:pt x="63" y="63"/>
                    <a:pt x="80" y="63"/>
                    <a:pt x="95" y="63"/>
                  </a:cubicBezTo>
                  <a:lnTo>
                    <a:pt x="95" y="47"/>
                  </a:lnTo>
                  <a:cubicBezTo>
                    <a:pt x="111" y="32"/>
                    <a:pt x="95" y="15"/>
                    <a:pt x="80"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2" name="Google Shape;2072;p38"/>
            <p:cNvSpPr/>
            <p:nvPr/>
          </p:nvSpPr>
          <p:spPr>
            <a:xfrm>
              <a:off x="3414532" y="1784724"/>
              <a:ext cx="3530" cy="2576"/>
            </a:xfrm>
            <a:custGeom>
              <a:avLst/>
              <a:gdLst/>
              <a:ahLst/>
              <a:cxnLst/>
              <a:rect l="l" t="t" r="r" b="b"/>
              <a:pathLst>
                <a:path w="111" h="81" extrusionOk="0">
                  <a:moveTo>
                    <a:pt x="63" y="1"/>
                  </a:moveTo>
                  <a:lnTo>
                    <a:pt x="63" y="1"/>
                  </a:lnTo>
                  <a:lnTo>
                    <a:pt x="47" y="1"/>
                  </a:lnTo>
                  <a:lnTo>
                    <a:pt x="16" y="17"/>
                  </a:lnTo>
                  <a:lnTo>
                    <a:pt x="16" y="32"/>
                  </a:lnTo>
                  <a:lnTo>
                    <a:pt x="16" y="32"/>
                  </a:lnTo>
                  <a:cubicBezTo>
                    <a:pt x="16" y="32"/>
                    <a:pt x="16" y="49"/>
                    <a:pt x="0" y="49"/>
                  </a:cubicBezTo>
                  <a:cubicBezTo>
                    <a:pt x="0" y="49"/>
                    <a:pt x="0" y="64"/>
                    <a:pt x="16" y="64"/>
                  </a:cubicBezTo>
                  <a:cubicBezTo>
                    <a:pt x="16" y="80"/>
                    <a:pt x="16" y="80"/>
                    <a:pt x="32" y="80"/>
                  </a:cubicBezTo>
                  <a:lnTo>
                    <a:pt x="47" y="80"/>
                  </a:lnTo>
                  <a:lnTo>
                    <a:pt x="63" y="80"/>
                  </a:lnTo>
                  <a:lnTo>
                    <a:pt x="95" y="64"/>
                  </a:lnTo>
                  <a:cubicBezTo>
                    <a:pt x="95" y="64"/>
                    <a:pt x="110" y="49"/>
                    <a:pt x="110" y="32"/>
                  </a:cubicBezTo>
                  <a:lnTo>
                    <a:pt x="110" y="32"/>
                  </a:lnTo>
                  <a:cubicBezTo>
                    <a:pt x="110" y="32"/>
                    <a:pt x="110" y="17"/>
                    <a:pt x="95" y="17"/>
                  </a:cubicBezTo>
                  <a:cubicBezTo>
                    <a:pt x="95"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3" name="Google Shape;2073;p38"/>
            <p:cNvSpPr/>
            <p:nvPr/>
          </p:nvSpPr>
          <p:spPr>
            <a:xfrm>
              <a:off x="3057249" y="1821807"/>
              <a:ext cx="3530" cy="4039"/>
            </a:xfrm>
            <a:custGeom>
              <a:avLst/>
              <a:gdLst/>
              <a:ahLst/>
              <a:cxnLst/>
              <a:rect l="l" t="t" r="r" b="b"/>
              <a:pathLst>
                <a:path w="111" h="127" extrusionOk="0">
                  <a:moveTo>
                    <a:pt x="63" y="1"/>
                  </a:moveTo>
                  <a:lnTo>
                    <a:pt x="63" y="1"/>
                  </a:lnTo>
                  <a:cubicBezTo>
                    <a:pt x="48" y="1"/>
                    <a:pt x="48" y="1"/>
                    <a:pt x="32" y="17"/>
                  </a:cubicBezTo>
                  <a:lnTo>
                    <a:pt x="0" y="64"/>
                  </a:lnTo>
                  <a:cubicBezTo>
                    <a:pt x="0" y="80"/>
                    <a:pt x="0" y="95"/>
                    <a:pt x="16" y="112"/>
                  </a:cubicBezTo>
                  <a:lnTo>
                    <a:pt x="32" y="112"/>
                  </a:lnTo>
                  <a:lnTo>
                    <a:pt x="32" y="112"/>
                  </a:lnTo>
                  <a:lnTo>
                    <a:pt x="32" y="112"/>
                  </a:lnTo>
                  <a:lnTo>
                    <a:pt x="48" y="112"/>
                  </a:lnTo>
                  <a:lnTo>
                    <a:pt x="48" y="127"/>
                  </a:lnTo>
                  <a:lnTo>
                    <a:pt x="63" y="127"/>
                  </a:lnTo>
                  <a:lnTo>
                    <a:pt x="63" y="127"/>
                  </a:lnTo>
                  <a:lnTo>
                    <a:pt x="95" y="127"/>
                  </a:lnTo>
                  <a:lnTo>
                    <a:pt x="95" y="112"/>
                  </a:lnTo>
                  <a:lnTo>
                    <a:pt x="111" y="95"/>
                  </a:lnTo>
                  <a:lnTo>
                    <a:pt x="95" y="32"/>
                  </a:lnTo>
                  <a:cubicBezTo>
                    <a:pt x="95" y="17"/>
                    <a:pt x="95"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4" name="Google Shape;2074;p38"/>
            <p:cNvSpPr/>
            <p:nvPr/>
          </p:nvSpPr>
          <p:spPr>
            <a:xfrm>
              <a:off x="3399488" y="1808799"/>
              <a:ext cx="3530" cy="2544"/>
            </a:xfrm>
            <a:custGeom>
              <a:avLst/>
              <a:gdLst/>
              <a:ahLst/>
              <a:cxnLst/>
              <a:rect l="l" t="t" r="r" b="b"/>
              <a:pathLst>
                <a:path w="111" h="80" extrusionOk="0">
                  <a:moveTo>
                    <a:pt x="64" y="0"/>
                  </a:moveTo>
                  <a:lnTo>
                    <a:pt x="64" y="0"/>
                  </a:lnTo>
                  <a:lnTo>
                    <a:pt x="47" y="0"/>
                  </a:lnTo>
                  <a:lnTo>
                    <a:pt x="16" y="16"/>
                  </a:lnTo>
                  <a:cubicBezTo>
                    <a:pt x="16" y="16"/>
                    <a:pt x="16" y="32"/>
                    <a:pt x="1" y="32"/>
                  </a:cubicBezTo>
                  <a:lnTo>
                    <a:pt x="1" y="32"/>
                  </a:lnTo>
                  <a:cubicBezTo>
                    <a:pt x="32" y="32"/>
                    <a:pt x="32" y="48"/>
                    <a:pt x="47" y="63"/>
                  </a:cubicBezTo>
                  <a:lnTo>
                    <a:pt x="47" y="80"/>
                  </a:lnTo>
                  <a:lnTo>
                    <a:pt x="47" y="80"/>
                  </a:lnTo>
                  <a:lnTo>
                    <a:pt x="79" y="63"/>
                  </a:lnTo>
                  <a:cubicBezTo>
                    <a:pt x="95" y="48"/>
                    <a:pt x="110" y="32"/>
                    <a:pt x="95" y="16"/>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5" name="Google Shape;2075;p38"/>
            <p:cNvSpPr/>
            <p:nvPr/>
          </p:nvSpPr>
          <p:spPr>
            <a:xfrm>
              <a:off x="3377926" y="1811789"/>
              <a:ext cx="3053" cy="3562"/>
            </a:xfrm>
            <a:custGeom>
              <a:avLst/>
              <a:gdLst/>
              <a:ahLst/>
              <a:cxnLst/>
              <a:rect l="l" t="t" r="r" b="b"/>
              <a:pathLst>
                <a:path w="96" h="112" extrusionOk="0">
                  <a:moveTo>
                    <a:pt x="49" y="1"/>
                  </a:moveTo>
                  <a:lnTo>
                    <a:pt x="49" y="1"/>
                  </a:lnTo>
                  <a:cubicBezTo>
                    <a:pt x="32" y="1"/>
                    <a:pt x="17" y="17"/>
                    <a:pt x="17" y="32"/>
                  </a:cubicBezTo>
                  <a:lnTo>
                    <a:pt x="1" y="64"/>
                  </a:lnTo>
                  <a:cubicBezTo>
                    <a:pt x="1" y="80"/>
                    <a:pt x="17" y="95"/>
                    <a:pt x="32" y="95"/>
                  </a:cubicBezTo>
                  <a:lnTo>
                    <a:pt x="32" y="112"/>
                  </a:lnTo>
                  <a:cubicBezTo>
                    <a:pt x="49" y="112"/>
                    <a:pt x="64" y="95"/>
                    <a:pt x="64" y="80"/>
                  </a:cubicBezTo>
                  <a:lnTo>
                    <a:pt x="80" y="49"/>
                  </a:lnTo>
                  <a:cubicBezTo>
                    <a:pt x="95" y="32"/>
                    <a:pt x="80"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6" name="Google Shape;2076;p38"/>
            <p:cNvSpPr/>
            <p:nvPr/>
          </p:nvSpPr>
          <p:spPr>
            <a:xfrm>
              <a:off x="3405499" y="1808799"/>
              <a:ext cx="4548" cy="3021"/>
            </a:xfrm>
            <a:custGeom>
              <a:avLst/>
              <a:gdLst/>
              <a:ahLst/>
              <a:cxnLst/>
              <a:rect l="l" t="t" r="r" b="b"/>
              <a:pathLst>
                <a:path w="143" h="95" extrusionOk="0">
                  <a:moveTo>
                    <a:pt x="95" y="0"/>
                  </a:moveTo>
                  <a:lnTo>
                    <a:pt x="95" y="0"/>
                  </a:lnTo>
                  <a:lnTo>
                    <a:pt x="79" y="0"/>
                  </a:lnTo>
                  <a:lnTo>
                    <a:pt x="32" y="32"/>
                  </a:lnTo>
                  <a:cubicBezTo>
                    <a:pt x="1" y="32"/>
                    <a:pt x="1" y="48"/>
                    <a:pt x="1" y="80"/>
                  </a:cubicBezTo>
                  <a:cubicBezTo>
                    <a:pt x="16" y="80"/>
                    <a:pt x="16" y="95"/>
                    <a:pt x="32" y="95"/>
                  </a:cubicBezTo>
                  <a:lnTo>
                    <a:pt x="47" y="95"/>
                  </a:lnTo>
                  <a:lnTo>
                    <a:pt x="111" y="63"/>
                  </a:lnTo>
                  <a:cubicBezTo>
                    <a:pt x="127" y="63"/>
                    <a:pt x="142" y="48"/>
                    <a:pt x="127" y="32"/>
                  </a:cubicBezTo>
                  <a:cubicBezTo>
                    <a:pt x="127" y="16"/>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7" name="Google Shape;2077;p38"/>
            <p:cNvSpPr/>
            <p:nvPr/>
          </p:nvSpPr>
          <p:spPr>
            <a:xfrm>
              <a:off x="3187517" y="1781734"/>
              <a:ext cx="3562" cy="2544"/>
            </a:xfrm>
            <a:custGeom>
              <a:avLst/>
              <a:gdLst/>
              <a:ahLst/>
              <a:cxnLst/>
              <a:rect l="l" t="t" r="r" b="b"/>
              <a:pathLst>
                <a:path w="112" h="80" extrusionOk="0">
                  <a:moveTo>
                    <a:pt x="32" y="0"/>
                  </a:moveTo>
                  <a:lnTo>
                    <a:pt x="32" y="0"/>
                  </a:lnTo>
                  <a:cubicBezTo>
                    <a:pt x="17" y="0"/>
                    <a:pt x="1" y="17"/>
                    <a:pt x="1" y="32"/>
                  </a:cubicBezTo>
                  <a:cubicBezTo>
                    <a:pt x="1" y="48"/>
                    <a:pt x="1" y="63"/>
                    <a:pt x="17" y="80"/>
                  </a:cubicBezTo>
                  <a:lnTo>
                    <a:pt x="48" y="80"/>
                  </a:lnTo>
                  <a:lnTo>
                    <a:pt x="64" y="80"/>
                  </a:lnTo>
                  <a:cubicBezTo>
                    <a:pt x="80" y="80"/>
                    <a:pt x="95" y="80"/>
                    <a:pt x="95" y="63"/>
                  </a:cubicBezTo>
                  <a:cubicBezTo>
                    <a:pt x="111" y="48"/>
                    <a:pt x="95" y="32"/>
                    <a:pt x="80" y="17"/>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8" name="Google Shape;2078;p38"/>
            <p:cNvSpPr/>
            <p:nvPr/>
          </p:nvSpPr>
          <p:spPr>
            <a:xfrm>
              <a:off x="3437589" y="1756673"/>
              <a:ext cx="3021" cy="2544"/>
            </a:xfrm>
            <a:custGeom>
              <a:avLst/>
              <a:gdLst/>
              <a:ahLst/>
              <a:cxnLst/>
              <a:rect l="l" t="t" r="r" b="b"/>
              <a:pathLst>
                <a:path w="95" h="80" extrusionOk="0">
                  <a:moveTo>
                    <a:pt x="63" y="1"/>
                  </a:moveTo>
                  <a:lnTo>
                    <a:pt x="63" y="1"/>
                  </a:lnTo>
                  <a:lnTo>
                    <a:pt x="47" y="1"/>
                  </a:lnTo>
                  <a:lnTo>
                    <a:pt x="32" y="17"/>
                  </a:lnTo>
                  <a:lnTo>
                    <a:pt x="15" y="17"/>
                  </a:lnTo>
                  <a:cubicBezTo>
                    <a:pt x="32" y="32"/>
                    <a:pt x="32" y="48"/>
                    <a:pt x="32" y="64"/>
                  </a:cubicBezTo>
                  <a:lnTo>
                    <a:pt x="0" y="64"/>
                  </a:lnTo>
                  <a:cubicBezTo>
                    <a:pt x="0" y="80"/>
                    <a:pt x="15" y="80"/>
                    <a:pt x="15" y="80"/>
                  </a:cubicBezTo>
                  <a:lnTo>
                    <a:pt x="32" y="80"/>
                  </a:lnTo>
                  <a:lnTo>
                    <a:pt x="47" y="80"/>
                  </a:lnTo>
                  <a:lnTo>
                    <a:pt x="63" y="80"/>
                  </a:lnTo>
                  <a:lnTo>
                    <a:pt x="78" y="64"/>
                  </a:lnTo>
                  <a:cubicBezTo>
                    <a:pt x="95" y="48"/>
                    <a:pt x="95" y="32"/>
                    <a:pt x="95"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9" name="Google Shape;2079;p38"/>
            <p:cNvSpPr/>
            <p:nvPr/>
          </p:nvSpPr>
          <p:spPr>
            <a:xfrm>
              <a:off x="3052733" y="1795760"/>
              <a:ext cx="3530" cy="2544"/>
            </a:xfrm>
            <a:custGeom>
              <a:avLst/>
              <a:gdLst/>
              <a:ahLst/>
              <a:cxnLst/>
              <a:rect l="l" t="t" r="r" b="b"/>
              <a:pathLst>
                <a:path w="111" h="80" extrusionOk="0">
                  <a:moveTo>
                    <a:pt x="64" y="0"/>
                  </a:moveTo>
                  <a:lnTo>
                    <a:pt x="64" y="0"/>
                  </a:lnTo>
                  <a:lnTo>
                    <a:pt x="48" y="0"/>
                  </a:lnTo>
                  <a:lnTo>
                    <a:pt x="16" y="17"/>
                  </a:lnTo>
                  <a:cubicBezTo>
                    <a:pt x="1" y="32"/>
                    <a:pt x="1" y="48"/>
                    <a:pt x="1" y="63"/>
                  </a:cubicBezTo>
                  <a:cubicBezTo>
                    <a:pt x="16" y="80"/>
                    <a:pt x="32" y="80"/>
                    <a:pt x="32" y="80"/>
                  </a:cubicBezTo>
                  <a:lnTo>
                    <a:pt x="48" y="80"/>
                  </a:lnTo>
                  <a:lnTo>
                    <a:pt x="64" y="80"/>
                  </a:lnTo>
                  <a:lnTo>
                    <a:pt x="79" y="63"/>
                  </a:lnTo>
                  <a:lnTo>
                    <a:pt x="95" y="63"/>
                  </a:lnTo>
                  <a:cubicBezTo>
                    <a:pt x="95" y="48"/>
                    <a:pt x="111"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0" name="Google Shape;2080;p38"/>
            <p:cNvSpPr/>
            <p:nvPr/>
          </p:nvSpPr>
          <p:spPr>
            <a:xfrm>
              <a:off x="3093823" y="1792738"/>
              <a:ext cx="3053" cy="4580"/>
            </a:xfrm>
            <a:custGeom>
              <a:avLst/>
              <a:gdLst/>
              <a:ahLst/>
              <a:cxnLst/>
              <a:rect l="l" t="t" r="r" b="b"/>
              <a:pathLst>
                <a:path w="96" h="144" extrusionOk="0">
                  <a:moveTo>
                    <a:pt x="47" y="1"/>
                  </a:moveTo>
                  <a:lnTo>
                    <a:pt x="47" y="1"/>
                  </a:lnTo>
                  <a:lnTo>
                    <a:pt x="47" y="1"/>
                  </a:lnTo>
                  <a:cubicBezTo>
                    <a:pt x="32" y="1"/>
                    <a:pt x="32" y="17"/>
                    <a:pt x="16" y="32"/>
                  </a:cubicBezTo>
                  <a:lnTo>
                    <a:pt x="16" y="32"/>
                  </a:lnTo>
                  <a:lnTo>
                    <a:pt x="16" y="95"/>
                  </a:lnTo>
                  <a:cubicBezTo>
                    <a:pt x="1" y="112"/>
                    <a:pt x="16" y="143"/>
                    <a:pt x="47" y="143"/>
                  </a:cubicBezTo>
                  <a:lnTo>
                    <a:pt x="47" y="143"/>
                  </a:lnTo>
                  <a:lnTo>
                    <a:pt x="64" y="127"/>
                  </a:lnTo>
                  <a:cubicBezTo>
                    <a:pt x="79" y="127"/>
                    <a:pt x="79" y="127"/>
                    <a:pt x="79" y="112"/>
                  </a:cubicBezTo>
                  <a:lnTo>
                    <a:pt x="79" y="112"/>
                  </a:lnTo>
                  <a:lnTo>
                    <a:pt x="95" y="49"/>
                  </a:lnTo>
                  <a:lnTo>
                    <a:pt x="95" y="49"/>
                  </a:lnTo>
                  <a:cubicBezTo>
                    <a:pt x="95" y="32"/>
                    <a:pt x="79" y="32"/>
                    <a:pt x="79" y="17"/>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1" name="Google Shape;2081;p38"/>
            <p:cNvSpPr/>
            <p:nvPr/>
          </p:nvSpPr>
          <p:spPr>
            <a:xfrm>
              <a:off x="3114369" y="1791275"/>
              <a:ext cx="2544" cy="3021"/>
            </a:xfrm>
            <a:custGeom>
              <a:avLst/>
              <a:gdLst/>
              <a:ahLst/>
              <a:cxnLst/>
              <a:rect l="l" t="t" r="r" b="b"/>
              <a:pathLst>
                <a:path w="80" h="95" extrusionOk="0">
                  <a:moveTo>
                    <a:pt x="48" y="0"/>
                  </a:moveTo>
                  <a:lnTo>
                    <a:pt x="32" y="0"/>
                  </a:lnTo>
                  <a:lnTo>
                    <a:pt x="32" y="0"/>
                  </a:lnTo>
                  <a:cubicBezTo>
                    <a:pt x="17" y="0"/>
                    <a:pt x="0" y="15"/>
                    <a:pt x="17" y="32"/>
                  </a:cubicBezTo>
                  <a:lnTo>
                    <a:pt x="17" y="63"/>
                  </a:lnTo>
                  <a:lnTo>
                    <a:pt x="17" y="78"/>
                  </a:lnTo>
                  <a:cubicBezTo>
                    <a:pt x="17" y="78"/>
                    <a:pt x="32" y="95"/>
                    <a:pt x="48" y="95"/>
                  </a:cubicBezTo>
                  <a:lnTo>
                    <a:pt x="48" y="95"/>
                  </a:lnTo>
                  <a:cubicBezTo>
                    <a:pt x="63" y="95"/>
                    <a:pt x="80" y="78"/>
                    <a:pt x="80" y="63"/>
                  </a:cubicBezTo>
                  <a:lnTo>
                    <a:pt x="80" y="47"/>
                  </a:lnTo>
                  <a:lnTo>
                    <a:pt x="80" y="32"/>
                  </a:lnTo>
                  <a:cubicBezTo>
                    <a:pt x="80" y="15"/>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2" name="Google Shape;2082;p38"/>
            <p:cNvSpPr/>
            <p:nvPr/>
          </p:nvSpPr>
          <p:spPr>
            <a:xfrm>
              <a:off x="3267694" y="1768695"/>
              <a:ext cx="3021" cy="3053"/>
            </a:xfrm>
            <a:custGeom>
              <a:avLst/>
              <a:gdLst/>
              <a:ahLst/>
              <a:cxnLst/>
              <a:rect l="l" t="t" r="r" b="b"/>
              <a:pathLst>
                <a:path w="95" h="96" extrusionOk="0">
                  <a:moveTo>
                    <a:pt x="63" y="1"/>
                  </a:moveTo>
                  <a:lnTo>
                    <a:pt x="48" y="1"/>
                  </a:lnTo>
                  <a:cubicBezTo>
                    <a:pt x="48" y="1"/>
                    <a:pt x="48" y="17"/>
                    <a:pt x="32" y="17"/>
                  </a:cubicBezTo>
                  <a:lnTo>
                    <a:pt x="32" y="17"/>
                  </a:lnTo>
                  <a:lnTo>
                    <a:pt x="32" y="17"/>
                  </a:lnTo>
                  <a:lnTo>
                    <a:pt x="17" y="49"/>
                  </a:lnTo>
                  <a:cubicBezTo>
                    <a:pt x="0" y="64"/>
                    <a:pt x="0" y="80"/>
                    <a:pt x="17" y="95"/>
                  </a:cubicBezTo>
                  <a:lnTo>
                    <a:pt x="17" y="95"/>
                  </a:lnTo>
                  <a:lnTo>
                    <a:pt x="32" y="95"/>
                  </a:lnTo>
                  <a:cubicBezTo>
                    <a:pt x="48" y="95"/>
                    <a:pt x="63" y="95"/>
                    <a:pt x="63" y="80"/>
                  </a:cubicBezTo>
                  <a:lnTo>
                    <a:pt x="63" y="80"/>
                  </a:lnTo>
                  <a:lnTo>
                    <a:pt x="80" y="80"/>
                  </a:lnTo>
                  <a:lnTo>
                    <a:pt x="80" y="64"/>
                  </a:lnTo>
                  <a:cubicBezTo>
                    <a:pt x="95" y="49"/>
                    <a:pt x="95" y="32"/>
                    <a:pt x="95" y="32"/>
                  </a:cubicBez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3" name="Google Shape;2083;p38"/>
            <p:cNvSpPr/>
            <p:nvPr/>
          </p:nvSpPr>
          <p:spPr>
            <a:xfrm>
              <a:off x="3048217" y="1790735"/>
              <a:ext cx="3021" cy="4039"/>
            </a:xfrm>
            <a:custGeom>
              <a:avLst/>
              <a:gdLst/>
              <a:ahLst/>
              <a:cxnLst/>
              <a:rect l="l" t="t" r="r" b="b"/>
              <a:pathLst>
                <a:path w="95" h="127" extrusionOk="0">
                  <a:moveTo>
                    <a:pt x="48" y="1"/>
                  </a:moveTo>
                  <a:lnTo>
                    <a:pt x="48" y="1"/>
                  </a:lnTo>
                  <a:cubicBezTo>
                    <a:pt x="32" y="1"/>
                    <a:pt x="17" y="17"/>
                    <a:pt x="17" y="32"/>
                  </a:cubicBezTo>
                  <a:lnTo>
                    <a:pt x="0" y="95"/>
                  </a:lnTo>
                  <a:cubicBezTo>
                    <a:pt x="0" y="112"/>
                    <a:pt x="17" y="127"/>
                    <a:pt x="32" y="127"/>
                  </a:cubicBezTo>
                  <a:lnTo>
                    <a:pt x="48" y="127"/>
                  </a:lnTo>
                  <a:cubicBezTo>
                    <a:pt x="63" y="127"/>
                    <a:pt x="80" y="127"/>
                    <a:pt x="80" y="95"/>
                  </a:cubicBezTo>
                  <a:lnTo>
                    <a:pt x="80" y="49"/>
                  </a:lnTo>
                  <a:cubicBezTo>
                    <a:pt x="95" y="17"/>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4" name="Google Shape;2084;p38"/>
            <p:cNvSpPr/>
            <p:nvPr/>
          </p:nvSpPr>
          <p:spPr>
            <a:xfrm>
              <a:off x="3040711" y="1790258"/>
              <a:ext cx="4516" cy="4516"/>
            </a:xfrm>
            <a:custGeom>
              <a:avLst/>
              <a:gdLst/>
              <a:ahLst/>
              <a:cxnLst/>
              <a:rect l="l" t="t" r="r" b="b"/>
              <a:pathLst>
                <a:path w="142" h="142" extrusionOk="0">
                  <a:moveTo>
                    <a:pt x="95" y="1"/>
                  </a:moveTo>
                  <a:lnTo>
                    <a:pt x="95" y="1"/>
                  </a:lnTo>
                  <a:cubicBezTo>
                    <a:pt x="79" y="1"/>
                    <a:pt x="79" y="16"/>
                    <a:pt x="64" y="16"/>
                  </a:cubicBezTo>
                  <a:lnTo>
                    <a:pt x="64" y="32"/>
                  </a:lnTo>
                  <a:lnTo>
                    <a:pt x="64" y="32"/>
                  </a:lnTo>
                  <a:lnTo>
                    <a:pt x="47" y="32"/>
                  </a:lnTo>
                  <a:lnTo>
                    <a:pt x="32" y="32"/>
                  </a:lnTo>
                  <a:cubicBezTo>
                    <a:pt x="16" y="47"/>
                    <a:pt x="1" y="64"/>
                    <a:pt x="16" y="79"/>
                  </a:cubicBezTo>
                  <a:lnTo>
                    <a:pt x="32" y="110"/>
                  </a:lnTo>
                  <a:lnTo>
                    <a:pt x="47" y="127"/>
                  </a:lnTo>
                  <a:cubicBezTo>
                    <a:pt x="47" y="142"/>
                    <a:pt x="64" y="142"/>
                    <a:pt x="79" y="142"/>
                  </a:cubicBezTo>
                  <a:lnTo>
                    <a:pt x="79" y="142"/>
                  </a:lnTo>
                  <a:lnTo>
                    <a:pt x="79" y="142"/>
                  </a:lnTo>
                  <a:cubicBezTo>
                    <a:pt x="95" y="142"/>
                    <a:pt x="95" y="127"/>
                    <a:pt x="110" y="127"/>
                  </a:cubicBezTo>
                  <a:lnTo>
                    <a:pt x="127" y="47"/>
                  </a:lnTo>
                  <a:lnTo>
                    <a:pt x="127" y="47"/>
                  </a:lnTo>
                  <a:cubicBezTo>
                    <a:pt x="142" y="32"/>
                    <a:pt x="127"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5" name="Google Shape;2085;p38"/>
            <p:cNvSpPr/>
            <p:nvPr/>
          </p:nvSpPr>
          <p:spPr>
            <a:xfrm>
              <a:off x="3105845" y="1788731"/>
              <a:ext cx="3530" cy="3562"/>
            </a:xfrm>
            <a:custGeom>
              <a:avLst/>
              <a:gdLst/>
              <a:ahLst/>
              <a:cxnLst/>
              <a:rect l="l" t="t" r="r" b="b"/>
              <a:pathLst>
                <a:path w="111" h="112" extrusionOk="0">
                  <a:moveTo>
                    <a:pt x="32" y="1"/>
                  </a:moveTo>
                  <a:lnTo>
                    <a:pt x="32" y="1"/>
                  </a:lnTo>
                  <a:lnTo>
                    <a:pt x="16" y="1"/>
                  </a:lnTo>
                  <a:cubicBezTo>
                    <a:pt x="1" y="17"/>
                    <a:pt x="1" y="49"/>
                    <a:pt x="16" y="49"/>
                  </a:cubicBezTo>
                  <a:lnTo>
                    <a:pt x="16" y="64"/>
                  </a:lnTo>
                  <a:lnTo>
                    <a:pt x="32" y="64"/>
                  </a:lnTo>
                  <a:lnTo>
                    <a:pt x="64" y="95"/>
                  </a:lnTo>
                  <a:lnTo>
                    <a:pt x="64" y="95"/>
                  </a:lnTo>
                  <a:cubicBezTo>
                    <a:pt x="64" y="112"/>
                    <a:pt x="79" y="112"/>
                    <a:pt x="79" y="112"/>
                  </a:cubicBezTo>
                  <a:cubicBezTo>
                    <a:pt x="96" y="112"/>
                    <a:pt x="96" y="95"/>
                    <a:pt x="111" y="95"/>
                  </a:cubicBezTo>
                  <a:lnTo>
                    <a:pt x="111" y="95"/>
                  </a:lnTo>
                  <a:lnTo>
                    <a:pt x="111" y="64"/>
                  </a:lnTo>
                  <a:lnTo>
                    <a:pt x="111" y="49"/>
                  </a:ln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6" name="Google Shape;2086;p38"/>
            <p:cNvSpPr/>
            <p:nvPr/>
          </p:nvSpPr>
          <p:spPr>
            <a:xfrm>
              <a:off x="3325831" y="1764687"/>
              <a:ext cx="3021" cy="3053"/>
            </a:xfrm>
            <a:custGeom>
              <a:avLst/>
              <a:gdLst/>
              <a:ahLst/>
              <a:cxnLst/>
              <a:rect l="l" t="t" r="r" b="b"/>
              <a:pathLst>
                <a:path w="95" h="96" extrusionOk="0">
                  <a:moveTo>
                    <a:pt x="48" y="1"/>
                  </a:moveTo>
                  <a:lnTo>
                    <a:pt x="48" y="1"/>
                  </a:lnTo>
                  <a:cubicBezTo>
                    <a:pt x="32" y="1"/>
                    <a:pt x="32" y="17"/>
                    <a:pt x="32" y="17"/>
                  </a:cubicBezTo>
                  <a:lnTo>
                    <a:pt x="16" y="17"/>
                  </a:lnTo>
                  <a:lnTo>
                    <a:pt x="16" y="32"/>
                  </a:lnTo>
                  <a:lnTo>
                    <a:pt x="16" y="49"/>
                  </a:lnTo>
                  <a:lnTo>
                    <a:pt x="16" y="49"/>
                  </a:lnTo>
                  <a:cubicBezTo>
                    <a:pt x="0" y="64"/>
                    <a:pt x="0" y="80"/>
                    <a:pt x="16" y="80"/>
                  </a:cubicBezTo>
                  <a:lnTo>
                    <a:pt x="16" y="95"/>
                  </a:lnTo>
                  <a:lnTo>
                    <a:pt x="32" y="95"/>
                  </a:lnTo>
                  <a:lnTo>
                    <a:pt x="63" y="95"/>
                  </a:lnTo>
                  <a:lnTo>
                    <a:pt x="79" y="80"/>
                  </a:lnTo>
                  <a:cubicBezTo>
                    <a:pt x="79" y="80"/>
                    <a:pt x="79" y="64"/>
                    <a:pt x="95" y="64"/>
                  </a:cubicBezTo>
                  <a:cubicBezTo>
                    <a:pt x="95" y="49"/>
                    <a:pt x="79" y="49"/>
                    <a:pt x="79" y="32"/>
                  </a:cubicBezTo>
                  <a:lnTo>
                    <a:pt x="79" y="17"/>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7" name="Google Shape;2087;p38"/>
            <p:cNvSpPr/>
            <p:nvPr/>
          </p:nvSpPr>
          <p:spPr>
            <a:xfrm>
              <a:off x="3103333" y="1784724"/>
              <a:ext cx="4548" cy="5565"/>
            </a:xfrm>
            <a:custGeom>
              <a:avLst/>
              <a:gdLst/>
              <a:ahLst/>
              <a:cxnLst/>
              <a:rect l="l" t="t" r="r" b="b"/>
              <a:pathLst>
                <a:path w="143" h="175" extrusionOk="0">
                  <a:moveTo>
                    <a:pt x="111" y="1"/>
                  </a:moveTo>
                  <a:lnTo>
                    <a:pt x="111" y="1"/>
                  </a:lnTo>
                  <a:cubicBezTo>
                    <a:pt x="95" y="1"/>
                    <a:pt x="95" y="17"/>
                    <a:pt x="80" y="17"/>
                  </a:cubicBezTo>
                  <a:lnTo>
                    <a:pt x="64" y="32"/>
                  </a:lnTo>
                  <a:lnTo>
                    <a:pt x="64" y="49"/>
                  </a:lnTo>
                  <a:lnTo>
                    <a:pt x="64" y="49"/>
                  </a:lnTo>
                  <a:lnTo>
                    <a:pt x="48" y="49"/>
                  </a:lnTo>
                  <a:lnTo>
                    <a:pt x="48" y="49"/>
                  </a:lnTo>
                  <a:cubicBezTo>
                    <a:pt x="32" y="49"/>
                    <a:pt x="17" y="64"/>
                    <a:pt x="17" y="80"/>
                  </a:cubicBezTo>
                  <a:lnTo>
                    <a:pt x="1" y="127"/>
                  </a:lnTo>
                  <a:cubicBezTo>
                    <a:pt x="1" y="143"/>
                    <a:pt x="17" y="158"/>
                    <a:pt x="32" y="175"/>
                  </a:cubicBezTo>
                  <a:lnTo>
                    <a:pt x="32" y="175"/>
                  </a:lnTo>
                  <a:lnTo>
                    <a:pt x="32" y="175"/>
                  </a:lnTo>
                  <a:cubicBezTo>
                    <a:pt x="48" y="175"/>
                    <a:pt x="64" y="158"/>
                    <a:pt x="64" y="158"/>
                  </a:cubicBezTo>
                  <a:lnTo>
                    <a:pt x="111" y="95"/>
                  </a:lnTo>
                  <a:lnTo>
                    <a:pt x="143" y="64"/>
                  </a:lnTo>
                  <a:lnTo>
                    <a:pt x="143" y="49"/>
                  </a:lnTo>
                  <a:cubicBezTo>
                    <a:pt x="143" y="32"/>
                    <a:pt x="143" y="17"/>
                    <a:pt x="127" y="17"/>
                  </a:cubicBezTo>
                  <a:cubicBezTo>
                    <a:pt x="127" y="1"/>
                    <a:pt x="127"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8" name="Google Shape;2088;p38"/>
            <p:cNvSpPr/>
            <p:nvPr/>
          </p:nvSpPr>
          <p:spPr>
            <a:xfrm>
              <a:off x="3424041" y="1766691"/>
              <a:ext cx="3562" cy="3053"/>
            </a:xfrm>
            <a:custGeom>
              <a:avLst/>
              <a:gdLst/>
              <a:ahLst/>
              <a:cxnLst/>
              <a:rect l="l" t="t" r="r" b="b"/>
              <a:pathLst>
                <a:path w="112" h="96" extrusionOk="0">
                  <a:moveTo>
                    <a:pt x="63" y="1"/>
                  </a:moveTo>
                  <a:lnTo>
                    <a:pt x="63" y="1"/>
                  </a:lnTo>
                  <a:lnTo>
                    <a:pt x="48" y="1"/>
                  </a:lnTo>
                  <a:lnTo>
                    <a:pt x="32" y="17"/>
                  </a:lnTo>
                  <a:lnTo>
                    <a:pt x="17" y="32"/>
                  </a:lnTo>
                  <a:cubicBezTo>
                    <a:pt x="0" y="32"/>
                    <a:pt x="0" y="49"/>
                    <a:pt x="0" y="64"/>
                  </a:cubicBezTo>
                  <a:lnTo>
                    <a:pt x="0" y="80"/>
                  </a:lnTo>
                  <a:cubicBezTo>
                    <a:pt x="17" y="80"/>
                    <a:pt x="17" y="95"/>
                    <a:pt x="32" y="95"/>
                  </a:cubicBezTo>
                  <a:cubicBezTo>
                    <a:pt x="48" y="95"/>
                    <a:pt x="48" y="95"/>
                    <a:pt x="48" y="80"/>
                  </a:cubicBezTo>
                  <a:lnTo>
                    <a:pt x="80" y="64"/>
                  </a:lnTo>
                  <a:cubicBezTo>
                    <a:pt x="95" y="49"/>
                    <a:pt x="111" y="32"/>
                    <a:pt x="95" y="17"/>
                  </a:cubicBezTo>
                  <a:cubicBezTo>
                    <a:pt x="95"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9" name="Google Shape;2089;p38"/>
            <p:cNvSpPr/>
            <p:nvPr/>
          </p:nvSpPr>
          <p:spPr>
            <a:xfrm>
              <a:off x="3421560" y="1766214"/>
              <a:ext cx="2512" cy="4039"/>
            </a:xfrm>
            <a:custGeom>
              <a:avLst/>
              <a:gdLst/>
              <a:ahLst/>
              <a:cxnLst/>
              <a:rect l="l" t="t" r="r" b="b"/>
              <a:pathLst>
                <a:path w="79" h="127" extrusionOk="0">
                  <a:moveTo>
                    <a:pt x="47" y="1"/>
                  </a:moveTo>
                  <a:lnTo>
                    <a:pt x="32" y="1"/>
                  </a:lnTo>
                  <a:cubicBezTo>
                    <a:pt x="15" y="1"/>
                    <a:pt x="15" y="1"/>
                    <a:pt x="15" y="16"/>
                  </a:cubicBezTo>
                  <a:lnTo>
                    <a:pt x="0" y="16"/>
                  </a:lnTo>
                  <a:lnTo>
                    <a:pt x="0" y="32"/>
                  </a:lnTo>
                  <a:lnTo>
                    <a:pt x="0" y="95"/>
                  </a:lnTo>
                  <a:cubicBezTo>
                    <a:pt x="0" y="110"/>
                    <a:pt x="15" y="127"/>
                    <a:pt x="32" y="127"/>
                  </a:cubicBezTo>
                  <a:lnTo>
                    <a:pt x="32" y="127"/>
                  </a:lnTo>
                  <a:cubicBezTo>
                    <a:pt x="63" y="127"/>
                    <a:pt x="78" y="110"/>
                    <a:pt x="78" y="95"/>
                  </a:cubicBezTo>
                  <a:lnTo>
                    <a:pt x="78" y="79"/>
                  </a:lnTo>
                  <a:lnTo>
                    <a:pt x="78"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0" name="Google Shape;2090;p38"/>
            <p:cNvSpPr/>
            <p:nvPr/>
          </p:nvSpPr>
          <p:spPr>
            <a:xfrm>
              <a:off x="3436572" y="1765196"/>
              <a:ext cx="5534" cy="4548"/>
            </a:xfrm>
            <a:custGeom>
              <a:avLst/>
              <a:gdLst/>
              <a:ahLst/>
              <a:cxnLst/>
              <a:rect l="l" t="t" r="r" b="b"/>
              <a:pathLst>
                <a:path w="174" h="143" extrusionOk="0">
                  <a:moveTo>
                    <a:pt x="142" y="1"/>
                  </a:moveTo>
                  <a:lnTo>
                    <a:pt x="127" y="1"/>
                  </a:lnTo>
                  <a:lnTo>
                    <a:pt x="127" y="1"/>
                  </a:lnTo>
                  <a:lnTo>
                    <a:pt x="47" y="33"/>
                  </a:lnTo>
                  <a:lnTo>
                    <a:pt x="32" y="33"/>
                  </a:lnTo>
                  <a:lnTo>
                    <a:pt x="1" y="64"/>
                  </a:lnTo>
                  <a:lnTo>
                    <a:pt x="1" y="79"/>
                  </a:lnTo>
                  <a:lnTo>
                    <a:pt x="16" y="96"/>
                  </a:lnTo>
                  <a:lnTo>
                    <a:pt x="16" y="127"/>
                  </a:lnTo>
                  <a:lnTo>
                    <a:pt x="32" y="127"/>
                  </a:lnTo>
                  <a:cubicBezTo>
                    <a:pt x="32" y="142"/>
                    <a:pt x="47" y="142"/>
                    <a:pt x="64" y="142"/>
                  </a:cubicBezTo>
                  <a:lnTo>
                    <a:pt x="64" y="142"/>
                  </a:lnTo>
                  <a:cubicBezTo>
                    <a:pt x="95" y="142"/>
                    <a:pt x="95" y="111"/>
                    <a:pt x="95" y="96"/>
                  </a:cubicBezTo>
                  <a:lnTo>
                    <a:pt x="79" y="96"/>
                  </a:lnTo>
                  <a:lnTo>
                    <a:pt x="142" y="79"/>
                  </a:lnTo>
                  <a:lnTo>
                    <a:pt x="142" y="64"/>
                  </a:lnTo>
                  <a:cubicBezTo>
                    <a:pt x="158" y="64"/>
                    <a:pt x="173" y="48"/>
                    <a:pt x="173" y="33"/>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1" name="Google Shape;2091;p38"/>
            <p:cNvSpPr/>
            <p:nvPr/>
          </p:nvSpPr>
          <p:spPr>
            <a:xfrm>
              <a:off x="3119902" y="1800785"/>
              <a:ext cx="3498" cy="2544"/>
            </a:xfrm>
            <a:custGeom>
              <a:avLst/>
              <a:gdLst/>
              <a:ahLst/>
              <a:cxnLst/>
              <a:rect l="l" t="t" r="r" b="b"/>
              <a:pathLst>
                <a:path w="110" h="80" extrusionOk="0">
                  <a:moveTo>
                    <a:pt x="32" y="0"/>
                  </a:moveTo>
                  <a:lnTo>
                    <a:pt x="32" y="0"/>
                  </a:lnTo>
                  <a:lnTo>
                    <a:pt x="32" y="0"/>
                  </a:lnTo>
                  <a:cubicBezTo>
                    <a:pt x="15" y="0"/>
                    <a:pt x="0" y="0"/>
                    <a:pt x="0" y="16"/>
                  </a:cubicBezTo>
                  <a:cubicBezTo>
                    <a:pt x="0" y="32"/>
                    <a:pt x="0" y="48"/>
                    <a:pt x="15" y="63"/>
                  </a:cubicBezTo>
                  <a:lnTo>
                    <a:pt x="15" y="63"/>
                  </a:lnTo>
                  <a:lnTo>
                    <a:pt x="47" y="79"/>
                  </a:lnTo>
                  <a:lnTo>
                    <a:pt x="63" y="79"/>
                  </a:lnTo>
                  <a:cubicBezTo>
                    <a:pt x="78" y="79"/>
                    <a:pt x="95" y="63"/>
                    <a:pt x="95" y="48"/>
                  </a:cubicBezTo>
                  <a:cubicBezTo>
                    <a:pt x="110" y="32"/>
                    <a:pt x="95" y="16"/>
                    <a:pt x="78" y="16"/>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2" name="Google Shape;2092;p38"/>
            <p:cNvSpPr/>
            <p:nvPr/>
          </p:nvSpPr>
          <p:spPr>
            <a:xfrm>
              <a:off x="3271701" y="1779254"/>
              <a:ext cx="3562" cy="2512"/>
            </a:xfrm>
            <a:custGeom>
              <a:avLst/>
              <a:gdLst/>
              <a:ahLst/>
              <a:cxnLst/>
              <a:rect l="l" t="t" r="r" b="b"/>
              <a:pathLst>
                <a:path w="112" h="79" extrusionOk="0">
                  <a:moveTo>
                    <a:pt x="48" y="0"/>
                  </a:moveTo>
                  <a:lnTo>
                    <a:pt x="32" y="0"/>
                  </a:lnTo>
                  <a:cubicBezTo>
                    <a:pt x="32" y="0"/>
                    <a:pt x="17" y="15"/>
                    <a:pt x="17" y="32"/>
                  </a:cubicBezTo>
                  <a:cubicBezTo>
                    <a:pt x="0" y="32"/>
                    <a:pt x="0" y="47"/>
                    <a:pt x="17" y="63"/>
                  </a:cubicBezTo>
                  <a:lnTo>
                    <a:pt x="32" y="63"/>
                  </a:lnTo>
                  <a:lnTo>
                    <a:pt x="63" y="78"/>
                  </a:lnTo>
                  <a:lnTo>
                    <a:pt x="80" y="78"/>
                  </a:lnTo>
                  <a:cubicBezTo>
                    <a:pt x="95" y="78"/>
                    <a:pt x="95" y="78"/>
                    <a:pt x="111" y="63"/>
                  </a:cubicBezTo>
                  <a:cubicBezTo>
                    <a:pt x="111" y="47"/>
                    <a:pt x="111" y="32"/>
                    <a:pt x="95" y="15"/>
                  </a:cubicBezTo>
                  <a:lnTo>
                    <a:pt x="95"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3" name="Google Shape;2093;p38"/>
            <p:cNvSpPr/>
            <p:nvPr/>
          </p:nvSpPr>
          <p:spPr>
            <a:xfrm>
              <a:off x="3198076" y="1786250"/>
              <a:ext cx="3021" cy="2035"/>
            </a:xfrm>
            <a:custGeom>
              <a:avLst/>
              <a:gdLst/>
              <a:ahLst/>
              <a:cxnLst/>
              <a:rect l="l" t="t" r="r" b="b"/>
              <a:pathLst>
                <a:path w="95" h="64" extrusionOk="0">
                  <a:moveTo>
                    <a:pt x="63" y="1"/>
                  </a:moveTo>
                  <a:lnTo>
                    <a:pt x="63" y="1"/>
                  </a:lnTo>
                  <a:lnTo>
                    <a:pt x="32" y="1"/>
                  </a:lnTo>
                  <a:cubicBezTo>
                    <a:pt x="0" y="1"/>
                    <a:pt x="0" y="16"/>
                    <a:pt x="0" y="32"/>
                  </a:cubicBezTo>
                  <a:lnTo>
                    <a:pt x="0" y="47"/>
                  </a:lnTo>
                  <a:lnTo>
                    <a:pt x="15" y="64"/>
                  </a:lnTo>
                  <a:lnTo>
                    <a:pt x="32" y="47"/>
                  </a:lnTo>
                  <a:lnTo>
                    <a:pt x="47" y="47"/>
                  </a:lnTo>
                  <a:cubicBezTo>
                    <a:pt x="47" y="47"/>
                    <a:pt x="63" y="47"/>
                    <a:pt x="63" y="64"/>
                  </a:cubicBezTo>
                  <a:lnTo>
                    <a:pt x="63" y="64"/>
                  </a:lnTo>
                  <a:cubicBezTo>
                    <a:pt x="78" y="64"/>
                    <a:pt x="95" y="47"/>
                    <a:pt x="95" y="32"/>
                  </a:cubicBezTo>
                  <a:cubicBezTo>
                    <a:pt x="95" y="16"/>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4" name="Google Shape;2094;p38"/>
            <p:cNvSpPr/>
            <p:nvPr/>
          </p:nvSpPr>
          <p:spPr>
            <a:xfrm>
              <a:off x="3318326" y="1776232"/>
              <a:ext cx="3021" cy="3530"/>
            </a:xfrm>
            <a:custGeom>
              <a:avLst/>
              <a:gdLst/>
              <a:ahLst/>
              <a:cxnLst/>
              <a:rect l="l" t="t" r="r" b="b"/>
              <a:pathLst>
                <a:path w="95" h="111" extrusionOk="0">
                  <a:moveTo>
                    <a:pt x="47" y="1"/>
                  </a:moveTo>
                  <a:lnTo>
                    <a:pt x="47" y="1"/>
                  </a:lnTo>
                  <a:lnTo>
                    <a:pt x="32" y="1"/>
                  </a:lnTo>
                  <a:lnTo>
                    <a:pt x="32" y="1"/>
                  </a:lnTo>
                  <a:cubicBezTo>
                    <a:pt x="16" y="16"/>
                    <a:pt x="0" y="32"/>
                    <a:pt x="16" y="47"/>
                  </a:cubicBezTo>
                  <a:lnTo>
                    <a:pt x="16" y="79"/>
                  </a:lnTo>
                  <a:cubicBezTo>
                    <a:pt x="32" y="95"/>
                    <a:pt x="47" y="110"/>
                    <a:pt x="63" y="110"/>
                  </a:cubicBezTo>
                  <a:lnTo>
                    <a:pt x="63" y="110"/>
                  </a:lnTo>
                  <a:cubicBezTo>
                    <a:pt x="79" y="110"/>
                    <a:pt x="79" y="95"/>
                    <a:pt x="79" y="95"/>
                  </a:cubicBezTo>
                  <a:lnTo>
                    <a:pt x="95" y="79"/>
                  </a:lnTo>
                  <a:lnTo>
                    <a:pt x="95" y="64"/>
                  </a:lnTo>
                  <a:lnTo>
                    <a:pt x="95" y="64"/>
                  </a:lnTo>
                  <a:lnTo>
                    <a:pt x="79" y="32"/>
                  </a:lnTo>
                  <a:cubicBezTo>
                    <a:pt x="79" y="16"/>
                    <a:pt x="63" y="16"/>
                    <a:pt x="63"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5" name="Google Shape;2095;p38"/>
            <p:cNvSpPr/>
            <p:nvPr/>
          </p:nvSpPr>
          <p:spPr>
            <a:xfrm>
              <a:off x="3189521" y="1788254"/>
              <a:ext cx="3562" cy="5057"/>
            </a:xfrm>
            <a:custGeom>
              <a:avLst/>
              <a:gdLst/>
              <a:ahLst/>
              <a:cxnLst/>
              <a:rect l="l" t="t" r="r" b="b"/>
              <a:pathLst>
                <a:path w="112" h="159" extrusionOk="0">
                  <a:moveTo>
                    <a:pt x="64" y="1"/>
                  </a:moveTo>
                  <a:lnTo>
                    <a:pt x="64" y="1"/>
                  </a:lnTo>
                  <a:lnTo>
                    <a:pt x="32" y="1"/>
                  </a:lnTo>
                  <a:lnTo>
                    <a:pt x="32" y="16"/>
                  </a:lnTo>
                  <a:lnTo>
                    <a:pt x="32" y="16"/>
                  </a:lnTo>
                  <a:lnTo>
                    <a:pt x="32" y="16"/>
                  </a:lnTo>
                  <a:lnTo>
                    <a:pt x="17" y="79"/>
                  </a:lnTo>
                  <a:lnTo>
                    <a:pt x="1" y="79"/>
                  </a:lnTo>
                  <a:cubicBezTo>
                    <a:pt x="1" y="95"/>
                    <a:pt x="17" y="95"/>
                    <a:pt x="17" y="110"/>
                  </a:cubicBezTo>
                  <a:lnTo>
                    <a:pt x="48" y="142"/>
                  </a:lnTo>
                  <a:lnTo>
                    <a:pt x="48" y="142"/>
                  </a:lnTo>
                  <a:lnTo>
                    <a:pt x="64" y="158"/>
                  </a:lnTo>
                  <a:cubicBezTo>
                    <a:pt x="80" y="158"/>
                    <a:pt x="80" y="142"/>
                    <a:pt x="95" y="142"/>
                  </a:cubicBezTo>
                  <a:cubicBezTo>
                    <a:pt x="111" y="127"/>
                    <a:pt x="111" y="110"/>
                    <a:pt x="95" y="95"/>
                  </a:cubicBezTo>
                  <a:lnTo>
                    <a:pt x="80" y="79"/>
                  </a:lnTo>
                  <a:lnTo>
                    <a:pt x="80" y="79"/>
                  </a:lnTo>
                  <a:lnTo>
                    <a:pt x="95" y="64"/>
                  </a:lnTo>
                  <a:lnTo>
                    <a:pt x="95" y="47"/>
                  </a:lnTo>
                  <a:lnTo>
                    <a:pt x="95" y="32"/>
                  </a:lnTo>
                  <a:cubicBezTo>
                    <a:pt x="95" y="16"/>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6" name="Google Shape;2096;p38"/>
            <p:cNvSpPr/>
            <p:nvPr/>
          </p:nvSpPr>
          <p:spPr>
            <a:xfrm>
              <a:off x="3033174" y="1804283"/>
              <a:ext cx="3562" cy="3530"/>
            </a:xfrm>
            <a:custGeom>
              <a:avLst/>
              <a:gdLst/>
              <a:ahLst/>
              <a:cxnLst/>
              <a:rect l="l" t="t" r="r" b="b"/>
              <a:pathLst>
                <a:path w="112" h="111" extrusionOk="0">
                  <a:moveTo>
                    <a:pt x="64" y="1"/>
                  </a:moveTo>
                  <a:lnTo>
                    <a:pt x="64" y="1"/>
                  </a:lnTo>
                  <a:lnTo>
                    <a:pt x="64" y="1"/>
                  </a:lnTo>
                  <a:cubicBezTo>
                    <a:pt x="49" y="1"/>
                    <a:pt x="49" y="1"/>
                    <a:pt x="32" y="16"/>
                  </a:cubicBezTo>
                  <a:lnTo>
                    <a:pt x="17" y="32"/>
                  </a:lnTo>
                  <a:lnTo>
                    <a:pt x="17" y="64"/>
                  </a:lnTo>
                  <a:lnTo>
                    <a:pt x="1" y="64"/>
                  </a:lnTo>
                  <a:lnTo>
                    <a:pt x="1" y="79"/>
                  </a:lnTo>
                  <a:cubicBezTo>
                    <a:pt x="1" y="95"/>
                    <a:pt x="17" y="95"/>
                    <a:pt x="32" y="111"/>
                  </a:cubicBezTo>
                  <a:lnTo>
                    <a:pt x="49" y="111"/>
                  </a:lnTo>
                  <a:lnTo>
                    <a:pt x="64" y="111"/>
                  </a:lnTo>
                  <a:lnTo>
                    <a:pt x="64" y="95"/>
                  </a:lnTo>
                  <a:lnTo>
                    <a:pt x="95" y="48"/>
                  </a:lnTo>
                  <a:lnTo>
                    <a:pt x="95" y="48"/>
                  </a:lnTo>
                  <a:cubicBezTo>
                    <a:pt x="112"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7" name="Google Shape;2097;p38"/>
            <p:cNvSpPr/>
            <p:nvPr/>
          </p:nvSpPr>
          <p:spPr>
            <a:xfrm>
              <a:off x="3197535" y="1787745"/>
              <a:ext cx="3053" cy="3021"/>
            </a:xfrm>
            <a:custGeom>
              <a:avLst/>
              <a:gdLst/>
              <a:ahLst/>
              <a:cxnLst/>
              <a:rect l="l" t="t" r="r" b="b"/>
              <a:pathLst>
                <a:path w="96" h="95" extrusionOk="0">
                  <a:moveTo>
                    <a:pt x="64" y="0"/>
                  </a:moveTo>
                  <a:lnTo>
                    <a:pt x="49" y="0"/>
                  </a:lnTo>
                  <a:lnTo>
                    <a:pt x="32" y="17"/>
                  </a:lnTo>
                  <a:lnTo>
                    <a:pt x="49" y="17"/>
                  </a:lnTo>
                  <a:cubicBezTo>
                    <a:pt x="64" y="17"/>
                    <a:pt x="64" y="48"/>
                    <a:pt x="64" y="63"/>
                  </a:cubicBezTo>
                  <a:cubicBezTo>
                    <a:pt x="49" y="63"/>
                    <a:pt x="32" y="80"/>
                    <a:pt x="32" y="80"/>
                  </a:cubicBezTo>
                  <a:lnTo>
                    <a:pt x="17" y="80"/>
                  </a:lnTo>
                  <a:lnTo>
                    <a:pt x="1" y="63"/>
                  </a:lnTo>
                  <a:cubicBezTo>
                    <a:pt x="1" y="80"/>
                    <a:pt x="1" y="80"/>
                    <a:pt x="17" y="95"/>
                  </a:cubicBezTo>
                  <a:lnTo>
                    <a:pt x="17" y="95"/>
                  </a:lnTo>
                  <a:lnTo>
                    <a:pt x="32" y="95"/>
                  </a:lnTo>
                  <a:cubicBezTo>
                    <a:pt x="49" y="95"/>
                    <a:pt x="64" y="95"/>
                    <a:pt x="64" y="80"/>
                  </a:cubicBezTo>
                  <a:lnTo>
                    <a:pt x="80" y="63"/>
                  </a:lnTo>
                  <a:cubicBezTo>
                    <a:pt x="95" y="48"/>
                    <a:pt x="95" y="32"/>
                    <a:pt x="80" y="17"/>
                  </a:cubicBezTo>
                  <a:lnTo>
                    <a:pt x="80" y="17"/>
                  </a:lnTo>
                  <a:cubicBezTo>
                    <a:pt x="80"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8" name="Google Shape;2098;p38"/>
            <p:cNvSpPr/>
            <p:nvPr/>
          </p:nvSpPr>
          <p:spPr>
            <a:xfrm>
              <a:off x="3191524" y="1798272"/>
              <a:ext cx="3562" cy="3053"/>
            </a:xfrm>
            <a:custGeom>
              <a:avLst/>
              <a:gdLst/>
              <a:ahLst/>
              <a:cxnLst/>
              <a:rect l="l" t="t" r="r" b="b"/>
              <a:pathLst>
                <a:path w="112" h="96" extrusionOk="0">
                  <a:moveTo>
                    <a:pt x="48" y="1"/>
                  </a:moveTo>
                  <a:lnTo>
                    <a:pt x="48" y="1"/>
                  </a:lnTo>
                  <a:cubicBezTo>
                    <a:pt x="32" y="1"/>
                    <a:pt x="32" y="16"/>
                    <a:pt x="32" y="16"/>
                  </a:cubicBezTo>
                  <a:lnTo>
                    <a:pt x="17" y="16"/>
                  </a:lnTo>
                  <a:cubicBezTo>
                    <a:pt x="1" y="32"/>
                    <a:pt x="17" y="48"/>
                    <a:pt x="32" y="64"/>
                  </a:cubicBezTo>
                  <a:lnTo>
                    <a:pt x="32" y="64"/>
                  </a:lnTo>
                  <a:lnTo>
                    <a:pt x="48" y="79"/>
                  </a:lnTo>
                  <a:cubicBezTo>
                    <a:pt x="64" y="95"/>
                    <a:pt x="64" y="95"/>
                    <a:pt x="80" y="95"/>
                  </a:cubicBezTo>
                  <a:cubicBezTo>
                    <a:pt x="80" y="95"/>
                    <a:pt x="95" y="95"/>
                    <a:pt x="95" y="79"/>
                  </a:cubicBezTo>
                  <a:cubicBezTo>
                    <a:pt x="111" y="64"/>
                    <a:pt x="111" y="48"/>
                    <a:pt x="95" y="32"/>
                  </a:cubicBezTo>
                  <a:lnTo>
                    <a:pt x="95" y="32"/>
                  </a:ln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9" name="Google Shape;2099;p38"/>
            <p:cNvSpPr/>
            <p:nvPr/>
          </p:nvSpPr>
          <p:spPr>
            <a:xfrm>
              <a:off x="3363423" y="1783738"/>
              <a:ext cx="3021" cy="3021"/>
            </a:xfrm>
            <a:custGeom>
              <a:avLst/>
              <a:gdLst/>
              <a:ahLst/>
              <a:cxnLst/>
              <a:rect l="l" t="t" r="r" b="b"/>
              <a:pathLst>
                <a:path w="95" h="95" extrusionOk="0">
                  <a:moveTo>
                    <a:pt x="47" y="0"/>
                  </a:moveTo>
                  <a:lnTo>
                    <a:pt x="32" y="0"/>
                  </a:lnTo>
                  <a:lnTo>
                    <a:pt x="16" y="17"/>
                  </a:lnTo>
                  <a:cubicBezTo>
                    <a:pt x="0" y="32"/>
                    <a:pt x="0" y="48"/>
                    <a:pt x="16" y="63"/>
                  </a:cubicBezTo>
                  <a:lnTo>
                    <a:pt x="32" y="80"/>
                  </a:lnTo>
                  <a:cubicBezTo>
                    <a:pt x="47" y="80"/>
                    <a:pt x="47" y="95"/>
                    <a:pt x="63" y="95"/>
                  </a:cubicBezTo>
                  <a:lnTo>
                    <a:pt x="79" y="80"/>
                  </a:lnTo>
                  <a:cubicBezTo>
                    <a:pt x="95" y="63"/>
                    <a:pt x="95" y="32"/>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0" name="Google Shape;2100;p38"/>
            <p:cNvSpPr/>
            <p:nvPr/>
          </p:nvSpPr>
          <p:spPr>
            <a:xfrm>
              <a:off x="3361419" y="1785741"/>
              <a:ext cx="3021" cy="2035"/>
            </a:xfrm>
            <a:custGeom>
              <a:avLst/>
              <a:gdLst/>
              <a:ahLst/>
              <a:cxnLst/>
              <a:rect l="l" t="t" r="r" b="b"/>
              <a:pathLst>
                <a:path w="95" h="64" extrusionOk="0">
                  <a:moveTo>
                    <a:pt x="32" y="0"/>
                  </a:moveTo>
                  <a:lnTo>
                    <a:pt x="32" y="0"/>
                  </a:lnTo>
                  <a:cubicBezTo>
                    <a:pt x="15" y="0"/>
                    <a:pt x="0" y="17"/>
                    <a:pt x="0" y="17"/>
                  </a:cubicBezTo>
                  <a:cubicBezTo>
                    <a:pt x="0" y="48"/>
                    <a:pt x="0" y="63"/>
                    <a:pt x="32" y="63"/>
                  </a:cubicBezTo>
                  <a:lnTo>
                    <a:pt x="47" y="63"/>
                  </a:lnTo>
                  <a:lnTo>
                    <a:pt x="63" y="63"/>
                  </a:lnTo>
                  <a:cubicBezTo>
                    <a:pt x="79" y="63"/>
                    <a:pt x="79" y="63"/>
                    <a:pt x="95" y="48"/>
                  </a:cubicBezTo>
                  <a:cubicBezTo>
                    <a:pt x="95" y="32"/>
                    <a:pt x="79" y="0"/>
                    <a:pt x="63"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1" name="Google Shape;2101;p38"/>
            <p:cNvSpPr/>
            <p:nvPr/>
          </p:nvSpPr>
          <p:spPr>
            <a:xfrm>
              <a:off x="3243650" y="1797763"/>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4"/>
                    <a:pt x="17" y="80"/>
                  </a:cubicBezTo>
                  <a:lnTo>
                    <a:pt x="48" y="80"/>
                  </a:lnTo>
                  <a:lnTo>
                    <a:pt x="63" y="80"/>
                  </a:lnTo>
                  <a:lnTo>
                    <a:pt x="63" y="64"/>
                  </a:lnTo>
                  <a:lnTo>
                    <a:pt x="80" y="48"/>
                  </a:lnTo>
                  <a:cubicBezTo>
                    <a:pt x="95" y="32"/>
                    <a:pt x="95" y="17"/>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2" name="Google Shape;2102;p38"/>
            <p:cNvSpPr/>
            <p:nvPr/>
          </p:nvSpPr>
          <p:spPr>
            <a:xfrm>
              <a:off x="3046213" y="1817323"/>
              <a:ext cx="4039" cy="3053"/>
            </a:xfrm>
            <a:custGeom>
              <a:avLst/>
              <a:gdLst/>
              <a:ahLst/>
              <a:cxnLst/>
              <a:rect l="l" t="t" r="r" b="b"/>
              <a:pathLst>
                <a:path w="127" h="96" extrusionOk="0">
                  <a:moveTo>
                    <a:pt x="48" y="1"/>
                  </a:moveTo>
                  <a:lnTo>
                    <a:pt x="48" y="16"/>
                  </a:lnTo>
                  <a:cubicBezTo>
                    <a:pt x="32" y="16"/>
                    <a:pt x="17" y="16"/>
                    <a:pt x="17" y="32"/>
                  </a:cubicBezTo>
                  <a:cubicBezTo>
                    <a:pt x="0" y="47"/>
                    <a:pt x="17" y="64"/>
                    <a:pt x="32" y="79"/>
                  </a:cubicBezTo>
                  <a:lnTo>
                    <a:pt x="80" y="95"/>
                  </a:lnTo>
                  <a:lnTo>
                    <a:pt x="95" y="95"/>
                  </a:lnTo>
                  <a:cubicBezTo>
                    <a:pt x="111" y="95"/>
                    <a:pt x="111" y="95"/>
                    <a:pt x="126" y="79"/>
                  </a:cubicBezTo>
                  <a:cubicBezTo>
                    <a:pt x="126" y="64"/>
                    <a:pt x="126" y="47"/>
                    <a:pt x="111" y="32"/>
                  </a:cubicBezTo>
                  <a:lnTo>
                    <a:pt x="63" y="16"/>
                  </a:lnTo>
                  <a:cubicBezTo>
                    <a:pt x="48" y="16"/>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3" name="Google Shape;2103;p38"/>
            <p:cNvSpPr/>
            <p:nvPr/>
          </p:nvSpPr>
          <p:spPr>
            <a:xfrm>
              <a:off x="3161470" y="1805778"/>
              <a:ext cx="3021" cy="2544"/>
            </a:xfrm>
            <a:custGeom>
              <a:avLst/>
              <a:gdLst/>
              <a:ahLst/>
              <a:cxnLst/>
              <a:rect l="l" t="t" r="r" b="b"/>
              <a:pathLst>
                <a:path w="95" h="80" extrusionOk="0">
                  <a:moveTo>
                    <a:pt x="32" y="1"/>
                  </a:moveTo>
                  <a:lnTo>
                    <a:pt x="32" y="1"/>
                  </a:lnTo>
                  <a:cubicBezTo>
                    <a:pt x="17" y="1"/>
                    <a:pt x="0" y="17"/>
                    <a:pt x="0" y="32"/>
                  </a:cubicBezTo>
                  <a:lnTo>
                    <a:pt x="0" y="64"/>
                  </a:lnTo>
                  <a:cubicBezTo>
                    <a:pt x="17" y="64"/>
                    <a:pt x="17" y="80"/>
                    <a:pt x="32" y="80"/>
                  </a:cubicBezTo>
                  <a:lnTo>
                    <a:pt x="48" y="80"/>
                  </a:lnTo>
                  <a:lnTo>
                    <a:pt x="63" y="80"/>
                  </a:lnTo>
                  <a:cubicBezTo>
                    <a:pt x="80" y="80"/>
                    <a:pt x="80" y="64"/>
                    <a:pt x="95" y="48"/>
                  </a:cubicBezTo>
                  <a:cubicBezTo>
                    <a:pt x="95" y="32"/>
                    <a:pt x="80" y="17"/>
                    <a:pt x="80" y="17"/>
                  </a:cubicBezTo>
                  <a:lnTo>
                    <a:pt x="63"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4" name="Google Shape;2104;p38"/>
            <p:cNvSpPr/>
            <p:nvPr/>
          </p:nvSpPr>
          <p:spPr>
            <a:xfrm>
              <a:off x="3347394" y="1785264"/>
              <a:ext cx="3021" cy="2512"/>
            </a:xfrm>
            <a:custGeom>
              <a:avLst/>
              <a:gdLst/>
              <a:ahLst/>
              <a:cxnLst/>
              <a:rect l="l" t="t" r="r" b="b"/>
              <a:pathLst>
                <a:path w="95" h="79" extrusionOk="0">
                  <a:moveTo>
                    <a:pt x="32" y="0"/>
                  </a:moveTo>
                  <a:lnTo>
                    <a:pt x="32" y="0"/>
                  </a:lnTo>
                  <a:cubicBezTo>
                    <a:pt x="15" y="0"/>
                    <a:pt x="15" y="0"/>
                    <a:pt x="0" y="15"/>
                  </a:cubicBezTo>
                  <a:lnTo>
                    <a:pt x="0" y="47"/>
                  </a:lnTo>
                  <a:lnTo>
                    <a:pt x="15" y="63"/>
                  </a:lnTo>
                  <a:lnTo>
                    <a:pt x="32" y="63"/>
                  </a:lnTo>
                  <a:cubicBezTo>
                    <a:pt x="32" y="78"/>
                    <a:pt x="47" y="78"/>
                    <a:pt x="47" y="78"/>
                  </a:cubicBezTo>
                  <a:lnTo>
                    <a:pt x="47" y="78"/>
                  </a:lnTo>
                  <a:cubicBezTo>
                    <a:pt x="63" y="78"/>
                    <a:pt x="63" y="78"/>
                    <a:pt x="78" y="63"/>
                  </a:cubicBezTo>
                  <a:lnTo>
                    <a:pt x="78" y="47"/>
                  </a:lnTo>
                  <a:cubicBezTo>
                    <a:pt x="95" y="32"/>
                    <a:pt x="78" y="32"/>
                    <a:pt x="78"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5" name="Google Shape;2105;p38"/>
            <p:cNvSpPr/>
            <p:nvPr/>
          </p:nvSpPr>
          <p:spPr>
            <a:xfrm>
              <a:off x="3373918" y="1781734"/>
              <a:ext cx="2576" cy="3021"/>
            </a:xfrm>
            <a:custGeom>
              <a:avLst/>
              <a:gdLst/>
              <a:ahLst/>
              <a:cxnLst/>
              <a:rect l="l" t="t" r="r" b="b"/>
              <a:pathLst>
                <a:path w="81" h="95" extrusionOk="0">
                  <a:moveTo>
                    <a:pt x="64" y="32"/>
                  </a:moveTo>
                  <a:lnTo>
                    <a:pt x="64" y="32"/>
                  </a:lnTo>
                  <a:lnTo>
                    <a:pt x="64" y="32"/>
                  </a:lnTo>
                  <a:close/>
                  <a:moveTo>
                    <a:pt x="49" y="0"/>
                  </a:moveTo>
                  <a:lnTo>
                    <a:pt x="32" y="0"/>
                  </a:lnTo>
                  <a:lnTo>
                    <a:pt x="17" y="17"/>
                  </a:lnTo>
                  <a:cubicBezTo>
                    <a:pt x="1" y="32"/>
                    <a:pt x="1" y="48"/>
                    <a:pt x="1" y="48"/>
                  </a:cubicBezTo>
                  <a:lnTo>
                    <a:pt x="1" y="63"/>
                  </a:lnTo>
                  <a:lnTo>
                    <a:pt x="17" y="80"/>
                  </a:lnTo>
                  <a:lnTo>
                    <a:pt x="17" y="80"/>
                  </a:lnTo>
                  <a:cubicBezTo>
                    <a:pt x="17" y="95"/>
                    <a:pt x="32" y="95"/>
                    <a:pt x="49" y="95"/>
                  </a:cubicBezTo>
                  <a:lnTo>
                    <a:pt x="64" y="95"/>
                  </a:lnTo>
                  <a:cubicBezTo>
                    <a:pt x="80" y="80"/>
                    <a:pt x="80" y="63"/>
                    <a:pt x="80" y="63"/>
                  </a:cubicBezTo>
                  <a:lnTo>
                    <a:pt x="80" y="63"/>
                  </a:lnTo>
                  <a:lnTo>
                    <a:pt x="80" y="48"/>
                  </a:lnTo>
                  <a:cubicBezTo>
                    <a:pt x="80" y="32"/>
                    <a:pt x="80" y="17"/>
                    <a:pt x="64" y="17"/>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6" name="Google Shape;2106;p38"/>
            <p:cNvSpPr/>
            <p:nvPr/>
          </p:nvSpPr>
          <p:spPr>
            <a:xfrm>
              <a:off x="3375922" y="178272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7" name="Google Shape;2107;p38"/>
            <p:cNvSpPr/>
            <p:nvPr/>
          </p:nvSpPr>
          <p:spPr>
            <a:xfrm>
              <a:off x="3420543" y="1771716"/>
              <a:ext cx="3053" cy="2544"/>
            </a:xfrm>
            <a:custGeom>
              <a:avLst/>
              <a:gdLst/>
              <a:ahLst/>
              <a:cxnLst/>
              <a:rect l="l" t="t" r="r" b="b"/>
              <a:pathLst>
                <a:path w="96" h="80" extrusionOk="0">
                  <a:moveTo>
                    <a:pt x="32" y="0"/>
                  </a:moveTo>
                  <a:lnTo>
                    <a:pt x="32" y="0"/>
                  </a:lnTo>
                  <a:cubicBezTo>
                    <a:pt x="16" y="0"/>
                    <a:pt x="16" y="0"/>
                    <a:pt x="16" y="17"/>
                  </a:cubicBezTo>
                  <a:lnTo>
                    <a:pt x="1" y="17"/>
                  </a:lnTo>
                  <a:lnTo>
                    <a:pt x="1" y="48"/>
                  </a:lnTo>
                  <a:cubicBezTo>
                    <a:pt x="1" y="48"/>
                    <a:pt x="1" y="63"/>
                    <a:pt x="16" y="63"/>
                  </a:cubicBezTo>
                  <a:lnTo>
                    <a:pt x="32" y="80"/>
                  </a:lnTo>
                  <a:lnTo>
                    <a:pt x="47" y="80"/>
                  </a:lnTo>
                  <a:cubicBezTo>
                    <a:pt x="64" y="80"/>
                    <a:pt x="79" y="80"/>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8" name="Google Shape;2108;p38"/>
            <p:cNvSpPr/>
            <p:nvPr/>
          </p:nvSpPr>
          <p:spPr>
            <a:xfrm>
              <a:off x="3254177" y="1788731"/>
              <a:ext cx="3053" cy="2576"/>
            </a:xfrm>
            <a:custGeom>
              <a:avLst/>
              <a:gdLst/>
              <a:ahLst/>
              <a:cxnLst/>
              <a:rect l="l" t="t" r="r" b="b"/>
              <a:pathLst>
                <a:path w="96" h="81" extrusionOk="0">
                  <a:moveTo>
                    <a:pt x="32" y="1"/>
                  </a:moveTo>
                  <a:lnTo>
                    <a:pt x="32" y="1"/>
                  </a:lnTo>
                  <a:cubicBezTo>
                    <a:pt x="32" y="1"/>
                    <a:pt x="16" y="1"/>
                    <a:pt x="16" y="17"/>
                  </a:cubicBezTo>
                  <a:cubicBezTo>
                    <a:pt x="1" y="32"/>
                    <a:pt x="1" y="49"/>
                    <a:pt x="16" y="64"/>
                  </a:cubicBezTo>
                  <a:lnTo>
                    <a:pt x="32" y="80"/>
                  </a:lnTo>
                  <a:lnTo>
                    <a:pt x="64" y="80"/>
                  </a:lnTo>
                  <a:cubicBezTo>
                    <a:pt x="64" y="80"/>
                    <a:pt x="79" y="80"/>
                    <a:pt x="79" y="64"/>
                  </a:cubicBezTo>
                  <a:cubicBezTo>
                    <a:pt x="95" y="64"/>
                    <a:pt x="95" y="32"/>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9" name="Google Shape;2109;p38"/>
            <p:cNvSpPr/>
            <p:nvPr/>
          </p:nvSpPr>
          <p:spPr>
            <a:xfrm>
              <a:off x="3031711" y="1811789"/>
              <a:ext cx="3021" cy="2576"/>
            </a:xfrm>
            <a:custGeom>
              <a:avLst/>
              <a:gdLst/>
              <a:ahLst/>
              <a:cxnLst/>
              <a:rect l="l" t="t" r="r" b="b"/>
              <a:pathLst>
                <a:path w="95" h="81" extrusionOk="0">
                  <a:moveTo>
                    <a:pt x="63" y="1"/>
                  </a:moveTo>
                  <a:lnTo>
                    <a:pt x="63" y="1"/>
                  </a:lnTo>
                  <a:lnTo>
                    <a:pt x="32" y="1"/>
                  </a:lnTo>
                  <a:lnTo>
                    <a:pt x="15" y="32"/>
                  </a:lnTo>
                  <a:cubicBezTo>
                    <a:pt x="0" y="32"/>
                    <a:pt x="15" y="64"/>
                    <a:pt x="32" y="80"/>
                  </a:cubicBezTo>
                  <a:lnTo>
                    <a:pt x="47" y="80"/>
                  </a:lnTo>
                  <a:cubicBezTo>
                    <a:pt x="63" y="80"/>
                    <a:pt x="63" y="80"/>
                    <a:pt x="78"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0" name="Google Shape;2110;p38"/>
            <p:cNvSpPr/>
            <p:nvPr/>
          </p:nvSpPr>
          <p:spPr>
            <a:xfrm>
              <a:off x="3080816" y="1808799"/>
              <a:ext cx="2512" cy="2544"/>
            </a:xfrm>
            <a:custGeom>
              <a:avLst/>
              <a:gdLst/>
              <a:ahLst/>
              <a:cxnLst/>
              <a:rect l="l" t="t" r="r" b="b"/>
              <a:pathLst>
                <a:path w="79" h="80" extrusionOk="0">
                  <a:moveTo>
                    <a:pt x="32" y="0"/>
                  </a:moveTo>
                  <a:lnTo>
                    <a:pt x="32" y="0"/>
                  </a:lnTo>
                  <a:lnTo>
                    <a:pt x="15" y="0"/>
                  </a:lnTo>
                  <a:lnTo>
                    <a:pt x="15" y="0"/>
                  </a:lnTo>
                  <a:lnTo>
                    <a:pt x="15" y="0"/>
                  </a:lnTo>
                  <a:cubicBezTo>
                    <a:pt x="0" y="16"/>
                    <a:pt x="0" y="32"/>
                    <a:pt x="0" y="48"/>
                  </a:cubicBezTo>
                  <a:lnTo>
                    <a:pt x="15" y="48"/>
                  </a:lnTo>
                  <a:lnTo>
                    <a:pt x="15" y="63"/>
                  </a:lnTo>
                  <a:cubicBezTo>
                    <a:pt x="15" y="63"/>
                    <a:pt x="15" y="80"/>
                    <a:pt x="32" y="80"/>
                  </a:cubicBezTo>
                  <a:lnTo>
                    <a:pt x="47" y="80"/>
                  </a:lnTo>
                  <a:lnTo>
                    <a:pt x="63" y="80"/>
                  </a:lnTo>
                  <a:cubicBezTo>
                    <a:pt x="78" y="80"/>
                    <a:pt x="78" y="63"/>
                    <a:pt x="78" y="48"/>
                  </a:cubicBezTo>
                  <a:lnTo>
                    <a:pt x="78" y="32"/>
                  </a:lnTo>
                  <a:lnTo>
                    <a:pt x="63" y="16"/>
                  </a:lnTo>
                  <a:lnTo>
                    <a:pt x="63" y="16"/>
                  </a:lnTo>
                  <a:cubicBezTo>
                    <a:pt x="63"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1" name="Google Shape;2111;p38"/>
            <p:cNvSpPr/>
            <p:nvPr/>
          </p:nvSpPr>
          <p:spPr>
            <a:xfrm>
              <a:off x="3389470" y="1776232"/>
              <a:ext cx="3053" cy="2035"/>
            </a:xfrm>
            <a:custGeom>
              <a:avLst/>
              <a:gdLst/>
              <a:ahLst/>
              <a:cxnLst/>
              <a:rect l="l" t="t" r="r" b="b"/>
              <a:pathLst>
                <a:path w="96" h="64" extrusionOk="0">
                  <a:moveTo>
                    <a:pt x="64" y="1"/>
                  </a:moveTo>
                  <a:lnTo>
                    <a:pt x="47" y="1"/>
                  </a:lnTo>
                  <a:lnTo>
                    <a:pt x="32" y="1"/>
                  </a:lnTo>
                  <a:lnTo>
                    <a:pt x="16" y="1"/>
                  </a:lnTo>
                  <a:cubicBezTo>
                    <a:pt x="1" y="16"/>
                    <a:pt x="1" y="16"/>
                    <a:pt x="1" y="32"/>
                  </a:cubicBezTo>
                  <a:lnTo>
                    <a:pt x="1" y="32"/>
                  </a:lnTo>
                  <a:lnTo>
                    <a:pt x="1" y="32"/>
                  </a:lnTo>
                  <a:cubicBezTo>
                    <a:pt x="1" y="47"/>
                    <a:pt x="16" y="64"/>
                    <a:pt x="32" y="64"/>
                  </a:cubicBezTo>
                  <a:lnTo>
                    <a:pt x="32" y="64"/>
                  </a:lnTo>
                  <a:lnTo>
                    <a:pt x="64" y="64"/>
                  </a:lnTo>
                  <a:cubicBezTo>
                    <a:pt x="79" y="64"/>
                    <a:pt x="79" y="47"/>
                    <a:pt x="95" y="47"/>
                  </a:cubicBezTo>
                  <a:lnTo>
                    <a:pt x="95" y="32"/>
                  </a:lnTo>
                  <a:lnTo>
                    <a:pt x="95" y="16"/>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2" name="Google Shape;2112;p38"/>
            <p:cNvSpPr/>
            <p:nvPr/>
          </p:nvSpPr>
          <p:spPr>
            <a:xfrm>
              <a:off x="3301756" y="1812329"/>
              <a:ext cx="3053" cy="2512"/>
            </a:xfrm>
            <a:custGeom>
              <a:avLst/>
              <a:gdLst/>
              <a:ahLst/>
              <a:cxnLst/>
              <a:rect l="l" t="t" r="r" b="b"/>
              <a:pathLst>
                <a:path w="96" h="79" extrusionOk="0">
                  <a:moveTo>
                    <a:pt x="64" y="0"/>
                  </a:moveTo>
                  <a:lnTo>
                    <a:pt x="64" y="0"/>
                  </a:lnTo>
                  <a:lnTo>
                    <a:pt x="49" y="0"/>
                  </a:lnTo>
                  <a:lnTo>
                    <a:pt x="32" y="15"/>
                  </a:lnTo>
                  <a:lnTo>
                    <a:pt x="17" y="15"/>
                  </a:lnTo>
                  <a:lnTo>
                    <a:pt x="17" y="15"/>
                  </a:lnTo>
                  <a:cubicBezTo>
                    <a:pt x="1" y="32"/>
                    <a:pt x="1" y="47"/>
                    <a:pt x="17" y="63"/>
                  </a:cubicBezTo>
                  <a:cubicBezTo>
                    <a:pt x="17" y="78"/>
                    <a:pt x="32" y="78"/>
                    <a:pt x="49" y="78"/>
                  </a:cubicBezTo>
                  <a:lnTo>
                    <a:pt x="64" y="78"/>
                  </a:lnTo>
                  <a:lnTo>
                    <a:pt x="80" y="47"/>
                  </a:lnTo>
                  <a:cubicBezTo>
                    <a:pt x="95" y="47"/>
                    <a:pt x="95" y="47"/>
                    <a:pt x="95"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3" name="Google Shape;2113;p38"/>
            <p:cNvSpPr/>
            <p:nvPr/>
          </p:nvSpPr>
          <p:spPr>
            <a:xfrm>
              <a:off x="3171997" y="1825814"/>
              <a:ext cx="4039" cy="3562"/>
            </a:xfrm>
            <a:custGeom>
              <a:avLst/>
              <a:gdLst/>
              <a:ahLst/>
              <a:cxnLst/>
              <a:rect l="l" t="t" r="r" b="b"/>
              <a:pathLst>
                <a:path w="127" h="112" extrusionOk="0">
                  <a:moveTo>
                    <a:pt x="32" y="1"/>
                  </a:moveTo>
                  <a:lnTo>
                    <a:pt x="32" y="1"/>
                  </a:lnTo>
                  <a:cubicBezTo>
                    <a:pt x="32" y="1"/>
                    <a:pt x="16" y="1"/>
                    <a:pt x="16" y="17"/>
                  </a:cubicBezTo>
                  <a:cubicBezTo>
                    <a:pt x="1" y="32"/>
                    <a:pt x="1" y="49"/>
                    <a:pt x="16" y="64"/>
                  </a:cubicBezTo>
                  <a:lnTo>
                    <a:pt x="64" y="95"/>
                  </a:lnTo>
                  <a:cubicBezTo>
                    <a:pt x="79" y="112"/>
                    <a:pt x="79" y="112"/>
                    <a:pt x="95" y="112"/>
                  </a:cubicBezTo>
                  <a:cubicBezTo>
                    <a:pt x="95" y="112"/>
                    <a:pt x="110" y="112"/>
                    <a:pt x="110" y="95"/>
                  </a:cubicBezTo>
                  <a:cubicBezTo>
                    <a:pt x="127" y="80"/>
                    <a:pt x="127" y="64"/>
                    <a:pt x="110" y="49"/>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4" name="Google Shape;2114;p38"/>
            <p:cNvSpPr/>
            <p:nvPr/>
          </p:nvSpPr>
          <p:spPr>
            <a:xfrm>
              <a:off x="3278221" y="1814333"/>
              <a:ext cx="3053" cy="2512"/>
            </a:xfrm>
            <a:custGeom>
              <a:avLst/>
              <a:gdLst/>
              <a:ahLst/>
              <a:cxnLst/>
              <a:rect l="l" t="t" r="r" b="b"/>
              <a:pathLst>
                <a:path w="96" h="79" extrusionOk="0">
                  <a:moveTo>
                    <a:pt x="32" y="0"/>
                  </a:moveTo>
                  <a:lnTo>
                    <a:pt x="32" y="0"/>
                  </a:lnTo>
                  <a:cubicBezTo>
                    <a:pt x="32" y="0"/>
                    <a:pt x="16" y="0"/>
                    <a:pt x="16" y="15"/>
                  </a:cubicBezTo>
                  <a:cubicBezTo>
                    <a:pt x="1" y="32"/>
                    <a:pt x="1" y="47"/>
                    <a:pt x="16" y="63"/>
                  </a:cubicBezTo>
                  <a:lnTo>
                    <a:pt x="32" y="78"/>
                  </a:lnTo>
                  <a:lnTo>
                    <a:pt x="48" y="78"/>
                  </a:lnTo>
                  <a:cubicBezTo>
                    <a:pt x="64" y="78"/>
                    <a:pt x="79" y="78"/>
                    <a:pt x="79" y="63"/>
                  </a:cubicBezTo>
                  <a:cubicBezTo>
                    <a:pt x="95" y="63"/>
                    <a:pt x="95" y="32"/>
                    <a:pt x="79" y="15"/>
                  </a:cubicBezTo>
                  <a:lnTo>
                    <a:pt x="64" y="15"/>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5" name="Google Shape;2115;p38"/>
            <p:cNvSpPr/>
            <p:nvPr/>
          </p:nvSpPr>
          <p:spPr>
            <a:xfrm>
              <a:off x="3294282" y="1812806"/>
              <a:ext cx="3021" cy="2544"/>
            </a:xfrm>
            <a:custGeom>
              <a:avLst/>
              <a:gdLst/>
              <a:ahLst/>
              <a:cxnLst/>
              <a:rect l="l" t="t" r="r" b="b"/>
              <a:pathLst>
                <a:path w="95" h="80" extrusionOk="0">
                  <a:moveTo>
                    <a:pt x="63" y="0"/>
                  </a:moveTo>
                  <a:lnTo>
                    <a:pt x="47" y="0"/>
                  </a:lnTo>
                  <a:lnTo>
                    <a:pt x="32" y="0"/>
                  </a:lnTo>
                  <a:lnTo>
                    <a:pt x="15" y="17"/>
                  </a:lnTo>
                  <a:lnTo>
                    <a:pt x="15" y="32"/>
                  </a:lnTo>
                  <a:cubicBezTo>
                    <a:pt x="0" y="32"/>
                    <a:pt x="15" y="63"/>
                    <a:pt x="15" y="80"/>
                  </a:cubicBezTo>
                  <a:lnTo>
                    <a:pt x="32" y="80"/>
                  </a:lnTo>
                  <a:lnTo>
                    <a:pt x="47" y="80"/>
                  </a:lnTo>
                  <a:lnTo>
                    <a:pt x="63" y="80"/>
                  </a:lnTo>
                  <a:lnTo>
                    <a:pt x="63" y="32"/>
                  </a:lnTo>
                  <a:cubicBezTo>
                    <a:pt x="78" y="32"/>
                    <a:pt x="78" y="17"/>
                    <a:pt x="95" y="17"/>
                  </a:cubicBezTo>
                  <a:lnTo>
                    <a:pt x="95" y="17"/>
                  </a:lnTo>
                  <a:lnTo>
                    <a:pt x="95" y="17"/>
                  </a:lnTo>
                  <a:cubicBezTo>
                    <a:pt x="78" y="17"/>
                    <a:pt x="78" y="0"/>
                    <a:pt x="78" y="0"/>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6" name="Google Shape;2116;p38"/>
            <p:cNvSpPr/>
            <p:nvPr/>
          </p:nvSpPr>
          <p:spPr>
            <a:xfrm>
              <a:off x="3296286" y="1813315"/>
              <a:ext cx="2512" cy="3053"/>
            </a:xfrm>
            <a:custGeom>
              <a:avLst/>
              <a:gdLst/>
              <a:ahLst/>
              <a:cxnLst/>
              <a:rect l="l" t="t" r="r" b="b"/>
              <a:pathLst>
                <a:path w="79" h="96" extrusionOk="0">
                  <a:moveTo>
                    <a:pt x="32" y="1"/>
                  </a:moveTo>
                  <a:lnTo>
                    <a:pt x="32" y="1"/>
                  </a:lnTo>
                  <a:lnTo>
                    <a:pt x="32" y="1"/>
                  </a:lnTo>
                  <a:cubicBezTo>
                    <a:pt x="15" y="1"/>
                    <a:pt x="15" y="16"/>
                    <a:pt x="0" y="16"/>
                  </a:cubicBezTo>
                  <a:lnTo>
                    <a:pt x="0" y="64"/>
                  </a:lnTo>
                  <a:lnTo>
                    <a:pt x="0" y="64"/>
                  </a:lnTo>
                  <a:lnTo>
                    <a:pt x="0" y="64"/>
                  </a:lnTo>
                  <a:cubicBezTo>
                    <a:pt x="0" y="79"/>
                    <a:pt x="15" y="95"/>
                    <a:pt x="32" y="95"/>
                  </a:cubicBezTo>
                  <a:lnTo>
                    <a:pt x="47" y="95"/>
                  </a:lnTo>
                  <a:cubicBezTo>
                    <a:pt x="63" y="95"/>
                    <a:pt x="63" y="79"/>
                    <a:pt x="78" y="64"/>
                  </a:cubicBezTo>
                  <a:lnTo>
                    <a:pt x="78" y="64"/>
                  </a:lnTo>
                  <a:lnTo>
                    <a:pt x="78" y="47"/>
                  </a:lnTo>
                  <a:cubicBezTo>
                    <a:pt x="78" y="32"/>
                    <a:pt x="63" y="32"/>
                    <a:pt x="63" y="32"/>
                  </a:cubicBezTo>
                  <a:lnTo>
                    <a:pt x="63" y="32"/>
                  </a:lnTo>
                  <a:cubicBezTo>
                    <a:pt x="63" y="16"/>
                    <a:pt x="47" y="16"/>
                    <a:pt x="47" y="16"/>
                  </a:cubicBezTo>
                  <a:lnTo>
                    <a:pt x="47"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7" name="Google Shape;2117;p38"/>
            <p:cNvSpPr/>
            <p:nvPr/>
          </p:nvSpPr>
          <p:spPr>
            <a:xfrm>
              <a:off x="3382951" y="1789749"/>
              <a:ext cx="2544" cy="2544"/>
            </a:xfrm>
            <a:custGeom>
              <a:avLst/>
              <a:gdLst/>
              <a:ahLst/>
              <a:cxnLst/>
              <a:rect l="l" t="t" r="r" b="b"/>
              <a:pathLst>
                <a:path w="80" h="80" extrusionOk="0">
                  <a:moveTo>
                    <a:pt x="32" y="0"/>
                  </a:moveTo>
                  <a:lnTo>
                    <a:pt x="32" y="0"/>
                  </a:lnTo>
                  <a:lnTo>
                    <a:pt x="17" y="0"/>
                  </a:lnTo>
                  <a:cubicBezTo>
                    <a:pt x="0" y="0"/>
                    <a:pt x="0" y="17"/>
                    <a:pt x="0" y="32"/>
                  </a:cubicBezTo>
                  <a:lnTo>
                    <a:pt x="0" y="48"/>
                  </a:lnTo>
                  <a:lnTo>
                    <a:pt x="0" y="63"/>
                  </a:lnTo>
                  <a:cubicBezTo>
                    <a:pt x="17" y="80"/>
                    <a:pt x="17" y="80"/>
                    <a:pt x="32" y="80"/>
                  </a:cubicBezTo>
                  <a:lnTo>
                    <a:pt x="48" y="80"/>
                  </a:lnTo>
                  <a:lnTo>
                    <a:pt x="48" y="80"/>
                  </a:lnTo>
                  <a:cubicBezTo>
                    <a:pt x="63" y="80"/>
                    <a:pt x="63" y="80"/>
                    <a:pt x="63" y="63"/>
                  </a:cubicBezTo>
                  <a:cubicBezTo>
                    <a:pt x="63" y="63"/>
                    <a:pt x="80" y="63"/>
                    <a:pt x="80" y="48"/>
                  </a:cubicBezTo>
                  <a:lnTo>
                    <a:pt x="63" y="48"/>
                  </a:lnTo>
                  <a:lnTo>
                    <a:pt x="63" y="17"/>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8" name="Google Shape;2118;p38"/>
            <p:cNvSpPr/>
            <p:nvPr/>
          </p:nvSpPr>
          <p:spPr>
            <a:xfrm>
              <a:off x="3309770" y="1809308"/>
              <a:ext cx="3053" cy="2512"/>
            </a:xfrm>
            <a:custGeom>
              <a:avLst/>
              <a:gdLst/>
              <a:ahLst/>
              <a:cxnLst/>
              <a:rect l="l" t="t" r="r" b="b"/>
              <a:pathLst>
                <a:path w="96" h="79" extrusionOk="0">
                  <a:moveTo>
                    <a:pt x="64" y="0"/>
                  </a:moveTo>
                  <a:lnTo>
                    <a:pt x="64" y="0"/>
                  </a:lnTo>
                  <a:lnTo>
                    <a:pt x="49" y="0"/>
                  </a:lnTo>
                  <a:lnTo>
                    <a:pt x="32" y="0"/>
                  </a:lnTo>
                  <a:lnTo>
                    <a:pt x="17" y="16"/>
                  </a:lnTo>
                  <a:cubicBezTo>
                    <a:pt x="1" y="32"/>
                    <a:pt x="17" y="64"/>
                    <a:pt x="17" y="64"/>
                  </a:cubicBezTo>
                  <a:cubicBezTo>
                    <a:pt x="32" y="79"/>
                    <a:pt x="32" y="79"/>
                    <a:pt x="49" y="79"/>
                  </a:cubicBezTo>
                  <a:cubicBezTo>
                    <a:pt x="49" y="79"/>
                    <a:pt x="64" y="79"/>
                    <a:pt x="80" y="64"/>
                  </a:cubicBezTo>
                  <a:lnTo>
                    <a:pt x="80" y="47"/>
                  </a:lnTo>
                  <a:lnTo>
                    <a:pt x="95" y="47"/>
                  </a:lnTo>
                  <a:cubicBezTo>
                    <a:pt x="95" y="32"/>
                    <a:pt x="95"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9" name="Google Shape;2119;p38"/>
            <p:cNvSpPr/>
            <p:nvPr/>
          </p:nvSpPr>
          <p:spPr>
            <a:xfrm>
              <a:off x="3365904" y="1790258"/>
              <a:ext cx="3053" cy="2512"/>
            </a:xfrm>
            <a:custGeom>
              <a:avLst/>
              <a:gdLst/>
              <a:ahLst/>
              <a:cxnLst/>
              <a:rect l="l" t="t" r="r" b="b"/>
              <a:pathLst>
                <a:path w="96" h="79" extrusionOk="0">
                  <a:moveTo>
                    <a:pt x="48" y="1"/>
                  </a:moveTo>
                  <a:lnTo>
                    <a:pt x="48" y="1"/>
                  </a:lnTo>
                  <a:lnTo>
                    <a:pt x="17" y="1"/>
                  </a:lnTo>
                  <a:cubicBezTo>
                    <a:pt x="1" y="16"/>
                    <a:pt x="17" y="47"/>
                    <a:pt x="17" y="47"/>
                  </a:cubicBezTo>
                  <a:lnTo>
                    <a:pt x="48" y="64"/>
                  </a:lnTo>
                  <a:cubicBezTo>
                    <a:pt x="48" y="79"/>
                    <a:pt x="48" y="79"/>
                    <a:pt x="64" y="79"/>
                  </a:cubicBezTo>
                  <a:cubicBezTo>
                    <a:pt x="80" y="79"/>
                    <a:pt x="80" y="64"/>
                    <a:pt x="95" y="64"/>
                  </a:cubicBezTo>
                  <a:cubicBezTo>
                    <a:pt x="95" y="47"/>
                    <a:pt x="95" y="32"/>
                    <a:pt x="80" y="16"/>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0" name="Google Shape;2120;p38"/>
            <p:cNvSpPr/>
            <p:nvPr/>
          </p:nvSpPr>
          <p:spPr>
            <a:xfrm>
              <a:off x="3121365" y="1824351"/>
              <a:ext cx="3053" cy="2512"/>
            </a:xfrm>
            <a:custGeom>
              <a:avLst/>
              <a:gdLst/>
              <a:ahLst/>
              <a:cxnLst/>
              <a:rect l="l" t="t" r="r" b="b"/>
              <a:pathLst>
                <a:path w="96" h="79" extrusionOk="0">
                  <a:moveTo>
                    <a:pt x="49" y="0"/>
                  </a:moveTo>
                  <a:lnTo>
                    <a:pt x="49" y="0"/>
                  </a:lnTo>
                  <a:lnTo>
                    <a:pt x="32" y="0"/>
                  </a:lnTo>
                  <a:lnTo>
                    <a:pt x="17" y="0"/>
                  </a:lnTo>
                  <a:cubicBezTo>
                    <a:pt x="1" y="15"/>
                    <a:pt x="17" y="47"/>
                    <a:pt x="32" y="47"/>
                  </a:cubicBezTo>
                  <a:lnTo>
                    <a:pt x="49" y="63"/>
                  </a:lnTo>
                  <a:cubicBezTo>
                    <a:pt x="49" y="78"/>
                    <a:pt x="64" y="78"/>
                    <a:pt x="64" y="78"/>
                  </a:cubicBezTo>
                  <a:cubicBezTo>
                    <a:pt x="64" y="78"/>
                    <a:pt x="80" y="78"/>
                    <a:pt x="80" y="63"/>
                  </a:cubicBezTo>
                  <a:lnTo>
                    <a:pt x="95" y="63"/>
                  </a:lnTo>
                  <a:lnTo>
                    <a:pt x="95" y="63"/>
                  </a:lnTo>
                  <a:cubicBezTo>
                    <a:pt x="95" y="47"/>
                    <a:pt x="95" y="32"/>
                    <a:pt x="80" y="15"/>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1" name="Google Shape;2121;p38"/>
            <p:cNvSpPr/>
            <p:nvPr/>
          </p:nvSpPr>
          <p:spPr>
            <a:xfrm>
              <a:off x="3245654" y="1811312"/>
              <a:ext cx="2544" cy="3053"/>
            </a:xfrm>
            <a:custGeom>
              <a:avLst/>
              <a:gdLst/>
              <a:ahLst/>
              <a:cxnLst/>
              <a:rect l="l" t="t" r="r" b="b"/>
              <a:pathLst>
                <a:path w="80" h="96" extrusionOk="0">
                  <a:moveTo>
                    <a:pt x="32" y="1"/>
                  </a:moveTo>
                  <a:lnTo>
                    <a:pt x="32" y="1"/>
                  </a:lnTo>
                  <a:lnTo>
                    <a:pt x="17" y="1"/>
                  </a:lnTo>
                  <a:cubicBezTo>
                    <a:pt x="0" y="16"/>
                    <a:pt x="0" y="32"/>
                    <a:pt x="0" y="47"/>
                  </a:cubicBezTo>
                  <a:lnTo>
                    <a:pt x="17" y="64"/>
                  </a:lnTo>
                  <a:cubicBezTo>
                    <a:pt x="17" y="79"/>
                    <a:pt x="17" y="79"/>
                    <a:pt x="32" y="79"/>
                  </a:cubicBezTo>
                  <a:lnTo>
                    <a:pt x="32" y="79"/>
                  </a:lnTo>
                  <a:cubicBezTo>
                    <a:pt x="32" y="95"/>
                    <a:pt x="32" y="95"/>
                    <a:pt x="48" y="95"/>
                  </a:cubicBezTo>
                  <a:lnTo>
                    <a:pt x="63" y="95"/>
                  </a:lnTo>
                  <a:cubicBezTo>
                    <a:pt x="63" y="79"/>
                    <a:pt x="80" y="79"/>
                    <a:pt x="80" y="79"/>
                  </a:cubicBezTo>
                  <a:lnTo>
                    <a:pt x="80" y="64"/>
                  </a:lnTo>
                  <a:lnTo>
                    <a:pt x="80" y="47"/>
                  </a:ln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2" name="Google Shape;2122;p38"/>
            <p:cNvSpPr/>
            <p:nvPr/>
          </p:nvSpPr>
          <p:spPr>
            <a:xfrm>
              <a:off x="3156985" y="1820821"/>
              <a:ext cx="3021" cy="3021"/>
            </a:xfrm>
            <a:custGeom>
              <a:avLst/>
              <a:gdLst/>
              <a:ahLst/>
              <a:cxnLst/>
              <a:rect l="l" t="t" r="r" b="b"/>
              <a:pathLst>
                <a:path w="95" h="95" extrusionOk="0">
                  <a:moveTo>
                    <a:pt x="47" y="0"/>
                  </a:moveTo>
                  <a:lnTo>
                    <a:pt x="32" y="0"/>
                  </a:lnTo>
                  <a:lnTo>
                    <a:pt x="32" y="0"/>
                  </a:lnTo>
                  <a:lnTo>
                    <a:pt x="32" y="0"/>
                  </a:lnTo>
                  <a:cubicBezTo>
                    <a:pt x="15" y="17"/>
                    <a:pt x="0" y="32"/>
                    <a:pt x="15" y="48"/>
                  </a:cubicBezTo>
                  <a:lnTo>
                    <a:pt x="15" y="80"/>
                  </a:lnTo>
                  <a:cubicBezTo>
                    <a:pt x="32" y="80"/>
                    <a:pt x="32" y="80"/>
                    <a:pt x="32" y="95"/>
                  </a:cubicBezTo>
                  <a:lnTo>
                    <a:pt x="47" y="95"/>
                  </a:lnTo>
                  <a:lnTo>
                    <a:pt x="63" y="95"/>
                  </a:lnTo>
                  <a:cubicBezTo>
                    <a:pt x="78" y="80"/>
                    <a:pt x="95" y="63"/>
                    <a:pt x="78" y="48"/>
                  </a:cubicBezTo>
                  <a:lnTo>
                    <a:pt x="78" y="17"/>
                  </a:lnTo>
                  <a:lnTo>
                    <a:pt x="78" y="17"/>
                  </a:lnTo>
                  <a:cubicBezTo>
                    <a:pt x="63" y="17"/>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3" name="Google Shape;2123;p38"/>
            <p:cNvSpPr/>
            <p:nvPr/>
          </p:nvSpPr>
          <p:spPr>
            <a:xfrm>
              <a:off x="3064246" y="1826832"/>
              <a:ext cx="3053" cy="3021"/>
            </a:xfrm>
            <a:custGeom>
              <a:avLst/>
              <a:gdLst/>
              <a:ahLst/>
              <a:cxnLst/>
              <a:rect l="l" t="t" r="r" b="b"/>
              <a:pathLst>
                <a:path w="96" h="95" extrusionOk="0">
                  <a:moveTo>
                    <a:pt x="49" y="0"/>
                  </a:moveTo>
                  <a:lnTo>
                    <a:pt x="49" y="0"/>
                  </a:lnTo>
                  <a:lnTo>
                    <a:pt x="32" y="17"/>
                  </a:lnTo>
                  <a:lnTo>
                    <a:pt x="17" y="32"/>
                  </a:lnTo>
                  <a:lnTo>
                    <a:pt x="17" y="32"/>
                  </a:lnTo>
                  <a:cubicBezTo>
                    <a:pt x="1" y="48"/>
                    <a:pt x="1" y="48"/>
                    <a:pt x="1" y="63"/>
                  </a:cubicBezTo>
                  <a:cubicBezTo>
                    <a:pt x="1" y="63"/>
                    <a:pt x="17" y="63"/>
                    <a:pt x="17" y="80"/>
                  </a:cubicBezTo>
                  <a:lnTo>
                    <a:pt x="17" y="80"/>
                  </a:lnTo>
                  <a:cubicBezTo>
                    <a:pt x="32" y="95"/>
                    <a:pt x="32" y="95"/>
                    <a:pt x="49" y="95"/>
                  </a:cubicBezTo>
                  <a:lnTo>
                    <a:pt x="64" y="80"/>
                  </a:lnTo>
                  <a:lnTo>
                    <a:pt x="64" y="80"/>
                  </a:lnTo>
                  <a:lnTo>
                    <a:pt x="64" y="80"/>
                  </a:lnTo>
                  <a:lnTo>
                    <a:pt x="80" y="63"/>
                  </a:lnTo>
                  <a:cubicBezTo>
                    <a:pt x="80" y="63"/>
                    <a:pt x="80" y="48"/>
                    <a:pt x="95" y="48"/>
                  </a:cubicBezTo>
                  <a:cubicBezTo>
                    <a:pt x="95" y="32"/>
                    <a:pt x="95" y="17"/>
                    <a:pt x="80" y="17"/>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4" name="Google Shape;2124;p38"/>
            <p:cNvSpPr/>
            <p:nvPr/>
          </p:nvSpPr>
          <p:spPr>
            <a:xfrm>
              <a:off x="3233632" y="1809785"/>
              <a:ext cx="3021" cy="3053"/>
            </a:xfrm>
            <a:custGeom>
              <a:avLst/>
              <a:gdLst/>
              <a:ahLst/>
              <a:cxnLst/>
              <a:rect l="l" t="t" r="r" b="b"/>
              <a:pathLst>
                <a:path w="95" h="96" extrusionOk="0">
                  <a:moveTo>
                    <a:pt x="48" y="1"/>
                  </a:moveTo>
                  <a:lnTo>
                    <a:pt x="48" y="17"/>
                  </a:lnTo>
                  <a:lnTo>
                    <a:pt x="16" y="17"/>
                  </a:lnTo>
                  <a:lnTo>
                    <a:pt x="16" y="32"/>
                  </a:lnTo>
                  <a:cubicBezTo>
                    <a:pt x="0" y="49"/>
                    <a:pt x="0" y="80"/>
                    <a:pt x="16" y="80"/>
                  </a:cubicBezTo>
                  <a:cubicBezTo>
                    <a:pt x="16" y="95"/>
                    <a:pt x="32" y="95"/>
                    <a:pt x="32" y="95"/>
                  </a:cubicBezTo>
                  <a:cubicBezTo>
                    <a:pt x="48" y="95"/>
                    <a:pt x="63" y="95"/>
                    <a:pt x="63" y="80"/>
                  </a:cubicBezTo>
                  <a:lnTo>
                    <a:pt x="79" y="64"/>
                  </a:lnTo>
                  <a:cubicBezTo>
                    <a:pt x="95" y="49"/>
                    <a:pt x="79" y="32"/>
                    <a:pt x="79" y="17"/>
                  </a:cubicBez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5" name="Google Shape;2125;p38"/>
            <p:cNvSpPr/>
            <p:nvPr/>
          </p:nvSpPr>
          <p:spPr>
            <a:xfrm>
              <a:off x="3160452" y="1819803"/>
              <a:ext cx="3053" cy="2035"/>
            </a:xfrm>
            <a:custGeom>
              <a:avLst/>
              <a:gdLst/>
              <a:ahLst/>
              <a:cxnLst/>
              <a:rect l="l" t="t" r="r" b="b"/>
              <a:pathLst>
                <a:path w="96" h="64" extrusionOk="0">
                  <a:moveTo>
                    <a:pt x="32" y="1"/>
                  </a:moveTo>
                  <a:lnTo>
                    <a:pt x="32" y="1"/>
                  </a:lnTo>
                  <a:lnTo>
                    <a:pt x="32" y="1"/>
                  </a:lnTo>
                  <a:cubicBezTo>
                    <a:pt x="17" y="1"/>
                    <a:pt x="1" y="1"/>
                    <a:pt x="1" y="17"/>
                  </a:cubicBezTo>
                  <a:lnTo>
                    <a:pt x="1" y="32"/>
                  </a:lnTo>
                  <a:cubicBezTo>
                    <a:pt x="1" y="49"/>
                    <a:pt x="17" y="64"/>
                    <a:pt x="32" y="64"/>
                  </a:cubicBezTo>
                  <a:lnTo>
                    <a:pt x="49" y="64"/>
                  </a:lnTo>
                  <a:lnTo>
                    <a:pt x="49" y="64"/>
                  </a:lnTo>
                  <a:lnTo>
                    <a:pt x="64" y="64"/>
                  </a:lnTo>
                  <a:cubicBezTo>
                    <a:pt x="80" y="64"/>
                    <a:pt x="95" y="64"/>
                    <a:pt x="95" y="49"/>
                  </a:cubicBezTo>
                  <a:cubicBezTo>
                    <a:pt x="95" y="32"/>
                    <a:pt x="95" y="17"/>
                    <a:pt x="80" y="1"/>
                  </a:cubicBezTo>
                  <a:lnTo>
                    <a:pt x="64" y="1"/>
                  </a:lnTo>
                  <a:lnTo>
                    <a:pt x="49"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6" name="Google Shape;2126;p38"/>
            <p:cNvSpPr/>
            <p:nvPr/>
          </p:nvSpPr>
          <p:spPr>
            <a:xfrm>
              <a:off x="3377926" y="1792261"/>
              <a:ext cx="3053" cy="2512"/>
            </a:xfrm>
            <a:custGeom>
              <a:avLst/>
              <a:gdLst/>
              <a:ahLst/>
              <a:cxnLst/>
              <a:rect l="l" t="t" r="r" b="b"/>
              <a:pathLst>
                <a:path w="96" h="79" extrusionOk="0">
                  <a:moveTo>
                    <a:pt x="64" y="1"/>
                  </a:moveTo>
                  <a:lnTo>
                    <a:pt x="64" y="1"/>
                  </a:lnTo>
                  <a:lnTo>
                    <a:pt x="64" y="1"/>
                  </a:lnTo>
                  <a:lnTo>
                    <a:pt x="32" y="1"/>
                  </a:lnTo>
                  <a:cubicBezTo>
                    <a:pt x="17" y="16"/>
                    <a:pt x="1" y="32"/>
                    <a:pt x="1" y="47"/>
                  </a:cubicBezTo>
                  <a:cubicBezTo>
                    <a:pt x="17" y="64"/>
                    <a:pt x="32" y="79"/>
                    <a:pt x="49" y="79"/>
                  </a:cubicBezTo>
                  <a:lnTo>
                    <a:pt x="49" y="79"/>
                  </a:lnTo>
                  <a:lnTo>
                    <a:pt x="64" y="79"/>
                  </a:lnTo>
                  <a:cubicBezTo>
                    <a:pt x="95" y="79"/>
                    <a:pt x="95" y="47"/>
                    <a:pt x="95" y="32"/>
                  </a:cubicBezTo>
                  <a:lnTo>
                    <a:pt x="95" y="32"/>
                  </a:lnTo>
                  <a:lnTo>
                    <a:pt x="95" y="16"/>
                  </a:lnTo>
                  <a:cubicBezTo>
                    <a:pt x="95" y="16"/>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7" name="Google Shape;2127;p38"/>
            <p:cNvSpPr/>
            <p:nvPr/>
          </p:nvSpPr>
          <p:spPr>
            <a:xfrm>
              <a:off x="3383936" y="1799767"/>
              <a:ext cx="3053" cy="3053"/>
            </a:xfrm>
            <a:custGeom>
              <a:avLst/>
              <a:gdLst/>
              <a:ahLst/>
              <a:cxnLst/>
              <a:rect l="l" t="t" r="r" b="b"/>
              <a:pathLst>
                <a:path w="96" h="96" extrusionOk="0">
                  <a:moveTo>
                    <a:pt x="64" y="1"/>
                  </a:moveTo>
                  <a:lnTo>
                    <a:pt x="49" y="1"/>
                  </a:lnTo>
                  <a:lnTo>
                    <a:pt x="32" y="17"/>
                  </a:lnTo>
                  <a:lnTo>
                    <a:pt x="17" y="32"/>
                  </a:lnTo>
                  <a:cubicBezTo>
                    <a:pt x="1" y="48"/>
                    <a:pt x="1" y="80"/>
                    <a:pt x="17" y="80"/>
                  </a:cubicBezTo>
                  <a:cubicBezTo>
                    <a:pt x="32" y="95"/>
                    <a:pt x="32" y="95"/>
                    <a:pt x="49" y="95"/>
                  </a:cubicBezTo>
                  <a:lnTo>
                    <a:pt x="64" y="80"/>
                  </a:lnTo>
                  <a:lnTo>
                    <a:pt x="80" y="64"/>
                  </a:lnTo>
                  <a:cubicBezTo>
                    <a:pt x="95" y="48"/>
                    <a:pt x="95" y="32"/>
                    <a:pt x="80"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8" name="Google Shape;2128;p38"/>
            <p:cNvSpPr/>
            <p:nvPr/>
          </p:nvSpPr>
          <p:spPr>
            <a:xfrm>
              <a:off x="3413005" y="1796269"/>
              <a:ext cx="4039" cy="3530"/>
            </a:xfrm>
            <a:custGeom>
              <a:avLst/>
              <a:gdLst/>
              <a:ahLst/>
              <a:cxnLst/>
              <a:rect l="l" t="t" r="r" b="b"/>
              <a:pathLst>
                <a:path w="127" h="111" extrusionOk="0">
                  <a:moveTo>
                    <a:pt x="80" y="1"/>
                  </a:moveTo>
                  <a:lnTo>
                    <a:pt x="80" y="1"/>
                  </a:lnTo>
                  <a:cubicBezTo>
                    <a:pt x="80" y="1"/>
                    <a:pt x="64" y="1"/>
                    <a:pt x="64" y="16"/>
                  </a:cubicBezTo>
                  <a:lnTo>
                    <a:pt x="48" y="1"/>
                  </a:lnTo>
                  <a:lnTo>
                    <a:pt x="32" y="16"/>
                  </a:lnTo>
                  <a:cubicBezTo>
                    <a:pt x="17" y="16"/>
                    <a:pt x="1" y="47"/>
                    <a:pt x="17" y="64"/>
                  </a:cubicBezTo>
                  <a:lnTo>
                    <a:pt x="32" y="95"/>
                  </a:lnTo>
                  <a:cubicBezTo>
                    <a:pt x="48" y="111"/>
                    <a:pt x="48" y="111"/>
                    <a:pt x="64" y="111"/>
                  </a:cubicBezTo>
                  <a:lnTo>
                    <a:pt x="64" y="111"/>
                  </a:lnTo>
                  <a:lnTo>
                    <a:pt x="80" y="111"/>
                  </a:lnTo>
                  <a:cubicBezTo>
                    <a:pt x="80" y="111"/>
                    <a:pt x="95" y="111"/>
                    <a:pt x="95" y="95"/>
                  </a:cubicBezTo>
                  <a:lnTo>
                    <a:pt x="111" y="79"/>
                  </a:lnTo>
                  <a:lnTo>
                    <a:pt x="111" y="64"/>
                  </a:lnTo>
                  <a:lnTo>
                    <a:pt x="111" y="47"/>
                  </a:lnTo>
                  <a:lnTo>
                    <a:pt x="127" y="47"/>
                  </a:lnTo>
                  <a:cubicBezTo>
                    <a:pt x="127"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9" name="Google Shape;2129;p38"/>
            <p:cNvSpPr/>
            <p:nvPr/>
          </p:nvSpPr>
          <p:spPr>
            <a:xfrm>
              <a:off x="3284232" y="1802279"/>
              <a:ext cx="3053" cy="2544"/>
            </a:xfrm>
            <a:custGeom>
              <a:avLst/>
              <a:gdLst/>
              <a:ahLst/>
              <a:cxnLst/>
              <a:rect l="l" t="t" r="r" b="b"/>
              <a:pathLst>
                <a:path w="96" h="80" extrusionOk="0">
                  <a:moveTo>
                    <a:pt x="48" y="1"/>
                  </a:moveTo>
                  <a:lnTo>
                    <a:pt x="48" y="1"/>
                  </a:lnTo>
                  <a:cubicBezTo>
                    <a:pt x="33" y="1"/>
                    <a:pt x="16" y="16"/>
                    <a:pt x="16" y="16"/>
                  </a:cubicBezTo>
                  <a:cubicBezTo>
                    <a:pt x="16" y="32"/>
                    <a:pt x="1" y="48"/>
                    <a:pt x="16" y="48"/>
                  </a:cubicBezTo>
                  <a:lnTo>
                    <a:pt x="16" y="64"/>
                  </a:lnTo>
                  <a:lnTo>
                    <a:pt x="33" y="79"/>
                  </a:lnTo>
                  <a:lnTo>
                    <a:pt x="64" y="79"/>
                  </a:lnTo>
                  <a:lnTo>
                    <a:pt x="64" y="79"/>
                  </a:lnTo>
                  <a:lnTo>
                    <a:pt x="96" y="79"/>
                  </a:lnTo>
                  <a:lnTo>
                    <a:pt x="96" y="64"/>
                  </a:lnTo>
                  <a:cubicBezTo>
                    <a:pt x="96" y="48"/>
                    <a:pt x="96" y="32"/>
                    <a:pt x="79"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0" name="Google Shape;2130;p38"/>
            <p:cNvSpPr/>
            <p:nvPr/>
          </p:nvSpPr>
          <p:spPr>
            <a:xfrm>
              <a:off x="3408521" y="1814333"/>
              <a:ext cx="3021" cy="2512"/>
            </a:xfrm>
            <a:custGeom>
              <a:avLst/>
              <a:gdLst/>
              <a:ahLst/>
              <a:cxnLst/>
              <a:rect l="l" t="t" r="r" b="b"/>
              <a:pathLst>
                <a:path w="95" h="79" extrusionOk="0">
                  <a:moveTo>
                    <a:pt x="32" y="0"/>
                  </a:moveTo>
                  <a:lnTo>
                    <a:pt x="32" y="0"/>
                  </a:lnTo>
                  <a:cubicBezTo>
                    <a:pt x="16" y="0"/>
                    <a:pt x="16" y="0"/>
                    <a:pt x="0" y="15"/>
                  </a:cubicBezTo>
                  <a:cubicBezTo>
                    <a:pt x="0" y="32"/>
                    <a:pt x="0" y="47"/>
                    <a:pt x="16" y="63"/>
                  </a:cubicBezTo>
                  <a:lnTo>
                    <a:pt x="32" y="78"/>
                  </a:lnTo>
                  <a:lnTo>
                    <a:pt x="47" y="78"/>
                  </a:lnTo>
                  <a:cubicBezTo>
                    <a:pt x="63" y="78"/>
                    <a:pt x="79" y="78"/>
                    <a:pt x="79" y="63"/>
                  </a:cubicBezTo>
                  <a:cubicBezTo>
                    <a:pt x="95" y="47"/>
                    <a:pt x="95" y="32"/>
                    <a:pt x="79"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1" name="Google Shape;2131;p38"/>
            <p:cNvSpPr/>
            <p:nvPr/>
          </p:nvSpPr>
          <p:spPr>
            <a:xfrm>
              <a:off x="3357889" y="1786727"/>
              <a:ext cx="3021" cy="2576"/>
            </a:xfrm>
            <a:custGeom>
              <a:avLst/>
              <a:gdLst/>
              <a:ahLst/>
              <a:cxnLst/>
              <a:rect l="l" t="t" r="r" b="b"/>
              <a:pathLst>
                <a:path w="95" h="81" extrusionOk="0">
                  <a:moveTo>
                    <a:pt x="63" y="1"/>
                  </a:moveTo>
                  <a:lnTo>
                    <a:pt x="63" y="1"/>
                  </a:lnTo>
                  <a:lnTo>
                    <a:pt x="48" y="1"/>
                  </a:lnTo>
                  <a:lnTo>
                    <a:pt x="17" y="17"/>
                  </a:lnTo>
                  <a:cubicBezTo>
                    <a:pt x="0" y="17"/>
                    <a:pt x="0" y="32"/>
                    <a:pt x="0" y="49"/>
                  </a:cubicBezTo>
                  <a:lnTo>
                    <a:pt x="32" y="80"/>
                  </a:lnTo>
                  <a:lnTo>
                    <a:pt x="48" y="80"/>
                  </a:lnTo>
                  <a:lnTo>
                    <a:pt x="80" y="64"/>
                  </a:lnTo>
                  <a:cubicBezTo>
                    <a:pt x="95" y="49"/>
                    <a:pt x="95" y="32"/>
                    <a:pt x="95" y="17"/>
                  </a:cubicBezTo>
                  <a:cubicBezTo>
                    <a:pt x="80"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2" name="Google Shape;2132;p38"/>
            <p:cNvSpPr/>
            <p:nvPr/>
          </p:nvSpPr>
          <p:spPr>
            <a:xfrm>
              <a:off x="3312792" y="1791275"/>
              <a:ext cx="3021" cy="2512"/>
            </a:xfrm>
            <a:custGeom>
              <a:avLst/>
              <a:gdLst/>
              <a:ahLst/>
              <a:cxnLst/>
              <a:rect l="l" t="t" r="r" b="b"/>
              <a:pathLst>
                <a:path w="95" h="79" extrusionOk="0">
                  <a:moveTo>
                    <a:pt x="48" y="0"/>
                  </a:moveTo>
                  <a:lnTo>
                    <a:pt x="48" y="0"/>
                  </a:lnTo>
                  <a:lnTo>
                    <a:pt x="17" y="0"/>
                  </a:lnTo>
                  <a:cubicBezTo>
                    <a:pt x="0" y="15"/>
                    <a:pt x="17" y="47"/>
                    <a:pt x="32" y="47"/>
                  </a:cubicBezTo>
                  <a:lnTo>
                    <a:pt x="48" y="63"/>
                  </a:lnTo>
                  <a:cubicBezTo>
                    <a:pt x="48" y="78"/>
                    <a:pt x="63" y="78"/>
                    <a:pt x="63" y="78"/>
                  </a:cubicBezTo>
                  <a:cubicBezTo>
                    <a:pt x="80" y="78"/>
                    <a:pt x="80" y="78"/>
                    <a:pt x="95" y="63"/>
                  </a:cubicBezTo>
                  <a:cubicBezTo>
                    <a:pt x="95" y="47"/>
                    <a:pt x="95" y="32"/>
                    <a:pt x="80"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3" name="Google Shape;2133;p38"/>
            <p:cNvSpPr/>
            <p:nvPr/>
          </p:nvSpPr>
          <p:spPr>
            <a:xfrm>
              <a:off x="3052224" y="1817800"/>
              <a:ext cx="2544" cy="3053"/>
            </a:xfrm>
            <a:custGeom>
              <a:avLst/>
              <a:gdLst/>
              <a:ahLst/>
              <a:cxnLst/>
              <a:rect l="l" t="t" r="r" b="b"/>
              <a:pathLst>
                <a:path w="80" h="96" extrusionOk="0">
                  <a:moveTo>
                    <a:pt x="48" y="1"/>
                  </a:moveTo>
                  <a:lnTo>
                    <a:pt x="48" y="1"/>
                  </a:lnTo>
                  <a:cubicBezTo>
                    <a:pt x="32" y="1"/>
                    <a:pt x="17" y="17"/>
                    <a:pt x="17" y="17"/>
                  </a:cubicBezTo>
                  <a:lnTo>
                    <a:pt x="1" y="32"/>
                  </a:lnTo>
                  <a:lnTo>
                    <a:pt x="1" y="49"/>
                  </a:lnTo>
                  <a:cubicBezTo>
                    <a:pt x="1" y="64"/>
                    <a:pt x="1" y="80"/>
                    <a:pt x="17" y="80"/>
                  </a:cubicBezTo>
                  <a:cubicBezTo>
                    <a:pt x="17" y="80"/>
                    <a:pt x="17" y="95"/>
                    <a:pt x="32" y="95"/>
                  </a:cubicBezTo>
                  <a:lnTo>
                    <a:pt x="48" y="80"/>
                  </a:lnTo>
                  <a:lnTo>
                    <a:pt x="64" y="80"/>
                  </a:lnTo>
                  <a:lnTo>
                    <a:pt x="64" y="64"/>
                  </a:lnTo>
                  <a:cubicBezTo>
                    <a:pt x="80" y="49"/>
                    <a:pt x="80" y="17"/>
                    <a:pt x="64" y="17"/>
                  </a:cubicBez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4" name="Google Shape;2134;p38"/>
            <p:cNvSpPr/>
            <p:nvPr/>
          </p:nvSpPr>
          <p:spPr>
            <a:xfrm>
              <a:off x="3202560" y="1801771"/>
              <a:ext cx="2544" cy="3053"/>
            </a:xfrm>
            <a:custGeom>
              <a:avLst/>
              <a:gdLst/>
              <a:ahLst/>
              <a:cxnLst/>
              <a:rect l="l" t="t" r="r" b="b"/>
              <a:pathLst>
                <a:path w="80" h="96" extrusionOk="0">
                  <a:moveTo>
                    <a:pt x="48" y="1"/>
                  </a:moveTo>
                  <a:lnTo>
                    <a:pt x="48" y="1"/>
                  </a:lnTo>
                  <a:cubicBezTo>
                    <a:pt x="32" y="1"/>
                    <a:pt x="32" y="17"/>
                    <a:pt x="17" y="17"/>
                  </a:cubicBezTo>
                  <a:lnTo>
                    <a:pt x="0" y="32"/>
                  </a:lnTo>
                  <a:cubicBezTo>
                    <a:pt x="0" y="48"/>
                    <a:pt x="0" y="64"/>
                    <a:pt x="17" y="80"/>
                  </a:cubicBezTo>
                  <a:cubicBezTo>
                    <a:pt x="17" y="95"/>
                    <a:pt x="32" y="95"/>
                    <a:pt x="32" y="95"/>
                  </a:cubicBezTo>
                  <a:lnTo>
                    <a:pt x="32" y="95"/>
                  </a:lnTo>
                  <a:cubicBezTo>
                    <a:pt x="48" y="95"/>
                    <a:pt x="48" y="95"/>
                    <a:pt x="63" y="80"/>
                  </a:cubicBezTo>
                  <a:lnTo>
                    <a:pt x="63" y="80"/>
                  </a:lnTo>
                  <a:lnTo>
                    <a:pt x="80" y="64"/>
                  </a:lnTo>
                  <a:cubicBezTo>
                    <a:pt x="80" y="48"/>
                    <a:pt x="80" y="32"/>
                    <a:pt x="63" y="17"/>
                  </a:cubicBezTo>
                  <a:cubicBezTo>
                    <a:pt x="63"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5" name="Google Shape;2135;p38"/>
            <p:cNvSpPr/>
            <p:nvPr/>
          </p:nvSpPr>
          <p:spPr>
            <a:xfrm>
              <a:off x="3431578" y="1806287"/>
              <a:ext cx="3021" cy="2035"/>
            </a:xfrm>
            <a:custGeom>
              <a:avLst/>
              <a:gdLst/>
              <a:ahLst/>
              <a:cxnLst/>
              <a:rect l="l" t="t" r="r" b="b"/>
              <a:pathLst>
                <a:path w="95" h="64" extrusionOk="0">
                  <a:moveTo>
                    <a:pt x="63" y="1"/>
                  </a:moveTo>
                  <a:lnTo>
                    <a:pt x="47" y="1"/>
                  </a:lnTo>
                  <a:lnTo>
                    <a:pt x="32" y="1"/>
                  </a:lnTo>
                  <a:cubicBezTo>
                    <a:pt x="15" y="1"/>
                    <a:pt x="15" y="1"/>
                    <a:pt x="0" y="16"/>
                  </a:cubicBezTo>
                  <a:lnTo>
                    <a:pt x="0" y="32"/>
                  </a:lnTo>
                  <a:lnTo>
                    <a:pt x="0" y="48"/>
                  </a:lnTo>
                  <a:lnTo>
                    <a:pt x="15" y="64"/>
                  </a:lnTo>
                  <a:lnTo>
                    <a:pt x="32" y="64"/>
                  </a:lnTo>
                  <a:lnTo>
                    <a:pt x="32" y="64"/>
                  </a:lnTo>
                  <a:lnTo>
                    <a:pt x="63" y="64"/>
                  </a:lnTo>
                  <a:cubicBezTo>
                    <a:pt x="78" y="64"/>
                    <a:pt x="95" y="48"/>
                    <a:pt x="95" y="32"/>
                  </a:cubicBezTo>
                  <a:lnTo>
                    <a:pt x="95" y="32"/>
                  </a:lnTo>
                  <a:cubicBezTo>
                    <a:pt x="95"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6" name="Google Shape;2136;p38"/>
            <p:cNvSpPr/>
            <p:nvPr/>
          </p:nvSpPr>
          <p:spPr>
            <a:xfrm>
              <a:off x="3205550" y="1828836"/>
              <a:ext cx="3053" cy="2544"/>
            </a:xfrm>
            <a:custGeom>
              <a:avLst/>
              <a:gdLst/>
              <a:ahLst/>
              <a:cxnLst/>
              <a:rect l="l" t="t" r="r" b="b"/>
              <a:pathLst>
                <a:path w="96" h="80" extrusionOk="0">
                  <a:moveTo>
                    <a:pt x="49" y="0"/>
                  </a:moveTo>
                  <a:lnTo>
                    <a:pt x="49" y="0"/>
                  </a:lnTo>
                  <a:lnTo>
                    <a:pt x="32" y="0"/>
                  </a:lnTo>
                  <a:lnTo>
                    <a:pt x="17" y="32"/>
                  </a:lnTo>
                  <a:cubicBezTo>
                    <a:pt x="1" y="32"/>
                    <a:pt x="1" y="63"/>
                    <a:pt x="17" y="80"/>
                  </a:cubicBezTo>
                  <a:lnTo>
                    <a:pt x="32" y="80"/>
                  </a:lnTo>
                  <a:lnTo>
                    <a:pt x="32" y="48"/>
                  </a:lnTo>
                  <a:lnTo>
                    <a:pt x="64" y="48"/>
                  </a:lnTo>
                  <a:lnTo>
                    <a:pt x="64" y="48"/>
                  </a:lnTo>
                  <a:lnTo>
                    <a:pt x="80" y="48"/>
                  </a:lnTo>
                  <a:lnTo>
                    <a:pt x="80" y="48"/>
                  </a:lnTo>
                  <a:cubicBezTo>
                    <a:pt x="95" y="32"/>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7" name="Google Shape;2137;p38"/>
            <p:cNvSpPr/>
            <p:nvPr/>
          </p:nvSpPr>
          <p:spPr>
            <a:xfrm>
              <a:off x="3318326" y="1817800"/>
              <a:ext cx="3021" cy="2035"/>
            </a:xfrm>
            <a:custGeom>
              <a:avLst/>
              <a:gdLst/>
              <a:ahLst/>
              <a:cxnLst/>
              <a:rect l="l" t="t" r="r" b="b"/>
              <a:pathLst>
                <a:path w="95" h="64" extrusionOk="0">
                  <a:moveTo>
                    <a:pt x="63" y="1"/>
                  </a:moveTo>
                  <a:lnTo>
                    <a:pt x="63" y="1"/>
                  </a:lnTo>
                  <a:lnTo>
                    <a:pt x="32" y="1"/>
                  </a:lnTo>
                  <a:lnTo>
                    <a:pt x="32" y="1"/>
                  </a:lnTo>
                  <a:cubicBezTo>
                    <a:pt x="16" y="1"/>
                    <a:pt x="0" y="17"/>
                    <a:pt x="0" y="32"/>
                  </a:cubicBezTo>
                  <a:cubicBezTo>
                    <a:pt x="0" y="49"/>
                    <a:pt x="0" y="49"/>
                    <a:pt x="16" y="64"/>
                  </a:cubicBezTo>
                  <a:lnTo>
                    <a:pt x="32" y="64"/>
                  </a:lnTo>
                  <a:lnTo>
                    <a:pt x="47" y="64"/>
                  </a:lnTo>
                  <a:lnTo>
                    <a:pt x="63" y="64"/>
                  </a:lnTo>
                  <a:cubicBezTo>
                    <a:pt x="79" y="64"/>
                    <a:pt x="95" y="49"/>
                    <a:pt x="95" y="32"/>
                  </a:cubicBezTo>
                  <a:cubicBezTo>
                    <a:pt x="95"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8" name="Google Shape;2138;p38"/>
            <p:cNvSpPr/>
            <p:nvPr/>
          </p:nvSpPr>
          <p:spPr>
            <a:xfrm>
              <a:off x="3398503" y="1809785"/>
              <a:ext cx="2512" cy="3053"/>
            </a:xfrm>
            <a:custGeom>
              <a:avLst/>
              <a:gdLst/>
              <a:ahLst/>
              <a:cxnLst/>
              <a:rect l="l" t="t" r="r" b="b"/>
              <a:pathLst>
                <a:path w="79" h="96" extrusionOk="0">
                  <a:moveTo>
                    <a:pt x="32" y="1"/>
                  </a:moveTo>
                  <a:lnTo>
                    <a:pt x="32" y="1"/>
                  </a:lnTo>
                  <a:lnTo>
                    <a:pt x="32" y="1"/>
                  </a:lnTo>
                  <a:lnTo>
                    <a:pt x="32" y="1"/>
                  </a:lnTo>
                  <a:cubicBezTo>
                    <a:pt x="15" y="1"/>
                    <a:pt x="15" y="17"/>
                    <a:pt x="0" y="32"/>
                  </a:cubicBezTo>
                  <a:lnTo>
                    <a:pt x="0" y="32"/>
                  </a:lnTo>
                  <a:lnTo>
                    <a:pt x="0" y="49"/>
                  </a:lnTo>
                  <a:lnTo>
                    <a:pt x="0" y="49"/>
                  </a:lnTo>
                  <a:cubicBezTo>
                    <a:pt x="0" y="64"/>
                    <a:pt x="0" y="80"/>
                    <a:pt x="15" y="95"/>
                  </a:cubicBezTo>
                  <a:lnTo>
                    <a:pt x="32" y="95"/>
                  </a:lnTo>
                  <a:lnTo>
                    <a:pt x="47" y="95"/>
                  </a:lnTo>
                  <a:cubicBezTo>
                    <a:pt x="47" y="95"/>
                    <a:pt x="63" y="80"/>
                    <a:pt x="63" y="64"/>
                  </a:cubicBezTo>
                  <a:lnTo>
                    <a:pt x="63" y="64"/>
                  </a:lnTo>
                  <a:lnTo>
                    <a:pt x="63" y="64"/>
                  </a:lnTo>
                  <a:lnTo>
                    <a:pt x="78" y="49"/>
                  </a:lnTo>
                  <a:lnTo>
                    <a:pt x="78" y="49"/>
                  </a:lnTo>
                  <a:lnTo>
                    <a:pt x="78" y="32"/>
                  </a:lnTo>
                  <a:cubicBezTo>
                    <a:pt x="63" y="17"/>
                    <a:pt x="63"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9" name="Google Shape;2139;p38"/>
            <p:cNvSpPr/>
            <p:nvPr/>
          </p:nvSpPr>
          <p:spPr>
            <a:xfrm>
              <a:off x="3206567" y="1830362"/>
              <a:ext cx="2544" cy="2512"/>
            </a:xfrm>
            <a:custGeom>
              <a:avLst/>
              <a:gdLst/>
              <a:ahLst/>
              <a:cxnLst/>
              <a:rect l="l" t="t" r="r" b="b"/>
              <a:pathLst>
                <a:path w="80" h="79" extrusionOk="0">
                  <a:moveTo>
                    <a:pt x="32" y="0"/>
                  </a:moveTo>
                  <a:lnTo>
                    <a:pt x="32" y="0"/>
                  </a:lnTo>
                  <a:lnTo>
                    <a:pt x="0" y="0"/>
                  </a:lnTo>
                  <a:lnTo>
                    <a:pt x="0" y="32"/>
                  </a:lnTo>
                  <a:lnTo>
                    <a:pt x="0" y="47"/>
                  </a:lnTo>
                  <a:lnTo>
                    <a:pt x="17" y="63"/>
                  </a:lnTo>
                  <a:cubicBezTo>
                    <a:pt x="32" y="78"/>
                    <a:pt x="32" y="78"/>
                    <a:pt x="48" y="78"/>
                  </a:cubicBezTo>
                  <a:cubicBezTo>
                    <a:pt x="48" y="78"/>
                    <a:pt x="63" y="63"/>
                    <a:pt x="80" y="63"/>
                  </a:cubicBezTo>
                  <a:cubicBezTo>
                    <a:pt x="80" y="47"/>
                    <a:pt x="80" y="32"/>
                    <a:pt x="63"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0" name="Google Shape;2140;p38"/>
            <p:cNvSpPr/>
            <p:nvPr/>
          </p:nvSpPr>
          <p:spPr>
            <a:xfrm>
              <a:off x="3429034" y="1781734"/>
              <a:ext cx="4039" cy="3021"/>
            </a:xfrm>
            <a:custGeom>
              <a:avLst/>
              <a:gdLst/>
              <a:ahLst/>
              <a:cxnLst/>
              <a:rect l="l" t="t" r="r" b="b"/>
              <a:pathLst>
                <a:path w="127" h="95" extrusionOk="0">
                  <a:moveTo>
                    <a:pt x="80" y="0"/>
                  </a:moveTo>
                  <a:lnTo>
                    <a:pt x="80" y="0"/>
                  </a:lnTo>
                  <a:lnTo>
                    <a:pt x="64" y="0"/>
                  </a:lnTo>
                  <a:lnTo>
                    <a:pt x="32" y="32"/>
                  </a:lnTo>
                  <a:lnTo>
                    <a:pt x="17" y="32"/>
                  </a:lnTo>
                  <a:cubicBezTo>
                    <a:pt x="17" y="32"/>
                    <a:pt x="1" y="48"/>
                    <a:pt x="1" y="63"/>
                  </a:cubicBezTo>
                  <a:lnTo>
                    <a:pt x="1" y="80"/>
                  </a:lnTo>
                  <a:cubicBezTo>
                    <a:pt x="17" y="95"/>
                    <a:pt x="32" y="95"/>
                    <a:pt x="32" y="95"/>
                  </a:cubicBezTo>
                  <a:lnTo>
                    <a:pt x="49" y="95"/>
                  </a:lnTo>
                  <a:lnTo>
                    <a:pt x="95" y="63"/>
                  </a:lnTo>
                  <a:lnTo>
                    <a:pt x="95" y="63"/>
                  </a:lnTo>
                  <a:cubicBezTo>
                    <a:pt x="112"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1" name="Google Shape;2141;p38"/>
            <p:cNvSpPr/>
            <p:nvPr/>
          </p:nvSpPr>
          <p:spPr>
            <a:xfrm>
              <a:off x="3362914" y="1788731"/>
              <a:ext cx="3021" cy="3053"/>
            </a:xfrm>
            <a:custGeom>
              <a:avLst/>
              <a:gdLst/>
              <a:ahLst/>
              <a:cxnLst/>
              <a:rect l="l" t="t" r="r" b="b"/>
              <a:pathLst>
                <a:path w="95" h="96" extrusionOk="0">
                  <a:moveTo>
                    <a:pt x="48" y="1"/>
                  </a:moveTo>
                  <a:lnTo>
                    <a:pt x="32" y="1"/>
                  </a:lnTo>
                  <a:lnTo>
                    <a:pt x="32" y="1"/>
                  </a:lnTo>
                  <a:cubicBezTo>
                    <a:pt x="16" y="17"/>
                    <a:pt x="0" y="32"/>
                    <a:pt x="16" y="49"/>
                  </a:cubicBezTo>
                  <a:lnTo>
                    <a:pt x="16" y="80"/>
                  </a:lnTo>
                  <a:cubicBezTo>
                    <a:pt x="32" y="95"/>
                    <a:pt x="32" y="95"/>
                    <a:pt x="48" y="95"/>
                  </a:cubicBezTo>
                  <a:lnTo>
                    <a:pt x="63" y="95"/>
                  </a:lnTo>
                  <a:cubicBezTo>
                    <a:pt x="79" y="80"/>
                    <a:pt x="95" y="64"/>
                    <a:pt x="79" y="49"/>
                  </a:cubicBezTo>
                  <a:lnTo>
                    <a:pt x="79" y="32"/>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2" name="Google Shape;2142;p38"/>
            <p:cNvSpPr/>
            <p:nvPr/>
          </p:nvSpPr>
          <p:spPr>
            <a:xfrm>
              <a:off x="3414532" y="1805778"/>
              <a:ext cx="3021" cy="2544"/>
            </a:xfrm>
            <a:custGeom>
              <a:avLst/>
              <a:gdLst/>
              <a:ahLst/>
              <a:cxnLst/>
              <a:rect l="l" t="t" r="r" b="b"/>
              <a:pathLst>
                <a:path w="95" h="80" extrusionOk="0">
                  <a:moveTo>
                    <a:pt x="63" y="1"/>
                  </a:moveTo>
                  <a:lnTo>
                    <a:pt x="63" y="1"/>
                  </a:lnTo>
                  <a:lnTo>
                    <a:pt x="47" y="1"/>
                  </a:lnTo>
                  <a:lnTo>
                    <a:pt x="32" y="17"/>
                  </a:lnTo>
                  <a:cubicBezTo>
                    <a:pt x="16" y="17"/>
                    <a:pt x="16" y="17"/>
                    <a:pt x="16" y="32"/>
                  </a:cubicBezTo>
                  <a:cubicBezTo>
                    <a:pt x="0" y="32"/>
                    <a:pt x="0" y="48"/>
                    <a:pt x="0" y="64"/>
                  </a:cubicBezTo>
                  <a:cubicBezTo>
                    <a:pt x="16" y="80"/>
                    <a:pt x="32" y="80"/>
                    <a:pt x="32" y="80"/>
                  </a:cubicBezTo>
                  <a:lnTo>
                    <a:pt x="32" y="80"/>
                  </a:lnTo>
                  <a:lnTo>
                    <a:pt x="47" y="80"/>
                  </a:lnTo>
                  <a:lnTo>
                    <a:pt x="79" y="64"/>
                  </a:lnTo>
                  <a:cubicBezTo>
                    <a:pt x="95" y="64"/>
                    <a:pt x="95" y="48"/>
                    <a:pt x="95" y="32"/>
                  </a:cubicBezTo>
                  <a:lnTo>
                    <a:pt x="95" y="32"/>
                  </a:lnTo>
                  <a:lnTo>
                    <a:pt x="95" y="17"/>
                  </a:lnTo>
                  <a:cubicBezTo>
                    <a:pt x="79" y="17"/>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3" name="Google Shape;2143;p38"/>
            <p:cNvSpPr/>
            <p:nvPr/>
          </p:nvSpPr>
          <p:spPr>
            <a:xfrm>
              <a:off x="3143946" y="1833829"/>
              <a:ext cx="3021" cy="3053"/>
            </a:xfrm>
            <a:custGeom>
              <a:avLst/>
              <a:gdLst/>
              <a:ahLst/>
              <a:cxnLst/>
              <a:rect l="l" t="t" r="r" b="b"/>
              <a:pathLst>
                <a:path w="95" h="96" extrusionOk="0">
                  <a:moveTo>
                    <a:pt x="47" y="1"/>
                  </a:moveTo>
                  <a:lnTo>
                    <a:pt x="32" y="1"/>
                  </a:lnTo>
                  <a:cubicBezTo>
                    <a:pt x="32" y="17"/>
                    <a:pt x="16" y="17"/>
                    <a:pt x="16" y="17"/>
                  </a:cubicBezTo>
                  <a:cubicBezTo>
                    <a:pt x="0" y="32"/>
                    <a:pt x="0" y="64"/>
                    <a:pt x="16" y="64"/>
                  </a:cubicBezTo>
                  <a:lnTo>
                    <a:pt x="32" y="80"/>
                  </a:lnTo>
                  <a:cubicBezTo>
                    <a:pt x="47" y="80"/>
                    <a:pt x="47" y="95"/>
                    <a:pt x="63" y="95"/>
                  </a:cubicBezTo>
                  <a:lnTo>
                    <a:pt x="79" y="80"/>
                  </a:lnTo>
                  <a:cubicBezTo>
                    <a:pt x="95" y="64"/>
                    <a:pt x="95" y="49"/>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4" name="Google Shape;2144;p38"/>
            <p:cNvSpPr/>
            <p:nvPr/>
          </p:nvSpPr>
          <p:spPr>
            <a:xfrm>
              <a:off x="3191524" y="1829344"/>
              <a:ext cx="3053" cy="2512"/>
            </a:xfrm>
            <a:custGeom>
              <a:avLst/>
              <a:gdLst/>
              <a:ahLst/>
              <a:cxnLst/>
              <a:rect l="l" t="t" r="r" b="b"/>
              <a:pathLst>
                <a:path w="96" h="79" extrusionOk="0">
                  <a:moveTo>
                    <a:pt x="64" y="1"/>
                  </a:moveTo>
                  <a:lnTo>
                    <a:pt x="64" y="1"/>
                  </a:lnTo>
                  <a:lnTo>
                    <a:pt x="32" y="1"/>
                  </a:lnTo>
                  <a:lnTo>
                    <a:pt x="17" y="16"/>
                  </a:lnTo>
                  <a:cubicBezTo>
                    <a:pt x="1" y="32"/>
                    <a:pt x="17" y="64"/>
                    <a:pt x="32" y="64"/>
                  </a:cubicBezTo>
                  <a:cubicBezTo>
                    <a:pt x="32" y="79"/>
                    <a:pt x="32" y="79"/>
                    <a:pt x="48" y="79"/>
                  </a:cubicBezTo>
                  <a:cubicBezTo>
                    <a:pt x="64" y="79"/>
                    <a:pt x="64" y="79"/>
                    <a:pt x="80" y="64"/>
                  </a:cubicBezTo>
                  <a:lnTo>
                    <a:pt x="80" y="47"/>
                  </a:lnTo>
                  <a:cubicBezTo>
                    <a:pt x="95" y="32"/>
                    <a:pt x="95" y="16"/>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5" name="Google Shape;2145;p38"/>
            <p:cNvSpPr/>
            <p:nvPr/>
          </p:nvSpPr>
          <p:spPr>
            <a:xfrm>
              <a:off x="3452601" y="1781257"/>
              <a:ext cx="3530" cy="2035"/>
            </a:xfrm>
            <a:custGeom>
              <a:avLst/>
              <a:gdLst/>
              <a:ahLst/>
              <a:cxnLst/>
              <a:rect l="l" t="t" r="r" b="b"/>
              <a:pathLst>
                <a:path w="111" h="64" extrusionOk="0">
                  <a:moveTo>
                    <a:pt x="48" y="0"/>
                  </a:moveTo>
                  <a:lnTo>
                    <a:pt x="32" y="0"/>
                  </a:lnTo>
                  <a:cubicBezTo>
                    <a:pt x="16" y="0"/>
                    <a:pt x="16" y="15"/>
                    <a:pt x="1" y="15"/>
                  </a:cubicBezTo>
                  <a:cubicBezTo>
                    <a:pt x="1" y="47"/>
                    <a:pt x="16" y="63"/>
                    <a:pt x="32" y="63"/>
                  </a:cubicBezTo>
                  <a:lnTo>
                    <a:pt x="64" y="63"/>
                  </a:lnTo>
                  <a:lnTo>
                    <a:pt x="64" y="63"/>
                  </a:lnTo>
                  <a:cubicBezTo>
                    <a:pt x="79" y="63"/>
                    <a:pt x="95" y="63"/>
                    <a:pt x="95" y="47"/>
                  </a:cubicBezTo>
                  <a:cubicBezTo>
                    <a:pt x="111" y="32"/>
                    <a:pt x="95" y="0"/>
                    <a:pt x="79"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6" name="Google Shape;2146;p38"/>
            <p:cNvSpPr/>
            <p:nvPr/>
          </p:nvSpPr>
          <p:spPr>
            <a:xfrm>
              <a:off x="3260188" y="1822825"/>
              <a:ext cx="3053" cy="2544"/>
            </a:xfrm>
            <a:custGeom>
              <a:avLst/>
              <a:gdLst/>
              <a:ahLst/>
              <a:cxnLst/>
              <a:rect l="l" t="t" r="r" b="b"/>
              <a:pathLst>
                <a:path w="96" h="80" extrusionOk="0">
                  <a:moveTo>
                    <a:pt x="32" y="0"/>
                  </a:moveTo>
                  <a:lnTo>
                    <a:pt x="32" y="0"/>
                  </a:lnTo>
                  <a:lnTo>
                    <a:pt x="16" y="0"/>
                  </a:lnTo>
                  <a:cubicBezTo>
                    <a:pt x="1" y="17"/>
                    <a:pt x="1" y="48"/>
                    <a:pt x="16" y="48"/>
                  </a:cubicBezTo>
                  <a:lnTo>
                    <a:pt x="32" y="63"/>
                  </a:lnTo>
                  <a:cubicBezTo>
                    <a:pt x="32" y="80"/>
                    <a:pt x="47" y="80"/>
                    <a:pt x="47" y="80"/>
                  </a:cubicBezTo>
                  <a:cubicBezTo>
                    <a:pt x="64" y="80"/>
                    <a:pt x="79" y="63"/>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7" name="Google Shape;2147;p38"/>
            <p:cNvSpPr/>
            <p:nvPr/>
          </p:nvSpPr>
          <p:spPr>
            <a:xfrm>
              <a:off x="3039185" y="1822825"/>
              <a:ext cx="3053" cy="2544"/>
            </a:xfrm>
            <a:custGeom>
              <a:avLst/>
              <a:gdLst/>
              <a:ahLst/>
              <a:cxnLst/>
              <a:rect l="l" t="t" r="r" b="b"/>
              <a:pathLst>
                <a:path w="96" h="80" extrusionOk="0">
                  <a:moveTo>
                    <a:pt x="49" y="0"/>
                  </a:moveTo>
                  <a:lnTo>
                    <a:pt x="32" y="0"/>
                  </a:lnTo>
                  <a:lnTo>
                    <a:pt x="32" y="0"/>
                  </a:lnTo>
                  <a:lnTo>
                    <a:pt x="1" y="32"/>
                  </a:lnTo>
                  <a:lnTo>
                    <a:pt x="1" y="32"/>
                  </a:lnTo>
                  <a:lnTo>
                    <a:pt x="1" y="48"/>
                  </a:lnTo>
                  <a:lnTo>
                    <a:pt x="32" y="80"/>
                  </a:lnTo>
                  <a:lnTo>
                    <a:pt x="64" y="80"/>
                  </a:lnTo>
                  <a:lnTo>
                    <a:pt x="64" y="80"/>
                  </a:lnTo>
                  <a:cubicBezTo>
                    <a:pt x="80" y="80"/>
                    <a:pt x="95" y="63"/>
                    <a:pt x="95" y="48"/>
                  </a:cubicBezTo>
                  <a:lnTo>
                    <a:pt x="95" y="48"/>
                  </a:lnTo>
                  <a:lnTo>
                    <a:pt x="95" y="32"/>
                  </a:lnTo>
                  <a:cubicBezTo>
                    <a:pt x="95" y="17"/>
                    <a:pt x="80" y="17"/>
                    <a:pt x="80"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8" name="Google Shape;2148;p38"/>
            <p:cNvSpPr/>
            <p:nvPr/>
          </p:nvSpPr>
          <p:spPr>
            <a:xfrm>
              <a:off x="3404513" y="1813315"/>
              <a:ext cx="2512" cy="2512"/>
            </a:xfrm>
            <a:custGeom>
              <a:avLst/>
              <a:gdLst/>
              <a:ahLst/>
              <a:cxnLst/>
              <a:rect l="l" t="t" r="r" b="b"/>
              <a:pathLst>
                <a:path w="79" h="79" extrusionOk="0">
                  <a:moveTo>
                    <a:pt x="47" y="1"/>
                  </a:moveTo>
                  <a:lnTo>
                    <a:pt x="47" y="1"/>
                  </a:lnTo>
                  <a:lnTo>
                    <a:pt x="47" y="1"/>
                  </a:lnTo>
                  <a:lnTo>
                    <a:pt x="15" y="1"/>
                  </a:lnTo>
                  <a:lnTo>
                    <a:pt x="15" y="16"/>
                  </a:lnTo>
                  <a:lnTo>
                    <a:pt x="0" y="16"/>
                  </a:lnTo>
                  <a:cubicBezTo>
                    <a:pt x="0" y="32"/>
                    <a:pt x="0" y="64"/>
                    <a:pt x="15" y="79"/>
                  </a:cubicBezTo>
                  <a:lnTo>
                    <a:pt x="32" y="79"/>
                  </a:lnTo>
                  <a:cubicBezTo>
                    <a:pt x="47" y="79"/>
                    <a:pt x="47" y="79"/>
                    <a:pt x="63" y="64"/>
                  </a:cubicBezTo>
                  <a:lnTo>
                    <a:pt x="78" y="47"/>
                  </a:lnTo>
                  <a:cubicBezTo>
                    <a:pt x="78" y="32"/>
                    <a:pt x="78"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9" name="Google Shape;2149;p38"/>
            <p:cNvSpPr/>
            <p:nvPr/>
          </p:nvSpPr>
          <p:spPr>
            <a:xfrm>
              <a:off x="3200079" y="1831825"/>
              <a:ext cx="3021" cy="2576"/>
            </a:xfrm>
            <a:custGeom>
              <a:avLst/>
              <a:gdLst/>
              <a:ahLst/>
              <a:cxnLst/>
              <a:rect l="l" t="t" r="r" b="b"/>
              <a:pathLst>
                <a:path w="95" h="81" extrusionOk="0">
                  <a:moveTo>
                    <a:pt x="47" y="1"/>
                  </a:moveTo>
                  <a:lnTo>
                    <a:pt x="47" y="1"/>
                  </a:lnTo>
                  <a:cubicBezTo>
                    <a:pt x="32" y="1"/>
                    <a:pt x="32" y="1"/>
                    <a:pt x="32" y="17"/>
                  </a:cubicBezTo>
                  <a:lnTo>
                    <a:pt x="15" y="32"/>
                  </a:lnTo>
                  <a:cubicBezTo>
                    <a:pt x="0" y="49"/>
                    <a:pt x="0" y="64"/>
                    <a:pt x="15" y="80"/>
                  </a:cubicBezTo>
                  <a:lnTo>
                    <a:pt x="32" y="80"/>
                  </a:lnTo>
                  <a:cubicBezTo>
                    <a:pt x="47" y="80"/>
                    <a:pt x="63" y="80"/>
                    <a:pt x="63"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0" name="Google Shape;2150;p38"/>
            <p:cNvSpPr/>
            <p:nvPr/>
          </p:nvSpPr>
          <p:spPr>
            <a:xfrm>
              <a:off x="3192033" y="1831825"/>
              <a:ext cx="3053" cy="3053"/>
            </a:xfrm>
            <a:custGeom>
              <a:avLst/>
              <a:gdLst/>
              <a:ahLst/>
              <a:cxnLst/>
              <a:rect l="l" t="t" r="r" b="b"/>
              <a:pathLst>
                <a:path w="96" h="96" extrusionOk="0">
                  <a:moveTo>
                    <a:pt x="48" y="1"/>
                  </a:moveTo>
                  <a:lnTo>
                    <a:pt x="48" y="1"/>
                  </a:lnTo>
                  <a:lnTo>
                    <a:pt x="32" y="17"/>
                  </a:lnTo>
                  <a:lnTo>
                    <a:pt x="16" y="32"/>
                  </a:lnTo>
                  <a:cubicBezTo>
                    <a:pt x="1" y="49"/>
                    <a:pt x="1" y="80"/>
                    <a:pt x="16" y="80"/>
                  </a:cubicBezTo>
                  <a:cubicBezTo>
                    <a:pt x="32" y="95"/>
                    <a:pt x="32" y="95"/>
                    <a:pt x="48" y="95"/>
                  </a:cubicBezTo>
                  <a:lnTo>
                    <a:pt x="64" y="80"/>
                  </a:lnTo>
                  <a:lnTo>
                    <a:pt x="79" y="64"/>
                  </a:lnTo>
                  <a:cubicBezTo>
                    <a:pt x="95" y="49"/>
                    <a:pt x="95" y="32"/>
                    <a:pt x="79" y="17"/>
                  </a:cubicBezTo>
                  <a:cubicBezTo>
                    <a:pt x="64" y="17"/>
                    <a:pt x="64"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1" name="Google Shape;2151;p38"/>
            <p:cNvSpPr/>
            <p:nvPr/>
          </p:nvSpPr>
          <p:spPr>
            <a:xfrm>
              <a:off x="3433041" y="1807781"/>
              <a:ext cx="3053" cy="2544"/>
            </a:xfrm>
            <a:custGeom>
              <a:avLst/>
              <a:gdLst/>
              <a:ahLst/>
              <a:cxnLst/>
              <a:rect l="l" t="t" r="r" b="b"/>
              <a:pathLst>
                <a:path w="96" h="80" extrusionOk="0">
                  <a:moveTo>
                    <a:pt x="64" y="1"/>
                  </a:moveTo>
                  <a:lnTo>
                    <a:pt x="64" y="1"/>
                  </a:lnTo>
                  <a:lnTo>
                    <a:pt x="49" y="1"/>
                  </a:lnTo>
                  <a:lnTo>
                    <a:pt x="32" y="17"/>
                  </a:lnTo>
                  <a:cubicBezTo>
                    <a:pt x="17" y="17"/>
                    <a:pt x="17" y="17"/>
                    <a:pt x="17" y="32"/>
                  </a:cubicBezTo>
                  <a:cubicBezTo>
                    <a:pt x="1" y="32"/>
                    <a:pt x="1" y="48"/>
                    <a:pt x="17" y="64"/>
                  </a:cubicBezTo>
                  <a:lnTo>
                    <a:pt x="17" y="80"/>
                  </a:lnTo>
                  <a:lnTo>
                    <a:pt x="49" y="80"/>
                  </a:lnTo>
                  <a:lnTo>
                    <a:pt x="49" y="80"/>
                  </a:lnTo>
                  <a:lnTo>
                    <a:pt x="80" y="64"/>
                  </a:lnTo>
                  <a:cubicBezTo>
                    <a:pt x="95" y="64"/>
                    <a:pt x="95" y="48"/>
                    <a:pt x="95" y="17"/>
                  </a:cubicBezTo>
                  <a:cubicBezTo>
                    <a:pt x="95" y="17"/>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2" name="Google Shape;2152;p38"/>
            <p:cNvSpPr/>
            <p:nvPr/>
          </p:nvSpPr>
          <p:spPr>
            <a:xfrm>
              <a:off x="3269698" y="1824828"/>
              <a:ext cx="3021" cy="3021"/>
            </a:xfrm>
            <a:custGeom>
              <a:avLst/>
              <a:gdLst/>
              <a:ahLst/>
              <a:cxnLst/>
              <a:rect l="l" t="t" r="r" b="b"/>
              <a:pathLst>
                <a:path w="95" h="95" extrusionOk="0">
                  <a:moveTo>
                    <a:pt x="63" y="0"/>
                  </a:moveTo>
                  <a:lnTo>
                    <a:pt x="48" y="0"/>
                  </a:lnTo>
                  <a:lnTo>
                    <a:pt x="32" y="17"/>
                  </a:lnTo>
                  <a:lnTo>
                    <a:pt x="17" y="32"/>
                  </a:lnTo>
                  <a:cubicBezTo>
                    <a:pt x="0" y="48"/>
                    <a:pt x="0" y="63"/>
                    <a:pt x="17" y="80"/>
                  </a:cubicBezTo>
                  <a:cubicBezTo>
                    <a:pt x="32" y="95"/>
                    <a:pt x="32" y="95"/>
                    <a:pt x="48" y="95"/>
                  </a:cubicBezTo>
                  <a:lnTo>
                    <a:pt x="63" y="80"/>
                  </a:lnTo>
                  <a:lnTo>
                    <a:pt x="80" y="63"/>
                  </a:lnTo>
                  <a:cubicBezTo>
                    <a:pt x="95" y="48"/>
                    <a:pt x="95" y="32"/>
                    <a:pt x="80" y="17"/>
                  </a:cubicBezTo>
                  <a:cubicBezTo>
                    <a:pt x="80"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3" name="Google Shape;2153;p38"/>
            <p:cNvSpPr/>
            <p:nvPr/>
          </p:nvSpPr>
          <p:spPr>
            <a:xfrm>
              <a:off x="3356395" y="1757182"/>
              <a:ext cx="2512" cy="2544"/>
            </a:xfrm>
            <a:custGeom>
              <a:avLst/>
              <a:gdLst/>
              <a:ahLst/>
              <a:cxnLst/>
              <a:rect l="l" t="t" r="r" b="b"/>
              <a:pathLst>
                <a:path w="79" h="80" extrusionOk="0">
                  <a:moveTo>
                    <a:pt x="32" y="1"/>
                  </a:moveTo>
                  <a:lnTo>
                    <a:pt x="32" y="1"/>
                  </a:lnTo>
                  <a:cubicBezTo>
                    <a:pt x="16" y="1"/>
                    <a:pt x="16" y="1"/>
                    <a:pt x="16" y="16"/>
                  </a:cubicBezTo>
                  <a:cubicBezTo>
                    <a:pt x="1" y="32"/>
                    <a:pt x="1" y="48"/>
                    <a:pt x="16" y="64"/>
                  </a:cubicBezTo>
                  <a:lnTo>
                    <a:pt x="32" y="79"/>
                  </a:lnTo>
                  <a:lnTo>
                    <a:pt x="47" y="79"/>
                  </a:lnTo>
                  <a:lnTo>
                    <a:pt x="64" y="79"/>
                  </a:lnTo>
                  <a:cubicBezTo>
                    <a:pt x="64" y="64"/>
                    <a:pt x="64" y="48"/>
                    <a:pt x="79" y="48"/>
                  </a:cubicBezTo>
                  <a:lnTo>
                    <a:pt x="79" y="48"/>
                  </a:ln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4" name="Google Shape;2154;p38"/>
            <p:cNvSpPr/>
            <p:nvPr/>
          </p:nvSpPr>
          <p:spPr>
            <a:xfrm>
              <a:off x="3020166" y="1805301"/>
              <a:ext cx="3021" cy="2035"/>
            </a:xfrm>
            <a:custGeom>
              <a:avLst/>
              <a:gdLst/>
              <a:ahLst/>
              <a:cxnLst/>
              <a:rect l="l" t="t" r="r" b="b"/>
              <a:pathLst>
                <a:path w="95" h="64" extrusionOk="0">
                  <a:moveTo>
                    <a:pt x="63" y="0"/>
                  </a:moveTo>
                  <a:lnTo>
                    <a:pt x="48" y="0"/>
                  </a:lnTo>
                  <a:lnTo>
                    <a:pt x="32" y="0"/>
                  </a:lnTo>
                  <a:lnTo>
                    <a:pt x="17" y="0"/>
                  </a:lnTo>
                  <a:cubicBezTo>
                    <a:pt x="0" y="16"/>
                    <a:pt x="0" y="16"/>
                    <a:pt x="0" y="32"/>
                  </a:cubicBezTo>
                  <a:lnTo>
                    <a:pt x="0" y="47"/>
                  </a:lnTo>
                  <a:cubicBezTo>
                    <a:pt x="17" y="63"/>
                    <a:pt x="17" y="63"/>
                    <a:pt x="32" y="63"/>
                  </a:cubicBezTo>
                  <a:lnTo>
                    <a:pt x="32" y="63"/>
                  </a:lnTo>
                  <a:lnTo>
                    <a:pt x="63" y="63"/>
                  </a:lnTo>
                  <a:cubicBezTo>
                    <a:pt x="80" y="63"/>
                    <a:pt x="95" y="47"/>
                    <a:pt x="95" y="32"/>
                  </a:cubicBezTo>
                  <a:cubicBezTo>
                    <a:pt x="95" y="16"/>
                    <a:pt x="80"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5" name="Google Shape;2155;p38"/>
            <p:cNvSpPr/>
            <p:nvPr/>
          </p:nvSpPr>
          <p:spPr>
            <a:xfrm>
              <a:off x="3103333" y="1795283"/>
              <a:ext cx="4039" cy="2512"/>
            </a:xfrm>
            <a:custGeom>
              <a:avLst/>
              <a:gdLst/>
              <a:ahLst/>
              <a:cxnLst/>
              <a:rect l="l" t="t" r="r" b="b"/>
              <a:pathLst>
                <a:path w="127" h="79" extrusionOk="0">
                  <a:moveTo>
                    <a:pt x="32" y="0"/>
                  </a:moveTo>
                  <a:lnTo>
                    <a:pt x="32" y="0"/>
                  </a:lnTo>
                  <a:cubicBezTo>
                    <a:pt x="17" y="15"/>
                    <a:pt x="1" y="15"/>
                    <a:pt x="1" y="32"/>
                  </a:cubicBezTo>
                  <a:lnTo>
                    <a:pt x="1" y="47"/>
                  </a:lnTo>
                  <a:lnTo>
                    <a:pt x="17" y="63"/>
                  </a:lnTo>
                  <a:lnTo>
                    <a:pt x="32" y="78"/>
                  </a:lnTo>
                  <a:lnTo>
                    <a:pt x="95" y="78"/>
                  </a:lnTo>
                  <a:lnTo>
                    <a:pt x="95" y="78"/>
                  </a:lnTo>
                  <a:cubicBezTo>
                    <a:pt x="111" y="78"/>
                    <a:pt x="111" y="63"/>
                    <a:pt x="127" y="47"/>
                  </a:cubicBezTo>
                  <a:lnTo>
                    <a:pt x="127" y="47"/>
                  </a:lnTo>
                  <a:lnTo>
                    <a:pt x="127" y="15"/>
                  </a:lnTo>
                  <a:lnTo>
                    <a:pt x="95"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6" name="Google Shape;2156;p38"/>
            <p:cNvSpPr/>
            <p:nvPr/>
          </p:nvSpPr>
          <p:spPr>
            <a:xfrm>
              <a:off x="3442074" y="1751648"/>
              <a:ext cx="3021" cy="2576"/>
            </a:xfrm>
            <a:custGeom>
              <a:avLst/>
              <a:gdLst/>
              <a:ahLst/>
              <a:cxnLst/>
              <a:rect l="l" t="t" r="r" b="b"/>
              <a:pathLst>
                <a:path w="95" h="81" extrusionOk="0">
                  <a:moveTo>
                    <a:pt x="63" y="1"/>
                  </a:moveTo>
                  <a:lnTo>
                    <a:pt x="48" y="1"/>
                  </a:lnTo>
                  <a:cubicBezTo>
                    <a:pt x="48" y="1"/>
                    <a:pt x="32" y="1"/>
                    <a:pt x="32" y="17"/>
                  </a:cubicBezTo>
                  <a:lnTo>
                    <a:pt x="17" y="32"/>
                  </a:lnTo>
                  <a:cubicBezTo>
                    <a:pt x="0" y="49"/>
                    <a:pt x="0" y="64"/>
                    <a:pt x="17" y="80"/>
                  </a:cubicBezTo>
                  <a:lnTo>
                    <a:pt x="48" y="80"/>
                  </a:lnTo>
                  <a:lnTo>
                    <a:pt x="63" y="80"/>
                  </a:lnTo>
                  <a:lnTo>
                    <a:pt x="80" y="64"/>
                  </a:lnTo>
                  <a:cubicBezTo>
                    <a:pt x="95" y="49"/>
                    <a:pt x="95" y="17"/>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7" name="Google Shape;2157;p38"/>
            <p:cNvSpPr/>
            <p:nvPr/>
          </p:nvSpPr>
          <p:spPr>
            <a:xfrm>
              <a:off x="3435586" y="1756196"/>
              <a:ext cx="3021" cy="2512"/>
            </a:xfrm>
            <a:custGeom>
              <a:avLst/>
              <a:gdLst/>
              <a:ahLst/>
              <a:cxnLst/>
              <a:rect l="l" t="t" r="r" b="b"/>
              <a:pathLst>
                <a:path w="95" h="79" extrusionOk="0">
                  <a:moveTo>
                    <a:pt x="47" y="0"/>
                  </a:moveTo>
                  <a:lnTo>
                    <a:pt x="47" y="0"/>
                  </a:lnTo>
                  <a:cubicBezTo>
                    <a:pt x="32" y="0"/>
                    <a:pt x="32" y="16"/>
                    <a:pt x="15" y="16"/>
                  </a:cubicBezTo>
                  <a:lnTo>
                    <a:pt x="15" y="16"/>
                  </a:lnTo>
                  <a:cubicBezTo>
                    <a:pt x="15" y="32"/>
                    <a:pt x="0" y="32"/>
                    <a:pt x="15" y="47"/>
                  </a:cubicBezTo>
                  <a:lnTo>
                    <a:pt x="15" y="63"/>
                  </a:lnTo>
                  <a:lnTo>
                    <a:pt x="32" y="79"/>
                  </a:lnTo>
                  <a:lnTo>
                    <a:pt x="47" y="79"/>
                  </a:lnTo>
                  <a:lnTo>
                    <a:pt x="47" y="79"/>
                  </a:lnTo>
                  <a:lnTo>
                    <a:pt x="63" y="79"/>
                  </a:lnTo>
                  <a:lnTo>
                    <a:pt x="63" y="79"/>
                  </a:lnTo>
                  <a:lnTo>
                    <a:pt x="95" y="79"/>
                  </a:lnTo>
                  <a:cubicBezTo>
                    <a:pt x="95" y="63"/>
                    <a:pt x="95" y="47"/>
                    <a:pt x="78" y="32"/>
                  </a:cubicBezTo>
                  <a:lnTo>
                    <a:pt x="78" y="32"/>
                  </a:lnTo>
                  <a:lnTo>
                    <a:pt x="63" y="16"/>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8" name="Google Shape;2158;p38"/>
            <p:cNvSpPr/>
            <p:nvPr/>
          </p:nvSpPr>
          <p:spPr>
            <a:xfrm>
              <a:off x="3280225" y="1770698"/>
              <a:ext cx="3530" cy="3053"/>
            </a:xfrm>
            <a:custGeom>
              <a:avLst/>
              <a:gdLst/>
              <a:ahLst/>
              <a:cxnLst/>
              <a:rect l="l" t="t" r="r" b="b"/>
              <a:pathLst>
                <a:path w="111" h="96" extrusionOk="0">
                  <a:moveTo>
                    <a:pt x="64" y="1"/>
                  </a:moveTo>
                  <a:lnTo>
                    <a:pt x="64" y="1"/>
                  </a:lnTo>
                  <a:cubicBezTo>
                    <a:pt x="48" y="1"/>
                    <a:pt x="48" y="1"/>
                    <a:pt x="48" y="17"/>
                  </a:cubicBezTo>
                  <a:lnTo>
                    <a:pt x="16" y="49"/>
                  </a:lnTo>
                  <a:cubicBezTo>
                    <a:pt x="1" y="49"/>
                    <a:pt x="16" y="80"/>
                    <a:pt x="32" y="95"/>
                  </a:cubicBezTo>
                  <a:lnTo>
                    <a:pt x="48" y="95"/>
                  </a:lnTo>
                  <a:cubicBezTo>
                    <a:pt x="64" y="95"/>
                    <a:pt x="64" y="95"/>
                    <a:pt x="79" y="80"/>
                  </a:cubicBezTo>
                  <a:lnTo>
                    <a:pt x="95" y="64"/>
                  </a:lnTo>
                  <a:cubicBezTo>
                    <a:pt x="111" y="49"/>
                    <a:pt x="111" y="17"/>
                    <a:pt x="95" y="17"/>
                  </a:cubicBez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9" name="Google Shape;2159;p38"/>
            <p:cNvSpPr/>
            <p:nvPr/>
          </p:nvSpPr>
          <p:spPr>
            <a:xfrm>
              <a:off x="3260665" y="1774229"/>
              <a:ext cx="2576" cy="2512"/>
            </a:xfrm>
            <a:custGeom>
              <a:avLst/>
              <a:gdLst/>
              <a:ahLst/>
              <a:cxnLst/>
              <a:rect l="l" t="t" r="r" b="b"/>
              <a:pathLst>
                <a:path w="81" h="79" extrusionOk="0">
                  <a:moveTo>
                    <a:pt x="17" y="1"/>
                  </a:moveTo>
                  <a:lnTo>
                    <a:pt x="17" y="1"/>
                  </a:lnTo>
                  <a:lnTo>
                    <a:pt x="1" y="16"/>
                  </a:lnTo>
                  <a:lnTo>
                    <a:pt x="1" y="32"/>
                  </a:lnTo>
                  <a:cubicBezTo>
                    <a:pt x="1" y="47"/>
                    <a:pt x="17" y="64"/>
                    <a:pt x="17" y="64"/>
                  </a:cubicBezTo>
                  <a:cubicBezTo>
                    <a:pt x="32" y="64"/>
                    <a:pt x="32" y="79"/>
                    <a:pt x="32" y="79"/>
                  </a:cubicBezTo>
                  <a:cubicBezTo>
                    <a:pt x="49" y="79"/>
                    <a:pt x="64" y="64"/>
                    <a:pt x="64" y="64"/>
                  </a:cubicBezTo>
                  <a:lnTo>
                    <a:pt x="64" y="47"/>
                  </a:lnTo>
                  <a:lnTo>
                    <a:pt x="80" y="32"/>
                  </a:lnTo>
                  <a:lnTo>
                    <a:pt x="80" y="1"/>
                  </a:lnTo>
                  <a:cubicBezTo>
                    <a:pt x="80" y="16"/>
                    <a:pt x="64" y="16"/>
                    <a:pt x="49" y="16"/>
                  </a:cubicBezTo>
                  <a:lnTo>
                    <a:pt x="32" y="16"/>
                  </a:lnTo>
                  <a:cubicBezTo>
                    <a:pt x="32" y="16"/>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0" name="Google Shape;2160;p38"/>
            <p:cNvSpPr/>
            <p:nvPr/>
          </p:nvSpPr>
          <p:spPr>
            <a:xfrm>
              <a:off x="3401969" y="1761698"/>
              <a:ext cx="3053" cy="2544"/>
            </a:xfrm>
            <a:custGeom>
              <a:avLst/>
              <a:gdLst/>
              <a:ahLst/>
              <a:cxnLst/>
              <a:rect l="l" t="t" r="r" b="b"/>
              <a:pathLst>
                <a:path w="96" h="80" extrusionOk="0">
                  <a:moveTo>
                    <a:pt x="49" y="0"/>
                  </a:moveTo>
                  <a:lnTo>
                    <a:pt x="49" y="0"/>
                  </a:lnTo>
                  <a:cubicBezTo>
                    <a:pt x="49" y="0"/>
                    <a:pt x="32" y="0"/>
                    <a:pt x="32" y="16"/>
                  </a:cubicBezTo>
                  <a:lnTo>
                    <a:pt x="17" y="32"/>
                  </a:lnTo>
                  <a:cubicBezTo>
                    <a:pt x="1" y="48"/>
                    <a:pt x="1" y="63"/>
                    <a:pt x="17" y="79"/>
                  </a:cubicBezTo>
                  <a:lnTo>
                    <a:pt x="49" y="79"/>
                  </a:lnTo>
                  <a:lnTo>
                    <a:pt x="64" y="79"/>
                  </a:lnTo>
                  <a:lnTo>
                    <a:pt x="80" y="63"/>
                  </a:lnTo>
                  <a:cubicBezTo>
                    <a:pt x="95" y="48"/>
                    <a:pt x="95" y="16"/>
                    <a:pt x="80"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1" name="Google Shape;2161;p38"/>
            <p:cNvSpPr/>
            <p:nvPr/>
          </p:nvSpPr>
          <p:spPr>
            <a:xfrm>
              <a:off x="3279239" y="1763702"/>
              <a:ext cx="3021" cy="2544"/>
            </a:xfrm>
            <a:custGeom>
              <a:avLst/>
              <a:gdLst/>
              <a:ahLst/>
              <a:cxnLst/>
              <a:rect l="l" t="t" r="r" b="b"/>
              <a:pathLst>
                <a:path w="95" h="80" extrusionOk="0">
                  <a:moveTo>
                    <a:pt x="63" y="0"/>
                  </a:moveTo>
                  <a:lnTo>
                    <a:pt x="63" y="0"/>
                  </a:lnTo>
                  <a:lnTo>
                    <a:pt x="32" y="0"/>
                  </a:lnTo>
                  <a:lnTo>
                    <a:pt x="16" y="32"/>
                  </a:lnTo>
                  <a:cubicBezTo>
                    <a:pt x="0" y="32"/>
                    <a:pt x="16" y="63"/>
                    <a:pt x="32" y="80"/>
                  </a:cubicBezTo>
                  <a:lnTo>
                    <a:pt x="47" y="80"/>
                  </a:lnTo>
                  <a:cubicBezTo>
                    <a:pt x="63" y="80"/>
                    <a:pt x="63" y="80"/>
                    <a:pt x="79" y="63"/>
                  </a:cubicBezTo>
                  <a:lnTo>
                    <a:pt x="79" y="48"/>
                  </a:lnTo>
                  <a:cubicBezTo>
                    <a:pt x="95" y="32"/>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2" name="Google Shape;2162;p38"/>
            <p:cNvSpPr/>
            <p:nvPr/>
          </p:nvSpPr>
          <p:spPr>
            <a:xfrm>
              <a:off x="3236622" y="1774229"/>
              <a:ext cx="3053" cy="2512"/>
            </a:xfrm>
            <a:custGeom>
              <a:avLst/>
              <a:gdLst/>
              <a:ahLst/>
              <a:cxnLst/>
              <a:rect l="l" t="t" r="r" b="b"/>
              <a:pathLst>
                <a:path w="96" h="79" extrusionOk="0">
                  <a:moveTo>
                    <a:pt x="48" y="1"/>
                  </a:moveTo>
                  <a:lnTo>
                    <a:pt x="32" y="1"/>
                  </a:lnTo>
                  <a:lnTo>
                    <a:pt x="17" y="16"/>
                  </a:lnTo>
                  <a:cubicBezTo>
                    <a:pt x="1" y="32"/>
                    <a:pt x="1" y="47"/>
                    <a:pt x="17" y="64"/>
                  </a:cubicBezTo>
                  <a:lnTo>
                    <a:pt x="32" y="79"/>
                  </a:lnTo>
                  <a:lnTo>
                    <a:pt x="64" y="79"/>
                  </a:lnTo>
                  <a:lnTo>
                    <a:pt x="80" y="79"/>
                  </a:lnTo>
                  <a:cubicBezTo>
                    <a:pt x="95" y="64"/>
                    <a:pt x="95" y="32"/>
                    <a:pt x="80"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3" name="Google Shape;2163;p38"/>
            <p:cNvSpPr/>
            <p:nvPr/>
          </p:nvSpPr>
          <p:spPr>
            <a:xfrm>
              <a:off x="3261206" y="1771716"/>
              <a:ext cx="3021" cy="3021"/>
            </a:xfrm>
            <a:custGeom>
              <a:avLst/>
              <a:gdLst/>
              <a:ahLst/>
              <a:cxnLst/>
              <a:rect l="l" t="t" r="r" b="b"/>
              <a:pathLst>
                <a:path w="95" h="95" extrusionOk="0">
                  <a:moveTo>
                    <a:pt x="47" y="0"/>
                  </a:moveTo>
                  <a:lnTo>
                    <a:pt x="47" y="0"/>
                  </a:lnTo>
                  <a:cubicBezTo>
                    <a:pt x="32" y="0"/>
                    <a:pt x="32" y="17"/>
                    <a:pt x="15" y="17"/>
                  </a:cubicBezTo>
                  <a:lnTo>
                    <a:pt x="15" y="48"/>
                  </a:lnTo>
                  <a:lnTo>
                    <a:pt x="0" y="48"/>
                  </a:lnTo>
                  <a:lnTo>
                    <a:pt x="0" y="80"/>
                  </a:lnTo>
                  <a:cubicBezTo>
                    <a:pt x="15" y="80"/>
                    <a:pt x="15" y="95"/>
                    <a:pt x="15" y="95"/>
                  </a:cubicBezTo>
                  <a:lnTo>
                    <a:pt x="32" y="95"/>
                  </a:lnTo>
                  <a:cubicBezTo>
                    <a:pt x="47" y="95"/>
                    <a:pt x="63" y="95"/>
                    <a:pt x="63" y="80"/>
                  </a:cubicBezTo>
                  <a:lnTo>
                    <a:pt x="63" y="80"/>
                  </a:lnTo>
                  <a:lnTo>
                    <a:pt x="78" y="63"/>
                  </a:lnTo>
                  <a:lnTo>
                    <a:pt x="78" y="48"/>
                  </a:lnTo>
                  <a:cubicBezTo>
                    <a:pt x="95" y="32"/>
                    <a:pt x="78"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4" name="Google Shape;2164;p38"/>
            <p:cNvSpPr/>
            <p:nvPr/>
          </p:nvSpPr>
          <p:spPr>
            <a:xfrm>
              <a:off x="3333369" y="1776709"/>
              <a:ext cx="3021" cy="2576"/>
            </a:xfrm>
            <a:custGeom>
              <a:avLst/>
              <a:gdLst/>
              <a:ahLst/>
              <a:cxnLst/>
              <a:rect l="l" t="t" r="r" b="b"/>
              <a:pathLst>
                <a:path w="95" h="81" extrusionOk="0">
                  <a:moveTo>
                    <a:pt x="47" y="1"/>
                  </a:moveTo>
                  <a:lnTo>
                    <a:pt x="32" y="1"/>
                  </a:lnTo>
                  <a:cubicBezTo>
                    <a:pt x="32" y="1"/>
                    <a:pt x="15" y="1"/>
                    <a:pt x="15" y="17"/>
                  </a:cubicBezTo>
                  <a:cubicBezTo>
                    <a:pt x="0" y="32"/>
                    <a:pt x="0" y="49"/>
                    <a:pt x="15" y="64"/>
                  </a:cubicBezTo>
                  <a:lnTo>
                    <a:pt x="32" y="80"/>
                  </a:lnTo>
                  <a:lnTo>
                    <a:pt x="63" y="80"/>
                  </a:lnTo>
                  <a:cubicBezTo>
                    <a:pt x="63" y="80"/>
                    <a:pt x="78" y="80"/>
                    <a:pt x="78" y="64"/>
                  </a:cubicBezTo>
                  <a:cubicBezTo>
                    <a:pt x="95" y="49"/>
                    <a:pt x="95" y="32"/>
                    <a:pt x="78"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5" name="Google Shape;2165;p38"/>
            <p:cNvSpPr/>
            <p:nvPr/>
          </p:nvSpPr>
          <p:spPr>
            <a:xfrm>
              <a:off x="3287730" y="1781257"/>
              <a:ext cx="3053" cy="3021"/>
            </a:xfrm>
            <a:custGeom>
              <a:avLst/>
              <a:gdLst/>
              <a:ahLst/>
              <a:cxnLst/>
              <a:rect l="l" t="t" r="r" b="b"/>
              <a:pathLst>
                <a:path w="96" h="95" extrusionOk="0">
                  <a:moveTo>
                    <a:pt x="32" y="0"/>
                  </a:moveTo>
                  <a:lnTo>
                    <a:pt x="32" y="0"/>
                  </a:lnTo>
                  <a:lnTo>
                    <a:pt x="17" y="15"/>
                  </a:lnTo>
                  <a:cubicBezTo>
                    <a:pt x="1" y="32"/>
                    <a:pt x="1" y="47"/>
                    <a:pt x="17" y="63"/>
                  </a:cubicBezTo>
                  <a:lnTo>
                    <a:pt x="32" y="78"/>
                  </a:lnTo>
                  <a:lnTo>
                    <a:pt x="49" y="95"/>
                  </a:lnTo>
                  <a:cubicBezTo>
                    <a:pt x="64" y="95"/>
                    <a:pt x="80" y="78"/>
                    <a:pt x="80" y="78"/>
                  </a:cubicBezTo>
                  <a:cubicBezTo>
                    <a:pt x="95" y="63"/>
                    <a:pt x="95" y="32"/>
                    <a:pt x="80" y="32"/>
                  </a:cubicBezTo>
                  <a:lnTo>
                    <a:pt x="64" y="15"/>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6" name="Google Shape;2166;p38"/>
            <p:cNvSpPr/>
            <p:nvPr/>
          </p:nvSpPr>
          <p:spPr>
            <a:xfrm>
              <a:off x="3095827" y="1799767"/>
              <a:ext cx="2544" cy="2544"/>
            </a:xfrm>
            <a:custGeom>
              <a:avLst/>
              <a:gdLst/>
              <a:ahLst/>
              <a:cxnLst/>
              <a:rect l="l" t="t" r="r" b="b"/>
              <a:pathLst>
                <a:path w="80" h="80" extrusionOk="0">
                  <a:moveTo>
                    <a:pt x="48" y="1"/>
                  </a:moveTo>
                  <a:lnTo>
                    <a:pt x="48" y="1"/>
                  </a:lnTo>
                  <a:cubicBezTo>
                    <a:pt x="32" y="1"/>
                    <a:pt x="32" y="1"/>
                    <a:pt x="32" y="17"/>
                  </a:cubicBezTo>
                  <a:lnTo>
                    <a:pt x="16" y="32"/>
                  </a:lnTo>
                  <a:cubicBezTo>
                    <a:pt x="1" y="48"/>
                    <a:pt x="1" y="64"/>
                    <a:pt x="16" y="80"/>
                  </a:cubicBezTo>
                  <a:lnTo>
                    <a:pt x="32" y="80"/>
                  </a:lnTo>
                  <a:cubicBezTo>
                    <a:pt x="48" y="80"/>
                    <a:pt x="64" y="80"/>
                    <a:pt x="64" y="64"/>
                  </a:cubicBezTo>
                  <a:lnTo>
                    <a:pt x="79" y="48"/>
                  </a:lnTo>
                  <a:lnTo>
                    <a:pt x="79" y="48"/>
                  </a:lnTo>
                  <a:lnTo>
                    <a:pt x="79" y="17"/>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7" name="Google Shape;2167;p38"/>
            <p:cNvSpPr/>
            <p:nvPr/>
          </p:nvSpPr>
          <p:spPr>
            <a:xfrm>
              <a:off x="3098339" y="1799290"/>
              <a:ext cx="3021" cy="3021"/>
            </a:xfrm>
            <a:custGeom>
              <a:avLst/>
              <a:gdLst/>
              <a:ahLst/>
              <a:cxnLst/>
              <a:rect l="l" t="t" r="r" b="b"/>
              <a:pathLst>
                <a:path w="95" h="95" extrusionOk="0">
                  <a:moveTo>
                    <a:pt x="48" y="0"/>
                  </a:moveTo>
                  <a:lnTo>
                    <a:pt x="48" y="0"/>
                  </a:lnTo>
                  <a:cubicBezTo>
                    <a:pt x="32" y="0"/>
                    <a:pt x="32" y="16"/>
                    <a:pt x="16" y="16"/>
                  </a:cubicBezTo>
                  <a:lnTo>
                    <a:pt x="16" y="32"/>
                  </a:lnTo>
                  <a:lnTo>
                    <a:pt x="0" y="32"/>
                  </a:lnTo>
                  <a:lnTo>
                    <a:pt x="0" y="63"/>
                  </a:lnTo>
                  <a:lnTo>
                    <a:pt x="16" y="79"/>
                  </a:lnTo>
                  <a:lnTo>
                    <a:pt x="32" y="95"/>
                  </a:lnTo>
                  <a:cubicBezTo>
                    <a:pt x="48" y="95"/>
                    <a:pt x="63" y="79"/>
                    <a:pt x="63" y="79"/>
                  </a:cubicBezTo>
                  <a:lnTo>
                    <a:pt x="79" y="63"/>
                  </a:lnTo>
                  <a:cubicBezTo>
                    <a:pt x="95" y="47"/>
                    <a:pt x="79" y="16"/>
                    <a:pt x="79" y="16"/>
                  </a:cubicBez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8" name="Google Shape;2168;p38"/>
            <p:cNvSpPr/>
            <p:nvPr/>
          </p:nvSpPr>
          <p:spPr>
            <a:xfrm>
              <a:off x="3050729" y="1804792"/>
              <a:ext cx="2544" cy="3021"/>
            </a:xfrm>
            <a:custGeom>
              <a:avLst/>
              <a:gdLst/>
              <a:ahLst/>
              <a:cxnLst/>
              <a:rect l="l" t="t" r="r" b="b"/>
              <a:pathLst>
                <a:path w="80" h="95" extrusionOk="0">
                  <a:moveTo>
                    <a:pt x="48" y="0"/>
                  </a:moveTo>
                  <a:lnTo>
                    <a:pt x="48" y="0"/>
                  </a:lnTo>
                  <a:cubicBezTo>
                    <a:pt x="32" y="0"/>
                    <a:pt x="32" y="0"/>
                    <a:pt x="16" y="16"/>
                  </a:cubicBezTo>
                  <a:lnTo>
                    <a:pt x="16" y="32"/>
                  </a:lnTo>
                  <a:lnTo>
                    <a:pt x="16" y="48"/>
                  </a:lnTo>
                  <a:lnTo>
                    <a:pt x="16" y="48"/>
                  </a:lnTo>
                  <a:cubicBezTo>
                    <a:pt x="1" y="63"/>
                    <a:pt x="16" y="79"/>
                    <a:pt x="32" y="95"/>
                  </a:cubicBezTo>
                  <a:lnTo>
                    <a:pt x="48" y="95"/>
                  </a:lnTo>
                  <a:lnTo>
                    <a:pt x="48" y="95"/>
                  </a:lnTo>
                  <a:cubicBezTo>
                    <a:pt x="64" y="95"/>
                    <a:pt x="64" y="79"/>
                    <a:pt x="79" y="63"/>
                  </a:cubicBezTo>
                  <a:lnTo>
                    <a:pt x="79" y="63"/>
                  </a:lnTo>
                  <a:lnTo>
                    <a:pt x="79" y="48"/>
                  </a:lnTo>
                  <a:lnTo>
                    <a:pt x="79" y="32"/>
                  </a:lnTo>
                  <a:lnTo>
                    <a:pt x="79" y="32"/>
                  </a:lnTo>
                  <a:cubicBezTo>
                    <a:pt x="79"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9" name="Google Shape;2169;p38"/>
            <p:cNvSpPr/>
            <p:nvPr/>
          </p:nvSpPr>
          <p:spPr>
            <a:xfrm>
              <a:off x="3206090" y="1774229"/>
              <a:ext cx="3021" cy="2512"/>
            </a:xfrm>
            <a:custGeom>
              <a:avLst/>
              <a:gdLst/>
              <a:ahLst/>
              <a:cxnLst/>
              <a:rect l="l" t="t" r="r" b="b"/>
              <a:pathLst>
                <a:path w="95" h="79" extrusionOk="0">
                  <a:moveTo>
                    <a:pt x="32" y="1"/>
                  </a:moveTo>
                  <a:lnTo>
                    <a:pt x="32" y="1"/>
                  </a:lnTo>
                  <a:cubicBezTo>
                    <a:pt x="15" y="1"/>
                    <a:pt x="15" y="1"/>
                    <a:pt x="0" y="16"/>
                  </a:cubicBezTo>
                  <a:cubicBezTo>
                    <a:pt x="0" y="16"/>
                    <a:pt x="0" y="47"/>
                    <a:pt x="15" y="64"/>
                  </a:cubicBezTo>
                  <a:lnTo>
                    <a:pt x="32" y="64"/>
                  </a:lnTo>
                  <a:cubicBezTo>
                    <a:pt x="32" y="79"/>
                    <a:pt x="47" y="79"/>
                    <a:pt x="47" y="79"/>
                  </a:cubicBezTo>
                  <a:cubicBezTo>
                    <a:pt x="63" y="79"/>
                    <a:pt x="78" y="79"/>
                    <a:pt x="78" y="64"/>
                  </a:cubicBezTo>
                  <a:cubicBezTo>
                    <a:pt x="95" y="47"/>
                    <a:pt x="95" y="32"/>
                    <a:pt x="78" y="16"/>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0" name="Google Shape;2170;p38"/>
            <p:cNvSpPr/>
            <p:nvPr/>
          </p:nvSpPr>
          <p:spPr>
            <a:xfrm>
              <a:off x="3358398" y="1757691"/>
              <a:ext cx="3530" cy="3021"/>
            </a:xfrm>
            <a:custGeom>
              <a:avLst/>
              <a:gdLst/>
              <a:ahLst/>
              <a:cxnLst/>
              <a:rect l="l" t="t" r="r" b="b"/>
              <a:pathLst>
                <a:path w="111" h="95" extrusionOk="0">
                  <a:moveTo>
                    <a:pt x="79" y="0"/>
                  </a:moveTo>
                  <a:lnTo>
                    <a:pt x="79" y="0"/>
                  </a:lnTo>
                  <a:cubicBezTo>
                    <a:pt x="64" y="0"/>
                    <a:pt x="47" y="0"/>
                    <a:pt x="47" y="16"/>
                  </a:cubicBezTo>
                  <a:lnTo>
                    <a:pt x="32" y="32"/>
                  </a:lnTo>
                  <a:lnTo>
                    <a:pt x="32" y="32"/>
                  </a:lnTo>
                  <a:lnTo>
                    <a:pt x="32" y="32"/>
                  </a:lnTo>
                  <a:lnTo>
                    <a:pt x="16" y="32"/>
                  </a:lnTo>
                  <a:lnTo>
                    <a:pt x="16" y="32"/>
                  </a:lnTo>
                  <a:cubicBezTo>
                    <a:pt x="1" y="32"/>
                    <a:pt x="1" y="48"/>
                    <a:pt x="1" y="63"/>
                  </a:cubicBezTo>
                  <a:lnTo>
                    <a:pt x="1" y="79"/>
                  </a:lnTo>
                  <a:cubicBezTo>
                    <a:pt x="1" y="95"/>
                    <a:pt x="16" y="95"/>
                    <a:pt x="32" y="95"/>
                  </a:cubicBezTo>
                  <a:lnTo>
                    <a:pt x="47" y="95"/>
                  </a:lnTo>
                  <a:lnTo>
                    <a:pt x="47" y="95"/>
                  </a:lnTo>
                  <a:cubicBezTo>
                    <a:pt x="64" y="95"/>
                    <a:pt x="79" y="95"/>
                    <a:pt x="79" y="79"/>
                  </a:cubicBezTo>
                  <a:lnTo>
                    <a:pt x="110" y="48"/>
                  </a:lnTo>
                  <a:lnTo>
                    <a:pt x="110" y="48"/>
                  </a:lnTo>
                  <a:cubicBezTo>
                    <a:pt x="110" y="32"/>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1" name="Google Shape;2171;p38"/>
            <p:cNvSpPr/>
            <p:nvPr/>
          </p:nvSpPr>
          <p:spPr>
            <a:xfrm>
              <a:off x="3432564" y="1766691"/>
              <a:ext cx="2512" cy="2576"/>
            </a:xfrm>
            <a:custGeom>
              <a:avLst/>
              <a:gdLst/>
              <a:ahLst/>
              <a:cxnLst/>
              <a:rect l="l" t="t" r="r" b="b"/>
              <a:pathLst>
                <a:path w="79" h="81" extrusionOk="0">
                  <a:moveTo>
                    <a:pt x="47" y="1"/>
                  </a:moveTo>
                  <a:lnTo>
                    <a:pt x="47" y="1"/>
                  </a:lnTo>
                  <a:lnTo>
                    <a:pt x="16" y="1"/>
                  </a:lnTo>
                  <a:lnTo>
                    <a:pt x="1" y="17"/>
                  </a:lnTo>
                  <a:lnTo>
                    <a:pt x="1" y="49"/>
                  </a:lnTo>
                  <a:cubicBezTo>
                    <a:pt x="1" y="49"/>
                    <a:pt x="1" y="64"/>
                    <a:pt x="16" y="64"/>
                  </a:cubicBezTo>
                  <a:cubicBezTo>
                    <a:pt x="16" y="80"/>
                    <a:pt x="32" y="80"/>
                    <a:pt x="32" y="80"/>
                  </a:cubicBezTo>
                  <a:lnTo>
                    <a:pt x="32" y="80"/>
                  </a:lnTo>
                  <a:cubicBezTo>
                    <a:pt x="47" y="80"/>
                    <a:pt x="47" y="80"/>
                    <a:pt x="64" y="64"/>
                  </a:cubicBezTo>
                  <a:lnTo>
                    <a:pt x="79" y="49"/>
                  </a:lnTo>
                  <a:cubicBezTo>
                    <a:pt x="79" y="32"/>
                    <a:pt x="79"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2" name="Google Shape;2172;p38"/>
            <p:cNvSpPr/>
            <p:nvPr/>
          </p:nvSpPr>
          <p:spPr>
            <a:xfrm>
              <a:off x="3053751" y="1806287"/>
              <a:ext cx="3021" cy="3053"/>
            </a:xfrm>
            <a:custGeom>
              <a:avLst/>
              <a:gdLst/>
              <a:ahLst/>
              <a:cxnLst/>
              <a:rect l="l" t="t" r="r" b="b"/>
              <a:pathLst>
                <a:path w="95" h="96" extrusionOk="0">
                  <a:moveTo>
                    <a:pt x="47" y="1"/>
                  </a:moveTo>
                  <a:lnTo>
                    <a:pt x="47" y="1"/>
                  </a:lnTo>
                  <a:lnTo>
                    <a:pt x="32" y="16"/>
                  </a:lnTo>
                  <a:lnTo>
                    <a:pt x="16" y="32"/>
                  </a:lnTo>
                  <a:cubicBezTo>
                    <a:pt x="0" y="48"/>
                    <a:pt x="0" y="64"/>
                    <a:pt x="16" y="79"/>
                  </a:cubicBezTo>
                  <a:lnTo>
                    <a:pt x="32" y="95"/>
                  </a:lnTo>
                  <a:cubicBezTo>
                    <a:pt x="47" y="95"/>
                    <a:pt x="63" y="79"/>
                    <a:pt x="63" y="79"/>
                  </a:cubicBezTo>
                  <a:lnTo>
                    <a:pt x="79" y="64"/>
                  </a:lnTo>
                  <a:cubicBezTo>
                    <a:pt x="95" y="48"/>
                    <a:pt x="95" y="32"/>
                    <a:pt x="79" y="16"/>
                  </a:cubicBezTo>
                  <a:cubicBezTo>
                    <a:pt x="63" y="1"/>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3" name="Google Shape;2173;p38"/>
            <p:cNvSpPr/>
            <p:nvPr/>
          </p:nvSpPr>
          <p:spPr>
            <a:xfrm>
              <a:off x="3330347" y="1777727"/>
              <a:ext cx="3053" cy="2544"/>
            </a:xfrm>
            <a:custGeom>
              <a:avLst/>
              <a:gdLst/>
              <a:ahLst/>
              <a:cxnLst/>
              <a:rect l="l" t="t" r="r" b="b"/>
              <a:pathLst>
                <a:path w="96" h="80" extrusionOk="0">
                  <a:moveTo>
                    <a:pt x="32" y="0"/>
                  </a:moveTo>
                  <a:lnTo>
                    <a:pt x="32" y="0"/>
                  </a:lnTo>
                  <a:cubicBezTo>
                    <a:pt x="16" y="0"/>
                    <a:pt x="1" y="17"/>
                    <a:pt x="1" y="32"/>
                  </a:cubicBezTo>
                  <a:cubicBezTo>
                    <a:pt x="1" y="32"/>
                    <a:pt x="1" y="48"/>
                    <a:pt x="16" y="48"/>
                  </a:cubicBezTo>
                  <a:cubicBezTo>
                    <a:pt x="16" y="63"/>
                    <a:pt x="16" y="63"/>
                    <a:pt x="32" y="63"/>
                  </a:cubicBezTo>
                  <a:lnTo>
                    <a:pt x="32" y="63"/>
                  </a:lnTo>
                  <a:lnTo>
                    <a:pt x="47" y="80"/>
                  </a:lnTo>
                  <a:lnTo>
                    <a:pt x="64" y="80"/>
                  </a:lnTo>
                  <a:cubicBezTo>
                    <a:pt x="64" y="80"/>
                    <a:pt x="79" y="80"/>
                    <a:pt x="79" y="63"/>
                  </a:cubicBezTo>
                  <a:cubicBezTo>
                    <a:pt x="95" y="63"/>
                    <a:pt x="95" y="63"/>
                    <a:pt x="95" y="48"/>
                  </a:cubicBezTo>
                  <a:cubicBezTo>
                    <a:pt x="95" y="32"/>
                    <a:pt x="95" y="17"/>
                    <a:pt x="64" y="0"/>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4" name="Google Shape;2174;p38"/>
            <p:cNvSpPr/>
            <p:nvPr/>
          </p:nvSpPr>
          <p:spPr>
            <a:xfrm>
              <a:off x="3257676" y="1769712"/>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3"/>
                    <a:pt x="17" y="80"/>
                  </a:cubicBezTo>
                  <a:lnTo>
                    <a:pt x="48" y="80"/>
                  </a:lnTo>
                  <a:lnTo>
                    <a:pt x="63" y="80"/>
                  </a:lnTo>
                  <a:lnTo>
                    <a:pt x="80" y="48"/>
                  </a:lnTo>
                  <a:cubicBezTo>
                    <a:pt x="95" y="48"/>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5" name="Google Shape;2175;p38"/>
            <p:cNvSpPr/>
            <p:nvPr/>
          </p:nvSpPr>
          <p:spPr>
            <a:xfrm>
              <a:off x="3434568" y="1750662"/>
              <a:ext cx="3530" cy="3562"/>
            </a:xfrm>
            <a:custGeom>
              <a:avLst/>
              <a:gdLst/>
              <a:ahLst/>
              <a:cxnLst/>
              <a:rect l="l" t="t" r="r" b="b"/>
              <a:pathLst>
                <a:path w="111" h="112" extrusionOk="0">
                  <a:moveTo>
                    <a:pt x="79" y="0"/>
                  </a:moveTo>
                  <a:lnTo>
                    <a:pt x="64" y="0"/>
                  </a:lnTo>
                  <a:cubicBezTo>
                    <a:pt x="64" y="17"/>
                    <a:pt x="64" y="17"/>
                    <a:pt x="47" y="17"/>
                  </a:cubicBezTo>
                  <a:lnTo>
                    <a:pt x="32" y="17"/>
                  </a:lnTo>
                  <a:lnTo>
                    <a:pt x="16" y="17"/>
                  </a:lnTo>
                  <a:cubicBezTo>
                    <a:pt x="1" y="32"/>
                    <a:pt x="1" y="48"/>
                    <a:pt x="1" y="63"/>
                  </a:cubicBezTo>
                  <a:lnTo>
                    <a:pt x="1" y="63"/>
                  </a:lnTo>
                  <a:lnTo>
                    <a:pt x="32" y="95"/>
                  </a:lnTo>
                  <a:cubicBezTo>
                    <a:pt x="32" y="111"/>
                    <a:pt x="47" y="111"/>
                    <a:pt x="47" y="111"/>
                  </a:cubicBezTo>
                  <a:lnTo>
                    <a:pt x="47" y="111"/>
                  </a:lnTo>
                  <a:lnTo>
                    <a:pt x="79" y="111"/>
                  </a:lnTo>
                  <a:lnTo>
                    <a:pt x="79" y="111"/>
                  </a:lnTo>
                  <a:lnTo>
                    <a:pt x="95" y="95"/>
                  </a:lnTo>
                  <a:lnTo>
                    <a:pt x="95" y="80"/>
                  </a:lnTo>
                  <a:lnTo>
                    <a:pt x="110" y="48"/>
                  </a:lnTo>
                  <a:cubicBezTo>
                    <a:pt x="110" y="32"/>
                    <a:pt x="110" y="17"/>
                    <a:pt x="95" y="17"/>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6" name="Google Shape;2176;p38"/>
            <p:cNvSpPr/>
            <p:nvPr/>
          </p:nvSpPr>
          <p:spPr>
            <a:xfrm>
              <a:off x="3423023" y="1764687"/>
              <a:ext cx="3053" cy="2576"/>
            </a:xfrm>
            <a:custGeom>
              <a:avLst/>
              <a:gdLst/>
              <a:ahLst/>
              <a:cxnLst/>
              <a:rect l="l" t="t" r="r" b="b"/>
              <a:pathLst>
                <a:path w="96" h="81" extrusionOk="0">
                  <a:moveTo>
                    <a:pt x="49" y="1"/>
                  </a:moveTo>
                  <a:lnTo>
                    <a:pt x="32" y="1"/>
                  </a:lnTo>
                  <a:lnTo>
                    <a:pt x="17" y="1"/>
                  </a:lnTo>
                  <a:lnTo>
                    <a:pt x="17" y="1"/>
                  </a:lnTo>
                  <a:cubicBezTo>
                    <a:pt x="1" y="17"/>
                    <a:pt x="1" y="49"/>
                    <a:pt x="17" y="49"/>
                  </a:cubicBezTo>
                  <a:lnTo>
                    <a:pt x="32" y="64"/>
                  </a:lnTo>
                  <a:lnTo>
                    <a:pt x="49" y="80"/>
                  </a:lnTo>
                  <a:lnTo>
                    <a:pt x="64" y="80"/>
                  </a:lnTo>
                  <a:cubicBezTo>
                    <a:pt x="64" y="80"/>
                    <a:pt x="80" y="80"/>
                    <a:pt x="80" y="64"/>
                  </a:cubicBezTo>
                  <a:cubicBezTo>
                    <a:pt x="95" y="49"/>
                    <a:pt x="95" y="32"/>
                    <a:pt x="80" y="17"/>
                  </a:cubicBez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7" name="Google Shape;2177;p38"/>
            <p:cNvSpPr/>
            <p:nvPr/>
          </p:nvSpPr>
          <p:spPr>
            <a:xfrm>
              <a:off x="3195054" y="1787268"/>
              <a:ext cx="4516" cy="3021"/>
            </a:xfrm>
            <a:custGeom>
              <a:avLst/>
              <a:gdLst/>
              <a:ahLst/>
              <a:cxnLst/>
              <a:rect l="l" t="t" r="r" b="b"/>
              <a:pathLst>
                <a:path w="142" h="95" extrusionOk="0">
                  <a:moveTo>
                    <a:pt x="47" y="0"/>
                  </a:moveTo>
                  <a:lnTo>
                    <a:pt x="32" y="0"/>
                  </a:lnTo>
                  <a:lnTo>
                    <a:pt x="16" y="0"/>
                  </a:lnTo>
                  <a:lnTo>
                    <a:pt x="16" y="15"/>
                  </a:lnTo>
                  <a:cubicBezTo>
                    <a:pt x="0" y="32"/>
                    <a:pt x="0" y="47"/>
                    <a:pt x="32" y="63"/>
                  </a:cubicBezTo>
                  <a:lnTo>
                    <a:pt x="32" y="63"/>
                  </a:lnTo>
                  <a:lnTo>
                    <a:pt x="79" y="78"/>
                  </a:lnTo>
                  <a:lnTo>
                    <a:pt x="95" y="95"/>
                  </a:lnTo>
                  <a:lnTo>
                    <a:pt x="110" y="95"/>
                  </a:lnTo>
                  <a:cubicBezTo>
                    <a:pt x="110" y="95"/>
                    <a:pt x="127" y="78"/>
                    <a:pt x="142" y="78"/>
                  </a:cubicBezTo>
                  <a:cubicBezTo>
                    <a:pt x="142" y="63"/>
                    <a:pt x="142" y="32"/>
                    <a:pt x="127" y="32"/>
                  </a:cubicBezTo>
                  <a:lnTo>
                    <a:pt x="110" y="32"/>
                  </a:lnTo>
                  <a:lnTo>
                    <a:pt x="95" y="15"/>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grpSp>
      <p:sp>
        <p:nvSpPr>
          <p:cNvPr id="2178" name="Google Shape;2178;p38"/>
          <p:cNvSpPr/>
          <p:nvPr/>
        </p:nvSpPr>
        <p:spPr>
          <a:xfrm rot="-148814">
            <a:off x="402724" y="133714"/>
            <a:ext cx="8105768" cy="4699300"/>
          </a:xfrm>
          <a:custGeom>
            <a:avLst/>
            <a:gdLst/>
            <a:ahLst/>
            <a:cxnLst/>
            <a:rect l="l" t="t" r="r" b="b"/>
            <a:pathLst>
              <a:path w="22311" h="8257" extrusionOk="0">
                <a:moveTo>
                  <a:pt x="22121" y="7280"/>
                </a:moveTo>
                <a:cubicBezTo>
                  <a:pt x="22043" y="6964"/>
                  <a:pt x="21932" y="6996"/>
                  <a:pt x="21932" y="6666"/>
                </a:cubicBezTo>
                <a:cubicBezTo>
                  <a:pt x="21932" y="6351"/>
                  <a:pt x="21995" y="6351"/>
                  <a:pt x="21995" y="6035"/>
                </a:cubicBezTo>
                <a:cubicBezTo>
                  <a:pt x="21995" y="5720"/>
                  <a:pt x="22075" y="5720"/>
                  <a:pt x="22075" y="5389"/>
                </a:cubicBezTo>
                <a:cubicBezTo>
                  <a:pt x="22075" y="5074"/>
                  <a:pt x="21791" y="5074"/>
                  <a:pt x="21791" y="4759"/>
                </a:cubicBezTo>
                <a:cubicBezTo>
                  <a:pt x="21791" y="4428"/>
                  <a:pt x="22106" y="4428"/>
                  <a:pt x="22106" y="4113"/>
                </a:cubicBezTo>
                <a:cubicBezTo>
                  <a:pt x="22106" y="3798"/>
                  <a:pt x="21791" y="3798"/>
                  <a:pt x="21791" y="3483"/>
                </a:cubicBezTo>
                <a:cubicBezTo>
                  <a:pt x="21791" y="3152"/>
                  <a:pt x="22121" y="3152"/>
                  <a:pt x="22121" y="2836"/>
                </a:cubicBezTo>
                <a:cubicBezTo>
                  <a:pt x="22121" y="2521"/>
                  <a:pt x="21964" y="2521"/>
                  <a:pt x="21964" y="2191"/>
                </a:cubicBezTo>
                <a:cubicBezTo>
                  <a:pt x="21964" y="1876"/>
                  <a:pt x="21932" y="1876"/>
                  <a:pt x="21932" y="1561"/>
                </a:cubicBezTo>
                <a:cubicBezTo>
                  <a:pt x="21932" y="1246"/>
                  <a:pt x="22153" y="1246"/>
                  <a:pt x="22153" y="914"/>
                </a:cubicBezTo>
                <a:cubicBezTo>
                  <a:pt x="22153" y="599"/>
                  <a:pt x="22279" y="458"/>
                  <a:pt x="22058" y="221"/>
                </a:cubicBezTo>
                <a:cubicBezTo>
                  <a:pt x="21838" y="0"/>
                  <a:pt x="21680" y="253"/>
                  <a:pt x="21365" y="253"/>
                </a:cubicBezTo>
                <a:cubicBezTo>
                  <a:pt x="21050" y="253"/>
                  <a:pt x="21050" y="158"/>
                  <a:pt x="20720" y="158"/>
                </a:cubicBezTo>
                <a:cubicBezTo>
                  <a:pt x="20405" y="158"/>
                  <a:pt x="20405" y="458"/>
                  <a:pt x="20089" y="458"/>
                </a:cubicBezTo>
                <a:cubicBezTo>
                  <a:pt x="19774" y="458"/>
                  <a:pt x="19774" y="300"/>
                  <a:pt x="19443" y="300"/>
                </a:cubicBezTo>
                <a:cubicBezTo>
                  <a:pt x="19128" y="300"/>
                  <a:pt x="19128" y="143"/>
                  <a:pt x="18813" y="143"/>
                </a:cubicBezTo>
                <a:lnTo>
                  <a:pt x="18182" y="143"/>
                </a:lnTo>
                <a:cubicBezTo>
                  <a:pt x="17852" y="143"/>
                  <a:pt x="17852" y="426"/>
                  <a:pt x="17537" y="426"/>
                </a:cubicBezTo>
                <a:cubicBezTo>
                  <a:pt x="17222" y="426"/>
                  <a:pt x="17222" y="80"/>
                  <a:pt x="16907" y="80"/>
                </a:cubicBezTo>
                <a:cubicBezTo>
                  <a:pt x="16575" y="80"/>
                  <a:pt x="16575" y="190"/>
                  <a:pt x="16260" y="190"/>
                </a:cubicBezTo>
                <a:cubicBezTo>
                  <a:pt x="15945" y="190"/>
                  <a:pt x="15945" y="458"/>
                  <a:pt x="15630" y="458"/>
                </a:cubicBezTo>
                <a:lnTo>
                  <a:pt x="14985" y="458"/>
                </a:lnTo>
                <a:cubicBezTo>
                  <a:pt x="14670" y="458"/>
                  <a:pt x="14670" y="490"/>
                  <a:pt x="14354" y="490"/>
                </a:cubicBezTo>
                <a:cubicBezTo>
                  <a:pt x="14023" y="490"/>
                  <a:pt x="14023" y="111"/>
                  <a:pt x="13708" y="111"/>
                </a:cubicBezTo>
                <a:cubicBezTo>
                  <a:pt x="13393" y="111"/>
                  <a:pt x="13393" y="395"/>
                  <a:pt x="13078" y="395"/>
                </a:cubicBezTo>
                <a:cubicBezTo>
                  <a:pt x="12762" y="395"/>
                  <a:pt x="12762" y="253"/>
                  <a:pt x="12432" y="253"/>
                </a:cubicBezTo>
                <a:cubicBezTo>
                  <a:pt x="12117" y="253"/>
                  <a:pt x="12117" y="237"/>
                  <a:pt x="11802" y="237"/>
                </a:cubicBezTo>
                <a:cubicBezTo>
                  <a:pt x="11487" y="237"/>
                  <a:pt x="11487" y="300"/>
                  <a:pt x="11155" y="300"/>
                </a:cubicBezTo>
                <a:cubicBezTo>
                  <a:pt x="10840" y="300"/>
                  <a:pt x="10840" y="442"/>
                  <a:pt x="10525" y="442"/>
                </a:cubicBezTo>
                <a:cubicBezTo>
                  <a:pt x="10210" y="442"/>
                  <a:pt x="10210" y="363"/>
                  <a:pt x="9880" y="363"/>
                </a:cubicBezTo>
                <a:cubicBezTo>
                  <a:pt x="9565" y="363"/>
                  <a:pt x="9565" y="143"/>
                  <a:pt x="9250" y="143"/>
                </a:cubicBezTo>
                <a:cubicBezTo>
                  <a:pt x="8934" y="143"/>
                  <a:pt x="8934" y="206"/>
                  <a:pt x="8619" y="206"/>
                </a:cubicBezTo>
                <a:cubicBezTo>
                  <a:pt x="8288" y="206"/>
                  <a:pt x="8288" y="490"/>
                  <a:pt x="7973" y="490"/>
                </a:cubicBezTo>
                <a:cubicBezTo>
                  <a:pt x="7658" y="490"/>
                  <a:pt x="7658" y="473"/>
                  <a:pt x="7343" y="473"/>
                </a:cubicBezTo>
                <a:cubicBezTo>
                  <a:pt x="7012" y="473"/>
                  <a:pt x="7012" y="206"/>
                  <a:pt x="6697" y="206"/>
                </a:cubicBezTo>
                <a:cubicBezTo>
                  <a:pt x="6382" y="206"/>
                  <a:pt x="6382" y="95"/>
                  <a:pt x="6067" y="95"/>
                </a:cubicBezTo>
                <a:cubicBezTo>
                  <a:pt x="5752" y="95"/>
                  <a:pt x="5752" y="143"/>
                  <a:pt x="5420" y="143"/>
                </a:cubicBezTo>
                <a:cubicBezTo>
                  <a:pt x="5105" y="143"/>
                  <a:pt x="5105" y="111"/>
                  <a:pt x="4790" y="111"/>
                </a:cubicBezTo>
                <a:cubicBezTo>
                  <a:pt x="4475" y="111"/>
                  <a:pt x="4475" y="143"/>
                  <a:pt x="4145" y="143"/>
                </a:cubicBezTo>
                <a:cubicBezTo>
                  <a:pt x="3830" y="143"/>
                  <a:pt x="3830" y="490"/>
                  <a:pt x="3515" y="490"/>
                </a:cubicBezTo>
                <a:cubicBezTo>
                  <a:pt x="3199" y="490"/>
                  <a:pt x="3199" y="269"/>
                  <a:pt x="2884" y="269"/>
                </a:cubicBezTo>
                <a:cubicBezTo>
                  <a:pt x="2553" y="269"/>
                  <a:pt x="2553" y="379"/>
                  <a:pt x="2238" y="379"/>
                </a:cubicBezTo>
                <a:cubicBezTo>
                  <a:pt x="1923" y="379"/>
                  <a:pt x="1923" y="237"/>
                  <a:pt x="1607" y="237"/>
                </a:cubicBezTo>
                <a:cubicBezTo>
                  <a:pt x="1292" y="237"/>
                  <a:pt x="1292" y="80"/>
                  <a:pt x="962" y="80"/>
                </a:cubicBezTo>
                <a:cubicBezTo>
                  <a:pt x="647" y="80"/>
                  <a:pt x="647" y="111"/>
                  <a:pt x="332" y="111"/>
                </a:cubicBezTo>
                <a:cubicBezTo>
                  <a:pt x="206" y="111"/>
                  <a:pt x="95" y="95"/>
                  <a:pt x="0" y="80"/>
                </a:cubicBezTo>
                <a:lnTo>
                  <a:pt x="0" y="836"/>
                </a:lnTo>
                <a:lnTo>
                  <a:pt x="568" y="899"/>
                </a:lnTo>
                <a:cubicBezTo>
                  <a:pt x="647" y="773"/>
                  <a:pt x="773" y="694"/>
                  <a:pt x="931" y="694"/>
                </a:cubicBezTo>
                <a:cubicBezTo>
                  <a:pt x="1151" y="694"/>
                  <a:pt x="1340" y="868"/>
                  <a:pt x="1340" y="1088"/>
                </a:cubicBezTo>
                <a:cubicBezTo>
                  <a:pt x="1340" y="1324"/>
                  <a:pt x="1151" y="1498"/>
                  <a:pt x="931" y="1498"/>
                </a:cubicBezTo>
                <a:cubicBezTo>
                  <a:pt x="757" y="1498"/>
                  <a:pt x="616" y="1403"/>
                  <a:pt x="552" y="1261"/>
                </a:cubicBezTo>
                <a:lnTo>
                  <a:pt x="473" y="1261"/>
                </a:lnTo>
                <a:cubicBezTo>
                  <a:pt x="189" y="1261"/>
                  <a:pt x="552" y="1246"/>
                  <a:pt x="284" y="1355"/>
                </a:cubicBezTo>
                <a:cubicBezTo>
                  <a:pt x="0" y="1466"/>
                  <a:pt x="95" y="1355"/>
                  <a:pt x="95" y="1355"/>
                </a:cubicBezTo>
                <a:lnTo>
                  <a:pt x="0" y="1355"/>
                </a:lnTo>
                <a:lnTo>
                  <a:pt x="0" y="2286"/>
                </a:lnTo>
                <a:lnTo>
                  <a:pt x="568" y="2349"/>
                </a:lnTo>
                <a:cubicBezTo>
                  <a:pt x="647" y="2223"/>
                  <a:pt x="773" y="2143"/>
                  <a:pt x="931" y="2143"/>
                </a:cubicBezTo>
                <a:cubicBezTo>
                  <a:pt x="1151" y="2143"/>
                  <a:pt x="1340" y="2317"/>
                  <a:pt x="1340" y="2538"/>
                </a:cubicBezTo>
                <a:cubicBezTo>
                  <a:pt x="1340" y="2773"/>
                  <a:pt x="1151" y="2947"/>
                  <a:pt x="931" y="2947"/>
                </a:cubicBezTo>
                <a:cubicBezTo>
                  <a:pt x="757" y="2947"/>
                  <a:pt x="616" y="2853"/>
                  <a:pt x="552" y="2710"/>
                </a:cubicBezTo>
                <a:lnTo>
                  <a:pt x="473" y="2710"/>
                </a:lnTo>
                <a:cubicBezTo>
                  <a:pt x="189" y="2710"/>
                  <a:pt x="552" y="2695"/>
                  <a:pt x="284" y="2805"/>
                </a:cubicBezTo>
                <a:cubicBezTo>
                  <a:pt x="0" y="2916"/>
                  <a:pt x="95" y="2805"/>
                  <a:pt x="95" y="2805"/>
                </a:cubicBezTo>
                <a:lnTo>
                  <a:pt x="0" y="2805"/>
                </a:lnTo>
                <a:lnTo>
                  <a:pt x="0" y="3735"/>
                </a:lnTo>
                <a:lnTo>
                  <a:pt x="568" y="3798"/>
                </a:lnTo>
                <a:cubicBezTo>
                  <a:pt x="647" y="3672"/>
                  <a:pt x="773" y="3593"/>
                  <a:pt x="931" y="3593"/>
                </a:cubicBezTo>
                <a:cubicBezTo>
                  <a:pt x="1151" y="3593"/>
                  <a:pt x="1340" y="3767"/>
                  <a:pt x="1340" y="3987"/>
                </a:cubicBezTo>
                <a:cubicBezTo>
                  <a:pt x="1340" y="4223"/>
                  <a:pt x="1151" y="4397"/>
                  <a:pt x="931" y="4397"/>
                </a:cubicBezTo>
                <a:cubicBezTo>
                  <a:pt x="757" y="4397"/>
                  <a:pt x="616" y="4302"/>
                  <a:pt x="552" y="4160"/>
                </a:cubicBezTo>
                <a:lnTo>
                  <a:pt x="473" y="4160"/>
                </a:lnTo>
                <a:cubicBezTo>
                  <a:pt x="189" y="4160"/>
                  <a:pt x="552" y="4145"/>
                  <a:pt x="284" y="4254"/>
                </a:cubicBezTo>
                <a:cubicBezTo>
                  <a:pt x="0" y="4365"/>
                  <a:pt x="95" y="4254"/>
                  <a:pt x="95" y="4254"/>
                </a:cubicBezTo>
                <a:lnTo>
                  <a:pt x="0" y="4254"/>
                </a:lnTo>
                <a:lnTo>
                  <a:pt x="0" y="5185"/>
                </a:lnTo>
                <a:lnTo>
                  <a:pt x="568" y="5248"/>
                </a:lnTo>
                <a:cubicBezTo>
                  <a:pt x="647" y="5122"/>
                  <a:pt x="773" y="5027"/>
                  <a:pt x="931" y="5027"/>
                </a:cubicBezTo>
                <a:cubicBezTo>
                  <a:pt x="1151" y="5027"/>
                  <a:pt x="1340" y="5216"/>
                  <a:pt x="1340" y="5437"/>
                </a:cubicBezTo>
                <a:cubicBezTo>
                  <a:pt x="1340" y="5672"/>
                  <a:pt x="1151" y="5846"/>
                  <a:pt x="931" y="5846"/>
                </a:cubicBezTo>
                <a:cubicBezTo>
                  <a:pt x="757" y="5846"/>
                  <a:pt x="616" y="5752"/>
                  <a:pt x="552" y="5609"/>
                </a:cubicBezTo>
                <a:lnTo>
                  <a:pt x="473" y="5609"/>
                </a:lnTo>
                <a:cubicBezTo>
                  <a:pt x="189" y="5609"/>
                  <a:pt x="552" y="5594"/>
                  <a:pt x="284" y="5704"/>
                </a:cubicBezTo>
                <a:cubicBezTo>
                  <a:pt x="0" y="5815"/>
                  <a:pt x="95" y="5704"/>
                  <a:pt x="95" y="5704"/>
                </a:cubicBezTo>
                <a:lnTo>
                  <a:pt x="0" y="5704"/>
                </a:lnTo>
                <a:lnTo>
                  <a:pt x="0" y="6634"/>
                </a:lnTo>
                <a:lnTo>
                  <a:pt x="568" y="6697"/>
                </a:lnTo>
                <a:cubicBezTo>
                  <a:pt x="647" y="6571"/>
                  <a:pt x="773" y="6477"/>
                  <a:pt x="931" y="6477"/>
                </a:cubicBezTo>
                <a:cubicBezTo>
                  <a:pt x="1151" y="6477"/>
                  <a:pt x="1340" y="6666"/>
                  <a:pt x="1340" y="6886"/>
                </a:cubicBezTo>
                <a:cubicBezTo>
                  <a:pt x="1340" y="7107"/>
                  <a:pt x="1151" y="7296"/>
                  <a:pt x="931" y="7296"/>
                </a:cubicBezTo>
                <a:cubicBezTo>
                  <a:pt x="757" y="7296"/>
                  <a:pt x="616" y="7201"/>
                  <a:pt x="552" y="7059"/>
                </a:cubicBezTo>
                <a:lnTo>
                  <a:pt x="473" y="7059"/>
                </a:lnTo>
                <a:cubicBezTo>
                  <a:pt x="189" y="7059"/>
                  <a:pt x="552" y="7044"/>
                  <a:pt x="284" y="7154"/>
                </a:cubicBezTo>
                <a:cubicBezTo>
                  <a:pt x="0" y="7264"/>
                  <a:pt x="95" y="7154"/>
                  <a:pt x="95" y="7154"/>
                </a:cubicBezTo>
                <a:lnTo>
                  <a:pt x="0" y="7154"/>
                </a:lnTo>
                <a:lnTo>
                  <a:pt x="0" y="8036"/>
                </a:lnTo>
                <a:cubicBezTo>
                  <a:pt x="80" y="8004"/>
                  <a:pt x="189" y="7958"/>
                  <a:pt x="332" y="7958"/>
                </a:cubicBezTo>
                <a:cubicBezTo>
                  <a:pt x="647" y="7958"/>
                  <a:pt x="647" y="7752"/>
                  <a:pt x="962" y="7752"/>
                </a:cubicBezTo>
                <a:lnTo>
                  <a:pt x="1607" y="7752"/>
                </a:lnTo>
                <a:cubicBezTo>
                  <a:pt x="1923" y="7752"/>
                  <a:pt x="1923" y="7895"/>
                  <a:pt x="2238" y="7895"/>
                </a:cubicBezTo>
                <a:cubicBezTo>
                  <a:pt x="2569" y="7895"/>
                  <a:pt x="2569" y="7989"/>
                  <a:pt x="2884" y="7989"/>
                </a:cubicBezTo>
                <a:cubicBezTo>
                  <a:pt x="3199" y="7989"/>
                  <a:pt x="3199" y="7895"/>
                  <a:pt x="3515" y="7895"/>
                </a:cubicBezTo>
                <a:cubicBezTo>
                  <a:pt x="3845" y="7895"/>
                  <a:pt x="3845" y="8021"/>
                  <a:pt x="4160" y="8021"/>
                </a:cubicBezTo>
                <a:cubicBezTo>
                  <a:pt x="4475" y="8021"/>
                  <a:pt x="4475" y="7832"/>
                  <a:pt x="4790" y="7832"/>
                </a:cubicBezTo>
                <a:cubicBezTo>
                  <a:pt x="5122" y="7832"/>
                  <a:pt x="5122" y="8004"/>
                  <a:pt x="5437" y="8004"/>
                </a:cubicBezTo>
                <a:cubicBezTo>
                  <a:pt x="5752" y="8004"/>
                  <a:pt x="5752" y="7958"/>
                  <a:pt x="6067" y="7958"/>
                </a:cubicBezTo>
                <a:cubicBezTo>
                  <a:pt x="6382" y="7958"/>
                  <a:pt x="6382" y="8115"/>
                  <a:pt x="6712" y="8115"/>
                </a:cubicBezTo>
                <a:cubicBezTo>
                  <a:pt x="7027" y="8115"/>
                  <a:pt x="7027" y="7784"/>
                  <a:pt x="7343" y="7784"/>
                </a:cubicBezTo>
                <a:cubicBezTo>
                  <a:pt x="7658" y="7784"/>
                  <a:pt x="7658" y="8067"/>
                  <a:pt x="7989" y="8067"/>
                </a:cubicBezTo>
                <a:cubicBezTo>
                  <a:pt x="8304" y="8067"/>
                  <a:pt x="8304" y="8162"/>
                  <a:pt x="8619" y="8162"/>
                </a:cubicBezTo>
                <a:cubicBezTo>
                  <a:pt x="8934" y="8162"/>
                  <a:pt x="8934" y="7878"/>
                  <a:pt x="9265" y="7878"/>
                </a:cubicBezTo>
                <a:cubicBezTo>
                  <a:pt x="9580" y="7878"/>
                  <a:pt x="9580" y="8004"/>
                  <a:pt x="9895" y="8004"/>
                </a:cubicBezTo>
                <a:cubicBezTo>
                  <a:pt x="10210" y="8004"/>
                  <a:pt x="10210" y="8084"/>
                  <a:pt x="10542" y="8084"/>
                </a:cubicBezTo>
                <a:lnTo>
                  <a:pt x="11172" y="8084"/>
                </a:lnTo>
                <a:cubicBezTo>
                  <a:pt x="11487" y="8084"/>
                  <a:pt x="11487" y="8004"/>
                  <a:pt x="11802" y="8004"/>
                </a:cubicBezTo>
                <a:cubicBezTo>
                  <a:pt x="12132" y="8004"/>
                  <a:pt x="12132" y="7832"/>
                  <a:pt x="12447" y="7832"/>
                </a:cubicBezTo>
                <a:cubicBezTo>
                  <a:pt x="12762" y="7832"/>
                  <a:pt x="12762" y="8021"/>
                  <a:pt x="13078" y="8021"/>
                </a:cubicBezTo>
                <a:cubicBezTo>
                  <a:pt x="13409" y="8021"/>
                  <a:pt x="13409" y="7878"/>
                  <a:pt x="13724" y="7878"/>
                </a:cubicBezTo>
                <a:cubicBezTo>
                  <a:pt x="14039" y="7878"/>
                  <a:pt x="14039" y="7815"/>
                  <a:pt x="14354" y="7815"/>
                </a:cubicBezTo>
                <a:cubicBezTo>
                  <a:pt x="14670" y="7815"/>
                  <a:pt x="14670" y="7973"/>
                  <a:pt x="15000" y="7973"/>
                </a:cubicBezTo>
                <a:cubicBezTo>
                  <a:pt x="15315" y="7973"/>
                  <a:pt x="15315" y="8067"/>
                  <a:pt x="15630" y="8067"/>
                </a:cubicBezTo>
                <a:cubicBezTo>
                  <a:pt x="15945" y="8067"/>
                  <a:pt x="15945" y="7973"/>
                  <a:pt x="16277" y="7973"/>
                </a:cubicBezTo>
                <a:cubicBezTo>
                  <a:pt x="16592" y="7973"/>
                  <a:pt x="16592" y="7941"/>
                  <a:pt x="16907" y="7941"/>
                </a:cubicBezTo>
                <a:cubicBezTo>
                  <a:pt x="17222" y="7941"/>
                  <a:pt x="17222" y="8115"/>
                  <a:pt x="17537" y="8115"/>
                </a:cubicBezTo>
                <a:cubicBezTo>
                  <a:pt x="17867" y="8115"/>
                  <a:pt x="17867" y="7769"/>
                  <a:pt x="18182" y="7769"/>
                </a:cubicBezTo>
                <a:cubicBezTo>
                  <a:pt x="18498" y="7769"/>
                  <a:pt x="18498" y="8021"/>
                  <a:pt x="18813" y="8021"/>
                </a:cubicBezTo>
                <a:cubicBezTo>
                  <a:pt x="19144" y="8021"/>
                  <a:pt x="19144" y="7878"/>
                  <a:pt x="19459" y="7878"/>
                </a:cubicBezTo>
                <a:cubicBezTo>
                  <a:pt x="19774" y="7878"/>
                  <a:pt x="19774" y="8147"/>
                  <a:pt x="20089" y="8147"/>
                </a:cubicBezTo>
                <a:cubicBezTo>
                  <a:pt x="20405" y="8147"/>
                  <a:pt x="20405" y="8036"/>
                  <a:pt x="20735" y="8036"/>
                </a:cubicBezTo>
                <a:cubicBezTo>
                  <a:pt x="21050" y="8036"/>
                  <a:pt x="21050" y="7878"/>
                  <a:pt x="21365" y="7878"/>
                </a:cubicBezTo>
                <a:cubicBezTo>
                  <a:pt x="21680" y="7878"/>
                  <a:pt x="21854" y="8256"/>
                  <a:pt x="22075" y="8021"/>
                </a:cubicBezTo>
                <a:cubicBezTo>
                  <a:pt x="22310" y="7800"/>
                  <a:pt x="22232" y="7658"/>
                  <a:pt x="22121" y="7280"/>
                </a:cubicBezTo>
                <a:close/>
              </a:path>
            </a:pathLst>
          </a:custGeom>
          <a:solidFill>
            <a:srgbClr val="FFFFFF"/>
          </a:solidFill>
          <a:ln>
            <a:noFill/>
          </a:ln>
          <a:effectLst>
            <a:outerShdw blurRad="57150" dist="19050" dir="5400000" algn="bl" rotWithShape="0">
              <a:schemeClr val="dk1">
                <a:alpha val="20000"/>
              </a:schemeClr>
            </a:outerShdw>
          </a:effectLst>
        </p:spPr>
        <p:txBody>
          <a:bodyPr spcFirstLastPara="1" wrap="square" lIns="91425" tIns="91425" rIns="91425" bIns="91425" anchor="ctr" anchorCtr="0">
            <a:noAutofit/>
          </a:bodyPr>
          <a:lstStyle/>
          <a:p>
            <a:pPr marL="0" lvl="0" indent="0" algn="r" rtl="0">
              <a:spcBef>
                <a:spcPts val="0"/>
              </a:spcBef>
              <a:spcAft>
                <a:spcPts val="0"/>
              </a:spcAft>
              <a:buNone/>
            </a:pPr>
            <a:endParaRPr dirty="0">
              <a:latin typeface="David" panose="020E0502060401010101" pitchFamily="34" charset="-79"/>
              <a:cs typeface="David" panose="020E0502060401010101" pitchFamily="34" charset="-79"/>
            </a:endParaRPr>
          </a:p>
        </p:txBody>
      </p:sp>
      <p:pic>
        <p:nvPicPr>
          <p:cNvPr id="2183" name="Google Shape;2183;p38"/>
          <p:cNvPicPr preferRelativeResize="0"/>
          <p:nvPr/>
        </p:nvPicPr>
        <p:blipFill>
          <a:blip r:embed="rId3">
            <a:alphaModFix/>
          </a:blip>
          <a:stretch>
            <a:fillRect/>
          </a:stretch>
        </p:blipFill>
        <p:spPr>
          <a:xfrm rot="1091411" flipH="1">
            <a:off x="139278" y="166592"/>
            <a:ext cx="1035077" cy="1304488"/>
          </a:xfrm>
          <a:prstGeom prst="rect">
            <a:avLst/>
          </a:prstGeom>
          <a:noFill/>
          <a:ln>
            <a:noFill/>
          </a:ln>
        </p:spPr>
      </p:pic>
      <p:sp>
        <p:nvSpPr>
          <p:cNvPr id="2184" name="Google Shape;2184;p38"/>
          <p:cNvSpPr/>
          <p:nvPr/>
        </p:nvSpPr>
        <p:spPr>
          <a:xfrm rot="21176591">
            <a:off x="7690896" y="4043462"/>
            <a:ext cx="875713" cy="618025"/>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1" name="תיבת טקסט 10">
            <a:extLst>
              <a:ext uri="{FF2B5EF4-FFF2-40B4-BE49-F238E27FC236}">
                <a16:creationId xmlns:a16="http://schemas.microsoft.com/office/drawing/2014/main" id="{98BB4443-1AC5-74D2-E0DD-3D6768366D9A}"/>
              </a:ext>
            </a:extLst>
          </p:cNvPr>
          <p:cNvSpPr txBox="1"/>
          <p:nvPr/>
        </p:nvSpPr>
        <p:spPr>
          <a:xfrm>
            <a:off x="1297806" y="243523"/>
            <a:ext cx="6798621" cy="4431983"/>
          </a:xfrm>
          <a:prstGeom prst="rect">
            <a:avLst/>
          </a:prstGeom>
          <a:noFill/>
        </p:spPr>
        <p:txBody>
          <a:bodyPr wrap="square" rtlCol="1">
            <a:spAutoFit/>
          </a:bodyPr>
          <a:lstStyle/>
          <a:p>
            <a:pPr algn="just" rtl="1"/>
            <a:r>
              <a:rPr lang="he-IL" b="0" i="0" dirty="0">
                <a:solidFill>
                  <a:srgbClr val="222222"/>
                </a:solidFill>
                <a:effectLst/>
                <a:latin typeface="David" panose="020E0502060401010101" pitchFamily="34" charset="-79"/>
                <a:cs typeface="David" panose="020E0502060401010101" pitchFamily="34" charset="-79"/>
              </a:rPr>
              <a:t>מנהלים וצוותי חינוך יקרים,</a:t>
            </a:r>
          </a:p>
          <a:p>
            <a:pPr algn="just" rtl="1"/>
            <a:endParaRPr lang="he-IL" b="0" i="0" dirty="0">
              <a:solidFill>
                <a:srgbClr val="222222"/>
              </a:solidFill>
              <a:effectLst/>
              <a:latin typeface="David" panose="020E0502060401010101" pitchFamily="34" charset="-79"/>
              <a:cs typeface="David" panose="020E0502060401010101" pitchFamily="34" charset="-79"/>
            </a:endParaRPr>
          </a:p>
          <a:p>
            <a:pPr algn="just" rtl="1"/>
            <a:r>
              <a:rPr lang="he-IL" b="0" i="0" dirty="0">
                <a:solidFill>
                  <a:srgbClr val="222222"/>
                </a:solidFill>
                <a:effectLst/>
                <a:latin typeface="David" panose="020E0502060401010101" pitchFamily="34" charset="-79"/>
                <a:cs typeface="David" panose="020E0502060401010101" pitchFamily="34" charset="-79"/>
              </a:rPr>
              <a:t>בהתרגשות גדולה אנו מבקשים להציג בפניכם את </a:t>
            </a:r>
            <a:r>
              <a:rPr lang="he-IL" b="0" i="0" dirty="0" err="1">
                <a:solidFill>
                  <a:srgbClr val="222222"/>
                </a:solidFill>
                <a:effectLst/>
                <a:latin typeface="David" panose="020E0502060401010101" pitchFamily="34" charset="-79"/>
                <a:cs typeface="David" panose="020E0502060401010101" pitchFamily="34" charset="-79"/>
              </a:rPr>
              <a:t>התכנית</a:t>
            </a:r>
            <a:r>
              <a:rPr lang="he-IL" b="0" i="0" dirty="0">
                <a:solidFill>
                  <a:srgbClr val="222222"/>
                </a:solidFill>
                <a:effectLst/>
                <a:latin typeface="David" panose="020E0502060401010101" pitchFamily="34" charset="-79"/>
                <a:cs typeface="David" panose="020E0502060401010101" pitchFamily="34" charset="-79"/>
              </a:rPr>
              <a:t> השש שנתית להוראת תפילה בבתי הספר היסודיים.</a:t>
            </a:r>
          </a:p>
          <a:p>
            <a:pPr algn="just" rtl="1"/>
            <a:endParaRPr lang="he-IL" sz="1100" b="0" i="0" dirty="0">
              <a:solidFill>
                <a:srgbClr val="222222"/>
              </a:solidFill>
              <a:effectLst/>
              <a:latin typeface="David" panose="020E0502060401010101" pitchFamily="34" charset="-79"/>
              <a:cs typeface="David" panose="020E0502060401010101" pitchFamily="34" charset="-79"/>
            </a:endParaRPr>
          </a:p>
          <a:p>
            <a:pPr algn="just" rtl="1"/>
            <a:r>
              <a:rPr lang="he-IL" b="0" i="0" dirty="0">
                <a:solidFill>
                  <a:srgbClr val="222222"/>
                </a:solidFill>
                <a:effectLst/>
                <a:latin typeface="David" panose="020E0502060401010101" pitchFamily="34" charset="-79"/>
                <a:cs typeface="David" panose="020E0502060401010101" pitchFamily="34" charset="-79"/>
              </a:rPr>
              <a:t>תכנית זו הנה מודולרית והיא בבחינת הצעה. אנו מבקשים כי השימוש בה יעשה באופן מושכל המותאם לקהילת בית ספרכם.</a:t>
            </a:r>
          </a:p>
          <a:p>
            <a:pPr algn="just" rtl="1"/>
            <a:endParaRPr lang="he-IL" sz="1100" dirty="0">
              <a:solidFill>
                <a:srgbClr val="222222"/>
              </a:solidFill>
              <a:latin typeface="David" panose="020E0502060401010101" pitchFamily="34" charset="-79"/>
              <a:cs typeface="David" panose="020E0502060401010101" pitchFamily="34" charset="-79"/>
            </a:endParaRPr>
          </a:p>
          <a:p>
            <a:pPr algn="just" rtl="1"/>
            <a:r>
              <a:rPr lang="he-IL" b="0" i="0" dirty="0">
                <a:solidFill>
                  <a:srgbClr val="222222"/>
                </a:solidFill>
                <a:effectLst/>
                <a:latin typeface="David" panose="020E0502060401010101" pitchFamily="34" charset="-79"/>
                <a:cs typeface="David" panose="020E0502060401010101" pitchFamily="34" charset="-79"/>
              </a:rPr>
              <a:t>ידוע לנו כי תפילת תינוקות של בית רבן  נענית תחילה וממנה שואבים אנו כוחות ואמונה במשימה  לחזק  </a:t>
            </a:r>
            <a:r>
              <a:rPr lang="he-IL" b="0" i="0" dirty="0" err="1">
                <a:solidFill>
                  <a:srgbClr val="222222"/>
                </a:solidFill>
                <a:effectLst/>
                <a:latin typeface="David" panose="020E0502060401010101" pitchFamily="34" charset="-79"/>
                <a:cs typeface="David" panose="020E0502060401010101" pitchFamily="34" charset="-79"/>
              </a:rPr>
              <a:t>גירסא</a:t>
            </a:r>
            <a:r>
              <a:rPr lang="he-IL" b="0" i="0" dirty="0">
                <a:solidFill>
                  <a:srgbClr val="222222"/>
                </a:solidFill>
                <a:effectLst/>
                <a:latin typeface="David" panose="020E0502060401010101" pitchFamily="34" charset="-79"/>
                <a:cs typeface="David" panose="020E0502060401010101" pitchFamily="34" charset="-79"/>
              </a:rPr>
              <a:t> </a:t>
            </a:r>
            <a:r>
              <a:rPr lang="he-IL" b="0" i="0" dirty="0" err="1">
                <a:solidFill>
                  <a:srgbClr val="222222"/>
                </a:solidFill>
                <a:effectLst/>
                <a:latin typeface="David" panose="020E0502060401010101" pitchFamily="34" charset="-79"/>
                <a:cs typeface="David" panose="020E0502060401010101" pitchFamily="34" charset="-79"/>
              </a:rPr>
              <a:t>דינקותא</a:t>
            </a:r>
            <a:r>
              <a:rPr lang="he-IL" b="0" i="0" dirty="0">
                <a:solidFill>
                  <a:srgbClr val="222222"/>
                </a:solidFill>
                <a:effectLst/>
                <a:latin typeface="David" panose="020E0502060401010101" pitchFamily="34" charset="-79"/>
                <a:cs typeface="David" panose="020E0502060401010101" pitchFamily="34" charset="-79"/>
              </a:rPr>
              <a:t> באהבה, בשמחה וביסודיות הראויה לתפילה.   </a:t>
            </a:r>
          </a:p>
          <a:p>
            <a:pPr algn="ctr" rtl="1"/>
            <a:endParaRPr lang="he-IL" sz="1100" dirty="0">
              <a:solidFill>
                <a:srgbClr val="222222"/>
              </a:solidFill>
              <a:latin typeface="David" panose="020E0502060401010101" pitchFamily="34" charset="-79"/>
              <a:cs typeface="David" panose="020E0502060401010101" pitchFamily="34" charset="-79"/>
            </a:endParaRPr>
          </a:p>
          <a:p>
            <a:pPr algn="just" rtl="1"/>
            <a:r>
              <a:rPr lang="he-IL" b="0" i="0" dirty="0">
                <a:solidFill>
                  <a:srgbClr val="222222"/>
                </a:solidFill>
                <a:effectLst/>
                <a:latin typeface="David" panose="020E0502060401010101" pitchFamily="34" charset="-79"/>
                <a:cs typeface="David" panose="020E0502060401010101" pitchFamily="34" charset="-79"/>
              </a:rPr>
              <a:t>תודתנו הגדולה לשותפים בהכנת תוכנית התפילה ובראשם הרב הראל </a:t>
            </a:r>
            <a:r>
              <a:rPr lang="he-IL" b="0" i="0" dirty="0" err="1">
                <a:solidFill>
                  <a:srgbClr val="222222"/>
                </a:solidFill>
                <a:effectLst/>
                <a:latin typeface="David" panose="020E0502060401010101" pitchFamily="34" charset="-79"/>
                <a:cs typeface="David" panose="020E0502060401010101" pitchFamily="34" charset="-79"/>
              </a:rPr>
              <a:t>זילברנגל</a:t>
            </a:r>
            <a:r>
              <a:rPr lang="he-IL" b="0" i="0" dirty="0">
                <a:solidFill>
                  <a:srgbClr val="222222"/>
                </a:solidFill>
                <a:effectLst/>
                <a:latin typeface="David" panose="020E0502060401010101" pitchFamily="34" charset="-79"/>
                <a:cs typeface="David" panose="020E0502060401010101" pitchFamily="34" charset="-79"/>
              </a:rPr>
              <a:t> וכן הרב דוד עצמון, הרב משה ברכה, הרב יאיר הרשקוביץ, הרב </a:t>
            </a:r>
            <a:r>
              <a:rPr lang="he-IL" b="0" i="0" dirty="0" err="1">
                <a:solidFill>
                  <a:srgbClr val="222222"/>
                </a:solidFill>
                <a:effectLst/>
                <a:latin typeface="David" panose="020E0502060401010101" pitchFamily="34" charset="-79"/>
                <a:cs typeface="David" panose="020E0502060401010101" pitchFamily="34" charset="-79"/>
              </a:rPr>
              <a:t>אבי'ה</a:t>
            </a:r>
            <a:r>
              <a:rPr lang="he-IL" b="0" i="0" dirty="0">
                <a:solidFill>
                  <a:srgbClr val="222222"/>
                </a:solidFill>
                <a:effectLst/>
                <a:latin typeface="David" panose="020E0502060401010101" pitchFamily="34" charset="-79"/>
                <a:cs typeface="David" panose="020E0502060401010101" pitchFamily="34" charset="-79"/>
              </a:rPr>
              <a:t> אלבה, מחנכות שנרתמו ליעוץ והכוונה. </a:t>
            </a:r>
          </a:p>
          <a:p>
            <a:pPr algn="just" rtl="1"/>
            <a:endParaRPr lang="he-IL" sz="1100" b="0" i="0" dirty="0">
              <a:solidFill>
                <a:srgbClr val="222222"/>
              </a:solidFill>
              <a:effectLst/>
              <a:latin typeface="David" panose="020E0502060401010101" pitchFamily="34" charset="-79"/>
              <a:cs typeface="David" panose="020E0502060401010101" pitchFamily="34" charset="-79"/>
            </a:endParaRPr>
          </a:p>
          <a:p>
            <a:pPr algn="just" rtl="1"/>
            <a:r>
              <a:rPr lang="he-IL" dirty="0">
                <a:solidFill>
                  <a:srgbClr val="222222"/>
                </a:solidFill>
                <a:latin typeface="David" panose="020E0502060401010101" pitchFamily="34" charset="-79"/>
                <a:cs typeface="David" panose="020E0502060401010101" pitchFamily="34" charset="-79"/>
              </a:rPr>
              <a:t>תודה לרב יעקב אריאל ולרב יהודה </a:t>
            </a:r>
            <a:r>
              <a:rPr lang="he-IL" dirty="0" err="1">
                <a:solidFill>
                  <a:srgbClr val="222222"/>
                </a:solidFill>
                <a:latin typeface="David" panose="020E0502060401010101" pitchFamily="34" charset="-79"/>
                <a:cs typeface="David" panose="020E0502060401010101" pitchFamily="34" charset="-79"/>
              </a:rPr>
              <a:t>זולדן</a:t>
            </a:r>
            <a:r>
              <a:rPr lang="he-IL" dirty="0">
                <a:solidFill>
                  <a:srgbClr val="222222"/>
                </a:solidFill>
                <a:latin typeface="David" panose="020E0502060401010101" pitchFamily="34" charset="-79"/>
                <a:cs typeface="David" panose="020E0502060401010101" pitchFamily="34" charset="-79"/>
              </a:rPr>
              <a:t> על הליווי הרוחני. </a:t>
            </a:r>
          </a:p>
          <a:p>
            <a:pPr algn="ctr" rtl="1"/>
            <a:endParaRPr lang="he-IL" b="0" i="0" dirty="0">
              <a:solidFill>
                <a:srgbClr val="222222"/>
              </a:solidFill>
              <a:effectLst/>
              <a:latin typeface="David" panose="020E0502060401010101" pitchFamily="34" charset="-79"/>
              <a:cs typeface="David" panose="020E0502060401010101" pitchFamily="34" charset="-79"/>
            </a:endParaRPr>
          </a:p>
          <a:p>
            <a:pPr algn="ctr" rtl="1"/>
            <a:r>
              <a:rPr lang="he-IL" b="0" i="0" dirty="0">
                <a:solidFill>
                  <a:srgbClr val="222222"/>
                </a:solidFill>
                <a:effectLst/>
                <a:latin typeface="David" panose="020E0502060401010101" pitchFamily="34" charset="-79"/>
                <a:cs typeface="David" panose="020E0502060401010101" pitchFamily="34" charset="-79"/>
              </a:rPr>
              <a:t>ברכת </a:t>
            </a:r>
            <a:r>
              <a:rPr lang="he-IL" dirty="0">
                <a:solidFill>
                  <a:srgbClr val="222222"/>
                </a:solidFill>
                <a:latin typeface="David" panose="020E0502060401010101" pitchFamily="34" charset="-79"/>
                <a:cs typeface="David" panose="020E0502060401010101" pitchFamily="34" charset="-79"/>
              </a:rPr>
              <a:t>ה'</a:t>
            </a:r>
            <a:r>
              <a:rPr lang="he-IL" b="0" i="0" dirty="0">
                <a:solidFill>
                  <a:srgbClr val="222222"/>
                </a:solidFill>
                <a:effectLst/>
                <a:latin typeface="David" panose="020E0502060401010101" pitchFamily="34" charset="-79"/>
                <a:cs typeface="David" panose="020E0502060401010101" pitchFamily="34" charset="-79"/>
              </a:rPr>
              <a:t> עליכם, שנזכה לקבלת התפילות כולן.</a:t>
            </a:r>
          </a:p>
          <a:p>
            <a:pPr algn="ctr" rtl="1"/>
            <a:endParaRPr lang="he-IL" b="0" i="0" dirty="0">
              <a:solidFill>
                <a:srgbClr val="222222"/>
              </a:solidFill>
              <a:effectLst/>
              <a:latin typeface="David" panose="020E0502060401010101" pitchFamily="34" charset="-79"/>
              <a:cs typeface="David" panose="020E0502060401010101" pitchFamily="34" charset="-79"/>
            </a:endParaRPr>
          </a:p>
          <a:p>
            <a:pPr algn="ctr" rtl="1"/>
            <a:r>
              <a:rPr lang="he-IL" dirty="0">
                <a:solidFill>
                  <a:srgbClr val="222222"/>
                </a:solidFill>
                <a:latin typeface="David" panose="020E0502060401010101" pitchFamily="34" charset="-79"/>
                <a:cs typeface="David" panose="020E0502060401010101" pitchFamily="34" charset="-79"/>
              </a:rPr>
              <a:t>    שוש נגר                          יעל ואן-דייק                              הרב חיים </a:t>
            </a:r>
            <a:r>
              <a:rPr lang="he-IL" dirty="0" err="1">
                <a:solidFill>
                  <a:srgbClr val="222222"/>
                </a:solidFill>
                <a:latin typeface="David" panose="020E0502060401010101" pitchFamily="34" charset="-79"/>
                <a:cs typeface="David" panose="020E0502060401010101" pitchFamily="34" charset="-79"/>
              </a:rPr>
              <a:t>ענזי</a:t>
            </a:r>
            <a:endParaRPr lang="he-IL" dirty="0">
              <a:solidFill>
                <a:srgbClr val="222222"/>
              </a:solidFill>
              <a:latin typeface="David" panose="020E0502060401010101" pitchFamily="34" charset="-79"/>
              <a:cs typeface="David" panose="020E0502060401010101" pitchFamily="34" charset="-79"/>
            </a:endParaRPr>
          </a:p>
          <a:p>
            <a:pPr algn="ctr" rtl="1"/>
            <a:r>
              <a:rPr lang="he-IL" b="0" i="0" dirty="0">
                <a:solidFill>
                  <a:srgbClr val="222222"/>
                </a:solidFill>
                <a:effectLst/>
                <a:latin typeface="David" panose="020E0502060401010101" pitchFamily="34" charset="-79"/>
                <a:cs typeface="David" panose="020E0502060401010101" pitchFamily="34" charset="-79"/>
              </a:rPr>
              <a:t>ראש מנהל </a:t>
            </a:r>
            <a:r>
              <a:rPr lang="he-IL" b="0" i="0" dirty="0" err="1">
                <a:solidFill>
                  <a:srgbClr val="222222"/>
                </a:solidFill>
                <a:effectLst/>
                <a:latin typeface="David" panose="020E0502060401010101" pitchFamily="34" charset="-79"/>
                <a:cs typeface="David" panose="020E0502060401010101" pitchFamily="34" charset="-79"/>
              </a:rPr>
              <a:t>החמ"ד</a:t>
            </a:r>
            <a:r>
              <a:rPr lang="he-IL" b="0" i="0" dirty="0">
                <a:solidFill>
                  <a:srgbClr val="222222"/>
                </a:solidFill>
                <a:effectLst/>
                <a:latin typeface="David" panose="020E0502060401010101" pitchFamily="34" charset="-79"/>
                <a:cs typeface="David" panose="020E0502060401010101" pitchFamily="34" charset="-79"/>
              </a:rPr>
              <a:t>            ממונה בתי"ס </a:t>
            </a:r>
            <a:r>
              <a:rPr lang="he-IL" b="0" i="0" dirty="0" err="1">
                <a:solidFill>
                  <a:srgbClr val="222222"/>
                </a:solidFill>
                <a:effectLst/>
                <a:latin typeface="David" panose="020E0502060401010101" pitchFamily="34" charset="-79"/>
                <a:cs typeface="David" panose="020E0502060401010101" pitchFamily="34" charset="-79"/>
              </a:rPr>
              <a:t>חמ"ד</a:t>
            </a:r>
            <a:r>
              <a:rPr lang="he-IL" b="0" i="0" dirty="0">
                <a:solidFill>
                  <a:srgbClr val="222222"/>
                </a:solidFill>
                <a:effectLst/>
                <a:latin typeface="David" panose="020E0502060401010101" pitchFamily="34" charset="-79"/>
                <a:cs typeface="David" panose="020E0502060401010101" pitchFamily="34" charset="-79"/>
              </a:rPr>
              <a:t>                        ממונה רבני בתי"ס </a:t>
            </a:r>
          </a:p>
          <a:p>
            <a:pPr algn="just" rtl="1"/>
            <a:endParaRPr lang="he-IL" dirty="0">
              <a:latin typeface="David" panose="020E0502060401010101" pitchFamily="34" charset="-79"/>
              <a:cs typeface="David" panose="020E0502060401010101" pitchFamily="34" charset="-79"/>
            </a:endParaRPr>
          </a:p>
        </p:txBody>
      </p:sp>
      <p:sp>
        <p:nvSpPr>
          <p:cNvPr id="2185" name="Google Shape;2185;p38"/>
          <p:cNvSpPr/>
          <p:nvPr/>
        </p:nvSpPr>
        <p:spPr>
          <a:xfrm rot="-3714108">
            <a:off x="461109" y="1041615"/>
            <a:ext cx="875706" cy="618021"/>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pic>
        <p:nvPicPr>
          <p:cNvPr id="12" name="Google Shape;1369;p35">
            <a:extLst>
              <a:ext uri="{FF2B5EF4-FFF2-40B4-BE49-F238E27FC236}">
                <a16:creationId xmlns:a16="http://schemas.microsoft.com/office/drawing/2014/main" id="{D6BDF543-7C40-B11D-11CF-A39DBC358210}"/>
              </a:ext>
            </a:extLst>
          </p:cNvPr>
          <p:cNvPicPr preferRelativeResize="0"/>
          <p:nvPr/>
        </p:nvPicPr>
        <p:blipFill>
          <a:blip r:embed="rId3">
            <a:alphaModFix/>
          </a:blip>
          <a:stretch>
            <a:fillRect/>
          </a:stretch>
        </p:blipFill>
        <p:spPr>
          <a:xfrm rot="238721">
            <a:off x="7963602" y="3145665"/>
            <a:ext cx="986498" cy="1451446"/>
          </a:xfrm>
          <a:prstGeom prst="rect">
            <a:avLst/>
          </a:prstGeom>
          <a:noFill/>
          <a:ln>
            <a:noFill/>
          </a:ln>
        </p:spPr>
      </p:pic>
    </p:spTree>
    <p:extLst>
      <p:ext uri="{BB962C8B-B14F-4D97-AF65-F5344CB8AC3E}">
        <p14:creationId xmlns:p14="http://schemas.microsoft.com/office/powerpoint/2010/main" val="1571183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63"/>
        <p:cNvGrpSpPr/>
        <p:nvPr/>
      </p:nvGrpSpPr>
      <p:grpSpPr>
        <a:xfrm>
          <a:off x="0" y="0"/>
          <a:ext cx="0" cy="0"/>
          <a:chOff x="0" y="0"/>
          <a:chExt cx="0" cy="0"/>
        </a:xfrm>
      </p:grpSpPr>
      <p:sp>
        <p:nvSpPr>
          <p:cNvPr id="8364" name="Google Shape;8364;p54"/>
          <p:cNvSpPr txBox="1">
            <a:spLocks noGrp="1"/>
          </p:cNvSpPr>
          <p:nvPr>
            <p:ph type="title"/>
          </p:nvPr>
        </p:nvSpPr>
        <p:spPr>
          <a:xfrm>
            <a:off x="5850296" y="558586"/>
            <a:ext cx="2573853" cy="1556376"/>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kumimoji="0" lang="he-IL" sz="2000" b="1" i="0" u="none" strike="noStrike" kern="1200" cap="none" spc="-120" normalizeH="0" baseline="0" noProof="0" dirty="0">
                <a:ln>
                  <a:noFill/>
                </a:ln>
                <a:solidFill>
                  <a:schemeClr val="tx1"/>
                </a:solidFill>
                <a:effectLst/>
                <a:uLnTx/>
                <a:uFillTx/>
                <a:latin typeface="David" panose="020E0502060401010101" pitchFamily="34" charset="-79"/>
                <a:ea typeface="+mj-ea"/>
                <a:cs typeface="David" panose="020E0502060401010101" pitchFamily="34" charset="-79"/>
              </a:rPr>
              <a:t>"אחד המרבה ואחד הממעיט ובלבד שיכוון</a:t>
            </a:r>
            <a:r>
              <a:rPr lang="he-IL" sz="2000" b="1" kern="1200" spc="-120" dirty="0">
                <a:solidFill>
                  <a:schemeClr val="tx1"/>
                </a:solidFill>
                <a:latin typeface="David" panose="020E0502060401010101" pitchFamily="34" charset="-79"/>
                <a:ea typeface="+mj-ea"/>
                <a:cs typeface="David" panose="020E0502060401010101" pitchFamily="34" charset="-79"/>
              </a:rPr>
              <a:t> </a:t>
            </a:r>
            <a:r>
              <a:rPr kumimoji="0" lang="he-IL" sz="2000" b="1" i="0" u="none" strike="noStrike" kern="1200" cap="none" spc="-120" normalizeH="0" baseline="0" noProof="0" dirty="0">
                <a:ln>
                  <a:noFill/>
                </a:ln>
                <a:solidFill>
                  <a:schemeClr val="tx1"/>
                </a:solidFill>
                <a:effectLst/>
                <a:uLnTx/>
                <a:uFillTx/>
                <a:latin typeface="David" panose="020E0502060401010101" pitchFamily="34" charset="-79"/>
                <a:ea typeface="+mj-ea"/>
                <a:cs typeface="David" panose="020E0502060401010101" pitchFamily="34" charset="-79"/>
              </a:rPr>
              <a:t>ליבו לשמים"</a:t>
            </a:r>
            <a:br>
              <a:rPr kumimoji="0" lang="he-IL" sz="4000" b="0" i="0" u="none" strike="noStrike" kern="1200" cap="none" spc="-120" normalizeH="0" baseline="0" noProof="0" dirty="0">
                <a:ln>
                  <a:noFill/>
                </a:ln>
                <a:solidFill>
                  <a:schemeClr val="tx1"/>
                </a:solidFill>
                <a:effectLst/>
                <a:uLnTx/>
                <a:uFillTx/>
                <a:latin typeface="David" panose="020E0502060401010101" pitchFamily="34" charset="-79"/>
                <a:ea typeface="+mj-ea"/>
                <a:cs typeface="David" panose="020E0502060401010101" pitchFamily="34" charset="-79"/>
              </a:rPr>
            </a:br>
            <a:r>
              <a:rPr kumimoji="0" lang="he-IL" sz="1400" b="0" i="0" u="none" strike="noStrike" kern="1200" cap="none" spc="-120" normalizeH="0" baseline="0" noProof="0" dirty="0">
                <a:ln>
                  <a:noFill/>
                </a:ln>
                <a:solidFill>
                  <a:schemeClr val="tx1"/>
                </a:solidFill>
                <a:effectLst/>
                <a:uLnTx/>
                <a:uFillTx/>
                <a:latin typeface="David" panose="020E0502060401010101" pitchFamily="34" charset="-79"/>
                <a:ea typeface="+mj-ea"/>
                <a:cs typeface="David" panose="020E0502060401010101" pitchFamily="34" charset="-79"/>
              </a:rPr>
              <a:t>(ברכות ה, ב)</a:t>
            </a:r>
            <a:br>
              <a:rPr kumimoji="0" lang="en-US" sz="1400" b="0" i="0" u="none" strike="noStrike" kern="1200" cap="none" spc="-120" normalizeH="0" baseline="0" noProof="0" dirty="0">
                <a:ln>
                  <a:noFill/>
                </a:ln>
                <a:solidFill>
                  <a:schemeClr val="tx1"/>
                </a:solidFill>
                <a:effectLst/>
                <a:uLnTx/>
                <a:uFillTx/>
                <a:latin typeface="David" panose="020E0502060401010101" pitchFamily="34" charset="-79"/>
                <a:ea typeface="+mj-ea"/>
                <a:cs typeface="David" panose="020E0502060401010101" pitchFamily="34" charset="-79"/>
              </a:rPr>
            </a:br>
            <a:endParaRPr sz="1400" dirty="0">
              <a:solidFill>
                <a:schemeClr val="tx1"/>
              </a:solidFill>
              <a:latin typeface="David" panose="020E0502060401010101" pitchFamily="34" charset="-79"/>
              <a:cs typeface="David" panose="020E0502060401010101" pitchFamily="34" charset="-79"/>
            </a:endParaRPr>
          </a:p>
        </p:txBody>
      </p:sp>
      <p:sp>
        <p:nvSpPr>
          <p:cNvPr id="8365" name="Google Shape;8365;p54"/>
          <p:cNvSpPr txBox="1">
            <a:spLocks noGrp="1"/>
          </p:cNvSpPr>
          <p:nvPr>
            <p:ph type="subTitle" idx="1"/>
          </p:nvPr>
        </p:nvSpPr>
        <p:spPr>
          <a:xfrm>
            <a:off x="5778412" y="2181716"/>
            <a:ext cx="2717620" cy="1235100"/>
          </a:xfrm>
          <a:prstGeom prst="rect">
            <a:avLst/>
          </a:prstGeom>
        </p:spPr>
        <p:txBody>
          <a:bodyPr spcFirstLastPara="1" wrap="square" lIns="91425" tIns="0" rIns="91425" bIns="0" anchor="t" anchorCtr="0">
            <a:noAutofit/>
          </a:bodyPr>
          <a:lstStyle/>
          <a:p>
            <a:pPr marL="0" marR="0" lvl="0" indent="0" algn="ctr" defTabSz="914400" rtl="1" eaLnBrk="1" fontAlgn="auto" latinLnBrk="0" hangingPunct="1">
              <a:lnSpc>
                <a:spcPct val="100000"/>
              </a:lnSpc>
              <a:spcBef>
                <a:spcPts val="1200"/>
              </a:spcBef>
              <a:spcAft>
                <a:spcPts val="0"/>
              </a:spcAft>
              <a:buClrTx/>
              <a:buSzTx/>
              <a:buFontTx/>
              <a:buNone/>
              <a:tabLst/>
              <a:defRPr/>
            </a:pPr>
            <a:r>
              <a:rPr kumimoji="0" lang="he-IL" sz="2000" b="1" i="0" u="none" strike="noStrike" kern="1200" cap="none" spc="0" normalizeH="0" baseline="0" noProof="0" dirty="0">
                <a:ln>
                  <a:noFill/>
                </a:ln>
                <a:solidFill>
                  <a:srgbClr val="C00000"/>
                </a:solidFill>
                <a:effectLst/>
                <a:uLnTx/>
                <a:uFillTx/>
                <a:latin typeface="David" panose="020E0502060401010101" pitchFamily="34" charset="-79"/>
                <a:ea typeface="+mn-ea"/>
                <a:cs typeface="David" panose="020E0502060401010101" pitchFamily="34" charset="-79"/>
              </a:rPr>
              <a:t>העקרונות המנחים את </a:t>
            </a:r>
          </a:p>
          <a:p>
            <a:pPr marL="0" marR="0" lvl="0" indent="0" algn="ctr" defTabSz="914400" rtl="1" eaLnBrk="1" fontAlgn="auto" latinLnBrk="0" hangingPunct="1">
              <a:lnSpc>
                <a:spcPct val="100000"/>
              </a:lnSpc>
              <a:spcBef>
                <a:spcPts val="1200"/>
              </a:spcBef>
              <a:spcAft>
                <a:spcPts val="0"/>
              </a:spcAft>
              <a:buClrTx/>
              <a:buSzTx/>
              <a:buFontTx/>
              <a:buNone/>
              <a:tabLst/>
              <a:defRPr/>
            </a:pPr>
            <a:r>
              <a:rPr kumimoji="0" lang="he-IL" sz="2000" b="1" i="0" u="none" strike="noStrike" kern="1200" cap="none" spc="0" normalizeH="0" baseline="0" noProof="0" dirty="0">
                <a:ln>
                  <a:noFill/>
                </a:ln>
                <a:solidFill>
                  <a:srgbClr val="C00000"/>
                </a:solidFill>
                <a:effectLst/>
                <a:uLnTx/>
                <a:uFillTx/>
                <a:latin typeface="David" panose="020E0502060401010101" pitchFamily="34" charset="-79"/>
                <a:ea typeface="+mn-ea"/>
                <a:cs typeface="David" panose="020E0502060401010101" pitchFamily="34" charset="-79"/>
              </a:rPr>
              <a:t>תכנית התפילה.</a:t>
            </a:r>
            <a:endParaRPr sz="2000" dirty="0">
              <a:latin typeface="David" panose="020E0502060401010101" pitchFamily="34" charset="-79"/>
              <a:cs typeface="David" panose="020E0502060401010101" pitchFamily="34" charset="-79"/>
            </a:endParaRPr>
          </a:p>
        </p:txBody>
      </p:sp>
      <p:sp>
        <p:nvSpPr>
          <p:cNvPr id="8366" name="Google Shape;8366;p54"/>
          <p:cNvSpPr/>
          <p:nvPr/>
        </p:nvSpPr>
        <p:spPr>
          <a:xfrm rot="-256712" flipH="1">
            <a:off x="941969" y="394439"/>
            <a:ext cx="4540680" cy="4586073"/>
          </a:xfrm>
          <a:custGeom>
            <a:avLst/>
            <a:gdLst/>
            <a:ahLst/>
            <a:cxnLst/>
            <a:rect l="l" t="t" r="r" b="b"/>
            <a:pathLst>
              <a:path w="10257" h="8904" extrusionOk="0">
                <a:moveTo>
                  <a:pt x="9674" y="1"/>
                </a:moveTo>
                <a:lnTo>
                  <a:pt x="9643" y="348"/>
                </a:lnTo>
                <a:cubicBezTo>
                  <a:pt x="9738" y="364"/>
                  <a:pt x="9801" y="458"/>
                  <a:pt x="9784" y="553"/>
                </a:cubicBezTo>
                <a:cubicBezTo>
                  <a:pt x="9769" y="616"/>
                  <a:pt x="9721" y="679"/>
                  <a:pt x="9658" y="694"/>
                </a:cubicBezTo>
                <a:cubicBezTo>
                  <a:pt x="9548" y="711"/>
                  <a:pt x="9438" y="631"/>
                  <a:pt x="9438" y="521"/>
                </a:cubicBezTo>
                <a:cubicBezTo>
                  <a:pt x="9438" y="427"/>
                  <a:pt x="9517" y="364"/>
                  <a:pt x="9595" y="348"/>
                </a:cubicBezTo>
                <a:lnTo>
                  <a:pt x="9595" y="1"/>
                </a:lnTo>
                <a:lnTo>
                  <a:pt x="8618" y="1"/>
                </a:lnTo>
                <a:lnTo>
                  <a:pt x="8618" y="348"/>
                </a:lnTo>
                <a:cubicBezTo>
                  <a:pt x="8729" y="348"/>
                  <a:pt x="8807" y="442"/>
                  <a:pt x="8776" y="553"/>
                </a:cubicBezTo>
                <a:cubicBezTo>
                  <a:pt x="8761" y="616"/>
                  <a:pt x="8713" y="679"/>
                  <a:pt x="8650" y="694"/>
                </a:cubicBezTo>
                <a:cubicBezTo>
                  <a:pt x="8540" y="711"/>
                  <a:pt x="8446" y="631"/>
                  <a:pt x="8446" y="521"/>
                </a:cubicBezTo>
                <a:cubicBezTo>
                  <a:pt x="8446" y="442"/>
                  <a:pt x="8492" y="364"/>
                  <a:pt x="8572" y="348"/>
                </a:cubicBezTo>
                <a:lnTo>
                  <a:pt x="8555" y="1"/>
                </a:lnTo>
                <a:lnTo>
                  <a:pt x="7626" y="1"/>
                </a:lnTo>
                <a:lnTo>
                  <a:pt x="7626" y="348"/>
                </a:lnTo>
                <a:cubicBezTo>
                  <a:pt x="7721" y="364"/>
                  <a:pt x="7799" y="442"/>
                  <a:pt x="7767" y="553"/>
                </a:cubicBezTo>
                <a:cubicBezTo>
                  <a:pt x="7767" y="616"/>
                  <a:pt x="7704" y="679"/>
                  <a:pt x="7641" y="694"/>
                </a:cubicBezTo>
                <a:cubicBezTo>
                  <a:pt x="7532" y="711"/>
                  <a:pt x="7437" y="631"/>
                  <a:pt x="7437" y="521"/>
                </a:cubicBezTo>
                <a:cubicBezTo>
                  <a:pt x="7437" y="442"/>
                  <a:pt x="7484" y="379"/>
                  <a:pt x="7563" y="348"/>
                </a:cubicBezTo>
                <a:lnTo>
                  <a:pt x="7515" y="1"/>
                </a:lnTo>
                <a:lnTo>
                  <a:pt x="6602" y="1"/>
                </a:lnTo>
                <a:lnTo>
                  <a:pt x="6618" y="348"/>
                </a:lnTo>
                <a:cubicBezTo>
                  <a:pt x="6712" y="364"/>
                  <a:pt x="6791" y="458"/>
                  <a:pt x="6775" y="553"/>
                </a:cubicBezTo>
                <a:cubicBezTo>
                  <a:pt x="6759" y="616"/>
                  <a:pt x="6696" y="679"/>
                  <a:pt x="6633" y="694"/>
                </a:cubicBezTo>
                <a:cubicBezTo>
                  <a:pt x="6523" y="711"/>
                  <a:pt x="6429" y="631"/>
                  <a:pt x="6429" y="521"/>
                </a:cubicBezTo>
                <a:cubicBezTo>
                  <a:pt x="6429" y="442"/>
                  <a:pt x="6492" y="364"/>
                  <a:pt x="6555" y="348"/>
                </a:cubicBezTo>
                <a:lnTo>
                  <a:pt x="6538" y="1"/>
                </a:lnTo>
                <a:lnTo>
                  <a:pt x="5673" y="1"/>
                </a:lnTo>
                <a:lnTo>
                  <a:pt x="5625" y="348"/>
                </a:lnTo>
                <a:cubicBezTo>
                  <a:pt x="5719" y="364"/>
                  <a:pt x="5782" y="458"/>
                  <a:pt x="5767" y="553"/>
                </a:cubicBezTo>
                <a:cubicBezTo>
                  <a:pt x="5751" y="616"/>
                  <a:pt x="5704" y="679"/>
                  <a:pt x="5641" y="694"/>
                </a:cubicBezTo>
                <a:cubicBezTo>
                  <a:pt x="5530" y="711"/>
                  <a:pt x="5420" y="631"/>
                  <a:pt x="5420" y="521"/>
                </a:cubicBezTo>
                <a:cubicBezTo>
                  <a:pt x="5420" y="427"/>
                  <a:pt x="5483" y="364"/>
                  <a:pt x="5578" y="348"/>
                </a:cubicBezTo>
                <a:lnTo>
                  <a:pt x="5562" y="1"/>
                </a:lnTo>
                <a:lnTo>
                  <a:pt x="4570" y="1"/>
                </a:lnTo>
                <a:lnTo>
                  <a:pt x="4585" y="348"/>
                </a:lnTo>
                <a:lnTo>
                  <a:pt x="4601" y="348"/>
                </a:lnTo>
                <a:cubicBezTo>
                  <a:pt x="4696" y="348"/>
                  <a:pt x="4774" y="427"/>
                  <a:pt x="4774" y="521"/>
                </a:cubicBezTo>
                <a:cubicBezTo>
                  <a:pt x="4774" y="616"/>
                  <a:pt x="4696" y="694"/>
                  <a:pt x="4601" y="694"/>
                </a:cubicBezTo>
                <a:cubicBezTo>
                  <a:pt x="4490" y="694"/>
                  <a:pt x="4427" y="616"/>
                  <a:pt x="4427" y="521"/>
                </a:cubicBezTo>
                <a:cubicBezTo>
                  <a:pt x="4427" y="442"/>
                  <a:pt x="4475" y="379"/>
                  <a:pt x="4553" y="348"/>
                </a:cubicBezTo>
                <a:lnTo>
                  <a:pt x="4475" y="1"/>
                </a:lnTo>
                <a:lnTo>
                  <a:pt x="3593" y="1"/>
                </a:lnTo>
                <a:lnTo>
                  <a:pt x="3608" y="348"/>
                </a:lnTo>
                <a:cubicBezTo>
                  <a:pt x="3702" y="364"/>
                  <a:pt x="3782" y="442"/>
                  <a:pt x="3765" y="553"/>
                </a:cubicBezTo>
                <a:cubicBezTo>
                  <a:pt x="3750" y="616"/>
                  <a:pt x="3687" y="679"/>
                  <a:pt x="3624" y="694"/>
                </a:cubicBezTo>
                <a:cubicBezTo>
                  <a:pt x="3513" y="711"/>
                  <a:pt x="3419" y="631"/>
                  <a:pt x="3419" y="521"/>
                </a:cubicBezTo>
                <a:cubicBezTo>
                  <a:pt x="3419" y="427"/>
                  <a:pt x="3482" y="348"/>
                  <a:pt x="3576" y="348"/>
                </a:cubicBezTo>
                <a:lnTo>
                  <a:pt x="3530" y="1"/>
                </a:lnTo>
                <a:lnTo>
                  <a:pt x="2726" y="1"/>
                </a:lnTo>
                <a:lnTo>
                  <a:pt x="2631" y="348"/>
                </a:lnTo>
                <a:cubicBezTo>
                  <a:pt x="2710" y="379"/>
                  <a:pt x="2774" y="458"/>
                  <a:pt x="2757" y="568"/>
                </a:cubicBezTo>
                <a:cubicBezTo>
                  <a:pt x="2742" y="631"/>
                  <a:pt x="2679" y="679"/>
                  <a:pt x="2616" y="694"/>
                </a:cubicBezTo>
                <a:cubicBezTo>
                  <a:pt x="2505" y="711"/>
                  <a:pt x="2411" y="631"/>
                  <a:pt x="2411" y="521"/>
                </a:cubicBezTo>
                <a:cubicBezTo>
                  <a:pt x="2411" y="427"/>
                  <a:pt x="2474" y="364"/>
                  <a:pt x="2553" y="348"/>
                </a:cubicBezTo>
                <a:lnTo>
                  <a:pt x="2616" y="1"/>
                </a:lnTo>
                <a:lnTo>
                  <a:pt x="1608" y="1"/>
                </a:lnTo>
                <a:lnTo>
                  <a:pt x="1608" y="348"/>
                </a:lnTo>
                <a:cubicBezTo>
                  <a:pt x="1702" y="364"/>
                  <a:pt x="1765" y="458"/>
                  <a:pt x="1749" y="553"/>
                </a:cubicBezTo>
                <a:cubicBezTo>
                  <a:pt x="1734" y="616"/>
                  <a:pt x="1686" y="679"/>
                  <a:pt x="1623" y="694"/>
                </a:cubicBezTo>
                <a:cubicBezTo>
                  <a:pt x="1513" y="711"/>
                  <a:pt x="1402" y="631"/>
                  <a:pt x="1402" y="521"/>
                </a:cubicBezTo>
                <a:cubicBezTo>
                  <a:pt x="1402" y="442"/>
                  <a:pt x="1465" y="364"/>
                  <a:pt x="1545" y="348"/>
                </a:cubicBezTo>
                <a:lnTo>
                  <a:pt x="1528" y="1"/>
                </a:lnTo>
                <a:lnTo>
                  <a:pt x="599" y="1"/>
                </a:lnTo>
                <a:lnTo>
                  <a:pt x="583" y="348"/>
                </a:lnTo>
                <a:cubicBezTo>
                  <a:pt x="694" y="348"/>
                  <a:pt x="772" y="442"/>
                  <a:pt x="740" y="553"/>
                </a:cubicBezTo>
                <a:cubicBezTo>
                  <a:pt x="725" y="616"/>
                  <a:pt x="677" y="679"/>
                  <a:pt x="614" y="694"/>
                </a:cubicBezTo>
                <a:cubicBezTo>
                  <a:pt x="505" y="711"/>
                  <a:pt x="410" y="631"/>
                  <a:pt x="410" y="521"/>
                </a:cubicBezTo>
                <a:cubicBezTo>
                  <a:pt x="410" y="442"/>
                  <a:pt x="457" y="379"/>
                  <a:pt x="520" y="348"/>
                </a:cubicBezTo>
                <a:lnTo>
                  <a:pt x="488" y="1"/>
                </a:lnTo>
                <a:lnTo>
                  <a:pt x="173" y="1"/>
                </a:lnTo>
                <a:cubicBezTo>
                  <a:pt x="79" y="1"/>
                  <a:pt x="1" y="80"/>
                  <a:pt x="1" y="190"/>
                </a:cubicBezTo>
                <a:lnTo>
                  <a:pt x="1" y="8903"/>
                </a:lnTo>
                <a:cubicBezTo>
                  <a:pt x="190" y="8872"/>
                  <a:pt x="394" y="8761"/>
                  <a:pt x="473" y="8683"/>
                </a:cubicBezTo>
                <a:cubicBezTo>
                  <a:pt x="520" y="8887"/>
                  <a:pt x="772" y="8557"/>
                  <a:pt x="866" y="8525"/>
                </a:cubicBezTo>
                <a:cubicBezTo>
                  <a:pt x="1040" y="8462"/>
                  <a:pt x="1198" y="8383"/>
                  <a:pt x="1371" y="8336"/>
                </a:cubicBezTo>
                <a:cubicBezTo>
                  <a:pt x="1513" y="8305"/>
                  <a:pt x="1560" y="8242"/>
                  <a:pt x="1608" y="8383"/>
                </a:cubicBezTo>
                <a:cubicBezTo>
                  <a:pt x="1639" y="8446"/>
                  <a:pt x="1591" y="8525"/>
                  <a:pt x="1686" y="8588"/>
                </a:cubicBezTo>
                <a:cubicBezTo>
                  <a:pt x="1749" y="8620"/>
                  <a:pt x="1780" y="8557"/>
                  <a:pt x="1843" y="8572"/>
                </a:cubicBezTo>
                <a:cubicBezTo>
                  <a:pt x="1923" y="8572"/>
                  <a:pt x="1969" y="8635"/>
                  <a:pt x="2049" y="8635"/>
                </a:cubicBezTo>
                <a:cubicBezTo>
                  <a:pt x="2127" y="8651"/>
                  <a:pt x="2221" y="8603"/>
                  <a:pt x="2301" y="8620"/>
                </a:cubicBezTo>
                <a:cubicBezTo>
                  <a:pt x="2411" y="8651"/>
                  <a:pt x="2427" y="8761"/>
                  <a:pt x="2568" y="8777"/>
                </a:cubicBezTo>
                <a:cubicBezTo>
                  <a:pt x="2774" y="8793"/>
                  <a:pt x="3135" y="8698"/>
                  <a:pt x="3278" y="8540"/>
                </a:cubicBezTo>
                <a:cubicBezTo>
                  <a:pt x="3309" y="8509"/>
                  <a:pt x="3324" y="8431"/>
                  <a:pt x="3356" y="8414"/>
                </a:cubicBezTo>
                <a:cubicBezTo>
                  <a:pt x="3387" y="8399"/>
                  <a:pt x="3404" y="8414"/>
                  <a:pt x="3435" y="8399"/>
                </a:cubicBezTo>
                <a:cubicBezTo>
                  <a:pt x="3561" y="8336"/>
                  <a:pt x="3750" y="8336"/>
                  <a:pt x="3876" y="8242"/>
                </a:cubicBezTo>
                <a:cubicBezTo>
                  <a:pt x="4049" y="8084"/>
                  <a:pt x="3923" y="7769"/>
                  <a:pt x="4223" y="7721"/>
                </a:cubicBezTo>
                <a:cubicBezTo>
                  <a:pt x="4459" y="7690"/>
                  <a:pt x="4679" y="7721"/>
                  <a:pt x="4790" y="7454"/>
                </a:cubicBezTo>
                <a:cubicBezTo>
                  <a:pt x="4805" y="7548"/>
                  <a:pt x="4948" y="7485"/>
                  <a:pt x="5042" y="7469"/>
                </a:cubicBezTo>
                <a:cubicBezTo>
                  <a:pt x="5089" y="7580"/>
                  <a:pt x="4931" y="7721"/>
                  <a:pt x="5011" y="7816"/>
                </a:cubicBezTo>
                <a:cubicBezTo>
                  <a:pt x="5026" y="7816"/>
                  <a:pt x="5042" y="7816"/>
                  <a:pt x="5057" y="7801"/>
                </a:cubicBezTo>
                <a:cubicBezTo>
                  <a:pt x="5042" y="7847"/>
                  <a:pt x="5042" y="7895"/>
                  <a:pt x="5042" y="7927"/>
                </a:cubicBezTo>
                <a:cubicBezTo>
                  <a:pt x="5105" y="7910"/>
                  <a:pt x="5215" y="7879"/>
                  <a:pt x="5278" y="7927"/>
                </a:cubicBezTo>
                <a:cubicBezTo>
                  <a:pt x="5341" y="7990"/>
                  <a:pt x="5294" y="8068"/>
                  <a:pt x="5341" y="8116"/>
                </a:cubicBezTo>
                <a:cubicBezTo>
                  <a:pt x="5436" y="8210"/>
                  <a:pt x="5547" y="8116"/>
                  <a:pt x="5673" y="8147"/>
                </a:cubicBezTo>
                <a:cubicBezTo>
                  <a:pt x="5830" y="8179"/>
                  <a:pt x="5971" y="8225"/>
                  <a:pt x="6145" y="8225"/>
                </a:cubicBezTo>
                <a:cubicBezTo>
                  <a:pt x="6208" y="8242"/>
                  <a:pt x="6208" y="8210"/>
                  <a:pt x="6286" y="8242"/>
                </a:cubicBezTo>
                <a:cubicBezTo>
                  <a:pt x="6366" y="8288"/>
                  <a:pt x="6318" y="8351"/>
                  <a:pt x="6444" y="8368"/>
                </a:cubicBezTo>
                <a:cubicBezTo>
                  <a:pt x="6633" y="8399"/>
                  <a:pt x="6807" y="8179"/>
                  <a:pt x="6996" y="8225"/>
                </a:cubicBezTo>
                <a:cubicBezTo>
                  <a:pt x="7137" y="8257"/>
                  <a:pt x="7154" y="8383"/>
                  <a:pt x="7343" y="8320"/>
                </a:cubicBezTo>
                <a:cubicBezTo>
                  <a:pt x="7421" y="8305"/>
                  <a:pt x="7437" y="8242"/>
                  <a:pt x="7515" y="8242"/>
                </a:cubicBezTo>
                <a:cubicBezTo>
                  <a:pt x="7578" y="8225"/>
                  <a:pt x="7658" y="8288"/>
                  <a:pt x="7721" y="8257"/>
                </a:cubicBezTo>
                <a:cubicBezTo>
                  <a:pt x="7830" y="8225"/>
                  <a:pt x="7815" y="8084"/>
                  <a:pt x="7784" y="7990"/>
                </a:cubicBezTo>
                <a:cubicBezTo>
                  <a:pt x="7956" y="8021"/>
                  <a:pt x="7925" y="7895"/>
                  <a:pt x="7988" y="7801"/>
                </a:cubicBezTo>
                <a:cubicBezTo>
                  <a:pt x="8020" y="7753"/>
                  <a:pt x="8020" y="7738"/>
                  <a:pt x="8083" y="7706"/>
                </a:cubicBezTo>
                <a:cubicBezTo>
                  <a:pt x="8225" y="7643"/>
                  <a:pt x="8288" y="7706"/>
                  <a:pt x="8351" y="7801"/>
                </a:cubicBezTo>
                <a:cubicBezTo>
                  <a:pt x="8383" y="7847"/>
                  <a:pt x="8383" y="7895"/>
                  <a:pt x="8429" y="7942"/>
                </a:cubicBezTo>
                <a:cubicBezTo>
                  <a:pt x="8477" y="7973"/>
                  <a:pt x="8555" y="7990"/>
                  <a:pt x="8603" y="8021"/>
                </a:cubicBezTo>
                <a:cubicBezTo>
                  <a:pt x="8824" y="8099"/>
                  <a:pt x="8776" y="7958"/>
                  <a:pt x="8965" y="7895"/>
                </a:cubicBezTo>
                <a:cubicBezTo>
                  <a:pt x="9107" y="7847"/>
                  <a:pt x="9076" y="7942"/>
                  <a:pt x="9154" y="8053"/>
                </a:cubicBezTo>
                <a:cubicBezTo>
                  <a:pt x="9233" y="8147"/>
                  <a:pt x="9391" y="8288"/>
                  <a:pt x="9485" y="8351"/>
                </a:cubicBezTo>
                <a:cubicBezTo>
                  <a:pt x="9674" y="8462"/>
                  <a:pt x="9879" y="8288"/>
                  <a:pt x="10068" y="8399"/>
                </a:cubicBezTo>
                <a:cubicBezTo>
                  <a:pt x="10147" y="8431"/>
                  <a:pt x="10210" y="8509"/>
                  <a:pt x="10257" y="8572"/>
                </a:cubicBezTo>
                <a:lnTo>
                  <a:pt x="10257" y="190"/>
                </a:lnTo>
                <a:cubicBezTo>
                  <a:pt x="10257" y="80"/>
                  <a:pt x="10179" y="1"/>
                  <a:pt x="10084" y="1"/>
                </a:cubicBezTo>
                <a:close/>
              </a:path>
            </a:pathLst>
          </a:custGeom>
          <a:solidFill>
            <a:srgbClr val="FFFFFF"/>
          </a:solidFill>
          <a:ln>
            <a:noFill/>
          </a:ln>
          <a:effectLst>
            <a:outerShdw blurRad="57150" dist="19050" dir="5400000" algn="bl" rotWithShape="0">
              <a:schemeClr val="dk1">
                <a:alpha val="25000"/>
              </a:schemeClr>
            </a:outerShdw>
          </a:effectLst>
        </p:spPr>
        <p:txBody>
          <a:bodyPr spcFirstLastPara="1" wrap="square" lIns="91425" tIns="91425" rIns="91425" bIns="91425" anchor="ctr" anchorCtr="0">
            <a:noAutofit/>
          </a:bodyPr>
          <a:lstStyle/>
          <a:p>
            <a:pPr marL="91440" marR="0" lvl="0" indent="-91440" algn="r" defTabSz="914400" rtl="1" eaLnBrk="1" fontAlgn="auto" latinLnBrk="0" hangingPunct="1">
              <a:lnSpc>
                <a:spcPct val="85000"/>
              </a:lnSpc>
              <a:spcBef>
                <a:spcPts val="130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chemeClr val="accent1">
                    <a:lumMod val="50000"/>
                  </a:schemeClr>
                </a:solidFill>
                <a:effectLst/>
                <a:uLnTx/>
                <a:uFillTx/>
                <a:latin typeface="David" panose="020E0502060401010101" pitchFamily="34" charset="-79"/>
                <a:ea typeface="Gadugi" panose="020B0502040204020203" pitchFamily="34" charset="0"/>
                <a:cs typeface="David" panose="020E0502060401010101" pitchFamily="34" charset="-79"/>
              </a:rPr>
              <a:t>מטרות:</a:t>
            </a:r>
            <a:r>
              <a:rPr kumimoji="0" lang="he-IL" sz="1600" b="0" i="0" u="none" strike="noStrike" kern="1200" cap="none" spc="0" normalizeH="0" baseline="0" noProof="0" dirty="0">
                <a:ln>
                  <a:noFill/>
                </a:ln>
                <a:solidFill>
                  <a:schemeClr val="accent1">
                    <a:lumMod val="50000"/>
                  </a:schemeClr>
                </a:solidFill>
                <a:effectLst/>
                <a:uLnTx/>
                <a:uFillTx/>
                <a:latin typeface="David" panose="020E0502060401010101" pitchFamily="34" charset="-79"/>
                <a:ea typeface="Gadugi" panose="020B0502040204020203" pitchFamily="34" charset="0"/>
                <a:cs typeface="David" panose="020E0502060401010101" pitchFamily="34" charset="-79"/>
              </a:rPr>
              <a:t> </a:t>
            </a:r>
          </a:p>
          <a:p>
            <a:pPr marL="0" marR="0" lvl="0" indent="0" algn="r" defTabSz="914400" rtl="1" eaLnBrk="1" fontAlgn="auto" latinLnBrk="0" hangingPunct="1">
              <a:lnSpc>
                <a:spcPct val="150000"/>
              </a:lnSpc>
              <a:spcBef>
                <a:spcPts val="1300"/>
              </a:spcBef>
              <a:spcAft>
                <a:spcPts val="0"/>
              </a:spcAft>
              <a:buClrTx/>
              <a:buSzTx/>
              <a:buFont typeface="Arial" pitchFamily="34" charset="0"/>
              <a:buNone/>
              <a:tabLst/>
              <a:defRPr/>
            </a:pPr>
            <a:r>
              <a:rPr kumimoji="0" lang="he-IL" sz="12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ללמד את התלמידים/</a:t>
            </a:r>
            <a:r>
              <a:rPr kumimoji="0" lang="he-IL" sz="1200" b="1" i="0" u="none" strike="noStrike" kern="1200" cap="none" spc="0" normalizeH="0" baseline="0" noProof="0" dirty="0" err="1">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ות</a:t>
            </a:r>
            <a:r>
              <a:rPr kumimoji="0" lang="he-IL" sz="12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 לקיים את מצוות " 'ולעבדו בכל לבבכם' (דברים יא, </a:t>
            </a:r>
            <a:r>
              <a:rPr kumimoji="0" lang="he-IL" sz="1200" b="1" i="0" u="none" strike="noStrike" kern="1200" cap="none" spc="0" normalizeH="0" baseline="0" noProof="0" dirty="0" err="1">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יג</a:t>
            </a:r>
            <a:r>
              <a:rPr kumimoji="0" lang="he-IL" sz="12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 – זו תפילה" (מדרש הלכה, ספרי שם). להכיר את חלקי התפילה באופן מדורג, להבין את מילות התפילה, להפנים את תוכן התפילה ומטרתה, ללמד לכוון בתפילה, להכיר ולהתמצא בסידור בו התלמיד מתפלל, ולזכות בראשיתו של הפסוק:</a:t>
            </a:r>
            <a:r>
              <a:rPr kumimoji="0" lang="en-US" sz="12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 </a:t>
            </a:r>
            <a:r>
              <a:rPr kumimoji="0" lang="he-IL" sz="12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 "לאהבה את ה' אלוקיכם ולעבדו ובכל לבבכם"</a:t>
            </a:r>
          </a:p>
          <a:p>
            <a:pPr marL="91440" marR="0" lvl="0" indent="-91440" algn="r" defTabSz="914400" rtl="1" eaLnBrk="1" fontAlgn="auto" latinLnBrk="0" hangingPunct="1">
              <a:lnSpc>
                <a:spcPct val="150000"/>
              </a:lnSpc>
              <a:spcBef>
                <a:spcPts val="1300"/>
              </a:spcBef>
              <a:spcAft>
                <a:spcPts val="0"/>
              </a:spcAft>
              <a:buClrTx/>
              <a:buSzTx/>
              <a:buFont typeface="Wingdings" panose="05000000000000000000" pitchFamily="2" charset="2"/>
              <a:buChar char="ü"/>
              <a:tabLst/>
              <a:defRPr/>
            </a:pPr>
            <a:r>
              <a:rPr kumimoji="0" lang="he-IL" sz="12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 </a:t>
            </a:r>
            <a:r>
              <a:rPr kumimoji="0" lang="he-IL" sz="1600" b="1" i="0" u="none" strike="noStrike" kern="1200" cap="none" spc="0" normalizeH="0" baseline="0" noProof="0" dirty="0">
                <a:ln>
                  <a:noFill/>
                </a:ln>
                <a:solidFill>
                  <a:schemeClr val="accent1">
                    <a:lumMod val="50000"/>
                  </a:schemeClr>
                </a:solidFill>
                <a:effectLst/>
                <a:uLnTx/>
                <a:uFillTx/>
                <a:latin typeface="David" panose="020E0502060401010101" pitchFamily="34" charset="-79"/>
                <a:ea typeface="Gadugi" panose="020B0502040204020203" pitchFamily="34" charset="0"/>
                <a:cs typeface="David" panose="020E0502060401010101" pitchFamily="34" charset="-79"/>
              </a:rPr>
              <a:t>הדרכים להוראת התפילה ויישומה: </a:t>
            </a:r>
          </a:p>
          <a:p>
            <a:pPr marL="0" marR="0" lvl="0" indent="0" algn="r" defTabSz="914400" rtl="1" eaLnBrk="1" fontAlgn="auto" latinLnBrk="0" hangingPunct="1">
              <a:lnSpc>
                <a:spcPct val="150000"/>
              </a:lnSpc>
              <a:spcBef>
                <a:spcPts val="1300"/>
              </a:spcBef>
              <a:spcAft>
                <a:spcPts val="0"/>
              </a:spcAft>
              <a:buClrTx/>
              <a:buSzTx/>
              <a:buFont typeface="Arial" pitchFamily="34" charset="0"/>
              <a:buNone/>
              <a:tabLst/>
              <a:defRPr/>
            </a:pPr>
            <a:r>
              <a:rPr kumimoji="0" lang="he-IL" sz="12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בנועם ובהדרגה בהתאמה לגיל, להסביר פנים, וללמד על כוחה של התפילה והשפעתה על המתפלל על עם ישראל ועל העולם כולו. "וצריך אתה לדעת כי </a:t>
            </a:r>
            <a:r>
              <a:rPr kumimoji="0" lang="he-IL" sz="1200" b="1" i="0" u="none" strike="noStrike" kern="1200" cap="none" spc="0" normalizeH="0" baseline="0" noProof="0" dirty="0" err="1">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כח</a:t>
            </a:r>
            <a:r>
              <a:rPr kumimoji="0" lang="he-IL" sz="12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 התפלה גדול, אפילו לשנות הטבע, ולהינצל מן הסכנה, ולבטל הנגזר" (רבנו בחיי, דברים שם)</a:t>
            </a:r>
          </a:p>
          <a:p>
            <a:pPr marR="0" lvl="0" algn="r" defTabSz="914400" rtl="1" eaLnBrk="1" fontAlgn="auto" latinLnBrk="0" hangingPunct="1">
              <a:lnSpc>
                <a:spcPct val="150000"/>
              </a:lnSpc>
              <a:spcBef>
                <a:spcPts val="1300"/>
              </a:spcBef>
              <a:spcAft>
                <a:spcPts val="0"/>
              </a:spcAft>
              <a:buClrTx/>
              <a:buSzTx/>
              <a:tabLst/>
              <a:defRPr/>
            </a:pPr>
            <a:r>
              <a:rPr lang="he-IL" sz="1200" b="1" kern="1200" dirty="0">
                <a:solidFill>
                  <a:prstClr val="black">
                    <a:lumMod val="85000"/>
                    <a:lumOff val="15000"/>
                  </a:prstClr>
                </a:solidFill>
                <a:latin typeface="David" panose="020E0502060401010101" pitchFamily="34" charset="-79"/>
                <a:ea typeface="Gadugi" panose="020B0502040204020203" pitchFamily="34" charset="0"/>
                <a:cs typeface="David" panose="020E0502060401010101" pitchFamily="34" charset="-79"/>
              </a:rPr>
              <a:t> </a:t>
            </a:r>
            <a:r>
              <a:rPr kumimoji="0" lang="he-IL" sz="12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Gadugi" panose="020B0502040204020203" pitchFamily="34" charset="0"/>
                <a:cs typeface="David" panose="020E0502060401010101" pitchFamily="34" charset="-79"/>
              </a:rPr>
              <a:t>       *בסוף המצגת קיימים קישורי עזר ללימוד התפילה.</a:t>
            </a:r>
          </a:p>
        </p:txBody>
      </p:sp>
      <p:pic>
        <p:nvPicPr>
          <p:cNvPr id="8370" name="Google Shape;8370;p54"/>
          <p:cNvPicPr preferRelativeResize="0"/>
          <p:nvPr/>
        </p:nvPicPr>
        <p:blipFill>
          <a:blip r:embed="rId3">
            <a:alphaModFix/>
          </a:blip>
          <a:stretch>
            <a:fillRect/>
          </a:stretch>
        </p:blipFill>
        <p:spPr>
          <a:xfrm rot="2323286" flipH="1">
            <a:off x="254409" y="2438206"/>
            <a:ext cx="1436303" cy="1753744"/>
          </a:xfrm>
          <a:prstGeom prst="rect">
            <a:avLst/>
          </a:prstGeom>
          <a:noFill/>
          <a:ln>
            <a:noFill/>
          </a:ln>
        </p:spPr>
      </p:pic>
      <p:sp>
        <p:nvSpPr>
          <p:cNvPr id="8371" name="Google Shape;8371;p54"/>
          <p:cNvSpPr/>
          <p:nvPr/>
        </p:nvSpPr>
        <p:spPr>
          <a:xfrm rot="-2179529">
            <a:off x="618937" y="3681906"/>
            <a:ext cx="701724" cy="495240"/>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8372" name="Google Shape;8372;p54"/>
          <p:cNvSpPr/>
          <p:nvPr/>
        </p:nvSpPr>
        <p:spPr>
          <a:xfrm rot="-692907">
            <a:off x="4031261" y="116466"/>
            <a:ext cx="1252925" cy="884240"/>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pic>
        <p:nvPicPr>
          <p:cNvPr id="8373" name="Google Shape;8373;p54"/>
          <p:cNvPicPr preferRelativeResize="0"/>
          <p:nvPr/>
        </p:nvPicPr>
        <p:blipFill>
          <a:blip r:embed="rId4">
            <a:alphaModFix/>
          </a:blip>
          <a:stretch>
            <a:fillRect/>
          </a:stretch>
        </p:blipFill>
        <p:spPr>
          <a:xfrm rot="1169787">
            <a:off x="5467362" y="4408191"/>
            <a:ext cx="513100" cy="498722"/>
          </a:xfrm>
          <a:prstGeom prst="rect">
            <a:avLst/>
          </a:prstGeom>
          <a:noFill/>
          <a:ln>
            <a:noFill/>
          </a:ln>
        </p:spPr>
      </p:pic>
      <p:pic>
        <p:nvPicPr>
          <p:cNvPr id="2" name="תמונה 1">
            <a:extLst>
              <a:ext uri="{FF2B5EF4-FFF2-40B4-BE49-F238E27FC236}">
                <a16:creationId xmlns:a16="http://schemas.microsoft.com/office/drawing/2014/main" id="{CE27BC7C-5F29-9934-17FE-5BBB1F5A23F1}"/>
              </a:ext>
            </a:extLst>
          </p:cNvPr>
          <p:cNvPicPr>
            <a:picLocks noChangeAspect="1"/>
          </p:cNvPicPr>
          <p:nvPr/>
        </p:nvPicPr>
        <p:blipFill>
          <a:blip r:embed="rId5"/>
          <a:stretch>
            <a:fillRect/>
          </a:stretch>
        </p:blipFill>
        <p:spPr>
          <a:xfrm>
            <a:off x="7898069" y="3315078"/>
            <a:ext cx="1066800" cy="1733550"/>
          </a:xfrm>
          <a:prstGeom prst="ellipse">
            <a:avLst/>
          </a:prstGeom>
          <a:ln>
            <a:noFill/>
          </a:ln>
          <a:effectLst>
            <a:softEdge rad="1125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grpSp>
        <p:nvGrpSpPr>
          <p:cNvPr id="1409" name="Google Shape;1409;p38"/>
          <p:cNvGrpSpPr/>
          <p:nvPr/>
        </p:nvGrpSpPr>
        <p:grpSpPr>
          <a:xfrm>
            <a:off x="437489" y="3047339"/>
            <a:ext cx="4986209" cy="1000048"/>
            <a:chOff x="2999621" y="1744174"/>
            <a:chExt cx="460023" cy="102245"/>
          </a:xfrm>
        </p:grpSpPr>
        <p:sp>
          <p:nvSpPr>
            <p:cNvPr id="1410" name="Google Shape;1410;p38"/>
            <p:cNvSpPr/>
            <p:nvPr/>
          </p:nvSpPr>
          <p:spPr>
            <a:xfrm>
              <a:off x="2999621" y="1744174"/>
              <a:ext cx="460023" cy="102245"/>
            </a:xfrm>
            <a:custGeom>
              <a:avLst/>
              <a:gdLst/>
              <a:ahLst/>
              <a:cxnLst/>
              <a:rect l="l" t="t" r="r" b="b"/>
              <a:pathLst>
                <a:path w="14465" h="3215" extrusionOk="0">
                  <a:moveTo>
                    <a:pt x="16" y="1639"/>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07" y="3088"/>
                    <a:pt x="4160" y="3103"/>
                  </a:cubicBezTo>
                  <a:cubicBezTo>
                    <a:pt x="4112" y="3103"/>
                    <a:pt x="4097" y="3135"/>
                    <a:pt x="4066" y="3088"/>
                  </a:cubicBezTo>
                  <a:cubicBezTo>
                    <a:pt x="4066" y="3057"/>
                    <a:pt x="4066" y="3040"/>
                    <a:pt x="4049" y="3025"/>
                  </a:cubicBezTo>
                  <a:cubicBezTo>
                    <a:pt x="4034" y="2994"/>
                    <a:pt x="4018" y="2977"/>
                    <a:pt x="4003" y="2962"/>
                  </a:cubicBezTo>
                  <a:cubicBezTo>
                    <a:pt x="3986" y="2946"/>
                    <a:pt x="3971" y="2946"/>
                    <a:pt x="3955" y="2946"/>
                  </a:cubicBezTo>
                  <a:lnTo>
                    <a:pt x="3923" y="2946"/>
                  </a:lnTo>
                  <a:cubicBezTo>
                    <a:pt x="3908" y="2946"/>
                    <a:pt x="3908" y="2931"/>
                    <a:pt x="3892" y="2914"/>
                  </a:cubicBezTo>
                  <a:cubicBezTo>
                    <a:pt x="3860" y="2899"/>
                    <a:pt x="3829" y="2899"/>
                    <a:pt x="3797" y="2883"/>
                  </a:cubicBezTo>
                  <a:cubicBezTo>
                    <a:pt x="3782" y="2883"/>
                    <a:pt x="3766" y="2883"/>
                    <a:pt x="3766" y="2868"/>
                  </a:cubicBezTo>
                  <a:cubicBezTo>
                    <a:pt x="3751" y="2851"/>
                    <a:pt x="3751" y="2805"/>
                    <a:pt x="3751" y="2788"/>
                  </a:cubicBezTo>
                  <a:cubicBezTo>
                    <a:pt x="3751" y="2742"/>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77" y="2301"/>
                    <a:pt x="3545" y="2301"/>
                  </a:cubicBezTo>
                  <a:cubicBezTo>
                    <a:pt x="3499" y="2316"/>
                    <a:pt x="3467" y="2316"/>
                    <a:pt x="3419" y="2316"/>
                  </a:cubicBezTo>
                  <a:lnTo>
                    <a:pt x="3388" y="2316"/>
                  </a:lnTo>
                  <a:lnTo>
                    <a:pt x="3341" y="2316"/>
                  </a:lnTo>
                  <a:cubicBezTo>
                    <a:pt x="3293" y="2332"/>
                    <a:pt x="3246" y="2347"/>
                    <a:pt x="3199" y="2379"/>
                  </a:cubicBezTo>
                  <a:cubicBezTo>
                    <a:pt x="3167" y="2395"/>
                    <a:pt x="3152" y="2395"/>
                    <a:pt x="3152" y="2410"/>
                  </a:cubicBezTo>
                  <a:cubicBezTo>
                    <a:pt x="3120" y="2458"/>
                    <a:pt x="3120" y="2505"/>
                    <a:pt x="3089" y="2536"/>
                  </a:cubicBezTo>
                  <a:cubicBezTo>
                    <a:pt x="3057" y="2521"/>
                    <a:pt x="2963" y="2521"/>
                    <a:pt x="2931" y="2568"/>
                  </a:cubicBezTo>
                  <a:cubicBezTo>
                    <a:pt x="2931" y="2584"/>
                    <a:pt x="2915" y="2584"/>
                    <a:pt x="2915" y="2599"/>
                  </a:cubicBezTo>
                  <a:cubicBezTo>
                    <a:pt x="2915" y="2599"/>
                    <a:pt x="2900" y="2616"/>
                    <a:pt x="2883" y="2616"/>
                  </a:cubicBezTo>
                  <a:cubicBezTo>
                    <a:pt x="2883" y="2631"/>
                    <a:pt x="2868" y="2631"/>
                    <a:pt x="2868" y="2662"/>
                  </a:cubicBezTo>
                  <a:cubicBezTo>
                    <a:pt x="2852" y="2694"/>
                    <a:pt x="2868" y="2710"/>
                    <a:pt x="2837" y="2725"/>
                  </a:cubicBezTo>
                  <a:cubicBezTo>
                    <a:pt x="2820" y="2742"/>
                    <a:pt x="2789" y="2742"/>
                    <a:pt x="2774" y="2757"/>
                  </a:cubicBezTo>
                  <a:cubicBezTo>
                    <a:pt x="2742" y="2773"/>
                    <a:pt x="2679" y="2788"/>
                    <a:pt x="2648" y="2820"/>
                  </a:cubicBezTo>
                  <a:cubicBezTo>
                    <a:pt x="2648" y="2836"/>
                    <a:pt x="2648" y="2868"/>
                    <a:pt x="2631" y="2883"/>
                  </a:cubicBezTo>
                  <a:cubicBezTo>
                    <a:pt x="2631" y="2899"/>
                    <a:pt x="2616" y="2977"/>
                    <a:pt x="2616" y="2977"/>
                  </a:cubicBezTo>
                  <a:cubicBezTo>
                    <a:pt x="2585" y="2994"/>
                    <a:pt x="2568" y="2977"/>
                    <a:pt x="2553" y="2977"/>
                  </a:cubicBezTo>
                  <a:cubicBezTo>
                    <a:pt x="2537" y="2962"/>
                    <a:pt x="2505" y="2962"/>
                    <a:pt x="2490" y="2962"/>
                  </a:cubicBezTo>
                  <a:lnTo>
                    <a:pt x="2427" y="2994"/>
                  </a:lnTo>
                  <a:cubicBezTo>
                    <a:pt x="2411" y="3009"/>
                    <a:pt x="2396" y="3009"/>
                    <a:pt x="2364" y="3009"/>
                  </a:cubicBezTo>
                  <a:lnTo>
                    <a:pt x="2348" y="3009"/>
                  </a:lnTo>
                  <a:cubicBezTo>
                    <a:pt x="2316" y="3009"/>
                    <a:pt x="2301" y="3009"/>
                    <a:pt x="2285" y="3025"/>
                  </a:cubicBezTo>
                  <a:cubicBezTo>
                    <a:pt x="2253" y="3040"/>
                    <a:pt x="2238" y="3040"/>
                    <a:pt x="2207" y="3057"/>
                  </a:cubicBezTo>
                  <a:cubicBezTo>
                    <a:pt x="2175" y="3057"/>
                    <a:pt x="2081" y="3088"/>
                    <a:pt x="2049" y="3057"/>
                  </a:cubicBezTo>
                  <a:cubicBezTo>
                    <a:pt x="2033" y="3040"/>
                    <a:pt x="2049" y="3040"/>
                    <a:pt x="2033" y="3025"/>
                  </a:cubicBezTo>
                  <a:cubicBezTo>
                    <a:pt x="2018" y="3009"/>
                    <a:pt x="2033" y="3009"/>
                    <a:pt x="2001" y="3009"/>
                  </a:cubicBezTo>
                  <a:lnTo>
                    <a:pt x="1970" y="3009"/>
                  </a:lnTo>
                  <a:cubicBezTo>
                    <a:pt x="1954" y="2994"/>
                    <a:pt x="1954" y="2977"/>
                    <a:pt x="1938" y="2962"/>
                  </a:cubicBezTo>
                  <a:lnTo>
                    <a:pt x="1891" y="2962"/>
                  </a:lnTo>
                  <a:cubicBezTo>
                    <a:pt x="1844" y="2977"/>
                    <a:pt x="1812" y="2977"/>
                    <a:pt x="1765" y="2977"/>
                  </a:cubicBezTo>
                  <a:lnTo>
                    <a:pt x="1702" y="2977"/>
                  </a:lnTo>
                  <a:lnTo>
                    <a:pt x="1686" y="2977"/>
                  </a:lnTo>
                  <a:lnTo>
                    <a:pt x="1655" y="2977"/>
                  </a:lnTo>
                  <a:cubicBezTo>
                    <a:pt x="1639" y="2977"/>
                    <a:pt x="1639" y="2962"/>
                    <a:pt x="1623" y="2962"/>
                  </a:cubicBezTo>
                  <a:lnTo>
                    <a:pt x="1591" y="2962"/>
                  </a:lnTo>
                  <a:cubicBezTo>
                    <a:pt x="1576" y="2977"/>
                    <a:pt x="1560" y="2977"/>
                    <a:pt x="1560" y="2977"/>
                  </a:cubicBezTo>
                  <a:cubicBezTo>
                    <a:pt x="1560" y="2962"/>
                    <a:pt x="1545" y="2962"/>
                    <a:pt x="1545" y="2962"/>
                  </a:cubicBezTo>
                  <a:cubicBezTo>
                    <a:pt x="1545" y="2946"/>
                    <a:pt x="1528" y="2946"/>
                    <a:pt x="1528" y="2946"/>
                  </a:cubicBezTo>
                  <a:cubicBezTo>
                    <a:pt x="1497" y="2946"/>
                    <a:pt x="1450" y="2946"/>
                    <a:pt x="1419" y="2931"/>
                  </a:cubicBezTo>
                  <a:cubicBezTo>
                    <a:pt x="1402" y="2914"/>
                    <a:pt x="1387" y="2914"/>
                    <a:pt x="1371" y="2899"/>
                  </a:cubicBezTo>
                  <a:lnTo>
                    <a:pt x="1293" y="2899"/>
                  </a:lnTo>
                  <a:lnTo>
                    <a:pt x="1245" y="2899"/>
                  </a:lnTo>
                  <a:cubicBezTo>
                    <a:pt x="1245" y="2883"/>
                    <a:pt x="1245" y="2883"/>
                    <a:pt x="1230" y="2883"/>
                  </a:cubicBezTo>
                  <a:lnTo>
                    <a:pt x="1198" y="2883"/>
                  </a:lnTo>
                  <a:cubicBezTo>
                    <a:pt x="1198" y="2820"/>
                    <a:pt x="1072" y="2820"/>
                    <a:pt x="1024" y="2820"/>
                  </a:cubicBezTo>
                  <a:cubicBezTo>
                    <a:pt x="978" y="2820"/>
                    <a:pt x="1009" y="2805"/>
                    <a:pt x="993" y="2773"/>
                  </a:cubicBezTo>
                  <a:cubicBezTo>
                    <a:pt x="978" y="2757"/>
                    <a:pt x="946" y="2757"/>
                    <a:pt x="915" y="2757"/>
                  </a:cubicBezTo>
                  <a:lnTo>
                    <a:pt x="883" y="2757"/>
                  </a:lnTo>
                  <a:cubicBezTo>
                    <a:pt x="883" y="2742"/>
                    <a:pt x="883" y="2694"/>
                    <a:pt x="867" y="2694"/>
                  </a:cubicBezTo>
                  <a:cubicBezTo>
                    <a:pt x="867" y="2679"/>
                    <a:pt x="835" y="2679"/>
                    <a:pt x="820" y="2694"/>
                  </a:cubicBezTo>
                  <a:lnTo>
                    <a:pt x="772" y="2694"/>
                  </a:lnTo>
                  <a:cubicBezTo>
                    <a:pt x="772" y="2647"/>
                    <a:pt x="694" y="2662"/>
                    <a:pt x="694" y="2616"/>
                  </a:cubicBezTo>
                  <a:lnTo>
                    <a:pt x="646" y="2616"/>
                  </a:lnTo>
                  <a:cubicBezTo>
                    <a:pt x="631" y="2616"/>
                    <a:pt x="600" y="2616"/>
                    <a:pt x="583" y="2599"/>
                  </a:cubicBezTo>
                  <a:cubicBezTo>
                    <a:pt x="568" y="2584"/>
                    <a:pt x="568" y="2536"/>
                    <a:pt x="552" y="2521"/>
                  </a:cubicBezTo>
                  <a:cubicBezTo>
                    <a:pt x="552" y="2473"/>
                    <a:pt x="552" y="2427"/>
                    <a:pt x="520" y="2379"/>
                  </a:cubicBezTo>
                  <a:cubicBezTo>
                    <a:pt x="505" y="2379"/>
                    <a:pt x="489" y="2364"/>
                    <a:pt x="473" y="2364"/>
                  </a:cubicBezTo>
                  <a:cubicBezTo>
                    <a:pt x="457" y="2347"/>
                    <a:pt x="394" y="2332"/>
                    <a:pt x="379" y="2316"/>
                  </a:cubicBezTo>
                  <a:cubicBezTo>
                    <a:pt x="347" y="2301"/>
                    <a:pt x="347" y="2238"/>
                    <a:pt x="347" y="2206"/>
                  </a:cubicBezTo>
                  <a:cubicBezTo>
                    <a:pt x="347" y="2158"/>
                    <a:pt x="347" y="2112"/>
                    <a:pt x="331" y="2048"/>
                  </a:cubicBezTo>
                  <a:cubicBezTo>
                    <a:pt x="316" y="2001"/>
                    <a:pt x="316" y="1954"/>
                    <a:pt x="300" y="1906"/>
                  </a:cubicBezTo>
                  <a:cubicBezTo>
                    <a:pt x="300" y="1891"/>
                    <a:pt x="300" y="1891"/>
                    <a:pt x="284" y="1875"/>
                  </a:cubicBezTo>
                  <a:cubicBezTo>
                    <a:pt x="253" y="1843"/>
                    <a:pt x="173" y="1843"/>
                    <a:pt x="158" y="1796"/>
                  </a:cubicBezTo>
                  <a:cubicBezTo>
                    <a:pt x="142" y="1749"/>
                    <a:pt x="173" y="1670"/>
                    <a:pt x="127" y="1654"/>
                  </a:cubicBezTo>
                  <a:cubicBezTo>
                    <a:pt x="110" y="1639"/>
                    <a:pt x="95" y="1639"/>
                    <a:pt x="79" y="1639"/>
                  </a:cubicBezTo>
                  <a:close/>
                </a:path>
              </a:pathLst>
            </a:custGeom>
            <a:solidFill>
              <a:srgbClr val="FFFFFF"/>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1" name="Google Shape;1411;p38"/>
            <p:cNvSpPr/>
            <p:nvPr/>
          </p:nvSpPr>
          <p:spPr>
            <a:xfrm>
              <a:off x="2999621" y="1744174"/>
              <a:ext cx="460023" cy="102245"/>
            </a:xfrm>
            <a:custGeom>
              <a:avLst/>
              <a:gdLst/>
              <a:ahLst/>
              <a:cxnLst/>
              <a:rect l="l" t="t" r="r" b="b"/>
              <a:pathLst>
                <a:path w="14465" h="3215" extrusionOk="0">
                  <a:moveTo>
                    <a:pt x="47" y="1622"/>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55" y="3025"/>
                    <a:pt x="4207" y="3025"/>
                  </a:cubicBezTo>
                  <a:cubicBezTo>
                    <a:pt x="4160" y="3040"/>
                    <a:pt x="4144" y="3072"/>
                    <a:pt x="4112" y="3009"/>
                  </a:cubicBezTo>
                  <a:cubicBezTo>
                    <a:pt x="4112" y="2994"/>
                    <a:pt x="4097" y="2977"/>
                    <a:pt x="4081" y="2946"/>
                  </a:cubicBezTo>
                  <a:cubicBezTo>
                    <a:pt x="4081" y="2931"/>
                    <a:pt x="4066" y="2914"/>
                    <a:pt x="4049" y="2899"/>
                  </a:cubicBezTo>
                  <a:cubicBezTo>
                    <a:pt x="4018" y="2868"/>
                    <a:pt x="4018" y="2868"/>
                    <a:pt x="4003" y="2868"/>
                  </a:cubicBezTo>
                  <a:lnTo>
                    <a:pt x="3971" y="2868"/>
                  </a:lnTo>
                  <a:cubicBezTo>
                    <a:pt x="3955" y="2868"/>
                    <a:pt x="3940" y="2851"/>
                    <a:pt x="3940" y="2851"/>
                  </a:cubicBezTo>
                  <a:cubicBezTo>
                    <a:pt x="3908" y="2836"/>
                    <a:pt x="3877" y="2836"/>
                    <a:pt x="3845" y="2820"/>
                  </a:cubicBezTo>
                  <a:cubicBezTo>
                    <a:pt x="3829" y="2805"/>
                    <a:pt x="3814" y="2805"/>
                    <a:pt x="3814" y="2805"/>
                  </a:cubicBezTo>
                  <a:cubicBezTo>
                    <a:pt x="3797" y="2788"/>
                    <a:pt x="3782" y="2788"/>
                    <a:pt x="3782" y="2773"/>
                  </a:cubicBezTo>
                  <a:cubicBezTo>
                    <a:pt x="3766" y="2710"/>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62" y="2269"/>
                    <a:pt x="3530" y="2269"/>
                  </a:cubicBezTo>
                  <a:cubicBezTo>
                    <a:pt x="3482" y="2269"/>
                    <a:pt x="3436" y="2284"/>
                    <a:pt x="3404" y="2284"/>
                  </a:cubicBezTo>
                  <a:lnTo>
                    <a:pt x="3372" y="2284"/>
                  </a:lnTo>
                  <a:cubicBezTo>
                    <a:pt x="3356" y="2269"/>
                    <a:pt x="3341" y="2269"/>
                    <a:pt x="3309" y="2284"/>
                  </a:cubicBezTo>
                  <a:cubicBezTo>
                    <a:pt x="3262" y="2284"/>
                    <a:pt x="3199" y="2269"/>
                    <a:pt x="3152" y="2301"/>
                  </a:cubicBezTo>
                  <a:cubicBezTo>
                    <a:pt x="3136" y="2316"/>
                    <a:pt x="3120" y="2316"/>
                    <a:pt x="3104" y="2332"/>
                  </a:cubicBezTo>
                  <a:cubicBezTo>
                    <a:pt x="3089" y="2379"/>
                    <a:pt x="3089" y="2427"/>
                    <a:pt x="3057" y="2473"/>
                  </a:cubicBezTo>
                  <a:cubicBezTo>
                    <a:pt x="3009" y="2442"/>
                    <a:pt x="2868" y="2442"/>
                    <a:pt x="2837" y="2490"/>
                  </a:cubicBezTo>
                  <a:cubicBezTo>
                    <a:pt x="2837" y="2505"/>
                    <a:pt x="2820" y="2505"/>
                    <a:pt x="2820" y="2521"/>
                  </a:cubicBezTo>
                  <a:cubicBezTo>
                    <a:pt x="2820" y="2521"/>
                    <a:pt x="2805" y="2536"/>
                    <a:pt x="2789" y="2536"/>
                  </a:cubicBezTo>
                  <a:cubicBezTo>
                    <a:pt x="2789" y="2553"/>
                    <a:pt x="2774" y="2553"/>
                    <a:pt x="2774" y="2584"/>
                  </a:cubicBezTo>
                  <a:cubicBezTo>
                    <a:pt x="2757" y="2616"/>
                    <a:pt x="2774" y="2631"/>
                    <a:pt x="2742" y="2647"/>
                  </a:cubicBezTo>
                  <a:cubicBezTo>
                    <a:pt x="2726" y="2662"/>
                    <a:pt x="2694" y="2662"/>
                    <a:pt x="2679" y="2679"/>
                  </a:cubicBezTo>
                  <a:cubicBezTo>
                    <a:pt x="2648" y="2694"/>
                    <a:pt x="2648" y="2757"/>
                    <a:pt x="2616" y="2773"/>
                  </a:cubicBezTo>
                  <a:cubicBezTo>
                    <a:pt x="2600" y="2788"/>
                    <a:pt x="2585" y="2773"/>
                    <a:pt x="2585" y="2788"/>
                  </a:cubicBezTo>
                  <a:cubicBezTo>
                    <a:pt x="2568" y="2805"/>
                    <a:pt x="2568" y="2883"/>
                    <a:pt x="2553" y="2899"/>
                  </a:cubicBezTo>
                  <a:cubicBezTo>
                    <a:pt x="2537" y="2899"/>
                    <a:pt x="2522" y="2883"/>
                    <a:pt x="2505" y="2883"/>
                  </a:cubicBezTo>
                  <a:lnTo>
                    <a:pt x="2442" y="2883"/>
                  </a:lnTo>
                  <a:cubicBezTo>
                    <a:pt x="2411" y="2883"/>
                    <a:pt x="2474" y="2962"/>
                    <a:pt x="2442" y="2962"/>
                  </a:cubicBezTo>
                  <a:cubicBezTo>
                    <a:pt x="2427" y="2977"/>
                    <a:pt x="2396" y="2977"/>
                    <a:pt x="2379" y="2977"/>
                  </a:cubicBezTo>
                  <a:lnTo>
                    <a:pt x="2364" y="2977"/>
                  </a:lnTo>
                  <a:cubicBezTo>
                    <a:pt x="2333" y="2977"/>
                    <a:pt x="2316" y="2977"/>
                    <a:pt x="2301" y="2994"/>
                  </a:cubicBezTo>
                  <a:cubicBezTo>
                    <a:pt x="2270" y="3009"/>
                    <a:pt x="2253" y="3025"/>
                    <a:pt x="2222" y="3025"/>
                  </a:cubicBezTo>
                  <a:cubicBezTo>
                    <a:pt x="2190" y="3025"/>
                    <a:pt x="2096" y="3057"/>
                    <a:pt x="2064" y="3025"/>
                  </a:cubicBezTo>
                  <a:cubicBezTo>
                    <a:pt x="2049" y="3009"/>
                    <a:pt x="2064" y="3025"/>
                    <a:pt x="2049" y="2994"/>
                  </a:cubicBezTo>
                  <a:cubicBezTo>
                    <a:pt x="2033" y="2977"/>
                    <a:pt x="2049" y="2977"/>
                    <a:pt x="2018" y="2977"/>
                  </a:cubicBezTo>
                  <a:cubicBezTo>
                    <a:pt x="2018" y="2977"/>
                    <a:pt x="1986" y="2994"/>
                    <a:pt x="1986" y="2977"/>
                  </a:cubicBezTo>
                  <a:cubicBezTo>
                    <a:pt x="1970" y="2962"/>
                    <a:pt x="1954" y="2914"/>
                    <a:pt x="1938" y="2899"/>
                  </a:cubicBezTo>
                  <a:cubicBezTo>
                    <a:pt x="1923" y="2899"/>
                    <a:pt x="1907" y="2914"/>
                    <a:pt x="1891" y="2914"/>
                  </a:cubicBezTo>
                  <a:lnTo>
                    <a:pt x="1781" y="2914"/>
                  </a:lnTo>
                  <a:cubicBezTo>
                    <a:pt x="1749" y="2931"/>
                    <a:pt x="1734" y="2931"/>
                    <a:pt x="1702" y="2931"/>
                  </a:cubicBezTo>
                  <a:cubicBezTo>
                    <a:pt x="1702" y="2914"/>
                    <a:pt x="1702" y="2914"/>
                    <a:pt x="1686" y="2914"/>
                  </a:cubicBezTo>
                  <a:lnTo>
                    <a:pt x="1655" y="2914"/>
                  </a:lnTo>
                  <a:lnTo>
                    <a:pt x="1623" y="2914"/>
                  </a:lnTo>
                  <a:lnTo>
                    <a:pt x="1591" y="2914"/>
                  </a:lnTo>
                  <a:lnTo>
                    <a:pt x="1560" y="2914"/>
                  </a:lnTo>
                  <a:cubicBezTo>
                    <a:pt x="1560" y="2914"/>
                    <a:pt x="1560" y="2899"/>
                    <a:pt x="1545" y="2899"/>
                  </a:cubicBezTo>
                  <a:lnTo>
                    <a:pt x="1528" y="2899"/>
                  </a:lnTo>
                  <a:cubicBezTo>
                    <a:pt x="1513" y="2883"/>
                    <a:pt x="1497" y="2899"/>
                    <a:pt x="1497" y="2899"/>
                  </a:cubicBezTo>
                  <a:cubicBezTo>
                    <a:pt x="1482" y="2899"/>
                    <a:pt x="1465" y="2899"/>
                    <a:pt x="1450" y="2883"/>
                  </a:cubicBezTo>
                  <a:cubicBezTo>
                    <a:pt x="1419" y="2883"/>
                    <a:pt x="1419" y="2868"/>
                    <a:pt x="1387" y="2851"/>
                  </a:cubicBezTo>
                  <a:lnTo>
                    <a:pt x="1324" y="2851"/>
                  </a:lnTo>
                  <a:lnTo>
                    <a:pt x="1276" y="2851"/>
                  </a:lnTo>
                  <a:cubicBezTo>
                    <a:pt x="1261" y="2851"/>
                    <a:pt x="1261" y="2836"/>
                    <a:pt x="1261" y="2836"/>
                  </a:cubicBezTo>
                  <a:lnTo>
                    <a:pt x="1230" y="2836"/>
                  </a:lnTo>
                  <a:cubicBezTo>
                    <a:pt x="1230" y="2773"/>
                    <a:pt x="1150" y="2742"/>
                    <a:pt x="1104" y="2742"/>
                  </a:cubicBezTo>
                  <a:cubicBezTo>
                    <a:pt x="1056" y="2757"/>
                    <a:pt x="1087" y="2742"/>
                    <a:pt x="1072" y="2710"/>
                  </a:cubicBezTo>
                  <a:cubicBezTo>
                    <a:pt x="1041" y="2679"/>
                    <a:pt x="1024" y="2679"/>
                    <a:pt x="993" y="2679"/>
                  </a:cubicBezTo>
                  <a:cubicBezTo>
                    <a:pt x="978" y="2662"/>
                    <a:pt x="961" y="2631"/>
                    <a:pt x="961" y="2616"/>
                  </a:cubicBezTo>
                  <a:cubicBezTo>
                    <a:pt x="930" y="2599"/>
                    <a:pt x="898" y="2584"/>
                    <a:pt x="867" y="2584"/>
                  </a:cubicBezTo>
                  <a:cubicBezTo>
                    <a:pt x="867" y="2427"/>
                    <a:pt x="741" y="2395"/>
                    <a:pt x="741" y="2458"/>
                  </a:cubicBezTo>
                  <a:lnTo>
                    <a:pt x="709" y="2458"/>
                  </a:lnTo>
                  <a:cubicBezTo>
                    <a:pt x="694" y="2473"/>
                    <a:pt x="694" y="2473"/>
                    <a:pt x="678" y="2458"/>
                  </a:cubicBezTo>
                  <a:cubicBezTo>
                    <a:pt x="663" y="2442"/>
                    <a:pt x="646" y="2379"/>
                    <a:pt x="646" y="2364"/>
                  </a:cubicBezTo>
                  <a:cubicBezTo>
                    <a:pt x="631" y="2332"/>
                    <a:pt x="646" y="2316"/>
                    <a:pt x="631" y="2284"/>
                  </a:cubicBezTo>
                  <a:cubicBezTo>
                    <a:pt x="615" y="2284"/>
                    <a:pt x="600" y="2269"/>
                    <a:pt x="583" y="2269"/>
                  </a:cubicBezTo>
                  <a:cubicBezTo>
                    <a:pt x="552" y="2253"/>
                    <a:pt x="505" y="2238"/>
                    <a:pt x="473" y="2221"/>
                  </a:cubicBezTo>
                  <a:cubicBezTo>
                    <a:pt x="457" y="2190"/>
                    <a:pt x="457" y="2143"/>
                    <a:pt x="457" y="2112"/>
                  </a:cubicBezTo>
                  <a:cubicBezTo>
                    <a:pt x="457" y="2064"/>
                    <a:pt x="457" y="2001"/>
                    <a:pt x="442" y="1954"/>
                  </a:cubicBezTo>
                  <a:cubicBezTo>
                    <a:pt x="426" y="1906"/>
                    <a:pt x="363" y="1938"/>
                    <a:pt x="347" y="1891"/>
                  </a:cubicBezTo>
                  <a:cubicBezTo>
                    <a:pt x="347" y="1875"/>
                    <a:pt x="347" y="1875"/>
                    <a:pt x="331" y="1859"/>
                  </a:cubicBezTo>
                  <a:cubicBezTo>
                    <a:pt x="300" y="1828"/>
                    <a:pt x="221" y="1828"/>
                    <a:pt x="205" y="1780"/>
                  </a:cubicBezTo>
                  <a:cubicBezTo>
                    <a:pt x="190" y="1733"/>
                    <a:pt x="221" y="1654"/>
                    <a:pt x="158" y="1639"/>
                  </a:cubicBezTo>
                  <a:cubicBezTo>
                    <a:pt x="142" y="1622"/>
                    <a:pt x="142" y="1639"/>
                    <a:pt x="110" y="1622"/>
                  </a:cubicBezTo>
                  <a:close/>
                </a:path>
              </a:pathLst>
            </a:custGeom>
            <a:solidFill>
              <a:srgbClr val="BDCDCB"/>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2" name="Google Shape;1412;p38"/>
            <p:cNvSpPr/>
            <p:nvPr/>
          </p:nvSpPr>
          <p:spPr>
            <a:xfrm>
              <a:off x="3345867" y="1783261"/>
              <a:ext cx="12053" cy="7028"/>
            </a:xfrm>
            <a:custGeom>
              <a:avLst/>
              <a:gdLst/>
              <a:ahLst/>
              <a:cxnLst/>
              <a:rect l="l" t="t" r="r" b="b"/>
              <a:pathLst>
                <a:path w="379" h="221" extrusionOk="0">
                  <a:moveTo>
                    <a:pt x="300" y="0"/>
                  </a:moveTo>
                  <a:lnTo>
                    <a:pt x="300" y="15"/>
                  </a:lnTo>
                  <a:cubicBezTo>
                    <a:pt x="315" y="32"/>
                    <a:pt x="300" y="47"/>
                    <a:pt x="300" y="63"/>
                  </a:cubicBezTo>
                  <a:lnTo>
                    <a:pt x="269" y="63"/>
                  </a:lnTo>
                  <a:lnTo>
                    <a:pt x="252" y="63"/>
                  </a:lnTo>
                  <a:lnTo>
                    <a:pt x="221" y="110"/>
                  </a:lnTo>
                  <a:lnTo>
                    <a:pt x="206" y="126"/>
                  </a:lnTo>
                  <a:lnTo>
                    <a:pt x="189" y="126"/>
                  </a:lnTo>
                  <a:lnTo>
                    <a:pt x="158" y="95"/>
                  </a:lnTo>
                  <a:lnTo>
                    <a:pt x="126" y="110"/>
                  </a:lnTo>
                  <a:lnTo>
                    <a:pt x="126" y="126"/>
                  </a:lnTo>
                  <a:cubicBezTo>
                    <a:pt x="111" y="141"/>
                    <a:pt x="111" y="141"/>
                    <a:pt x="95" y="141"/>
                  </a:cubicBezTo>
                  <a:lnTo>
                    <a:pt x="95" y="141"/>
                  </a:lnTo>
                  <a:lnTo>
                    <a:pt x="95" y="141"/>
                  </a:lnTo>
                  <a:cubicBezTo>
                    <a:pt x="95" y="158"/>
                    <a:pt x="80" y="173"/>
                    <a:pt x="63" y="173"/>
                  </a:cubicBezTo>
                  <a:lnTo>
                    <a:pt x="63" y="173"/>
                  </a:lnTo>
                  <a:lnTo>
                    <a:pt x="32" y="173"/>
                  </a:lnTo>
                  <a:lnTo>
                    <a:pt x="17" y="189"/>
                  </a:lnTo>
                  <a:lnTo>
                    <a:pt x="0" y="189"/>
                  </a:lnTo>
                  <a:lnTo>
                    <a:pt x="17" y="189"/>
                  </a:lnTo>
                  <a:lnTo>
                    <a:pt x="17" y="189"/>
                  </a:lnTo>
                  <a:lnTo>
                    <a:pt x="32" y="189"/>
                  </a:lnTo>
                  <a:cubicBezTo>
                    <a:pt x="48" y="204"/>
                    <a:pt x="48" y="204"/>
                    <a:pt x="48" y="221"/>
                  </a:cubicBezTo>
                  <a:lnTo>
                    <a:pt x="63" y="221"/>
                  </a:lnTo>
                  <a:lnTo>
                    <a:pt x="63" y="221"/>
                  </a:lnTo>
                  <a:lnTo>
                    <a:pt x="95" y="221"/>
                  </a:lnTo>
                  <a:lnTo>
                    <a:pt x="315" y="78"/>
                  </a:lnTo>
                  <a:lnTo>
                    <a:pt x="315" y="78"/>
                  </a:lnTo>
                  <a:lnTo>
                    <a:pt x="332" y="78"/>
                  </a:lnTo>
                  <a:lnTo>
                    <a:pt x="347" y="78"/>
                  </a:lnTo>
                  <a:cubicBezTo>
                    <a:pt x="363" y="78"/>
                    <a:pt x="378" y="78"/>
                    <a:pt x="378" y="63"/>
                  </a:cubicBezTo>
                  <a:cubicBezTo>
                    <a:pt x="378" y="32"/>
                    <a:pt x="363" y="15"/>
                    <a:pt x="347" y="15"/>
                  </a:cubicBezTo>
                  <a:lnTo>
                    <a:pt x="30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3" name="Google Shape;1413;p38"/>
            <p:cNvSpPr/>
            <p:nvPr/>
          </p:nvSpPr>
          <p:spPr>
            <a:xfrm>
              <a:off x="3387467" y="1780239"/>
              <a:ext cx="8523" cy="3053"/>
            </a:xfrm>
            <a:custGeom>
              <a:avLst/>
              <a:gdLst/>
              <a:ahLst/>
              <a:cxnLst/>
              <a:rect l="l" t="t" r="r" b="b"/>
              <a:pathLst>
                <a:path w="268" h="96" extrusionOk="0">
                  <a:moveTo>
                    <a:pt x="253" y="1"/>
                  </a:moveTo>
                  <a:cubicBezTo>
                    <a:pt x="253" y="16"/>
                    <a:pt x="236" y="16"/>
                    <a:pt x="236" y="16"/>
                  </a:cubicBezTo>
                  <a:lnTo>
                    <a:pt x="205" y="16"/>
                  </a:lnTo>
                  <a:cubicBezTo>
                    <a:pt x="173" y="16"/>
                    <a:pt x="158" y="32"/>
                    <a:pt x="127" y="32"/>
                  </a:cubicBezTo>
                  <a:lnTo>
                    <a:pt x="79" y="32"/>
                  </a:lnTo>
                  <a:lnTo>
                    <a:pt x="47" y="32"/>
                  </a:lnTo>
                  <a:lnTo>
                    <a:pt x="47" y="32"/>
                  </a:lnTo>
                  <a:cubicBezTo>
                    <a:pt x="32" y="32"/>
                    <a:pt x="16" y="47"/>
                    <a:pt x="16" y="64"/>
                  </a:cubicBezTo>
                  <a:cubicBezTo>
                    <a:pt x="1" y="79"/>
                    <a:pt x="16" y="95"/>
                    <a:pt x="32" y="95"/>
                  </a:cubicBezTo>
                  <a:lnTo>
                    <a:pt x="79" y="95"/>
                  </a:lnTo>
                  <a:lnTo>
                    <a:pt x="127" y="95"/>
                  </a:lnTo>
                  <a:lnTo>
                    <a:pt x="127" y="95"/>
                  </a:lnTo>
                  <a:lnTo>
                    <a:pt x="142" y="79"/>
                  </a:lnTo>
                  <a:lnTo>
                    <a:pt x="142" y="64"/>
                  </a:lnTo>
                  <a:cubicBezTo>
                    <a:pt x="142" y="47"/>
                    <a:pt x="142" y="32"/>
                    <a:pt x="158" y="32"/>
                  </a:cubicBezTo>
                  <a:lnTo>
                    <a:pt x="173" y="32"/>
                  </a:lnTo>
                  <a:lnTo>
                    <a:pt x="173" y="32"/>
                  </a:lnTo>
                  <a:cubicBezTo>
                    <a:pt x="190" y="32"/>
                    <a:pt x="205" y="32"/>
                    <a:pt x="205" y="47"/>
                  </a:cubicBezTo>
                  <a:lnTo>
                    <a:pt x="205" y="64"/>
                  </a:lnTo>
                  <a:cubicBezTo>
                    <a:pt x="221" y="64"/>
                    <a:pt x="236" y="47"/>
                    <a:pt x="253" y="47"/>
                  </a:cubicBezTo>
                  <a:cubicBezTo>
                    <a:pt x="253" y="32"/>
                    <a:pt x="268" y="16"/>
                    <a:pt x="25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4" name="Google Shape;1414;p38"/>
            <p:cNvSpPr/>
            <p:nvPr/>
          </p:nvSpPr>
          <p:spPr>
            <a:xfrm>
              <a:off x="3269698" y="1778713"/>
              <a:ext cx="7060" cy="6583"/>
            </a:xfrm>
            <a:custGeom>
              <a:avLst/>
              <a:gdLst/>
              <a:ahLst/>
              <a:cxnLst/>
              <a:rect l="l" t="t" r="r" b="b"/>
              <a:pathLst>
                <a:path w="222" h="207" extrusionOk="0">
                  <a:moveTo>
                    <a:pt x="190" y="1"/>
                  </a:moveTo>
                  <a:lnTo>
                    <a:pt x="190" y="1"/>
                  </a:lnTo>
                  <a:cubicBezTo>
                    <a:pt x="190" y="1"/>
                    <a:pt x="190" y="17"/>
                    <a:pt x="174" y="32"/>
                  </a:cubicBezTo>
                  <a:lnTo>
                    <a:pt x="158" y="32"/>
                  </a:lnTo>
                  <a:cubicBezTo>
                    <a:pt x="174" y="49"/>
                    <a:pt x="174" y="64"/>
                    <a:pt x="174" y="80"/>
                  </a:cubicBezTo>
                  <a:cubicBezTo>
                    <a:pt x="158" y="95"/>
                    <a:pt x="158" y="95"/>
                    <a:pt x="143" y="95"/>
                  </a:cubicBezTo>
                  <a:lnTo>
                    <a:pt x="126" y="95"/>
                  </a:lnTo>
                  <a:lnTo>
                    <a:pt x="95" y="80"/>
                  </a:lnTo>
                  <a:lnTo>
                    <a:pt x="80" y="80"/>
                  </a:lnTo>
                  <a:lnTo>
                    <a:pt x="63" y="80"/>
                  </a:lnTo>
                  <a:lnTo>
                    <a:pt x="48" y="80"/>
                  </a:lnTo>
                  <a:lnTo>
                    <a:pt x="48" y="80"/>
                  </a:lnTo>
                  <a:cubicBezTo>
                    <a:pt x="48" y="80"/>
                    <a:pt x="32" y="80"/>
                    <a:pt x="32" y="95"/>
                  </a:cubicBezTo>
                  <a:lnTo>
                    <a:pt x="0" y="158"/>
                  </a:lnTo>
                  <a:cubicBezTo>
                    <a:pt x="0" y="175"/>
                    <a:pt x="0" y="190"/>
                    <a:pt x="17" y="206"/>
                  </a:cubicBezTo>
                  <a:cubicBezTo>
                    <a:pt x="17" y="190"/>
                    <a:pt x="32" y="190"/>
                    <a:pt x="32" y="190"/>
                  </a:cubicBezTo>
                  <a:lnTo>
                    <a:pt x="32" y="190"/>
                  </a:lnTo>
                  <a:lnTo>
                    <a:pt x="48" y="190"/>
                  </a:lnTo>
                  <a:cubicBezTo>
                    <a:pt x="48" y="190"/>
                    <a:pt x="63" y="190"/>
                    <a:pt x="63" y="206"/>
                  </a:cubicBezTo>
                  <a:lnTo>
                    <a:pt x="63" y="190"/>
                  </a:lnTo>
                  <a:lnTo>
                    <a:pt x="95" y="143"/>
                  </a:lnTo>
                  <a:cubicBezTo>
                    <a:pt x="143" y="127"/>
                    <a:pt x="190" y="112"/>
                    <a:pt x="221" y="49"/>
                  </a:cubicBezTo>
                  <a:cubicBezTo>
                    <a:pt x="221" y="32"/>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5" name="Google Shape;1415;p38"/>
            <p:cNvSpPr/>
            <p:nvPr/>
          </p:nvSpPr>
          <p:spPr>
            <a:xfrm>
              <a:off x="3381933" y="1761698"/>
              <a:ext cx="5057" cy="3530"/>
            </a:xfrm>
            <a:custGeom>
              <a:avLst/>
              <a:gdLst/>
              <a:ahLst/>
              <a:cxnLst/>
              <a:rect l="l" t="t" r="r" b="b"/>
              <a:pathLst>
                <a:path w="159" h="111" extrusionOk="0">
                  <a:moveTo>
                    <a:pt x="112" y="0"/>
                  </a:moveTo>
                  <a:lnTo>
                    <a:pt x="112" y="0"/>
                  </a:lnTo>
                  <a:lnTo>
                    <a:pt x="95" y="0"/>
                  </a:lnTo>
                  <a:lnTo>
                    <a:pt x="17" y="63"/>
                  </a:lnTo>
                  <a:cubicBezTo>
                    <a:pt x="1" y="79"/>
                    <a:pt x="1" y="95"/>
                    <a:pt x="17" y="111"/>
                  </a:cubicBezTo>
                  <a:cubicBezTo>
                    <a:pt x="17" y="111"/>
                    <a:pt x="32" y="95"/>
                    <a:pt x="49" y="95"/>
                  </a:cubicBezTo>
                  <a:lnTo>
                    <a:pt x="49" y="95"/>
                  </a:lnTo>
                  <a:lnTo>
                    <a:pt x="49" y="95"/>
                  </a:lnTo>
                  <a:lnTo>
                    <a:pt x="80" y="111"/>
                  </a:lnTo>
                  <a:lnTo>
                    <a:pt x="143" y="63"/>
                  </a:lnTo>
                  <a:cubicBezTo>
                    <a:pt x="158" y="48"/>
                    <a:pt x="158" y="16"/>
                    <a:pt x="143" y="16"/>
                  </a:cubicBezTo>
                  <a:cubicBezTo>
                    <a:pt x="127" y="0"/>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6" name="Google Shape;1416;p38"/>
            <p:cNvSpPr/>
            <p:nvPr/>
          </p:nvSpPr>
          <p:spPr>
            <a:xfrm>
              <a:off x="3367907" y="1784724"/>
              <a:ext cx="6042" cy="2576"/>
            </a:xfrm>
            <a:custGeom>
              <a:avLst/>
              <a:gdLst/>
              <a:ahLst/>
              <a:cxnLst/>
              <a:rect l="l" t="t" r="r" b="b"/>
              <a:pathLst>
                <a:path w="190" h="81" extrusionOk="0">
                  <a:moveTo>
                    <a:pt x="32" y="1"/>
                  </a:moveTo>
                  <a:lnTo>
                    <a:pt x="32" y="1"/>
                  </a:lnTo>
                  <a:cubicBezTo>
                    <a:pt x="17" y="17"/>
                    <a:pt x="1" y="17"/>
                    <a:pt x="1" y="32"/>
                  </a:cubicBezTo>
                  <a:cubicBezTo>
                    <a:pt x="1" y="64"/>
                    <a:pt x="1" y="80"/>
                    <a:pt x="32" y="80"/>
                  </a:cubicBezTo>
                  <a:lnTo>
                    <a:pt x="158" y="80"/>
                  </a:lnTo>
                  <a:lnTo>
                    <a:pt x="158" y="80"/>
                  </a:lnTo>
                  <a:cubicBezTo>
                    <a:pt x="174" y="80"/>
                    <a:pt x="190" y="80"/>
                    <a:pt x="190" y="49"/>
                  </a:cubicBezTo>
                  <a:cubicBezTo>
                    <a:pt x="190" y="32"/>
                    <a:pt x="174" y="17"/>
                    <a:pt x="15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7" name="Google Shape;1417;p38"/>
            <p:cNvSpPr/>
            <p:nvPr/>
          </p:nvSpPr>
          <p:spPr>
            <a:xfrm>
              <a:off x="3437049" y="1810803"/>
              <a:ext cx="6042" cy="3562"/>
            </a:xfrm>
            <a:custGeom>
              <a:avLst/>
              <a:gdLst/>
              <a:ahLst/>
              <a:cxnLst/>
              <a:rect l="l" t="t" r="r" b="b"/>
              <a:pathLst>
                <a:path w="190" h="112" extrusionOk="0">
                  <a:moveTo>
                    <a:pt x="95" y="0"/>
                  </a:moveTo>
                  <a:cubicBezTo>
                    <a:pt x="80" y="0"/>
                    <a:pt x="64" y="17"/>
                    <a:pt x="49" y="32"/>
                  </a:cubicBezTo>
                  <a:lnTo>
                    <a:pt x="49" y="63"/>
                  </a:lnTo>
                  <a:lnTo>
                    <a:pt x="32" y="63"/>
                  </a:lnTo>
                  <a:cubicBezTo>
                    <a:pt x="1" y="80"/>
                    <a:pt x="1" y="95"/>
                    <a:pt x="1" y="111"/>
                  </a:cubicBezTo>
                  <a:lnTo>
                    <a:pt x="17" y="111"/>
                  </a:lnTo>
                  <a:cubicBezTo>
                    <a:pt x="64" y="95"/>
                    <a:pt x="112" y="95"/>
                    <a:pt x="158" y="80"/>
                  </a:cubicBezTo>
                  <a:cubicBezTo>
                    <a:pt x="143" y="80"/>
                    <a:pt x="143" y="63"/>
                    <a:pt x="143" y="63"/>
                  </a:cubicBezTo>
                  <a:cubicBezTo>
                    <a:pt x="143" y="32"/>
                    <a:pt x="158" y="32"/>
                    <a:pt x="175" y="32"/>
                  </a:cubicBezTo>
                  <a:lnTo>
                    <a:pt x="175" y="32"/>
                  </a:lnTo>
                  <a:lnTo>
                    <a:pt x="190" y="32"/>
                  </a:lnTo>
                  <a:cubicBezTo>
                    <a:pt x="190" y="17"/>
                    <a:pt x="175" y="17"/>
                    <a:pt x="175" y="17"/>
                  </a:cubicBezTo>
                  <a:lnTo>
                    <a:pt x="175" y="0"/>
                  </a:lnTo>
                  <a:lnTo>
                    <a:pt x="158" y="0"/>
                  </a:lnTo>
                  <a:cubicBezTo>
                    <a:pt x="158" y="17"/>
                    <a:pt x="143" y="32"/>
                    <a:pt x="127" y="32"/>
                  </a:cubicBezTo>
                  <a:lnTo>
                    <a:pt x="127" y="32"/>
                  </a:lnTo>
                  <a:cubicBezTo>
                    <a:pt x="112" y="32"/>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8" name="Google Shape;1418;p38"/>
            <p:cNvSpPr/>
            <p:nvPr/>
          </p:nvSpPr>
          <p:spPr>
            <a:xfrm>
              <a:off x="3285727" y="1804283"/>
              <a:ext cx="4580" cy="7060"/>
            </a:xfrm>
            <a:custGeom>
              <a:avLst/>
              <a:gdLst/>
              <a:ahLst/>
              <a:cxnLst/>
              <a:rect l="l" t="t" r="r" b="b"/>
              <a:pathLst>
                <a:path w="144" h="222" extrusionOk="0">
                  <a:moveTo>
                    <a:pt x="64" y="64"/>
                  </a:moveTo>
                  <a:lnTo>
                    <a:pt x="64" y="64"/>
                  </a:lnTo>
                  <a:lnTo>
                    <a:pt x="64" y="64"/>
                  </a:lnTo>
                  <a:close/>
                  <a:moveTo>
                    <a:pt x="49" y="1"/>
                  </a:moveTo>
                  <a:lnTo>
                    <a:pt x="49" y="16"/>
                  </a:lnTo>
                  <a:lnTo>
                    <a:pt x="17" y="16"/>
                  </a:lnTo>
                  <a:cubicBezTo>
                    <a:pt x="17" y="32"/>
                    <a:pt x="17" y="48"/>
                    <a:pt x="1" y="64"/>
                  </a:cubicBezTo>
                  <a:lnTo>
                    <a:pt x="1" y="64"/>
                  </a:lnTo>
                  <a:cubicBezTo>
                    <a:pt x="1" y="95"/>
                    <a:pt x="17" y="127"/>
                    <a:pt x="49" y="127"/>
                  </a:cubicBezTo>
                  <a:cubicBezTo>
                    <a:pt x="64" y="142"/>
                    <a:pt x="80" y="142"/>
                    <a:pt x="80" y="190"/>
                  </a:cubicBezTo>
                  <a:cubicBezTo>
                    <a:pt x="80" y="205"/>
                    <a:pt x="95" y="205"/>
                    <a:pt x="112" y="222"/>
                  </a:cubicBezTo>
                  <a:cubicBezTo>
                    <a:pt x="112" y="205"/>
                    <a:pt x="127" y="205"/>
                    <a:pt x="143" y="190"/>
                  </a:cubicBezTo>
                  <a:lnTo>
                    <a:pt x="143" y="174"/>
                  </a:lnTo>
                  <a:lnTo>
                    <a:pt x="143" y="127"/>
                  </a:lnTo>
                  <a:lnTo>
                    <a:pt x="112" y="127"/>
                  </a:lnTo>
                  <a:lnTo>
                    <a:pt x="80" y="95"/>
                  </a:lnTo>
                  <a:lnTo>
                    <a:pt x="80" y="79"/>
                  </a:lnTo>
                  <a:lnTo>
                    <a:pt x="80" y="64"/>
                  </a:lnTo>
                  <a:cubicBezTo>
                    <a:pt x="64" y="64"/>
                    <a:pt x="64" y="48"/>
                    <a:pt x="64" y="32"/>
                  </a:cubicBezTo>
                  <a:cubicBezTo>
                    <a:pt x="64" y="32"/>
                    <a:pt x="49" y="16"/>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9" name="Google Shape;1419;p38"/>
            <p:cNvSpPr/>
            <p:nvPr/>
          </p:nvSpPr>
          <p:spPr>
            <a:xfrm>
              <a:off x="3287730" y="1806287"/>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0" name="Google Shape;1420;p38"/>
            <p:cNvSpPr/>
            <p:nvPr/>
          </p:nvSpPr>
          <p:spPr>
            <a:xfrm>
              <a:off x="3196072" y="1776709"/>
              <a:ext cx="5502" cy="8587"/>
            </a:xfrm>
            <a:custGeom>
              <a:avLst/>
              <a:gdLst/>
              <a:ahLst/>
              <a:cxnLst/>
              <a:rect l="l" t="t" r="r" b="b"/>
              <a:pathLst>
                <a:path w="173" h="270" extrusionOk="0">
                  <a:moveTo>
                    <a:pt x="126" y="1"/>
                  </a:moveTo>
                  <a:lnTo>
                    <a:pt x="126" y="1"/>
                  </a:lnTo>
                  <a:cubicBezTo>
                    <a:pt x="95" y="1"/>
                    <a:pt x="95" y="17"/>
                    <a:pt x="95" y="49"/>
                  </a:cubicBezTo>
                  <a:lnTo>
                    <a:pt x="95" y="143"/>
                  </a:lnTo>
                  <a:lnTo>
                    <a:pt x="95" y="143"/>
                  </a:lnTo>
                  <a:lnTo>
                    <a:pt x="47" y="190"/>
                  </a:lnTo>
                  <a:lnTo>
                    <a:pt x="15" y="190"/>
                  </a:lnTo>
                  <a:lnTo>
                    <a:pt x="0" y="190"/>
                  </a:lnTo>
                  <a:lnTo>
                    <a:pt x="0" y="206"/>
                  </a:lnTo>
                  <a:lnTo>
                    <a:pt x="0" y="221"/>
                  </a:lnTo>
                  <a:lnTo>
                    <a:pt x="0" y="269"/>
                  </a:lnTo>
                  <a:cubicBezTo>
                    <a:pt x="0" y="253"/>
                    <a:pt x="15" y="253"/>
                    <a:pt x="15" y="253"/>
                  </a:cubicBezTo>
                  <a:lnTo>
                    <a:pt x="110" y="206"/>
                  </a:lnTo>
                  <a:lnTo>
                    <a:pt x="126" y="206"/>
                  </a:lnTo>
                  <a:lnTo>
                    <a:pt x="126" y="206"/>
                  </a:lnTo>
                  <a:lnTo>
                    <a:pt x="126" y="206"/>
                  </a:lnTo>
                  <a:lnTo>
                    <a:pt x="141" y="206"/>
                  </a:lnTo>
                  <a:cubicBezTo>
                    <a:pt x="141" y="190"/>
                    <a:pt x="141" y="190"/>
                    <a:pt x="158" y="175"/>
                  </a:cubicBezTo>
                  <a:cubicBezTo>
                    <a:pt x="173" y="175"/>
                    <a:pt x="173" y="158"/>
                    <a:pt x="173" y="158"/>
                  </a:cubicBezTo>
                  <a:lnTo>
                    <a:pt x="158" y="32"/>
                  </a:ln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1" name="Google Shape;1421;p38"/>
            <p:cNvSpPr/>
            <p:nvPr/>
          </p:nvSpPr>
          <p:spPr>
            <a:xfrm>
              <a:off x="3034700" y="1797286"/>
              <a:ext cx="2035" cy="2035"/>
            </a:xfrm>
            <a:custGeom>
              <a:avLst/>
              <a:gdLst/>
              <a:ahLst/>
              <a:cxnLst/>
              <a:rect l="l" t="t" r="r" b="b"/>
              <a:pathLst>
                <a:path w="64" h="64" extrusionOk="0">
                  <a:moveTo>
                    <a:pt x="47" y="0"/>
                  </a:moveTo>
                  <a:cubicBezTo>
                    <a:pt x="47" y="15"/>
                    <a:pt x="32" y="15"/>
                    <a:pt x="32" y="15"/>
                  </a:cubicBezTo>
                  <a:lnTo>
                    <a:pt x="16" y="15"/>
                  </a:lnTo>
                  <a:lnTo>
                    <a:pt x="16" y="0"/>
                  </a:lnTo>
                  <a:lnTo>
                    <a:pt x="16" y="47"/>
                  </a:lnTo>
                  <a:lnTo>
                    <a:pt x="1" y="63"/>
                  </a:lnTo>
                  <a:lnTo>
                    <a:pt x="16" y="63"/>
                  </a:lnTo>
                  <a:cubicBezTo>
                    <a:pt x="47" y="63"/>
                    <a:pt x="64" y="47"/>
                    <a:pt x="47"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2" name="Google Shape;1422;p38"/>
            <p:cNvSpPr/>
            <p:nvPr/>
          </p:nvSpPr>
          <p:spPr>
            <a:xfrm>
              <a:off x="3038199" y="1797286"/>
              <a:ext cx="6042" cy="2512"/>
            </a:xfrm>
            <a:custGeom>
              <a:avLst/>
              <a:gdLst/>
              <a:ahLst/>
              <a:cxnLst/>
              <a:rect l="l" t="t" r="r" b="b"/>
              <a:pathLst>
                <a:path w="190" h="79" extrusionOk="0">
                  <a:moveTo>
                    <a:pt x="158" y="0"/>
                  </a:moveTo>
                  <a:lnTo>
                    <a:pt x="158" y="0"/>
                  </a:lnTo>
                  <a:lnTo>
                    <a:pt x="32" y="0"/>
                  </a:lnTo>
                  <a:lnTo>
                    <a:pt x="32" y="0"/>
                  </a:lnTo>
                  <a:cubicBezTo>
                    <a:pt x="17" y="15"/>
                    <a:pt x="0" y="32"/>
                    <a:pt x="0" y="47"/>
                  </a:cubicBezTo>
                  <a:cubicBezTo>
                    <a:pt x="0" y="63"/>
                    <a:pt x="17" y="79"/>
                    <a:pt x="32" y="79"/>
                  </a:cubicBezTo>
                  <a:lnTo>
                    <a:pt x="32" y="79"/>
                  </a:lnTo>
                  <a:lnTo>
                    <a:pt x="158" y="79"/>
                  </a:lnTo>
                  <a:cubicBezTo>
                    <a:pt x="174" y="63"/>
                    <a:pt x="189" y="47"/>
                    <a:pt x="189" y="32"/>
                  </a:cubicBezTo>
                  <a:cubicBezTo>
                    <a:pt x="189" y="15"/>
                    <a:pt x="174"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3" name="Google Shape;1423;p38"/>
            <p:cNvSpPr/>
            <p:nvPr/>
          </p:nvSpPr>
          <p:spPr>
            <a:xfrm>
              <a:off x="3381933" y="1764687"/>
              <a:ext cx="6583" cy="3053"/>
            </a:xfrm>
            <a:custGeom>
              <a:avLst/>
              <a:gdLst/>
              <a:ahLst/>
              <a:cxnLst/>
              <a:rect l="l" t="t" r="r" b="b"/>
              <a:pathLst>
                <a:path w="207" h="96" extrusionOk="0">
                  <a:moveTo>
                    <a:pt x="49" y="1"/>
                  </a:moveTo>
                  <a:lnTo>
                    <a:pt x="49" y="1"/>
                  </a:lnTo>
                  <a:cubicBezTo>
                    <a:pt x="32" y="1"/>
                    <a:pt x="17" y="17"/>
                    <a:pt x="17" y="17"/>
                  </a:cubicBezTo>
                  <a:lnTo>
                    <a:pt x="17" y="32"/>
                  </a:lnTo>
                  <a:cubicBezTo>
                    <a:pt x="1" y="49"/>
                    <a:pt x="17" y="64"/>
                    <a:pt x="32" y="64"/>
                  </a:cubicBezTo>
                  <a:lnTo>
                    <a:pt x="158" y="95"/>
                  </a:lnTo>
                  <a:lnTo>
                    <a:pt x="158" y="95"/>
                  </a:lnTo>
                  <a:cubicBezTo>
                    <a:pt x="175" y="95"/>
                    <a:pt x="190" y="80"/>
                    <a:pt x="206" y="64"/>
                  </a:cubicBezTo>
                  <a:cubicBezTo>
                    <a:pt x="206" y="49"/>
                    <a:pt x="190" y="32"/>
                    <a:pt x="175" y="32"/>
                  </a:cubicBez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4" name="Google Shape;1424;p38"/>
            <p:cNvSpPr/>
            <p:nvPr/>
          </p:nvSpPr>
          <p:spPr>
            <a:xfrm>
              <a:off x="3290275" y="1816814"/>
              <a:ext cx="9032" cy="3021"/>
            </a:xfrm>
            <a:custGeom>
              <a:avLst/>
              <a:gdLst/>
              <a:ahLst/>
              <a:cxnLst/>
              <a:rect l="l" t="t" r="r" b="b"/>
              <a:pathLst>
                <a:path w="284" h="95" extrusionOk="0">
                  <a:moveTo>
                    <a:pt x="0" y="0"/>
                  </a:moveTo>
                  <a:lnTo>
                    <a:pt x="0" y="0"/>
                  </a:lnTo>
                  <a:lnTo>
                    <a:pt x="32" y="63"/>
                  </a:lnTo>
                  <a:cubicBezTo>
                    <a:pt x="32" y="80"/>
                    <a:pt x="47" y="95"/>
                    <a:pt x="63" y="95"/>
                  </a:cubicBezTo>
                  <a:lnTo>
                    <a:pt x="63" y="95"/>
                  </a:lnTo>
                  <a:lnTo>
                    <a:pt x="189" y="80"/>
                  </a:lnTo>
                  <a:cubicBezTo>
                    <a:pt x="189" y="80"/>
                    <a:pt x="189" y="63"/>
                    <a:pt x="204" y="63"/>
                  </a:cubicBezTo>
                  <a:lnTo>
                    <a:pt x="204" y="63"/>
                  </a:lnTo>
                  <a:lnTo>
                    <a:pt x="221" y="63"/>
                  </a:lnTo>
                  <a:lnTo>
                    <a:pt x="221" y="80"/>
                  </a:lnTo>
                  <a:lnTo>
                    <a:pt x="252" y="63"/>
                  </a:lnTo>
                  <a:cubicBezTo>
                    <a:pt x="267" y="63"/>
                    <a:pt x="284" y="48"/>
                    <a:pt x="284" y="32"/>
                  </a:cubicBezTo>
                  <a:cubicBezTo>
                    <a:pt x="284" y="17"/>
                    <a:pt x="267" y="17"/>
                    <a:pt x="267" y="17"/>
                  </a:cubicBezTo>
                  <a:cubicBezTo>
                    <a:pt x="252" y="17"/>
                    <a:pt x="252" y="32"/>
                    <a:pt x="236" y="32"/>
                  </a:cubicBezTo>
                  <a:lnTo>
                    <a:pt x="236" y="48"/>
                  </a:lnTo>
                  <a:cubicBezTo>
                    <a:pt x="221" y="48"/>
                    <a:pt x="221" y="63"/>
                    <a:pt x="204" y="63"/>
                  </a:cubicBezTo>
                  <a:cubicBezTo>
                    <a:pt x="189" y="63"/>
                    <a:pt x="189" y="48"/>
                    <a:pt x="173" y="48"/>
                  </a:cubicBezTo>
                  <a:lnTo>
                    <a:pt x="173" y="32"/>
                  </a:lnTo>
                  <a:lnTo>
                    <a:pt x="173" y="32"/>
                  </a:lnTo>
                  <a:lnTo>
                    <a:pt x="126" y="48"/>
                  </a:lnTo>
                  <a:lnTo>
                    <a:pt x="110" y="48"/>
                  </a:lnTo>
                  <a:cubicBezTo>
                    <a:pt x="110" y="48"/>
                    <a:pt x="95" y="48"/>
                    <a:pt x="78" y="32"/>
                  </a:cubicBezTo>
                  <a:lnTo>
                    <a:pt x="78" y="17"/>
                  </a:lnTo>
                  <a:lnTo>
                    <a:pt x="78" y="17"/>
                  </a:lnTo>
                  <a:lnTo>
                    <a:pt x="78" y="17"/>
                  </a:lnTo>
                  <a:lnTo>
                    <a:pt x="63" y="32"/>
                  </a:lnTo>
                  <a:cubicBezTo>
                    <a:pt x="63" y="32"/>
                    <a:pt x="47" y="48"/>
                    <a:pt x="32" y="48"/>
                  </a:cubicBezTo>
                  <a:lnTo>
                    <a:pt x="15" y="32"/>
                  </a:lnTo>
                  <a:cubicBezTo>
                    <a:pt x="0" y="32"/>
                    <a:pt x="0" y="17"/>
                    <a:pt x="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5" name="Google Shape;1425;p38"/>
            <p:cNvSpPr/>
            <p:nvPr/>
          </p:nvSpPr>
          <p:spPr>
            <a:xfrm>
              <a:off x="3384954" y="1778713"/>
              <a:ext cx="11035" cy="3053"/>
            </a:xfrm>
            <a:custGeom>
              <a:avLst/>
              <a:gdLst/>
              <a:ahLst/>
              <a:cxnLst/>
              <a:rect l="l" t="t" r="r" b="b"/>
              <a:pathLst>
                <a:path w="347" h="96" extrusionOk="0">
                  <a:moveTo>
                    <a:pt x="315" y="1"/>
                  </a:moveTo>
                  <a:lnTo>
                    <a:pt x="300" y="1"/>
                  </a:lnTo>
                  <a:lnTo>
                    <a:pt x="269" y="1"/>
                  </a:lnTo>
                  <a:lnTo>
                    <a:pt x="221" y="1"/>
                  </a:lnTo>
                  <a:cubicBezTo>
                    <a:pt x="221" y="17"/>
                    <a:pt x="221" y="17"/>
                    <a:pt x="206" y="17"/>
                  </a:cubicBezTo>
                  <a:lnTo>
                    <a:pt x="111" y="32"/>
                  </a:lnTo>
                  <a:lnTo>
                    <a:pt x="95" y="49"/>
                  </a:lnTo>
                  <a:cubicBezTo>
                    <a:pt x="80" y="49"/>
                    <a:pt x="63" y="32"/>
                    <a:pt x="63" y="17"/>
                  </a:cubicBezTo>
                  <a:lnTo>
                    <a:pt x="63" y="1"/>
                  </a:lnTo>
                  <a:lnTo>
                    <a:pt x="63" y="1"/>
                  </a:lnTo>
                  <a:cubicBezTo>
                    <a:pt x="48" y="1"/>
                    <a:pt x="48" y="17"/>
                    <a:pt x="32" y="17"/>
                  </a:cubicBezTo>
                  <a:lnTo>
                    <a:pt x="32" y="17"/>
                  </a:lnTo>
                  <a:lnTo>
                    <a:pt x="17" y="32"/>
                  </a:lnTo>
                  <a:cubicBezTo>
                    <a:pt x="0" y="49"/>
                    <a:pt x="17" y="80"/>
                    <a:pt x="17" y="80"/>
                  </a:cubicBezTo>
                  <a:cubicBezTo>
                    <a:pt x="32" y="95"/>
                    <a:pt x="32" y="95"/>
                    <a:pt x="48" y="95"/>
                  </a:cubicBezTo>
                  <a:cubicBezTo>
                    <a:pt x="48" y="95"/>
                    <a:pt x="63" y="95"/>
                    <a:pt x="80" y="80"/>
                  </a:cubicBezTo>
                  <a:lnTo>
                    <a:pt x="80" y="80"/>
                  </a:lnTo>
                  <a:lnTo>
                    <a:pt x="111" y="80"/>
                  </a:lnTo>
                  <a:lnTo>
                    <a:pt x="174" y="80"/>
                  </a:lnTo>
                  <a:lnTo>
                    <a:pt x="206" y="80"/>
                  </a:lnTo>
                  <a:lnTo>
                    <a:pt x="206" y="80"/>
                  </a:lnTo>
                  <a:cubicBezTo>
                    <a:pt x="237" y="80"/>
                    <a:pt x="252" y="64"/>
                    <a:pt x="284" y="64"/>
                  </a:cubicBezTo>
                  <a:lnTo>
                    <a:pt x="315" y="64"/>
                  </a:lnTo>
                  <a:cubicBezTo>
                    <a:pt x="315" y="64"/>
                    <a:pt x="332" y="64"/>
                    <a:pt x="332" y="49"/>
                  </a:cubicBezTo>
                  <a:cubicBezTo>
                    <a:pt x="347" y="49"/>
                    <a:pt x="347" y="32"/>
                    <a:pt x="347" y="32"/>
                  </a:cubicBezTo>
                  <a:cubicBezTo>
                    <a:pt x="347" y="17"/>
                    <a:pt x="332" y="1"/>
                    <a:pt x="31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6" name="Google Shape;1426;p38"/>
            <p:cNvSpPr/>
            <p:nvPr/>
          </p:nvSpPr>
          <p:spPr>
            <a:xfrm>
              <a:off x="3206567" y="1794265"/>
              <a:ext cx="2544" cy="7537"/>
            </a:xfrm>
            <a:custGeom>
              <a:avLst/>
              <a:gdLst/>
              <a:ahLst/>
              <a:cxnLst/>
              <a:rect l="l" t="t" r="r" b="b"/>
              <a:pathLst>
                <a:path w="80" h="237" extrusionOk="0">
                  <a:moveTo>
                    <a:pt x="48" y="1"/>
                  </a:moveTo>
                  <a:lnTo>
                    <a:pt x="48" y="1"/>
                  </a:lnTo>
                  <a:cubicBezTo>
                    <a:pt x="32" y="1"/>
                    <a:pt x="17" y="1"/>
                    <a:pt x="17" y="16"/>
                  </a:cubicBezTo>
                  <a:cubicBezTo>
                    <a:pt x="17" y="32"/>
                    <a:pt x="17" y="32"/>
                    <a:pt x="0" y="32"/>
                  </a:cubicBezTo>
                  <a:lnTo>
                    <a:pt x="0" y="79"/>
                  </a:lnTo>
                  <a:lnTo>
                    <a:pt x="0" y="174"/>
                  </a:lnTo>
                  <a:lnTo>
                    <a:pt x="0" y="205"/>
                  </a:lnTo>
                  <a:cubicBezTo>
                    <a:pt x="0" y="221"/>
                    <a:pt x="17" y="237"/>
                    <a:pt x="32" y="237"/>
                  </a:cubicBezTo>
                  <a:lnTo>
                    <a:pt x="48" y="237"/>
                  </a:lnTo>
                  <a:cubicBezTo>
                    <a:pt x="63" y="237"/>
                    <a:pt x="80" y="221"/>
                    <a:pt x="80" y="205"/>
                  </a:cubicBezTo>
                  <a:lnTo>
                    <a:pt x="80" y="158"/>
                  </a:lnTo>
                  <a:cubicBezTo>
                    <a:pt x="63" y="127"/>
                    <a:pt x="63" y="95"/>
                    <a:pt x="63" y="64"/>
                  </a:cubicBezTo>
                  <a:lnTo>
                    <a:pt x="80" y="47"/>
                  </a:lnTo>
                  <a:lnTo>
                    <a:pt x="80" y="47"/>
                  </a:lnTo>
                  <a:cubicBezTo>
                    <a:pt x="63" y="47"/>
                    <a:pt x="48" y="32"/>
                    <a:pt x="48"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7" name="Google Shape;1427;p38"/>
            <p:cNvSpPr/>
            <p:nvPr/>
          </p:nvSpPr>
          <p:spPr>
            <a:xfrm>
              <a:off x="3274214" y="1781734"/>
              <a:ext cx="6551" cy="3021"/>
            </a:xfrm>
            <a:custGeom>
              <a:avLst/>
              <a:gdLst/>
              <a:ahLst/>
              <a:cxnLst/>
              <a:rect l="l" t="t" r="r" b="b"/>
              <a:pathLst>
                <a:path w="206" h="95" extrusionOk="0">
                  <a:moveTo>
                    <a:pt x="174" y="0"/>
                  </a:moveTo>
                  <a:lnTo>
                    <a:pt x="32" y="32"/>
                  </a:lnTo>
                  <a:cubicBezTo>
                    <a:pt x="16" y="32"/>
                    <a:pt x="1" y="63"/>
                    <a:pt x="16" y="80"/>
                  </a:cubicBezTo>
                  <a:cubicBezTo>
                    <a:pt x="16" y="95"/>
                    <a:pt x="32" y="95"/>
                    <a:pt x="48" y="95"/>
                  </a:cubicBezTo>
                  <a:lnTo>
                    <a:pt x="48" y="95"/>
                  </a:lnTo>
                  <a:lnTo>
                    <a:pt x="205" y="63"/>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8" name="Google Shape;1428;p38"/>
            <p:cNvSpPr/>
            <p:nvPr/>
          </p:nvSpPr>
          <p:spPr>
            <a:xfrm>
              <a:off x="3334355" y="1786727"/>
              <a:ext cx="8046" cy="5057"/>
            </a:xfrm>
            <a:custGeom>
              <a:avLst/>
              <a:gdLst/>
              <a:ahLst/>
              <a:cxnLst/>
              <a:rect l="l" t="t" r="r" b="b"/>
              <a:pathLst>
                <a:path w="253" h="159" extrusionOk="0">
                  <a:moveTo>
                    <a:pt x="221" y="1"/>
                  </a:moveTo>
                  <a:lnTo>
                    <a:pt x="205" y="1"/>
                  </a:lnTo>
                  <a:lnTo>
                    <a:pt x="205" y="1"/>
                  </a:lnTo>
                  <a:lnTo>
                    <a:pt x="79" y="17"/>
                  </a:lnTo>
                  <a:cubicBezTo>
                    <a:pt x="64" y="32"/>
                    <a:pt x="47" y="49"/>
                    <a:pt x="47" y="64"/>
                  </a:cubicBezTo>
                  <a:lnTo>
                    <a:pt x="64" y="95"/>
                  </a:lnTo>
                  <a:lnTo>
                    <a:pt x="47" y="95"/>
                  </a:lnTo>
                  <a:lnTo>
                    <a:pt x="47" y="95"/>
                  </a:lnTo>
                  <a:cubicBezTo>
                    <a:pt x="32" y="95"/>
                    <a:pt x="16" y="112"/>
                    <a:pt x="16" y="112"/>
                  </a:cubicBezTo>
                  <a:lnTo>
                    <a:pt x="1" y="143"/>
                  </a:lnTo>
                  <a:lnTo>
                    <a:pt x="95" y="158"/>
                  </a:lnTo>
                  <a:lnTo>
                    <a:pt x="127" y="127"/>
                  </a:lnTo>
                  <a:lnTo>
                    <a:pt x="127" y="127"/>
                  </a:lnTo>
                  <a:cubicBezTo>
                    <a:pt x="110" y="112"/>
                    <a:pt x="110" y="112"/>
                    <a:pt x="110" y="95"/>
                  </a:cubicBezTo>
                  <a:cubicBezTo>
                    <a:pt x="110" y="80"/>
                    <a:pt x="127" y="64"/>
                    <a:pt x="142" y="64"/>
                  </a:cubicBezTo>
                  <a:lnTo>
                    <a:pt x="205" y="49"/>
                  </a:lnTo>
                  <a:lnTo>
                    <a:pt x="205" y="49"/>
                  </a:lnTo>
                  <a:cubicBezTo>
                    <a:pt x="221" y="49"/>
                    <a:pt x="236" y="64"/>
                    <a:pt x="236" y="64"/>
                  </a:cubicBezTo>
                  <a:lnTo>
                    <a:pt x="253" y="80"/>
                  </a:lnTo>
                  <a:lnTo>
                    <a:pt x="253" y="32"/>
                  </a:lnTo>
                  <a:cubicBezTo>
                    <a:pt x="253" y="17"/>
                    <a:pt x="236" y="17"/>
                    <a:pt x="236" y="17"/>
                  </a:cubicBezTo>
                  <a:cubicBezTo>
                    <a:pt x="236" y="1"/>
                    <a:pt x="221" y="1"/>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9" name="Google Shape;1429;p38"/>
            <p:cNvSpPr/>
            <p:nvPr/>
          </p:nvSpPr>
          <p:spPr>
            <a:xfrm>
              <a:off x="3130398" y="1833352"/>
              <a:ext cx="7028" cy="4039"/>
            </a:xfrm>
            <a:custGeom>
              <a:avLst/>
              <a:gdLst/>
              <a:ahLst/>
              <a:cxnLst/>
              <a:rect l="l" t="t" r="r" b="b"/>
              <a:pathLst>
                <a:path w="221" h="127" extrusionOk="0">
                  <a:moveTo>
                    <a:pt x="80" y="1"/>
                  </a:moveTo>
                  <a:lnTo>
                    <a:pt x="80" y="1"/>
                  </a:lnTo>
                  <a:lnTo>
                    <a:pt x="48" y="1"/>
                  </a:lnTo>
                  <a:lnTo>
                    <a:pt x="32" y="1"/>
                  </a:lnTo>
                  <a:cubicBezTo>
                    <a:pt x="17" y="1"/>
                    <a:pt x="0" y="16"/>
                    <a:pt x="17" y="47"/>
                  </a:cubicBezTo>
                  <a:cubicBezTo>
                    <a:pt x="17" y="64"/>
                    <a:pt x="32" y="79"/>
                    <a:pt x="48" y="79"/>
                  </a:cubicBezTo>
                  <a:lnTo>
                    <a:pt x="48" y="79"/>
                  </a:lnTo>
                  <a:lnTo>
                    <a:pt x="63" y="64"/>
                  </a:lnTo>
                  <a:lnTo>
                    <a:pt x="80" y="64"/>
                  </a:lnTo>
                  <a:cubicBezTo>
                    <a:pt x="111" y="79"/>
                    <a:pt x="126" y="79"/>
                    <a:pt x="143" y="95"/>
                  </a:cubicBezTo>
                  <a:cubicBezTo>
                    <a:pt x="158" y="110"/>
                    <a:pt x="158" y="110"/>
                    <a:pt x="174" y="110"/>
                  </a:cubicBezTo>
                  <a:lnTo>
                    <a:pt x="189" y="127"/>
                  </a:lnTo>
                  <a:cubicBezTo>
                    <a:pt x="206" y="127"/>
                    <a:pt x="206" y="110"/>
                    <a:pt x="221" y="110"/>
                  </a:cubicBezTo>
                  <a:cubicBezTo>
                    <a:pt x="221" y="79"/>
                    <a:pt x="221" y="64"/>
                    <a:pt x="206" y="64"/>
                  </a:cubicBezTo>
                  <a:cubicBezTo>
                    <a:pt x="206" y="47"/>
                    <a:pt x="189" y="47"/>
                    <a:pt x="174" y="47"/>
                  </a:cubicBezTo>
                  <a:cubicBezTo>
                    <a:pt x="158" y="32"/>
                    <a:pt x="143"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0" name="Google Shape;1430;p38"/>
            <p:cNvSpPr/>
            <p:nvPr/>
          </p:nvSpPr>
          <p:spPr>
            <a:xfrm>
              <a:off x="3423023" y="1778236"/>
              <a:ext cx="9573" cy="12053"/>
            </a:xfrm>
            <a:custGeom>
              <a:avLst/>
              <a:gdLst/>
              <a:ahLst/>
              <a:cxnLst/>
              <a:rect l="l" t="t" r="r" b="b"/>
              <a:pathLst>
                <a:path w="301" h="379" extrusionOk="0">
                  <a:moveTo>
                    <a:pt x="190" y="173"/>
                  </a:moveTo>
                  <a:cubicBezTo>
                    <a:pt x="175" y="173"/>
                    <a:pt x="175" y="173"/>
                    <a:pt x="158" y="190"/>
                  </a:cubicBezTo>
                  <a:cubicBezTo>
                    <a:pt x="143" y="221"/>
                    <a:pt x="158" y="236"/>
                    <a:pt x="190" y="284"/>
                  </a:cubicBezTo>
                  <a:lnTo>
                    <a:pt x="158" y="299"/>
                  </a:lnTo>
                  <a:lnTo>
                    <a:pt x="158" y="299"/>
                  </a:lnTo>
                  <a:cubicBezTo>
                    <a:pt x="143" y="284"/>
                    <a:pt x="143" y="268"/>
                    <a:pt x="127" y="253"/>
                  </a:cubicBezTo>
                  <a:lnTo>
                    <a:pt x="127" y="253"/>
                  </a:lnTo>
                  <a:lnTo>
                    <a:pt x="112" y="253"/>
                  </a:lnTo>
                  <a:lnTo>
                    <a:pt x="49" y="236"/>
                  </a:lnTo>
                  <a:cubicBezTo>
                    <a:pt x="64" y="253"/>
                    <a:pt x="64" y="268"/>
                    <a:pt x="80" y="284"/>
                  </a:cubicBezTo>
                  <a:lnTo>
                    <a:pt x="112" y="284"/>
                  </a:lnTo>
                  <a:lnTo>
                    <a:pt x="112" y="284"/>
                  </a:lnTo>
                  <a:lnTo>
                    <a:pt x="112" y="284"/>
                  </a:lnTo>
                  <a:cubicBezTo>
                    <a:pt x="127" y="284"/>
                    <a:pt x="143" y="284"/>
                    <a:pt x="143" y="299"/>
                  </a:cubicBezTo>
                  <a:cubicBezTo>
                    <a:pt x="158" y="316"/>
                    <a:pt x="143" y="316"/>
                    <a:pt x="143" y="331"/>
                  </a:cubicBezTo>
                  <a:cubicBezTo>
                    <a:pt x="158" y="331"/>
                    <a:pt x="158" y="347"/>
                    <a:pt x="158" y="362"/>
                  </a:cubicBezTo>
                  <a:lnTo>
                    <a:pt x="158" y="379"/>
                  </a:lnTo>
                  <a:lnTo>
                    <a:pt x="175" y="379"/>
                  </a:lnTo>
                  <a:lnTo>
                    <a:pt x="175" y="379"/>
                  </a:lnTo>
                  <a:cubicBezTo>
                    <a:pt x="175" y="379"/>
                    <a:pt x="190" y="379"/>
                    <a:pt x="190" y="362"/>
                  </a:cubicBezTo>
                  <a:lnTo>
                    <a:pt x="253" y="316"/>
                  </a:lnTo>
                  <a:cubicBezTo>
                    <a:pt x="253" y="316"/>
                    <a:pt x="269" y="284"/>
                    <a:pt x="253" y="284"/>
                  </a:cubicBezTo>
                  <a:cubicBezTo>
                    <a:pt x="253" y="268"/>
                    <a:pt x="253" y="268"/>
                    <a:pt x="238" y="253"/>
                  </a:cubicBezTo>
                  <a:lnTo>
                    <a:pt x="284" y="221"/>
                  </a:lnTo>
                  <a:lnTo>
                    <a:pt x="284" y="221"/>
                  </a:lnTo>
                  <a:lnTo>
                    <a:pt x="301" y="190"/>
                  </a:lnTo>
                  <a:cubicBezTo>
                    <a:pt x="301" y="190"/>
                    <a:pt x="284" y="190"/>
                    <a:pt x="284" y="173"/>
                  </a:cubicBezTo>
                  <a:lnTo>
                    <a:pt x="284" y="173"/>
                  </a:lnTo>
                  <a:lnTo>
                    <a:pt x="238" y="205"/>
                  </a:lnTo>
                  <a:lnTo>
                    <a:pt x="221" y="205"/>
                  </a:lnTo>
                  <a:cubicBezTo>
                    <a:pt x="221" y="205"/>
                    <a:pt x="206" y="205"/>
                    <a:pt x="190" y="190"/>
                  </a:cubicBezTo>
                  <a:lnTo>
                    <a:pt x="190" y="173"/>
                  </a:lnTo>
                  <a:close/>
                  <a:moveTo>
                    <a:pt x="17" y="47"/>
                  </a:moveTo>
                  <a:lnTo>
                    <a:pt x="17" y="47"/>
                  </a:lnTo>
                  <a:lnTo>
                    <a:pt x="17" y="47"/>
                  </a:lnTo>
                  <a:close/>
                  <a:moveTo>
                    <a:pt x="32" y="1"/>
                  </a:moveTo>
                  <a:lnTo>
                    <a:pt x="32" y="1"/>
                  </a:lnTo>
                  <a:cubicBezTo>
                    <a:pt x="32" y="1"/>
                    <a:pt x="17" y="1"/>
                    <a:pt x="17" y="16"/>
                  </a:cubicBezTo>
                  <a:cubicBezTo>
                    <a:pt x="1" y="32"/>
                    <a:pt x="1" y="47"/>
                    <a:pt x="17" y="64"/>
                  </a:cubicBezTo>
                  <a:lnTo>
                    <a:pt x="17" y="64"/>
                  </a:lnTo>
                  <a:cubicBezTo>
                    <a:pt x="17" y="95"/>
                    <a:pt x="17" y="142"/>
                    <a:pt x="32" y="173"/>
                  </a:cubicBezTo>
                  <a:lnTo>
                    <a:pt x="95" y="173"/>
                  </a:lnTo>
                  <a:cubicBezTo>
                    <a:pt x="95" y="142"/>
                    <a:pt x="80" y="95"/>
                    <a:pt x="95" y="47"/>
                  </a:cubicBezTo>
                  <a:cubicBezTo>
                    <a:pt x="95" y="32"/>
                    <a:pt x="80" y="16"/>
                    <a:pt x="64" y="16"/>
                  </a:cubicBezTo>
                  <a:lnTo>
                    <a:pt x="64" y="16"/>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1" name="Google Shape;1431;p38"/>
            <p:cNvSpPr/>
            <p:nvPr/>
          </p:nvSpPr>
          <p:spPr>
            <a:xfrm>
              <a:off x="3423564" y="1779731"/>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2" name="Google Shape;1432;p38"/>
            <p:cNvSpPr/>
            <p:nvPr/>
          </p:nvSpPr>
          <p:spPr>
            <a:xfrm>
              <a:off x="3440070" y="1796746"/>
              <a:ext cx="2035" cy="3053"/>
            </a:xfrm>
            <a:custGeom>
              <a:avLst/>
              <a:gdLst/>
              <a:ahLst/>
              <a:cxnLst/>
              <a:rect l="l" t="t" r="r" b="b"/>
              <a:pathLst>
                <a:path w="64" h="96" extrusionOk="0">
                  <a:moveTo>
                    <a:pt x="17" y="1"/>
                  </a:moveTo>
                  <a:cubicBezTo>
                    <a:pt x="0" y="1"/>
                    <a:pt x="0" y="17"/>
                    <a:pt x="0" y="32"/>
                  </a:cubicBezTo>
                  <a:lnTo>
                    <a:pt x="0" y="49"/>
                  </a:lnTo>
                  <a:cubicBezTo>
                    <a:pt x="0" y="80"/>
                    <a:pt x="17" y="96"/>
                    <a:pt x="32" y="96"/>
                  </a:cubicBezTo>
                  <a:lnTo>
                    <a:pt x="32" y="96"/>
                  </a:lnTo>
                  <a:lnTo>
                    <a:pt x="32" y="96"/>
                  </a:lnTo>
                  <a:cubicBezTo>
                    <a:pt x="17" y="80"/>
                    <a:pt x="17" y="64"/>
                    <a:pt x="32" y="49"/>
                  </a:cubicBezTo>
                  <a:cubicBezTo>
                    <a:pt x="32" y="32"/>
                    <a:pt x="48" y="32"/>
                    <a:pt x="63" y="32"/>
                  </a:cubicBezTo>
                  <a:lnTo>
                    <a:pt x="63" y="32"/>
                  </a:lnTo>
                  <a:lnTo>
                    <a:pt x="63" y="32"/>
                  </a:lnTo>
                  <a:lnTo>
                    <a:pt x="63" y="32"/>
                  </a:lnTo>
                  <a:lnTo>
                    <a:pt x="48" y="32"/>
                  </a:lnTo>
                  <a:lnTo>
                    <a:pt x="48" y="32"/>
                  </a:lnTo>
                  <a:cubicBezTo>
                    <a:pt x="32"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3" name="Google Shape;1433;p38"/>
            <p:cNvSpPr/>
            <p:nvPr/>
          </p:nvSpPr>
          <p:spPr>
            <a:xfrm>
              <a:off x="3332351" y="1811312"/>
              <a:ext cx="7060" cy="6042"/>
            </a:xfrm>
            <a:custGeom>
              <a:avLst/>
              <a:gdLst/>
              <a:ahLst/>
              <a:cxnLst/>
              <a:rect l="l" t="t" r="r" b="b"/>
              <a:pathLst>
                <a:path w="222" h="190" extrusionOk="0">
                  <a:moveTo>
                    <a:pt x="221" y="16"/>
                  </a:moveTo>
                  <a:lnTo>
                    <a:pt x="221" y="16"/>
                  </a:lnTo>
                  <a:lnTo>
                    <a:pt x="221" y="16"/>
                  </a:lnTo>
                  <a:lnTo>
                    <a:pt x="221" y="16"/>
                  </a:lnTo>
                  <a:lnTo>
                    <a:pt x="221" y="16"/>
                  </a:lnTo>
                  <a:lnTo>
                    <a:pt x="221" y="16"/>
                  </a:lnTo>
                  <a:close/>
                  <a:moveTo>
                    <a:pt x="32" y="1"/>
                  </a:moveTo>
                  <a:lnTo>
                    <a:pt x="32" y="1"/>
                  </a:lnTo>
                  <a:cubicBezTo>
                    <a:pt x="16" y="1"/>
                    <a:pt x="16" y="16"/>
                    <a:pt x="1" y="16"/>
                  </a:cubicBezTo>
                  <a:cubicBezTo>
                    <a:pt x="1" y="32"/>
                    <a:pt x="1" y="47"/>
                    <a:pt x="16" y="64"/>
                  </a:cubicBezTo>
                  <a:lnTo>
                    <a:pt x="32" y="79"/>
                  </a:lnTo>
                  <a:lnTo>
                    <a:pt x="32" y="79"/>
                  </a:lnTo>
                  <a:cubicBezTo>
                    <a:pt x="47" y="64"/>
                    <a:pt x="47" y="47"/>
                    <a:pt x="64" y="47"/>
                  </a:cubicBezTo>
                  <a:lnTo>
                    <a:pt x="79" y="47"/>
                  </a:lnTo>
                  <a:lnTo>
                    <a:pt x="79" y="47"/>
                  </a:lnTo>
                  <a:cubicBezTo>
                    <a:pt x="95" y="47"/>
                    <a:pt x="110" y="79"/>
                    <a:pt x="110" y="95"/>
                  </a:cubicBezTo>
                  <a:lnTo>
                    <a:pt x="95" y="110"/>
                  </a:lnTo>
                  <a:lnTo>
                    <a:pt x="110" y="110"/>
                  </a:lnTo>
                  <a:cubicBezTo>
                    <a:pt x="127" y="110"/>
                    <a:pt x="142" y="127"/>
                    <a:pt x="142" y="142"/>
                  </a:cubicBezTo>
                  <a:cubicBezTo>
                    <a:pt x="142" y="158"/>
                    <a:pt x="142" y="158"/>
                    <a:pt x="127" y="173"/>
                  </a:cubicBezTo>
                  <a:lnTo>
                    <a:pt x="127" y="173"/>
                  </a:lnTo>
                  <a:cubicBezTo>
                    <a:pt x="142" y="173"/>
                    <a:pt x="142" y="190"/>
                    <a:pt x="142" y="190"/>
                  </a:cubicBezTo>
                  <a:lnTo>
                    <a:pt x="173" y="173"/>
                  </a:lnTo>
                  <a:lnTo>
                    <a:pt x="190" y="173"/>
                  </a:lnTo>
                  <a:lnTo>
                    <a:pt x="190" y="173"/>
                  </a:lnTo>
                  <a:lnTo>
                    <a:pt x="190" y="173"/>
                  </a:lnTo>
                  <a:lnTo>
                    <a:pt x="205" y="142"/>
                  </a:lnTo>
                  <a:cubicBezTo>
                    <a:pt x="190" y="142"/>
                    <a:pt x="190" y="142"/>
                    <a:pt x="190" y="127"/>
                  </a:cubicBezTo>
                  <a:lnTo>
                    <a:pt x="190" y="110"/>
                  </a:lnTo>
                  <a:cubicBezTo>
                    <a:pt x="173" y="110"/>
                    <a:pt x="173" y="95"/>
                    <a:pt x="158" y="79"/>
                  </a:cubicBezTo>
                  <a:lnTo>
                    <a:pt x="158" y="79"/>
                  </a:lnTo>
                  <a:lnTo>
                    <a:pt x="158" y="95"/>
                  </a:lnTo>
                  <a:lnTo>
                    <a:pt x="127" y="79"/>
                  </a:lnTo>
                  <a:lnTo>
                    <a:pt x="142" y="79"/>
                  </a:lnTo>
                  <a:lnTo>
                    <a:pt x="158" y="79"/>
                  </a:lnTo>
                  <a:lnTo>
                    <a:pt x="142" y="32"/>
                  </a:lnTo>
                  <a:lnTo>
                    <a:pt x="127" y="47"/>
                  </a:lnTo>
                  <a:lnTo>
                    <a:pt x="110" y="47"/>
                  </a:lnTo>
                  <a:lnTo>
                    <a:pt x="79" y="47"/>
                  </a:lnTo>
                  <a:lnTo>
                    <a:pt x="79" y="47"/>
                  </a:lnTo>
                  <a:lnTo>
                    <a:pt x="79" y="47"/>
                  </a:lnTo>
                  <a:cubicBezTo>
                    <a:pt x="64" y="47"/>
                    <a:pt x="47" y="32"/>
                    <a:pt x="47"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4" name="Google Shape;1434;p38"/>
            <p:cNvSpPr/>
            <p:nvPr/>
          </p:nvSpPr>
          <p:spPr>
            <a:xfrm>
              <a:off x="3429034" y="1749167"/>
              <a:ext cx="8587" cy="4516"/>
            </a:xfrm>
            <a:custGeom>
              <a:avLst/>
              <a:gdLst/>
              <a:ahLst/>
              <a:cxnLst/>
              <a:rect l="l" t="t" r="r" b="b"/>
              <a:pathLst>
                <a:path w="270" h="142" extrusionOk="0">
                  <a:moveTo>
                    <a:pt x="221" y="1"/>
                  </a:moveTo>
                  <a:cubicBezTo>
                    <a:pt x="206" y="16"/>
                    <a:pt x="175" y="16"/>
                    <a:pt x="158" y="16"/>
                  </a:cubicBezTo>
                  <a:cubicBezTo>
                    <a:pt x="158" y="32"/>
                    <a:pt x="158" y="32"/>
                    <a:pt x="175" y="47"/>
                  </a:cubicBezTo>
                  <a:cubicBezTo>
                    <a:pt x="143" y="64"/>
                    <a:pt x="95" y="64"/>
                    <a:pt x="64" y="79"/>
                  </a:cubicBezTo>
                  <a:cubicBezTo>
                    <a:pt x="49" y="79"/>
                    <a:pt x="32" y="95"/>
                    <a:pt x="17" y="110"/>
                  </a:cubicBezTo>
                  <a:lnTo>
                    <a:pt x="1" y="110"/>
                  </a:lnTo>
                  <a:lnTo>
                    <a:pt x="1" y="110"/>
                  </a:lnTo>
                  <a:lnTo>
                    <a:pt x="64" y="127"/>
                  </a:lnTo>
                  <a:cubicBezTo>
                    <a:pt x="80" y="127"/>
                    <a:pt x="95" y="127"/>
                    <a:pt x="95" y="142"/>
                  </a:cubicBezTo>
                  <a:cubicBezTo>
                    <a:pt x="112" y="127"/>
                    <a:pt x="143" y="127"/>
                    <a:pt x="158" y="127"/>
                  </a:cubicBezTo>
                  <a:lnTo>
                    <a:pt x="175" y="110"/>
                  </a:lnTo>
                  <a:cubicBezTo>
                    <a:pt x="175" y="95"/>
                    <a:pt x="175" y="79"/>
                    <a:pt x="190" y="64"/>
                  </a:cubicBezTo>
                  <a:lnTo>
                    <a:pt x="206" y="64"/>
                  </a:lnTo>
                  <a:lnTo>
                    <a:pt x="221" y="64"/>
                  </a:lnTo>
                  <a:cubicBezTo>
                    <a:pt x="238" y="64"/>
                    <a:pt x="238" y="64"/>
                    <a:pt x="238" y="47"/>
                  </a:cubicBezTo>
                  <a:lnTo>
                    <a:pt x="253" y="47"/>
                  </a:lnTo>
                  <a:lnTo>
                    <a:pt x="253" y="64"/>
                  </a:lnTo>
                  <a:lnTo>
                    <a:pt x="269" y="64"/>
                  </a:lnTo>
                  <a:cubicBezTo>
                    <a:pt x="269" y="64"/>
                    <a:pt x="269" y="47"/>
                    <a:pt x="253" y="47"/>
                  </a:cubicBezTo>
                  <a:cubicBezTo>
                    <a:pt x="253" y="32"/>
                    <a:pt x="238" y="32"/>
                    <a:pt x="238"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5" name="Google Shape;1435;p38"/>
            <p:cNvSpPr/>
            <p:nvPr/>
          </p:nvSpPr>
          <p:spPr>
            <a:xfrm>
              <a:off x="3277712" y="1807304"/>
              <a:ext cx="2544" cy="7060"/>
            </a:xfrm>
            <a:custGeom>
              <a:avLst/>
              <a:gdLst/>
              <a:ahLst/>
              <a:cxnLst/>
              <a:rect l="l" t="t" r="r" b="b"/>
              <a:pathLst>
                <a:path w="80" h="222" extrusionOk="0">
                  <a:moveTo>
                    <a:pt x="48" y="0"/>
                  </a:moveTo>
                  <a:lnTo>
                    <a:pt x="48" y="0"/>
                  </a:lnTo>
                  <a:cubicBezTo>
                    <a:pt x="32" y="0"/>
                    <a:pt x="17" y="16"/>
                    <a:pt x="17" y="32"/>
                  </a:cubicBezTo>
                  <a:cubicBezTo>
                    <a:pt x="1" y="47"/>
                    <a:pt x="1" y="63"/>
                    <a:pt x="1" y="79"/>
                  </a:cubicBezTo>
                  <a:lnTo>
                    <a:pt x="1" y="142"/>
                  </a:lnTo>
                  <a:lnTo>
                    <a:pt x="1" y="158"/>
                  </a:lnTo>
                  <a:lnTo>
                    <a:pt x="1" y="221"/>
                  </a:lnTo>
                  <a:lnTo>
                    <a:pt x="1" y="221"/>
                  </a:lnTo>
                  <a:cubicBezTo>
                    <a:pt x="80" y="190"/>
                    <a:pt x="80" y="127"/>
                    <a:pt x="80" y="79"/>
                  </a:cubicBezTo>
                  <a:lnTo>
                    <a:pt x="80" y="32"/>
                  </a:lnTo>
                  <a:cubicBezTo>
                    <a:pt x="80"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6" name="Google Shape;1436;p38"/>
            <p:cNvSpPr/>
            <p:nvPr/>
          </p:nvSpPr>
          <p:spPr>
            <a:xfrm>
              <a:off x="3120379" y="1826355"/>
              <a:ext cx="5565" cy="3498"/>
            </a:xfrm>
            <a:custGeom>
              <a:avLst/>
              <a:gdLst/>
              <a:ahLst/>
              <a:cxnLst/>
              <a:rect l="l" t="t" r="r" b="b"/>
              <a:pathLst>
                <a:path w="175" h="110" extrusionOk="0">
                  <a:moveTo>
                    <a:pt x="126" y="0"/>
                  </a:moveTo>
                  <a:lnTo>
                    <a:pt x="126" y="0"/>
                  </a:lnTo>
                  <a:lnTo>
                    <a:pt x="111" y="0"/>
                  </a:lnTo>
                  <a:cubicBezTo>
                    <a:pt x="126" y="15"/>
                    <a:pt x="111" y="32"/>
                    <a:pt x="111" y="47"/>
                  </a:cubicBezTo>
                  <a:lnTo>
                    <a:pt x="80" y="47"/>
                  </a:lnTo>
                  <a:cubicBezTo>
                    <a:pt x="80" y="47"/>
                    <a:pt x="63" y="47"/>
                    <a:pt x="48" y="32"/>
                  </a:cubicBezTo>
                  <a:lnTo>
                    <a:pt x="48" y="15"/>
                  </a:lnTo>
                  <a:lnTo>
                    <a:pt x="17" y="32"/>
                  </a:lnTo>
                  <a:cubicBezTo>
                    <a:pt x="17" y="32"/>
                    <a:pt x="0" y="47"/>
                    <a:pt x="0" y="63"/>
                  </a:cubicBezTo>
                  <a:lnTo>
                    <a:pt x="0" y="78"/>
                  </a:lnTo>
                  <a:cubicBezTo>
                    <a:pt x="0" y="95"/>
                    <a:pt x="17" y="110"/>
                    <a:pt x="32" y="110"/>
                  </a:cubicBezTo>
                  <a:lnTo>
                    <a:pt x="143" y="110"/>
                  </a:lnTo>
                  <a:lnTo>
                    <a:pt x="143" y="110"/>
                  </a:lnTo>
                  <a:cubicBezTo>
                    <a:pt x="158" y="110"/>
                    <a:pt x="174" y="95"/>
                    <a:pt x="174" y="78"/>
                  </a:cubicBezTo>
                  <a:cubicBezTo>
                    <a:pt x="174" y="63"/>
                    <a:pt x="158" y="47"/>
                    <a:pt x="143" y="47"/>
                  </a:cubicBezTo>
                  <a:lnTo>
                    <a:pt x="126" y="47"/>
                  </a:lnTo>
                  <a:cubicBezTo>
                    <a:pt x="143" y="32"/>
                    <a:pt x="143"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7" name="Google Shape;1437;p38"/>
            <p:cNvSpPr/>
            <p:nvPr/>
          </p:nvSpPr>
          <p:spPr>
            <a:xfrm>
              <a:off x="3260188" y="1773243"/>
              <a:ext cx="7060" cy="4516"/>
            </a:xfrm>
            <a:custGeom>
              <a:avLst/>
              <a:gdLst/>
              <a:ahLst/>
              <a:cxnLst/>
              <a:rect l="l" t="t" r="r" b="b"/>
              <a:pathLst>
                <a:path w="222" h="142" extrusionOk="0">
                  <a:moveTo>
                    <a:pt x="142" y="63"/>
                  </a:moveTo>
                  <a:lnTo>
                    <a:pt x="142" y="47"/>
                  </a:lnTo>
                  <a:lnTo>
                    <a:pt x="142" y="63"/>
                  </a:lnTo>
                  <a:close/>
                  <a:moveTo>
                    <a:pt x="110" y="15"/>
                  </a:moveTo>
                  <a:lnTo>
                    <a:pt x="95" y="32"/>
                  </a:lnTo>
                  <a:lnTo>
                    <a:pt x="95" y="32"/>
                  </a:lnTo>
                  <a:lnTo>
                    <a:pt x="95" y="63"/>
                  </a:lnTo>
                  <a:lnTo>
                    <a:pt x="79" y="78"/>
                  </a:lnTo>
                  <a:lnTo>
                    <a:pt x="79" y="95"/>
                  </a:lnTo>
                  <a:cubicBezTo>
                    <a:pt x="95" y="110"/>
                    <a:pt x="110" y="110"/>
                    <a:pt x="142" y="126"/>
                  </a:cubicBezTo>
                  <a:lnTo>
                    <a:pt x="173" y="126"/>
                  </a:lnTo>
                  <a:lnTo>
                    <a:pt x="173" y="141"/>
                  </a:lnTo>
                  <a:cubicBezTo>
                    <a:pt x="190" y="141"/>
                    <a:pt x="205" y="126"/>
                    <a:pt x="205" y="110"/>
                  </a:cubicBezTo>
                  <a:cubicBezTo>
                    <a:pt x="221" y="95"/>
                    <a:pt x="221" y="78"/>
                    <a:pt x="190" y="78"/>
                  </a:cubicBezTo>
                  <a:cubicBezTo>
                    <a:pt x="190" y="63"/>
                    <a:pt x="173" y="63"/>
                    <a:pt x="158" y="63"/>
                  </a:cubicBezTo>
                  <a:cubicBezTo>
                    <a:pt x="158" y="63"/>
                    <a:pt x="142" y="47"/>
                    <a:pt x="127" y="47"/>
                  </a:cubicBezTo>
                  <a:cubicBezTo>
                    <a:pt x="127" y="32"/>
                    <a:pt x="127" y="15"/>
                    <a:pt x="110" y="15"/>
                  </a:cubicBezTo>
                  <a:close/>
                  <a:moveTo>
                    <a:pt x="32" y="0"/>
                  </a:moveTo>
                  <a:lnTo>
                    <a:pt x="32" y="0"/>
                  </a:lnTo>
                  <a:cubicBezTo>
                    <a:pt x="16" y="0"/>
                    <a:pt x="1" y="15"/>
                    <a:pt x="1" y="47"/>
                  </a:cubicBezTo>
                  <a:cubicBezTo>
                    <a:pt x="1" y="47"/>
                    <a:pt x="1" y="63"/>
                    <a:pt x="16" y="63"/>
                  </a:cubicBezTo>
                  <a:lnTo>
                    <a:pt x="16" y="47"/>
                  </a:lnTo>
                  <a:lnTo>
                    <a:pt x="32" y="32"/>
                  </a:lnTo>
                  <a:lnTo>
                    <a:pt x="32"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8" name="Google Shape;1438;p38"/>
            <p:cNvSpPr/>
            <p:nvPr/>
          </p:nvSpPr>
          <p:spPr>
            <a:xfrm>
              <a:off x="3264673" y="1774706"/>
              <a:ext cx="32" cy="572"/>
            </a:xfrm>
            <a:custGeom>
              <a:avLst/>
              <a:gdLst/>
              <a:ahLst/>
              <a:cxnLst/>
              <a:rect l="l" t="t" r="r" b="b"/>
              <a:pathLst>
                <a:path w="1" h="18" extrusionOk="0">
                  <a:moveTo>
                    <a:pt x="1" y="1"/>
                  </a:move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9" name="Google Shape;1439;p38"/>
            <p:cNvSpPr/>
            <p:nvPr/>
          </p:nvSpPr>
          <p:spPr>
            <a:xfrm>
              <a:off x="3353882" y="1814333"/>
              <a:ext cx="6042" cy="7028"/>
            </a:xfrm>
            <a:custGeom>
              <a:avLst/>
              <a:gdLst/>
              <a:ahLst/>
              <a:cxnLst/>
              <a:rect l="l" t="t" r="r" b="b"/>
              <a:pathLst>
                <a:path w="190" h="221" extrusionOk="0">
                  <a:moveTo>
                    <a:pt x="126" y="0"/>
                  </a:moveTo>
                  <a:lnTo>
                    <a:pt x="126" y="15"/>
                  </a:lnTo>
                  <a:lnTo>
                    <a:pt x="63" y="158"/>
                  </a:lnTo>
                  <a:lnTo>
                    <a:pt x="17" y="173"/>
                  </a:lnTo>
                  <a:cubicBezTo>
                    <a:pt x="0" y="189"/>
                    <a:pt x="0" y="204"/>
                    <a:pt x="0" y="221"/>
                  </a:cubicBezTo>
                  <a:lnTo>
                    <a:pt x="17" y="221"/>
                  </a:lnTo>
                  <a:lnTo>
                    <a:pt x="80" y="221"/>
                  </a:lnTo>
                  <a:lnTo>
                    <a:pt x="111" y="204"/>
                  </a:lnTo>
                  <a:cubicBezTo>
                    <a:pt x="126" y="204"/>
                    <a:pt x="126" y="189"/>
                    <a:pt x="126" y="189"/>
                  </a:cubicBezTo>
                  <a:lnTo>
                    <a:pt x="189" y="32"/>
                  </a:lnTo>
                  <a:lnTo>
                    <a:pt x="189" y="15"/>
                  </a:lnTo>
                  <a:cubicBezTo>
                    <a:pt x="189" y="32"/>
                    <a:pt x="174" y="32"/>
                    <a:pt x="158" y="32"/>
                  </a:cubicBezTo>
                  <a:lnTo>
                    <a:pt x="158" y="32"/>
                  </a:lnTo>
                  <a:cubicBezTo>
                    <a:pt x="143" y="32"/>
                    <a:pt x="126"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0" name="Google Shape;1440;p38"/>
            <p:cNvSpPr/>
            <p:nvPr/>
          </p:nvSpPr>
          <p:spPr>
            <a:xfrm>
              <a:off x="3118376" y="1813315"/>
              <a:ext cx="3562" cy="5534"/>
            </a:xfrm>
            <a:custGeom>
              <a:avLst/>
              <a:gdLst/>
              <a:ahLst/>
              <a:cxnLst/>
              <a:rect l="l" t="t" r="r" b="b"/>
              <a:pathLst>
                <a:path w="112" h="174" extrusionOk="0">
                  <a:moveTo>
                    <a:pt x="48" y="1"/>
                  </a:moveTo>
                  <a:lnTo>
                    <a:pt x="48" y="1"/>
                  </a:lnTo>
                  <a:lnTo>
                    <a:pt x="32" y="1"/>
                  </a:lnTo>
                  <a:lnTo>
                    <a:pt x="32" y="1"/>
                  </a:lnTo>
                  <a:cubicBezTo>
                    <a:pt x="17" y="1"/>
                    <a:pt x="17" y="1"/>
                    <a:pt x="17" y="16"/>
                  </a:cubicBezTo>
                  <a:lnTo>
                    <a:pt x="17" y="16"/>
                  </a:lnTo>
                  <a:cubicBezTo>
                    <a:pt x="17" y="47"/>
                    <a:pt x="0" y="64"/>
                    <a:pt x="0" y="79"/>
                  </a:cubicBezTo>
                  <a:lnTo>
                    <a:pt x="17" y="95"/>
                  </a:lnTo>
                  <a:lnTo>
                    <a:pt x="32" y="95"/>
                  </a:lnTo>
                  <a:lnTo>
                    <a:pt x="32" y="95"/>
                  </a:lnTo>
                  <a:lnTo>
                    <a:pt x="32" y="110"/>
                  </a:lnTo>
                  <a:lnTo>
                    <a:pt x="17" y="127"/>
                  </a:lnTo>
                  <a:cubicBezTo>
                    <a:pt x="17" y="142"/>
                    <a:pt x="17" y="158"/>
                    <a:pt x="32" y="158"/>
                  </a:cubicBezTo>
                  <a:lnTo>
                    <a:pt x="48" y="173"/>
                  </a:lnTo>
                  <a:cubicBezTo>
                    <a:pt x="63" y="173"/>
                    <a:pt x="80" y="158"/>
                    <a:pt x="80" y="158"/>
                  </a:cubicBezTo>
                  <a:lnTo>
                    <a:pt x="80" y="142"/>
                  </a:lnTo>
                  <a:cubicBezTo>
                    <a:pt x="95" y="127"/>
                    <a:pt x="111" y="95"/>
                    <a:pt x="111" y="64"/>
                  </a:cubicBezTo>
                  <a:lnTo>
                    <a:pt x="95" y="16"/>
                  </a:lnTo>
                  <a:cubicBezTo>
                    <a:pt x="80"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1" name="Google Shape;1441;p38"/>
            <p:cNvSpPr/>
            <p:nvPr/>
          </p:nvSpPr>
          <p:spPr>
            <a:xfrm>
              <a:off x="3105336" y="1785741"/>
              <a:ext cx="8046" cy="4548"/>
            </a:xfrm>
            <a:custGeom>
              <a:avLst/>
              <a:gdLst/>
              <a:ahLst/>
              <a:cxnLst/>
              <a:rect l="l" t="t" r="r" b="b"/>
              <a:pathLst>
                <a:path w="253" h="143" extrusionOk="0">
                  <a:moveTo>
                    <a:pt x="80" y="17"/>
                  </a:moveTo>
                  <a:lnTo>
                    <a:pt x="80" y="32"/>
                  </a:lnTo>
                  <a:lnTo>
                    <a:pt x="48" y="63"/>
                  </a:lnTo>
                  <a:lnTo>
                    <a:pt x="64" y="63"/>
                  </a:lnTo>
                  <a:cubicBezTo>
                    <a:pt x="64" y="80"/>
                    <a:pt x="64" y="80"/>
                    <a:pt x="80" y="95"/>
                  </a:cubicBezTo>
                  <a:lnTo>
                    <a:pt x="190" y="143"/>
                  </a:lnTo>
                  <a:lnTo>
                    <a:pt x="206" y="143"/>
                  </a:lnTo>
                  <a:cubicBezTo>
                    <a:pt x="221" y="143"/>
                    <a:pt x="238" y="143"/>
                    <a:pt x="238" y="126"/>
                  </a:cubicBezTo>
                  <a:cubicBezTo>
                    <a:pt x="253" y="111"/>
                    <a:pt x="238" y="95"/>
                    <a:pt x="238" y="95"/>
                  </a:cubicBezTo>
                  <a:lnTo>
                    <a:pt x="190" y="111"/>
                  </a:lnTo>
                  <a:lnTo>
                    <a:pt x="175" y="111"/>
                  </a:lnTo>
                  <a:cubicBezTo>
                    <a:pt x="175" y="111"/>
                    <a:pt x="158" y="111"/>
                    <a:pt x="158" y="95"/>
                  </a:cubicBezTo>
                  <a:lnTo>
                    <a:pt x="143" y="95"/>
                  </a:lnTo>
                  <a:lnTo>
                    <a:pt x="143" y="95"/>
                  </a:lnTo>
                  <a:cubicBezTo>
                    <a:pt x="127" y="95"/>
                    <a:pt x="112" y="95"/>
                    <a:pt x="112" y="80"/>
                  </a:cubicBezTo>
                  <a:lnTo>
                    <a:pt x="112" y="32"/>
                  </a:lnTo>
                  <a:lnTo>
                    <a:pt x="80" y="17"/>
                  </a:lnTo>
                  <a:close/>
                  <a:moveTo>
                    <a:pt x="1" y="0"/>
                  </a:moveTo>
                  <a:lnTo>
                    <a:pt x="1" y="17"/>
                  </a:ln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2" name="Google Shape;1442;p38"/>
            <p:cNvSpPr/>
            <p:nvPr/>
          </p:nvSpPr>
          <p:spPr>
            <a:xfrm>
              <a:off x="3438066" y="1748181"/>
              <a:ext cx="4039" cy="13039"/>
            </a:xfrm>
            <a:custGeom>
              <a:avLst/>
              <a:gdLst/>
              <a:ahLst/>
              <a:cxnLst/>
              <a:rect l="l" t="t" r="r" b="b"/>
              <a:pathLst>
                <a:path w="127" h="410" extrusionOk="0">
                  <a:moveTo>
                    <a:pt x="80" y="0"/>
                  </a:moveTo>
                  <a:cubicBezTo>
                    <a:pt x="63" y="15"/>
                    <a:pt x="32" y="15"/>
                    <a:pt x="17" y="15"/>
                  </a:cubicBezTo>
                  <a:lnTo>
                    <a:pt x="0" y="63"/>
                  </a:lnTo>
                  <a:lnTo>
                    <a:pt x="0" y="95"/>
                  </a:lnTo>
                  <a:cubicBezTo>
                    <a:pt x="17" y="110"/>
                    <a:pt x="17" y="141"/>
                    <a:pt x="17" y="189"/>
                  </a:cubicBezTo>
                  <a:cubicBezTo>
                    <a:pt x="0" y="221"/>
                    <a:pt x="0" y="252"/>
                    <a:pt x="17" y="284"/>
                  </a:cubicBezTo>
                  <a:lnTo>
                    <a:pt x="32" y="268"/>
                  </a:lnTo>
                  <a:lnTo>
                    <a:pt x="48" y="268"/>
                  </a:lnTo>
                  <a:lnTo>
                    <a:pt x="48" y="268"/>
                  </a:lnTo>
                  <a:cubicBezTo>
                    <a:pt x="48" y="268"/>
                    <a:pt x="63" y="268"/>
                    <a:pt x="80" y="284"/>
                  </a:cubicBezTo>
                  <a:cubicBezTo>
                    <a:pt x="80" y="299"/>
                    <a:pt x="80" y="315"/>
                    <a:pt x="63" y="331"/>
                  </a:cubicBezTo>
                  <a:lnTo>
                    <a:pt x="48" y="347"/>
                  </a:lnTo>
                  <a:lnTo>
                    <a:pt x="48" y="347"/>
                  </a:lnTo>
                  <a:lnTo>
                    <a:pt x="32" y="362"/>
                  </a:lnTo>
                  <a:cubicBezTo>
                    <a:pt x="17" y="378"/>
                    <a:pt x="32" y="410"/>
                    <a:pt x="48" y="410"/>
                  </a:cubicBezTo>
                  <a:lnTo>
                    <a:pt x="63" y="410"/>
                  </a:lnTo>
                  <a:cubicBezTo>
                    <a:pt x="80" y="410"/>
                    <a:pt x="80" y="410"/>
                    <a:pt x="95" y="394"/>
                  </a:cubicBezTo>
                  <a:lnTo>
                    <a:pt x="111" y="347"/>
                  </a:lnTo>
                  <a:cubicBezTo>
                    <a:pt x="126" y="347"/>
                    <a:pt x="126" y="331"/>
                    <a:pt x="111" y="315"/>
                  </a:cubicBezTo>
                  <a:cubicBezTo>
                    <a:pt x="80" y="284"/>
                    <a:pt x="80" y="236"/>
                    <a:pt x="80" y="189"/>
                  </a:cubicBezTo>
                  <a:cubicBezTo>
                    <a:pt x="80" y="141"/>
                    <a:pt x="80" y="110"/>
                    <a:pt x="63" y="78"/>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3" name="Google Shape;1443;p38"/>
            <p:cNvSpPr/>
            <p:nvPr/>
          </p:nvSpPr>
          <p:spPr>
            <a:xfrm>
              <a:off x="3380470" y="1776709"/>
              <a:ext cx="5025" cy="3562"/>
            </a:xfrm>
            <a:custGeom>
              <a:avLst/>
              <a:gdLst/>
              <a:ahLst/>
              <a:cxnLst/>
              <a:rect l="l" t="t" r="r" b="b"/>
              <a:pathLst>
                <a:path w="158" h="112" extrusionOk="0">
                  <a:moveTo>
                    <a:pt x="126" y="1"/>
                  </a:moveTo>
                  <a:lnTo>
                    <a:pt x="126" y="1"/>
                  </a:lnTo>
                  <a:lnTo>
                    <a:pt x="110" y="1"/>
                  </a:lnTo>
                  <a:lnTo>
                    <a:pt x="0" y="49"/>
                  </a:lnTo>
                  <a:lnTo>
                    <a:pt x="0" y="49"/>
                  </a:lnTo>
                  <a:lnTo>
                    <a:pt x="0" y="64"/>
                  </a:lnTo>
                  <a:lnTo>
                    <a:pt x="0" y="95"/>
                  </a:lnTo>
                  <a:cubicBezTo>
                    <a:pt x="0" y="112"/>
                    <a:pt x="15" y="112"/>
                    <a:pt x="15" y="112"/>
                  </a:cubicBezTo>
                  <a:lnTo>
                    <a:pt x="32" y="112"/>
                  </a:lnTo>
                  <a:lnTo>
                    <a:pt x="141" y="64"/>
                  </a:lnTo>
                  <a:cubicBezTo>
                    <a:pt x="158" y="64"/>
                    <a:pt x="158" y="32"/>
                    <a:pt x="158" y="17"/>
                  </a:cubicBez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4" name="Google Shape;1444;p38"/>
            <p:cNvSpPr/>
            <p:nvPr/>
          </p:nvSpPr>
          <p:spPr>
            <a:xfrm>
              <a:off x="3384954" y="1791275"/>
              <a:ext cx="9032" cy="3498"/>
            </a:xfrm>
            <a:custGeom>
              <a:avLst/>
              <a:gdLst/>
              <a:ahLst/>
              <a:cxnLst/>
              <a:rect l="l" t="t" r="r" b="b"/>
              <a:pathLst>
                <a:path w="284" h="110" extrusionOk="0">
                  <a:moveTo>
                    <a:pt x="17" y="0"/>
                  </a:moveTo>
                  <a:cubicBezTo>
                    <a:pt x="17" y="15"/>
                    <a:pt x="0" y="15"/>
                    <a:pt x="0" y="15"/>
                  </a:cubicBezTo>
                  <a:cubicBezTo>
                    <a:pt x="17" y="15"/>
                    <a:pt x="17" y="32"/>
                    <a:pt x="17" y="32"/>
                  </a:cubicBezTo>
                  <a:lnTo>
                    <a:pt x="237" y="110"/>
                  </a:lnTo>
                  <a:lnTo>
                    <a:pt x="237" y="110"/>
                  </a:lnTo>
                  <a:cubicBezTo>
                    <a:pt x="252" y="110"/>
                    <a:pt x="269" y="95"/>
                    <a:pt x="284" y="95"/>
                  </a:cubicBezTo>
                  <a:cubicBezTo>
                    <a:pt x="284" y="63"/>
                    <a:pt x="269" y="47"/>
                    <a:pt x="252" y="47"/>
                  </a:cubicBezTo>
                  <a:lnTo>
                    <a:pt x="158" y="15"/>
                  </a:lnTo>
                  <a:cubicBezTo>
                    <a:pt x="158" y="32"/>
                    <a:pt x="158" y="32"/>
                    <a:pt x="143" y="47"/>
                  </a:cubicBezTo>
                  <a:lnTo>
                    <a:pt x="126" y="47"/>
                  </a:lnTo>
                  <a:cubicBezTo>
                    <a:pt x="111" y="47"/>
                    <a:pt x="95" y="32"/>
                    <a:pt x="95" y="15"/>
                  </a:cubicBezTo>
                  <a:lnTo>
                    <a:pt x="95" y="15"/>
                  </a:lnTo>
                  <a:lnTo>
                    <a:pt x="17" y="15"/>
                  </a:lnTo>
                  <a:lnTo>
                    <a:pt x="17"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5" name="Google Shape;1445;p38"/>
            <p:cNvSpPr/>
            <p:nvPr/>
          </p:nvSpPr>
          <p:spPr>
            <a:xfrm>
              <a:off x="3390965" y="1801294"/>
              <a:ext cx="7569" cy="3530"/>
            </a:xfrm>
            <a:custGeom>
              <a:avLst/>
              <a:gdLst/>
              <a:ahLst/>
              <a:cxnLst/>
              <a:rect l="l" t="t" r="r" b="b"/>
              <a:pathLst>
                <a:path w="238" h="111" extrusionOk="0">
                  <a:moveTo>
                    <a:pt x="206" y="16"/>
                  </a:moveTo>
                  <a:lnTo>
                    <a:pt x="189" y="16"/>
                  </a:lnTo>
                  <a:lnTo>
                    <a:pt x="143" y="32"/>
                  </a:lnTo>
                  <a:lnTo>
                    <a:pt x="143" y="110"/>
                  </a:lnTo>
                  <a:cubicBezTo>
                    <a:pt x="143" y="110"/>
                    <a:pt x="158" y="110"/>
                    <a:pt x="158" y="95"/>
                  </a:cubicBezTo>
                  <a:lnTo>
                    <a:pt x="158" y="95"/>
                  </a:lnTo>
                  <a:lnTo>
                    <a:pt x="174" y="95"/>
                  </a:lnTo>
                  <a:cubicBezTo>
                    <a:pt x="174" y="95"/>
                    <a:pt x="189" y="79"/>
                    <a:pt x="206" y="79"/>
                  </a:cubicBezTo>
                  <a:lnTo>
                    <a:pt x="221" y="79"/>
                  </a:lnTo>
                  <a:cubicBezTo>
                    <a:pt x="237" y="79"/>
                    <a:pt x="237" y="63"/>
                    <a:pt x="237" y="47"/>
                  </a:cubicBezTo>
                  <a:cubicBezTo>
                    <a:pt x="237" y="32"/>
                    <a:pt x="221" y="16"/>
                    <a:pt x="206" y="16"/>
                  </a:cubicBezTo>
                  <a:close/>
                  <a:moveTo>
                    <a:pt x="32" y="0"/>
                  </a:moveTo>
                  <a:cubicBezTo>
                    <a:pt x="32" y="16"/>
                    <a:pt x="0" y="47"/>
                    <a:pt x="32" y="79"/>
                  </a:cubicBezTo>
                  <a:lnTo>
                    <a:pt x="32" y="79"/>
                  </a:lnTo>
                  <a:lnTo>
                    <a:pt x="48" y="79"/>
                  </a:lnTo>
                  <a:lnTo>
                    <a:pt x="48" y="79"/>
                  </a:lnTo>
                  <a:lnTo>
                    <a:pt x="80" y="79"/>
                  </a:lnTo>
                  <a:lnTo>
                    <a:pt x="80" y="32"/>
                  </a:lnTo>
                  <a:cubicBezTo>
                    <a:pt x="63" y="16"/>
                    <a:pt x="80" y="16"/>
                    <a:pt x="80" y="16"/>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6" name="Google Shape;1446;p38"/>
            <p:cNvSpPr/>
            <p:nvPr/>
          </p:nvSpPr>
          <p:spPr>
            <a:xfrm>
              <a:off x="3185513" y="1774229"/>
              <a:ext cx="7569" cy="6042"/>
            </a:xfrm>
            <a:custGeom>
              <a:avLst/>
              <a:gdLst/>
              <a:ahLst/>
              <a:cxnLst/>
              <a:rect l="l" t="t" r="r" b="b"/>
              <a:pathLst>
                <a:path w="238" h="190" extrusionOk="0">
                  <a:moveTo>
                    <a:pt x="158" y="95"/>
                  </a:moveTo>
                  <a:lnTo>
                    <a:pt x="158" y="95"/>
                  </a:lnTo>
                  <a:lnTo>
                    <a:pt x="158" y="95"/>
                  </a:lnTo>
                  <a:close/>
                  <a:moveTo>
                    <a:pt x="95" y="1"/>
                  </a:moveTo>
                  <a:cubicBezTo>
                    <a:pt x="64" y="1"/>
                    <a:pt x="32" y="1"/>
                    <a:pt x="1" y="16"/>
                  </a:cubicBezTo>
                  <a:lnTo>
                    <a:pt x="1" y="16"/>
                  </a:lnTo>
                  <a:cubicBezTo>
                    <a:pt x="17" y="32"/>
                    <a:pt x="32" y="47"/>
                    <a:pt x="48" y="47"/>
                  </a:cubicBezTo>
                  <a:cubicBezTo>
                    <a:pt x="80" y="79"/>
                    <a:pt x="95" y="95"/>
                    <a:pt x="111" y="127"/>
                  </a:cubicBezTo>
                  <a:cubicBezTo>
                    <a:pt x="111" y="158"/>
                    <a:pt x="143" y="158"/>
                    <a:pt x="158" y="173"/>
                  </a:cubicBezTo>
                  <a:lnTo>
                    <a:pt x="190" y="173"/>
                  </a:lnTo>
                  <a:cubicBezTo>
                    <a:pt x="190" y="190"/>
                    <a:pt x="190" y="190"/>
                    <a:pt x="206" y="190"/>
                  </a:cubicBezTo>
                  <a:cubicBezTo>
                    <a:pt x="221" y="190"/>
                    <a:pt x="221" y="173"/>
                    <a:pt x="237" y="158"/>
                  </a:cubicBezTo>
                  <a:cubicBezTo>
                    <a:pt x="237" y="142"/>
                    <a:pt x="237" y="127"/>
                    <a:pt x="221" y="110"/>
                  </a:cubicBezTo>
                  <a:lnTo>
                    <a:pt x="190" y="110"/>
                  </a:lnTo>
                  <a:lnTo>
                    <a:pt x="174" y="95"/>
                  </a:lnTo>
                  <a:cubicBezTo>
                    <a:pt x="158" y="47"/>
                    <a:pt x="127"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7" name="Google Shape;1447;p38"/>
            <p:cNvSpPr/>
            <p:nvPr/>
          </p:nvSpPr>
          <p:spPr>
            <a:xfrm>
              <a:off x="3190538" y="177725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8" name="Google Shape;1448;p38"/>
            <p:cNvSpPr/>
            <p:nvPr/>
          </p:nvSpPr>
          <p:spPr>
            <a:xfrm>
              <a:off x="3042206" y="1820821"/>
              <a:ext cx="6042" cy="4039"/>
            </a:xfrm>
            <a:custGeom>
              <a:avLst/>
              <a:gdLst/>
              <a:ahLst/>
              <a:cxnLst/>
              <a:rect l="l" t="t" r="r" b="b"/>
              <a:pathLst>
                <a:path w="190" h="127" extrusionOk="0">
                  <a:moveTo>
                    <a:pt x="158" y="0"/>
                  </a:moveTo>
                  <a:lnTo>
                    <a:pt x="158" y="0"/>
                  </a:lnTo>
                  <a:cubicBezTo>
                    <a:pt x="143" y="0"/>
                    <a:pt x="126" y="17"/>
                    <a:pt x="126" y="17"/>
                  </a:cubicBezTo>
                  <a:cubicBezTo>
                    <a:pt x="126" y="32"/>
                    <a:pt x="111" y="32"/>
                    <a:pt x="95" y="48"/>
                  </a:cubicBezTo>
                  <a:lnTo>
                    <a:pt x="95" y="63"/>
                  </a:lnTo>
                  <a:cubicBezTo>
                    <a:pt x="95" y="80"/>
                    <a:pt x="80" y="95"/>
                    <a:pt x="63" y="95"/>
                  </a:cubicBezTo>
                  <a:lnTo>
                    <a:pt x="0" y="95"/>
                  </a:lnTo>
                  <a:lnTo>
                    <a:pt x="0" y="111"/>
                  </a:lnTo>
                  <a:cubicBezTo>
                    <a:pt x="17" y="126"/>
                    <a:pt x="17" y="126"/>
                    <a:pt x="32" y="126"/>
                  </a:cubicBezTo>
                  <a:lnTo>
                    <a:pt x="48" y="126"/>
                  </a:lnTo>
                  <a:cubicBezTo>
                    <a:pt x="63" y="111"/>
                    <a:pt x="80" y="111"/>
                    <a:pt x="95" y="111"/>
                  </a:cubicBezTo>
                  <a:cubicBezTo>
                    <a:pt x="126" y="111"/>
                    <a:pt x="174" y="95"/>
                    <a:pt x="189" y="48"/>
                  </a:cubicBezTo>
                  <a:cubicBezTo>
                    <a:pt x="189" y="32"/>
                    <a:pt x="189" y="17"/>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9" name="Google Shape;1449;p38"/>
            <p:cNvSpPr/>
            <p:nvPr/>
          </p:nvSpPr>
          <p:spPr>
            <a:xfrm>
              <a:off x="3167004" y="1793279"/>
              <a:ext cx="6042" cy="3021"/>
            </a:xfrm>
            <a:custGeom>
              <a:avLst/>
              <a:gdLst/>
              <a:ahLst/>
              <a:cxnLst/>
              <a:rect l="l" t="t" r="r" b="b"/>
              <a:pathLst>
                <a:path w="190" h="95" extrusionOk="0">
                  <a:moveTo>
                    <a:pt x="173" y="0"/>
                  </a:moveTo>
                  <a:lnTo>
                    <a:pt x="173" y="0"/>
                  </a:lnTo>
                  <a:lnTo>
                    <a:pt x="32" y="15"/>
                  </a:lnTo>
                  <a:cubicBezTo>
                    <a:pt x="0" y="15"/>
                    <a:pt x="0" y="32"/>
                    <a:pt x="0" y="63"/>
                  </a:cubicBezTo>
                  <a:cubicBezTo>
                    <a:pt x="0" y="78"/>
                    <a:pt x="15" y="95"/>
                    <a:pt x="32" y="95"/>
                  </a:cubicBezTo>
                  <a:lnTo>
                    <a:pt x="32" y="95"/>
                  </a:lnTo>
                  <a:lnTo>
                    <a:pt x="63" y="78"/>
                  </a:lnTo>
                  <a:lnTo>
                    <a:pt x="63" y="78"/>
                  </a:lnTo>
                  <a:cubicBezTo>
                    <a:pt x="78" y="63"/>
                    <a:pt x="110" y="47"/>
                    <a:pt x="141" y="47"/>
                  </a:cubicBezTo>
                  <a:lnTo>
                    <a:pt x="189" y="47"/>
                  </a:lnTo>
                  <a:lnTo>
                    <a:pt x="189" y="32"/>
                  </a:lnTo>
                  <a:lnTo>
                    <a:pt x="189" y="15"/>
                  </a:lnTo>
                  <a:cubicBezTo>
                    <a:pt x="189" y="0"/>
                    <a:pt x="173" y="0"/>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0" name="Google Shape;1450;p38"/>
            <p:cNvSpPr/>
            <p:nvPr/>
          </p:nvSpPr>
          <p:spPr>
            <a:xfrm>
              <a:off x="3346376" y="1812806"/>
              <a:ext cx="7537" cy="8555"/>
            </a:xfrm>
            <a:custGeom>
              <a:avLst/>
              <a:gdLst/>
              <a:ahLst/>
              <a:cxnLst/>
              <a:rect l="l" t="t" r="r" b="b"/>
              <a:pathLst>
                <a:path w="237" h="269" extrusionOk="0">
                  <a:moveTo>
                    <a:pt x="158" y="189"/>
                  </a:moveTo>
                  <a:lnTo>
                    <a:pt x="158" y="189"/>
                  </a:lnTo>
                  <a:lnTo>
                    <a:pt x="142" y="206"/>
                  </a:lnTo>
                  <a:lnTo>
                    <a:pt x="110" y="206"/>
                  </a:lnTo>
                  <a:lnTo>
                    <a:pt x="95" y="206"/>
                  </a:lnTo>
                  <a:lnTo>
                    <a:pt x="95" y="206"/>
                  </a:lnTo>
                  <a:lnTo>
                    <a:pt x="64" y="206"/>
                  </a:lnTo>
                  <a:lnTo>
                    <a:pt x="47" y="206"/>
                  </a:lnTo>
                  <a:lnTo>
                    <a:pt x="47" y="206"/>
                  </a:lnTo>
                  <a:cubicBezTo>
                    <a:pt x="47" y="221"/>
                    <a:pt x="47" y="237"/>
                    <a:pt x="32" y="237"/>
                  </a:cubicBezTo>
                  <a:lnTo>
                    <a:pt x="1" y="252"/>
                  </a:lnTo>
                  <a:cubicBezTo>
                    <a:pt x="16" y="252"/>
                    <a:pt x="16" y="252"/>
                    <a:pt x="16" y="269"/>
                  </a:cubicBezTo>
                  <a:lnTo>
                    <a:pt x="32" y="269"/>
                  </a:lnTo>
                  <a:lnTo>
                    <a:pt x="47" y="269"/>
                  </a:lnTo>
                  <a:lnTo>
                    <a:pt x="47" y="269"/>
                  </a:lnTo>
                  <a:lnTo>
                    <a:pt x="47" y="269"/>
                  </a:lnTo>
                  <a:lnTo>
                    <a:pt x="110" y="237"/>
                  </a:lnTo>
                  <a:lnTo>
                    <a:pt x="173" y="269"/>
                  </a:lnTo>
                  <a:lnTo>
                    <a:pt x="190" y="269"/>
                  </a:lnTo>
                  <a:cubicBezTo>
                    <a:pt x="205" y="269"/>
                    <a:pt x="221" y="252"/>
                    <a:pt x="221" y="252"/>
                  </a:cubicBezTo>
                  <a:cubicBezTo>
                    <a:pt x="236" y="221"/>
                    <a:pt x="221" y="206"/>
                    <a:pt x="205" y="206"/>
                  </a:cubicBezTo>
                  <a:lnTo>
                    <a:pt x="158" y="189"/>
                  </a:lnTo>
                  <a:close/>
                  <a:moveTo>
                    <a:pt x="95" y="17"/>
                  </a:moveTo>
                  <a:lnTo>
                    <a:pt x="79" y="32"/>
                  </a:lnTo>
                  <a:cubicBezTo>
                    <a:pt x="79" y="48"/>
                    <a:pt x="64" y="63"/>
                    <a:pt x="47" y="63"/>
                  </a:cubicBezTo>
                  <a:lnTo>
                    <a:pt x="32" y="48"/>
                  </a:lnTo>
                  <a:lnTo>
                    <a:pt x="16" y="48"/>
                  </a:lnTo>
                  <a:lnTo>
                    <a:pt x="16" y="63"/>
                  </a:lnTo>
                  <a:lnTo>
                    <a:pt x="1" y="63"/>
                  </a:lnTo>
                  <a:lnTo>
                    <a:pt x="32" y="80"/>
                  </a:lnTo>
                  <a:cubicBezTo>
                    <a:pt x="47" y="95"/>
                    <a:pt x="47" y="111"/>
                    <a:pt x="32" y="126"/>
                  </a:cubicBezTo>
                  <a:cubicBezTo>
                    <a:pt x="32" y="126"/>
                    <a:pt x="16" y="143"/>
                    <a:pt x="1" y="143"/>
                  </a:cubicBezTo>
                  <a:lnTo>
                    <a:pt x="1" y="143"/>
                  </a:lnTo>
                  <a:lnTo>
                    <a:pt x="1" y="174"/>
                  </a:lnTo>
                  <a:lnTo>
                    <a:pt x="1" y="174"/>
                  </a:lnTo>
                  <a:lnTo>
                    <a:pt x="16" y="174"/>
                  </a:lnTo>
                  <a:lnTo>
                    <a:pt x="16" y="174"/>
                  </a:lnTo>
                  <a:lnTo>
                    <a:pt x="16" y="174"/>
                  </a:lnTo>
                  <a:cubicBezTo>
                    <a:pt x="16" y="158"/>
                    <a:pt x="32" y="143"/>
                    <a:pt x="47" y="143"/>
                  </a:cubicBezTo>
                  <a:lnTo>
                    <a:pt x="64" y="143"/>
                  </a:lnTo>
                  <a:cubicBezTo>
                    <a:pt x="79" y="111"/>
                    <a:pt x="79" y="80"/>
                    <a:pt x="95" y="32"/>
                  </a:cubicBezTo>
                  <a:cubicBezTo>
                    <a:pt x="110" y="32"/>
                    <a:pt x="110" y="17"/>
                    <a:pt x="95" y="17"/>
                  </a:cubicBezTo>
                  <a:close/>
                  <a:moveTo>
                    <a:pt x="32" y="0"/>
                  </a:moveTo>
                  <a:lnTo>
                    <a:pt x="16" y="0"/>
                  </a:lnTo>
                  <a:lnTo>
                    <a:pt x="16" y="17"/>
                  </a:lnTo>
                  <a:lnTo>
                    <a:pt x="16" y="17"/>
                  </a:lnTo>
                  <a:lnTo>
                    <a:pt x="16"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1" name="Google Shape;1451;p38"/>
            <p:cNvSpPr/>
            <p:nvPr/>
          </p:nvSpPr>
          <p:spPr>
            <a:xfrm>
              <a:off x="3103842" y="1790258"/>
              <a:ext cx="7060" cy="2512"/>
            </a:xfrm>
            <a:custGeom>
              <a:avLst/>
              <a:gdLst/>
              <a:ahLst/>
              <a:cxnLst/>
              <a:rect l="l" t="t" r="r" b="b"/>
              <a:pathLst>
                <a:path w="222" h="79" extrusionOk="0">
                  <a:moveTo>
                    <a:pt x="32" y="16"/>
                  </a:moveTo>
                  <a:lnTo>
                    <a:pt x="16" y="16"/>
                  </a:lnTo>
                  <a:cubicBezTo>
                    <a:pt x="1" y="32"/>
                    <a:pt x="16" y="64"/>
                    <a:pt x="32" y="64"/>
                  </a:cubicBezTo>
                  <a:lnTo>
                    <a:pt x="32" y="79"/>
                  </a:lnTo>
                  <a:cubicBezTo>
                    <a:pt x="32" y="64"/>
                    <a:pt x="48" y="47"/>
                    <a:pt x="64" y="47"/>
                  </a:cubicBezTo>
                  <a:lnTo>
                    <a:pt x="64" y="47"/>
                  </a:lnTo>
                  <a:lnTo>
                    <a:pt x="64" y="47"/>
                  </a:lnTo>
                  <a:cubicBezTo>
                    <a:pt x="79" y="47"/>
                    <a:pt x="95" y="64"/>
                    <a:pt x="95" y="79"/>
                  </a:cubicBezTo>
                  <a:lnTo>
                    <a:pt x="95" y="79"/>
                  </a:lnTo>
                  <a:lnTo>
                    <a:pt x="111" y="79"/>
                  </a:lnTo>
                  <a:lnTo>
                    <a:pt x="111" y="79"/>
                  </a:lnTo>
                  <a:lnTo>
                    <a:pt x="111" y="79"/>
                  </a:lnTo>
                  <a:lnTo>
                    <a:pt x="111" y="64"/>
                  </a:lnTo>
                  <a:cubicBezTo>
                    <a:pt x="111" y="64"/>
                    <a:pt x="127" y="64"/>
                    <a:pt x="127" y="47"/>
                  </a:cubicBezTo>
                  <a:lnTo>
                    <a:pt x="127" y="47"/>
                  </a:lnTo>
                  <a:lnTo>
                    <a:pt x="95" y="16"/>
                  </a:lnTo>
                  <a:lnTo>
                    <a:pt x="79" y="16"/>
                  </a:lnTo>
                  <a:lnTo>
                    <a:pt x="79" y="16"/>
                  </a:lnTo>
                  <a:lnTo>
                    <a:pt x="64" y="16"/>
                  </a:lnTo>
                  <a:lnTo>
                    <a:pt x="48" y="16"/>
                  </a:lnTo>
                  <a:lnTo>
                    <a:pt x="32" y="16"/>
                  </a:lnTo>
                  <a:close/>
                  <a:moveTo>
                    <a:pt x="190" y="1"/>
                  </a:moveTo>
                  <a:lnTo>
                    <a:pt x="190" y="1"/>
                  </a:lnTo>
                  <a:lnTo>
                    <a:pt x="174" y="16"/>
                  </a:lnTo>
                  <a:lnTo>
                    <a:pt x="174" y="47"/>
                  </a:lnTo>
                  <a:lnTo>
                    <a:pt x="174" y="47"/>
                  </a:lnTo>
                  <a:cubicBezTo>
                    <a:pt x="174" y="47"/>
                    <a:pt x="190" y="64"/>
                    <a:pt x="190" y="79"/>
                  </a:cubicBezTo>
                  <a:lnTo>
                    <a:pt x="190" y="79"/>
                  </a:lnTo>
                  <a:cubicBezTo>
                    <a:pt x="222" y="79"/>
                    <a:pt x="222" y="64"/>
                    <a:pt x="222" y="32"/>
                  </a:cubicBezTo>
                  <a:cubicBezTo>
                    <a:pt x="222" y="16"/>
                    <a:pt x="205" y="1"/>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2" name="Google Shape;1452;p38"/>
            <p:cNvSpPr/>
            <p:nvPr/>
          </p:nvSpPr>
          <p:spPr>
            <a:xfrm>
              <a:off x="3397485" y="1767709"/>
              <a:ext cx="4516" cy="3021"/>
            </a:xfrm>
            <a:custGeom>
              <a:avLst/>
              <a:gdLst/>
              <a:ahLst/>
              <a:cxnLst/>
              <a:rect l="l" t="t" r="r" b="b"/>
              <a:pathLst>
                <a:path w="142" h="95" extrusionOk="0">
                  <a:moveTo>
                    <a:pt x="127" y="0"/>
                  </a:moveTo>
                  <a:lnTo>
                    <a:pt x="110" y="17"/>
                  </a:lnTo>
                  <a:lnTo>
                    <a:pt x="95" y="17"/>
                  </a:lnTo>
                  <a:lnTo>
                    <a:pt x="64" y="17"/>
                  </a:lnTo>
                  <a:lnTo>
                    <a:pt x="32" y="17"/>
                  </a:lnTo>
                  <a:cubicBezTo>
                    <a:pt x="16" y="32"/>
                    <a:pt x="1" y="48"/>
                    <a:pt x="16" y="63"/>
                  </a:cubicBezTo>
                  <a:cubicBezTo>
                    <a:pt x="16" y="80"/>
                    <a:pt x="32" y="95"/>
                    <a:pt x="47" y="95"/>
                  </a:cubicBezTo>
                  <a:lnTo>
                    <a:pt x="47" y="95"/>
                  </a:lnTo>
                  <a:lnTo>
                    <a:pt x="142" y="63"/>
                  </a:lnTo>
                  <a:lnTo>
                    <a:pt x="142" y="48"/>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3" name="Google Shape;1453;p38"/>
            <p:cNvSpPr/>
            <p:nvPr/>
          </p:nvSpPr>
          <p:spPr>
            <a:xfrm>
              <a:off x="3263210" y="1818817"/>
              <a:ext cx="4039" cy="9573"/>
            </a:xfrm>
            <a:custGeom>
              <a:avLst/>
              <a:gdLst/>
              <a:ahLst/>
              <a:cxnLst/>
              <a:rect l="l" t="t" r="r" b="b"/>
              <a:pathLst>
                <a:path w="127" h="301" extrusionOk="0">
                  <a:moveTo>
                    <a:pt x="63" y="0"/>
                  </a:moveTo>
                  <a:lnTo>
                    <a:pt x="63" y="0"/>
                  </a:lnTo>
                  <a:cubicBezTo>
                    <a:pt x="47" y="0"/>
                    <a:pt x="47" y="17"/>
                    <a:pt x="32" y="17"/>
                  </a:cubicBezTo>
                  <a:cubicBezTo>
                    <a:pt x="32" y="32"/>
                    <a:pt x="32" y="63"/>
                    <a:pt x="47" y="63"/>
                  </a:cubicBezTo>
                  <a:cubicBezTo>
                    <a:pt x="47" y="80"/>
                    <a:pt x="47" y="80"/>
                    <a:pt x="63" y="80"/>
                  </a:cubicBezTo>
                  <a:cubicBezTo>
                    <a:pt x="47" y="95"/>
                    <a:pt x="47" y="95"/>
                    <a:pt x="47" y="111"/>
                  </a:cubicBezTo>
                  <a:cubicBezTo>
                    <a:pt x="47" y="126"/>
                    <a:pt x="32" y="143"/>
                    <a:pt x="32" y="158"/>
                  </a:cubicBezTo>
                  <a:lnTo>
                    <a:pt x="32" y="174"/>
                  </a:lnTo>
                  <a:cubicBezTo>
                    <a:pt x="15" y="206"/>
                    <a:pt x="0" y="252"/>
                    <a:pt x="47" y="284"/>
                  </a:cubicBezTo>
                  <a:cubicBezTo>
                    <a:pt x="47" y="300"/>
                    <a:pt x="47" y="300"/>
                    <a:pt x="63" y="300"/>
                  </a:cubicBezTo>
                  <a:cubicBezTo>
                    <a:pt x="78" y="300"/>
                    <a:pt x="78" y="300"/>
                    <a:pt x="95" y="284"/>
                  </a:cubicBezTo>
                  <a:lnTo>
                    <a:pt x="95" y="237"/>
                  </a:lnTo>
                  <a:cubicBezTo>
                    <a:pt x="78" y="237"/>
                    <a:pt x="78" y="237"/>
                    <a:pt x="78" y="206"/>
                  </a:cubicBezTo>
                  <a:lnTo>
                    <a:pt x="78" y="206"/>
                  </a:lnTo>
                  <a:cubicBezTo>
                    <a:pt x="63" y="206"/>
                    <a:pt x="47" y="206"/>
                    <a:pt x="47" y="189"/>
                  </a:cubicBezTo>
                  <a:cubicBezTo>
                    <a:pt x="32" y="174"/>
                    <a:pt x="47" y="158"/>
                    <a:pt x="63" y="143"/>
                  </a:cubicBezTo>
                  <a:lnTo>
                    <a:pt x="95" y="126"/>
                  </a:lnTo>
                  <a:cubicBezTo>
                    <a:pt x="78" y="126"/>
                    <a:pt x="78" y="111"/>
                    <a:pt x="78" y="111"/>
                  </a:cubicBezTo>
                  <a:cubicBezTo>
                    <a:pt x="78" y="80"/>
                    <a:pt x="78" y="63"/>
                    <a:pt x="95" y="63"/>
                  </a:cubicBezTo>
                  <a:lnTo>
                    <a:pt x="126" y="63"/>
                  </a:lnTo>
                  <a:lnTo>
                    <a:pt x="126" y="48"/>
                  </a:lnTo>
                  <a:cubicBezTo>
                    <a:pt x="126" y="63"/>
                    <a:pt x="110" y="63"/>
                    <a:pt x="110" y="63"/>
                  </a:cubicBezTo>
                  <a:cubicBezTo>
                    <a:pt x="95" y="63"/>
                    <a:pt x="95" y="63"/>
                    <a:pt x="78" y="48"/>
                  </a:cubicBezTo>
                  <a:lnTo>
                    <a:pt x="78" y="17"/>
                  </a:lnTo>
                  <a:cubicBezTo>
                    <a:pt x="78"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4" name="Google Shape;1454;p38"/>
            <p:cNvSpPr/>
            <p:nvPr/>
          </p:nvSpPr>
          <p:spPr>
            <a:xfrm>
              <a:off x="3398503" y="1786727"/>
              <a:ext cx="3021" cy="9573"/>
            </a:xfrm>
            <a:custGeom>
              <a:avLst/>
              <a:gdLst/>
              <a:ahLst/>
              <a:cxnLst/>
              <a:rect l="l" t="t" r="r" b="b"/>
              <a:pathLst>
                <a:path w="95" h="301" extrusionOk="0">
                  <a:moveTo>
                    <a:pt x="95" y="1"/>
                  </a:moveTo>
                  <a:cubicBezTo>
                    <a:pt x="78" y="17"/>
                    <a:pt x="47" y="17"/>
                    <a:pt x="32" y="17"/>
                  </a:cubicBezTo>
                  <a:lnTo>
                    <a:pt x="15" y="17"/>
                  </a:lnTo>
                  <a:lnTo>
                    <a:pt x="15" y="80"/>
                  </a:lnTo>
                  <a:lnTo>
                    <a:pt x="15" y="80"/>
                  </a:lnTo>
                  <a:lnTo>
                    <a:pt x="0" y="143"/>
                  </a:lnTo>
                  <a:cubicBezTo>
                    <a:pt x="15" y="158"/>
                    <a:pt x="15" y="158"/>
                    <a:pt x="15" y="175"/>
                  </a:cubicBezTo>
                  <a:lnTo>
                    <a:pt x="15" y="221"/>
                  </a:lnTo>
                  <a:lnTo>
                    <a:pt x="0" y="238"/>
                  </a:lnTo>
                  <a:cubicBezTo>
                    <a:pt x="15" y="238"/>
                    <a:pt x="15" y="253"/>
                    <a:pt x="15" y="269"/>
                  </a:cubicBezTo>
                  <a:lnTo>
                    <a:pt x="32" y="284"/>
                  </a:lnTo>
                  <a:lnTo>
                    <a:pt x="32" y="301"/>
                  </a:lnTo>
                  <a:lnTo>
                    <a:pt x="32" y="301"/>
                  </a:lnTo>
                  <a:cubicBezTo>
                    <a:pt x="47" y="301"/>
                    <a:pt x="63" y="284"/>
                    <a:pt x="63" y="253"/>
                  </a:cubicBezTo>
                  <a:lnTo>
                    <a:pt x="63" y="221"/>
                  </a:lnTo>
                  <a:lnTo>
                    <a:pt x="47" y="206"/>
                  </a:lnTo>
                  <a:cubicBezTo>
                    <a:pt x="32" y="206"/>
                    <a:pt x="15" y="190"/>
                    <a:pt x="32" y="175"/>
                  </a:cubicBezTo>
                  <a:cubicBezTo>
                    <a:pt x="32" y="158"/>
                    <a:pt x="47" y="143"/>
                    <a:pt x="47" y="143"/>
                  </a:cubicBezTo>
                  <a:lnTo>
                    <a:pt x="63" y="143"/>
                  </a:lnTo>
                  <a:lnTo>
                    <a:pt x="63" y="143"/>
                  </a:lnTo>
                  <a:lnTo>
                    <a:pt x="78" y="143"/>
                  </a:lnTo>
                  <a:lnTo>
                    <a:pt x="78" y="95"/>
                  </a:lnTo>
                  <a:lnTo>
                    <a:pt x="78" y="80"/>
                  </a:lnTo>
                  <a:lnTo>
                    <a:pt x="78" y="80"/>
                  </a:lnTo>
                  <a:lnTo>
                    <a:pt x="78" y="80"/>
                  </a:lnTo>
                  <a:cubicBezTo>
                    <a:pt x="63" y="80"/>
                    <a:pt x="47" y="80"/>
                    <a:pt x="47" y="64"/>
                  </a:cubicBezTo>
                  <a:cubicBezTo>
                    <a:pt x="32" y="32"/>
                    <a:pt x="47" y="17"/>
                    <a:pt x="78" y="17"/>
                  </a:cubicBez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5" name="Google Shape;1455;p38"/>
            <p:cNvSpPr/>
            <p:nvPr/>
          </p:nvSpPr>
          <p:spPr>
            <a:xfrm>
              <a:off x="3429034" y="1757182"/>
              <a:ext cx="5565" cy="4548"/>
            </a:xfrm>
            <a:custGeom>
              <a:avLst/>
              <a:gdLst/>
              <a:ahLst/>
              <a:cxnLst/>
              <a:rect l="l" t="t" r="r" b="b"/>
              <a:pathLst>
                <a:path w="175" h="143" extrusionOk="0">
                  <a:moveTo>
                    <a:pt x="32" y="1"/>
                  </a:moveTo>
                  <a:lnTo>
                    <a:pt x="32" y="1"/>
                  </a:lnTo>
                  <a:lnTo>
                    <a:pt x="1" y="95"/>
                  </a:lnTo>
                  <a:lnTo>
                    <a:pt x="1" y="95"/>
                  </a:lnTo>
                  <a:lnTo>
                    <a:pt x="17" y="95"/>
                  </a:lnTo>
                  <a:lnTo>
                    <a:pt x="32" y="127"/>
                  </a:lnTo>
                  <a:cubicBezTo>
                    <a:pt x="49" y="127"/>
                    <a:pt x="49" y="142"/>
                    <a:pt x="64" y="142"/>
                  </a:cubicBezTo>
                  <a:lnTo>
                    <a:pt x="64" y="142"/>
                  </a:lnTo>
                  <a:lnTo>
                    <a:pt x="158" y="127"/>
                  </a:lnTo>
                  <a:lnTo>
                    <a:pt x="175" y="127"/>
                  </a:lnTo>
                  <a:lnTo>
                    <a:pt x="158" y="111"/>
                  </a:lnTo>
                  <a:lnTo>
                    <a:pt x="175" y="79"/>
                  </a:lnTo>
                  <a:cubicBezTo>
                    <a:pt x="175" y="64"/>
                    <a:pt x="158" y="64"/>
                    <a:pt x="158" y="64"/>
                  </a:cubicBezTo>
                  <a:lnTo>
                    <a:pt x="143" y="64"/>
                  </a:lnTo>
                  <a:lnTo>
                    <a:pt x="143" y="64"/>
                  </a:lnTo>
                  <a:lnTo>
                    <a:pt x="80" y="64"/>
                  </a:lnTo>
                  <a:lnTo>
                    <a:pt x="64" y="16"/>
                  </a:lnTo>
                  <a:cubicBezTo>
                    <a:pt x="49" y="16"/>
                    <a:pt x="32"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6" name="Google Shape;1456;p38"/>
            <p:cNvSpPr/>
            <p:nvPr/>
          </p:nvSpPr>
          <p:spPr>
            <a:xfrm>
              <a:off x="3181029" y="1780239"/>
              <a:ext cx="5534" cy="6042"/>
            </a:xfrm>
            <a:custGeom>
              <a:avLst/>
              <a:gdLst/>
              <a:ahLst/>
              <a:cxnLst/>
              <a:rect l="l" t="t" r="r" b="b"/>
              <a:pathLst>
                <a:path w="174" h="190" extrusionOk="0">
                  <a:moveTo>
                    <a:pt x="110" y="1"/>
                  </a:moveTo>
                  <a:lnTo>
                    <a:pt x="95" y="1"/>
                  </a:lnTo>
                  <a:lnTo>
                    <a:pt x="78" y="1"/>
                  </a:lnTo>
                  <a:cubicBezTo>
                    <a:pt x="95" y="1"/>
                    <a:pt x="95" y="16"/>
                    <a:pt x="95" y="16"/>
                  </a:cubicBezTo>
                  <a:cubicBezTo>
                    <a:pt x="95" y="32"/>
                    <a:pt x="95" y="47"/>
                    <a:pt x="78" y="64"/>
                  </a:cubicBezTo>
                  <a:cubicBezTo>
                    <a:pt x="63" y="64"/>
                    <a:pt x="63" y="64"/>
                    <a:pt x="47" y="79"/>
                  </a:cubicBezTo>
                  <a:cubicBezTo>
                    <a:pt x="47" y="79"/>
                    <a:pt x="32" y="79"/>
                    <a:pt x="32" y="95"/>
                  </a:cubicBezTo>
                  <a:lnTo>
                    <a:pt x="15" y="110"/>
                  </a:lnTo>
                  <a:lnTo>
                    <a:pt x="15" y="110"/>
                  </a:lnTo>
                  <a:lnTo>
                    <a:pt x="15" y="127"/>
                  </a:lnTo>
                  <a:lnTo>
                    <a:pt x="15" y="158"/>
                  </a:lnTo>
                  <a:lnTo>
                    <a:pt x="0" y="173"/>
                  </a:lnTo>
                  <a:cubicBezTo>
                    <a:pt x="0" y="190"/>
                    <a:pt x="15" y="190"/>
                    <a:pt x="32" y="190"/>
                  </a:cubicBezTo>
                  <a:lnTo>
                    <a:pt x="47" y="190"/>
                  </a:lnTo>
                  <a:cubicBezTo>
                    <a:pt x="47" y="173"/>
                    <a:pt x="47" y="173"/>
                    <a:pt x="63" y="173"/>
                  </a:cubicBezTo>
                  <a:cubicBezTo>
                    <a:pt x="63" y="173"/>
                    <a:pt x="78" y="158"/>
                    <a:pt x="95" y="158"/>
                  </a:cubicBezTo>
                  <a:cubicBezTo>
                    <a:pt x="110" y="158"/>
                    <a:pt x="142" y="142"/>
                    <a:pt x="158" y="110"/>
                  </a:cubicBezTo>
                  <a:cubicBezTo>
                    <a:pt x="173" y="79"/>
                    <a:pt x="158" y="47"/>
                    <a:pt x="142" y="16"/>
                  </a:cubicBez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7" name="Google Shape;1457;p38"/>
            <p:cNvSpPr/>
            <p:nvPr/>
          </p:nvSpPr>
          <p:spPr>
            <a:xfrm>
              <a:off x="3428557" y="1768218"/>
              <a:ext cx="3530" cy="6042"/>
            </a:xfrm>
            <a:custGeom>
              <a:avLst/>
              <a:gdLst/>
              <a:ahLst/>
              <a:cxnLst/>
              <a:rect l="l" t="t" r="r" b="b"/>
              <a:pathLst>
                <a:path w="111" h="190" extrusionOk="0">
                  <a:moveTo>
                    <a:pt x="47" y="1"/>
                  </a:moveTo>
                  <a:lnTo>
                    <a:pt x="47" y="1"/>
                  </a:lnTo>
                  <a:cubicBezTo>
                    <a:pt x="32" y="1"/>
                    <a:pt x="16" y="16"/>
                    <a:pt x="16" y="32"/>
                  </a:cubicBezTo>
                  <a:lnTo>
                    <a:pt x="1" y="142"/>
                  </a:lnTo>
                  <a:lnTo>
                    <a:pt x="1" y="142"/>
                  </a:lnTo>
                  <a:lnTo>
                    <a:pt x="16" y="142"/>
                  </a:lnTo>
                  <a:lnTo>
                    <a:pt x="16" y="142"/>
                  </a:lnTo>
                  <a:cubicBezTo>
                    <a:pt x="32" y="142"/>
                    <a:pt x="47" y="158"/>
                    <a:pt x="47" y="173"/>
                  </a:cubicBezTo>
                  <a:lnTo>
                    <a:pt x="47" y="173"/>
                  </a:lnTo>
                  <a:lnTo>
                    <a:pt x="79" y="190"/>
                  </a:lnTo>
                  <a:cubicBezTo>
                    <a:pt x="79" y="173"/>
                    <a:pt x="64" y="173"/>
                    <a:pt x="64" y="158"/>
                  </a:cubicBezTo>
                  <a:cubicBezTo>
                    <a:pt x="79" y="142"/>
                    <a:pt x="79" y="127"/>
                    <a:pt x="95" y="127"/>
                  </a:cubicBezTo>
                  <a:lnTo>
                    <a:pt x="110" y="127"/>
                  </a:lnTo>
                  <a:lnTo>
                    <a:pt x="110" y="127"/>
                  </a:lnTo>
                  <a:cubicBezTo>
                    <a:pt x="95" y="110"/>
                    <a:pt x="95" y="110"/>
                    <a:pt x="95" y="95"/>
                  </a:cubicBezTo>
                  <a:lnTo>
                    <a:pt x="79" y="79"/>
                  </a:lnTo>
                  <a:lnTo>
                    <a:pt x="79" y="47"/>
                  </a:lnTo>
                  <a:cubicBezTo>
                    <a:pt x="95" y="16"/>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8" name="Google Shape;1458;p38"/>
            <p:cNvSpPr/>
            <p:nvPr/>
          </p:nvSpPr>
          <p:spPr>
            <a:xfrm>
              <a:off x="3384954" y="1789272"/>
              <a:ext cx="3021" cy="2512"/>
            </a:xfrm>
            <a:custGeom>
              <a:avLst/>
              <a:gdLst/>
              <a:ahLst/>
              <a:cxnLst/>
              <a:rect l="l" t="t" r="r" b="b"/>
              <a:pathLst>
                <a:path w="95" h="79" extrusionOk="0">
                  <a:moveTo>
                    <a:pt x="95" y="0"/>
                  </a:moveTo>
                  <a:lnTo>
                    <a:pt x="17" y="0"/>
                  </a:lnTo>
                  <a:lnTo>
                    <a:pt x="17" y="0"/>
                  </a:lnTo>
                  <a:lnTo>
                    <a:pt x="0" y="15"/>
                  </a:lnTo>
                  <a:lnTo>
                    <a:pt x="0" y="32"/>
                  </a:lnTo>
                  <a:lnTo>
                    <a:pt x="0" y="63"/>
                  </a:lnTo>
                  <a:lnTo>
                    <a:pt x="17" y="63"/>
                  </a:lnTo>
                  <a:lnTo>
                    <a:pt x="17" y="78"/>
                  </a:lnTo>
                  <a:lnTo>
                    <a:pt x="17" y="78"/>
                  </a:lnTo>
                  <a:lnTo>
                    <a:pt x="95" y="78"/>
                  </a:lnTo>
                  <a:cubicBezTo>
                    <a:pt x="80" y="47"/>
                    <a:pt x="8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9" name="Google Shape;1459;p38"/>
            <p:cNvSpPr/>
            <p:nvPr/>
          </p:nvSpPr>
          <p:spPr>
            <a:xfrm>
              <a:off x="3440579" y="1795283"/>
              <a:ext cx="6042" cy="2512"/>
            </a:xfrm>
            <a:custGeom>
              <a:avLst/>
              <a:gdLst/>
              <a:ahLst/>
              <a:cxnLst/>
              <a:rect l="l" t="t" r="r" b="b"/>
              <a:pathLst>
                <a:path w="190" h="79" extrusionOk="0">
                  <a:moveTo>
                    <a:pt x="142" y="0"/>
                  </a:moveTo>
                  <a:lnTo>
                    <a:pt x="16" y="15"/>
                  </a:lnTo>
                  <a:cubicBezTo>
                    <a:pt x="1" y="15"/>
                    <a:pt x="1" y="32"/>
                    <a:pt x="1" y="47"/>
                  </a:cubicBezTo>
                  <a:lnTo>
                    <a:pt x="1" y="47"/>
                  </a:lnTo>
                  <a:cubicBezTo>
                    <a:pt x="1" y="63"/>
                    <a:pt x="16" y="78"/>
                    <a:pt x="32" y="78"/>
                  </a:cubicBezTo>
                  <a:lnTo>
                    <a:pt x="32" y="78"/>
                  </a:lnTo>
                  <a:lnTo>
                    <a:pt x="47" y="78"/>
                  </a:lnTo>
                  <a:lnTo>
                    <a:pt x="110" y="63"/>
                  </a:lnTo>
                  <a:lnTo>
                    <a:pt x="127" y="47"/>
                  </a:lnTo>
                  <a:lnTo>
                    <a:pt x="142" y="47"/>
                  </a:lnTo>
                  <a:lnTo>
                    <a:pt x="158" y="47"/>
                  </a:lnTo>
                  <a:lnTo>
                    <a:pt x="190" y="47"/>
                  </a:lnTo>
                  <a:cubicBezTo>
                    <a:pt x="190" y="32"/>
                    <a:pt x="173" y="15"/>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0" name="Google Shape;1460;p38"/>
            <p:cNvSpPr/>
            <p:nvPr/>
          </p:nvSpPr>
          <p:spPr>
            <a:xfrm>
              <a:off x="3378943" y="1789272"/>
              <a:ext cx="3562" cy="6042"/>
            </a:xfrm>
            <a:custGeom>
              <a:avLst/>
              <a:gdLst/>
              <a:ahLst/>
              <a:cxnLst/>
              <a:rect l="l" t="t" r="r" b="b"/>
              <a:pathLst>
                <a:path w="112" h="190" extrusionOk="0">
                  <a:moveTo>
                    <a:pt x="111" y="158"/>
                  </a:moveTo>
                  <a:lnTo>
                    <a:pt x="111" y="158"/>
                  </a:lnTo>
                  <a:cubicBezTo>
                    <a:pt x="111" y="158"/>
                    <a:pt x="111" y="173"/>
                    <a:pt x="95" y="173"/>
                  </a:cubicBezTo>
                  <a:lnTo>
                    <a:pt x="95" y="189"/>
                  </a:lnTo>
                  <a:lnTo>
                    <a:pt x="111" y="173"/>
                  </a:lnTo>
                  <a:lnTo>
                    <a:pt x="111" y="158"/>
                  </a:lnTo>
                  <a:close/>
                  <a:moveTo>
                    <a:pt x="32" y="0"/>
                  </a:moveTo>
                  <a:lnTo>
                    <a:pt x="17" y="0"/>
                  </a:lnTo>
                  <a:cubicBezTo>
                    <a:pt x="0" y="15"/>
                    <a:pt x="0" y="15"/>
                    <a:pt x="0" y="32"/>
                  </a:cubicBezTo>
                  <a:lnTo>
                    <a:pt x="0" y="32"/>
                  </a:lnTo>
                  <a:lnTo>
                    <a:pt x="0" y="32"/>
                  </a:lnTo>
                  <a:lnTo>
                    <a:pt x="17" y="32"/>
                  </a:lnTo>
                  <a:cubicBezTo>
                    <a:pt x="32" y="32"/>
                    <a:pt x="48" y="47"/>
                    <a:pt x="32" y="63"/>
                  </a:cubicBezTo>
                  <a:lnTo>
                    <a:pt x="32" y="95"/>
                  </a:lnTo>
                  <a:lnTo>
                    <a:pt x="32" y="95"/>
                  </a:lnTo>
                  <a:lnTo>
                    <a:pt x="32" y="95"/>
                  </a:lnTo>
                  <a:cubicBezTo>
                    <a:pt x="48" y="95"/>
                    <a:pt x="63" y="110"/>
                    <a:pt x="63" y="110"/>
                  </a:cubicBezTo>
                  <a:lnTo>
                    <a:pt x="63" y="110"/>
                  </a:lnTo>
                  <a:lnTo>
                    <a:pt x="80" y="95"/>
                  </a:lnTo>
                  <a:lnTo>
                    <a:pt x="80" y="78"/>
                  </a:lnTo>
                  <a:cubicBezTo>
                    <a:pt x="80" y="63"/>
                    <a:pt x="80" y="47"/>
                    <a:pt x="63" y="32"/>
                  </a:cubicBezTo>
                  <a:lnTo>
                    <a:pt x="63" y="32"/>
                  </a:lnTo>
                  <a:lnTo>
                    <a:pt x="63" y="32"/>
                  </a:lnTo>
                  <a:cubicBezTo>
                    <a:pt x="48" y="32"/>
                    <a:pt x="32" y="15"/>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1" name="Google Shape;1461;p38"/>
            <p:cNvSpPr/>
            <p:nvPr/>
          </p:nvSpPr>
          <p:spPr>
            <a:xfrm>
              <a:off x="3441597" y="1811312"/>
              <a:ext cx="7505" cy="2035"/>
            </a:xfrm>
            <a:custGeom>
              <a:avLst/>
              <a:gdLst/>
              <a:ahLst/>
              <a:cxnLst/>
              <a:rect l="l" t="t" r="r" b="b"/>
              <a:pathLst>
                <a:path w="236" h="64" extrusionOk="0">
                  <a:moveTo>
                    <a:pt x="221" y="1"/>
                  </a:moveTo>
                  <a:lnTo>
                    <a:pt x="189" y="16"/>
                  </a:lnTo>
                  <a:lnTo>
                    <a:pt x="173" y="16"/>
                  </a:lnTo>
                  <a:lnTo>
                    <a:pt x="158" y="16"/>
                  </a:lnTo>
                  <a:lnTo>
                    <a:pt x="158" y="16"/>
                  </a:lnTo>
                  <a:cubicBezTo>
                    <a:pt x="141" y="16"/>
                    <a:pt x="141" y="16"/>
                    <a:pt x="141" y="32"/>
                  </a:cubicBezTo>
                  <a:lnTo>
                    <a:pt x="126" y="16"/>
                  </a:lnTo>
                  <a:cubicBezTo>
                    <a:pt x="110" y="32"/>
                    <a:pt x="110" y="32"/>
                    <a:pt x="95" y="32"/>
                  </a:cubicBezTo>
                  <a:lnTo>
                    <a:pt x="95" y="32"/>
                  </a:lnTo>
                  <a:cubicBezTo>
                    <a:pt x="78" y="32"/>
                    <a:pt x="63" y="16"/>
                    <a:pt x="63" y="16"/>
                  </a:cubicBezTo>
                  <a:lnTo>
                    <a:pt x="47" y="16"/>
                  </a:lnTo>
                  <a:lnTo>
                    <a:pt x="32" y="16"/>
                  </a:lnTo>
                  <a:lnTo>
                    <a:pt x="32" y="16"/>
                  </a:lnTo>
                  <a:cubicBezTo>
                    <a:pt x="15" y="16"/>
                    <a:pt x="0" y="16"/>
                    <a:pt x="0" y="47"/>
                  </a:cubicBezTo>
                  <a:cubicBezTo>
                    <a:pt x="0" y="47"/>
                    <a:pt x="0" y="64"/>
                    <a:pt x="15" y="64"/>
                  </a:cubicBezTo>
                  <a:lnTo>
                    <a:pt x="15" y="64"/>
                  </a:lnTo>
                  <a:cubicBezTo>
                    <a:pt x="78" y="64"/>
                    <a:pt x="158" y="47"/>
                    <a:pt x="221" y="16"/>
                  </a:cubicBezTo>
                  <a:cubicBezTo>
                    <a:pt x="204" y="32"/>
                    <a:pt x="110" y="47"/>
                    <a:pt x="110" y="47"/>
                  </a:cubicBezTo>
                  <a:lnTo>
                    <a:pt x="141" y="32"/>
                  </a:lnTo>
                  <a:cubicBezTo>
                    <a:pt x="173" y="32"/>
                    <a:pt x="204" y="16"/>
                    <a:pt x="236" y="16"/>
                  </a:cubicBezTo>
                  <a:cubicBezTo>
                    <a:pt x="221" y="16"/>
                    <a:pt x="221"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2" name="Google Shape;1462;p38"/>
            <p:cNvSpPr/>
            <p:nvPr/>
          </p:nvSpPr>
          <p:spPr>
            <a:xfrm>
              <a:off x="3033174" y="1802279"/>
              <a:ext cx="2035" cy="3053"/>
            </a:xfrm>
            <a:custGeom>
              <a:avLst/>
              <a:gdLst/>
              <a:ahLst/>
              <a:cxnLst/>
              <a:rect l="l" t="t" r="r" b="b"/>
              <a:pathLst>
                <a:path w="64" h="96" extrusionOk="0">
                  <a:moveTo>
                    <a:pt x="64" y="1"/>
                  </a:moveTo>
                  <a:lnTo>
                    <a:pt x="49" y="1"/>
                  </a:lnTo>
                  <a:cubicBezTo>
                    <a:pt x="32" y="1"/>
                    <a:pt x="32" y="1"/>
                    <a:pt x="17" y="16"/>
                  </a:cubicBezTo>
                  <a:lnTo>
                    <a:pt x="1" y="16"/>
                  </a:lnTo>
                  <a:lnTo>
                    <a:pt x="1" y="16"/>
                  </a:lnTo>
                  <a:cubicBezTo>
                    <a:pt x="1" y="32"/>
                    <a:pt x="1" y="32"/>
                    <a:pt x="17" y="48"/>
                  </a:cubicBezTo>
                  <a:lnTo>
                    <a:pt x="17" y="79"/>
                  </a:lnTo>
                  <a:lnTo>
                    <a:pt x="17" y="79"/>
                  </a:lnTo>
                  <a:lnTo>
                    <a:pt x="17" y="95"/>
                  </a:lnTo>
                  <a:lnTo>
                    <a:pt x="32" y="79"/>
                  </a:lnTo>
                  <a:cubicBezTo>
                    <a:pt x="49" y="64"/>
                    <a:pt x="49" y="64"/>
                    <a:pt x="64" y="64"/>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3" name="Google Shape;1463;p38"/>
            <p:cNvSpPr/>
            <p:nvPr/>
          </p:nvSpPr>
          <p:spPr>
            <a:xfrm>
              <a:off x="3326340" y="1768695"/>
              <a:ext cx="6042" cy="4039"/>
            </a:xfrm>
            <a:custGeom>
              <a:avLst/>
              <a:gdLst/>
              <a:ahLst/>
              <a:cxnLst/>
              <a:rect l="l" t="t" r="r" b="b"/>
              <a:pathLst>
                <a:path w="190" h="127" extrusionOk="0">
                  <a:moveTo>
                    <a:pt x="47" y="1"/>
                  </a:moveTo>
                  <a:cubicBezTo>
                    <a:pt x="32" y="17"/>
                    <a:pt x="16" y="32"/>
                    <a:pt x="0" y="64"/>
                  </a:cubicBezTo>
                  <a:lnTo>
                    <a:pt x="0" y="95"/>
                  </a:lnTo>
                  <a:lnTo>
                    <a:pt x="0" y="95"/>
                  </a:lnTo>
                  <a:cubicBezTo>
                    <a:pt x="0" y="112"/>
                    <a:pt x="16" y="112"/>
                    <a:pt x="16" y="112"/>
                  </a:cubicBezTo>
                  <a:lnTo>
                    <a:pt x="32" y="127"/>
                  </a:lnTo>
                  <a:cubicBezTo>
                    <a:pt x="47" y="127"/>
                    <a:pt x="63" y="112"/>
                    <a:pt x="63" y="95"/>
                  </a:cubicBezTo>
                  <a:cubicBezTo>
                    <a:pt x="79" y="64"/>
                    <a:pt x="95" y="49"/>
                    <a:pt x="95" y="49"/>
                  </a:cubicBezTo>
                  <a:lnTo>
                    <a:pt x="127" y="80"/>
                  </a:lnTo>
                  <a:cubicBezTo>
                    <a:pt x="142" y="95"/>
                    <a:pt x="142" y="95"/>
                    <a:pt x="158" y="95"/>
                  </a:cubicBezTo>
                  <a:cubicBezTo>
                    <a:pt x="158" y="95"/>
                    <a:pt x="173" y="95"/>
                    <a:pt x="173" y="80"/>
                  </a:cubicBezTo>
                  <a:cubicBezTo>
                    <a:pt x="190" y="64"/>
                    <a:pt x="190" y="49"/>
                    <a:pt x="173" y="32"/>
                  </a:cubicBezTo>
                  <a:lnTo>
                    <a:pt x="158" y="17"/>
                  </a:lnTo>
                  <a:cubicBezTo>
                    <a:pt x="158" y="32"/>
                    <a:pt x="142" y="49"/>
                    <a:pt x="142" y="49"/>
                  </a:cubicBezTo>
                  <a:lnTo>
                    <a:pt x="127" y="49"/>
                  </a:lnTo>
                  <a:cubicBezTo>
                    <a:pt x="110" y="49"/>
                    <a:pt x="110" y="49"/>
                    <a:pt x="95" y="32"/>
                  </a:cubicBezTo>
                  <a:lnTo>
                    <a:pt x="79" y="32"/>
                  </a:lnTo>
                  <a:lnTo>
                    <a:pt x="63" y="32"/>
                  </a:lnTo>
                  <a:cubicBezTo>
                    <a:pt x="47" y="32"/>
                    <a:pt x="47"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4" name="Google Shape;1464;p38"/>
            <p:cNvSpPr/>
            <p:nvPr/>
          </p:nvSpPr>
          <p:spPr>
            <a:xfrm>
              <a:off x="3357412" y="1800785"/>
              <a:ext cx="4516" cy="8046"/>
            </a:xfrm>
            <a:custGeom>
              <a:avLst/>
              <a:gdLst/>
              <a:ahLst/>
              <a:cxnLst/>
              <a:rect l="l" t="t" r="r" b="b"/>
              <a:pathLst>
                <a:path w="142" h="253" extrusionOk="0">
                  <a:moveTo>
                    <a:pt x="78" y="0"/>
                  </a:moveTo>
                  <a:lnTo>
                    <a:pt x="78" y="0"/>
                  </a:lnTo>
                  <a:cubicBezTo>
                    <a:pt x="63" y="0"/>
                    <a:pt x="63" y="0"/>
                    <a:pt x="47" y="16"/>
                  </a:cubicBezTo>
                  <a:lnTo>
                    <a:pt x="47" y="16"/>
                  </a:lnTo>
                  <a:cubicBezTo>
                    <a:pt x="47" y="32"/>
                    <a:pt x="63" y="32"/>
                    <a:pt x="47" y="48"/>
                  </a:cubicBezTo>
                  <a:lnTo>
                    <a:pt x="47" y="95"/>
                  </a:lnTo>
                  <a:lnTo>
                    <a:pt x="47" y="95"/>
                  </a:lnTo>
                  <a:lnTo>
                    <a:pt x="47" y="111"/>
                  </a:lnTo>
                  <a:lnTo>
                    <a:pt x="63" y="95"/>
                  </a:lnTo>
                  <a:lnTo>
                    <a:pt x="78" y="95"/>
                  </a:lnTo>
                  <a:lnTo>
                    <a:pt x="78" y="95"/>
                  </a:lnTo>
                  <a:lnTo>
                    <a:pt x="110" y="95"/>
                  </a:lnTo>
                  <a:cubicBezTo>
                    <a:pt x="126" y="111"/>
                    <a:pt x="126" y="142"/>
                    <a:pt x="110" y="142"/>
                  </a:cubicBezTo>
                  <a:lnTo>
                    <a:pt x="47" y="189"/>
                  </a:lnTo>
                  <a:cubicBezTo>
                    <a:pt x="47" y="205"/>
                    <a:pt x="32" y="205"/>
                    <a:pt x="32" y="205"/>
                  </a:cubicBezTo>
                  <a:cubicBezTo>
                    <a:pt x="15" y="205"/>
                    <a:pt x="15" y="205"/>
                    <a:pt x="0" y="189"/>
                  </a:cubicBezTo>
                  <a:cubicBezTo>
                    <a:pt x="15" y="221"/>
                    <a:pt x="15" y="237"/>
                    <a:pt x="15" y="252"/>
                  </a:cubicBezTo>
                  <a:lnTo>
                    <a:pt x="15" y="252"/>
                  </a:lnTo>
                  <a:cubicBezTo>
                    <a:pt x="78" y="252"/>
                    <a:pt x="110" y="205"/>
                    <a:pt x="126" y="174"/>
                  </a:cubicBezTo>
                  <a:lnTo>
                    <a:pt x="126" y="158"/>
                  </a:lnTo>
                  <a:cubicBezTo>
                    <a:pt x="141" y="158"/>
                    <a:pt x="141" y="142"/>
                    <a:pt x="141" y="126"/>
                  </a:cubicBezTo>
                  <a:lnTo>
                    <a:pt x="110" y="63"/>
                  </a:lnTo>
                  <a:lnTo>
                    <a:pt x="110" y="48"/>
                  </a:lnTo>
                  <a:cubicBezTo>
                    <a:pt x="126" y="32"/>
                    <a:pt x="110" y="16"/>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5" name="Google Shape;1465;p38"/>
            <p:cNvSpPr/>
            <p:nvPr/>
          </p:nvSpPr>
          <p:spPr>
            <a:xfrm>
              <a:off x="3040202" y="1790258"/>
              <a:ext cx="8046" cy="4516"/>
            </a:xfrm>
            <a:custGeom>
              <a:avLst/>
              <a:gdLst/>
              <a:ahLst/>
              <a:cxnLst/>
              <a:rect l="l" t="t" r="r" b="b"/>
              <a:pathLst>
                <a:path w="253" h="142" extrusionOk="0">
                  <a:moveTo>
                    <a:pt x="206" y="1"/>
                  </a:moveTo>
                  <a:cubicBezTo>
                    <a:pt x="143" y="1"/>
                    <a:pt x="63" y="16"/>
                    <a:pt x="0" y="16"/>
                  </a:cubicBezTo>
                  <a:lnTo>
                    <a:pt x="80" y="16"/>
                  </a:lnTo>
                  <a:cubicBezTo>
                    <a:pt x="95" y="16"/>
                    <a:pt x="95" y="1"/>
                    <a:pt x="111" y="1"/>
                  </a:cubicBezTo>
                  <a:lnTo>
                    <a:pt x="111" y="1"/>
                  </a:lnTo>
                  <a:lnTo>
                    <a:pt x="126" y="1"/>
                  </a:lnTo>
                  <a:cubicBezTo>
                    <a:pt x="143" y="16"/>
                    <a:pt x="158" y="32"/>
                    <a:pt x="143" y="47"/>
                  </a:cubicBezTo>
                  <a:lnTo>
                    <a:pt x="158" y="110"/>
                  </a:lnTo>
                  <a:cubicBezTo>
                    <a:pt x="158" y="127"/>
                    <a:pt x="174" y="142"/>
                    <a:pt x="189" y="142"/>
                  </a:cubicBezTo>
                  <a:lnTo>
                    <a:pt x="189" y="142"/>
                  </a:lnTo>
                  <a:lnTo>
                    <a:pt x="221" y="142"/>
                  </a:lnTo>
                  <a:cubicBezTo>
                    <a:pt x="237" y="142"/>
                    <a:pt x="252" y="127"/>
                    <a:pt x="252" y="110"/>
                  </a:cubicBezTo>
                  <a:cubicBezTo>
                    <a:pt x="252" y="95"/>
                    <a:pt x="237" y="79"/>
                    <a:pt x="221" y="79"/>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6" name="Google Shape;1466;p38"/>
            <p:cNvSpPr/>
            <p:nvPr/>
          </p:nvSpPr>
          <p:spPr>
            <a:xfrm>
              <a:off x="3187517" y="1795283"/>
              <a:ext cx="3053" cy="2035"/>
            </a:xfrm>
            <a:custGeom>
              <a:avLst/>
              <a:gdLst/>
              <a:ahLst/>
              <a:cxnLst/>
              <a:rect l="l" t="t" r="r" b="b"/>
              <a:pathLst>
                <a:path w="96" h="64" extrusionOk="0">
                  <a:moveTo>
                    <a:pt x="80" y="0"/>
                  </a:moveTo>
                  <a:cubicBezTo>
                    <a:pt x="80" y="15"/>
                    <a:pt x="64" y="15"/>
                    <a:pt x="64" y="32"/>
                  </a:cubicBezTo>
                  <a:lnTo>
                    <a:pt x="1" y="32"/>
                  </a:lnTo>
                  <a:lnTo>
                    <a:pt x="1" y="32"/>
                  </a:lnTo>
                  <a:lnTo>
                    <a:pt x="1" y="32"/>
                  </a:lnTo>
                  <a:cubicBezTo>
                    <a:pt x="17" y="32"/>
                    <a:pt x="32" y="47"/>
                    <a:pt x="32" y="47"/>
                  </a:cubicBezTo>
                  <a:cubicBezTo>
                    <a:pt x="32" y="63"/>
                    <a:pt x="48" y="63"/>
                    <a:pt x="48" y="63"/>
                  </a:cubicBezTo>
                  <a:cubicBezTo>
                    <a:pt x="48" y="63"/>
                    <a:pt x="64" y="47"/>
                    <a:pt x="80" y="47"/>
                  </a:cubicBezTo>
                  <a:cubicBezTo>
                    <a:pt x="80" y="47"/>
                    <a:pt x="80" y="32"/>
                    <a:pt x="95" y="32"/>
                  </a:cubicBezTo>
                  <a:lnTo>
                    <a:pt x="95" y="15"/>
                  </a:lnTo>
                  <a:cubicBezTo>
                    <a:pt x="95" y="15"/>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7" name="Google Shape;1467;p38"/>
            <p:cNvSpPr/>
            <p:nvPr/>
          </p:nvSpPr>
          <p:spPr>
            <a:xfrm>
              <a:off x="3262669" y="1802279"/>
              <a:ext cx="6583" cy="4548"/>
            </a:xfrm>
            <a:custGeom>
              <a:avLst/>
              <a:gdLst/>
              <a:ahLst/>
              <a:cxnLst/>
              <a:rect l="l" t="t" r="r" b="b"/>
              <a:pathLst>
                <a:path w="207" h="143" extrusionOk="0">
                  <a:moveTo>
                    <a:pt x="112" y="142"/>
                  </a:moveTo>
                  <a:lnTo>
                    <a:pt x="112" y="142"/>
                  </a:lnTo>
                  <a:lnTo>
                    <a:pt x="112" y="142"/>
                  </a:lnTo>
                  <a:lnTo>
                    <a:pt x="112" y="142"/>
                  </a:lnTo>
                  <a:close/>
                  <a:moveTo>
                    <a:pt x="127" y="1"/>
                  </a:moveTo>
                  <a:lnTo>
                    <a:pt x="112" y="1"/>
                  </a:lnTo>
                  <a:cubicBezTo>
                    <a:pt x="112" y="1"/>
                    <a:pt x="95" y="1"/>
                    <a:pt x="95" y="16"/>
                  </a:cubicBezTo>
                  <a:lnTo>
                    <a:pt x="64" y="48"/>
                  </a:lnTo>
                  <a:lnTo>
                    <a:pt x="64" y="48"/>
                  </a:lnTo>
                  <a:cubicBezTo>
                    <a:pt x="49" y="48"/>
                    <a:pt x="32" y="48"/>
                    <a:pt x="17" y="64"/>
                  </a:cubicBezTo>
                  <a:cubicBezTo>
                    <a:pt x="1" y="79"/>
                    <a:pt x="1" y="95"/>
                    <a:pt x="17" y="111"/>
                  </a:cubicBezTo>
                  <a:cubicBezTo>
                    <a:pt x="17" y="127"/>
                    <a:pt x="32" y="127"/>
                    <a:pt x="32" y="127"/>
                  </a:cubicBezTo>
                  <a:cubicBezTo>
                    <a:pt x="49" y="127"/>
                    <a:pt x="49" y="111"/>
                    <a:pt x="49" y="111"/>
                  </a:cubicBezTo>
                  <a:lnTo>
                    <a:pt x="64" y="95"/>
                  </a:lnTo>
                  <a:cubicBezTo>
                    <a:pt x="80" y="79"/>
                    <a:pt x="80" y="79"/>
                    <a:pt x="95" y="79"/>
                  </a:cubicBezTo>
                  <a:lnTo>
                    <a:pt x="95" y="79"/>
                  </a:lnTo>
                  <a:lnTo>
                    <a:pt x="112" y="79"/>
                  </a:lnTo>
                  <a:lnTo>
                    <a:pt x="127" y="95"/>
                  </a:lnTo>
                  <a:lnTo>
                    <a:pt x="143" y="79"/>
                  </a:lnTo>
                  <a:lnTo>
                    <a:pt x="158" y="79"/>
                  </a:lnTo>
                  <a:cubicBezTo>
                    <a:pt x="175" y="79"/>
                    <a:pt x="190" y="95"/>
                    <a:pt x="190" y="127"/>
                  </a:cubicBezTo>
                  <a:lnTo>
                    <a:pt x="190" y="127"/>
                  </a:lnTo>
                  <a:lnTo>
                    <a:pt x="190" y="127"/>
                  </a:lnTo>
                  <a:lnTo>
                    <a:pt x="206" y="79"/>
                  </a:lnTo>
                  <a:cubicBezTo>
                    <a:pt x="206" y="64"/>
                    <a:pt x="206" y="48"/>
                    <a:pt x="190" y="32"/>
                  </a:cubicBezTo>
                  <a:lnTo>
                    <a:pt x="14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8" name="Google Shape;1468;p38"/>
            <p:cNvSpPr/>
            <p:nvPr/>
          </p:nvSpPr>
          <p:spPr>
            <a:xfrm>
              <a:off x="3372932" y="1787745"/>
              <a:ext cx="5565" cy="5565"/>
            </a:xfrm>
            <a:custGeom>
              <a:avLst/>
              <a:gdLst/>
              <a:ahLst/>
              <a:cxnLst/>
              <a:rect l="l" t="t" r="r" b="b"/>
              <a:pathLst>
                <a:path w="175" h="175" extrusionOk="0">
                  <a:moveTo>
                    <a:pt x="63" y="0"/>
                  </a:moveTo>
                  <a:lnTo>
                    <a:pt x="48" y="0"/>
                  </a:lnTo>
                  <a:cubicBezTo>
                    <a:pt x="48" y="0"/>
                    <a:pt x="32" y="0"/>
                    <a:pt x="32" y="17"/>
                  </a:cubicBezTo>
                  <a:lnTo>
                    <a:pt x="0" y="143"/>
                  </a:lnTo>
                  <a:cubicBezTo>
                    <a:pt x="0" y="158"/>
                    <a:pt x="0" y="158"/>
                    <a:pt x="16" y="174"/>
                  </a:cubicBezTo>
                  <a:lnTo>
                    <a:pt x="32" y="174"/>
                  </a:lnTo>
                  <a:lnTo>
                    <a:pt x="48" y="174"/>
                  </a:lnTo>
                  <a:lnTo>
                    <a:pt x="158" y="95"/>
                  </a:lnTo>
                  <a:lnTo>
                    <a:pt x="174" y="80"/>
                  </a:lnTo>
                  <a:lnTo>
                    <a:pt x="174" y="48"/>
                  </a:lnTo>
                  <a:cubicBezTo>
                    <a:pt x="158" y="32"/>
                    <a:pt x="158" y="32"/>
                    <a:pt x="143" y="32"/>
                  </a:cubicBezTo>
                  <a:lnTo>
                    <a:pt x="126" y="32"/>
                  </a:lnTo>
                  <a:lnTo>
                    <a:pt x="80" y="63"/>
                  </a:ln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9" name="Google Shape;1469;p38"/>
            <p:cNvSpPr/>
            <p:nvPr/>
          </p:nvSpPr>
          <p:spPr>
            <a:xfrm>
              <a:off x="3261206" y="1804792"/>
              <a:ext cx="7505" cy="9032"/>
            </a:xfrm>
            <a:custGeom>
              <a:avLst/>
              <a:gdLst/>
              <a:ahLst/>
              <a:cxnLst/>
              <a:rect l="l" t="t" r="r" b="b"/>
              <a:pathLst>
                <a:path w="236" h="284" extrusionOk="0">
                  <a:moveTo>
                    <a:pt x="204" y="0"/>
                  </a:moveTo>
                  <a:lnTo>
                    <a:pt x="189" y="0"/>
                  </a:lnTo>
                  <a:lnTo>
                    <a:pt x="173" y="16"/>
                  </a:lnTo>
                  <a:lnTo>
                    <a:pt x="173" y="48"/>
                  </a:lnTo>
                  <a:lnTo>
                    <a:pt x="158" y="63"/>
                  </a:lnTo>
                  <a:lnTo>
                    <a:pt x="158" y="63"/>
                  </a:lnTo>
                  <a:lnTo>
                    <a:pt x="158" y="95"/>
                  </a:lnTo>
                  <a:lnTo>
                    <a:pt x="158" y="95"/>
                  </a:lnTo>
                  <a:lnTo>
                    <a:pt x="78" y="189"/>
                  </a:lnTo>
                  <a:lnTo>
                    <a:pt x="78" y="206"/>
                  </a:lnTo>
                  <a:cubicBezTo>
                    <a:pt x="78" y="221"/>
                    <a:pt x="63" y="237"/>
                    <a:pt x="47" y="237"/>
                  </a:cubicBezTo>
                  <a:lnTo>
                    <a:pt x="47" y="237"/>
                  </a:lnTo>
                  <a:cubicBezTo>
                    <a:pt x="15" y="237"/>
                    <a:pt x="15" y="221"/>
                    <a:pt x="15" y="206"/>
                  </a:cubicBezTo>
                  <a:lnTo>
                    <a:pt x="15" y="206"/>
                  </a:lnTo>
                  <a:cubicBezTo>
                    <a:pt x="0" y="221"/>
                    <a:pt x="0" y="237"/>
                    <a:pt x="15" y="252"/>
                  </a:cubicBezTo>
                  <a:lnTo>
                    <a:pt x="47" y="284"/>
                  </a:lnTo>
                  <a:lnTo>
                    <a:pt x="78" y="284"/>
                  </a:lnTo>
                  <a:lnTo>
                    <a:pt x="78" y="284"/>
                  </a:lnTo>
                  <a:cubicBezTo>
                    <a:pt x="95" y="284"/>
                    <a:pt x="95" y="284"/>
                    <a:pt x="95" y="269"/>
                  </a:cubicBezTo>
                  <a:lnTo>
                    <a:pt x="189" y="158"/>
                  </a:lnTo>
                  <a:lnTo>
                    <a:pt x="189" y="158"/>
                  </a:lnTo>
                  <a:lnTo>
                    <a:pt x="221" y="158"/>
                  </a:lnTo>
                  <a:cubicBezTo>
                    <a:pt x="221" y="142"/>
                    <a:pt x="236" y="142"/>
                    <a:pt x="236" y="126"/>
                  </a:cubicBezTo>
                  <a:lnTo>
                    <a:pt x="236" y="48"/>
                  </a:lnTo>
                  <a:lnTo>
                    <a:pt x="236" y="48"/>
                  </a:lnTo>
                  <a:cubicBezTo>
                    <a:pt x="236" y="16"/>
                    <a:pt x="221" y="0"/>
                    <a:pt x="20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0" name="Google Shape;1470;p38"/>
            <p:cNvSpPr/>
            <p:nvPr/>
          </p:nvSpPr>
          <p:spPr>
            <a:xfrm>
              <a:off x="3227590" y="1789272"/>
              <a:ext cx="2576" cy="7505"/>
            </a:xfrm>
            <a:custGeom>
              <a:avLst/>
              <a:gdLst/>
              <a:ahLst/>
              <a:cxnLst/>
              <a:rect l="l" t="t" r="r" b="b"/>
              <a:pathLst>
                <a:path w="81" h="236" extrusionOk="0">
                  <a:moveTo>
                    <a:pt x="17" y="0"/>
                  </a:moveTo>
                  <a:lnTo>
                    <a:pt x="17" y="15"/>
                  </a:lnTo>
                  <a:lnTo>
                    <a:pt x="1" y="189"/>
                  </a:lnTo>
                  <a:cubicBezTo>
                    <a:pt x="1" y="221"/>
                    <a:pt x="17" y="236"/>
                    <a:pt x="32" y="236"/>
                  </a:cubicBezTo>
                  <a:lnTo>
                    <a:pt x="32" y="236"/>
                  </a:lnTo>
                  <a:cubicBezTo>
                    <a:pt x="49" y="236"/>
                    <a:pt x="64" y="221"/>
                    <a:pt x="64" y="204"/>
                  </a:cubicBezTo>
                  <a:lnTo>
                    <a:pt x="80" y="95"/>
                  </a:lnTo>
                  <a:cubicBezTo>
                    <a:pt x="64" y="95"/>
                    <a:pt x="64" y="95"/>
                    <a:pt x="64" y="78"/>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1" name="Google Shape;1471;p38"/>
            <p:cNvSpPr/>
            <p:nvPr/>
          </p:nvSpPr>
          <p:spPr>
            <a:xfrm>
              <a:off x="3413514" y="1771716"/>
              <a:ext cx="2544" cy="3562"/>
            </a:xfrm>
            <a:custGeom>
              <a:avLst/>
              <a:gdLst/>
              <a:ahLst/>
              <a:cxnLst/>
              <a:rect l="l" t="t" r="r" b="b"/>
              <a:pathLst>
                <a:path w="80" h="112" extrusionOk="0">
                  <a:moveTo>
                    <a:pt x="79" y="0"/>
                  </a:moveTo>
                  <a:cubicBezTo>
                    <a:pt x="64" y="17"/>
                    <a:pt x="32" y="32"/>
                    <a:pt x="1" y="48"/>
                  </a:cubicBezTo>
                  <a:lnTo>
                    <a:pt x="1" y="80"/>
                  </a:lnTo>
                  <a:lnTo>
                    <a:pt x="1" y="111"/>
                  </a:lnTo>
                  <a:lnTo>
                    <a:pt x="1" y="111"/>
                  </a:lnTo>
                  <a:lnTo>
                    <a:pt x="64" y="95"/>
                  </a:lnTo>
                  <a:lnTo>
                    <a:pt x="64" y="95"/>
                  </a:lnTo>
                  <a:lnTo>
                    <a:pt x="64" y="80"/>
                  </a:lnTo>
                  <a:cubicBezTo>
                    <a:pt x="64" y="80"/>
                    <a:pt x="64" y="63"/>
                    <a:pt x="79" y="48"/>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2" name="Google Shape;1472;p38"/>
            <p:cNvSpPr/>
            <p:nvPr/>
          </p:nvSpPr>
          <p:spPr>
            <a:xfrm>
              <a:off x="3198553" y="1790735"/>
              <a:ext cx="5025" cy="4580"/>
            </a:xfrm>
            <a:custGeom>
              <a:avLst/>
              <a:gdLst/>
              <a:ahLst/>
              <a:cxnLst/>
              <a:rect l="l" t="t" r="r" b="b"/>
              <a:pathLst>
                <a:path w="158" h="144" extrusionOk="0">
                  <a:moveTo>
                    <a:pt x="48" y="1"/>
                  </a:moveTo>
                  <a:lnTo>
                    <a:pt x="32" y="1"/>
                  </a:lnTo>
                  <a:cubicBezTo>
                    <a:pt x="17" y="1"/>
                    <a:pt x="17" y="17"/>
                    <a:pt x="17" y="32"/>
                  </a:cubicBezTo>
                  <a:cubicBezTo>
                    <a:pt x="0" y="32"/>
                    <a:pt x="17" y="32"/>
                    <a:pt x="17" y="49"/>
                  </a:cubicBezTo>
                  <a:lnTo>
                    <a:pt x="32" y="49"/>
                  </a:lnTo>
                  <a:cubicBezTo>
                    <a:pt x="48" y="49"/>
                    <a:pt x="63" y="64"/>
                    <a:pt x="63" y="80"/>
                  </a:cubicBezTo>
                  <a:cubicBezTo>
                    <a:pt x="80" y="80"/>
                    <a:pt x="80" y="95"/>
                    <a:pt x="80" y="112"/>
                  </a:cubicBezTo>
                  <a:cubicBezTo>
                    <a:pt x="80" y="143"/>
                    <a:pt x="95" y="143"/>
                    <a:pt x="111" y="143"/>
                  </a:cubicBezTo>
                  <a:lnTo>
                    <a:pt x="111" y="143"/>
                  </a:lnTo>
                  <a:lnTo>
                    <a:pt x="111" y="143"/>
                  </a:lnTo>
                  <a:cubicBezTo>
                    <a:pt x="143" y="143"/>
                    <a:pt x="158" y="127"/>
                    <a:pt x="143" y="112"/>
                  </a:cubicBezTo>
                  <a:cubicBezTo>
                    <a:pt x="143" y="32"/>
                    <a:pt x="111"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3" name="Google Shape;1473;p38"/>
            <p:cNvSpPr/>
            <p:nvPr/>
          </p:nvSpPr>
          <p:spPr>
            <a:xfrm>
              <a:off x="3391951" y="1781257"/>
              <a:ext cx="5565" cy="4039"/>
            </a:xfrm>
            <a:custGeom>
              <a:avLst/>
              <a:gdLst/>
              <a:ahLst/>
              <a:cxnLst/>
              <a:rect l="l" t="t" r="r" b="b"/>
              <a:pathLst>
                <a:path w="175" h="127" extrusionOk="0">
                  <a:moveTo>
                    <a:pt x="32" y="0"/>
                  </a:moveTo>
                  <a:lnTo>
                    <a:pt x="32" y="0"/>
                  </a:lnTo>
                  <a:lnTo>
                    <a:pt x="17" y="0"/>
                  </a:lnTo>
                  <a:cubicBezTo>
                    <a:pt x="1" y="0"/>
                    <a:pt x="1" y="15"/>
                    <a:pt x="1" y="32"/>
                  </a:cubicBezTo>
                  <a:lnTo>
                    <a:pt x="1" y="47"/>
                  </a:lnTo>
                  <a:lnTo>
                    <a:pt x="17" y="47"/>
                  </a:lnTo>
                  <a:cubicBezTo>
                    <a:pt x="32" y="47"/>
                    <a:pt x="32" y="32"/>
                    <a:pt x="32" y="32"/>
                  </a:cubicBezTo>
                  <a:lnTo>
                    <a:pt x="32" y="32"/>
                  </a:lnTo>
                  <a:cubicBezTo>
                    <a:pt x="49" y="32"/>
                    <a:pt x="64" y="47"/>
                    <a:pt x="64" y="63"/>
                  </a:cubicBezTo>
                  <a:cubicBezTo>
                    <a:pt x="80" y="78"/>
                    <a:pt x="64" y="95"/>
                    <a:pt x="49" y="110"/>
                  </a:cubicBezTo>
                  <a:lnTo>
                    <a:pt x="32" y="110"/>
                  </a:lnTo>
                  <a:lnTo>
                    <a:pt x="32" y="126"/>
                  </a:lnTo>
                  <a:lnTo>
                    <a:pt x="49" y="126"/>
                  </a:lnTo>
                  <a:lnTo>
                    <a:pt x="64" y="126"/>
                  </a:lnTo>
                  <a:lnTo>
                    <a:pt x="112" y="110"/>
                  </a:lnTo>
                  <a:cubicBezTo>
                    <a:pt x="112" y="95"/>
                    <a:pt x="127" y="95"/>
                    <a:pt x="127" y="95"/>
                  </a:cubicBezTo>
                  <a:lnTo>
                    <a:pt x="143" y="95"/>
                  </a:lnTo>
                  <a:lnTo>
                    <a:pt x="143" y="95"/>
                  </a:lnTo>
                  <a:lnTo>
                    <a:pt x="158" y="95"/>
                  </a:lnTo>
                  <a:cubicBezTo>
                    <a:pt x="175" y="95"/>
                    <a:pt x="175" y="78"/>
                    <a:pt x="175" y="63"/>
                  </a:cubicBezTo>
                  <a:cubicBezTo>
                    <a:pt x="175" y="47"/>
                    <a:pt x="158" y="32"/>
                    <a:pt x="143" y="32"/>
                  </a:cubicBezTo>
                  <a:lnTo>
                    <a:pt x="127" y="32"/>
                  </a:lnTo>
                  <a:lnTo>
                    <a:pt x="80" y="47"/>
                  </a:lnTo>
                  <a:lnTo>
                    <a:pt x="64" y="32"/>
                  </a:lnTo>
                  <a:lnTo>
                    <a:pt x="64" y="15"/>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4" name="Google Shape;1474;p38"/>
            <p:cNvSpPr/>
            <p:nvPr/>
          </p:nvSpPr>
          <p:spPr>
            <a:xfrm>
              <a:off x="3350861" y="1782243"/>
              <a:ext cx="5057" cy="5057"/>
            </a:xfrm>
            <a:custGeom>
              <a:avLst/>
              <a:gdLst/>
              <a:ahLst/>
              <a:cxnLst/>
              <a:rect l="l" t="t" r="r" b="b"/>
              <a:pathLst>
                <a:path w="159" h="159" extrusionOk="0">
                  <a:moveTo>
                    <a:pt x="80" y="1"/>
                  </a:moveTo>
                  <a:lnTo>
                    <a:pt x="80" y="1"/>
                  </a:lnTo>
                  <a:lnTo>
                    <a:pt x="80" y="1"/>
                  </a:lnTo>
                  <a:lnTo>
                    <a:pt x="64" y="16"/>
                  </a:lnTo>
                  <a:lnTo>
                    <a:pt x="17" y="110"/>
                  </a:lnTo>
                  <a:cubicBezTo>
                    <a:pt x="1" y="110"/>
                    <a:pt x="1" y="127"/>
                    <a:pt x="1" y="127"/>
                  </a:cubicBezTo>
                  <a:lnTo>
                    <a:pt x="32" y="158"/>
                  </a:lnTo>
                  <a:lnTo>
                    <a:pt x="49" y="158"/>
                  </a:lnTo>
                  <a:lnTo>
                    <a:pt x="64" y="142"/>
                  </a:lnTo>
                  <a:lnTo>
                    <a:pt x="95" y="95"/>
                  </a:lnTo>
                  <a:lnTo>
                    <a:pt x="112" y="95"/>
                  </a:lnTo>
                  <a:lnTo>
                    <a:pt x="143" y="95"/>
                  </a:lnTo>
                  <a:cubicBezTo>
                    <a:pt x="143" y="79"/>
                    <a:pt x="158" y="64"/>
                    <a:pt x="143" y="47"/>
                  </a:cubicBezTo>
                  <a:lnTo>
                    <a:pt x="143" y="32"/>
                  </a:lnTo>
                  <a:lnTo>
                    <a:pt x="112" y="16"/>
                  </a:lnTo>
                  <a:cubicBezTo>
                    <a:pt x="112"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5" name="Google Shape;1475;p38"/>
            <p:cNvSpPr/>
            <p:nvPr/>
          </p:nvSpPr>
          <p:spPr>
            <a:xfrm>
              <a:off x="3093314" y="1790258"/>
              <a:ext cx="3562" cy="3053"/>
            </a:xfrm>
            <a:custGeom>
              <a:avLst/>
              <a:gdLst/>
              <a:ahLst/>
              <a:cxnLst/>
              <a:rect l="l" t="t" r="r" b="b"/>
              <a:pathLst>
                <a:path w="112" h="96" extrusionOk="0">
                  <a:moveTo>
                    <a:pt x="0" y="1"/>
                  </a:moveTo>
                  <a:lnTo>
                    <a:pt x="0" y="32"/>
                  </a:lnTo>
                  <a:cubicBezTo>
                    <a:pt x="0" y="47"/>
                    <a:pt x="17" y="64"/>
                    <a:pt x="32" y="64"/>
                  </a:cubicBezTo>
                  <a:lnTo>
                    <a:pt x="32" y="64"/>
                  </a:lnTo>
                  <a:lnTo>
                    <a:pt x="32" y="64"/>
                  </a:lnTo>
                  <a:cubicBezTo>
                    <a:pt x="48" y="64"/>
                    <a:pt x="48" y="64"/>
                    <a:pt x="63" y="79"/>
                  </a:cubicBezTo>
                  <a:lnTo>
                    <a:pt x="63" y="79"/>
                  </a:lnTo>
                  <a:lnTo>
                    <a:pt x="63" y="79"/>
                  </a:lnTo>
                  <a:lnTo>
                    <a:pt x="80" y="79"/>
                  </a:lnTo>
                  <a:lnTo>
                    <a:pt x="95" y="95"/>
                  </a:lnTo>
                  <a:lnTo>
                    <a:pt x="95" y="95"/>
                  </a:lnTo>
                  <a:cubicBezTo>
                    <a:pt x="95" y="79"/>
                    <a:pt x="111" y="79"/>
                    <a:pt x="111" y="79"/>
                  </a:cubicBezTo>
                  <a:cubicBezTo>
                    <a:pt x="111" y="64"/>
                    <a:pt x="111" y="47"/>
                    <a:pt x="95" y="47"/>
                  </a:cubicBezTo>
                  <a:lnTo>
                    <a:pt x="17" y="16"/>
                  </a:lnTo>
                  <a:cubicBezTo>
                    <a:pt x="0" y="16"/>
                    <a:pt x="0" y="1"/>
                    <a:pt x="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6" name="Google Shape;1476;p38"/>
            <p:cNvSpPr/>
            <p:nvPr/>
          </p:nvSpPr>
          <p:spPr>
            <a:xfrm>
              <a:off x="3271701" y="1773720"/>
              <a:ext cx="4548" cy="1018"/>
            </a:xfrm>
            <a:custGeom>
              <a:avLst/>
              <a:gdLst/>
              <a:ahLst/>
              <a:cxnLst/>
              <a:rect l="l" t="t" r="r" b="b"/>
              <a:pathLst>
                <a:path w="143" h="32" extrusionOk="0">
                  <a:moveTo>
                    <a:pt x="95" y="0"/>
                  </a:moveTo>
                  <a:lnTo>
                    <a:pt x="95" y="0"/>
                  </a:lnTo>
                  <a:cubicBezTo>
                    <a:pt x="95" y="0"/>
                    <a:pt x="95" y="17"/>
                    <a:pt x="80" y="17"/>
                  </a:cubicBezTo>
                  <a:lnTo>
                    <a:pt x="63" y="17"/>
                  </a:lnTo>
                  <a:cubicBezTo>
                    <a:pt x="48" y="17"/>
                    <a:pt x="48" y="17"/>
                    <a:pt x="32" y="0"/>
                  </a:cubicBezTo>
                  <a:lnTo>
                    <a:pt x="32" y="0"/>
                  </a:lnTo>
                  <a:lnTo>
                    <a:pt x="17" y="0"/>
                  </a:lnTo>
                  <a:cubicBezTo>
                    <a:pt x="17" y="17"/>
                    <a:pt x="0" y="17"/>
                    <a:pt x="0" y="32"/>
                  </a:cubicBezTo>
                  <a:lnTo>
                    <a:pt x="111" y="17"/>
                  </a:lnTo>
                  <a:lnTo>
                    <a:pt x="111" y="17"/>
                  </a:lnTo>
                  <a:cubicBezTo>
                    <a:pt x="127" y="17"/>
                    <a:pt x="127" y="32"/>
                    <a:pt x="143" y="32"/>
                  </a:cubicBezTo>
                  <a:lnTo>
                    <a:pt x="143" y="17"/>
                  </a:lnTo>
                  <a:cubicBezTo>
                    <a:pt x="127" y="0"/>
                    <a:pt x="127"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7" name="Google Shape;1477;p38"/>
            <p:cNvSpPr/>
            <p:nvPr/>
          </p:nvSpPr>
          <p:spPr>
            <a:xfrm>
              <a:off x="3403496" y="1768695"/>
              <a:ext cx="6042" cy="3053"/>
            </a:xfrm>
            <a:custGeom>
              <a:avLst/>
              <a:gdLst/>
              <a:ahLst/>
              <a:cxnLst/>
              <a:rect l="l" t="t" r="r" b="b"/>
              <a:pathLst>
                <a:path w="190" h="96" extrusionOk="0">
                  <a:moveTo>
                    <a:pt x="110" y="1"/>
                  </a:moveTo>
                  <a:lnTo>
                    <a:pt x="110" y="17"/>
                  </a:lnTo>
                  <a:cubicBezTo>
                    <a:pt x="127" y="32"/>
                    <a:pt x="110" y="49"/>
                    <a:pt x="95" y="64"/>
                  </a:cubicBezTo>
                  <a:lnTo>
                    <a:pt x="79" y="64"/>
                  </a:lnTo>
                  <a:cubicBezTo>
                    <a:pt x="64" y="64"/>
                    <a:pt x="64" y="64"/>
                    <a:pt x="47" y="49"/>
                  </a:cubicBezTo>
                  <a:lnTo>
                    <a:pt x="47" y="32"/>
                  </a:lnTo>
                  <a:lnTo>
                    <a:pt x="16" y="32"/>
                  </a:lnTo>
                  <a:cubicBezTo>
                    <a:pt x="1" y="49"/>
                    <a:pt x="1" y="49"/>
                    <a:pt x="1" y="64"/>
                  </a:cubicBezTo>
                  <a:lnTo>
                    <a:pt x="32" y="95"/>
                  </a:lnTo>
                  <a:lnTo>
                    <a:pt x="47" y="95"/>
                  </a:lnTo>
                  <a:cubicBezTo>
                    <a:pt x="79" y="80"/>
                    <a:pt x="95" y="80"/>
                    <a:pt x="110" y="80"/>
                  </a:cubicBezTo>
                  <a:cubicBezTo>
                    <a:pt x="110" y="64"/>
                    <a:pt x="127" y="49"/>
                    <a:pt x="142" y="32"/>
                  </a:cubicBezTo>
                  <a:lnTo>
                    <a:pt x="158" y="32"/>
                  </a:lnTo>
                  <a:lnTo>
                    <a:pt x="158" y="32"/>
                  </a:lnTo>
                  <a:cubicBezTo>
                    <a:pt x="174" y="32"/>
                    <a:pt x="190" y="32"/>
                    <a:pt x="190" y="49"/>
                  </a:cubicBezTo>
                  <a:cubicBezTo>
                    <a:pt x="190" y="32"/>
                    <a:pt x="174" y="32"/>
                    <a:pt x="174" y="32"/>
                  </a:cubicBezTo>
                  <a:cubicBezTo>
                    <a:pt x="158" y="17"/>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8" name="Google Shape;1478;p38"/>
            <p:cNvSpPr/>
            <p:nvPr/>
          </p:nvSpPr>
          <p:spPr>
            <a:xfrm>
              <a:off x="3410016" y="1766691"/>
              <a:ext cx="6042" cy="3562"/>
            </a:xfrm>
            <a:custGeom>
              <a:avLst/>
              <a:gdLst/>
              <a:ahLst/>
              <a:cxnLst/>
              <a:rect l="l" t="t" r="r" b="b"/>
              <a:pathLst>
                <a:path w="190" h="112" extrusionOk="0">
                  <a:moveTo>
                    <a:pt x="158" y="1"/>
                  </a:moveTo>
                  <a:lnTo>
                    <a:pt x="142" y="1"/>
                  </a:lnTo>
                  <a:lnTo>
                    <a:pt x="142" y="1"/>
                  </a:lnTo>
                  <a:lnTo>
                    <a:pt x="48" y="32"/>
                  </a:lnTo>
                  <a:cubicBezTo>
                    <a:pt x="48" y="49"/>
                    <a:pt x="48" y="49"/>
                    <a:pt x="32" y="64"/>
                  </a:cubicBezTo>
                  <a:lnTo>
                    <a:pt x="16" y="64"/>
                  </a:lnTo>
                  <a:lnTo>
                    <a:pt x="0" y="64"/>
                  </a:lnTo>
                  <a:lnTo>
                    <a:pt x="0" y="80"/>
                  </a:lnTo>
                  <a:cubicBezTo>
                    <a:pt x="16" y="95"/>
                    <a:pt x="32" y="112"/>
                    <a:pt x="48" y="112"/>
                  </a:cubicBezTo>
                  <a:lnTo>
                    <a:pt x="48" y="95"/>
                  </a:lnTo>
                  <a:lnTo>
                    <a:pt x="126" y="80"/>
                  </a:lnTo>
                  <a:cubicBezTo>
                    <a:pt x="126" y="64"/>
                    <a:pt x="142" y="49"/>
                    <a:pt x="158" y="49"/>
                  </a:cubicBezTo>
                  <a:lnTo>
                    <a:pt x="158" y="49"/>
                  </a:lnTo>
                  <a:lnTo>
                    <a:pt x="174" y="49"/>
                  </a:lnTo>
                  <a:lnTo>
                    <a:pt x="189" y="49"/>
                  </a:lnTo>
                  <a:lnTo>
                    <a:pt x="189" y="32"/>
                  </a:lnTo>
                  <a:cubicBezTo>
                    <a:pt x="189" y="17"/>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9" name="Google Shape;1479;p38"/>
            <p:cNvSpPr/>
            <p:nvPr/>
          </p:nvSpPr>
          <p:spPr>
            <a:xfrm>
              <a:off x="3110361" y="1795283"/>
              <a:ext cx="3021" cy="5025"/>
            </a:xfrm>
            <a:custGeom>
              <a:avLst/>
              <a:gdLst/>
              <a:ahLst/>
              <a:cxnLst/>
              <a:rect l="l" t="t" r="r" b="b"/>
              <a:pathLst>
                <a:path w="95" h="158" extrusionOk="0">
                  <a:moveTo>
                    <a:pt x="48" y="47"/>
                  </a:moveTo>
                  <a:lnTo>
                    <a:pt x="32" y="63"/>
                  </a:lnTo>
                  <a:lnTo>
                    <a:pt x="17" y="63"/>
                  </a:lnTo>
                  <a:lnTo>
                    <a:pt x="0" y="63"/>
                  </a:lnTo>
                  <a:lnTo>
                    <a:pt x="0" y="95"/>
                  </a:lnTo>
                  <a:cubicBezTo>
                    <a:pt x="0" y="110"/>
                    <a:pt x="32" y="142"/>
                    <a:pt x="48" y="158"/>
                  </a:cubicBezTo>
                  <a:lnTo>
                    <a:pt x="63" y="158"/>
                  </a:lnTo>
                  <a:cubicBezTo>
                    <a:pt x="80" y="158"/>
                    <a:pt x="95" y="158"/>
                    <a:pt x="95" y="142"/>
                  </a:cubicBezTo>
                  <a:lnTo>
                    <a:pt x="95" y="142"/>
                  </a:lnTo>
                  <a:cubicBezTo>
                    <a:pt x="80" y="142"/>
                    <a:pt x="63" y="142"/>
                    <a:pt x="63" y="126"/>
                  </a:cubicBezTo>
                  <a:cubicBezTo>
                    <a:pt x="48" y="110"/>
                    <a:pt x="48" y="95"/>
                    <a:pt x="63" y="78"/>
                  </a:cubicBezTo>
                  <a:lnTo>
                    <a:pt x="63" y="78"/>
                  </a:lnTo>
                  <a:lnTo>
                    <a:pt x="63" y="78"/>
                  </a:lnTo>
                  <a:cubicBezTo>
                    <a:pt x="63" y="78"/>
                    <a:pt x="63" y="63"/>
                    <a:pt x="48" y="47"/>
                  </a:cubicBezTo>
                  <a:close/>
                  <a:moveTo>
                    <a:pt x="0" y="0"/>
                  </a:moveTo>
                  <a:lnTo>
                    <a:pt x="0" y="0"/>
                  </a:lnTo>
                  <a:lnTo>
                    <a:pt x="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0" name="Google Shape;1480;p38"/>
            <p:cNvSpPr/>
            <p:nvPr/>
          </p:nvSpPr>
          <p:spPr>
            <a:xfrm>
              <a:off x="3268680" y="1767709"/>
              <a:ext cx="7060" cy="13580"/>
            </a:xfrm>
            <a:custGeom>
              <a:avLst/>
              <a:gdLst/>
              <a:ahLst/>
              <a:cxnLst/>
              <a:rect l="l" t="t" r="r" b="b"/>
              <a:pathLst>
                <a:path w="222" h="427" extrusionOk="0">
                  <a:moveTo>
                    <a:pt x="112" y="174"/>
                  </a:moveTo>
                  <a:cubicBezTo>
                    <a:pt x="95" y="174"/>
                    <a:pt x="95" y="174"/>
                    <a:pt x="80" y="189"/>
                  </a:cubicBezTo>
                  <a:lnTo>
                    <a:pt x="64" y="189"/>
                  </a:lnTo>
                  <a:lnTo>
                    <a:pt x="32" y="189"/>
                  </a:lnTo>
                  <a:cubicBezTo>
                    <a:pt x="32" y="206"/>
                    <a:pt x="32" y="221"/>
                    <a:pt x="17" y="237"/>
                  </a:cubicBezTo>
                  <a:cubicBezTo>
                    <a:pt x="17" y="269"/>
                    <a:pt x="17" y="284"/>
                    <a:pt x="1" y="315"/>
                  </a:cubicBezTo>
                  <a:cubicBezTo>
                    <a:pt x="1" y="315"/>
                    <a:pt x="1" y="332"/>
                    <a:pt x="17" y="347"/>
                  </a:cubicBezTo>
                  <a:lnTo>
                    <a:pt x="49" y="410"/>
                  </a:lnTo>
                  <a:cubicBezTo>
                    <a:pt x="64" y="426"/>
                    <a:pt x="64" y="426"/>
                    <a:pt x="80" y="426"/>
                  </a:cubicBezTo>
                  <a:lnTo>
                    <a:pt x="80" y="426"/>
                  </a:lnTo>
                  <a:lnTo>
                    <a:pt x="95" y="426"/>
                  </a:lnTo>
                  <a:lnTo>
                    <a:pt x="112" y="426"/>
                  </a:lnTo>
                  <a:cubicBezTo>
                    <a:pt x="95" y="410"/>
                    <a:pt x="95" y="395"/>
                    <a:pt x="112" y="395"/>
                  </a:cubicBezTo>
                  <a:cubicBezTo>
                    <a:pt x="112" y="378"/>
                    <a:pt x="127" y="363"/>
                    <a:pt x="127" y="363"/>
                  </a:cubicBezTo>
                  <a:lnTo>
                    <a:pt x="143" y="363"/>
                  </a:lnTo>
                  <a:lnTo>
                    <a:pt x="143" y="363"/>
                  </a:lnTo>
                  <a:lnTo>
                    <a:pt x="190" y="378"/>
                  </a:lnTo>
                  <a:lnTo>
                    <a:pt x="190" y="378"/>
                  </a:lnTo>
                  <a:lnTo>
                    <a:pt x="206" y="378"/>
                  </a:lnTo>
                  <a:cubicBezTo>
                    <a:pt x="222" y="363"/>
                    <a:pt x="222" y="347"/>
                    <a:pt x="222" y="347"/>
                  </a:cubicBezTo>
                  <a:lnTo>
                    <a:pt x="222" y="332"/>
                  </a:lnTo>
                  <a:cubicBezTo>
                    <a:pt x="206" y="315"/>
                    <a:pt x="206" y="315"/>
                    <a:pt x="190" y="315"/>
                  </a:cubicBezTo>
                  <a:lnTo>
                    <a:pt x="158" y="315"/>
                  </a:lnTo>
                  <a:lnTo>
                    <a:pt x="95" y="347"/>
                  </a:lnTo>
                  <a:lnTo>
                    <a:pt x="95" y="347"/>
                  </a:lnTo>
                  <a:lnTo>
                    <a:pt x="80" y="363"/>
                  </a:lnTo>
                  <a:cubicBezTo>
                    <a:pt x="80" y="363"/>
                    <a:pt x="64" y="378"/>
                    <a:pt x="49" y="378"/>
                  </a:cubicBezTo>
                  <a:cubicBezTo>
                    <a:pt x="49" y="378"/>
                    <a:pt x="32" y="378"/>
                    <a:pt x="32" y="363"/>
                  </a:cubicBezTo>
                  <a:cubicBezTo>
                    <a:pt x="17" y="347"/>
                    <a:pt x="17" y="332"/>
                    <a:pt x="32" y="315"/>
                  </a:cubicBezTo>
                  <a:lnTo>
                    <a:pt x="64" y="269"/>
                  </a:lnTo>
                  <a:lnTo>
                    <a:pt x="64" y="252"/>
                  </a:lnTo>
                  <a:cubicBezTo>
                    <a:pt x="64" y="237"/>
                    <a:pt x="80" y="221"/>
                    <a:pt x="95" y="221"/>
                  </a:cubicBezTo>
                  <a:lnTo>
                    <a:pt x="95" y="221"/>
                  </a:lnTo>
                  <a:cubicBezTo>
                    <a:pt x="95" y="206"/>
                    <a:pt x="112" y="206"/>
                    <a:pt x="112" y="189"/>
                  </a:cubicBezTo>
                  <a:lnTo>
                    <a:pt x="112" y="174"/>
                  </a:lnTo>
                  <a:lnTo>
                    <a:pt x="112" y="174"/>
                  </a:lnTo>
                  <a:close/>
                  <a:moveTo>
                    <a:pt x="143" y="0"/>
                  </a:moveTo>
                  <a:lnTo>
                    <a:pt x="143" y="0"/>
                  </a:lnTo>
                  <a:cubicBezTo>
                    <a:pt x="143" y="17"/>
                    <a:pt x="143" y="17"/>
                    <a:pt x="127" y="17"/>
                  </a:cubicBezTo>
                  <a:lnTo>
                    <a:pt x="112" y="32"/>
                  </a:lnTo>
                  <a:lnTo>
                    <a:pt x="95" y="48"/>
                  </a:lnTo>
                  <a:lnTo>
                    <a:pt x="95" y="48"/>
                  </a:lnTo>
                  <a:lnTo>
                    <a:pt x="95" y="80"/>
                  </a:lnTo>
                  <a:cubicBezTo>
                    <a:pt x="80" y="95"/>
                    <a:pt x="80" y="111"/>
                    <a:pt x="64" y="111"/>
                  </a:cubicBezTo>
                  <a:lnTo>
                    <a:pt x="64" y="111"/>
                  </a:lnTo>
                  <a:lnTo>
                    <a:pt x="64" y="111"/>
                  </a:lnTo>
                  <a:lnTo>
                    <a:pt x="80" y="111"/>
                  </a:lnTo>
                  <a:lnTo>
                    <a:pt x="95" y="111"/>
                  </a:lnTo>
                  <a:lnTo>
                    <a:pt x="95" y="95"/>
                  </a:lnTo>
                  <a:cubicBezTo>
                    <a:pt x="95" y="63"/>
                    <a:pt x="112" y="48"/>
                    <a:pt x="127" y="48"/>
                  </a:cubicBezTo>
                  <a:lnTo>
                    <a:pt x="127" y="48"/>
                  </a:lnTo>
                  <a:cubicBezTo>
                    <a:pt x="143" y="48"/>
                    <a:pt x="158" y="63"/>
                    <a:pt x="158" y="63"/>
                  </a:cubicBezTo>
                  <a:lnTo>
                    <a:pt x="175" y="48"/>
                  </a:lnTo>
                  <a:cubicBezTo>
                    <a:pt x="158" y="32"/>
                    <a:pt x="158" y="17"/>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1" name="Google Shape;1481;p38"/>
            <p:cNvSpPr/>
            <p:nvPr/>
          </p:nvSpPr>
          <p:spPr>
            <a:xfrm>
              <a:off x="3415009" y="1754192"/>
              <a:ext cx="7569" cy="3021"/>
            </a:xfrm>
            <a:custGeom>
              <a:avLst/>
              <a:gdLst/>
              <a:ahLst/>
              <a:cxnLst/>
              <a:rect l="l" t="t" r="r" b="b"/>
              <a:pathLst>
                <a:path w="238" h="95" extrusionOk="0">
                  <a:moveTo>
                    <a:pt x="127" y="16"/>
                  </a:moveTo>
                  <a:lnTo>
                    <a:pt x="95" y="32"/>
                  </a:lnTo>
                  <a:lnTo>
                    <a:pt x="80" y="32"/>
                  </a:lnTo>
                  <a:cubicBezTo>
                    <a:pt x="64" y="32"/>
                    <a:pt x="64" y="32"/>
                    <a:pt x="48" y="16"/>
                  </a:cubicBezTo>
                  <a:lnTo>
                    <a:pt x="32" y="32"/>
                  </a:lnTo>
                  <a:cubicBezTo>
                    <a:pt x="17" y="32"/>
                    <a:pt x="1" y="47"/>
                    <a:pt x="1" y="63"/>
                  </a:cubicBezTo>
                  <a:lnTo>
                    <a:pt x="1" y="79"/>
                  </a:lnTo>
                  <a:cubicBezTo>
                    <a:pt x="17" y="79"/>
                    <a:pt x="32" y="79"/>
                    <a:pt x="32" y="95"/>
                  </a:cubicBezTo>
                  <a:lnTo>
                    <a:pt x="32" y="95"/>
                  </a:lnTo>
                  <a:lnTo>
                    <a:pt x="48" y="95"/>
                  </a:lnTo>
                  <a:lnTo>
                    <a:pt x="64" y="95"/>
                  </a:lnTo>
                  <a:lnTo>
                    <a:pt x="64" y="63"/>
                  </a:lnTo>
                  <a:cubicBezTo>
                    <a:pt x="80" y="47"/>
                    <a:pt x="80" y="47"/>
                    <a:pt x="95" y="47"/>
                  </a:cubicBezTo>
                  <a:lnTo>
                    <a:pt x="95" y="47"/>
                  </a:lnTo>
                  <a:lnTo>
                    <a:pt x="112" y="47"/>
                  </a:lnTo>
                  <a:lnTo>
                    <a:pt x="127" y="47"/>
                  </a:lnTo>
                  <a:lnTo>
                    <a:pt x="127" y="47"/>
                  </a:lnTo>
                  <a:lnTo>
                    <a:pt x="127" y="16"/>
                  </a:lnTo>
                  <a:close/>
                  <a:moveTo>
                    <a:pt x="238" y="0"/>
                  </a:moveTo>
                  <a:cubicBezTo>
                    <a:pt x="238" y="16"/>
                    <a:pt x="221" y="16"/>
                    <a:pt x="221" y="16"/>
                  </a:cubicBezTo>
                  <a:lnTo>
                    <a:pt x="206" y="16"/>
                  </a:lnTo>
                  <a:lnTo>
                    <a:pt x="190" y="16"/>
                  </a:lnTo>
                  <a:lnTo>
                    <a:pt x="206" y="47"/>
                  </a:lnTo>
                  <a:lnTo>
                    <a:pt x="221" y="32"/>
                  </a:lnTo>
                  <a:lnTo>
                    <a:pt x="23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2" name="Google Shape;1482;p38"/>
            <p:cNvSpPr/>
            <p:nvPr/>
          </p:nvSpPr>
          <p:spPr>
            <a:xfrm>
              <a:off x="3016159" y="1795760"/>
              <a:ext cx="5025" cy="2035"/>
            </a:xfrm>
            <a:custGeom>
              <a:avLst/>
              <a:gdLst/>
              <a:ahLst/>
              <a:cxnLst/>
              <a:rect l="l" t="t" r="r" b="b"/>
              <a:pathLst>
                <a:path w="158" h="64" extrusionOk="0">
                  <a:moveTo>
                    <a:pt x="126" y="0"/>
                  </a:moveTo>
                  <a:lnTo>
                    <a:pt x="32" y="0"/>
                  </a:lnTo>
                  <a:cubicBezTo>
                    <a:pt x="16" y="0"/>
                    <a:pt x="0" y="17"/>
                    <a:pt x="0" y="48"/>
                  </a:cubicBezTo>
                  <a:cubicBezTo>
                    <a:pt x="0" y="48"/>
                    <a:pt x="0" y="63"/>
                    <a:pt x="16" y="63"/>
                  </a:cubicBezTo>
                  <a:cubicBezTo>
                    <a:pt x="16" y="48"/>
                    <a:pt x="32" y="48"/>
                    <a:pt x="32" y="48"/>
                  </a:cubicBezTo>
                  <a:lnTo>
                    <a:pt x="48" y="48"/>
                  </a:lnTo>
                  <a:lnTo>
                    <a:pt x="48" y="48"/>
                  </a:lnTo>
                  <a:lnTo>
                    <a:pt x="126" y="63"/>
                  </a:lnTo>
                  <a:lnTo>
                    <a:pt x="158" y="63"/>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3" name="Google Shape;1483;p38"/>
            <p:cNvSpPr/>
            <p:nvPr/>
          </p:nvSpPr>
          <p:spPr>
            <a:xfrm>
              <a:off x="3415518" y="1802788"/>
              <a:ext cx="12562" cy="6551"/>
            </a:xfrm>
            <a:custGeom>
              <a:avLst/>
              <a:gdLst/>
              <a:ahLst/>
              <a:cxnLst/>
              <a:rect l="l" t="t" r="r" b="b"/>
              <a:pathLst>
                <a:path w="395" h="206" extrusionOk="0">
                  <a:moveTo>
                    <a:pt x="190" y="111"/>
                  </a:moveTo>
                  <a:lnTo>
                    <a:pt x="190" y="126"/>
                  </a:lnTo>
                  <a:cubicBezTo>
                    <a:pt x="174" y="142"/>
                    <a:pt x="174" y="158"/>
                    <a:pt x="159" y="158"/>
                  </a:cubicBezTo>
                  <a:lnTo>
                    <a:pt x="142" y="158"/>
                  </a:lnTo>
                  <a:cubicBezTo>
                    <a:pt x="142" y="142"/>
                    <a:pt x="127" y="142"/>
                    <a:pt x="127" y="142"/>
                  </a:cubicBezTo>
                  <a:lnTo>
                    <a:pt x="96" y="142"/>
                  </a:lnTo>
                  <a:cubicBezTo>
                    <a:pt x="79" y="142"/>
                    <a:pt x="79" y="126"/>
                    <a:pt x="64" y="126"/>
                  </a:cubicBezTo>
                  <a:lnTo>
                    <a:pt x="64" y="126"/>
                  </a:lnTo>
                  <a:cubicBezTo>
                    <a:pt x="64" y="142"/>
                    <a:pt x="64" y="158"/>
                    <a:pt x="48" y="158"/>
                  </a:cubicBezTo>
                  <a:lnTo>
                    <a:pt x="16" y="174"/>
                  </a:lnTo>
                  <a:lnTo>
                    <a:pt x="1" y="174"/>
                  </a:lnTo>
                  <a:cubicBezTo>
                    <a:pt x="16" y="189"/>
                    <a:pt x="32" y="205"/>
                    <a:pt x="48" y="205"/>
                  </a:cubicBezTo>
                  <a:lnTo>
                    <a:pt x="48" y="205"/>
                  </a:lnTo>
                  <a:cubicBezTo>
                    <a:pt x="111" y="205"/>
                    <a:pt x="159" y="174"/>
                    <a:pt x="205" y="142"/>
                  </a:cubicBezTo>
                  <a:lnTo>
                    <a:pt x="190" y="111"/>
                  </a:lnTo>
                  <a:lnTo>
                    <a:pt x="190" y="111"/>
                  </a:lnTo>
                  <a:close/>
                  <a:moveTo>
                    <a:pt x="363" y="0"/>
                  </a:moveTo>
                  <a:lnTo>
                    <a:pt x="285" y="0"/>
                  </a:lnTo>
                  <a:lnTo>
                    <a:pt x="285" y="32"/>
                  </a:lnTo>
                  <a:cubicBezTo>
                    <a:pt x="285" y="48"/>
                    <a:pt x="268" y="63"/>
                    <a:pt x="253" y="63"/>
                  </a:cubicBezTo>
                  <a:lnTo>
                    <a:pt x="253" y="63"/>
                  </a:lnTo>
                  <a:cubicBezTo>
                    <a:pt x="237" y="63"/>
                    <a:pt x="222" y="48"/>
                    <a:pt x="222" y="32"/>
                  </a:cubicBezTo>
                  <a:lnTo>
                    <a:pt x="222" y="32"/>
                  </a:lnTo>
                  <a:cubicBezTo>
                    <a:pt x="205" y="48"/>
                    <a:pt x="190" y="48"/>
                    <a:pt x="190" y="63"/>
                  </a:cubicBezTo>
                  <a:cubicBezTo>
                    <a:pt x="190" y="79"/>
                    <a:pt x="174" y="79"/>
                    <a:pt x="159" y="79"/>
                  </a:cubicBezTo>
                  <a:lnTo>
                    <a:pt x="159" y="79"/>
                  </a:lnTo>
                  <a:lnTo>
                    <a:pt x="159" y="79"/>
                  </a:lnTo>
                  <a:lnTo>
                    <a:pt x="159" y="79"/>
                  </a:lnTo>
                  <a:lnTo>
                    <a:pt x="174" y="95"/>
                  </a:lnTo>
                  <a:cubicBezTo>
                    <a:pt x="174" y="79"/>
                    <a:pt x="174" y="79"/>
                    <a:pt x="190" y="63"/>
                  </a:cubicBezTo>
                  <a:lnTo>
                    <a:pt x="205" y="63"/>
                  </a:lnTo>
                  <a:lnTo>
                    <a:pt x="205" y="63"/>
                  </a:lnTo>
                  <a:lnTo>
                    <a:pt x="237" y="63"/>
                  </a:lnTo>
                  <a:lnTo>
                    <a:pt x="253" y="95"/>
                  </a:lnTo>
                  <a:cubicBezTo>
                    <a:pt x="253" y="79"/>
                    <a:pt x="268" y="79"/>
                    <a:pt x="268" y="79"/>
                  </a:cubicBezTo>
                  <a:lnTo>
                    <a:pt x="316" y="126"/>
                  </a:lnTo>
                  <a:cubicBezTo>
                    <a:pt x="316" y="142"/>
                    <a:pt x="331" y="142"/>
                    <a:pt x="331" y="142"/>
                  </a:cubicBezTo>
                  <a:lnTo>
                    <a:pt x="331" y="142"/>
                  </a:lnTo>
                  <a:lnTo>
                    <a:pt x="348" y="142"/>
                  </a:lnTo>
                  <a:lnTo>
                    <a:pt x="363" y="142"/>
                  </a:lnTo>
                  <a:lnTo>
                    <a:pt x="363" y="126"/>
                  </a:lnTo>
                  <a:lnTo>
                    <a:pt x="394" y="79"/>
                  </a:lnTo>
                  <a:lnTo>
                    <a:pt x="379" y="79"/>
                  </a:lnTo>
                  <a:lnTo>
                    <a:pt x="379" y="79"/>
                  </a:lnTo>
                  <a:cubicBezTo>
                    <a:pt x="348" y="79"/>
                    <a:pt x="331" y="63"/>
                    <a:pt x="331" y="48"/>
                  </a:cubicBezTo>
                  <a:cubicBezTo>
                    <a:pt x="331" y="32"/>
                    <a:pt x="348" y="16"/>
                    <a:pt x="379" y="16"/>
                  </a:cubicBezTo>
                  <a:lnTo>
                    <a:pt x="379" y="16"/>
                  </a:lnTo>
                  <a:lnTo>
                    <a:pt x="379" y="16"/>
                  </a:lnTo>
                  <a:cubicBezTo>
                    <a:pt x="379" y="0"/>
                    <a:pt x="379" y="0"/>
                    <a:pt x="3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4" name="Google Shape;1484;p38"/>
            <p:cNvSpPr/>
            <p:nvPr/>
          </p:nvSpPr>
          <p:spPr>
            <a:xfrm>
              <a:off x="3325831" y="1811312"/>
              <a:ext cx="5565" cy="7060"/>
            </a:xfrm>
            <a:custGeom>
              <a:avLst/>
              <a:gdLst/>
              <a:ahLst/>
              <a:cxnLst/>
              <a:rect l="l" t="t" r="r" b="b"/>
              <a:pathLst>
                <a:path w="175" h="222" extrusionOk="0">
                  <a:moveTo>
                    <a:pt x="143" y="1"/>
                  </a:moveTo>
                  <a:lnTo>
                    <a:pt x="143" y="1"/>
                  </a:lnTo>
                  <a:lnTo>
                    <a:pt x="126" y="1"/>
                  </a:lnTo>
                  <a:lnTo>
                    <a:pt x="32" y="47"/>
                  </a:lnTo>
                  <a:cubicBezTo>
                    <a:pt x="16" y="47"/>
                    <a:pt x="16" y="47"/>
                    <a:pt x="0" y="64"/>
                  </a:cubicBezTo>
                  <a:lnTo>
                    <a:pt x="16" y="64"/>
                  </a:lnTo>
                  <a:cubicBezTo>
                    <a:pt x="32" y="64"/>
                    <a:pt x="48" y="79"/>
                    <a:pt x="32" y="95"/>
                  </a:cubicBezTo>
                  <a:lnTo>
                    <a:pt x="32" y="173"/>
                  </a:lnTo>
                  <a:lnTo>
                    <a:pt x="16" y="190"/>
                  </a:lnTo>
                  <a:lnTo>
                    <a:pt x="16" y="221"/>
                  </a:lnTo>
                  <a:lnTo>
                    <a:pt x="16" y="221"/>
                  </a:lnTo>
                  <a:cubicBezTo>
                    <a:pt x="32" y="221"/>
                    <a:pt x="32" y="221"/>
                    <a:pt x="32" y="205"/>
                  </a:cubicBezTo>
                  <a:lnTo>
                    <a:pt x="79" y="173"/>
                  </a:lnTo>
                  <a:lnTo>
                    <a:pt x="79" y="173"/>
                  </a:lnTo>
                  <a:lnTo>
                    <a:pt x="79" y="158"/>
                  </a:lnTo>
                  <a:lnTo>
                    <a:pt x="95" y="158"/>
                  </a:lnTo>
                  <a:cubicBezTo>
                    <a:pt x="111" y="142"/>
                    <a:pt x="111" y="142"/>
                    <a:pt x="111" y="127"/>
                  </a:cubicBezTo>
                  <a:lnTo>
                    <a:pt x="111" y="127"/>
                  </a:lnTo>
                  <a:lnTo>
                    <a:pt x="111" y="110"/>
                  </a:lnTo>
                  <a:lnTo>
                    <a:pt x="111" y="110"/>
                  </a:lnTo>
                  <a:lnTo>
                    <a:pt x="95" y="95"/>
                  </a:lnTo>
                  <a:lnTo>
                    <a:pt x="126" y="79"/>
                  </a:lnTo>
                  <a:cubicBezTo>
                    <a:pt x="126" y="64"/>
                    <a:pt x="143" y="64"/>
                    <a:pt x="143" y="64"/>
                  </a:cubicBezTo>
                  <a:lnTo>
                    <a:pt x="143" y="64"/>
                  </a:lnTo>
                  <a:lnTo>
                    <a:pt x="158" y="64"/>
                  </a:lnTo>
                  <a:cubicBezTo>
                    <a:pt x="174" y="47"/>
                    <a:pt x="174" y="32"/>
                    <a:pt x="174" y="16"/>
                  </a:cubicBezTo>
                  <a:cubicBezTo>
                    <a:pt x="158"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5" name="Google Shape;1485;p38"/>
            <p:cNvSpPr/>
            <p:nvPr/>
          </p:nvSpPr>
          <p:spPr>
            <a:xfrm>
              <a:off x="3155459" y="1818817"/>
              <a:ext cx="6042" cy="2544"/>
            </a:xfrm>
            <a:custGeom>
              <a:avLst/>
              <a:gdLst/>
              <a:ahLst/>
              <a:cxnLst/>
              <a:rect l="l" t="t" r="r" b="b"/>
              <a:pathLst>
                <a:path w="190" h="80" extrusionOk="0">
                  <a:moveTo>
                    <a:pt x="111" y="0"/>
                  </a:moveTo>
                  <a:lnTo>
                    <a:pt x="80" y="0"/>
                  </a:lnTo>
                  <a:lnTo>
                    <a:pt x="80" y="0"/>
                  </a:lnTo>
                  <a:cubicBezTo>
                    <a:pt x="80" y="0"/>
                    <a:pt x="80" y="17"/>
                    <a:pt x="63" y="17"/>
                  </a:cubicBezTo>
                  <a:lnTo>
                    <a:pt x="17" y="63"/>
                  </a:lnTo>
                  <a:lnTo>
                    <a:pt x="0" y="63"/>
                  </a:lnTo>
                  <a:cubicBezTo>
                    <a:pt x="0" y="80"/>
                    <a:pt x="17" y="80"/>
                    <a:pt x="17" y="80"/>
                  </a:cubicBezTo>
                  <a:lnTo>
                    <a:pt x="32" y="80"/>
                  </a:lnTo>
                  <a:lnTo>
                    <a:pt x="48" y="80"/>
                  </a:lnTo>
                  <a:cubicBezTo>
                    <a:pt x="63" y="80"/>
                    <a:pt x="63" y="63"/>
                    <a:pt x="80" y="63"/>
                  </a:cubicBezTo>
                  <a:lnTo>
                    <a:pt x="80" y="63"/>
                  </a:lnTo>
                  <a:lnTo>
                    <a:pt x="95" y="63"/>
                  </a:lnTo>
                  <a:lnTo>
                    <a:pt x="95" y="63"/>
                  </a:lnTo>
                  <a:lnTo>
                    <a:pt x="126" y="63"/>
                  </a:lnTo>
                  <a:lnTo>
                    <a:pt x="143" y="63"/>
                  </a:lnTo>
                  <a:lnTo>
                    <a:pt x="158" y="63"/>
                  </a:lnTo>
                  <a:lnTo>
                    <a:pt x="158" y="63"/>
                  </a:lnTo>
                  <a:lnTo>
                    <a:pt x="158" y="48"/>
                  </a:lnTo>
                  <a:cubicBezTo>
                    <a:pt x="158" y="32"/>
                    <a:pt x="174" y="32"/>
                    <a:pt x="189" y="32"/>
                  </a:cubicBezTo>
                  <a:lnTo>
                    <a:pt x="189" y="32"/>
                  </a:lnTo>
                  <a:cubicBezTo>
                    <a:pt x="189" y="17"/>
                    <a:pt x="174" y="0"/>
                    <a:pt x="158" y="0"/>
                  </a:cubicBezTo>
                  <a:lnTo>
                    <a:pt x="158" y="0"/>
                  </a:lnTo>
                  <a:lnTo>
                    <a:pt x="126" y="0"/>
                  </a:ln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6" name="Google Shape;1486;p38"/>
            <p:cNvSpPr/>
            <p:nvPr/>
          </p:nvSpPr>
          <p:spPr>
            <a:xfrm>
              <a:off x="3332351" y="1797763"/>
              <a:ext cx="7060" cy="3562"/>
            </a:xfrm>
            <a:custGeom>
              <a:avLst/>
              <a:gdLst/>
              <a:ahLst/>
              <a:cxnLst/>
              <a:rect l="l" t="t" r="r" b="b"/>
              <a:pathLst>
                <a:path w="222" h="112" extrusionOk="0">
                  <a:moveTo>
                    <a:pt x="32" y="0"/>
                  </a:moveTo>
                  <a:lnTo>
                    <a:pt x="32" y="0"/>
                  </a:lnTo>
                  <a:cubicBezTo>
                    <a:pt x="16" y="0"/>
                    <a:pt x="1" y="17"/>
                    <a:pt x="1" y="32"/>
                  </a:cubicBezTo>
                  <a:cubicBezTo>
                    <a:pt x="1" y="48"/>
                    <a:pt x="1" y="64"/>
                    <a:pt x="16" y="80"/>
                  </a:cubicBezTo>
                  <a:lnTo>
                    <a:pt x="32" y="80"/>
                  </a:lnTo>
                  <a:lnTo>
                    <a:pt x="47" y="80"/>
                  </a:lnTo>
                  <a:lnTo>
                    <a:pt x="47" y="80"/>
                  </a:lnTo>
                  <a:cubicBezTo>
                    <a:pt x="32" y="64"/>
                    <a:pt x="47" y="48"/>
                    <a:pt x="64" y="32"/>
                  </a:cubicBezTo>
                  <a:lnTo>
                    <a:pt x="64" y="32"/>
                  </a:lnTo>
                  <a:lnTo>
                    <a:pt x="79" y="32"/>
                  </a:lnTo>
                  <a:cubicBezTo>
                    <a:pt x="79" y="32"/>
                    <a:pt x="95" y="48"/>
                    <a:pt x="110" y="48"/>
                  </a:cubicBezTo>
                  <a:lnTo>
                    <a:pt x="127" y="95"/>
                  </a:lnTo>
                  <a:cubicBezTo>
                    <a:pt x="142" y="111"/>
                    <a:pt x="158" y="111"/>
                    <a:pt x="158" y="111"/>
                  </a:cubicBezTo>
                  <a:lnTo>
                    <a:pt x="173" y="111"/>
                  </a:lnTo>
                  <a:cubicBezTo>
                    <a:pt x="190" y="95"/>
                    <a:pt x="205" y="95"/>
                    <a:pt x="221" y="80"/>
                  </a:cubicBezTo>
                  <a:lnTo>
                    <a:pt x="221" y="80"/>
                  </a:lnTo>
                  <a:lnTo>
                    <a:pt x="221" y="80"/>
                  </a:lnTo>
                  <a:cubicBezTo>
                    <a:pt x="221" y="48"/>
                    <a:pt x="205" y="32"/>
                    <a:pt x="190" y="32"/>
                  </a:cubicBezTo>
                  <a:lnTo>
                    <a:pt x="158" y="32"/>
                  </a:lnTo>
                  <a:lnTo>
                    <a:pt x="95" y="32"/>
                  </a:lnTo>
                  <a:cubicBezTo>
                    <a:pt x="95" y="32"/>
                    <a:pt x="79" y="32"/>
                    <a:pt x="64" y="17"/>
                  </a:cubicBezTo>
                  <a:lnTo>
                    <a:pt x="47" y="17"/>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7" name="Google Shape;1487;p38"/>
            <p:cNvSpPr/>
            <p:nvPr/>
          </p:nvSpPr>
          <p:spPr>
            <a:xfrm>
              <a:off x="3435045" y="1792738"/>
              <a:ext cx="5565" cy="2576"/>
            </a:xfrm>
            <a:custGeom>
              <a:avLst/>
              <a:gdLst/>
              <a:ahLst/>
              <a:cxnLst/>
              <a:rect l="l" t="t" r="r" b="b"/>
              <a:pathLst>
                <a:path w="175" h="81" extrusionOk="0">
                  <a:moveTo>
                    <a:pt x="95" y="1"/>
                  </a:moveTo>
                  <a:lnTo>
                    <a:pt x="95" y="1"/>
                  </a:lnTo>
                  <a:lnTo>
                    <a:pt x="95" y="32"/>
                  </a:lnTo>
                  <a:cubicBezTo>
                    <a:pt x="80" y="32"/>
                    <a:pt x="80" y="49"/>
                    <a:pt x="64" y="49"/>
                  </a:cubicBezTo>
                  <a:cubicBezTo>
                    <a:pt x="64" y="49"/>
                    <a:pt x="49" y="49"/>
                    <a:pt x="49" y="32"/>
                  </a:cubicBezTo>
                  <a:lnTo>
                    <a:pt x="32" y="17"/>
                  </a:lnTo>
                  <a:lnTo>
                    <a:pt x="32" y="17"/>
                  </a:lnTo>
                  <a:cubicBezTo>
                    <a:pt x="17" y="32"/>
                    <a:pt x="1" y="49"/>
                    <a:pt x="17" y="64"/>
                  </a:cubicBezTo>
                  <a:cubicBezTo>
                    <a:pt x="32" y="80"/>
                    <a:pt x="32" y="80"/>
                    <a:pt x="49" y="80"/>
                  </a:cubicBezTo>
                  <a:lnTo>
                    <a:pt x="64" y="80"/>
                  </a:lnTo>
                  <a:lnTo>
                    <a:pt x="95" y="64"/>
                  </a:lnTo>
                  <a:lnTo>
                    <a:pt x="127" y="80"/>
                  </a:lnTo>
                  <a:lnTo>
                    <a:pt x="143" y="80"/>
                  </a:lnTo>
                  <a:cubicBezTo>
                    <a:pt x="158" y="80"/>
                    <a:pt x="175" y="64"/>
                    <a:pt x="175" y="49"/>
                  </a:cubicBezTo>
                  <a:cubicBezTo>
                    <a:pt x="175" y="32"/>
                    <a:pt x="175" y="17"/>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8" name="Google Shape;1488;p38"/>
            <p:cNvSpPr/>
            <p:nvPr/>
          </p:nvSpPr>
          <p:spPr>
            <a:xfrm>
              <a:off x="3441597" y="1790258"/>
              <a:ext cx="3021" cy="5057"/>
            </a:xfrm>
            <a:custGeom>
              <a:avLst/>
              <a:gdLst/>
              <a:ahLst/>
              <a:cxnLst/>
              <a:rect l="l" t="t" r="r" b="b"/>
              <a:pathLst>
                <a:path w="95" h="159" extrusionOk="0">
                  <a:moveTo>
                    <a:pt x="32" y="1"/>
                  </a:moveTo>
                  <a:lnTo>
                    <a:pt x="32" y="1"/>
                  </a:lnTo>
                  <a:cubicBezTo>
                    <a:pt x="15" y="1"/>
                    <a:pt x="15" y="1"/>
                    <a:pt x="15" y="16"/>
                  </a:cubicBezTo>
                  <a:cubicBezTo>
                    <a:pt x="0" y="16"/>
                    <a:pt x="0" y="47"/>
                    <a:pt x="15" y="64"/>
                  </a:cubicBezTo>
                  <a:lnTo>
                    <a:pt x="32" y="79"/>
                  </a:lnTo>
                  <a:lnTo>
                    <a:pt x="15" y="95"/>
                  </a:lnTo>
                  <a:cubicBezTo>
                    <a:pt x="0" y="110"/>
                    <a:pt x="0" y="127"/>
                    <a:pt x="15" y="142"/>
                  </a:cubicBezTo>
                  <a:cubicBezTo>
                    <a:pt x="15" y="158"/>
                    <a:pt x="32" y="158"/>
                    <a:pt x="32" y="158"/>
                  </a:cubicBezTo>
                  <a:lnTo>
                    <a:pt x="63" y="158"/>
                  </a:lnTo>
                  <a:lnTo>
                    <a:pt x="78" y="142"/>
                  </a:lnTo>
                  <a:cubicBezTo>
                    <a:pt x="63" y="127"/>
                    <a:pt x="63" y="110"/>
                    <a:pt x="63" y="95"/>
                  </a:cubicBezTo>
                  <a:cubicBezTo>
                    <a:pt x="47" y="95"/>
                    <a:pt x="47" y="79"/>
                    <a:pt x="47" y="64"/>
                  </a:cubicBezTo>
                  <a:cubicBezTo>
                    <a:pt x="47" y="47"/>
                    <a:pt x="63" y="32"/>
                    <a:pt x="78" y="32"/>
                  </a:cubicBezTo>
                  <a:lnTo>
                    <a:pt x="95" y="32"/>
                  </a:lnTo>
                  <a:lnTo>
                    <a:pt x="95" y="32"/>
                  </a:ln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9" name="Google Shape;1489;p38"/>
            <p:cNvSpPr/>
            <p:nvPr/>
          </p:nvSpPr>
          <p:spPr>
            <a:xfrm>
              <a:off x="3261683" y="1804792"/>
              <a:ext cx="5025" cy="7569"/>
            </a:xfrm>
            <a:custGeom>
              <a:avLst/>
              <a:gdLst/>
              <a:ahLst/>
              <a:cxnLst/>
              <a:rect l="l" t="t" r="r" b="b"/>
              <a:pathLst>
                <a:path w="158" h="238" extrusionOk="0">
                  <a:moveTo>
                    <a:pt x="126" y="0"/>
                  </a:moveTo>
                  <a:lnTo>
                    <a:pt x="126" y="0"/>
                  </a:lnTo>
                  <a:cubicBezTo>
                    <a:pt x="111" y="0"/>
                    <a:pt x="111" y="0"/>
                    <a:pt x="95" y="16"/>
                  </a:cubicBezTo>
                  <a:lnTo>
                    <a:pt x="80" y="32"/>
                  </a:lnTo>
                  <a:cubicBezTo>
                    <a:pt x="80" y="32"/>
                    <a:pt x="80" y="48"/>
                    <a:pt x="63" y="48"/>
                  </a:cubicBezTo>
                  <a:cubicBezTo>
                    <a:pt x="32" y="95"/>
                    <a:pt x="0" y="142"/>
                    <a:pt x="0" y="206"/>
                  </a:cubicBezTo>
                  <a:lnTo>
                    <a:pt x="0" y="206"/>
                  </a:lnTo>
                  <a:cubicBezTo>
                    <a:pt x="0" y="221"/>
                    <a:pt x="0" y="237"/>
                    <a:pt x="32" y="237"/>
                  </a:cubicBezTo>
                  <a:lnTo>
                    <a:pt x="32" y="237"/>
                  </a:lnTo>
                  <a:cubicBezTo>
                    <a:pt x="48" y="237"/>
                    <a:pt x="63" y="221"/>
                    <a:pt x="63" y="206"/>
                  </a:cubicBezTo>
                  <a:lnTo>
                    <a:pt x="63" y="189"/>
                  </a:lnTo>
                  <a:cubicBezTo>
                    <a:pt x="63" y="142"/>
                    <a:pt x="95" y="111"/>
                    <a:pt x="126" y="79"/>
                  </a:cubicBezTo>
                  <a:cubicBezTo>
                    <a:pt x="143" y="79"/>
                    <a:pt x="143" y="63"/>
                    <a:pt x="143" y="63"/>
                  </a:cubicBezTo>
                  <a:lnTo>
                    <a:pt x="143" y="63"/>
                  </a:lnTo>
                  <a:lnTo>
                    <a:pt x="158" y="48"/>
                  </a:lnTo>
                  <a:lnTo>
                    <a:pt x="158" y="16"/>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0" name="Google Shape;1490;p38"/>
            <p:cNvSpPr/>
            <p:nvPr/>
          </p:nvSpPr>
          <p:spPr>
            <a:xfrm>
              <a:off x="3051747" y="1823811"/>
              <a:ext cx="7028" cy="3562"/>
            </a:xfrm>
            <a:custGeom>
              <a:avLst/>
              <a:gdLst/>
              <a:ahLst/>
              <a:cxnLst/>
              <a:rect l="l" t="t" r="r" b="b"/>
              <a:pathLst>
                <a:path w="221" h="112" extrusionOk="0">
                  <a:moveTo>
                    <a:pt x="32" y="1"/>
                  </a:moveTo>
                  <a:lnTo>
                    <a:pt x="0" y="1"/>
                  </a:lnTo>
                  <a:cubicBezTo>
                    <a:pt x="0" y="1"/>
                    <a:pt x="16" y="17"/>
                    <a:pt x="16" y="32"/>
                  </a:cubicBezTo>
                  <a:cubicBezTo>
                    <a:pt x="16" y="32"/>
                    <a:pt x="16" y="49"/>
                    <a:pt x="0" y="49"/>
                  </a:cubicBezTo>
                  <a:cubicBezTo>
                    <a:pt x="32" y="49"/>
                    <a:pt x="32" y="64"/>
                    <a:pt x="32" y="80"/>
                  </a:cubicBezTo>
                  <a:cubicBezTo>
                    <a:pt x="47" y="80"/>
                    <a:pt x="32" y="80"/>
                    <a:pt x="32" y="95"/>
                  </a:cubicBezTo>
                  <a:cubicBezTo>
                    <a:pt x="79" y="112"/>
                    <a:pt x="126" y="112"/>
                    <a:pt x="158" y="112"/>
                  </a:cubicBezTo>
                  <a:lnTo>
                    <a:pt x="205" y="112"/>
                  </a:lnTo>
                  <a:lnTo>
                    <a:pt x="205" y="95"/>
                  </a:lnTo>
                  <a:cubicBezTo>
                    <a:pt x="205" y="95"/>
                    <a:pt x="189" y="80"/>
                    <a:pt x="205" y="80"/>
                  </a:cubicBezTo>
                  <a:cubicBezTo>
                    <a:pt x="205" y="64"/>
                    <a:pt x="205" y="49"/>
                    <a:pt x="221" y="49"/>
                  </a:cubicBezTo>
                  <a:lnTo>
                    <a:pt x="205" y="49"/>
                  </a:lnTo>
                  <a:lnTo>
                    <a:pt x="205" y="49"/>
                  </a:lnTo>
                  <a:lnTo>
                    <a:pt x="205" y="49"/>
                  </a:lnTo>
                  <a:lnTo>
                    <a:pt x="158" y="49"/>
                  </a:lnTo>
                  <a:lnTo>
                    <a:pt x="110" y="49"/>
                  </a:lnTo>
                  <a:lnTo>
                    <a:pt x="110" y="32"/>
                  </a:lnTo>
                  <a:cubicBezTo>
                    <a:pt x="95" y="32"/>
                    <a:pt x="95" y="32"/>
                    <a:pt x="95" y="17"/>
                  </a:cubicBez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1" name="Google Shape;1491;p38"/>
            <p:cNvSpPr/>
            <p:nvPr/>
          </p:nvSpPr>
          <p:spPr>
            <a:xfrm>
              <a:off x="3036704" y="1821807"/>
              <a:ext cx="8523" cy="2576"/>
            </a:xfrm>
            <a:custGeom>
              <a:avLst/>
              <a:gdLst/>
              <a:ahLst/>
              <a:cxnLst/>
              <a:rect l="l" t="t" r="r" b="b"/>
              <a:pathLst>
                <a:path w="268" h="81" extrusionOk="0">
                  <a:moveTo>
                    <a:pt x="16" y="1"/>
                  </a:moveTo>
                  <a:lnTo>
                    <a:pt x="1" y="17"/>
                  </a:lnTo>
                  <a:lnTo>
                    <a:pt x="1" y="32"/>
                  </a:lnTo>
                  <a:cubicBezTo>
                    <a:pt x="1" y="49"/>
                    <a:pt x="1" y="49"/>
                    <a:pt x="16" y="64"/>
                  </a:cubicBezTo>
                  <a:lnTo>
                    <a:pt x="79" y="80"/>
                  </a:lnTo>
                  <a:lnTo>
                    <a:pt x="79" y="80"/>
                  </a:lnTo>
                  <a:lnTo>
                    <a:pt x="79" y="64"/>
                  </a:lnTo>
                  <a:lnTo>
                    <a:pt x="79" y="64"/>
                  </a:lnTo>
                  <a:lnTo>
                    <a:pt x="79" y="64"/>
                  </a:lnTo>
                  <a:cubicBezTo>
                    <a:pt x="64" y="64"/>
                    <a:pt x="47" y="64"/>
                    <a:pt x="47" y="49"/>
                  </a:cubicBezTo>
                  <a:lnTo>
                    <a:pt x="16" y="1"/>
                  </a:lnTo>
                  <a:close/>
                  <a:moveTo>
                    <a:pt x="158" y="1"/>
                  </a:moveTo>
                  <a:lnTo>
                    <a:pt x="110" y="1"/>
                  </a:lnTo>
                  <a:lnTo>
                    <a:pt x="95" y="1"/>
                  </a:lnTo>
                  <a:lnTo>
                    <a:pt x="110" y="17"/>
                  </a:lnTo>
                  <a:lnTo>
                    <a:pt x="110" y="32"/>
                  </a:lnTo>
                  <a:lnTo>
                    <a:pt x="110" y="32"/>
                  </a:lnTo>
                  <a:lnTo>
                    <a:pt x="127" y="32"/>
                  </a:lnTo>
                  <a:lnTo>
                    <a:pt x="127" y="32"/>
                  </a:lnTo>
                  <a:lnTo>
                    <a:pt x="158" y="49"/>
                  </a:lnTo>
                  <a:cubicBezTo>
                    <a:pt x="158" y="49"/>
                    <a:pt x="173" y="49"/>
                    <a:pt x="173" y="64"/>
                  </a:cubicBezTo>
                  <a:lnTo>
                    <a:pt x="236" y="64"/>
                  </a:lnTo>
                  <a:cubicBezTo>
                    <a:pt x="253" y="64"/>
                    <a:pt x="268" y="49"/>
                    <a:pt x="268" y="32"/>
                  </a:cubicBezTo>
                  <a:lnTo>
                    <a:pt x="268" y="17"/>
                  </a:lnTo>
                  <a:lnTo>
                    <a:pt x="253" y="1"/>
                  </a:lnTo>
                  <a:lnTo>
                    <a:pt x="205" y="32"/>
                  </a:lnTo>
                  <a:cubicBezTo>
                    <a:pt x="205" y="49"/>
                    <a:pt x="205" y="49"/>
                    <a:pt x="190" y="49"/>
                  </a:cubicBezTo>
                  <a:cubicBezTo>
                    <a:pt x="173" y="49"/>
                    <a:pt x="173" y="32"/>
                    <a:pt x="158"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2" name="Google Shape;1492;p38"/>
            <p:cNvSpPr/>
            <p:nvPr/>
          </p:nvSpPr>
          <p:spPr>
            <a:xfrm>
              <a:off x="3384954" y="1782720"/>
              <a:ext cx="2035" cy="5565"/>
            </a:xfrm>
            <a:custGeom>
              <a:avLst/>
              <a:gdLst/>
              <a:ahLst/>
              <a:cxnLst/>
              <a:rect l="l" t="t" r="r" b="b"/>
              <a:pathLst>
                <a:path w="64" h="175" extrusionOk="0">
                  <a:moveTo>
                    <a:pt x="32" y="1"/>
                  </a:moveTo>
                  <a:lnTo>
                    <a:pt x="32" y="1"/>
                  </a:lnTo>
                  <a:lnTo>
                    <a:pt x="32" y="1"/>
                  </a:lnTo>
                  <a:cubicBezTo>
                    <a:pt x="17" y="1"/>
                    <a:pt x="0" y="17"/>
                    <a:pt x="0" y="32"/>
                  </a:cubicBezTo>
                  <a:lnTo>
                    <a:pt x="0" y="143"/>
                  </a:lnTo>
                  <a:cubicBezTo>
                    <a:pt x="0" y="158"/>
                    <a:pt x="17" y="175"/>
                    <a:pt x="32" y="175"/>
                  </a:cubicBezTo>
                  <a:lnTo>
                    <a:pt x="32" y="175"/>
                  </a:lnTo>
                  <a:cubicBezTo>
                    <a:pt x="48" y="175"/>
                    <a:pt x="63" y="175"/>
                    <a:pt x="63" y="158"/>
                  </a:cubicBezTo>
                  <a:lnTo>
                    <a:pt x="48" y="143"/>
                  </a:lnTo>
                  <a:cubicBezTo>
                    <a:pt x="48" y="127"/>
                    <a:pt x="48" y="112"/>
                    <a:pt x="63" y="95"/>
                  </a:cubicBezTo>
                  <a:lnTo>
                    <a:pt x="63" y="95"/>
                  </a:lnTo>
                  <a:lnTo>
                    <a:pt x="63" y="32"/>
                  </a:lnTo>
                  <a:cubicBezTo>
                    <a:pt x="63" y="17"/>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3" name="Google Shape;1493;p38"/>
            <p:cNvSpPr/>
            <p:nvPr/>
          </p:nvSpPr>
          <p:spPr>
            <a:xfrm>
              <a:off x="3115895" y="1797286"/>
              <a:ext cx="3498" cy="2035"/>
            </a:xfrm>
            <a:custGeom>
              <a:avLst/>
              <a:gdLst/>
              <a:ahLst/>
              <a:cxnLst/>
              <a:rect l="l" t="t" r="r" b="b"/>
              <a:pathLst>
                <a:path w="110" h="64" extrusionOk="0">
                  <a:moveTo>
                    <a:pt x="95" y="0"/>
                  </a:moveTo>
                  <a:lnTo>
                    <a:pt x="47" y="0"/>
                  </a:lnTo>
                  <a:cubicBezTo>
                    <a:pt x="47" y="15"/>
                    <a:pt x="47" y="15"/>
                    <a:pt x="32" y="32"/>
                  </a:cubicBezTo>
                  <a:lnTo>
                    <a:pt x="0" y="47"/>
                  </a:lnTo>
                  <a:cubicBezTo>
                    <a:pt x="0" y="63"/>
                    <a:pt x="0" y="63"/>
                    <a:pt x="15" y="63"/>
                  </a:cubicBezTo>
                  <a:lnTo>
                    <a:pt x="15" y="63"/>
                  </a:lnTo>
                  <a:cubicBezTo>
                    <a:pt x="32" y="63"/>
                    <a:pt x="47" y="63"/>
                    <a:pt x="63" y="47"/>
                  </a:cubicBezTo>
                  <a:lnTo>
                    <a:pt x="63" y="32"/>
                  </a:lnTo>
                  <a:lnTo>
                    <a:pt x="63" y="32"/>
                  </a:lnTo>
                  <a:lnTo>
                    <a:pt x="78" y="32"/>
                  </a:lnTo>
                  <a:lnTo>
                    <a:pt x="95" y="32"/>
                  </a:lnTo>
                  <a:lnTo>
                    <a:pt x="110" y="32"/>
                  </a:lnTo>
                  <a:lnTo>
                    <a:pt x="110"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4" name="Google Shape;1494;p38"/>
            <p:cNvSpPr/>
            <p:nvPr/>
          </p:nvSpPr>
          <p:spPr>
            <a:xfrm>
              <a:off x="3117358" y="1795760"/>
              <a:ext cx="4580" cy="2035"/>
            </a:xfrm>
            <a:custGeom>
              <a:avLst/>
              <a:gdLst/>
              <a:ahLst/>
              <a:cxnLst/>
              <a:rect l="l" t="t" r="r" b="b"/>
              <a:pathLst>
                <a:path w="144" h="64" extrusionOk="0">
                  <a:moveTo>
                    <a:pt x="64" y="0"/>
                  </a:moveTo>
                  <a:lnTo>
                    <a:pt x="1" y="32"/>
                  </a:lnTo>
                  <a:lnTo>
                    <a:pt x="1" y="32"/>
                  </a:lnTo>
                  <a:cubicBezTo>
                    <a:pt x="17" y="32"/>
                    <a:pt x="17" y="48"/>
                    <a:pt x="1" y="48"/>
                  </a:cubicBezTo>
                  <a:lnTo>
                    <a:pt x="49" y="48"/>
                  </a:lnTo>
                  <a:lnTo>
                    <a:pt x="49" y="63"/>
                  </a:lnTo>
                  <a:lnTo>
                    <a:pt x="64" y="63"/>
                  </a:lnTo>
                  <a:lnTo>
                    <a:pt x="64" y="32"/>
                  </a:lnTo>
                  <a:lnTo>
                    <a:pt x="64" y="0"/>
                  </a:lnTo>
                  <a:close/>
                  <a:moveTo>
                    <a:pt x="143" y="0"/>
                  </a:moveTo>
                  <a:lnTo>
                    <a:pt x="127" y="0"/>
                  </a:lnTo>
                  <a:lnTo>
                    <a:pt x="127" y="17"/>
                  </a:lnTo>
                  <a:lnTo>
                    <a:pt x="143" y="17"/>
                  </a:lnTo>
                  <a:lnTo>
                    <a:pt x="143" y="17"/>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5" name="Google Shape;1495;p38"/>
            <p:cNvSpPr/>
            <p:nvPr/>
          </p:nvSpPr>
          <p:spPr>
            <a:xfrm>
              <a:off x="3324813" y="1813315"/>
              <a:ext cx="2544" cy="4039"/>
            </a:xfrm>
            <a:custGeom>
              <a:avLst/>
              <a:gdLst/>
              <a:ahLst/>
              <a:cxnLst/>
              <a:rect l="l" t="t" r="r" b="b"/>
              <a:pathLst>
                <a:path w="80" h="127" extrusionOk="0">
                  <a:moveTo>
                    <a:pt x="32" y="1"/>
                  </a:moveTo>
                  <a:lnTo>
                    <a:pt x="32" y="1"/>
                  </a:lnTo>
                  <a:cubicBezTo>
                    <a:pt x="17" y="1"/>
                    <a:pt x="1" y="16"/>
                    <a:pt x="1" y="32"/>
                  </a:cubicBezTo>
                  <a:lnTo>
                    <a:pt x="1" y="64"/>
                  </a:lnTo>
                  <a:lnTo>
                    <a:pt x="32" y="110"/>
                  </a:lnTo>
                  <a:cubicBezTo>
                    <a:pt x="32" y="110"/>
                    <a:pt x="48" y="110"/>
                    <a:pt x="48" y="127"/>
                  </a:cubicBezTo>
                  <a:lnTo>
                    <a:pt x="48" y="127"/>
                  </a:lnTo>
                  <a:lnTo>
                    <a:pt x="64" y="110"/>
                  </a:lnTo>
                  <a:lnTo>
                    <a:pt x="64" y="32"/>
                  </a:lnTo>
                  <a:cubicBezTo>
                    <a:pt x="80" y="16"/>
                    <a:pt x="64" y="1"/>
                    <a:pt x="48"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6" name="Google Shape;1496;p38"/>
            <p:cNvSpPr/>
            <p:nvPr/>
          </p:nvSpPr>
          <p:spPr>
            <a:xfrm>
              <a:off x="3267694" y="1815319"/>
              <a:ext cx="6042" cy="2512"/>
            </a:xfrm>
            <a:custGeom>
              <a:avLst/>
              <a:gdLst/>
              <a:ahLst/>
              <a:cxnLst/>
              <a:rect l="l" t="t" r="r" b="b"/>
              <a:pathLst>
                <a:path w="190" h="79" extrusionOk="0">
                  <a:moveTo>
                    <a:pt x="0" y="32"/>
                  </a:moveTo>
                  <a:lnTo>
                    <a:pt x="0" y="32"/>
                  </a:lnTo>
                  <a:lnTo>
                    <a:pt x="0" y="32"/>
                  </a:lnTo>
                  <a:lnTo>
                    <a:pt x="0" y="32"/>
                  </a:lnTo>
                  <a:close/>
                  <a:moveTo>
                    <a:pt x="63" y="1"/>
                  </a:moveTo>
                  <a:lnTo>
                    <a:pt x="63" y="1"/>
                  </a:lnTo>
                  <a:lnTo>
                    <a:pt x="63" y="16"/>
                  </a:lnTo>
                  <a:cubicBezTo>
                    <a:pt x="63" y="16"/>
                    <a:pt x="80" y="32"/>
                    <a:pt x="63" y="47"/>
                  </a:cubicBezTo>
                  <a:lnTo>
                    <a:pt x="63" y="64"/>
                  </a:lnTo>
                  <a:lnTo>
                    <a:pt x="80" y="64"/>
                  </a:lnTo>
                  <a:lnTo>
                    <a:pt x="80" y="47"/>
                  </a:lnTo>
                  <a:cubicBezTo>
                    <a:pt x="95" y="32"/>
                    <a:pt x="95" y="16"/>
                    <a:pt x="111" y="16"/>
                  </a:cubicBezTo>
                  <a:lnTo>
                    <a:pt x="111" y="16"/>
                  </a:lnTo>
                  <a:lnTo>
                    <a:pt x="126" y="16"/>
                  </a:lnTo>
                  <a:cubicBezTo>
                    <a:pt x="143" y="32"/>
                    <a:pt x="158" y="47"/>
                    <a:pt x="143" y="64"/>
                  </a:cubicBezTo>
                  <a:lnTo>
                    <a:pt x="143" y="79"/>
                  </a:lnTo>
                  <a:lnTo>
                    <a:pt x="158" y="79"/>
                  </a:lnTo>
                  <a:lnTo>
                    <a:pt x="158" y="79"/>
                  </a:lnTo>
                  <a:cubicBezTo>
                    <a:pt x="174" y="79"/>
                    <a:pt x="189" y="64"/>
                    <a:pt x="189" y="47"/>
                  </a:cubicBezTo>
                  <a:cubicBezTo>
                    <a:pt x="189" y="32"/>
                    <a:pt x="174"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7" name="Google Shape;1497;p38"/>
            <p:cNvSpPr/>
            <p:nvPr/>
          </p:nvSpPr>
          <p:spPr>
            <a:xfrm>
              <a:off x="3404513" y="1785741"/>
              <a:ext cx="2512" cy="1558"/>
            </a:xfrm>
            <a:custGeom>
              <a:avLst/>
              <a:gdLst/>
              <a:ahLst/>
              <a:cxnLst/>
              <a:rect l="l" t="t" r="r" b="b"/>
              <a:pathLst>
                <a:path w="79" h="49" extrusionOk="0">
                  <a:moveTo>
                    <a:pt x="32" y="0"/>
                  </a:moveTo>
                  <a:lnTo>
                    <a:pt x="32" y="0"/>
                  </a:lnTo>
                  <a:lnTo>
                    <a:pt x="15" y="17"/>
                  </a:lnTo>
                  <a:lnTo>
                    <a:pt x="15" y="17"/>
                  </a:lnTo>
                  <a:lnTo>
                    <a:pt x="0" y="32"/>
                  </a:lnTo>
                  <a:lnTo>
                    <a:pt x="0" y="48"/>
                  </a:lnTo>
                  <a:lnTo>
                    <a:pt x="0" y="48"/>
                  </a:lnTo>
                  <a:lnTo>
                    <a:pt x="15" y="48"/>
                  </a:lnTo>
                  <a:cubicBezTo>
                    <a:pt x="15" y="32"/>
                    <a:pt x="32" y="32"/>
                    <a:pt x="32" y="32"/>
                  </a:cubicBezTo>
                  <a:lnTo>
                    <a:pt x="47" y="32"/>
                  </a:lnTo>
                  <a:lnTo>
                    <a:pt x="47" y="32"/>
                  </a:lnTo>
                  <a:lnTo>
                    <a:pt x="78" y="32"/>
                  </a:lnTo>
                  <a:lnTo>
                    <a:pt x="78" y="32"/>
                  </a:lnTo>
                  <a:cubicBezTo>
                    <a:pt x="63"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8" name="Google Shape;1498;p38"/>
            <p:cNvSpPr/>
            <p:nvPr/>
          </p:nvSpPr>
          <p:spPr>
            <a:xfrm>
              <a:off x="3078271" y="1809785"/>
              <a:ext cx="5057" cy="4039"/>
            </a:xfrm>
            <a:custGeom>
              <a:avLst/>
              <a:gdLst/>
              <a:ahLst/>
              <a:cxnLst/>
              <a:rect l="l" t="t" r="r" b="b"/>
              <a:pathLst>
                <a:path w="159" h="127" extrusionOk="0">
                  <a:moveTo>
                    <a:pt x="32" y="1"/>
                  </a:moveTo>
                  <a:cubicBezTo>
                    <a:pt x="17" y="1"/>
                    <a:pt x="17" y="1"/>
                    <a:pt x="17" y="17"/>
                  </a:cubicBezTo>
                  <a:cubicBezTo>
                    <a:pt x="1" y="32"/>
                    <a:pt x="17" y="49"/>
                    <a:pt x="32" y="64"/>
                  </a:cubicBezTo>
                  <a:lnTo>
                    <a:pt x="64" y="80"/>
                  </a:lnTo>
                  <a:lnTo>
                    <a:pt x="64" y="80"/>
                  </a:lnTo>
                  <a:lnTo>
                    <a:pt x="64" y="95"/>
                  </a:lnTo>
                  <a:cubicBezTo>
                    <a:pt x="80" y="112"/>
                    <a:pt x="80" y="112"/>
                    <a:pt x="95" y="112"/>
                  </a:cubicBezTo>
                  <a:lnTo>
                    <a:pt x="95" y="127"/>
                  </a:lnTo>
                  <a:cubicBezTo>
                    <a:pt x="95" y="112"/>
                    <a:pt x="112" y="112"/>
                    <a:pt x="112" y="112"/>
                  </a:cubicBezTo>
                  <a:lnTo>
                    <a:pt x="158" y="80"/>
                  </a:lnTo>
                  <a:lnTo>
                    <a:pt x="158" y="64"/>
                  </a:lnTo>
                  <a:lnTo>
                    <a:pt x="143" y="64"/>
                  </a:lnTo>
                  <a:lnTo>
                    <a:pt x="143" y="64"/>
                  </a:lnTo>
                  <a:cubicBezTo>
                    <a:pt x="127" y="64"/>
                    <a:pt x="112" y="64"/>
                    <a:pt x="112" y="49"/>
                  </a:cubicBezTo>
                  <a:cubicBezTo>
                    <a:pt x="95" y="49"/>
                    <a:pt x="95" y="32"/>
                    <a:pt x="95" y="32"/>
                  </a:cubicBezTo>
                  <a:lnTo>
                    <a:pt x="95" y="17"/>
                  </a:lnTo>
                  <a:lnTo>
                    <a:pt x="64" y="17"/>
                  </a:lnTo>
                  <a:lnTo>
                    <a:pt x="49"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9" name="Google Shape;1499;p38"/>
            <p:cNvSpPr/>
            <p:nvPr/>
          </p:nvSpPr>
          <p:spPr>
            <a:xfrm>
              <a:off x="3337376" y="1821330"/>
              <a:ext cx="5502" cy="1527"/>
            </a:xfrm>
            <a:custGeom>
              <a:avLst/>
              <a:gdLst/>
              <a:ahLst/>
              <a:cxnLst/>
              <a:rect l="l" t="t" r="r" b="b"/>
              <a:pathLst>
                <a:path w="173" h="48" extrusionOk="0">
                  <a:moveTo>
                    <a:pt x="141" y="1"/>
                  </a:moveTo>
                  <a:lnTo>
                    <a:pt x="126" y="1"/>
                  </a:lnTo>
                  <a:lnTo>
                    <a:pt x="126" y="1"/>
                  </a:lnTo>
                  <a:lnTo>
                    <a:pt x="0" y="47"/>
                  </a:lnTo>
                  <a:cubicBezTo>
                    <a:pt x="47" y="47"/>
                    <a:pt x="110" y="32"/>
                    <a:pt x="173" y="32"/>
                  </a:cubicBezTo>
                  <a:lnTo>
                    <a:pt x="173" y="32"/>
                  </a:lnTo>
                  <a:lnTo>
                    <a:pt x="158" y="32"/>
                  </a:lnTo>
                  <a:lnTo>
                    <a:pt x="158" y="16"/>
                  </a:lnTo>
                  <a:cubicBezTo>
                    <a:pt x="158" y="1"/>
                    <a:pt x="141"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0" name="Google Shape;1500;p38"/>
            <p:cNvSpPr/>
            <p:nvPr/>
          </p:nvSpPr>
          <p:spPr>
            <a:xfrm>
              <a:off x="3428557" y="1807781"/>
              <a:ext cx="3530" cy="2544"/>
            </a:xfrm>
            <a:custGeom>
              <a:avLst/>
              <a:gdLst/>
              <a:ahLst/>
              <a:cxnLst/>
              <a:rect l="l" t="t" r="r" b="b"/>
              <a:pathLst>
                <a:path w="111" h="80" extrusionOk="0">
                  <a:moveTo>
                    <a:pt x="1" y="48"/>
                  </a:moveTo>
                  <a:lnTo>
                    <a:pt x="1" y="48"/>
                  </a:lnTo>
                  <a:lnTo>
                    <a:pt x="1" y="64"/>
                  </a:lnTo>
                  <a:lnTo>
                    <a:pt x="1" y="48"/>
                  </a:lnTo>
                  <a:close/>
                  <a:moveTo>
                    <a:pt x="95" y="1"/>
                  </a:moveTo>
                  <a:lnTo>
                    <a:pt x="95" y="1"/>
                  </a:lnTo>
                  <a:cubicBezTo>
                    <a:pt x="95" y="17"/>
                    <a:pt x="79" y="17"/>
                    <a:pt x="79" y="17"/>
                  </a:cubicBezTo>
                  <a:lnTo>
                    <a:pt x="47" y="17"/>
                  </a:lnTo>
                  <a:lnTo>
                    <a:pt x="47" y="17"/>
                  </a:lnTo>
                  <a:lnTo>
                    <a:pt x="47" y="17"/>
                  </a:lnTo>
                  <a:cubicBezTo>
                    <a:pt x="64" y="17"/>
                    <a:pt x="79" y="32"/>
                    <a:pt x="79" y="64"/>
                  </a:cubicBezTo>
                  <a:lnTo>
                    <a:pt x="64" y="64"/>
                  </a:lnTo>
                  <a:lnTo>
                    <a:pt x="79" y="80"/>
                  </a:ln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1" name="Google Shape;1501;p38"/>
            <p:cNvSpPr/>
            <p:nvPr/>
          </p:nvSpPr>
          <p:spPr>
            <a:xfrm>
              <a:off x="3059762" y="1827818"/>
              <a:ext cx="12053" cy="7569"/>
            </a:xfrm>
            <a:custGeom>
              <a:avLst/>
              <a:gdLst/>
              <a:ahLst/>
              <a:cxnLst/>
              <a:rect l="l" t="t" r="r" b="b"/>
              <a:pathLst>
                <a:path w="379" h="238" extrusionOk="0">
                  <a:moveTo>
                    <a:pt x="32" y="1"/>
                  </a:moveTo>
                  <a:cubicBezTo>
                    <a:pt x="47" y="17"/>
                    <a:pt x="47" y="32"/>
                    <a:pt x="47" y="49"/>
                  </a:cubicBezTo>
                  <a:cubicBezTo>
                    <a:pt x="32" y="64"/>
                    <a:pt x="16" y="64"/>
                    <a:pt x="16" y="64"/>
                  </a:cubicBezTo>
                  <a:lnTo>
                    <a:pt x="0" y="64"/>
                  </a:lnTo>
                  <a:cubicBezTo>
                    <a:pt x="16" y="64"/>
                    <a:pt x="16" y="80"/>
                    <a:pt x="16" y="80"/>
                  </a:cubicBezTo>
                  <a:lnTo>
                    <a:pt x="32" y="80"/>
                  </a:lnTo>
                  <a:lnTo>
                    <a:pt x="63" y="80"/>
                  </a:lnTo>
                  <a:lnTo>
                    <a:pt x="79" y="64"/>
                  </a:lnTo>
                  <a:lnTo>
                    <a:pt x="95" y="64"/>
                  </a:lnTo>
                  <a:cubicBezTo>
                    <a:pt x="95" y="64"/>
                    <a:pt x="95" y="80"/>
                    <a:pt x="110" y="80"/>
                  </a:cubicBezTo>
                  <a:cubicBezTo>
                    <a:pt x="110" y="64"/>
                    <a:pt x="127" y="49"/>
                    <a:pt x="142" y="49"/>
                  </a:cubicBezTo>
                  <a:lnTo>
                    <a:pt x="142" y="49"/>
                  </a:lnTo>
                  <a:lnTo>
                    <a:pt x="142" y="49"/>
                  </a:lnTo>
                  <a:cubicBezTo>
                    <a:pt x="158" y="49"/>
                    <a:pt x="173" y="64"/>
                    <a:pt x="173" y="80"/>
                  </a:cubicBezTo>
                  <a:lnTo>
                    <a:pt x="173" y="127"/>
                  </a:lnTo>
                  <a:cubicBezTo>
                    <a:pt x="236" y="143"/>
                    <a:pt x="284" y="175"/>
                    <a:pt x="316" y="221"/>
                  </a:cubicBezTo>
                  <a:cubicBezTo>
                    <a:pt x="316" y="238"/>
                    <a:pt x="331" y="238"/>
                    <a:pt x="347" y="238"/>
                  </a:cubicBezTo>
                  <a:lnTo>
                    <a:pt x="362" y="238"/>
                  </a:lnTo>
                  <a:cubicBezTo>
                    <a:pt x="379" y="238"/>
                    <a:pt x="379" y="206"/>
                    <a:pt x="379" y="190"/>
                  </a:cubicBezTo>
                  <a:cubicBezTo>
                    <a:pt x="362" y="190"/>
                    <a:pt x="362" y="175"/>
                    <a:pt x="362" y="175"/>
                  </a:cubicBezTo>
                  <a:cubicBezTo>
                    <a:pt x="299" y="143"/>
                    <a:pt x="253" y="112"/>
                    <a:pt x="205" y="80"/>
                  </a:cubicBezTo>
                  <a:lnTo>
                    <a:pt x="205" y="49"/>
                  </a:lnTo>
                  <a:lnTo>
                    <a:pt x="205" y="49"/>
                  </a:lnTo>
                  <a:lnTo>
                    <a:pt x="190" y="64"/>
                  </a:lnTo>
                  <a:cubicBezTo>
                    <a:pt x="173" y="64"/>
                    <a:pt x="173" y="64"/>
                    <a:pt x="158" y="49"/>
                  </a:cubicBezTo>
                  <a:lnTo>
                    <a:pt x="158" y="49"/>
                  </a:lnTo>
                  <a:cubicBezTo>
                    <a:pt x="142" y="49"/>
                    <a:pt x="142" y="32"/>
                    <a:pt x="142" y="32"/>
                  </a:cubicBezTo>
                  <a:lnTo>
                    <a:pt x="142" y="32"/>
                  </a:lnTo>
                  <a:lnTo>
                    <a:pt x="127" y="49"/>
                  </a:lnTo>
                  <a:cubicBezTo>
                    <a:pt x="110" y="49"/>
                    <a:pt x="110" y="32"/>
                    <a:pt x="95" y="32"/>
                  </a:cubicBezTo>
                  <a:lnTo>
                    <a:pt x="95" y="32"/>
                  </a:lnTo>
                  <a:cubicBezTo>
                    <a:pt x="79" y="17"/>
                    <a:pt x="63" y="17"/>
                    <a:pt x="63"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2" name="Google Shape;1502;p38"/>
            <p:cNvSpPr/>
            <p:nvPr/>
          </p:nvSpPr>
          <p:spPr>
            <a:xfrm>
              <a:off x="3030184" y="1795283"/>
              <a:ext cx="6551" cy="10050"/>
            </a:xfrm>
            <a:custGeom>
              <a:avLst/>
              <a:gdLst/>
              <a:ahLst/>
              <a:cxnLst/>
              <a:rect l="l" t="t" r="r" b="b"/>
              <a:pathLst>
                <a:path w="206" h="316" extrusionOk="0">
                  <a:moveTo>
                    <a:pt x="80" y="236"/>
                  </a:moveTo>
                  <a:lnTo>
                    <a:pt x="17" y="236"/>
                  </a:lnTo>
                  <a:lnTo>
                    <a:pt x="17" y="252"/>
                  </a:lnTo>
                  <a:cubicBezTo>
                    <a:pt x="17" y="268"/>
                    <a:pt x="0" y="268"/>
                    <a:pt x="0" y="284"/>
                  </a:cubicBezTo>
                  <a:cubicBezTo>
                    <a:pt x="17" y="299"/>
                    <a:pt x="17" y="315"/>
                    <a:pt x="32" y="315"/>
                  </a:cubicBezTo>
                  <a:lnTo>
                    <a:pt x="63" y="299"/>
                  </a:lnTo>
                  <a:cubicBezTo>
                    <a:pt x="63" y="284"/>
                    <a:pt x="80" y="284"/>
                    <a:pt x="80" y="284"/>
                  </a:cubicBezTo>
                  <a:lnTo>
                    <a:pt x="80" y="284"/>
                  </a:lnTo>
                  <a:cubicBezTo>
                    <a:pt x="95" y="284"/>
                    <a:pt x="95" y="284"/>
                    <a:pt x="111" y="299"/>
                  </a:cubicBezTo>
                  <a:lnTo>
                    <a:pt x="111" y="268"/>
                  </a:lnTo>
                  <a:cubicBezTo>
                    <a:pt x="95" y="252"/>
                    <a:pt x="95" y="252"/>
                    <a:pt x="95" y="236"/>
                  </a:cubicBezTo>
                  <a:lnTo>
                    <a:pt x="80" y="236"/>
                  </a:lnTo>
                  <a:close/>
                  <a:moveTo>
                    <a:pt x="111" y="0"/>
                  </a:moveTo>
                  <a:lnTo>
                    <a:pt x="111" y="0"/>
                  </a:lnTo>
                  <a:cubicBezTo>
                    <a:pt x="95" y="0"/>
                    <a:pt x="95" y="15"/>
                    <a:pt x="95" y="32"/>
                  </a:cubicBezTo>
                  <a:lnTo>
                    <a:pt x="80" y="63"/>
                  </a:lnTo>
                  <a:cubicBezTo>
                    <a:pt x="95" y="63"/>
                    <a:pt x="111" y="78"/>
                    <a:pt x="111" y="95"/>
                  </a:cubicBezTo>
                  <a:cubicBezTo>
                    <a:pt x="111" y="110"/>
                    <a:pt x="95" y="126"/>
                    <a:pt x="80" y="126"/>
                  </a:cubicBezTo>
                  <a:lnTo>
                    <a:pt x="80" y="126"/>
                  </a:lnTo>
                  <a:lnTo>
                    <a:pt x="17" y="126"/>
                  </a:lnTo>
                  <a:cubicBezTo>
                    <a:pt x="17" y="126"/>
                    <a:pt x="17" y="142"/>
                    <a:pt x="0" y="142"/>
                  </a:cubicBezTo>
                  <a:lnTo>
                    <a:pt x="0" y="173"/>
                  </a:lnTo>
                  <a:lnTo>
                    <a:pt x="80" y="173"/>
                  </a:lnTo>
                  <a:cubicBezTo>
                    <a:pt x="95" y="158"/>
                    <a:pt x="111" y="158"/>
                    <a:pt x="126" y="142"/>
                  </a:cubicBezTo>
                  <a:cubicBezTo>
                    <a:pt x="143" y="142"/>
                    <a:pt x="143" y="142"/>
                    <a:pt x="143" y="126"/>
                  </a:cubicBezTo>
                  <a:lnTo>
                    <a:pt x="158" y="110"/>
                  </a:lnTo>
                  <a:lnTo>
                    <a:pt x="158" y="63"/>
                  </a:lnTo>
                  <a:lnTo>
                    <a:pt x="158" y="78"/>
                  </a:lnTo>
                  <a:lnTo>
                    <a:pt x="174" y="78"/>
                  </a:lnTo>
                  <a:cubicBezTo>
                    <a:pt x="174" y="78"/>
                    <a:pt x="189" y="78"/>
                    <a:pt x="189" y="63"/>
                  </a:cubicBezTo>
                  <a:cubicBezTo>
                    <a:pt x="189" y="63"/>
                    <a:pt x="206" y="63"/>
                    <a:pt x="206" y="47"/>
                  </a:cubicBezTo>
                  <a:cubicBezTo>
                    <a:pt x="206" y="32"/>
                    <a:pt x="206" y="15"/>
                    <a:pt x="189" y="0"/>
                  </a:cubicBezTo>
                  <a:lnTo>
                    <a:pt x="126" y="15"/>
                  </a:lnTo>
                  <a:lnTo>
                    <a:pt x="126" y="15"/>
                  </a:lnTo>
                  <a:cubicBezTo>
                    <a:pt x="111" y="15"/>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3" name="Google Shape;1503;p38"/>
            <p:cNvSpPr/>
            <p:nvPr/>
          </p:nvSpPr>
          <p:spPr>
            <a:xfrm>
              <a:off x="3037181" y="1793756"/>
              <a:ext cx="6042" cy="3021"/>
            </a:xfrm>
            <a:custGeom>
              <a:avLst/>
              <a:gdLst/>
              <a:ahLst/>
              <a:cxnLst/>
              <a:rect l="l" t="t" r="r" b="b"/>
              <a:pathLst>
                <a:path w="190" h="95" extrusionOk="0">
                  <a:moveTo>
                    <a:pt x="143" y="0"/>
                  </a:moveTo>
                  <a:lnTo>
                    <a:pt x="32" y="0"/>
                  </a:lnTo>
                  <a:lnTo>
                    <a:pt x="17" y="17"/>
                  </a:lnTo>
                  <a:lnTo>
                    <a:pt x="32" y="17"/>
                  </a:lnTo>
                  <a:cubicBezTo>
                    <a:pt x="32" y="32"/>
                    <a:pt x="17" y="48"/>
                    <a:pt x="1" y="48"/>
                  </a:cubicBezTo>
                  <a:lnTo>
                    <a:pt x="1" y="63"/>
                  </a:lnTo>
                  <a:cubicBezTo>
                    <a:pt x="17" y="80"/>
                    <a:pt x="17" y="95"/>
                    <a:pt x="49" y="95"/>
                  </a:cubicBezTo>
                  <a:lnTo>
                    <a:pt x="49" y="95"/>
                  </a:lnTo>
                  <a:lnTo>
                    <a:pt x="127" y="95"/>
                  </a:lnTo>
                  <a:cubicBezTo>
                    <a:pt x="143" y="95"/>
                    <a:pt x="158" y="80"/>
                    <a:pt x="158" y="63"/>
                  </a:cubicBezTo>
                  <a:cubicBezTo>
                    <a:pt x="175" y="63"/>
                    <a:pt x="190" y="48"/>
                    <a:pt x="190" y="32"/>
                  </a:cubicBezTo>
                  <a:lnTo>
                    <a:pt x="190" y="32"/>
                  </a:lnTo>
                  <a:lnTo>
                    <a:pt x="190" y="32"/>
                  </a:lnTo>
                  <a:cubicBezTo>
                    <a:pt x="175" y="32"/>
                    <a:pt x="158" y="32"/>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4" name="Google Shape;1504;p38"/>
            <p:cNvSpPr/>
            <p:nvPr/>
          </p:nvSpPr>
          <p:spPr>
            <a:xfrm>
              <a:off x="3379929" y="1786250"/>
              <a:ext cx="2035" cy="4039"/>
            </a:xfrm>
            <a:custGeom>
              <a:avLst/>
              <a:gdLst/>
              <a:ahLst/>
              <a:cxnLst/>
              <a:rect l="l" t="t" r="r" b="b"/>
              <a:pathLst>
                <a:path w="64" h="127" extrusionOk="0">
                  <a:moveTo>
                    <a:pt x="64" y="1"/>
                  </a:moveTo>
                  <a:lnTo>
                    <a:pt x="49" y="1"/>
                  </a:lnTo>
                  <a:lnTo>
                    <a:pt x="32" y="1"/>
                  </a:lnTo>
                  <a:lnTo>
                    <a:pt x="1" y="1"/>
                  </a:lnTo>
                  <a:lnTo>
                    <a:pt x="1" y="79"/>
                  </a:lnTo>
                  <a:lnTo>
                    <a:pt x="1" y="95"/>
                  </a:lnTo>
                  <a:cubicBezTo>
                    <a:pt x="1" y="110"/>
                    <a:pt x="17" y="127"/>
                    <a:pt x="32" y="127"/>
                  </a:cubicBezTo>
                  <a:lnTo>
                    <a:pt x="32" y="127"/>
                  </a:lnTo>
                  <a:lnTo>
                    <a:pt x="32" y="127"/>
                  </a:lnTo>
                  <a:cubicBezTo>
                    <a:pt x="49" y="110"/>
                    <a:pt x="64" y="110"/>
                    <a:pt x="64" y="95"/>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5" name="Google Shape;1505;p38"/>
            <p:cNvSpPr/>
            <p:nvPr/>
          </p:nvSpPr>
          <p:spPr>
            <a:xfrm>
              <a:off x="3317785" y="1762684"/>
              <a:ext cx="6074" cy="4580"/>
            </a:xfrm>
            <a:custGeom>
              <a:avLst/>
              <a:gdLst/>
              <a:ahLst/>
              <a:cxnLst/>
              <a:rect l="l" t="t" r="r" b="b"/>
              <a:pathLst>
                <a:path w="191" h="144" extrusionOk="0">
                  <a:moveTo>
                    <a:pt x="159" y="1"/>
                  </a:moveTo>
                  <a:lnTo>
                    <a:pt x="159" y="1"/>
                  </a:lnTo>
                  <a:lnTo>
                    <a:pt x="80" y="1"/>
                  </a:lnTo>
                  <a:cubicBezTo>
                    <a:pt x="64" y="1"/>
                    <a:pt x="64" y="17"/>
                    <a:pt x="49" y="17"/>
                  </a:cubicBezTo>
                  <a:lnTo>
                    <a:pt x="1" y="95"/>
                  </a:lnTo>
                  <a:cubicBezTo>
                    <a:pt x="1" y="112"/>
                    <a:pt x="1" y="127"/>
                    <a:pt x="17" y="143"/>
                  </a:cubicBezTo>
                  <a:lnTo>
                    <a:pt x="33" y="143"/>
                  </a:lnTo>
                  <a:lnTo>
                    <a:pt x="64" y="143"/>
                  </a:lnTo>
                  <a:lnTo>
                    <a:pt x="96" y="80"/>
                  </a:lnTo>
                  <a:lnTo>
                    <a:pt x="143" y="64"/>
                  </a:lnTo>
                  <a:cubicBezTo>
                    <a:pt x="143" y="48"/>
                    <a:pt x="159" y="32"/>
                    <a:pt x="175" y="32"/>
                  </a:cubicBezTo>
                  <a:lnTo>
                    <a:pt x="175" y="32"/>
                  </a:lnTo>
                  <a:lnTo>
                    <a:pt x="190" y="32"/>
                  </a:lnTo>
                  <a:lnTo>
                    <a:pt x="190" y="32"/>
                  </a:lnTo>
                  <a:cubicBezTo>
                    <a:pt x="190" y="17"/>
                    <a:pt x="175" y="1"/>
                    <a:pt x="15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6" name="Google Shape;1506;p38"/>
            <p:cNvSpPr/>
            <p:nvPr/>
          </p:nvSpPr>
          <p:spPr>
            <a:xfrm>
              <a:off x="3181506" y="1799290"/>
              <a:ext cx="5057" cy="3021"/>
            </a:xfrm>
            <a:custGeom>
              <a:avLst/>
              <a:gdLst/>
              <a:ahLst/>
              <a:cxnLst/>
              <a:rect l="l" t="t" r="r" b="b"/>
              <a:pathLst>
                <a:path w="159" h="95" extrusionOk="0">
                  <a:moveTo>
                    <a:pt x="143" y="0"/>
                  </a:moveTo>
                  <a:lnTo>
                    <a:pt x="127" y="0"/>
                  </a:lnTo>
                  <a:cubicBezTo>
                    <a:pt x="127" y="16"/>
                    <a:pt x="111" y="16"/>
                    <a:pt x="95" y="16"/>
                  </a:cubicBezTo>
                  <a:lnTo>
                    <a:pt x="95" y="16"/>
                  </a:lnTo>
                  <a:lnTo>
                    <a:pt x="80" y="32"/>
                  </a:lnTo>
                  <a:lnTo>
                    <a:pt x="63" y="16"/>
                  </a:lnTo>
                  <a:lnTo>
                    <a:pt x="48" y="16"/>
                  </a:lnTo>
                  <a:lnTo>
                    <a:pt x="32" y="16"/>
                  </a:lnTo>
                  <a:lnTo>
                    <a:pt x="17" y="16"/>
                  </a:lnTo>
                  <a:lnTo>
                    <a:pt x="17" y="16"/>
                  </a:lnTo>
                  <a:lnTo>
                    <a:pt x="17" y="32"/>
                  </a:lnTo>
                  <a:cubicBezTo>
                    <a:pt x="0" y="47"/>
                    <a:pt x="0" y="63"/>
                    <a:pt x="17" y="79"/>
                  </a:cubicBezTo>
                  <a:cubicBezTo>
                    <a:pt x="48" y="95"/>
                    <a:pt x="63" y="95"/>
                    <a:pt x="80" y="95"/>
                  </a:cubicBezTo>
                  <a:cubicBezTo>
                    <a:pt x="111" y="95"/>
                    <a:pt x="127" y="79"/>
                    <a:pt x="158" y="47"/>
                  </a:cubicBezTo>
                  <a:lnTo>
                    <a:pt x="158" y="47"/>
                  </a:lnTo>
                  <a:cubicBezTo>
                    <a:pt x="143" y="32"/>
                    <a:pt x="143" y="16"/>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7" name="Google Shape;1507;p38"/>
            <p:cNvSpPr/>
            <p:nvPr/>
          </p:nvSpPr>
          <p:spPr>
            <a:xfrm>
              <a:off x="3374936" y="1766691"/>
              <a:ext cx="8046" cy="3562"/>
            </a:xfrm>
            <a:custGeom>
              <a:avLst/>
              <a:gdLst/>
              <a:ahLst/>
              <a:cxnLst/>
              <a:rect l="l" t="t" r="r" b="b"/>
              <a:pathLst>
                <a:path w="253" h="112" extrusionOk="0">
                  <a:moveTo>
                    <a:pt x="206" y="1"/>
                  </a:moveTo>
                  <a:lnTo>
                    <a:pt x="206" y="1"/>
                  </a:lnTo>
                  <a:lnTo>
                    <a:pt x="189" y="1"/>
                  </a:lnTo>
                  <a:cubicBezTo>
                    <a:pt x="158" y="32"/>
                    <a:pt x="143" y="32"/>
                    <a:pt x="111" y="32"/>
                  </a:cubicBezTo>
                  <a:cubicBezTo>
                    <a:pt x="95" y="32"/>
                    <a:pt x="80" y="32"/>
                    <a:pt x="63" y="17"/>
                  </a:cubicBezTo>
                  <a:lnTo>
                    <a:pt x="32" y="17"/>
                  </a:lnTo>
                  <a:cubicBezTo>
                    <a:pt x="32" y="17"/>
                    <a:pt x="17" y="17"/>
                    <a:pt x="17" y="32"/>
                  </a:cubicBezTo>
                  <a:cubicBezTo>
                    <a:pt x="0" y="49"/>
                    <a:pt x="0" y="80"/>
                    <a:pt x="17" y="80"/>
                  </a:cubicBezTo>
                  <a:cubicBezTo>
                    <a:pt x="48" y="95"/>
                    <a:pt x="80" y="112"/>
                    <a:pt x="111" y="112"/>
                  </a:cubicBezTo>
                  <a:cubicBezTo>
                    <a:pt x="158" y="112"/>
                    <a:pt x="189" y="95"/>
                    <a:pt x="237" y="64"/>
                  </a:cubicBezTo>
                  <a:cubicBezTo>
                    <a:pt x="252" y="49"/>
                    <a:pt x="252" y="32"/>
                    <a:pt x="237" y="17"/>
                  </a:cubicBezTo>
                  <a:cubicBezTo>
                    <a:pt x="237" y="1"/>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8" name="Google Shape;1508;p38"/>
            <p:cNvSpPr/>
            <p:nvPr/>
          </p:nvSpPr>
          <p:spPr>
            <a:xfrm>
              <a:off x="3277235" y="1775246"/>
              <a:ext cx="6042" cy="6042"/>
            </a:xfrm>
            <a:custGeom>
              <a:avLst/>
              <a:gdLst/>
              <a:ahLst/>
              <a:cxnLst/>
              <a:rect l="l" t="t" r="r" b="b"/>
              <a:pathLst>
                <a:path w="190" h="190" extrusionOk="0">
                  <a:moveTo>
                    <a:pt x="32" y="0"/>
                  </a:moveTo>
                  <a:lnTo>
                    <a:pt x="32" y="0"/>
                  </a:lnTo>
                  <a:lnTo>
                    <a:pt x="16" y="0"/>
                  </a:lnTo>
                  <a:cubicBezTo>
                    <a:pt x="0" y="15"/>
                    <a:pt x="0" y="32"/>
                    <a:pt x="0" y="47"/>
                  </a:cubicBezTo>
                  <a:lnTo>
                    <a:pt x="47" y="158"/>
                  </a:lnTo>
                  <a:lnTo>
                    <a:pt x="63" y="141"/>
                  </a:lnTo>
                  <a:lnTo>
                    <a:pt x="79" y="126"/>
                  </a:lnTo>
                  <a:lnTo>
                    <a:pt x="95" y="126"/>
                  </a:lnTo>
                  <a:lnTo>
                    <a:pt x="110" y="141"/>
                  </a:lnTo>
                  <a:lnTo>
                    <a:pt x="142" y="189"/>
                  </a:lnTo>
                  <a:lnTo>
                    <a:pt x="173" y="158"/>
                  </a:lnTo>
                  <a:cubicBezTo>
                    <a:pt x="189" y="141"/>
                    <a:pt x="189" y="126"/>
                    <a:pt x="189" y="110"/>
                  </a:cubicBezTo>
                  <a:lnTo>
                    <a:pt x="126" y="15"/>
                  </a:lnTo>
                  <a:cubicBezTo>
                    <a:pt x="110" y="15"/>
                    <a:pt x="95" y="0"/>
                    <a:pt x="95" y="0"/>
                  </a:cubicBezTo>
                  <a:cubicBezTo>
                    <a:pt x="79" y="0"/>
                    <a:pt x="79" y="15"/>
                    <a:pt x="79" y="15"/>
                  </a:cubicBezTo>
                  <a:lnTo>
                    <a:pt x="63" y="15"/>
                  </a:lnTo>
                  <a:cubicBezTo>
                    <a:pt x="63" y="15"/>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9" name="Google Shape;1509;p38"/>
            <p:cNvSpPr/>
            <p:nvPr/>
          </p:nvSpPr>
          <p:spPr>
            <a:xfrm>
              <a:off x="3066250" y="1828358"/>
              <a:ext cx="9573" cy="6042"/>
            </a:xfrm>
            <a:custGeom>
              <a:avLst/>
              <a:gdLst/>
              <a:ahLst/>
              <a:cxnLst/>
              <a:rect l="l" t="t" r="r" b="b"/>
              <a:pathLst>
                <a:path w="301" h="190" extrusionOk="0">
                  <a:moveTo>
                    <a:pt x="32" y="0"/>
                  </a:moveTo>
                  <a:lnTo>
                    <a:pt x="32" y="0"/>
                  </a:lnTo>
                  <a:cubicBezTo>
                    <a:pt x="17" y="0"/>
                    <a:pt x="17" y="15"/>
                    <a:pt x="17" y="15"/>
                  </a:cubicBezTo>
                  <a:lnTo>
                    <a:pt x="1" y="32"/>
                  </a:lnTo>
                  <a:lnTo>
                    <a:pt x="1" y="32"/>
                  </a:lnTo>
                  <a:lnTo>
                    <a:pt x="1" y="32"/>
                  </a:lnTo>
                  <a:lnTo>
                    <a:pt x="1" y="63"/>
                  </a:lnTo>
                  <a:cubicBezTo>
                    <a:pt x="49" y="95"/>
                    <a:pt x="95" y="126"/>
                    <a:pt x="158" y="158"/>
                  </a:cubicBezTo>
                  <a:cubicBezTo>
                    <a:pt x="190" y="158"/>
                    <a:pt x="221" y="173"/>
                    <a:pt x="253" y="189"/>
                  </a:cubicBezTo>
                  <a:lnTo>
                    <a:pt x="253" y="189"/>
                  </a:lnTo>
                  <a:cubicBezTo>
                    <a:pt x="269" y="189"/>
                    <a:pt x="284" y="173"/>
                    <a:pt x="284" y="158"/>
                  </a:cubicBezTo>
                  <a:cubicBezTo>
                    <a:pt x="301" y="141"/>
                    <a:pt x="284" y="126"/>
                    <a:pt x="269" y="110"/>
                  </a:cubicBezTo>
                  <a:cubicBezTo>
                    <a:pt x="175" y="95"/>
                    <a:pt x="112" y="63"/>
                    <a:pt x="49" y="15"/>
                  </a:cubicBezTo>
                  <a:cubicBezTo>
                    <a:pt x="49"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0" name="Google Shape;1510;p38"/>
            <p:cNvSpPr/>
            <p:nvPr/>
          </p:nvSpPr>
          <p:spPr>
            <a:xfrm>
              <a:off x="3119362" y="1791275"/>
              <a:ext cx="3053" cy="4516"/>
            </a:xfrm>
            <a:custGeom>
              <a:avLst/>
              <a:gdLst/>
              <a:ahLst/>
              <a:cxnLst/>
              <a:rect l="l" t="t" r="r" b="b"/>
              <a:pathLst>
                <a:path w="96" h="142" extrusionOk="0">
                  <a:moveTo>
                    <a:pt x="95" y="15"/>
                  </a:moveTo>
                  <a:lnTo>
                    <a:pt x="95" y="15"/>
                  </a:lnTo>
                  <a:lnTo>
                    <a:pt x="95" y="15"/>
                  </a:lnTo>
                  <a:lnTo>
                    <a:pt x="95" y="15"/>
                  </a:lnTo>
                  <a:close/>
                  <a:moveTo>
                    <a:pt x="17" y="0"/>
                  </a:moveTo>
                  <a:cubicBezTo>
                    <a:pt x="1" y="15"/>
                    <a:pt x="1" y="32"/>
                    <a:pt x="1" y="32"/>
                  </a:cubicBezTo>
                  <a:lnTo>
                    <a:pt x="1" y="78"/>
                  </a:lnTo>
                  <a:cubicBezTo>
                    <a:pt x="17" y="78"/>
                    <a:pt x="17" y="78"/>
                    <a:pt x="17" y="95"/>
                  </a:cubicBezTo>
                  <a:cubicBezTo>
                    <a:pt x="32" y="95"/>
                    <a:pt x="32" y="110"/>
                    <a:pt x="32" y="126"/>
                  </a:cubicBezTo>
                  <a:lnTo>
                    <a:pt x="32" y="141"/>
                  </a:lnTo>
                  <a:lnTo>
                    <a:pt x="32" y="141"/>
                  </a:lnTo>
                  <a:lnTo>
                    <a:pt x="32" y="141"/>
                  </a:lnTo>
                  <a:lnTo>
                    <a:pt x="32" y="141"/>
                  </a:lnTo>
                  <a:lnTo>
                    <a:pt x="64" y="141"/>
                  </a:lnTo>
                  <a:lnTo>
                    <a:pt x="80" y="141"/>
                  </a:lnTo>
                  <a:lnTo>
                    <a:pt x="80" y="110"/>
                  </a:lnTo>
                  <a:lnTo>
                    <a:pt x="80" y="95"/>
                  </a:lnTo>
                  <a:lnTo>
                    <a:pt x="80" y="95"/>
                  </a:lnTo>
                  <a:lnTo>
                    <a:pt x="80" y="95"/>
                  </a:lnTo>
                  <a:lnTo>
                    <a:pt x="80" y="95"/>
                  </a:lnTo>
                  <a:lnTo>
                    <a:pt x="95" y="32"/>
                  </a:lnTo>
                  <a:cubicBezTo>
                    <a:pt x="95" y="32"/>
                    <a:pt x="95" y="47"/>
                    <a:pt x="80" y="47"/>
                  </a:cubicBezTo>
                  <a:lnTo>
                    <a:pt x="64" y="47"/>
                  </a:lnTo>
                  <a:lnTo>
                    <a:pt x="32" y="4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1" name="Google Shape;1511;p38"/>
            <p:cNvSpPr/>
            <p:nvPr/>
          </p:nvSpPr>
          <p:spPr>
            <a:xfrm>
              <a:off x="3410016" y="1781734"/>
              <a:ext cx="4548" cy="3562"/>
            </a:xfrm>
            <a:custGeom>
              <a:avLst/>
              <a:gdLst/>
              <a:ahLst/>
              <a:cxnLst/>
              <a:rect l="l" t="t" r="r" b="b"/>
              <a:pathLst>
                <a:path w="143" h="112" extrusionOk="0">
                  <a:moveTo>
                    <a:pt x="111" y="0"/>
                  </a:moveTo>
                  <a:lnTo>
                    <a:pt x="111" y="0"/>
                  </a:lnTo>
                  <a:lnTo>
                    <a:pt x="111" y="0"/>
                  </a:lnTo>
                  <a:lnTo>
                    <a:pt x="0" y="32"/>
                  </a:lnTo>
                  <a:lnTo>
                    <a:pt x="16" y="48"/>
                  </a:lnTo>
                  <a:cubicBezTo>
                    <a:pt x="16" y="63"/>
                    <a:pt x="16" y="95"/>
                    <a:pt x="0" y="95"/>
                  </a:cubicBezTo>
                  <a:lnTo>
                    <a:pt x="0" y="95"/>
                  </a:lnTo>
                  <a:cubicBezTo>
                    <a:pt x="0" y="111"/>
                    <a:pt x="0" y="111"/>
                    <a:pt x="16" y="111"/>
                  </a:cubicBezTo>
                  <a:lnTo>
                    <a:pt x="16" y="111"/>
                  </a:lnTo>
                  <a:lnTo>
                    <a:pt x="111" y="63"/>
                  </a:lnTo>
                  <a:lnTo>
                    <a:pt x="126" y="32"/>
                  </a:lnTo>
                  <a:cubicBezTo>
                    <a:pt x="126" y="17"/>
                    <a:pt x="142" y="17"/>
                    <a:pt x="142" y="17"/>
                  </a:cubicBezTo>
                  <a:cubicBezTo>
                    <a:pt x="142" y="0"/>
                    <a:pt x="142" y="0"/>
                    <a:pt x="126" y="0"/>
                  </a:cubicBezTo>
                  <a:lnTo>
                    <a:pt x="126" y="0"/>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2" name="Google Shape;1512;p38"/>
            <p:cNvSpPr/>
            <p:nvPr/>
          </p:nvSpPr>
          <p:spPr>
            <a:xfrm>
              <a:off x="3392969" y="1804283"/>
              <a:ext cx="8555" cy="4548"/>
            </a:xfrm>
            <a:custGeom>
              <a:avLst/>
              <a:gdLst/>
              <a:ahLst/>
              <a:cxnLst/>
              <a:rect l="l" t="t" r="r" b="b"/>
              <a:pathLst>
                <a:path w="269" h="143" extrusionOk="0">
                  <a:moveTo>
                    <a:pt x="206" y="32"/>
                  </a:moveTo>
                  <a:cubicBezTo>
                    <a:pt x="189" y="48"/>
                    <a:pt x="189" y="48"/>
                    <a:pt x="174" y="48"/>
                  </a:cubicBezTo>
                  <a:lnTo>
                    <a:pt x="143" y="64"/>
                  </a:lnTo>
                  <a:lnTo>
                    <a:pt x="174" y="79"/>
                  </a:lnTo>
                  <a:cubicBezTo>
                    <a:pt x="174" y="95"/>
                    <a:pt x="189" y="111"/>
                    <a:pt x="189" y="127"/>
                  </a:cubicBezTo>
                  <a:cubicBezTo>
                    <a:pt x="206" y="127"/>
                    <a:pt x="206" y="142"/>
                    <a:pt x="221" y="142"/>
                  </a:cubicBezTo>
                  <a:lnTo>
                    <a:pt x="237" y="142"/>
                  </a:lnTo>
                  <a:cubicBezTo>
                    <a:pt x="252" y="127"/>
                    <a:pt x="269" y="111"/>
                    <a:pt x="252" y="95"/>
                  </a:cubicBezTo>
                  <a:lnTo>
                    <a:pt x="252" y="79"/>
                  </a:lnTo>
                  <a:cubicBezTo>
                    <a:pt x="237" y="79"/>
                    <a:pt x="237" y="64"/>
                    <a:pt x="237" y="64"/>
                  </a:cubicBezTo>
                  <a:lnTo>
                    <a:pt x="221" y="48"/>
                  </a:lnTo>
                  <a:lnTo>
                    <a:pt x="206" y="32"/>
                  </a:lnTo>
                  <a:close/>
                  <a:moveTo>
                    <a:pt x="17" y="32"/>
                  </a:moveTo>
                  <a:lnTo>
                    <a:pt x="17" y="48"/>
                  </a:lnTo>
                  <a:lnTo>
                    <a:pt x="0" y="48"/>
                  </a:lnTo>
                  <a:lnTo>
                    <a:pt x="0" y="64"/>
                  </a:lnTo>
                  <a:cubicBezTo>
                    <a:pt x="17" y="64"/>
                    <a:pt x="17" y="79"/>
                    <a:pt x="32" y="79"/>
                  </a:cubicBezTo>
                  <a:lnTo>
                    <a:pt x="48" y="79"/>
                  </a:lnTo>
                  <a:lnTo>
                    <a:pt x="48" y="64"/>
                  </a:lnTo>
                  <a:lnTo>
                    <a:pt x="48" y="64"/>
                  </a:lnTo>
                  <a:cubicBezTo>
                    <a:pt x="32" y="64"/>
                    <a:pt x="17" y="48"/>
                    <a:pt x="17" y="32"/>
                  </a:cubicBezTo>
                  <a:lnTo>
                    <a:pt x="17" y="32"/>
                  </a:lnTo>
                  <a:close/>
                  <a:moveTo>
                    <a:pt x="111" y="1"/>
                  </a:moveTo>
                  <a:lnTo>
                    <a:pt x="95" y="1"/>
                  </a:lnTo>
                  <a:lnTo>
                    <a:pt x="95" y="1"/>
                  </a:lnTo>
                  <a:cubicBezTo>
                    <a:pt x="95" y="16"/>
                    <a:pt x="80" y="16"/>
                    <a:pt x="80" y="16"/>
                  </a:cubicBezTo>
                  <a:lnTo>
                    <a:pt x="95" y="32"/>
                  </a:lnTo>
                  <a:lnTo>
                    <a:pt x="95" y="32"/>
                  </a:lnTo>
                  <a:lnTo>
                    <a:pt x="111" y="32"/>
                  </a:lnTo>
                  <a:lnTo>
                    <a:pt x="111"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3" name="Google Shape;1513;p38"/>
            <p:cNvSpPr/>
            <p:nvPr/>
          </p:nvSpPr>
          <p:spPr>
            <a:xfrm>
              <a:off x="3312792" y="1778713"/>
              <a:ext cx="5025" cy="4580"/>
            </a:xfrm>
            <a:custGeom>
              <a:avLst/>
              <a:gdLst/>
              <a:ahLst/>
              <a:cxnLst/>
              <a:rect l="l" t="t" r="r" b="b"/>
              <a:pathLst>
                <a:path w="158" h="144" extrusionOk="0">
                  <a:moveTo>
                    <a:pt x="80" y="112"/>
                  </a:moveTo>
                  <a:lnTo>
                    <a:pt x="80" y="112"/>
                  </a:lnTo>
                  <a:lnTo>
                    <a:pt x="80" y="112"/>
                  </a:lnTo>
                  <a:close/>
                  <a:moveTo>
                    <a:pt x="80" y="1"/>
                  </a:moveTo>
                  <a:lnTo>
                    <a:pt x="63" y="1"/>
                  </a:lnTo>
                  <a:lnTo>
                    <a:pt x="48" y="1"/>
                  </a:lnTo>
                  <a:lnTo>
                    <a:pt x="0" y="64"/>
                  </a:lnTo>
                  <a:lnTo>
                    <a:pt x="0" y="80"/>
                  </a:lnTo>
                  <a:lnTo>
                    <a:pt x="32" y="95"/>
                  </a:lnTo>
                  <a:cubicBezTo>
                    <a:pt x="48" y="95"/>
                    <a:pt x="48" y="112"/>
                    <a:pt x="48" y="112"/>
                  </a:cubicBezTo>
                  <a:lnTo>
                    <a:pt x="48" y="112"/>
                  </a:lnTo>
                  <a:lnTo>
                    <a:pt x="63" y="80"/>
                  </a:lnTo>
                  <a:cubicBezTo>
                    <a:pt x="80" y="95"/>
                    <a:pt x="80" y="95"/>
                    <a:pt x="80" y="112"/>
                  </a:cubicBezTo>
                  <a:lnTo>
                    <a:pt x="80" y="112"/>
                  </a:lnTo>
                  <a:cubicBezTo>
                    <a:pt x="80" y="127"/>
                    <a:pt x="95" y="143"/>
                    <a:pt x="111" y="143"/>
                  </a:cubicBezTo>
                  <a:lnTo>
                    <a:pt x="126" y="143"/>
                  </a:lnTo>
                  <a:cubicBezTo>
                    <a:pt x="143" y="143"/>
                    <a:pt x="158" y="127"/>
                    <a:pt x="143" y="95"/>
                  </a:cubicBezTo>
                  <a:lnTo>
                    <a:pt x="143" y="80"/>
                  </a:lnTo>
                  <a:cubicBezTo>
                    <a:pt x="143" y="64"/>
                    <a:pt x="126" y="49"/>
                    <a:pt x="111" y="32"/>
                  </a:cubicBezTo>
                  <a:lnTo>
                    <a:pt x="95" y="17"/>
                  </a:lnTo>
                  <a:cubicBezTo>
                    <a:pt x="95" y="1"/>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4" name="Google Shape;1514;p38"/>
            <p:cNvSpPr/>
            <p:nvPr/>
          </p:nvSpPr>
          <p:spPr>
            <a:xfrm>
              <a:off x="3315304" y="178224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5" name="Google Shape;1515;p38"/>
            <p:cNvSpPr/>
            <p:nvPr/>
          </p:nvSpPr>
          <p:spPr>
            <a:xfrm>
              <a:off x="3455622" y="1777727"/>
              <a:ext cx="32" cy="32"/>
            </a:xfrm>
            <a:custGeom>
              <a:avLst/>
              <a:gdLst/>
              <a:ahLst/>
              <a:cxnLst/>
              <a:rect l="l" t="t" r="r" b="b"/>
              <a:pathLst>
                <a:path w="1" h="1" extrusionOk="0">
                  <a:moveTo>
                    <a:pt x="0" y="0"/>
                  </a:moveTo>
                  <a:lnTo>
                    <a:pt x="0" y="0"/>
                  </a:lnTo>
                  <a:close/>
                </a:path>
              </a:pathLst>
            </a:custGeom>
            <a:solidFill>
              <a:srgbClr val="999999"/>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6" name="Google Shape;1516;p38"/>
            <p:cNvSpPr/>
            <p:nvPr/>
          </p:nvSpPr>
          <p:spPr>
            <a:xfrm>
              <a:off x="3451615" y="1775246"/>
              <a:ext cx="4039" cy="4039"/>
            </a:xfrm>
            <a:custGeom>
              <a:avLst/>
              <a:gdLst/>
              <a:ahLst/>
              <a:cxnLst/>
              <a:rect l="l" t="t" r="r" b="b"/>
              <a:pathLst>
                <a:path w="127" h="127" extrusionOk="0">
                  <a:moveTo>
                    <a:pt x="32" y="0"/>
                  </a:moveTo>
                  <a:lnTo>
                    <a:pt x="32" y="0"/>
                  </a:lnTo>
                  <a:lnTo>
                    <a:pt x="16" y="15"/>
                  </a:lnTo>
                  <a:cubicBezTo>
                    <a:pt x="0" y="32"/>
                    <a:pt x="0" y="47"/>
                    <a:pt x="16" y="63"/>
                  </a:cubicBezTo>
                  <a:lnTo>
                    <a:pt x="16" y="78"/>
                  </a:lnTo>
                  <a:cubicBezTo>
                    <a:pt x="0" y="95"/>
                    <a:pt x="16" y="110"/>
                    <a:pt x="32" y="110"/>
                  </a:cubicBezTo>
                  <a:lnTo>
                    <a:pt x="63" y="126"/>
                  </a:lnTo>
                  <a:lnTo>
                    <a:pt x="79" y="126"/>
                  </a:lnTo>
                  <a:cubicBezTo>
                    <a:pt x="95" y="126"/>
                    <a:pt x="95" y="126"/>
                    <a:pt x="110" y="110"/>
                  </a:cubicBezTo>
                  <a:lnTo>
                    <a:pt x="126" y="95"/>
                  </a:lnTo>
                  <a:lnTo>
                    <a:pt x="126" y="78"/>
                  </a:lnTo>
                  <a:lnTo>
                    <a:pt x="126" y="78"/>
                  </a:lnTo>
                  <a:cubicBezTo>
                    <a:pt x="126" y="63"/>
                    <a:pt x="126" y="47"/>
                    <a:pt x="110" y="47"/>
                  </a:cubicBezTo>
                  <a:lnTo>
                    <a:pt x="63"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7" name="Google Shape;1517;p38"/>
            <p:cNvSpPr/>
            <p:nvPr/>
          </p:nvSpPr>
          <p:spPr>
            <a:xfrm>
              <a:off x="3332828" y="1812806"/>
              <a:ext cx="4039" cy="4039"/>
            </a:xfrm>
            <a:custGeom>
              <a:avLst/>
              <a:gdLst/>
              <a:ahLst/>
              <a:cxnLst/>
              <a:rect l="l" t="t" r="r" b="b"/>
              <a:pathLst>
                <a:path w="127" h="127" extrusionOk="0">
                  <a:moveTo>
                    <a:pt x="64" y="0"/>
                  </a:moveTo>
                  <a:lnTo>
                    <a:pt x="49" y="0"/>
                  </a:lnTo>
                  <a:cubicBezTo>
                    <a:pt x="32" y="0"/>
                    <a:pt x="32" y="17"/>
                    <a:pt x="17" y="32"/>
                  </a:cubicBezTo>
                  <a:lnTo>
                    <a:pt x="17" y="32"/>
                  </a:lnTo>
                  <a:lnTo>
                    <a:pt x="17" y="48"/>
                  </a:lnTo>
                  <a:cubicBezTo>
                    <a:pt x="32" y="48"/>
                    <a:pt x="32" y="48"/>
                    <a:pt x="32" y="63"/>
                  </a:cubicBezTo>
                  <a:cubicBezTo>
                    <a:pt x="32" y="80"/>
                    <a:pt x="32" y="95"/>
                    <a:pt x="17" y="95"/>
                  </a:cubicBezTo>
                  <a:lnTo>
                    <a:pt x="1" y="95"/>
                  </a:lnTo>
                  <a:lnTo>
                    <a:pt x="1" y="95"/>
                  </a:lnTo>
                  <a:cubicBezTo>
                    <a:pt x="1" y="111"/>
                    <a:pt x="1" y="111"/>
                    <a:pt x="17" y="126"/>
                  </a:cubicBezTo>
                  <a:cubicBezTo>
                    <a:pt x="17" y="111"/>
                    <a:pt x="32" y="111"/>
                    <a:pt x="49" y="111"/>
                  </a:cubicBezTo>
                  <a:lnTo>
                    <a:pt x="64" y="111"/>
                  </a:lnTo>
                  <a:lnTo>
                    <a:pt x="80" y="111"/>
                  </a:lnTo>
                  <a:cubicBezTo>
                    <a:pt x="95" y="111"/>
                    <a:pt x="95" y="126"/>
                    <a:pt x="112" y="126"/>
                  </a:cubicBezTo>
                  <a:lnTo>
                    <a:pt x="112" y="126"/>
                  </a:lnTo>
                  <a:cubicBezTo>
                    <a:pt x="127" y="111"/>
                    <a:pt x="127" y="111"/>
                    <a:pt x="127" y="95"/>
                  </a:cubicBezTo>
                  <a:cubicBezTo>
                    <a:pt x="127" y="80"/>
                    <a:pt x="112" y="63"/>
                    <a:pt x="95" y="63"/>
                  </a:cubicBezTo>
                  <a:lnTo>
                    <a:pt x="80" y="63"/>
                  </a:lnTo>
                  <a:lnTo>
                    <a:pt x="95" y="48"/>
                  </a:lnTo>
                  <a:cubicBezTo>
                    <a:pt x="95" y="32"/>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8" name="Google Shape;1518;p38"/>
            <p:cNvSpPr/>
            <p:nvPr/>
          </p:nvSpPr>
          <p:spPr>
            <a:xfrm>
              <a:off x="3417012" y="1764210"/>
              <a:ext cx="3053" cy="6042"/>
            </a:xfrm>
            <a:custGeom>
              <a:avLst/>
              <a:gdLst/>
              <a:ahLst/>
              <a:cxnLst/>
              <a:rect l="l" t="t" r="r" b="b"/>
              <a:pathLst>
                <a:path w="96" h="190" extrusionOk="0">
                  <a:moveTo>
                    <a:pt x="32" y="0"/>
                  </a:moveTo>
                  <a:lnTo>
                    <a:pt x="1" y="0"/>
                  </a:lnTo>
                  <a:lnTo>
                    <a:pt x="17" y="158"/>
                  </a:lnTo>
                  <a:lnTo>
                    <a:pt x="17" y="158"/>
                  </a:lnTo>
                  <a:lnTo>
                    <a:pt x="32" y="158"/>
                  </a:lnTo>
                  <a:cubicBezTo>
                    <a:pt x="49" y="173"/>
                    <a:pt x="49" y="173"/>
                    <a:pt x="49" y="190"/>
                  </a:cubicBezTo>
                  <a:lnTo>
                    <a:pt x="49" y="190"/>
                  </a:lnTo>
                  <a:lnTo>
                    <a:pt x="64" y="190"/>
                  </a:lnTo>
                  <a:lnTo>
                    <a:pt x="64" y="190"/>
                  </a:lnTo>
                  <a:cubicBezTo>
                    <a:pt x="64" y="173"/>
                    <a:pt x="80" y="173"/>
                    <a:pt x="80" y="173"/>
                  </a:cubicBezTo>
                  <a:cubicBezTo>
                    <a:pt x="95" y="158"/>
                    <a:pt x="95" y="158"/>
                    <a:pt x="95" y="142"/>
                  </a:cubicBezTo>
                  <a:lnTo>
                    <a:pt x="80" y="47"/>
                  </a:lnTo>
                  <a:lnTo>
                    <a:pt x="64" y="64"/>
                  </a:lnTo>
                  <a:lnTo>
                    <a:pt x="49" y="64"/>
                  </a:lnTo>
                  <a:cubicBezTo>
                    <a:pt x="32" y="64"/>
                    <a:pt x="17" y="64"/>
                    <a:pt x="17" y="47"/>
                  </a:cubicBezTo>
                  <a:cubicBezTo>
                    <a:pt x="1" y="32"/>
                    <a:pt x="17" y="16"/>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9" name="Google Shape;1519;p38"/>
            <p:cNvSpPr/>
            <p:nvPr/>
          </p:nvSpPr>
          <p:spPr>
            <a:xfrm>
              <a:off x="3343864" y="1789272"/>
              <a:ext cx="3562" cy="2512"/>
            </a:xfrm>
            <a:custGeom>
              <a:avLst/>
              <a:gdLst/>
              <a:ahLst/>
              <a:cxnLst/>
              <a:rect l="l" t="t" r="r" b="b"/>
              <a:pathLst>
                <a:path w="112" h="79" extrusionOk="0">
                  <a:moveTo>
                    <a:pt x="80" y="0"/>
                  </a:moveTo>
                  <a:lnTo>
                    <a:pt x="80" y="0"/>
                  </a:lnTo>
                  <a:lnTo>
                    <a:pt x="63" y="0"/>
                  </a:lnTo>
                  <a:lnTo>
                    <a:pt x="63" y="0"/>
                  </a:lnTo>
                  <a:lnTo>
                    <a:pt x="0" y="32"/>
                  </a:lnTo>
                  <a:lnTo>
                    <a:pt x="0" y="32"/>
                  </a:lnTo>
                  <a:lnTo>
                    <a:pt x="48" y="47"/>
                  </a:lnTo>
                  <a:cubicBezTo>
                    <a:pt x="48" y="63"/>
                    <a:pt x="63" y="63"/>
                    <a:pt x="63" y="78"/>
                  </a:cubicBezTo>
                  <a:lnTo>
                    <a:pt x="80" y="78"/>
                  </a:lnTo>
                  <a:cubicBezTo>
                    <a:pt x="80" y="63"/>
                    <a:pt x="95" y="32"/>
                    <a:pt x="111" y="32"/>
                  </a:cubicBezTo>
                  <a:lnTo>
                    <a:pt x="111" y="32"/>
                  </a:lnTo>
                  <a:cubicBezTo>
                    <a:pt x="111" y="15"/>
                    <a:pt x="111"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0" name="Google Shape;1520;p38"/>
            <p:cNvSpPr/>
            <p:nvPr/>
          </p:nvSpPr>
          <p:spPr>
            <a:xfrm>
              <a:off x="3415518" y="1785741"/>
              <a:ext cx="5057" cy="2544"/>
            </a:xfrm>
            <a:custGeom>
              <a:avLst/>
              <a:gdLst/>
              <a:ahLst/>
              <a:cxnLst/>
              <a:rect l="l" t="t" r="r" b="b"/>
              <a:pathLst>
                <a:path w="159" h="80" extrusionOk="0">
                  <a:moveTo>
                    <a:pt x="111" y="0"/>
                  </a:moveTo>
                  <a:lnTo>
                    <a:pt x="79" y="0"/>
                  </a:lnTo>
                  <a:lnTo>
                    <a:pt x="79" y="0"/>
                  </a:lnTo>
                  <a:cubicBezTo>
                    <a:pt x="79" y="17"/>
                    <a:pt x="64" y="32"/>
                    <a:pt x="64" y="32"/>
                  </a:cubicBezTo>
                  <a:lnTo>
                    <a:pt x="32" y="48"/>
                  </a:lnTo>
                  <a:lnTo>
                    <a:pt x="16" y="48"/>
                  </a:lnTo>
                  <a:lnTo>
                    <a:pt x="1" y="48"/>
                  </a:lnTo>
                  <a:lnTo>
                    <a:pt x="1" y="80"/>
                  </a:lnTo>
                  <a:lnTo>
                    <a:pt x="1" y="80"/>
                  </a:lnTo>
                  <a:cubicBezTo>
                    <a:pt x="16" y="80"/>
                    <a:pt x="16" y="63"/>
                    <a:pt x="32" y="63"/>
                  </a:cubicBezTo>
                  <a:lnTo>
                    <a:pt x="32" y="63"/>
                  </a:lnTo>
                  <a:lnTo>
                    <a:pt x="48" y="63"/>
                  </a:lnTo>
                  <a:lnTo>
                    <a:pt x="64" y="80"/>
                  </a:lnTo>
                  <a:lnTo>
                    <a:pt x="159" y="17"/>
                  </a:lnTo>
                  <a:cubicBezTo>
                    <a:pt x="142" y="0"/>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1" name="Google Shape;1521;p38"/>
            <p:cNvSpPr/>
            <p:nvPr/>
          </p:nvSpPr>
          <p:spPr>
            <a:xfrm>
              <a:off x="3446081" y="1791752"/>
              <a:ext cx="2035" cy="2035"/>
            </a:xfrm>
            <a:custGeom>
              <a:avLst/>
              <a:gdLst/>
              <a:ahLst/>
              <a:cxnLst/>
              <a:rect l="l" t="t" r="r" b="b"/>
              <a:pathLst>
                <a:path w="64" h="64" extrusionOk="0">
                  <a:moveTo>
                    <a:pt x="48" y="0"/>
                  </a:moveTo>
                  <a:lnTo>
                    <a:pt x="32" y="0"/>
                  </a:lnTo>
                  <a:cubicBezTo>
                    <a:pt x="32" y="17"/>
                    <a:pt x="17" y="32"/>
                    <a:pt x="0" y="48"/>
                  </a:cubicBezTo>
                  <a:cubicBezTo>
                    <a:pt x="0" y="48"/>
                    <a:pt x="17" y="63"/>
                    <a:pt x="32" y="63"/>
                  </a:cubicBezTo>
                  <a:lnTo>
                    <a:pt x="32" y="48"/>
                  </a:lnTo>
                  <a:lnTo>
                    <a:pt x="63" y="48"/>
                  </a:lnTo>
                  <a:lnTo>
                    <a:pt x="63" y="48"/>
                  </a:lnTo>
                  <a:lnTo>
                    <a:pt x="63" y="48"/>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2" name="Google Shape;1522;p38"/>
            <p:cNvSpPr/>
            <p:nvPr/>
          </p:nvSpPr>
          <p:spPr>
            <a:xfrm>
              <a:off x="3190538" y="1788254"/>
              <a:ext cx="5534" cy="7537"/>
            </a:xfrm>
            <a:custGeom>
              <a:avLst/>
              <a:gdLst/>
              <a:ahLst/>
              <a:cxnLst/>
              <a:rect l="l" t="t" r="r" b="b"/>
              <a:pathLst>
                <a:path w="174" h="237" extrusionOk="0">
                  <a:moveTo>
                    <a:pt x="126" y="1"/>
                  </a:moveTo>
                  <a:lnTo>
                    <a:pt x="126" y="16"/>
                  </a:lnTo>
                  <a:cubicBezTo>
                    <a:pt x="126" y="32"/>
                    <a:pt x="111" y="47"/>
                    <a:pt x="95" y="47"/>
                  </a:cubicBezTo>
                  <a:lnTo>
                    <a:pt x="79" y="64"/>
                  </a:lnTo>
                  <a:lnTo>
                    <a:pt x="79" y="64"/>
                  </a:lnTo>
                  <a:cubicBezTo>
                    <a:pt x="79" y="79"/>
                    <a:pt x="63" y="79"/>
                    <a:pt x="48" y="79"/>
                  </a:cubicBezTo>
                  <a:lnTo>
                    <a:pt x="63" y="95"/>
                  </a:lnTo>
                  <a:cubicBezTo>
                    <a:pt x="79" y="110"/>
                    <a:pt x="79" y="127"/>
                    <a:pt x="63" y="142"/>
                  </a:cubicBezTo>
                  <a:cubicBezTo>
                    <a:pt x="48" y="142"/>
                    <a:pt x="48" y="158"/>
                    <a:pt x="32" y="158"/>
                  </a:cubicBezTo>
                  <a:lnTo>
                    <a:pt x="16" y="142"/>
                  </a:lnTo>
                  <a:lnTo>
                    <a:pt x="16" y="142"/>
                  </a:lnTo>
                  <a:cubicBezTo>
                    <a:pt x="0" y="158"/>
                    <a:pt x="0" y="173"/>
                    <a:pt x="16" y="190"/>
                  </a:cubicBezTo>
                  <a:lnTo>
                    <a:pt x="16" y="221"/>
                  </a:lnTo>
                  <a:lnTo>
                    <a:pt x="0" y="236"/>
                  </a:lnTo>
                  <a:cubicBezTo>
                    <a:pt x="16" y="221"/>
                    <a:pt x="32" y="205"/>
                    <a:pt x="48" y="205"/>
                  </a:cubicBezTo>
                  <a:lnTo>
                    <a:pt x="48" y="205"/>
                  </a:lnTo>
                  <a:lnTo>
                    <a:pt x="63" y="205"/>
                  </a:lnTo>
                  <a:lnTo>
                    <a:pt x="79" y="205"/>
                  </a:lnTo>
                  <a:lnTo>
                    <a:pt x="79" y="173"/>
                  </a:lnTo>
                  <a:cubicBezTo>
                    <a:pt x="79" y="158"/>
                    <a:pt x="79" y="158"/>
                    <a:pt x="95" y="142"/>
                  </a:cubicBezTo>
                  <a:lnTo>
                    <a:pt x="79" y="142"/>
                  </a:lnTo>
                  <a:cubicBezTo>
                    <a:pt x="79" y="110"/>
                    <a:pt x="79" y="95"/>
                    <a:pt x="95" y="95"/>
                  </a:cubicBezTo>
                  <a:lnTo>
                    <a:pt x="111" y="79"/>
                  </a:lnTo>
                  <a:lnTo>
                    <a:pt x="111" y="79"/>
                  </a:lnTo>
                  <a:cubicBezTo>
                    <a:pt x="126" y="79"/>
                    <a:pt x="142" y="95"/>
                    <a:pt x="142" y="95"/>
                  </a:cubicBezTo>
                  <a:cubicBezTo>
                    <a:pt x="142" y="110"/>
                    <a:pt x="158" y="110"/>
                    <a:pt x="158" y="110"/>
                  </a:cubicBezTo>
                  <a:lnTo>
                    <a:pt x="174" y="95"/>
                  </a:lnTo>
                  <a:cubicBezTo>
                    <a:pt x="158" y="79"/>
                    <a:pt x="158" y="79"/>
                    <a:pt x="158" y="64"/>
                  </a:cubicBezTo>
                  <a:lnTo>
                    <a:pt x="158" y="64"/>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3" name="Google Shape;1523;p38"/>
            <p:cNvSpPr/>
            <p:nvPr/>
          </p:nvSpPr>
          <p:spPr>
            <a:xfrm>
              <a:off x="3294759" y="1823811"/>
              <a:ext cx="5025" cy="2576"/>
            </a:xfrm>
            <a:custGeom>
              <a:avLst/>
              <a:gdLst/>
              <a:ahLst/>
              <a:cxnLst/>
              <a:rect l="l" t="t" r="r" b="b"/>
              <a:pathLst>
                <a:path w="158" h="81" extrusionOk="0">
                  <a:moveTo>
                    <a:pt x="17" y="1"/>
                  </a:moveTo>
                  <a:cubicBezTo>
                    <a:pt x="32" y="17"/>
                    <a:pt x="32" y="17"/>
                    <a:pt x="32" y="32"/>
                  </a:cubicBezTo>
                  <a:cubicBezTo>
                    <a:pt x="32" y="49"/>
                    <a:pt x="17" y="64"/>
                    <a:pt x="0" y="64"/>
                  </a:cubicBezTo>
                  <a:lnTo>
                    <a:pt x="0" y="64"/>
                  </a:lnTo>
                  <a:lnTo>
                    <a:pt x="0" y="80"/>
                  </a:lnTo>
                  <a:lnTo>
                    <a:pt x="32" y="80"/>
                  </a:lnTo>
                  <a:lnTo>
                    <a:pt x="32" y="80"/>
                  </a:lnTo>
                  <a:cubicBezTo>
                    <a:pt x="80" y="80"/>
                    <a:pt x="111" y="80"/>
                    <a:pt x="158" y="64"/>
                  </a:cubicBezTo>
                  <a:cubicBezTo>
                    <a:pt x="143" y="49"/>
                    <a:pt x="126" y="49"/>
                    <a:pt x="111" y="32"/>
                  </a:cubicBezTo>
                  <a:lnTo>
                    <a:pt x="95" y="32"/>
                  </a:lnTo>
                  <a:lnTo>
                    <a:pt x="80" y="32"/>
                  </a:lnTo>
                  <a:cubicBezTo>
                    <a:pt x="63" y="17"/>
                    <a:pt x="63" y="17"/>
                    <a:pt x="4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4" name="Google Shape;1524;p38"/>
            <p:cNvSpPr/>
            <p:nvPr/>
          </p:nvSpPr>
          <p:spPr>
            <a:xfrm>
              <a:off x="3113891" y="1792738"/>
              <a:ext cx="6520" cy="4039"/>
            </a:xfrm>
            <a:custGeom>
              <a:avLst/>
              <a:gdLst/>
              <a:ahLst/>
              <a:cxnLst/>
              <a:rect l="l" t="t" r="r" b="b"/>
              <a:pathLst>
                <a:path w="205" h="127" extrusionOk="0">
                  <a:moveTo>
                    <a:pt x="95" y="1"/>
                  </a:moveTo>
                  <a:lnTo>
                    <a:pt x="95" y="17"/>
                  </a:lnTo>
                  <a:cubicBezTo>
                    <a:pt x="95" y="32"/>
                    <a:pt x="78" y="49"/>
                    <a:pt x="63" y="49"/>
                  </a:cubicBezTo>
                  <a:lnTo>
                    <a:pt x="63" y="49"/>
                  </a:lnTo>
                  <a:cubicBezTo>
                    <a:pt x="47" y="49"/>
                    <a:pt x="32" y="32"/>
                    <a:pt x="32" y="32"/>
                  </a:cubicBezTo>
                  <a:cubicBezTo>
                    <a:pt x="15" y="32"/>
                    <a:pt x="15" y="49"/>
                    <a:pt x="0" y="49"/>
                  </a:cubicBezTo>
                  <a:lnTo>
                    <a:pt x="15" y="49"/>
                  </a:lnTo>
                  <a:lnTo>
                    <a:pt x="15" y="64"/>
                  </a:lnTo>
                  <a:lnTo>
                    <a:pt x="32" y="64"/>
                  </a:lnTo>
                  <a:lnTo>
                    <a:pt x="47" y="64"/>
                  </a:lnTo>
                  <a:lnTo>
                    <a:pt x="63" y="64"/>
                  </a:lnTo>
                  <a:lnTo>
                    <a:pt x="63" y="64"/>
                  </a:lnTo>
                  <a:lnTo>
                    <a:pt x="78" y="64"/>
                  </a:lnTo>
                  <a:lnTo>
                    <a:pt x="78" y="64"/>
                  </a:lnTo>
                  <a:cubicBezTo>
                    <a:pt x="95" y="80"/>
                    <a:pt x="110" y="95"/>
                    <a:pt x="110" y="112"/>
                  </a:cubicBezTo>
                  <a:lnTo>
                    <a:pt x="110" y="127"/>
                  </a:lnTo>
                  <a:lnTo>
                    <a:pt x="173" y="95"/>
                  </a:lnTo>
                  <a:lnTo>
                    <a:pt x="204" y="95"/>
                  </a:lnTo>
                  <a:lnTo>
                    <a:pt x="204" y="80"/>
                  </a:lnTo>
                  <a:cubicBezTo>
                    <a:pt x="204" y="64"/>
                    <a:pt x="204" y="49"/>
                    <a:pt x="189" y="49"/>
                  </a:cubicBezTo>
                  <a:cubicBezTo>
                    <a:pt x="189" y="32"/>
                    <a:pt x="189" y="32"/>
                    <a:pt x="173" y="32"/>
                  </a:cubicBezTo>
                  <a:cubicBezTo>
                    <a:pt x="158"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5" name="Google Shape;1525;p38"/>
            <p:cNvSpPr/>
            <p:nvPr/>
          </p:nvSpPr>
          <p:spPr>
            <a:xfrm>
              <a:off x="3265213" y="1807304"/>
              <a:ext cx="8523" cy="7060"/>
            </a:xfrm>
            <a:custGeom>
              <a:avLst/>
              <a:gdLst/>
              <a:ahLst/>
              <a:cxnLst/>
              <a:rect l="l" t="t" r="r" b="b"/>
              <a:pathLst>
                <a:path w="268" h="222" extrusionOk="0">
                  <a:moveTo>
                    <a:pt x="236" y="0"/>
                  </a:moveTo>
                  <a:lnTo>
                    <a:pt x="236" y="0"/>
                  </a:lnTo>
                  <a:lnTo>
                    <a:pt x="221" y="0"/>
                  </a:lnTo>
                  <a:cubicBezTo>
                    <a:pt x="204" y="0"/>
                    <a:pt x="173" y="16"/>
                    <a:pt x="158" y="47"/>
                  </a:cubicBezTo>
                  <a:lnTo>
                    <a:pt x="158" y="95"/>
                  </a:lnTo>
                  <a:lnTo>
                    <a:pt x="15" y="158"/>
                  </a:lnTo>
                  <a:cubicBezTo>
                    <a:pt x="0" y="173"/>
                    <a:pt x="0" y="190"/>
                    <a:pt x="0" y="205"/>
                  </a:cubicBezTo>
                  <a:cubicBezTo>
                    <a:pt x="0" y="221"/>
                    <a:pt x="15" y="221"/>
                    <a:pt x="32" y="221"/>
                  </a:cubicBezTo>
                  <a:lnTo>
                    <a:pt x="32" y="221"/>
                  </a:lnTo>
                  <a:lnTo>
                    <a:pt x="32" y="205"/>
                  </a:lnTo>
                  <a:cubicBezTo>
                    <a:pt x="32" y="190"/>
                    <a:pt x="47" y="173"/>
                    <a:pt x="63" y="173"/>
                  </a:cubicBezTo>
                  <a:lnTo>
                    <a:pt x="63" y="173"/>
                  </a:lnTo>
                  <a:lnTo>
                    <a:pt x="63" y="173"/>
                  </a:lnTo>
                  <a:cubicBezTo>
                    <a:pt x="95" y="173"/>
                    <a:pt x="110" y="173"/>
                    <a:pt x="126" y="190"/>
                  </a:cubicBezTo>
                  <a:lnTo>
                    <a:pt x="204" y="158"/>
                  </a:lnTo>
                  <a:cubicBezTo>
                    <a:pt x="221" y="158"/>
                    <a:pt x="221" y="142"/>
                    <a:pt x="221" y="142"/>
                  </a:cubicBezTo>
                  <a:lnTo>
                    <a:pt x="221" y="127"/>
                  </a:lnTo>
                  <a:cubicBezTo>
                    <a:pt x="221" y="127"/>
                    <a:pt x="221" y="110"/>
                    <a:pt x="236" y="110"/>
                  </a:cubicBezTo>
                  <a:lnTo>
                    <a:pt x="221" y="110"/>
                  </a:lnTo>
                  <a:lnTo>
                    <a:pt x="221" y="79"/>
                  </a:lnTo>
                  <a:cubicBezTo>
                    <a:pt x="221" y="79"/>
                    <a:pt x="221" y="63"/>
                    <a:pt x="252" y="63"/>
                  </a:cubicBezTo>
                  <a:cubicBezTo>
                    <a:pt x="267" y="63"/>
                    <a:pt x="267" y="32"/>
                    <a:pt x="267" y="16"/>
                  </a:cubicBezTo>
                  <a:cubicBezTo>
                    <a:pt x="267" y="0"/>
                    <a:pt x="252" y="0"/>
                    <a:pt x="23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6" name="Google Shape;1526;p38"/>
            <p:cNvSpPr/>
            <p:nvPr/>
          </p:nvSpPr>
          <p:spPr>
            <a:xfrm>
              <a:off x="3410016" y="1768218"/>
              <a:ext cx="6551" cy="5534"/>
            </a:xfrm>
            <a:custGeom>
              <a:avLst/>
              <a:gdLst/>
              <a:ahLst/>
              <a:cxnLst/>
              <a:rect l="l" t="t" r="r" b="b"/>
              <a:pathLst>
                <a:path w="206" h="174" extrusionOk="0">
                  <a:moveTo>
                    <a:pt x="174" y="1"/>
                  </a:moveTo>
                  <a:lnTo>
                    <a:pt x="158" y="1"/>
                  </a:lnTo>
                  <a:lnTo>
                    <a:pt x="158" y="1"/>
                  </a:lnTo>
                  <a:cubicBezTo>
                    <a:pt x="142" y="1"/>
                    <a:pt x="126" y="16"/>
                    <a:pt x="126" y="32"/>
                  </a:cubicBezTo>
                  <a:lnTo>
                    <a:pt x="126" y="32"/>
                  </a:lnTo>
                  <a:cubicBezTo>
                    <a:pt x="142" y="79"/>
                    <a:pt x="111" y="95"/>
                    <a:pt x="48" y="95"/>
                  </a:cubicBezTo>
                  <a:lnTo>
                    <a:pt x="32" y="110"/>
                  </a:lnTo>
                  <a:cubicBezTo>
                    <a:pt x="16" y="110"/>
                    <a:pt x="0" y="127"/>
                    <a:pt x="16" y="142"/>
                  </a:cubicBezTo>
                  <a:lnTo>
                    <a:pt x="16" y="158"/>
                  </a:lnTo>
                  <a:lnTo>
                    <a:pt x="32" y="158"/>
                  </a:lnTo>
                  <a:cubicBezTo>
                    <a:pt x="32" y="173"/>
                    <a:pt x="32" y="173"/>
                    <a:pt x="48" y="173"/>
                  </a:cubicBezTo>
                  <a:lnTo>
                    <a:pt x="48" y="173"/>
                  </a:lnTo>
                  <a:lnTo>
                    <a:pt x="63" y="173"/>
                  </a:lnTo>
                  <a:cubicBezTo>
                    <a:pt x="79" y="173"/>
                    <a:pt x="95" y="158"/>
                    <a:pt x="111" y="158"/>
                  </a:cubicBezTo>
                  <a:cubicBezTo>
                    <a:pt x="142" y="142"/>
                    <a:pt x="174" y="127"/>
                    <a:pt x="189" y="110"/>
                  </a:cubicBezTo>
                  <a:cubicBezTo>
                    <a:pt x="189" y="95"/>
                    <a:pt x="205" y="64"/>
                    <a:pt x="205" y="32"/>
                  </a:cubicBezTo>
                  <a:cubicBezTo>
                    <a:pt x="205" y="16"/>
                    <a:pt x="189" y="16"/>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7" name="Google Shape;1527;p38"/>
            <p:cNvSpPr/>
            <p:nvPr/>
          </p:nvSpPr>
          <p:spPr>
            <a:xfrm>
              <a:off x="3028689" y="1806287"/>
              <a:ext cx="4516" cy="5057"/>
            </a:xfrm>
            <a:custGeom>
              <a:avLst/>
              <a:gdLst/>
              <a:ahLst/>
              <a:cxnLst/>
              <a:rect l="l" t="t" r="r" b="b"/>
              <a:pathLst>
                <a:path w="142" h="159" extrusionOk="0">
                  <a:moveTo>
                    <a:pt x="142" y="1"/>
                  </a:moveTo>
                  <a:lnTo>
                    <a:pt x="127" y="32"/>
                  </a:lnTo>
                  <a:lnTo>
                    <a:pt x="110" y="48"/>
                  </a:lnTo>
                  <a:cubicBezTo>
                    <a:pt x="95" y="48"/>
                    <a:pt x="95" y="48"/>
                    <a:pt x="95" y="32"/>
                  </a:cubicBezTo>
                  <a:cubicBezTo>
                    <a:pt x="79" y="64"/>
                    <a:pt x="64" y="64"/>
                    <a:pt x="32" y="79"/>
                  </a:cubicBezTo>
                  <a:lnTo>
                    <a:pt x="16" y="95"/>
                  </a:lnTo>
                  <a:cubicBezTo>
                    <a:pt x="1" y="111"/>
                    <a:pt x="1" y="127"/>
                    <a:pt x="1" y="142"/>
                  </a:cubicBezTo>
                  <a:cubicBezTo>
                    <a:pt x="16" y="159"/>
                    <a:pt x="32" y="159"/>
                    <a:pt x="32" y="159"/>
                  </a:cubicBezTo>
                  <a:lnTo>
                    <a:pt x="47" y="159"/>
                  </a:lnTo>
                  <a:lnTo>
                    <a:pt x="64" y="142"/>
                  </a:lnTo>
                  <a:cubicBezTo>
                    <a:pt x="95" y="127"/>
                    <a:pt x="110" y="111"/>
                    <a:pt x="127" y="95"/>
                  </a:cubicBezTo>
                  <a:lnTo>
                    <a:pt x="127" y="79"/>
                  </a:lnTo>
                  <a:lnTo>
                    <a:pt x="142" y="48"/>
                  </a:lnTo>
                  <a:lnTo>
                    <a:pt x="142"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8" name="Google Shape;1528;p38"/>
            <p:cNvSpPr/>
            <p:nvPr/>
          </p:nvSpPr>
          <p:spPr>
            <a:xfrm>
              <a:off x="3085300" y="1796269"/>
              <a:ext cx="2544" cy="3053"/>
            </a:xfrm>
            <a:custGeom>
              <a:avLst/>
              <a:gdLst/>
              <a:ahLst/>
              <a:cxnLst/>
              <a:rect l="l" t="t" r="r" b="b"/>
              <a:pathLst>
                <a:path w="80" h="96" extrusionOk="0">
                  <a:moveTo>
                    <a:pt x="32" y="1"/>
                  </a:moveTo>
                  <a:lnTo>
                    <a:pt x="32" y="1"/>
                  </a:lnTo>
                  <a:lnTo>
                    <a:pt x="17" y="1"/>
                  </a:lnTo>
                  <a:lnTo>
                    <a:pt x="17" y="1"/>
                  </a:lnTo>
                  <a:lnTo>
                    <a:pt x="32" y="32"/>
                  </a:lnTo>
                  <a:cubicBezTo>
                    <a:pt x="32" y="47"/>
                    <a:pt x="32" y="64"/>
                    <a:pt x="17" y="79"/>
                  </a:cubicBezTo>
                  <a:lnTo>
                    <a:pt x="0" y="79"/>
                  </a:lnTo>
                  <a:cubicBezTo>
                    <a:pt x="0" y="95"/>
                    <a:pt x="0" y="95"/>
                    <a:pt x="17" y="95"/>
                  </a:cubicBezTo>
                  <a:lnTo>
                    <a:pt x="32" y="95"/>
                  </a:lnTo>
                  <a:lnTo>
                    <a:pt x="63" y="95"/>
                  </a:lnTo>
                  <a:cubicBezTo>
                    <a:pt x="80" y="64"/>
                    <a:pt x="80" y="32"/>
                    <a:pt x="63" y="16"/>
                  </a:cubicBezTo>
                  <a:lnTo>
                    <a:pt x="63" y="16"/>
                  </a:lnTo>
                  <a:lnTo>
                    <a:pt x="63" y="16"/>
                  </a:lnTo>
                  <a:cubicBezTo>
                    <a:pt x="48"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9" name="Google Shape;1529;p38"/>
            <p:cNvSpPr/>
            <p:nvPr/>
          </p:nvSpPr>
          <p:spPr>
            <a:xfrm>
              <a:off x="3106863" y="1800276"/>
              <a:ext cx="3053" cy="4039"/>
            </a:xfrm>
            <a:custGeom>
              <a:avLst/>
              <a:gdLst/>
              <a:ahLst/>
              <a:cxnLst/>
              <a:rect l="l" t="t" r="r" b="b"/>
              <a:pathLst>
                <a:path w="96" h="127" extrusionOk="0">
                  <a:moveTo>
                    <a:pt x="47" y="1"/>
                  </a:moveTo>
                  <a:lnTo>
                    <a:pt x="16" y="48"/>
                  </a:lnTo>
                  <a:cubicBezTo>
                    <a:pt x="0" y="48"/>
                    <a:pt x="0" y="64"/>
                    <a:pt x="0" y="64"/>
                  </a:cubicBezTo>
                  <a:lnTo>
                    <a:pt x="32" y="111"/>
                  </a:lnTo>
                  <a:cubicBezTo>
                    <a:pt x="32" y="111"/>
                    <a:pt x="47" y="127"/>
                    <a:pt x="64" y="127"/>
                  </a:cubicBezTo>
                  <a:lnTo>
                    <a:pt x="79" y="111"/>
                  </a:lnTo>
                  <a:cubicBezTo>
                    <a:pt x="95" y="111"/>
                    <a:pt x="95" y="79"/>
                    <a:pt x="79" y="64"/>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0" name="Google Shape;1530;p38"/>
            <p:cNvSpPr/>
            <p:nvPr/>
          </p:nvSpPr>
          <p:spPr>
            <a:xfrm>
              <a:off x="3417521" y="1783738"/>
              <a:ext cx="6551" cy="6042"/>
            </a:xfrm>
            <a:custGeom>
              <a:avLst/>
              <a:gdLst/>
              <a:ahLst/>
              <a:cxnLst/>
              <a:rect l="l" t="t" r="r" b="b"/>
              <a:pathLst>
                <a:path w="206" h="190" extrusionOk="0">
                  <a:moveTo>
                    <a:pt x="142" y="0"/>
                  </a:moveTo>
                  <a:cubicBezTo>
                    <a:pt x="142" y="17"/>
                    <a:pt x="127" y="32"/>
                    <a:pt x="127" y="32"/>
                  </a:cubicBezTo>
                  <a:cubicBezTo>
                    <a:pt x="111" y="48"/>
                    <a:pt x="96" y="48"/>
                    <a:pt x="79" y="48"/>
                  </a:cubicBezTo>
                  <a:lnTo>
                    <a:pt x="111" y="63"/>
                  </a:lnTo>
                  <a:lnTo>
                    <a:pt x="96" y="80"/>
                  </a:lnTo>
                  <a:lnTo>
                    <a:pt x="1" y="143"/>
                  </a:lnTo>
                  <a:lnTo>
                    <a:pt x="16" y="143"/>
                  </a:lnTo>
                  <a:cubicBezTo>
                    <a:pt x="33" y="143"/>
                    <a:pt x="33" y="174"/>
                    <a:pt x="33" y="189"/>
                  </a:cubicBezTo>
                  <a:lnTo>
                    <a:pt x="33" y="189"/>
                  </a:lnTo>
                  <a:lnTo>
                    <a:pt x="33" y="189"/>
                  </a:lnTo>
                  <a:lnTo>
                    <a:pt x="33" y="189"/>
                  </a:lnTo>
                  <a:lnTo>
                    <a:pt x="48" y="189"/>
                  </a:lnTo>
                  <a:lnTo>
                    <a:pt x="48" y="189"/>
                  </a:lnTo>
                  <a:lnTo>
                    <a:pt x="64" y="174"/>
                  </a:lnTo>
                  <a:cubicBezTo>
                    <a:pt x="48" y="174"/>
                    <a:pt x="48" y="158"/>
                    <a:pt x="48" y="143"/>
                  </a:cubicBezTo>
                  <a:cubicBezTo>
                    <a:pt x="48" y="126"/>
                    <a:pt x="64" y="111"/>
                    <a:pt x="79" y="111"/>
                  </a:cubicBezTo>
                  <a:lnTo>
                    <a:pt x="79" y="111"/>
                  </a:lnTo>
                  <a:lnTo>
                    <a:pt x="96" y="111"/>
                  </a:lnTo>
                  <a:lnTo>
                    <a:pt x="142" y="126"/>
                  </a:lnTo>
                  <a:lnTo>
                    <a:pt x="142" y="126"/>
                  </a:lnTo>
                  <a:lnTo>
                    <a:pt x="190" y="95"/>
                  </a:lnTo>
                  <a:cubicBezTo>
                    <a:pt x="205" y="95"/>
                    <a:pt x="205" y="80"/>
                    <a:pt x="205" y="80"/>
                  </a:cubicBezTo>
                  <a:lnTo>
                    <a:pt x="205" y="63"/>
                  </a:lnTo>
                  <a:lnTo>
                    <a:pt x="190" y="63"/>
                  </a:lnTo>
                  <a:cubicBezTo>
                    <a:pt x="174" y="63"/>
                    <a:pt x="159" y="48"/>
                    <a:pt x="159" y="32"/>
                  </a:cubicBezTo>
                  <a:lnTo>
                    <a:pt x="159"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1" name="Google Shape;1531;p38"/>
            <p:cNvSpPr/>
            <p:nvPr/>
          </p:nvSpPr>
          <p:spPr>
            <a:xfrm>
              <a:off x="3302296" y="1809785"/>
              <a:ext cx="4516" cy="4039"/>
            </a:xfrm>
            <a:custGeom>
              <a:avLst/>
              <a:gdLst/>
              <a:ahLst/>
              <a:cxnLst/>
              <a:rect l="l" t="t" r="r" b="b"/>
              <a:pathLst>
                <a:path w="142" h="127" extrusionOk="0">
                  <a:moveTo>
                    <a:pt x="78" y="1"/>
                  </a:moveTo>
                  <a:lnTo>
                    <a:pt x="78" y="1"/>
                  </a:lnTo>
                  <a:lnTo>
                    <a:pt x="63" y="1"/>
                  </a:lnTo>
                  <a:lnTo>
                    <a:pt x="15" y="32"/>
                  </a:lnTo>
                  <a:cubicBezTo>
                    <a:pt x="15" y="32"/>
                    <a:pt x="15" y="49"/>
                    <a:pt x="0" y="49"/>
                  </a:cubicBezTo>
                  <a:cubicBezTo>
                    <a:pt x="15" y="49"/>
                    <a:pt x="15" y="49"/>
                    <a:pt x="15" y="64"/>
                  </a:cubicBezTo>
                  <a:lnTo>
                    <a:pt x="15" y="80"/>
                  </a:lnTo>
                  <a:lnTo>
                    <a:pt x="15" y="95"/>
                  </a:lnTo>
                  <a:lnTo>
                    <a:pt x="32" y="80"/>
                  </a:lnTo>
                  <a:lnTo>
                    <a:pt x="47" y="80"/>
                  </a:lnTo>
                  <a:lnTo>
                    <a:pt x="47" y="80"/>
                  </a:lnTo>
                  <a:lnTo>
                    <a:pt x="78" y="80"/>
                  </a:lnTo>
                  <a:lnTo>
                    <a:pt x="78" y="112"/>
                  </a:lnTo>
                  <a:cubicBezTo>
                    <a:pt x="78" y="127"/>
                    <a:pt x="78" y="127"/>
                    <a:pt x="95" y="127"/>
                  </a:cubicBezTo>
                  <a:lnTo>
                    <a:pt x="95" y="127"/>
                  </a:lnTo>
                  <a:lnTo>
                    <a:pt x="95" y="127"/>
                  </a:lnTo>
                  <a:cubicBezTo>
                    <a:pt x="110" y="127"/>
                    <a:pt x="126" y="112"/>
                    <a:pt x="126" y="95"/>
                  </a:cubicBezTo>
                  <a:cubicBezTo>
                    <a:pt x="141" y="80"/>
                    <a:pt x="126" y="64"/>
                    <a:pt x="110" y="64"/>
                  </a:cubicBezTo>
                  <a:lnTo>
                    <a:pt x="110" y="64"/>
                  </a:lnTo>
                  <a:cubicBezTo>
                    <a:pt x="95" y="64"/>
                    <a:pt x="95" y="64"/>
                    <a:pt x="78" y="49"/>
                  </a:cubicBezTo>
                  <a:cubicBezTo>
                    <a:pt x="63" y="32"/>
                    <a:pt x="78" y="17"/>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2" name="Google Shape;1532;p38"/>
            <p:cNvSpPr/>
            <p:nvPr/>
          </p:nvSpPr>
          <p:spPr>
            <a:xfrm>
              <a:off x="3319311" y="1809785"/>
              <a:ext cx="7060" cy="7569"/>
            </a:xfrm>
            <a:custGeom>
              <a:avLst/>
              <a:gdLst/>
              <a:ahLst/>
              <a:cxnLst/>
              <a:rect l="l" t="t" r="r" b="b"/>
              <a:pathLst>
                <a:path w="222" h="238" extrusionOk="0">
                  <a:moveTo>
                    <a:pt x="111" y="1"/>
                  </a:moveTo>
                  <a:lnTo>
                    <a:pt x="111" y="1"/>
                  </a:lnTo>
                  <a:cubicBezTo>
                    <a:pt x="95" y="1"/>
                    <a:pt x="95" y="17"/>
                    <a:pt x="95" y="17"/>
                  </a:cubicBezTo>
                  <a:lnTo>
                    <a:pt x="1" y="80"/>
                  </a:lnTo>
                  <a:lnTo>
                    <a:pt x="1" y="80"/>
                  </a:lnTo>
                  <a:lnTo>
                    <a:pt x="79" y="112"/>
                  </a:lnTo>
                  <a:lnTo>
                    <a:pt x="95" y="95"/>
                  </a:lnTo>
                  <a:lnTo>
                    <a:pt x="95" y="112"/>
                  </a:lnTo>
                  <a:lnTo>
                    <a:pt x="95" y="112"/>
                  </a:lnTo>
                  <a:cubicBezTo>
                    <a:pt x="111" y="112"/>
                    <a:pt x="127" y="127"/>
                    <a:pt x="111" y="143"/>
                  </a:cubicBezTo>
                  <a:cubicBezTo>
                    <a:pt x="111" y="158"/>
                    <a:pt x="95" y="175"/>
                    <a:pt x="79" y="175"/>
                  </a:cubicBezTo>
                  <a:lnTo>
                    <a:pt x="79" y="175"/>
                  </a:lnTo>
                  <a:cubicBezTo>
                    <a:pt x="79" y="190"/>
                    <a:pt x="95" y="190"/>
                    <a:pt x="95" y="206"/>
                  </a:cubicBezTo>
                  <a:lnTo>
                    <a:pt x="127" y="221"/>
                  </a:lnTo>
                  <a:lnTo>
                    <a:pt x="190" y="221"/>
                  </a:lnTo>
                  <a:lnTo>
                    <a:pt x="190" y="221"/>
                  </a:lnTo>
                  <a:cubicBezTo>
                    <a:pt x="205" y="221"/>
                    <a:pt x="205" y="238"/>
                    <a:pt x="221" y="238"/>
                  </a:cubicBezTo>
                  <a:cubicBezTo>
                    <a:pt x="221" y="221"/>
                    <a:pt x="205" y="221"/>
                    <a:pt x="205" y="221"/>
                  </a:cubicBezTo>
                  <a:lnTo>
                    <a:pt x="174" y="175"/>
                  </a:lnTo>
                  <a:lnTo>
                    <a:pt x="158" y="158"/>
                  </a:lnTo>
                  <a:lnTo>
                    <a:pt x="158" y="64"/>
                  </a:lnTo>
                  <a:cubicBezTo>
                    <a:pt x="158" y="49"/>
                    <a:pt x="158" y="32"/>
                    <a:pt x="142" y="17"/>
                  </a:cubicBezTo>
                  <a:lnTo>
                    <a:pt x="127"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3" name="Google Shape;1533;p38"/>
            <p:cNvSpPr/>
            <p:nvPr/>
          </p:nvSpPr>
          <p:spPr>
            <a:xfrm>
              <a:off x="3263210" y="1813792"/>
              <a:ext cx="4516" cy="5057"/>
            </a:xfrm>
            <a:custGeom>
              <a:avLst/>
              <a:gdLst/>
              <a:ahLst/>
              <a:cxnLst/>
              <a:rect l="l" t="t" r="r" b="b"/>
              <a:pathLst>
                <a:path w="142" h="159" extrusionOk="0">
                  <a:moveTo>
                    <a:pt x="32" y="1"/>
                  </a:moveTo>
                  <a:lnTo>
                    <a:pt x="32" y="1"/>
                  </a:lnTo>
                  <a:cubicBezTo>
                    <a:pt x="15" y="1"/>
                    <a:pt x="0" y="17"/>
                    <a:pt x="0" y="32"/>
                  </a:cubicBezTo>
                  <a:lnTo>
                    <a:pt x="0" y="95"/>
                  </a:lnTo>
                  <a:cubicBezTo>
                    <a:pt x="0" y="112"/>
                    <a:pt x="0" y="127"/>
                    <a:pt x="15" y="143"/>
                  </a:cubicBezTo>
                  <a:lnTo>
                    <a:pt x="32" y="143"/>
                  </a:lnTo>
                  <a:cubicBezTo>
                    <a:pt x="32" y="143"/>
                    <a:pt x="32" y="158"/>
                    <a:pt x="47" y="158"/>
                  </a:cubicBezTo>
                  <a:lnTo>
                    <a:pt x="63" y="143"/>
                  </a:lnTo>
                  <a:lnTo>
                    <a:pt x="78" y="127"/>
                  </a:lnTo>
                  <a:lnTo>
                    <a:pt x="110" y="143"/>
                  </a:lnTo>
                  <a:cubicBezTo>
                    <a:pt x="110" y="143"/>
                    <a:pt x="110" y="127"/>
                    <a:pt x="126" y="127"/>
                  </a:cubicBezTo>
                  <a:cubicBezTo>
                    <a:pt x="126" y="112"/>
                    <a:pt x="126" y="112"/>
                    <a:pt x="141" y="95"/>
                  </a:cubicBezTo>
                  <a:lnTo>
                    <a:pt x="141" y="95"/>
                  </a:lnTo>
                  <a:lnTo>
                    <a:pt x="141" y="80"/>
                  </a:lnTo>
                  <a:lnTo>
                    <a:pt x="141" y="80"/>
                  </a:lnTo>
                  <a:lnTo>
                    <a:pt x="95" y="64"/>
                  </a:lnTo>
                  <a:lnTo>
                    <a:pt x="78" y="49"/>
                  </a:lnTo>
                  <a:lnTo>
                    <a:pt x="78" y="49"/>
                  </a:lnTo>
                  <a:lnTo>
                    <a:pt x="78" y="49"/>
                  </a:lnTo>
                  <a:cubicBezTo>
                    <a:pt x="78" y="32"/>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4" name="Google Shape;1534;p38"/>
            <p:cNvSpPr/>
            <p:nvPr/>
          </p:nvSpPr>
          <p:spPr>
            <a:xfrm>
              <a:off x="3433041" y="1803297"/>
              <a:ext cx="4039" cy="3530"/>
            </a:xfrm>
            <a:custGeom>
              <a:avLst/>
              <a:gdLst/>
              <a:ahLst/>
              <a:cxnLst/>
              <a:rect l="l" t="t" r="r" b="b"/>
              <a:pathLst>
                <a:path w="127" h="111" extrusionOk="0">
                  <a:moveTo>
                    <a:pt x="32" y="0"/>
                  </a:moveTo>
                  <a:lnTo>
                    <a:pt x="32" y="16"/>
                  </a:lnTo>
                  <a:lnTo>
                    <a:pt x="17" y="32"/>
                  </a:lnTo>
                  <a:lnTo>
                    <a:pt x="17" y="16"/>
                  </a:lnTo>
                  <a:lnTo>
                    <a:pt x="17" y="32"/>
                  </a:lnTo>
                  <a:cubicBezTo>
                    <a:pt x="17" y="32"/>
                    <a:pt x="17" y="47"/>
                    <a:pt x="1" y="47"/>
                  </a:cubicBezTo>
                  <a:lnTo>
                    <a:pt x="32" y="47"/>
                  </a:lnTo>
                  <a:lnTo>
                    <a:pt x="49" y="47"/>
                  </a:lnTo>
                  <a:lnTo>
                    <a:pt x="49" y="47"/>
                  </a:lnTo>
                  <a:cubicBezTo>
                    <a:pt x="80" y="47"/>
                    <a:pt x="95" y="63"/>
                    <a:pt x="95" y="95"/>
                  </a:cubicBezTo>
                  <a:lnTo>
                    <a:pt x="80" y="95"/>
                  </a:lnTo>
                  <a:lnTo>
                    <a:pt x="95" y="110"/>
                  </a:lnTo>
                  <a:lnTo>
                    <a:pt x="95" y="95"/>
                  </a:lnTo>
                  <a:lnTo>
                    <a:pt x="95" y="95"/>
                  </a:lnTo>
                  <a:cubicBezTo>
                    <a:pt x="95" y="79"/>
                    <a:pt x="95" y="63"/>
                    <a:pt x="127" y="47"/>
                  </a:cubicBezTo>
                  <a:lnTo>
                    <a:pt x="127" y="47"/>
                  </a:lnTo>
                  <a:cubicBezTo>
                    <a:pt x="112" y="47"/>
                    <a:pt x="112" y="47"/>
                    <a:pt x="95"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5" name="Google Shape;1535;p38"/>
            <p:cNvSpPr/>
            <p:nvPr/>
          </p:nvSpPr>
          <p:spPr>
            <a:xfrm>
              <a:off x="3309293" y="1817323"/>
              <a:ext cx="6042" cy="3530"/>
            </a:xfrm>
            <a:custGeom>
              <a:avLst/>
              <a:gdLst/>
              <a:ahLst/>
              <a:cxnLst/>
              <a:rect l="l" t="t" r="r" b="b"/>
              <a:pathLst>
                <a:path w="190" h="111" extrusionOk="0">
                  <a:moveTo>
                    <a:pt x="190" y="1"/>
                  </a:moveTo>
                  <a:lnTo>
                    <a:pt x="173" y="1"/>
                  </a:lnTo>
                  <a:lnTo>
                    <a:pt x="173" y="16"/>
                  </a:lnTo>
                  <a:cubicBezTo>
                    <a:pt x="190" y="32"/>
                    <a:pt x="173" y="47"/>
                    <a:pt x="142" y="47"/>
                  </a:cubicBezTo>
                  <a:lnTo>
                    <a:pt x="142" y="47"/>
                  </a:lnTo>
                  <a:cubicBezTo>
                    <a:pt x="127" y="47"/>
                    <a:pt x="110" y="32"/>
                    <a:pt x="110" y="16"/>
                  </a:cubicBezTo>
                  <a:lnTo>
                    <a:pt x="110" y="1"/>
                  </a:lnTo>
                  <a:lnTo>
                    <a:pt x="64" y="1"/>
                  </a:lnTo>
                  <a:cubicBezTo>
                    <a:pt x="64" y="1"/>
                    <a:pt x="79" y="16"/>
                    <a:pt x="64" y="16"/>
                  </a:cubicBezTo>
                  <a:cubicBezTo>
                    <a:pt x="64" y="79"/>
                    <a:pt x="16" y="79"/>
                    <a:pt x="1" y="79"/>
                  </a:cubicBezTo>
                  <a:lnTo>
                    <a:pt x="1" y="79"/>
                  </a:lnTo>
                  <a:lnTo>
                    <a:pt x="1" y="95"/>
                  </a:lnTo>
                  <a:lnTo>
                    <a:pt x="1" y="110"/>
                  </a:lnTo>
                  <a:cubicBezTo>
                    <a:pt x="1" y="95"/>
                    <a:pt x="16" y="95"/>
                    <a:pt x="16" y="79"/>
                  </a:cubicBezTo>
                  <a:lnTo>
                    <a:pt x="32" y="79"/>
                  </a:lnTo>
                  <a:lnTo>
                    <a:pt x="32" y="79"/>
                  </a:lnTo>
                  <a:lnTo>
                    <a:pt x="47" y="79"/>
                  </a:lnTo>
                  <a:lnTo>
                    <a:pt x="47" y="79"/>
                  </a:lnTo>
                  <a:cubicBezTo>
                    <a:pt x="64" y="64"/>
                    <a:pt x="64" y="64"/>
                    <a:pt x="79" y="64"/>
                  </a:cubicBezTo>
                  <a:lnTo>
                    <a:pt x="79" y="64"/>
                  </a:lnTo>
                  <a:lnTo>
                    <a:pt x="95" y="64"/>
                  </a:lnTo>
                  <a:lnTo>
                    <a:pt x="190" y="64"/>
                  </a:lnTo>
                  <a:cubicBezTo>
                    <a:pt x="190" y="47"/>
                    <a:pt x="173" y="16"/>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6" name="Google Shape;1536;p38"/>
            <p:cNvSpPr/>
            <p:nvPr/>
          </p:nvSpPr>
          <p:spPr>
            <a:xfrm>
              <a:off x="3426045" y="1802279"/>
              <a:ext cx="8046" cy="3053"/>
            </a:xfrm>
            <a:custGeom>
              <a:avLst/>
              <a:gdLst/>
              <a:ahLst/>
              <a:cxnLst/>
              <a:rect l="l" t="t" r="r" b="b"/>
              <a:pathLst>
                <a:path w="253" h="96" extrusionOk="0">
                  <a:moveTo>
                    <a:pt x="206" y="1"/>
                  </a:moveTo>
                  <a:lnTo>
                    <a:pt x="206" y="1"/>
                  </a:lnTo>
                  <a:cubicBezTo>
                    <a:pt x="189" y="1"/>
                    <a:pt x="189" y="16"/>
                    <a:pt x="189" y="16"/>
                  </a:cubicBezTo>
                  <a:lnTo>
                    <a:pt x="143" y="16"/>
                  </a:lnTo>
                  <a:cubicBezTo>
                    <a:pt x="126" y="32"/>
                    <a:pt x="111" y="48"/>
                    <a:pt x="95" y="48"/>
                  </a:cubicBezTo>
                  <a:cubicBezTo>
                    <a:pt x="80" y="48"/>
                    <a:pt x="63" y="32"/>
                    <a:pt x="48" y="32"/>
                  </a:cubicBezTo>
                  <a:lnTo>
                    <a:pt x="48" y="32"/>
                  </a:lnTo>
                  <a:lnTo>
                    <a:pt x="48" y="32"/>
                  </a:lnTo>
                  <a:cubicBezTo>
                    <a:pt x="17" y="32"/>
                    <a:pt x="0" y="48"/>
                    <a:pt x="0" y="64"/>
                  </a:cubicBezTo>
                  <a:cubicBezTo>
                    <a:pt x="0" y="79"/>
                    <a:pt x="17" y="95"/>
                    <a:pt x="48" y="95"/>
                  </a:cubicBezTo>
                  <a:lnTo>
                    <a:pt x="48" y="95"/>
                  </a:lnTo>
                  <a:lnTo>
                    <a:pt x="63" y="95"/>
                  </a:lnTo>
                  <a:lnTo>
                    <a:pt x="95" y="95"/>
                  </a:lnTo>
                  <a:lnTo>
                    <a:pt x="95" y="95"/>
                  </a:lnTo>
                  <a:cubicBezTo>
                    <a:pt x="111" y="64"/>
                    <a:pt x="126" y="48"/>
                    <a:pt x="143" y="32"/>
                  </a:cubicBezTo>
                  <a:lnTo>
                    <a:pt x="158" y="32"/>
                  </a:lnTo>
                  <a:lnTo>
                    <a:pt x="174" y="32"/>
                  </a:lnTo>
                  <a:cubicBezTo>
                    <a:pt x="174" y="32"/>
                    <a:pt x="189" y="32"/>
                    <a:pt x="189" y="48"/>
                  </a:cubicBezTo>
                  <a:cubicBezTo>
                    <a:pt x="206" y="64"/>
                    <a:pt x="206" y="79"/>
                    <a:pt x="189" y="79"/>
                  </a:cubicBezTo>
                  <a:lnTo>
                    <a:pt x="189" y="79"/>
                  </a:lnTo>
                  <a:lnTo>
                    <a:pt x="206" y="79"/>
                  </a:lnTo>
                  <a:lnTo>
                    <a:pt x="221" y="79"/>
                  </a:lnTo>
                  <a:cubicBezTo>
                    <a:pt x="237" y="79"/>
                    <a:pt x="237" y="64"/>
                    <a:pt x="237" y="64"/>
                  </a:cubicBezTo>
                  <a:lnTo>
                    <a:pt x="237" y="48"/>
                  </a:lnTo>
                  <a:lnTo>
                    <a:pt x="237" y="64"/>
                  </a:lnTo>
                  <a:lnTo>
                    <a:pt x="252" y="48"/>
                  </a:lnTo>
                  <a:lnTo>
                    <a:pt x="252" y="32"/>
                  </a:lnTo>
                  <a:cubicBezTo>
                    <a:pt x="252" y="16"/>
                    <a:pt x="237"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7" name="Google Shape;1537;p38"/>
            <p:cNvSpPr/>
            <p:nvPr/>
          </p:nvSpPr>
          <p:spPr>
            <a:xfrm>
              <a:off x="3443060" y="1798749"/>
              <a:ext cx="3053" cy="4580"/>
            </a:xfrm>
            <a:custGeom>
              <a:avLst/>
              <a:gdLst/>
              <a:ahLst/>
              <a:cxnLst/>
              <a:rect l="l" t="t" r="r" b="b"/>
              <a:pathLst>
                <a:path w="96" h="144" extrusionOk="0">
                  <a:moveTo>
                    <a:pt x="95" y="1"/>
                  </a:moveTo>
                  <a:cubicBezTo>
                    <a:pt x="95" y="17"/>
                    <a:pt x="80" y="17"/>
                    <a:pt x="80" y="17"/>
                  </a:cubicBezTo>
                  <a:lnTo>
                    <a:pt x="80" y="49"/>
                  </a:lnTo>
                  <a:lnTo>
                    <a:pt x="32" y="49"/>
                  </a:lnTo>
                  <a:lnTo>
                    <a:pt x="32" y="64"/>
                  </a:lnTo>
                  <a:cubicBezTo>
                    <a:pt x="32" y="64"/>
                    <a:pt x="17" y="80"/>
                    <a:pt x="1" y="80"/>
                  </a:cubicBezTo>
                  <a:lnTo>
                    <a:pt x="1" y="80"/>
                  </a:lnTo>
                  <a:lnTo>
                    <a:pt x="1" y="80"/>
                  </a:lnTo>
                  <a:cubicBezTo>
                    <a:pt x="1" y="80"/>
                    <a:pt x="1" y="96"/>
                    <a:pt x="17" y="112"/>
                  </a:cubicBezTo>
                  <a:lnTo>
                    <a:pt x="32" y="143"/>
                  </a:lnTo>
                  <a:lnTo>
                    <a:pt x="32" y="143"/>
                  </a:lnTo>
                  <a:lnTo>
                    <a:pt x="49" y="143"/>
                  </a:lnTo>
                  <a:lnTo>
                    <a:pt x="95" y="112"/>
                  </a:lnTo>
                  <a:lnTo>
                    <a:pt x="95" y="112"/>
                  </a:lnTo>
                  <a:lnTo>
                    <a:pt x="95" y="112"/>
                  </a:lnTo>
                  <a:lnTo>
                    <a:pt x="95" y="64"/>
                  </a:lnTo>
                  <a:lnTo>
                    <a:pt x="95" y="49"/>
                  </a:lnTo>
                  <a:lnTo>
                    <a:pt x="95"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8" name="Google Shape;1538;p38"/>
            <p:cNvSpPr/>
            <p:nvPr/>
          </p:nvSpPr>
          <p:spPr>
            <a:xfrm>
              <a:off x="3443060" y="1805301"/>
              <a:ext cx="2576" cy="7060"/>
            </a:xfrm>
            <a:custGeom>
              <a:avLst/>
              <a:gdLst/>
              <a:ahLst/>
              <a:cxnLst/>
              <a:rect l="l" t="t" r="r" b="b"/>
              <a:pathLst>
                <a:path w="81" h="222" extrusionOk="0">
                  <a:moveTo>
                    <a:pt x="49" y="0"/>
                  </a:moveTo>
                  <a:lnTo>
                    <a:pt x="49" y="0"/>
                  </a:lnTo>
                  <a:lnTo>
                    <a:pt x="32" y="16"/>
                  </a:lnTo>
                  <a:cubicBezTo>
                    <a:pt x="17" y="32"/>
                    <a:pt x="1" y="32"/>
                    <a:pt x="1" y="63"/>
                  </a:cubicBezTo>
                  <a:lnTo>
                    <a:pt x="1" y="158"/>
                  </a:lnTo>
                  <a:cubicBezTo>
                    <a:pt x="1" y="173"/>
                    <a:pt x="17" y="173"/>
                    <a:pt x="17" y="190"/>
                  </a:cubicBezTo>
                  <a:lnTo>
                    <a:pt x="17" y="205"/>
                  </a:lnTo>
                  <a:cubicBezTo>
                    <a:pt x="17" y="205"/>
                    <a:pt x="32" y="221"/>
                    <a:pt x="49" y="221"/>
                  </a:cubicBezTo>
                  <a:lnTo>
                    <a:pt x="49" y="221"/>
                  </a:lnTo>
                  <a:cubicBezTo>
                    <a:pt x="64" y="221"/>
                    <a:pt x="64" y="221"/>
                    <a:pt x="80" y="205"/>
                  </a:cubicBezTo>
                  <a:lnTo>
                    <a:pt x="80" y="190"/>
                  </a:lnTo>
                  <a:lnTo>
                    <a:pt x="80" y="158"/>
                  </a:lnTo>
                  <a:lnTo>
                    <a:pt x="64" y="158"/>
                  </a:lnTo>
                  <a:lnTo>
                    <a:pt x="49" y="158"/>
                  </a:lnTo>
                  <a:cubicBezTo>
                    <a:pt x="49" y="158"/>
                    <a:pt x="32" y="158"/>
                    <a:pt x="17" y="142"/>
                  </a:cubicBezTo>
                  <a:cubicBezTo>
                    <a:pt x="17" y="126"/>
                    <a:pt x="17" y="110"/>
                    <a:pt x="32" y="95"/>
                  </a:cubicBezTo>
                  <a:lnTo>
                    <a:pt x="64" y="79"/>
                  </a:lnTo>
                  <a:cubicBezTo>
                    <a:pt x="49" y="63"/>
                    <a:pt x="32" y="47"/>
                    <a:pt x="32" y="32"/>
                  </a:cubicBezTo>
                  <a:cubicBezTo>
                    <a:pt x="49" y="16"/>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9" name="Google Shape;1539;p38"/>
            <p:cNvSpPr/>
            <p:nvPr/>
          </p:nvSpPr>
          <p:spPr>
            <a:xfrm>
              <a:off x="3269221" y="1774229"/>
              <a:ext cx="7537" cy="5534"/>
            </a:xfrm>
            <a:custGeom>
              <a:avLst/>
              <a:gdLst/>
              <a:ahLst/>
              <a:cxnLst/>
              <a:rect l="l" t="t" r="r" b="b"/>
              <a:pathLst>
                <a:path w="237" h="174" extrusionOk="0">
                  <a:moveTo>
                    <a:pt x="189" y="1"/>
                  </a:moveTo>
                  <a:lnTo>
                    <a:pt x="189" y="1"/>
                  </a:lnTo>
                  <a:lnTo>
                    <a:pt x="78" y="16"/>
                  </a:lnTo>
                  <a:lnTo>
                    <a:pt x="78" y="16"/>
                  </a:lnTo>
                  <a:cubicBezTo>
                    <a:pt x="63" y="16"/>
                    <a:pt x="47" y="32"/>
                    <a:pt x="47" y="47"/>
                  </a:cubicBezTo>
                  <a:lnTo>
                    <a:pt x="47" y="64"/>
                  </a:lnTo>
                  <a:lnTo>
                    <a:pt x="15" y="110"/>
                  </a:lnTo>
                  <a:cubicBezTo>
                    <a:pt x="0" y="127"/>
                    <a:pt x="0" y="142"/>
                    <a:pt x="15" y="158"/>
                  </a:cubicBezTo>
                  <a:cubicBezTo>
                    <a:pt x="15" y="173"/>
                    <a:pt x="32" y="173"/>
                    <a:pt x="32" y="173"/>
                  </a:cubicBezTo>
                  <a:cubicBezTo>
                    <a:pt x="47" y="173"/>
                    <a:pt x="63" y="158"/>
                    <a:pt x="63" y="158"/>
                  </a:cubicBezTo>
                  <a:lnTo>
                    <a:pt x="78" y="142"/>
                  </a:lnTo>
                  <a:lnTo>
                    <a:pt x="95" y="110"/>
                  </a:lnTo>
                  <a:lnTo>
                    <a:pt x="110" y="110"/>
                  </a:lnTo>
                  <a:lnTo>
                    <a:pt x="126" y="110"/>
                  </a:lnTo>
                  <a:lnTo>
                    <a:pt x="141" y="110"/>
                  </a:lnTo>
                  <a:lnTo>
                    <a:pt x="173" y="110"/>
                  </a:lnTo>
                  <a:cubicBezTo>
                    <a:pt x="205" y="95"/>
                    <a:pt x="221" y="79"/>
                    <a:pt x="221" y="47"/>
                  </a:cubicBezTo>
                  <a:cubicBezTo>
                    <a:pt x="236" y="47"/>
                    <a:pt x="236" y="32"/>
                    <a:pt x="221" y="16"/>
                  </a:cubicBezTo>
                  <a:lnTo>
                    <a:pt x="221" y="16"/>
                  </a:lnTo>
                  <a:cubicBezTo>
                    <a:pt x="205" y="16"/>
                    <a:pt x="205"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0" name="Google Shape;1540;p38"/>
            <p:cNvSpPr/>
            <p:nvPr/>
          </p:nvSpPr>
          <p:spPr>
            <a:xfrm>
              <a:off x="3317785" y="1766691"/>
              <a:ext cx="5057" cy="4039"/>
            </a:xfrm>
            <a:custGeom>
              <a:avLst/>
              <a:gdLst/>
              <a:ahLst/>
              <a:cxnLst/>
              <a:rect l="l" t="t" r="r" b="b"/>
              <a:pathLst>
                <a:path w="159" h="127" extrusionOk="0">
                  <a:moveTo>
                    <a:pt x="127" y="1"/>
                  </a:moveTo>
                  <a:lnTo>
                    <a:pt x="127" y="1"/>
                  </a:lnTo>
                  <a:cubicBezTo>
                    <a:pt x="112" y="1"/>
                    <a:pt x="96" y="1"/>
                    <a:pt x="96" y="17"/>
                  </a:cubicBezTo>
                  <a:cubicBezTo>
                    <a:pt x="64" y="17"/>
                    <a:pt x="33" y="17"/>
                    <a:pt x="17" y="49"/>
                  </a:cubicBezTo>
                  <a:cubicBezTo>
                    <a:pt x="1" y="64"/>
                    <a:pt x="1" y="95"/>
                    <a:pt x="1" y="127"/>
                  </a:cubicBezTo>
                  <a:cubicBezTo>
                    <a:pt x="17" y="95"/>
                    <a:pt x="49" y="95"/>
                    <a:pt x="64" y="95"/>
                  </a:cubicBezTo>
                  <a:lnTo>
                    <a:pt x="64" y="95"/>
                  </a:lnTo>
                  <a:lnTo>
                    <a:pt x="80" y="80"/>
                  </a:lnTo>
                  <a:cubicBezTo>
                    <a:pt x="80" y="80"/>
                    <a:pt x="96" y="64"/>
                    <a:pt x="112" y="64"/>
                  </a:cubicBezTo>
                  <a:lnTo>
                    <a:pt x="112" y="64"/>
                  </a:lnTo>
                  <a:lnTo>
                    <a:pt x="112" y="64"/>
                  </a:lnTo>
                  <a:cubicBezTo>
                    <a:pt x="127" y="64"/>
                    <a:pt x="127" y="64"/>
                    <a:pt x="143" y="80"/>
                  </a:cubicBezTo>
                  <a:lnTo>
                    <a:pt x="159" y="64"/>
                  </a:lnTo>
                  <a:lnTo>
                    <a:pt x="159" y="32"/>
                  </a:lnTo>
                  <a:cubicBezTo>
                    <a:pt x="159" y="17"/>
                    <a:pt x="143"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1" name="Google Shape;1541;p38"/>
            <p:cNvSpPr/>
            <p:nvPr/>
          </p:nvSpPr>
          <p:spPr>
            <a:xfrm>
              <a:off x="3407503" y="1772702"/>
              <a:ext cx="3530" cy="12053"/>
            </a:xfrm>
            <a:custGeom>
              <a:avLst/>
              <a:gdLst/>
              <a:ahLst/>
              <a:cxnLst/>
              <a:rect l="l" t="t" r="r" b="b"/>
              <a:pathLst>
                <a:path w="111" h="379" extrusionOk="0">
                  <a:moveTo>
                    <a:pt x="111" y="175"/>
                  </a:moveTo>
                  <a:lnTo>
                    <a:pt x="111" y="190"/>
                  </a:lnTo>
                  <a:lnTo>
                    <a:pt x="95" y="190"/>
                  </a:lnTo>
                  <a:lnTo>
                    <a:pt x="95" y="190"/>
                  </a:lnTo>
                  <a:cubicBezTo>
                    <a:pt x="95" y="221"/>
                    <a:pt x="79" y="238"/>
                    <a:pt x="64" y="238"/>
                  </a:cubicBezTo>
                  <a:lnTo>
                    <a:pt x="64" y="238"/>
                  </a:lnTo>
                  <a:lnTo>
                    <a:pt x="32" y="221"/>
                  </a:lnTo>
                  <a:cubicBezTo>
                    <a:pt x="32" y="238"/>
                    <a:pt x="16" y="253"/>
                    <a:pt x="1" y="269"/>
                  </a:cubicBezTo>
                  <a:lnTo>
                    <a:pt x="1" y="316"/>
                  </a:lnTo>
                  <a:lnTo>
                    <a:pt x="16" y="347"/>
                  </a:lnTo>
                  <a:lnTo>
                    <a:pt x="32" y="347"/>
                  </a:lnTo>
                  <a:lnTo>
                    <a:pt x="32" y="347"/>
                  </a:lnTo>
                  <a:cubicBezTo>
                    <a:pt x="48" y="347"/>
                    <a:pt x="64" y="347"/>
                    <a:pt x="79" y="379"/>
                  </a:cubicBezTo>
                  <a:lnTo>
                    <a:pt x="79" y="379"/>
                  </a:lnTo>
                  <a:cubicBezTo>
                    <a:pt x="95" y="379"/>
                    <a:pt x="95" y="347"/>
                    <a:pt x="95" y="332"/>
                  </a:cubicBezTo>
                  <a:lnTo>
                    <a:pt x="79" y="316"/>
                  </a:lnTo>
                  <a:lnTo>
                    <a:pt x="79" y="301"/>
                  </a:lnTo>
                  <a:cubicBezTo>
                    <a:pt x="95" y="284"/>
                    <a:pt x="95" y="253"/>
                    <a:pt x="111" y="238"/>
                  </a:cubicBezTo>
                  <a:lnTo>
                    <a:pt x="111" y="238"/>
                  </a:lnTo>
                  <a:lnTo>
                    <a:pt x="111" y="206"/>
                  </a:lnTo>
                  <a:lnTo>
                    <a:pt x="111" y="175"/>
                  </a:lnTo>
                  <a:close/>
                  <a:moveTo>
                    <a:pt x="79" y="1"/>
                  </a:moveTo>
                  <a:lnTo>
                    <a:pt x="64" y="1"/>
                  </a:lnTo>
                  <a:lnTo>
                    <a:pt x="64" y="1"/>
                  </a:lnTo>
                  <a:lnTo>
                    <a:pt x="64" y="1"/>
                  </a:lnTo>
                  <a:cubicBezTo>
                    <a:pt x="79" y="1"/>
                    <a:pt x="95" y="17"/>
                    <a:pt x="95" y="32"/>
                  </a:cubicBezTo>
                  <a:cubicBezTo>
                    <a:pt x="95" y="64"/>
                    <a:pt x="95" y="80"/>
                    <a:pt x="64" y="80"/>
                  </a:cubicBezTo>
                  <a:lnTo>
                    <a:pt x="48" y="80"/>
                  </a:lnTo>
                  <a:lnTo>
                    <a:pt x="48" y="80"/>
                  </a:lnTo>
                  <a:lnTo>
                    <a:pt x="48" y="112"/>
                  </a:lnTo>
                  <a:lnTo>
                    <a:pt x="48" y="112"/>
                  </a:lnTo>
                  <a:lnTo>
                    <a:pt x="95" y="112"/>
                  </a:lnTo>
                  <a:lnTo>
                    <a:pt x="111" y="112"/>
                  </a:lnTo>
                  <a:lnTo>
                    <a:pt x="111" y="64"/>
                  </a:lnTo>
                  <a:lnTo>
                    <a:pt x="111" y="32"/>
                  </a:lnTo>
                  <a:lnTo>
                    <a:pt x="111"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2" name="Google Shape;1542;p38"/>
            <p:cNvSpPr/>
            <p:nvPr/>
          </p:nvSpPr>
          <p:spPr>
            <a:xfrm>
              <a:off x="3188535" y="1799290"/>
              <a:ext cx="3530" cy="3021"/>
            </a:xfrm>
            <a:custGeom>
              <a:avLst/>
              <a:gdLst/>
              <a:ahLst/>
              <a:cxnLst/>
              <a:rect l="l" t="t" r="r" b="b"/>
              <a:pathLst>
                <a:path w="111" h="95" extrusionOk="0">
                  <a:moveTo>
                    <a:pt x="32" y="0"/>
                  </a:moveTo>
                  <a:lnTo>
                    <a:pt x="16" y="0"/>
                  </a:lnTo>
                  <a:lnTo>
                    <a:pt x="16" y="0"/>
                  </a:lnTo>
                  <a:lnTo>
                    <a:pt x="0" y="0"/>
                  </a:lnTo>
                  <a:lnTo>
                    <a:pt x="0" y="16"/>
                  </a:lnTo>
                  <a:lnTo>
                    <a:pt x="0" y="47"/>
                  </a:lnTo>
                  <a:lnTo>
                    <a:pt x="16" y="79"/>
                  </a:lnTo>
                  <a:cubicBezTo>
                    <a:pt x="32" y="79"/>
                    <a:pt x="48" y="95"/>
                    <a:pt x="48" y="95"/>
                  </a:cubicBezTo>
                  <a:cubicBezTo>
                    <a:pt x="63" y="95"/>
                    <a:pt x="63" y="95"/>
                    <a:pt x="63" y="79"/>
                  </a:cubicBezTo>
                  <a:lnTo>
                    <a:pt x="79" y="79"/>
                  </a:lnTo>
                  <a:cubicBezTo>
                    <a:pt x="95" y="63"/>
                    <a:pt x="111" y="47"/>
                    <a:pt x="111" y="32"/>
                  </a:cubicBezTo>
                  <a:lnTo>
                    <a:pt x="63" y="47"/>
                  </a:lnTo>
                  <a:lnTo>
                    <a:pt x="63" y="47"/>
                  </a:lnTo>
                  <a:cubicBezTo>
                    <a:pt x="48" y="47"/>
                    <a:pt x="32" y="32"/>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3" name="Google Shape;1543;p38"/>
            <p:cNvSpPr/>
            <p:nvPr/>
          </p:nvSpPr>
          <p:spPr>
            <a:xfrm>
              <a:off x="3392492" y="1774229"/>
              <a:ext cx="5025" cy="3530"/>
            </a:xfrm>
            <a:custGeom>
              <a:avLst/>
              <a:gdLst/>
              <a:ahLst/>
              <a:cxnLst/>
              <a:rect l="l" t="t" r="r" b="b"/>
              <a:pathLst>
                <a:path w="158" h="111" extrusionOk="0">
                  <a:moveTo>
                    <a:pt x="78" y="1"/>
                  </a:moveTo>
                  <a:lnTo>
                    <a:pt x="63" y="1"/>
                  </a:lnTo>
                  <a:cubicBezTo>
                    <a:pt x="47" y="16"/>
                    <a:pt x="47" y="16"/>
                    <a:pt x="32" y="16"/>
                  </a:cubicBezTo>
                  <a:lnTo>
                    <a:pt x="15" y="64"/>
                  </a:lnTo>
                  <a:lnTo>
                    <a:pt x="0" y="79"/>
                  </a:lnTo>
                  <a:lnTo>
                    <a:pt x="0" y="95"/>
                  </a:lnTo>
                  <a:lnTo>
                    <a:pt x="0" y="110"/>
                  </a:lnTo>
                  <a:lnTo>
                    <a:pt x="0" y="110"/>
                  </a:lnTo>
                  <a:lnTo>
                    <a:pt x="15" y="95"/>
                  </a:lnTo>
                  <a:cubicBezTo>
                    <a:pt x="32" y="79"/>
                    <a:pt x="47" y="79"/>
                    <a:pt x="78" y="79"/>
                  </a:cubicBezTo>
                  <a:lnTo>
                    <a:pt x="95" y="79"/>
                  </a:lnTo>
                  <a:lnTo>
                    <a:pt x="110" y="79"/>
                  </a:lnTo>
                  <a:cubicBezTo>
                    <a:pt x="126" y="79"/>
                    <a:pt x="141" y="79"/>
                    <a:pt x="141" y="64"/>
                  </a:cubicBezTo>
                  <a:cubicBezTo>
                    <a:pt x="158" y="47"/>
                    <a:pt x="141" y="32"/>
                    <a:pt x="126" y="16"/>
                  </a:cubicBezTo>
                  <a:cubicBezTo>
                    <a:pt x="110" y="16"/>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4" name="Google Shape;1544;p38"/>
            <p:cNvSpPr/>
            <p:nvPr/>
          </p:nvSpPr>
          <p:spPr>
            <a:xfrm>
              <a:off x="3430561" y="1772225"/>
              <a:ext cx="7060" cy="8523"/>
            </a:xfrm>
            <a:custGeom>
              <a:avLst/>
              <a:gdLst/>
              <a:ahLst/>
              <a:cxnLst/>
              <a:rect l="l" t="t" r="r" b="b"/>
              <a:pathLst>
                <a:path w="222" h="268" extrusionOk="0">
                  <a:moveTo>
                    <a:pt x="221" y="205"/>
                  </a:moveTo>
                  <a:lnTo>
                    <a:pt x="205" y="205"/>
                  </a:lnTo>
                  <a:cubicBezTo>
                    <a:pt x="190" y="205"/>
                    <a:pt x="173" y="205"/>
                    <a:pt x="158" y="221"/>
                  </a:cubicBezTo>
                  <a:lnTo>
                    <a:pt x="158" y="221"/>
                  </a:lnTo>
                  <a:cubicBezTo>
                    <a:pt x="173" y="236"/>
                    <a:pt x="173" y="236"/>
                    <a:pt x="173" y="253"/>
                  </a:cubicBezTo>
                  <a:cubicBezTo>
                    <a:pt x="190" y="268"/>
                    <a:pt x="205" y="268"/>
                    <a:pt x="205" y="268"/>
                  </a:cubicBezTo>
                  <a:lnTo>
                    <a:pt x="221" y="268"/>
                  </a:lnTo>
                  <a:lnTo>
                    <a:pt x="221" y="236"/>
                  </a:lnTo>
                  <a:lnTo>
                    <a:pt x="221" y="236"/>
                  </a:lnTo>
                  <a:cubicBezTo>
                    <a:pt x="221" y="221"/>
                    <a:pt x="205" y="221"/>
                    <a:pt x="221" y="205"/>
                  </a:cubicBezTo>
                  <a:lnTo>
                    <a:pt x="221" y="205"/>
                  </a:lnTo>
                  <a:close/>
                  <a:moveTo>
                    <a:pt x="47" y="1"/>
                  </a:moveTo>
                  <a:lnTo>
                    <a:pt x="32" y="1"/>
                  </a:lnTo>
                  <a:cubicBezTo>
                    <a:pt x="16" y="1"/>
                    <a:pt x="16" y="16"/>
                    <a:pt x="1" y="32"/>
                  </a:cubicBezTo>
                  <a:cubicBezTo>
                    <a:pt x="1" y="47"/>
                    <a:pt x="16" y="47"/>
                    <a:pt x="16" y="64"/>
                  </a:cubicBezTo>
                  <a:cubicBezTo>
                    <a:pt x="16" y="64"/>
                    <a:pt x="32" y="64"/>
                    <a:pt x="32" y="79"/>
                  </a:cubicBezTo>
                  <a:lnTo>
                    <a:pt x="110" y="79"/>
                  </a:lnTo>
                  <a:lnTo>
                    <a:pt x="110" y="95"/>
                  </a:lnTo>
                  <a:cubicBezTo>
                    <a:pt x="127" y="110"/>
                    <a:pt x="127" y="142"/>
                    <a:pt x="127" y="158"/>
                  </a:cubicBezTo>
                  <a:lnTo>
                    <a:pt x="127" y="158"/>
                  </a:lnTo>
                  <a:cubicBezTo>
                    <a:pt x="158" y="142"/>
                    <a:pt x="173" y="142"/>
                    <a:pt x="190" y="142"/>
                  </a:cubicBezTo>
                  <a:lnTo>
                    <a:pt x="205" y="142"/>
                  </a:lnTo>
                  <a:lnTo>
                    <a:pt x="190" y="127"/>
                  </a:lnTo>
                  <a:lnTo>
                    <a:pt x="190" y="79"/>
                  </a:lnTo>
                  <a:cubicBezTo>
                    <a:pt x="173" y="64"/>
                    <a:pt x="173" y="64"/>
                    <a:pt x="173" y="47"/>
                  </a:cubicBezTo>
                  <a:cubicBezTo>
                    <a:pt x="173" y="32"/>
                    <a:pt x="158" y="16"/>
                    <a:pt x="142" y="16"/>
                  </a:cubicBezTo>
                  <a:lnTo>
                    <a:pt x="127" y="16"/>
                  </a:lnTo>
                  <a:lnTo>
                    <a:pt x="127" y="16"/>
                  </a:lnTo>
                  <a:cubicBezTo>
                    <a:pt x="142" y="32"/>
                    <a:pt x="127" y="47"/>
                    <a:pt x="110" y="64"/>
                  </a:cubicBezTo>
                  <a:lnTo>
                    <a:pt x="95" y="64"/>
                  </a:lnTo>
                  <a:cubicBezTo>
                    <a:pt x="79" y="64"/>
                    <a:pt x="64" y="64"/>
                    <a:pt x="64" y="47"/>
                  </a:cubicBezTo>
                  <a:cubicBezTo>
                    <a:pt x="64" y="47"/>
                    <a:pt x="64" y="32"/>
                    <a:pt x="47"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5" name="Google Shape;1545;p38"/>
            <p:cNvSpPr/>
            <p:nvPr/>
          </p:nvSpPr>
          <p:spPr>
            <a:xfrm>
              <a:off x="3414023" y="1787268"/>
              <a:ext cx="8555" cy="5025"/>
            </a:xfrm>
            <a:custGeom>
              <a:avLst/>
              <a:gdLst/>
              <a:ahLst/>
              <a:cxnLst/>
              <a:rect l="l" t="t" r="r" b="b"/>
              <a:pathLst>
                <a:path w="269" h="158" extrusionOk="0">
                  <a:moveTo>
                    <a:pt x="189" y="0"/>
                  </a:moveTo>
                  <a:lnTo>
                    <a:pt x="189" y="0"/>
                  </a:lnTo>
                  <a:cubicBezTo>
                    <a:pt x="174" y="0"/>
                    <a:pt x="158" y="15"/>
                    <a:pt x="158" y="32"/>
                  </a:cubicBezTo>
                  <a:cubicBezTo>
                    <a:pt x="158" y="47"/>
                    <a:pt x="158" y="63"/>
                    <a:pt x="174" y="63"/>
                  </a:cubicBezTo>
                  <a:lnTo>
                    <a:pt x="158" y="78"/>
                  </a:lnTo>
                  <a:lnTo>
                    <a:pt x="158" y="78"/>
                  </a:lnTo>
                  <a:lnTo>
                    <a:pt x="158" y="78"/>
                  </a:lnTo>
                  <a:lnTo>
                    <a:pt x="143" y="78"/>
                  </a:lnTo>
                  <a:lnTo>
                    <a:pt x="143" y="78"/>
                  </a:lnTo>
                  <a:lnTo>
                    <a:pt x="143" y="78"/>
                  </a:lnTo>
                  <a:lnTo>
                    <a:pt x="143" y="110"/>
                  </a:lnTo>
                  <a:cubicBezTo>
                    <a:pt x="126" y="126"/>
                    <a:pt x="111" y="141"/>
                    <a:pt x="95" y="141"/>
                  </a:cubicBezTo>
                  <a:lnTo>
                    <a:pt x="95" y="141"/>
                  </a:lnTo>
                  <a:cubicBezTo>
                    <a:pt x="79" y="141"/>
                    <a:pt x="63" y="110"/>
                    <a:pt x="63" y="95"/>
                  </a:cubicBezTo>
                  <a:lnTo>
                    <a:pt x="63" y="95"/>
                  </a:lnTo>
                  <a:lnTo>
                    <a:pt x="32" y="95"/>
                  </a:lnTo>
                  <a:cubicBezTo>
                    <a:pt x="16" y="95"/>
                    <a:pt x="0" y="110"/>
                    <a:pt x="0" y="126"/>
                  </a:cubicBezTo>
                  <a:cubicBezTo>
                    <a:pt x="0" y="141"/>
                    <a:pt x="16" y="141"/>
                    <a:pt x="16" y="141"/>
                  </a:cubicBezTo>
                  <a:lnTo>
                    <a:pt x="16" y="141"/>
                  </a:lnTo>
                  <a:lnTo>
                    <a:pt x="16" y="141"/>
                  </a:lnTo>
                  <a:cubicBezTo>
                    <a:pt x="32" y="141"/>
                    <a:pt x="48" y="158"/>
                    <a:pt x="48" y="158"/>
                  </a:cubicBezTo>
                  <a:lnTo>
                    <a:pt x="79" y="158"/>
                  </a:lnTo>
                  <a:cubicBezTo>
                    <a:pt x="95" y="158"/>
                    <a:pt x="111" y="141"/>
                    <a:pt x="111" y="141"/>
                  </a:cubicBezTo>
                  <a:lnTo>
                    <a:pt x="143" y="141"/>
                  </a:lnTo>
                  <a:cubicBezTo>
                    <a:pt x="143" y="126"/>
                    <a:pt x="143" y="126"/>
                    <a:pt x="158" y="126"/>
                  </a:cubicBezTo>
                  <a:lnTo>
                    <a:pt x="158" y="126"/>
                  </a:lnTo>
                  <a:cubicBezTo>
                    <a:pt x="174" y="126"/>
                    <a:pt x="174" y="141"/>
                    <a:pt x="189" y="141"/>
                  </a:cubicBezTo>
                  <a:lnTo>
                    <a:pt x="189" y="141"/>
                  </a:lnTo>
                  <a:lnTo>
                    <a:pt x="252" y="95"/>
                  </a:lnTo>
                  <a:cubicBezTo>
                    <a:pt x="252" y="78"/>
                    <a:pt x="252" y="78"/>
                    <a:pt x="237" y="78"/>
                  </a:cubicBezTo>
                  <a:cubicBezTo>
                    <a:pt x="237" y="63"/>
                    <a:pt x="252" y="47"/>
                    <a:pt x="269" y="32"/>
                  </a:cubicBezTo>
                  <a:lnTo>
                    <a:pt x="252" y="15"/>
                  </a:lnTo>
                  <a:lnTo>
                    <a:pt x="252" y="15"/>
                  </a:lnTo>
                  <a:lnTo>
                    <a:pt x="206"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6" name="Google Shape;1546;p38"/>
            <p:cNvSpPr/>
            <p:nvPr/>
          </p:nvSpPr>
          <p:spPr>
            <a:xfrm>
              <a:off x="3176004" y="1810803"/>
              <a:ext cx="6520" cy="7028"/>
            </a:xfrm>
            <a:custGeom>
              <a:avLst/>
              <a:gdLst/>
              <a:ahLst/>
              <a:cxnLst/>
              <a:rect l="l" t="t" r="r" b="b"/>
              <a:pathLst>
                <a:path w="205" h="221" extrusionOk="0">
                  <a:moveTo>
                    <a:pt x="110" y="0"/>
                  </a:moveTo>
                  <a:lnTo>
                    <a:pt x="110" y="0"/>
                  </a:lnTo>
                  <a:cubicBezTo>
                    <a:pt x="110" y="0"/>
                    <a:pt x="95" y="0"/>
                    <a:pt x="95" y="17"/>
                  </a:cubicBezTo>
                  <a:lnTo>
                    <a:pt x="79" y="32"/>
                  </a:lnTo>
                  <a:lnTo>
                    <a:pt x="79" y="32"/>
                  </a:lnTo>
                  <a:cubicBezTo>
                    <a:pt x="79" y="48"/>
                    <a:pt x="79" y="48"/>
                    <a:pt x="64" y="63"/>
                  </a:cubicBezTo>
                  <a:cubicBezTo>
                    <a:pt x="64" y="80"/>
                    <a:pt x="64" y="95"/>
                    <a:pt x="47" y="95"/>
                  </a:cubicBezTo>
                  <a:lnTo>
                    <a:pt x="32" y="95"/>
                  </a:lnTo>
                  <a:lnTo>
                    <a:pt x="16" y="95"/>
                  </a:lnTo>
                  <a:cubicBezTo>
                    <a:pt x="1" y="95"/>
                    <a:pt x="1" y="111"/>
                    <a:pt x="1" y="111"/>
                  </a:cubicBezTo>
                  <a:lnTo>
                    <a:pt x="16" y="189"/>
                  </a:lnTo>
                  <a:cubicBezTo>
                    <a:pt x="16" y="206"/>
                    <a:pt x="16" y="206"/>
                    <a:pt x="32" y="221"/>
                  </a:cubicBezTo>
                  <a:lnTo>
                    <a:pt x="47" y="189"/>
                  </a:lnTo>
                  <a:cubicBezTo>
                    <a:pt x="47" y="174"/>
                    <a:pt x="64" y="174"/>
                    <a:pt x="79" y="174"/>
                  </a:cubicBezTo>
                  <a:lnTo>
                    <a:pt x="79" y="174"/>
                  </a:lnTo>
                  <a:lnTo>
                    <a:pt x="95" y="174"/>
                  </a:lnTo>
                  <a:cubicBezTo>
                    <a:pt x="110" y="189"/>
                    <a:pt x="110" y="206"/>
                    <a:pt x="110" y="221"/>
                  </a:cubicBezTo>
                  <a:lnTo>
                    <a:pt x="95" y="221"/>
                  </a:lnTo>
                  <a:cubicBezTo>
                    <a:pt x="127" y="221"/>
                    <a:pt x="142" y="221"/>
                    <a:pt x="158" y="206"/>
                  </a:cubicBezTo>
                  <a:lnTo>
                    <a:pt x="158" y="206"/>
                  </a:lnTo>
                  <a:cubicBezTo>
                    <a:pt x="173" y="189"/>
                    <a:pt x="173" y="174"/>
                    <a:pt x="190" y="174"/>
                  </a:cubicBezTo>
                  <a:lnTo>
                    <a:pt x="190" y="174"/>
                  </a:lnTo>
                  <a:cubicBezTo>
                    <a:pt x="205" y="158"/>
                    <a:pt x="205" y="126"/>
                    <a:pt x="190" y="126"/>
                  </a:cubicBezTo>
                  <a:lnTo>
                    <a:pt x="173" y="126"/>
                  </a:lnTo>
                  <a:cubicBezTo>
                    <a:pt x="158" y="126"/>
                    <a:pt x="142" y="126"/>
                    <a:pt x="142" y="143"/>
                  </a:cubicBezTo>
                  <a:cubicBezTo>
                    <a:pt x="127" y="158"/>
                    <a:pt x="127" y="158"/>
                    <a:pt x="95" y="158"/>
                  </a:cubicBezTo>
                  <a:lnTo>
                    <a:pt x="79" y="158"/>
                  </a:lnTo>
                  <a:lnTo>
                    <a:pt x="79" y="126"/>
                  </a:lnTo>
                  <a:lnTo>
                    <a:pt x="142" y="63"/>
                  </a:lnTo>
                  <a:cubicBezTo>
                    <a:pt x="158" y="48"/>
                    <a:pt x="158" y="32"/>
                    <a:pt x="142" y="17"/>
                  </a:cubicBezTo>
                  <a:cubicBezTo>
                    <a:pt x="127" y="0"/>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7" name="Google Shape;1547;p38"/>
            <p:cNvSpPr/>
            <p:nvPr/>
          </p:nvSpPr>
          <p:spPr>
            <a:xfrm>
              <a:off x="3345390" y="1821330"/>
              <a:ext cx="5502" cy="1049"/>
            </a:xfrm>
            <a:custGeom>
              <a:avLst/>
              <a:gdLst/>
              <a:ahLst/>
              <a:cxnLst/>
              <a:rect l="l" t="t" r="r" b="b"/>
              <a:pathLst>
                <a:path w="173" h="33" extrusionOk="0">
                  <a:moveTo>
                    <a:pt x="95" y="1"/>
                  </a:moveTo>
                  <a:lnTo>
                    <a:pt x="78" y="1"/>
                  </a:lnTo>
                  <a:lnTo>
                    <a:pt x="78" y="1"/>
                  </a:lnTo>
                  <a:lnTo>
                    <a:pt x="63" y="1"/>
                  </a:lnTo>
                  <a:cubicBezTo>
                    <a:pt x="47" y="1"/>
                    <a:pt x="15" y="16"/>
                    <a:pt x="0" y="32"/>
                  </a:cubicBezTo>
                  <a:cubicBezTo>
                    <a:pt x="63" y="32"/>
                    <a:pt x="110" y="16"/>
                    <a:pt x="173" y="16"/>
                  </a:cubicBezTo>
                  <a:cubicBezTo>
                    <a:pt x="141"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8" name="Google Shape;1548;p38"/>
            <p:cNvSpPr/>
            <p:nvPr/>
          </p:nvSpPr>
          <p:spPr>
            <a:xfrm>
              <a:off x="3097831" y="1789272"/>
              <a:ext cx="6042" cy="4516"/>
            </a:xfrm>
            <a:custGeom>
              <a:avLst/>
              <a:gdLst/>
              <a:ahLst/>
              <a:cxnLst/>
              <a:rect l="l" t="t" r="r" b="b"/>
              <a:pathLst>
                <a:path w="190" h="142" extrusionOk="0">
                  <a:moveTo>
                    <a:pt x="32" y="0"/>
                  </a:moveTo>
                  <a:lnTo>
                    <a:pt x="32" y="0"/>
                  </a:lnTo>
                  <a:lnTo>
                    <a:pt x="32" y="0"/>
                  </a:lnTo>
                  <a:lnTo>
                    <a:pt x="16" y="63"/>
                  </a:lnTo>
                  <a:lnTo>
                    <a:pt x="1" y="63"/>
                  </a:lnTo>
                  <a:lnTo>
                    <a:pt x="1" y="110"/>
                  </a:lnTo>
                  <a:cubicBezTo>
                    <a:pt x="16" y="126"/>
                    <a:pt x="16" y="141"/>
                    <a:pt x="48" y="141"/>
                  </a:cubicBezTo>
                  <a:lnTo>
                    <a:pt x="48" y="141"/>
                  </a:lnTo>
                  <a:lnTo>
                    <a:pt x="95" y="141"/>
                  </a:lnTo>
                  <a:lnTo>
                    <a:pt x="95" y="126"/>
                  </a:lnTo>
                  <a:lnTo>
                    <a:pt x="127" y="126"/>
                  </a:lnTo>
                  <a:lnTo>
                    <a:pt x="127" y="126"/>
                  </a:lnTo>
                  <a:lnTo>
                    <a:pt x="142" y="126"/>
                  </a:lnTo>
                  <a:lnTo>
                    <a:pt x="142" y="126"/>
                  </a:lnTo>
                  <a:lnTo>
                    <a:pt x="158" y="126"/>
                  </a:lnTo>
                  <a:cubicBezTo>
                    <a:pt x="174" y="126"/>
                    <a:pt x="190" y="110"/>
                    <a:pt x="190" y="95"/>
                  </a:cubicBezTo>
                  <a:cubicBezTo>
                    <a:pt x="174" y="78"/>
                    <a:pt x="174" y="63"/>
                    <a:pt x="142" y="63"/>
                  </a:cubicBezTo>
                  <a:lnTo>
                    <a:pt x="142" y="63"/>
                  </a:lnTo>
                  <a:lnTo>
                    <a:pt x="79" y="63"/>
                  </a:lnTo>
                  <a:lnTo>
                    <a:pt x="64" y="32"/>
                  </a:lnTo>
                  <a:cubicBezTo>
                    <a:pt x="64"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9" name="Google Shape;1549;p38"/>
            <p:cNvSpPr/>
            <p:nvPr/>
          </p:nvSpPr>
          <p:spPr>
            <a:xfrm>
              <a:off x="3015141" y="1798272"/>
              <a:ext cx="2035" cy="4039"/>
            </a:xfrm>
            <a:custGeom>
              <a:avLst/>
              <a:gdLst/>
              <a:ahLst/>
              <a:cxnLst/>
              <a:rect l="l" t="t" r="r" b="b"/>
              <a:pathLst>
                <a:path w="64" h="127" extrusionOk="0">
                  <a:moveTo>
                    <a:pt x="17" y="64"/>
                  </a:moveTo>
                  <a:lnTo>
                    <a:pt x="17" y="79"/>
                  </a:lnTo>
                  <a:lnTo>
                    <a:pt x="17" y="95"/>
                  </a:lnTo>
                  <a:cubicBezTo>
                    <a:pt x="17" y="111"/>
                    <a:pt x="32" y="111"/>
                    <a:pt x="32" y="127"/>
                  </a:cubicBezTo>
                  <a:lnTo>
                    <a:pt x="64" y="111"/>
                  </a:lnTo>
                  <a:lnTo>
                    <a:pt x="64" y="79"/>
                  </a:lnTo>
                  <a:lnTo>
                    <a:pt x="64" y="79"/>
                  </a:lnTo>
                  <a:lnTo>
                    <a:pt x="64" y="79"/>
                  </a:lnTo>
                  <a:lnTo>
                    <a:pt x="48" y="79"/>
                  </a:lnTo>
                  <a:lnTo>
                    <a:pt x="32" y="79"/>
                  </a:lnTo>
                  <a:cubicBezTo>
                    <a:pt x="32" y="79"/>
                    <a:pt x="32" y="64"/>
                    <a:pt x="17" y="64"/>
                  </a:cubicBezTo>
                  <a:close/>
                  <a:moveTo>
                    <a:pt x="32" y="1"/>
                  </a:moveTo>
                  <a:lnTo>
                    <a:pt x="32" y="1"/>
                  </a:lnTo>
                  <a:cubicBezTo>
                    <a:pt x="17" y="1"/>
                    <a:pt x="1" y="16"/>
                    <a:pt x="1" y="32"/>
                  </a:cubicBezTo>
                  <a:lnTo>
                    <a:pt x="1" y="32"/>
                  </a:lnTo>
                  <a:lnTo>
                    <a:pt x="1" y="32"/>
                  </a:lnTo>
                  <a:lnTo>
                    <a:pt x="1" y="32"/>
                  </a:lnTo>
                  <a:cubicBezTo>
                    <a:pt x="1" y="16"/>
                    <a:pt x="17" y="16"/>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0" name="Google Shape;1550;p38"/>
            <p:cNvSpPr/>
            <p:nvPr/>
          </p:nvSpPr>
          <p:spPr>
            <a:xfrm>
              <a:off x="3415009" y="1779731"/>
              <a:ext cx="7060" cy="6042"/>
            </a:xfrm>
            <a:custGeom>
              <a:avLst/>
              <a:gdLst/>
              <a:ahLst/>
              <a:cxnLst/>
              <a:rect l="l" t="t" r="r" b="b"/>
              <a:pathLst>
                <a:path w="222" h="190" extrusionOk="0">
                  <a:moveTo>
                    <a:pt x="143" y="0"/>
                  </a:moveTo>
                  <a:lnTo>
                    <a:pt x="143" y="0"/>
                  </a:lnTo>
                  <a:lnTo>
                    <a:pt x="143" y="17"/>
                  </a:lnTo>
                  <a:cubicBezTo>
                    <a:pt x="158" y="32"/>
                    <a:pt x="143" y="48"/>
                    <a:pt x="127" y="63"/>
                  </a:cubicBezTo>
                  <a:lnTo>
                    <a:pt x="143" y="111"/>
                  </a:lnTo>
                  <a:cubicBezTo>
                    <a:pt x="127" y="126"/>
                    <a:pt x="95" y="126"/>
                    <a:pt x="80" y="126"/>
                  </a:cubicBezTo>
                  <a:lnTo>
                    <a:pt x="32" y="126"/>
                  </a:lnTo>
                  <a:lnTo>
                    <a:pt x="1" y="189"/>
                  </a:lnTo>
                  <a:lnTo>
                    <a:pt x="1" y="189"/>
                  </a:lnTo>
                  <a:lnTo>
                    <a:pt x="1" y="174"/>
                  </a:lnTo>
                  <a:lnTo>
                    <a:pt x="32" y="158"/>
                  </a:lnTo>
                  <a:lnTo>
                    <a:pt x="48" y="158"/>
                  </a:lnTo>
                  <a:lnTo>
                    <a:pt x="48" y="158"/>
                  </a:lnTo>
                  <a:cubicBezTo>
                    <a:pt x="64" y="158"/>
                    <a:pt x="80" y="158"/>
                    <a:pt x="80" y="174"/>
                  </a:cubicBezTo>
                  <a:cubicBezTo>
                    <a:pt x="95" y="174"/>
                    <a:pt x="95" y="189"/>
                    <a:pt x="95" y="189"/>
                  </a:cubicBezTo>
                  <a:lnTo>
                    <a:pt x="95" y="189"/>
                  </a:lnTo>
                  <a:lnTo>
                    <a:pt x="127" y="189"/>
                  </a:lnTo>
                  <a:cubicBezTo>
                    <a:pt x="143" y="189"/>
                    <a:pt x="158" y="189"/>
                    <a:pt x="158" y="174"/>
                  </a:cubicBezTo>
                  <a:cubicBezTo>
                    <a:pt x="175" y="174"/>
                    <a:pt x="190" y="174"/>
                    <a:pt x="206" y="158"/>
                  </a:cubicBezTo>
                  <a:cubicBezTo>
                    <a:pt x="206" y="158"/>
                    <a:pt x="221" y="143"/>
                    <a:pt x="221" y="126"/>
                  </a:cubicBezTo>
                  <a:lnTo>
                    <a:pt x="221" y="126"/>
                  </a:lnTo>
                  <a:lnTo>
                    <a:pt x="190" y="32"/>
                  </a:lnTo>
                  <a:lnTo>
                    <a:pt x="190" y="17"/>
                  </a:lnTo>
                  <a:lnTo>
                    <a:pt x="175" y="17"/>
                  </a:lnTo>
                  <a:cubicBezTo>
                    <a:pt x="158" y="17"/>
                    <a:pt x="158" y="0"/>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1" name="Google Shape;1551;p38"/>
            <p:cNvSpPr/>
            <p:nvPr/>
          </p:nvSpPr>
          <p:spPr>
            <a:xfrm>
              <a:off x="3443600" y="1793279"/>
              <a:ext cx="5025" cy="5025"/>
            </a:xfrm>
            <a:custGeom>
              <a:avLst/>
              <a:gdLst/>
              <a:ahLst/>
              <a:cxnLst/>
              <a:rect l="l" t="t" r="r" b="b"/>
              <a:pathLst>
                <a:path w="158" h="158" extrusionOk="0">
                  <a:moveTo>
                    <a:pt x="78" y="0"/>
                  </a:moveTo>
                  <a:cubicBezTo>
                    <a:pt x="63" y="0"/>
                    <a:pt x="47" y="15"/>
                    <a:pt x="32" y="15"/>
                  </a:cubicBezTo>
                  <a:lnTo>
                    <a:pt x="15" y="15"/>
                  </a:lnTo>
                  <a:cubicBezTo>
                    <a:pt x="15" y="15"/>
                    <a:pt x="0" y="15"/>
                    <a:pt x="0" y="0"/>
                  </a:cubicBezTo>
                  <a:cubicBezTo>
                    <a:pt x="0" y="15"/>
                    <a:pt x="0" y="32"/>
                    <a:pt x="15" y="47"/>
                  </a:cubicBezTo>
                  <a:lnTo>
                    <a:pt x="15" y="47"/>
                  </a:lnTo>
                  <a:lnTo>
                    <a:pt x="32" y="47"/>
                  </a:lnTo>
                  <a:lnTo>
                    <a:pt x="47" y="63"/>
                  </a:lnTo>
                  <a:cubicBezTo>
                    <a:pt x="78" y="78"/>
                    <a:pt x="95" y="95"/>
                    <a:pt x="95" y="110"/>
                  </a:cubicBezTo>
                  <a:lnTo>
                    <a:pt x="95" y="110"/>
                  </a:lnTo>
                  <a:lnTo>
                    <a:pt x="95" y="110"/>
                  </a:lnTo>
                  <a:cubicBezTo>
                    <a:pt x="110" y="126"/>
                    <a:pt x="110" y="126"/>
                    <a:pt x="110" y="141"/>
                  </a:cubicBezTo>
                  <a:lnTo>
                    <a:pt x="126" y="141"/>
                  </a:lnTo>
                  <a:cubicBezTo>
                    <a:pt x="126" y="141"/>
                    <a:pt x="141" y="141"/>
                    <a:pt x="141" y="158"/>
                  </a:cubicBezTo>
                  <a:lnTo>
                    <a:pt x="141" y="141"/>
                  </a:lnTo>
                  <a:cubicBezTo>
                    <a:pt x="158" y="110"/>
                    <a:pt x="158" y="95"/>
                    <a:pt x="158" y="63"/>
                  </a:cubicBezTo>
                  <a:lnTo>
                    <a:pt x="158" y="78"/>
                  </a:lnTo>
                  <a:lnTo>
                    <a:pt x="126" y="78"/>
                  </a:lnTo>
                  <a:lnTo>
                    <a:pt x="95" y="78"/>
                  </a:lnTo>
                  <a:cubicBezTo>
                    <a:pt x="95" y="63"/>
                    <a:pt x="78" y="47"/>
                    <a:pt x="95" y="32"/>
                  </a:cubicBezTo>
                  <a:lnTo>
                    <a:pt x="110" y="15"/>
                  </a:lnTo>
                  <a:cubicBezTo>
                    <a:pt x="95" y="15"/>
                    <a:pt x="78" y="0"/>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2" name="Google Shape;1552;p38"/>
            <p:cNvSpPr/>
            <p:nvPr/>
          </p:nvSpPr>
          <p:spPr>
            <a:xfrm>
              <a:off x="3394972" y="1813792"/>
              <a:ext cx="3021" cy="2576"/>
            </a:xfrm>
            <a:custGeom>
              <a:avLst/>
              <a:gdLst/>
              <a:ahLst/>
              <a:cxnLst/>
              <a:rect l="l" t="t" r="r" b="b"/>
              <a:pathLst>
                <a:path w="95" h="81" extrusionOk="0">
                  <a:moveTo>
                    <a:pt x="80" y="1"/>
                  </a:moveTo>
                  <a:cubicBezTo>
                    <a:pt x="80" y="17"/>
                    <a:pt x="63" y="32"/>
                    <a:pt x="48" y="32"/>
                  </a:cubicBezTo>
                  <a:lnTo>
                    <a:pt x="0" y="49"/>
                  </a:lnTo>
                  <a:lnTo>
                    <a:pt x="0" y="64"/>
                  </a:lnTo>
                  <a:cubicBezTo>
                    <a:pt x="0" y="64"/>
                    <a:pt x="0" y="80"/>
                    <a:pt x="17" y="80"/>
                  </a:cubicBezTo>
                  <a:lnTo>
                    <a:pt x="63" y="64"/>
                  </a:lnTo>
                  <a:cubicBezTo>
                    <a:pt x="80" y="64"/>
                    <a:pt x="95" y="49"/>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3" name="Google Shape;1553;p38"/>
            <p:cNvSpPr/>
            <p:nvPr/>
          </p:nvSpPr>
          <p:spPr>
            <a:xfrm>
              <a:off x="3421560" y="1807304"/>
              <a:ext cx="5025" cy="4039"/>
            </a:xfrm>
            <a:custGeom>
              <a:avLst/>
              <a:gdLst/>
              <a:ahLst/>
              <a:cxnLst/>
              <a:rect l="l" t="t" r="r" b="b"/>
              <a:pathLst>
                <a:path w="158" h="127" extrusionOk="0">
                  <a:moveTo>
                    <a:pt x="32" y="0"/>
                  </a:moveTo>
                  <a:cubicBezTo>
                    <a:pt x="15" y="0"/>
                    <a:pt x="0" y="16"/>
                    <a:pt x="0" y="32"/>
                  </a:cubicBezTo>
                  <a:lnTo>
                    <a:pt x="15" y="95"/>
                  </a:lnTo>
                  <a:cubicBezTo>
                    <a:pt x="15" y="95"/>
                    <a:pt x="15" y="110"/>
                    <a:pt x="32" y="110"/>
                  </a:cubicBezTo>
                  <a:cubicBezTo>
                    <a:pt x="32" y="127"/>
                    <a:pt x="47" y="127"/>
                    <a:pt x="47" y="127"/>
                  </a:cubicBezTo>
                  <a:lnTo>
                    <a:pt x="63" y="110"/>
                  </a:lnTo>
                  <a:lnTo>
                    <a:pt x="78" y="127"/>
                  </a:lnTo>
                  <a:lnTo>
                    <a:pt x="110" y="127"/>
                  </a:lnTo>
                  <a:cubicBezTo>
                    <a:pt x="141" y="127"/>
                    <a:pt x="158" y="127"/>
                    <a:pt x="158" y="110"/>
                  </a:cubicBezTo>
                  <a:lnTo>
                    <a:pt x="110" y="79"/>
                  </a:lnTo>
                  <a:cubicBezTo>
                    <a:pt x="110" y="79"/>
                    <a:pt x="95" y="95"/>
                    <a:pt x="78" y="95"/>
                  </a:cubicBezTo>
                  <a:lnTo>
                    <a:pt x="63" y="95"/>
                  </a:lnTo>
                  <a:cubicBezTo>
                    <a:pt x="47" y="79"/>
                    <a:pt x="47" y="63"/>
                    <a:pt x="47" y="47"/>
                  </a:cubicBezTo>
                  <a:lnTo>
                    <a:pt x="47"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4" name="Google Shape;1554;p38"/>
            <p:cNvSpPr/>
            <p:nvPr/>
          </p:nvSpPr>
          <p:spPr>
            <a:xfrm>
              <a:off x="3352387" y="1814333"/>
              <a:ext cx="3053" cy="2512"/>
            </a:xfrm>
            <a:custGeom>
              <a:avLst/>
              <a:gdLst/>
              <a:ahLst/>
              <a:cxnLst/>
              <a:rect l="l" t="t" r="r" b="b"/>
              <a:pathLst>
                <a:path w="96" h="79" extrusionOk="0">
                  <a:moveTo>
                    <a:pt x="32" y="0"/>
                  </a:moveTo>
                  <a:lnTo>
                    <a:pt x="16" y="32"/>
                  </a:lnTo>
                  <a:lnTo>
                    <a:pt x="1" y="63"/>
                  </a:lnTo>
                  <a:lnTo>
                    <a:pt x="64" y="63"/>
                  </a:lnTo>
                  <a:lnTo>
                    <a:pt x="64" y="63"/>
                  </a:lnTo>
                  <a:lnTo>
                    <a:pt x="64" y="78"/>
                  </a:lnTo>
                  <a:lnTo>
                    <a:pt x="95" y="32"/>
                  </a:lnTo>
                  <a:lnTo>
                    <a:pt x="95"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5" name="Google Shape;1555;p38"/>
            <p:cNvSpPr/>
            <p:nvPr/>
          </p:nvSpPr>
          <p:spPr>
            <a:xfrm>
              <a:off x="3025700" y="1797763"/>
              <a:ext cx="3498" cy="4039"/>
            </a:xfrm>
            <a:custGeom>
              <a:avLst/>
              <a:gdLst/>
              <a:ahLst/>
              <a:cxnLst/>
              <a:rect l="l" t="t" r="r" b="b"/>
              <a:pathLst>
                <a:path w="110" h="127" extrusionOk="0">
                  <a:moveTo>
                    <a:pt x="32" y="0"/>
                  </a:moveTo>
                  <a:cubicBezTo>
                    <a:pt x="15" y="0"/>
                    <a:pt x="15" y="17"/>
                    <a:pt x="15" y="17"/>
                  </a:cubicBezTo>
                  <a:cubicBezTo>
                    <a:pt x="0" y="32"/>
                    <a:pt x="0" y="48"/>
                    <a:pt x="15" y="64"/>
                  </a:cubicBezTo>
                  <a:lnTo>
                    <a:pt x="32" y="80"/>
                  </a:lnTo>
                  <a:lnTo>
                    <a:pt x="32" y="111"/>
                  </a:lnTo>
                  <a:lnTo>
                    <a:pt x="32" y="127"/>
                  </a:lnTo>
                  <a:lnTo>
                    <a:pt x="32" y="127"/>
                  </a:lnTo>
                  <a:cubicBezTo>
                    <a:pt x="32" y="111"/>
                    <a:pt x="47" y="95"/>
                    <a:pt x="63" y="95"/>
                  </a:cubicBezTo>
                  <a:lnTo>
                    <a:pt x="63" y="95"/>
                  </a:lnTo>
                  <a:lnTo>
                    <a:pt x="63" y="95"/>
                  </a:lnTo>
                  <a:lnTo>
                    <a:pt x="95" y="95"/>
                  </a:lnTo>
                  <a:lnTo>
                    <a:pt x="110" y="95"/>
                  </a:lnTo>
                  <a:lnTo>
                    <a:pt x="110" y="64"/>
                  </a:lnTo>
                  <a:lnTo>
                    <a:pt x="110" y="64"/>
                  </a:lnTo>
                  <a:lnTo>
                    <a:pt x="95" y="64"/>
                  </a:lnTo>
                  <a:cubicBezTo>
                    <a:pt x="95" y="64"/>
                    <a:pt x="78" y="64"/>
                    <a:pt x="78" y="48"/>
                  </a:cubicBezTo>
                  <a:cubicBezTo>
                    <a:pt x="63" y="32"/>
                    <a:pt x="63" y="32"/>
                    <a:pt x="63" y="17"/>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6" name="Google Shape;1556;p38"/>
            <p:cNvSpPr/>
            <p:nvPr/>
          </p:nvSpPr>
          <p:spPr>
            <a:xfrm>
              <a:off x="3025700" y="1822348"/>
              <a:ext cx="1495" cy="1495"/>
            </a:xfrm>
            <a:custGeom>
              <a:avLst/>
              <a:gdLst/>
              <a:ahLst/>
              <a:cxnLst/>
              <a:rect l="l" t="t" r="r" b="b"/>
              <a:pathLst>
                <a:path w="47" h="47" extrusionOk="0">
                  <a:moveTo>
                    <a:pt x="15" y="0"/>
                  </a:moveTo>
                  <a:lnTo>
                    <a:pt x="15" y="15"/>
                  </a:lnTo>
                  <a:cubicBezTo>
                    <a:pt x="0" y="15"/>
                    <a:pt x="15" y="15"/>
                    <a:pt x="15" y="32"/>
                  </a:cubicBezTo>
                  <a:lnTo>
                    <a:pt x="15" y="32"/>
                  </a:lnTo>
                  <a:cubicBezTo>
                    <a:pt x="15" y="32"/>
                    <a:pt x="32" y="47"/>
                    <a:pt x="47" y="47"/>
                  </a:cubicBezTo>
                  <a:cubicBezTo>
                    <a:pt x="32" y="32"/>
                    <a:pt x="15" y="0"/>
                    <a:pt x="15" y="0"/>
                  </a:cubicBezTo>
                  <a:close/>
                </a:path>
              </a:pathLst>
            </a:custGeom>
            <a:solidFill>
              <a:srgbClr val="FFFFFF"/>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7" name="Google Shape;1557;p38"/>
            <p:cNvSpPr/>
            <p:nvPr/>
          </p:nvSpPr>
          <p:spPr>
            <a:xfrm>
              <a:off x="3026177" y="1818817"/>
              <a:ext cx="4039" cy="6551"/>
            </a:xfrm>
            <a:custGeom>
              <a:avLst/>
              <a:gdLst/>
              <a:ahLst/>
              <a:cxnLst/>
              <a:rect l="l" t="t" r="r" b="b"/>
              <a:pathLst>
                <a:path w="127" h="206" extrusionOk="0">
                  <a:moveTo>
                    <a:pt x="95" y="0"/>
                  </a:moveTo>
                  <a:lnTo>
                    <a:pt x="95" y="0"/>
                  </a:lnTo>
                  <a:lnTo>
                    <a:pt x="63" y="0"/>
                  </a:lnTo>
                  <a:cubicBezTo>
                    <a:pt x="32" y="48"/>
                    <a:pt x="0" y="80"/>
                    <a:pt x="0" y="111"/>
                  </a:cubicBezTo>
                  <a:cubicBezTo>
                    <a:pt x="0" y="111"/>
                    <a:pt x="17" y="143"/>
                    <a:pt x="32" y="158"/>
                  </a:cubicBezTo>
                  <a:cubicBezTo>
                    <a:pt x="48" y="174"/>
                    <a:pt x="63" y="174"/>
                    <a:pt x="80" y="189"/>
                  </a:cubicBezTo>
                  <a:cubicBezTo>
                    <a:pt x="95" y="189"/>
                    <a:pt x="95" y="206"/>
                    <a:pt x="111" y="206"/>
                  </a:cubicBezTo>
                  <a:lnTo>
                    <a:pt x="111" y="174"/>
                  </a:lnTo>
                  <a:lnTo>
                    <a:pt x="95" y="174"/>
                  </a:lnTo>
                  <a:lnTo>
                    <a:pt x="80" y="174"/>
                  </a:lnTo>
                  <a:lnTo>
                    <a:pt x="63" y="174"/>
                  </a:lnTo>
                  <a:cubicBezTo>
                    <a:pt x="48" y="174"/>
                    <a:pt x="32" y="158"/>
                    <a:pt x="32" y="143"/>
                  </a:cubicBezTo>
                  <a:cubicBezTo>
                    <a:pt x="48" y="111"/>
                    <a:pt x="48" y="95"/>
                    <a:pt x="63" y="95"/>
                  </a:cubicBezTo>
                  <a:cubicBezTo>
                    <a:pt x="80" y="95"/>
                    <a:pt x="80" y="95"/>
                    <a:pt x="80" y="80"/>
                  </a:cubicBezTo>
                  <a:cubicBezTo>
                    <a:pt x="95" y="80"/>
                    <a:pt x="111" y="63"/>
                    <a:pt x="111" y="63"/>
                  </a:cubicBezTo>
                  <a:cubicBezTo>
                    <a:pt x="126" y="48"/>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8" name="Google Shape;1558;p38"/>
            <p:cNvSpPr/>
            <p:nvPr/>
          </p:nvSpPr>
          <p:spPr>
            <a:xfrm>
              <a:off x="3408012" y="1795283"/>
              <a:ext cx="4548" cy="5534"/>
            </a:xfrm>
            <a:custGeom>
              <a:avLst/>
              <a:gdLst/>
              <a:ahLst/>
              <a:cxnLst/>
              <a:rect l="l" t="t" r="r" b="b"/>
              <a:pathLst>
                <a:path w="143" h="174" extrusionOk="0">
                  <a:moveTo>
                    <a:pt x="79" y="0"/>
                  </a:moveTo>
                  <a:lnTo>
                    <a:pt x="79" y="15"/>
                  </a:lnTo>
                  <a:cubicBezTo>
                    <a:pt x="79" y="15"/>
                    <a:pt x="63" y="32"/>
                    <a:pt x="48" y="32"/>
                  </a:cubicBezTo>
                  <a:lnTo>
                    <a:pt x="32" y="32"/>
                  </a:lnTo>
                  <a:lnTo>
                    <a:pt x="32" y="32"/>
                  </a:lnTo>
                  <a:lnTo>
                    <a:pt x="32" y="32"/>
                  </a:lnTo>
                  <a:lnTo>
                    <a:pt x="16" y="32"/>
                  </a:lnTo>
                  <a:lnTo>
                    <a:pt x="0" y="32"/>
                  </a:lnTo>
                  <a:cubicBezTo>
                    <a:pt x="0" y="47"/>
                    <a:pt x="0" y="63"/>
                    <a:pt x="16" y="63"/>
                  </a:cubicBezTo>
                  <a:cubicBezTo>
                    <a:pt x="16" y="78"/>
                    <a:pt x="32" y="95"/>
                    <a:pt x="32" y="110"/>
                  </a:cubicBezTo>
                  <a:cubicBezTo>
                    <a:pt x="48" y="142"/>
                    <a:pt x="79" y="173"/>
                    <a:pt x="126" y="173"/>
                  </a:cubicBezTo>
                  <a:lnTo>
                    <a:pt x="142" y="173"/>
                  </a:lnTo>
                  <a:lnTo>
                    <a:pt x="142" y="158"/>
                  </a:lnTo>
                  <a:lnTo>
                    <a:pt x="142" y="110"/>
                  </a:lnTo>
                  <a:lnTo>
                    <a:pt x="142" y="110"/>
                  </a:lnTo>
                  <a:cubicBezTo>
                    <a:pt x="126" y="110"/>
                    <a:pt x="111" y="95"/>
                    <a:pt x="95" y="78"/>
                  </a:cubicBezTo>
                  <a:lnTo>
                    <a:pt x="95" y="63"/>
                  </a:lnTo>
                  <a:lnTo>
                    <a:pt x="95" y="63"/>
                  </a:lnTo>
                  <a:cubicBezTo>
                    <a:pt x="95" y="63"/>
                    <a:pt x="111" y="63"/>
                    <a:pt x="111" y="47"/>
                  </a:cubicBezTo>
                  <a:lnTo>
                    <a:pt x="95" y="47"/>
                  </a:lnTo>
                  <a:cubicBezTo>
                    <a:pt x="95" y="32"/>
                    <a:pt x="95" y="15"/>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9" name="Google Shape;1559;p38"/>
            <p:cNvSpPr/>
            <p:nvPr/>
          </p:nvSpPr>
          <p:spPr>
            <a:xfrm>
              <a:off x="3373918" y="1777250"/>
              <a:ext cx="3053" cy="3498"/>
            </a:xfrm>
            <a:custGeom>
              <a:avLst/>
              <a:gdLst/>
              <a:ahLst/>
              <a:cxnLst/>
              <a:rect l="l" t="t" r="r" b="b"/>
              <a:pathLst>
                <a:path w="96" h="110" extrusionOk="0">
                  <a:moveTo>
                    <a:pt x="49" y="0"/>
                  </a:moveTo>
                  <a:cubicBezTo>
                    <a:pt x="49" y="15"/>
                    <a:pt x="32" y="15"/>
                    <a:pt x="17" y="15"/>
                  </a:cubicBezTo>
                  <a:lnTo>
                    <a:pt x="1" y="32"/>
                  </a:lnTo>
                  <a:lnTo>
                    <a:pt x="1" y="32"/>
                  </a:lnTo>
                  <a:lnTo>
                    <a:pt x="1" y="47"/>
                  </a:lnTo>
                  <a:lnTo>
                    <a:pt x="17" y="95"/>
                  </a:lnTo>
                  <a:cubicBezTo>
                    <a:pt x="32" y="110"/>
                    <a:pt x="32" y="110"/>
                    <a:pt x="49" y="110"/>
                  </a:cubicBezTo>
                  <a:lnTo>
                    <a:pt x="64" y="110"/>
                  </a:lnTo>
                  <a:cubicBezTo>
                    <a:pt x="80" y="110"/>
                    <a:pt x="95" y="78"/>
                    <a:pt x="80" y="63"/>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0" name="Google Shape;1560;p38"/>
            <p:cNvSpPr/>
            <p:nvPr/>
          </p:nvSpPr>
          <p:spPr>
            <a:xfrm>
              <a:off x="3203069" y="1804283"/>
              <a:ext cx="4516" cy="4039"/>
            </a:xfrm>
            <a:custGeom>
              <a:avLst/>
              <a:gdLst/>
              <a:ahLst/>
              <a:cxnLst/>
              <a:rect l="l" t="t" r="r" b="b"/>
              <a:pathLst>
                <a:path w="142" h="127" extrusionOk="0">
                  <a:moveTo>
                    <a:pt x="79" y="111"/>
                  </a:moveTo>
                  <a:lnTo>
                    <a:pt x="79" y="111"/>
                  </a:lnTo>
                  <a:lnTo>
                    <a:pt x="79" y="111"/>
                  </a:lnTo>
                  <a:close/>
                  <a:moveTo>
                    <a:pt x="64" y="48"/>
                  </a:moveTo>
                  <a:lnTo>
                    <a:pt x="64" y="48"/>
                  </a:lnTo>
                  <a:lnTo>
                    <a:pt x="64" y="48"/>
                  </a:lnTo>
                  <a:close/>
                  <a:moveTo>
                    <a:pt x="47" y="1"/>
                  </a:moveTo>
                  <a:cubicBezTo>
                    <a:pt x="32" y="16"/>
                    <a:pt x="32" y="16"/>
                    <a:pt x="16" y="16"/>
                  </a:cubicBezTo>
                  <a:lnTo>
                    <a:pt x="16" y="16"/>
                  </a:lnTo>
                  <a:cubicBezTo>
                    <a:pt x="16" y="16"/>
                    <a:pt x="1" y="16"/>
                    <a:pt x="1" y="32"/>
                  </a:cubicBezTo>
                  <a:cubicBezTo>
                    <a:pt x="1" y="48"/>
                    <a:pt x="1" y="79"/>
                    <a:pt x="16" y="95"/>
                  </a:cubicBezTo>
                  <a:cubicBezTo>
                    <a:pt x="32" y="111"/>
                    <a:pt x="47" y="111"/>
                    <a:pt x="79" y="111"/>
                  </a:cubicBezTo>
                  <a:lnTo>
                    <a:pt x="79" y="111"/>
                  </a:lnTo>
                  <a:cubicBezTo>
                    <a:pt x="95" y="127"/>
                    <a:pt x="95" y="127"/>
                    <a:pt x="110" y="127"/>
                  </a:cubicBezTo>
                  <a:cubicBezTo>
                    <a:pt x="110" y="127"/>
                    <a:pt x="127" y="127"/>
                    <a:pt x="127" y="111"/>
                  </a:cubicBezTo>
                  <a:cubicBezTo>
                    <a:pt x="142" y="111"/>
                    <a:pt x="142" y="79"/>
                    <a:pt x="127" y="64"/>
                  </a:cubicBezTo>
                  <a:cubicBezTo>
                    <a:pt x="110" y="48"/>
                    <a:pt x="95" y="48"/>
                    <a:pt x="79" y="48"/>
                  </a:cubicBezTo>
                  <a:lnTo>
                    <a:pt x="79" y="48"/>
                  </a:lnTo>
                  <a:lnTo>
                    <a:pt x="79" y="48"/>
                  </a:lnTo>
                  <a:cubicBezTo>
                    <a:pt x="79" y="32"/>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1" name="Google Shape;1561;p38"/>
            <p:cNvSpPr/>
            <p:nvPr/>
          </p:nvSpPr>
          <p:spPr>
            <a:xfrm>
              <a:off x="3205073" y="1805778"/>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2" name="Google Shape;1562;p38"/>
            <p:cNvSpPr/>
            <p:nvPr/>
          </p:nvSpPr>
          <p:spPr>
            <a:xfrm>
              <a:off x="3205550" y="180778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3" name="Google Shape;1563;p38"/>
            <p:cNvSpPr/>
            <p:nvPr/>
          </p:nvSpPr>
          <p:spPr>
            <a:xfrm>
              <a:off x="3176481" y="1803774"/>
              <a:ext cx="3562" cy="3053"/>
            </a:xfrm>
            <a:custGeom>
              <a:avLst/>
              <a:gdLst/>
              <a:ahLst/>
              <a:cxnLst/>
              <a:rect l="l" t="t" r="r" b="b"/>
              <a:pathLst>
                <a:path w="112" h="96" extrusionOk="0">
                  <a:moveTo>
                    <a:pt x="49" y="1"/>
                  </a:moveTo>
                  <a:lnTo>
                    <a:pt x="49" y="1"/>
                  </a:lnTo>
                  <a:cubicBezTo>
                    <a:pt x="32" y="17"/>
                    <a:pt x="17" y="17"/>
                    <a:pt x="17" y="17"/>
                  </a:cubicBezTo>
                  <a:lnTo>
                    <a:pt x="1" y="17"/>
                  </a:lnTo>
                  <a:lnTo>
                    <a:pt x="1" y="32"/>
                  </a:lnTo>
                  <a:cubicBezTo>
                    <a:pt x="17" y="48"/>
                    <a:pt x="17" y="48"/>
                    <a:pt x="17" y="64"/>
                  </a:cubicBezTo>
                  <a:lnTo>
                    <a:pt x="17" y="95"/>
                  </a:lnTo>
                  <a:lnTo>
                    <a:pt x="32" y="95"/>
                  </a:lnTo>
                  <a:lnTo>
                    <a:pt x="80" y="95"/>
                  </a:lnTo>
                  <a:lnTo>
                    <a:pt x="80" y="95"/>
                  </a:lnTo>
                  <a:lnTo>
                    <a:pt x="112" y="95"/>
                  </a:lnTo>
                  <a:lnTo>
                    <a:pt x="112" y="95"/>
                  </a:lnTo>
                  <a:cubicBezTo>
                    <a:pt x="95" y="95"/>
                    <a:pt x="80" y="80"/>
                    <a:pt x="80" y="64"/>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4" name="Google Shape;1564;p38"/>
            <p:cNvSpPr/>
            <p:nvPr/>
          </p:nvSpPr>
          <p:spPr>
            <a:xfrm>
              <a:off x="3395958" y="1762684"/>
              <a:ext cx="6583" cy="5565"/>
            </a:xfrm>
            <a:custGeom>
              <a:avLst/>
              <a:gdLst/>
              <a:ahLst/>
              <a:cxnLst/>
              <a:rect l="l" t="t" r="r" b="b"/>
              <a:pathLst>
                <a:path w="207" h="175" extrusionOk="0">
                  <a:moveTo>
                    <a:pt x="112" y="1"/>
                  </a:moveTo>
                  <a:lnTo>
                    <a:pt x="64" y="17"/>
                  </a:lnTo>
                  <a:lnTo>
                    <a:pt x="49" y="17"/>
                  </a:lnTo>
                  <a:lnTo>
                    <a:pt x="32" y="17"/>
                  </a:lnTo>
                  <a:lnTo>
                    <a:pt x="17" y="64"/>
                  </a:lnTo>
                  <a:cubicBezTo>
                    <a:pt x="1" y="80"/>
                    <a:pt x="1" y="95"/>
                    <a:pt x="17" y="112"/>
                  </a:cubicBezTo>
                  <a:lnTo>
                    <a:pt x="32" y="112"/>
                  </a:lnTo>
                  <a:cubicBezTo>
                    <a:pt x="49" y="112"/>
                    <a:pt x="64" y="112"/>
                    <a:pt x="64" y="95"/>
                  </a:cubicBezTo>
                  <a:lnTo>
                    <a:pt x="80" y="80"/>
                  </a:lnTo>
                  <a:lnTo>
                    <a:pt x="127" y="112"/>
                  </a:lnTo>
                  <a:lnTo>
                    <a:pt x="112" y="127"/>
                  </a:lnTo>
                  <a:cubicBezTo>
                    <a:pt x="112" y="127"/>
                    <a:pt x="95" y="158"/>
                    <a:pt x="112" y="175"/>
                  </a:cubicBezTo>
                  <a:lnTo>
                    <a:pt x="112" y="175"/>
                  </a:lnTo>
                  <a:lnTo>
                    <a:pt x="143" y="175"/>
                  </a:lnTo>
                  <a:lnTo>
                    <a:pt x="158" y="175"/>
                  </a:lnTo>
                  <a:lnTo>
                    <a:pt x="175" y="158"/>
                  </a:lnTo>
                  <a:lnTo>
                    <a:pt x="175" y="143"/>
                  </a:lnTo>
                  <a:cubicBezTo>
                    <a:pt x="158" y="127"/>
                    <a:pt x="175" y="112"/>
                    <a:pt x="190" y="95"/>
                  </a:cubicBezTo>
                  <a:lnTo>
                    <a:pt x="206" y="95"/>
                  </a:lnTo>
                  <a:lnTo>
                    <a:pt x="206" y="95"/>
                  </a:lnTo>
                  <a:lnTo>
                    <a:pt x="206" y="95"/>
                  </a:lnTo>
                  <a:lnTo>
                    <a:pt x="206" y="8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5" name="Google Shape;1565;p38"/>
            <p:cNvSpPr/>
            <p:nvPr/>
          </p:nvSpPr>
          <p:spPr>
            <a:xfrm>
              <a:off x="3317785" y="1768695"/>
              <a:ext cx="8078" cy="5057"/>
            </a:xfrm>
            <a:custGeom>
              <a:avLst/>
              <a:gdLst/>
              <a:ahLst/>
              <a:cxnLst/>
              <a:rect l="l" t="t" r="r" b="b"/>
              <a:pathLst>
                <a:path w="254" h="159" extrusionOk="0">
                  <a:moveTo>
                    <a:pt x="112" y="1"/>
                  </a:moveTo>
                  <a:lnTo>
                    <a:pt x="112" y="1"/>
                  </a:lnTo>
                  <a:lnTo>
                    <a:pt x="112" y="1"/>
                  </a:lnTo>
                  <a:cubicBezTo>
                    <a:pt x="96" y="1"/>
                    <a:pt x="80" y="17"/>
                    <a:pt x="80" y="17"/>
                  </a:cubicBezTo>
                  <a:lnTo>
                    <a:pt x="80" y="32"/>
                  </a:lnTo>
                  <a:lnTo>
                    <a:pt x="80" y="32"/>
                  </a:lnTo>
                  <a:lnTo>
                    <a:pt x="64" y="32"/>
                  </a:lnTo>
                  <a:lnTo>
                    <a:pt x="64" y="32"/>
                  </a:lnTo>
                  <a:cubicBezTo>
                    <a:pt x="49" y="32"/>
                    <a:pt x="17" y="32"/>
                    <a:pt x="1" y="64"/>
                  </a:cubicBezTo>
                  <a:lnTo>
                    <a:pt x="1" y="64"/>
                  </a:lnTo>
                  <a:lnTo>
                    <a:pt x="1" y="95"/>
                  </a:lnTo>
                  <a:lnTo>
                    <a:pt x="17" y="143"/>
                  </a:lnTo>
                  <a:cubicBezTo>
                    <a:pt x="17" y="158"/>
                    <a:pt x="33" y="158"/>
                    <a:pt x="33" y="158"/>
                  </a:cubicBezTo>
                  <a:lnTo>
                    <a:pt x="33" y="143"/>
                  </a:lnTo>
                  <a:cubicBezTo>
                    <a:pt x="33" y="127"/>
                    <a:pt x="49" y="112"/>
                    <a:pt x="64" y="112"/>
                  </a:cubicBezTo>
                  <a:lnTo>
                    <a:pt x="64" y="112"/>
                  </a:lnTo>
                  <a:lnTo>
                    <a:pt x="80" y="112"/>
                  </a:lnTo>
                  <a:lnTo>
                    <a:pt x="96" y="127"/>
                  </a:lnTo>
                  <a:lnTo>
                    <a:pt x="112" y="127"/>
                  </a:lnTo>
                  <a:lnTo>
                    <a:pt x="112" y="127"/>
                  </a:lnTo>
                  <a:lnTo>
                    <a:pt x="143" y="158"/>
                  </a:lnTo>
                  <a:lnTo>
                    <a:pt x="143" y="158"/>
                  </a:lnTo>
                  <a:lnTo>
                    <a:pt x="143" y="158"/>
                  </a:lnTo>
                  <a:cubicBezTo>
                    <a:pt x="143" y="127"/>
                    <a:pt x="143" y="112"/>
                    <a:pt x="159" y="112"/>
                  </a:cubicBezTo>
                  <a:lnTo>
                    <a:pt x="175" y="112"/>
                  </a:lnTo>
                  <a:lnTo>
                    <a:pt x="175" y="112"/>
                  </a:lnTo>
                  <a:cubicBezTo>
                    <a:pt x="190" y="112"/>
                    <a:pt x="206" y="127"/>
                    <a:pt x="206" y="143"/>
                  </a:cubicBezTo>
                  <a:lnTo>
                    <a:pt x="206" y="143"/>
                  </a:lnTo>
                  <a:lnTo>
                    <a:pt x="206" y="143"/>
                  </a:lnTo>
                  <a:lnTo>
                    <a:pt x="238" y="143"/>
                  </a:lnTo>
                  <a:cubicBezTo>
                    <a:pt x="253" y="143"/>
                    <a:pt x="253" y="127"/>
                    <a:pt x="253" y="112"/>
                  </a:cubicBezTo>
                  <a:lnTo>
                    <a:pt x="238" y="112"/>
                  </a:lnTo>
                  <a:lnTo>
                    <a:pt x="238" y="112"/>
                  </a:lnTo>
                  <a:cubicBezTo>
                    <a:pt x="206" y="112"/>
                    <a:pt x="206" y="95"/>
                    <a:pt x="206" y="80"/>
                  </a:cubicBezTo>
                  <a:lnTo>
                    <a:pt x="190" y="80"/>
                  </a:lnTo>
                  <a:cubicBezTo>
                    <a:pt x="175" y="95"/>
                    <a:pt x="159" y="95"/>
                    <a:pt x="143" y="95"/>
                  </a:cubicBezTo>
                  <a:lnTo>
                    <a:pt x="112" y="95"/>
                  </a:lnTo>
                  <a:lnTo>
                    <a:pt x="112" y="95"/>
                  </a:lnTo>
                  <a:cubicBezTo>
                    <a:pt x="127" y="95"/>
                    <a:pt x="127" y="95"/>
                    <a:pt x="127" y="80"/>
                  </a:cubicBezTo>
                  <a:cubicBezTo>
                    <a:pt x="143" y="80"/>
                    <a:pt x="159" y="49"/>
                    <a:pt x="143" y="32"/>
                  </a:cubicBez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6" name="Google Shape;1566;p38"/>
            <p:cNvSpPr/>
            <p:nvPr/>
          </p:nvSpPr>
          <p:spPr>
            <a:xfrm>
              <a:off x="3245654" y="1797763"/>
              <a:ext cx="2544" cy="4548"/>
            </a:xfrm>
            <a:custGeom>
              <a:avLst/>
              <a:gdLst/>
              <a:ahLst/>
              <a:cxnLst/>
              <a:rect l="l" t="t" r="r" b="b"/>
              <a:pathLst>
                <a:path w="80" h="143" extrusionOk="0">
                  <a:moveTo>
                    <a:pt x="32" y="0"/>
                  </a:moveTo>
                  <a:lnTo>
                    <a:pt x="32" y="0"/>
                  </a:lnTo>
                  <a:lnTo>
                    <a:pt x="17" y="0"/>
                  </a:lnTo>
                  <a:cubicBezTo>
                    <a:pt x="32" y="17"/>
                    <a:pt x="32" y="32"/>
                    <a:pt x="17" y="48"/>
                  </a:cubicBezTo>
                  <a:lnTo>
                    <a:pt x="0" y="64"/>
                  </a:lnTo>
                  <a:lnTo>
                    <a:pt x="0" y="80"/>
                  </a:lnTo>
                  <a:lnTo>
                    <a:pt x="0" y="111"/>
                  </a:lnTo>
                  <a:lnTo>
                    <a:pt x="17" y="111"/>
                  </a:lnTo>
                  <a:lnTo>
                    <a:pt x="32" y="111"/>
                  </a:lnTo>
                  <a:cubicBezTo>
                    <a:pt x="48" y="127"/>
                    <a:pt x="63" y="127"/>
                    <a:pt x="63" y="143"/>
                  </a:cubicBezTo>
                  <a:cubicBezTo>
                    <a:pt x="80" y="143"/>
                    <a:pt x="80" y="127"/>
                    <a:pt x="80" y="127"/>
                  </a:cubicBezTo>
                  <a:lnTo>
                    <a:pt x="63" y="32"/>
                  </a:lnTo>
                  <a:cubicBezTo>
                    <a:pt x="63" y="17"/>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7" name="Google Shape;1567;p38"/>
            <p:cNvSpPr/>
            <p:nvPr/>
          </p:nvSpPr>
          <p:spPr>
            <a:xfrm>
              <a:off x="3432055" y="1776232"/>
              <a:ext cx="8046" cy="5534"/>
            </a:xfrm>
            <a:custGeom>
              <a:avLst/>
              <a:gdLst/>
              <a:ahLst/>
              <a:cxnLst/>
              <a:rect l="l" t="t" r="r" b="b"/>
              <a:pathLst>
                <a:path w="253" h="174" extrusionOk="0">
                  <a:moveTo>
                    <a:pt x="174" y="1"/>
                  </a:moveTo>
                  <a:lnTo>
                    <a:pt x="158" y="1"/>
                  </a:lnTo>
                  <a:lnTo>
                    <a:pt x="158" y="16"/>
                  </a:lnTo>
                  <a:lnTo>
                    <a:pt x="143" y="16"/>
                  </a:lnTo>
                  <a:cubicBezTo>
                    <a:pt x="126" y="16"/>
                    <a:pt x="111" y="16"/>
                    <a:pt x="80" y="32"/>
                  </a:cubicBezTo>
                  <a:lnTo>
                    <a:pt x="63" y="32"/>
                  </a:lnTo>
                  <a:cubicBezTo>
                    <a:pt x="48" y="47"/>
                    <a:pt x="32" y="47"/>
                    <a:pt x="17" y="47"/>
                  </a:cubicBezTo>
                  <a:lnTo>
                    <a:pt x="0" y="64"/>
                  </a:lnTo>
                  <a:lnTo>
                    <a:pt x="0" y="95"/>
                  </a:lnTo>
                  <a:lnTo>
                    <a:pt x="32" y="158"/>
                  </a:lnTo>
                  <a:cubicBezTo>
                    <a:pt x="48" y="173"/>
                    <a:pt x="48" y="173"/>
                    <a:pt x="63" y="173"/>
                  </a:cubicBezTo>
                  <a:lnTo>
                    <a:pt x="80" y="173"/>
                  </a:lnTo>
                  <a:cubicBezTo>
                    <a:pt x="95" y="158"/>
                    <a:pt x="111" y="142"/>
                    <a:pt x="95" y="127"/>
                  </a:cubicBezTo>
                  <a:lnTo>
                    <a:pt x="80" y="95"/>
                  </a:lnTo>
                  <a:lnTo>
                    <a:pt x="80" y="95"/>
                  </a:lnTo>
                  <a:lnTo>
                    <a:pt x="111" y="95"/>
                  </a:lnTo>
                  <a:cubicBezTo>
                    <a:pt x="126" y="79"/>
                    <a:pt x="143" y="79"/>
                    <a:pt x="158" y="79"/>
                  </a:cubicBezTo>
                  <a:lnTo>
                    <a:pt x="174" y="79"/>
                  </a:lnTo>
                  <a:lnTo>
                    <a:pt x="174" y="79"/>
                  </a:lnTo>
                  <a:cubicBezTo>
                    <a:pt x="158" y="95"/>
                    <a:pt x="174" y="95"/>
                    <a:pt x="174" y="110"/>
                  </a:cubicBezTo>
                  <a:cubicBezTo>
                    <a:pt x="174" y="95"/>
                    <a:pt x="189" y="95"/>
                    <a:pt x="206" y="95"/>
                  </a:cubicBezTo>
                  <a:lnTo>
                    <a:pt x="206" y="95"/>
                  </a:lnTo>
                  <a:lnTo>
                    <a:pt x="206" y="95"/>
                  </a:lnTo>
                  <a:lnTo>
                    <a:pt x="237" y="95"/>
                  </a:lnTo>
                  <a:cubicBezTo>
                    <a:pt x="252" y="64"/>
                    <a:pt x="237" y="32"/>
                    <a:pt x="221" y="32"/>
                  </a:cubicBezTo>
                  <a:cubicBezTo>
                    <a:pt x="221" y="16"/>
                    <a:pt x="206" y="1"/>
                    <a:pt x="17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8" name="Google Shape;1568;p38"/>
            <p:cNvSpPr/>
            <p:nvPr/>
          </p:nvSpPr>
          <p:spPr>
            <a:xfrm>
              <a:off x="3400506" y="1811789"/>
              <a:ext cx="5502" cy="6583"/>
            </a:xfrm>
            <a:custGeom>
              <a:avLst/>
              <a:gdLst/>
              <a:ahLst/>
              <a:cxnLst/>
              <a:rect l="l" t="t" r="r" b="b"/>
              <a:pathLst>
                <a:path w="173" h="207" extrusionOk="0">
                  <a:moveTo>
                    <a:pt x="141" y="1"/>
                  </a:moveTo>
                  <a:lnTo>
                    <a:pt x="141" y="1"/>
                  </a:lnTo>
                  <a:lnTo>
                    <a:pt x="63" y="1"/>
                  </a:lnTo>
                  <a:cubicBezTo>
                    <a:pt x="78" y="17"/>
                    <a:pt x="95" y="32"/>
                    <a:pt x="78" y="32"/>
                  </a:cubicBezTo>
                  <a:cubicBezTo>
                    <a:pt x="78" y="49"/>
                    <a:pt x="63" y="64"/>
                    <a:pt x="47" y="64"/>
                  </a:cubicBezTo>
                  <a:lnTo>
                    <a:pt x="47" y="64"/>
                  </a:lnTo>
                  <a:lnTo>
                    <a:pt x="32" y="64"/>
                  </a:lnTo>
                  <a:lnTo>
                    <a:pt x="32" y="64"/>
                  </a:lnTo>
                  <a:lnTo>
                    <a:pt x="15" y="95"/>
                  </a:lnTo>
                  <a:lnTo>
                    <a:pt x="32" y="95"/>
                  </a:lnTo>
                  <a:lnTo>
                    <a:pt x="32" y="95"/>
                  </a:lnTo>
                  <a:cubicBezTo>
                    <a:pt x="63" y="95"/>
                    <a:pt x="78" y="112"/>
                    <a:pt x="78" y="143"/>
                  </a:cubicBezTo>
                  <a:cubicBezTo>
                    <a:pt x="78" y="158"/>
                    <a:pt x="63" y="175"/>
                    <a:pt x="47" y="175"/>
                  </a:cubicBezTo>
                  <a:lnTo>
                    <a:pt x="0" y="175"/>
                  </a:lnTo>
                  <a:lnTo>
                    <a:pt x="0" y="175"/>
                  </a:lnTo>
                  <a:lnTo>
                    <a:pt x="0" y="206"/>
                  </a:lnTo>
                  <a:cubicBezTo>
                    <a:pt x="15" y="206"/>
                    <a:pt x="32" y="206"/>
                    <a:pt x="63" y="190"/>
                  </a:cubicBezTo>
                  <a:lnTo>
                    <a:pt x="63" y="190"/>
                  </a:lnTo>
                  <a:lnTo>
                    <a:pt x="95" y="64"/>
                  </a:lnTo>
                  <a:lnTo>
                    <a:pt x="141" y="64"/>
                  </a:lnTo>
                  <a:lnTo>
                    <a:pt x="141" y="49"/>
                  </a:lnTo>
                  <a:lnTo>
                    <a:pt x="173" y="49"/>
                  </a:lnTo>
                  <a:lnTo>
                    <a:pt x="173" y="49"/>
                  </a:lnTo>
                  <a:lnTo>
                    <a:pt x="173" y="32"/>
                  </a:lnTo>
                  <a:cubicBezTo>
                    <a:pt x="173" y="17"/>
                    <a:pt x="158"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9" name="Google Shape;1569;p38"/>
            <p:cNvSpPr/>
            <p:nvPr/>
          </p:nvSpPr>
          <p:spPr>
            <a:xfrm>
              <a:off x="3413514" y="1769712"/>
              <a:ext cx="7537" cy="8555"/>
            </a:xfrm>
            <a:custGeom>
              <a:avLst/>
              <a:gdLst/>
              <a:ahLst/>
              <a:cxnLst/>
              <a:rect l="l" t="t" r="r" b="b"/>
              <a:pathLst>
                <a:path w="237" h="269" extrusionOk="0">
                  <a:moveTo>
                    <a:pt x="205" y="0"/>
                  </a:moveTo>
                  <a:lnTo>
                    <a:pt x="205" y="0"/>
                  </a:lnTo>
                  <a:lnTo>
                    <a:pt x="190" y="0"/>
                  </a:lnTo>
                  <a:cubicBezTo>
                    <a:pt x="190" y="0"/>
                    <a:pt x="174" y="0"/>
                    <a:pt x="174" y="17"/>
                  </a:cubicBezTo>
                  <a:lnTo>
                    <a:pt x="174" y="32"/>
                  </a:lnTo>
                  <a:lnTo>
                    <a:pt x="159" y="48"/>
                  </a:lnTo>
                  <a:lnTo>
                    <a:pt x="174" y="48"/>
                  </a:lnTo>
                  <a:cubicBezTo>
                    <a:pt x="190" y="48"/>
                    <a:pt x="205" y="63"/>
                    <a:pt x="205" y="95"/>
                  </a:cubicBezTo>
                  <a:cubicBezTo>
                    <a:pt x="205" y="111"/>
                    <a:pt x="190" y="111"/>
                    <a:pt x="174" y="111"/>
                  </a:cubicBezTo>
                  <a:lnTo>
                    <a:pt x="159" y="111"/>
                  </a:lnTo>
                  <a:lnTo>
                    <a:pt x="159" y="111"/>
                  </a:lnTo>
                  <a:lnTo>
                    <a:pt x="142" y="189"/>
                  </a:lnTo>
                  <a:lnTo>
                    <a:pt x="95" y="158"/>
                  </a:lnTo>
                  <a:lnTo>
                    <a:pt x="79" y="158"/>
                  </a:lnTo>
                  <a:lnTo>
                    <a:pt x="64" y="158"/>
                  </a:lnTo>
                  <a:lnTo>
                    <a:pt x="64" y="158"/>
                  </a:lnTo>
                  <a:lnTo>
                    <a:pt x="1" y="174"/>
                  </a:lnTo>
                  <a:lnTo>
                    <a:pt x="1" y="174"/>
                  </a:lnTo>
                  <a:lnTo>
                    <a:pt x="1" y="174"/>
                  </a:lnTo>
                  <a:cubicBezTo>
                    <a:pt x="16" y="189"/>
                    <a:pt x="16" y="189"/>
                    <a:pt x="16" y="206"/>
                  </a:cubicBezTo>
                  <a:lnTo>
                    <a:pt x="16" y="237"/>
                  </a:lnTo>
                  <a:lnTo>
                    <a:pt x="64" y="221"/>
                  </a:lnTo>
                  <a:lnTo>
                    <a:pt x="111" y="237"/>
                  </a:lnTo>
                  <a:lnTo>
                    <a:pt x="127" y="237"/>
                  </a:lnTo>
                  <a:lnTo>
                    <a:pt x="127" y="237"/>
                  </a:lnTo>
                  <a:cubicBezTo>
                    <a:pt x="142" y="237"/>
                    <a:pt x="159" y="237"/>
                    <a:pt x="159" y="252"/>
                  </a:cubicBezTo>
                  <a:lnTo>
                    <a:pt x="174" y="269"/>
                  </a:lnTo>
                  <a:lnTo>
                    <a:pt x="174" y="269"/>
                  </a:lnTo>
                  <a:lnTo>
                    <a:pt x="190" y="269"/>
                  </a:lnTo>
                  <a:cubicBezTo>
                    <a:pt x="190" y="252"/>
                    <a:pt x="205" y="252"/>
                    <a:pt x="205" y="237"/>
                  </a:cubicBezTo>
                  <a:lnTo>
                    <a:pt x="205" y="206"/>
                  </a:lnTo>
                  <a:lnTo>
                    <a:pt x="190" y="221"/>
                  </a:lnTo>
                  <a:lnTo>
                    <a:pt x="190" y="221"/>
                  </a:lnTo>
                  <a:cubicBezTo>
                    <a:pt x="174" y="221"/>
                    <a:pt x="159" y="206"/>
                    <a:pt x="159" y="189"/>
                  </a:cubicBezTo>
                  <a:cubicBezTo>
                    <a:pt x="159" y="158"/>
                    <a:pt x="174" y="143"/>
                    <a:pt x="190" y="143"/>
                  </a:cubicBezTo>
                  <a:lnTo>
                    <a:pt x="222" y="143"/>
                  </a:lnTo>
                  <a:lnTo>
                    <a:pt x="222" y="111"/>
                  </a:lnTo>
                  <a:lnTo>
                    <a:pt x="222" y="80"/>
                  </a:lnTo>
                  <a:lnTo>
                    <a:pt x="237" y="80"/>
                  </a:lnTo>
                  <a:lnTo>
                    <a:pt x="237" y="32"/>
                  </a:lnTo>
                  <a:cubicBezTo>
                    <a:pt x="237" y="17"/>
                    <a:pt x="222"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0" name="Google Shape;1570;p38"/>
            <p:cNvSpPr/>
            <p:nvPr/>
          </p:nvSpPr>
          <p:spPr>
            <a:xfrm>
              <a:off x="3168467" y="1794742"/>
              <a:ext cx="7569" cy="5565"/>
            </a:xfrm>
            <a:custGeom>
              <a:avLst/>
              <a:gdLst/>
              <a:ahLst/>
              <a:cxnLst/>
              <a:rect l="l" t="t" r="r" b="b"/>
              <a:pathLst>
                <a:path w="238" h="175" extrusionOk="0">
                  <a:moveTo>
                    <a:pt x="190" y="143"/>
                  </a:moveTo>
                  <a:lnTo>
                    <a:pt x="190" y="159"/>
                  </a:lnTo>
                  <a:cubicBezTo>
                    <a:pt x="206" y="159"/>
                    <a:pt x="206" y="175"/>
                    <a:pt x="190" y="175"/>
                  </a:cubicBezTo>
                  <a:lnTo>
                    <a:pt x="221" y="159"/>
                  </a:lnTo>
                  <a:lnTo>
                    <a:pt x="206" y="159"/>
                  </a:lnTo>
                  <a:cubicBezTo>
                    <a:pt x="206" y="159"/>
                    <a:pt x="190" y="159"/>
                    <a:pt x="190" y="143"/>
                  </a:cubicBezTo>
                  <a:close/>
                  <a:moveTo>
                    <a:pt x="143" y="1"/>
                  </a:moveTo>
                  <a:lnTo>
                    <a:pt x="95" y="1"/>
                  </a:lnTo>
                  <a:cubicBezTo>
                    <a:pt x="64" y="1"/>
                    <a:pt x="32" y="17"/>
                    <a:pt x="17" y="32"/>
                  </a:cubicBezTo>
                  <a:lnTo>
                    <a:pt x="17" y="32"/>
                  </a:lnTo>
                  <a:cubicBezTo>
                    <a:pt x="1" y="49"/>
                    <a:pt x="1" y="80"/>
                    <a:pt x="17" y="80"/>
                  </a:cubicBezTo>
                  <a:cubicBezTo>
                    <a:pt x="17" y="95"/>
                    <a:pt x="32" y="95"/>
                    <a:pt x="32" y="95"/>
                  </a:cubicBezTo>
                  <a:lnTo>
                    <a:pt x="64" y="95"/>
                  </a:lnTo>
                  <a:cubicBezTo>
                    <a:pt x="80" y="80"/>
                    <a:pt x="80" y="64"/>
                    <a:pt x="158" y="64"/>
                  </a:cubicBezTo>
                  <a:lnTo>
                    <a:pt x="158" y="95"/>
                  </a:lnTo>
                  <a:cubicBezTo>
                    <a:pt x="158" y="95"/>
                    <a:pt x="158" y="112"/>
                    <a:pt x="175" y="112"/>
                  </a:cubicBezTo>
                  <a:lnTo>
                    <a:pt x="158" y="112"/>
                  </a:lnTo>
                  <a:cubicBezTo>
                    <a:pt x="158" y="127"/>
                    <a:pt x="143" y="127"/>
                    <a:pt x="143" y="143"/>
                  </a:cubicBezTo>
                  <a:lnTo>
                    <a:pt x="158" y="127"/>
                  </a:lnTo>
                  <a:lnTo>
                    <a:pt x="158" y="127"/>
                  </a:lnTo>
                  <a:cubicBezTo>
                    <a:pt x="175" y="127"/>
                    <a:pt x="175" y="127"/>
                    <a:pt x="190" y="143"/>
                  </a:cubicBezTo>
                  <a:cubicBezTo>
                    <a:pt x="175" y="127"/>
                    <a:pt x="175" y="112"/>
                    <a:pt x="190" y="112"/>
                  </a:cubicBezTo>
                  <a:cubicBezTo>
                    <a:pt x="190" y="95"/>
                    <a:pt x="206" y="95"/>
                    <a:pt x="206" y="95"/>
                  </a:cubicBezTo>
                  <a:lnTo>
                    <a:pt x="221" y="95"/>
                  </a:lnTo>
                  <a:lnTo>
                    <a:pt x="221" y="95"/>
                  </a:lnTo>
                  <a:lnTo>
                    <a:pt x="238" y="95"/>
                  </a:lnTo>
                  <a:cubicBezTo>
                    <a:pt x="238" y="80"/>
                    <a:pt x="238" y="80"/>
                    <a:pt x="221" y="80"/>
                  </a:cubicBezTo>
                  <a:lnTo>
                    <a:pt x="221" y="64"/>
                  </a:lnTo>
                  <a:lnTo>
                    <a:pt x="190" y="64"/>
                  </a:lnTo>
                  <a:lnTo>
                    <a:pt x="190" y="64"/>
                  </a:lnTo>
                  <a:cubicBezTo>
                    <a:pt x="175" y="64"/>
                    <a:pt x="175" y="64"/>
                    <a:pt x="158" y="49"/>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1" name="Google Shape;1571;p38"/>
            <p:cNvSpPr/>
            <p:nvPr/>
          </p:nvSpPr>
          <p:spPr>
            <a:xfrm>
              <a:off x="3376463" y="1773720"/>
              <a:ext cx="4039" cy="6551"/>
            </a:xfrm>
            <a:custGeom>
              <a:avLst/>
              <a:gdLst/>
              <a:ahLst/>
              <a:cxnLst/>
              <a:rect l="l" t="t" r="r" b="b"/>
              <a:pathLst>
                <a:path w="127" h="206" extrusionOk="0">
                  <a:moveTo>
                    <a:pt x="32" y="0"/>
                  </a:moveTo>
                  <a:lnTo>
                    <a:pt x="32" y="0"/>
                  </a:lnTo>
                  <a:lnTo>
                    <a:pt x="15" y="0"/>
                  </a:lnTo>
                  <a:cubicBezTo>
                    <a:pt x="0" y="17"/>
                    <a:pt x="0" y="32"/>
                    <a:pt x="15" y="48"/>
                  </a:cubicBezTo>
                  <a:lnTo>
                    <a:pt x="47" y="95"/>
                  </a:lnTo>
                  <a:lnTo>
                    <a:pt x="47" y="95"/>
                  </a:lnTo>
                  <a:lnTo>
                    <a:pt x="63" y="174"/>
                  </a:lnTo>
                  <a:cubicBezTo>
                    <a:pt x="63" y="189"/>
                    <a:pt x="78" y="206"/>
                    <a:pt x="95" y="206"/>
                  </a:cubicBezTo>
                  <a:lnTo>
                    <a:pt x="110" y="206"/>
                  </a:lnTo>
                  <a:lnTo>
                    <a:pt x="126" y="189"/>
                  </a:lnTo>
                  <a:lnTo>
                    <a:pt x="126" y="158"/>
                  </a:lnTo>
                  <a:lnTo>
                    <a:pt x="126" y="143"/>
                  </a:lnTo>
                  <a:lnTo>
                    <a:pt x="126" y="111"/>
                  </a:lnTo>
                  <a:lnTo>
                    <a:pt x="126" y="111"/>
                  </a:lnTo>
                  <a:cubicBezTo>
                    <a:pt x="110" y="95"/>
                    <a:pt x="110" y="80"/>
                    <a:pt x="110" y="80"/>
                  </a:cubicBezTo>
                  <a:lnTo>
                    <a:pt x="110" y="48"/>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2" name="Google Shape;1572;p38"/>
            <p:cNvSpPr/>
            <p:nvPr/>
          </p:nvSpPr>
          <p:spPr>
            <a:xfrm>
              <a:off x="3208094" y="1793756"/>
              <a:ext cx="5025" cy="2035"/>
            </a:xfrm>
            <a:custGeom>
              <a:avLst/>
              <a:gdLst/>
              <a:ahLst/>
              <a:cxnLst/>
              <a:rect l="l" t="t" r="r" b="b"/>
              <a:pathLst>
                <a:path w="158" h="64" extrusionOk="0">
                  <a:moveTo>
                    <a:pt x="32" y="0"/>
                  </a:moveTo>
                  <a:lnTo>
                    <a:pt x="32" y="0"/>
                  </a:lnTo>
                  <a:cubicBezTo>
                    <a:pt x="15" y="0"/>
                    <a:pt x="15" y="0"/>
                    <a:pt x="0" y="17"/>
                  </a:cubicBezTo>
                  <a:lnTo>
                    <a:pt x="0" y="32"/>
                  </a:lnTo>
                  <a:cubicBezTo>
                    <a:pt x="0" y="48"/>
                    <a:pt x="15" y="63"/>
                    <a:pt x="32" y="63"/>
                  </a:cubicBezTo>
                  <a:lnTo>
                    <a:pt x="32" y="63"/>
                  </a:lnTo>
                  <a:lnTo>
                    <a:pt x="126" y="63"/>
                  </a:lnTo>
                  <a:lnTo>
                    <a:pt x="126" y="63"/>
                  </a:lnTo>
                  <a:cubicBezTo>
                    <a:pt x="141" y="63"/>
                    <a:pt x="158" y="48"/>
                    <a:pt x="158" y="32"/>
                  </a:cubicBezTo>
                  <a:cubicBezTo>
                    <a:pt x="158" y="17"/>
                    <a:pt x="158" y="0"/>
                    <a:pt x="126"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3" name="Google Shape;1573;p38"/>
            <p:cNvSpPr/>
            <p:nvPr/>
          </p:nvSpPr>
          <p:spPr>
            <a:xfrm>
              <a:off x="3265690" y="1820344"/>
              <a:ext cx="5025" cy="2512"/>
            </a:xfrm>
            <a:custGeom>
              <a:avLst/>
              <a:gdLst/>
              <a:ahLst/>
              <a:cxnLst/>
              <a:rect l="l" t="t" r="r" b="b"/>
              <a:pathLst>
                <a:path w="158" h="79" extrusionOk="0">
                  <a:moveTo>
                    <a:pt x="126" y="0"/>
                  </a:moveTo>
                  <a:lnTo>
                    <a:pt x="126" y="0"/>
                  </a:lnTo>
                  <a:lnTo>
                    <a:pt x="111" y="0"/>
                  </a:lnTo>
                  <a:lnTo>
                    <a:pt x="111" y="0"/>
                  </a:lnTo>
                  <a:lnTo>
                    <a:pt x="111" y="0"/>
                  </a:lnTo>
                  <a:cubicBezTo>
                    <a:pt x="95" y="0"/>
                    <a:pt x="95" y="15"/>
                    <a:pt x="80" y="15"/>
                  </a:cubicBezTo>
                  <a:lnTo>
                    <a:pt x="80" y="0"/>
                  </a:lnTo>
                  <a:lnTo>
                    <a:pt x="48" y="15"/>
                  </a:lnTo>
                  <a:lnTo>
                    <a:pt x="17" y="15"/>
                  </a:lnTo>
                  <a:cubicBezTo>
                    <a:pt x="0" y="15"/>
                    <a:pt x="0" y="32"/>
                    <a:pt x="0" y="63"/>
                  </a:cubicBezTo>
                  <a:cubicBezTo>
                    <a:pt x="0" y="63"/>
                    <a:pt x="0" y="78"/>
                    <a:pt x="17" y="78"/>
                  </a:cubicBezTo>
                  <a:lnTo>
                    <a:pt x="32" y="78"/>
                  </a:lnTo>
                  <a:cubicBezTo>
                    <a:pt x="32" y="63"/>
                    <a:pt x="48" y="63"/>
                    <a:pt x="48" y="63"/>
                  </a:cubicBezTo>
                  <a:lnTo>
                    <a:pt x="48" y="63"/>
                  </a:lnTo>
                  <a:cubicBezTo>
                    <a:pt x="63" y="63"/>
                    <a:pt x="63" y="63"/>
                    <a:pt x="80" y="78"/>
                  </a:cubicBezTo>
                  <a:lnTo>
                    <a:pt x="126" y="63"/>
                  </a:lnTo>
                  <a:cubicBezTo>
                    <a:pt x="143" y="63"/>
                    <a:pt x="158" y="47"/>
                    <a:pt x="158" y="32"/>
                  </a:cubicBezTo>
                  <a:cubicBezTo>
                    <a:pt x="158" y="15"/>
                    <a:pt x="143"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4" name="Google Shape;1574;p38"/>
            <p:cNvSpPr/>
            <p:nvPr/>
          </p:nvSpPr>
          <p:spPr>
            <a:xfrm>
              <a:off x="3034191" y="1822348"/>
              <a:ext cx="2544" cy="3498"/>
            </a:xfrm>
            <a:custGeom>
              <a:avLst/>
              <a:gdLst/>
              <a:ahLst/>
              <a:cxnLst/>
              <a:rect l="l" t="t" r="r" b="b"/>
              <a:pathLst>
                <a:path w="80" h="110" extrusionOk="0">
                  <a:moveTo>
                    <a:pt x="80" y="0"/>
                  </a:moveTo>
                  <a:lnTo>
                    <a:pt x="32" y="32"/>
                  </a:lnTo>
                  <a:lnTo>
                    <a:pt x="17" y="32"/>
                  </a:lnTo>
                  <a:lnTo>
                    <a:pt x="0" y="32"/>
                  </a:lnTo>
                  <a:lnTo>
                    <a:pt x="0" y="78"/>
                  </a:lnTo>
                  <a:cubicBezTo>
                    <a:pt x="0" y="95"/>
                    <a:pt x="17" y="110"/>
                    <a:pt x="32" y="110"/>
                  </a:cubicBezTo>
                  <a:lnTo>
                    <a:pt x="32" y="110"/>
                  </a:lnTo>
                  <a:cubicBezTo>
                    <a:pt x="48" y="110"/>
                    <a:pt x="63" y="95"/>
                    <a:pt x="63" y="78"/>
                  </a:cubicBezTo>
                  <a:lnTo>
                    <a:pt x="80"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5" name="Google Shape;1575;p38"/>
            <p:cNvSpPr/>
            <p:nvPr/>
          </p:nvSpPr>
          <p:spPr>
            <a:xfrm>
              <a:off x="3170470" y="1809785"/>
              <a:ext cx="5565" cy="2576"/>
            </a:xfrm>
            <a:custGeom>
              <a:avLst/>
              <a:gdLst/>
              <a:ahLst/>
              <a:cxnLst/>
              <a:rect l="l" t="t" r="r" b="b"/>
              <a:pathLst>
                <a:path w="175" h="81" extrusionOk="0">
                  <a:moveTo>
                    <a:pt x="32" y="1"/>
                  </a:moveTo>
                  <a:lnTo>
                    <a:pt x="32" y="1"/>
                  </a:lnTo>
                  <a:cubicBezTo>
                    <a:pt x="17" y="1"/>
                    <a:pt x="1" y="17"/>
                    <a:pt x="1" y="32"/>
                  </a:cubicBezTo>
                  <a:cubicBezTo>
                    <a:pt x="1" y="49"/>
                    <a:pt x="17" y="64"/>
                    <a:pt x="32" y="64"/>
                  </a:cubicBezTo>
                  <a:lnTo>
                    <a:pt x="127" y="80"/>
                  </a:lnTo>
                  <a:lnTo>
                    <a:pt x="127" y="80"/>
                  </a:lnTo>
                  <a:cubicBezTo>
                    <a:pt x="143" y="80"/>
                    <a:pt x="158" y="64"/>
                    <a:pt x="158" y="49"/>
                  </a:cubicBezTo>
                  <a:cubicBezTo>
                    <a:pt x="175" y="32"/>
                    <a:pt x="158" y="17"/>
                    <a:pt x="127"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6" name="Google Shape;1576;p38"/>
            <p:cNvSpPr/>
            <p:nvPr/>
          </p:nvSpPr>
          <p:spPr>
            <a:xfrm>
              <a:off x="3274723" y="1765196"/>
              <a:ext cx="2035" cy="2067"/>
            </a:xfrm>
            <a:custGeom>
              <a:avLst/>
              <a:gdLst/>
              <a:ahLst/>
              <a:cxnLst/>
              <a:rect l="l" t="t" r="r" b="b"/>
              <a:pathLst>
                <a:path w="64" h="65" extrusionOk="0">
                  <a:moveTo>
                    <a:pt x="32" y="1"/>
                  </a:moveTo>
                  <a:lnTo>
                    <a:pt x="16" y="1"/>
                  </a:lnTo>
                  <a:lnTo>
                    <a:pt x="0" y="1"/>
                  </a:lnTo>
                  <a:lnTo>
                    <a:pt x="0" y="1"/>
                  </a:lnTo>
                  <a:cubicBezTo>
                    <a:pt x="16" y="1"/>
                    <a:pt x="16" y="16"/>
                    <a:pt x="16" y="33"/>
                  </a:cubicBezTo>
                  <a:cubicBezTo>
                    <a:pt x="16" y="48"/>
                    <a:pt x="16" y="48"/>
                    <a:pt x="32" y="64"/>
                  </a:cubicBezTo>
                  <a:lnTo>
                    <a:pt x="32" y="64"/>
                  </a:lnTo>
                  <a:cubicBezTo>
                    <a:pt x="48" y="64"/>
                    <a:pt x="63" y="48"/>
                    <a:pt x="63" y="33"/>
                  </a:cubicBezTo>
                  <a:cubicBezTo>
                    <a:pt x="63"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7" name="Google Shape;1577;p38"/>
            <p:cNvSpPr/>
            <p:nvPr/>
          </p:nvSpPr>
          <p:spPr>
            <a:xfrm>
              <a:off x="3271224" y="1765196"/>
              <a:ext cx="8523" cy="7060"/>
            </a:xfrm>
            <a:custGeom>
              <a:avLst/>
              <a:gdLst/>
              <a:ahLst/>
              <a:cxnLst/>
              <a:rect l="l" t="t" r="r" b="b"/>
              <a:pathLst>
                <a:path w="268" h="222" extrusionOk="0">
                  <a:moveTo>
                    <a:pt x="95" y="1"/>
                  </a:moveTo>
                  <a:lnTo>
                    <a:pt x="95" y="1"/>
                  </a:lnTo>
                  <a:lnTo>
                    <a:pt x="78" y="1"/>
                  </a:lnTo>
                  <a:lnTo>
                    <a:pt x="15" y="33"/>
                  </a:lnTo>
                  <a:cubicBezTo>
                    <a:pt x="15" y="33"/>
                    <a:pt x="0" y="33"/>
                    <a:pt x="0" y="48"/>
                  </a:cubicBezTo>
                  <a:lnTo>
                    <a:pt x="15" y="48"/>
                  </a:lnTo>
                  <a:cubicBezTo>
                    <a:pt x="15" y="33"/>
                    <a:pt x="32" y="33"/>
                    <a:pt x="32" y="33"/>
                  </a:cubicBezTo>
                  <a:lnTo>
                    <a:pt x="32" y="33"/>
                  </a:lnTo>
                  <a:cubicBezTo>
                    <a:pt x="47" y="33"/>
                    <a:pt x="63" y="48"/>
                    <a:pt x="63" y="64"/>
                  </a:cubicBezTo>
                  <a:lnTo>
                    <a:pt x="63" y="79"/>
                  </a:lnTo>
                  <a:lnTo>
                    <a:pt x="63" y="79"/>
                  </a:lnTo>
                  <a:cubicBezTo>
                    <a:pt x="78" y="96"/>
                    <a:pt x="78" y="111"/>
                    <a:pt x="95" y="127"/>
                  </a:cubicBezTo>
                  <a:cubicBezTo>
                    <a:pt x="110" y="174"/>
                    <a:pt x="142" y="205"/>
                    <a:pt x="205" y="222"/>
                  </a:cubicBezTo>
                  <a:lnTo>
                    <a:pt x="221" y="222"/>
                  </a:lnTo>
                  <a:lnTo>
                    <a:pt x="236" y="222"/>
                  </a:lnTo>
                  <a:lnTo>
                    <a:pt x="252" y="205"/>
                  </a:lnTo>
                  <a:lnTo>
                    <a:pt x="268" y="159"/>
                  </a:lnTo>
                  <a:cubicBezTo>
                    <a:pt x="268" y="142"/>
                    <a:pt x="268" y="127"/>
                    <a:pt x="252" y="111"/>
                  </a:cubicBezTo>
                  <a:lnTo>
                    <a:pt x="236" y="111"/>
                  </a:lnTo>
                  <a:cubicBezTo>
                    <a:pt x="221" y="111"/>
                    <a:pt x="205" y="111"/>
                    <a:pt x="205" y="127"/>
                  </a:cubicBezTo>
                  <a:lnTo>
                    <a:pt x="205" y="142"/>
                  </a:lnTo>
                  <a:cubicBezTo>
                    <a:pt x="158" y="127"/>
                    <a:pt x="142" y="96"/>
                    <a:pt x="142" y="64"/>
                  </a:cubicBezTo>
                  <a:cubicBezTo>
                    <a:pt x="126" y="48"/>
                    <a:pt x="126" y="48"/>
                    <a:pt x="126" y="33"/>
                  </a:cubicBezTo>
                  <a:cubicBezTo>
                    <a:pt x="126" y="16"/>
                    <a:pt x="126" y="1"/>
                    <a:pt x="110" y="1"/>
                  </a:cubicBez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8" name="Google Shape;1578;p38"/>
            <p:cNvSpPr/>
            <p:nvPr/>
          </p:nvSpPr>
          <p:spPr>
            <a:xfrm>
              <a:off x="3393955" y="1790735"/>
              <a:ext cx="5057" cy="4580"/>
            </a:xfrm>
            <a:custGeom>
              <a:avLst/>
              <a:gdLst/>
              <a:ahLst/>
              <a:cxnLst/>
              <a:rect l="l" t="t" r="r" b="b"/>
              <a:pathLst>
                <a:path w="159" h="144" extrusionOk="0">
                  <a:moveTo>
                    <a:pt x="95" y="1"/>
                  </a:moveTo>
                  <a:lnTo>
                    <a:pt x="95" y="1"/>
                  </a:lnTo>
                  <a:lnTo>
                    <a:pt x="80" y="1"/>
                  </a:lnTo>
                  <a:lnTo>
                    <a:pt x="95" y="49"/>
                  </a:lnTo>
                  <a:cubicBezTo>
                    <a:pt x="95" y="64"/>
                    <a:pt x="80" y="80"/>
                    <a:pt x="64" y="80"/>
                  </a:cubicBezTo>
                  <a:lnTo>
                    <a:pt x="64" y="80"/>
                  </a:lnTo>
                  <a:lnTo>
                    <a:pt x="49" y="80"/>
                  </a:lnTo>
                  <a:lnTo>
                    <a:pt x="32" y="95"/>
                  </a:lnTo>
                  <a:lnTo>
                    <a:pt x="17" y="80"/>
                  </a:lnTo>
                  <a:lnTo>
                    <a:pt x="17" y="95"/>
                  </a:lnTo>
                  <a:cubicBezTo>
                    <a:pt x="1" y="95"/>
                    <a:pt x="1" y="112"/>
                    <a:pt x="17" y="127"/>
                  </a:cubicBezTo>
                  <a:lnTo>
                    <a:pt x="17" y="127"/>
                  </a:lnTo>
                  <a:lnTo>
                    <a:pt x="32" y="143"/>
                  </a:lnTo>
                  <a:lnTo>
                    <a:pt x="49" y="143"/>
                  </a:lnTo>
                  <a:cubicBezTo>
                    <a:pt x="49" y="143"/>
                    <a:pt x="64" y="143"/>
                    <a:pt x="64" y="127"/>
                  </a:cubicBezTo>
                  <a:lnTo>
                    <a:pt x="80" y="112"/>
                  </a:lnTo>
                  <a:lnTo>
                    <a:pt x="95" y="112"/>
                  </a:lnTo>
                  <a:lnTo>
                    <a:pt x="112" y="112"/>
                  </a:lnTo>
                  <a:lnTo>
                    <a:pt x="112" y="112"/>
                  </a:lnTo>
                  <a:lnTo>
                    <a:pt x="127" y="112"/>
                  </a:lnTo>
                  <a:lnTo>
                    <a:pt x="127" y="112"/>
                  </a:lnTo>
                  <a:lnTo>
                    <a:pt x="143" y="112"/>
                  </a:lnTo>
                  <a:lnTo>
                    <a:pt x="158" y="95"/>
                  </a:lnTo>
                  <a:lnTo>
                    <a:pt x="158" y="49"/>
                  </a:lnTo>
                  <a:cubicBezTo>
                    <a:pt x="158" y="32"/>
                    <a:pt x="158" y="32"/>
                    <a:pt x="143" y="17"/>
                  </a:cubicBezTo>
                  <a:lnTo>
                    <a:pt x="127" y="1"/>
                  </a:lnTo>
                  <a:lnTo>
                    <a:pt x="11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9" name="Google Shape;1579;p38"/>
            <p:cNvSpPr/>
            <p:nvPr/>
          </p:nvSpPr>
          <p:spPr>
            <a:xfrm>
              <a:off x="3119362" y="1795760"/>
              <a:ext cx="4039" cy="5057"/>
            </a:xfrm>
            <a:custGeom>
              <a:avLst/>
              <a:gdLst/>
              <a:ahLst/>
              <a:cxnLst/>
              <a:rect l="l" t="t" r="r" b="b"/>
              <a:pathLst>
                <a:path w="127" h="159" extrusionOk="0">
                  <a:moveTo>
                    <a:pt x="32" y="0"/>
                  </a:moveTo>
                  <a:lnTo>
                    <a:pt x="32" y="0"/>
                  </a:lnTo>
                  <a:lnTo>
                    <a:pt x="32" y="0"/>
                  </a:lnTo>
                  <a:lnTo>
                    <a:pt x="32" y="0"/>
                  </a:lnTo>
                  <a:lnTo>
                    <a:pt x="1" y="0"/>
                  </a:lnTo>
                  <a:lnTo>
                    <a:pt x="1" y="32"/>
                  </a:lnTo>
                  <a:lnTo>
                    <a:pt x="1" y="63"/>
                  </a:lnTo>
                  <a:lnTo>
                    <a:pt x="1" y="80"/>
                  </a:lnTo>
                  <a:lnTo>
                    <a:pt x="1" y="127"/>
                  </a:lnTo>
                  <a:lnTo>
                    <a:pt x="1" y="127"/>
                  </a:lnTo>
                  <a:lnTo>
                    <a:pt x="1" y="127"/>
                  </a:lnTo>
                  <a:lnTo>
                    <a:pt x="17" y="127"/>
                  </a:lnTo>
                  <a:cubicBezTo>
                    <a:pt x="32" y="127"/>
                    <a:pt x="49" y="143"/>
                    <a:pt x="49" y="158"/>
                  </a:cubicBezTo>
                  <a:lnTo>
                    <a:pt x="49" y="158"/>
                  </a:lnTo>
                  <a:lnTo>
                    <a:pt x="49" y="158"/>
                  </a:lnTo>
                  <a:lnTo>
                    <a:pt x="64" y="158"/>
                  </a:lnTo>
                  <a:lnTo>
                    <a:pt x="64" y="158"/>
                  </a:lnTo>
                  <a:cubicBezTo>
                    <a:pt x="80" y="158"/>
                    <a:pt x="112" y="143"/>
                    <a:pt x="112" y="127"/>
                  </a:cubicBezTo>
                  <a:cubicBezTo>
                    <a:pt x="127" y="111"/>
                    <a:pt x="127" y="80"/>
                    <a:pt x="112" y="48"/>
                  </a:cubicBezTo>
                  <a:cubicBezTo>
                    <a:pt x="95" y="32"/>
                    <a:pt x="95" y="17"/>
                    <a:pt x="80" y="17"/>
                  </a:cubicBezTo>
                  <a:lnTo>
                    <a:pt x="80"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0" name="Google Shape;1580;p38"/>
            <p:cNvSpPr/>
            <p:nvPr/>
          </p:nvSpPr>
          <p:spPr>
            <a:xfrm>
              <a:off x="3103842" y="1799290"/>
              <a:ext cx="4548" cy="3021"/>
            </a:xfrm>
            <a:custGeom>
              <a:avLst/>
              <a:gdLst/>
              <a:ahLst/>
              <a:cxnLst/>
              <a:rect l="l" t="t" r="r" b="b"/>
              <a:pathLst>
                <a:path w="143" h="95" extrusionOk="0">
                  <a:moveTo>
                    <a:pt x="95" y="0"/>
                  </a:moveTo>
                  <a:cubicBezTo>
                    <a:pt x="79" y="0"/>
                    <a:pt x="48" y="16"/>
                    <a:pt x="16" y="16"/>
                  </a:cubicBezTo>
                  <a:lnTo>
                    <a:pt x="1" y="16"/>
                  </a:lnTo>
                  <a:lnTo>
                    <a:pt x="48" y="79"/>
                  </a:lnTo>
                  <a:cubicBezTo>
                    <a:pt x="48" y="95"/>
                    <a:pt x="64" y="95"/>
                    <a:pt x="79" y="95"/>
                  </a:cubicBezTo>
                  <a:lnTo>
                    <a:pt x="79" y="95"/>
                  </a:lnTo>
                  <a:lnTo>
                    <a:pt x="95" y="95"/>
                  </a:lnTo>
                  <a:cubicBezTo>
                    <a:pt x="95" y="95"/>
                    <a:pt x="95" y="79"/>
                    <a:pt x="111" y="79"/>
                  </a:cubicBezTo>
                  <a:lnTo>
                    <a:pt x="142" y="32"/>
                  </a:lnTo>
                  <a:lnTo>
                    <a:pt x="142" y="16"/>
                  </a:lnTo>
                  <a:lnTo>
                    <a:pt x="142" y="16"/>
                  </a:lnTo>
                  <a:lnTo>
                    <a:pt x="111"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1" name="Google Shape;1581;p38"/>
            <p:cNvSpPr/>
            <p:nvPr/>
          </p:nvSpPr>
          <p:spPr>
            <a:xfrm>
              <a:off x="3435045" y="1789272"/>
              <a:ext cx="6583" cy="5025"/>
            </a:xfrm>
            <a:custGeom>
              <a:avLst/>
              <a:gdLst/>
              <a:ahLst/>
              <a:cxnLst/>
              <a:rect l="l" t="t" r="r" b="b"/>
              <a:pathLst>
                <a:path w="207" h="158" extrusionOk="0">
                  <a:moveTo>
                    <a:pt x="64" y="15"/>
                  </a:moveTo>
                  <a:lnTo>
                    <a:pt x="49" y="15"/>
                  </a:lnTo>
                  <a:lnTo>
                    <a:pt x="49" y="15"/>
                  </a:lnTo>
                  <a:lnTo>
                    <a:pt x="1" y="63"/>
                  </a:lnTo>
                  <a:lnTo>
                    <a:pt x="1" y="95"/>
                  </a:lnTo>
                  <a:lnTo>
                    <a:pt x="1" y="110"/>
                  </a:lnTo>
                  <a:lnTo>
                    <a:pt x="32" y="126"/>
                  </a:lnTo>
                  <a:lnTo>
                    <a:pt x="49" y="141"/>
                  </a:lnTo>
                  <a:cubicBezTo>
                    <a:pt x="49" y="158"/>
                    <a:pt x="64" y="158"/>
                    <a:pt x="64" y="158"/>
                  </a:cubicBezTo>
                  <a:cubicBezTo>
                    <a:pt x="80" y="158"/>
                    <a:pt x="80" y="141"/>
                    <a:pt x="95" y="141"/>
                  </a:cubicBezTo>
                  <a:lnTo>
                    <a:pt x="95" y="110"/>
                  </a:lnTo>
                  <a:lnTo>
                    <a:pt x="95" y="110"/>
                  </a:lnTo>
                  <a:lnTo>
                    <a:pt x="80" y="110"/>
                  </a:lnTo>
                  <a:cubicBezTo>
                    <a:pt x="64" y="110"/>
                    <a:pt x="49" y="95"/>
                    <a:pt x="49" y="78"/>
                  </a:cubicBezTo>
                  <a:cubicBezTo>
                    <a:pt x="49" y="63"/>
                    <a:pt x="64" y="47"/>
                    <a:pt x="80" y="32"/>
                  </a:cubicBezTo>
                  <a:cubicBezTo>
                    <a:pt x="64" y="32"/>
                    <a:pt x="64" y="32"/>
                    <a:pt x="64" y="15"/>
                  </a:cubicBezTo>
                  <a:close/>
                  <a:moveTo>
                    <a:pt x="158" y="0"/>
                  </a:moveTo>
                  <a:lnTo>
                    <a:pt x="143" y="0"/>
                  </a:lnTo>
                  <a:lnTo>
                    <a:pt x="127" y="0"/>
                  </a:lnTo>
                  <a:lnTo>
                    <a:pt x="127" y="15"/>
                  </a:lnTo>
                  <a:cubicBezTo>
                    <a:pt x="127" y="15"/>
                    <a:pt x="127" y="32"/>
                    <a:pt x="112" y="32"/>
                  </a:cubicBezTo>
                  <a:lnTo>
                    <a:pt x="143" y="32"/>
                  </a:lnTo>
                  <a:lnTo>
                    <a:pt x="158" y="32"/>
                  </a:lnTo>
                  <a:cubicBezTo>
                    <a:pt x="175" y="32"/>
                    <a:pt x="190" y="47"/>
                    <a:pt x="190" y="63"/>
                  </a:cubicBezTo>
                  <a:lnTo>
                    <a:pt x="190" y="63"/>
                  </a:lnTo>
                  <a:cubicBezTo>
                    <a:pt x="206" y="63"/>
                    <a:pt x="206" y="47"/>
                    <a:pt x="206" y="32"/>
                  </a:cubicBezTo>
                  <a:cubicBezTo>
                    <a:pt x="206" y="15"/>
                    <a:pt x="190" y="0"/>
                    <a:pt x="17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2" name="Google Shape;1582;p38"/>
            <p:cNvSpPr/>
            <p:nvPr/>
          </p:nvSpPr>
          <p:spPr>
            <a:xfrm>
              <a:off x="3301756" y="1818817"/>
              <a:ext cx="7060" cy="3562"/>
            </a:xfrm>
            <a:custGeom>
              <a:avLst/>
              <a:gdLst/>
              <a:ahLst/>
              <a:cxnLst/>
              <a:rect l="l" t="t" r="r" b="b"/>
              <a:pathLst>
                <a:path w="222" h="112" extrusionOk="0">
                  <a:moveTo>
                    <a:pt x="49" y="0"/>
                  </a:moveTo>
                  <a:lnTo>
                    <a:pt x="49" y="0"/>
                  </a:lnTo>
                  <a:cubicBezTo>
                    <a:pt x="32" y="0"/>
                    <a:pt x="17" y="17"/>
                    <a:pt x="17" y="17"/>
                  </a:cubicBezTo>
                  <a:cubicBezTo>
                    <a:pt x="1" y="48"/>
                    <a:pt x="17" y="63"/>
                    <a:pt x="32" y="63"/>
                  </a:cubicBezTo>
                  <a:lnTo>
                    <a:pt x="158" y="111"/>
                  </a:lnTo>
                  <a:lnTo>
                    <a:pt x="175" y="111"/>
                  </a:lnTo>
                  <a:cubicBezTo>
                    <a:pt x="190" y="111"/>
                    <a:pt x="206" y="95"/>
                    <a:pt x="206" y="80"/>
                  </a:cubicBezTo>
                  <a:cubicBezTo>
                    <a:pt x="221" y="63"/>
                    <a:pt x="206" y="48"/>
                    <a:pt x="190" y="48"/>
                  </a:cubicBezTo>
                  <a:lnTo>
                    <a:pt x="158" y="32"/>
                  </a:lnTo>
                  <a:lnTo>
                    <a:pt x="158" y="32"/>
                  </a:lnTo>
                  <a:lnTo>
                    <a:pt x="158" y="32"/>
                  </a:lnTo>
                  <a:cubicBezTo>
                    <a:pt x="143" y="32"/>
                    <a:pt x="127" y="32"/>
                    <a:pt x="127"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3" name="Google Shape;1583;p38"/>
            <p:cNvSpPr/>
            <p:nvPr/>
          </p:nvSpPr>
          <p:spPr>
            <a:xfrm>
              <a:off x="3421560" y="1787268"/>
              <a:ext cx="6520" cy="3021"/>
            </a:xfrm>
            <a:custGeom>
              <a:avLst/>
              <a:gdLst/>
              <a:ahLst/>
              <a:cxnLst/>
              <a:rect l="l" t="t" r="r" b="b"/>
              <a:pathLst>
                <a:path w="205" h="95" extrusionOk="0">
                  <a:moveTo>
                    <a:pt x="158" y="0"/>
                  </a:moveTo>
                  <a:lnTo>
                    <a:pt x="158" y="0"/>
                  </a:lnTo>
                  <a:lnTo>
                    <a:pt x="158" y="0"/>
                  </a:lnTo>
                  <a:lnTo>
                    <a:pt x="126" y="0"/>
                  </a:lnTo>
                  <a:lnTo>
                    <a:pt x="32" y="32"/>
                  </a:lnTo>
                  <a:lnTo>
                    <a:pt x="32" y="32"/>
                  </a:lnTo>
                  <a:cubicBezTo>
                    <a:pt x="15" y="47"/>
                    <a:pt x="0" y="63"/>
                    <a:pt x="0" y="78"/>
                  </a:cubicBezTo>
                  <a:cubicBezTo>
                    <a:pt x="15" y="78"/>
                    <a:pt x="15" y="78"/>
                    <a:pt x="15" y="95"/>
                  </a:cubicBezTo>
                  <a:lnTo>
                    <a:pt x="32" y="95"/>
                  </a:lnTo>
                  <a:lnTo>
                    <a:pt x="47" y="95"/>
                  </a:lnTo>
                  <a:lnTo>
                    <a:pt x="47" y="95"/>
                  </a:lnTo>
                  <a:lnTo>
                    <a:pt x="63" y="95"/>
                  </a:lnTo>
                  <a:lnTo>
                    <a:pt x="63" y="95"/>
                  </a:lnTo>
                  <a:lnTo>
                    <a:pt x="141" y="78"/>
                  </a:lnTo>
                  <a:lnTo>
                    <a:pt x="141" y="63"/>
                  </a:lnTo>
                  <a:cubicBezTo>
                    <a:pt x="141" y="47"/>
                    <a:pt x="158" y="32"/>
                    <a:pt x="173" y="32"/>
                  </a:cubicBezTo>
                  <a:lnTo>
                    <a:pt x="173" y="32"/>
                  </a:lnTo>
                  <a:lnTo>
                    <a:pt x="189" y="32"/>
                  </a:lnTo>
                  <a:lnTo>
                    <a:pt x="189" y="47"/>
                  </a:lnTo>
                  <a:cubicBezTo>
                    <a:pt x="189" y="32"/>
                    <a:pt x="204" y="32"/>
                    <a:pt x="189" y="15"/>
                  </a:cubicBezTo>
                  <a:cubicBezTo>
                    <a:pt x="189" y="0"/>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4" name="Google Shape;1584;p38"/>
            <p:cNvSpPr/>
            <p:nvPr/>
          </p:nvSpPr>
          <p:spPr>
            <a:xfrm>
              <a:off x="3085809" y="1790735"/>
              <a:ext cx="3053" cy="2576"/>
            </a:xfrm>
            <a:custGeom>
              <a:avLst/>
              <a:gdLst/>
              <a:ahLst/>
              <a:cxnLst/>
              <a:rect l="l" t="t" r="r" b="b"/>
              <a:pathLst>
                <a:path w="96" h="81" extrusionOk="0">
                  <a:moveTo>
                    <a:pt x="79" y="1"/>
                  </a:moveTo>
                  <a:lnTo>
                    <a:pt x="79" y="1"/>
                  </a:lnTo>
                  <a:lnTo>
                    <a:pt x="16" y="17"/>
                  </a:lnTo>
                  <a:lnTo>
                    <a:pt x="16" y="17"/>
                  </a:lnTo>
                  <a:lnTo>
                    <a:pt x="1" y="17"/>
                  </a:lnTo>
                  <a:lnTo>
                    <a:pt x="1" y="32"/>
                  </a:lnTo>
                  <a:lnTo>
                    <a:pt x="1" y="49"/>
                  </a:lnTo>
                  <a:lnTo>
                    <a:pt x="16" y="49"/>
                  </a:lnTo>
                  <a:lnTo>
                    <a:pt x="16" y="49"/>
                  </a:lnTo>
                  <a:cubicBezTo>
                    <a:pt x="1" y="64"/>
                    <a:pt x="16" y="80"/>
                    <a:pt x="16" y="80"/>
                  </a:cubicBezTo>
                  <a:lnTo>
                    <a:pt x="16" y="80"/>
                  </a:lnTo>
                  <a:lnTo>
                    <a:pt x="32" y="80"/>
                  </a:lnTo>
                  <a:lnTo>
                    <a:pt x="47" y="80"/>
                  </a:lnTo>
                  <a:lnTo>
                    <a:pt x="64" y="80"/>
                  </a:lnTo>
                  <a:cubicBezTo>
                    <a:pt x="64" y="80"/>
                    <a:pt x="79" y="80"/>
                    <a:pt x="79" y="64"/>
                  </a:cubicBezTo>
                  <a:lnTo>
                    <a:pt x="79" y="64"/>
                  </a:lnTo>
                  <a:lnTo>
                    <a:pt x="95" y="17"/>
                  </a:lnTo>
                  <a:lnTo>
                    <a:pt x="95"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5" name="Google Shape;1585;p38"/>
            <p:cNvSpPr/>
            <p:nvPr/>
          </p:nvSpPr>
          <p:spPr>
            <a:xfrm>
              <a:off x="3033174" y="1793279"/>
              <a:ext cx="5057" cy="2512"/>
            </a:xfrm>
            <a:custGeom>
              <a:avLst/>
              <a:gdLst/>
              <a:ahLst/>
              <a:cxnLst/>
              <a:rect l="l" t="t" r="r" b="b"/>
              <a:pathLst>
                <a:path w="159" h="79" extrusionOk="0">
                  <a:moveTo>
                    <a:pt x="112" y="0"/>
                  </a:moveTo>
                  <a:lnTo>
                    <a:pt x="112" y="0"/>
                  </a:lnTo>
                  <a:lnTo>
                    <a:pt x="32" y="0"/>
                  </a:lnTo>
                  <a:lnTo>
                    <a:pt x="32" y="0"/>
                  </a:lnTo>
                  <a:cubicBezTo>
                    <a:pt x="17" y="0"/>
                    <a:pt x="1" y="15"/>
                    <a:pt x="1" y="32"/>
                  </a:cubicBezTo>
                  <a:cubicBezTo>
                    <a:pt x="1" y="47"/>
                    <a:pt x="1" y="63"/>
                    <a:pt x="17" y="63"/>
                  </a:cubicBezTo>
                  <a:cubicBezTo>
                    <a:pt x="17" y="63"/>
                    <a:pt x="17" y="78"/>
                    <a:pt x="32" y="78"/>
                  </a:cubicBezTo>
                  <a:lnTo>
                    <a:pt x="32" y="78"/>
                  </a:lnTo>
                  <a:lnTo>
                    <a:pt x="95" y="63"/>
                  </a:lnTo>
                  <a:lnTo>
                    <a:pt x="112" y="63"/>
                  </a:lnTo>
                  <a:lnTo>
                    <a:pt x="127" y="63"/>
                  </a:lnTo>
                  <a:cubicBezTo>
                    <a:pt x="143" y="63"/>
                    <a:pt x="158" y="47"/>
                    <a:pt x="158" y="32"/>
                  </a:cubicBezTo>
                  <a:lnTo>
                    <a:pt x="143" y="32"/>
                  </a:lnTo>
                  <a:cubicBezTo>
                    <a:pt x="143" y="15"/>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6" name="Google Shape;1586;p38"/>
            <p:cNvSpPr/>
            <p:nvPr/>
          </p:nvSpPr>
          <p:spPr>
            <a:xfrm>
              <a:off x="3393478" y="1789749"/>
              <a:ext cx="3053" cy="4039"/>
            </a:xfrm>
            <a:custGeom>
              <a:avLst/>
              <a:gdLst/>
              <a:ahLst/>
              <a:cxnLst/>
              <a:rect l="l" t="t" r="r" b="b"/>
              <a:pathLst>
                <a:path w="96" h="127" extrusionOk="0">
                  <a:moveTo>
                    <a:pt x="95" y="0"/>
                  </a:moveTo>
                  <a:lnTo>
                    <a:pt x="95" y="17"/>
                  </a:lnTo>
                  <a:lnTo>
                    <a:pt x="95" y="17"/>
                  </a:lnTo>
                  <a:lnTo>
                    <a:pt x="95" y="0"/>
                  </a:lnTo>
                  <a:close/>
                  <a:moveTo>
                    <a:pt x="16" y="0"/>
                  </a:moveTo>
                  <a:cubicBezTo>
                    <a:pt x="16" y="0"/>
                    <a:pt x="16" y="17"/>
                    <a:pt x="1" y="32"/>
                  </a:cubicBezTo>
                  <a:cubicBezTo>
                    <a:pt x="1" y="48"/>
                    <a:pt x="1" y="80"/>
                    <a:pt x="16" y="95"/>
                  </a:cubicBezTo>
                  <a:cubicBezTo>
                    <a:pt x="16" y="111"/>
                    <a:pt x="32" y="111"/>
                    <a:pt x="32" y="111"/>
                  </a:cubicBezTo>
                  <a:lnTo>
                    <a:pt x="47" y="126"/>
                  </a:lnTo>
                  <a:lnTo>
                    <a:pt x="64" y="111"/>
                  </a:lnTo>
                  <a:cubicBezTo>
                    <a:pt x="47" y="111"/>
                    <a:pt x="47" y="95"/>
                    <a:pt x="32" y="80"/>
                  </a:cubicBezTo>
                  <a:lnTo>
                    <a:pt x="32" y="17"/>
                  </a:lnTo>
                  <a:cubicBezTo>
                    <a:pt x="32" y="17"/>
                    <a:pt x="16" y="17"/>
                    <a:pt x="16" y="0"/>
                  </a:cubicBezTo>
                  <a:close/>
                  <a:moveTo>
                    <a:pt x="95" y="0"/>
                  </a:move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7" name="Google Shape;1587;p38"/>
            <p:cNvSpPr/>
            <p:nvPr/>
          </p:nvSpPr>
          <p:spPr>
            <a:xfrm>
              <a:off x="3266199" y="1812806"/>
              <a:ext cx="3530" cy="4039"/>
            </a:xfrm>
            <a:custGeom>
              <a:avLst/>
              <a:gdLst/>
              <a:ahLst/>
              <a:cxnLst/>
              <a:rect l="l" t="t" r="r" b="b"/>
              <a:pathLst>
                <a:path w="111" h="127" extrusionOk="0">
                  <a:moveTo>
                    <a:pt x="32" y="63"/>
                  </a:moveTo>
                  <a:lnTo>
                    <a:pt x="32" y="63"/>
                  </a:lnTo>
                  <a:lnTo>
                    <a:pt x="32" y="63"/>
                  </a:lnTo>
                  <a:close/>
                  <a:moveTo>
                    <a:pt x="32" y="0"/>
                  </a:moveTo>
                  <a:lnTo>
                    <a:pt x="32" y="0"/>
                  </a:lnTo>
                  <a:cubicBezTo>
                    <a:pt x="16" y="0"/>
                    <a:pt x="1" y="17"/>
                    <a:pt x="1" y="32"/>
                  </a:cubicBezTo>
                  <a:lnTo>
                    <a:pt x="1" y="48"/>
                  </a:lnTo>
                  <a:cubicBezTo>
                    <a:pt x="16" y="63"/>
                    <a:pt x="16" y="63"/>
                    <a:pt x="32" y="63"/>
                  </a:cubicBezTo>
                  <a:lnTo>
                    <a:pt x="32" y="63"/>
                  </a:lnTo>
                  <a:lnTo>
                    <a:pt x="32" y="80"/>
                  </a:lnTo>
                  <a:lnTo>
                    <a:pt x="32" y="95"/>
                  </a:lnTo>
                  <a:cubicBezTo>
                    <a:pt x="32" y="95"/>
                    <a:pt x="32" y="111"/>
                    <a:pt x="47" y="111"/>
                  </a:cubicBezTo>
                  <a:lnTo>
                    <a:pt x="47" y="111"/>
                  </a:lnTo>
                  <a:lnTo>
                    <a:pt x="47" y="126"/>
                  </a:lnTo>
                  <a:lnTo>
                    <a:pt x="47" y="111"/>
                  </a:lnTo>
                  <a:cubicBezTo>
                    <a:pt x="64" y="95"/>
                    <a:pt x="64" y="80"/>
                    <a:pt x="79" y="80"/>
                  </a:cubicBezTo>
                  <a:lnTo>
                    <a:pt x="79" y="80"/>
                  </a:lnTo>
                  <a:lnTo>
                    <a:pt x="95" y="80"/>
                  </a:lnTo>
                  <a:cubicBezTo>
                    <a:pt x="95" y="95"/>
                    <a:pt x="95" y="95"/>
                    <a:pt x="110" y="95"/>
                  </a:cubicBezTo>
                  <a:lnTo>
                    <a:pt x="110" y="80"/>
                  </a:lnTo>
                  <a:lnTo>
                    <a:pt x="110" y="80"/>
                  </a:lnTo>
                  <a:cubicBezTo>
                    <a:pt x="110" y="63"/>
                    <a:pt x="110" y="32"/>
                    <a:pt x="95" y="17"/>
                  </a:cubicBezTo>
                  <a:cubicBezTo>
                    <a:pt x="79"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8" name="Google Shape;1588;p38"/>
            <p:cNvSpPr/>
            <p:nvPr/>
          </p:nvSpPr>
          <p:spPr>
            <a:xfrm>
              <a:off x="3267217" y="181481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9" name="Google Shape;1589;p38"/>
            <p:cNvSpPr/>
            <p:nvPr/>
          </p:nvSpPr>
          <p:spPr>
            <a:xfrm>
              <a:off x="3109344" y="1786727"/>
              <a:ext cx="6042" cy="8587"/>
            </a:xfrm>
            <a:custGeom>
              <a:avLst/>
              <a:gdLst/>
              <a:ahLst/>
              <a:cxnLst/>
              <a:rect l="l" t="t" r="r" b="b"/>
              <a:pathLst>
                <a:path w="190" h="270" extrusionOk="0">
                  <a:moveTo>
                    <a:pt x="143" y="1"/>
                  </a:moveTo>
                  <a:lnTo>
                    <a:pt x="143" y="1"/>
                  </a:lnTo>
                  <a:lnTo>
                    <a:pt x="143" y="1"/>
                  </a:lnTo>
                  <a:lnTo>
                    <a:pt x="143" y="17"/>
                  </a:lnTo>
                  <a:cubicBezTo>
                    <a:pt x="158" y="32"/>
                    <a:pt x="143" y="49"/>
                    <a:pt x="127" y="49"/>
                  </a:cubicBezTo>
                  <a:lnTo>
                    <a:pt x="112" y="64"/>
                  </a:lnTo>
                  <a:lnTo>
                    <a:pt x="127" y="158"/>
                  </a:lnTo>
                  <a:cubicBezTo>
                    <a:pt x="95" y="190"/>
                    <a:pt x="80" y="206"/>
                    <a:pt x="49" y="206"/>
                  </a:cubicBezTo>
                  <a:cubicBezTo>
                    <a:pt x="32" y="206"/>
                    <a:pt x="17" y="190"/>
                    <a:pt x="17" y="190"/>
                  </a:cubicBezTo>
                  <a:lnTo>
                    <a:pt x="1" y="206"/>
                  </a:lnTo>
                  <a:cubicBezTo>
                    <a:pt x="1" y="206"/>
                    <a:pt x="17" y="221"/>
                    <a:pt x="17" y="253"/>
                  </a:cubicBezTo>
                  <a:lnTo>
                    <a:pt x="32" y="269"/>
                  </a:lnTo>
                  <a:lnTo>
                    <a:pt x="32" y="269"/>
                  </a:lnTo>
                  <a:lnTo>
                    <a:pt x="49" y="269"/>
                  </a:lnTo>
                  <a:lnTo>
                    <a:pt x="95" y="253"/>
                  </a:lnTo>
                  <a:lnTo>
                    <a:pt x="112" y="253"/>
                  </a:lnTo>
                  <a:lnTo>
                    <a:pt x="112" y="253"/>
                  </a:lnTo>
                  <a:lnTo>
                    <a:pt x="127" y="253"/>
                  </a:lnTo>
                  <a:lnTo>
                    <a:pt x="143" y="238"/>
                  </a:lnTo>
                  <a:cubicBezTo>
                    <a:pt x="158" y="238"/>
                    <a:pt x="158" y="221"/>
                    <a:pt x="175" y="221"/>
                  </a:cubicBezTo>
                  <a:lnTo>
                    <a:pt x="175" y="206"/>
                  </a:lnTo>
                  <a:lnTo>
                    <a:pt x="175" y="175"/>
                  </a:lnTo>
                  <a:cubicBezTo>
                    <a:pt x="158" y="158"/>
                    <a:pt x="175" y="143"/>
                    <a:pt x="190" y="143"/>
                  </a:cubicBezTo>
                  <a:lnTo>
                    <a:pt x="175" y="32"/>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0" name="Google Shape;1590;p38"/>
            <p:cNvSpPr/>
            <p:nvPr/>
          </p:nvSpPr>
          <p:spPr>
            <a:xfrm>
              <a:off x="3298766" y="1810803"/>
              <a:ext cx="4039" cy="2035"/>
            </a:xfrm>
            <a:custGeom>
              <a:avLst/>
              <a:gdLst/>
              <a:ahLst/>
              <a:cxnLst/>
              <a:rect l="l" t="t" r="r" b="b"/>
              <a:pathLst>
                <a:path w="127" h="64" extrusionOk="0">
                  <a:moveTo>
                    <a:pt x="95" y="0"/>
                  </a:moveTo>
                  <a:lnTo>
                    <a:pt x="95" y="0"/>
                  </a:lnTo>
                  <a:lnTo>
                    <a:pt x="80" y="0"/>
                  </a:lnTo>
                  <a:lnTo>
                    <a:pt x="0" y="32"/>
                  </a:lnTo>
                  <a:lnTo>
                    <a:pt x="0" y="32"/>
                  </a:lnTo>
                  <a:lnTo>
                    <a:pt x="48" y="63"/>
                  </a:lnTo>
                  <a:lnTo>
                    <a:pt x="48" y="63"/>
                  </a:lnTo>
                  <a:lnTo>
                    <a:pt x="63" y="63"/>
                  </a:lnTo>
                  <a:lnTo>
                    <a:pt x="95" y="63"/>
                  </a:lnTo>
                  <a:lnTo>
                    <a:pt x="95" y="63"/>
                  </a:lnTo>
                  <a:cubicBezTo>
                    <a:pt x="111" y="63"/>
                    <a:pt x="111" y="63"/>
                    <a:pt x="126" y="48"/>
                  </a:cubicBezTo>
                  <a:lnTo>
                    <a:pt x="126" y="32"/>
                  </a:lnTo>
                  <a:cubicBezTo>
                    <a:pt x="126" y="17"/>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1" name="Google Shape;1591;p38"/>
            <p:cNvSpPr/>
            <p:nvPr/>
          </p:nvSpPr>
          <p:spPr>
            <a:xfrm>
              <a:off x="3325322" y="1814333"/>
              <a:ext cx="10558" cy="9032"/>
            </a:xfrm>
            <a:custGeom>
              <a:avLst/>
              <a:gdLst/>
              <a:ahLst/>
              <a:cxnLst/>
              <a:rect l="l" t="t" r="r" b="b"/>
              <a:pathLst>
                <a:path w="332" h="284" extrusionOk="0">
                  <a:moveTo>
                    <a:pt x="205" y="78"/>
                  </a:moveTo>
                  <a:lnTo>
                    <a:pt x="205" y="78"/>
                  </a:lnTo>
                  <a:lnTo>
                    <a:pt x="190" y="78"/>
                  </a:lnTo>
                  <a:cubicBezTo>
                    <a:pt x="190" y="95"/>
                    <a:pt x="174" y="95"/>
                    <a:pt x="174" y="95"/>
                  </a:cubicBezTo>
                  <a:cubicBezTo>
                    <a:pt x="174" y="95"/>
                    <a:pt x="174" y="110"/>
                    <a:pt x="159" y="110"/>
                  </a:cubicBezTo>
                  <a:lnTo>
                    <a:pt x="142" y="126"/>
                  </a:lnTo>
                  <a:lnTo>
                    <a:pt x="159" y="173"/>
                  </a:lnTo>
                  <a:cubicBezTo>
                    <a:pt x="159" y="173"/>
                    <a:pt x="174" y="189"/>
                    <a:pt x="190" y="189"/>
                  </a:cubicBezTo>
                  <a:lnTo>
                    <a:pt x="253" y="221"/>
                  </a:lnTo>
                  <a:lnTo>
                    <a:pt x="253" y="252"/>
                  </a:lnTo>
                  <a:lnTo>
                    <a:pt x="32" y="221"/>
                  </a:lnTo>
                  <a:lnTo>
                    <a:pt x="32" y="221"/>
                  </a:lnTo>
                  <a:cubicBezTo>
                    <a:pt x="16" y="221"/>
                    <a:pt x="1" y="221"/>
                    <a:pt x="1" y="236"/>
                  </a:cubicBezTo>
                  <a:cubicBezTo>
                    <a:pt x="1" y="252"/>
                    <a:pt x="1" y="284"/>
                    <a:pt x="32" y="284"/>
                  </a:cubicBezTo>
                  <a:lnTo>
                    <a:pt x="79" y="284"/>
                  </a:lnTo>
                  <a:cubicBezTo>
                    <a:pt x="174" y="284"/>
                    <a:pt x="253" y="284"/>
                    <a:pt x="331" y="267"/>
                  </a:cubicBezTo>
                  <a:lnTo>
                    <a:pt x="316" y="204"/>
                  </a:lnTo>
                  <a:lnTo>
                    <a:pt x="300" y="204"/>
                  </a:lnTo>
                  <a:cubicBezTo>
                    <a:pt x="300" y="221"/>
                    <a:pt x="285" y="221"/>
                    <a:pt x="285" y="221"/>
                  </a:cubicBezTo>
                  <a:cubicBezTo>
                    <a:pt x="268" y="221"/>
                    <a:pt x="253" y="204"/>
                    <a:pt x="253" y="204"/>
                  </a:cubicBezTo>
                  <a:cubicBezTo>
                    <a:pt x="237" y="189"/>
                    <a:pt x="253" y="158"/>
                    <a:pt x="268" y="158"/>
                  </a:cubicBezTo>
                  <a:lnTo>
                    <a:pt x="268" y="158"/>
                  </a:lnTo>
                  <a:lnTo>
                    <a:pt x="253" y="141"/>
                  </a:lnTo>
                  <a:lnTo>
                    <a:pt x="237" y="158"/>
                  </a:lnTo>
                  <a:lnTo>
                    <a:pt x="222" y="158"/>
                  </a:lnTo>
                  <a:cubicBezTo>
                    <a:pt x="205" y="158"/>
                    <a:pt x="205" y="141"/>
                    <a:pt x="190" y="126"/>
                  </a:cubicBezTo>
                  <a:cubicBezTo>
                    <a:pt x="190" y="110"/>
                    <a:pt x="205" y="95"/>
                    <a:pt x="205" y="95"/>
                  </a:cubicBezTo>
                  <a:lnTo>
                    <a:pt x="205" y="78"/>
                  </a:lnTo>
                  <a:close/>
                  <a:moveTo>
                    <a:pt x="127" y="0"/>
                  </a:moveTo>
                  <a:lnTo>
                    <a:pt x="127" y="15"/>
                  </a:lnTo>
                  <a:lnTo>
                    <a:pt x="127" y="32"/>
                  </a:lnTo>
                  <a:lnTo>
                    <a:pt x="127" y="32"/>
                  </a:lnTo>
                  <a:lnTo>
                    <a:pt x="127" y="47"/>
                  </a:lnTo>
                  <a:lnTo>
                    <a:pt x="127" y="47"/>
                  </a:lnTo>
                  <a:cubicBezTo>
                    <a:pt x="142" y="47"/>
                    <a:pt x="142" y="32"/>
                    <a:pt x="142" y="32"/>
                  </a:cubicBezTo>
                  <a:lnTo>
                    <a:pt x="159" y="32"/>
                  </a:lnTo>
                  <a:cubicBezTo>
                    <a:pt x="142" y="32"/>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2" name="Google Shape;1592;p38"/>
            <p:cNvSpPr/>
            <p:nvPr/>
          </p:nvSpPr>
          <p:spPr>
            <a:xfrm>
              <a:off x="3167004" y="1800785"/>
              <a:ext cx="7505" cy="5534"/>
            </a:xfrm>
            <a:custGeom>
              <a:avLst/>
              <a:gdLst/>
              <a:ahLst/>
              <a:cxnLst/>
              <a:rect l="l" t="t" r="r" b="b"/>
              <a:pathLst>
                <a:path w="236" h="174" extrusionOk="0">
                  <a:moveTo>
                    <a:pt x="221" y="111"/>
                  </a:moveTo>
                  <a:lnTo>
                    <a:pt x="126" y="126"/>
                  </a:lnTo>
                  <a:lnTo>
                    <a:pt x="126" y="126"/>
                  </a:lnTo>
                  <a:lnTo>
                    <a:pt x="110" y="126"/>
                  </a:lnTo>
                  <a:lnTo>
                    <a:pt x="78" y="126"/>
                  </a:lnTo>
                  <a:lnTo>
                    <a:pt x="78" y="142"/>
                  </a:lnTo>
                  <a:cubicBezTo>
                    <a:pt x="95" y="142"/>
                    <a:pt x="95" y="158"/>
                    <a:pt x="95" y="158"/>
                  </a:cubicBezTo>
                  <a:cubicBezTo>
                    <a:pt x="110" y="174"/>
                    <a:pt x="110" y="174"/>
                    <a:pt x="126" y="174"/>
                  </a:cubicBezTo>
                  <a:lnTo>
                    <a:pt x="126" y="174"/>
                  </a:lnTo>
                  <a:lnTo>
                    <a:pt x="204" y="142"/>
                  </a:lnTo>
                  <a:cubicBezTo>
                    <a:pt x="221" y="142"/>
                    <a:pt x="221" y="126"/>
                    <a:pt x="221" y="126"/>
                  </a:cubicBezTo>
                  <a:lnTo>
                    <a:pt x="221" y="111"/>
                  </a:lnTo>
                  <a:close/>
                  <a:moveTo>
                    <a:pt x="78" y="16"/>
                  </a:moveTo>
                  <a:lnTo>
                    <a:pt x="78" y="16"/>
                  </a:lnTo>
                  <a:cubicBezTo>
                    <a:pt x="63" y="16"/>
                    <a:pt x="63" y="32"/>
                    <a:pt x="47" y="32"/>
                  </a:cubicBezTo>
                  <a:lnTo>
                    <a:pt x="47" y="32"/>
                  </a:lnTo>
                  <a:cubicBezTo>
                    <a:pt x="47" y="32"/>
                    <a:pt x="32" y="32"/>
                    <a:pt x="32" y="16"/>
                  </a:cubicBezTo>
                  <a:cubicBezTo>
                    <a:pt x="15" y="32"/>
                    <a:pt x="0" y="48"/>
                    <a:pt x="0" y="63"/>
                  </a:cubicBezTo>
                  <a:lnTo>
                    <a:pt x="15" y="79"/>
                  </a:lnTo>
                  <a:lnTo>
                    <a:pt x="32" y="79"/>
                  </a:lnTo>
                  <a:lnTo>
                    <a:pt x="95" y="63"/>
                  </a:lnTo>
                  <a:lnTo>
                    <a:pt x="95" y="48"/>
                  </a:lnTo>
                  <a:lnTo>
                    <a:pt x="110" y="48"/>
                  </a:lnTo>
                  <a:lnTo>
                    <a:pt x="110" y="48"/>
                  </a:lnTo>
                  <a:lnTo>
                    <a:pt x="110" y="48"/>
                  </a:lnTo>
                  <a:lnTo>
                    <a:pt x="141" y="48"/>
                  </a:lnTo>
                  <a:lnTo>
                    <a:pt x="126" y="48"/>
                  </a:lnTo>
                  <a:lnTo>
                    <a:pt x="126" y="48"/>
                  </a:lnTo>
                  <a:lnTo>
                    <a:pt x="126" y="48"/>
                  </a:lnTo>
                  <a:cubicBezTo>
                    <a:pt x="110" y="48"/>
                    <a:pt x="110" y="32"/>
                    <a:pt x="95" y="32"/>
                  </a:cubicBezTo>
                  <a:lnTo>
                    <a:pt x="78" y="16"/>
                  </a:lnTo>
                  <a:close/>
                  <a:moveTo>
                    <a:pt x="236" y="0"/>
                  </a:moveTo>
                  <a:lnTo>
                    <a:pt x="221" y="0"/>
                  </a:lnTo>
                  <a:lnTo>
                    <a:pt x="158" y="32"/>
                  </a:lnTo>
                  <a:lnTo>
                    <a:pt x="158" y="48"/>
                  </a:lnTo>
                  <a:lnTo>
                    <a:pt x="236" y="48"/>
                  </a:lnTo>
                  <a:lnTo>
                    <a:pt x="236"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3" name="Google Shape;1593;p38"/>
            <p:cNvSpPr/>
            <p:nvPr/>
          </p:nvSpPr>
          <p:spPr>
            <a:xfrm>
              <a:off x="3442074" y="1778236"/>
              <a:ext cx="4548" cy="6520"/>
            </a:xfrm>
            <a:custGeom>
              <a:avLst/>
              <a:gdLst/>
              <a:ahLst/>
              <a:cxnLst/>
              <a:rect l="l" t="t" r="r" b="b"/>
              <a:pathLst>
                <a:path w="143" h="205" extrusionOk="0">
                  <a:moveTo>
                    <a:pt x="48" y="1"/>
                  </a:moveTo>
                  <a:lnTo>
                    <a:pt x="32" y="32"/>
                  </a:lnTo>
                  <a:cubicBezTo>
                    <a:pt x="32" y="32"/>
                    <a:pt x="17" y="47"/>
                    <a:pt x="0" y="47"/>
                  </a:cubicBezTo>
                  <a:lnTo>
                    <a:pt x="0" y="47"/>
                  </a:lnTo>
                  <a:lnTo>
                    <a:pt x="0" y="47"/>
                  </a:lnTo>
                  <a:lnTo>
                    <a:pt x="0" y="47"/>
                  </a:lnTo>
                  <a:lnTo>
                    <a:pt x="0" y="79"/>
                  </a:lnTo>
                  <a:cubicBezTo>
                    <a:pt x="0" y="95"/>
                    <a:pt x="0" y="110"/>
                    <a:pt x="17" y="110"/>
                  </a:cubicBezTo>
                  <a:lnTo>
                    <a:pt x="17" y="127"/>
                  </a:lnTo>
                  <a:cubicBezTo>
                    <a:pt x="17" y="142"/>
                    <a:pt x="32" y="158"/>
                    <a:pt x="32" y="158"/>
                  </a:cubicBezTo>
                  <a:lnTo>
                    <a:pt x="48" y="142"/>
                  </a:lnTo>
                  <a:lnTo>
                    <a:pt x="63" y="142"/>
                  </a:lnTo>
                  <a:lnTo>
                    <a:pt x="63" y="142"/>
                  </a:lnTo>
                  <a:cubicBezTo>
                    <a:pt x="80" y="158"/>
                    <a:pt x="95" y="173"/>
                    <a:pt x="95" y="190"/>
                  </a:cubicBezTo>
                  <a:lnTo>
                    <a:pt x="95" y="190"/>
                  </a:lnTo>
                  <a:lnTo>
                    <a:pt x="111" y="205"/>
                  </a:lnTo>
                  <a:lnTo>
                    <a:pt x="111" y="205"/>
                  </a:lnTo>
                  <a:lnTo>
                    <a:pt x="111" y="205"/>
                  </a:lnTo>
                  <a:cubicBezTo>
                    <a:pt x="143" y="205"/>
                    <a:pt x="143" y="173"/>
                    <a:pt x="143" y="158"/>
                  </a:cubicBezTo>
                  <a:cubicBezTo>
                    <a:pt x="143" y="142"/>
                    <a:pt x="126" y="127"/>
                    <a:pt x="111" y="127"/>
                  </a:cubicBezTo>
                  <a:lnTo>
                    <a:pt x="111" y="142"/>
                  </a:lnTo>
                  <a:lnTo>
                    <a:pt x="95" y="142"/>
                  </a:lnTo>
                  <a:lnTo>
                    <a:pt x="95" y="142"/>
                  </a:lnTo>
                  <a:lnTo>
                    <a:pt x="95" y="110"/>
                  </a:lnTo>
                  <a:cubicBezTo>
                    <a:pt x="95" y="95"/>
                    <a:pt x="95" y="79"/>
                    <a:pt x="80" y="47"/>
                  </a:cubicBezTo>
                  <a:lnTo>
                    <a:pt x="80" y="32"/>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4" name="Google Shape;1594;p38"/>
            <p:cNvSpPr/>
            <p:nvPr/>
          </p:nvSpPr>
          <p:spPr>
            <a:xfrm>
              <a:off x="3318326" y="1778713"/>
              <a:ext cx="5534" cy="9064"/>
            </a:xfrm>
            <a:custGeom>
              <a:avLst/>
              <a:gdLst/>
              <a:ahLst/>
              <a:cxnLst/>
              <a:rect l="l" t="t" r="r" b="b"/>
              <a:pathLst>
                <a:path w="174" h="285" extrusionOk="0">
                  <a:moveTo>
                    <a:pt x="95" y="1"/>
                  </a:moveTo>
                  <a:lnTo>
                    <a:pt x="79" y="17"/>
                  </a:lnTo>
                  <a:cubicBezTo>
                    <a:pt x="95" y="32"/>
                    <a:pt x="79" y="49"/>
                    <a:pt x="63" y="49"/>
                  </a:cubicBezTo>
                  <a:lnTo>
                    <a:pt x="47" y="49"/>
                  </a:lnTo>
                  <a:lnTo>
                    <a:pt x="47" y="49"/>
                  </a:lnTo>
                  <a:lnTo>
                    <a:pt x="0" y="190"/>
                  </a:lnTo>
                  <a:cubicBezTo>
                    <a:pt x="0" y="206"/>
                    <a:pt x="0" y="221"/>
                    <a:pt x="16" y="221"/>
                  </a:cubicBezTo>
                  <a:cubicBezTo>
                    <a:pt x="16" y="238"/>
                    <a:pt x="32" y="238"/>
                    <a:pt x="32" y="238"/>
                  </a:cubicBezTo>
                  <a:lnTo>
                    <a:pt x="32" y="238"/>
                  </a:lnTo>
                  <a:lnTo>
                    <a:pt x="32" y="238"/>
                  </a:lnTo>
                  <a:cubicBezTo>
                    <a:pt x="47" y="253"/>
                    <a:pt x="47" y="269"/>
                    <a:pt x="79" y="284"/>
                  </a:cubicBezTo>
                  <a:lnTo>
                    <a:pt x="95" y="284"/>
                  </a:lnTo>
                  <a:cubicBezTo>
                    <a:pt x="110" y="284"/>
                    <a:pt x="126" y="284"/>
                    <a:pt x="126" y="269"/>
                  </a:cubicBezTo>
                  <a:lnTo>
                    <a:pt x="126" y="238"/>
                  </a:lnTo>
                  <a:lnTo>
                    <a:pt x="142" y="238"/>
                  </a:lnTo>
                  <a:cubicBezTo>
                    <a:pt x="173" y="238"/>
                    <a:pt x="173" y="221"/>
                    <a:pt x="173" y="206"/>
                  </a:cubicBezTo>
                  <a:lnTo>
                    <a:pt x="173" y="175"/>
                  </a:lnTo>
                  <a:lnTo>
                    <a:pt x="173" y="158"/>
                  </a:lnTo>
                  <a:cubicBezTo>
                    <a:pt x="158" y="143"/>
                    <a:pt x="158" y="143"/>
                    <a:pt x="142" y="143"/>
                  </a:cubicBezTo>
                  <a:lnTo>
                    <a:pt x="142" y="143"/>
                  </a:lnTo>
                  <a:lnTo>
                    <a:pt x="126" y="143"/>
                  </a:lnTo>
                  <a:lnTo>
                    <a:pt x="126" y="143"/>
                  </a:lnTo>
                  <a:lnTo>
                    <a:pt x="126" y="143"/>
                  </a:lnTo>
                  <a:lnTo>
                    <a:pt x="95" y="143"/>
                  </a:lnTo>
                  <a:lnTo>
                    <a:pt x="110" y="32"/>
                  </a:lnTo>
                  <a:cubicBezTo>
                    <a:pt x="126" y="17"/>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5" name="Google Shape;1595;p38"/>
            <p:cNvSpPr/>
            <p:nvPr/>
          </p:nvSpPr>
          <p:spPr>
            <a:xfrm>
              <a:off x="3421020" y="1804792"/>
              <a:ext cx="4580" cy="5534"/>
            </a:xfrm>
            <a:custGeom>
              <a:avLst/>
              <a:gdLst/>
              <a:ahLst/>
              <a:cxnLst/>
              <a:rect l="l" t="t" r="r" b="b"/>
              <a:pathLst>
                <a:path w="144" h="174" extrusionOk="0">
                  <a:moveTo>
                    <a:pt x="32" y="0"/>
                  </a:moveTo>
                  <a:lnTo>
                    <a:pt x="32" y="0"/>
                  </a:lnTo>
                  <a:lnTo>
                    <a:pt x="17" y="0"/>
                  </a:lnTo>
                  <a:cubicBezTo>
                    <a:pt x="1" y="16"/>
                    <a:pt x="1" y="16"/>
                    <a:pt x="1" y="32"/>
                  </a:cubicBezTo>
                  <a:cubicBezTo>
                    <a:pt x="17" y="32"/>
                    <a:pt x="17" y="48"/>
                    <a:pt x="17" y="48"/>
                  </a:cubicBezTo>
                  <a:lnTo>
                    <a:pt x="17" y="48"/>
                  </a:lnTo>
                  <a:lnTo>
                    <a:pt x="32" y="79"/>
                  </a:lnTo>
                  <a:lnTo>
                    <a:pt x="49" y="79"/>
                  </a:lnTo>
                  <a:lnTo>
                    <a:pt x="64" y="111"/>
                  </a:lnTo>
                  <a:lnTo>
                    <a:pt x="64" y="126"/>
                  </a:lnTo>
                  <a:cubicBezTo>
                    <a:pt x="64" y="142"/>
                    <a:pt x="64" y="158"/>
                    <a:pt x="80" y="174"/>
                  </a:cubicBezTo>
                  <a:lnTo>
                    <a:pt x="95" y="174"/>
                  </a:lnTo>
                  <a:cubicBezTo>
                    <a:pt x="112" y="174"/>
                    <a:pt x="127" y="158"/>
                    <a:pt x="127" y="158"/>
                  </a:cubicBezTo>
                  <a:lnTo>
                    <a:pt x="127" y="158"/>
                  </a:lnTo>
                  <a:lnTo>
                    <a:pt x="143" y="126"/>
                  </a:lnTo>
                  <a:lnTo>
                    <a:pt x="143" y="79"/>
                  </a:lnTo>
                  <a:lnTo>
                    <a:pt x="80" y="32"/>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6" name="Google Shape;1596;p38"/>
            <p:cNvSpPr/>
            <p:nvPr/>
          </p:nvSpPr>
          <p:spPr>
            <a:xfrm>
              <a:off x="3404991" y="1788731"/>
              <a:ext cx="6551" cy="7569"/>
            </a:xfrm>
            <a:custGeom>
              <a:avLst/>
              <a:gdLst/>
              <a:ahLst/>
              <a:cxnLst/>
              <a:rect l="l" t="t" r="r" b="b"/>
              <a:pathLst>
                <a:path w="206" h="238" extrusionOk="0">
                  <a:moveTo>
                    <a:pt x="32" y="1"/>
                  </a:moveTo>
                  <a:lnTo>
                    <a:pt x="0" y="32"/>
                  </a:lnTo>
                  <a:lnTo>
                    <a:pt x="0" y="49"/>
                  </a:lnTo>
                  <a:lnTo>
                    <a:pt x="17" y="32"/>
                  </a:lnTo>
                  <a:lnTo>
                    <a:pt x="32" y="32"/>
                  </a:lnTo>
                  <a:lnTo>
                    <a:pt x="32" y="32"/>
                  </a:lnTo>
                  <a:cubicBezTo>
                    <a:pt x="48" y="32"/>
                    <a:pt x="63" y="32"/>
                    <a:pt x="63" y="49"/>
                  </a:cubicBezTo>
                  <a:cubicBezTo>
                    <a:pt x="80" y="64"/>
                    <a:pt x="63" y="80"/>
                    <a:pt x="48" y="95"/>
                  </a:cubicBezTo>
                  <a:cubicBezTo>
                    <a:pt x="32" y="95"/>
                    <a:pt x="32" y="112"/>
                    <a:pt x="32" y="112"/>
                  </a:cubicBezTo>
                  <a:lnTo>
                    <a:pt x="32" y="127"/>
                  </a:lnTo>
                  <a:lnTo>
                    <a:pt x="48" y="143"/>
                  </a:lnTo>
                  <a:lnTo>
                    <a:pt x="63" y="143"/>
                  </a:lnTo>
                  <a:lnTo>
                    <a:pt x="127" y="158"/>
                  </a:lnTo>
                  <a:lnTo>
                    <a:pt x="127" y="158"/>
                  </a:lnTo>
                  <a:cubicBezTo>
                    <a:pt x="127" y="175"/>
                    <a:pt x="143" y="175"/>
                    <a:pt x="143" y="190"/>
                  </a:cubicBezTo>
                  <a:cubicBezTo>
                    <a:pt x="143" y="206"/>
                    <a:pt x="143" y="221"/>
                    <a:pt x="127" y="238"/>
                  </a:cubicBezTo>
                  <a:lnTo>
                    <a:pt x="127" y="238"/>
                  </a:lnTo>
                  <a:lnTo>
                    <a:pt x="143" y="238"/>
                  </a:lnTo>
                  <a:cubicBezTo>
                    <a:pt x="158" y="238"/>
                    <a:pt x="174" y="221"/>
                    <a:pt x="174" y="221"/>
                  </a:cubicBezTo>
                  <a:lnTo>
                    <a:pt x="174" y="206"/>
                  </a:lnTo>
                  <a:lnTo>
                    <a:pt x="190" y="175"/>
                  </a:lnTo>
                  <a:cubicBezTo>
                    <a:pt x="190" y="158"/>
                    <a:pt x="174" y="158"/>
                    <a:pt x="174" y="143"/>
                  </a:cubicBezTo>
                  <a:cubicBezTo>
                    <a:pt x="174" y="127"/>
                    <a:pt x="190" y="112"/>
                    <a:pt x="206" y="112"/>
                  </a:cubicBezTo>
                  <a:cubicBezTo>
                    <a:pt x="206" y="95"/>
                    <a:pt x="190" y="95"/>
                    <a:pt x="190" y="95"/>
                  </a:cubicBezTo>
                  <a:lnTo>
                    <a:pt x="95" y="80"/>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7" name="Google Shape;1597;p38"/>
            <p:cNvSpPr/>
            <p:nvPr/>
          </p:nvSpPr>
          <p:spPr>
            <a:xfrm>
              <a:off x="3085300" y="1808799"/>
              <a:ext cx="3562" cy="2544"/>
            </a:xfrm>
            <a:custGeom>
              <a:avLst/>
              <a:gdLst/>
              <a:ahLst/>
              <a:cxnLst/>
              <a:rect l="l" t="t" r="r" b="b"/>
              <a:pathLst>
                <a:path w="112" h="80" extrusionOk="0">
                  <a:moveTo>
                    <a:pt x="32" y="0"/>
                  </a:moveTo>
                  <a:lnTo>
                    <a:pt x="32" y="0"/>
                  </a:lnTo>
                  <a:lnTo>
                    <a:pt x="0" y="0"/>
                  </a:lnTo>
                  <a:cubicBezTo>
                    <a:pt x="17" y="0"/>
                    <a:pt x="32" y="16"/>
                    <a:pt x="32" y="32"/>
                  </a:cubicBezTo>
                  <a:cubicBezTo>
                    <a:pt x="48" y="32"/>
                    <a:pt x="48" y="48"/>
                    <a:pt x="48" y="48"/>
                  </a:cubicBezTo>
                  <a:lnTo>
                    <a:pt x="63" y="80"/>
                  </a:lnTo>
                  <a:lnTo>
                    <a:pt x="80" y="80"/>
                  </a:lnTo>
                  <a:lnTo>
                    <a:pt x="95" y="48"/>
                  </a:lnTo>
                  <a:cubicBezTo>
                    <a:pt x="95" y="32"/>
                    <a:pt x="111" y="32"/>
                    <a:pt x="111" y="32"/>
                  </a:cubicBezTo>
                  <a:lnTo>
                    <a:pt x="111" y="32"/>
                  </a:lnTo>
                  <a:cubicBezTo>
                    <a:pt x="95" y="16"/>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8" name="Google Shape;1598;p38"/>
            <p:cNvSpPr/>
            <p:nvPr/>
          </p:nvSpPr>
          <p:spPr>
            <a:xfrm>
              <a:off x="3096336" y="1784247"/>
              <a:ext cx="6551" cy="4039"/>
            </a:xfrm>
            <a:custGeom>
              <a:avLst/>
              <a:gdLst/>
              <a:ahLst/>
              <a:cxnLst/>
              <a:rect l="l" t="t" r="r" b="b"/>
              <a:pathLst>
                <a:path w="206" h="127" extrusionOk="0">
                  <a:moveTo>
                    <a:pt x="158" y="1"/>
                  </a:moveTo>
                  <a:cubicBezTo>
                    <a:pt x="111" y="1"/>
                    <a:pt x="79" y="16"/>
                    <a:pt x="32" y="16"/>
                  </a:cubicBezTo>
                  <a:lnTo>
                    <a:pt x="16" y="47"/>
                  </a:lnTo>
                  <a:cubicBezTo>
                    <a:pt x="0" y="64"/>
                    <a:pt x="0" y="79"/>
                    <a:pt x="16" y="95"/>
                  </a:cubicBezTo>
                  <a:cubicBezTo>
                    <a:pt x="16" y="95"/>
                    <a:pt x="32" y="95"/>
                    <a:pt x="32" y="110"/>
                  </a:cubicBezTo>
                  <a:lnTo>
                    <a:pt x="111" y="64"/>
                  </a:lnTo>
                  <a:lnTo>
                    <a:pt x="126" y="64"/>
                  </a:lnTo>
                  <a:lnTo>
                    <a:pt x="126" y="64"/>
                  </a:lnTo>
                  <a:cubicBezTo>
                    <a:pt x="142" y="64"/>
                    <a:pt x="158" y="64"/>
                    <a:pt x="158" y="79"/>
                  </a:cubicBezTo>
                  <a:cubicBezTo>
                    <a:pt x="174" y="95"/>
                    <a:pt x="158" y="110"/>
                    <a:pt x="158" y="127"/>
                  </a:cubicBezTo>
                  <a:lnTo>
                    <a:pt x="158" y="127"/>
                  </a:lnTo>
                  <a:lnTo>
                    <a:pt x="158" y="127"/>
                  </a:lnTo>
                  <a:cubicBezTo>
                    <a:pt x="174" y="127"/>
                    <a:pt x="189" y="110"/>
                    <a:pt x="189" y="95"/>
                  </a:cubicBezTo>
                  <a:cubicBezTo>
                    <a:pt x="205" y="47"/>
                    <a:pt x="189"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9" name="Google Shape;1599;p38"/>
            <p:cNvSpPr/>
            <p:nvPr/>
          </p:nvSpPr>
          <p:spPr>
            <a:xfrm>
              <a:off x="3400506" y="1804792"/>
              <a:ext cx="4516" cy="3021"/>
            </a:xfrm>
            <a:custGeom>
              <a:avLst/>
              <a:gdLst/>
              <a:ahLst/>
              <a:cxnLst/>
              <a:rect l="l" t="t" r="r" b="b"/>
              <a:pathLst>
                <a:path w="142" h="95" extrusionOk="0">
                  <a:moveTo>
                    <a:pt x="32" y="0"/>
                  </a:moveTo>
                  <a:lnTo>
                    <a:pt x="0" y="16"/>
                  </a:lnTo>
                  <a:lnTo>
                    <a:pt x="0" y="16"/>
                  </a:lnTo>
                  <a:lnTo>
                    <a:pt x="0" y="48"/>
                  </a:lnTo>
                  <a:cubicBezTo>
                    <a:pt x="0" y="48"/>
                    <a:pt x="0" y="63"/>
                    <a:pt x="15" y="63"/>
                  </a:cubicBezTo>
                  <a:lnTo>
                    <a:pt x="15" y="63"/>
                  </a:lnTo>
                  <a:lnTo>
                    <a:pt x="95" y="95"/>
                  </a:lnTo>
                  <a:lnTo>
                    <a:pt x="110" y="95"/>
                  </a:lnTo>
                  <a:cubicBezTo>
                    <a:pt x="110" y="95"/>
                    <a:pt x="126" y="95"/>
                    <a:pt x="141" y="79"/>
                  </a:cubicBezTo>
                  <a:cubicBezTo>
                    <a:pt x="141" y="63"/>
                    <a:pt x="126" y="48"/>
                    <a:pt x="110" y="32"/>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0" name="Google Shape;1600;p38"/>
            <p:cNvSpPr/>
            <p:nvPr/>
          </p:nvSpPr>
          <p:spPr>
            <a:xfrm>
              <a:off x="3020166" y="1794265"/>
              <a:ext cx="6551" cy="7537"/>
            </a:xfrm>
            <a:custGeom>
              <a:avLst/>
              <a:gdLst/>
              <a:ahLst/>
              <a:cxnLst/>
              <a:rect l="l" t="t" r="r" b="b"/>
              <a:pathLst>
                <a:path w="206" h="237" extrusionOk="0">
                  <a:moveTo>
                    <a:pt x="111" y="158"/>
                  </a:moveTo>
                  <a:lnTo>
                    <a:pt x="95" y="158"/>
                  </a:lnTo>
                  <a:lnTo>
                    <a:pt x="95" y="158"/>
                  </a:lnTo>
                  <a:cubicBezTo>
                    <a:pt x="111" y="158"/>
                    <a:pt x="111" y="174"/>
                    <a:pt x="111" y="174"/>
                  </a:cubicBezTo>
                  <a:cubicBezTo>
                    <a:pt x="126" y="190"/>
                    <a:pt x="111" y="221"/>
                    <a:pt x="95" y="221"/>
                  </a:cubicBezTo>
                  <a:lnTo>
                    <a:pt x="80" y="221"/>
                  </a:lnTo>
                  <a:lnTo>
                    <a:pt x="80" y="237"/>
                  </a:lnTo>
                  <a:lnTo>
                    <a:pt x="95" y="237"/>
                  </a:lnTo>
                  <a:lnTo>
                    <a:pt x="95" y="237"/>
                  </a:lnTo>
                  <a:lnTo>
                    <a:pt x="174" y="237"/>
                  </a:lnTo>
                  <a:cubicBezTo>
                    <a:pt x="189" y="237"/>
                    <a:pt x="206" y="205"/>
                    <a:pt x="206" y="190"/>
                  </a:cubicBezTo>
                  <a:cubicBezTo>
                    <a:pt x="189" y="174"/>
                    <a:pt x="189" y="158"/>
                    <a:pt x="158" y="158"/>
                  </a:cubicBezTo>
                  <a:lnTo>
                    <a:pt x="158" y="158"/>
                  </a:lnTo>
                  <a:lnTo>
                    <a:pt x="126" y="174"/>
                  </a:lnTo>
                  <a:lnTo>
                    <a:pt x="111" y="158"/>
                  </a:lnTo>
                  <a:close/>
                  <a:moveTo>
                    <a:pt x="32" y="1"/>
                  </a:moveTo>
                  <a:lnTo>
                    <a:pt x="32" y="1"/>
                  </a:lnTo>
                  <a:lnTo>
                    <a:pt x="32" y="1"/>
                  </a:lnTo>
                  <a:cubicBezTo>
                    <a:pt x="17" y="1"/>
                    <a:pt x="0" y="16"/>
                    <a:pt x="0" y="47"/>
                  </a:cubicBezTo>
                  <a:lnTo>
                    <a:pt x="0" y="47"/>
                  </a:lnTo>
                  <a:lnTo>
                    <a:pt x="32" y="110"/>
                  </a:lnTo>
                  <a:lnTo>
                    <a:pt x="32" y="110"/>
                  </a:lnTo>
                  <a:cubicBezTo>
                    <a:pt x="32" y="127"/>
                    <a:pt x="48" y="127"/>
                    <a:pt x="48" y="142"/>
                  </a:cubicBezTo>
                  <a:lnTo>
                    <a:pt x="48" y="158"/>
                  </a:lnTo>
                  <a:lnTo>
                    <a:pt x="48" y="174"/>
                  </a:lnTo>
                  <a:cubicBezTo>
                    <a:pt x="48" y="158"/>
                    <a:pt x="63" y="158"/>
                    <a:pt x="63" y="158"/>
                  </a:cubicBezTo>
                  <a:lnTo>
                    <a:pt x="80" y="158"/>
                  </a:lnTo>
                  <a:cubicBezTo>
                    <a:pt x="63" y="158"/>
                    <a:pt x="63" y="158"/>
                    <a:pt x="63" y="142"/>
                  </a:cubicBezTo>
                  <a:cubicBezTo>
                    <a:pt x="48" y="127"/>
                    <a:pt x="48" y="110"/>
                    <a:pt x="63" y="95"/>
                  </a:cubicBezTo>
                  <a:lnTo>
                    <a:pt x="63" y="95"/>
                  </a:lnTo>
                  <a:cubicBezTo>
                    <a:pt x="48" y="95"/>
                    <a:pt x="32" y="79"/>
                    <a:pt x="32" y="64"/>
                  </a:cubicBezTo>
                  <a:cubicBezTo>
                    <a:pt x="32" y="64"/>
                    <a:pt x="32" y="47"/>
                    <a:pt x="48" y="32"/>
                  </a:cubicBez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1" name="Google Shape;1601;p38"/>
            <p:cNvSpPr/>
            <p:nvPr/>
          </p:nvSpPr>
          <p:spPr>
            <a:xfrm>
              <a:off x="3095318" y="1786250"/>
              <a:ext cx="6551" cy="3053"/>
            </a:xfrm>
            <a:custGeom>
              <a:avLst/>
              <a:gdLst/>
              <a:ahLst/>
              <a:cxnLst/>
              <a:rect l="l" t="t" r="r" b="b"/>
              <a:pathLst>
                <a:path w="206" h="96" extrusionOk="0">
                  <a:moveTo>
                    <a:pt x="158" y="1"/>
                  </a:moveTo>
                  <a:lnTo>
                    <a:pt x="158" y="1"/>
                  </a:lnTo>
                  <a:lnTo>
                    <a:pt x="143" y="1"/>
                  </a:lnTo>
                  <a:lnTo>
                    <a:pt x="64" y="47"/>
                  </a:lnTo>
                  <a:lnTo>
                    <a:pt x="17" y="64"/>
                  </a:lnTo>
                  <a:lnTo>
                    <a:pt x="0" y="95"/>
                  </a:lnTo>
                  <a:lnTo>
                    <a:pt x="32" y="95"/>
                  </a:lnTo>
                  <a:lnTo>
                    <a:pt x="48" y="79"/>
                  </a:lnTo>
                  <a:cubicBezTo>
                    <a:pt x="48" y="64"/>
                    <a:pt x="64" y="47"/>
                    <a:pt x="80" y="47"/>
                  </a:cubicBezTo>
                  <a:lnTo>
                    <a:pt x="95" y="47"/>
                  </a:lnTo>
                  <a:cubicBezTo>
                    <a:pt x="111" y="64"/>
                    <a:pt x="111" y="79"/>
                    <a:pt x="111" y="95"/>
                  </a:cubicBezTo>
                  <a:lnTo>
                    <a:pt x="174" y="64"/>
                  </a:lnTo>
                  <a:lnTo>
                    <a:pt x="190" y="64"/>
                  </a:lnTo>
                  <a:cubicBezTo>
                    <a:pt x="190" y="47"/>
                    <a:pt x="206" y="32"/>
                    <a:pt x="190" y="16"/>
                  </a:cubicBezTo>
                  <a:cubicBezTo>
                    <a:pt x="190" y="1"/>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2" name="Google Shape;1602;p38"/>
            <p:cNvSpPr/>
            <p:nvPr/>
          </p:nvSpPr>
          <p:spPr>
            <a:xfrm>
              <a:off x="3057758" y="1831348"/>
              <a:ext cx="3530" cy="4039"/>
            </a:xfrm>
            <a:custGeom>
              <a:avLst/>
              <a:gdLst/>
              <a:ahLst/>
              <a:cxnLst/>
              <a:rect l="l" t="t" r="r" b="b"/>
              <a:pathLst>
                <a:path w="111" h="127" extrusionOk="0">
                  <a:moveTo>
                    <a:pt x="32" y="1"/>
                  </a:moveTo>
                  <a:lnTo>
                    <a:pt x="32" y="1"/>
                  </a:lnTo>
                  <a:cubicBezTo>
                    <a:pt x="16" y="1"/>
                    <a:pt x="0" y="16"/>
                    <a:pt x="0" y="32"/>
                  </a:cubicBezTo>
                  <a:lnTo>
                    <a:pt x="16" y="79"/>
                  </a:lnTo>
                  <a:cubicBezTo>
                    <a:pt x="16" y="95"/>
                    <a:pt x="16" y="95"/>
                    <a:pt x="32" y="110"/>
                  </a:cubicBezTo>
                  <a:lnTo>
                    <a:pt x="47" y="110"/>
                  </a:lnTo>
                  <a:lnTo>
                    <a:pt x="63" y="127"/>
                  </a:lnTo>
                  <a:cubicBezTo>
                    <a:pt x="79" y="127"/>
                    <a:pt x="79" y="127"/>
                    <a:pt x="79" y="110"/>
                  </a:cubicBezTo>
                  <a:cubicBezTo>
                    <a:pt x="95" y="110"/>
                    <a:pt x="95" y="110"/>
                    <a:pt x="95" y="95"/>
                  </a:cubicBezTo>
                  <a:lnTo>
                    <a:pt x="110" y="64"/>
                  </a:lnTo>
                  <a:cubicBezTo>
                    <a:pt x="110" y="32"/>
                    <a:pt x="110" y="16"/>
                    <a:pt x="95" y="16"/>
                  </a:cubicBezTo>
                  <a:lnTo>
                    <a:pt x="79" y="16"/>
                  </a:lnTo>
                  <a:lnTo>
                    <a:pt x="63" y="16"/>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3" name="Google Shape;1603;p38"/>
            <p:cNvSpPr/>
            <p:nvPr/>
          </p:nvSpPr>
          <p:spPr>
            <a:xfrm>
              <a:off x="3106863" y="1791752"/>
              <a:ext cx="3530" cy="8046"/>
            </a:xfrm>
            <a:custGeom>
              <a:avLst/>
              <a:gdLst/>
              <a:ahLst/>
              <a:cxnLst/>
              <a:rect l="l" t="t" r="r" b="b"/>
              <a:pathLst>
                <a:path w="111" h="253" extrusionOk="0">
                  <a:moveTo>
                    <a:pt x="79" y="0"/>
                  </a:moveTo>
                  <a:cubicBezTo>
                    <a:pt x="64" y="0"/>
                    <a:pt x="64" y="17"/>
                    <a:pt x="47" y="17"/>
                  </a:cubicBezTo>
                  <a:cubicBezTo>
                    <a:pt x="47" y="17"/>
                    <a:pt x="32" y="17"/>
                    <a:pt x="32" y="0"/>
                  </a:cubicBezTo>
                  <a:cubicBezTo>
                    <a:pt x="32" y="17"/>
                    <a:pt x="16" y="17"/>
                    <a:pt x="16" y="17"/>
                  </a:cubicBezTo>
                  <a:lnTo>
                    <a:pt x="16" y="32"/>
                  </a:lnTo>
                  <a:cubicBezTo>
                    <a:pt x="32" y="48"/>
                    <a:pt x="47" y="48"/>
                    <a:pt x="47" y="63"/>
                  </a:cubicBezTo>
                  <a:cubicBezTo>
                    <a:pt x="47" y="80"/>
                    <a:pt x="47" y="95"/>
                    <a:pt x="32" y="95"/>
                  </a:cubicBezTo>
                  <a:lnTo>
                    <a:pt x="32" y="111"/>
                  </a:lnTo>
                  <a:lnTo>
                    <a:pt x="32" y="111"/>
                  </a:lnTo>
                  <a:lnTo>
                    <a:pt x="16" y="126"/>
                  </a:lnTo>
                  <a:lnTo>
                    <a:pt x="16" y="158"/>
                  </a:lnTo>
                  <a:lnTo>
                    <a:pt x="16" y="158"/>
                  </a:lnTo>
                  <a:cubicBezTo>
                    <a:pt x="16" y="174"/>
                    <a:pt x="32" y="174"/>
                    <a:pt x="32" y="189"/>
                  </a:cubicBezTo>
                  <a:cubicBezTo>
                    <a:pt x="47" y="206"/>
                    <a:pt x="32" y="221"/>
                    <a:pt x="16" y="237"/>
                  </a:cubicBezTo>
                  <a:lnTo>
                    <a:pt x="0" y="237"/>
                  </a:lnTo>
                  <a:lnTo>
                    <a:pt x="16" y="253"/>
                  </a:lnTo>
                  <a:lnTo>
                    <a:pt x="47" y="253"/>
                  </a:lnTo>
                  <a:lnTo>
                    <a:pt x="47" y="253"/>
                  </a:lnTo>
                  <a:lnTo>
                    <a:pt x="64" y="253"/>
                  </a:lnTo>
                  <a:lnTo>
                    <a:pt x="110" y="206"/>
                  </a:lnTo>
                  <a:lnTo>
                    <a:pt x="110" y="174"/>
                  </a:lnTo>
                  <a:cubicBezTo>
                    <a:pt x="110" y="158"/>
                    <a:pt x="95" y="158"/>
                    <a:pt x="95" y="143"/>
                  </a:cubicBezTo>
                  <a:cubicBezTo>
                    <a:pt x="95" y="126"/>
                    <a:pt x="95" y="126"/>
                    <a:pt x="110" y="111"/>
                  </a:cubicBezTo>
                  <a:lnTo>
                    <a:pt x="110" y="111"/>
                  </a:lnTo>
                  <a:lnTo>
                    <a:pt x="95" y="95"/>
                  </a:lnTo>
                  <a:cubicBezTo>
                    <a:pt x="95" y="63"/>
                    <a:pt x="79" y="48"/>
                    <a:pt x="79" y="48"/>
                  </a:cubicBezTo>
                  <a:lnTo>
                    <a:pt x="95" y="32"/>
                  </a:lnTo>
                  <a:lnTo>
                    <a:pt x="95" y="32"/>
                  </a:lnTo>
                  <a:cubicBezTo>
                    <a:pt x="95" y="17"/>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4" name="Google Shape;1604;p38"/>
            <p:cNvSpPr/>
            <p:nvPr/>
          </p:nvSpPr>
          <p:spPr>
            <a:xfrm>
              <a:off x="3342369" y="1818340"/>
              <a:ext cx="5534" cy="4039"/>
            </a:xfrm>
            <a:custGeom>
              <a:avLst/>
              <a:gdLst/>
              <a:ahLst/>
              <a:cxnLst/>
              <a:rect l="l" t="t" r="r" b="b"/>
              <a:pathLst>
                <a:path w="174" h="127" extrusionOk="0">
                  <a:moveTo>
                    <a:pt x="142" y="0"/>
                  </a:moveTo>
                  <a:lnTo>
                    <a:pt x="142" y="0"/>
                  </a:lnTo>
                  <a:lnTo>
                    <a:pt x="127" y="0"/>
                  </a:lnTo>
                  <a:lnTo>
                    <a:pt x="127" y="0"/>
                  </a:lnTo>
                  <a:lnTo>
                    <a:pt x="64" y="32"/>
                  </a:lnTo>
                  <a:lnTo>
                    <a:pt x="79" y="32"/>
                  </a:lnTo>
                  <a:cubicBezTo>
                    <a:pt x="79" y="47"/>
                    <a:pt x="79" y="78"/>
                    <a:pt x="64" y="78"/>
                  </a:cubicBezTo>
                  <a:cubicBezTo>
                    <a:pt x="64" y="95"/>
                    <a:pt x="47" y="95"/>
                    <a:pt x="47" y="95"/>
                  </a:cubicBezTo>
                  <a:cubicBezTo>
                    <a:pt x="32" y="95"/>
                    <a:pt x="16" y="78"/>
                    <a:pt x="16" y="78"/>
                  </a:cubicBezTo>
                  <a:lnTo>
                    <a:pt x="1" y="63"/>
                  </a:lnTo>
                  <a:lnTo>
                    <a:pt x="1" y="63"/>
                  </a:lnTo>
                  <a:lnTo>
                    <a:pt x="1" y="110"/>
                  </a:lnTo>
                  <a:lnTo>
                    <a:pt x="1" y="126"/>
                  </a:lnTo>
                  <a:lnTo>
                    <a:pt x="16" y="126"/>
                  </a:lnTo>
                  <a:lnTo>
                    <a:pt x="64" y="126"/>
                  </a:lnTo>
                  <a:lnTo>
                    <a:pt x="64" y="95"/>
                  </a:lnTo>
                  <a:lnTo>
                    <a:pt x="127" y="78"/>
                  </a:lnTo>
                  <a:lnTo>
                    <a:pt x="158" y="63"/>
                  </a:lnTo>
                  <a:cubicBezTo>
                    <a:pt x="173" y="63"/>
                    <a:pt x="173" y="47"/>
                    <a:pt x="173" y="32"/>
                  </a:cubicBezTo>
                  <a:cubicBezTo>
                    <a:pt x="158" y="32"/>
                    <a:pt x="142" y="32"/>
                    <a:pt x="142" y="0"/>
                  </a:cubicBez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5" name="Google Shape;1605;p38"/>
            <p:cNvSpPr/>
            <p:nvPr/>
          </p:nvSpPr>
          <p:spPr>
            <a:xfrm>
              <a:off x="3180488" y="1796269"/>
              <a:ext cx="2576" cy="1527"/>
            </a:xfrm>
            <a:custGeom>
              <a:avLst/>
              <a:gdLst/>
              <a:ahLst/>
              <a:cxnLst/>
              <a:rect l="l" t="t" r="r" b="b"/>
              <a:pathLst>
                <a:path w="81" h="48" extrusionOk="0">
                  <a:moveTo>
                    <a:pt x="80" y="1"/>
                  </a:moveTo>
                  <a:cubicBezTo>
                    <a:pt x="64" y="1"/>
                    <a:pt x="32" y="16"/>
                    <a:pt x="17" y="16"/>
                  </a:cubicBezTo>
                  <a:cubicBezTo>
                    <a:pt x="17" y="32"/>
                    <a:pt x="1" y="47"/>
                    <a:pt x="1" y="47"/>
                  </a:cubicBezTo>
                  <a:lnTo>
                    <a:pt x="17" y="47"/>
                  </a:lnTo>
                  <a:lnTo>
                    <a:pt x="49" y="47"/>
                  </a:lnTo>
                  <a:lnTo>
                    <a:pt x="64" y="47"/>
                  </a:lnTo>
                  <a:lnTo>
                    <a:pt x="80" y="47"/>
                  </a:ln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6" name="Google Shape;1606;p38"/>
            <p:cNvSpPr/>
            <p:nvPr/>
          </p:nvSpPr>
          <p:spPr>
            <a:xfrm>
              <a:off x="3100852" y="1796269"/>
              <a:ext cx="7537" cy="3530"/>
            </a:xfrm>
            <a:custGeom>
              <a:avLst/>
              <a:gdLst/>
              <a:ahLst/>
              <a:cxnLst/>
              <a:rect l="l" t="t" r="r" b="b"/>
              <a:pathLst>
                <a:path w="237" h="111" extrusionOk="0">
                  <a:moveTo>
                    <a:pt x="32" y="1"/>
                  </a:moveTo>
                  <a:lnTo>
                    <a:pt x="32" y="1"/>
                  </a:lnTo>
                  <a:lnTo>
                    <a:pt x="16" y="1"/>
                  </a:lnTo>
                  <a:lnTo>
                    <a:pt x="16" y="1"/>
                  </a:lnTo>
                  <a:lnTo>
                    <a:pt x="16" y="16"/>
                  </a:lnTo>
                  <a:lnTo>
                    <a:pt x="0" y="16"/>
                  </a:lnTo>
                  <a:cubicBezTo>
                    <a:pt x="0" y="32"/>
                    <a:pt x="0" y="47"/>
                    <a:pt x="16" y="47"/>
                  </a:cubicBezTo>
                  <a:cubicBezTo>
                    <a:pt x="32" y="95"/>
                    <a:pt x="63" y="111"/>
                    <a:pt x="95" y="111"/>
                  </a:cubicBezTo>
                  <a:lnTo>
                    <a:pt x="110" y="111"/>
                  </a:lnTo>
                  <a:cubicBezTo>
                    <a:pt x="142" y="111"/>
                    <a:pt x="173" y="95"/>
                    <a:pt x="189" y="95"/>
                  </a:cubicBezTo>
                  <a:lnTo>
                    <a:pt x="205" y="95"/>
                  </a:lnTo>
                  <a:cubicBezTo>
                    <a:pt x="221" y="79"/>
                    <a:pt x="236" y="64"/>
                    <a:pt x="221" y="47"/>
                  </a:cubicBezTo>
                  <a:cubicBezTo>
                    <a:pt x="221" y="32"/>
                    <a:pt x="205" y="32"/>
                    <a:pt x="205" y="16"/>
                  </a:cubicBezTo>
                  <a:cubicBezTo>
                    <a:pt x="189" y="32"/>
                    <a:pt x="189" y="47"/>
                    <a:pt x="173" y="47"/>
                  </a:cubicBezTo>
                  <a:lnTo>
                    <a:pt x="173" y="47"/>
                  </a:lnTo>
                  <a:lnTo>
                    <a:pt x="110" y="47"/>
                  </a:lnTo>
                  <a:lnTo>
                    <a:pt x="95" y="32"/>
                  </a:lnTo>
                  <a:cubicBezTo>
                    <a:pt x="79" y="32"/>
                    <a:pt x="79" y="32"/>
                    <a:pt x="63" y="16"/>
                  </a:cubicBezTo>
                  <a:lnTo>
                    <a:pt x="63" y="16"/>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7" name="Google Shape;1607;p38"/>
            <p:cNvSpPr/>
            <p:nvPr/>
          </p:nvSpPr>
          <p:spPr>
            <a:xfrm>
              <a:off x="3089816" y="1804283"/>
              <a:ext cx="4516" cy="5057"/>
            </a:xfrm>
            <a:custGeom>
              <a:avLst/>
              <a:gdLst/>
              <a:ahLst/>
              <a:cxnLst/>
              <a:rect l="l" t="t" r="r" b="b"/>
              <a:pathLst>
                <a:path w="142" h="159" extrusionOk="0">
                  <a:moveTo>
                    <a:pt x="64" y="1"/>
                  </a:moveTo>
                  <a:lnTo>
                    <a:pt x="64" y="1"/>
                  </a:lnTo>
                  <a:cubicBezTo>
                    <a:pt x="47" y="1"/>
                    <a:pt x="32" y="1"/>
                    <a:pt x="32" y="16"/>
                  </a:cubicBezTo>
                  <a:cubicBezTo>
                    <a:pt x="32" y="32"/>
                    <a:pt x="32" y="48"/>
                    <a:pt x="47" y="64"/>
                  </a:cubicBezTo>
                  <a:lnTo>
                    <a:pt x="16" y="111"/>
                  </a:lnTo>
                  <a:cubicBezTo>
                    <a:pt x="1" y="127"/>
                    <a:pt x="16" y="142"/>
                    <a:pt x="32" y="158"/>
                  </a:cubicBezTo>
                  <a:lnTo>
                    <a:pt x="47" y="158"/>
                  </a:lnTo>
                  <a:cubicBezTo>
                    <a:pt x="64" y="158"/>
                    <a:pt x="64" y="158"/>
                    <a:pt x="79" y="142"/>
                  </a:cubicBezTo>
                  <a:lnTo>
                    <a:pt x="127" y="48"/>
                  </a:lnTo>
                  <a:cubicBezTo>
                    <a:pt x="142" y="48"/>
                    <a:pt x="142" y="32"/>
                    <a:pt x="127" y="16"/>
                  </a:cubicBezTo>
                  <a:lnTo>
                    <a:pt x="110"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8" name="Google Shape;1608;p38"/>
            <p:cNvSpPr/>
            <p:nvPr/>
          </p:nvSpPr>
          <p:spPr>
            <a:xfrm>
              <a:off x="3367430" y="1768218"/>
              <a:ext cx="3021" cy="4039"/>
            </a:xfrm>
            <a:custGeom>
              <a:avLst/>
              <a:gdLst/>
              <a:ahLst/>
              <a:cxnLst/>
              <a:rect l="l" t="t" r="r" b="b"/>
              <a:pathLst>
                <a:path w="95" h="127" extrusionOk="0">
                  <a:moveTo>
                    <a:pt x="32" y="1"/>
                  </a:moveTo>
                  <a:lnTo>
                    <a:pt x="32" y="1"/>
                  </a:lnTo>
                  <a:cubicBezTo>
                    <a:pt x="16" y="1"/>
                    <a:pt x="0" y="16"/>
                    <a:pt x="0" y="47"/>
                  </a:cubicBezTo>
                  <a:lnTo>
                    <a:pt x="16" y="95"/>
                  </a:lnTo>
                  <a:cubicBezTo>
                    <a:pt x="16" y="110"/>
                    <a:pt x="16" y="127"/>
                    <a:pt x="32" y="127"/>
                  </a:cubicBezTo>
                  <a:lnTo>
                    <a:pt x="47" y="127"/>
                  </a:lnTo>
                  <a:lnTo>
                    <a:pt x="63" y="127"/>
                  </a:lnTo>
                  <a:lnTo>
                    <a:pt x="79" y="95"/>
                  </a:lnTo>
                  <a:cubicBezTo>
                    <a:pt x="95" y="95"/>
                    <a:pt x="95" y="64"/>
                    <a:pt x="79" y="47"/>
                  </a:cubicBezTo>
                  <a:lnTo>
                    <a:pt x="79" y="47"/>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9" name="Google Shape;1609;p38"/>
            <p:cNvSpPr/>
            <p:nvPr/>
          </p:nvSpPr>
          <p:spPr>
            <a:xfrm>
              <a:off x="3332828" y="1771716"/>
              <a:ext cx="4039" cy="4039"/>
            </a:xfrm>
            <a:custGeom>
              <a:avLst/>
              <a:gdLst/>
              <a:ahLst/>
              <a:cxnLst/>
              <a:rect l="l" t="t" r="r" b="b"/>
              <a:pathLst>
                <a:path w="127" h="127" extrusionOk="0">
                  <a:moveTo>
                    <a:pt x="49" y="0"/>
                  </a:moveTo>
                  <a:lnTo>
                    <a:pt x="32" y="0"/>
                  </a:lnTo>
                  <a:lnTo>
                    <a:pt x="17" y="17"/>
                  </a:lnTo>
                  <a:lnTo>
                    <a:pt x="1" y="48"/>
                  </a:lnTo>
                  <a:cubicBezTo>
                    <a:pt x="1" y="48"/>
                    <a:pt x="17" y="48"/>
                    <a:pt x="17" y="63"/>
                  </a:cubicBezTo>
                  <a:cubicBezTo>
                    <a:pt x="32" y="63"/>
                    <a:pt x="32" y="80"/>
                    <a:pt x="32" y="80"/>
                  </a:cubicBezTo>
                  <a:lnTo>
                    <a:pt x="32" y="111"/>
                  </a:lnTo>
                  <a:lnTo>
                    <a:pt x="32" y="126"/>
                  </a:lnTo>
                  <a:lnTo>
                    <a:pt x="95" y="111"/>
                  </a:lnTo>
                  <a:cubicBezTo>
                    <a:pt x="112" y="111"/>
                    <a:pt x="127" y="95"/>
                    <a:pt x="127" y="80"/>
                  </a:cubicBezTo>
                  <a:lnTo>
                    <a:pt x="95" y="80"/>
                  </a:lnTo>
                  <a:lnTo>
                    <a:pt x="95" y="80"/>
                  </a:lnTo>
                  <a:cubicBezTo>
                    <a:pt x="80" y="80"/>
                    <a:pt x="64" y="63"/>
                    <a:pt x="49" y="48"/>
                  </a:cubicBezTo>
                  <a:cubicBezTo>
                    <a:pt x="49" y="32"/>
                    <a:pt x="64" y="32"/>
                    <a:pt x="64" y="17"/>
                  </a:cubicBezTo>
                  <a:lnTo>
                    <a:pt x="64" y="17"/>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0" name="Google Shape;1610;p38"/>
            <p:cNvSpPr/>
            <p:nvPr/>
          </p:nvSpPr>
          <p:spPr>
            <a:xfrm>
              <a:off x="3322333" y="1772225"/>
              <a:ext cx="2512" cy="3530"/>
            </a:xfrm>
            <a:custGeom>
              <a:avLst/>
              <a:gdLst/>
              <a:ahLst/>
              <a:cxnLst/>
              <a:rect l="l" t="t" r="r" b="b"/>
              <a:pathLst>
                <a:path w="79" h="111" extrusionOk="0">
                  <a:moveTo>
                    <a:pt x="32" y="1"/>
                  </a:moveTo>
                  <a:lnTo>
                    <a:pt x="32" y="1"/>
                  </a:lnTo>
                  <a:lnTo>
                    <a:pt x="16" y="1"/>
                  </a:lnTo>
                  <a:cubicBezTo>
                    <a:pt x="0" y="1"/>
                    <a:pt x="0" y="16"/>
                    <a:pt x="0" y="47"/>
                  </a:cubicBezTo>
                  <a:lnTo>
                    <a:pt x="0" y="47"/>
                  </a:lnTo>
                  <a:lnTo>
                    <a:pt x="16" y="110"/>
                  </a:lnTo>
                  <a:lnTo>
                    <a:pt x="47" y="95"/>
                  </a:lnTo>
                  <a:lnTo>
                    <a:pt x="47" y="95"/>
                  </a:lnTo>
                  <a:lnTo>
                    <a:pt x="63" y="95"/>
                  </a:lnTo>
                  <a:lnTo>
                    <a:pt x="79" y="95"/>
                  </a:lnTo>
                  <a:lnTo>
                    <a:pt x="79" y="95"/>
                  </a:lnTo>
                  <a:lnTo>
                    <a:pt x="63" y="32"/>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1" name="Google Shape;1611;p38"/>
            <p:cNvSpPr/>
            <p:nvPr/>
          </p:nvSpPr>
          <p:spPr>
            <a:xfrm>
              <a:off x="3322810" y="1778713"/>
              <a:ext cx="5057" cy="2576"/>
            </a:xfrm>
            <a:custGeom>
              <a:avLst/>
              <a:gdLst/>
              <a:ahLst/>
              <a:cxnLst/>
              <a:rect l="l" t="t" r="r" b="b"/>
              <a:pathLst>
                <a:path w="159" h="81" extrusionOk="0">
                  <a:moveTo>
                    <a:pt x="127" y="1"/>
                  </a:moveTo>
                  <a:lnTo>
                    <a:pt x="95" y="17"/>
                  </a:lnTo>
                  <a:cubicBezTo>
                    <a:pt x="80" y="32"/>
                    <a:pt x="80" y="32"/>
                    <a:pt x="64" y="32"/>
                  </a:cubicBezTo>
                  <a:lnTo>
                    <a:pt x="48" y="17"/>
                  </a:lnTo>
                  <a:lnTo>
                    <a:pt x="32" y="1"/>
                  </a:lnTo>
                  <a:lnTo>
                    <a:pt x="1" y="1"/>
                  </a:lnTo>
                  <a:lnTo>
                    <a:pt x="1" y="1"/>
                  </a:lnTo>
                  <a:lnTo>
                    <a:pt x="1" y="1"/>
                  </a:lnTo>
                  <a:lnTo>
                    <a:pt x="1" y="1"/>
                  </a:lnTo>
                  <a:lnTo>
                    <a:pt x="127" y="80"/>
                  </a:lnTo>
                  <a:lnTo>
                    <a:pt x="127" y="32"/>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2" name="Google Shape;1612;p38"/>
            <p:cNvSpPr/>
            <p:nvPr/>
          </p:nvSpPr>
          <p:spPr>
            <a:xfrm>
              <a:off x="3245654" y="1805778"/>
              <a:ext cx="3562" cy="4039"/>
            </a:xfrm>
            <a:custGeom>
              <a:avLst/>
              <a:gdLst/>
              <a:ahLst/>
              <a:cxnLst/>
              <a:rect l="l" t="t" r="r" b="b"/>
              <a:pathLst>
                <a:path w="112" h="127" extrusionOk="0">
                  <a:moveTo>
                    <a:pt x="80" y="1"/>
                  </a:moveTo>
                  <a:cubicBezTo>
                    <a:pt x="63" y="17"/>
                    <a:pt x="48" y="32"/>
                    <a:pt x="17" y="32"/>
                  </a:cubicBezTo>
                  <a:lnTo>
                    <a:pt x="17" y="32"/>
                  </a:lnTo>
                  <a:lnTo>
                    <a:pt x="17" y="32"/>
                  </a:lnTo>
                  <a:lnTo>
                    <a:pt x="0" y="32"/>
                  </a:lnTo>
                  <a:lnTo>
                    <a:pt x="0" y="32"/>
                  </a:lnTo>
                  <a:lnTo>
                    <a:pt x="0" y="64"/>
                  </a:lnTo>
                  <a:lnTo>
                    <a:pt x="48" y="111"/>
                  </a:lnTo>
                  <a:cubicBezTo>
                    <a:pt x="48" y="127"/>
                    <a:pt x="63" y="127"/>
                    <a:pt x="63" y="127"/>
                  </a:cubicBezTo>
                  <a:lnTo>
                    <a:pt x="95" y="127"/>
                  </a:lnTo>
                  <a:cubicBezTo>
                    <a:pt x="111" y="111"/>
                    <a:pt x="111" y="95"/>
                    <a:pt x="95" y="80"/>
                  </a:cubicBezTo>
                  <a:lnTo>
                    <a:pt x="80" y="64"/>
                  </a:lnTo>
                  <a:cubicBezTo>
                    <a:pt x="95" y="48"/>
                    <a:pt x="95" y="48"/>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3" name="Google Shape;1613;p38"/>
            <p:cNvSpPr/>
            <p:nvPr/>
          </p:nvSpPr>
          <p:spPr>
            <a:xfrm>
              <a:off x="3031711" y="1819803"/>
              <a:ext cx="3021" cy="4039"/>
            </a:xfrm>
            <a:custGeom>
              <a:avLst/>
              <a:gdLst/>
              <a:ahLst/>
              <a:cxnLst/>
              <a:rect l="l" t="t" r="r" b="b"/>
              <a:pathLst>
                <a:path w="95" h="127" extrusionOk="0">
                  <a:moveTo>
                    <a:pt x="32" y="1"/>
                  </a:moveTo>
                  <a:lnTo>
                    <a:pt x="32" y="1"/>
                  </a:lnTo>
                  <a:lnTo>
                    <a:pt x="15" y="1"/>
                  </a:lnTo>
                  <a:lnTo>
                    <a:pt x="32" y="1"/>
                  </a:lnTo>
                  <a:cubicBezTo>
                    <a:pt x="47" y="17"/>
                    <a:pt x="47" y="32"/>
                    <a:pt x="32" y="49"/>
                  </a:cubicBezTo>
                  <a:lnTo>
                    <a:pt x="0" y="95"/>
                  </a:lnTo>
                  <a:lnTo>
                    <a:pt x="0" y="112"/>
                  </a:lnTo>
                  <a:cubicBezTo>
                    <a:pt x="15" y="127"/>
                    <a:pt x="15" y="127"/>
                    <a:pt x="32" y="127"/>
                  </a:cubicBezTo>
                  <a:lnTo>
                    <a:pt x="47" y="127"/>
                  </a:lnTo>
                  <a:cubicBezTo>
                    <a:pt x="63" y="127"/>
                    <a:pt x="63" y="127"/>
                    <a:pt x="63" y="112"/>
                  </a:cubicBezTo>
                  <a:lnTo>
                    <a:pt x="63" y="95"/>
                  </a:lnTo>
                  <a:cubicBezTo>
                    <a:pt x="47" y="95"/>
                    <a:pt x="63" y="64"/>
                    <a:pt x="78" y="49"/>
                  </a:cubicBezTo>
                  <a:lnTo>
                    <a:pt x="95" y="32"/>
                  </a:lnTo>
                  <a:cubicBezTo>
                    <a:pt x="95" y="17"/>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4" name="Google Shape;1614;p38"/>
            <p:cNvSpPr/>
            <p:nvPr/>
          </p:nvSpPr>
          <p:spPr>
            <a:xfrm>
              <a:off x="3419557" y="1792261"/>
              <a:ext cx="5502" cy="4516"/>
            </a:xfrm>
            <a:custGeom>
              <a:avLst/>
              <a:gdLst/>
              <a:ahLst/>
              <a:cxnLst/>
              <a:rect l="l" t="t" r="r" b="b"/>
              <a:pathLst>
                <a:path w="173" h="142" extrusionOk="0">
                  <a:moveTo>
                    <a:pt x="110" y="1"/>
                  </a:moveTo>
                  <a:cubicBezTo>
                    <a:pt x="95" y="16"/>
                    <a:pt x="95" y="16"/>
                    <a:pt x="95" y="32"/>
                  </a:cubicBezTo>
                  <a:lnTo>
                    <a:pt x="95" y="64"/>
                  </a:lnTo>
                  <a:cubicBezTo>
                    <a:pt x="95" y="64"/>
                    <a:pt x="78" y="64"/>
                    <a:pt x="78" y="79"/>
                  </a:cubicBezTo>
                  <a:lnTo>
                    <a:pt x="78" y="79"/>
                  </a:lnTo>
                  <a:cubicBezTo>
                    <a:pt x="63" y="64"/>
                    <a:pt x="63" y="47"/>
                    <a:pt x="47" y="47"/>
                  </a:cubicBezTo>
                  <a:lnTo>
                    <a:pt x="32" y="47"/>
                  </a:lnTo>
                  <a:cubicBezTo>
                    <a:pt x="15" y="64"/>
                    <a:pt x="0" y="79"/>
                    <a:pt x="15" y="95"/>
                  </a:cubicBezTo>
                  <a:cubicBezTo>
                    <a:pt x="15" y="110"/>
                    <a:pt x="32" y="142"/>
                    <a:pt x="63" y="142"/>
                  </a:cubicBezTo>
                  <a:lnTo>
                    <a:pt x="63" y="142"/>
                  </a:lnTo>
                  <a:lnTo>
                    <a:pt x="63" y="142"/>
                  </a:lnTo>
                  <a:cubicBezTo>
                    <a:pt x="63" y="127"/>
                    <a:pt x="78" y="127"/>
                    <a:pt x="95" y="110"/>
                  </a:cubicBezTo>
                  <a:lnTo>
                    <a:pt x="95" y="110"/>
                  </a:lnTo>
                  <a:lnTo>
                    <a:pt x="95" y="110"/>
                  </a:lnTo>
                  <a:lnTo>
                    <a:pt x="126" y="127"/>
                  </a:lnTo>
                  <a:lnTo>
                    <a:pt x="126" y="127"/>
                  </a:lnTo>
                  <a:lnTo>
                    <a:pt x="126" y="127"/>
                  </a:lnTo>
                  <a:lnTo>
                    <a:pt x="126" y="79"/>
                  </a:lnTo>
                  <a:cubicBezTo>
                    <a:pt x="141" y="64"/>
                    <a:pt x="141" y="47"/>
                    <a:pt x="158" y="47"/>
                  </a:cubicBezTo>
                  <a:lnTo>
                    <a:pt x="173" y="47"/>
                  </a:lnTo>
                  <a:lnTo>
                    <a:pt x="173"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5" name="Google Shape;1615;p38"/>
            <p:cNvSpPr/>
            <p:nvPr/>
          </p:nvSpPr>
          <p:spPr>
            <a:xfrm>
              <a:off x="3419016" y="1810803"/>
              <a:ext cx="4580" cy="3021"/>
            </a:xfrm>
            <a:custGeom>
              <a:avLst/>
              <a:gdLst/>
              <a:ahLst/>
              <a:cxnLst/>
              <a:rect l="l" t="t" r="r" b="b"/>
              <a:pathLst>
                <a:path w="144" h="95" extrusionOk="0">
                  <a:moveTo>
                    <a:pt x="32" y="0"/>
                  </a:moveTo>
                  <a:lnTo>
                    <a:pt x="32" y="0"/>
                  </a:lnTo>
                  <a:cubicBezTo>
                    <a:pt x="17" y="0"/>
                    <a:pt x="1" y="0"/>
                    <a:pt x="1" y="17"/>
                  </a:cubicBezTo>
                  <a:cubicBezTo>
                    <a:pt x="1" y="32"/>
                    <a:pt x="1" y="63"/>
                    <a:pt x="32" y="63"/>
                  </a:cubicBezTo>
                  <a:lnTo>
                    <a:pt x="95" y="95"/>
                  </a:lnTo>
                  <a:lnTo>
                    <a:pt x="112" y="63"/>
                  </a:lnTo>
                  <a:lnTo>
                    <a:pt x="112" y="48"/>
                  </a:lnTo>
                  <a:cubicBezTo>
                    <a:pt x="127" y="32"/>
                    <a:pt x="127" y="32"/>
                    <a:pt x="143" y="32"/>
                  </a:cubicBezTo>
                  <a:lnTo>
                    <a:pt x="143" y="32"/>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6" name="Google Shape;1616;p38"/>
            <p:cNvSpPr/>
            <p:nvPr/>
          </p:nvSpPr>
          <p:spPr>
            <a:xfrm>
              <a:off x="3081293" y="1812329"/>
              <a:ext cx="4039" cy="3021"/>
            </a:xfrm>
            <a:custGeom>
              <a:avLst/>
              <a:gdLst/>
              <a:ahLst/>
              <a:cxnLst/>
              <a:rect l="l" t="t" r="r" b="b"/>
              <a:pathLst>
                <a:path w="127" h="95" extrusionOk="0">
                  <a:moveTo>
                    <a:pt x="63" y="0"/>
                  </a:moveTo>
                  <a:lnTo>
                    <a:pt x="17" y="32"/>
                  </a:lnTo>
                  <a:cubicBezTo>
                    <a:pt x="17" y="32"/>
                    <a:pt x="0" y="32"/>
                    <a:pt x="0" y="47"/>
                  </a:cubicBezTo>
                  <a:lnTo>
                    <a:pt x="0" y="63"/>
                  </a:lnTo>
                  <a:lnTo>
                    <a:pt x="0" y="63"/>
                  </a:lnTo>
                  <a:lnTo>
                    <a:pt x="17" y="63"/>
                  </a:lnTo>
                  <a:cubicBezTo>
                    <a:pt x="17" y="63"/>
                    <a:pt x="32" y="63"/>
                    <a:pt x="48" y="78"/>
                  </a:cubicBezTo>
                  <a:lnTo>
                    <a:pt x="48" y="95"/>
                  </a:lnTo>
                  <a:lnTo>
                    <a:pt x="48" y="78"/>
                  </a:lnTo>
                  <a:lnTo>
                    <a:pt x="126" y="47"/>
                  </a:lnTo>
                  <a:lnTo>
                    <a:pt x="80" y="15"/>
                  </a:lnTo>
                  <a:cubicBezTo>
                    <a:pt x="80" y="15"/>
                    <a:pt x="63"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7" name="Google Shape;1617;p38"/>
            <p:cNvSpPr/>
            <p:nvPr/>
          </p:nvSpPr>
          <p:spPr>
            <a:xfrm>
              <a:off x="3136917" y="1831825"/>
              <a:ext cx="4516" cy="3053"/>
            </a:xfrm>
            <a:custGeom>
              <a:avLst/>
              <a:gdLst/>
              <a:ahLst/>
              <a:cxnLst/>
              <a:rect l="l" t="t" r="r" b="b"/>
              <a:pathLst>
                <a:path w="142" h="96" extrusionOk="0">
                  <a:moveTo>
                    <a:pt x="32" y="1"/>
                  </a:moveTo>
                  <a:lnTo>
                    <a:pt x="32" y="1"/>
                  </a:lnTo>
                  <a:lnTo>
                    <a:pt x="32" y="1"/>
                  </a:lnTo>
                  <a:cubicBezTo>
                    <a:pt x="16" y="1"/>
                    <a:pt x="1" y="17"/>
                    <a:pt x="1" y="32"/>
                  </a:cubicBezTo>
                  <a:cubicBezTo>
                    <a:pt x="1" y="49"/>
                    <a:pt x="1" y="80"/>
                    <a:pt x="32" y="95"/>
                  </a:cubicBezTo>
                  <a:lnTo>
                    <a:pt x="64" y="95"/>
                  </a:lnTo>
                  <a:lnTo>
                    <a:pt x="79" y="95"/>
                  </a:lnTo>
                  <a:lnTo>
                    <a:pt x="95" y="95"/>
                  </a:lnTo>
                  <a:lnTo>
                    <a:pt x="95" y="95"/>
                  </a:lnTo>
                  <a:cubicBezTo>
                    <a:pt x="110" y="95"/>
                    <a:pt x="127" y="80"/>
                    <a:pt x="127" y="64"/>
                  </a:cubicBezTo>
                  <a:cubicBezTo>
                    <a:pt x="142" y="49"/>
                    <a:pt x="127" y="32"/>
                    <a:pt x="110" y="32"/>
                  </a:cubicBezTo>
                  <a:lnTo>
                    <a:pt x="95" y="17"/>
                  </a:lnTo>
                  <a:cubicBezTo>
                    <a:pt x="79" y="17"/>
                    <a:pt x="79" y="32"/>
                    <a:pt x="64" y="32"/>
                  </a:cubicBez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8" name="Google Shape;1618;p38"/>
            <p:cNvSpPr/>
            <p:nvPr/>
          </p:nvSpPr>
          <p:spPr>
            <a:xfrm>
              <a:off x="3096336" y="1793279"/>
              <a:ext cx="6551" cy="4039"/>
            </a:xfrm>
            <a:custGeom>
              <a:avLst/>
              <a:gdLst/>
              <a:ahLst/>
              <a:cxnLst/>
              <a:rect l="l" t="t" r="r" b="b"/>
              <a:pathLst>
                <a:path w="206" h="127" extrusionOk="0">
                  <a:moveTo>
                    <a:pt x="174" y="0"/>
                  </a:moveTo>
                  <a:lnTo>
                    <a:pt x="174" y="0"/>
                  </a:lnTo>
                  <a:lnTo>
                    <a:pt x="142" y="0"/>
                  </a:lnTo>
                  <a:lnTo>
                    <a:pt x="142" y="15"/>
                  </a:lnTo>
                  <a:lnTo>
                    <a:pt x="111" y="47"/>
                  </a:lnTo>
                  <a:lnTo>
                    <a:pt x="16" y="32"/>
                  </a:lnTo>
                  <a:lnTo>
                    <a:pt x="0" y="95"/>
                  </a:lnTo>
                  <a:lnTo>
                    <a:pt x="0" y="95"/>
                  </a:lnTo>
                  <a:lnTo>
                    <a:pt x="111" y="126"/>
                  </a:lnTo>
                  <a:lnTo>
                    <a:pt x="126" y="126"/>
                  </a:lnTo>
                  <a:cubicBezTo>
                    <a:pt x="126" y="126"/>
                    <a:pt x="142" y="126"/>
                    <a:pt x="142" y="110"/>
                  </a:cubicBezTo>
                  <a:lnTo>
                    <a:pt x="158" y="110"/>
                  </a:lnTo>
                  <a:lnTo>
                    <a:pt x="158" y="95"/>
                  </a:lnTo>
                  <a:lnTo>
                    <a:pt x="174" y="78"/>
                  </a:lnTo>
                  <a:lnTo>
                    <a:pt x="174" y="78"/>
                  </a:lnTo>
                  <a:cubicBezTo>
                    <a:pt x="158" y="63"/>
                    <a:pt x="158" y="47"/>
                    <a:pt x="158" y="32"/>
                  </a:cubicBezTo>
                  <a:cubicBezTo>
                    <a:pt x="174" y="32"/>
                    <a:pt x="174" y="15"/>
                    <a:pt x="189" y="15"/>
                  </a:cubicBezTo>
                  <a:lnTo>
                    <a:pt x="205" y="32"/>
                  </a:lnTo>
                  <a:cubicBezTo>
                    <a:pt x="205" y="15"/>
                    <a:pt x="205" y="15"/>
                    <a:pt x="189" y="0"/>
                  </a:cubicBezTo>
                  <a:lnTo>
                    <a:pt x="18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9" name="Google Shape;1619;p38"/>
            <p:cNvSpPr/>
            <p:nvPr/>
          </p:nvSpPr>
          <p:spPr>
            <a:xfrm>
              <a:off x="3248167" y="1821807"/>
              <a:ext cx="2512" cy="4039"/>
            </a:xfrm>
            <a:custGeom>
              <a:avLst/>
              <a:gdLst/>
              <a:ahLst/>
              <a:cxnLst/>
              <a:rect l="l" t="t" r="r" b="b"/>
              <a:pathLst>
                <a:path w="79" h="127" extrusionOk="0">
                  <a:moveTo>
                    <a:pt x="32" y="1"/>
                  </a:moveTo>
                  <a:lnTo>
                    <a:pt x="32" y="1"/>
                  </a:lnTo>
                  <a:cubicBezTo>
                    <a:pt x="16" y="1"/>
                    <a:pt x="1" y="17"/>
                    <a:pt x="1" y="32"/>
                  </a:cubicBezTo>
                  <a:lnTo>
                    <a:pt x="16" y="112"/>
                  </a:lnTo>
                  <a:lnTo>
                    <a:pt x="16" y="112"/>
                  </a:lnTo>
                  <a:lnTo>
                    <a:pt x="16" y="127"/>
                  </a:lnTo>
                  <a:lnTo>
                    <a:pt x="16" y="127"/>
                  </a:lnTo>
                  <a:lnTo>
                    <a:pt x="16" y="127"/>
                  </a:lnTo>
                  <a:cubicBezTo>
                    <a:pt x="32" y="112"/>
                    <a:pt x="32" y="112"/>
                    <a:pt x="47" y="112"/>
                  </a:cubicBezTo>
                  <a:lnTo>
                    <a:pt x="64" y="112"/>
                  </a:lnTo>
                  <a:cubicBezTo>
                    <a:pt x="79" y="112"/>
                    <a:pt x="79" y="127"/>
                    <a:pt x="79" y="127"/>
                  </a:cubicBezTo>
                  <a:lnTo>
                    <a:pt x="79" y="112"/>
                  </a:lnTo>
                  <a:lnTo>
                    <a:pt x="79"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0" name="Google Shape;1620;p38"/>
            <p:cNvSpPr/>
            <p:nvPr/>
          </p:nvSpPr>
          <p:spPr>
            <a:xfrm>
              <a:off x="3121906" y="1790735"/>
              <a:ext cx="3021" cy="4580"/>
            </a:xfrm>
            <a:custGeom>
              <a:avLst/>
              <a:gdLst/>
              <a:ahLst/>
              <a:cxnLst/>
              <a:rect l="l" t="t" r="r" b="b"/>
              <a:pathLst>
                <a:path w="95" h="144" extrusionOk="0">
                  <a:moveTo>
                    <a:pt x="47" y="1"/>
                  </a:moveTo>
                  <a:lnTo>
                    <a:pt x="47" y="1"/>
                  </a:lnTo>
                  <a:cubicBezTo>
                    <a:pt x="32" y="1"/>
                    <a:pt x="15" y="1"/>
                    <a:pt x="15" y="17"/>
                  </a:cubicBezTo>
                  <a:lnTo>
                    <a:pt x="15" y="32"/>
                  </a:lnTo>
                  <a:lnTo>
                    <a:pt x="15" y="32"/>
                  </a:lnTo>
                  <a:lnTo>
                    <a:pt x="15" y="49"/>
                  </a:lnTo>
                  <a:lnTo>
                    <a:pt x="0" y="112"/>
                  </a:lnTo>
                  <a:lnTo>
                    <a:pt x="0" y="112"/>
                  </a:lnTo>
                  <a:cubicBezTo>
                    <a:pt x="0" y="127"/>
                    <a:pt x="15" y="143"/>
                    <a:pt x="32" y="143"/>
                  </a:cubicBezTo>
                  <a:lnTo>
                    <a:pt x="47" y="143"/>
                  </a:lnTo>
                  <a:cubicBezTo>
                    <a:pt x="63" y="143"/>
                    <a:pt x="78" y="143"/>
                    <a:pt x="78" y="127"/>
                  </a:cubicBezTo>
                  <a:lnTo>
                    <a:pt x="95" y="32"/>
                  </a:lnTo>
                  <a:cubicBezTo>
                    <a:pt x="95" y="17"/>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1" name="Google Shape;1621;p38"/>
            <p:cNvSpPr/>
            <p:nvPr/>
          </p:nvSpPr>
          <p:spPr>
            <a:xfrm>
              <a:off x="3376940" y="1781734"/>
              <a:ext cx="7028" cy="4548"/>
            </a:xfrm>
            <a:custGeom>
              <a:avLst/>
              <a:gdLst/>
              <a:ahLst/>
              <a:cxnLst/>
              <a:rect l="l" t="t" r="r" b="b"/>
              <a:pathLst>
                <a:path w="221" h="143" extrusionOk="0">
                  <a:moveTo>
                    <a:pt x="174" y="0"/>
                  </a:moveTo>
                  <a:lnTo>
                    <a:pt x="174" y="0"/>
                  </a:lnTo>
                  <a:cubicBezTo>
                    <a:pt x="158" y="0"/>
                    <a:pt x="158" y="17"/>
                    <a:pt x="143" y="17"/>
                  </a:cubicBezTo>
                  <a:lnTo>
                    <a:pt x="126" y="80"/>
                  </a:lnTo>
                  <a:lnTo>
                    <a:pt x="48" y="63"/>
                  </a:lnTo>
                  <a:cubicBezTo>
                    <a:pt x="48" y="80"/>
                    <a:pt x="32" y="80"/>
                    <a:pt x="32" y="80"/>
                  </a:cubicBezTo>
                  <a:cubicBezTo>
                    <a:pt x="32" y="95"/>
                    <a:pt x="17" y="95"/>
                    <a:pt x="17" y="95"/>
                  </a:cubicBezTo>
                  <a:lnTo>
                    <a:pt x="0" y="80"/>
                  </a:lnTo>
                  <a:lnTo>
                    <a:pt x="0" y="95"/>
                  </a:lnTo>
                  <a:cubicBezTo>
                    <a:pt x="0" y="111"/>
                    <a:pt x="0" y="126"/>
                    <a:pt x="32" y="126"/>
                  </a:cubicBezTo>
                  <a:lnTo>
                    <a:pt x="95" y="143"/>
                  </a:lnTo>
                  <a:lnTo>
                    <a:pt x="126" y="143"/>
                  </a:lnTo>
                  <a:lnTo>
                    <a:pt x="143" y="143"/>
                  </a:lnTo>
                  <a:lnTo>
                    <a:pt x="158" y="143"/>
                  </a:lnTo>
                  <a:cubicBezTo>
                    <a:pt x="158" y="143"/>
                    <a:pt x="174" y="143"/>
                    <a:pt x="174" y="126"/>
                  </a:cubicBezTo>
                  <a:lnTo>
                    <a:pt x="206" y="48"/>
                  </a:lnTo>
                  <a:cubicBezTo>
                    <a:pt x="221" y="32"/>
                    <a:pt x="206" y="17"/>
                    <a:pt x="18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2" name="Google Shape;1622;p38"/>
            <p:cNvSpPr/>
            <p:nvPr/>
          </p:nvSpPr>
          <p:spPr>
            <a:xfrm>
              <a:off x="3212101" y="1814333"/>
              <a:ext cx="5025" cy="3021"/>
            </a:xfrm>
            <a:custGeom>
              <a:avLst/>
              <a:gdLst/>
              <a:ahLst/>
              <a:cxnLst/>
              <a:rect l="l" t="t" r="r" b="b"/>
              <a:pathLst>
                <a:path w="158" h="95" extrusionOk="0">
                  <a:moveTo>
                    <a:pt x="78" y="0"/>
                  </a:moveTo>
                  <a:lnTo>
                    <a:pt x="78" y="0"/>
                  </a:lnTo>
                  <a:lnTo>
                    <a:pt x="63" y="0"/>
                  </a:lnTo>
                  <a:lnTo>
                    <a:pt x="15" y="15"/>
                  </a:lnTo>
                  <a:cubicBezTo>
                    <a:pt x="0" y="32"/>
                    <a:pt x="0" y="47"/>
                    <a:pt x="15" y="63"/>
                  </a:cubicBezTo>
                  <a:cubicBezTo>
                    <a:pt x="15" y="78"/>
                    <a:pt x="32" y="78"/>
                    <a:pt x="32" y="78"/>
                  </a:cubicBezTo>
                  <a:lnTo>
                    <a:pt x="63" y="78"/>
                  </a:lnTo>
                  <a:lnTo>
                    <a:pt x="78" y="63"/>
                  </a:lnTo>
                  <a:lnTo>
                    <a:pt x="95" y="78"/>
                  </a:lnTo>
                  <a:cubicBezTo>
                    <a:pt x="110" y="95"/>
                    <a:pt x="110" y="95"/>
                    <a:pt x="126" y="95"/>
                  </a:cubicBezTo>
                  <a:lnTo>
                    <a:pt x="141" y="78"/>
                  </a:lnTo>
                  <a:cubicBezTo>
                    <a:pt x="158" y="63"/>
                    <a:pt x="158" y="32"/>
                    <a:pt x="141"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3" name="Google Shape;1623;p38"/>
            <p:cNvSpPr/>
            <p:nvPr/>
          </p:nvSpPr>
          <p:spPr>
            <a:xfrm>
              <a:off x="3436063" y="1804792"/>
              <a:ext cx="6551" cy="2544"/>
            </a:xfrm>
            <a:custGeom>
              <a:avLst/>
              <a:gdLst/>
              <a:ahLst/>
              <a:cxnLst/>
              <a:rect l="l" t="t" r="r" b="b"/>
              <a:pathLst>
                <a:path w="206" h="80" extrusionOk="0">
                  <a:moveTo>
                    <a:pt x="174" y="0"/>
                  </a:moveTo>
                  <a:lnTo>
                    <a:pt x="174" y="0"/>
                  </a:lnTo>
                  <a:lnTo>
                    <a:pt x="111" y="16"/>
                  </a:lnTo>
                  <a:lnTo>
                    <a:pt x="111" y="16"/>
                  </a:lnTo>
                  <a:cubicBezTo>
                    <a:pt x="95" y="16"/>
                    <a:pt x="95" y="16"/>
                    <a:pt x="80" y="0"/>
                  </a:cubicBezTo>
                  <a:lnTo>
                    <a:pt x="32" y="0"/>
                  </a:lnTo>
                  <a:lnTo>
                    <a:pt x="32" y="0"/>
                  </a:lnTo>
                  <a:cubicBezTo>
                    <a:pt x="0" y="16"/>
                    <a:pt x="0" y="32"/>
                    <a:pt x="0" y="48"/>
                  </a:cubicBezTo>
                  <a:lnTo>
                    <a:pt x="0" y="48"/>
                  </a:lnTo>
                  <a:cubicBezTo>
                    <a:pt x="0" y="63"/>
                    <a:pt x="17" y="79"/>
                    <a:pt x="32" y="79"/>
                  </a:cubicBezTo>
                  <a:lnTo>
                    <a:pt x="32" y="79"/>
                  </a:lnTo>
                  <a:cubicBezTo>
                    <a:pt x="32" y="63"/>
                    <a:pt x="32" y="48"/>
                    <a:pt x="48" y="32"/>
                  </a:cubicBezTo>
                  <a:lnTo>
                    <a:pt x="63" y="32"/>
                  </a:lnTo>
                  <a:lnTo>
                    <a:pt x="63" y="32"/>
                  </a:lnTo>
                  <a:cubicBezTo>
                    <a:pt x="80" y="32"/>
                    <a:pt x="80" y="32"/>
                    <a:pt x="95" y="48"/>
                  </a:cubicBezTo>
                  <a:lnTo>
                    <a:pt x="111" y="63"/>
                  </a:lnTo>
                  <a:lnTo>
                    <a:pt x="174" y="63"/>
                  </a:lnTo>
                  <a:cubicBezTo>
                    <a:pt x="189" y="63"/>
                    <a:pt x="206" y="48"/>
                    <a:pt x="206" y="16"/>
                  </a:cubicBezTo>
                  <a:cubicBezTo>
                    <a:pt x="206" y="16"/>
                    <a:pt x="189"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4" name="Google Shape;1624;p38"/>
            <p:cNvSpPr/>
            <p:nvPr/>
          </p:nvSpPr>
          <p:spPr>
            <a:xfrm>
              <a:off x="3434568" y="1797286"/>
              <a:ext cx="5057" cy="7028"/>
            </a:xfrm>
            <a:custGeom>
              <a:avLst/>
              <a:gdLst/>
              <a:ahLst/>
              <a:cxnLst/>
              <a:rect l="l" t="t" r="r" b="b"/>
              <a:pathLst>
                <a:path w="159" h="221" extrusionOk="0">
                  <a:moveTo>
                    <a:pt x="64" y="0"/>
                  </a:moveTo>
                  <a:lnTo>
                    <a:pt x="47" y="0"/>
                  </a:lnTo>
                  <a:lnTo>
                    <a:pt x="47" y="0"/>
                  </a:lnTo>
                  <a:cubicBezTo>
                    <a:pt x="32" y="0"/>
                    <a:pt x="32" y="15"/>
                    <a:pt x="16" y="15"/>
                  </a:cubicBezTo>
                  <a:lnTo>
                    <a:pt x="1" y="63"/>
                  </a:lnTo>
                  <a:cubicBezTo>
                    <a:pt x="1" y="95"/>
                    <a:pt x="16" y="110"/>
                    <a:pt x="32" y="110"/>
                  </a:cubicBezTo>
                  <a:lnTo>
                    <a:pt x="47" y="110"/>
                  </a:lnTo>
                  <a:cubicBezTo>
                    <a:pt x="47" y="110"/>
                    <a:pt x="64" y="110"/>
                    <a:pt x="64" y="95"/>
                  </a:cubicBezTo>
                  <a:lnTo>
                    <a:pt x="95" y="142"/>
                  </a:lnTo>
                  <a:lnTo>
                    <a:pt x="79" y="173"/>
                  </a:lnTo>
                  <a:cubicBezTo>
                    <a:pt x="79" y="205"/>
                    <a:pt x="95" y="221"/>
                    <a:pt x="110" y="221"/>
                  </a:cubicBezTo>
                  <a:lnTo>
                    <a:pt x="110" y="221"/>
                  </a:lnTo>
                  <a:lnTo>
                    <a:pt x="127" y="221"/>
                  </a:lnTo>
                  <a:cubicBezTo>
                    <a:pt x="127" y="205"/>
                    <a:pt x="127" y="189"/>
                    <a:pt x="142" y="189"/>
                  </a:cubicBezTo>
                  <a:lnTo>
                    <a:pt x="158" y="173"/>
                  </a:lnTo>
                  <a:lnTo>
                    <a:pt x="158" y="142"/>
                  </a:lnTo>
                  <a:lnTo>
                    <a:pt x="158" y="126"/>
                  </a:lnTo>
                  <a:lnTo>
                    <a:pt x="110" y="32"/>
                  </a:lnTo>
                  <a:lnTo>
                    <a:pt x="95" y="15"/>
                  </a:lnTo>
                  <a:lnTo>
                    <a:pt x="7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5" name="Google Shape;1625;p38"/>
            <p:cNvSpPr/>
            <p:nvPr/>
          </p:nvSpPr>
          <p:spPr>
            <a:xfrm>
              <a:off x="3048726" y="1804283"/>
              <a:ext cx="3530" cy="6042"/>
            </a:xfrm>
            <a:custGeom>
              <a:avLst/>
              <a:gdLst/>
              <a:ahLst/>
              <a:cxnLst/>
              <a:rect l="l" t="t" r="r" b="b"/>
              <a:pathLst>
                <a:path w="111" h="190" extrusionOk="0">
                  <a:moveTo>
                    <a:pt x="32" y="1"/>
                  </a:moveTo>
                  <a:lnTo>
                    <a:pt x="16" y="64"/>
                  </a:lnTo>
                  <a:cubicBezTo>
                    <a:pt x="16" y="79"/>
                    <a:pt x="16" y="95"/>
                    <a:pt x="32" y="95"/>
                  </a:cubicBezTo>
                  <a:cubicBezTo>
                    <a:pt x="32" y="111"/>
                    <a:pt x="47" y="111"/>
                    <a:pt x="47" y="127"/>
                  </a:cubicBezTo>
                  <a:lnTo>
                    <a:pt x="32" y="127"/>
                  </a:lnTo>
                  <a:cubicBezTo>
                    <a:pt x="16" y="127"/>
                    <a:pt x="1" y="142"/>
                    <a:pt x="1" y="174"/>
                  </a:cubicBezTo>
                  <a:cubicBezTo>
                    <a:pt x="1" y="190"/>
                    <a:pt x="16" y="190"/>
                    <a:pt x="32" y="190"/>
                  </a:cubicBezTo>
                  <a:lnTo>
                    <a:pt x="47" y="190"/>
                  </a:lnTo>
                  <a:cubicBezTo>
                    <a:pt x="64" y="190"/>
                    <a:pt x="95" y="174"/>
                    <a:pt x="111" y="142"/>
                  </a:cubicBezTo>
                  <a:lnTo>
                    <a:pt x="111" y="111"/>
                  </a:lnTo>
                  <a:lnTo>
                    <a:pt x="111" y="111"/>
                  </a:lnTo>
                  <a:lnTo>
                    <a:pt x="95" y="111"/>
                  </a:lnTo>
                  <a:cubicBezTo>
                    <a:pt x="79" y="95"/>
                    <a:pt x="64" y="79"/>
                    <a:pt x="79" y="64"/>
                  </a:cubicBezTo>
                  <a:lnTo>
                    <a:pt x="79" y="64"/>
                  </a:lnTo>
                  <a:lnTo>
                    <a:pt x="79" y="48"/>
                  </a:lnTo>
                  <a:lnTo>
                    <a:pt x="79"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6" name="Google Shape;1626;p38"/>
            <p:cNvSpPr/>
            <p:nvPr/>
          </p:nvSpPr>
          <p:spPr>
            <a:xfrm>
              <a:off x="3106863" y="1811789"/>
              <a:ext cx="5057" cy="3053"/>
            </a:xfrm>
            <a:custGeom>
              <a:avLst/>
              <a:gdLst/>
              <a:ahLst/>
              <a:cxnLst/>
              <a:rect l="l" t="t" r="r" b="b"/>
              <a:pathLst>
                <a:path w="159" h="96" extrusionOk="0">
                  <a:moveTo>
                    <a:pt x="95" y="1"/>
                  </a:moveTo>
                  <a:lnTo>
                    <a:pt x="95" y="1"/>
                  </a:lnTo>
                  <a:lnTo>
                    <a:pt x="95" y="1"/>
                  </a:lnTo>
                  <a:cubicBezTo>
                    <a:pt x="64" y="1"/>
                    <a:pt x="47" y="17"/>
                    <a:pt x="47" y="32"/>
                  </a:cubicBezTo>
                  <a:lnTo>
                    <a:pt x="32" y="32"/>
                  </a:lnTo>
                  <a:cubicBezTo>
                    <a:pt x="16" y="32"/>
                    <a:pt x="0" y="64"/>
                    <a:pt x="16" y="80"/>
                  </a:cubicBezTo>
                  <a:cubicBezTo>
                    <a:pt x="16" y="95"/>
                    <a:pt x="32" y="95"/>
                    <a:pt x="47" y="95"/>
                  </a:cubicBezTo>
                  <a:lnTo>
                    <a:pt x="47" y="95"/>
                  </a:lnTo>
                  <a:lnTo>
                    <a:pt x="47" y="95"/>
                  </a:lnTo>
                  <a:cubicBezTo>
                    <a:pt x="47" y="80"/>
                    <a:pt x="64" y="80"/>
                    <a:pt x="79" y="80"/>
                  </a:cubicBezTo>
                  <a:lnTo>
                    <a:pt x="79" y="80"/>
                  </a:lnTo>
                  <a:lnTo>
                    <a:pt x="95" y="80"/>
                  </a:lnTo>
                  <a:lnTo>
                    <a:pt x="95" y="64"/>
                  </a:lnTo>
                  <a:lnTo>
                    <a:pt x="95" y="64"/>
                  </a:lnTo>
                  <a:lnTo>
                    <a:pt x="95" y="64"/>
                  </a:lnTo>
                  <a:cubicBezTo>
                    <a:pt x="110" y="80"/>
                    <a:pt x="110" y="80"/>
                    <a:pt x="127" y="80"/>
                  </a:cubicBezTo>
                  <a:cubicBezTo>
                    <a:pt x="127" y="80"/>
                    <a:pt x="142" y="80"/>
                    <a:pt x="142" y="64"/>
                  </a:cubicBezTo>
                  <a:cubicBezTo>
                    <a:pt x="158" y="49"/>
                    <a:pt x="158" y="32"/>
                    <a:pt x="142" y="17"/>
                  </a:cubicBezTo>
                  <a:cubicBezTo>
                    <a:pt x="127"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7" name="Google Shape;1627;p38"/>
            <p:cNvSpPr/>
            <p:nvPr/>
          </p:nvSpPr>
          <p:spPr>
            <a:xfrm>
              <a:off x="3432055" y="1761189"/>
              <a:ext cx="5565" cy="3053"/>
            </a:xfrm>
            <a:custGeom>
              <a:avLst/>
              <a:gdLst/>
              <a:ahLst/>
              <a:cxnLst/>
              <a:rect l="l" t="t" r="r" b="b"/>
              <a:pathLst>
                <a:path w="175" h="96" extrusionOk="0">
                  <a:moveTo>
                    <a:pt x="80" y="1"/>
                  </a:moveTo>
                  <a:cubicBezTo>
                    <a:pt x="63" y="16"/>
                    <a:pt x="48" y="16"/>
                    <a:pt x="32" y="32"/>
                  </a:cubicBezTo>
                  <a:cubicBezTo>
                    <a:pt x="17" y="32"/>
                    <a:pt x="0" y="48"/>
                    <a:pt x="17" y="64"/>
                  </a:cubicBezTo>
                  <a:cubicBezTo>
                    <a:pt x="17" y="79"/>
                    <a:pt x="32" y="95"/>
                    <a:pt x="48" y="95"/>
                  </a:cubicBezTo>
                  <a:cubicBezTo>
                    <a:pt x="48" y="95"/>
                    <a:pt x="63" y="95"/>
                    <a:pt x="63" y="79"/>
                  </a:cubicBezTo>
                  <a:lnTo>
                    <a:pt x="95" y="79"/>
                  </a:lnTo>
                  <a:lnTo>
                    <a:pt x="111" y="79"/>
                  </a:lnTo>
                  <a:cubicBezTo>
                    <a:pt x="111" y="95"/>
                    <a:pt x="126" y="95"/>
                    <a:pt x="126" y="95"/>
                  </a:cubicBezTo>
                  <a:cubicBezTo>
                    <a:pt x="126" y="95"/>
                    <a:pt x="143" y="79"/>
                    <a:pt x="158" y="79"/>
                  </a:cubicBezTo>
                  <a:lnTo>
                    <a:pt x="158" y="79"/>
                  </a:lnTo>
                  <a:lnTo>
                    <a:pt x="174" y="79"/>
                  </a:lnTo>
                  <a:lnTo>
                    <a:pt x="174" y="48"/>
                  </a:lnTo>
                  <a:cubicBezTo>
                    <a:pt x="158" y="32"/>
                    <a:pt x="143" y="16"/>
                    <a:pt x="126" y="16"/>
                  </a:cubicBezTo>
                  <a:lnTo>
                    <a:pt x="126" y="16"/>
                  </a:lnTo>
                  <a:lnTo>
                    <a:pt x="111" y="16"/>
                  </a:lnTo>
                  <a:lnTo>
                    <a:pt x="80"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8" name="Google Shape;1628;p38"/>
            <p:cNvSpPr/>
            <p:nvPr/>
          </p:nvSpPr>
          <p:spPr>
            <a:xfrm>
              <a:off x="3309293" y="1819803"/>
              <a:ext cx="4039" cy="4580"/>
            </a:xfrm>
            <a:custGeom>
              <a:avLst/>
              <a:gdLst/>
              <a:ahLst/>
              <a:cxnLst/>
              <a:rect l="l" t="t" r="r" b="b"/>
              <a:pathLst>
                <a:path w="127" h="144" extrusionOk="0">
                  <a:moveTo>
                    <a:pt x="32" y="1"/>
                  </a:moveTo>
                  <a:lnTo>
                    <a:pt x="32" y="1"/>
                  </a:lnTo>
                  <a:lnTo>
                    <a:pt x="16" y="1"/>
                  </a:lnTo>
                  <a:cubicBezTo>
                    <a:pt x="16" y="17"/>
                    <a:pt x="1" y="17"/>
                    <a:pt x="1" y="32"/>
                  </a:cubicBezTo>
                  <a:cubicBezTo>
                    <a:pt x="1" y="32"/>
                    <a:pt x="1" y="49"/>
                    <a:pt x="16" y="49"/>
                  </a:cubicBezTo>
                  <a:lnTo>
                    <a:pt x="16" y="64"/>
                  </a:lnTo>
                  <a:lnTo>
                    <a:pt x="47" y="64"/>
                  </a:lnTo>
                  <a:lnTo>
                    <a:pt x="47" y="64"/>
                  </a:lnTo>
                  <a:lnTo>
                    <a:pt x="47" y="64"/>
                  </a:lnTo>
                  <a:cubicBezTo>
                    <a:pt x="64" y="64"/>
                    <a:pt x="79" y="64"/>
                    <a:pt x="79" y="80"/>
                  </a:cubicBezTo>
                  <a:cubicBezTo>
                    <a:pt x="95" y="112"/>
                    <a:pt x="79" y="127"/>
                    <a:pt x="64" y="127"/>
                  </a:cubicBezTo>
                  <a:lnTo>
                    <a:pt x="47" y="127"/>
                  </a:lnTo>
                  <a:lnTo>
                    <a:pt x="64" y="127"/>
                  </a:lnTo>
                  <a:cubicBezTo>
                    <a:pt x="64" y="143"/>
                    <a:pt x="79" y="143"/>
                    <a:pt x="79" y="143"/>
                  </a:cubicBezTo>
                  <a:lnTo>
                    <a:pt x="110" y="143"/>
                  </a:lnTo>
                  <a:cubicBezTo>
                    <a:pt x="127" y="127"/>
                    <a:pt x="127" y="112"/>
                    <a:pt x="110" y="95"/>
                  </a:cubicBezTo>
                  <a:lnTo>
                    <a:pt x="110" y="80"/>
                  </a:lnTo>
                  <a:lnTo>
                    <a:pt x="95" y="80"/>
                  </a:lnTo>
                  <a:lnTo>
                    <a:pt x="47" y="49"/>
                  </a:lnTo>
                  <a:cubicBezTo>
                    <a:pt x="47" y="32"/>
                    <a:pt x="32"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9" name="Google Shape;1629;p38"/>
            <p:cNvSpPr/>
            <p:nvPr/>
          </p:nvSpPr>
          <p:spPr>
            <a:xfrm>
              <a:off x="3041729" y="1819326"/>
              <a:ext cx="4516" cy="4039"/>
            </a:xfrm>
            <a:custGeom>
              <a:avLst/>
              <a:gdLst/>
              <a:ahLst/>
              <a:cxnLst/>
              <a:rect l="l" t="t" r="r" b="b"/>
              <a:pathLst>
                <a:path w="142" h="127" extrusionOk="0">
                  <a:moveTo>
                    <a:pt x="95" y="1"/>
                  </a:moveTo>
                  <a:lnTo>
                    <a:pt x="95" y="1"/>
                  </a:lnTo>
                  <a:cubicBezTo>
                    <a:pt x="95" y="1"/>
                    <a:pt x="78" y="1"/>
                    <a:pt x="78" y="16"/>
                  </a:cubicBezTo>
                  <a:lnTo>
                    <a:pt x="15" y="64"/>
                  </a:lnTo>
                  <a:cubicBezTo>
                    <a:pt x="0" y="64"/>
                    <a:pt x="0" y="64"/>
                    <a:pt x="0" y="79"/>
                  </a:cubicBezTo>
                  <a:lnTo>
                    <a:pt x="0" y="110"/>
                  </a:lnTo>
                  <a:cubicBezTo>
                    <a:pt x="15" y="110"/>
                    <a:pt x="15" y="127"/>
                    <a:pt x="32" y="127"/>
                  </a:cubicBezTo>
                  <a:cubicBezTo>
                    <a:pt x="47" y="127"/>
                    <a:pt x="47" y="127"/>
                    <a:pt x="47" y="110"/>
                  </a:cubicBezTo>
                  <a:lnTo>
                    <a:pt x="95" y="79"/>
                  </a:lnTo>
                  <a:lnTo>
                    <a:pt x="126" y="64"/>
                  </a:lnTo>
                  <a:cubicBezTo>
                    <a:pt x="141" y="47"/>
                    <a:pt x="141" y="32"/>
                    <a:pt x="126" y="16"/>
                  </a:cubicBez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0" name="Google Shape;1630;p38"/>
            <p:cNvSpPr/>
            <p:nvPr/>
          </p:nvSpPr>
          <p:spPr>
            <a:xfrm>
              <a:off x="3267694" y="1765705"/>
              <a:ext cx="4548" cy="5565"/>
            </a:xfrm>
            <a:custGeom>
              <a:avLst/>
              <a:gdLst/>
              <a:ahLst/>
              <a:cxnLst/>
              <a:rect l="l" t="t" r="r" b="b"/>
              <a:pathLst>
                <a:path w="143" h="175" extrusionOk="0">
                  <a:moveTo>
                    <a:pt x="143" y="95"/>
                  </a:moveTo>
                  <a:lnTo>
                    <a:pt x="95" y="126"/>
                  </a:lnTo>
                  <a:cubicBezTo>
                    <a:pt x="95" y="126"/>
                    <a:pt x="95" y="143"/>
                    <a:pt x="80" y="158"/>
                  </a:cubicBezTo>
                  <a:lnTo>
                    <a:pt x="80" y="174"/>
                  </a:lnTo>
                  <a:lnTo>
                    <a:pt x="95" y="174"/>
                  </a:lnTo>
                  <a:lnTo>
                    <a:pt x="95" y="174"/>
                  </a:lnTo>
                  <a:lnTo>
                    <a:pt x="95" y="174"/>
                  </a:lnTo>
                  <a:cubicBezTo>
                    <a:pt x="111" y="174"/>
                    <a:pt x="111" y="158"/>
                    <a:pt x="126" y="143"/>
                  </a:cubicBezTo>
                  <a:lnTo>
                    <a:pt x="126" y="111"/>
                  </a:lnTo>
                  <a:lnTo>
                    <a:pt x="126" y="111"/>
                  </a:lnTo>
                  <a:lnTo>
                    <a:pt x="143" y="95"/>
                  </a:lnTo>
                  <a:close/>
                  <a:moveTo>
                    <a:pt x="63" y="0"/>
                  </a:moveTo>
                  <a:lnTo>
                    <a:pt x="63" y="0"/>
                  </a:lnTo>
                  <a:lnTo>
                    <a:pt x="17" y="32"/>
                  </a:lnTo>
                  <a:cubicBezTo>
                    <a:pt x="0" y="32"/>
                    <a:pt x="0" y="63"/>
                    <a:pt x="17" y="80"/>
                  </a:cubicBezTo>
                  <a:lnTo>
                    <a:pt x="32" y="111"/>
                  </a:lnTo>
                  <a:lnTo>
                    <a:pt x="32" y="111"/>
                  </a:lnTo>
                  <a:lnTo>
                    <a:pt x="32" y="111"/>
                  </a:lnTo>
                  <a:cubicBezTo>
                    <a:pt x="32" y="95"/>
                    <a:pt x="32" y="80"/>
                    <a:pt x="48" y="63"/>
                  </a:cubicBezTo>
                  <a:lnTo>
                    <a:pt x="111" y="32"/>
                  </a:lnTo>
                  <a:lnTo>
                    <a:pt x="111" y="17"/>
                  </a:lnTo>
                  <a:lnTo>
                    <a:pt x="95" y="17"/>
                  </a:ln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1" name="Google Shape;1631;p38"/>
            <p:cNvSpPr/>
            <p:nvPr/>
          </p:nvSpPr>
          <p:spPr>
            <a:xfrm>
              <a:off x="3183510" y="1831825"/>
              <a:ext cx="5057" cy="2576"/>
            </a:xfrm>
            <a:custGeom>
              <a:avLst/>
              <a:gdLst/>
              <a:ahLst/>
              <a:cxnLst/>
              <a:rect l="l" t="t" r="r" b="b"/>
              <a:pathLst>
                <a:path w="159" h="81" extrusionOk="0">
                  <a:moveTo>
                    <a:pt x="111" y="1"/>
                  </a:moveTo>
                  <a:lnTo>
                    <a:pt x="111" y="1"/>
                  </a:lnTo>
                  <a:lnTo>
                    <a:pt x="32" y="1"/>
                  </a:lnTo>
                  <a:cubicBezTo>
                    <a:pt x="17" y="1"/>
                    <a:pt x="0" y="17"/>
                    <a:pt x="0" y="49"/>
                  </a:cubicBezTo>
                  <a:cubicBezTo>
                    <a:pt x="0" y="64"/>
                    <a:pt x="17" y="80"/>
                    <a:pt x="48" y="80"/>
                  </a:cubicBezTo>
                  <a:lnTo>
                    <a:pt x="48" y="80"/>
                  </a:lnTo>
                  <a:lnTo>
                    <a:pt x="127" y="64"/>
                  </a:lnTo>
                  <a:cubicBezTo>
                    <a:pt x="143" y="64"/>
                    <a:pt x="158" y="49"/>
                    <a:pt x="158" y="32"/>
                  </a:cubicBezTo>
                  <a:cubicBezTo>
                    <a:pt x="143" y="17"/>
                    <a:pt x="143"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2" name="Google Shape;1632;p38"/>
            <p:cNvSpPr/>
            <p:nvPr/>
          </p:nvSpPr>
          <p:spPr>
            <a:xfrm>
              <a:off x="3021693" y="1792261"/>
              <a:ext cx="4516" cy="7060"/>
            </a:xfrm>
            <a:custGeom>
              <a:avLst/>
              <a:gdLst/>
              <a:ahLst/>
              <a:cxnLst/>
              <a:rect l="l" t="t" r="r" b="b"/>
              <a:pathLst>
                <a:path w="142" h="222" extrusionOk="0">
                  <a:moveTo>
                    <a:pt x="110" y="1"/>
                  </a:moveTo>
                  <a:lnTo>
                    <a:pt x="63" y="1"/>
                  </a:lnTo>
                  <a:lnTo>
                    <a:pt x="63" y="32"/>
                  </a:lnTo>
                  <a:lnTo>
                    <a:pt x="63" y="64"/>
                  </a:lnTo>
                  <a:cubicBezTo>
                    <a:pt x="78" y="64"/>
                    <a:pt x="78" y="64"/>
                    <a:pt x="95" y="79"/>
                  </a:cubicBezTo>
                  <a:lnTo>
                    <a:pt x="95" y="110"/>
                  </a:lnTo>
                  <a:cubicBezTo>
                    <a:pt x="110" y="110"/>
                    <a:pt x="126" y="127"/>
                    <a:pt x="110" y="142"/>
                  </a:cubicBezTo>
                  <a:cubicBezTo>
                    <a:pt x="110" y="158"/>
                    <a:pt x="95" y="173"/>
                    <a:pt x="78" y="173"/>
                  </a:cubicBezTo>
                  <a:lnTo>
                    <a:pt x="78" y="173"/>
                  </a:lnTo>
                  <a:lnTo>
                    <a:pt x="15" y="158"/>
                  </a:lnTo>
                  <a:cubicBezTo>
                    <a:pt x="0" y="173"/>
                    <a:pt x="0" y="190"/>
                    <a:pt x="15" y="205"/>
                  </a:cubicBezTo>
                  <a:cubicBezTo>
                    <a:pt x="15" y="221"/>
                    <a:pt x="15" y="221"/>
                    <a:pt x="32" y="221"/>
                  </a:cubicBezTo>
                  <a:lnTo>
                    <a:pt x="32" y="221"/>
                  </a:lnTo>
                  <a:lnTo>
                    <a:pt x="32" y="221"/>
                  </a:lnTo>
                  <a:lnTo>
                    <a:pt x="47" y="221"/>
                  </a:lnTo>
                  <a:lnTo>
                    <a:pt x="47" y="221"/>
                  </a:lnTo>
                  <a:lnTo>
                    <a:pt x="63" y="221"/>
                  </a:lnTo>
                  <a:cubicBezTo>
                    <a:pt x="141" y="173"/>
                    <a:pt x="141" y="95"/>
                    <a:pt x="141" y="32"/>
                  </a:cubicBezTo>
                  <a:cubicBezTo>
                    <a:pt x="126" y="32"/>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3" name="Google Shape;1633;p38"/>
            <p:cNvSpPr/>
            <p:nvPr/>
          </p:nvSpPr>
          <p:spPr>
            <a:xfrm>
              <a:off x="3120888" y="1812329"/>
              <a:ext cx="4516" cy="5502"/>
            </a:xfrm>
            <a:custGeom>
              <a:avLst/>
              <a:gdLst/>
              <a:ahLst/>
              <a:cxnLst/>
              <a:rect l="l" t="t" r="r" b="b"/>
              <a:pathLst>
                <a:path w="142" h="173" extrusionOk="0">
                  <a:moveTo>
                    <a:pt x="32" y="0"/>
                  </a:moveTo>
                  <a:lnTo>
                    <a:pt x="32" y="0"/>
                  </a:lnTo>
                  <a:lnTo>
                    <a:pt x="16" y="0"/>
                  </a:lnTo>
                  <a:cubicBezTo>
                    <a:pt x="1" y="15"/>
                    <a:pt x="1" y="32"/>
                    <a:pt x="16" y="47"/>
                  </a:cubicBezTo>
                  <a:lnTo>
                    <a:pt x="16" y="47"/>
                  </a:lnTo>
                  <a:lnTo>
                    <a:pt x="32" y="95"/>
                  </a:lnTo>
                  <a:lnTo>
                    <a:pt x="64" y="158"/>
                  </a:lnTo>
                  <a:cubicBezTo>
                    <a:pt x="64" y="158"/>
                    <a:pt x="79" y="158"/>
                    <a:pt x="79" y="173"/>
                  </a:cubicBezTo>
                  <a:lnTo>
                    <a:pt x="79" y="173"/>
                  </a:lnTo>
                  <a:lnTo>
                    <a:pt x="95" y="173"/>
                  </a:lnTo>
                  <a:lnTo>
                    <a:pt x="110" y="173"/>
                  </a:lnTo>
                  <a:cubicBezTo>
                    <a:pt x="127" y="158"/>
                    <a:pt x="142" y="141"/>
                    <a:pt x="127" y="126"/>
                  </a:cubicBezTo>
                  <a:lnTo>
                    <a:pt x="64" y="15"/>
                  </a:lnTo>
                  <a:cubicBezTo>
                    <a:pt x="64"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4" name="Google Shape;1634;p38"/>
            <p:cNvSpPr/>
            <p:nvPr/>
          </p:nvSpPr>
          <p:spPr>
            <a:xfrm>
              <a:off x="3321824" y="1816814"/>
              <a:ext cx="4548" cy="2544"/>
            </a:xfrm>
            <a:custGeom>
              <a:avLst/>
              <a:gdLst/>
              <a:ahLst/>
              <a:cxnLst/>
              <a:rect l="l" t="t" r="r" b="b"/>
              <a:pathLst>
                <a:path w="143" h="80" extrusionOk="0">
                  <a:moveTo>
                    <a:pt x="111" y="0"/>
                  </a:moveTo>
                  <a:lnTo>
                    <a:pt x="111" y="0"/>
                  </a:lnTo>
                  <a:lnTo>
                    <a:pt x="48" y="0"/>
                  </a:lnTo>
                  <a:lnTo>
                    <a:pt x="32" y="0"/>
                  </a:lnTo>
                  <a:lnTo>
                    <a:pt x="32" y="0"/>
                  </a:lnTo>
                  <a:cubicBezTo>
                    <a:pt x="16" y="0"/>
                    <a:pt x="0" y="17"/>
                    <a:pt x="0" y="48"/>
                  </a:cubicBezTo>
                  <a:lnTo>
                    <a:pt x="0" y="48"/>
                  </a:lnTo>
                  <a:cubicBezTo>
                    <a:pt x="16" y="48"/>
                    <a:pt x="32" y="63"/>
                    <a:pt x="32" y="63"/>
                  </a:cubicBezTo>
                  <a:cubicBezTo>
                    <a:pt x="32" y="63"/>
                    <a:pt x="32" y="80"/>
                    <a:pt x="48" y="80"/>
                  </a:cubicBezTo>
                  <a:lnTo>
                    <a:pt x="111" y="80"/>
                  </a:lnTo>
                  <a:cubicBezTo>
                    <a:pt x="126" y="80"/>
                    <a:pt x="142" y="63"/>
                    <a:pt x="142" y="48"/>
                  </a:cubicBezTo>
                  <a:lnTo>
                    <a:pt x="142" y="48"/>
                  </a:lnTo>
                  <a:lnTo>
                    <a:pt x="142" y="17"/>
                  </a:lnTo>
                  <a:lnTo>
                    <a:pt x="142" y="17"/>
                  </a:lnTo>
                  <a:cubicBezTo>
                    <a:pt x="126" y="17"/>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5" name="Google Shape;1635;p38"/>
            <p:cNvSpPr/>
            <p:nvPr/>
          </p:nvSpPr>
          <p:spPr>
            <a:xfrm>
              <a:off x="3416026" y="1752189"/>
              <a:ext cx="4548" cy="3021"/>
            </a:xfrm>
            <a:custGeom>
              <a:avLst/>
              <a:gdLst/>
              <a:ahLst/>
              <a:cxnLst/>
              <a:rect l="l" t="t" r="r" b="b"/>
              <a:pathLst>
                <a:path w="143" h="95" extrusionOk="0">
                  <a:moveTo>
                    <a:pt x="111" y="0"/>
                  </a:moveTo>
                  <a:lnTo>
                    <a:pt x="111" y="0"/>
                  </a:lnTo>
                  <a:lnTo>
                    <a:pt x="95" y="0"/>
                  </a:lnTo>
                  <a:lnTo>
                    <a:pt x="32" y="32"/>
                  </a:lnTo>
                  <a:cubicBezTo>
                    <a:pt x="16" y="47"/>
                    <a:pt x="0" y="63"/>
                    <a:pt x="16" y="79"/>
                  </a:cubicBezTo>
                  <a:lnTo>
                    <a:pt x="16" y="79"/>
                  </a:lnTo>
                  <a:cubicBezTo>
                    <a:pt x="32" y="95"/>
                    <a:pt x="32" y="95"/>
                    <a:pt x="48" y="95"/>
                  </a:cubicBezTo>
                  <a:lnTo>
                    <a:pt x="63" y="95"/>
                  </a:lnTo>
                  <a:lnTo>
                    <a:pt x="95" y="79"/>
                  </a:lnTo>
                  <a:lnTo>
                    <a:pt x="111" y="63"/>
                  </a:lnTo>
                  <a:lnTo>
                    <a:pt x="126" y="63"/>
                  </a:lnTo>
                  <a:lnTo>
                    <a:pt x="126" y="63"/>
                  </a:lnTo>
                  <a:lnTo>
                    <a:pt x="126" y="63"/>
                  </a:lnTo>
                  <a:lnTo>
                    <a:pt x="143" y="63"/>
                  </a:lnTo>
                  <a:cubicBezTo>
                    <a:pt x="126" y="47"/>
                    <a:pt x="143" y="32"/>
                    <a:pt x="143" y="32"/>
                  </a:cubicBezTo>
                  <a:lnTo>
                    <a:pt x="143" y="15"/>
                  </a:lnTo>
                  <a:cubicBezTo>
                    <a:pt x="143" y="15"/>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6" name="Google Shape;1636;p38"/>
            <p:cNvSpPr/>
            <p:nvPr/>
          </p:nvSpPr>
          <p:spPr>
            <a:xfrm>
              <a:off x="3199539" y="1799290"/>
              <a:ext cx="2576" cy="4039"/>
            </a:xfrm>
            <a:custGeom>
              <a:avLst/>
              <a:gdLst/>
              <a:ahLst/>
              <a:cxnLst/>
              <a:rect l="l" t="t" r="r" b="b"/>
              <a:pathLst>
                <a:path w="81" h="127" extrusionOk="0">
                  <a:moveTo>
                    <a:pt x="49" y="0"/>
                  </a:moveTo>
                  <a:lnTo>
                    <a:pt x="49" y="0"/>
                  </a:lnTo>
                  <a:cubicBezTo>
                    <a:pt x="32" y="0"/>
                    <a:pt x="17" y="0"/>
                    <a:pt x="17" y="16"/>
                  </a:cubicBezTo>
                  <a:lnTo>
                    <a:pt x="1" y="95"/>
                  </a:lnTo>
                  <a:cubicBezTo>
                    <a:pt x="1" y="110"/>
                    <a:pt x="17" y="126"/>
                    <a:pt x="32" y="126"/>
                  </a:cubicBezTo>
                  <a:lnTo>
                    <a:pt x="32" y="126"/>
                  </a:lnTo>
                  <a:cubicBezTo>
                    <a:pt x="49" y="126"/>
                    <a:pt x="64" y="126"/>
                    <a:pt x="80" y="95"/>
                  </a:cubicBezTo>
                  <a:lnTo>
                    <a:pt x="80" y="32"/>
                  </a:lnTo>
                  <a:cubicBezTo>
                    <a:pt x="80"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7" name="Google Shape;1637;p38"/>
            <p:cNvSpPr/>
            <p:nvPr/>
          </p:nvSpPr>
          <p:spPr>
            <a:xfrm>
              <a:off x="3356872" y="1755178"/>
              <a:ext cx="6583" cy="2035"/>
            </a:xfrm>
            <a:custGeom>
              <a:avLst/>
              <a:gdLst/>
              <a:ahLst/>
              <a:cxnLst/>
              <a:rect l="l" t="t" r="r" b="b"/>
              <a:pathLst>
                <a:path w="207" h="64" extrusionOk="0">
                  <a:moveTo>
                    <a:pt x="206" y="1"/>
                  </a:moveTo>
                  <a:cubicBezTo>
                    <a:pt x="143" y="16"/>
                    <a:pt x="80" y="16"/>
                    <a:pt x="1" y="32"/>
                  </a:cubicBezTo>
                  <a:lnTo>
                    <a:pt x="80" y="64"/>
                  </a:lnTo>
                  <a:lnTo>
                    <a:pt x="95" y="64"/>
                  </a:lnTo>
                  <a:lnTo>
                    <a:pt x="127" y="64"/>
                  </a:lnTo>
                  <a:lnTo>
                    <a:pt x="190" y="32"/>
                  </a:lnTo>
                  <a:cubicBezTo>
                    <a:pt x="190" y="16"/>
                    <a:pt x="206" y="16"/>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8" name="Google Shape;1638;p38"/>
            <p:cNvSpPr/>
            <p:nvPr/>
          </p:nvSpPr>
          <p:spPr>
            <a:xfrm>
              <a:off x="3371438" y="1780239"/>
              <a:ext cx="5057" cy="3530"/>
            </a:xfrm>
            <a:custGeom>
              <a:avLst/>
              <a:gdLst/>
              <a:ahLst/>
              <a:cxnLst/>
              <a:rect l="l" t="t" r="r" b="b"/>
              <a:pathLst>
                <a:path w="159" h="111" extrusionOk="0">
                  <a:moveTo>
                    <a:pt x="158" y="110"/>
                  </a:moveTo>
                  <a:lnTo>
                    <a:pt x="158" y="110"/>
                  </a:lnTo>
                  <a:lnTo>
                    <a:pt x="158" y="110"/>
                  </a:lnTo>
                  <a:lnTo>
                    <a:pt x="158" y="110"/>
                  </a:lnTo>
                  <a:close/>
                  <a:moveTo>
                    <a:pt x="63" y="1"/>
                  </a:moveTo>
                  <a:lnTo>
                    <a:pt x="63" y="1"/>
                  </a:lnTo>
                  <a:cubicBezTo>
                    <a:pt x="47" y="1"/>
                    <a:pt x="47" y="1"/>
                    <a:pt x="32" y="16"/>
                  </a:cubicBezTo>
                  <a:lnTo>
                    <a:pt x="16" y="47"/>
                  </a:lnTo>
                  <a:cubicBezTo>
                    <a:pt x="0" y="47"/>
                    <a:pt x="0" y="64"/>
                    <a:pt x="16" y="79"/>
                  </a:cubicBezTo>
                  <a:cubicBezTo>
                    <a:pt x="16" y="95"/>
                    <a:pt x="32" y="95"/>
                    <a:pt x="47" y="95"/>
                  </a:cubicBezTo>
                  <a:lnTo>
                    <a:pt x="79" y="95"/>
                  </a:lnTo>
                  <a:cubicBezTo>
                    <a:pt x="79" y="95"/>
                    <a:pt x="79" y="79"/>
                    <a:pt x="95" y="64"/>
                  </a:cubicBezTo>
                  <a:lnTo>
                    <a:pt x="110" y="47"/>
                  </a:lnTo>
                  <a:lnTo>
                    <a:pt x="127" y="47"/>
                  </a:lnTo>
                  <a:lnTo>
                    <a:pt x="142" y="64"/>
                  </a:lnTo>
                  <a:lnTo>
                    <a:pt x="142" y="47"/>
                  </a:lnTo>
                  <a:lnTo>
                    <a:pt x="142" y="32"/>
                  </a:lnTo>
                  <a:lnTo>
                    <a:pt x="95" y="32"/>
                  </a:lnTo>
                  <a:cubicBezTo>
                    <a:pt x="95" y="16"/>
                    <a:pt x="95"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9" name="Google Shape;1639;p38"/>
            <p:cNvSpPr/>
            <p:nvPr/>
          </p:nvSpPr>
          <p:spPr>
            <a:xfrm>
              <a:off x="3412528" y="1793756"/>
              <a:ext cx="5534" cy="8555"/>
            </a:xfrm>
            <a:custGeom>
              <a:avLst/>
              <a:gdLst/>
              <a:ahLst/>
              <a:cxnLst/>
              <a:rect l="l" t="t" r="r" b="b"/>
              <a:pathLst>
                <a:path w="174" h="269" extrusionOk="0">
                  <a:moveTo>
                    <a:pt x="173" y="0"/>
                  </a:moveTo>
                  <a:lnTo>
                    <a:pt x="158" y="17"/>
                  </a:lnTo>
                  <a:cubicBezTo>
                    <a:pt x="158" y="48"/>
                    <a:pt x="142" y="63"/>
                    <a:pt x="126" y="63"/>
                  </a:cubicBezTo>
                  <a:lnTo>
                    <a:pt x="110" y="48"/>
                  </a:lnTo>
                  <a:lnTo>
                    <a:pt x="95" y="63"/>
                  </a:lnTo>
                  <a:cubicBezTo>
                    <a:pt x="63" y="80"/>
                    <a:pt x="32" y="80"/>
                    <a:pt x="0" y="126"/>
                  </a:cubicBezTo>
                  <a:lnTo>
                    <a:pt x="0" y="158"/>
                  </a:lnTo>
                  <a:lnTo>
                    <a:pt x="0" y="206"/>
                  </a:lnTo>
                  <a:lnTo>
                    <a:pt x="0" y="221"/>
                  </a:lnTo>
                  <a:cubicBezTo>
                    <a:pt x="16" y="221"/>
                    <a:pt x="16" y="237"/>
                    <a:pt x="16" y="237"/>
                  </a:cubicBezTo>
                  <a:lnTo>
                    <a:pt x="110" y="269"/>
                  </a:lnTo>
                  <a:lnTo>
                    <a:pt x="126" y="269"/>
                  </a:lnTo>
                  <a:lnTo>
                    <a:pt x="126" y="253"/>
                  </a:lnTo>
                  <a:cubicBezTo>
                    <a:pt x="126" y="237"/>
                    <a:pt x="126" y="221"/>
                    <a:pt x="158" y="221"/>
                  </a:cubicBezTo>
                  <a:lnTo>
                    <a:pt x="158" y="221"/>
                  </a:lnTo>
                  <a:lnTo>
                    <a:pt x="158" y="221"/>
                  </a:lnTo>
                  <a:lnTo>
                    <a:pt x="158" y="221"/>
                  </a:lnTo>
                  <a:cubicBezTo>
                    <a:pt x="158" y="221"/>
                    <a:pt x="158" y="206"/>
                    <a:pt x="142" y="206"/>
                  </a:cubicBezTo>
                  <a:lnTo>
                    <a:pt x="95" y="190"/>
                  </a:lnTo>
                  <a:lnTo>
                    <a:pt x="79" y="190"/>
                  </a:lnTo>
                  <a:lnTo>
                    <a:pt x="79" y="190"/>
                  </a:lnTo>
                  <a:cubicBezTo>
                    <a:pt x="63" y="190"/>
                    <a:pt x="63" y="190"/>
                    <a:pt x="47" y="174"/>
                  </a:cubicBezTo>
                  <a:lnTo>
                    <a:pt x="32" y="143"/>
                  </a:lnTo>
                  <a:cubicBezTo>
                    <a:pt x="16" y="126"/>
                    <a:pt x="32" y="95"/>
                    <a:pt x="47" y="95"/>
                  </a:cubicBezTo>
                  <a:lnTo>
                    <a:pt x="63" y="80"/>
                  </a:lnTo>
                  <a:lnTo>
                    <a:pt x="79" y="95"/>
                  </a:lnTo>
                  <a:cubicBezTo>
                    <a:pt x="79" y="80"/>
                    <a:pt x="95" y="80"/>
                    <a:pt x="95" y="80"/>
                  </a:cubicBezTo>
                  <a:lnTo>
                    <a:pt x="95" y="80"/>
                  </a:lnTo>
                  <a:lnTo>
                    <a:pt x="110" y="80"/>
                  </a:lnTo>
                  <a:cubicBezTo>
                    <a:pt x="126" y="95"/>
                    <a:pt x="142" y="111"/>
                    <a:pt x="142" y="126"/>
                  </a:cubicBezTo>
                  <a:lnTo>
                    <a:pt x="126" y="126"/>
                  </a:lnTo>
                  <a:lnTo>
                    <a:pt x="142" y="126"/>
                  </a:lnTo>
                  <a:cubicBezTo>
                    <a:pt x="158" y="126"/>
                    <a:pt x="158" y="111"/>
                    <a:pt x="173" y="95"/>
                  </a:cubicBezTo>
                  <a:lnTo>
                    <a:pt x="173"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0" name="Google Shape;1640;p38"/>
            <p:cNvSpPr/>
            <p:nvPr/>
          </p:nvSpPr>
          <p:spPr>
            <a:xfrm>
              <a:off x="3159466" y="1811789"/>
              <a:ext cx="4548" cy="2035"/>
            </a:xfrm>
            <a:custGeom>
              <a:avLst/>
              <a:gdLst/>
              <a:ahLst/>
              <a:cxnLst/>
              <a:rect l="l" t="t" r="r" b="b"/>
              <a:pathLst>
                <a:path w="143" h="64" extrusionOk="0">
                  <a:moveTo>
                    <a:pt x="32" y="49"/>
                  </a:moveTo>
                  <a:lnTo>
                    <a:pt x="17" y="64"/>
                  </a:lnTo>
                  <a:lnTo>
                    <a:pt x="17" y="64"/>
                  </a:lnTo>
                  <a:lnTo>
                    <a:pt x="0" y="64"/>
                  </a:lnTo>
                  <a:lnTo>
                    <a:pt x="32" y="64"/>
                  </a:lnTo>
                  <a:lnTo>
                    <a:pt x="32" y="64"/>
                  </a:lnTo>
                  <a:lnTo>
                    <a:pt x="32" y="64"/>
                  </a:lnTo>
                  <a:lnTo>
                    <a:pt x="32" y="49"/>
                  </a:lnTo>
                  <a:close/>
                  <a:moveTo>
                    <a:pt x="111" y="1"/>
                  </a:moveTo>
                  <a:lnTo>
                    <a:pt x="111" y="1"/>
                  </a:lnTo>
                  <a:lnTo>
                    <a:pt x="32" y="1"/>
                  </a:lnTo>
                  <a:lnTo>
                    <a:pt x="32" y="1"/>
                  </a:lnTo>
                  <a:cubicBezTo>
                    <a:pt x="48" y="1"/>
                    <a:pt x="48" y="17"/>
                    <a:pt x="48" y="17"/>
                  </a:cubicBezTo>
                  <a:lnTo>
                    <a:pt x="48" y="32"/>
                  </a:lnTo>
                  <a:lnTo>
                    <a:pt x="48" y="32"/>
                  </a:lnTo>
                  <a:lnTo>
                    <a:pt x="63" y="32"/>
                  </a:lnTo>
                  <a:lnTo>
                    <a:pt x="63" y="32"/>
                  </a:lnTo>
                  <a:cubicBezTo>
                    <a:pt x="80" y="32"/>
                    <a:pt x="80" y="32"/>
                    <a:pt x="95" y="49"/>
                  </a:cubicBezTo>
                  <a:cubicBezTo>
                    <a:pt x="95" y="49"/>
                    <a:pt x="111" y="49"/>
                    <a:pt x="111" y="64"/>
                  </a:cubicBezTo>
                  <a:cubicBezTo>
                    <a:pt x="111" y="49"/>
                    <a:pt x="126" y="49"/>
                    <a:pt x="126" y="32"/>
                  </a:cubicBezTo>
                  <a:lnTo>
                    <a:pt x="143" y="32"/>
                  </a:lnTo>
                  <a:lnTo>
                    <a:pt x="143" y="32"/>
                  </a:lnTo>
                  <a:lnTo>
                    <a:pt x="143" y="32"/>
                  </a:lnTo>
                  <a:cubicBezTo>
                    <a:pt x="143" y="17"/>
                    <a:pt x="126"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1" name="Google Shape;1641;p38"/>
            <p:cNvSpPr/>
            <p:nvPr/>
          </p:nvSpPr>
          <p:spPr>
            <a:xfrm>
              <a:off x="3086286" y="1812806"/>
              <a:ext cx="3053" cy="2035"/>
            </a:xfrm>
            <a:custGeom>
              <a:avLst/>
              <a:gdLst/>
              <a:ahLst/>
              <a:cxnLst/>
              <a:rect l="l" t="t" r="r" b="b"/>
              <a:pathLst>
                <a:path w="96" h="64" extrusionOk="0">
                  <a:moveTo>
                    <a:pt x="95" y="0"/>
                  </a:moveTo>
                  <a:lnTo>
                    <a:pt x="80" y="0"/>
                  </a:lnTo>
                  <a:lnTo>
                    <a:pt x="80" y="17"/>
                  </a:lnTo>
                  <a:cubicBezTo>
                    <a:pt x="80" y="17"/>
                    <a:pt x="64" y="32"/>
                    <a:pt x="49" y="32"/>
                  </a:cubicBezTo>
                  <a:lnTo>
                    <a:pt x="49" y="17"/>
                  </a:lnTo>
                  <a:lnTo>
                    <a:pt x="32" y="17"/>
                  </a:lnTo>
                  <a:cubicBezTo>
                    <a:pt x="32" y="32"/>
                    <a:pt x="17" y="32"/>
                    <a:pt x="17" y="32"/>
                  </a:cubicBezTo>
                  <a:lnTo>
                    <a:pt x="1" y="32"/>
                  </a:lnTo>
                  <a:lnTo>
                    <a:pt x="1" y="32"/>
                  </a:lnTo>
                  <a:lnTo>
                    <a:pt x="17" y="48"/>
                  </a:lnTo>
                  <a:cubicBezTo>
                    <a:pt x="17" y="63"/>
                    <a:pt x="32" y="63"/>
                    <a:pt x="49" y="63"/>
                  </a:cubicBezTo>
                  <a:lnTo>
                    <a:pt x="49" y="63"/>
                  </a:lnTo>
                  <a:cubicBezTo>
                    <a:pt x="64" y="63"/>
                    <a:pt x="64" y="63"/>
                    <a:pt x="80" y="48"/>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2" name="Google Shape;1642;p38"/>
            <p:cNvSpPr/>
            <p:nvPr/>
          </p:nvSpPr>
          <p:spPr>
            <a:xfrm>
              <a:off x="3427571" y="1804792"/>
              <a:ext cx="8523" cy="3530"/>
            </a:xfrm>
            <a:custGeom>
              <a:avLst/>
              <a:gdLst/>
              <a:ahLst/>
              <a:cxnLst/>
              <a:rect l="l" t="t" r="r" b="b"/>
              <a:pathLst>
                <a:path w="268" h="111" extrusionOk="0">
                  <a:moveTo>
                    <a:pt x="47" y="16"/>
                  </a:moveTo>
                  <a:lnTo>
                    <a:pt x="47" y="16"/>
                  </a:lnTo>
                  <a:cubicBezTo>
                    <a:pt x="32" y="16"/>
                    <a:pt x="15" y="48"/>
                    <a:pt x="0" y="63"/>
                  </a:cubicBezTo>
                  <a:lnTo>
                    <a:pt x="0" y="63"/>
                  </a:lnTo>
                  <a:lnTo>
                    <a:pt x="47" y="79"/>
                  </a:lnTo>
                  <a:cubicBezTo>
                    <a:pt x="47" y="79"/>
                    <a:pt x="63" y="95"/>
                    <a:pt x="63" y="111"/>
                  </a:cubicBezTo>
                  <a:lnTo>
                    <a:pt x="63" y="111"/>
                  </a:lnTo>
                  <a:lnTo>
                    <a:pt x="78" y="111"/>
                  </a:lnTo>
                  <a:lnTo>
                    <a:pt x="78" y="111"/>
                  </a:lnTo>
                  <a:lnTo>
                    <a:pt x="78" y="111"/>
                  </a:lnTo>
                  <a:lnTo>
                    <a:pt x="78" y="95"/>
                  </a:lnTo>
                  <a:cubicBezTo>
                    <a:pt x="63" y="79"/>
                    <a:pt x="47" y="48"/>
                    <a:pt x="47" y="32"/>
                  </a:cubicBezTo>
                  <a:lnTo>
                    <a:pt x="47" y="16"/>
                  </a:lnTo>
                  <a:close/>
                  <a:moveTo>
                    <a:pt x="221" y="0"/>
                  </a:moveTo>
                  <a:lnTo>
                    <a:pt x="221" y="0"/>
                  </a:lnTo>
                  <a:lnTo>
                    <a:pt x="204" y="0"/>
                  </a:lnTo>
                  <a:lnTo>
                    <a:pt x="173" y="0"/>
                  </a:lnTo>
                  <a:lnTo>
                    <a:pt x="158" y="0"/>
                  </a:lnTo>
                  <a:lnTo>
                    <a:pt x="141" y="0"/>
                  </a:lnTo>
                  <a:lnTo>
                    <a:pt x="141" y="0"/>
                  </a:lnTo>
                  <a:lnTo>
                    <a:pt x="141" y="16"/>
                  </a:lnTo>
                  <a:cubicBezTo>
                    <a:pt x="126" y="16"/>
                    <a:pt x="110" y="32"/>
                    <a:pt x="110" y="32"/>
                  </a:cubicBezTo>
                  <a:cubicBezTo>
                    <a:pt x="110" y="32"/>
                    <a:pt x="110" y="48"/>
                    <a:pt x="126" y="48"/>
                  </a:cubicBezTo>
                  <a:lnTo>
                    <a:pt x="126" y="63"/>
                  </a:lnTo>
                  <a:cubicBezTo>
                    <a:pt x="141" y="48"/>
                    <a:pt x="141" y="48"/>
                    <a:pt x="158" y="48"/>
                  </a:cubicBezTo>
                  <a:lnTo>
                    <a:pt x="173" y="48"/>
                  </a:lnTo>
                  <a:lnTo>
                    <a:pt x="189" y="48"/>
                  </a:lnTo>
                  <a:cubicBezTo>
                    <a:pt x="204" y="48"/>
                    <a:pt x="221" y="48"/>
                    <a:pt x="221" y="79"/>
                  </a:cubicBezTo>
                  <a:lnTo>
                    <a:pt x="221" y="79"/>
                  </a:lnTo>
                  <a:lnTo>
                    <a:pt x="221" y="79"/>
                  </a:lnTo>
                  <a:cubicBezTo>
                    <a:pt x="236" y="79"/>
                    <a:pt x="252" y="63"/>
                    <a:pt x="252" y="48"/>
                  </a:cubicBezTo>
                  <a:lnTo>
                    <a:pt x="267" y="48"/>
                  </a:lnTo>
                  <a:cubicBezTo>
                    <a:pt x="267" y="16"/>
                    <a:pt x="252"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3" name="Google Shape;1643;p38"/>
            <p:cNvSpPr/>
            <p:nvPr/>
          </p:nvSpPr>
          <p:spPr>
            <a:xfrm>
              <a:off x="3379452" y="1753174"/>
              <a:ext cx="4516" cy="4039"/>
            </a:xfrm>
            <a:custGeom>
              <a:avLst/>
              <a:gdLst/>
              <a:ahLst/>
              <a:cxnLst/>
              <a:rect l="l" t="t" r="r" b="b"/>
              <a:pathLst>
                <a:path w="142" h="127" extrusionOk="0">
                  <a:moveTo>
                    <a:pt x="110" y="1"/>
                  </a:moveTo>
                  <a:lnTo>
                    <a:pt x="110" y="1"/>
                  </a:lnTo>
                  <a:lnTo>
                    <a:pt x="79" y="1"/>
                  </a:lnTo>
                  <a:lnTo>
                    <a:pt x="16" y="79"/>
                  </a:lnTo>
                  <a:cubicBezTo>
                    <a:pt x="1" y="95"/>
                    <a:pt x="1" y="111"/>
                    <a:pt x="16" y="127"/>
                  </a:cubicBezTo>
                  <a:lnTo>
                    <a:pt x="32" y="127"/>
                  </a:lnTo>
                  <a:lnTo>
                    <a:pt x="64" y="127"/>
                  </a:lnTo>
                  <a:lnTo>
                    <a:pt x="127" y="48"/>
                  </a:lnTo>
                  <a:cubicBezTo>
                    <a:pt x="142" y="48"/>
                    <a:pt x="142" y="16"/>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4" name="Google Shape;1644;p38"/>
            <p:cNvSpPr/>
            <p:nvPr/>
          </p:nvSpPr>
          <p:spPr>
            <a:xfrm>
              <a:off x="3384477" y="1804283"/>
              <a:ext cx="4039" cy="3053"/>
            </a:xfrm>
            <a:custGeom>
              <a:avLst/>
              <a:gdLst/>
              <a:ahLst/>
              <a:cxnLst/>
              <a:rect l="l" t="t" r="r" b="b"/>
              <a:pathLst>
                <a:path w="127" h="96" extrusionOk="0">
                  <a:moveTo>
                    <a:pt x="95" y="1"/>
                  </a:moveTo>
                  <a:lnTo>
                    <a:pt x="95" y="1"/>
                  </a:lnTo>
                  <a:lnTo>
                    <a:pt x="95" y="1"/>
                  </a:lnTo>
                  <a:cubicBezTo>
                    <a:pt x="78" y="1"/>
                    <a:pt x="63" y="16"/>
                    <a:pt x="63" y="32"/>
                  </a:cubicBezTo>
                  <a:lnTo>
                    <a:pt x="47" y="32"/>
                  </a:lnTo>
                  <a:cubicBezTo>
                    <a:pt x="47" y="32"/>
                    <a:pt x="32" y="32"/>
                    <a:pt x="15" y="48"/>
                  </a:cubicBezTo>
                  <a:cubicBezTo>
                    <a:pt x="0" y="48"/>
                    <a:pt x="0" y="79"/>
                    <a:pt x="15" y="95"/>
                  </a:cubicBezTo>
                  <a:lnTo>
                    <a:pt x="47" y="95"/>
                  </a:lnTo>
                  <a:lnTo>
                    <a:pt x="63" y="95"/>
                  </a:lnTo>
                  <a:lnTo>
                    <a:pt x="63" y="95"/>
                  </a:lnTo>
                  <a:lnTo>
                    <a:pt x="78" y="95"/>
                  </a:lnTo>
                  <a:lnTo>
                    <a:pt x="110" y="95"/>
                  </a:lnTo>
                  <a:cubicBezTo>
                    <a:pt x="110" y="79"/>
                    <a:pt x="110" y="79"/>
                    <a:pt x="126" y="79"/>
                  </a:cubicBezTo>
                  <a:cubicBezTo>
                    <a:pt x="110" y="79"/>
                    <a:pt x="126" y="64"/>
                    <a:pt x="126" y="64"/>
                  </a:cubicBezTo>
                  <a:lnTo>
                    <a:pt x="126" y="48"/>
                  </a:lnTo>
                  <a:lnTo>
                    <a:pt x="126" y="32"/>
                  </a:lnTo>
                  <a:cubicBezTo>
                    <a:pt x="126" y="16"/>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5" name="Google Shape;1645;p38"/>
            <p:cNvSpPr/>
            <p:nvPr/>
          </p:nvSpPr>
          <p:spPr>
            <a:xfrm>
              <a:off x="3026686" y="1799767"/>
              <a:ext cx="11067" cy="6042"/>
            </a:xfrm>
            <a:custGeom>
              <a:avLst/>
              <a:gdLst/>
              <a:ahLst/>
              <a:cxnLst/>
              <a:rect l="l" t="t" r="r" b="b"/>
              <a:pathLst>
                <a:path w="348" h="190" extrusionOk="0">
                  <a:moveTo>
                    <a:pt x="316" y="1"/>
                  </a:moveTo>
                  <a:lnTo>
                    <a:pt x="299" y="1"/>
                  </a:lnTo>
                  <a:cubicBezTo>
                    <a:pt x="284" y="17"/>
                    <a:pt x="268" y="17"/>
                    <a:pt x="253" y="17"/>
                  </a:cubicBezTo>
                  <a:cubicBezTo>
                    <a:pt x="221" y="17"/>
                    <a:pt x="205" y="17"/>
                    <a:pt x="190" y="32"/>
                  </a:cubicBezTo>
                  <a:lnTo>
                    <a:pt x="110" y="32"/>
                  </a:lnTo>
                  <a:lnTo>
                    <a:pt x="95" y="32"/>
                  </a:lnTo>
                  <a:lnTo>
                    <a:pt x="95" y="32"/>
                  </a:lnTo>
                  <a:lnTo>
                    <a:pt x="79" y="32"/>
                  </a:lnTo>
                  <a:lnTo>
                    <a:pt x="64" y="32"/>
                  </a:lnTo>
                  <a:lnTo>
                    <a:pt x="32" y="32"/>
                  </a:lnTo>
                  <a:lnTo>
                    <a:pt x="32" y="32"/>
                  </a:lnTo>
                  <a:lnTo>
                    <a:pt x="32" y="32"/>
                  </a:lnTo>
                  <a:cubicBezTo>
                    <a:pt x="16" y="32"/>
                    <a:pt x="1" y="48"/>
                    <a:pt x="1" y="64"/>
                  </a:cubicBezTo>
                  <a:lnTo>
                    <a:pt x="1" y="64"/>
                  </a:lnTo>
                  <a:cubicBezTo>
                    <a:pt x="1" y="80"/>
                    <a:pt x="16" y="95"/>
                    <a:pt x="32" y="95"/>
                  </a:cubicBezTo>
                  <a:lnTo>
                    <a:pt x="47" y="95"/>
                  </a:lnTo>
                  <a:cubicBezTo>
                    <a:pt x="64" y="95"/>
                    <a:pt x="79" y="111"/>
                    <a:pt x="95" y="111"/>
                  </a:cubicBezTo>
                  <a:lnTo>
                    <a:pt x="110" y="111"/>
                  </a:lnTo>
                  <a:lnTo>
                    <a:pt x="127" y="95"/>
                  </a:lnTo>
                  <a:lnTo>
                    <a:pt x="190" y="95"/>
                  </a:lnTo>
                  <a:lnTo>
                    <a:pt x="221" y="95"/>
                  </a:lnTo>
                  <a:cubicBezTo>
                    <a:pt x="236" y="80"/>
                    <a:pt x="236" y="80"/>
                    <a:pt x="253" y="80"/>
                  </a:cubicBezTo>
                  <a:lnTo>
                    <a:pt x="268" y="80"/>
                  </a:lnTo>
                  <a:lnTo>
                    <a:pt x="268" y="143"/>
                  </a:lnTo>
                  <a:lnTo>
                    <a:pt x="268" y="143"/>
                  </a:lnTo>
                  <a:lnTo>
                    <a:pt x="268" y="143"/>
                  </a:lnTo>
                  <a:lnTo>
                    <a:pt x="284" y="143"/>
                  </a:lnTo>
                  <a:cubicBezTo>
                    <a:pt x="299" y="143"/>
                    <a:pt x="316" y="174"/>
                    <a:pt x="299" y="190"/>
                  </a:cubicBezTo>
                  <a:cubicBezTo>
                    <a:pt x="316" y="190"/>
                    <a:pt x="331" y="174"/>
                    <a:pt x="331" y="158"/>
                  </a:cubicBezTo>
                  <a:lnTo>
                    <a:pt x="331" y="143"/>
                  </a:lnTo>
                  <a:lnTo>
                    <a:pt x="331" y="127"/>
                  </a:lnTo>
                  <a:lnTo>
                    <a:pt x="331" y="111"/>
                  </a:lnTo>
                  <a:cubicBezTo>
                    <a:pt x="316" y="111"/>
                    <a:pt x="316" y="95"/>
                    <a:pt x="316" y="80"/>
                  </a:cubicBezTo>
                  <a:cubicBezTo>
                    <a:pt x="331" y="64"/>
                    <a:pt x="331" y="64"/>
                    <a:pt x="347" y="64"/>
                  </a:cubicBezTo>
                  <a:lnTo>
                    <a:pt x="347" y="48"/>
                  </a:lnTo>
                  <a:cubicBezTo>
                    <a:pt x="347" y="32"/>
                    <a:pt x="347" y="17"/>
                    <a:pt x="331"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6" name="Google Shape;1646;p38"/>
            <p:cNvSpPr/>
            <p:nvPr/>
          </p:nvSpPr>
          <p:spPr>
            <a:xfrm>
              <a:off x="3289734" y="1823811"/>
              <a:ext cx="6042" cy="2576"/>
            </a:xfrm>
            <a:custGeom>
              <a:avLst/>
              <a:gdLst/>
              <a:ahLst/>
              <a:cxnLst/>
              <a:rect l="l" t="t" r="r" b="b"/>
              <a:pathLst>
                <a:path w="190" h="81" extrusionOk="0">
                  <a:moveTo>
                    <a:pt x="158" y="1"/>
                  </a:moveTo>
                  <a:lnTo>
                    <a:pt x="158" y="1"/>
                  </a:lnTo>
                  <a:lnTo>
                    <a:pt x="32" y="17"/>
                  </a:lnTo>
                  <a:cubicBezTo>
                    <a:pt x="17" y="17"/>
                    <a:pt x="1" y="32"/>
                    <a:pt x="1" y="49"/>
                  </a:cubicBezTo>
                  <a:cubicBezTo>
                    <a:pt x="1" y="64"/>
                    <a:pt x="17" y="80"/>
                    <a:pt x="32" y="80"/>
                  </a:cubicBezTo>
                  <a:lnTo>
                    <a:pt x="32" y="80"/>
                  </a:lnTo>
                  <a:lnTo>
                    <a:pt x="158" y="64"/>
                  </a:lnTo>
                  <a:lnTo>
                    <a:pt x="158" y="64"/>
                  </a:lnTo>
                  <a:cubicBezTo>
                    <a:pt x="175" y="64"/>
                    <a:pt x="190" y="49"/>
                    <a:pt x="190" y="32"/>
                  </a:cubicBezTo>
                  <a:cubicBezTo>
                    <a:pt x="190" y="17"/>
                    <a:pt x="190" y="17"/>
                    <a:pt x="17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7" name="Google Shape;1647;p38"/>
            <p:cNvSpPr/>
            <p:nvPr/>
          </p:nvSpPr>
          <p:spPr>
            <a:xfrm>
              <a:off x="3101329" y="1792738"/>
              <a:ext cx="5057" cy="4039"/>
            </a:xfrm>
            <a:custGeom>
              <a:avLst/>
              <a:gdLst/>
              <a:ahLst/>
              <a:cxnLst/>
              <a:rect l="l" t="t" r="r" b="b"/>
              <a:pathLst>
                <a:path w="159" h="127" extrusionOk="0">
                  <a:moveTo>
                    <a:pt x="111" y="1"/>
                  </a:moveTo>
                  <a:lnTo>
                    <a:pt x="95" y="1"/>
                  </a:lnTo>
                  <a:cubicBezTo>
                    <a:pt x="95" y="1"/>
                    <a:pt x="80" y="1"/>
                    <a:pt x="80" y="17"/>
                  </a:cubicBezTo>
                  <a:cubicBezTo>
                    <a:pt x="64" y="17"/>
                    <a:pt x="64" y="32"/>
                    <a:pt x="80" y="49"/>
                  </a:cubicBezTo>
                  <a:lnTo>
                    <a:pt x="64" y="49"/>
                  </a:lnTo>
                  <a:lnTo>
                    <a:pt x="48" y="49"/>
                  </a:lnTo>
                  <a:lnTo>
                    <a:pt x="48" y="49"/>
                  </a:lnTo>
                  <a:lnTo>
                    <a:pt x="32" y="32"/>
                  </a:lnTo>
                  <a:cubicBezTo>
                    <a:pt x="17" y="32"/>
                    <a:pt x="17" y="49"/>
                    <a:pt x="1" y="49"/>
                  </a:cubicBezTo>
                  <a:cubicBezTo>
                    <a:pt x="1" y="64"/>
                    <a:pt x="1" y="80"/>
                    <a:pt x="17" y="95"/>
                  </a:cubicBezTo>
                  <a:lnTo>
                    <a:pt x="17" y="95"/>
                  </a:lnTo>
                  <a:cubicBezTo>
                    <a:pt x="17" y="112"/>
                    <a:pt x="17" y="112"/>
                    <a:pt x="32" y="112"/>
                  </a:cubicBezTo>
                  <a:cubicBezTo>
                    <a:pt x="32" y="112"/>
                    <a:pt x="48" y="112"/>
                    <a:pt x="48" y="127"/>
                  </a:cubicBezTo>
                  <a:lnTo>
                    <a:pt x="64" y="127"/>
                  </a:lnTo>
                  <a:lnTo>
                    <a:pt x="64" y="127"/>
                  </a:lnTo>
                  <a:lnTo>
                    <a:pt x="64" y="112"/>
                  </a:lnTo>
                  <a:cubicBezTo>
                    <a:pt x="64" y="95"/>
                    <a:pt x="80" y="95"/>
                    <a:pt x="95" y="80"/>
                  </a:cubicBezTo>
                  <a:lnTo>
                    <a:pt x="95" y="80"/>
                  </a:lnTo>
                  <a:lnTo>
                    <a:pt x="158" y="95"/>
                  </a:lnTo>
                  <a:lnTo>
                    <a:pt x="158" y="80"/>
                  </a:lnTo>
                  <a:lnTo>
                    <a:pt x="143" y="80"/>
                  </a:lnTo>
                  <a:lnTo>
                    <a:pt x="143" y="80"/>
                  </a:lnTo>
                  <a:cubicBezTo>
                    <a:pt x="127" y="80"/>
                    <a:pt x="111" y="80"/>
                    <a:pt x="111" y="64"/>
                  </a:cubicBezTo>
                  <a:cubicBezTo>
                    <a:pt x="95" y="64"/>
                    <a:pt x="95" y="49"/>
                    <a:pt x="95" y="49"/>
                  </a:cubicBezTo>
                  <a:lnTo>
                    <a:pt x="111"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8" name="Google Shape;1648;p38"/>
            <p:cNvSpPr/>
            <p:nvPr/>
          </p:nvSpPr>
          <p:spPr>
            <a:xfrm>
              <a:off x="3157971" y="1821330"/>
              <a:ext cx="3053" cy="4516"/>
            </a:xfrm>
            <a:custGeom>
              <a:avLst/>
              <a:gdLst/>
              <a:ahLst/>
              <a:cxnLst/>
              <a:rect l="l" t="t" r="r" b="b"/>
              <a:pathLst>
                <a:path w="96" h="142" extrusionOk="0">
                  <a:moveTo>
                    <a:pt x="47" y="1"/>
                  </a:moveTo>
                  <a:lnTo>
                    <a:pt x="47" y="1"/>
                  </a:lnTo>
                  <a:lnTo>
                    <a:pt x="47" y="1"/>
                  </a:lnTo>
                  <a:lnTo>
                    <a:pt x="47" y="32"/>
                  </a:lnTo>
                  <a:cubicBezTo>
                    <a:pt x="64" y="47"/>
                    <a:pt x="47" y="64"/>
                    <a:pt x="32" y="79"/>
                  </a:cubicBezTo>
                  <a:lnTo>
                    <a:pt x="16" y="79"/>
                  </a:lnTo>
                  <a:lnTo>
                    <a:pt x="1" y="79"/>
                  </a:lnTo>
                  <a:lnTo>
                    <a:pt x="16" y="95"/>
                  </a:lnTo>
                  <a:lnTo>
                    <a:pt x="1" y="95"/>
                  </a:lnTo>
                  <a:cubicBezTo>
                    <a:pt x="1" y="110"/>
                    <a:pt x="1" y="142"/>
                    <a:pt x="16" y="142"/>
                  </a:cubicBezTo>
                  <a:lnTo>
                    <a:pt x="32" y="142"/>
                  </a:lnTo>
                  <a:cubicBezTo>
                    <a:pt x="47" y="142"/>
                    <a:pt x="64" y="142"/>
                    <a:pt x="64" y="127"/>
                  </a:cubicBezTo>
                  <a:lnTo>
                    <a:pt x="95" y="64"/>
                  </a:lnTo>
                  <a:lnTo>
                    <a:pt x="95" y="32"/>
                  </a:lnTo>
                  <a:cubicBezTo>
                    <a:pt x="95" y="16"/>
                    <a:pt x="79" y="16"/>
                    <a:pt x="79"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9" name="Google Shape;1649;p38"/>
            <p:cNvSpPr/>
            <p:nvPr/>
          </p:nvSpPr>
          <p:spPr>
            <a:xfrm>
              <a:off x="3307767" y="1821807"/>
              <a:ext cx="4580" cy="2576"/>
            </a:xfrm>
            <a:custGeom>
              <a:avLst/>
              <a:gdLst/>
              <a:ahLst/>
              <a:cxnLst/>
              <a:rect l="l" t="t" r="r" b="b"/>
              <a:pathLst>
                <a:path w="144" h="81" extrusionOk="0">
                  <a:moveTo>
                    <a:pt x="95" y="1"/>
                  </a:moveTo>
                  <a:lnTo>
                    <a:pt x="95" y="1"/>
                  </a:lnTo>
                  <a:lnTo>
                    <a:pt x="95" y="1"/>
                  </a:lnTo>
                  <a:lnTo>
                    <a:pt x="64" y="1"/>
                  </a:lnTo>
                  <a:lnTo>
                    <a:pt x="17" y="17"/>
                  </a:lnTo>
                  <a:lnTo>
                    <a:pt x="1" y="17"/>
                  </a:lnTo>
                  <a:cubicBezTo>
                    <a:pt x="17" y="17"/>
                    <a:pt x="32" y="32"/>
                    <a:pt x="32" y="49"/>
                  </a:cubicBezTo>
                  <a:cubicBezTo>
                    <a:pt x="32" y="64"/>
                    <a:pt x="17" y="80"/>
                    <a:pt x="17" y="80"/>
                  </a:cubicBezTo>
                  <a:lnTo>
                    <a:pt x="17" y="80"/>
                  </a:lnTo>
                  <a:lnTo>
                    <a:pt x="32" y="80"/>
                  </a:lnTo>
                  <a:lnTo>
                    <a:pt x="95" y="64"/>
                  </a:lnTo>
                  <a:lnTo>
                    <a:pt x="112" y="64"/>
                  </a:lnTo>
                  <a:cubicBezTo>
                    <a:pt x="127" y="64"/>
                    <a:pt x="143" y="49"/>
                    <a:pt x="127" y="17"/>
                  </a:cubicBezTo>
                  <a:cubicBezTo>
                    <a:pt x="127"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0" name="Google Shape;1650;p38"/>
            <p:cNvSpPr/>
            <p:nvPr/>
          </p:nvSpPr>
          <p:spPr>
            <a:xfrm>
              <a:off x="3228607" y="1797763"/>
              <a:ext cx="3562" cy="3053"/>
            </a:xfrm>
            <a:custGeom>
              <a:avLst/>
              <a:gdLst/>
              <a:ahLst/>
              <a:cxnLst/>
              <a:rect l="l" t="t" r="r" b="b"/>
              <a:pathLst>
                <a:path w="112" h="96" extrusionOk="0">
                  <a:moveTo>
                    <a:pt x="80" y="0"/>
                  </a:moveTo>
                  <a:lnTo>
                    <a:pt x="64" y="0"/>
                  </a:lnTo>
                  <a:lnTo>
                    <a:pt x="64" y="0"/>
                  </a:lnTo>
                  <a:cubicBezTo>
                    <a:pt x="64" y="0"/>
                    <a:pt x="32" y="0"/>
                    <a:pt x="17" y="32"/>
                  </a:cubicBezTo>
                  <a:cubicBezTo>
                    <a:pt x="0" y="48"/>
                    <a:pt x="17" y="80"/>
                    <a:pt x="17" y="95"/>
                  </a:cubicBezTo>
                  <a:lnTo>
                    <a:pt x="17" y="95"/>
                  </a:lnTo>
                  <a:cubicBezTo>
                    <a:pt x="17" y="80"/>
                    <a:pt x="32" y="80"/>
                    <a:pt x="32" y="80"/>
                  </a:cubicBezTo>
                  <a:lnTo>
                    <a:pt x="48" y="64"/>
                  </a:lnTo>
                  <a:lnTo>
                    <a:pt x="48" y="64"/>
                  </a:lnTo>
                  <a:lnTo>
                    <a:pt x="64" y="64"/>
                  </a:lnTo>
                  <a:lnTo>
                    <a:pt x="80" y="80"/>
                  </a:lnTo>
                  <a:lnTo>
                    <a:pt x="95" y="80"/>
                  </a:lnTo>
                  <a:cubicBezTo>
                    <a:pt x="95" y="64"/>
                    <a:pt x="80" y="64"/>
                    <a:pt x="80" y="64"/>
                  </a:cubicBezTo>
                  <a:cubicBezTo>
                    <a:pt x="95" y="64"/>
                    <a:pt x="111" y="48"/>
                    <a:pt x="111" y="32"/>
                  </a:cubicBez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1" name="Google Shape;1651;p38"/>
            <p:cNvSpPr/>
            <p:nvPr/>
          </p:nvSpPr>
          <p:spPr>
            <a:xfrm>
              <a:off x="3157463" y="1799767"/>
              <a:ext cx="7569" cy="7060"/>
            </a:xfrm>
            <a:custGeom>
              <a:avLst/>
              <a:gdLst/>
              <a:ahLst/>
              <a:cxnLst/>
              <a:rect l="l" t="t" r="r" b="b"/>
              <a:pathLst>
                <a:path w="238" h="222" extrusionOk="0">
                  <a:moveTo>
                    <a:pt x="221" y="1"/>
                  </a:moveTo>
                  <a:lnTo>
                    <a:pt x="174" y="17"/>
                  </a:lnTo>
                  <a:lnTo>
                    <a:pt x="158" y="17"/>
                  </a:lnTo>
                  <a:lnTo>
                    <a:pt x="126" y="17"/>
                  </a:lnTo>
                  <a:cubicBezTo>
                    <a:pt x="95" y="32"/>
                    <a:pt x="48" y="64"/>
                    <a:pt x="48" y="143"/>
                  </a:cubicBezTo>
                  <a:lnTo>
                    <a:pt x="32" y="143"/>
                  </a:lnTo>
                  <a:cubicBezTo>
                    <a:pt x="32" y="158"/>
                    <a:pt x="17" y="158"/>
                    <a:pt x="17" y="158"/>
                  </a:cubicBezTo>
                  <a:cubicBezTo>
                    <a:pt x="0" y="174"/>
                    <a:pt x="0" y="190"/>
                    <a:pt x="17" y="206"/>
                  </a:cubicBezTo>
                  <a:cubicBezTo>
                    <a:pt x="17" y="221"/>
                    <a:pt x="32" y="221"/>
                    <a:pt x="32" y="221"/>
                  </a:cubicBezTo>
                  <a:lnTo>
                    <a:pt x="48" y="221"/>
                  </a:lnTo>
                  <a:lnTo>
                    <a:pt x="48" y="221"/>
                  </a:lnTo>
                  <a:cubicBezTo>
                    <a:pt x="48" y="206"/>
                    <a:pt x="48" y="206"/>
                    <a:pt x="32" y="206"/>
                  </a:cubicBezTo>
                  <a:cubicBezTo>
                    <a:pt x="32" y="190"/>
                    <a:pt x="32" y="158"/>
                    <a:pt x="48" y="158"/>
                  </a:cubicBezTo>
                  <a:lnTo>
                    <a:pt x="63" y="158"/>
                  </a:lnTo>
                  <a:lnTo>
                    <a:pt x="63" y="158"/>
                  </a:lnTo>
                  <a:cubicBezTo>
                    <a:pt x="80" y="158"/>
                    <a:pt x="95" y="158"/>
                    <a:pt x="95" y="174"/>
                  </a:cubicBezTo>
                  <a:lnTo>
                    <a:pt x="111" y="174"/>
                  </a:lnTo>
                  <a:cubicBezTo>
                    <a:pt x="111" y="174"/>
                    <a:pt x="126" y="158"/>
                    <a:pt x="126" y="143"/>
                  </a:cubicBezTo>
                  <a:cubicBezTo>
                    <a:pt x="111" y="95"/>
                    <a:pt x="143" y="80"/>
                    <a:pt x="189" y="64"/>
                  </a:cubicBezTo>
                  <a:cubicBezTo>
                    <a:pt x="189" y="48"/>
                    <a:pt x="206" y="48"/>
                    <a:pt x="206" y="48"/>
                  </a:cubicBezTo>
                  <a:cubicBezTo>
                    <a:pt x="221" y="32"/>
                    <a:pt x="237" y="17"/>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2" name="Google Shape;1652;p38"/>
            <p:cNvSpPr/>
            <p:nvPr/>
          </p:nvSpPr>
          <p:spPr>
            <a:xfrm>
              <a:off x="3303759" y="1779731"/>
              <a:ext cx="5057" cy="3562"/>
            </a:xfrm>
            <a:custGeom>
              <a:avLst/>
              <a:gdLst/>
              <a:ahLst/>
              <a:cxnLst/>
              <a:rect l="l" t="t" r="r" b="b"/>
              <a:pathLst>
                <a:path w="159" h="112" extrusionOk="0">
                  <a:moveTo>
                    <a:pt x="64" y="0"/>
                  </a:moveTo>
                  <a:lnTo>
                    <a:pt x="64" y="0"/>
                  </a:lnTo>
                  <a:lnTo>
                    <a:pt x="49" y="0"/>
                  </a:lnTo>
                  <a:lnTo>
                    <a:pt x="1" y="48"/>
                  </a:lnTo>
                  <a:cubicBezTo>
                    <a:pt x="1" y="63"/>
                    <a:pt x="17" y="63"/>
                    <a:pt x="17" y="80"/>
                  </a:cubicBezTo>
                  <a:cubicBezTo>
                    <a:pt x="17" y="95"/>
                    <a:pt x="17" y="111"/>
                    <a:pt x="1" y="111"/>
                  </a:cubicBezTo>
                  <a:lnTo>
                    <a:pt x="17" y="111"/>
                  </a:lnTo>
                  <a:lnTo>
                    <a:pt x="49" y="111"/>
                  </a:lnTo>
                  <a:lnTo>
                    <a:pt x="80" y="63"/>
                  </a:lnTo>
                  <a:lnTo>
                    <a:pt x="112" y="95"/>
                  </a:lnTo>
                  <a:lnTo>
                    <a:pt x="127" y="95"/>
                  </a:lnTo>
                  <a:cubicBezTo>
                    <a:pt x="143" y="95"/>
                    <a:pt x="143" y="80"/>
                    <a:pt x="158" y="80"/>
                  </a:cubicBezTo>
                  <a:cubicBezTo>
                    <a:pt x="158" y="63"/>
                    <a:pt x="158" y="32"/>
                    <a:pt x="143" y="32"/>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3" name="Google Shape;1653;p38"/>
            <p:cNvSpPr/>
            <p:nvPr/>
          </p:nvSpPr>
          <p:spPr>
            <a:xfrm>
              <a:off x="3173015" y="1791752"/>
              <a:ext cx="8523" cy="5025"/>
            </a:xfrm>
            <a:custGeom>
              <a:avLst/>
              <a:gdLst/>
              <a:ahLst/>
              <a:cxnLst/>
              <a:rect l="l" t="t" r="r" b="b"/>
              <a:pathLst>
                <a:path w="268" h="158" extrusionOk="0">
                  <a:moveTo>
                    <a:pt x="252" y="0"/>
                  </a:moveTo>
                  <a:lnTo>
                    <a:pt x="252" y="17"/>
                  </a:lnTo>
                  <a:lnTo>
                    <a:pt x="173" y="17"/>
                  </a:lnTo>
                  <a:lnTo>
                    <a:pt x="173" y="63"/>
                  </a:lnTo>
                  <a:cubicBezTo>
                    <a:pt x="158" y="63"/>
                    <a:pt x="141" y="80"/>
                    <a:pt x="141" y="80"/>
                  </a:cubicBezTo>
                  <a:cubicBezTo>
                    <a:pt x="126" y="80"/>
                    <a:pt x="126" y="63"/>
                    <a:pt x="110" y="63"/>
                  </a:cubicBezTo>
                  <a:cubicBezTo>
                    <a:pt x="110" y="48"/>
                    <a:pt x="95" y="32"/>
                    <a:pt x="110" y="17"/>
                  </a:cubicBezTo>
                  <a:lnTo>
                    <a:pt x="95" y="32"/>
                  </a:lnTo>
                  <a:lnTo>
                    <a:pt x="78" y="32"/>
                  </a:lnTo>
                  <a:lnTo>
                    <a:pt x="78" y="32"/>
                  </a:lnTo>
                  <a:lnTo>
                    <a:pt x="63" y="32"/>
                  </a:lnTo>
                  <a:lnTo>
                    <a:pt x="32" y="32"/>
                  </a:lnTo>
                  <a:cubicBezTo>
                    <a:pt x="15" y="48"/>
                    <a:pt x="0" y="48"/>
                    <a:pt x="0" y="63"/>
                  </a:cubicBezTo>
                  <a:lnTo>
                    <a:pt x="0" y="63"/>
                  </a:lnTo>
                  <a:lnTo>
                    <a:pt x="0" y="80"/>
                  </a:lnTo>
                  <a:lnTo>
                    <a:pt x="0" y="95"/>
                  </a:lnTo>
                  <a:lnTo>
                    <a:pt x="15" y="143"/>
                  </a:lnTo>
                  <a:cubicBezTo>
                    <a:pt x="32" y="158"/>
                    <a:pt x="32" y="158"/>
                    <a:pt x="47" y="158"/>
                  </a:cubicBezTo>
                  <a:lnTo>
                    <a:pt x="47" y="158"/>
                  </a:lnTo>
                  <a:lnTo>
                    <a:pt x="78" y="158"/>
                  </a:lnTo>
                  <a:lnTo>
                    <a:pt x="78" y="143"/>
                  </a:lnTo>
                  <a:lnTo>
                    <a:pt x="78" y="143"/>
                  </a:lnTo>
                  <a:cubicBezTo>
                    <a:pt x="47" y="143"/>
                    <a:pt x="47" y="126"/>
                    <a:pt x="47" y="111"/>
                  </a:cubicBezTo>
                  <a:cubicBezTo>
                    <a:pt x="47" y="95"/>
                    <a:pt x="63" y="80"/>
                    <a:pt x="78" y="80"/>
                  </a:cubicBezTo>
                  <a:lnTo>
                    <a:pt x="78" y="80"/>
                  </a:lnTo>
                  <a:cubicBezTo>
                    <a:pt x="110" y="80"/>
                    <a:pt x="126" y="80"/>
                    <a:pt x="141" y="95"/>
                  </a:cubicBezTo>
                  <a:lnTo>
                    <a:pt x="252" y="80"/>
                  </a:lnTo>
                  <a:lnTo>
                    <a:pt x="236" y="80"/>
                  </a:lnTo>
                  <a:cubicBezTo>
                    <a:pt x="236" y="63"/>
                    <a:pt x="236" y="32"/>
                    <a:pt x="267" y="17"/>
                  </a:cubicBezTo>
                  <a:cubicBezTo>
                    <a:pt x="267" y="0"/>
                    <a:pt x="252" y="0"/>
                    <a:pt x="25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4" name="Google Shape;1654;p38"/>
            <p:cNvSpPr/>
            <p:nvPr/>
          </p:nvSpPr>
          <p:spPr>
            <a:xfrm>
              <a:off x="3184019" y="1790258"/>
              <a:ext cx="3053" cy="2512"/>
            </a:xfrm>
            <a:custGeom>
              <a:avLst/>
              <a:gdLst/>
              <a:ahLst/>
              <a:cxnLst/>
              <a:rect l="l" t="t" r="r" b="b"/>
              <a:pathLst>
                <a:path w="96" h="79" extrusionOk="0">
                  <a:moveTo>
                    <a:pt x="95" y="1"/>
                  </a:moveTo>
                  <a:lnTo>
                    <a:pt x="32" y="16"/>
                  </a:lnTo>
                  <a:lnTo>
                    <a:pt x="32" y="16"/>
                  </a:lnTo>
                  <a:lnTo>
                    <a:pt x="16" y="16"/>
                  </a:lnTo>
                  <a:cubicBezTo>
                    <a:pt x="1" y="32"/>
                    <a:pt x="1" y="47"/>
                    <a:pt x="1" y="79"/>
                  </a:cubicBezTo>
                  <a:cubicBezTo>
                    <a:pt x="16" y="64"/>
                    <a:pt x="32" y="64"/>
                    <a:pt x="48" y="64"/>
                  </a:cubicBezTo>
                  <a:lnTo>
                    <a:pt x="64" y="64"/>
                  </a:lnTo>
                  <a:cubicBezTo>
                    <a:pt x="64" y="47"/>
                    <a:pt x="79" y="47"/>
                    <a:pt x="79" y="32"/>
                  </a:cubicBezTo>
                  <a:cubicBezTo>
                    <a:pt x="95" y="32"/>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5" name="Google Shape;1655;p38"/>
            <p:cNvSpPr/>
            <p:nvPr/>
          </p:nvSpPr>
          <p:spPr>
            <a:xfrm>
              <a:off x="3180488" y="1791752"/>
              <a:ext cx="9064" cy="2544"/>
            </a:xfrm>
            <a:custGeom>
              <a:avLst/>
              <a:gdLst/>
              <a:ahLst/>
              <a:cxnLst/>
              <a:rect l="l" t="t" r="r" b="b"/>
              <a:pathLst>
                <a:path w="285" h="80" extrusionOk="0">
                  <a:moveTo>
                    <a:pt x="222" y="63"/>
                  </a:moveTo>
                  <a:lnTo>
                    <a:pt x="222" y="63"/>
                  </a:lnTo>
                  <a:lnTo>
                    <a:pt x="222" y="63"/>
                  </a:lnTo>
                  <a:close/>
                  <a:moveTo>
                    <a:pt x="49" y="0"/>
                  </a:moveTo>
                  <a:lnTo>
                    <a:pt x="49" y="0"/>
                  </a:lnTo>
                  <a:lnTo>
                    <a:pt x="32" y="0"/>
                  </a:lnTo>
                  <a:lnTo>
                    <a:pt x="32" y="17"/>
                  </a:lnTo>
                  <a:cubicBezTo>
                    <a:pt x="1" y="32"/>
                    <a:pt x="1" y="63"/>
                    <a:pt x="1" y="80"/>
                  </a:cubicBezTo>
                  <a:lnTo>
                    <a:pt x="17" y="80"/>
                  </a:lnTo>
                  <a:lnTo>
                    <a:pt x="17" y="80"/>
                  </a:lnTo>
                  <a:cubicBezTo>
                    <a:pt x="32" y="80"/>
                    <a:pt x="64" y="80"/>
                    <a:pt x="95" y="63"/>
                  </a:cubicBezTo>
                  <a:lnTo>
                    <a:pt x="95" y="63"/>
                  </a:lnTo>
                  <a:lnTo>
                    <a:pt x="95" y="48"/>
                  </a:lnTo>
                  <a:cubicBezTo>
                    <a:pt x="95" y="32"/>
                    <a:pt x="112" y="32"/>
                    <a:pt x="127" y="32"/>
                  </a:cubicBezTo>
                  <a:lnTo>
                    <a:pt x="127" y="32"/>
                  </a:lnTo>
                  <a:lnTo>
                    <a:pt x="143" y="32"/>
                  </a:lnTo>
                  <a:lnTo>
                    <a:pt x="143" y="32"/>
                  </a:lnTo>
                  <a:lnTo>
                    <a:pt x="143" y="32"/>
                  </a:lnTo>
                  <a:lnTo>
                    <a:pt x="159" y="32"/>
                  </a:lnTo>
                  <a:lnTo>
                    <a:pt x="159" y="32"/>
                  </a:lnTo>
                  <a:cubicBezTo>
                    <a:pt x="175" y="32"/>
                    <a:pt x="190" y="32"/>
                    <a:pt x="190" y="48"/>
                  </a:cubicBezTo>
                  <a:lnTo>
                    <a:pt x="206" y="80"/>
                  </a:lnTo>
                  <a:lnTo>
                    <a:pt x="206" y="80"/>
                  </a:lnTo>
                  <a:cubicBezTo>
                    <a:pt x="206" y="80"/>
                    <a:pt x="206" y="63"/>
                    <a:pt x="222" y="63"/>
                  </a:cubicBezTo>
                  <a:lnTo>
                    <a:pt x="222" y="80"/>
                  </a:lnTo>
                  <a:lnTo>
                    <a:pt x="269" y="63"/>
                  </a:lnTo>
                  <a:lnTo>
                    <a:pt x="269" y="63"/>
                  </a:lnTo>
                  <a:lnTo>
                    <a:pt x="269" y="63"/>
                  </a:lnTo>
                  <a:cubicBezTo>
                    <a:pt x="269" y="63"/>
                    <a:pt x="285" y="63"/>
                    <a:pt x="285" y="80"/>
                  </a:cubicBezTo>
                  <a:cubicBezTo>
                    <a:pt x="285" y="48"/>
                    <a:pt x="285" y="32"/>
                    <a:pt x="253" y="17"/>
                  </a:cubicBezTo>
                  <a:cubicBezTo>
                    <a:pt x="253" y="0"/>
                    <a:pt x="238" y="0"/>
                    <a:pt x="222" y="0"/>
                  </a:cubicBezTo>
                  <a:lnTo>
                    <a:pt x="190" y="0"/>
                  </a:lnTo>
                  <a:lnTo>
                    <a:pt x="175" y="17"/>
                  </a:lnTo>
                  <a:lnTo>
                    <a:pt x="159" y="17"/>
                  </a:lnTo>
                  <a:cubicBezTo>
                    <a:pt x="143" y="17"/>
                    <a:pt x="127" y="17"/>
                    <a:pt x="112" y="32"/>
                  </a:cubicBezTo>
                  <a:lnTo>
                    <a:pt x="80" y="32"/>
                  </a:ln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6" name="Google Shape;1656;p38"/>
            <p:cNvSpPr/>
            <p:nvPr/>
          </p:nvSpPr>
          <p:spPr>
            <a:xfrm>
              <a:off x="3187517" y="179375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7" name="Google Shape;1657;p38"/>
            <p:cNvSpPr/>
            <p:nvPr/>
          </p:nvSpPr>
          <p:spPr>
            <a:xfrm>
              <a:off x="3395958" y="1794265"/>
              <a:ext cx="6583" cy="4516"/>
            </a:xfrm>
            <a:custGeom>
              <a:avLst/>
              <a:gdLst/>
              <a:ahLst/>
              <a:cxnLst/>
              <a:rect l="l" t="t" r="r" b="b"/>
              <a:pathLst>
                <a:path w="207" h="142" extrusionOk="0">
                  <a:moveTo>
                    <a:pt x="64" y="1"/>
                  </a:moveTo>
                  <a:lnTo>
                    <a:pt x="64" y="1"/>
                  </a:lnTo>
                  <a:lnTo>
                    <a:pt x="49" y="1"/>
                  </a:lnTo>
                  <a:lnTo>
                    <a:pt x="49" y="1"/>
                  </a:lnTo>
                  <a:lnTo>
                    <a:pt x="32" y="1"/>
                  </a:lnTo>
                  <a:cubicBezTo>
                    <a:pt x="17" y="16"/>
                    <a:pt x="17" y="16"/>
                    <a:pt x="17" y="32"/>
                  </a:cubicBezTo>
                  <a:lnTo>
                    <a:pt x="1" y="95"/>
                  </a:lnTo>
                  <a:cubicBezTo>
                    <a:pt x="1" y="110"/>
                    <a:pt x="1" y="110"/>
                    <a:pt x="17" y="127"/>
                  </a:cubicBezTo>
                  <a:cubicBezTo>
                    <a:pt x="17" y="127"/>
                    <a:pt x="32" y="142"/>
                    <a:pt x="49" y="142"/>
                  </a:cubicBezTo>
                  <a:lnTo>
                    <a:pt x="49" y="142"/>
                  </a:lnTo>
                  <a:lnTo>
                    <a:pt x="80" y="142"/>
                  </a:lnTo>
                  <a:lnTo>
                    <a:pt x="80" y="142"/>
                  </a:lnTo>
                  <a:lnTo>
                    <a:pt x="95" y="142"/>
                  </a:lnTo>
                  <a:lnTo>
                    <a:pt x="112" y="142"/>
                  </a:lnTo>
                  <a:lnTo>
                    <a:pt x="112" y="142"/>
                  </a:lnTo>
                  <a:lnTo>
                    <a:pt x="112" y="127"/>
                  </a:lnTo>
                  <a:cubicBezTo>
                    <a:pt x="127" y="127"/>
                    <a:pt x="127" y="110"/>
                    <a:pt x="143" y="110"/>
                  </a:cubicBezTo>
                  <a:lnTo>
                    <a:pt x="143" y="110"/>
                  </a:lnTo>
                  <a:cubicBezTo>
                    <a:pt x="143" y="110"/>
                    <a:pt x="158" y="110"/>
                    <a:pt x="158" y="127"/>
                  </a:cubicBezTo>
                  <a:lnTo>
                    <a:pt x="175" y="127"/>
                  </a:lnTo>
                  <a:lnTo>
                    <a:pt x="175" y="127"/>
                  </a:lnTo>
                  <a:cubicBezTo>
                    <a:pt x="190" y="110"/>
                    <a:pt x="206" y="95"/>
                    <a:pt x="190" y="79"/>
                  </a:cubicBezTo>
                  <a:cubicBezTo>
                    <a:pt x="175" y="64"/>
                    <a:pt x="175" y="64"/>
                    <a:pt x="158" y="64"/>
                  </a:cubicBezTo>
                  <a:lnTo>
                    <a:pt x="143" y="64"/>
                  </a:lnTo>
                  <a:cubicBezTo>
                    <a:pt x="127" y="79"/>
                    <a:pt x="112" y="79"/>
                    <a:pt x="112" y="79"/>
                  </a:cubicBezTo>
                  <a:lnTo>
                    <a:pt x="112" y="47"/>
                  </a:lnTo>
                  <a:lnTo>
                    <a:pt x="95" y="32"/>
                  </a:ln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8" name="Google Shape;1658;p38"/>
            <p:cNvSpPr/>
            <p:nvPr/>
          </p:nvSpPr>
          <p:spPr>
            <a:xfrm>
              <a:off x="3021693" y="1807304"/>
              <a:ext cx="2512" cy="2035"/>
            </a:xfrm>
            <a:custGeom>
              <a:avLst/>
              <a:gdLst/>
              <a:ahLst/>
              <a:cxnLst/>
              <a:rect l="l" t="t" r="r" b="b"/>
              <a:pathLst>
                <a:path w="79" h="64" extrusionOk="0">
                  <a:moveTo>
                    <a:pt x="78" y="0"/>
                  </a:moveTo>
                  <a:lnTo>
                    <a:pt x="0" y="32"/>
                  </a:lnTo>
                  <a:lnTo>
                    <a:pt x="0" y="32"/>
                  </a:lnTo>
                  <a:lnTo>
                    <a:pt x="0" y="63"/>
                  </a:lnTo>
                  <a:lnTo>
                    <a:pt x="0" y="63"/>
                  </a:lnTo>
                  <a:lnTo>
                    <a:pt x="0" y="63"/>
                  </a:lnTo>
                  <a:lnTo>
                    <a:pt x="15" y="63"/>
                  </a:lnTo>
                  <a:lnTo>
                    <a:pt x="63" y="63"/>
                  </a:lnTo>
                  <a:cubicBezTo>
                    <a:pt x="78" y="32"/>
                    <a:pt x="78" y="16"/>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9" name="Google Shape;1659;p38"/>
            <p:cNvSpPr/>
            <p:nvPr/>
          </p:nvSpPr>
          <p:spPr>
            <a:xfrm>
              <a:off x="3111888" y="1794742"/>
              <a:ext cx="6042" cy="5057"/>
            </a:xfrm>
            <a:custGeom>
              <a:avLst/>
              <a:gdLst/>
              <a:ahLst/>
              <a:cxnLst/>
              <a:rect l="l" t="t" r="r" b="b"/>
              <a:pathLst>
                <a:path w="190" h="159" extrusionOk="0">
                  <a:moveTo>
                    <a:pt x="110" y="1"/>
                  </a:moveTo>
                  <a:lnTo>
                    <a:pt x="95" y="1"/>
                  </a:lnTo>
                  <a:lnTo>
                    <a:pt x="78" y="1"/>
                  </a:lnTo>
                  <a:cubicBezTo>
                    <a:pt x="78" y="1"/>
                    <a:pt x="63" y="1"/>
                    <a:pt x="63" y="17"/>
                  </a:cubicBezTo>
                  <a:lnTo>
                    <a:pt x="63" y="17"/>
                  </a:lnTo>
                  <a:lnTo>
                    <a:pt x="63" y="17"/>
                  </a:lnTo>
                  <a:lnTo>
                    <a:pt x="63" y="17"/>
                  </a:lnTo>
                  <a:lnTo>
                    <a:pt x="63" y="17"/>
                  </a:lnTo>
                  <a:cubicBezTo>
                    <a:pt x="95" y="17"/>
                    <a:pt x="95" y="32"/>
                    <a:pt x="95" y="49"/>
                  </a:cubicBezTo>
                  <a:lnTo>
                    <a:pt x="95" y="112"/>
                  </a:lnTo>
                  <a:cubicBezTo>
                    <a:pt x="78" y="127"/>
                    <a:pt x="63" y="143"/>
                    <a:pt x="47" y="143"/>
                  </a:cubicBezTo>
                  <a:lnTo>
                    <a:pt x="47" y="143"/>
                  </a:lnTo>
                  <a:cubicBezTo>
                    <a:pt x="32" y="143"/>
                    <a:pt x="15" y="127"/>
                    <a:pt x="15" y="95"/>
                  </a:cubicBezTo>
                  <a:cubicBezTo>
                    <a:pt x="0" y="112"/>
                    <a:pt x="0" y="127"/>
                    <a:pt x="15" y="143"/>
                  </a:cubicBezTo>
                  <a:cubicBezTo>
                    <a:pt x="15" y="159"/>
                    <a:pt x="32" y="159"/>
                    <a:pt x="47" y="159"/>
                  </a:cubicBezTo>
                  <a:lnTo>
                    <a:pt x="47" y="159"/>
                  </a:lnTo>
                  <a:lnTo>
                    <a:pt x="63" y="159"/>
                  </a:lnTo>
                  <a:lnTo>
                    <a:pt x="126" y="127"/>
                  </a:lnTo>
                  <a:lnTo>
                    <a:pt x="158" y="112"/>
                  </a:lnTo>
                  <a:cubicBezTo>
                    <a:pt x="173" y="95"/>
                    <a:pt x="173" y="95"/>
                    <a:pt x="173" y="80"/>
                  </a:cubicBezTo>
                  <a:cubicBezTo>
                    <a:pt x="189" y="80"/>
                    <a:pt x="189" y="64"/>
                    <a:pt x="173" y="64"/>
                  </a:cubicBezTo>
                  <a:lnTo>
                    <a:pt x="173" y="64"/>
                  </a:lnTo>
                  <a:lnTo>
                    <a:pt x="173" y="49"/>
                  </a:lnTo>
                  <a:cubicBezTo>
                    <a:pt x="173" y="32"/>
                    <a:pt x="158" y="17"/>
                    <a:pt x="141" y="1"/>
                  </a:cubicBezTo>
                  <a:lnTo>
                    <a:pt x="126" y="1"/>
                  </a:lnTo>
                  <a:lnTo>
                    <a:pt x="126"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0" name="Google Shape;1660;p38"/>
            <p:cNvSpPr/>
            <p:nvPr/>
          </p:nvSpPr>
          <p:spPr>
            <a:xfrm>
              <a:off x="3016159" y="1797286"/>
              <a:ext cx="5565" cy="2512"/>
            </a:xfrm>
            <a:custGeom>
              <a:avLst/>
              <a:gdLst/>
              <a:ahLst/>
              <a:cxnLst/>
              <a:rect l="l" t="t" r="r" b="b"/>
              <a:pathLst>
                <a:path w="175" h="79" extrusionOk="0">
                  <a:moveTo>
                    <a:pt x="48" y="0"/>
                  </a:moveTo>
                  <a:lnTo>
                    <a:pt x="32" y="0"/>
                  </a:lnTo>
                  <a:cubicBezTo>
                    <a:pt x="32" y="0"/>
                    <a:pt x="16" y="0"/>
                    <a:pt x="16" y="15"/>
                  </a:cubicBezTo>
                  <a:lnTo>
                    <a:pt x="0" y="32"/>
                  </a:lnTo>
                  <a:lnTo>
                    <a:pt x="0" y="32"/>
                  </a:lnTo>
                  <a:lnTo>
                    <a:pt x="16" y="32"/>
                  </a:lnTo>
                  <a:lnTo>
                    <a:pt x="16" y="32"/>
                  </a:lnTo>
                  <a:lnTo>
                    <a:pt x="32" y="32"/>
                  </a:lnTo>
                  <a:lnTo>
                    <a:pt x="48" y="32"/>
                  </a:lnTo>
                  <a:cubicBezTo>
                    <a:pt x="63" y="32"/>
                    <a:pt x="95" y="32"/>
                    <a:pt x="111" y="63"/>
                  </a:cubicBezTo>
                  <a:cubicBezTo>
                    <a:pt x="126" y="79"/>
                    <a:pt x="126" y="79"/>
                    <a:pt x="143" y="79"/>
                  </a:cubicBezTo>
                  <a:lnTo>
                    <a:pt x="158" y="79"/>
                  </a:lnTo>
                  <a:lnTo>
                    <a:pt x="158" y="79"/>
                  </a:lnTo>
                  <a:lnTo>
                    <a:pt x="174" y="63"/>
                  </a:lnTo>
                  <a:lnTo>
                    <a:pt x="174" y="47"/>
                  </a:lnTo>
                  <a:cubicBezTo>
                    <a:pt x="174" y="32"/>
                    <a:pt x="158" y="32"/>
                    <a:pt x="158" y="15"/>
                  </a:cubicBezTo>
                  <a:lnTo>
                    <a:pt x="143" y="15"/>
                  </a:lnTo>
                  <a:lnTo>
                    <a:pt x="126"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1" name="Google Shape;1661;p38"/>
            <p:cNvSpPr/>
            <p:nvPr/>
          </p:nvSpPr>
          <p:spPr>
            <a:xfrm>
              <a:off x="3104350" y="1787745"/>
              <a:ext cx="3530" cy="3021"/>
            </a:xfrm>
            <a:custGeom>
              <a:avLst/>
              <a:gdLst/>
              <a:ahLst/>
              <a:cxnLst/>
              <a:rect l="l" t="t" r="r" b="b"/>
              <a:pathLst>
                <a:path w="111" h="95" extrusionOk="0">
                  <a:moveTo>
                    <a:pt x="79" y="0"/>
                  </a:moveTo>
                  <a:lnTo>
                    <a:pt x="32" y="63"/>
                  </a:lnTo>
                  <a:cubicBezTo>
                    <a:pt x="32" y="63"/>
                    <a:pt x="16" y="80"/>
                    <a:pt x="0" y="80"/>
                  </a:cubicBezTo>
                  <a:lnTo>
                    <a:pt x="0" y="80"/>
                  </a:lnTo>
                  <a:lnTo>
                    <a:pt x="16" y="80"/>
                  </a:lnTo>
                  <a:lnTo>
                    <a:pt x="16" y="95"/>
                  </a:lnTo>
                  <a:lnTo>
                    <a:pt x="32" y="95"/>
                  </a:lnTo>
                  <a:lnTo>
                    <a:pt x="48" y="95"/>
                  </a:lnTo>
                  <a:lnTo>
                    <a:pt x="63" y="95"/>
                  </a:lnTo>
                  <a:lnTo>
                    <a:pt x="63" y="95"/>
                  </a:lnTo>
                  <a:lnTo>
                    <a:pt x="63" y="80"/>
                  </a:lnTo>
                  <a:cubicBezTo>
                    <a:pt x="48" y="80"/>
                    <a:pt x="48" y="48"/>
                    <a:pt x="63" y="32"/>
                  </a:cubicBezTo>
                  <a:lnTo>
                    <a:pt x="79" y="32"/>
                  </a:lnTo>
                  <a:lnTo>
                    <a:pt x="79" y="32"/>
                  </a:lnTo>
                  <a:lnTo>
                    <a:pt x="111" y="32"/>
                  </a:lnTo>
                  <a:lnTo>
                    <a:pt x="111" y="32"/>
                  </a:lnTo>
                  <a:cubicBezTo>
                    <a:pt x="95" y="17"/>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2" name="Google Shape;1662;p38"/>
            <p:cNvSpPr/>
            <p:nvPr/>
          </p:nvSpPr>
          <p:spPr>
            <a:xfrm>
              <a:off x="3399488" y="1797286"/>
              <a:ext cx="6042" cy="4039"/>
            </a:xfrm>
            <a:custGeom>
              <a:avLst/>
              <a:gdLst/>
              <a:ahLst/>
              <a:cxnLst/>
              <a:rect l="l" t="t" r="r" b="b"/>
              <a:pathLst>
                <a:path w="190" h="127" extrusionOk="0">
                  <a:moveTo>
                    <a:pt x="1" y="126"/>
                  </a:moveTo>
                  <a:lnTo>
                    <a:pt x="1" y="126"/>
                  </a:lnTo>
                  <a:lnTo>
                    <a:pt x="1" y="126"/>
                  </a:lnTo>
                  <a:lnTo>
                    <a:pt x="1" y="126"/>
                  </a:lnTo>
                  <a:close/>
                  <a:moveTo>
                    <a:pt x="142" y="0"/>
                  </a:moveTo>
                  <a:cubicBezTo>
                    <a:pt x="127" y="0"/>
                    <a:pt x="110" y="0"/>
                    <a:pt x="110" y="15"/>
                  </a:cubicBezTo>
                  <a:cubicBezTo>
                    <a:pt x="110" y="47"/>
                    <a:pt x="95" y="63"/>
                    <a:pt x="79" y="63"/>
                  </a:cubicBezTo>
                  <a:cubicBezTo>
                    <a:pt x="79" y="79"/>
                    <a:pt x="79" y="79"/>
                    <a:pt x="64" y="79"/>
                  </a:cubicBezTo>
                  <a:lnTo>
                    <a:pt x="64" y="79"/>
                  </a:lnTo>
                  <a:lnTo>
                    <a:pt x="64" y="79"/>
                  </a:lnTo>
                  <a:lnTo>
                    <a:pt x="32" y="110"/>
                  </a:lnTo>
                  <a:lnTo>
                    <a:pt x="32" y="110"/>
                  </a:lnTo>
                  <a:lnTo>
                    <a:pt x="79" y="110"/>
                  </a:lnTo>
                  <a:lnTo>
                    <a:pt x="95" y="110"/>
                  </a:lnTo>
                  <a:cubicBezTo>
                    <a:pt x="95" y="110"/>
                    <a:pt x="110" y="110"/>
                    <a:pt x="110" y="126"/>
                  </a:cubicBezTo>
                  <a:cubicBezTo>
                    <a:pt x="142" y="110"/>
                    <a:pt x="158" y="79"/>
                    <a:pt x="173" y="32"/>
                  </a:cubicBezTo>
                  <a:cubicBezTo>
                    <a:pt x="190" y="32"/>
                    <a:pt x="173" y="15"/>
                    <a:pt x="173" y="0"/>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3" name="Google Shape;1663;p38"/>
            <p:cNvSpPr/>
            <p:nvPr/>
          </p:nvSpPr>
          <p:spPr>
            <a:xfrm>
              <a:off x="3015141" y="1798272"/>
              <a:ext cx="9064" cy="3530"/>
            </a:xfrm>
            <a:custGeom>
              <a:avLst/>
              <a:gdLst/>
              <a:ahLst/>
              <a:cxnLst/>
              <a:rect l="l" t="t" r="r" b="b"/>
              <a:pathLst>
                <a:path w="285" h="111" extrusionOk="0">
                  <a:moveTo>
                    <a:pt x="80" y="64"/>
                  </a:moveTo>
                  <a:lnTo>
                    <a:pt x="80" y="64"/>
                  </a:lnTo>
                  <a:lnTo>
                    <a:pt x="80" y="64"/>
                  </a:lnTo>
                  <a:close/>
                  <a:moveTo>
                    <a:pt x="32" y="1"/>
                  </a:moveTo>
                  <a:lnTo>
                    <a:pt x="32" y="1"/>
                  </a:lnTo>
                  <a:lnTo>
                    <a:pt x="32" y="1"/>
                  </a:lnTo>
                  <a:cubicBezTo>
                    <a:pt x="17" y="16"/>
                    <a:pt x="1" y="16"/>
                    <a:pt x="1" y="32"/>
                  </a:cubicBezTo>
                  <a:lnTo>
                    <a:pt x="1" y="32"/>
                  </a:lnTo>
                  <a:cubicBezTo>
                    <a:pt x="17" y="48"/>
                    <a:pt x="17" y="64"/>
                    <a:pt x="17" y="64"/>
                  </a:cubicBezTo>
                  <a:cubicBezTo>
                    <a:pt x="32" y="64"/>
                    <a:pt x="32" y="79"/>
                    <a:pt x="32" y="79"/>
                  </a:cubicBezTo>
                  <a:lnTo>
                    <a:pt x="48" y="79"/>
                  </a:lnTo>
                  <a:lnTo>
                    <a:pt x="64" y="79"/>
                  </a:lnTo>
                  <a:lnTo>
                    <a:pt x="64" y="79"/>
                  </a:lnTo>
                  <a:lnTo>
                    <a:pt x="80" y="79"/>
                  </a:lnTo>
                  <a:lnTo>
                    <a:pt x="95" y="79"/>
                  </a:lnTo>
                  <a:lnTo>
                    <a:pt x="112" y="95"/>
                  </a:lnTo>
                  <a:cubicBezTo>
                    <a:pt x="127" y="95"/>
                    <a:pt x="127" y="111"/>
                    <a:pt x="127" y="111"/>
                  </a:cubicBezTo>
                  <a:lnTo>
                    <a:pt x="175" y="111"/>
                  </a:lnTo>
                  <a:lnTo>
                    <a:pt x="238" y="111"/>
                  </a:lnTo>
                  <a:lnTo>
                    <a:pt x="238" y="95"/>
                  </a:lnTo>
                  <a:lnTo>
                    <a:pt x="253" y="95"/>
                  </a:lnTo>
                  <a:cubicBezTo>
                    <a:pt x="269" y="95"/>
                    <a:pt x="284" y="64"/>
                    <a:pt x="269" y="48"/>
                  </a:cubicBezTo>
                  <a:cubicBezTo>
                    <a:pt x="269" y="48"/>
                    <a:pt x="269" y="32"/>
                    <a:pt x="253" y="32"/>
                  </a:cubicBezTo>
                  <a:lnTo>
                    <a:pt x="238" y="32"/>
                  </a:lnTo>
                  <a:lnTo>
                    <a:pt x="238" y="32"/>
                  </a:lnTo>
                  <a:lnTo>
                    <a:pt x="238" y="32"/>
                  </a:lnTo>
                  <a:lnTo>
                    <a:pt x="221" y="32"/>
                  </a:lnTo>
                  <a:cubicBezTo>
                    <a:pt x="221" y="32"/>
                    <a:pt x="206" y="32"/>
                    <a:pt x="206" y="48"/>
                  </a:cubicBezTo>
                  <a:lnTo>
                    <a:pt x="190" y="48"/>
                  </a:lnTo>
                  <a:lnTo>
                    <a:pt x="175" y="48"/>
                  </a:lnTo>
                  <a:cubicBezTo>
                    <a:pt x="158" y="48"/>
                    <a:pt x="158" y="48"/>
                    <a:pt x="143" y="32"/>
                  </a:cubicBezTo>
                  <a:cubicBezTo>
                    <a:pt x="127" y="1"/>
                    <a:pt x="95" y="1"/>
                    <a:pt x="80" y="1"/>
                  </a:cubicBezTo>
                  <a:lnTo>
                    <a:pt x="64" y="1"/>
                  </a:ln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4" name="Google Shape;1664;p38"/>
            <p:cNvSpPr/>
            <p:nvPr/>
          </p:nvSpPr>
          <p:spPr>
            <a:xfrm>
              <a:off x="3017654" y="1800276"/>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5" name="Google Shape;1665;p38"/>
            <p:cNvSpPr/>
            <p:nvPr/>
          </p:nvSpPr>
          <p:spPr>
            <a:xfrm>
              <a:off x="3407503" y="1783738"/>
              <a:ext cx="2544" cy="5565"/>
            </a:xfrm>
            <a:custGeom>
              <a:avLst/>
              <a:gdLst/>
              <a:ahLst/>
              <a:cxnLst/>
              <a:rect l="l" t="t" r="r" b="b"/>
              <a:pathLst>
                <a:path w="80" h="175" extrusionOk="0">
                  <a:moveTo>
                    <a:pt x="32" y="0"/>
                  </a:moveTo>
                  <a:lnTo>
                    <a:pt x="32" y="0"/>
                  </a:lnTo>
                  <a:lnTo>
                    <a:pt x="16" y="0"/>
                  </a:lnTo>
                  <a:cubicBezTo>
                    <a:pt x="1" y="0"/>
                    <a:pt x="1" y="17"/>
                    <a:pt x="1" y="32"/>
                  </a:cubicBezTo>
                  <a:lnTo>
                    <a:pt x="16" y="95"/>
                  </a:lnTo>
                  <a:lnTo>
                    <a:pt x="32" y="111"/>
                  </a:lnTo>
                  <a:cubicBezTo>
                    <a:pt x="48" y="111"/>
                    <a:pt x="64" y="126"/>
                    <a:pt x="64" y="143"/>
                  </a:cubicBezTo>
                  <a:cubicBezTo>
                    <a:pt x="64" y="158"/>
                    <a:pt x="48" y="158"/>
                    <a:pt x="48" y="174"/>
                  </a:cubicBezTo>
                  <a:lnTo>
                    <a:pt x="48" y="174"/>
                  </a:lnTo>
                  <a:lnTo>
                    <a:pt x="48" y="174"/>
                  </a:lnTo>
                  <a:cubicBezTo>
                    <a:pt x="64" y="174"/>
                    <a:pt x="79" y="158"/>
                    <a:pt x="79" y="126"/>
                  </a:cubicBezTo>
                  <a:lnTo>
                    <a:pt x="79" y="32"/>
                  </a:lnTo>
                  <a:lnTo>
                    <a:pt x="79" y="32"/>
                  </a:lnTo>
                  <a:lnTo>
                    <a:pt x="79" y="32"/>
                  </a:lnTo>
                  <a:cubicBezTo>
                    <a:pt x="64"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6" name="Google Shape;1666;p38"/>
            <p:cNvSpPr/>
            <p:nvPr/>
          </p:nvSpPr>
          <p:spPr>
            <a:xfrm>
              <a:off x="3398980" y="1772225"/>
              <a:ext cx="6551" cy="5057"/>
            </a:xfrm>
            <a:custGeom>
              <a:avLst/>
              <a:gdLst/>
              <a:ahLst/>
              <a:cxnLst/>
              <a:rect l="l" t="t" r="r" b="b"/>
              <a:pathLst>
                <a:path w="206" h="159" extrusionOk="0">
                  <a:moveTo>
                    <a:pt x="158" y="1"/>
                  </a:moveTo>
                  <a:lnTo>
                    <a:pt x="143" y="1"/>
                  </a:lnTo>
                  <a:lnTo>
                    <a:pt x="48" y="16"/>
                  </a:lnTo>
                  <a:cubicBezTo>
                    <a:pt x="32" y="16"/>
                    <a:pt x="17" y="32"/>
                    <a:pt x="17" y="47"/>
                  </a:cubicBezTo>
                  <a:cubicBezTo>
                    <a:pt x="17" y="64"/>
                    <a:pt x="32" y="79"/>
                    <a:pt x="32" y="79"/>
                  </a:cubicBezTo>
                  <a:lnTo>
                    <a:pt x="32" y="64"/>
                  </a:lnTo>
                  <a:cubicBezTo>
                    <a:pt x="48" y="47"/>
                    <a:pt x="48" y="47"/>
                    <a:pt x="63" y="47"/>
                  </a:cubicBezTo>
                  <a:lnTo>
                    <a:pt x="63" y="47"/>
                  </a:lnTo>
                  <a:lnTo>
                    <a:pt x="80" y="47"/>
                  </a:lnTo>
                  <a:lnTo>
                    <a:pt x="143" y="64"/>
                  </a:lnTo>
                  <a:cubicBezTo>
                    <a:pt x="158" y="79"/>
                    <a:pt x="174" y="95"/>
                    <a:pt x="158" y="110"/>
                  </a:cubicBezTo>
                  <a:cubicBezTo>
                    <a:pt x="158" y="127"/>
                    <a:pt x="143" y="142"/>
                    <a:pt x="126" y="142"/>
                  </a:cubicBezTo>
                  <a:lnTo>
                    <a:pt x="111" y="127"/>
                  </a:lnTo>
                  <a:lnTo>
                    <a:pt x="48" y="110"/>
                  </a:lnTo>
                  <a:cubicBezTo>
                    <a:pt x="48" y="110"/>
                    <a:pt x="48" y="95"/>
                    <a:pt x="32" y="95"/>
                  </a:cubicBezTo>
                  <a:lnTo>
                    <a:pt x="32" y="95"/>
                  </a:lnTo>
                  <a:lnTo>
                    <a:pt x="32" y="95"/>
                  </a:lnTo>
                  <a:cubicBezTo>
                    <a:pt x="17" y="95"/>
                    <a:pt x="0" y="110"/>
                    <a:pt x="0" y="127"/>
                  </a:cubicBezTo>
                  <a:cubicBezTo>
                    <a:pt x="0" y="142"/>
                    <a:pt x="17" y="158"/>
                    <a:pt x="32" y="158"/>
                  </a:cubicBezTo>
                  <a:lnTo>
                    <a:pt x="48" y="158"/>
                  </a:lnTo>
                  <a:cubicBezTo>
                    <a:pt x="111" y="158"/>
                    <a:pt x="174" y="142"/>
                    <a:pt x="189" y="110"/>
                  </a:cubicBezTo>
                  <a:lnTo>
                    <a:pt x="189" y="110"/>
                  </a:lnTo>
                  <a:lnTo>
                    <a:pt x="189" y="110"/>
                  </a:lnTo>
                  <a:cubicBezTo>
                    <a:pt x="174" y="110"/>
                    <a:pt x="158" y="79"/>
                    <a:pt x="174" y="64"/>
                  </a:cubicBezTo>
                  <a:cubicBezTo>
                    <a:pt x="174" y="47"/>
                    <a:pt x="189" y="47"/>
                    <a:pt x="206" y="47"/>
                  </a:cubicBezTo>
                  <a:lnTo>
                    <a:pt x="206" y="47"/>
                  </a:lnTo>
                  <a:lnTo>
                    <a:pt x="206" y="47"/>
                  </a:lnTo>
                  <a:lnTo>
                    <a:pt x="206" y="47"/>
                  </a:lnTo>
                  <a:lnTo>
                    <a:pt x="174" y="16"/>
                  </a:lnTo>
                  <a:cubicBezTo>
                    <a:pt x="174" y="1"/>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7" name="Google Shape;1667;p38"/>
            <p:cNvSpPr/>
            <p:nvPr/>
          </p:nvSpPr>
          <p:spPr>
            <a:xfrm>
              <a:off x="3293741" y="1819326"/>
              <a:ext cx="7060" cy="4039"/>
            </a:xfrm>
            <a:custGeom>
              <a:avLst/>
              <a:gdLst/>
              <a:ahLst/>
              <a:cxnLst/>
              <a:rect l="l" t="t" r="r" b="b"/>
              <a:pathLst>
                <a:path w="222" h="127" extrusionOk="0">
                  <a:moveTo>
                    <a:pt x="32" y="64"/>
                  </a:moveTo>
                  <a:cubicBezTo>
                    <a:pt x="17" y="64"/>
                    <a:pt x="1" y="64"/>
                    <a:pt x="1" y="79"/>
                  </a:cubicBezTo>
                  <a:cubicBezTo>
                    <a:pt x="1" y="110"/>
                    <a:pt x="17" y="127"/>
                    <a:pt x="32" y="127"/>
                  </a:cubicBezTo>
                  <a:lnTo>
                    <a:pt x="64" y="127"/>
                  </a:lnTo>
                  <a:cubicBezTo>
                    <a:pt x="80" y="127"/>
                    <a:pt x="95" y="127"/>
                    <a:pt x="112" y="110"/>
                  </a:cubicBezTo>
                  <a:lnTo>
                    <a:pt x="112" y="110"/>
                  </a:lnTo>
                  <a:cubicBezTo>
                    <a:pt x="95" y="110"/>
                    <a:pt x="95" y="127"/>
                    <a:pt x="80" y="127"/>
                  </a:cubicBezTo>
                  <a:lnTo>
                    <a:pt x="64" y="127"/>
                  </a:lnTo>
                  <a:cubicBezTo>
                    <a:pt x="49" y="110"/>
                    <a:pt x="49" y="95"/>
                    <a:pt x="49" y="79"/>
                  </a:cubicBezTo>
                  <a:lnTo>
                    <a:pt x="49" y="64"/>
                  </a:lnTo>
                  <a:lnTo>
                    <a:pt x="49" y="64"/>
                  </a:lnTo>
                  <a:lnTo>
                    <a:pt x="32" y="64"/>
                  </a:lnTo>
                  <a:close/>
                  <a:moveTo>
                    <a:pt x="127" y="1"/>
                  </a:moveTo>
                  <a:lnTo>
                    <a:pt x="127" y="32"/>
                  </a:lnTo>
                  <a:lnTo>
                    <a:pt x="127" y="47"/>
                  </a:lnTo>
                  <a:cubicBezTo>
                    <a:pt x="127" y="47"/>
                    <a:pt x="127" y="32"/>
                    <a:pt x="143" y="32"/>
                  </a:cubicBezTo>
                  <a:lnTo>
                    <a:pt x="143" y="32"/>
                  </a:lnTo>
                  <a:lnTo>
                    <a:pt x="158" y="47"/>
                  </a:lnTo>
                  <a:cubicBezTo>
                    <a:pt x="158" y="32"/>
                    <a:pt x="158" y="32"/>
                    <a:pt x="175" y="32"/>
                  </a:cubicBezTo>
                  <a:lnTo>
                    <a:pt x="175" y="32"/>
                  </a:lnTo>
                  <a:cubicBezTo>
                    <a:pt x="175" y="32"/>
                    <a:pt x="190" y="32"/>
                    <a:pt x="190" y="47"/>
                  </a:cubicBezTo>
                  <a:cubicBezTo>
                    <a:pt x="206" y="64"/>
                    <a:pt x="206" y="79"/>
                    <a:pt x="206" y="79"/>
                  </a:cubicBezTo>
                  <a:lnTo>
                    <a:pt x="206" y="79"/>
                  </a:lnTo>
                  <a:cubicBezTo>
                    <a:pt x="221" y="47"/>
                    <a:pt x="206" y="32"/>
                    <a:pt x="190" y="32"/>
                  </a:cubicBezTo>
                  <a:lnTo>
                    <a:pt x="143"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8" name="Google Shape;1668;p38"/>
            <p:cNvSpPr/>
            <p:nvPr/>
          </p:nvSpPr>
          <p:spPr>
            <a:xfrm>
              <a:off x="3404991" y="1776232"/>
              <a:ext cx="5565" cy="5534"/>
            </a:xfrm>
            <a:custGeom>
              <a:avLst/>
              <a:gdLst/>
              <a:ahLst/>
              <a:cxnLst/>
              <a:rect l="l" t="t" r="r" b="b"/>
              <a:pathLst>
                <a:path w="175" h="174" extrusionOk="0">
                  <a:moveTo>
                    <a:pt x="32" y="47"/>
                  </a:moveTo>
                  <a:lnTo>
                    <a:pt x="32" y="47"/>
                  </a:lnTo>
                  <a:cubicBezTo>
                    <a:pt x="17" y="47"/>
                    <a:pt x="0" y="64"/>
                    <a:pt x="0" y="79"/>
                  </a:cubicBezTo>
                  <a:lnTo>
                    <a:pt x="0" y="142"/>
                  </a:lnTo>
                  <a:cubicBezTo>
                    <a:pt x="0" y="158"/>
                    <a:pt x="17" y="173"/>
                    <a:pt x="32" y="173"/>
                  </a:cubicBezTo>
                  <a:lnTo>
                    <a:pt x="32" y="173"/>
                  </a:lnTo>
                  <a:cubicBezTo>
                    <a:pt x="48" y="173"/>
                    <a:pt x="63" y="158"/>
                    <a:pt x="63" y="142"/>
                  </a:cubicBezTo>
                  <a:lnTo>
                    <a:pt x="63" y="95"/>
                  </a:lnTo>
                  <a:lnTo>
                    <a:pt x="63" y="79"/>
                  </a:lnTo>
                  <a:lnTo>
                    <a:pt x="63" y="79"/>
                  </a:lnTo>
                  <a:lnTo>
                    <a:pt x="63" y="79"/>
                  </a:lnTo>
                  <a:cubicBezTo>
                    <a:pt x="48" y="79"/>
                    <a:pt x="32" y="64"/>
                    <a:pt x="32" y="47"/>
                  </a:cubicBezTo>
                  <a:lnTo>
                    <a:pt x="32" y="47"/>
                  </a:lnTo>
                  <a:close/>
                  <a:moveTo>
                    <a:pt x="127" y="1"/>
                  </a:moveTo>
                  <a:lnTo>
                    <a:pt x="127" y="1"/>
                  </a:lnTo>
                  <a:lnTo>
                    <a:pt x="111" y="1"/>
                  </a:lnTo>
                  <a:lnTo>
                    <a:pt x="95" y="1"/>
                  </a:lnTo>
                  <a:lnTo>
                    <a:pt x="95" y="32"/>
                  </a:lnTo>
                  <a:lnTo>
                    <a:pt x="95" y="47"/>
                  </a:lnTo>
                  <a:lnTo>
                    <a:pt x="95" y="47"/>
                  </a:lnTo>
                  <a:lnTo>
                    <a:pt x="95" y="47"/>
                  </a:lnTo>
                  <a:lnTo>
                    <a:pt x="143" y="47"/>
                  </a:lnTo>
                  <a:cubicBezTo>
                    <a:pt x="143" y="32"/>
                    <a:pt x="143" y="16"/>
                    <a:pt x="158" y="16"/>
                  </a:cubicBezTo>
                  <a:lnTo>
                    <a:pt x="17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9" name="Google Shape;1669;p38"/>
            <p:cNvSpPr/>
            <p:nvPr/>
          </p:nvSpPr>
          <p:spPr>
            <a:xfrm>
              <a:off x="3254177" y="1768695"/>
              <a:ext cx="3053" cy="4039"/>
            </a:xfrm>
            <a:custGeom>
              <a:avLst/>
              <a:gdLst/>
              <a:ahLst/>
              <a:cxnLst/>
              <a:rect l="l" t="t" r="r" b="b"/>
              <a:pathLst>
                <a:path w="96" h="127" extrusionOk="0">
                  <a:moveTo>
                    <a:pt x="64" y="1"/>
                  </a:moveTo>
                  <a:lnTo>
                    <a:pt x="64" y="1"/>
                  </a:lnTo>
                  <a:cubicBezTo>
                    <a:pt x="32" y="1"/>
                    <a:pt x="16" y="17"/>
                    <a:pt x="32" y="32"/>
                  </a:cubicBezTo>
                  <a:lnTo>
                    <a:pt x="32" y="64"/>
                  </a:lnTo>
                  <a:lnTo>
                    <a:pt x="32" y="64"/>
                  </a:lnTo>
                  <a:cubicBezTo>
                    <a:pt x="16" y="64"/>
                    <a:pt x="1" y="95"/>
                    <a:pt x="16" y="112"/>
                  </a:cubicBezTo>
                  <a:cubicBezTo>
                    <a:pt x="16" y="127"/>
                    <a:pt x="32" y="127"/>
                    <a:pt x="47" y="127"/>
                  </a:cubicBezTo>
                  <a:lnTo>
                    <a:pt x="64" y="127"/>
                  </a:lnTo>
                  <a:lnTo>
                    <a:pt x="79" y="112"/>
                  </a:lnTo>
                  <a:cubicBezTo>
                    <a:pt x="95" y="112"/>
                    <a:pt x="95" y="95"/>
                    <a:pt x="95" y="80"/>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0" name="Google Shape;1670;p38"/>
            <p:cNvSpPr/>
            <p:nvPr/>
          </p:nvSpPr>
          <p:spPr>
            <a:xfrm>
              <a:off x="3026177" y="1793279"/>
              <a:ext cx="5025" cy="3021"/>
            </a:xfrm>
            <a:custGeom>
              <a:avLst/>
              <a:gdLst/>
              <a:ahLst/>
              <a:cxnLst/>
              <a:rect l="l" t="t" r="r" b="b"/>
              <a:pathLst>
                <a:path w="158" h="95" extrusionOk="0">
                  <a:moveTo>
                    <a:pt x="95" y="0"/>
                  </a:moveTo>
                  <a:lnTo>
                    <a:pt x="80" y="0"/>
                  </a:lnTo>
                  <a:cubicBezTo>
                    <a:pt x="63" y="0"/>
                    <a:pt x="48" y="15"/>
                    <a:pt x="48" y="32"/>
                  </a:cubicBezTo>
                  <a:lnTo>
                    <a:pt x="32" y="32"/>
                  </a:lnTo>
                  <a:cubicBezTo>
                    <a:pt x="17" y="47"/>
                    <a:pt x="0" y="63"/>
                    <a:pt x="17" y="78"/>
                  </a:cubicBezTo>
                  <a:lnTo>
                    <a:pt x="17" y="95"/>
                  </a:lnTo>
                  <a:lnTo>
                    <a:pt x="32" y="95"/>
                  </a:lnTo>
                  <a:lnTo>
                    <a:pt x="48" y="95"/>
                  </a:lnTo>
                  <a:lnTo>
                    <a:pt x="48" y="95"/>
                  </a:lnTo>
                  <a:lnTo>
                    <a:pt x="63" y="95"/>
                  </a:lnTo>
                  <a:cubicBezTo>
                    <a:pt x="80" y="95"/>
                    <a:pt x="80" y="78"/>
                    <a:pt x="95" y="78"/>
                  </a:cubicBezTo>
                  <a:lnTo>
                    <a:pt x="95" y="78"/>
                  </a:lnTo>
                  <a:lnTo>
                    <a:pt x="111" y="78"/>
                  </a:lnTo>
                  <a:lnTo>
                    <a:pt x="143" y="78"/>
                  </a:lnTo>
                  <a:cubicBezTo>
                    <a:pt x="143" y="63"/>
                    <a:pt x="158" y="47"/>
                    <a:pt x="143" y="32"/>
                  </a:cubicBezTo>
                  <a:cubicBezTo>
                    <a:pt x="126" y="15"/>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1" name="Google Shape;1671;p38"/>
            <p:cNvSpPr/>
            <p:nvPr/>
          </p:nvSpPr>
          <p:spPr>
            <a:xfrm>
              <a:off x="3049203" y="1823811"/>
              <a:ext cx="4071" cy="3562"/>
            </a:xfrm>
            <a:custGeom>
              <a:avLst/>
              <a:gdLst/>
              <a:ahLst/>
              <a:cxnLst/>
              <a:rect l="l" t="t" r="r" b="b"/>
              <a:pathLst>
                <a:path w="128" h="112" extrusionOk="0">
                  <a:moveTo>
                    <a:pt x="80" y="1"/>
                  </a:moveTo>
                  <a:cubicBezTo>
                    <a:pt x="64" y="1"/>
                    <a:pt x="49" y="1"/>
                    <a:pt x="32" y="17"/>
                  </a:cubicBezTo>
                  <a:lnTo>
                    <a:pt x="32" y="17"/>
                  </a:lnTo>
                  <a:lnTo>
                    <a:pt x="17" y="17"/>
                  </a:lnTo>
                  <a:lnTo>
                    <a:pt x="17" y="32"/>
                  </a:lnTo>
                  <a:cubicBezTo>
                    <a:pt x="17" y="49"/>
                    <a:pt x="1" y="80"/>
                    <a:pt x="32" y="95"/>
                  </a:cubicBezTo>
                  <a:cubicBezTo>
                    <a:pt x="32" y="112"/>
                    <a:pt x="64" y="112"/>
                    <a:pt x="80" y="112"/>
                  </a:cubicBezTo>
                  <a:lnTo>
                    <a:pt x="96" y="112"/>
                  </a:lnTo>
                  <a:lnTo>
                    <a:pt x="112" y="95"/>
                  </a:lnTo>
                  <a:cubicBezTo>
                    <a:pt x="112" y="80"/>
                    <a:pt x="127" y="80"/>
                    <a:pt x="112" y="80"/>
                  </a:cubicBezTo>
                  <a:cubicBezTo>
                    <a:pt x="112" y="64"/>
                    <a:pt x="112" y="49"/>
                    <a:pt x="80" y="49"/>
                  </a:cubicBezTo>
                  <a:cubicBezTo>
                    <a:pt x="96" y="49"/>
                    <a:pt x="96" y="32"/>
                    <a:pt x="96" y="32"/>
                  </a:cubicBezTo>
                  <a:cubicBezTo>
                    <a:pt x="96"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2" name="Google Shape;1672;p38"/>
            <p:cNvSpPr/>
            <p:nvPr/>
          </p:nvSpPr>
          <p:spPr>
            <a:xfrm>
              <a:off x="3346376" y="1790258"/>
              <a:ext cx="4039" cy="1527"/>
            </a:xfrm>
            <a:custGeom>
              <a:avLst/>
              <a:gdLst/>
              <a:ahLst/>
              <a:cxnLst/>
              <a:rect l="l" t="t" r="r" b="b"/>
              <a:pathLst>
                <a:path w="127" h="48" extrusionOk="0">
                  <a:moveTo>
                    <a:pt x="47" y="1"/>
                  </a:moveTo>
                  <a:lnTo>
                    <a:pt x="47" y="1"/>
                  </a:lnTo>
                  <a:lnTo>
                    <a:pt x="32" y="1"/>
                  </a:lnTo>
                  <a:lnTo>
                    <a:pt x="32" y="1"/>
                  </a:lnTo>
                  <a:cubicBezTo>
                    <a:pt x="16" y="1"/>
                    <a:pt x="1" y="32"/>
                    <a:pt x="1" y="47"/>
                  </a:cubicBezTo>
                  <a:lnTo>
                    <a:pt x="79" y="32"/>
                  </a:lnTo>
                  <a:lnTo>
                    <a:pt x="79" y="32"/>
                  </a:lnTo>
                  <a:cubicBezTo>
                    <a:pt x="95" y="32"/>
                    <a:pt x="110" y="47"/>
                    <a:pt x="110" y="47"/>
                  </a:cubicBezTo>
                  <a:cubicBezTo>
                    <a:pt x="127" y="32"/>
                    <a:pt x="110" y="16"/>
                    <a:pt x="95" y="16"/>
                  </a:cubicBezTo>
                  <a:cubicBezTo>
                    <a:pt x="95" y="1"/>
                    <a:pt x="79"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3" name="Google Shape;1673;p38"/>
            <p:cNvSpPr/>
            <p:nvPr/>
          </p:nvSpPr>
          <p:spPr>
            <a:xfrm>
              <a:off x="3391474" y="1798749"/>
              <a:ext cx="7060" cy="3053"/>
            </a:xfrm>
            <a:custGeom>
              <a:avLst/>
              <a:gdLst/>
              <a:ahLst/>
              <a:cxnLst/>
              <a:rect l="l" t="t" r="r" b="b"/>
              <a:pathLst>
                <a:path w="222" h="96" extrusionOk="0">
                  <a:moveTo>
                    <a:pt x="32" y="1"/>
                  </a:moveTo>
                  <a:lnTo>
                    <a:pt x="32" y="1"/>
                  </a:lnTo>
                  <a:cubicBezTo>
                    <a:pt x="16" y="1"/>
                    <a:pt x="1" y="17"/>
                    <a:pt x="1" y="33"/>
                  </a:cubicBezTo>
                  <a:lnTo>
                    <a:pt x="16" y="49"/>
                  </a:lnTo>
                  <a:lnTo>
                    <a:pt x="16" y="80"/>
                  </a:lnTo>
                  <a:lnTo>
                    <a:pt x="32" y="80"/>
                  </a:lnTo>
                  <a:cubicBezTo>
                    <a:pt x="32" y="80"/>
                    <a:pt x="47" y="80"/>
                    <a:pt x="64" y="96"/>
                  </a:cubicBezTo>
                  <a:cubicBezTo>
                    <a:pt x="64" y="80"/>
                    <a:pt x="79" y="80"/>
                    <a:pt x="79" y="80"/>
                  </a:cubicBezTo>
                  <a:lnTo>
                    <a:pt x="95" y="80"/>
                  </a:lnTo>
                  <a:cubicBezTo>
                    <a:pt x="110" y="80"/>
                    <a:pt x="110" y="80"/>
                    <a:pt x="127" y="96"/>
                  </a:cubicBezTo>
                  <a:cubicBezTo>
                    <a:pt x="158" y="96"/>
                    <a:pt x="173" y="80"/>
                    <a:pt x="205" y="80"/>
                  </a:cubicBezTo>
                  <a:cubicBezTo>
                    <a:pt x="205" y="64"/>
                    <a:pt x="221" y="64"/>
                    <a:pt x="221" y="64"/>
                  </a:cubicBezTo>
                  <a:lnTo>
                    <a:pt x="221" y="64"/>
                  </a:lnTo>
                  <a:cubicBezTo>
                    <a:pt x="205" y="49"/>
                    <a:pt x="190" y="33"/>
                    <a:pt x="205" y="17"/>
                  </a:cubicBezTo>
                  <a:cubicBezTo>
                    <a:pt x="205" y="1"/>
                    <a:pt x="221" y="1"/>
                    <a:pt x="221" y="1"/>
                  </a:cubicBezTo>
                  <a:lnTo>
                    <a:pt x="221" y="1"/>
                  </a:lnTo>
                  <a:lnTo>
                    <a:pt x="190" y="1"/>
                  </a:lnTo>
                  <a:lnTo>
                    <a:pt x="190" y="1"/>
                  </a:lnTo>
                  <a:cubicBezTo>
                    <a:pt x="158" y="17"/>
                    <a:pt x="127" y="17"/>
                    <a:pt x="110" y="33"/>
                  </a:cubicBezTo>
                  <a:lnTo>
                    <a:pt x="110" y="1"/>
                  </a:lnTo>
                  <a:lnTo>
                    <a:pt x="110" y="1"/>
                  </a:lnTo>
                  <a:lnTo>
                    <a:pt x="110" y="1"/>
                  </a:lnTo>
                  <a:cubicBezTo>
                    <a:pt x="95" y="17"/>
                    <a:pt x="95" y="17"/>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4" name="Google Shape;1674;p38"/>
            <p:cNvSpPr/>
            <p:nvPr/>
          </p:nvSpPr>
          <p:spPr>
            <a:xfrm>
              <a:off x="3306304" y="1814333"/>
              <a:ext cx="6520" cy="2035"/>
            </a:xfrm>
            <a:custGeom>
              <a:avLst/>
              <a:gdLst/>
              <a:ahLst/>
              <a:cxnLst/>
              <a:rect l="l" t="t" r="r" b="b"/>
              <a:pathLst>
                <a:path w="205" h="64" extrusionOk="0">
                  <a:moveTo>
                    <a:pt x="158" y="15"/>
                  </a:moveTo>
                  <a:lnTo>
                    <a:pt x="158" y="32"/>
                  </a:lnTo>
                  <a:lnTo>
                    <a:pt x="126" y="32"/>
                  </a:lnTo>
                  <a:cubicBezTo>
                    <a:pt x="141" y="47"/>
                    <a:pt x="141" y="47"/>
                    <a:pt x="141" y="63"/>
                  </a:cubicBezTo>
                  <a:lnTo>
                    <a:pt x="189" y="47"/>
                  </a:lnTo>
                  <a:lnTo>
                    <a:pt x="204" y="47"/>
                  </a:lnTo>
                  <a:lnTo>
                    <a:pt x="204" y="32"/>
                  </a:lnTo>
                  <a:lnTo>
                    <a:pt x="189" y="32"/>
                  </a:lnTo>
                  <a:cubicBezTo>
                    <a:pt x="173" y="15"/>
                    <a:pt x="173" y="15"/>
                    <a:pt x="158" y="15"/>
                  </a:cubicBezTo>
                  <a:close/>
                  <a:moveTo>
                    <a:pt x="95" y="0"/>
                  </a:moveTo>
                  <a:lnTo>
                    <a:pt x="32" y="0"/>
                  </a:lnTo>
                  <a:cubicBezTo>
                    <a:pt x="0" y="0"/>
                    <a:pt x="0" y="15"/>
                    <a:pt x="0" y="32"/>
                  </a:cubicBezTo>
                  <a:lnTo>
                    <a:pt x="0" y="32"/>
                  </a:lnTo>
                  <a:cubicBezTo>
                    <a:pt x="0" y="32"/>
                    <a:pt x="15" y="32"/>
                    <a:pt x="15" y="47"/>
                  </a:cubicBezTo>
                  <a:lnTo>
                    <a:pt x="47" y="47"/>
                  </a:lnTo>
                  <a:lnTo>
                    <a:pt x="78" y="32"/>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5" name="Google Shape;1675;p38"/>
            <p:cNvSpPr/>
            <p:nvPr/>
          </p:nvSpPr>
          <p:spPr>
            <a:xfrm>
              <a:off x="3323319" y="1765705"/>
              <a:ext cx="3053" cy="6551"/>
            </a:xfrm>
            <a:custGeom>
              <a:avLst/>
              <a:gdLst/>
              <a:ahLst/>
              <a:cxnLst/>
              <a:rect l="l" t="t" r="r" b="b"/>
              <a:pathLst>
                <a:path w="96" h="206" extrusionOk="0">
                  <a:moveTo>
                    <a:pt x="79" y="0"/>
                  </a:moveTo>
                  <a:cubicBezTo>
                    <a:pt x="79" y="17"/>
                    <a:pt x="79" y="17"/>
                    <a:pt x="64" y="17"/>
                  </a:cubicBezTo>
                  <a:lnTo>
                    <a:pt x="64" y="17"/>
                  </a:lnTo>
                  <a:lnTo>
                    <a:pt x="48" y="17"/>
                  </a:lnTo>
                  <a:lnTo>
                    <a:pt x="48" y="17"/>
                  </a:lnTo>
                  <a:cubicBezTo>
                    <a:pt x="1" y="63"/>
                    <a:pt x="16" y="95"/>
                    <a:pt x="16" y="143"/>
                  </a:cubicBezTo>
                  <a:cubicBezTo>
                    <a:pt x="32" y="143"/>
                    <a:pt x="32" y="158"/>
                    <a:pt x="32" y="174"/>
                  </a:cubicBezTo>
                  <a:lnTo>
                    <a:pt x="32" y="174"/>
                  </a:lnTo>
                  <a:cubicBezTo>
                    <a:pt x="32" y="189"/>
                    <a:pt x="32" y="206"/>
                    <a:pt x="64" y="206"/>
                  </a:cubicBezTo>
                  <a:lnTo>
                    <a:pt x="64" y="206"/>
                  </a:lnTo>
                  <a:lnTo>
                    <a:pt x="79" y="206"/>
                  </a:lnTo>
                  <a:cubicBezTo>
                    <a:pt x="95" y="206"/>
                    <a:pt x="95" y="206"/>
                    <a:pt x="95" y="189"/>
                  </a:cubicBezTo>
                  <a:lnTo>
                    <a:pt x="95" y="189"/>
                  </a:lnTo>
                  <a:lnTo>
                    <a:pt x="95" y="158"/>
                  </a:lnTo>
                  <a:lnTo>
                    <a:pt x="95" y="126"/>
                  </a:lnTo>
                  <a:cubicBezTo>
                    <a:pt x="79" y="95"/>
                    <a:pt x="79" y="80"/>
                    <a:pt x="95" y="63"/>
                  </a:cubicBezTo>
                  <a:lnTo>
                    <a:pt x="95" y="63"/>
                  </a:lnTo>
                  <a:lnTo>
                    <a:pt x="95" y="48"/>
                  </a:lnTo>
                  <a:cubicBezTo>
                    <a:pt x="79" y="48"/>
                    <a:pt x="79" y="32"/>
                    <a:pt x="95" y="17"/>
                  </a:cubicBezTo>
                  <a:lnTo>
                    <a:pt x="95" y="17"/>
                  </a:lnTo>
                  <a:cubicBezTo>
                    <a:pt x="95" y="0"/>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6" name="Google Shape;1676;p38"/>
            <p:cNvSpPr/>
            <p:nvPr/>
          </p:nvSpPr>
          <p:spPr>
            <a:xfrm>
              <a:off x="3169484" y="1820821"/>
              <a:ext cx="4039" cy="4548"/>
            </a:xfrm>
            <a:custGeom>
              <a:avLst/>
              <a:gdLst/>
              <a:ahLst/>
              <a:cxnLst/>
              <a:rect l="l" t="t" r="r" b="b"/>
              <a:pathLst>
                <a:path w="127" h="143" extrusionOk="0">
                  <a:moveTo>
                    <a:pt x="63" y="0"/>
                  </a:moveTo>
                  <a:lnTo>
                    <a:pt x="63" y="0"/>
                  </a:lnTo>
                  <a:lnTo>
                    <a:pt x="48" y="17"/>
                  </a:lnTo>
                  <a:lnTo>
                    <a:pt x="17" y="48"/>
                  </a:lnTo>
                  <a:cubicBezTo>
                    <a:pt x="32" y="48"/>
                    <a:pt x="32" y="63"/>
                    <a:pt x="32" y="80"/>
                  </a:cubicBezTo>
                  <a:lnTo>
                    <a:pt x="0" y="143"/>
                  </a:lnTo>
                  <a:lnTo>
                    <a:pt x="0" y="143"/>
                  </a:lnTo>
                  <a:lnTo>
                    <a:pt x="17" y="143"/>
                  </a:lnTo>
                  <a:lnTo>
                    <a:pt x="32" y="143"/>
                  </a:lnTo>
                  <a:lnTo>
                    <a:pt x="32" y="143"/>
                  </a:lnTo>
                  <a:lnTo>
                    <a:pt x="95" y="126"/>
                  </a:lnTo>
                  <a:cubicBezTo>
                    <a:pt x="126" y="126"/>
                    <a:pt x="126" y="111"/>
                    <a:pt x="126" y="95"/>
                  </a:cubicBezTo>
                  <a:cubicBezTo>
                    <a:pt x="126" y="80"/>
                    <a:pt x="111" y="63"/>
                    <a:pt x="95" y="63"/>
                  </a:cubicBezTo>
                  <a:lnTo>
                    <a:pt x="95" y="63"/>
                  </a:lnTo>
                  <a:cubicBezTo>
                    <a:pt x="111" y="48"/>
                    <a:pt x="111" y="32"/>
                    <a:pt x="95" y="17"/>
                  </a:cubicBezTo>
                  <a:cubicBezTo>
                    <a:pt x="80"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7" name="Google Shape;1677;p38"/>
            <p:cNvSpPr/>
            <p:nvPr/>
          </p:nvSpPr>
          <p:spPr>
            <a:xfrm>
              <a:off x="3415518" y="1754192"/>
              <a:ext cx="6551" cy="8523"/>
            </a:xfrm>
            <a:custGeom>
              <a:avLst/>
              <a:gdLst/>
              <a:ahLst/>
              <a:cxnLst/>
              <a:rect l="l" t="t" r="r" b="b"/>
              <a:pathLst>
                <a:path w="206" h="268" extrusionOk="0">
                  <a:moveTo>
                    <a:pt x="205" y="110"/>
                  </a:moveTo>
                  <a:lnTo>
                    <a:pt x="190" y="110"/>
                  </a:lnTo>
                  <a:cubicBezTo>
                    <a:pt x="174" y="110"/>
                    <a:pt x="142" y="126"/>
                    <a:pt x="127" y="126"/>
                  </a:cubicBezTo>
                  <a:lnTo>
                    <a:pt x="127" y="158"/>
                  </a:lnTo>
                  <a:cubicBezTo>
                    <a:pt x="111" y="173"/>
                    <a:pt x="111" y="189"/>
                    <a:pt x="96" y="189"/>
                  </a:cubicBezTo>
                  <a:lnTo>
                    <a:pt x="96" y="189"/>
                  </a:lnTo>
                  <a:lnTo>
                    <a:pt x="64" y="189"/>
                  </a:lnTo>
                  <a:lnTo>
                    <a:pt x="48" y="189"/>
                  </a:lnTo>
                  <a:cubicBezTo>
                    <a:pt x="32" y="189"/>
                    <a:pt x="16" y="189"/>
                    <a:pt x="16" y="205"/>
                  </a:cubicBezTo>
                  <a:cubicBezTo>
                    <a:pt x="1" y="221"/>
                    <a:pt x="16" y="252"/>
                    <a:pt x="32" y="252"/>
                  </a:cubicBezTo>
                  <a:lnTo>
                    <a:pt x="32" y="252"/>
                  </a:lnTo>
                  <a:lnTo>
                    <a:pt x="79" y="252"/>
                  </a:lnTo>
                  <a:lnTo>
                    <a:pt x="79" y="252"/>
                  </a:lnTo>
                  <a:lnTo>
                    <a:pt x="79" y="236"/>
                  </a:lnTo>
                  <a:cubicBezTo>
                    <a:pt x="96" y="236"/>
                    <a:pt x="111" y="252"/>
                    <a:pt x="111" y="268"/>
                  </a:cubicBezTo>
                  <a:cubicBezTo>
                    <a:pt x="127" y="268"/>
                    <a:pt x="127" y="252"/>
                    <a:pt x="127" y="252"/>
                  </a:cubicBezTo>
                  <a:cubicBezTo>
                    <a:pt x="159" y="236"/>
                    <a:pt x="174" y="205"/>
                    <a:pt x="190" y="173"/>
                  </a:cubicBezTo>
                  <a:cubicBezTo>
                    <a:pt x="190" y="158"/>
                    <a:pt x="190" y="126"/>
                    <a:pt x="205" y="126"/>
                  </a:cubicBezTo>
                  <a:lnTo>
                    <a:pt x="205" y="110"/>
                  </a:lnTo>
                  <a:lnTo>
                    <a:pt x="205" y="110"/>
                  </a:lnTo>
                  <a:close/>
                  <a:moveTo>
                    <a:pt x="142" y="0"/>
                  </a:moveTo>
                  <a:lnTo>
                    <a:pt x="142" y="0"/>
                  </a:lnTo>
                  <a:lnTo>
                    <a:pt x="127" y="0"/>
                  </a:lnTo>
                  <a:lnTo>
                    <a:pt x="111" y="16"/>
                  </a:lnTo>
                  <a:lnTo>
                    <a:pt x="111" y="47"/>
                  </a:lnTo>
                  <a:lnTo>
                    <a:pt x="111" y="47"/>
                  </a:lnTo>
                  <a:lnTo>
                    <a:pt x="127" y="47"/>
                  </a:lnTo>
                  <a:lnTo>
                    <a:pt x="174" y="47"/>
                  </a:lnTo>
                  <a:lnTo>
                    <a:pt x="190" y="47"/>
                  </a:lnTo>
                  <a:lnTo>
                    <a:pt x="174" y="16"/>
                  </a:lnTo>
                  <a:cubicBezTo>
                    <a:pt x="174" y="16"/>
                    <a:pt x="159" y="16"/>
                    <a:pt x="159" y="0"/>
                  </a:cubicBezTo>
                  <a:lnTo>
                    <a:pt x="159"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8" name="Google Shape;1678;p38"/>
            <p:cNvSpPr/>
            <p:nvPr/>
          </p:nvSpPr>
          <p:spPr>
            <a:xfrm>
              <a:off x="3432564" y="1786250"/>
              <a:ext cx="3053" cy="1527"/>
            </a:xfrm>
            <a:custGeom>
              <a:avLst/>
              <a:gdLst/>
              <a:ahLst/>
              <a:cxnLst/>
              <a:rect l="l" t="t" r="r" b="b"/>
              <a:pathLst>
                <a:path w="96" h="48" extrusionOk="0">
                  <a:moveTo>
                    <a:pt x="1" y="1"/>
                  </a:moveTo>
                  <a:lnTo>
                    <a:pt x="16" y="32"/>
                  </a:lnTo>
                  <a:lnTo>
                    <a:pt x="16" y="32"/>
                  </a:lnTo>
                  <a:lnTo>
                    <a:pt x="16" y="32"/>
                  </a:lnTo>
                  <a:lnTo>
                    <a:pt x="32" y="32"/>
                  </a:lnTo>
                  <a:lnTo>
                    <a:pt x="95" y="47"/>
                  </a:lnTo>
                  <a:lnTo>
                    <a:pt x="95" y="32"/>
                  </a:lnTo>
                  <a:lnTo>
                    <a:pt x="95" y="16"/>
                  </a:lnTo>
                  <a:lnTo>
                    <a:pt x="64" y="16"/>
                  </a:lnTo>
                  <a:lnTo>
                    <a:pt x="47" y="16"/>
                  </a:lnTo>
                  <a:lnTo>
                    <a:pt x="32" y="16"/>
                  </a:lnTo>
                  <a:lnTo>
                    <a:pt x="16" y="16"/>
                  </a:lnTo>
                  <a:cubicBezTo>
                    <a:pt x="1" y="16"/>
                    <a:pt x="1" y="1"/>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9" name="Google Shape;1679;p38"/>
            <p:cNvSpPr/>
            <p:nvPr/>
          </p:nvSpPr>
          <p:spPr>
            <a:xfrm>
              <a:off x="3051206" y="1819326"/>
              <a:ext cx="3562" cy="2512"/>
            </a:xfrm>
            <a:custGeom>
              <a:avLst/>
              <a:gdLst/>
              <a:ahLst/>
              <a:cxnLst/>
              <a:rect l="l" t="t" r="r" b="b"/>
              <a:pathLst>
                <a:path w="112" h="79" extrusionOk="0">
                  <a:moveTo>
                    <a:pt x="33" y="1"/>
                  </a:moveTo>
                  <a:lnTo>
                    <a:pt x="17" y="16"/>
                  </a:lnTo>
                  <a:cubicBezTo>
                    <a:pt x="1" y="16"/>
                    <a:pt x="1" y="32"/>
                    <a:pt x="1" y="47"/>
                  </a:cubicBezTo>
                  <a:lnTo>
                    <a:pt x="17" y="64"/>
                  </a:lnTo>
                  <a:lnTo>
                    <a:pt x="33" y="64"/>
                  </a:lnTo>
                  <a:lnTo>
                    <a:pt x="49" y="64"/>
                  </a:lnTo>
                  <a:cubicBezTo>
                    <a:pt x="64" y="64"/>
                    <a:pt x="96" y="79"/>
                    <a:pt x="112" y="79"/>
                  </a:cubicBezTo>
                  <a:lnTo>
                    <a:pt x="112" y="79"/>
                  </a:lnTo>
                  <a:lnTo>
                    <a:pt x="80" y="32"/>
                  </a:lnTo>
                  <a:lnTo>
                    <a:pt x="64" y="47"/>
                  </a:lnTo>
                  <a:cubicBezTo>
                    <a:pt x="49" y="47"/>
                    <a:pt x="49" y="32"/>
                    <a:pt x="49" y="32"/>
                  </a:cubicBezTo>
                  <a:cubicBezTo>
                    <a:pt x="33" y="32"/>
                    <a:pt x="33" y="16"/>
                    <a:pt x="3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0" name="Google Shape;1680;p38"/>
            <p:cNvSpPr/>
            <p:nvPr/>
          </p:nvSpPr>
          <p:spPr>
            <a:xfrm>
              <a:off x="3072801" y="1793756"/>
              <a:ext cx="5025" cy="5025"/>
            </a:xfrm>
            <a:custGeom>
              <a:avLst/>
              <a:gdLst/>
              <a:ahLst/>
              <a:cxnLst/>
              <a:rect l="l" t="t" r="r" b="b"/>
              <a:pathLst>
                <a:path w="158" h="158" extrusionOk="0">
                  <a:moveTo>
                    <a:pt x="32" y="0"/>
                  </a:moveTo>
                  <a:lnTo>
                    <a:pt x="32" y="0"/>
                  </a:lnTo>
                  <a:cubicBezTo>
                    <a:pt x="32" y="0"/>
                    <a:pt x="15" y="0"/>
                    <a:pt x="15" y="17"/>
                  </a:cubicBezTo>
                  <a:cubicBezTo>
                    <a:pt x="0" y="32"/>
                    <a:pt x="0" y="48"/>
                    <a:pt x="15" y="63"/>
                  </a:cubicBezTo>
                  <a:lnTo>
                    <a:pt x="63" y="95"/>
                  </a:lnTo>
                  <a:lnTo>
                    <a:pt x="63" y="95"/>
                  </a:lnTo>
                  <a:cubicBezTo>
                    <a:pt x="47" y="111"/>
                    <a:pt x="63" y="143"/>
                    <a:pt x="78" y="143"/>
                  </a:cubicBezTo>
                  <a:cubicBezTo>
                    <a:pt x="78" y="158"/>
                    <a:pt x="95" y="158"/>
                    <a:pt x="95" y="158"/>
                  </a:cubicBezTo>
                  <a:cubicBezTo>
                    <a:pt x="110" y="158"/>
                    <a:pt x="110" y="143"/>
                    <a:pt x="126" y="143"/>
                  </a:cubicBezTo>
                  <a:lnTo>
                    <a:pt x="141" y="111"/>
                  </a:lnTo>
                  <a:cubicBezTo>
                    <a:pt x="158" y="95"/>
                    <a:pt x="141" y="80"/>
                    <a:pt x="141" y="63"/>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1" name="Google Shape;1681;p38"/>
            <p:cNvSpPr/>
            <p:nvPr/>
          </p:nvSpPr>
          <p:spPr>
            <a:xfrm>
              <a:off x="3396499" y="1760680"/>
              <a:ext cx="5025" cy="2544"/>
            </a:xfrm>
            <a:custGeom>
              <a:avLst/>
              <a:gdLst/>
              <a:ahLst/>
              <a:cxnLst/>
              <a:rect l="l" t="t" r="r" b="b"/>
              <a:pathLst>
                <a:path w="158" h="80" extrusionOk="0">
                  <a:moveTo>
                    <a:pt x="110" y="1"/>
                  </a:moveTo>
                  <a:lnTo>
                    <a:pt x="110" y="1"/>
                  </a:lnTo>
                  <a:lnTo>
                    <a:pt x="110" y="1"/>
                  </a:lnTo>
                  <a:lnTo>
                    <a:pt x="32" y="17"/>
                  </a:lnTo>
                  <a:cubicBezTo>
                    <a:pt x="15" y="17"/>
                    <a:pt x="0" y="32"/>
                    <a:pt x="0" y="48"/>
                  </a:cubicBezTo>
                  <a:cubicBezTo>
                    <a:pt x="0" y="64"/>
                    <a:pt x="15" y="80"/>
                    <a:pt x="15" y="80"/>
                  </a:cubicBezTo>
                  <a:lnTo>
                    <a:pt x="32" y="80"/>
                  </a:lnTo>
                  <a:lnTo>
                    <a:pt x="47" y="80"/>
                  </a:lnTo>
                  <a:lnTo>
                    <a:pt x="95" y="64"/>
                  </a:lnTo>
                  <a:lnTo>
                    <a:pt x="126" y="64"/>
                  </a:lnTo>
                  <a:cubicBezTo>
                    <a:pt x="141" y="64"/>
                    <a:pt x="158" y="48"/>
                    <a:pt x="141" y="32"/>
                  </a:cubicBezTo>
                  <a:cubicBezTo>
                    <a:pt x="141" y="17"/>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2" name="Google Shape;1682;p38"/>
            <p:cNvSpPr/>
            <p:nvPr/>
          </p:nvSpPr>
          <p:spPr>
            <a:xfrm>
              <a:off x="3446081" y="1797763"/>
              <a:ext cx="2544" cy="3053"/>
            </a:xfrm>
            <a:custGeom>
              <a:avLst/>
              <a:gdLst/>
              <a:ahLst/>
              <a:cxnLst/>
              <a:rect l="l" t="t" r="r" b="b"/>
              <a:pathLst>
                <a:path w="80" h="96" extrusionOk="0">
                  <a:moveTo>
                    <a:pt x="48" y="0"/>
                  </a:moveTo>
                  <a:lnTo>
                    <a:pt x="32" y="0"/>
                  </a:lnTo>
                  <a:cubicBezTo>
                    <a:pt x="48" y="0"/>
                    <a:pt x="48" y="17"/>
                    <a:pt x="48" y="17"/>
                  </a:cubicBezTo>
                  <a:cubicBezTo>
                    <a:pt x="32" y="32"/>
                    <a:pt x="17" y="48"/>
                    <a:pt x="0" y="48"/>
                  </a:cubicBezTo>
                  <a:lnTo>
                    <a:pt x="0" y="48"/>
                  </a:lnTo>
                  <a:lnTo>
                    <a:pt x="0" y="80"/>
                  </a:lnTo>
                  <a:cubicBezTo>
                    <a:pt x="17" y="64"/>
                    <a:pt x="17" y="64"/>
                    <a:pt x="32" y="64"/>
                  </a:cubicBezTo>
                  <a:lnTo>
                    <a:pt x="32" y="64"/>
                  </a:lnTo>
                  <a:cubicBezTo>
                    <a:pt x="48" y="64"/>
                    <a:pt x="63" y="80"/>
                    <a:pt x="63" y="95"/>
                  </a:cubicBezTo>
                  <a:lnTo>
                    <a:pt x="63" y="95"/>
                  </a:lnTo>
                  <a:cubicBezTo>
                    <a:pt x="63" y="95"/>
                    <a:pt x="80" y="95"/>
                    <a:pt x="80" y="80"/>
                  </a:cubicBezTo>
                  <a:lnTo>
                    <a:pt x="80" y="32"/>
                  </a:lnTo>
                  <a:cubicBezTo>
                    <a:pt x="80" y="17"/>
                    <a:pt x="80" y="17"/>
                    <a:pt x="63" y="17"/>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3" name="Google Shape;1683;p38"/>
            <p:cNvSpPr/>
            <p:nvPr/>
          </p:nvSpPr>
          <p:spPr>
            <a:xfrm>
              <a:off x="3406994" y="1802788"/>
              <a:ext cx="3562" cy="3530"/>
            </a:xfrm>
            <a:custGeom>
              <a:avLst/>
              <a:gdLst/>
              <a:ahLst/>
              <a:cxnLst/>
              <a:rect l="l" t="t" r="r" b="b"/>
              <a:pathLst>
                <a:path w="112" h="111" extrusionOk="0">
                  <a:moveTo>
                    <a:pt x="32" y="0"/>
                  </a:moveTo>
                  <a:lnTo>
                    <a:pt x="32" y="0"/>
                  </a:lnTo>
                  <a:cubicBezTo>
                    <a:pt x="17" y="0"/>
                    <a:pt x="17" y="0"/>
                    <a:pt x="17" y="16"/>
                  </a:cubicBezTo>
                  <a:cubicBezTo>
                    <a:pt x="0" y="16"/>
                    <a:pt x="0" y="32"/>
                    <a:pt x="0" y="32"/>
                  </a:cubicBezTo>
                  <a:lnTo>
                    <a:pt x="0" y="79"/>
                  </a:lnTo>
                  <a:cubicBezTo>
                    <a:pt x="0" y="95"/>
                    <a:pt x="17" y="111"/>
                    <a:pt x="32" y="111"/>
                  </a:cubicBezTo>
                  <a:lnTo>
                    <a:pt x="32" y="111"/>
                  </a:lnTo>
                  <a:cubicBezTo>
                    <a:pt x="48" y="111"/>
                    <a:pt x="64" y="95"/>
                    <a:pt x="64" y="79"/>
                  </a:cubicBezTo>
                  <a:lnTo>
                    <a:pt x="64" y="79"/>
                  </a:lnTo>
                  <a:cubicBezTo>
                    <a:pt x="64" y="95"/>
                    <a:pt x="80" y="95"/>
                    <a:pt x="80" y="95"/>
                  </a:cubicBezTo>
                  <a:cubicBezTo>
                    <a:pt x="95" y="95"/>
                    <a:pt x="111" y="79"/>
                    <a:pt x="111" y="63"/>
                  </a:cubicBezTo>
                  <a:cubicBezTo>
                    <a:pt x="111" y="48"/>
                    <a:pt x="111" y="32"/>
                    <a:pt x="95" y="16"/>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4" name="Google Shape;1684;p38"/>
            <p:cNvSpPr/>
            <p:nvPr/>
          </p:nvSpPr>
          <p:spPr>
            <a:xfrm>
              <a:off x="3246640" y="1813315"/>
              <a:ext cx="4039" cy="3053"/>
            </a:xfrm>
            <a:custGeom>
              <a:avLst/>
              <a:gdLst/>
              <a:ahLst/>
              <a:cxnLst/>
              <a:rect l="l" t="t" r="r" b="b"/>
              <a:pathLst>
                <a:path w="127" h="96" extrusionOk="0">
                  <a:moveTo>
                    <a:pt x="1" y="32"/>
                  </a:moveTo>
                  <a:lnTo>
                    <a:pt x="1" y="32"/>
                  </a:lnTo>
                  <a:lnTo>
                    <a:pt x="1" y="32"/>
                  </a:lnTo>
                  <a:lnTo>
                    <a:pt x="1" y="32"/>
                  </a:lnTo>
                  <a:close/>
                  <a:moveTo>
                    <a:pt x="1" y="32"/>
                  </a:moveTo>
                  <a:lnTo>
                    <a:pt x="1" y="32"/>
                  </a:lnTo>
                  <a:lnTo>
                    <a:pt x="1" y="32"/>
                  </a:lnTo>
                  <a:close/>
                  <a:moveTo>
                    <a:pt x="1" y="32"/>
                  </a:moveTo>
                  <a:lnTo>
                    <a:pt x="1" y="32"/>
                  </a:lnTo>
                  <a:lnTo>
                    <a:pt x="1" y="32"/>
                  </a:lnTo>
                  <a:close/>
                  <a:moveTo>
                    <a:pt x="1" y="16"/>
                  </a:moveTo>
                  <a:lnTo>
                    <a:pt x="1" y="32"/>
                  </a:lnTo>
                  <a:lnTo>
                    <a:pt x="1" y="16"/>
                  </a:lnTo>
                  <a:lnTo>
                    <a:pt x="1" y="16"/>
                  </a:lnTo>
                  <a:close/>
                  <a:moveTo>
                    <a:pt x="49" y="1"/>
                  </a:moveTo>
                  <a:lnTo>
                    <a:pt x="49" y="16"/>
                  </a:lnTo>
                  <a:cubicBezTo>
                    <a:pt x="49" y="16"/>
                    <a:pt x="64" y="16"/>
                    <a:pt x="64" y="32"/>
                  </a:cubicBezTo>
                  <a:lnTo>
                    <a:pt x="80" y="95"/>
                  </a:lnTo>
                  <a:lnTo>
                    <a:pt x="80" y="95"/>
                  </a:lnTo>
                  <a:lnTo>
                    <a:pt x="112" y="79"/>
                  </a:lnTo>
                  <a:cubicBezTo>
                    <a:pt x="127" y="64"/>
                    <a:pt x="127" y="47"/>
                    <a:pt x="127" y="47"/>
                  </a:cubicBezTo>
                  <a:cubicBezTo>
                    <a:pt x="127" y="32"/>
                    <a:pt x="112" y="16"/>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5" name="Google Shape;1685;p38"/>
            <p:cNvSpPr/>
            <p:nvPr/>
          </p:nvSpPr>
          <p:spPr>
            <a:xfrm>
              <a:off x="3162456" y="1821330"/>
              <a:ext cx="4039" cy="4039"/>
            </a:xfrm>
            <a:custGeom>
              <a:avLst/>
              <a:gdLst/>
              <a:ahLst/>
              <a:cxnLst/>
              <a:rect l="l" t="t" r="r" b="b"/>
              <a:pathLst>
                <a:path w="127" h="127" extrusionOk="0">
                  <a:moveTo>
                    <a:pt x="112" y="1"/>
                  </a:moveTo>
                  <a:cubicBezTo>
                    <a:pt x="112" y="16"/>
                    <a:pt x="95" y="47"/>
                    <a:pt x="80" y="47"/>
                  </a:cubicBezTo>
                  <a:lnTo>
                    <a:pt x="80" y="47"/>
                  </a:lnTo>
                  <a:lnTo>
                    <a:pt x="49" y="47"/>
                  </a:lnTo>
                  <a:lnTo>
                    <a:pt x="49" y="47"/>
                  </a:lnTo>
                  <a:lnTo>
                    <a:pt x="49" y="47"/>
                  </a:lnTo>
                  <a:lnTo>
                    <a:pt x="49" y="47"/>
                  </a:lnTo>
                  <a:cubicBezTo>
                    <a:pt x="32" y="64"/>
                    <a:pt x="17" y="64"/>
                    <a:pt x="17" y="79"/>
                  </a:cubicBezTo>
                  <a:cubicBezTo>
                    <a:pt x="1" y="79"/>
                    <a:pt x="1" y="110"/>
                    <a:pt x="1" y="127"/>
                  </a:cubicBezTo>
                  <a:lnTo>
                    <a:pt x="32" y="127"/>
                  </a:lnTo>
                  <a:lnTo>
                    <a:pt x="49" y="127"/>
                  </a:lnTo>
                  <a:lnTo>
                    <a:pt x="64" y="127"/>
                  </a:lnTo>
                  <a:cubicBezTo>
                    <a:pt x="80" y="110"/>
                    <a:pt x="112" y="110"/>
                    <a:pt x="127" y="79"/>
                  </a:cubicBezTo>
                  <a:cubicBezTo>
                    <a:pt x="127" y="47"/>
                    <a:pt x="112" y="16"/>
                    <a:pt x="112"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6" name="Google Shape;1686;p38"/>
            <p:cNvSpPr/>
            <p:nvPr/>
          </p:nvSpPr>
          <p:spPr>
            <a:xfrm>
              <a:off x="3426045" y="1792261"/>
              <a:ext cx="7028" cy="4516"/>
            </a:xfrm>
            <a:custGeom>
              <a:avLst/>
              <a:gdLst/>
              <a:ahLst/>
              <a:cxnLst/>
              <a:rect l="l" t="t" r="r" b="b"/>
              <a:pathLst>
                <a:path w="221" h="142" extrusionOk="0">
                  <a:moveTo>
                    <a:pt x="143" y="1"/>
                  </a:moveTo>
                  <a:lnTo>
                    <a:pt x="143" y="1"/>
                  </a:lnTo>
                  <a:lnTo>
                    <a:pt x="126" y="1"/>
                  </a:lnTo>
                  <a:cubicBezTo>
                    <a:pt x="111" y="16"/>
                    <a:pt x="95" y="16"/>
                    <a:pt x="95" y="16"/>
                  </a:cubicBezTo>
                  <a:lnTo>
                    <a:pt x="95" y="32"/>
                  </a:lnTo>
                  <a:cubicBezTo>
                    <a:pt x="111" y="47"/>
                    <a:pt x="111" y="79"/>
                    <a:pt x="95" y="79"/>
                  </a:cubicBezTo>
                  <a:lnTo>
                    <a:pt x="80" y="79"/>
                  </a:lnTo>
                  <a:cubicBezTo>
                    <a:pt x="80" y="95"/>
                    <a:pt x="63" y="110"/>
                    <a:pt x="63" y="110"/>
                  </a:cubicBezTo>
                  <a:lnTo>
                    <a:pt x="48" y="127"/>
                  </a:lnTo>
                  <a:cubicBezTo>
                    <a:pt x="32" y="127"/>
                    <a:pt x="17" y="110"/>
                    <a:pt x="17" y="95"/>
                  </a:cubicBezTo>
                  <a:lnTo>
                    <a:pt x="17" y="95"/>
                  </a:lnTo>
                  <a:cubicBezTo>
                    <a:pt x="0" y="110"/>
                    <a:pt x="0" y="110"/>
                    <a:pt x="0" y="127"/>
                  </a:cubicBezTo>
                  <a:lnTo>
                    <a:pt x="63" y="142"/>
                  </a:lnTo>
                  <a:cubicBezTo>
                    <a:pt x="80" y="110"/>
                    <a:pt x="111" y="95"/>
                    <a:pt x="143" y="64"/>
                  </a:cubicBezTo>
                  <a:lnTo>
                    <a:pt x="143" y="64"/>
                  </a:lnTo>
                  <a:lnTo>
                    <a:pt x="158" y="79"/>
                  </a:lnTo>
                  <a:lnTo>
                    <a:pt x="174" y="79"/>
                  </a:lnTo>
                  <a:cubicBezTo>
                    <a:pt x="189" y="79"/>
                    <a:pt x="206" y="79"/>
                    <a:pt x="206" y="64"/>
                  </a:cubicBezTo>
                  <a:cubicBezTo>
                    <a:pt x="221" y="47"/>
                    <a:pt x="206" y="32"/>
                    <a:pt x="189" y="16"/>
                  </a:cubicBezTo>
                  <a:lnTo>
                    <a:pt x="189" y="16"/>
                  </a:lnTo>
                  <a:cubicBezTo>
                    <a:pt x="174"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7" name="Google Shape;1687;p38"/>
            <p:cNvSpPr/>
            <p:nvPr/>
          </p:nvSpPr>
          <p:spPr>
            <a:xfrm>
              <a:off x="3166463" y="1817800"/>
              <a:ext cx="4039" cy="6042"/>
            </a:xfrm>
            <a:custGeom>
              <a:avLst/>
              <a:gdLst/>
              <a:ahLst/>
              <a:cxnLst/>
              <a:rect l="l" t="t" r="r" b="b"/>
              <a:pathLst>
                <a:path w="127" h="190" extrusionOk="0">
                  <a:moveTo>
                    <a:pt x="95" y="1"/>
                  </a:moveTo>
                  <a:lnTo>
                    <a:pt x="95" y="1"/>
                  </a:lnTo>
                  <a:cubicBezTo>
                    <a:pt x="80" y="17"/>
                    <a:pt x="64" y="17"/>
                    <a:pt x="64" y="32"/>
                  </a:cubicBezTo>
                  <a:lnTo>
                    <a:pt x="17" y="158"/>
                  </a:lnTo>
                  <a:cubicBezTo>
                    <a:pt x="1" y="158"/>
                    <a:pt x="17" y="190"/>
                    <a:pt x="32" y="190"/>
                  </a:cubicBezTo>
                  <a:lnTo>
                    <a:pt x="32" y="190"/>
                  </a:lnTo>
                  <a:lnTo>
                    <a:pt x="64" y="143"/>
                  </a:lnTo>
                  <a:cubicBezTo>
                    <a:pt x="64" y="127"/>
                    <a:pt x="80" y="127"/>
                    <a:pt x="80" y="127"/>
                  </a:cubicBezTo>
                  <a:lnTo>
                    <a:pt x="95" y="127"/>
                  </a:lnTo>
                  <a:lnTo>
                    <a:pt x="95" y="127"/>
                  </a:lnTo>
                  <a:lnTo>
                    <a:pt x="127" y="49"/>
                  </a:lnTo>
                  <a:cubicBezTo>
                    <a:pt x="127" y="32"/>
                    <a:pt x="127" y="17"/>
                    <a:pt x="112" y="17"/>
                  </a:cubicBezTo>
                  <a:cubicBezTo>
                    <a:pt x="95" y="17"/>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8" name="Google Shape;1688;p38"/>
            <p:cNvSpPr/>
            <p:nvPr/>
          </p:nvSpPr>
          <p:spPr>
            <a:xfrm>
              <a:off x="3134405" y="1826355"/>
              <a:ext cx="5025" cy="6042"/>
            </a:xfrm>
            <a:custGeom>
              <a:avLst/>
              <a:gdLst/>
              <a:ahLst/>
              <a:cxnLst/>
              <a:rect l="l" t="t" r="r" b="b"/>
              <a:pathLst>
                <a:path w="158" h="190" extrusionOk="0">
                  <a:moveTo>
                    <a:pt x="111" y="0"/>
                  </a:moveTo>
                  <a:lnTo>
                    <a:pt x="111" y="0"/>
                  </a:lnTo>
                  <a:cubicBezTo>
                    <a:pt x="95" y="0"/>
                    <a:pt x="95" y="15"/>
                    <a:pt x="80" y="15"/>
                  </a:cubicBezTo>
                  <a:lnTo>
                    <a:pt x="63" y="47"/>
                  </a:lnTo>
                  <a:cubicBezTo>
                    <a:pt x="63" y="63"/>
                    <a:pt x="63" y="63"/>
                    <a:pt x="48" y="78"/>
                  </a:cubicBezTo>
                  <a:lnTo>
                    <a:pt x="48" y="78"/>
                  </a:lnTo>
                  <a:lnTo>
                    <a:pt x="17" y="141"/>
                  </a:lnTo>
                  <a:cubicBezTo>
                    <a:pt x="0" y="158"/>
                    <a:pt x="17" y="173"/>
                    <a:pt x="32" y="189"/>
                  </a:cubicBezTo>
                  <a:lnTo>
                    <a:pt x="48" y="189"/>
                  </a:lnTo>
                  <a:cubicBezTo>
                    <a:pt x="63" y="189"/>
                    <a:pt x="63" y="173"/>
                    <a:pt x="80" y="173"/>
                  </a:cubicBezTo>
                  <a:lnTo>
                    <a:pt x="143" y="47"/>
                  </a:lnTo>
                  <a:cubicBezTo>
                    <a:pt x="158" y="32"/>
                    <a:pt x="143" y="15"/>
                    <a:pt x="126" y="15"/>
                  </a:cubicBezTo>
                  <a:cubicBezTo>
                    <a:pt x="126" y="0"/>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9" name="Google Shape;1689;p38"/>
            <p:cNvSpPr/>
            <p:nvPr/>
          </p:nvSpPr>
          <p:spPr>
            <a:xfrm>
              <a:off x="3252651" y="1806287"/>
              <a:ext cx="4039" cy="4039"/>
            </a:xfrm>
            <a:custGeom>
              <a:avLst/>
              <a:gdLst/>
              <a:ahLst/>
              <a:cxnLst/>
              <a:rect l="l" t="t" r="r" b="b"/>
              <a:pathLst>
                <a:path w="127" h="127" extrusionOk="0">
                  <a:moveTo>
                    <a:pt x="80" y="1"/>
                  </a:moveTo>
                  <a:lnTo>
                    <a:pt x="80" y="1"/>
                  </a:lnTo>
                  <a:cubicBezTo>
                    <a:pt x="64" y="16"/>
                    <a:pt x="64" y="16"/>
                    <a:pt x="49" y="16"/>
                  </a:cubicBezTo>
                  <a:lnTo>
                    <a:pt x="17" y="64"/>
                  </a:lnTo>
                  <a:cubicBezTo>
                    <a:pt x="1" y="79"/>
                    <a:pt x="1" y="111"/>
                    <a:pt x="17" y="111"/>
                  </a:cubicBezTo>
                  <a:cubicBezTo>
                    <a:pt x="17" y="127"/>
                    <a:pt x="32" y="127"/>
                    <a:pt x="32" y="127"/>
                  </a:cubicBezTo>
                  <a:cubicBezTo>
                    <a:pt x="49" y="127"/>
                    <a:pt x="64" y="127"/>
                    <a:pt x="64" y="111"/>
                  </a:cubicBezTo>
                  <a:lnTo>
                    <a:pt x="112" y="64"/>
                  </a:lnTo>
                  <a:cubicBezTo>
                    <a:pt x="127" y="48"/>
                    <a:pt x="112" y="32"/>
                    <a:pt x="95" y="16"/>
                  </a:cubicBez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0" name="Google Shape;1690;p38"/>
            <p:cNvSpPr/>
            <p:nvPr/>
          </p:nvSpPr>
          <p:spPr>
            <a:xfrm>
              <a:off x="3442582" y="1782720"/>
              <a:ext cx="3530" cy="4039"/>
            </a:xfrm>
            <a:custGeom>
              <a:avLst/>
              <a:gdLst/>
              <a:ahLst/>
              <a:cxnLst/>
              <a:rect l="l" t="t" r="r" b="b"/>
              <a:pathLst>
                <a:path w="111" h="127" extrusionOk="0">
                  <a:moveTo>
                    <a:pt x="47" y="1"/>
                  </a:moveTo>
                  <a:lnTo>
                    <a:pt x="32" y="1"/>
                  </a:lnTo>
                  <a:lnTo>
                    <a:pt x="16" y="17"/>
                  </a:lnTo>
                  <a:cubicBezTo>
                    <a:pt x="16" y="17"/>
                    <a:pt x="16" y="32"/>
                    <a:pt x="1" y="32"/>
                  </a:cubicBezTo>
                  <a:lnTo>
                    <a:pt x="1" y="64"/>
                  </a:lnTo>
                  <a:cubicBezTo>
                    <a:pt x="1" y="80"/>
                    <a:pt x="1" y="95"/>
                    <a:pt x="16" y="95"/>
                  </a:cubicBezTo>
                  <a:lnTo>
                    <a:pt x="47" y="112"/>
                  </a:lnTo>
                  <a:lnTo>
                    <a:pt x="64" y="112"/>
                  </a:lnTo>
                  <a:lnTo>
                    <a:pt x="64" y="112"/>
                  </a:lnTo>
                  <a:lnTo>
                    <a:pt x="64" y="112"/>
                  </a:lnTo>
                  <a:cubicBezTo>
                    <a:pt x="79" y="112"/>
                    <a:pt x="79" y="112"/>
                    <a:pt x="95" y="127"/>
                  </a:cubicBezTo>
                  <a:cubicBezTo>
                    <a:pt x="95" y="112"/>
                    <a:pt x="110" y="112"/>
                    <a:pt x="110" y="112"/>
                  </a:cubicBezTo>
                  <a:cubicBezTo>
                    <a:pt x="110" y="95"/>
                    <a:pt x="110" y="64"/>
                    <a:pt x="95" y="64"/>
                  </a:cubicBezTo>
                  <a:lnTo>
                    <a:pt x="95" y="64"/>
                  </a:lnTo>
                  <a:lnTo>
                    <a:pt x="79" y="49"/>
                  </a:lnTo>
                  <a:lnTo>
                    <a:pt x="79" y="49"/>
                  </a:lnTo>
                  <a:cubicBezTo>
                    <a:pt x="79" y="32"/>
                    <a:pt x="64"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1" name="Google Shape;1691;p38"/>
            <p:cNvSpPr/>
            <p:nvPr/>
          </p:nvSpPr>
          <p:spPr>
            <a:xfrm>
              <a:off x="3410524" y="1791752"/>
              <a:ext cx="5534" cy="2544"/>
            </a:xfrm>
            <a:custGeom>
              <a:avLst/>
              <a:gdLst/>
              <a:ahLst/>
              <a:cxnLst/>
              <a:rect l="l" t="t" r="r" b="b"/>
              <a:pathLst>
                <a:path w="174" h="80" extrusionOk="0">
                  <a:moveTo>
                    <a:pt x="126" y="0"/>
                  </a:moveTo>
                  <a:lnTo>
                    <a:pt x="126" y="0"/>
                  </a:lnTo>
                  <a:lnTo>
                    <a:pt x="126" y="0"/>
                  </a:lnTo>
                  <a:lnTo>
                    <a:pt x="32" y="17"/>
                  </a:lnTo>
                  <a:lnTo>
                    <a:pt x="32" y="17"/>
                  </a:lnTo>
                  <a:cubicBezTo>
                    <a:pt x="16" y="17"/>
                    <a:pt x="0" y="32"/>
                    <a:pt x="0" y="48"/>
                  </a:cubicBezTo>
                  <a:cubicBezTo>
                    <a:pt x="0" y="63"/>
                    <a:pt x="16" y="63"/>
                    <a:pt x="16" y="80"/>
                  </a:cubicBezTo>
                  <a:lnTo>
                    <a:pt x="47" y="80"/>
                  </a:lnTo>
                  <a:lnTo>
                    <a:pt x="47" y="80"/>
                  </a:lnTo>
                  <a:lnTo>
                    <a:pt x="63" y="80"/>
                  </a:lnTo>
                  <a:cubicBezTo>
                    <a:pt x="63" y="63"/>
                    <a:pt x="79" y="63"/>
                    <a:pt x="95" y="63"/>
                  </a:cubicBezTo>
                  <a:lnTo>
                    <a:pt x="142" y="48"/>
                  </a:lnTo>
                  <a:lnTo>
                    <a:pt x="142" y="48"/>
                  </a:lnTo>
                  <a:cubicBezTo>
                    <a:pt x="142" y="48"/>
                    <a:pt x="142" y="63"/>
                    <a:pt x="158" y="63"/>
                  </a:cubicBezTo>
                  <a:cubicBezTo>
                    <a:pt x="158" y="48"/>
                    <a:pt x="158" y="48"/>
                    <a:pt x="173" y="32"/>
                  </a:cubicBezTo>
                  <a:lnTo>
                    <a:pt x="173" y="32"/>
                  </a:lnTo>
                  <a:lnTo>
                    <a:pt x="158" y="17"/>
                  </a:lnTo>
                  <a:cubicBezTo>
                    <a:pt x="158" y="17"/>
                    <a:pt x="142"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2" name="Google Shape;1692;p38"/>
            <p:cNvSpPr/>
            <p:nvPr/>
          </p:nvSpPr>
          <p:spPr>
            <a:xfrm>
              <a:off x="3421560" y="1795760"/>
              <a:ext cx="9032" cy="7060"/>
            </a:xfrm>
            <a:custGeom>
              <a:avLst/>
              <a:gdLst/>
              <a:ahLst/>
              <a:cxnLst/>
              <a:rect l="l" t="t" r="r" b="b"/>
              <a:pathLst>
                <a:path w="284" h="222" extrusionOk="0">
                  <a:moveTo>
                    <a:pt x="32" y="0"/>
                  </a:moveTo>
                  <a:lnTo>
                    <a:pt x="32" y="0"/>
                  </a:lnTo>
                  <a:cubicBezTo>
                    <a:pt x="15" y="17"/>
                    <a:pt x="0" y="17"/>
                    <a:pt x="0" y="32"/>
                  </a:cubicBezTo>
                  <a:lnTo>
                    <a:pt x="0" y="32"/>
                  </a:lnTo>
                  <a:lnTo>
                    <a:pt x="0" y="63"/>
                  </a:lnTo>
                  <a:lnTo>
                    <a:pt x="15" y="80"/>
                  </a:lnTo>
                  <a:cubicBezTo>
                    <a:pt x="15" y="63"/>
                    <a:pt x="15" y="63"/>
                    <a:pt x="32" y="63"/>
                  </a:cubicBezTo>
                  <a:lnTo>
                    <a:pt x="32" y="63"/>
                  </a:lnTo>
                  <a:cubicBezTo>
                    <a:pt x="47" y="63"/>
                    <a:pt x="47" y="80"/>
                    <a:pt x="63" y="80"/>
                  </a:cubicBezTo>
                  <a:lnTo>
                    <a:pt x="63" y="127"/>
                  </a:lnTo>
                  <a:cubicBezTo>
                    <a:pt x="78" y="127"/>
                    <a:pt x="78" y="143"/>
                    <a:pt x="78" y="158"/>
                  </a:cubicBezTo>
                  <a:lnTo>
                    <a:pt x="110" y="206"/>
                  </a:lnTo>
                  <a:cubicBezTo>
                    <a:pt x="126" y="206"/>
                    <a:pt x="126" y="221"/>
                    <a:pt x="141" y="221"/>
                  </a:cubicBezTo>
                  <a:cubicBezTo>
                    <a:pt x="141" y="221"/>
                    <a:pt x="158" y="221"/>
                    <a:pt x="158" y="206"/>
                  </a:cubicBezTo>
                  <a:cubicBezTo>
                    <a:pt x="141" y="206"/>
                    <a:pt x="126" y="190"/>
                    <a:pt x="126" y="174"/>
                  </a:cubicBezTo>
                  <a:cubicBezTo>
                    <a:pt x="141" y="158"/>
                    <a:pt x="141" y="143"/>
                    <a:pt x="158" y="143"/>
                  </a:cubicBezTo>
                  <a:lnTo>
                    <a:pt x="110" y="80"/>
                  </a:lnTo>
                  <a:lnTo>
                    <a:pt x="236" y="95"/>
                  </a:lnTo>
                  <a:lnTo>
                    <a:pt x="236" y="95"/>
                  </a:lnTo>
                  <a:cubicBezTo>
                    <a:pt x="252" y="95"/>
                    <a:pt x="267" y="80"/>
                    <a:pt x="267" y="63"/>
                  </a:cubicBezTo>
                  <a:cubicBezTo>
                    <a:pt x="284" y="48"/>
                    <a:pt x="267" y="32"/>
                    <a:pt x="236" y="32"/>
                  </a:cubicBezTo>
                  <a:lnTo>
                    <a:pt x="204" y="32"/>
                  </a:lnTo>
                  <a:lnTo>
                    <a:pt x="141" y="17"/>
                  </a:lnTo>
                  <a:lnTo>
                    <a:pt x="141" y="17"/>
                  </a:lnTo>
                  <a:lnTo>
                    <a:pt x="141" y="32"/>
                  </a:lnTo>
                  <a:cubicBezTo>
                    <a:pt x="141" y="48"/>
                    <a:pt x="126" y="63"/>
                    <a:pt x="110" y="63"/>
                  </a:cubicBezTo>
                  <a:lnTo>
                    <a:pt x="110" y="63"/>
                  </a:lnTo>
                  <a:cubicBezTo>
                    <a:pt x="78" y="63"/>
                    <a:pt x="63" y="48"/>
                    <a:pt x="63" y="32"/>
                  </a:cubicBezTo>
                  <a:lnTo>
                    <a:pt x="63" y="17"/>
                  </a:lnTo>
                  <a:lnTo>
                    <a:pt x="63" y="17"/>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3" name="Google Shape;1693;p38"/>
            <p:cNvSpPr/>
            <p:nvPr/>
          </p:nvSpPr>
          <p:spPr>
            <a:xfrm>
              <a:off x="3436572" y="1790258"/>
              <a:ext cx="4516" cy="2512"/>
            </a:xfrm>
            <a:custGeom>
              <a:avLst/>
              <a:gdLst/>
              <a:ahLst/>
              <a:cxnLst/>
              <a:rect l="l" t="t" r="r" b="b"/>
              <a:pathLst>
                <a:path w="142" h="79" extrusionOk="0">
                  <a:moveTo>
                    <a:pt x="110" y="1"/>
                  </a:moveTo>
                  <a:lnTo>
                    <a:pt x="95" y="1"/>
                  </a:lnTo>
                  <a:lnTo>
                    <a:pt x="64" y="1"/>
                  </a:lnTo>
                  <a:lnTo>
                    <a:pt x="47" y="16"/>
                  </a:lnTo>
                  <a:lnTo>
                    <a:pt x="47" y="16"/>
                  </a:lnTo>
                  <a:cubicBezTo>
                    <a:pt x="32" y="16"/>
                    <a:pt x="32" y="16"/>
                    <a:pt x="32" y="1"/>
                  </a:cubicBezTo>
                  <a:cubicBezTo>
                    <a:pt x="16" y="16"/>
                    <a:pt x="1" y="32"/>
                    <a:pt x="1" y="47"/>
                  </a:cubicBezTo>
                  <a:cubicBezTo>
                    <a:pt x="1" y="64"/>
                    <a:pt x="16" y="79"/>
                    <a:pt x="32" y="79"/>
                  </a:cubicBezTo>
                  <a:lnTo>
                    <a:pt x="47" y="79"/>
                  </a:lnTo>
                  <a:lnTo>
                    <a:pt x="47" y="79"/>
                  </a:lnTo>
                  <a:lnTo>
                    <a:pt x="47" y="79"/>
                  </a:lnTo>
                  <a:lnTo>
                    <a:pt x="110" y="64"/>
                  </a:lnTo>
                  <a:cubicBezTo>
                    <a:pt x="127" y="64"/>
                    <a:pt x="142" y="47"/>
                    <a:pt x="142" y="32"/>
                  </a:cubicBezTo>
                  <a:lnTo>
                    <a:pt x="142" y="32"/>
                  </a:lnTo>
                  <a:cubicBezTo>
                    <a:pt x="142" y="16"/>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4" name="Google Shape;1694;p38"/>
            <p:cNvSpPr/>
            <p:nvPr/>
          </p:nvSpPr>
          <p:spPr>
            <a:xfrm>
              <a:off x="3380947" y="1791275"/>
              <a:ext cx="3562" cy="3498"/>
            </a:xfrm>
            <a:custGeom>
              <a:avLst/>
              <a:gdLst/>
              <a:ahLst/>
              <a:cxnLst/>
              <a:rect l="l" t="t" r="r" b="b"/>
              <a:pathLst>
                <a:path w="112" h="110" extrusionOk="0">
                  <a:moveTo>
                    <a:pt x="63" y="0"/>
                  </a:moveTo>
                  <a:lnTo>
                    <a:pt x="63" y="0"/>
                  </a:lnTo>
                  <a:lnTo>
                    <a:pt x="17" y="32"/>
                  </a:lnTo>
                  <a:lnTo>
                    <a:pt x="0" y="47"/>
                  </a:lnTo>
                  <a:lnTo>
                    <a:pt x="0" y="47"/>
                  </a:lnTo>
                  <a:lnTo>
                    <a:pt x="0" y="63"/>
                  </a:lnTo>
                  <a:lnTo>
                    <a:pt x="0" y="63"/>
                  </a:lnTo>
                  <a:cubicBezTo>
                    <a:pt x="17" y="63"/>
                    <a:pt x="32" y="63"/>
                    <a:pt x="32" y="78"/>
                  </a:cubicBezTo>
                  <a:cubicBezTo>
                    <a:pt x="32" y="78"/>
                    <a:pt x="48" y="95"/>
                    <a:pt x="32" y="110"/>
                  </a:cubicBezTo>
                  <a:cubicBezTo>
                    <a:pt x="48" y="110"/>
                    <a:pt x="48" y="95"/>
                    <a:pt x="48" y="95"/>
                  </a:cubicBezTo>
                  <a:lnTo>
                    <a:pt x="48" y="95"/>
                  </a:lnTo>
                  <a:lnTo>
                    <a:pt x="111" y="47"/>
                  </a:lnTo>
                  <a:lnTo>
                    <a:pt x="111" y="32"/>
                  </a:lnTo>
                  <a:lnTo>
                    <a:pt x="111" y="32"/>
                  </a:lnTo>
                  <a:lnTo>
                    <a:pt x="95" y="32"/>
                  </a:lnTo>
                  <a:cubicBezTo>
                    <a:pt x="80" y="32"/>
                    <a:pt x="80" y="32"/>
                    <a:pt x="63" y="15"/>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5" name="Google Shape;1695;p38"/>
            <p:cNvSpPr/>
            <p:nvPr/>
          </p:nvSpPr>
          <p:spPr>
            <a:xfrm>
              <a:off x="3165986" y="1821807"/>
              <a:ext cx="4516" cy="4580"/>
            </a:xfrm>
            <a:custGeom>
              <a:avLst/>
              <a:gdLst/>
              <a:ahLst/>
              <a:cxnLst/>
              <a:rect l="l" t="t" r="r" b="b"/>
              <a:pathLst>
                <a:path w="142" h="144" extrusionOk="0">
                  <a:moveTo>
                    <a:pt x="110" y="1"/>
                  </a:moveTo>
                  <a:lnTo>
                    <a:pt x="95" y="1"/>
                  </a:lnTo>
                  <a:cubicBezTo>
                    <a:pt x="95" y="1"/>
                    <a:pt x="79" y="1"/>
                    <a:pt x="79" y="17"/>
                  </a:cubicBezTo>
                  <a:lnTo>
                    <a:pt x="47" y="64"/>
                  </a:lnTo>
                  <a:lnTo>
                    <a:pt x="47" y="64"/>
                  </a:lnTo>
                  <a:lnTo>
                    <a:pt x="32" y="64"/>
                  </a:lnTo>
                  <a:cubicBezTo>
                    <a:pt x="16" y="64"/>
                    <a:pt x="1" y="95"/>
                    <a:pt x="1" y="112"/>
                  </a:cubicBezTo>
                  <a:cubicBezTo>
                    <a:pt x="1" y="127"/>
                    <a:pt x="16" y="143"/>
                    <a:pt x="32" y="143"/>
                  </a:cubicBezTo>
                  <a:lnTo>
                    <a:pt x="47" y="143"/>
                  </a:lnTo>
                  <a:lnTo>
                    <a:pt x="79" y="127"/>
                  </a:lnTo>
                  <a:cubicBezTo>
                    <a:pt x="95" y="127"/>
                    <a:pt x="95" y="112"/>
                    <a:pt x="110" y="112"/>
                  </a:cubicBezTo>
                  <a:lnTo>
                    <a:pt x="110" y="112"/>
                  </a:lnTo>
                  <a:lnTo>
                    <a:pt x="110" y="112"/>
                  </a:lnTo>
                  <a:lnTo>
                    <a:pt x="142" y="49"/>
                  </a:lnTo>
                  <a:cubicBezTo>
                    <a:pt x="142" y="32"/>
                    <a:pt x="142" y="17"/>
                    <a:pt x="127" y="17"/>
                  </a:cubicBezTo>
                  <a:lnTo>
                    <a:pt x="127" y="1"/>
                  </a:ln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6" name="Google Shape;1696;p38"/>
            <p:cNvSpPr/>
            <p:nvPr/>
          </p:nvSpPr>
          <p:spPr>
            <a:xfrm>
              <a:off x="3356872" y="1803774"/>
              <a:ext cx="4580" cy="3562"/>
            </a:xfrm>
            <a:custGeom>
              <a:avLst/>
              <a:gdLst/>
              <a:ahLst/>
              <a:cxnLst/>
              <a:rect l="l" t="t" r="r" b="b"/>
              <a:pathLst>
                <a:path w="144" h="112" extrusionOk="0">
                  <a:moveTo>
                    <a:pt x="95" y="1"/>
                  </a:moveTo>
                  <a:lnTo>
                    <a:pt x="95" y="1"/>
                  </a:lnTo>
                  <a:lnTo>
                    <a:pt x="80" y="1"/>
                  </a:lnTo>
                  <a:lnTo>
                    <a:pt x="64" y="17"/>
                  </a:lnTo>
                  <a:lnTo>
                    <a:pt x="17" y="48"/>
                  </a:lnTo>
                  <a:cubicBezTo>
                    <a:pt x="17" y="48"/>
                    <a:pt x="17" y="64"/>
                    <a:pt x="1" y="64"/>
                  </a:cubicBezTo>
                  <a:cubicBezTo>
                    <a:pt x="17" y="80"/>
                    <a:pt x="17" y="95"/>
                    <a:pt x="17" y="95"/>
                  </a:cubicBezTo>
                  <a:cubicBezTo>
                    <a:pt x="32" y="111"/>
                    <a:pt x="32" y="111"/>
                    <a:pt x="49" y="111"/>
                  </a:cubicBezTo>
                  <a:cubicBezTo>
                    <a:pt x="49" y="111"/>
                    <a:pt x="64" y="111"/>
                    <a:pt x="64" y="95"/>
                  </a:cubicBezTo>
                  <a:lnTo>
                    <a:pt x="127" y="48"/>
                  </a:lnTo>
                  <a:cubicBezTo>
                    <a:pt x="143" y="48"/>
                    <a:pt x="143" y="17"/>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7" name="Google Shape;1697;p38"/>
            <p:cNvSpPr/>
            <p:nvPr/>
          </p:nvSpPr>
          <p:spPr>
            <a:xfrm>
              <a:off x="3298289" y="1780716"/>
              <a:ext cx="3021" cy="4039"/>
            </a:xfrm>
            <a:custGeom>
              <a:avLst/>
              <a:gdLst/>
              <a:ahLst/>
              <a:cxnLst/>
              <a:rect l="l" t="t" r="r" b="b"/>
              <a:pathLst>
                <a:path w="95" h="127" extrusionOk="0">
                  <a:moveTo>
                    <a:pt x="63" y="1"/>
                  </a:moveTo>
                  <a:lnTo>
                    <a:pt x="63" y="1"/>
                  </a:lnTo>
                  <a:lnTo>
                    <a:pt x="47" y="1"/>
                  </a:lnTo>
                  <a:cubicBezTo>
                    <a:pt x="32" y="17"/>
                    <a:pt x="32" y="17"/>
                    <a:pt x="32" y="32"/>
                  </a:cubicBezTo>
                  <a:lnTo>
                    <a:pt x="32" y="32"/>
                  </a:lnTo>
                  <a:cubicBezTo>
                    <a:pt x="15" y="49"/>
                    <a:pt x="0" y="49"/>
                    <a:pt x="0" y="80"/>
                  </a:cubicBezTo>
                  <a:cubicBezTo>
                    <a:pt x="0" y="112"/>
                    <a:pt x="32" y="127"/>
                    <a:pt x="32" y="127"/>
                  </a:cubicBezTo>
                  <a:lnTo>
                    <a:pt x="47" y="127"/>
                  </a:lnTo>
                  <a:cubicBezTo>
                    <a:pt x="63" y="127"/>
                    <a:pt x="78" y="127"/>
                    <a:pt x="78" y="112"/>
                  </a:cubicBezTo>
                  <a:lnTo>
                    <a:pt x="78" y="112"/>
                  </a:lnTo>
                  <a:lnTo>
                    <a:pt x="78" y="112"/>
                  </a:lnTo>
                  <a:cubicBezTo>
                    <a:pt x="63" y="112"/>
                    <a:pt x="63" y="112"/>
                    <a:pt x="47" y="95"/>
                  </a:cubicBezTo>
                  <a:cubicBezTo>
                    <a:pt x="47" y="64"/>
                    <a:pt x="63" y="49"/>
                    <a:pt x="78" y="49"/>
                  </a:cubicBezTo>
                  <a:lnTo>
                    <a:pt x="95" y="32"/>
                  </a:lnTo>
                  <a:lnTo>
                    <a:pt x="95" y="17"/>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8" name="Google Shape;1698;p38"/>
            <p:cNvSpPr/>
            <p:nvPr/>
          </p:nvSpPr>
          <p:spPr>
            <a:xfrm>
              <a:off x="3183510" y="1793756"/>
              <a:ext cx="6551" cy="6042"/>
            </a:xfrm>
            <a:custGeom>
              <a:avLst/>
              <a:gdLst/>
              <a:ahLst/>
              <a:cxnLst/>
              <a:rect l="l" t="t" r="r" b="b"/>
              <a:pathLst>
                <a:path w="206" h="190" extrusionOk="0">
                  <a:moveTo>
                    <a:pt x="174" y="0"/>
                  </a:moveTo>
                  <a:lnTo>
                    <a:pt x="174" y="0"/>
                  </a:lnTo>
                  <a:lnTo>
                    <a:pt x="174" y="0"/>
                  </a:lnTo>
                  <a:lnTo>
                    <a:pt x="127" y="17"/>
                  </a:lnTo>
                  <a:lnTo>
                    <a:pt x="111" y="17"/>
                  </a:lnTo>
                  <a:lnTo>
                    <a:pt x="111" y="48"/>
                  </a:lnTo>
                  <a:cubicBezTo>
                    <a:pt x="127" y="63"/>
                    <a:pt x="111" y="80"/>
                    <a:pt x="95" y="95"/>
                  </a:cubicBezTo>
                  <a:lnTo>
                    <a:pt x="80" y="95"/>
                  </a:lnTo>
                  <a:cubicBezTo>
                    <a:pt x="64" y="95"/>
                    <a:pt x="64" y="80"/>
                    <a:pt x="48" y="63"/>
                  </a:cubicBezTo>
                  <a:lnTo>
                    <a:pt x="48" y="63"/>
                  </a:lnTo>
                  <a:lnTo>
                    <a:pt x="48" y="80"/>
                  </a:lnTo>
                  <a:lnTo>
                    <a:pt x="17" y="143"/>
                  </a:lnTo>
                  <a:cubicBezTo>
                    <a:pt x="0" y="158"/>
                    <a:pt x="0" y="174"/>
                    <a:pt x="17" y="190"/>
                  </a:cubicBezTo>
                  <a:lnTo>
                    <a:pt x="32" y="190"/>
                  </a:lnTo>
                  <a:lnTo>
                    <a:pt x="32" y="190"/>
                  </a:lnTo>
                  <a:cubicBezTo>
                    <a:pt x="48" y="190"/>
                    <a:pt x="64" y="190"/>
                    <a:pt x="64" y="174"/>
                  </a:cubicBezTo>
                  <a:lnTo>
                    <a:pt x="80" y="174"/>
                  </a:lnTo>
                  <a:lnTo>
                    <a:pt x="80" y="174"/>
                  </a:lnTo>
                  <a:cubicBezTo>
                    <a:pt x="64" y="174"/>
                    <a:pt x="64" y="158"/>
                    <a:pt x="64" y="158"/>
                  </a:cubicBezTo>
                  <a:cubicBezTo>
                    <a:pt x="48" y="143"/>
                    <a:pt x="64" y="111"/>
                    <a:pt x="80" y="111"/>
                  </a:cubicBezTo>
                  <a:lnTo>
                    <a:pt x="95" y="95"/>
                  </a:lnTo>
                  <a:cubicBezTo>
                    <a:pt x="95" y="95"/>
                    <a:pt x="111" y="95"/>
                    <a:pt x="127" y="80"/>
                  </a:cubicBezTo>
                  <a:lnTo>
                    <a:pt x="127" y="80"/>
                  </a:lnTo>
                  <a:lnTo>
                    <a:pt x="190" y="80"/>
                  </a:lnTo>
                  <a:cubicBezTo>
                    <a:pt x="190" y="63"/>
                    <a:pt x="206" y="63"/>
                    <a:pt x="206" y="48"/>
                  </a:cubicBezTo>
                  <a:lnTo>
                    <a:pt x="206" y="32"/>
                  </a:lnTo>
                  <a:cubicBezTo>
                    <a:pt x="206" y="17"/>
                    <a:pt x="206" y="17"/>
                    <a:pt x="190" y="17"/>
                  </a:cubicBezTo>
                  <a:cubicBezTo>
                    <a:pt x="190" y="0"/>
                    <a:pt x="174"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9" name="Google Shape;1699;p38"/>
            <p:cNvSpPr/>
            <p:nvPr/>
          </p:nvSpPr>
          <p:spPr>
            <a:xfrm>
              <a:off x="3330824" y="1779731"/>
              <a:ext cx="3562" cy="4548"/>
            </a:xfrm>
            <a:custGeom>
              <a:avLst/>
              <a:gdLst/>
              <a:ahLst/>
              <a:cxnLst/>
              <a:rect l="l" t="t" r="r" b="b"/>
              <a:pathLst>
                <a:path w="112" h="143" extrusionOk="0">
                  <a:moveTo>
                    <a:pt x="64" y="0"/>
                  </a:moveTo>
                  <a:cubicBezTo>
                    <a:pt x="64" y="17"/>
                    <a:pt x="49" y="17"/>
                    <a:pt x="49" y="17"/>
                  </a:cubicBezTo>
                  <a:lnTo>
                    <a:pt x="32" y="17"/>
                  </a:lnTo>
                  <a:lnTo>
                    <a:pt x="17" y="0"/>
                  </a:lnTo>
                  <a:lnTo>
                    <a:pt x="17" y="17"/>
                  </a:lnTo>
                  <a:lnTo>
                    <a:pt x="1" y="63"/>
                  </a:lnTo>
                  <a:lnTo>
                    <a:pt x="1" y="95"/>
                  </a:lnTo>
                  <a:lnTo>
                    <a:pt x="49" y="143"/>
                  </a:lnTo>
                  <a:lnTo>
                    <a:pt x="80" y="143"/>
                  </a:lnTo>
                  <a:lnTo>
                    <a:pt x="95" y="143"/>
                  </a:lnTo>
                  <a:cubicBezTo>
                    <a:pt x="112" y="126"/>
                    <a:pt x="112" y="95"/>
                    <a:pt x="95" y="95"/>
                  </a:cubicBezTo>
                  <a:lnTo>
                    <a:pt x="64" y="63"/>
                  </a:lnTo>
                  <a:lnTo>
                    <a:pt x="80" y="48"/>
                  </a:lnTo>
                  <a:cubicBezTo>
                    <a:pt x="80" y="32"/>
                    <a:pt x="80" y="17"/>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0" name="Google Shape;1700;p38"/>
            <p:cNvSpPr/>
            <p:nvPr/>
          </p:nvSpPr>
          <p:spPr>
            <a:xfrm>
              <a:off x="3396976" y="1784247"/>
              <a:ext cx="5565" cy="3053"/>
            </a:xfrm>
            <a:custGeom>
              <a:avLst/>
              <a:gdLst/>
              <a:ahLst/>
              <a:cxnLst/>
              <a:rect l="l" t="t" r="r" b="b"/>
              <a:pathLst>
                <a:path w="175" h="96" extrusionOk="0">
                  <a:moveTo>
                    <a:pt x="143" y="1"/>
                  </a:moveTo>
                  <a:lnTo>
                    <a:pt x="126" y="1"/>
                  </a:lnTo>
                  <a:lnTo>
                    <a:pt x="111" y="16"/>
                  </a:lnTo>
                  <a:cubicBezTo>
                    <a:pt x="95" y="32"/>
                    <a:pt x="95" y="32"/>
                    <a:pt x="80" y="32"/>
                  </a:cubicBezTo>
                  <a:lnTo>
                    <a:pt x="48" y="32"/>
                  </a:lnTo>
                  <a:lnTo>
                    <a:pt x="17" y="32"/>
                  </a:lnTo>
                  <a:lnTo>
                    <a:pt x="17" y="32"/>
                  </a:lnTo>
                  <a:lnTo>
                    <a:pt x="17" y="32"/>
                  </a:lnTo>
                  <a:lnTo>
                    <a:pt x="0" y="95"/>
                  </a:lnTo>
                  <a:lnTo>
                    <a:pt x="17" y="95"/>
                  </a:lnTo>
                  <a:lnTo>
                    <a:pt x="32" y="95"/>
                  </a:lnTo>
                  <a:lnTo>
                    <a:pt x="63" y="95"/>
                  </a:lnTo>
                  <a:lnTo>
                    <a:pt x="80" y="95"/>
                  </a:lnTo>
                  <a:cubicBezTo>
                    <a:pt x="95" y="95"/>
                    <a:pt x="126" y="95"/>
                    <a:pt x="143" y="79"/>
                  </a:cubicBezTo>
                  <a:lnTo>
                    <a:pt x="158" y="64"/>
                  </a:lnTo>
                  <a:cubicBezTo>
                    <a:pt x="174" y="47"/>
                    <a:pt x="174" y="16"/>
                    <a:pt x="158" y="16"/>
                  </a:cubicBezTo>
                  <a:cubicBezTo>
                    <a:pt x="158" y="1"/>
                    <a:pt x="143"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1" name="Google Shape;1701;p38"/>
            <p:cNvSpPr/>
            <p:nvPr/>
          </p:nvSpPr>
          <p:spPr>
            <a:xfrm>
              <a:off x="3027163" y="1819803"/>
              <a:ext cx="6042" cy="4580"/>
            </a:xfrm>
            <a:custGeom>
              <a:avLst/>
              <a:gdLst/>
              <a:ahLst/>
              <a:cxnLst/>
              <a:rect l="l" t="t" r="r" b="b"/>
              <a:pathLst>
                <a:path w="190" h="144" extrusionOk="0">
                  <a:moveTo>
                    <a:pt x="143" y="1"/>
                  </a:moveTo>
                  <a:lnTo>
                    <a:pt x="143" y="1"/>
                  </a:lnTo>
                  <a:cubicBezTo>
                    <a:pt x="143" y="1"/>
                    <a:pt x="127" y="1"/>
                    <a:pt x="127" y="17"/>
                  </a:cubicBezTo>
                  <a:lnTo>
                    <a:pt x="80" y="64"/>
                  </a:lnTo>
                  <a:lnTo>
                    <a:pt x="64" y="49"/>
                  </a:lnTo>
                  <a:lnTo>
                    <a:pt x="49" y="49"/>
                  </a:lnTo>
                  <a:cubicBezTo>
                    <a:pt x="49" y="64"/>
                    <a:pt x="49" y="64"/>
                    <a:pt x="32" y="64"/>
                  </a:cubicBezTo>
                  <a:cubicBezTo>
                    <a:pt x="17" y="64"/>
                    <a:pt x="17" y="80"/>
                    <a:pt x="1" y="112"/>
                  </a:cubicBezTo>
                  <a:cubicBezTo>
                    <a:pt x="1" y="127"/>
                    <a:pt x="17" y="143"/>
                    <a:pt x="32" y="143"/>
                  </a:cubicBezTo>
                  <a:lnTo>
                    <a:pt x="49" y="143"/>
                  </a:lnTo>
                  <a:lnTo>
                    <a:pt x="64" y="143"/>
                  </a:lnTo>
                  <a:lnTo>
                    <a:pt x="64" y="127"/>
                  </a:lnTo>
                  <a:lnTo>
                    <a:pt x="95" y="127"/>
                  </a:lnTo>
                  <a:lnTo>
                    <a:pt x="127" y="127"/>
                  </a:lnTo>
                  <a:cubicBezTo>
                    <a:pt x="127" y="127"/>
                    <a:pt x="143" y="112"/>
                    <a:pt x="143" y="95"/>
                  </a:cubicBezTo>
                  <a:lnTo>
                    <a:pt x="143" y="95"/>
                  </a:lnTo>
                  <a:lnTo>
                    <a:pt x="175" y="49"/>
                  </a:lnTo>
                  <a:cubicBezTo>
                    <a:pt x="190" y="32"/>
                    <a:pt x="190" y="17"/>
                    <a:pt x="175" y="1"/>
                  </a:cubicBez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2" name="Google Shape;1702;p38"/>
            <p:cNvSpPr/>
            <p:nvPr/>
          </p:nvSpPr>
          <p:spPr>
            <a:xfrm>
              <a:off x="3146427" y="1836373"/>
              <a:ext cx="4039" cy="3498"/>
            </a:xfrm>
            <a:custGeom>
              <a:avLst/>
              <a:gdLst/>
              <a:ahLst/>
              <a:cxnLst/>
              <a:rect l="l" t="t" r="r" b="b"/>
              <a:pathLst>
                <a:path w="127" h="110" extrusionOk="0">
                  <a:moveTo>
                    <a:pt x="48" y="0"/>
                  </a:moveTo>
                  <a:lnTo>
                    <a:pt x="32" y="0"/>
                  </a:lnTo>
                  <a:cubicBezTo>
                    <a:pt x="17" y="0"/>
                    <a:pt x="1" y="32"/>
                    <a:pt x="1" y="47"/>
                  </a:cubicBezTo>
                  <a:lnTo>
                    <a:pt x="17" y="78"/>
                  </a:lnTo>
                  <a:cubicBezTo>
                    <a:pt x="17" y="78"/>
                    <a:pt x="17" y="95"/>
                    <a:pt x="32" y="95"/>
                  </a:cubicBezTo>
                  <a:cubicBezTo>
                    <a:pt x="32" y="95"/>
                    <a:pt x="32" y="110"/>
                    <a:pt x="48" y="110"/>
                  </a:cubicBezTo>
                  <a:lnTo>
                    <a:pt x="48" y="95"/>
                  </a:lnTo>
                  <a:lnTo>
                    <a:pt x="95" y="95"/>
                  </a:lnTo>
                  <a:cubicBezTo>
                    <a:pt x="111" y="78"/>
                    <a:pt x="127" y="63"/>
                    <a:pt x="111" y="47"/>
                  </a:cubicBezTo>
                  <a:cubicBezTo>
                    <a:pt x="111" y="32"/>
                    <a:pt x="95" y="32"/>
                    <a:pt x="80" y="32"/>
                  </a:cubicBez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3" name="Google Shape;1703;p38"/>
            <p:cNvSpPr/>
            <p:nvPr/>
          </p:nvSpPr>
          <p:spPr>
            <a:xfrm>
              <a:off x="3338839" y="1809308"/>
              <a:ext cx="3053" cy="4516"/>
            </a:xfrm>
            <a:custGeom>
              <a:avLst/>
              <a:gdLst/>
              <a:ahLst/>
              <a:cxnLst/>
              <a:rect l="l" t="t" r="r" b="b"/>
              <a:pathLst>
                <a:path w="96" h="142" extrusionOk="0">
                  <a:moveTo>
                    <a:pt x="64" y="110"/>
                  </a:moveTo>
                  <a:lnTo>
                    <a:pt x="64" y="110"/>
                  </a:lnTo>
                  <a:lnTo>
                    <a:pt x="64" y="110"/>
                  </a:lnTo>
                  <a:close/>
                  <a:moveTo>
                    <a:pt x="32" y="0"/>
                  </a:moveTo>
                  <a:lnTo>
                    <a:pt x="32" y="0"/>
                  </a:lnTo>
                  <a:lnTo>
                    <a:pt x="17" y="0"/>
                  </a:lnTo>
                  <a:lnTo>
                    <a:pt x="1" y="47"/>
                  </a:lnTo>
                  <a:lnTo>
                    <a:pt x="17" y="64"/>
                  </a:lnTo>
                  <a:lnTo>
                    <a:pt x="17" y="79"/>
                  </a:lnTo>
                  <a:lnTo>
                    <a:pt x="17" y="79"/>
                  </a:lnTo>
                  <a:lnTo>
                    <a:pt x="17" y="79"/>
                  </a:lnTo>
                  <a:lnTo>
                    <a:pt x="32" y="127"/>
                  </a:lnTo>
                  <a:lnTo>
                    <a:pt x="32" y="142"/>
                  </a:lnTo>
                  <a:lnTo>
                    <a:pt x="80" y="127"/>
                  </a:lnTo>
                  <a:lnTo>
                    <a:pt x="80" y="110"/>
                  </a:lnTo>
                  <a:cubicBezTo>
                    <a:pt x="80" y="110"/>
                    <a:pt x="95" y="110"/>
                    <a:pt x="95" y="95"/>
                  </a:cubicBezTo>
                  <a:lnTo>
                    <a:pt x="95" y="64"/>
                  </a:lnTo>
                  <a:lnTo>
                    <a:pt x="64" y="16"/>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4" name="Google Shape;1704;p38"/>
            <p:cNvSpPr/>
            <p:nvPr/>
          </p:nvSpPr>
          <p:spPr>
            <a:xfrm>
              <a:off x="3229116" y="1799767"/>
              <a:ext cx="3053" cy="6042"/>
            </a:xfrm>
            <a:custGeom>
              <a:avLst/>
              <a:gdLst/>
              <a:ahLst/>
              <a:cxnLst/>
              <a:rect l="l" t="t" r="r" b="b"/>
              <a:pathLst>
                <a:path w="96" h="190" extrusionOk="0">
                  <a:moveTo>
                    <a:pt x="32" y="1"/>
                  </a:moveTo>
                  <a:lnTo>
                    <a:pt x="32" y="1"/>
                  </a:lnTo>
                  <a:lnTo>
                    <a:pt x="16" y="17"/>
                  </a:lnTo>
                  <a:cubicBezTo>
                    <a:pt x="16" y="17"/>
                    <a:pt x="1" y="17"/>
                    <a:pt x="1" y="32"/>
                  </a:cubicBezTo>
                  <a:lnTo>
                    <a:pt x="1" y="32"/>
                  </a:lnTo>
                  <a:lnTo>
                    <a:pt x="1" y="158"/>
                  </a:lnTo>
                  <a:lnTo>
                    <a:pt x="1" y="174"/>
                  </a:lnTo>
                  <a:cubicBezTo>
                    <a:pt x="16" y="190"/>
                    <a:pt x="16" y="190"/>
                    <a:pt x="32" y="190"/>
                  </a:cubicBezTo>
                  <a:lnTo>
                    <a:pt x="48" y="190"/>
                  </a:lnTo>
                  <a:lnTo>
                    <a:pt x="48" y="190"/>
                  </a:lnTo>
                  <a:cubicBezTo>
                    <a:pt x="64" y="190"/>
                    <a:pt x="64" y="190"/>
                    <a:pt x="79" y="174"/>
                  </a:cubicBezTo>
                  <a:lnTo>
                    <a:pt x="64" y="174"/>
                  </a:lnTo>
                  <a:cubicBezTo>
                    <a:pt x="48" y="158"/>
                    <a:pt x="64" y="143"/>
                    <a:pt x="64" y="127"/>
                  </a:cubicBezTo>
                  <a:lnTo>
                    <a:pt x="79" y="111"/>
                  </a:lnTo>
                  <a:lnTo>
                    <a:pt x="79" y="111"/>
                  </a:lnTo>
                  <a:lnTo>
                    <a:pt x="79" y="111"/>
                  </a:lnTo>
                  <a:lnTo>
                    <a:pt x="79" y="95"/>
                  </a:lnTo>
                  <a:lnTo>
                    <a:pt x="95" y="48"/>
                  </a:lnTo>
                  <a:lnTo>
                    <a:pt x="95" y="32"/>
                  </a:lnTo>
                  <a:lnTo>
                    <a:pt x="79" y="17"/>
                  </a:lnTo>
                  <a:lnTo>
                    <a:pt x="64"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5" name="Google Shape;1705;p38"/>
            <p:cNvSpPr/>
            <p:nvPr/>
          </p:nvSpPr>
          <p:spPr>
            <a:xfrm>
              <a:off x="3414023" y="1804283"/>
              <a:ext cx="7569" cy="3530"/>
            </a:xfrm>
            <a:custGeom>
              <a:avLst/>
              <a:gdLst/>
              <a:ahLst/>
              <a:cxnLst/>
              <a:rect l="l" t="t" r="r" b="b"/>
              <a:pathLst>
                <a:path w="238" h="111" extrusionOk="0">
                  <a:moveTo>
                    <a:pt x="48" y="1"/>
                  </a:moveTo>
                  <a:lnTo>
                    <a:pt x="48" y="1"/>
                  </a:lnTo>
                  <a:lnTo>
                    <a:pt x="48" y="1"/>
                  </a:lnTo>
                  <a:close/>
                  <a:moveTo>
                    <a:pt x="32" y="1"/>
                  </a:moveTo>
                  <a:lnTo>
                    <a:pt x="32" y="1"/>
                  </a:lnTo>
                  <a:lnTo>
                    <a:pt x="16" y="1"/>
                  </a:lnTo>
                  <a:lnTo>
                    <a:pt x="0" y="16"/>
                  </a:lnTo>
                  <a:lnTo>
                    <a:pt x="0" y="32"/>
                  </a:lnTo>
                  <a:cubicBezTo>
                    <a:pt x="0" y="48"/>
                    <a:pt x="0" y="64"/>
                    <a:pt x="16" y="64"/>
                  </a:cubicBezTo>
                  <a:lnTo>
                    <a:pt x="32" y="79"/>
                  </a:lnTo>
                  <a:cubicBezTo>
                    <a:pt x="32" y="64"/>
                    <a:pt x="32" y="64"/>
                    <a:pt x="48" y="64"/>
                  </a:cubicBezTo>
                  <a:lnTo>
                    <a:pt x="63" y="48"/>
                  </a:lnTo>
                  <a:lnTo>
                    <a:pt x="79" y="48"/>
                  </a:lnTo>
                  <a:lnTo>
                    <a:pt x="79" y="48"/>
                  </a:lnTo>
                  <a:cubicBezTo>
                    <a:pt x="95" y="48"/>
                    <a:pt x="95" y="64"/>
                    <a:pt x="111" y="64"/>
                  </a:cubicBezTo>
                  <a:lnTo>
                    <a:pt x="111" y="79"/>
                  </a:lnTo>
                  <a:lnTo>
                    <a:pt x="111" y="79"/>
                  </a:lnTo>
                  <a:cubicBezTo>
                    <a:pt x="126" y="79"/>
                    <a:pt x="126" y="95"/>
                    <a:pt x="143" y="95"/>
                  </a:cubicBezTo>
                  <a:lnTo>
                    <a:pt x="174" y="95"/>
                  </a:lnTo>
                  <a:cubicBezTo>
                    <a:pt x="174" y="95"/>
                    <a:pt x="189" y="95"/>
                    <a:pt x="189" y="111"/>
                  </a:cubicBezTo>
                  <a:lnTo>
                    <a:pt x="206" y="111"/>
                  </a:lnTo>
                  <a:cubicBezTo>
                    <a:pt x="221" y="111"/>
                    <a:pt x="221" y="95"/>
                    <a:pt x="237" y="79"/>
                  </a:cubicBezTo>
                  <a:lnTo>
                    <a:pt x="237" y="64"/>
                  </a:lnTo>
                  <a:cubicBezTo>
                    <a:pt x="237" y="64"/>
                    <a:pt x="237" y="48"/>
                    <a:pt x="221" y="48"/>
                  </a:cubicBezTo>
                  <a:lnTo>
                    <a:pt x="206" y="32"/>
                  </a:lnTo>
                  <a:lnTo>
                    <a:pt x="206" y="32"/>
                  </a:lnTo>
                  <a:lnTo>
                    <a:pt x="206" y="64"/>
                  </a:lnTo>
                  <a:lnTo>
                    <a:pt x="174" y="95"/>
                  </a:lnTo>
                  <a:lnTo>
                    <a:pt x="174" y="95"/>
                  </a:lnTo>
                  <a:lnTo>
                    <a:pt x="158" y="95"/>
                  </a:lnTo>
                  <a:lnTo>
                    <a:pt x="126" y="79"/>
                  </a:lnTo>
                  <a:cubicBezTo>
                    <a:pt x="111" y="64"/>
                    <a:pt x="111" y="64"/>
                    <a:pt x="111" y="48"/>
                  </a:cubicBezTo>
                  <a:lnTo>
                    <a:pt x="111" y="16"/>
                  </a:lnTo>
                  <a:lnTo>
                    <a:pt x="79" y="16"/>
                  </a:ln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6" name="Google Shape;1706;p38"/>
            <p:cNvSpPr/>
            <p:nvPr/>
          </p:nvSpPr>
          <p:spPr>
            <a:xfrm>
              <a:off x="3415518" y="180428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7" name="Google Shape;1707;p38"/>
            <p:cNvSpPr/>
            <p:nvPr/>
          </p:nvSpPr>
          <p:spPr>
            <a:xfrm>
              <a:off x="3422546" y="1769712"/>
              <a:ext cx="4516" cy="4039"/>
            </a:xfrm>
            <a:custGeom>
              <a:avLst/>
              <a:gdLst/>
              <a:ahLst/>
              <a:cxnLst/>
              <a:rect l="l" t="t" r="r" b="b"/>
              <a:pathLst>
                <a:path w="142" h="127" extrusionOk="0">
                  <a:moveTo>
                    <a:pt x="47" y="0"/>
                  </a:moveTo>
                  <a:lnTo>
                    <a:pt x="47" y="0"/>
                  </a:lnTo>
                  <a:cubicBezTo>
                    <a:pt x="32" y="17"/>
                    <a:pt x="16" y="17"/>
                    <a:pt x="16" y="17"/>
                  </a:cubicBezTo>
                  <a:cubicBezTo>
                    <a:pt x="1" y="32"/>
                    <a:pt x="1" y="63"/>
                    <a:pt x="16" y="63"/>
                  </a:cubicBezTo>
                  <a:lnTo>
                    <a:pt x="79" y="111"/>
                  </a:lnTo>
                  <a:cubicBezTo>
                    <a:pt x="79" y="126"/>
                    <a:pt x="95" y="126"/>
                    <a:pt x="95" y="126"/>
                  </a:cubicBezTo>
                  <a:cubicBezTo>
                    <a:pt x="95" y="111"/>
                    <a:pt x="110" y="95"/>
                    <a:pt x="110" y="95"/>
                  </a:cubicBezTo>
                  <a:lnTo>
                    <a:pt x="127" y="95"/>
                  </a:lnTo>
                  <a:lnTo>
                    <a:pt x="127" y="95"/>
                  </a:lnTo>
                  <a:lnTo>
                    <a:pt x="142" y="95"/>
                  </a:lnTo>
                  <a:cubicBezTo>
                    <a:pt x="142" y="80"/>
                    <a:pt x="142" y="63"/>
                    <a:pt x="127" y="63"/>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8" name="Google Shape;1708;p38"/>
            <p:cNvSpPr/>
            <p:nvPr/>
          </p:nvSpPr>
          <p:spPr>
            <a:xfrm>
              <a:off x="3429034" y="1779254"/>
              <a:ext cx="3562" cy="3498"/>
            </a:xfrm>
            <a:custGeom>
              <a:avLst/>
              <a:gdLst/>
              <a:ahLst/>
              <a:cxnLst/>
              <a:rect l="l" t="t" r="r" b="b"/>
              <a:pathLst>
                <a:path w="112" h="110" extrusionOk="0">
                  <a:moveTo>
                    <a:pt x="49" y="0"/>
                  </a:moveTo>
                  <a:lnTo>
                    <a:pt x="32" y="0"/>
                  </a:lnTo>
                  <a:cubicBezTo>
                    <a:pt x="17" y="0"/>
                    <a:pt x="17" y="0"/>
                    <a:pt x="1" y="15"/>
                  </a:cubicBezTo>
                  <a:cubicBezTo>
                    <a:pt x="1" y="32"/>
                    <a:pt x="1" y="47"/>
                    <a:pt x="17" y="63"/>
                  </a:cubicBezTo>
                  <a:lnTo>
                    <a:pt x="17" y="95"/>
                  </a:lnTo>
                  <a:cubicBezTo>
                    <a:pt x="17" y="95"/>
                    <a:pt x="17" y="110"/>
                    <a:pt x="32" y="110"/>
                  </a:cubicBezTo>
                  <a:lnTo>
                    <a:pt x="64" y="78"/>
                  </a:lnTo>
                  <a:lnTo>
                    <a:pt x="80" y="78"/>
                  </a:lnTo>
                  <a:lnTo>
                    <a:pt x="80" y="78"/>
                  </a:lnTo>
                  <a:lnTo>
                    <a:pt x="95" y="78"/>
                  </a:lnTo>
                  <a:cubicBezTo>
                    <a:pt x="95" y="78"/>
                    <a:pt x="112" y="63"/>
                    <a:pt x="112" y="47"/>
                  </a:cubicBezTo>
                  <a:cubicBezTo>
                    <a:pt x="95" y="15"/>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9" name="Google Shape;1709;p38"/>
            <p:cNvSpPr/>
            <p:nvPr/>
          </p:nvSpPr>
          <p:spPr>
            <a:xfrm>
              <a:off x="3385940" y="1772702"/>
              <a:ext cx="5565" cy="4580"/>
            </a:xfrm>
            <a:custGeom>
              <a:avLst/>
              <a:gdLst/>
              <a:ahLst/>
              <a:cxnLst/>
              <a:rect l="l" t="t" r="r" b="b"/>
              <a:pathLst>
                <a:path w="175" h="144" extrusionOk="0">
                  <a:moveTo>
                    <a:pt x="112" y="1"/>
                  </a:moveTo>
                  <a:lnTo>
                    <a:pt x="112" y="1"/>
                  </a:lnTo>
                  <a:cubicBezTo>
                    <a:pt x="112" y="1"/>
                    <a:pt x="95" y="1"/>
                    <a:pt x="95" y="17"/>
                  </a:cubicBezTo>
                  <a:cubicBezTo>
                    <a:pt x="80" y="32"/>
                    <a:pt x="80" y="49"/>
                    <a:pt x="95" y="64"/>
                  </a:cubicBezTo>
                  <a:lnTo>
                    <a:pt x="95" y="64"/>
                  </a:lnTo>
                  <a:lnTo>
                    <a:pt x="95" y="64"/>
                  </a:lnTo>
                  <a:cubicBezTo>
                    <a:pt x="80" y="64"/>
                    <a:pt x="80" y="80"/>
                    <a:pt x="80" y="80"/>
                  </a:cubicBezTo>
                  <a:lnTo>
                    <a:pt x="80" y="80"/>
                  </a:lnTo>
                  <a:lnTo>
                    <a:pt x="49" y="80"/>
                  </a:lnTo>
                  <a:lnTo>
                    <a:pt x="32" y="80"/>
                  </a:lnTo>
                  <a:lnTo>
                    <a:pt x="32" y="80"/>
                  </a:lnTo>
                  <a:cubicBezTo>
                    <a:pt x="17" y="80"/>
                    <a:pt x="1" y="80"/>
                    <a:pt x="1" y="112"/>
                  </a:cubicBezTo>
                  <a:lnTo>
                    <a:pt x="1" y="127"/>
                  </a:lnTo>
                  <a:lnTo>
                    <a:pt x="32" y="127"/>
                  </a:lnTo>
                  <a:lnTo>
                    <a:pt x="32" y="127"/>
                  </a:lnTo>
                  <a:lnTo>
                    <a:pt x="49" y="127"/>
                  </a:lnTo>
                  <a:lnTo>
                    <a:pt x="95" y="143"/>
                  </a:lnTo>
                  <a:lnTo>
                    <a:pt x="95" y="143"/>
                  </a:lnTo>
                  <a:lnTo>
                    <a:pt x="112" y="143"/>
                  </a:lnTo>
                  <a:lnTo>
                    <a:pt x="112" y="143"/>
                  </a:lnTo>
                  <a:cubicBezTo>
                    <a:pt x="112" y="127"/>
                    <a:pt x="112" y="127"/>
                    <a:pt x="127" y="112"/>
                  </a:cubicBezTo>
                  <a:cubicBezTo>
                    <a:pt x="112" y="112"/>
                    <a:pt x="95" y="95"/>
                    <a:pt x="95" y="80"/>
                  </a:cubicBezTo>
                  <a:cubicBezTo>
                    <a:pt x="95" y="64"/>
                    <a:pt x="112" y="49"/>
                    <a:pt x="127" y="49"/>
                  </a:cubicBezTo>
                  <a:lnTo>
                    <a:pt x="143" y="49"/>
                  </a:lnTo>
                  <a:lnTo>
                    <a:pt x="175" y="49"/>
                  </a:lnTo>
                  <a:lnTo>
                    <a:pt x="175" y="49"/>
                  </a:ln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0" name="Google Shape;1710;p38"/>
            <p:cNvSpPr/>
            <p:nvPr/>
          </p:nvSpPr>
          <p:spPr>
            <a:xfrm>
              <a:off x="3017654" y="1804792"/>
              <a:ext cx="4071" cy="6042"/>
            </a:xfrm>
            <a:custGeom>
              <a:avLst/>
              <a:gdLst/>
              <a:ahLst/>
              <a:cxnLst/>
              <a:rect l="l" t="t" r="r" b="b"/>
              <a:pathLst>
                <a:path w="128" h="190" extrusionOk="0">
                  <a:moveTo>
                    <a:pt x="33" y="0"/>
                  </a:moveTo>
                  <a:lnTo>
                    <a:pt x="33" y="16"/>
                  </a:lnTo>
                  <a:cubicBezTo>
                    <a:pt x="16" y="32"/>
                    <a:pt x="16" y="48"/>
                    <a:pt x="33" y="63"/>
                  </a:cubicBezTo>
                  <a:cubicBezTo>
                    <a:pt x="48" y="63"/>
                    <a:pt x="64" y="79"/>
                    <a:pt x="64" y="79"/>
                  </a:cubicBezTo>
                  <a:lnTo>
                    <a:pt x="48" y="79"/>
                  </a:lnTo>
                  <a:lnTo>
                    <a:pt x="33" y="79"/>
                  </a:lnTo>
                  <a:cubicBezTo>
                    <a:pt x="16" y="79"/>
                    <a:pt x="1" y="111"/>
                    <a:pt x="16" y="126"/>
                  </a:cubicBezTo>
                  <a:lnTo>
                    <a:pt x="16" y="142"/>
                  </a:lnTo>
                  <a:cubicBezTo>
                    <a:pt x="33" y="158"/>
                    <a:pt x="33" y="174"/>
                    <a:pt x="48" y="189"/>
                  </a:cubicBezTo>
                  <a:lnTo>
                    <a:pt x="48" y="189"/>
                  </a:lnTo>
                  <a:lnTo>
                    <a:pt x="64" y="189"/>
                  </a:lnTo>
                  <a:lnTo>
                    <a:pt x="64" y="189"/>
                  </a:lnTo>
                  <a:lnTo>
                    <a:pt x="64" y="174"/>
                  </a:lnTo>
                  <a:lnTo>
                    <a:pt x="64" y="174"/>
                  </a:lnTo>
                  <a:lnTo>
                    <a:pt x="64" y="174"/>
                  </a:lnTo>
                  <a:cubicBezTo>
                    <a:pt x="48" y="158"/>
                    <a:pt x="48" y="126"/>
                    <a:pt x="64" y="111"/>
                  </a:cubicBezTo>
                  <a:lnTo>
                    <a:pt x="79" y="111"/>
                  </a:lnTo>
                  <a:lnTo>
                    <a:pt x="79" y="111"/>
                  </a:lnTo>
                  <a:cubicBezTo>
                    <a:pt x="96" y="111"/>
                    <a:pt x="111" y="111"/>
                    <a:pt x="111" y="126"/>
                  </a:cubicBezTo>
                  <a:lnTo>
                    <a:pt x="127" y="142"/>
                  </a:lnTo>
                  <a:lnTo>
                    <a:pt x="127" y="111"/>
                  </a:lnTo>
                  <a:lnTo>
                    <a:pt x="111" y="111"/>
                  </a:lnTo>
                  <a:cubicBezTo>
                    <a:pt x="111" y="111"/>
                    <a:pt x="96" y="111"/>
                    <a:pt x="79" y="95"/>
                  </a:cubicBezTo>
                  <a:lnTo>
                    <a:pt x="79" y="63"/>
                  </a:lnTo>
                  <a:lnTo>
                    <a:pt x="79" y="48"/>
                  </a:lnTo>
                  <a:cubicBezTo>
                    <a:pt x="79" y="32"/>
                    <a:pt x="79" y="32"/>
                    <a:pt x="96" y="16"/>
                  </a:cubicBezTo>
                  <a:lnTo>
                    <a:pt x="96" y="16"/>
                  </a:lnTo>
                  <a:lnTo>
                    <a:pt x="79" y="16"/>
                  </a:lnTo>
                  <a:lnTo>
                    <a:pt x="64" y="16"/>
                  </a:lnTo>
                  <a:lnTo>
                    <a:pt x="48" y="16"/>
                  </a:lnTo>
                  <a:cubicBezTo>
                    <a:pt x="33" y="16"/>
                    <a:pt x="33" y="16"/>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1" name="Google Shape;1711;p38"/>
            <p:cNvSpPr/>
            <p:nvPr/>
          </p:nvSpPr>
          <p:spPr>
            <a:xfrm>
              <a:off x="3419557" y="1764687"/>
              <a:ext cx="2512" cy="2035"/>
            </a:xfrm>
            <a:custGeom>
              <a:avLst/>
              <a:gdLst/>
              <a:ahLst/>
              <a:cxnLst/>
              <a:rect l="l" t="t" r="r" b="b"/>
              <a:pathLst>
                <a:path w="79" h="64" extrusionOk="0">
                  <a:moveTo>
                    <a:pt x="63" y="1"/>
                  </a:moveTo>
                  <a:lnTo>
                    <a:pt x="0" y="32"/>
                  </a:lnTo>
                  <a:lnTo>
                    <a:pt x="0" y="32"/>
                  </a:lnTo>
                  <a:lnTo>
                    <a:pt x="63" y="64"/>
                  </a:lnTo>
                  <a:lnTo>
                    <a:pt x="63" y="64"/>
                  </a:lnTo>
                  <a:lnTo>
                    <a:pt x="78" y="64"/>
                  </a:lnTo>
                  <a:cubicBezTo>
                    <a:pt x="63" y="49"/>
                    <a:pt x="63"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2" name="Google Shape;1712;p38"/>
            <p:cNvSpPr/>
            <p:nvPr/>
          </p:nvSpPr>
          <p:spPr>
            <a:xfrm>
              <a:off x="3048726" y="1820344"/>
              <a:ext cx="3530" cy="2035"/>
            </a:xfrm>
            <a:custGeom>
              <a:avLst/>
              <a:gdLst/>
              <a:ahLst/>
              <a:cxnLst/>
              <a:rect l="l" t="t" r="r" b="b"/>
              <a:pathLst>
                <a:path w="111" h="64" extrusionOk="0">
                  <a:moveTo>
                    <a:pt x="32" y="0"/>
                  </a:moveTo>
                  <a:lnTo>
                    <a:pt x="32" y="0"/>
                  </a:lnTo>
                  <a:cubicBezTo>
                    <a:pt x="16" y="15"/>
                    <a:pt x="1" y="15"/>
                    <a:pt x="1" y="32"/>
                  </a:cubicBezTo>
                  <a:lnTo>
                    <a:pt x="1" y="63"/>
                  </a:lnTo>
                  <a:cubicBezTo>
                    <a:pt x="16" y="63"/>
                    <a:pt x="16" y="63"/>
                    <a:pt x="32" y="47"/>
                  </a:cubicBezTo>
                  <a:cubicBezTo>
                    <a:pt x="47" y="47"/>
                    <a:pt x="79" y="47"/>
                    <a:pt x="95" y="32"/>
                  </a:cubicBezTo>
                  <a:lnTo>
                    <a:pt x="111" y="32"/>
                  </a:lnTo>
                  <a:lnTo>
                    <a:pt x="95" y="32"/>
                  </a:lnTo>
                  <a:lnTo>
                    <a:pt x="79" y="15"/>
                  </a:lnTo>
                  <a:lnTo>
                    <a:pt x="47"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3" name="Google Shape;1713;p38"/>
            <p:cNvSpPr/>
            <p:nvPr/>
          </p:nvSpPr>
          <p:spPr>
            <a:xfrm>
              <a:off x="3268203" y="1763702"/>
              <a:ext cx="5534" cy="2544"/>
            </a:xfrm>
            <a:custGeom>
              <a:avLst/>
              <a:gdLst/>
              <a:ahLst/>
              <a:cxnLst/>
              <a:rect l="l" t="t" r="r" b="b"/>
              <a:pathLst>
                <a:path w="174" h="80" extrusionOk="0">
                  <a:moveTo>
                    <a:pt x="173" y="0"/>
                  </a:moveTo>
                  <a:cubicBezTo>
                    <a:pt x="110" y="0"/>
                    <a:pt x="47" y="16"/>
                    <a:pt x="1" y="16"/>
                  </a:cubicBezTo>
                  <a:lnTo>
                    <a:pt x="1" y="32"/>
                  </a:lnTo>
                  <a:lnTo>
                    <a:pt x="47" y="63"/>
                  </a:lnTo>
                  <a:lnTo>
                    <a:pt x="64" y="80"/>
                  </a:lnTo>
                  <a:lnTo>
                    <a:pt x="79" y="80"/>
                  </a:lnTo>
                  <a:lnTo>
                    <a:pt x="95" y="80"/>
                  </a:lnTo>
                  <a:lnTo>
                    <a:pt x="110" y="80"/>
                  </a:lnTo>
                  <a:lnTo>
                    <a:pt x="158" y="32"/>
                  </a:lnTo>
                  <a:cubicBezTo>
                    <a:pt x="173" y="32"/>
                    <a:pt x="173"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4" name="Google Shape;1714;p38"/>
            <p:cNvSpPr/>
            <p:nvPr/>
          </p:nvSpPr>
          <p:spPr>
            <a:xfrm>
              <a:off x="3324813" y="1773243"/>
              <a:ext cx="9064" cy="4039"/>
            </a:xfrm>
            <a:custGeom>
              <a:avLst/>
              <a:gdLst/>
              <a:ahLst/>
              <a:cxnLst/>
              <a:rect l="l" t="t" r="r" b="b"/>
              <a:pathLst>
                <a:path w="285" h="127" extrusionOk="0">
                  <a:moveTo>
                    <a:pt x="238" y="0"/>
                  </a:moveTo>
                  <a:lnTo>
                    <a:pt x="238" y="0"/>
                  </a:lnTo>
                  <a:lnTo>
                    <a:pt x="238" y="0"/>
                  </a:lnTo>
                  <a:lnTo>
                    <a:pt x="158" y="32"/>
                  </a:lnTo>
                  <a:cubicBezTo>
                    <a:pt x="143" y="15"/>
                    <a:pt x="127" y="15"/>
                    <a:pt x="127" y="15"/>
                  </a:cubicBezTo>
                  <a:cubicBezTo>
                    <a:pt x="80" y="15"/>
                    <a:pt x="48" y="32"/>
                    <a:pt x="17" y="47"/>
                  </a:cubicBezTo>
                  <a:cubicBezTo>
                    <a:pt x="1" y="47"/>
                    <a:pt x="1" y="47"/>
                    <a:pt x="1" y="63"/>
                  </a:cubicBezTo>
                  <a:lnTo>
                    <a:pt x="1" y="63"/>
                  </a:lnTo>
                  <a:lnTo>
                    <a:pt x="1" y="63"/>
                  </a:lnTo>
                  <a:lnTo>
                    <a:pt x="17" y="78"/>
                  </a:lnTo>
                  <a:lnTo>
                    <a:pt x="17" y="110"/>
                  </a:lnTo>
                  <a:lnTo>
                    <a:pt x="17" y="126"/>
                  </a:lnTo>
                  <a:lnTo>
                    <a:pt x="95" y="78"/>
                  </a:lnTo>
                  <a:lnTo>
                    <a:pt x="111" y="63"/>
                  </a:lnTo>
                  <a:lnTo>
                    <a:pt x="111" y="63"/>
                  </a:lnTo>
                  <a:cubicBezTo>
                    <a:pt x="127" y="63"/>
                    <a:pt x="143" y="78"/>
                    <a:pt x="143" y="78"/>
                  </a:cubicBezTo>
                  <a:cubicBezTo>
                    <a:pt x="143" y="95"/>
                    <a:pt x="158" y="95"/>
                    <a:pt x="158" y="95"/>
                  </a:cubicBezTo>
                  <a:lnTo>
                    <a:pt x="158" y="95"/>
                  </a:lnTo>
                  <a:lnTo>
                    <a:pt x="158" y="95"/>
                  </a:lnTo>
                  <a:lnTo>
                    <a:pt x="158" y="78"/>
                  </a:lnTo>
                  <a:cubicBezTo>
                    <a:pt x="143" y="63"/>
                    <a:pt x="158" y="47"/>
                    <a:pt x="175" y="32"/>
                  </a:cubicBezTo>
                  <a:lnTo>
                    <a:pt x="175" y="32"/>
                  </a:lnTo>
                  <a:lnTo>
                    <a:pt x="190" y="32"/>
                  </a:lnTo>
                  <a:cubicBezTo>
                    <a:pt x="190" y="32"/>
                    <a:pt x="206" y="32"/>
                    <a:pt x="221" y="47"/>
                  </a:cubicBezTo>
                  <a:lnTo>
                    <a:pt x="221" y="47"/>
                  </a:lnTo>
                  <a:lnTo>
                    <a:pt x="221" y="47"/>
                  </a:lnTo>
                  <a:cubicBezTo>
                    <a:pt x="221" y="32"/>
                    <a:pt x="238" y="15"/>
                    <a:pt x="253" y="15"/>
                  </a:cubicBezTo>
                  <a:cubicBezTo>
                    <a:pt x="253" y="15"/>
                    <a:pt x="269" y="15"/>
                    <a:pt x="269" y="32"/>
                  </a:cubicBezTo>
                  <a:lnTo>
                    <a:pt x="284" y="32"/>
                  </a:lnTo>
                  <a:cubicBezTo>
                    <a:pt x="284" y="32"/>
                    <a:pt x="284" y="15"/>
                    <a:pt x="269" y="15"/>
                  </a:cubicBezTo>
                  <a:cubicBezTo>
                    <a:pt x="269" y="0"/>
                    <a:pt x="253" y="0"/>
                    <a:pt x="25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5" name="Google Shape;1715;p38"/>
            <p:cNvSpPr/>
            <p:nvPr/>
          </p:nvSpPr>
          <p:spPr>
            <a:xfrm>
              <a:off x="3420543" y="1761698"/>
              <a:ext cx="8046" cy="3530"/>
            </a:xfrm>
            <a:custGeom>
              <a:avLst/>
              <a:gdLst/>
              <a:ahLst/>
              <a:cxnLst/>
              <a:rect l="l" t="t" r="r" b="b"/>
              <a:pathLst>
                <a:path w="253" h="111" extrusionOk="0">
                  <a:moveTo>
                    <a:pt x="47" y="0"/>
                  </a:moveTo>
                  <a:lnTo>
                    <a:pt x="32" y="0"/>
                  </a:lnTo>
                  <a:lnTo>
                    <a:pt x="16" y="16"/>
                  </a:lnTo>
                  <a:cubicBezTo>
                    <a:pt x="16" y="16"/>
                    <a:pt x="16" y="32"/>
                    <a:pt x="1" y="32"/>
                  </a:cubicBezTo>
                  <a:lnTo>
                    <a:pt x="16" y="32"/>
                  </a:lnTo>
                  <a:lnTo>
                    <a:pt x="16" y="32"/>
                  </a:lnTo>
                  <a:cubicBezTo>
                    <a:pt x="16" y="32"/>
                    <a:pt x="32" y="32"/>
                    <a:pt x="32" y="48"/>
                  </a:cubicBezTo>
                  <a:cubicBezTo>
                    <a:pt x="47" y="32"/>
                    <a:pt x="47" y="32"/>
                    <a:pt x="64" y="32"/>
                  </a:cubicBezTo>
                  <a:lnTo>
                    <a:pt x="64" y="32"/>
                  </a:lnTo>
                  <a:lnTo>
                    <a:pt x="64" y="32"/>
                  </a:lnTo>
                  <a:cubicBezTo>
                    <a:pt x="79" y="32"/>
                    <a:pt x="95" y="48"/>
                    <a:pt x="95" y="63"/>
                  </a:cubicBezTo>
                  <a:lnTo>
                    <a:pt x="95" y="95"/>
                  </a:lnTo>
                  <a:lnTo>
                    <a:pt x="95" y="95"/>
                  </a:lnTo>
                  <a:lnTo>
                    <a:pt x="110" y="95"/>
                  </a:lnTo>
                  <a:lnTo>
                    <a:pt x="127" y="95"/>
                  </a:lnTo>
                  <a:lnTo>
                    <a:pt x="142" y="95"/>
                  </a:lnTo>
                  <a:lnTo>
                    <a:pt x="158" y="95"/>
                  </a:lnTo>
                  <a:cubicBezTo>
                    <a:pt x="158" y="111"/>
                    <a:pt x="190" y="111"/>
                    <a:pt x="205" y="111"/>
                  </a:cubicBezTo>
                  <a:lnTo>
                    <a:pt x="221" y="111"/>
                  </a:lnTo>
                  <a:cubicBezTo>
                    <a:pt x="236" y="111"/>
                    <a:pt x="253" y="95"/>
                    <a:pt x="236" y="79"/>
                  </a:cubicBezTo>
                  <a:cubicBezTo>
                    <a:pt x="236" y="63"/>
                    <a:pt x="221" y="48"/>
                    <a:pt x="205" y="48"/>
                  </a:cubicBezTo>
                  <a:lnTo>
                    <a:pt x="205" y="48"/>
                  </a:lnTo>
                  <a:lnTo>
                    <a:pt x="190" y="48"/>
                  </a:lnTo>
                  <a:cubicBezTo>
                    <a:pt x="173" y="32"/>
                    <a:pt x="158" y="32"/>
                    <a:pt x="127" y="32"/>
                  </a:cubicBezTo>
                  <a:lnTo>
                    <a:pt x="95" y="32"/>
                  </a:lnTo>
                  <a:lnTo>
                    <a:pt x="79" y="32"/>
                  </a:lnTo>
                  <a:lnTo>
                    <a:pt x="79" y="32"/>
                  </a:lnTo>
                  <a:cubicBezTo>
                    <a:pt x="64" y="32"/>
                    <a:pt x="64" y="32"/>
                    <a:pt x="64" y="16"/>
                  </a:cubicBezTo>
                  <a:cubicBezTo>
                    <a:pt x="47" y="16"/>
                    <a:pt x="47" y="16"/>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6" name="Google Shape;1716;p38"/>
            <p:cNvSpPr/>
            <p:nvPr/>
          </p:nvSpPr>
          <p:spPr>
            <a:xfrm>
              <a:off x="3020166" y="1804283"/>
              <a:ext cx="6042" cy="4039"/>
            </a:xfrm>
            <a:custGeom>
              <a:avLst/>
              <a:gdLst/>
              <a:ahLst/>
              <a:cxnLst/>
              <a:rect l="l" t="t" r="r" b="b"/>
              <a:pathLst>
                <a:path w="190" h="127" extrusionOk="0">
                  <a:moveTo>
                    <a:pt x="158" y="1"/>
                  </a:moveTo>
                  <a:lnTo>
                    <a:pt x="158" y="1"/>
                  </a:lnTo>
                  <a:lnTo>
                    <a:pt x="158" y="1"/>
                  </a:lnTo>
                  <a:cubicBezTo>
                    <a:pt x="143" y="16"/>
                    <a:pt x="143" y="32"/>
                    <a:pt x="126" y="32"/>
                  </a:cubicBezTo>
                  <a:lnTo>
                    <a:pt x="111" y="32"/>
                  </a:lnTo>
                  <a:lnTo>
                    <a:pt x="111" y="32"/>
                  </a:lnTo>
                  <a:lnTo>
                    <a:pt x="80" y="32"/>
                  </a:lnTo>
                  <a:cubicBezTo>
                    <a:pt x="80" y="48"/>
                    <a:pt x="95" y="48"/>
                    <a:pt x="95" y="64"/>
                  </a:cubicBezTo>
                  <a:cubicBezTo>
                    <a:pt x="95" y="79"/>
                    <a:pt x="80" y="95"/>
                    <a:pt x="63" y="95"/>
                  </a:cubicBezTo>
                  <a:lnTo>
                    <a:pt x="32" y="95"/>
                  </a:lnTo>
                  <a:lnTo>
                    <a:pt x="32" y="95"/>
                  </a:lnTo>
                  <a:cubicBezTo>
                    <a:pt x="17" y="95"/>
                    <a:pt x="17" y="95"/>
                    <a:pt x="0" y="79"/>
                  </a:cubicBezTo>
                  <a:lnTo>
                    <a:pt x="0" y="111"/>
                  </a:lnTo>
                  <a:cubicBezTo>
                    <a:pt x="17" y="127"/>
                    <a:pt x="32" y="127"/>
                    <a:pt x="32" y="127"/>
                  </a:cubicBezTo>
                  <a:lnTo>
                    <a:pt x="48" y="127"/>
                  </a:lnTo>
                  <a:lnTo>
                    <a:pt x="48" y="127"/>
                  </a:lnTo>
                  <a:lnTo>
                    <a:pt x="126" y="95"/>
                  </a:lnTo>
                  <a:lnTo>
                    <a:pt x="158" y="79"/>
                  </a:lnTo>
                  <a:cubicBezTo>
                    <a:pt x="158" y="64"/>
                    <a:pt x="158" y="64"/>
                    <a:pt x="174" y="64"/>
                  </a:cubicBezTo>
                  <a:lnTo>
                    <a:pt x="189" y="48"/>
                  </a:lnTo>
                  <a:lnTo>
                    <a:pt x="189" y="16"/>
                  </a:lnTo>
                  <a:cubicBezTo>
                    <a:pt x="189" y="16"/>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7" name="Google Shape;1717;p38"/>
            <p:cNvSpPr/>
            <p:nvPr/>
          </p:nvSpPr>
          <p:spPr>
            <a:xfrm>
              <a:off x="3338362" y="1812806"/>
              <a:ext cx="4516" cy="3021"/>
            </a:xfrm>
            <a:custGeom>
              <a:avLst/>
              <a:gdLst/>
              <a:ahLst/>
              <a:cxnLst/>
              <a:rect l="l" t="t" r="r" b="b"/>
              <a:pathLst>
                <a:path w="142" h="95" extrusionOk="0">
                  <a:moveTo>
                    <a:pt x="127" y="0"/>
                  </a:moveTo>
                  <a:lnTo>
                    <a:pt x="95" y="17"/>
                  </a:lnTo>
                  <a:lnTo>
                    <a:pt x="47" y="32"/>
                  </a:lnTo>
                  <a:cubicBezTo>
                    <a:pt x="47" y="48"/>
                    <a:pt x="32" y="63"/>
                    <a:pt x="16" y="63"/>
                  </a:cubicBezTo>
                  <a:lnTo>
                    <a:pt x="16" y="63"/>
                  </a:lnTo>
                  <a:lnTo>
                    <a:pt x="1" y="63"/>
                  </a:lnTo>
                  <a:lnTo>
                    <a:pt x="1" y="80"/>
                  </a:lnTo>
                  <a:cubicBezTo>
                    <a:pt x="1" y="95"/>
                    <a:pt x="1" y="95"/>
                    <a:pt x="16" y="95"/>
                  </a:cubicBezTo>
                  <a:lnTo>
                    <a:pt x="32" y="95"/>
                  </a:lnTo>
                  <a:cubicBezTo>
                    <a:pt x="32" y="95"/>
                    <a:pt x="32" y="80"/>
                    <a:pt x="47" y="80"/>
                  </a:cubicBezTo>
                  <a:lnTo>
                    <a:pt x="64" y="63"/>
                  </a:lnTo>
                  <a:lnTo>
                    <a:pt x="79" y="63"/>
                  </a:lnTo>
                  <a:lnTo>
                    <a:pt x="79" y="63"/>
                  </a:lnTo>
                  <a:cubicBezTo>
                    <a:pt x="95" y="63"/>
                    <a:pt x="95" y="63"/>
                    <a:pt x="110" y="80"/>
                  </a:cubicBezTo>
                  <a:lnTo>
                    <a:pt x="110" y="80"/>
                  </a:lnTo>
                  <a:lnTo>
                    <a:pt x="142" y="63"/>
                  </a:lnTo>
                  <a:lnTo>
                    <a:pt x="127" y="63"/>
                  </a:lnTo>
                  <a:cubicBezTo>
                    <a:pt x="110" y="48"/>
                    <a:pt x="110" y="48"/>
                    <a:pt x="110" y="32"/>
                  </a:cubicBezTo>
                  <a:cubicBezTo>
                    <a:pt x="110" y="17"/>
                    <a:pt x="110"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8" name="Google Shape;1718;p38"/>
            <p:cNvSpPr/>
            <p:nvPr/>
          </p:nvSpPr>
          <p:spPr>
            <a:xfrm>
              <a:off x="3182015" y="1804792"/>
              <a:ext cx="3053" cy="4548"/>
            </a:xfrm>
            <a:custGeom>
              <a:avLst/>
              <a:gdLst/>
              <a:ahLst/>
              <a:cxnLst/>
              <a:rect l="l" t="t" r="r" b="b"/>
              <a:pathLst>
                <a:path w="96" h="143" extrusionOk="0">
                  <a:moveTo>
                    <a:pt x="16" y="0"/>
                  </a:moveTo>
                  <a:lnTo>
                    <a:pt x="16" y="0"/>
                  </a:lnTo>
                  <a:lnTo>
                    <a:pt x="16" y="0"/>
                  </a:lnTo>
                  <a:cubicBezTo>
                    <a:pt x="1" y="0"/>
                    <a:pt x="1" y="0"/>
                    <a:pt x="1" y="16"/>
                  </a:cubicBezTo>
                  <a:lnTo>
                    <a:pt x="16" y="95"/>
                  </a:lnTo>
                  <a:lnTo>
                    <a:pt x="16" y="111"/>
                  </a:lnTo>
                  <a:lnTo>
                    <a:pt x="47" y="142"/>
                  </a:lnTo>
                  <a:lnTo>
                    <a:pt x="64" y="142"/>
                  </a:lnTo>
                  <a:cubicBezTo>
                    <a:pt x="79" y="126"/>
                    <a:pt x="95" y="111"/>
                    <a:pt x="79" y="95"/>
                  </a:cubicBezTo>
                  <a:lnTo>
                    <a:pt x="47" y="16"/>
                  </a:lnTo>
                  <a:cubicBezTo>
                    <a:pt x="47" y="16"/>
                    <a:pt x="32" y="0"/>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9" name="Google Shape;1719;p38"/>
            <p:cNvSpPr/>
            <p:nvPr/>
          </p:nvSpPr>
          <p:spPr>
            <a:xfrm>
              <a:off x="3036704" y="1799767"/>
              <a:ext cx="5534" cy="4548"/>
            </a:xfrm>
            <a:custGeom>
              <a:avLst/>
              <a:gdLst/>
              <a:ahLst/>
              <a:cxnLst/>
              <a:rect l="l" t="t" r="r" b="b"/>
              <a:pathLst>
                <a:path w="174" h="143" extrusionOk="0">
                  <a:moveTo>
                    <a:pt x="110" y="1"/>
                  </a:moveTo>
                  <a:lnTo>
                    <a:pt x="110" y="1"/>
                  </a:lnTo>
                  <a:lnTo>
                    <a:pt x="95" y="1"/>
                  </a:lnTo>
                  <a:lnTo>
                    <a:pt x="95" y="1"/>
                  </a:lnTo>
                  <a:cubicBezTo>
                    <a:pt x="79" y="1"/>
                    <a:pt x="64" y="17"/>
                    <a:pt x="64" y="32"/>
                  </a:cubicBezTo>
                  <a:lnTo>
                    <a:pt x="47" y="64"/>
                  </a:lnTo>
                  <a:lnTo>
                    <a:pt x="47" y="64"/>
                  </a:lnTo>
                  <a:lnTo>
                    <a:pt x="32" y="64"/>
                  </a:lnTo>
                  <a:lnTo>
                    <a:pt x="32" y="64"/>
                  </a:lnTo>
                  <a:cubicBezTo>
                    <a:pt x="16" y="64"/>
                    <a:pt x="16" y="64"/>
                    <a:pt x="1" y="80"/>
                  </a:cubicBezTo>
                  <a:cubicBezTo>
                    <a:pt x="1" y="95"/>
                    <a:pt x="1" y="111"/>
                    <a:pt x="16" y="111"/>
                  </a:cubicBezTo>
                  <a:cubicBezTo>
                    <a:pt x="1" y="95"/>
                    <a:pt x="16" y="80"/>
                    <a:pt x="32" y="80"/>
                  </a:cubicBezTo>
                  <a:lnTo>
                    <a:pt x="47" y="80"/>
                  </a:lnTo>
                  <a:lnTo>
                    <a:pt x="47" y="80"/>
                  </a:lnTo>
                  <a:cubicBezTo>
                    <a:pt x="64" y="80"/>
                    <a:pt x="64" y="80"/>
                    <a:pt x="79" y="95"/>
                  </a:cubicBezTo>
                  <a:lnTo>
                    <a:pt x="95" y="127"/>
                  </a:lnTo>
                  <a:lnTo>
                    <a:pt x="95" y="143"/>
                  </a:lnTo>
                  <a:lnTo>
                    <a:pt x="110" y="127"/>
                  </a:lnTo>
                  <a:lnTo>
                    <a:pt x="110" y="95"/>
                  </a:lnTo>
                  <a:lnTo>
                    <a:pt x="127" y="111"/>
                  </a:lnTo>
                  <a:lnTo>
                    <a:pt x="142" y="111"/>
                  </a:lnTo>
                  <a:cubicBezTo>
                    <a:pt x="173" y="95"/>
                    <a:pt x="173" y="80"/>
                    <a:pt x="158" y="64"/>
                  </a:cubicBezTo>
                  <a:lnTo>
                    <a:pt x="142" y="17"/>
                  </a:lnTo>
                  <a:cubicBezTo>
                    <a:pt x="142" y="1"/>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0" name="Google Shape;1720;p38"/>
            <p:cNvSpPr/>
            <p:nvPr/>
          </p:nvSpPr>
          <p:spPr>
            <a:xfrm>
              <a:off x="3443600" y="1804283"/>
              <a:ext cx="4039" cy="6042"/>
            </a:xfrm>
            <a:custGeom>
              <a:avLst/>
              <a:gdLst/>
              <a:ahLst/>
              <a:cxnLst/>
              <a:rect l="l" t="t" r="r" b="b"/>
              <a:pathLst>
                <a:path w="127" h="190" extrusionOk="0">
                  <a:moveTo>
                    <a:pt x="95" y="1"/>
                  </a:moveTo>
                  <a:lnTo>
                    <a:pt x="63" y="16"/>
                  </a:lnTo>
                  <a:cubicBezTo>
                    <a:pt x="63" y="32"/>
                    <a:pt x="63" y="32"/>
                    <a:pt x="47" y="32"/>
                  </a:cubicBezTo>
                  <a:lnTo>
                    <a:pt x="47" y="32"/>
                  </a:lnTo>
                  <a:lnTo>
                    <a:pt x="32" y="32"/>
                  </a:lnTo>
                  <a:cubicBezTo>
                    <a:pt x="32" y="32"/>
                    <a:pt x="32" y="48"/>
                    <a:pt x="15" y="64"/>
                  </a:cubicBezTo>
                  <a:cubicBezTo>
                    <a:pt x="15" y="79"/>
                    <a:pt x="32" y="95"/>
                    <a:pt x="47" y="111"/>
                  </a:cubicBezTo>
                  <a:lnTo>
                    <a:pt x="15" y="127"/>
                  </a:lnTo>
                  <a:cubicBezTo>
                    <a:pt x="0" y="142"/>
                    <a:pt x="0" y="158"/>
                    <a:pt x="0" y="174"/>
                  </a:cubicBezTo>
                  <a:cubicBezTo>
                    <a:pt x="15" y="190"/>
                    <a:pt x="32" y="190"/>
                    <a:pt x="32" y="190"/>
                  </a:cubicBezTo>
                  <a:lnTo>
                    <a:pt x="47" y="190"/>
                  </a:lnTo>
                  <a:lnTo>
                    <a:pt x="63" y="190"/>
                  </a:lnTo>
                  <a:lnTo>
                    <a:pt x="95" y="158"/>
                  </a:lnTo>
                  <a:lnTo>
                    <a:pt x="95" y="142"/>
                  </a:lnTo>
                  <a:cubicBezTo>
                    <a:pt x="110" y="142"/>
                    <a:pt x="110" y="127"/>
                    <a:pt x="126" y="127"/>
                  </a:cubicBezTo>
                  <a:cubicBezTo>
                    <a:pt x="126" y="95"/>
                    <a:pt x="110" y="79"/>
                    <a:pt x="95" y="64"/>
                  </a:cubicBezTo>
                  <a:lnTo>
                    <a:pt x="95" y="64"/>
                  </a:lnTo>
                  <a:lnTo>
                    <a:pt x="95" y="64"/>
                  </a:lnTo>
                  <a:cubicBezTo>
                    <a:pt x="110" y="64"/>
                    <a:pt x="126" y="32"/>
                    <a:pt x="110" y="16"/>
                  </a:cubicBezTo>
                  <a:cubicBezTo>
                    <a:pt x="110" y="16"/>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1" name="Google Shape;1721;p38"/>
            <p:cNvSpPr/>
            <p:nvPr/>
          </p:nvSpPr>
          <p:spPr>
            <a:xfrm>
              <a:off x="3309293" y="1813315"/>
              <a:ext cx="6042" cy="5534"/>
            </a:xfrm>
            <a:custGeom>
              <a:avLst/>
              <a:gdLst/>
              <a:ahLst/>
              <a:cxnLst/>
              <a:rect l="l" t="t" r="r" b="b"/>
              <a:pathLst>
                <a:path w="190" h="174" extrusionOk="0">
                  <a:moveTo>
                    <a:pt x="110" y="1"/>
                  </a:moveTo>
                  <a:cubicBezTo>
                    <a:pt x="127" y="1"/>
                    <a:pt x="127" y="16"/>
                    <a:pt x="110" y="16"/>
                  </a:cubicBezTo>
                  <a:cubicBezTo>
                    <a:pt x="110" y="32"/>
                    <a:pt x="95" y="47"/>
                    <a:pt x="79" y="47"/>
                  </a:cubicBezTo>
                  <a:lnTo>
                    <a:pt x="64" y="32"/>
                  </a:lnTo>
                  <a:lnTo>
                    <a:pt x="16" y="16"/>
                  </a:lnTo>
                  <a:lnTo>
                    <a:pt x="16" y="1"/>
                  </a:lnTo>
                  <a:cubicBezTo>
                    <a:pt x="16" y="16"/>
                    <a:pt x="16" y="16"/>
                    <a:pt x="1" y="16"/>
                  </a:cubicBezTo>
                  <a:lnTo>
                    <a:pt x="1" y="32"/>
                  </a:lnTo>
                  <a:lnTo>
                    <a:pt x="1" y="47"/>
                  </a:lnTo>
                  <a:lnTo>
                    <a:pt x="1" y="47"/>
                  </a:lnTo>
                  <a:lnTo>
                    <a:pt x="1" y="47"/>
                  </a:lnTo>
                  <a:cubicBezTo>
                    <a:pt x="16" y="47"/>
                    <a:pt x="32" y="47"/>
                    <a:pt x="32" y="64"/>
                  </a:cubicBezTo>
                  <a:lnTo>
                    <a:pt x="32" y="64"/>
                  </a:lnTo>
                  <a:lnTo>
                    <a:pt x="64" y="64"/>
                  </a:lnTo>
                  <a:lnTo>
                    <a:pt x="64" y="47"/>
                  </a:lnTo>
                  <a:cubicBezTo>
                    <a:pt x="79" y="47"/>
                    <a:pt x="79" y="47"/>
                    <a:pt x="95" y="64"/>
                  </a:cubicBezTo>
                  <a:lnTo>
                    <a:pt x="110" y="64"/>
                  </a:lnTo>
                  <a:lnTo>
                    <a:pt x="110" y="79"/>
                  </a:lnTo>
                  <a:lnTo>
                    <a:pt x="110" y="127"/>
                  </a:lnTo>
                  <a:lnTo>
                    <a:pt x="110" y="142"/>
                  </a:lnTo>
                  <a:cubicBezTo>
                    <a:pt x="110" y="158"/>
                    <a:pt x="127" y="173"/>
                    <a:pt x="142" y="173"/>
                  </a:cubicBezTo>
                  <a:lnTo>
                    <a:pt x="142" y="173"/>
                  </a:lnTo>
                  <a:cubicBezTo>
                    <a:pt x="173" y="173"/>
                    <a:pt x="190" y="158"/>
                    <a:pt x="173" y="142"/>
                  </a:cubicBezTo>
                  <a:lnTo>
                    <a:pt x="173" y="127"/>
                  </a:lnTo>
                  <a:lnTo>
                    <a:pt x="173" y="32"/>
                  </a:lnTo>
                  <a:cubicBezTo>
                    <a:pt x="173" y="16"/>
                    <a:pt x="158" y="16"/>
                    <a:pt x="142" y="1"/>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2" name="Google Shape;1722;p38"/>
            <p:cNvSpPr/>
            <p:nvPr/>
          </p:nvSpPr>
          <p:spPr>
            <a:xfrm>
              <a:off x="3320329" y="1775246"/>
              <a:ext cx="5025" cy="3498"/>
            </a:xfrm>
            <a:custGeom>
              <a:avLst/>
              <a:gdLst/>
              <a:ahLst/>
              <a:cxnLst/>
              <a:rect l="l" t="t" r="r" b="b"/>
              <a:pathLst>
                <a:path w="158" h="110" extrusionOk="0">
                  <a:moveTo>
                    <a:pt x="126" y="0"/>
                  </a:moveTo>
                  <a:lnTo>
                    <a:pt x="110" y="0"/>
                  </a:lnTo>
                  <a:lnTo>
                    <a:pt x="110" y="0"/>
                  </a:lnTo>
                  <a:lnTo>
                    <a:pt x="79" y="15"/>
                  </a:lnTo>
                  <a:lnTo>
                    <a:pt x="47" y="15"/>
                  </a:lnTo>
                  <a:lnTo>
                    <a:pt x="32" y="15"/>
                  </a:lnTo>
                  <a:lnTo>
                    <a:pt x="32" y="15"/>
                  </a:lnTo>
                  <a:cubicBezTo>
                    <a:pt x="16" y="15"/>
                    <a:pt x="16" y="15"/>
                    <a:pt x="16" y="32"/>
                  </a:cubicBezTo>
                  <a:lnTo>
                    <a:pt x="16" y="32"/>
                  </a:lnTo>
                  <a:lnTo>
                    <a:pt x="0" y="32"/>
                  </a:lnTo>
                  <a:lnTo>
                    <a:pt x="0" y="32"/>
                  </a:lnTo>
                  <a:cubicBezTo>
                    <a:pt x="0" y="47"/>
                    <a:pt x="16" y="47"/>
                    <a:pt x="16" y="63"/>
                  </a:cubicBezTo>
                  <a:lnTo>
                    <a:pt x="32" y="95"/>
                  </a:lnTo>
                  <a:lnTo>
                    <a:pt x="32" y="95"/>
                  </a:lnTo>
                  <a:lnTo>
                    <a:pt x="32" y="95"/>
                  </a:lnTo>
                  <a:cubicBezTo>
                    <a:pt x="47" y="110"/>
                    <a:pt x="63" y="110"/>
                    <a:pt x="79" y="110"/>
                  </a:cubicBezTo>
                  <a:lnTo>
                    <a:pt x="79" y="110"/>
                  </a:lnTo>
                  <a:lnTo>
                    <a:pt x="79" y="110"/>
                  </a:lnTo>
                  <a:lnTo>
                    <a:pt x="110" y="110"/>
                  </a:lnTo>
                  <a:cubicBezTo>
                    <a:pt x="110" y="95"/>
                    <a:pt x="126" y="78"/>
                    <a:pt x="126" y="78"/>
                  </a:cubicBezTo>
                  <a:lnTo>
                    <a:pt x="158" y="63"/>
                  </a:lnTo>
                  <a:lnTo>
                    <a:pt x="158" y="47"/>
                  </a:lnTo>
                  <a:lnTo>
                    <a:pt x="158" y="15"/>
                  </a:lnTo>
                  <a:lnTo>
                    <a:pt x="142"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3" name="Google Shape;1723;p38"/>
            <p:cNvSpPr/>
            <p:nvPr/>
          </p:nvSpPr>
          <p:spPr>
            <a:xfrm>
              <a:off x="3013137" y="1799290"/>
              <a:ext cx="3053" cy="6042"/>
            </a:xfrm>
            <a:custGeom>
              <a:avLst/>
              <a:gdLst/>
              <a:ahLst/>
              <a:cxnLst/>
              <a:rect l="l" t="t" r="r" b="b"/>
              <a:pathLst>
                <a:path w="96" h="190" extrusionOk="0">
                  <a:moveTo>
                    <a:pt x="48" y="0"/>
                  </a:moveTo>
                  <a:lnTo>
                    <a:pt x="48" y="0"/>
                  </a:lnTo>
                  <a:cubicBezTo>
                    <a:pt x="32" y="0"/>
                    <a:pt x="17" y="16"/>
                    <a:pt x="17" y="16"/>
                  </a:cubicBezTo>
                  <a:lnTo>
                    <a:pt x="17" y="32"/>
                  </a:lnTo>
                  <a:cubicBezTo>
                    <a:pt x="1" y="47"/>
                    <a:pt x="1" y="63"/>
                    <a:pt x="1" y="79"/>
                  </a:cubicBezTo>
                  <a:cubicBezTo>
                    <a:pt x="17" y="110"/>
                    <a:pt x="48" y="142"/>
                    <a:pt x="80" y="189"/>
                  </a:cubicBezTo>
                  <a:cubicBezTo>
                    <a:pt x="95" y="158"/>
                    <a:pt x="95" y="142"/>
                    <a:pt x="95" y="110"/>
                  </a:cubicBezTo>
                  <a:lnTo>
                    <a:pt x="95" y="95"/>
                  </a:lnTo>
                  <a:cubicBezTo>
                    <a:pt x="95" y="79"/>
                    <a:pt x="80" y="79"/>
                    <a:pt x="80" y="63"/>
                  </a:cubicBezTo>
                  <a:lnTo>
                    <a:pt x="80" y="47"/>
                  </a:lnTo>
                  <a:lnTo>
                    <a:pt x="80" y="32"/>
                  </a:lnTo>
                  <a:cubicBezTo>
                    <a:pt x="80" y="32"/>
                    <a:pt x="80" y="16"/>
                    <a:pt x="64" y="0"/>
                  </a:cubicBezTo>
                  <a:lnTo>
                    <a:pt x="64"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4" name="Google Shape;1724;p38"/>
            <p:cNvSpPr/>
            <p:nvPr/>
          </p:nvSpPr>
          <p:spPr>
            <a:xfrm>
              <a:off x="3179025" y="1783261"/>
              <a:ext cx="3021" cy="2512"/>
            </a:xfrm>
            <a:custGeom>
              <a:avLst/>
              <a:gdLst/>
              <a:ahLst/>
              <a:cxnLst/>
              <a:rect l="l" t="t" r="r" b="b"/>
              <a:pathLst>
                <a:path w="95" h="79" extrusionOk="0">
                  <a:moveTo>
                    <a:pt x="95" y="0"/>
                  </a:moveTo>
                  <a:cubicBezTo>
                    <a:pt x="78" y="0"/>
                    <a:pt x="63" y="15"/>
                    <a:pt x="47" y="15"/>
                  </a:cubicBezTo>
                  <a:cubicBezTo>
                    <a:pt x="32" y="15"/>
                    <a:pt x="32" y="15"/>
                    <a:pt x="15" y="0"/>
                  </a:cubicBezTo>
                  <a:lnTo>
                    <a:pt x="0" y="47"/>
                  </a:lnTo>
                  <a:cubicBezTo>
                    <a:pt x="0" y="63"/>
                    <a:pt x="15" y="78"/>
                    <a:pt x="32" y="78"/>
                  </a:cubicBezTo>
                  <a:lnTo>
                    <a:pt x="47" y="78"/>
                  </a:lnTo>
                  <a:lnTo>
                    <a:pt x="63" y="78"/>
                  </a:lnTo>
                  <a:lnTo>
                    <a:pt x="78" y="63"/>
                  </a:lnTo>
                  <a:lnTo>
                    <a:pt x="78" y="32"/>
                  </a:lnTo>
                  <a:lnTo>
                    <a:pt x="78"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5" name="Google Shape;1725;p38"/>
            <p:cNvSpPr/>
            <p:nvPr/>
          </p:nvSpPr>
          <p:spPr>
            <a:xfrm>
              <a:off x="3327835" y="1766214"/>
              <a:ext cx="3562" cy="4039"/>
            </a:xfrm>
            <a:custGeom>
              <a:avLst/>
              <a:gdLst/>
              <a:ahLst/>
              <a:cxnLst/>
              <a:rect l="l" t="t" r="r" b="b"/>
              <a:pathLst>
                <a:path w="112" h="127" extrusionOk="0">
                  <a:moveTo>
                    <a:pt x="63" y="1"/>
                  </a:moveTo>
                  <a:lnTo>
                    <a:pt x="63" y="1"/>
                  </a:lnTo>
                  <a:cubicBezTo>
                    <a:pt x="48" y="16"/>
                    <a:pt x="32" y="16"/>
                    <a:pt x="32" y="32"/>
                  </a:cubicBezTo>
                  <a:lnTo>
                    <a:pt x="0" y="64"/>
                  </a:lnTo>
                  <a:lnTo>
                    <a:pt x="0" y="79"/>
                  </a:lnTo>
                  <a:cubicBezTo>
                    <a:pt x="0" y="95"/>
                    <a:pt x="0" y="110"/>
                    <a:pt x="16" y="110"/>
                  </a:cubicBezTo>
                  <a:lnTo>
                    <a:pt x="32" y="110"/>
                  </a:lnTo>
                  <a:lnTo>
                    <a:pt x="48" y="110"/>
                  </a:lnTo>
                  <a:cubicBezTo>
                    <a:pt x="63" y="127"/>
                    <a:pt x="63" y="127"/>
                    <a:pt x="80" y="127"/>
                  </a:cubicBezTo>
                  <a:lnTo>
                    <a:pt x="95" y="127"/>
                  </a:lnTo>
                  <a:cubicBezTo>
                    <a:pt x="95" y="127"/>
                    <a:pt x="111" y="110"/>
                    <a:pt x="111" y="95"/>
                  </a:cubicBezTo>
                  <a:lnTo>
                    <a:pt x="111" y="79"/>
                  </a:lnTo>
                  <a:lnTo>
                    <a:pt x="95" y="32"/>
                  </a:lnTo>
                  <a:cubicBezTo>
                    <a:pt x="95"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6" name="Google Shape;1726;p38"/>
            <p:cNvSpPr/>
            <p:nvPr/>
          </p:nvSpPr>
          <p:spPr>
            <a:xfrm>
              <a:off x="3439052" y="1772702"/>
              <a:ext cx="5565" cy="7060"/>
            </a:xfrm>
            <a:custGeom>
              <a:avLst/>
              <a:gdLst/>
              <a:ahLst/>
              <a:cxnLst/>
              <a:rect l="l" t="t" r="r" b="b"/>
              <a:pathLst>
                <a:path w="175" h="222" extrusionOk="0">
                  <a:moveTo>
                    <a:pt x="32" y="1"/>
                  </a:moveTo>
                  <a:lnTo>
                    <a:pt x="32" y="1"/>
                  </a:lnTo>
                  <a:cubicBezTo>
                    <a:pt x="17" y="1"/>
                    <a:pt x="1" y="17"/>
                    <a:pt x="1" y="17"/>
                  </a:cubicBezTo>
                  <a:cubicBezTo>
                    <a:pt x="1" y="32"/>
                    <a:pt x="1" y="64"/>
                    <a:pt x="17" y="64"/>
                  </a:cubicBezTo>
                  <a:lnTo>
                    <a:pt x="32" y="64"/>
                  </a:lnTo>
                  <a:lnTo>
                    <a:pt x="17" y="95"/>
                  </a:lnTo>
                  <a:cubicBezTo>
                    <a:pt x="1" y="112"/>
                    <a:pt x="1" y="127"/>
                    <a:pt x="17" y="143"/>
                  </a:cubicBezTo>
                  <a:lnTo>
                    <a:pt x="64" y="206"/>
                  </a:lnTo>
                  <a:cubicBezTo>
                    <a:pt x="80" y="221"/>
                    <a:pt x="80" y="221"/>
                    <a:pt x="95" y="221"/>
                  </a:cubicBezTo>
                  <a:lnTo>
                    <a:pt x="95" y="221"/>
                  </a:lnTo>
                  <a:lnTo>
                    <a:pt x="95" y="221"/>
                  </a:lnTo>
                  <a:lnTo>
                    <a:pt x="95" y="221"/>
                  </a:lnTo>
                  <a:cubicBezTo>
                    <a:pt x="112" y="221"/>
                    <a:pt x="127" y="206"/>
                    <a:pt x="127" y="206"/>
                  </a:cubicBezTo>
                  <a:lnTo>
                    <a:pt x="143" y="175"/>
                  </a:lnTo>
                  <a:lnTo>
                    <a:pt x="158" y="127"/>
                  </a:lnTo>
                  <a:cubicBezTo>
                    <a:pt x="175" y="112"/>
                    <a:pt x="175" y="95"/>
                    <a:pt x="158" y="80"/>
                  </a:cubicBezTo>
                  <a:lnTo>
                    <a:pt x="143" y="80"/>
                  </a:lnTo>
                  <a:cubicBezTo>
                    <a:pt x="143" y="95"/>
                    <a:pt x="143" y="95"/>
                    <a:pt x="127" y="112"/>
                  </a:cubicBezTo>
                  <a:lnTo>
                    <a:pt x="95" y="127"/>
                  </a:lnTo>
                  <a:lnTo>
                    <a:pt x="95" y="127"/>
                  </a:lnTo>
                  <a:lnTo>
                    <a:pt x="80" y="127"/>
                  </a:lnTo>
                  <a:lnTo>
                    <a:pt x="80" y="127"/>
                  </a:lnTo>
                  <a:lnTo>
                    <a:pt x="64" y="127"/>
                  </a:lnTo>
                  <a:cubicBezTo>
                    <a:pt x="64" y="127"/>
                    <a:pt x="49" y="127"/>
                    <a:pt x="32" y="112"/>
                  </a:cubicBezTo>
                  <a:cubicBezTo>
                    <a:pt x="32" y="95"/>
                    <a:pt x="32" y="64"/>
                    <a:pt x="64" y="64"/>
                  </a:cubicBezTo>
                  <a:lnTo>
                    <a:pt x="95" y="49"/>
                  </a:lnTo>
                  <a:lnTo>
                    <a:pt x="95" y="49"/>
                  </a:ln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7" name="Google Shape;1727;p38"/>
            <p:cNvSpPr/>
            <p:nvPr/>
          </p:nvSpPr>
          <p:spPr>
            <a:xfrm>
              <a:off x="3180011" y="1801771"/>
              <a:ext cx="2512" cy="7060"/>
            </a:xfrm>
            <a:custGeom>
              <a:avLst/>
              <a:gdLst/>
              <a:ahLst/>
              <a:cxnLst/>
              <a:rect l="l" t="t" r="r" b="b"/>
              <a:pathLst>
                <a:path w="79" h="222" extrusionOk="0">
                  <a:moveTo>
                    <a:pt x="32" y="1"/>
                  </a:moveTo>
                  <a:lnTo>
                    <a:pt x="32" y="1"/>
                  </a:lnTo>
                  <a:cubicBezTo>
                    <a:pt x="47" y="17"/>
                    <a:pt x="32" y="32"/>
                    <a:pt x="16" y="48"/>
                  </a:cubicBezTo>
                  <a:lnTo>
                    <a:pt x="1" y="48"/>
                  </a:lnTo>
                  <a:lnTo>
                    <a:pt x="32" y="95"/>
                  </a:lnTo>
                  <a:cubicBezTo>
                    <a:pt x="32" y="111"/>
                    <a:pt x="32" y="143"/>
                    <a:pt x="16" y="143"/>
                  </a:cubicBezTo>
                  <a:lnTo>
                    <a:pt x="1" y="158"/>
                  </a:lnTo>
                  <a:lnTo>
                    <a:pt x="1" y="190"/>
                  </a:lnTo>
                  <a:cubicBezTo>
                    <a:pt x="1" y="206"/>
                    <a:pt x="16" y="221"/>
                    <a:pt x="32" y="221"/>
                  </a:cubicBezTo>
                  <a:lnTo>
                    <a:pt x="32" y="221"/>
                  </a:lnTo>
                  <a:cubicBezTo>
                    <a:pt x="64" y="221"/>
                    <a:pt x="79" y="206"/>
                    <a:pt x="79" y="190"/>
                  </a:cubicBezTo>
                  <a:lnTo>
                    <a:pt x="79" y="190"/>
                  </a:lnTo>
                  <a:lnTo>
                    <a:pt x="64" y="111"/>
                  </a:lnTo>
                  <a:lnTo>
                    <a:pt x="64"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8" name="Google Shape;1728;p38"/>
            <p:cNvSpPr/>
            <p:nvPr/>
          </p:nvSpPr>
          <p:spPr>
            <a:xfrm>
              <a:off x="3170470" y="1801771"/>
              <a:ext cx="5565" cy="3053"/>
            </a:xfrm>
            <a:custGeom>
              <a:avLst/>
              <a:gdLst/>
              <a:ahLst/>
              <a:cxnLst/>
              <a:rect l="l" t="t" r="r" b="b"/>
              <a:pathLst>
                <a:path w="175" h="96" extrusionOk="0">
                  <a:moveTo>
                    <a:pt x="143" y="1"/>
                  </a:moveTo>
                  <a:lnTo>
                    <a:pt x="143" y="1"/>
                  </a:lnTo>
                  <a:lnTo>
                    <a:pt x="127" y="17"/>
                  </a:lnTo>
                  <a:lnTo>
                    <a:pt x="49" y="17"/>
                  </a:lnTo>
                  <a:lnTo>
                    <a:pt x="32" y="17"/>
                  </a:lnTo>
                  <a:lnTo>
                    <a:pt x="1" y="17"/>
                  </a:lnTo>
                  <a:lnTo>
                    <a:pt x="1" y="17"/>
                  </a:lnTo>
                  <a:cubicBezTo>
                    <a:pt x="17" y="17"/>
                    <a:pt x="17" y="32"/>
                    <a:pt x="32" y="48"/>
                  </a:cubicBezTo>
                  <a:cubicBezTo>
                    <a:pt x="32" y="64"/>
                    <a:pt x="32" y="80"/>
                    <a:pt x="1" y="95"/>
                  </a:cubicBezTo>
                  <a:lnTo>
                    <a:pt x="1" y="95"/>
                  </a:lnTo>
                  <a:lnTo>
                    <a:pt x="17" y="95"/>
                  </a:lnTo>
                  <a:lnTo>
                    <a:pt x="17" y="95"/>
                  </a:lnTo>
                  <a:lnTo>
                    <a:pt x="112" y="80"/>
                  </a:lnTo>
                  <a:lnTo>
                    <a:pt x="158" y="80"/>
                  </a:lnTo>
                  <a:lnTo>
                    <a:pt x="175" y="64"/>
                  </a:lnTo>
                  <a:cubicBezTo>
                    <a:pt x="158" y="64"/>
                    <a:pt x="158" y="48"/>
                    <a:pt x="158" y="32"/>
                  </a:cubicBezTo>
                  <a:lnTo>
                    <a:pt x="175" y="17"/>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9" name="Google Shape;1729;p38"/>
            <p:cNvSpPr/>
            <p:nvPr/>
          </p:nvSpPr>
          <p:spPr>
            <a:xfrm>
              <a:off x="3158448" y="1804792"/>
              <a:ext cx="5565" cy="3021"/>
            </a:xfrm>
            <a:custGeom>
              <a:avLst/>
              <a:gdLst/>
              <a:ahLst/>
              <a:cxnLst/>
              <a:rect l="l" t="t" r="r" b="b"/>
              <a:pathLst>
                <a:path w="175" h="95" extrusionOk="0">
                  <a:moveTo>
                    <a:pt x="32" y="0"/>
                  </a:moveTo>
                  <a:lnTo>
                    <a:pt x="32" y="0"/>
                  </a:lnTo>
                  <a:lnTo>
                    <a:pt x="17" y="0"/>
                  </a:lnTo>
                  <a:cubicBezTo>
                    <a:pt x="1" y="0"/>
                    <a:pt x="1" y="32"/>
                    <a:pt x="1" y="48"/>
                  </a:cubicBezTo>
                  <a:cubicBezTo>
                    <a:pt x="17" y="48"/>
                    <a:pt x="17" y="48"/>
                    <a:pt x="17" y="63"/>
                  </a:cubicBezTo>
                  <a:lnTo>
                    <a:pt x="17" y="63"/>
                  </a:lnTo>
                  <a:lnTo>
                    <a:pt x="17" y="48"/>
                  </a:lnTo>
                  <a:cubicBezTo>
                    <a:pt x="32" y="32"/>
                    <a:pt x="32" y="16"/>
                    <a:pt x="49" y="16"/>
                  </a:cubicBezTo>
                  <a:lnTo>
                    <a:pt x="49" y="16"/>
                  </a:lnTo>
                  <a:cubicBezTo>
                    <a:pt x="64" y="16"/>
                    <a:pt x="64" y="16"/>
                    <a:pt x="64" y="32"/>
                  </a:cubicBezTo>
                  <a:cubicBezTo>
                    <a:pt x="80" y="32"/>
                    <a:pt x="95" y="48"/>
                    <a:pt x="80" y="63"/>
                  </a:cubicBezTo>
                  <a:lnTo>
                    <a:pt x="80" y="95"/>
                  </a:lnTo>
                  <a:lnTo>
                    <a:pt x="95" y="95"/>
                  </a:lnTo>
                  <a:lnTo>
                    <a:pt x="95" y="95"/>
                  </a:lnTo>
                  <a:lnTo>
                    <a:pt x="95" y="63"/>
                  </a:lnTo>
                  <a:cubicBezTo>
                    <a:pt x="95" y="48"/>
                    <a:pt x="112" y="32"/>
                    <a:pt x="127" y="32"/>
                  </a:cubicBezTo>
                  <a:lnTo>
                    <a:pt x="127" y="32"/>
                  </a:lnTo>
                  <a:lnTo>
                    <a:pt x="127" y="32"/>
                  </a:lnTo>
                  <a:lnTo>
                    <a:pt x="158" y="48"/>
                  </a:lnTo>
                  <a:lnTo>
                    <a:pt x="175" y="48"/>
                  </a:lnTo>
                  <a:lnTo>
                    <a:pt x="158" y="32"/>
                  </a:lnTo>
                  <a:cubicBezTo>
                    <a:pt x="158" y="16"/>
                    <a:pt x="143" y="16"/>
                    <a:pt x="127" y="16"/>
                  </a:cubicBezTo>
                  <a:lnTo>
                    <a:pt x="112" y="16"/>
                  </a:lnTo>
                  <a:cubicBezTo>
                    <a:pt x="112" y="32"/>
                    <a:pt x="95" y="32"/>
                    <a:pt x="95" y="32"/>
                  </a:cubicBezTo>
                  <a:cubicBezTo>
                    <a:pt x="80" y="32"/>
                    <a:pt x="80" y="32"/>
                    <a:pt x="80" y="16"/>
                  </a:cubicBezTo>
                  <a:lnTo>
                    <a:pt x="64" y="16"/>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0" name="Google Shape;1730;p38"/>
            <p:cNvSpPr/>
            <p:nvPr/>
          </p:nvSpPr>
          <p:spPr>
            <a:xfrm>
              <a:off x="3110361" y="1786250"/>
              <a:ext cx="4039" cy="3053"/>
            </a:xfrm>
            <a:custGeom>
              <a:avLst/>
              <a:gdLst/>
              <a:ahLst/>
              <a:cxnLst/>
              <a:rect l="l" t="t" r="r" b="b"/>
              <a:pathLst>
                <a:path w="127" h="96" extrusionOk="0">
                  <a:moveTo>
                    <a:pt x="95" y="1"/>
                  </a:moveTo>
                  <a:lnTo>
                    <a:pt x="80" y="1"/>
                  </a:lnTo>
                  <a:lnTo>
                    <a:pt x="63" y="1"/>
                  </a:lnTo>
                  <a:cubicBezTo>
                    <a:pt x="48" y="16"/>
                    <a:pt x="32" y="16"/>
                    <a:pt x="17" y="16"/>
                  </a:cubicBezTo>
                  <a:lnTo>
                    <a:pt x="17" y="47"/>
                  </a:lnTo>
                  <a:cubicBezTo>
                    <a:pt x="17" y="64"/>
                    <a:pt x="17" y="79"/>
                    <a:pt x="0" y="79"/>
                  </a:cubicBezTo>
                  <a:cubicBezTo>
                    <a:pt x="0" y="95"/>
                    <a:pt x="17" y="95"/>
                    <a:pt x="17" y="95"/>
                  </a:cubicBezTo>
                  <a:lnTo>
                    <a:pt x="32" y="95"/>
                  </a:lnTo>
                  <a:lnTo>
                    <a:pt x="80" y="79"/>
                  </a:lnTo>
                  <a:lnTo>
                    <a:pt x="80" y="79"/>
                  </a:lnTo>
                  <a:lnTo>
                    <a:pt x="95" y="64"/>
                  </a:lnTo>
                  <a:cubicBezTo>
                    <a:pt x="111" y="64"/>
                    <a:pt x="126" y="47"/>
                    <a:pt x="111" y="32"/>
                  </a:cubicBezTo>
                  <a:lnTo>
                    <a:pt x="111" y="16"/>
                  </a:lnTo>
                  <a:lnTo>
                    <a:pt x="111" y="16"/>
                  </a:lnTo>
                  <a:cubicBezTo>
                    <a:pt x="111" y="1"/>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1" name="Google Shape;1731;p38"/>
            <p:cNvSpPr/>
            <p:nvPr/>
          </p:nvSpPr>
          <p:spPr>
            <a:xfrm>
              <a:off x="3245654" y="1824828"/>
              <a:ext cx="5025" cy="3562"/>
            </a:xfrm>
            <a:custGeom>
              <a:avLst/>
              <a:gdLst/>
              <a:ahLst/>
              <a:cxnLst/>
              <a:rect l="l" t="t" r="r" b="b"/>
              <a:pathLst>
                <a:path w="158" h="112" extrusionOk="0">
                  <a:moveTo>
                    <a:pt x="32" y="0"/>
                  </a:moveTo>
                  <a:lnTo>
                    <a:pt x="32" y="0"/>
                  </a:lnTo>
                  <a:lnTo>
                    <a:pt x="17" y="0"/>
                  </a:lnTo>
                  <a:cubicBezTo>
                    <a:pt x="0" y="0"/>
                    <a:pt x="0" y="17"/>
                    <a:pt x="0" y="32"/>
                  </a:cubicBezTo>
                  <a:cubicBezTo>
                    <a:pt x="0" y="48"/>
                    <a:pt x="17" y="63"/>
                    <a:pt x="32" y="63"/>
                  </a:cubicBezTo>
                  <a:lnTo>
                    <a:pt x="32" y="63"/>
                  </a:lnTo>
                  <a:lnTo>
                    <a:pt x="48" y="63"/>
                  </a:lnTo>
                  <a:cubicBezTo>
                    <a:pt x="48" y="80"/>
                    <a:pt x="63" y="111"/>
                    <a:pt x="95" y="111"/>
                  </a:cubicBezTo>
                  <a:lnTo>
                    <a:pt x="95" y="111"/>
                  </a:lnTo>
                  <a:cubicBezTo>
                    <a:pt x="126" y="111"/>
                    <a:pt x="143" y="80"/>
                    <a:pt x="158" y="63"/>
                  </a:cubicBezTo>
                  <a:lnTo>
                    <a:pt x="158" y="32"/>
                  </a:lnTo>
                  <a:cubicBezTo>
                    <a:pt x="158" y="32"/>
                    <a:pt x="158" y="17"/>
                    <a:pt x="143" y="17"/>
                  </a:cubicBezTo>
                  <a:lnTo>
                    <a:pt x="126" y="17"/>
                  </a:lnTo>
                  <a:cubicBezTo>
                    <a:pt x="111" y="17"/>
                    <a:pt x="111" y="17"/>
                    <a:pt x="95" y="32"/>
                  </a:cubicBezTo>
                  <a:lnTo>
                    <a:pt x="95" y="32"/>
                  </a:lnTo>
                  <a:lnTo>
                    <a:pt x="95" y="32"/>
                  </a:lnTo>
                  <a:lnTo>
                    <a:pt x="95" y="17"/>
                  </a:lnTo>
                  <a:cubicBezTo>
                    <a:pt x="80" y="17"/>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2" name="Google Shape;1732;p38"/>
            <p:cNvSpPr/>
            <p:nvPr/>
          </p:nvSpPr>
          <p:spPr>
            <a:xfrm>
              <a:off x="3053751" y="1809308"/>
              <a:ext cx="5025" cy="4516"/>
            </a:xfrm>
            <a:custGeom>
              <a:avLst/>
              <a:gdLst/>
              <a:ahLst/>
              <a:cxnLst/>
              <a:rect l="l" t="t" r="r" b="b"/>
              <a:pathLst>
                <a:path w="158" h="142" extrusionOk="0">
                  <a:moveTo>
                    <a:pt x="126" y="0"/>
                  </a:moveTo>
                  <a:lnTo>
                    <a:pt x="126" y="0"/>
                  </a:lnTo>
                  <a:lnTo>
                    <a:pt x="95" y="0"/>
                  </a:lnTo>
                  <a:lnTo>
                    <a:pt x="16" y="95"/>
                  </a:lnTo>
                  <a:cubicBezTo>
                    <a:pt x="0" y="110"/>
                    <a:pt x="0" y="127"/>
                    <a:pt x="16" y="142"/>
                  </a:cubicBezTo>
                  <a:lnTo>
                    <a:pt x="32" y="142"/>
                  </a:lnTo>
                  <a:lnTo>
                    <a:pt x="63" y="142"/>
                  </a:lnTo>
                  <a:lnTo>
                    <a:pt x="142" y="47"/>
                  </a:lnTo>
                  <a:cubicBezTo>
                    <a:pt x="158" y="47"/>
                    <a:pt x="158" y="16"/>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3" name="Google Shape;1733;p38"/>
            <p:cNvSpPr/>
            <p:nvPr/>
          </p:nvSpPr>
          <p:spPr>
            <a:xfrm>
              <a:off x="3337853" y="1788254"/>
              <a:ext cx="4039" cy="2512"/>
            </a:xfrm>
            <a:custGeom>
              <a:avLst/>
              <a:gdLst/>
              <a:ahLst/>
              <a:cxnLst/>
              <a:rect l="l" t="t" r="r" b="b"/>
              <a:pathLst>
                <a:path w="127" h="79" extrusionOk="0">
                  <a:moveTo>
                    <a:pt x="95" y="1"/>
                  </a:moveTo>
                  <a:lnTo>
                    <a:pt x="95" y="1"/>
                  </a:lnTo>
                  <a:lnTo>
                    <a:pt x="32" y="16"/>
                  </a:lnTo>
                  <a:cubicBezTo>
                    <a:pt x="17" y="16"/>
                    <a:pt x="0" y="32"/>
                    <a:pt x="0" y="47"/>
                  </a:cubicBezTo>
                  <a:cubicBezTo>
                    <a:pt x="0" y="64"/>
                    <a:pt x="0" y="64"/>
                    <a:pt x="17" y="79"/>
                  </a:cubicBezTo>
                  <a:lnTo>
                    <a:pt x="17" y="79"/>
                  </a:lnTo>
                  <a:lnTo>
                    <a:pt x="32" y="64"/>
                  </a:lnTo>
                  <a:cubicBezTo>
                    <a:pt x="48" y="64"/>
                    <a:pt x="48" y="47"/>
                    <a:pt x="63" y="47"/>
                  </a:cubicBezTo>
                  <a:lnTo>
                    <a:pt x="63" y="47"/>
                  </a:lnTo>
                  <a:lnTo>
                    <a:pt x="63" y="47"/>
                  </a:lnTo>
                  <a:lnTo>
                    <a:pt x="63" y="47"/>
                  </a:lnTo>
                  <a:cubicBezTo>
                    <a:pt x="63" y="32"/>
                    <a:pt x="80" y="32"/>
                    <a:pt x="95" y="32"/>
                  </a:cubicBezTo>
                  <a:lnTo>
                    <a:pt x="95" y="32"/>
                  </a:lnTo>
                  <a:lnTo>
                    <a:pt x="111" y="32"/>
                  </a:lnTo>
                  <a:cubicBezTo>
                    <a:pt x="111" y="32"/>
                    <a:pt x="111" y="16"/>
                    <a:pt x="126" y="16"/>
                  </a:cubicBezTo>
                  <a:lnTo>
                    <a:pt x="126" y="16"/>
                  </a:lnTo>
                  <a:lnTo>
                    <a:pt x="126" y="16"/>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4" name="Google Shape;1734;p38"/>
            <p:cNvSpPr/>
            <p:nvPr/>
          </p:nvSpPr>
          <p:spPr>
            <a:xfrm>
              <a:off x="3399488" y="1784724"/>
              <a:ext cx="5534" cy="4580"/>
            </a:xfrm>
            <a:custGeom>
              <a:avLst/>
              <a:gdLst/>
              <a:ahLst/>
              <a:cxnLst/>
              <a:rect l="l" t="t" r="r" b="b"/>
              <a:pathLst>
                <a:path w="174" h="144" extrusionOk="0">
                  <a:moveTo>
                    <a:pt x="142" y="1"/>
                  </a:moveTo>
                  <a:lnTo>
                    <a:pt x="127" y="1"/>
                  </a:lnTo>
                  <a:cubicBezTo>
                    <a:pt x="127" y="1"/>
                    <a:pt x="110" y="17"/>
                    <a:pt x="110" y="32"/>
                  </a:cubicBezTo>
                  <a:lnTo>
                    <a:pt x="79" y="80"/>
                  </a:lnTo>
                  <a:lnTo>
                    <a:pt x="64" y="80"/>
                  </a:lnTo>
                  <a:lnTo>
                    <a:pt x="47" y="80"/>
                  </a:lnTo>
                  <a:cubicBezTo>
                    <a:pt x="16" y="80"/>
                    <a:pt x="1" y="95"/>
                    <a:pt x="16" y="127"/>
                  </a:cubicBezTo>
                  <a:cubicBezTo>
                    <a:pt x="16" y="143"/>
                    <a:pt x="32" y="143"/>
                    <a:pt x="47" y="143"/>
                  </a:cubicBezTo>
                  <a:lnTo>
                    <a:pt x="47" y="143"/>
                  </a:lnTo>
                  <a:lnTo>
                    <a:pt x="47" y="143"/>
                  </a:lnTo>
                  <a:lnTo>
                    <a:pt x="79" y="143"/>
                  </a:lnTo>
                  <a:lnTo>
                    <a:pt x="158" y="95"/>
                  </a:lnTo>
                  <a:lnTo>
                    <a:pt x="158" y="64"/>
                  </a:lnTo>
                  <a:lnTo>
                    <a:pt x="173" y="49"/>
                  </a:lnTo>
                  <a:lnTo>
                    <a:pt x="173" y="49"/>
                  </a:lnTo>
                  <a:cubicBezTo>
                    <a:pt x="173" y="32"/>
                    <a:pt x="173" y="17"/>
                    <a:pt x="14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5" name="Google Shape;1735;p38"/>
            <p:cNvSpPr/>
            <p:nvPr/>
          </p:nvSpPr>
          <p:spPr>
            <a:xfrm>
              <a:off x="3174000" y="1797763"/>
              <a:ext cx="9541" cy="2544"/>
            </a:xfrm>
            <a:custGeom>
              <a:avLst/>
              <a:gdLst/>
              <a:ahLst/>
              <a:cxnLst/>
              <a:rect l="l" t="t" r="r" b="b"/>
              <a:pathLst>
                <a:path w="300" h="80" extrusionOk="0">
                  <a:moveTo>
                    <a:pt x="47" y="0"/>
                  </a:moveTo>
                  <a:lnTo>
                    <a:pt x="32" y="0"/>
                  </a:lnTo>
                  <a:cubicBezTo>
                    <a:pt x="32" y="0"/>
                    <a:pt x="16" y="0"/>
                    <a:pt x="16" y="17"/>
                  </a:cubicBezTo>
                  <a:cubicBezTo>
                    <a:pt x="1" y="17"/>
                    <a:pt x="1" y="32"/>
                    <a:pt x="16" y="48"/>
                  </a:cubicBezTo>
                  <a:lnTo>
                    <a:pt x="16" y="48"/>
                  </a:lnTo>
                  <a:cubicBezTo>
                    <a:pt x="16" y="64"/>
                    <a:pt x="32" y="64"/>
                    <a:pt x="32" y="64"/>
                  </a:cubicBezTo>
                  <a:lnTo>
                    <a:pt x="47" y="64"/>
                  </a:lnTo>
                  <a:cubicBezTo>
                    <a:pt x="79" y="80"/>
                    <a:pt x="110" y="80"/>
                    <a:pt x="142" y="80"/>
                  </a:cubicBezTo>
                  <a:lnTo>
                    <a:pt x="205" y="80"/>
                  </a:lnTo>
                  <a:cubicBezTo>
                    <a:pt x="221" y="80"/>
                    <a:pt x="236" y="80"/>
                    <a:pt x="253" y="64"/>
                  </a:cubicBezTo>
                  <a:lnTo>
                    <a:pt x="253" y="64"/>
                  </a:lnTo>
                  <a:lnTo>
                    <a:pt x="268" y="64"/>
                  </a:lnTo>
                  <a:lnTo>
                    <a:pt x="284" y="64"/>
                  </a:lnTo>
                  <a:cubicBezTo>
                    <a:pt x="284" y="48"/>
                    <a:pt x="299" y="48"/>
                    <a:pt x="299" y="32"/>
                  </a:cubicBezTo>
                  <a:cubicBezTo>
                    <a:pt x="299" y="17"/>
                    <a:pt x="284" y="17"/>
                    <a:pt x="284" y="0"/>
                  </a:cubicBezTo>
                  <a:lnTo>
                    <a:pt x="268" y="0"/>
                  </a:lnTo>
                  <a:lnTo>
                    <a:pt x="253" y="0"/>
                  </a:lnTo>
                  <a:lnTo>
                    <a:pt x="221" y="0"/>
                  </a:lnTo>
                  <a:lnTo>
                    <a:pt x="205" y="0"/>
                  </a:lnTo>
                  <a:cubicBezTo>
                    <a:pt x="173" y="17"/>
                    <a:pt x="158" y="32"/>
                    <a:pt x="142" y="32"/>
                  </a:cubicBezTo>
                  <a:cubicBezTo>
                    <a:pt x="127" y="32"/>
                    <a:pt x="127" y="48"/>
                    <a:pt x="110" y="48"/>
                  </a:cubicBezTo>
                  <a:lnTo>
                    <a:pt x="95" y="48"/>
                  </a:lnTo>
                  <a:cubicBezTo>
                    <a:pt x="95" y="48"/>
                    <a:pt x="79" y="48"/>
                    <a:pt x="64" y="32"/>
                  </a:cubicBezTo>
                  <a:lnTo>
                    <a:pt x="64" y="0"/>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6" name="Google Shape;1736;p38"/>
            <p:cNvSpPr/>
            <p:nvPr/>
          </p:nvSpPr>
          <p:spPr>
            <a:xfrm>
              <a:off x="3420034" y="1751648"/>
              <a:ext cx="5025" cy="3562"/>
            </a:xfrm>
            <a:custGeom>
              <a:avLst/>
              <a:gdLst/>
              <a:ahLst/>
              <a:cxnLst/>
              <a:rect l="l" t="t" r="r" b="b"/>
              <a:pathLst>
                <a:path w="158" h="112" extrusionOk="0">
                  <a:moveTo>
                    <a:pt x="95" y="1"/>
                  </a:moveTo>
                  <a:lnTo>
                    <a:pt x="95" y="1"/>
                  </a:lnTo>
                  <a:cubicBezTo>
                    <a:pt x="63" y="1"/>
                    <a:pt x="48" y="17"/>
                    <a:pt x="32" y="32"/>
                  </a:cubicBezTo>
                  <a:lnTo>
                    <a:pt x="32" y="32"/>
                  </a:lnTo>
                  <a:lnTo>
                    <a:pt x="17" y="49"/>
                  </a:lnTo>
                  <a:cubicBezTo>
                    <a:pt x="17" y="49"/>
                    <a:pt x="0" y="64"/>
                    <a:pt x="17" y="80"/>
                  </a:cubicBezTo>
                  <a:lnTo>
                    <a:pt x="17" y="80"/>
                  </a:lnTo>
                  <a:lnTo>
                    <a:pt x="17" y="80"/>
                  </a:lnTo>
                  <a:cubicBezTo>
                    <a:pt x="17" y="96"/>
                    <a:pt x="32" y="96"/>
                    <a:pt x="32" y="96"/>
                  </a:cubicBezTo>
                  <a:lnTo>
                    <a:pt x="48" y="96"/>
                  </a:lnTo>
                  <a:lnTo>
                    <a:pt x="63" y="96"/>
                  </a:lnTo>
                  <a:cubicBezTo>
                    <a:pt x="63" y="96"/>
                    <a:pt x="80" y="96"/>
                    <a:pt x="80" y="80"/>
                  </a:cubicBezTo>
                  <a:lnTo>
                    <a:pt x="80" y="80"/>
                  </a:lnTo>
                  <a:lnTo>
                    <a:pt x="95" y="80"/>
                  </a:lnTo>
                  <a:lnTo>
                    <a:pt x="80" y="80"/>
                  </a:lnTo>
                  <a:lnTo>
                    <a:pt x="63" y="112"/>
                  </a:lnTo>
                  <a:lnTo>
                    <a:pt x="95" y="112"/>
                  </a:lnTo>
                  <a:lnTo>
                    <a:pt x="95" y="112"/>
                  </a:lnTo>
                  <a:cubicBezTo>
                    <a:pt x="95" y="112"/>
                    <a:pt x="95" y="96"/>
                    <a:pt x="111" y="96"/>
                  </a:cubicBezTo>
                  <a:cubicBezTo>
                    <a:pt x="111" y="80"/>
                    <a:pt x="95" y="80"/>
                    <a:pt x="111" y="64"/>
                  </a:cubicBezTo>
                  <a:cubicBezTo>
                    <a:pt x="111" y="49"/>
                    <a:pt x="111" y="32"/>
                    <a:pt x="126" y="32"/>
                  </a:cubicBezTo>
                  <a:lnTo>
                    <a:pt x="143" y="32"/>
                  </a:lnTo>
                  <a:lnTo>
                    <a:pt x="158" y="32"/>
                  </a:lnTo>
                  <a:cubicBezTo>
                    <a:pt x="143" y="17"/>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7" name="Google Shape;1737;p38"/>
            <p:cNvSpPr/>
            <p:nvPr/>
          </p:nvSpPr>
          <p:spPr>
            <a:xfrm>
              <a:off x="3403973" y="1773720"/>
              <a:ext cx="4039" cy="5025"/>
            </a:xfrm>
            <a:custGeom>
              <a:avLst/>
              <a:gdLst/>
              <a:ahLst/>
              <a:cxnLst/>
              <a:rect l="l" t="t" r="r" b="b"/>
              <a:pathLst>
                <a:path w="127" h="158" extrusionOk="0">
                  <a:moveTo>
                    <a:pt x="49" y="0"/>
                  </a:moveTo>
                  <a:lnTo>
                    <a:pt x="49" y="0"/>
                  </a:lnTo>
                  <a:cubicBezTo>
                    <a:pt x="32" y="0"/>
                    <a:pt x="17" y="0"/>
                    <a:pt x="17" y="17"/>
                  </a:cubicBezTo>
                  <a:cubicBezTo>
                    <a:pt x="1" y="32"/>
                    <a:pt x="17" y="63"/>
                    <a:pt x="32" y="63"/>
                  </a:cubicBezTo>
                  <a:lnTo>
                    <a:pt x="32" y="63"/>
                  </a:lnTo>
                  <a:lnTo>
                    <a:pt x="49" y="63"/>
                  </a:lnTo>
                  <a:lnTo>
                    <a:pt x="64" y="126"/>
                  </a:lnTo>
                  <a:lnTo>
                    <a:pt x="64" y="126"/>
                  </a:lnTo>
                  <a:cubicBezTo>
                    <a:pt x="64" y="143"/>
                    <a:pt x="80" y="158"/>
                    <a:pt x="95" y="158"/>
                  </a:cubicBezTo>
                  <a:lnTo>
                    <a:pt x="95" y="158"/>
                  </a:lnTo>
                  <a:cubicBezTo>
                    <a:pt x="95" y="143"/>
                    <a:pt x="112" y="126"/>
                    <a:pt x="127" y="126"/>
                  </a:cubicBezTo>
                  <a:lnTo>
                    <a:pt x="127" y="126"/>
                  </a:lnTo>
                  <a:lnTo>
                    <a:pt x="127" y="111"/>
                  </a:lnTo>
                  <a:lnTo>
                    <a:pt x="127" y="80"/>
                  </a:lnTo>
                  <a:lnTo>
                    <a:pt x="112" y="32"/>
                  </a:lnTo>
                  <a:cubicBezTo>
                    <a:pt x="112" y="17"/>
                    <a:pt x="95" y="17"/>
                    <a:pt x="80" y="0"/>
                  </a:cubicBez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8" name="Google Shape;1738;p38"/>
            <p:cNvSpPr/>
            <p:nvPr/>
          </p:nvSpPr>
          <p:spPr>
            <a:xfrm>
              <a:off x="3334355" y="1771716"/>
              <a:ext cx="4516" cy="2544"/>
            </a:xfrm>
            <a:custGeom>
              <a:avLst/>
              <a:gdLst/>
              <a:ahLst/>
              <a:cxnLst/>
              <a:rect l="l" t="t" r="r" b="b"/>
              <a:pathLst>
                <a:path w="142" h="80" extrusionOk="0">
                  <a:moveTo>
                    <a:pt x="110" y="0"/>
                  </a:moveTo>
                  <a:lnTo>
                    <a:pt x="95" y="0"/>
                  </a:lnTo>
                  <a:lnTo>
                    <a:pt x="32" y="17"/>
                  </a:lnTo>
                  <a:lnTo>
                    <a:pt x="16" y="17"/>
                  </a:lnTo>
                  <a:cubicBezTo>
                    <a:pt x="16" y="32"/>
                    <a:pt x="1" y="32"/>
                    <a:pt x="1" y="48"/>
                  </a:cubicBezTo>
                  <a:cubicBezTo>
                    <a:pt x="16" y="63"/>
                    <a:pt x="32" y="80"/>
                    <a:pt x="47" y="80"/>
                  </a:cubicBezTo>
                  <a:lnTo>
                    <a:pt x="47" y="80"/>
                  </a:lnTo>
                  <a:lnTo>
                    <a:pt x="79" y="80"/>
                  </a:lnTo>
                  <a:lnTo>
                    <a:pt x="110" y="80"/>
                  </a:lnTo>
                  <a:cubicBezTo>
                    <a:pt x="127" y="80"/>
                    <a:pt x="142" y="63"/>
                    <a:pt x="142" y="32"/>
                  </a:cubicBezTo>
                  <a:cubicBezTo>
                    <a:pt x="142" y="17"/>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9" name="Google Shape;1739;p38"/>
            <p:cNvSpPr/>
            <p:nvPr/>
          </p:nvSpPr>
          <p:spPr>
            <a:xfrm>
              <a:off x="3300770" y="1822825"/>
              <a:ext cx="3562" cy="2544"/>
            </a:xfrm>
            <a:custGeom>
              <a:avLst/>
              <a:gdLst/>
              <a:ahLst/>
              <a:cxnLst/>
              <a:rect l="l" t="t" r="r" b="b"/>
              <a:pathLst>
                <a:path w="112" h="80" extrusionOk="0">
                  <a:moveTo>
                    <a:pt x="63" y="0"/>
                  </a:moveTo>
                  <a:lnTo>
                    <a:pt x="17" y="0"/>
                  </a:lnTo>
                  <a:cubicBezTo>
                    <a:pt x="0" y="0"/>
                    <a:pt x="0" y="0"/>
                    <a:pt x="0" y="17"/>
                  </a:cubicBezTo>
                  <a:cubicBezTo>
                    <a:pt x="17" y="17"/>
                    <a:pt x="17" y="32"/>
                    <a:pt x="17" y="48"/>
                  </a:cubicBezTo>
                  <a:cubicBezTo>
                    <a:pt x="17" y="63"/>
                    <a:pt x="0" y="63"/>
                    <a:pt x="0" y="63"/>
                  </a:cubicBezTo>
                  <a:cubicBezTo>
                    <a:pt x="0" y="63"/>
                    <a:pt x="0" y="80"/>
                    <a:pt x="17" y="80"/>
                  </a:cubicBezTo>
                  <a:lnTo>
                    <a:pt x="17" y="80"/>
                  </a:lnTo>
                  <a:lnTo>
                    <a:pt x="80" y="63"/>
                  </a:lnTo>
                  <a:cubicBezTo>
                    <a:pt x="95" y="63"/>
                    <a:pt x="111" y="48"/>
                    <a:pt x="111" y="32"/>
                  </a:cubicBezTo>
                  <a:lnTo>
                    <a:pt x="95" y="32"/>
                  </a:lnTo>
                  <a:cubicBezTo>
                    <a:pt x="80" y="32"/>
                    <a:pt x="63"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0" name="Google Shape;1740;p38"/>
            <p:cNvSpPr/>
            <p:nvPr/>
          </p:nvSpPr>
          <p:spPr>
            <a:xfrm>
              <a:off x="3432564" y="1753174"/>
              <a:ext cx="3530" cy="4548"/>
            </a:xfrm>
            <a:custGeom>
              <a:avLst/>
              <a:gdLst/>
              <a:ahLst/>
              <a:cxnLst/>
              <a:rect l="l" t="t" r="r" b="b"/>
              <a:pathLst>
                <a:path w="111" h="143" extrusionOk="0">
                  <a:moveTo>
                    <a:pt x="32" y="1"/>
                  </a:moveTo>
                  <a:lnTo>
                    <a:pt x="32" y="1"/>
                  </a:lnTo>
                  <a:lnTo>
                    <a:pt x="16" y="1"/>
                  </a:lnTo>
                  <a:cubicBezTo>
                    <a:pt x="1" y="16"/>
                    <a:pt x="1" y="32"/>
                    <a:pt x="1" y="48"/>
                  </a:cubicBezTo>
                  <a:lnTo>
                    <a:pt x="47" y="142"/>
                  </a:lnTo>
                  <a:lnTo>
                    <a:pt x="64" y="142"/>
                  </a:lnTo>
                  <a:lnTo>
                    <a:pt x="79" y="142"/>
                  </a:lnTo>
                  <a:lnTo>
                    <a:pt x="79" y="142"/>
                  </a:lnTo>
                  <a:lnTo>
                    <a:pt x="79" y="142"/>
                  </a:lnTo>
                  <a:lnTo>
                    <a:pt x="110" y="142"/>
                  </a:lnTo>
                  <a:cubicBezTo>
                    <a:pt x="95" y="127"/>
                    <a:pt x="110" y="127"/>
                    <a:pt x="110" y="111"/>
                  </a:cubicBezTo>
                  <a:lnTo>
                    <a:pt x="110" y="111"/>
                  </a:lnTo>
                  <a:lnTo>
                    <a:pt x="110" y="111"/>
                  </a:lnTo>
                  <a:lnTo>
                    <a:pt x="110" y="95"/>
                  </a:lnTo>
                  <a:cubicBezTo>
                    <a:pt x="95" y="95"/>
                    <a:pt x="79" y="79"/>
                    <a:pt x="79" y="79"/>
                  </a:cubicBezTo>
                  <a:cubicBezTo>
                    <a:pt x="47" y="64"/>
                    <a:pt x="47" y="32"/>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1" name="Google Shape;1741;p38"/>
            <p:cNvSpPr/>
            <p:nvPr/>
          </p:nvSpPr>
          <p:spPr>
            <a:xfrm>
              <a:off x="3423564" y="1793756"/>
              <a:ext cx="2512" cy="4039"/>
            </a:xfrm>
            <a:custGeom>
              <a:avLst/>
              <a:gdLst/>
              <a:ahLst/>
              <a:cxnLst/>
              <a:rect l="l" t="t" r="r" b="b"/>
              <a:pathLst>
                <a:path w="79" h="127" extrusionOk="0">
                  <a:moveTo>
                    <a:pt x="47" y="0"/>
                  </a:moveTo>
                  <a:lnTo>
                    <a:pt x="47" y="0"/>
                  </a:lnTo>
                  <a:lnTo>
                    <a:pt x="32" y="0"/>
                  </a:lnTo>
                  <a:cubicBezTo>
                    <a:pt x="15" y="0"/>
                    <a:pt x="15" y="17"/>
                    <a:pt x="0" y="32"/>
                  </a:cubicBezTo>
                  <a:lnTo>
                    <a:pt x="0" y="80"/>
                  </a:lnTo>
                  <a:lnTo>
                    <a:pt x="0" y="80"/>
                  </a:lnTo>
                  <a:lnTo>
                    <a:pt x="0" y="95"/>
                  </a:lnTo>
                  <a:cubicBezTo>
                    <a:pt x="0" y="111"/>
                    <a:pt x="15" y="126"/>
                    <a:pt x="47" y="126"/>
                  </a:cubicBezTo>
                  <a:lnTo>
                    <a:pt x="47" y="126"/>
                  </a:lnTo>
                  <a:cubicBezTo>
                    <a:pt x="63" y="126"/>
                    <a:pt x="78" y="111"/>
                    <a:pt x="78" y="95"/>
                  </a:cubicBezTo>
                  <a:lnTo>
                    <a:pt x="78" y="80"/>
                  </a:lnTo>
                  <a:lnTo>
                    <a:pt x="78" y="32"/>
                  </a:lnTo>
                  <a:lnTo>
                    <a:pt x="78" y="32"/>
                  </a:lnTo>
                  <a:lnTo>
                    <a:pt x="63" y="17"/>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2" name="Google Shape;1742;p38"/>
            <p:cNvSpPr/>
            <p:nvPr/>
          </p:nvSpPr>
          <p:spPr>
            <a:xfrm>
              <a:off x="3394495" y="1789749"/>
              <a:ext cx="2512" cy="3562"/>
            </a:xfrm>
            <a:custGeom>
              <a:avLst/>
              <a:gdLst/>
              <a:ahLst/>
              <a:cxnLst/>
              <a:rect l="l" t="t" r="r" b="b"/>
              <a:pathLst>
                <a:path w="79" h="112" extrusionOk="0">
                  <a:moveTo>
                    <a:pt x="63" y="0"/>
                  </a:moveTo>
                  <a:lnTo>
                    <a:pt x="63" y="0"/>
                  </a:lnTo>
                  <a:cubicBezTo>
                    <a:pt x="63" y="17"/>
                    <a:pt x="47" y="32"/>
                    <a:pt x="32" y="32"/>
                  </a:cubicBezTo>
                  <a:lnTo>
                    <a:pt x="15" y="32"/>
                  </a:lnTo>
                  <a:cubicBezTo>
                    <a:pt x="15" y="32"/>
                    <a:pt x="0" y="32"/>
                    <a:pt x="0" y="17"/>
                  </a:cubicBezTo>
                  <a:lnTo>
                    <a:pt x="0" y="80"/>
                  </a:lnTo>
                  <a:cubicBezTo>
                    <a:pt x="15" y="95"/>
                    <a:pt x="15" y="111"/>
                    <a:pt x="32" y="111"/>
                  </a:cubicBezTo>
                  <a:lnTo>
                    <a:pt x="47" y="111"/>
                  </a:lnTo>
                  <a:lnTo>
                    <a:pt x="47" y="111"/>
                  </a:lnTo>
                  <a:cubicBezTo>
                    <a:pt x="63" y="111"/>
                    <a:pt x="78" y="95"/>
                    <a:pt x="78" y="80"/>
                  </a:cubicBezTo>
                  <a:lnTo>
                    <a:pt x="63" y="32"/>
                  </a:lnTo>
                  <a:lnTo>
                    <a:pt x="63" y="17"/>
                  </a:lnTo>
                  <a:lnTo>
                    <a:pt x="63" y="17"/>
                  </a:lnTo>
                  <a:lnTo>
                    <a:pt x="63" y="0"/>
                  </a:lnTo>
                  <a:lnTo>
                    <a:pt x="63" y="0"/>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3" name="Google Shape;1743;p38"/>
            <p:cNvSpPr/>
            <p:nvPr/>
          </p:nvSpPr>
          <p:spPr>
            <a:xfrm>
              <a:off x="3109884" y="1794742"/>
              <a:ext cx="4039" cy="2576"/>
            </a:xfrm>
            <a:custGeom>
              <a:avLst/>
              <a:gdLst/>
              <a:ahLst/>
              <a:cxnLst/>
              <a:rect l="l" t="t" r="r" b="b"/>
              <a:pathLst>
                <a:path w="127" h="81" extrusionOk="0">
                  <a:moveTo>
                    <a:pt x="95" y="1"/>
                  </a:moveTo>
                  <a:lnTo>
                    <a:pt x="95" y="1"/>
                  </a:lnTo>
                  <a:lnTo>
                    <a:pt x="78" y="1"/>
                  </a:lnTo>
                  <a:lnTo>
                    <a:pt x="32" y="17"/>
                  </a:lnTo>
                  <a:lnTo>
                    <a:pt x="15" y="17"/>
                  </a:lnTo>
                  <a:lnTo>
                    <a:pt x="15" y="17"/>
                  </a:lnTo>
                  <a:cubicBezTo>
                    <a:pt x="0" y="32"/>
                    <a:pt x="0" y="32"/>
                    <a:pt x="0" y="49"/>
                  </a:cubicBezTo>
                  <a:cubicBezTo>
                    <a:pt x="0" y="64"/>
                    <a:pt x="15" y="64"/>
                    <a:pt x="15" y="80"/>
                  </a:cubicBezTo>
                  <a:lnTo>
                    <a:pt x="32" y="80"/>
                  </a:lnTo>
                  <a:lnTo>
                    <a:pt x="47" y="80"/>
                  </a:lnTo>
                  <a:lnTo>
                    <a:pt x="63" y="64"/>
                  </a:lnTo>
                  <a:lnTo>
                    <a:pt x="95" y="64"/>
                  </a:lnTo>
                  <a:lnTo>
                    <a:pt x="95" y="49"/>
                  </a:lnTo>
                  <a:cubicBezTo>
                    <a:pt x="95" y="32"/>
                    <a:pt x="110" y="17"/>
                    <a:pt x="126" y="17"/>
                  </a:cubicBezTo>
                  <a:lnTo>
                    <a:pt x="126" y="17"/>
                  </a:lnTo>
                  <a:lnTo>
                    <a:pt x="126" y="17"/>
                  </a:lnTo>
                  <a:cubicBezTo>
                    <a:pt x="126" y="1"/>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4" name="Google Shape;1744;p38"/>
            <p:cNvSpPr/>
            <p:nvPr/>
          </p:nvSpPr>
          <p:spPr>
            <a:xfrm>
              <a:off x="3056740" y="1799767"/>
              <a:ext cx="2544" cy="3562"/>
            </a:xfrm>
            <a:custGeom>
              <a:avLst/>
              <a:gdLst/>
              <a:ahLst/>
              <a:cxnLst/>
              <a:rect l="l" t="t" r="r" b="b"/>
              <a:pathLst>
                <a:path w="80" h="112" extrusionOk="0">
                  <a:moveTo>
                    <a:pt x="64" y="1"/>
                  </a:moveTo>
                  <a:lnTo>
                    <a:pt x="64" y="1"/>
                  </a:lnTo>
                  <a:cubicBezTo>
                    <a:pt x="48" y="17"/>
                    <a:pt x="32" y="32"/>
                    <a:pt x="16" y="32"/>
                  </a:cubicBezTo>
                  <a:lnTo>
                    <a:pt x="1" y="80"/>
                  </a:lnTo>
                  <a:cubicBezTo>
                    <a:pt x="1" y="95"/>
                    <a:pt x="16" y="111"/>
                    <a:pt x="32" y="111"/>
                  </a:cubicBezTo>
                  <a:lnTo>
                    <a:pt x="32" y="111"/>
                  </a:lnTo>
                  <a:cubicBezTo>
                    <a:pt x="48" y="111"/>
                    <a:pt x="64" y="111"/>
                    <a:pt x="64" y="80"/>
                  </a:cubicBezTo>
                  <a:lnTo>
                    <a:pt x="79"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5" name="Google Shape;1745;p38"/>
            <p:cNvSpPr/>
            <p:nvPr/>
          </p:nvSpPr>
          <p:spPr>
            <a:xfrm>
              <a:off x="3412019" y="1756673"/>
              <a:ext cx="4039" cy="2035"/>
            </a:xfrm>
            <a:custGeom>
              <a:avLst/>
              <a:gdLst/>
              <a:ahLst/>
              <a:cxnLst/>
              <a:rect l="l" t="t" r="r" b="b"/>
              <a:pathLst>
                <a:path w="127" h="64" extrusionOk="0">
                  <a:moveTo>
                    <a:pt x="32" y="1"/>
                  </a:moveTo>
                  <a:lnTo>
                    <a:pt x="32" y="1"/>
                  </a:lnTo>
                  <a:cubicBezTo>
                    <a:pt x="16" y="1"/>
                    <a:pt x="0" y="17"/>
                    <a:pt x="0" y="32"/>
                  </a:cubicBezTo>
                  <a:cubicBezTo>
                    <a:pt x="0" y="48"/>
                    <a:pt x="0" y="48"/>
                    <a:pt x="16" y="48"/>
                  </a:cubicBezTo>
                  <a:cubicBezTo>
                    <a:pt x="16" y="64"/>
                    <a:pt x="16" y="64"/>
                    <a:pt x="32" y="64"/>
                  </a:cubicBezTo>
                  <a:lnTo>
                    <a:pt x="32" y="64"/>
                  </a:lnTo>
                  <a:lnTo>
                    <a:pt x="95" y="64"/>
                  </a:lnTo>
                  <a:lnTo>
                    <a:pt x="95" y="64"/>
                  </a:lnTo>
                  <a:cubicBezTo>
                    <a:pt x="111" y="64"/>
                    <a:pt x="126" y="48"/>
                    <a:pt x="126" y="32"/>
                  </a:cubicBezTo>
                  <a:lnTo>
                    <a:pt x="126" y="17"/>
                  </a:lnTo>
                  <a:cubicBezTo>
                    <a:pt x="126" y="1"/>
                    <a:pt x="111" y="1"/>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6" name="Google Shape;1746;p38"/>
            <p:cNvSpPr/>
            <p:nvPr/>
          </p:nvSpPr>
          <p:spPr>
            <a:xfrm>
              <a:off x="3304300" y="1807781"/>
              <a:ext cx="5025" cy="4039"/>
            </a:xfrm>
            <a:custGeom>
              <a:avLst/>
              <a:gdLst/>
              <a:ahLst/>
              <a:cxnLst/>
              <a:rect l="l" t="t" r="r" b="b"/>
              <a:pathLst>
                <a:path w="158" h="127" extrusionOk="0">
                  <a:moveTo>
                    <a:pt x="126" y="1"/>
                  </a:moveTo>
                  <a:lnTo>
                    <a:pt x="110" y="1"/>
                  </a:lnTo>
                  <a:cubicBezTo>
                    <a:pt x="110" y="1"/>
                    <a:pt x="110" y="17"/>
                    <a:pt x="95" y="17"/>
                  </a:cubicBezTo>
                  <a:lnTo>
                    <a:pt x="32" y="64"/>
                  </a:lnTo>
                  <a:lnTo>
                    <a:pt x="32" y="64"/>
                  </a:lnTo>
                  <a:cubicBezTo>
                    <a:pt x="15" y="80"/>
                    <a:pt x="0" y="95"/>
                    <a:pt x="15" y="112"/>
                  </a:cubicBezTo>
                  <a:cubicBezTo>
                    <a:pt x="32" y="127"/>
                    <a:pt x="32" y="127"/>
                    <a:pt x="47" y="127"/>
                  </a:cubicBezTo>
                  <a:lnTo>
                    <a:pt x="47" y="127"/>
                  </a:lnTo>
                  <a:lnTo>
                    <a:pt x="63" y="127"/>
                  </a:lnTo>
                  <a:lnTo>
                    <a:pt x="141" y="64"/>
                  </a:lnTo>
                  <a:cubicBezTo>
                    <a:pt x="158" y="48"/>
                    <a:pt x="158" y="32"/>
                    <a:pt x="141"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7" name="Google Shape;1747;p38"/>
            <p:cNvSpPr/>
            <p:nvPr/>
          </p:nvSpPr>
          <p:spPr>
            <a:xfrm>
              <a:off x="3190538" y="1784724"/>
              <a:ext cx="4039" cy="5565"/>
            </a:xfrm>
            <a:custGeom>
              <a:avLst/>
              <a:gdLst/>
              <a:ahLst/>
              <a:cxnLst/>
              <a:rect l="l" t="t" r="r" b="b"/>
              <a:pathLst>
                <a:path w="127" h="175" extrusionOk="0">
                  <a:moveTo>
                    <a:pt x="0" y="112"/>
                  </a:moveTo>
                  <a:lnTo>
                    <a:pt x="0" y="127"/>
                  </a:lnTo>
                  <a:lnTo>
                    <a:pt x="0" y="112"/>
                  </a:lnTo>
                  <a:lnTo>
                    <a:pt x="0" y="112"/>
                  </a:lnTo>
                  <a:close/>
                  <a:moveTo>
                    <a:pt x="111" y="1"/>
                  </a:moveTo>
                  <a:lnTo>
                    <a:pt x="48" y="49"/>
                  </a:lnTo>
                  <a:cubicBezTo>
                    <a:pt x="32" y="49"/>
                    <a:pt x="32" y="64"/>
                    <a:pt x="32" y="80"/>
                  </a:cubicBezTo>
                  <a:lnTo>
                    <a:pt x="32" y="80"/>
                  </a:lnTo>
                  <a:lnTo>
                    <a:pt x="79" y="64"/>
                  </a:lnTo>
                  <a:lnTo>
                    <a:pt x="79" y="64"/>
                  </a:lnTo>
                  <a:lnTo>
                    <a:pt x="95" y="64"/>
                  </a:lnTo>
                  <a:lnTo>
                    <a:pt x="126" y="95"/>
                  </a:lnTo>
                  <a:cubicBezTo>
                    <a:pt x="126" y="112"/>
                    <a:pt x="111" y="127"/>
                    <a:pt x="95" y="127"/>
                  </a:cubicBezTo>
                  <a:lnTo>
                    <a:pt x="63" y="143"/>
                  </a:lnTo>
                  <a:lnTo>
                    <a:pt x="63" y="158"/>
                  </a:lnTo>
                  <a:lnTo>
                    <a:pt x="63" y="175"/>
                  </a:lnTo>
                  <a:lnTo>
                    <a:pt x="79" y="175"/>
                  </a:lnTo>
                  <a:lnTo>
                    <a:pt x="95" y="158"/>
                  </a:lnTo>
                  <a:cubicBezTo>
                    <a:pt x="111" y="158"/>
                    <a:pt x="126" y="143"/>
                    <a:pt x="126" y="127"/>
                  </a:cubicBezTo>
                  <a:lnTo>
                    <a:pt x="126" y="112"/>
                  </a:lnTo>
                  <a:lnTo>
                    <a:pt x="126" y="80"/>
                  </a:lnTo>
                  <a:lnTo>
                    <a:pt x="126" y="80"/>
                  </a:lnTo>
                  <a:lnTo>
                    <a:pt x="126" y="64"/>
                  </a:lnTo>
                  <a:cubicBezTo>
                    <a:pt x="126" y="64"/>
                    <a:pt x="111" y="49"/>
                    <a:pt x="111"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8" name="Google Shape;1748;p38"/>
            <p:cNvSpPr/>
            <p:nvPr/>
          </p:nvSpPr>
          <p:spPr>
            <a:xfrm>
              <a:off x="3090834" y="1792261"/>
              <a:ext cx="4516" cy="4516"/>
            </a:xfrm>
            <a:custGeom>
              <a:avLst/>
              <a:gdLst/>
              <a:ahLst/>
              <a:cxnLst/>
              <a:rect l="l" t="t" r="r" b="b"/>
              <a:pathLst>
                <a:path w="142" h="142" extrusionOk="0">
                  <a:moveTo>
                    <a:pt x="110" y="1"/>
                  </a:moveTo>
                  <a:lnTo>
                    <a:pt x="110" y="1"/>
                  </a:lnTo>
                  <a:lnTo>
                    <a:pt x="110" y="1"/>
                  </a:lnTo>
                  <a:cubicBezTo>
                    <a:pt x="95" y="1"/>
                    <a:pt x="95" y="16"/>
                    <a:pt x="95" y="16"/>
                  </a:cubicBezTo>
                  <a:lnTo>
                    <a:pt x="78" y="16"/>
                  </a:lnTo>
                  <a:cubicBezTo>
                    <a:pt x="63" y="32"/>
                    <a:pt x="0" y="64"/>
                    <a:pt x="32" y="127"/>
                  </a:cubicBezTo>
                  <a:cubicBezTo>
                    <a:pt x="47" y="142"/>
                    <a:pt x="63" y="142"/>
                    <a:pt x="63" y="142"/>
                  </a:cubicBezTo>
                  <a:lnTo>
                    <a:pt x="78" y="142"/>
                  </a:lnTo>
                  <a:lnTo>
                    <a:pt x="95" y="142"/>
                  </a:lnTo>
                  <a:lnTo>
                    <a:pt x="63" y="79"/>
                  </a:lnTo>
                  <a:cubicBezTo>
                    <a:pt x="63" y="64"/>
                    <a:pt x="63" y="47"/>
                    <a:pt x="78" y="32"/>
                  </a:cubicBezTo>
                  <a:lnTo>
                    <a:pt x="95" y="32"/>
                  </a:lnTo>
                  <a:lnTo>
                    <a:pt x="95" y="32"/>
                  </a:lnTo>
                  <a:cubicBezTo>
                    <a:pt x="110" y="32"/>
                    <a:pt x="110" y="32"/>
                    <a:pt x="110" y="47"/>
                  </a:cubicBezTo>
                  <a:cubicBezTo>
                    <a:pt x="126" y="32"/>
                    <a:pt x="126" y="16"/>
                    <a:pt x="141" y="16"/>
                  </a:cubicBezTo>
                  <a:lnTo>
                    <a:pt x="141" y="16"/>
                  </a:lnTo>
                  <a:lnTo>
                    <a:pt x="141"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9" name="Google Shape;1749;p38"/>
            <p:cNvSpPr/>
            <p:nvPr/>
          </p:nvSpPr>
          <p:spPr>
            <a:xfrm>
              <a:off x="3193528" y="1782243"/>
              <a:ext cx="4580" cy="5057"/>
            </a:xfrm>
            <a:custGeom>
              <a:avLst/>
              <a:gdLst/>
              <a:ahLst/>
              <a:cxnLst/>
              <a:rect l="l" t="t" r="r" b="b"/>
              <a:pathLst>
                <a:path w="144" h="159" extrusionOk="0">
                  <a:moveTo>
                    <a:pt x="48" y="1"/>
                  </a:moveTo>
                  <a:lnTo>
                    <a:pt x="32" y="1"/>
                  </a:lnTo>
                  <a:cubicBezTo>
                    <a:pt x="17" y="1"/>
                    <a:pt x="1" y="16"/>
                    <a:pt x="1" y="32"/>
                  </a:cubicBezTo>
                  <a:lnTo>
                    <a:pt x="1" y="64"/>
                  </a:lnTo>
                  <a:cubicBezTo>
                    <a:pt x="17" y="64"/>
                    <a:pt x="17" y="79"/>
                    <a:pt x="17" y="79"/>
                  </a:cubicBezTo>
                  <a:lnTo>
                    <a:pt x="17" y="110"/>
                  </a:lnTo>
                  <a:cubicBezTo>
                    <a:pt x="17" y="127"/>
                    <a:pt x="32" y="142"/>
                    <a:pt x="32" y="142"/>
                  </a:cubicBezTo>
                  <a:cubicBezTo>
                    <a:pt x="48" y="158"/>
                    <a:pt x="48" y="158"/>
                    <a:pt x="64" y="158"/>
                  </a:cubicBezTo>
                  <a:lnTo>
                    <a:pt x="64" y="158"/>
                  </a:lnTo>
                  <a:lnTo>
                    <a:pt x="80" y="158"/>
                  </a:lnTo>
                  <a:lnTo>
                    <a:pt x="95" y="158"/>
                  </a:lnTo>
                  <a:lnTo>
                    <a:pt x="95" y="158"/>
                  </a:lnTo>
                  <a:lnTo>
                    <a:pt x="112" y="158"/>
                  </a:lnTo>
                  <a:cubicBezTo>
                    <a:pt x="112" y="158"/>
                    <a:pt x="127" y="158"/>
                    <a:pt x="127" y="142"/>
                  </a:cubicBezTo>
                  <a:cubicBezTo>
                    <a:pt x="127" y="142"/>
                    <a:pt x="143" y="142"/>
                    <a:pt x="143" y="127"/>
                  </a:cubicBezTo>
                  <a:lnTo>
                    <a:pt x="127" y="142"/>
                  </a:lnTo>
                  <a:lnTo>
                    <a:pt x="112" y="142"/>
                  </a:lnTo>
                  <a:cubicBezTo>
                    <a:pt x="95" y="142"/>
                    <a:pt x="80" y="127"/>
                    <a:pt x="80" y="110"/>
                  </a:cubicBezTo>
                  <a:lnTo>
                    <a:pt x="80" y="95"/>
                  </a:lnTo>
                  <a:lnTo>
                    <a:pt x="80" y="47"/>
                  </a:lnTo>
                  <a:lnTo>
                    <a:pt x="80" y="32"/>
                  </a:lnTo>
                  <a:lnTo>
                    <a:pt x="80"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0" name="Google Shape;1750;p38"/>
            <p:cNvSpPr/>
            <p:nvPr/>
          </p:nvSpPr>
          <p:spPr>
            <a:xfrm>
              <a:off x="3392492" y="1812806"/>
              <a:ext cx="5025" cy="6042"/>
            </a:xfrm>
            <a:custGeom>
              <a:avLst/>
              <a:gdLst/>
              <a:ahLst/>
              <a:cxnLst/>
              <a:rect l="l" t="t" r="r" b="b"/>
              <a:pathLst>
                <a:path w="158" h="190" extrusionOk="0">
                  <a:moveTo>
                    <a:pt x="95" y="174"/>
                  </a:moveTo>
                  <a:lnTo>
                    <a:pt x="95" y="189"/>
                  </a:lnTo>
                  <a:lnTo>
                    <a:pt x="95" y="189"/>
                  </a:lnTo>
                  <a:lnTo>
                    <a:pt x="95" y="174"/>
                  </a:lnTo>
                  <a:close/>
                  <a:moveTo>
                    <a:pt x="47" y="48"/>
                  </a:moveTo>
                  <a:lnTo>
                    <a:pt x="47" y="48"/>
                  </a:lnTo>
                  <a:lnTo>
                    <a:pt x="47" y="48"/>
                  </a:lnTo>
                  <a:close/>
                  <a:moveTo>
                    <a:pt x="126" y="0"/>
                  </a:moveTo>
                  <a:lnTo>
                    <a:pt x="110" y="0"/>
                  </a:lnTo>
                  <a:lnTo>
                    <a:pt x="110" y="0"/>
                  </a:lnTo>
                  <a:lnTo>
                    <a:pt x="47" y="17"/>
                  </a:lnTo>
                  <a:cubicBezTo>
                    <a:pt x="32" y="17"/>
                    <a:pt x="32" y="17"/>
                    <a:pt x="32" y="32"/>
                  </a:cubicBezTo>
                  <a:cubicBezTo>
                    <a:pt x="0" y="63"/>
                    <a:pt x="0" y="80"/>
                    <a:pt x="0" y="111"/>
                  </a:cubicBezTo>
                  <a:lnTo>
                    <a:pt x="32" y="111"/>
                  </a:lnTo>
                  <a:lnTo>
                    <a:pt x="32" y="111"/>
                  </a:lnTo>
                  <a:cubicBezTo>
                    <a:pt x="47" y="126"/>
                    <a:pt x="95" y="126"/>
                    <a:pt x="95" y="174"/>
                  </a:cubicBezTo>
                  <a:lnTo>
                    <a:pt x="95" y="174"/>
                  </a:lnTo>
                  <a:lnTo>
                    <a:pt x="126" y="174"/>
                  </a:lnTo>
                  <a:lnTo>
                    <a:pt x="141" y="174"/>
                  </a:lnTo>
                  <a:cubicBezTo>
                    <a:pt x="141" y="143"/>
                    <a:pt x="141" y="126"/>
                    <a:pt x="126" y="126"/>
                  </a:cubicBezTo>
                  <a:cubicBezTo>
                    <a:pt x="110" y="126"/>
                    <a:pt x="110" y="111"/>
                    <a:pt x="95" y="111"/>
                  </a:cubicBezTo>
                  <a:cubicBezTo>
                    <a:pt x="78" y="111"/>
                    <a:pt x="78" y="95"/>
                    <a:pt x="78" y="95"/>
                  </a:cubicBezTo>
                  <a:lnTo>
                    <a:pt x="78" y="80"/>
                  </a:lnTo>
                  <a:lnTo>
                    <a:pt x="126" y="63"/>
                  </a:lnTo>
                  <a:cubicBezTo>
                    <a:pt x="141" y="63"/>
                    <a:pt x="158" y="48"/>
                    <a:pt x="158" y="32"/>
                  </a:cubicBezTo>
                  <a:lnTo>
                    <a:pt x="158" y="17"/>
                  </a:ln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1" name="Google Shape;1751;p38"/>
            <p:cNvSpPr/>
            <p:nvPr/>
          </p:nvSpPr>
          <p:spPr>
            <a:xfrm>
              <a:off x="3393955" y="1814333"/>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2" name="Google Shape;1752;p38"/>
            <p:cNvSpPr/>
            <p:nvPr/>
          </p:nvSpPr>
          <p:spPr>
            <a:xfrm>
              <a:off x="3297271" y="1820344"/>
              <a:ext cx="3053" cy="2512"/>
            </a:xfrm>
            <a:custGeom>
              <a:avLst/>
              <a:gdLst/>
              <a:ahLst/>
              <a:cxnLst/>
              <a:rect l="l" t="t" r="r" b="b"/>
              <a:pathLst>
                <a:path w="96" h="79" extrusionOk="0">
                  <a:moveTo>
                    <a:pt x="64" y="0"/>
                  </a:moveTo>
                  <a:lnTo>
                    <a:pt x="64" y="0"/>
                  </a:lnTo>
                  <a:cubicBezTo>
                    <a:pt x="47" y="0"/>
                    <a:pt x="47" y="0"/>
                    <a:pt x="47" y="15"/>
                  </a:cubicBezTo>
                  <a:lnTo>
                    <a:pt x="32" y="0"/>
                  </a:lnTo>
                  <a:lnTo>
                    <a:pt x="32" y="0"/>
                  </a:lnTo>
                  <a:cubicBezTo>
                    <a:pt x="16" y="0"/>
                    <a:pt x="16" y="15"/>
                    <a:pt x="16" y="15"/>
                  </a:cubicBezTo>
                  <a:lnTo>
                    <a:pt x="1" y="63"/>
                  </a:lnTo>
                  <a:lnTo>
                    <a:pt x="1" y="78"/>
                  </a:lnTo>
                  <a:lnTo>
                    <a:pt x="1" y="78"/>
                  </a:lnTo>
                  <a:lnTo>
                    <a:pt x="1" y="78"/>
                  </a:lnTo>
                  <a:lnTo>
                    <a:pt x="32" y="78"/>
                  </a:lnTo>
                  <a:lnTo>
                    <a:pt x="32" y="78"/>
                  </a:lnTo>
                  <a:lnTo>
                    <a:pt x="32" y="78"/>
                  </a:lnTo>
                  <a:lnTo>
                    <a:pt x="64" y="78"/>
                  </a:lnTo>
                  <a:lnTo>
                    <a:pt x="79" y="63"/>
                  </a:lnTo>
                  <a:cubicBezTo>
                    <a:pt x="79" y="63"/>
                    <a:pt x="95" y="63"/>
                    <a:pt x="95" y="47"/>
                  </a:cubicBezTo>
                  <a:cubicBezTo>
                    <a:pt x="95" y="47"/>
                    <a:pt x="95" y="32"/>
                    <a:pt x="79" y="15"/>
                  </a:cubicBezTo>
                  <a:cubicBezTo>
                    <a:pt x="79"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3" name="Google Shape;1753;p38"/>
            <p:cNvSpPr/>
            <p:nvPr/>
          </p:nvSpPr>
          <p:spPr>
            <a:xfrm>
              <a:off x="3127376" y="1825337"/>
              <a:ext cx="3053" cy="4516"/>
            </a:xfrm>
            <a:custGeom>
              <a:avLst/>
              <a:gdLst/>
              <a:ahLst/>
              <a:cxnLst/>
              <a:rect l="l" t="t" r="r" b="b"/>
              <a:pathLst>
                <a:path w="96" h="142" extrusionOk="0">
                  <a:moveTo>
                    <a:pt x="64" y="1"/>
                  </a:moveTo>
                  <a:lnTo>
                    <a:pt x="64" y="1"/>
                  </a:lnTo>
                  <a:lnTo>
                    <a:pt x="32" y="1"/>
                  </a:lnTo>
                  <a:lnTo>
                    <a:pt x="32" y="1"/>
                  </a:lnTo>
                  <a:cubicBezTo>
                    <a:pt x="17" y="1"/>
                    <a:pt x="1" y="16"/>
                    <a:pt x="1" y="32"/>
                  </a:cubicBezTo>
                  <a:cubicBezTo>
                    <a:pt x="1" y="64"/>
                    <a:pt x="17" y="64"/>
                    <a:pt x="32" y="79"/>
                  </a:cubicBezTo>
                  <a:lnTo>
                    <a:pt x="17" y="110"/>
                  </a:lnTo>
                  <a:cubicBezTo>
                    <a:pt x="17" y="127"/>
                    <a:pt x="32" y="142"/>
                    <a:pt x="49" y="142"/>
                  </a:cubicBezTo>
                  <a:lnTo>
                    <a:pt x="64" y="142"/>
                  </a:lnTo>
                  <a:cubicBezTo>
                    <a:pt x="80" y="142"/>
                    <a:pt x="95" y="142"/>
                    <a:pt x="95" y="110"/>
                  </a:cubicBezTo>
                  <a:lnTo>
                    <a:pt x="95" y="47"/>
                  </a:lnTo>
                  <a:lnTo>
                    <a:pt x="95" y="16"/>
                  </a:lnTo>
                  <a:cubicBezTo>
                    <a:pt x="80" y="1"/>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4" name="Google Shape;1754;p38"/>
            <p:cNvSpPr/>
            <p:nvPr/>
          </p:nvSpPr>
          <p:spPr>
            <a:xfrm>
              <a:off x="3412019" y="1761189"/>
              <a:ext cx="4039" cy="5534"/>
            </a:xfrm>
            <a:custGeom>
              <a:avLst/>
              <a:gdLst/>
              <a:ahLst/>
              <a:cxnLst/>
              <a:rect l="l" t="t" r="r" b="b"/>
              <a:pathLst>
                <a:path w="127" h="174" extrusionOk="0">
                  <a:moveTo>
                    <a:pt x="95" y="111"/>
                  </a:moveTo>
                  <a:lnTo>
                    <a:pt x="16" y="127"/>
                  </a:lnTo>
                  <a:lnTo>
                    <a:pt x="63" y="174"/>
                  </a:lnTo>
                  <a:lnTo>
                    <a:pt x="79" y="174"/>
                  </a:lnTo>
                  <a:lnTo>
                    <a:pt x="79" y="174"/>
                  </a:lnTo>
                  <a:lnTo>
                    <a:pt x="95" y="174"/>
                  </a:lnTo>
                  <a:lnTo>
                    <a:pt x="111" y="174"/>
                  </a:lnTo>
                  <a:cubicBezTo>
                    <a:pt x="126" y="159"/>
                    <a:pt x="126" y="142"/>
                    <a:pt x="111" y="127"/>
                  </a:cubicBezTo>
                  <a:cubicBezTo>
                    <a:pt x="111" y="111"/>
                    <a:pt x="95" y="111"/>
                    <a:pt x="95" y="111"/>
                  </a:cubicBezTo>
                  <a:close/>
                  <a:moveTo>
                    <a:pt x="16" y="1"/>
                  </a:moveTo>
                  <a:cubicBezTo>
                    <a:pt x="16" y="1"/>
                    <a:pt x="0" y="1"/>
                    <a:pt x="0" y="16"/>
                  </a:cubicBezTo>
                  <a:lnTo>
                    <a:pt x="0" y="64"/>
                  </a:lnTo>
                  <a:lnTo>
                    <a:pt x="32" y="48"/>
                  </a:lnTo>
                  <a:cubicBezTo>
                    <a:pt x="16" y="48"/>
                    <a:pt x="32" y="48"/>
                    <a:pt x="32" y="32"/>
                  </a:cubicBezTo>
                  <a:cubicBezTo>
                    <a:pt x="32" y="16"/>
                    <a:pt x="32" y="16"/>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5" name="Google Shape;1755;p38"/>
            <p:cNvSpPr/>
            <p:nvPr/>
          </p:nvSpPr>
          <p:spPr>
            <a:xfrm>
              <a:off x="3332828" y="1816814"/>
              <a:ext cx="6583" cy="4548"/>
            </a:xfrm>
            <a:custGeom>
              <a:avLst/>
              <a:gdLst/>
              <a:ahLst/>
              <a:cxnLst/>
              <a:rect l="l" t="t" r="r" b="b"/>
              <a:pathLst>
                <a:path w="207" h="143" extrusionOk="0">
                  <a:moveTo>
                    <a:pt x="175" y="0"/>
                  </a:moveTo>
                  <a:lnTo>
                    <a:pt x="175" y="0"/>
                  </a:lnTo>
                  <a:lnTo>
                    <a:pt x="158" y="0"/>
                  </a:lnTo>
                  <a:lnTo>
                    <a:pt x="127" y="17"/>
                  </a:lnTo>
                  <a:lnTo>
                    <a:pt x="112" y="17"/>
                  </a:lnTo>
                  <a:cubicBezTo>
                    <a:pt x="127" y="32"/>
                    <a:pt x="127" y="32"/>
                    <a:pt x="127" y="48"/>
                  </a:cubicBezTo>
                  <a:cubicBezTo>
                    <a:pt x="143" y="63"/>
                    <a:pt x="127" y="80"/>
                    <a:pt x="112" y="80"/>
                  </a:cubicBezTo>
                  <a:lnTo>
                    <a:pt x="95" y="80"/>
                  </a:lnTo>
                  <a:cubicBezTo>
                    <a:pt x="80" y="80"/>
                    <a:pt x="64" y="80"/>
                    <a:pt x="64" y="63"/>
                  </a:cubicBezTo>
                  <a:lnTo>
                    <a:pt x="64" y="63"/>
                  </a:lnTo>
                  <a:lnTo>
                    <a:pt x="32" y="80"/>
                  </a:lnTo>
                  <a:lnTo>
                    <a:pt x="32" y="80"/>
                  </a:lnTo>
                  <a:cubicBezTo>
                    <a:pt x="17" y="80"/>
                    <a:pt x="1" y="111"/>
                    <a:pt x="17" y="126"/>
                  </a:cubicBezTo>
                  <a:cubicBezTo>
                    <a:pt x="17" y="126"/>
                    <a:pt x="32" y="143"/>
                    <a:pt x="49" y="143"/>
                  </a:cubicBezTo>
                  <a:cubicBezTo>
                    <a:pt x="49" y="143"/>
                    <a:pt x="64" y="143"/>
                    <a:pt x="64" y="126"/>
                  </a:cubicBezTo>
                  <a:lnTo>
                    <a:pt x="80" y="126"/>
                  </a:lnTo>
                  <a:lnTo>
                    <a:pt x="190" y="63"/>
                  </a:lnTo>
                  <a:lnTo>
                    <a:pt x="190" y="48"/>
                  </a:lnTo>
                  <a:lnTo>
                    <a:pt x="206" y="0"/>
                  </a:lnTo>
                  <a:lnTo>
                    <a:pt x="17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6" name="Google Shape;1756;p38"/>
            <p:cNvSpPr/>
            <p:nvPr/>
          </p:nvSpPr>
          <p:spPr>
            <a:xfrm>
              <a:off x="3189521" y="1798272"/>
              <a:ext cx="3053" cy="2544"/>
            </a:xfrm>
            <a:custGeom>
              <a:avLst/>
              <a:gdLst/>
              <a:ahLst/>
              <a:cxnLst/>
              <a:rect l="l" t="t" r="r" b="b"/>
              <a:pathLst>
                <a:path w="96" h="80" extrusionOk="0">
                  <a:moveTo>
                    <a:pt x="48" y="1"/>
                  </a:moveTo>
                  <a:lnTo>
                    <a:pt x="48" y="1"/>
                  </a:lnTo>
                  <a:cubicBezTo>
                    <a:pt x="48" y="16"/>
                    <a:pt x="17" y="32"/>
                    <a:pt x="1" y="32"/>
                  </a:cubicBezTo>
                  <a:lnTo>
                    <a:pt x="1" y="48"/>
                  </a:lnTo>
                  <a:cubicBezTo>
                    <a:pt x="1" y="64"/>
                    <a:pt x="17" y="79"/>
                    <a:pt x="32" y="79"/>
                  </a:cubicBezTo>
                  <a:lnTo>
                    <a:pt x="32" y="79"/>
                  </a:lnTo>
                  <a:lnTo>
                    <a:pt x="80" y="64"/>
                  </a:lnTo>
                  <a:lnTo>
                    <a:pt x="95" y="64"/>
                  </a:lnTo>
                  <a:lnTo>
                    <a:pt x="95" y="64"/>
                  </a:lnTo>
                  <a:cubicBezTo>
                    <a:pt x="80" y="48"/>
                    <a:pt x="64" y="32"/>
                    <a:pt x="80" y="16"/>
                  </a:cubicBezTo>
                  <a:lnTo>
                    <a:pt x="95" y="16"/>
                  </a:lnTo>
                  <a:cubicBezTo>
                    <a:pt x="80" y="16"/>
                    <a:pt x="64" y="16"/>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7" name="Google Shape;1757;p38"/>
            <p:cNvSpPr/>
            <p:nvPr/>
          </p:nvSpPr>
          <p:spPr>
            <a:xfrm>
              <a:off x="3081802" y="1808799"/>
              <a:ext cx="5534" cy="5025"/>
            </a:xfrm>
            <a:custGeom>
              <a:avLst/>
              <a:gdLst/>
              <a:ahLst/>
              <a:cxnLst/>
              <a:rect l="l" t="t" r="r" b="b"/>
              <a:pathLst>
                <a:path w="174" h="158" extrusionOk="0">
                  <a:moveTo>
                    <a:pt x="95" y="0"/>
                  </a:moveTo>
                  <a:lnTo>
                    <a:pt x="95" y="16"/>
                  </a:lnTo>
                  <a:cubicBezTo>
                    <a:pt x="110" y="32"/>
                    <a:pt x="95" y="48"/>
                    <a:pt x="79" y="48"/>
                  </a:cubicBezTo>
                  <a:cubicBezTo>
                    <a:pt x="79" y="63"/>
                    <a:pt x="79" y="63"/>
                    <a:pt x="64" y="63"/>
                  </a:cubicBezTo>
                  <a:cubicBezTo>
                    <a:pt x="64" y="63"/>
                    <a:pt x="64" y="48"/>
                    <a:pt x="47" y="48"/>
                  </a:cubicBezTo>
                  <a:cubicBezTo>
                    <a:pt x="47" y="63"/>
                    <a:pt x="47" y="80"/>
                    <a:pt x="32" y="80"/>
                  </a:cubicBezTo>
                  <a:lnTo>
                    <a:pt x="16" y="80"/>
                  </a:lnTo>
                  <a:lnTo>
                    <a:pt x="1" y="80"/>
                  </a:lnTo>
                  <a:cubicBezTo>
                    <a:pt x="1" y="95"/>
                    <a:pt x="16" y="95"/>
                    <a:pt x="32" y="95"/>
                  </a:cubicBezTo>
                  <a:lnTo>
                    <a:pt x="32" y="95"/>
                  </a:lnTo>
                  <a:lnTo>
                    <a:pt x="47" y="95"/>
                  </a:lnTo>
                  <a:lnTo>
                    <a:pt x="47" y="111"/>
                  </a:lnTo>
                  <a:lnTo>
                    <a:pt x="47" y="111"/>
                  </a:lnTo>
                  <a:cubicBezTo>
                    <a:pt x="47" y="126"/>
                    <a:pt x="64" y="126"/>
                    <a:pt x="64" y="126"/>
                  </a:cubicBezTo>
                  <a:lnTo>
                    <a:pt x="110" y="158"/>
                  </a:lnTo>
                  <a:lnTo>
                    <a:pt x="142" y="158"/>
                  </a:lnTo>
                  <a:lnTo>
                    <a:pt x="142" y="158"/>
                  </a:lnTo>
                  <a:lnTo>
                    <a:pt x="158" y="158"/>
                  </a:lnTo>
                  <a:cubicBezTo>
                    <a:pt x="158" y="158"/>
                    <a:pt x="173" y="158"/>
                    <a:pt x="173" y="143"/>
                  </a:cubicBezTo>
                  <a:lnTo>
                    <a:pt x="158" y="143"/>
                  </a:lnTo>
                  <a:cubicBezTo>
                    <a:pt x="127" y="126"/>
                    <a:pt x="127" y="111"/>
                    <a:pt x="127" y="95"/>
                  </a:cubicBezTo>
                  <a:cubicBezTo>
                    <a:pt x="142" y="80"/>
                    <a:pt x="142" y="80"/>
                    <a:pt x="158" y="80"/>
                  </a:cubicBezTo>
                  <a:lnTo>
                    <a:pt x="173" y="80"/>
                  </a:lnTo>
                  <a:lnTo>
                    <a:pt x="173" y="80"/>
                  </a:lnTo>
                  <a:lnTo>
                    <a:pt x="158" y="48"/>
                  </a:lnTo>
                  <a:cubicBezTo>
                    <a:pt x="158" y="48"/>
                    <a:pt x="158" y="32"/>
                    <a:pt x="142" y="32"/>
                  </a:cubicBezTo>
                  <a:cubicBezTo>
                    <a:pt x="142" y="16"/>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8" name="Google Shape;1758;p38"/>
            <p:cNvSpPr/>
            <p:nvPr/>
          </p:nvSpPr>
          <p:spPr>
            <a:xfrm>
              <a:off x="3425568" y="1772702"/>
              <a:ext cx="4516" cy="2576"/>
            </a:xfrm>
            <a:custGeom>
              <a:avLst/>
              <a:gdLst/>
              <a:ahLst/>
              <a:cxnLst/>
              <a:rect l="l" t="t" r="r" b="b"/>
              <a:pathLst>
                <a:path w="142" h="81" extrusionOk="0">
                  <a:moveTo>
                    <a:pt x="32" y="1"/>
                  </a:moveTo>
                  <a:lnTo>
                    <a:pt x="32" y="1"/>
                  </a:lnTo>
                  <a:lnTo>
                    <a:pt x="15" y="1"/>
                  </a:lnTo>
                  <a:cubicBezTo>
                    <a:pt x="15" y="1"/>
                    <a:pt x="0" y="17"/>
                    <a:pt x="0" y="32"/>
                  </a:cubicBezTo>
                  <a:lnTo>
                    <a:pt x="0" y="49"/>
                  </a:lnTo>
                  <a:cubicBezTo>
                    <a:pt x="15" y="64"/>
                    <a:pt x="15" y="80"/>
                    <a:pt x="47" y="80"/>
                  </a:cubicBezTo>
                  <a:lnTo>
                    <a:pt x="47" y="80"/>
                  </a:lnTo>
                  <a:lnTo>
                    <a:pt x="126" y="80"/>
                  </a:lnTo>
                  <a:cubicBezTo>
                    <a:pt x="141" y="64"/>
                    <a:pt x="141" y="64"/>
                    <a:pt x="141" y="32"/>
                  </a:cubicBezTo>
                  <a:lnTo>
                    <a:pt x="141" y="32"/>
                  </a:lnTo>
                  <a:cubicBezTo>
                    <a:pt x="141" y="17"/>
                    <a:pt x="126" y="1"/>
                    <a:pt x="110" y="1"/>
                  </a:cubicBezTo>
                  <a:lnTo>
                    <a:pt x="110" y="1"/>
                  </a:lnTo>
                  <a:lnTo>
                    <a:pt x="95" y="1"/>
                  </a:lnTo>
                  <a:lnTo>
                    <a:pt x="63" y="17"/>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9" name="Google Shape;1759;p38"/>
            <p:cNvSpPr/>
            <p:nvPr/>
          </p:nvSpPr>
          <p:spPr>
            <a:xfrm>
              <a:off x="3167481" y="1797763"/>
              <a:ext cx="7569" cy="4548"/>
            </a:xfrm>
            <a:custGeom>
              <a:avLst/>
              <a:gdLst/>
              <a:ahLst/>
              <a:cxnLst/>
              <a:rect l="l" t="t" r="r" b="b"/>
              <a:pathLst>
                <a:path w="238" h="143" extrusionOk="0">
                  <a:moveTo>
                    <a:pt x="32" y="0"/>
                  </a:moveTo>
                  <a:lnTo>
                    <a:pt x="32" y="0"/>
                  </a:lnTo>
                  <a:lnTo>
                    <a:pt x="32" y="0"/>
                  </a:lnTo>
                  <a:cubicBezTo>
                    <a:pt x="17" y="0"/>
                    <a:pt x="0" y="17"/>
                    <a:pt x="0" y="32"/>
                  </a:cubicBezTo>
                  <a:lnTo>
                    <a:pt x="0" y="80"/>
                  </a:lnTo>
                  <a:cubicBezTo>
                    <a:pt x="0" y="95"/>
                    <a:pt x="0" y="111"/>
                    <a:pt x="17" y="111"/>
                  </a:cubicBezTo>
                  <a:cubicBezTo>
                    <a:pt x="17" y="127"/>
                    <a:pt x="32" y="127"/>
                    <a:pt x="32" y="127"/>
                  </a:cubicBezTo>
                  <a:lnTo>
                    <a:pt x="32" y="127"/>
                  </a:lnTo>
                  <a:cubicBezTo>
                    <a:pt x="48" y="127"/>
                    <a:pt x="48" y="111"/>
                    <a:pt x="63" y="111"/>
                  </a:cubicBezTo>
                  <a:lnTo>
                    <a:pt x="63" y="111"/>
                  </a:lnTo>
                  <a:lnTo>
                    <a:pt x="63" y="111"/>
                  </a:lnTo>
                  <a:lnTo>
                    <a:pt x="80" y="127"/>
                  </a:lnTo>
                  <a:cubicBezTo>
                    <a:pt x="95" y="127"/>
                    <a:pt x="95" y="143"/>
                    <a:pt x="111" y="143"/>
                  </a:cubicBezTo>
                  <a:lnTo>
                    <a:pt x="111" y="143"/>
                  </a:lnTo>
                  <a:cubicBezTo>
                    <a:pt x="126" y="143"/>
                    <a:pt x="126" y="127"/>
                    <a:pt x="126" y="127"/>
                  </a:cubicBezTo>
                  <a:lnTo>
                    <a:pt x="143" y="127"/>
                  </a:lnTo>
                  <a:lnTo>
                    <a:pt x="206" y="95"/>
                  </a:lnTo>
                  <a:lnTo>
                    <a:pt x="221" y="95"/>
                  </a:lnTo>
                  <a:lnTo>
                    <a:pt x="221" y="80"/>
                  </a:lnTo>
                  <a:cubicBezTo>
                    <a:pt x="237" y="80"/>
                    <a:pt x="237" y="64"/>
                    <a:pt x="221" y="64"/>
                  </a:cubicBezTo>
                  <a:lnTo>
                    <a:pt x="221" y="48"/>
                  </a:lnTo>
                  <a:lnTo>
                    <a:pt x="221" y="48"/>
                  </a:lnTo>
                  <a:cubicBezTo>
                    <a:pt x="206" y="32"/>
                    <a:pt x="206" y="32"/>
                    <a:pt x="189" y="32"/>
                  </a:cubicBezTo>
                  <a:lnTo>
                    <a:pt x="189" y="32"/>
                  </a:lnTo>
                  <a:lnTo>
                    <a:pt x="174" y="48"/>
                  </a:lnTo>
                  <a:lnTo>
                    <a:pt x="111" y="64"/>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0" name="Google Shape;1760;p38"/>
            <p:cNvSpPr/>
            <p:nvPr/>
          </p:nvSpPr>
          <p:spPr>
            <a:xfrm>
              <a:off x="3409507" y="1775246"/>
              <a:ext cx="4548" cy="3498"/>
            </a:xfrm>
            <a:custGeom>
              <a:avLst/>
              <a:gdLst/>
              <a:ahLst/>
              <a:cxnLst/>
              <a:rect l="l" t="t" r="r" b="b"/>
              <a:pathLst>
                <a:path w="143" h="110" extrusionOk="0">
                  <a:moveTo>
                    <a:pt x="111" y="0"/>
                  </a:moveTo>
                  <a:lnTo>
                    <a:pt x="111" y="0"/>
                  </a:lnTo>
                  <a:lnTo>
                    <a:pt x="95" y="0"/>
                  </a:lnTo>
                  <a:lnTo>
                    <a:pt x="48" y="32"/>
                  </a:lnTo>
                  <a:lnTo>
                    <a:pt x="32" y="32"/>
                  </a:lnTo>
                  <a:lnTo>
                    <a:pt x="16" y="47"/>
                  </a:lnTo>
                  <a:cubicBezTo>
                    <a:pt x="1" y="47"/>
                    <a:pt x="1" y="63"/>
                    <a:pt x="1" y="78"/>
                  </a:cubicBezTo>
                  <a:lnTo>
                    <a:pt x="1" y="78"/>
                  </a:lnTo>
                  <a:cubicBezTo>
                    <a:pt x="16" y="78"/>
                    <a:pt x="32" y="95"/>
                    <a:pt x="32" y="110"/>
                  </a:cubicBezTo>
                  <a:lnTo>
                    <a:pt x="48" y="110"/>
                  </a:lnTo>
                  <a:lnTo>
                    <a:pt x="48" y="95"/>
                  </a:lnTo>
                  <a:lnTo>
                    <a:pt x="48" y="95"/>
                  </a:lnTo>
                  <a:lnTo>
                    <a:pt x="64" y="110"/>
                  </a:lnTo>
                  <a:lnTo>
                    <a:pt x="79" y="110"/>
                  </a:lnTo>
                  <a:lnTo>
                    <a:pt x="79" y="110"/>
                  </a:lnTo>
                  <a:lnTo>
                    <a:pt x="79" y="95"/>
                  </a:lnTo>
                  <a:cubicBezTo>
                    <a:pt x="79" y="78"/>
                    <a:pt x="95" y="63"/>
                    <a:pt x="111" y="63"/>
                  </a:cubicBezTo>
                  <a:lnTo>
                    <a:pt x="111" y="63"/>
                  </a:lnTo>
                  <a:lnTo>
                    <a:pt x="127" y="63"/>
                  </a:lnTo>
                  <a:lnTo>
                    <a:pt x="142" y="78"/>
                  </a:lnTo>
                  <a:lnTo>
                    <a:pt x="142" y="63"/>
                  </a:lnTo>
                  <a:lnTo>
                    <a:pt x="142" y="32"/>
                  </a:lnTo>
                  <a:cubicBezTo>
                    <a:pt x="142" y="15"/>
                    <a:pt x="142" y="15"/>
                    <a:pt x="127" y="0"/>
                  </a:cubicBezTo>
                  <a:lnTo>
                    <a:pt x="12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1" name="Google Shape;1761;p38"/>
            <p:cNvSpPr/>
            <p:nvPr/>
          </p:nvSpPr>
          <p:spPr>
            <a:xfrm>
              <a:off x="3403496" y="1793279"/>
              <a:ext cx="4039" cy="2035"/>
            </a:xfrm>
            <a:custGeom>
              <a:avLst/>
              <a:gdLst/>
              <a:ahLst/>
              <a:cxnLst/>
              <a:rect l="l" t="t" r="r" b="b"/>
              <a:pathLst>
                <a:path w="127" h="64" extrusionOk="0">
                  <a:moveTo>
                    <a:pt x="16" y="47"/>
                  </a:moveTo>
                  <a:lnTo>
                    <a:pt x="1" y="63"/>
                  </a:lnTo>
                  <a:lnTo>
                    <a:pt x="16" y="63"/>
                  </a:lnTo>
                  <a:lnTo>
                    <a:pt x="16" y="47"/>
                  </a:lnTo>
                  <a:close/>
                  <a:moveTo>
                    <a:pt x="79" y="0"/>
                  </a:moveTo>
                  <a:lnTo>
                    <a:pt x="79" y="15"/>
                  </a:lnTo>
                  <a:lnTo>
                    <a:pt x="79" y="47"/>
                  </a:lnTo>
                  <a:lnTo>
                    <a:pt x="127" y="32"/>
                  </a:lnTo>
                  <a:lnTo>
                    <a:pt x="110" y="15"/>
                  </a:lnTo>
                  <a:lnTo>
                    <a:pt x="110" y="0"/>
                  </a:lnTo>
                  <a:lnTo>
                    <a:pt x="95" y="0"/>
                  </a:ln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2" name="Google Shape;1762;p38"/>
            <p:cNvSpPr/>
            <p:nvPr/>
          </p:nvSpPr>
          <p:spPr>
            <a:xfrm>
              <a:off x="3072801" y="1809308"/>
              <a:ext cx="2512" cy="4516"/>
            </a:xfrm>
            <a:custGeom>
              <a:avLst/>
              <a:gdLst/>
              <a:ahLst/>
              <a:cxnLst/>
              <a:rect l="l" t="t" r="r" b="b"/>
              <a:pathLst>
                <a:path w="79" h="142" extrusionOk="0">
                  <a:moveTo>
                    <a:pt x="47" y="0"/>
                  </a:moveTo>
                  <a:lnTo>
                    <a:pt x="32" y="0"/>
                  </a:lnTo>
                  <a:cubicBezTo>
                    <a:pt x="15" y="0"/>
                    <a:pt x="15" y="16"/>
                    <a:pt x="15" y="32"/>
                  </a:cubicBezTo>
                  <a:lnTo>
                    <a:pt x="0" y="95"/>
                  </a:lnTo>
                  <a:cubicBezTo>
                    <a:pt x="0" y="110"/>
                    <a:pt x="15" y="127"/>
                    <a:pt x="32" y="142"/>
                  </a:cubicBezTo>
                  <a:lnTo>
                    <a:pt x="32" y="142"/>
                  </a:lnTo>
                  <a:cubicBezTo>
                    <a:pt x="47" y="142"/>
                    <a:pt x="63" y="127"/>
                    <a:pt x="63" y="110"/>
                  </a:cubicBezTo>
                  <a:lnTo>
                    <a:pt x="78" y="47"/>
                  </a:lnTo>
                  <a:cubicBezTo>
                    <a:pt x="78" y="32"/>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3" name="Google Shape;1763;p38"/>
            <p:cNvSpPr/>
            <p:nvPr/>
          </p:nvSpPr>
          <p:spPr>
            <a:xfrm>
              <a:off x="3019148" y="1808290"/>
              <a:ext cx="3562" cy="5534"/>
            </a:xfrm>
            <a:custGeom>
              <a:avLst/>
              <a:gdLst/>
              <a:ahLst/>
              <a:cxnLst/>
              <a:rect l="l" t="t" r="r" b="b"/>
              <a:pathLst>
                <a:path w="112" h="174" extrusionOk="0">
                  <a:moveTo>
                    <a:pt x="32" y="1"/>
                  </a:moveTo>
                  <a:lnTo>
                    <a:pt x="32" y="1"/>
                  </a:lnTo>
                  <a:lnTo>
                    <a:pt x="17" y="1"/>
                  </a:lnTo>
                  <a:cubicBezTo>
                    <a:pt x="1" y="16"/>
                    <a:pt x="1" y="48"/>
                    <a:pt x="17" y="64"/>
                  </a:cubicBezTo>
                  <a:lnTo>
                    <a:pt x="17" y="64"/>
                  </a:lnTo>
                  <a:lnTo>
                    <a:pt x="17" y="64"/>
                  </a:lnTo>
                  <a:lnTo>
                    <a:pt x="17" y="79"/>
                  </a:lnTo>
                  <a:cubicBezTo>
                    <a:pt x="17" y="96"/>
                    <a:pt x="1" y="96"/>
                    <a:pt x="1" y="96"/>
                  </a:cubicBezTo>
                  <a:cubicBezTo>
                    <a:pt x="17" y="127"/>
                    <a:pt x="32" y="142"/>
                    <a:pt x="32" y="174"/>
                  </a:cubicBezTo>
                  <a:cubicBezTo>
                    <a:pt x="64" y="142"/>
                    <a:pt x="80" y="111"/>
                    <a:pt x="95" y="96"/>
                  </a:cubicBezTo>
                  <a:cubicBezTo>
                    <a:pt x="112" y="64"/>
                    <a:pt x="95" y="48"/>
                    <a:pt x="80" y="32"/>
                  </a:cubicBezTo>
                  <a:lnTo>
                    <a:pt x="80" y="32"/>
                  </a:lnTo>
                  <a:lnTo>
                    <a:pt x="80" y="32"/>
                  </a:lnTo>
                  <a:lnTo>
                    <a:pt x="64" y="16"/>
                  </a:lnTo>
                  <a:cubicBezTo>
                    <a:pt x="64"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4" name="Google Shape;1764;p38"/>
            <p:cNvSpPr/>
            <p:nvPr/>
          </p:nvSpPr>
          <p:spPr>
            <a:xfrm>
              <a:off x="3180488" y="1816337"/>
              <a:ext cx="3053" cy="6042"/>
            </a:xfrm>
            <a:custGeom>
              <a:avLst/>
              <a:gdLst/>
              <a:ahLst/>
              <a:cxnLst/>
              <a:rect l="l" t="t" r="r" b="b"/>
              <a:pathLst>
                <a:path w="96" h="190" extrusionOk="0">
                  <a:moveTo>
                    <a:pt x="49" y="0"/>
                  </a:moveTo>
                  <a:lnTo>
                    <a:pt x="49" y="0"/>
                  </a:lnTo>
                  <a:lnTo>
                    <a:pt x="49" y="0"/>
                  </a:lnTo>
                  <a:cubicBezTo>
                    <a:pt x="32" y="0"/>
                    <a:pt x="32" y="15"/>
                    <a:pt x="17" y="32"/>
                  </a:cubicBezTo>
                  <a:lnTo>
                    <a:pt x="17" y="32"/>
                  </a:lnTo>
                  <a:lnTo>
                    <a:pt x="17" y="63"/>
                  </a:lnTo>
                  <a:lnTo>
                    <a:pt x="17" y="63"/>
                  </a:lnTo>
                  <a:lnTo>
                    <a:pt x="17" y="63"/>
                  </a:lnTo>
                  <a:cubicBezTo>
                    <a:pt x="32" y="63"/>
                    <a:pt x="49" y="63"/>
                    <a:pt x="49" y="78"/>
                  </a:cubicBezTo>
                  <a:cubicBezTo>
                    <a:pt x="64" y="95"/>
                    <a:pt x="49" y="110"/>
                    <a:pt x="32" y="126"/>
                  </a:cubicBezTo>
                  <a:lnTo>
                    <a:pt x="1" y="126"/>
                  </a:lnTo>
                  <a:cubicBezTo>
                    <a:pt x="17" y="141"/>
                    <a:pt x="17" y="158"/>
                    <a:pt x="1" y="173"/>
                  </a:cubicBezTo>
                  <a:lnTo>
                    <a:pt x="1" y="173"/>
                  </a:lnTo>
                  <a:lnTo>
                    <a:pt x="1" y="189"/>
                  </a:lnTo>
                  <a:lnTo>
                    <a:pt x="17" y="189"/>
                  </a:lnTo>
                  <a:cubicBezTo>
                    <a:pt x="32" y="189"/>
                    <a:pt x="49" y="173"/>
                    <a:pt x="49" y="158"/>
                  </a:cubicBezTo>
                  <a:lnTo>
                    <a:pt x="80" y="47"/>
                  </a:lnTo>
                  <a:cubicBezTo>
                    <a:pt x="95" y="32"/>
                    <a:pt x="80" y="15"/>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5" name="Google Shape;1765;p38"/>
            <p:cNvSpPr/>
            <p:nvPr/>
          </p:nvSpPr>
          <p:spPr>
            <a:xfrm>
              <a:off x="3190538" y="1794742"/>
              <a:ext cx="5534" cy="4580"/>
            </a:xfrm>
            <a:custGeom>
              <a:avLst/>
              <a:gdLst/>
              <a:ahLst/>
              <a:cxnLst/>
              <a:rect l="l" t="t" r="r" b="b"/>
              <a:pathLst>
                <a:path w="174" h="144" extrusionOk="0">
                  <a:moveTo>
                    <a:pt x="63" y="1"/>
                  </a:moveTo>
                  <a:lnTo>
                    <a:pt x="48" y="1"/>
                  </a:lnTo>
                  <a:lnTo>
                    <a:pt x="48" y="1"/>
                  </a:lnTo>
                  <a:cubicBezTo>
                    <a:pt x="32" y="1"/>
                    <a:pt x="16" y="17"/>
                    <a:pt x="0" y="32"/>
                  </a:cubicBezTo>
                  <a:lnTo>
                    <a:pt x="0" y="32"/>
                  </a:lnTo>
                  <a:lnTo>
                    <a:pt x="0" y="32"/>
                  </a:lnTo>
                  <a:lnTo>
                    <a:pt x="0" y="49"/>
                  </a:lnTo>
                  <a:cubicBezTo>
                    <a:pt x="0" y="49"/>
                    <a:pt x="16" y="49"/>
                    <a:pt x="16" y="32"/>
                  </a:cubicBezTo>
                  <a:lnTo>
                    <a:pt x="32" y="32"/>
                  </a:lnTo>
                  <a:lnTo>
                    <a:pt x="32" y="32"/>
                  </a:lnTo>
                  <a:cubicBezTo>
                    <a:pt x="48" y="32"/>
                    <a:pt x="63" y="49"/>
                    <a:pt x="63" y="49"/>
                  </a:cubicBezTo>
                  <a:cubicBezTo>
                    <a:pt x="63" y="80"/>
                    <a:pt x="63" y="95"/>
                    <a:pt x="48" y="95"/>
                  </a:cubicBezTo>
                  <a:cubicBezTo>
                    <a:pt x="32" y="95"/>
                    <a:pt x="32" y="112"/>
                    <a:pt x="16" y="112"/>
                  </a:cubicBezTo>
                  <a:lnTo>
                    <a:pt x="32" y="112"/>
                  </a:lnTo>
                  <a:cubicBezTo>
                    <a:pt x="32" y="127"/>
                    <a:pt x="48" y="127"/>
                    <a:pt x="63" y="127"/>
                  </a:cubicBezTo>
                  <a:cubicBezTo>
                    <a:pt x="63" y="127"/>
                    <a:pt x="63" y="112"/>
                    <a:pt x="79" y="112"/>
                  </a:cubicBezTo>
                  <a:lnTo>
                    <a:pt x="79" y="112"/>
                  </a:lnTo>
                  <a:cubicBezTo>
                    <a:pt x="79" y="112"/>
                    <a:pt x="95" y="112"/>
                    <a:pt x="95" y="127"/>
                  </a:cubicBezTo>
                  <a:lnTo>
                    <a:pt x="126" y="143"/>
                  </a:lnTo>
                  <a:lnTo>
                    <a:pt x="126" y="143"/>
                  </a:lnTo>
                  <a:lnTo>
                    <a:pt x="158" y="95"/>
                  </a:lnTo>
                  <a:cubicBezTo>
                    <a:pt x="174" y="95"/>
                    <a:pt x="174" y="80"/>
                    <a:pt x="174" y="64"/>
                  </a:cubicBezTo>
                  <a:cubicBezTo>
                    <a:pt x="174" y="49"/>
                    <a:pt x="158" y="49"/>
                    <a:pt x="142" y="49"/>
                  </a:cubicBezTo>
                  <a:lnTo>
                    <a:pt x="126" y="49"/>
                  </a:lnTo>
                  <a:lnTo>
                    <a:pt x="126" y="32"/>
                  </a:lnTo>
                  <a:lnTo>
                    <a:pt x="126" y="32"/>
                  </a:lnTo>
                  <a:cubicBezTo>
                    <a:pt x="111"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6" name="Google Shape;1766;p38"/>
            <p:cNvSpPr/>
            <p:nvPr/>
          </p:nvSpPr>
          <p:spPr>
            <a:xfrm>
              <a:off x="3082819" y="1806287"/>
              <a:ext cx="2512" cy="4548"/>
            </a:xfrm>
            <a:custGeom>
              <a:avLst/>
              <a:gdLst/>
              <a:ahLst/>
              <a:cxnLst/>
              <a:rect l="l" t="t" r="r" b="b"/>
              <a:pathLst>
                <a:path w="79" h="143" extrusionOk="0">
                  <a:moveTo>
                    <a:pt x="15" y="1"/>
                  </a:moveTo>
                  <a:lnTo>
                    <a:pt x="15" y="1"/>
                  </a:lnTo>
                  <a:lnTo>
                    <a:pt x="0" y="16"/>
                  </a:lnTo>
                  <a:lnTo>
                    <a:pt x="0" y="16"/>
                  </a:lnTo>
                  <a:lnTo>
                    <a:pt x="15" y="32"/>
                  </a:lnTo>
                  <a:cubicBezTo>
                    <a:pt x="32" y="48"/>
                    <a:pt x="15" y="79"/>
                    <a:pt x="0" y="95"/>
                  </a:cubicBezTo>
                  <a:lnTo>
                    <a:pt x="0" y="95"/>
                  </a:lnTo>
                  <a:lnTo>
                    <a:pt x="0" y="95"/>
                  </a:lnTo>
                  <a:lnTo>
                    <a:pt x="15" y="111"/>
                  </a:lnTo>
                  <a:lnTo>
                    <a:pt x="15" y="127"/>
                  </a:lnTo>
                  <a:cubicBezTo>
                    <a:pt x="32" y="127"/>
                    <a:pt x="32" y="142"/>
                    <a:pt x="32" y="142"/>
                  </a:cubicBezTo>
                  <a:cubicBezTo>
                    <a:pt x="47" y="142"/>
                    <a:pt x="47" y="142"/>
                    <a:pt x="47" y="127"/>
                  </a:cubicBezTo>
                  <a:cubicBezTo>
                    <a:pt x="63" y="127"/>
                    <a:pt x="78" y="111"/>
                    <a:pt x="63" y="95"/>
                  </a:cubicBezTo>
                  <a:lnTo>
                    <a:pt x="63" y="79"/>
                  </a:lnTo>
                  <a:lnTo>
                    <a:pt x="47" y="32"/>
                  </a:lnTo>
                  <a:cubicBezTo>
                    <a:pt x="47" y="16"/>
                    <a:pt x="32" y="1"/>
                    <a:pt x="1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7" name="Google Shape;1767;p38"/>
            <p:cNvSpPr/>
            <p:nvPr/>
          </p:nvSpPr>
          <p:spPr>
            <a:xfrm>
              <a:off x="3133928" y="1800276"/>
              <a:ext cx="3021" cy="4039"/>
            </a:xfrm>
            <a:custGeom>
              <a:avLst/>
              <a:gdLst/>
              <a:ahLst/>
              <a:cxnLst/>
              <a:rect l="l" t="t" r="r" b="b"/>
              <a:pathLst>
                <a:path w="95" h="127" extrusionOk="0">
                  <a:moveTo>
                    <a:pt x="32" y="1"/>
                  </a:moveTo>
                  <a:lnTo>
                    <a:pt x="32" y="1"/>
                  </a:lnTo>
                  <a:lnTo>
                    <a:pt x="32" y="1"/>
                  </a:lnTo>
                  <a:cubicBezTo>
                    <a:pt x="0" y="16"/>
                    <a:pt x="0" y="32"/>
                    <a:pt x="0" y="48"/>
                  </a:cubicBezTo>
                  <a:lnTo>
                    <a:pt x="32" y="111"/>
                  </a:lnTo>
                  <a:cubicBezTo>
                    <a:pt x="32" y="127"/>
                    <a:pt x="47" y="127"/>
                    <a:pt x="63" y="127"/>
                  </a:cubicBezTo>
                  <a:lnTo>
                    <a:pt x="63" y="127"/>
                  </a:lnTo>
                  <a:cubicBezTo>
                    <a:pt x="95" y="127"/>
                    <a:pt x="95" y="111"/>
                    <a:pt x="95" y="95"/>
                  </a:cubicBez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8" name="Google Shape;1768;p38"/>
            <p:cNvSpPr/>
            <p:nvPr/>
          </p:nvSpPr>
          <p:spPr>
            <a:xfrm>
              <a:off x="3280225" y="1803774"/>
              <a:ext cx="6074" cy="2544"/>
            </a:xfrm>
            <a:custGeom>
              <a:avLst/>
              <a:gdLst/>
              <a:ahLst/>
              <a:cxnLst/>
              <a:rect l="l" t="t" r="r" b="b"/>
              <a:pathLst>
                <a:path w="191" h="80" extrusionOk="0">
                  <a:moveTo>
                    <a:pt x="142" y="1"/>
                  </a:moveTo>
                  <a:lnTo>
                    <a:pt x="32" y="17"/>
                  </a:lnTo>
                  <a:cubicBezTo>
                    <a:pt x="16" y="17"/>
                    <a:pt x="1" y="32"/>
                    <a:pt x="1" y="48"/>
                  </a:cubicBezTo>
                  <a:cubicBezTo>
                    <a:pt x="1" y="80"/>
                    <a:pt x="16" y="80"/>
                    <a:pt x="32" y="80"/>
                  </a:cubicBezTo>
                  <a:lnTo>
                    <a:pt x="32" y="80"/>
                  </a:lnTo>
                  <a:lnTo>
                    <a:pt x="159" y="80"/>
                  </a:lnTo>
                  <a:lnTo>
                    <a:pt x="174" y="80"/>
                  </a:lnTo>
                  <a:cubicBezTo>
                    <a:pt x="190" y="64"/>
                    <a:pt x="190" y="48"/>
                    <a:pt x="190" y="32"/>
                  </a:cubicBezTo>
                  <a:lnTo>
                    <a:pt x="190" y="32"/>
                  </a:lnTo>
                  <a:lnTo>
                    <a:pt x="159" y="32"/>
                  </a:lnTo>
                  <a:lnTo>
                    <a:pt x="142"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9" name="Google Shape;1769;p38"/>
            <p:cNvSpPr/>
            <p:nvPr/>
          </p:nvSpPr>
          <p:spPr>
            <a:xfrm>
              <a:off x="3099325" y="1810803"/>
              <a:ext cx="2544" cy="4039"/>
            </a:xfrm>
            <a:custGeom>
              <a:avLst/>
              <a:gdLst/>
              <a:ahLst/>
              <a:cxnLst/>
              <a:rect l="l" t="t" r="r" b="b"/>
              <a:pathLst>
                <a:path w="80" h="127" extrusionOk="0">
                  <a:moveTo>
                    <a:pt x="32" y="0"/>
                  </a:moveTo>
                  <a:lnTo>
                    <a:pt x="32" y="0"/>
                  </a:lnTo>
                  <a:cubicBezTo>
                    <a:pt x="17" y="0"/>
                    <a:pt x="1" y="17"/>
                    <a:pt x="1" y="32"/>
                  </a:cubicBezTo>
                  <a:lnTo>
                    <a:pt x="17" y="95"/>
                  </a:lnTo>
                  <a:cubicBezTo>
                    <a:pt x="17" y="111"/>
                    <a:pt x="32" y="126"/>
                    <a:pt x="48" y="126"/>
                  </a:cubicBezTo>
                  <a:lnTo>
                    <a:pt x="48" y="126"/>
                  </a:lnTo>
                  <a:cubicBezTo>
                    <a:pt x="64" y="126"/>
                    <a:pt x="80" y="111"/>
                    <a:pt x="80" y="80"/>
                  </a:cubicBezTo>
                  <a:lnTo>
                    <a:pt x="80" y="32"/>
                  </a:lnTo>
                  <a:cubicBezTo>
                    <a:pt x="80"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0" name="Google Shape;1770;p38"/>
            <p:cNvSpPr/>
            <p:nvPr/>
          </p:nvSpPr>
          <p:spPr>
            <a:xfrm>
              <a:off x="3322333" y="1786727"/>
              <a:ext cx="4039" cy="3562"/>
            </a:xfrm>
            <a:custGeom>
              <a:avLst/>
              <a:gdLst/>
              <a:ahLst/>
              <a:cxnLst/>
              <a:rect l="l" t="t" r="r" b="b"/>
              <a:pathLst>
                <a:path w="127" h="112" extrusionOk="0">
                  <a:moveTo>
                    <a:pt x="32" y="1"/>
                  </a:moveTo>
                  <a:lnTo>
                    <a:pt x="32" y="1"/>
                  </a:lnTo>
                  <a:cubicBezTo>
                    <a:pt x="16" y="1"/>
                    <a:pt x="16" y="17"/>
                    <a:pt x="0" y="17"/>
                  </a:cubicBezTo>
                  <a:lnTo>
                    <a:pt x="0" y="49"/>
                  </a:lnTo>
                  <a:cubicBezTo>
                    <a:pt x="0" y="49"/>
                    <a:pt x="0" y="64"/>
                    <a:pt x="16" y="80"/>
                  </a:cubicBezTo>
                  <a:lnTo>
                    <a:pt x="79" y="112"/>
                  </a:lnTo>
                  <a:lnTo>
                    <a:pt x="95" y="112"/>
                  </a:lnTo>
                  <a:cubicBezTo>
                    <a:pt x="95" y="112"/>
                    <a:pt x="110" y="112"/>
                    <a:pt x="126" y="95"/>
                  </a:cubicBezTo>
                  <a:lnTo>
                    <a:pt x="126" y="95"/>
                  </a:lnTo>
                  <a:lnTo>
                    <a:pt x="110" y="95"/>
                  </a:lnTo>
                  <a:lnTo>
                    <a:pt x="95" y="95"/>
                  </a:lnTo>
                  <a:cubicBezTo>
                    <a:pt x="79" y="95"/>
                    <a:pt x="63" y="80"/>
                    <a:pt x="63" y="64"/>
                  </a:cubicBezTo>
                  <a:cubicBezTo>
                    <a:pt x="63" y="49"/>
                    <a:pt x="79" y="49"/>
                    <a:pt x="79" y="49"/>
                  </a:cubicBezTo>
                  <a:cubicBezTo>
                    <a:pt x="79" y="17"/>
                    <a:pt x="79" y="17"/>
                    <a:pt x="63"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1" name="Google Shape;1771;p38"/>
            <p:cNvSpPr/>
            <p:nvPr/>
          </p:nvSpPr>
          <p:spPr>
            <a:xfrm>
              <a:off x="3171011" y="1804792"/>
              <a:ext cx="6042" cy="3530"/>
            </a:xfrm>
            <a:custGeom>
              <a:avLst/>
              <a:gdLst/>
              <a:ahLst/>
              <a:cxnLst/>
              <a:rect l="l" t="t" r="r" b="b"/>
              <a:pathLst>
                <a:path w="190" h="111" extrusionOk="0">
                  <a:moveTo>
                    <a:pt x="158" y="0"/>
                  </a:moveTo>
                  <a:lnTo>
                    <a:pt x="158" y="0"/>
                  </a:lnTo>
                  <a:lnTo>
                    <a:pt x="141" y="0"/>
                  </a:lnTo>
                  <a:lnTo>
                    <a:pt x="32" y="32"/>
                  </a:lnTo>
                  <a:cubicBezTo>
                    <a:pt x="15" y="48"/>
                    <a:pt x="0" y="63"/>
                    <a:pt x="15" y="79"/>
                  </a:cubicBezTo>
                  <a:cubicBezTo>
                    <a:pt x="15" y="95"/>
                    <a:pt x="32" y="111"/>
                    <a:pt x="47" y="111"/>
                  </a:cubicBezTo>
                  <a:lnTo>
                    <a:pt x="47" y="111"/>
                  </a:lnTo>
                  <a:lnTo>
                    <a:pt x="173" y="63"/>
                  </a:lnTo>
                  <a:lnTo>
                    <a:pt x="189" y="63"/>
                  </a:lnTo>
                  <a:lnTo>
                    <a:pt x="189" y="32"/>
                  </a:lnTo>
                  <a:cubicBezTo>
                    <a:pt x="189" y="16"/>
                    <a:pt x="189"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2" name="Google Shape;1772;p38"/>
            <p:cNvSpPr/>
            <p:nvPr/>
          </p:nvSpPr>
          <p:spPr>
            <a:xfrm>
              <a:off x="3294282" y="1791752"/>
              <a:ext cx="3498" cy="4039"/>
            </a:xfrm>
            <a:custGeom>
              <a:avLst/>
              <a:gdLst/>
              <a:ahLst/>
              <a:cxnLst/>
              <a:rect l="l" t="t" r="r" b="b"/>
              <a:pathLst>
                <a:path w="110" h="127" extrusionOk="0">
                  <a:moveTo>
                    <a:pt x="63" y="0"/>
                  </a:moveTo>
                  <a:lnTo>
                    <a:pt x="63" y="0"/>
                  </a:lnTo>
                  <a:cubicBezTo>
                    <a:pt x="47" y="0"/>
                    <a:pt x="47" y="17"/>
                    <a:pt x="32" y="32"/>
                  </a:cubicBezTo>
                  <a:lnTo>
                    <a:pt x="15" y="80"/>
                  </a:lnTo>
                  <a:cubicBezTo>
                    <a:pt x="0" y="95"/>
                    <a:pt x="15" y="111"/>
                    <a:pt x="32" y="126"/>
                  </a:cubicBezTo>
                  <a:lnTo>
                    <a:pt x="47" y="126"/>
                  </a:lnTo>
                  <a:cubicBezTo>
                    <a:pt x="63" y="126"/>
                    <a:pt x="63" y="111"/>
                    <a:pt x="78" y="111"/>
                  </a:cubicBezTo>
                  <a:lnTo>
                    <a:pt x="95" y="63"/>
                  </a:lnTo>
                  <a:cubicBezTo>
                    <a:pt x="110" y="32"/>
                    <a:pt x="95" y="17"/>
                    <a:pt x="78" y="17"/>
                  </a:cubicBezTo>
                  <a:cubicBezTo>
                    <a:pt x="78" y="0"/>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3" name="Google Shape;1773;p38"/>
            <p:cNvSpPr/>
            <p:nvPr/>
          </p:nvSpPr>
          <p:spPr>
            <a:xfrm>
              <a:off x="3037722" y="1818817"/>
              <a:ext cx="3498" cy="3021"/>
            </a:xfrm>
            <a:custGeom>
              <a:avLst/>
              <a:gdLst/>
              <a:ahLst/>
              <a:cxnLst/>
              <a:rect l="l" t="t" r="r" b="b"/>
              <a:pathLst>
                <a:path w="110" h="95" extrusionOk="0">
                  <a:moveTo>
                    <a:pt x="32" y="0"/>
                  </a:moveTo>
                  <a:lnTo>
                    <a:pt x="32" y="0"/>
                  </a:lnTo>
                  <a:cubicBezTo>
                    <a:pt x="15" y="0"/>
                    <a:pt x="0" y="17"/>
                    <a:pt x="0" y="32"/>
                  </a:cubicBezTo>
                  <a:lnTo>
                    <a:pt x="0" y="32"/>
                  </a:lnTo>
                  <a:lnTo>
                    <a:pt x="0" y="32"/>
                  </a:lnTo>
                  <a:lnTo>
                    <a:pt x="0" y="32"/>
                  </a:lnTo>
                  <a:cubicBezTo>
                    <a:pt x="15" y="32"/>
                    <a:pt x="32" y="48"/>
                    <a:pt x="32" y="48"/>
                  </a:cubicBezTo>
                  <a:lnTo>
                    <a:pt x="63" y="95"/>
                  </a:lnTo>
                  <a:lnTo>
                    <a:pt x="78" y="95"/>
                  </a:lnTo>
                  <a:lnTo>
                    <a:pt x="78" y="80"/>
                  </a:lnTo>
                  <a:lnTo>
                    <a:pt x="95" y="63"/>
                  </a:lnTo>
                  <a:cubicBezTo>
                    <a:pt x="110" y="48"/>
                    <a:pt x="110" y="32"/>
                    <a:pt x="95" y="32"/>
                  </a:cubicBezTo>
                  <a:cubicBezTo>
                    <a:pt x="95" y="17"/>
                    <a:pt x="78" y="17"/>
                    <a:pt x="78" y="17"/>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4" name="Google Shape;1774;p38"/>
            <p:cNvSpPr/>
            <p:nvPr/>
          </p:nvSpPr>
          <p:spPr>
            <a:xfrm>
              <a:off x="3153964" y="1816337"/>
              <a:ext cx="4039" cy="4516"/>
            </a:xfrm>
            <a:custGeom>
              <a:avLst/>
              <a:gdLst/>
              <a:ahLst/>
              <a:cxnLst/>
              <a:rect l="l" t="t" r="r" b="b"/>
              <a:pathLst>
                <a:path w="127" h="142" extrusionOk="0">
                  <a:moveTo>
                    <a:pt x="79" y="0"/>
                  </a:moveTo>
                  <a:lnTo>
                    <a:pt x="79" y="0"/>
                  </a:lnTo>
                  <a:cubicBezTo>
                    <a:pt x="79" y="15"/>
                    <a:pt x="64" y="15"/>
                    <a:pt x="64" y="15"/>
                  </a:cubicBezTo>
                  <a:lnTo>
                    <a:pt x="64" y="15"/>
                  </a:lnTo>
                  <a:cubicBezTo>
                    <a:pt x="47" y="15"/>
                    <a:pt x="47" y="32"/>
                    <a:pt x="47" y="47"/>
                  </a:cubicBezTo>
                  <a:lnTo>
                    <a:pt x="47" y="63"/>
                  </a:lnTo>
                  <a:lnTo>
                    <a:pt x="16" y="78"/>
                  </a:lnTo>
                  <a:cubicBezTo>
                    <a:pt x="1" y="95"/>
                    <a:pt x="1" y="110"/>
                    <a:pt x="16" y="126"/>
                  </a:cubicBezTo>
                  <a:cubicBezTo>
                    <a:pt x="16" y="141"/>
                    <a:pt x="32" y="141"/>
                    <a:pt x="32" y="141"/>
                  </a:cubicBezTo>
                  <a:lnTo>
                    <a:pt x="47" y="141"/>
                  </a:lnTo>
                  <a:lnTo>
                    <a:pt x="64" y="141"/>
                  </a:lnTo>
                  <a:lnTo>
                    <a:pt x="110" y="95"/>
                  </a:lnTo>
                  <a:cubicBezTo>
                    <a:pt x="127" y="95"/>
                    <a:pt x="127" y="78"/>
                    <a:pt x="127" y="78"/>
                  </a:cubicBezTo>
                  <a:lnTo>
                    <a:pt x="127" y="63"/>
                  </a:lnTo>
                  <a:lnTo>
                    <a:pt x="110" y="32"/>
                  </a:lnTo>
                  <a:cubicBezTo>
                    <a:pt x="110" y="15"/>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5" name="Google Shape;1775;p38"/>
            <p:cNvSpPr/>
            <p:nvPr/>
          </p:nvSpPr>
          <p:spPr>
            <a:xfrm>
              <a:off x="3085809" y="1809785"/>
              <a:ext cx="5057" cy="4039"/>
            </a:xfrm>
            <a:custGeom>
              <a:avLst/>
              <a:gdLst/>
              <a:ahLst/>
              <a:cxnLst/>
              <a:rect l="l" t="t" r="r" b="b"/>
              <a:pathLst>
                <a:path w="159" h="127" extrusionOk="0">
                  <a:moveTo>
                    <a:pt x="110" y="1"/>
                  </a:moveTo>
                  <a:lnTo>
                    <a:pt x="95" y="1"/>
                  </a:lnTo>
                  <a:lnTo>
                    <a:pt x="95" y="1"/>
                  </a:lnTo>
                  <a:lnTo>
                    <a:pt x="95" y="1"/>
                  </a:lnTo>
                  <a:cubicBezTo>
                    <a:pt x="95" y="1"/>
                    <a:pt x="79" y="1"/>
                    <a:pt x="79" y="17"/>
                  </a:cubicBezTo>
                  <a:lnTo>
                    <a:pt x="64" y="49"/>
                  </a:lnTo>
                  <a:lnTo>
                    <a:pt x="47" y="49"/>
                  </a:lnTo>
                  <a:lnTo>
                    <a:pt x="47" y="49"/>
                  </a:lnTo>
                  <a:lnTo>
                    <a:pt x="32" y="49"/>
                  </a:lnTo>
                  <a:cubicBezTo>
                    <a:pt x="16" y="49"/>
                    <a:pt x="16" y="49"/>
                    <a:pt x="1" y="64"/>
                  </a:cubicBezTo>
                  <a:cubicBezTo>
                    <a:pt x="1" y="80"/>
                    <a:pt x="1" y="95"/>
                    <a:pt x="32" y="112"/>
                  </a:cubicBezTo>
                  <a:lnTo>
                    <a:pt x="47" y="112"/>
                  </a:lnTo>
                  <a:lnTo>
                    <a:pt x="64" y="112"/>
                  </a:lnTo>
                  <a:lnTo>
                    <a:pt x="64" y="127"/>
                  </a:lnTo>
                  <a:cubicBezTo>
                    <a:pt x="79" y="127"/>
                    <a:pt x="95" y="112"/>
                    <a:pt x="95" y="112"/>
                  </a:cubicBezTo>
                  <a:lnTo>
                    <a:pt x="95" y="95"/>
                  </a:lnTo>
                  <a:lnTo>
                    <a:pt x="110" y="95"/>
                  </a:lnTo>
                  <a:lnTo>
                    <a:pt x="127" y="95"/>
                  </a:lnTo>
                  <a:lnTo>
                    <a:pt x="142" y="80"/>
                  </a:lnTo>
                  <a:cubicBezTo>
                    <a:pt x="158" y="64"/>
                    <a:pt x="158" y="64"/>
                    <a:pt x="158" y="49"/>
                  </a:cubicBezTo>
                  <a:cubicBezTo>
                    <a:pt x="158" y="32"/>
                    <a:pt x="158" y="32"/>
                    <a:pt x="142" y="17"/>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6" name="Google Shape;1776;p38"/>
            <p:cNvSpPr/>
            <p:nvPr/>
          </p:nvSpPr>
          <p:spPr>
            <a:xfrm>
              <a:off x="3167004" y="1802279"/>
              <a:ext cx="4516" cy="3053"/>
            </a:xfrm>
            <a:custGeom>
              <a:avLst/>
              <a:gdLst/>
              <a:ahLst/>
              <a:cxnLst/>
              <a:rect l="l" t="t" r="r" b="b"/>
              <a:pathLst>
                <a:path w="142" h="96" extrusionOk="0">
                  <a:moveTo>
                    <a:pt x="110" y="1"/>
                  </a:moveTo>
                  <a:lnTo>
                    <a:pt x="95" y="1"/>
                  </a:lnTo>
                  <a:lnTo>
                    <a:pt x="95" y="16"/>
                  </a:lnTo>
                  <a:lnTo>
                    <a:pt x="32" y="32"/>
                  </a:lnTo>
                  <a:lnTo>
                    <a:pt x="15" y="32"/>
                  </a:lnTo>
                  <a:cubicBezTo>
                    <a:pt x="15" y="48"/>
                    <a:pt x="0" y="64"/>
                    <a:pt x="15" y="79"/>
                  </a:cubicBezTo>
                  <a:cubicBezTo>
                    <a:pt x="15" y="95"/>
                    <a:pt x="32" y="95"/>
                    <a:pt x="47" y="95"/>
                  </a:cubicBezTo>
                  <a:lnTo>
                    <a:pt x="63" y="95"/>
                  </a:lnTo>
                  <a:lnTo>
                    <a:pt x="78" y="79"/>
                  </a:lnTo>
                  <a:lnTo>
                    <a:pt x="110" y="79"/>
                  </a:lnTo>
                  <a:lnTo>
                    <a:pt x="110" y="79"/>
                  </a:lnTo>
                  <a:cubicBezTo>
                    <a:pt x="141" y="64"/>
                    <a:pt x="141" y="48"/>
                    <a:pt x="141" y="32"/>
                  </a:cubicBezTo>
                  <a:cubicBezTo>
                    <a:pt x="126" y="16"/>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7" name="Google Shape;1777;p38"/>
            <p:cNvSpPr/>
            <p:nvPr/>
          </p:nvSpPr>
          <p:spPr>
            <a:xfrm>
              <a:off x="3411001" y="1778713"/>
              <a:ext cx="2035" cy="2035"/>
            </a:xfrm>
            <a:custGeom>
              <a:avLst/>
              <a:gdLst/>
              <a:ahLst/>
              <a:cxnLst/>
              <a:rect l="l" t="t" r="r" b="b"/>
              <a:pathLst>
                <a:path w="64" h="64" extrusionOk="0">
                  <a:moveTo>
                    <a:pt x="32" y="1"/>
                  </a:moveTo>
                  <a:lnTo>
                    <a:pt x="32" y="1"/>
                  </a:lnTo>
                  <a:lnTo>
                    <a:pt x="17" y="1"/>
                  </a:lnTo>
                  <a:lnTo>
                    <a:pt x="1" y="17"/>
                  </a:lnTo>
                  <a:lnTo>
                    <a:pt x="1" y="49"/>
                  </a:lnTo>
                  <a:lnTo>
                    <a:pt x="1" y="49"/>
                  </a:lnTo>
                  <a:cubicBezTo>
                    <a:pt x="1" y="64"/>
                    <a:pt x="17" y="64"/>
                    <a:pt x="32" y="64"/>
                  </a:cubicBezTo>
                  <a:lnTo>
                    <a:pt x="32" y="64"/>
                  </a:lnTo>
                  <a:lnTo>
                    <a:pt x="64" y="64"/>
                  </a:lnTo>
                  <a:lnTo>
                    <a:pt x="64" y="64"/>
                  </a:lnTo>
                  <a:lnTo>
                    <a:pt x="64" y="32"/>
                  </a:lnTo>
                  <a:lnTo>
                    <a:pt x="48" y="17"/>
                  </a:lnTo>
                  <a:cubicBezTo>
                    <a:pt x="48" y="17"/>
                    <a:pt x="32" y="17"/>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8" name="Google Shape;1778;p38"/>
            <p:cNvSpPr/>
            <p:nvPr/>
          </p:nvSpPr>
          <p:spPr>
            <a:xfrm>
              <a:off x="3415518" y="1791275"/>
              <a:ext cx="4548" cy="4516"/>
            </a:xfrm>
            <a:custGeom>
              <a:avLst/>
              <a:gdLst/>
              <a:ahLst/>
              <a:cxnLst/>
              <a:rect l="l" t="t" r="r" b="b"/>
              <a:pathLst>
                <a:path w="143" h="142" extrusionOk="0">
                  <a:moveTo>
                    <a:pt x="111" y="0"/>
                  </a:moveTo>
                  <a:lnTo>
                    <a:pt x="111" y="0"/>
                  </a:lnTo>
                  <a:cubicBezTo>
                    <a:pt x="96" y="0"/>
                    <a:pt x="96" y="0"/>
                    <a:pt x="96" y="15"/>
                  </a:cubicBezTo>
                  <a:lnTo>
                    <a:pt x="64" y="15"/>
                  </a:lnTo>
                  <a:cubicBezTo>
                    <a:pt x="64" y="15"/>
                    <a:pt x="48" y="32"/>
                    <a:pt x="32" y="32"/>
                  </a:cubicBezTo>
                  <a:cubicBezTo>
                    <a:pt x="16" y="32"/>
                    <a:pt x="16" y="47"/>
                    <a:pt x="16" y="47"/>
                  </a:cubicBezTo>
                  <a:cubicBezTo>
                    <a:pt x="1" y="63"/>
                    <a:pt x="1" y="63"/>
                    <a:pt x="1" y="78"/>
                  </a:cubicBezTo>
                  <a:lnTo>
                    <a:pt x="16" y="95"/>
                  </a:lnTo>
                  <a:cubicBezTo>
                    <a:pt x="16" y="110"/>
                    <a:pt x="16" y="126"/>
                    <a:pt x="1" y="126"/>
                  </a:cubicBezTo>
                  <a:lnTo>
                    <a:pt x="16" y="126"/>
                  </a:lnTo>
                  <a:lnTo>
                    <a:pt x="32" y="141"/>
                  </a:lnTo>
                  <a:cubicBezTo>
                    <a:pt x="48" y="141"/>
                    <a:pt x="64" y="126"/>
                    <a:pt x="64" y="95"/>
                  </a:cubicBezTo>
                  <a:lnTo>
                    <a:pt x="79" y="78"/>
                  </a:lnTo>
                  <a:lnTo>
                    <a:pt x="96" y="78"/>
                  </a:lnTo>
                  <a:cubicBezTo>
                    <a:pt x="96" y="78"/>
                    <a:pt x="111" y="78"/>
                    <a:pt x="127" y="63"/>
                  </a:cubicBezTo>
                  <a:cubicBezTo>
                    <a:pt x="142" y="63"/>
                    <a:pt x="142" y="32"/>
                    <a:pt x="142" y="15"/>
                  </a:cubicBezTo>
                  <a:lnTo>
                    <a:pt x="142" y="15"/>
                  </a:lnTo>
                  <a:cubicBezTo>
                    <a:pt x="127" y="15"/>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9" name="Google Shape;1779;p38"/>
            <p:cNvSpPr/>
            <p:nvPr/>
          </p:nvSpPr>
          <p:spPr>
            <a:xfrm>
              <a:off x="3178008" y="1801294"/>
              <a:ext cx="3530" cy="5534"/>
            </a:xfrm>
            <a:custGeom>
              <a:avLst/>
              <a:gdLst/>
              <a:ahLst/>
              <a:cxnLst/>
              <a:rect l="l" t="t" r="r" b="b"/>
              <a:pathLst>
                <a:path w="111" h="174" extrusionOk="0">
                  <a:moveTo>
                    <a:pt x="64" y="0"/>
                  </a:moveTo>
                  <a:lnTo>
                    <a:pt x="64" y="0"/>
                  </a:lnTo>
                  <a:lnTo>
                    <a:pt x="47" y="0"/>
                  </a:lnTo>
                  <a:lnTo>
                    <a:pt x="1" y="32"/>
                  </a:lnTo>
                  <a:cubicBezTo>
                    <a:pt x="16" y="32"/>
                    <a:pt x="16" y="32"/>
                    <a:pt x="1" y="47"/>
                  </a:cubicBezTo>
                  <a:lnTo>
                    <a:pt x="1" y="79"/>
                  </a:lnTo>
                  <a:lnTo>
                    <a:pt x="32" y="142"/>
                  </a:lnTo>
                  <a:cubicBezTo>
                    <a:pt x="32" y="158"/>
                    <a:pt x="47" y="173"/>
                    <a:pt x="64" y="173"/>
                  </a:cubicBezTo>
                  <a:lnTo>
                    <a:pt x="64" y="173"/>
                  </a:lnTo>
                  <a:lnTo>
                    <a:pt x="64" y="173"/>
                  </a:lnTo>
                  <a:lnTo>
                    <a:pt x="79" y="158"/>
                  </a:lnTo>
                  <a:cubicBezTo>
                    <a:pt x="95" y="158"/>
                    <a:pt x="95" y="126"/>
                    <a:pt x="95" y="110"/>
                  </a:cubicBezTo>
                  <a:lnTo>
                    <a:pt x="64" y="63"/>
                  </a:lnTo>
                  <a:lnTo>
                    <a:pt x="79" y="63"/>
                  </a:lnTo>
                  <a:cubicBezTo>
                    <a:pt x="95" y="47"/>
                    <a:pt x="110" y="32"/>
                    <a:pt x="95" y="16"/>
                  </a:cubicBezTo>
                  <a:lnTo>
                    <a:pt x="95" y="16"/>
                  </a:ln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0" name="Google Shape;1780;p38"/>
            <p:cNvSpPr/>
            <p:nvPr/>
          </p:nvSpPr>
          <p:spPr>
            <a:xfrm>
              <a:off x="3157463" y="1809308"/>
              <a:ext cx="4039" cy="2512"/>
            </a:xfrm>
            <a:custGeom>
              <a:avLst/>
              <a:gdLst/>
              <a:ahLst/>
              <a:cxnLst/>
              <a:rect l="l" t="t" r="r" b="b"/>
              <a:pathLst>
                <a:path w="127" h="79" extrusionOk="0">
                  <a:moveTo>
                    <a:pt x="32" y="0"/>
                  </a:moveTo>
                  <a:lnTo>
                    <a:pt x="32" y="0"/>
                  </a:lnTo>
                  <a:lnTo>
                    <a:pt x="17" y="0"/>
                  </a:lnTo>
                  <a:lnTo>
                    <a:pt x="0" y="0"/>
                  </a:lnTo>
                  <a:lnTo>
                    <a:pt x="17" y="16"/>
                  </a:lnTo>
                  <a:lnTo>
                    <a:pt x="32" y="47"/>
                  </a:lnTo>
                  <a:lnTo>
                    <a:pt x="17" y="64"/>
                  </a:lnTo>
                  <a:lnTo>
                    <a:pt x="17" y="64"/>
                  </a:lnTo>
                  <a:lnTo>
                    <a:pt x="80" y="64"/>
                  </a:lnTo>
                  <a:cubicBezTo>
                    <a:pt x="80" y="64"/>
                    <a:pt x="95" y="64"/>
                    <a:pt x="95" y="79"/>
                  </a:cubicBezTo>
                  <a:lnTo>
                    <a:pt x="95" y="79"/>
                  </a:lnTo>
                  <a:lnTo>
                    <a:pt x="111" y="64"/>
                  </a:lnTo>
                  <a:cubicBezTo>
                    <a:pt x="126" y="47"/>
                    <a:pt x="126" y="32"/>
                    <a:pt x="111" y="16"/>
                  </a:cubicBezTo>
                  <a:lnTo>
                    <a:pt x="95" y="16"/>
                  </a:lnTo>
                  <a:lnTo>
                    <a:pt x="95" y="16"/>
                  </a:lnTo>
                  <a:lnTo>
                    <a:pt x="95" y="16"/>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1" name="Google Shape;1781;p38"/>
            <p:cNvSpPr/>
            <p:nvPr/>
          </p:nvSpPr>
          <p:spPr>
            <a:xfrm>
              <a:off x="3323828" y="1775246"/>
              <a:ext cx="6042" cy="4516"/>
            </a:xfrm>
            <a:custGeom>
              <a:avLst/>
              <a:gdLst/>
              <a:ahLst/>
              <a:cxnLst/>
              <a:rect l="l" t="t" r="r" b="b"/>
              <a:pathLst>
                <a:path w="190" h="142" extrusionOk="0">
                  <a:moveTo>
                    <a:pt x="142" y="0"/>
                  </a:moveTo>
                  <a:lnTo>
                    <a:pt x="142" y="0"/>
                  </a:lnTo>
                  <a:lnTo>
                    <a:pt x="126" y="15"/>
                  </a:lnTo>
                  <a:lnTo>
                    <a:pt x="48" y="63"/>
                  </a:lnTo>
                  <a:lnTo>
                    <a:pt x="16" y="78"/>
                  </a:lnTo>
                  <a:cubicBezTo>
                    <a:pt x="16" y="78"/>
                    <a:pt x="0" y="95"/>
                    <a:pt x="0" y="110"/>
                  </a:cubicBezTo>
                  <a:lnTo>
                    <a:pt x="16" y="126"/>
                  </a:lnTo>
                  <a:lnTo>
                    <a:pt x="32" y="141"/>
                  </a:lnTo>
                  <a:cubicBezTo>
                    <a:pt x="48" y="141"/>
                    <a:pt x="48" y="141"/>
                    <a:pt x="63" y="126"/>
                  </a:cubicBezTo>
                  <a:lnTo>
                    <a:pt x="95" y="110"/>
                  </a:lnTo>
                  <a:lnTo>
                    <a:pt x="142" y="78"/>
                  </a:lnTo>
                  <a:cubicBezTo>
                    <a:pt x="126" y="78"/>
                    <a:pt x="126" y="63"/>
                    <a:pt x="142" y="47"/>
                  </a:cubicBezTo>
                  <a:lnTo>
                    <a:pt x="158" y="32"/>
                  </a:lnTo>
                  <a:lnTo>
                    <a:pt x="174" y="32"/>
                  </a:lnTo>
                  <a:lnTo>
                    <a:pt x="189" y="32"/>
                  </a:lnTo>
                  <a:lnTo>
                    <a:pt x="189" y="32"/>
                  </a:lnTo>
                  <a:cubicBezTo>
                    <a:pt x="189" y="32"/>
                    <a:pt x="174" y="32"/>
                    <a:pt x="174" y="15"/>
                  </a:cubicBezTo>
                  <a:cubicBezTo>
                    <a:pt x="174" y="15"/>
                    <a:pt x="158" y="0"/>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2" name="Google Shape;1782;p38"/>
            <p:cNvSpPr/>
            <p:nvPr/>
          </p:nvSpPr>
          <p:spPr>
            <a:xfrm>
              <a:off x="3432055" y="1787268"/>
              <a:ext cx="5025" cy="2512"/>
            </a:xfrm>
            <a:custGeom>
              <a:avLst/>
              <a:gdLst/>
              <a:ahLst/>
              <a:cxnLst/>
              <a:rect l="l" t="t" r="r" b="b"/>
              <a:pathLst>
                <a:path w="158" h="79" extrusionOk="0">
                  <a:moveTo>
                    <a:pt x="32" y="0"/>
                  </a:moveTo>
                  <a:lnTo>
                    <a:pt x="32" y="0"/>
                  </a:lnTo>
                  <a:lnTo>
                    <a:pt x="32" y="0"/>
                  </a:lnTo>
                  <a:cubicBezTo>
                    <a:pt x="17" y="0"/>
                    <a:pt x="0" y="15"/>
                    <a:pt x="0" y="32"/>
                  </a:cubicBezTo>
                  <a:cubicBezTo>
                    <a:pt x="0" y="47"/>
                    <a:pt x="17" y="63"/>
                    <a:pt x="32" y="63"/>
                  </a:cubicBezTo>
                  <a:lnTo>
                    <a:pt x="143" y="78"/>
                  </a:lnTo>
                  <a:lnTo>
                    <a:pt x="143" y="78"/>
                  </a:lnTo>
                  <a:lnTo>
                    <a:pt x="143" y="78"/>
                  </a:lnTo>
                  <a:lnTo>
                    <a:pt x="158" y="78"/>
                  </a:lnTo>
                  <a:lnTo>
                    <a:pt x="158" y="63"/>
                  </a:lnTo>
                  <a:lnTo>
                    <a:pt x="158" y="32"/>
                  </a:lnTo>
                  <a:lnTo>
                    <a:pt x="158" y="32"/>
                  </a:lnTo>
                  <a:cubicBezTo>
                    <a:pt x="158" y="15"/>
                    <a:pt x="143" y="15"/>
                    <a:pt x="143" y="15"/>
                  </a:cubicBezTo>
                  <a:lnTo>
                    <a:pt x="111"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3" name="Google Shape;1783;p38"/>
            <p:cNvSpPr/>
            <p:nvPr/>
          </p:nvSpPr>
          <p:spPr>
            <a:xfrm>
              <a:off x="3421560" y="1762684"/>
              <a:ext cx="3498" cy="6042"/>
            </a:xfrm>
            <a:custGeom>
              <a:avLst/>
              <a:gdLst/>
              <a:ahLst/>
              <a:cxnLst/>
              <a:rect l="l" t="t" r="r" b="b"/>
              <a:pathLst>
                <a:path w="110" h="190" extrusionOk="0">
                  <a:moveTo>
                    <a:pt x="32" y="1"/>
                  </a:moveTo>
                  <a:lnTo>
                    <a:pt x="32" y="1"/>
                  </a:lnTo>
                  <a:lnTo>
                    <a:pt x="32" y="1"/>
                  </a:lnTo>
                  <a:cubicBezTo>
                    <a:pt x="15" y="1"/>
                    <a:pt x="15" y="1"/>
                    <a:pt x="0" y="17"/>
                  </a:cubicBezTo>
                  <a:lnTo>
                    <a:pt x="15" y="17"/>
                  </a:lnTo>
                  <a:cubicBezTo>
                    <a:pt x="15" y="32"/>
                    <a:pt x="15" y="48"/>
                    <a:pt x="0" y="64"/>
                  </a:cubicBezTo>
                  <a:lnTo>
                    <a:pt x="0" y="64"/>
                  </a:lnTo>
                  <a:cubicBezTo>
                    <a:pt x="0" y="80"/>
                    <a:pt x="0" y="112"/>
                    <a:pt x="15" y="127"/>
                  </a:cubicBezTo>
                  <a:cubicBezTo>
                    <a:pt x="15" y="112"/>
                    <a:pt x="15" y="112"/>
                    <a:pt x="32" y="112"/>
                  </a:cubicBezTo>
                  <a:lnTo>
                    <a:pt x="47" y="112"/>
                  </a:lnTo>
                  <a:cubicBezTo>
                    <a:pt x="63" y="112"/>
                    <a:pt x="78" y="127"/>
                    <a:pt x="78" y="143"/>
                  </a:cubicBezTo>
                  <a:lnTo>
                    <a:pt x="78" y="190"/>
                  </a:lnTo>
                  <a:lnTo>
                    <a:pt x="78" y="190"/>
                  </a:lnTo>
                  <a:cubicBezTo>
                    <a:pt x="78" y="175"/>
                    <a:pt x="78" y="158"/>
                    <a:pt x="95" y="158"/>
                  </a:cubicBezTo>
                  <a:lnTo>
                    <a:pt x="110" y="143"/>
                  </a:lnTo>
                  <a:lnTo>
                    <a:pt x="95" y="143"/>
                  </a:lnTo>
                  <a:lnTo>
                    <a:pt x="78" y="127"/>
                  </a:lnTo>
                  <a:lnTo>
                    <a:pt x="63" y="112"/>
                  </a:lnTo>
                  <a:cubicBezTo>
                    <a:pt x="47" y="112"/>
                    <a:pt x="47" y="80"/>
                    <a:pt x="63" y="64"/>
                  </a:cubicBezTo>
                  <a:lnTo>
                    <a:pt x="63" y="64"/>
                  </a:lnTo>
                  <a:lnTo>
                    <a:pt x="63" y="64"/>
                  </a:lnTo>
                  <a:lnTo>
                    <a:pt x="63" y="32"/>
                  </a:ln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4" name="Google Shape;1784;p38"/>
            <p:cNvSpPr/>
            <p:nvPr/>
          </p:nvSpPr>
          <p:spPr>
            <a:xfrm>
              <a:off x="3421560" y="1809785"/>
              <a:ext cx="7028" cy="6042"/>
            </a:xfrm>
            <a:custGeom>
              <a:avLst/>
              <a:gdLst/>
              <a:ahLst/>
              <a:cxnLst/>
              <a:rect l="l" t="t" r="r" b="b"/>
              <a:pathLst>
                <a:path w="221" h="190" extrusionOk="0">
                  <a:moveTo>
                    <a:pt x="189" y="1"/>
                  </a:moveTo>
                  <a:lnTo>
                    <a:pt x="189" y="1"/>
                  </a:lnTo>
                  <a:cubicBezTo>
                    <a:pt x="173" y="1"/>
                    <a:pt x="158" y="17"/>
                    <a:pt x="158" y="32"/>
                  </a:cubicBezTo>
                  <a:lnTo>
                    <a:pt x="158" y="32"/>
                  </a:lnTo>
                  <a:cubicBezTo>
                    <a:pt x="158" y="49"/>
                    <a:pt x="141" y="49"/>
                    <a:pt x="110" y="49"/>
                  </a:cubicBezTo>
                  <a:lnTo>
                    <a:pt x="78" y="49"/>
                  </a:lnTo>
                  <a:lnTo>
                    <a:pt x="63" y="64"/>
                  </a:lnTo>
                  <a:cubicBezTo>
                    <a:pt x="47" y="64"/>
                    <a:pt x="47" y="64"/>
                    <a:pt x="32" y="80"/>
                  </a:cubicBezTo>
                  <a:lnTo>
                    <a:pt x="32" y="95"/>
                  </a:lnTo>
                  <a:lnTo>
                    <a:pt x="15" y="127"/>
                  </a:lnTo>
                  <a:lnTo>
                    <a:pt x="15" y="158"/>
                  </a:lnTo>
                  <a:cubicBezTo>
                    <a:pt x="0" y="175"/>
                    <a:pt x="15" y="190"/>
                    <a:pt x="32" y="190"/>
                  </a:cubicBezTo>
                  <a:lnTo>
                    <a:pt x="47" y="190"/>
                  </a:lnTo>
                  <a:cubicBezTo>
                    <a:pt x="63" y="190"/>
                    <a:pt x="78" y="190"/>
                    <a:pt x="78" y="175"/>
                  </a:cubicBezTo>
                  <a:lnTo>
                    <a:pt x="95" y="127"/>
                  </a:lnTo>
                  <a:cubicBezTo>
                    <a:pt x="95" y="127"/>
                    <a:pt x="110" y="112"/>
                    <a:pt x="126" y="112"/>
                  </a:cubicBezTo>
                  <a:cubicBezTo>
                    <a:pt x="158" y="112"/>
                    <a:pt x="204" y="112"/>
                    <a:pt x="221" y="49"/>
                  </a:cubicBezTo>
                  <a:lnTo>
                    <a:pt x="221" y="49"/>
                  </a:lnTo>
                  <a:lnTo>
                    <a:pt x="221" y="17"/>
                  </a:lnTo>
                  <a:cubicBezTo>
                    <a:pt x="204" y="17"/>
                    <a:pt x="204"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5" name="Google Shape;1785;p38"/>
            <p:cNvSpPr/>
            <p:nvPr/>
          </p:nvSpPr>
          <p:spPr>
            <a:xfrm>
              <a:off x="3278730" y="1779254"/>
              <a:ext cx="5025" cy="5502"/>
            </a:xfrm>
            <a:custGeom>
              <a:avLst/>
              <a:gdLst/>
              <a:ahLst/>
              <a:cxnLst/>
              <a:rect l="l" t="t" r="r" b="b"/>
              <a:pathLst>
                <a:path w="158" h="173" extrusionOk="0">
                  <a:moveTo>
                    <a:pt x="48" y="0"/>
                  </a:moveTo>
                  <a:lnTo>
                    <a:pt x="32" y="0"/>
                  </a:lnTo>
                  <a:lnTo>
                    <a:pt x="16" y="15"/>
                  </a:lnTo>
                  <a:lnTo>
                    <a:pt x="0" y="32"/>
                  </a:lnTo>
                  <a:cubicBezTo>
                    <a:pt x="0" y="47"/>
                    <a:pt x="0" y="47"/>
                    <a:pt x="16" y="63"/>
                  </a:cubicBezTo>
                  <a:lnTo>
                    <a:pt x="32" y="78"/>
                  </a:lnTo>
                  <a:lnTo>
                    <a:pt x="63" y="141"/>
                  </a:lnTo>
                  <a:lnTo>
                    <a:pt x="79" y="158"/>
                  </a:lnTo>
                  <a:cubicBezTo>
                    <a:pt x="79" y="173"/>
                    <a:pt x="95" y="173"/>
                    <a:pt x="111" y="173"/>
                  </a:cubicBezTo>
                  <a:lnTo>
                    <a:pt x="111" y="173"/>
                  </a:lnTo>
                  <a:cubicBezTo>
                    <a:pt x="126" y="173"/>
                    <a:pt x="142" y="158"/>
                    <a:pt x="142" y="141"/>
                  </a:cubicBezTo>
                  <a:lnTo>
                    <a:pt x="158" y="95"/>
                  </a:lnTo>
                  <a:cubicBezTo>
                    <a:pt x="158" y="78"/>
                    <a:pt x="142" y="63"/>
                    <a:pt x="126" y="63"/>
                  </a:cubicBezTo>
                  <a:lnTo>
                    <a:pt x="111" y="63"/>
                  </a:lnTo>
                  <a:lnTo>
                    <a:pt x="95" y="63"/>
                  </a:lnTo>
                  <a:lnTo>
                    <a:pt x="95" y="63"/>
                  </a:lnTo>
                  <a:lnTo>
                    <a:pt x="63"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6" name="Google Shape;1786;p38"/>
            <p:cNvSpPr/>
            <p:nvPr/>
          </p:nvSpPr>
          <p:spPr>
            <a:xfrm>
              <a:off x="3183510" y="1787745"/>
              <a:ext cx="4548" cy="3021"/>
            </a:xfrm>
            <a:custGeom>
              <a:avLst/>
              <a:gdLst/>
              <a:ahLst/>
              <a:cxnLst/>
              <a:rect l="l" t="t" r="r" b="b"/>
              <a:pathLst>
                <a:path w="143" h="95" extrusionOk="0">
                  <a:moveTo>
                    <a:pt x="95" y="0"/>
                  </a:moveTo>
                  <a:lnTo>
                    <a:pt x="95" y="0"/>
                  </a:lnTo>
                  <a:lnTo>
                    <a:pt x="95" y="17"/>
                  </a:lnTo>
                  <a:lnTo>
                    <a:pt x="32" y="32"/>
                  </a:lnTo>
                  <a:cubicBezTo>
                    <a:pt x="17" y="32"/>
                    <a:pt x="0" y="63"/>
                    <a:pt x="17" y="80"/>
                  </a:cubicBezTo>
                  <a:cubicBezTo>
                    <a:pt x="17" y="80"/>
                    <a:pt x="17" y="95"/>
                    <a:pt x="32" y="95"/>
                  </a:cubicBezTo>
                  <a:lnTo>
                    <a:pt x="48" y="95"/>
                  </a:lnTo>
                  <a:lnTo>
                    <a:pt x="48" y="95"/>
                  </a:lnTo>
                  <a:lnTo>
                    <a:pt x="111" y="80"/>
                  </a:lnTo>
                  <a:lnTo>
                    <a:pt x="111" y="80"/>
                  </a:lnTo>
                  <a:cubicBezTo>
                    <a:pt x="127" y="63"/>
                    <a:pt x="143" y="48"/>
                    <a:pt x="127" y="32"/>
                  </a:cubicBezTo>
                  <a:cubicBezTo>
                    <a:pt x="127" y="17"/>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7" name="Google Shape;1787;p38"/>
            <p:cNvSpPr/>
            <p:nvPr/>
          </p:nvSpPr>
          <p:spPr>
            <a:xfrm>
              <a:off x="3441597" y="1786250"/>
              <a:ext cx="4516" cy="3053"/>
            </a:xfrm>
            <a:custGeom>
              <a:avLst/>
              <a:gdLst/>
              <a:ahLst/>
              <a:cxnLst/>
              <a:rect l="l" t="t" r="r" b="b"/>
              <a:pathLst>
                <a:path w="142" h="96" extrusionOk="0">
                  <a:moveTo>
                    <a:pt x="95" y="1"/>
                  </a:moveTo>
                  <a:lnTo>
                    <a:pt x="95" y="1"/>
                  </a:lnTo>
                  <a:lnTo>
                    <a:pt x="95" y="1"/>
                  </a:lnTo>
                  <a:lnTo>
                    <a:pt x="78" y="1"/>
                  </a:lnTo>
                  <a:lnTo>
                    <a:pt x="32" y="32"/>
                  </a:lnTo>
                  <a:cubicBezTo>
                    <a:pt x="15" y="32"/>
                    <a:pt x="0" y="47"/>
                    <a:pt x="0" y="64"/>
                  </a:cubicBezTo>
                  <a:lnTo>
                    <a:pt x="32" y="95"/>
                  </a:lnTo>
                  <a:lnTo>
                    <a:pt x="47" y="95"/>
                  </a:lnTo>
                  <a:lnTo>
                    <a:pt x="110" y="64"/>
                  </a:lnTo>
                  <a:cubicBezTo>
                    <a:pt x="126" y="64"/>
                    <a:pt x="141" y="47"/>
                    <a:pt x="126" y="16"/>
                  </a:cubicBezTo>
                  <a:lnTo>
                    <a:pt x="126"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8" name="Google Shape;1788;p38"/>
            <p:cNvSpPr/>
            <p:nvPr/>
          </p:nvSpPr>
          <p:spPr>
            <a:xfrm>
              <a:off x="3057758" y="1825337"/>
              <a:ext cx="7060" cy="4039"/>
            </a:xfrm>
            <a:custGeom>
              <a:avLst/>
              <a:gdLst/>
              <a:ahLst/>
              <a:cxnLst/>
              <a:rect l="l" t="t" r="r" b="b"/>
              <a:pathLst>
                <a:path w="222" h="127" extrusionOk="0">
                  <a:moveTo>
                    <a:pt x="79" y="1"/>
                  </a:moveTo>
                  <a:lnTo>
                    <a:pt x="79" y="16"/>
                  </a:lnTo>
                  <a:lnTo>
                    <a:pt x="79" y="47"/>
                  </a:lnTo>
                  <a:lnTo>
                    <a:pt x="79" y="79"/>
                  </a:lnTo>
                  <a:lnTo>
                    <a:pt x="110" y="79"/>
                  </a:lnTo>
                  <a:lnTo>
                    <a:pt x="126" y="79"/>
                  </a:lnTo>
                  <a:lnTo>
                    <a:pt x="158" y="95"/>
                  </a:lnTo>
                  <a:lnTo>
                    <a:pt x="158" y="110"/>
                  </a:lnTo>
                  <a:cubicBezTo>
                    <a:pt x="173" y="110"/>
                    <a:pt x="173" y="127"/>
                    <a:pt x="190" y="127"/>
                  </a:cubicBezTo>
                  <a:lnTo>
                    <a:pt x="205" y="110"/>
                  </a:lnTo>
                  <a:lnTo>
                    <a:pt x="205" y="110"/>
                  </a:lnTo>
                  <a:lnTo>
                    <a:pt x="205" y="110"/>
                  </a:lnTo>
                  <a:cubicBezTo>
                    <a:pt x="205" y="95"/>
                    <a:pt x="205" y="95"/>
                    <a:pt x="221" y="79"/>
                  </a:cubicBezTo>
                  <a:lnTo>
                    <a:pt x="221" y="79"/>
                  </a:lnTo>
                  <a:lnTo>
                    <a:pt x="221" y="79"/>
                  </a:lnTo>
                  <a:cubicBezTo>
                    <a:pt x="205" y="32"/>
                    <a:pt x="173" y="32"/>
                    <a:pt x="142" y="16"/>
                  </a:cubicBezTo>
                  <a:lnTo>
                    <a:pt x="126" y="16"/>
                  </a:lnTo>
                  <a:cubicBezTo>
                    <a:pt x="110" y="16"/>
                    <a:pt x="95" y="1"/>
                    <a:pt x="79" y="1"/>
                  </a:cubicBezTo>
                  <a:close/>
                  <a:moveTo>
                    <a:pt x="32" y="1"/>
                  </a:moveTo>
                  <a:cubicBezTo>
                    <a:pt x="16" y="1"/>
                    <a:pt x="16" y="16"/>
                    <a:pt x="16" y="32"/>
                  </a:cubicBezTo>
                  <a:cubicBezTo>
                    <a:pt x="0" y="32"/>
                    <a:pt x="16" y="47"/>
                    <a:pt x="16" y="47"/>
                  </a:cubicBezTo>
                  <a:lnTo>
                    <a:pt x="16" y="32"/>
                  </a:lnTo>
                  <a:cubicBezTo>
                    <a:pt x="16" y="32"/>
                    <a:pt x="16" y="16"/>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9" name="Google Shape;1789;p38"/>
            <p:cNvSpPr/>
            <p:nvPr/>
          </p:nvSpPr>
          <p:spPr>
            <a:xfrm>
              <a:off x="3185036" y="1792738"/>
              <a:ext cx="2512" cy="4039"/>
            </a:xfrm>
            <a:custGeom>
              <a:avLst/>
              <a:gdLst/>
              <a:ahLst/>
              <a:cxnLst/>
              <a:rect l="l" t="t" r="r" b="b"/>
              <a:pathLst>
                <a:path w="79" h="127" extrusionOk="0">
                  <a:moveTo>
                    <a:pt x="16" y="1"/>
                  </a:moveTo>
                  <a:lnTo>
                    <a:pt x="16" y="1"/>
                  </a:lnTo>
                  <a:lnTo>
                    <a:pt x="0" y="1"/>
                  </a:lnTo>
                  <a:lnTo>
                    <a:pt x="0" y="1"/>
                  </a:lnTo>
                  <a:cubicBezTo>
                    <a:pt x="16" y="1"/>
                    <a:pt x="16" y="32"/>
                    <a:pt x="16" y="49"/>
                  </a:cubicBezTo>
                  <a:lnTo>
                    <a:pt x="16" y="49"/>
                  </a:lnTo>
                  <a:cubicBezTo>
                    <a:pt x="16" y="64"/>
                    <a:pt x="0" y="80"/>
                    <a:pt x="0" y="80"/>
                  </a:cubicBezTo>
                  <a:lnTo>
                    <a:pt x="0" y="95"/>
                  </a:lnTo>
                  <a:lnTo>
                    <a:pt x="0" y="95"/>
                  </a:lnTo>
                  <a:cubicBezTo>
                    <a:pt x="16" y="112"/>
                    <a:pt x="16" y="127"/>
                    <a:pt x="32" y="127"/>
                  </a:cubicBezTo>
                  <a:lnTo>
                    <a:pt x="47" y="127"/>
                  </a:lnTo>
                  <a:cubicBezTo>
                    <a:pt x="63" y="112"/>
                    <a:pt x="79" y="95"/>
                    <a:pt x="63" y="80"/>
                  </a:cubicBezTo>
                  <a:lnTo>
                    <a:pt x="63" y="49"/>
                  </a:lnTo>
                  <a:lnTo>
                    <a:pt x="63" y="49"/>
                  </a:lnTo>
                  <a:lnTo>
                    <a:pt x="47" y="17"/>
                  </a:lnTo>
                  <a:cubicBezTo>
                    <a:pt x="47" y="1"/>
                    <a:pt x="32" y="1"/>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0" name="Google Shape;1790;p38"/>
            <p:cNvSpPr/>
            <p:nvPr/>
          </p:nvSpPr>
          <p:spPr>
            <a:xfrm>
              <a:off x="3408012" y="1772702"/>
              <a:ext cx="2544" cy="2576"/>
            </a:xfrm>
            <a:custGeom>
              <a:avLst/>
              <a:gdLst/>
              <a:ahLst/>
              <a:cxnLst/>
              <a:rect l="l" t="t" r="r" b="b"/>
              <a:pathLst>
                <a:path w="80" h="81" extrusionOk="0">
                  <a:moveTo>
                    <a:pt x="48" y="1"/>
                  </a:moveTo>
                  <a:lnTo>
                    <a:pt x="48" y="1"/>
                  </a:lnTo>
                  <a:lnTo>
                    <a:pt x="48" y="1"/>
                  </a:lnTo>
                  <a:lnTo>
                    <a:pt x="48" y="1"/>
                  </a:lnTo>
                  <a:cubicBezTo>
                    <a:pt x="63" y="17"/>
                    <a:pt x="48" y="49"/>
                    <a:pt x="32" y="49"/>
                  </a:cubicBezTo>
                  <a:cubicBezTo>
                    <a:pt x="32" y="64"/>
                    <a:pt x="32" y="64"/>
                    <a:pt x="16" y="64"/>
                  </a:cubicBezTo>
                  <a:cubicBezTo>
                    <a:pt x="16" y="64"/>
                    <a:pt x="0" y="64"/>
                    <a:pt x="0" y="49"/>
                  </a:cubicBezTo>
                  <a:cubicBezTo>
                    <a:pt x="0" y="64"/>
                    <a:pt x="16" y="80"/>
                    <a:pt x="32" y="80"/>
                  </a:cubicBezTo>
                  <a:lnTo>
                    <a:pt x="32" y="80"/>
                  </a:lnTo>
                  <a:lnTo>
                    <a:pt x="32" y="80"/>
                  </a:lnTo>
                  <a:lnTo>
                    <a:pt x="48" y="80"/>
                  </a:lnTo>
                  <a:cubicBezTo>
                    <a:pt x="79" y="80"/>
                    <a:pt x="79" y="64"/>
                    <a:pt x="79" y="32"/>
                  </a:cubicBezTo>
                  <a:cubicBezTo>
                    <a:pt x="79"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1" name="Google Shape;1791;p38"/>
            <p:cNvSpPr/>
            <p:nvPr/>
          </p:nvSpPr>
          <p:spPr>
            <a:xfrm>
              <a:off x="3160993" y="1795760"/>
              <a:ext cx="6520" cy="4548"/>
            </a:xfrm>
            <a:custGeom>
              <a:avLst/>
              <a:gdLst/>
              <a:ahLst/>
              <a:cxnLst/>
              <a:rect l="l" t="t" r="r" b="b"/>
              <a:pathLst>
                <a:path w="205" h="143" extrusionOk="0">
                  <a:moveTo>
                    <a:pt x="158" y="0"/>
                  </a:moveTo>
                  <a:lnTo>
                    <a:pt x="158" y="0"/>
                  </a:lnTo>
                  <a:cubicBezTo>
                    <a:pt x="158" y="17"/>
                    <a:pt x="158" y="17"/>
                    <a:pt x="141" y="17"/>
                  </a:cubicBezTo>
                  <a:lnTo>
                    <a:pt x="32" y="95"/>
                  </a:lnTo>
                  <a:cubicBezTo>
                    <a:pt x="15" y="95"/>
                    <a:pt x="0" y="111"/>
                    <a:pt x="15" y="143"/>
                  </a:cubicBezTo>
                  <a:lnTo>
                    <a:pt x="15" y="143"/>
                  </a:lnTo>
                  <a:lnTo>
                    <a:pt x="47" y="143"/>
                  </a:lnTo>
                  <a:lnTo>
                    <a:pt x="63" y="143"/>
                  </a:lnTo>
                  <a:lnTo>
                    <a:pt x="110" y="127"/>
                  </a:lnTo>
                  <a:lnTo>
                    <a:pt x="189" y="63"/>
                  </a:lnTo>
                  <a:cubicBezTo>
                    <a:pt x="204" y="63"/>
                    <a:pt x="204" y="32"/>
                    <a:pt x="189" y="17"/>
                  </a:cubicBezTo>
                  <a:cubicBezTo>
                    <a:pt x="189" y="17"/>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2" name="Google Shape;1792;p38"/>
            <p:cNvSpPr/>
            <p:nvPr/>
          </p:nvSpPr>
          <p:spPr>
            <a:xfrm>
              <a:off x="3274214" y="1804283"/>
              <a:ext cx="4548" cy="2544"/>
            </a:xfrm>
            <a:custGeom>
              <a:avLst/>
              <a:gdLst/>
              <a:ahLst/>
              <a:cxnLst/>
              <a:rect l="l" t="t" r="r" b="b"/>
              <a:pathLst>
                <a:path w="143" h="80" extrusionOk="0">
                  <a:moveTo>
                    <a:pt x="32" y="1"/>
                  </a:moveTo>
                  <a:lnTo>
                    <a:pt x="32" y="1"/>
                  </a:lnTo>
                  <a:cubicBezTo>
                    <a:pt x="16" y="1"/>
                    <a:pt x="1" y="16"/>
                    <a:pt x="1" y="32"/>
                  </a:cubicBezTo>
                  <a:cubicBezTo>
                    <a:pt x="1" y="48"/>
                    <a:pt x="16" y="64"/>
                    <a:pt x="32" y="79"/>
                  </a:cubicBezTo>
                  <a:lnTo>
                    <a:pt x="95" y="79"/>
                  </a:lnTo>
                  <a:lnTo>
                    <a:pt x="95" y="79"/>
                  </a:lnTo>
                  <a:cubicBezTo>
                    <a:pt x="111" y="79"/>
                    <a:pt x="127" y="64"/>
                    <a:pt x="142" y="48"/>
                  </a:cubicBezTo>
                  <a:cubicBezTo>
                    <a:pt x="142" y="32"/>
                    <a:pt x="127" y="16"/>
                    <a:pt x="111"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3" name="Google Shape;1793;p38"/>
            <p:cNvSpPr/>
            <p:nvPr/>
          </p:nvSpPr>
          <p:spPr>
            <a:xfrm>
              <a:off x="3398980" y="1791275"/>
              <a:ext cx="4039" cy="3021"/>
            </a:xfrm>
            <a:custGeom>
              <a:avLst/>
              <a:gdLst/>
              <a:ahLst/>
              <a:cxnLst/>
              <a:rect l="l" t="t" r="r" b="b"/>
              <a:pathLst>
                <a:path w="127" h="95" extrusionOk="0">
                  <a:moveTo>
                    <a:pt x="48" y="0"/>
                  </a:moveTo>
                  <a:lnTo>
                    <a:pt x="32" y="0"/>
                  </a:lnTo>
                  <a:cubicBezTo>
                    <a:pt x="32" y="0"/>
                    <a:pt x="17" y="15"/>
                    <a:pt x="17" y="32"/>
                  </a:cubicBezTo>
                  <a:cubicBezTo>
                    <a:pt x="0" y="47"/>
                    <a:pt x="17" y="63"/>
                    <a:pt x="32" y="63"/>
                  </a:cubicBezTo>
                  <a:lnTo>
                    <a:pt x="48" y="78"/>
                  </a:lnTo>
                  <a:lnTo>
                    <a:pt x="80" y="95"/>
                  </a:lnTo>
                  <a:lnTo>
                    <a:pt x="126" y="32"/>
                  </a:lnTo>
                  <a:lnTo>
                    <a:pt x="111" y="32"/>
                  </a:lnTo>
                  <a:lnTo>
                    <a:pt x="63"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4" name="Google Shape;1794;p38"/>
            <p:cNvSpPr/>
            <p:nvPr/>
          </p:nvSpPr>
          <p:spPr>
            <a:xfrm>
              <a:off x="3406517" y="1769712"/>
              <a:ext cx="3530" cy="5025"/>
            </a:xfrm>
            <a:custGeom>
              <a:avLst/>
              <a:gdLst/>
              <a:ahLst/>
              <a:cxnLst/>
              <a:rect l="l" t="t" r="r" b="b"/>
              <a:pathLst>
                <a:path w="111" h="158" extrusionOk="0">
                  <a:moveTo>
                    <a:pt x="63" y="0"/>
                  </a:moveTo>
                  <a:lnTo>
                    <a:pt x="63" y="0"/>
                  </a:lnTo>
                  <a:lnTo>
                    <a:pt x="47" y="0"/>
                  </a:lnTo>
                  <a:cubicBezTo>
                    <a:pt x="32" y="17"/>
                    <a:pt x="15" y="32"/>
                    <a:pt x="15" y="48"/>
                  </a:cubicBezTo>
                  <a:lnTo>
                    <a:pt x="15" y="63"/>
                  </a:lnTo>
                  <a:cubicBezTo>
                    <a:pt x="0" y="95"/>
                    <a:pt x="15" y="126"/>
                    <a:pt x="32" y="143"/>
                  </a:cubicBezTo>
                  <a:lnTo>
                    <a:pt x="47" y="143"/>
                  </a:lnTo>
                  <a:cubicBezTo>
                    <a:pt x="47" y="158"/>
                    <a:pt x="63" y="158"/>
                    <a:pt x="63" y="158"/>
                  </a:cubicBezTo>
                  <a:cubicBezTo>
                    <a:pt x="79" y="158"/>
                    <a:pt x="79" y="158"/>
                    <a:pt x="79" y="143"/>
                  </a:cubicBezTo>
                  <a:cubicBezTo>
                    <a:pt x="95" y="143"/>
                    <a:pt x="110" y="111"/>
                    <a:pt x="95" y="95"/>
                  </a:cubicBezTo>
                  <a:lnTo>
                    <a:pt x="95" y="95"/>
                  </a:lnTo>
                  <a:lnTo>
                    <a:pt x="79" y="80"/>
                  </a:lnTo>
                  <a:lnTo>
                    <a:pt x="95" y="63"/>
                  </a:lnTo>
                  <a:cubicBezTo>
                    <a:pt x="110" y="63"/>
                    <a:pt x="110" y="32"/>
                    <a:pt x="95" y="17"/>
                  </a:cubicBezTo>
                  <a:lnTo>
                    <a:pt x="95" y="17"/>
                  </a:lnTo>
                  <a:cubicBezTo>
                    <a:pt x="95" y="0"/>
                    <a:pt x="79"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5" name="Google Shape;1795;p38"/>
            <p:cNvSpPr/>
            <p:nvPr/>
          </p:nvSpPr>
          <p:spPr>
            <a:xfrm>
              <a:off x="3379929" y="1771239"/>
              <a:ext cx="3053" cy="6042"/>
            </a:xfrm>
            <a:custGeom>
              <a:avLst/>
              <a:gdLst/>
              <a:ahLst/>
              <a:cxnLst/>
              <a:rect l="l" t="t" r="r" b="b"/>
              <a:pathLst>
                <a:path w="96" h="190" extrusionOk="0">
                  <a:moveTo>
                    <a:pt x="64" y="0"/>
                  </a:moveTo>
                  <a:lnTo>
                    <a:pt x="49" y="0"/>
                  </a:lnTo>
                  <a:lnTo>
                    <a:pt x="32" y="15"/>
                  </a:lnTo>
                  <a:lnTo>
                    <a:pt x="1" y="126"/>
                  </a:lnTo>
                  <a:lnTo>
                    <a:pt x="1" y="158"/>
                  </a:lnTo>
                  <a:cubicBezTo>
                    <a:pt x="1" y="158"/>
                    <a:pt x="1" y="173"/>
                    <a:pt x="17" y="189"/>
                  </a:cubicBezTo>
                  <a:lnTo>
                    <a:pt x="32" y="189"/>
                  </a:lnTo>
                  <a:lnTo>
                    <a:pt x="32" y="189"/>
                  </a:lnTo>
                  <a:cubicBezTo>
                    <a:pt x="49" y="189"/>
                    <a:pt x="64" y="173"/>
                    <a:pt x="64" y="158"/>
                  </a:cubicBezTo>
                  <a:lnTo>
                    <a:pt x="95" y="32"/>
                  </a:lnTo>
                  <a:cubicBezTo>
                    <a:pt x="95" y="15"/>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6" name="Google Shape;1796;p38"/>
            <p:cNvSpPr/>
            <p:nvPr/>
          </p:nvSpPr>
          <p:spPr>
            <a:xfrm>
              <a:off x="3061256" y="1829344"/>
              <a:ext cx="4039" cy="4516"/>
            </a:xfrm>
            <a:custGeom>
              <a:avLst/>
              <a:gdLst/>
              <a:ahLst/>
              <a:cxnLst/>
              <a:rect l="l" t="t" r="r" b="b"/>
              <a:pathLst>
                <a:path w="127" h="142" extrusionOk="0">
                  <a:moveTo>
                    <a:pt x="95" y="1"/>
                  </a:moveTo>
                  <a:lnTo>
                    <a:pt x="95" y="1"/>
                  </a:lnTo>
                  <a:lnTo>
                    <a:pt x="95" y="1"/>
                  </a:lnTo>
                  <a:cubicBezTo>
                    <a:pt x="80" y="1"/>
                    <a:pt x="63" y="16"/>
                    <a:pt x="63" y="32"/>
                  </a:cubicBezTo>
                  <a:cubicBezTo>
                    <a:pt x="48" y="32"/>
                    <a:pt x="48" y="16"/>
                    <a:pt x="48" y="16"/>
                  </a:cubicBezTo>
                  <a:lnTo>
                    <a:pt x="32" y="16"/>
                  </a:lnTo>
                  <a:lnTo>
                    <a:pt x="16" y="32"/>
                  </a:lnTo>
                  <a:cubicBezTo>
                    <a:pt x="16" y="47"/>
                    <a:pt x="0" y="47"/>
                    <a:pt x="0" y="64"/>
                  </a:cubicBezTo>
                  <a:lnTo>
                    <a:pt x="16" y="110"/>
                  </a:lnTo>
                  <a:cubicBezTo>
                    <a:pt x="16" y="127"/>
                    <a:pt x="32" y="142"/>
                    <a:pt x="48" y="142"/>
                  </a:cubicBezTo>
                  <a:lnTo>
                    <a:pt x="48" y="142"/>
                  </a:lnTo>
                  <a:cubicBezTo>
                    <a:pt x="80" y="142"/>
                    <a:pt x="95" y="127"/>
                    <a:pt x="111" y="110"/>
                  </a:cubicBezTo>
                  <a:cubicBezTo>
                    <a:pt x="126" y="95"/>
                    <a:pt x="126" y="79"/>
                    <a:pt x="126" y="79"/>
                  </a:cubicBezTo>
                  <a:lnTo>
                    <a:pt x="126" y="32"/>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7" name="Google Shape;1797;p38"/>
            <p:cNvSpPr/>
            <p:nvPr/>
          </p:nvSpPr>
          <p:spPr>
            <a:xfrm>
              <a:off x="3120379" y="1824351"/>
              <a:ext cx="4039" cy="3498"/>
            </a:xfrm>
            <a:custGeom>
              <a:avLst/>
              <a:gdLst/>
              <a:ahLst/>
              <a:cxnLst/>
              <a:rect l="l" t="t" r="r" b="b"/>
              <a:pathLst>
                <a:path w="127" h="110" extrusionOk="0">
                  <a:moveTo>
                    <a:pt x="48" y="0"/>
                  </a:moveTo>
                  <a:lnTo>
                    <a:pt x="48" y="0"/>
                  </a:lnTo>
                  <a:lnTo>
                    <a:pt x="32" y="0"/>
                  </a:lnTo>
                  <a:cubicBezTo>
                    <a:pt x="17" y="15"/>
                    <a:pt x="0" y="32"/>
                    <a:pt x="17" y="47"/>
                  </a:cubicBezTo>
                  <a:lnTo>
                    <a:pt x="48" y="78"/>
                  </a:lnTo>
                  <a:lnTo>
                    <a:pt x="48" y="95"/>
                  </a:lnTo>
                  <a:cubicBezTo>
                    <a:pt x="63" y="110"/>
                    <a:pt x="80" y="110"/>
                    <a:pt x="80" y="110"/>
                  </a:cubicBezTo>
                  <a:lnTo>
                    <a:pt x="111" y="110"/>
                  </a:lnTo>
                  <a:cubicBezTo>
                    <a:pt x="111" y="95"/>
                    <a:pt x="126" y="78"/>
                    <a:pt x="111" y="63"/>
                  </a:cubicBezTo>
                  <a:cubicBezTo>
                    <a:pt x="111" y="78"/>
                    <a:pt x="95" y="78"/>
                    <a:pt x="95" y="78"/>
                  </a:cubicBezTo>
                  <a:cubicBezTo>
                    <a:pt x="95" y="78"/>
                    <a:pt x="80" y="78"/>
                    <a:pt x="80" y="63"/>
                  </a:cubicBezTo>
                  <a:lnTo>
                    <a:pt x="63" y="47"/>
                  </a:lnTo>
                  <a:cubicBezTo>
                    <a:pt x="48" y="47"/>
                    <a:pt x="32" y="15"/>
                    <a:pt x="48"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8" name="Google Shape;1798;p38"/>
            <p:cNvSpPr/>
            <p:nvPr/>
          </p:nvSpPr>
          <p:spPr>
            <a:xfrm>
              <a:off x="3403496" y="1789749"/>
              <a:ext cx="6042" cy="7569"/>
            </a:xfrm>
            <a:custGeom>
              <a:avLst/>
              <a:gdLst/>
              <a:ahLst/>
              <a:cxnLst/>
              <a:rect l="l" t="t" r="r" b="b"/>
              <a:pathLst>
                <a:path w="190" h="238" extrusionOk="0">
                  <a:moveTo>
                    <a:pt x="79" y="0"/>
                  </a:moveTo>
                  <a:lnTo>
                    <a:pt x="79" y="0"/>
                  </a:lnTo>
                  <a:lnTo>
                    <a:pt x="64" y="0"/>
                  </a:lnTo>
                  <a:lnTo>
                    <a:pt x="47" y="17"/>
                  </a:lnTo>
                  <a:cubicBezTo>
                    <a:pt x="32" y="32"/>
                    <a:pt x="16" y="48"/>
                    <a:pt x="16" y="63"/>
                  </a:cubicBezTo>
                  <a:lnTo>
                    <a:pt x="32" y="63"/>
                  </a:lnTo>
                  <a:lnTo>
                    <a:pt x="32" y="63"/>
                  </a:lnTo>
                  <a:lnTo>
                    <a:pt x="64" y="63"/>
                  </a:lnTo>
                  <a:cubicBezTo>
                    <a:pt x="79" y="80"/>
                    <a:pt x="64" y="111"/>
                    <a:pt x="64" y="111"/>
                  </a:cubicBezTo>
                  <a:lnTo>
                    <a:pt x="16" y="158"/>
                  </a:lnTo>
                  <a:lnTo>
                    <a:pt x="16" y="174"/>
                  </a:lnTo>
                  <a:cubicBezTo>
                    <a:pt x="16" y="174"/>
                    <a:pt x="16" y="189"/>
                    <a:pt x="1" y="189"/>
                  </a:cubicBezTo>
                  <a:lnTo>
                    <a:pt x="1" y="221"/>
                  </a:lnTo>
                  <a:cubicBezTo>
                    <a:pt x="1" y="237"/>
                    <a:pt x="1" y="237"/>
                    <a:pt x="16" y="237"/>
                  </a:cubicBezTo>
                  <a:lnTo>
                    <a:pt x="32" y="237"/>
                  </a:lnTo>
                  <a:lnTo>
                    <a:pt x="47" y="237"/>
                  </a:lnTo>
                  <a:lnTo>
                    <a:pt x="47" y="237"/>
                  </a:lnTo>
                  <a:lnTo>
                    <a:pt x="158" y="206"/>
                  </a:lnTo>
                  <a:lnTo>
                    <a:pt x="174" y="206"/>
                  </a:lnTo>
                  <a:lnTo>
                    <a:pt x="174" y="206"/>
                  </a:lnTo>
                  <a:cubicBezTo>
                    <a:pt x="190" y="189"/>
                    <a:pt x="190" y="174"/>
                    <a:pt x="190" y="158"/>
                  </a:cubicBezTo>
                  <a:cubicBezTo>
                    <a:pt x="190" y="143"/>
                    <a:pt x="174" y="143"/>
                    <a:pt x="174" y="126"/>
                  </a:cubicBezTo>
                  <a:lnTo>
                    <a:pt x="158" y="126"/>
                  </a:lnTo>
                  <a:lnTo>
                    <a:pt x="142" y="126"/>
                  </a:lnTo>
                  <a:lnTo>
                    <a:pt x="127" y="143"/>
                  </a:lnTo>
                  <a:lnTo>
                    <a:pt x="79" y="158"/>
                  </a:lnTo>
                  <a:lnTo>
                    <a:pt x="79" y="126"/>
                  </a:lnTo>
                  <a:lnTo>
                    <a:pt x="79" y="111"/>
                  </a:lnTo>
                  <a:lnTo>
                    <a:pt x="79" y="80"/>
                  </a:lnTo>
                  <a:cubicBezTo>
                    <a:pt x="79" y="80"/>
                    <a:pt x="79" y="63"/>
                    <a:pt x="95" y="63"/>
                  </a:cubicBezTo>
                  <a:cubicBezTo>
                    <a:pt x="110" y="48"/>
                    <a:pt x="127" y="32"/>
                    <a:pt x="110" y="17"/>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9" name="Google Shape;1799;p38"/>
            <p:cNvSpPr/>
            <p:nvPr/>
          </p:nvSpPr>
          <p:spPr>
            <a:xfrm>
              <a:off x="3160993" y="1815319"/>
              <a:ext cx="4039" cy="4516"/>
            </a:xfrm>
            <a:custGeom>
              <a:avLst/>
              <a:gdLst/>
              <a:ahLst/>
              <a:cxnLst/>
              <a:rect l="l" t="t" r="r" b="b"/>
              <a:pathLst>
                <a:path w="127" h="142" extrusionOk="0">
                  <a:moveTo>
                    <a:pt x="63" y="1"/>
                  </a:moveTo>
                  <a:cubicBezTo>
                    <a:pt x="78" y="1"/>
                    <a:pt x="63" y="16"/>
                    <a:pt x="63" y="16"/>
                  </a:cubicBezTo>
                  <a:cubicBezTo>
                    <a:pt x="63" y="32"/>
                    <a:pt x="47" y="32"/>
                    <a:pt x="47" y="32"/>
                  </a:cubicBezTo>
                  <a:lnTo>
                    <a:pt x="32" y="32"/>
                  </a:lnTo>
                  <a:lnTo>
                    <a:pt x="15" y="47"/>
                  </a:lnTo>
                  <a:lnTo>
                    <a:pt x="0" y="79"/>
                  </a:lnTo>
                  <a:cubicBezTo>
                    <a:pt x="0" y="95"/>
                    <a:pt x="0" y="110"/>
                    <a:pt x="15" y="110"/>
                  </a:cubicBezTo>
                  <a:lnTo>
                    <a:pt x="32" y="142"/>
                  </a:lnTo>
                  <a:lnTo>
                    <a:pt x="47" y="142"/>
                  </a:lnTo>
                  <a:lnTo>
                    <a:pt x="63" y="142"/>
                  </a:lnTo>
                  <a:lnTo>
                    <a:pt x="95" y="142"/>
                  </a:lnTo>
                  <a:lnTo>
                    <a:pt x="110" y="142"/>
                  </a:lnTo>
                  <a:lnTo>
                    <a:pt x="110" y="142"/>
                  </a:lnTo>
                  <a:lnTo>
                    <a:pt x="126" y="142"/>
                  </a:lnTo>
                  <a:cubicBezTo>
                    <a:pt x="126" y="142"/>
                    <a:pt x="126" y="127"/>
                    <a:pt x="110" y="127"/>
                  </a:cubicBezTo>
                  <a:lnTo>
                    <a:pt x="78" y="79"/>
                  </a:lnTo>
                  <a:lnTo>
                    <a:pt x="95" y="32"/>
                  </a:lnTo>
                  <a:cubicBezTo>
                    <a:pt x="110" y="32"/>
                    <a:pt x="110" y="16"/>
                    <a:pt x="95" y="16"/>
                  </a:cubicBezTo>
                  <a:lnTo>
                    <a:pt x="95" y="16"/>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0" name="Google Shape;1800;p38"/>
            <p:cNvSpPr/>
            <p:nvPr/>
          </p:nvSpPr>
          <p:spPr>
            <a:xfrm>
              <a:off x="3391951" y="1794742"/>
              <a:ext cx="3053" cy="4580"/>
            </a:xfrm>
            <a:custGeom>
              <a:avLst/>
              <a:gdLst/>
              <a:ahLst/>
              <a:cxnLst/>
              <a:rect l="l" t="t" r="r" b="b"/>
              <a:pathLst>
                <a:path w="96" h="144" extrusionOk="0">
                  <a:moveTo>
                    <a:pt x="64" y="80"/>
                  </a:moveTo>
                  <a:lnTo>
                    <a:pt x="64" y="80"/>
                  </a:lnTo>
                  <a:lnTo>
                    <a:pt x="64" y="80"/>
                  </a:lnTo>
                  <a:close/>
                  <a:moveTo>
                    <a:pt x="64" y="1"/>
                  </a:moveTo>
                  <a:lnTo>
                    <a:pt x="64" y="1"/>
                  </a:lnTo>
                  <a:cubicBezTo>
                    <a:pt x="49" y="1"/>
                    <a:pt x="32" y="1"/>
                    <a:pt x="32" y="17"/>
                  </a:cubicBezTo>
                  <a:cubicBezTo>
                    <a:pt x="32" y="17"/>
                    <a:pt x="32" y="32"/>
                    <a:pt x="17" y="32"/>
                  </a:cubicBezTo>
                  <a:cubicBezTo>
                    <a:pt x="17" y="49"/>
                    <a:pt x="1" y="64"/>
                    <a:pt x="1" y="95"/>
                  </a:cubicBezTo>
                  <a:cubicBezTo>
                    <a:pt x="1" y="112"/>
                    <a:pt x="17" y="112"/>
                    <a:pt x="17" y="127"/>
                  </a:cubicBezTo>
                  <a:cubicBezTo>
                    <a:pt x="32" y="127"/>
                    <a:pt x="32" y="127"/>
                    <a:pt x="49" y="143"/>
                  </a:cubicBezTo>
                  <a:lnTo>
                    <a:pt x="64" y="143"/>
                  </a:lnTo>
                  <a:cubicBezTo>
                    <a:pt x="80" y="143"/>
                    <a:pt x="80" y="143"/>
                    <a:pt x="95" y="127"/>
                  </a:cubicBezTo>
                  <a:lnTo>
                    <a:pt x="95" y="127"/>
                  </a:lnTo>
                  <a:cubicBezTo>
                    <a:pt x="95" y="112"/>
                    <a:pt x="95" y="80"/>
                    <a:pt x="80" y="80"/>
                  </a:cubicBezTo>
                  <a:lnTo>
                    <a:pt x="80" y="80"/>
                  </a:lnTo>
                  <a:lnTo>
                    <a:pt x="80" y="64"/>
                  </a:lnTo>
                  <a:lnTo>
                    <a:pt x="95" y="49"/>
                  </a:lnTo>
                  <a:lnTo>
                    <a:pt x="95" y="17"/>
                  </a:lnTo>
                  <a:lnTo>
                    <a:pt x="80" y="1"/>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1" name="Google Shape;1801;p38"/>
            <p:cNvSpPr/>
            <p:nvPr/>
          </p:nvSpPr>
          <p:spPr>
            <a:xfrm>
              <a:off x="3393955" y="179728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2" name="Google Shape;1802;p38"/>
            <p:cNvSpPr/>
            <p:nvPr/>
          </p:nvSpPr>
          <p:spPr>
            <a:xfrm>
              <a:off x="3334832" y="1809785"/>
              <a:ext cx="5057" cy="5057"/>
            </a:xfrm>
            <a:custGeom>
              <a:avLst/>
              <a:gdLst/>
              <a:ahLst/>
              <a:cxnLst/>
              <a:rect l="l" t="t" r="r" b="b"/>
              <a:pathLst>
                <a:path w="159" h="159" extrusionOk="0">
                  <a:moveTo>
                    <a:pt x="64" y="1"/>
                  </a:moveTo>
                  <a:lnTo>
                    <a:pt x="17" y="32"/>
                  </a:lnTo>
                  <a:lnTo>
                    <a:pt x="32" y="49"/>
                  </a:lnTo>
                  <a:cubicBezTo>
                    <a:pt x="32" y="64"/>
                    <a:pt x="17" y="80"/>
                    <a:pt x="1" y="95"/>
                  </a:cubicBezTo>
                  <a:lnTo>
                    <a:pt x="32" y="95"/>
                  </a:lnTo>
                  <a:lnTo>
                    <a:pt x="49" y="95"/>
                  </a:lnTo>
                  <a:lnTo>
                    <a:pt x="64" y="80"/>
                  </a:lnTo>
                  <a:lnTo>
                    <a:pt x="80" y="127"/>
                  </a:lnTo>
                  <a:lnTo>
                    <a:pt x="80" y="127"/>
                  </a:lnTo>
                  <a:lnTo>
                    <a:pt x="80" y="127"/>
                  </a:lnTo>
                  <a:cubicBezTo>
                    <a:pt x="95" y="143"/>
                    <a:pt x="95" y="158"/>
                    <a:pt x="112" y="158"/>
                  </a:cubicBezTo>
                  <a:lnTo>
                    <a:pt x="127" y="158"/>
                  </a:lnTo>
                  <a:lnTo>
                    <a:pt x="127" y="158"/>
                  </a:lnTo>
                  <a:cubicBezTo>
                    <a:pt x="143" y="158"/>
                    <a:pt x="158" y="143"/>
                    <a:pt x="158" y="127"/>
                  </a:cubicBezTo>
                  <a:lnTo>
                    <a:pt x="158" y="112"/>
                  </a:lnTo>
                  <a:lnTo>
                    <a:pt x="143" y="64"/>
                  </a:lnTo>
                  <a:lnTo>
                    <a:pt x="143" y="64"/>
                  </a:lnTo>
                  <a:lnTo>
                    <a:pt x="143" y="49"/>
                  </a:lnTo>
                  <a:lnTo>
                    <a:pt x="127" y="32"/>
                  </a:lnTo>
                  <a:lnTo>
                    <a:pt x="127" y="49"/>
                  </a:lnTo>
                  <a:cubicBezTo>
                    <a:pt x="127" y="64"/>
                    <a:pt x="112" y="64"/>
                    <a:pt x="95" y="64"/>
                  </a:cubicBezTo>
                  <a:lnTo>
                    <a:pt x="95" y="64"/>
                  </a:lnTo>
                  <a:cubicBezTo>
                    <a:pt x="64" y="64"/>
                    <a:pt x="64" y="49"/>
                    <a:pt x="64"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3" name="Google Shape;1803;p38"/>
            <p:cNvSpPr/>
            <p:nvPr/>
          </p:nvSpPr>
          <p:spPr>
            <a:xfrm>
              <a:off x="3353405" y="1813315"/>
              <a:ext cx="3498" cy="2035"/>
            </a:xfrm>
            <a:custGeom>
              <a:avLst/>
              <a:gdLst/>
              <a:ahLst/>
              <a:cxnLst/>
              <a:rect l="l" t="t" r="r" b="b"/>
              <a:pathLst>
                <a:path w="110" h="64" extrusionOk="0">
                  <a:moveTo>
                    <a:pt x="78" y="1"/>
                  </a:moveTo>
                  <a:lnTo>
                    <a:pt x="63" y="16"/>
                  </a:lnTo>
                  <a:lnTo>
                    <a:pt x="0" y="16"/>
                  </a:lnTo>
                  <a:lnTo>
                    <a:pt x="0" y="32"/>
                  </a:lnTo>
                  <a:lnTo>
                    <a:pt x="0" y="32"/>
                  </a:lnTo>
                  <a:lnTo>
                    <a:pt x="63" y="64"/>
                  </a:lnTo>
                  <a:lnTo>
                    <a:pt x="63" y="64"/>
                  </a:lnTo>
                  <a:lnTo>
                    <a:pt x="78" y="64"/>
                  </a:lnTo>
                  <a:cubicBezTo>
                    <a:pt x="95" y="64"/>
                    <a:pt x="95" y="64"/>
                    <a:pt x="110" y="47"/>
                  </a:cubicBezTo>
                  <a:cubicBezTo>
                    <a:pt x="110" y="32"/>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4" name="Google Shape;1804;p38"/>
            <p:cNvSpPr/>
            <p:nvPr/>
          </p:nvSpPr>
          <p:spPr>
            <a:xfrm>
              <a:off x="3295745" y="1814333"/>
              <a:ext cx="6042" cy="4516"/>
            </a:xfrm>
            <a:custGeom>
              <a:avLst/>
              <a:gdLst/>
              <a:ahLst/>
              <a:cxnLst/>
              <a:rect l="l" t="t" r="r" b="b"/>
              <a:pathLst>
                <a:path w="190" h="142" extrusionOk="0">
                  <a:moveTo>
                    <a:pt x="95" y="0"/>
                  </a:moveTo>
                  <a:lnTo>
                    <a:pt x="95" y="15"/>
                  </a:lnTo>
                  <a:lnTo>
                    <a:pt x="95" y="32"/>
                  </a:lnTo>
                  <a:lnTo>
                    <a:pt x="95" y="32"/>
                  </a:lnTo>
                  <a:lnTo>
                    <a:pt x="95" y="63"/>
                  </a:lnTo>
                  <a:lnTo>
                    <a:pt x="64" y="95"/>
                  </a:lnTo>
                  <a:cubicBezTo>
                    <a:pt x="49" y="95"/>
                    <a:pt x="49" y="95"/>
                    <a:pt x="49" y="78"/>
                  </a:cubicBezTo>
                  <a:lnTo>
                    <a:pt x="17" y="78"/>
                  </a:lnTo>
                  <a:lnTo>
                    <a:pt x="17" y="78"/>
                  </a:lnTo>
                  <a:cubicBezTo>
                    <a:pt x="17" y="95"/>
                    <a:pt x="17" y="110"/>
                    <a:pt x="1" y="110"/>
                  </a:cubicBezTo>
                  <a:lnTo>
                    <a:pt x="1" y="126"/>
                  </a:lnTo>
                  <a:cubicBezTo>
                    <a:pt x="17" y="126"/>
                    <a:pt x="17" y="141"/>
                    <a:pt x="32" y="141"/>
                  </a:cubicBezTo>
                  <a:cubicBezTo>
                    <a:pt x="49" y="141"/>
                    <a:pt x="49" y="126"/>
                    <a:pt x="64" y="126"/>
                  </a:cubicBezTo>
                  <a:lnTo>
                    <a:pt x="64" y="110"/>
                  </a:lnTo>
                  <a:cubicBezTo>
                    <a:pt x="80" y="110"/>
                    <a:pt x="80" y="95"/>
                    <a:pt x="95" y="95"/>
                  </a:cubicBezTo>
                  <a:lnTo>
                    <a:pt x="95" y="95"/>
                  </a:lnTo>
                  <a:lnTo>
                    <a:pt x="143" y="47"/>
                  </a:lnTo>
                  <a:cubicBezTo>
                    <a:pt x="158" y="47"/>
                    <a:pt x="175" y="32"/>
                    <a:pt x="175" y="32"/>
                  </a:cubicBezTo>
                  <a:lnTo>
                    <a:pt x="190" y="32"/>
                  </a:lnTo>
                  <a:lnTo>
                    <a:pt x="175" y="15"/>
                  </a:lnTo>
                  <a:cubicBezTo>
                    <a:pt x="175" y="32"/>
                    <a:pt x="158" y="32"/>
                    <a:pt x="158" y="32"/>
                  </a:cubicBezTo>
                  <a:lnTo>
                    <a:pt x="143" y="32"/>
                  </a:lnTo>
                  <a:lnTo>
                    <a:pt x="127"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5" name="Google Shape;1805;p38"/>
            <p:cNvSpPr/>
            <p:nvPr/>
          </p:nvSpPr>
          <p:spPr>
            <a:xfrm>
              <a:off x="3316322" y="1814333"/>
              <a:ext cx="5025" cy="2512"/>
            </a:xfrm>
            <a:custGeom>
              <a:avLst/>
              <a:gdLst/>
              <a:ahLst/>
              <a:cxnLst/>
              <a:rect l="l" t="t" r="r" b="b"/>
              <a:pathLst>
                <a:path w="158" h="79" extrusionOk="0">
                  <a:moveTo>
                    <a:pt x="79" y="0"/>
                  </a:moveTo>
                  <a:lnTo>
                    <a:pt x="32" y="15"/>
                  </a:lnTo>
                  <a:cubicBezTo>
                    <a:pt x="15" y="15"/>
                    <a:pt x="15" y="15"/>
                    <a:pt x="0" y="32"/>
                  </a:cubicBezTo>
                  <a:cubicBezTo>
                    <a:pt x="15" y="32"/>
                    <a:pt x="15" y="15"/>
                    <a:pt x="15" y="15"/>
                  </a:cubicBezTo>
                  <a:lnTo>
                    <a:pt x="15" y="15"/>
                  </a:lnTo>
                  <a:cubicBezTo>
                    <a:pt x="32" y="15"/>
                    <a:pt x="47" y="32"/>
                    <a:pt x="47" y="32"/>
                  </a:cubicBezTo>
                  <a:lnTo>
                    <a:pt x="47" y="47"/>
                  </a:lnTo>
                  <a:lnTo>
                    <a:pt x="63" y="47"/>
                  </a:lnTo>
                  <a:lnTo>
                    <a:pt x="95" y="78"/>
                  </a:lnTo>
                  <a:lnTo>
                    <a:pt x="95" y="78"/>
                  </a:lnTo>
                  <a:lnTo>
                    <a:pt x="126" y="63"/>
                  </a:lnTo>
                  <a:cubicBezTo>
                    <a:pt x="142" y="63"/>
                    <a:pt x="158" y="47"/>
                    <a:pt x="158" y="32"/>
                  </a:cubicBezTo>
                  <a:lnTo>
                    <a:pt x="158"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6" name="Google Shape;1806;p38"/>
            <p:cNvSpPr/>
            <p:nvPr/>
          </p:nvSpPr>
          <p:spPr>
            <a:xfrm>
              <a:off x="3393478" y="1752189"/>
              <a:ext cx="4039" cy="5534"/>
            </a:xfrm>
            <a:custGeom>
              <a:avLst/>
              <a:gdLst/>
              <a:ahLst/>
              <a:cxnLst/>
              <a:rect l="l" t="t" r="r" b="b"/>
              <a:pathLst>
                <a:path w="127" h="174" extrusionOk="0">
                  <a:moveTo>
                    <a:pt x="95" y="0"/>
                  </a:moveTo>
                  <a:lnTo>
                    <a:pt x="79" y="0"/>
                  </a:lnTo>
                  <a:cubicBezTo>
                    <a:pt x="79" y="0"/>
                    <a:pt x="64" y="15"/>
                    <a:pt x="47" y="15"/>
                  </a:cubicBezTo>
                  <a:lnTo>
                    <a:pt x="16" y="126"/>
                  </a:lnTo>
                  <a:cubicBezTo>
                    <a:pt x="1" y="158"/>
                    <a:pt x="16" y="173"/>
                    <a:pt x="32" y="173"/>
                  </a:cubicBezTo>
                  <a:lnTo>
                    <a:pt x="47" y="173"/>
                  </a:lnTo>
                  <a:cubicBezTo>
                    <a:pt x="64" y="173"/>
                    <a:pt x="79" y="173"/>
                    <a:pt x="79" y="158"/>
                  </a:cubicBezTo>
                  <a:lnTo>
                    <a:pt x="79" y="142"/>
                  </a:lnTo>
                  <a:cubicBezTo>
                    <a:pt x="64" y="142"/>
                    <a:pt x="64" y="126"/>
                    <a:pt x="47" y="110"/>
                  </a:cubicBezTo>
                  <a:cubicBezTo>
                    <a:pt x="47" y="95"/>
                    <a:pt x="64" y="79"/>
                    <a:pt x="79" y="63"/>
                  </a:cubicBezTo>
                  <a:lnTo>
                    <a:pt x="110" y="63"/>
                  </a:lnTo>
                  <a:lnTo>
                    <a:pt x="127" y="47"/>
                  </a:lnTo>
                  <a:cubicBezTo>
                    <a:pt x="127" y="32"/>
                    <a:pt x="11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7" name="Google Shape;1807;p38"/>
            <p:cNvSpPr/>
            <p:nvPr/>
          </p:nvSpPr>
          <p:spPr>
            <a:xfrm>
              <a:off x="3176004" y="1831348"/>
              <a:ext cx="3530" cy="3053"/>
            </a:xfrm>
            <a:custGeom>
              <a:avLst/>
              <a:gdLst/>
              <a:ahLst/>
              <a:cxnLst/>
              <a:rect l="l" t="t" r="r" b="b"/>
              <a:pathLst>
                <a:path w="111" h="96" extrusionOk="0">
                  <a:moveTo>
                    <a:pt x="64" y="1"/>
                  </a:moveTo>
                  <a:lnTo>
                    <a:pt x="64" y="1"/>
                  </a:lnTo>
                  <a:lnTo>
                    <a:pt x="47" y="1"/>
                  </a:lnTo>
                  <a:lnTo>
                    <a:pt x="1" y="32"/>
                  </a:lnTo>
                  <a:lnTo>
                    <a:pt x="1" y="47"/>
                  </a:lnTo>
                  <a:lnTo>
                    <a:pt x="1" y="79"/>
                  </a:lnTo>
                  <a:lnTo>
                    <a:pt x="1" y="79"/>
                  </a:lnTo>
                  <a:cubicBezTo>
                    <a:pt x="1" y="95"/>
                    <a:pt x="16" y="95"/>
                    <a:pt x="32" y="95"/>
                  </a:cubicBezTo>
                  <a:lnTo>
                    <a:pt x="47" y="95"/>
                  </a:lnTo>
                  <a:lnTo>
                    <a:pt x="95" y="47"/>
                  </a:lnTo>
                  <a:cubicBezTo>
                    <a:pt x="110" y="47"/>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8" name="Google Shape;1808;p38"/>
            <p:cNvSpPr/>
            <p:nvPr/>
          </p:nvSpPr>
          <p:spPr>
            <a:xfrm>
              <a:off x="3265690" y="1815319"/>
              <a:ext cx="4548" cy="5534"/>
            </a:xfrm>
            <a:custGeom>
              <a:avLst/>
              <a:gdLst/>
              <a:ahLst/>
              <a:cxnLst/>
              <a:rect l="l" t="t" r="r" b="b"/>
              <a:pathLst>
                <a:path w="143" h="174" extrusionOk="0">
                  <a:moveTo>
                    <a:pt x="95" y="1"/>
                  </a:moveTo>
                  <a:lnTo>
                    <a:pt x="95" y="1"/>
                  </a:lnTo>
                  <a:cubicBezTo>
                    <a:pt x="80" y="1"/>
                    <a:pt x="80" y="16"/>
                    <a:pt x="63" y="32"/>
                  </a:cubicBezTo>
                  <a:lnTo>
                    <a:pt x="63" y="47"/>
                  </a:lnTo>
                  <a:lnTo>
                    <a:pt x="63" y="47"/>
                  </a:lnTo>
                  <a:cubicBezTo>
                    <a:pt x="48" y="64"/>
                    <a:pt x="48" y="64"/>
                    <a:pt x="48" y="79"/>
                  </a:cubicBezTo>
                  <a:cubicBezTo>
                    <a:pt x="32" y="79"/>
                    <a:pt x="32" y="95"/>
                    <a:pt x="32" y="95"/>
                  </a:cubicBezTo>
                  <a:lnTo>
                    <a:pt x="17" y="95"/>
                  </a:lnTo>
                  <a:cubicBezTo>
                    <a:pt x="17" y="110"/>
                    <a:pt x="17" y="110"/>
                    <a:pt x="0" y="110"/>
                  </a:cubicBezTo>
                  <a:lnTo>
                    <a:pt x="0" y="127"/>
                  </a:lnTo>
                  <a:lnTo>
                    <a:pt x="0" y="158"/>
                  </a:lnTo>
                  <a:cubicBezTo>
                    <a:pt x="17" y="173"/>
                    <a:pt x="17" y="173"/>
                    <a:pt x="32" y="173"/>
                  </a:cubicBezTo>
                  <a:cubicBezTo>
                    <a:pt x="32" y="173"/>
                    <a:pt x="48" y="173"/>
                    <a:pt x="48" y="158"/>
                  </a:cubicBezTo>
                  <a:lnTo>
                    <a:pt x="48" y="158"/>
                  </a:lnTo>
                  <a:lnTo>
                    <a:pt x="63" y="158"/>
                  </a:lnTo>
                  <a:lnTo>
                    <a:pt x="63" y="158"/>
                  </a:lnTo>
                  <a:lnTo>
                    <a:pt x="32" y="127"/>
                  </a:lnTo>
                  <a:cubicBezTo>
                    <a:pt x="32" y="110"/>
                    <a:pt x="32" y="79"/>
                    <a:pt x="48" y="79"/>
                  </a:cubicBezTo>
                  <a:lnTo>
                    <a:pt x="63" y="64"/>
                  </a:lnTo>
                  <a:lnTo>
                    <a:pt x="63" y="64"/>
                  </a:lnTo>
                  <a:cubicBezTo>
                    <a:pt x="80" y="64"/>
                    <a:pt x="95" y="79"/>
                    <a:pt x="95" y="79"/>
                  </a:cubicBezTo>
                  <a:lnTo>
                    <a:pt x="111" y="110"/>
                  </a:lnTo>
                  <a:cubicBezTo>
                    <a:pt x="111" y="95"/>
                    <a:pt x="126" y="79"/>
                    <a:pt x="126" y="64"/>
                  </a:cubicBezTo>
                  <a:lnTo>
                    <a:pt x="126" y="64"/>
                  </a:lnTo>
                  <a:lnTo>
                    <a:pt x="126" y="47"/>
                  </a:lnTo>
                  <a:cubicBezTo>
                    <a:pt x="143" y="32"/>
                    <a:pt x="126" y="16"/>
                    <a:pt x="126" y="16"/>
                  </a:cubicBezTo>
                  <a:cubicBezTo>
                    <a:pt x="111" y="16"/>
                    <a:pt x="111"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9" name="Google Shape;1809;p38"/>
            <p:cNvSpPr/>
            <p:nvPr/>
          </p:nvSpPr>
          <p:spPr>
            <a:xfrm>
              <a:off x="3412528" y="1781734"/>
              <a:ext cx="3530" cy="5565"/>
            </a:xfrm>
            <a:custGeom>
              <a:avLst/>
              <a:gdLst/>
              <a:ahLst/>
              <a:cxnLst/>
              <a:rect l="l" t="t" r="r" b="b"/>
              <a:pathLst>
                <a:path w="111" h="175" extrusionOk="0">
                  <a:moveTo>
                    <a:pt x="79" y="0"/>
                  </a:moveTo>
                  <a:lnTo>
                    <a:pt x="79" y="0"/>
                  </a:lnTo>
                  <a:cubicBezTo>
                    <a:pt x="63" y="0"/>
                    <a:pt x="63" y="0"/>
                    <a:pt x="63" y="17"/>
                  </a:cubicBezTo>
                  <a:cubicBezTo>
                    <a:pt x="63" y="17"/>
                    <a:pt x="47" y="17"/>
                    <a:pt x="47" y="32"/>
                  </a:cubicBezTo>
                  <a:lnTo>
                    <a:pt x="32" y="63"/>
                  </a:lnTo>
                  <a:lnTo>
                    <a:pt x="0" y="126"/>
                  </a:lnTo>
                  <a:cubicBezTo>
                    <a:pt x="0" y="143"/>
                    <a:pt x="0" y="158"/>
                    <a:pt x="16" y="174"/>
                  </a:cubicBezTo>
                  <a:lnTo>
                    <a:pt x="32" y="174"/>
                  </a:lnTo>
                  <a:cubicBezTo>
                    <a:pt x="47" y="174"/>
                    <a:pt x="63" y="158"/>
                    <a:pt x="63" y="158"/>
                  </a:cubicBezTo>
                  <a:lnTo>
                    <a:pt x="63" y="143"/>
                  </a:lnTo>
                  <a:cubicBezTo>
                    <a:pt x="79" y="143"/>
                    <a:pt x="79" y="126"/>
                    <a:pt x="79" y="126"/>
                  </a:cubicBezTo>
                  <a:lnTo>
                    <a:pt x="79" y="126"/>
                  </a:lnTo>
                  <a:lnTo>
                    <a:pt x="110" y="63"/>
                  </a:lnTo>
                  <a:lnTo>
                    <a:pt x="110" y="48"/>
                  </a:lnTo>
                  <a:lnTo>
                    <a:pt x="110" y="17"/>
                  </a:lnTo>
                  <a:lnTo>
                    <a:pt x="95" y="17"/>
                  </a:lnTo>
                  <a:cubicBezTo>
                    <a:pt x="95" y="17"/>
                    <a:pt x="79" y="17"/>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0" name="Google Shape;1810;p38"/>
            <p:cNvSpPr/>
            <p:nvPr/>
          </p:nvSpPr>
          <p:spPr>
            <a:xfrm>
              <a:off x="3165986" y="1826832"/>
              <a:ext cx="5057" cy="2544"/>
            </a:xfrm>
            <a:custGeom>
              <a:avLst/>
              <a:gdLst/>
              <a:ahLst/>
              <a:cxnLst/>
              <a:rect l="l" t="t" r="r" b="b"/>
              <a:pathLst>
                <a:path w="159" h="80" extrusionOk="0">
                  <a:moveTo>
                    <a:pt x="32" y="0"/>
                  </a:moveTo>
                  <a:lnTo>
                    <a:pt x="32" y="0"/>
                  </a:lnTo>
                  <a:cubicBezTo>
                    <a:pt x="16" y="0"/>
                    <a:pt x="1" y="0"/>
                    <a:pt x="1" y="17"/>
                  </a:cubicBezTo>
                  <a:cubicBezTo>
                    <a:pt x="1" y="32"/>
                    <a:pt x="1" y="63"/>
                    <a:pt x="32" y="63"/>
                  </a:cubicBezTo>
                  <a:lnTo>
                    <a:pt x="95" y="80"/>
                  </a:lnTo>
                  <a:lnTo>
                    <a:pt x="95" y="80"/>
                  </a:lnTo>
                  <a:lnTo>
                    <a:pt x="110" y="80"/>
                  </a:lnTo>
                  <a:lnTo>
                    <a:pt x="127" y="80"/>
                  </a:lnTo>
                  <a:cubicBezTo>
                    <a:pt x="142" y="80"/>
                    <a:pt x="158" y="48"/>
                    <a:pt x="158" y="32"/>
                  </a:cubicBezTo>
                  <a:lnTo>
                    <a:pt x="158" y="32"/>
                  </a:lnTo>
                  <a:lnTo>
                    <a:pt x="158" y="32"/>
                  </a:lnTo>
                  <a:cubicBezTo>
                    <a:pt x="142" y="48"/>
                    <a:pt x="142" y="48"/>
                    <a:pt x="127" y="48"/>
                  </a:cubicBezTo>
                  <a:lnTo>
                    <a:pt x="110" y="48"/>
                  </a:lnTo>
                  <a:lnTo>
                    <a:pt x="79" y="32"/>
                  </a:lnTo>
                  <a:cubicBezTo>
                    <a:pt x="79" y="17"/>
                    <a:pt x="64" y="17"/>
                    <a:pt x="64"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1" name="Google Shape;1811;p38"/>
            <p:cNvSpPr/>
            <p:nvPr/>
          </p:nvSpPr>
          <p:spPr>
            <a:xfrm>
              <a:off x="3398980" y="1802788"/>
              <a:ext cx="3562" cy="3021"/>
            </a:xfrm>
            <a:custGeom>
              <a:avLst/>
              <a:gdLst/>
              <a:ahLst/>
              <a:cxnLst/>
              <a:rect l="l" t="t" r="r" b="b"/>
              <a:pathLst>
                <a:path w="112" h="95" extrusionOk="0">
                  <a:moveTo>
                    <a:pt x="111" y="0"/>
                  </a:moveTo>
                  <a:lnTo>
                    <a:pt x="111" y="0"/>
                  </a:lnTo>
                  <a:lnTo>
                    <a:pt x="48" y="16"/>
                  </a:lnTo>
                  <a:lnTo>
                    <a:pt x="48" y="16"/>
                  </a:lnTo>
                  <a:lnTo>
                    <a:pt x="32" y="16"/>
                  </a:lnTo>
                  <a:lnTo>
                    <a:pt x="17" y="32"/>
                  </a:lnTo>
                  <a:cubicBezTo>
                    <a:pt x="0" y="32"/>
                    <a:pt x="0" y="32"/>
                    <a:pt x="0" y="48"/>
                  </a:cubicBezTo>
                  <a:cubicBezTo>
                    <a:pt x="17" y="48"/>
                    <a:pt x="17" y="48"/>
                    <a:pt x="17" y="63"/>
                  </a:cubicBezTo>
                  <a:lnTo>
                    <a:pt x="17" y="79"/>
                  </a:lnTo>
                  <a:lnTo>
                    <a:pt x="32" y="95"/>
                  </a:lnTo>
                  <a:lnTo>
                    <a:pt x="32" y="95"/>
                  </a:lnTo>
                  <a:cubicBezTo>
                    <a:pt x="32" y="95"/>
                    <a:pt x="48" y="95"/>
                    <a:pt x="48" y="79"/>
                  </a:cubicBezTo>
                  <a:lnTo>
                    <a:pt x="48" y="79"/>
                  </a:lnTo>
                  <a:lnTo>
                    <a:pt x="80" y="63"/>
                  </a:lnTo>
                  <a:lnTo>
                    <a:pt x="95" y="48"/>
                  </a:lnTo>
                  <a:cubicBezTo>
                    <a:pt x="111" y="32"/>
                    <a:pt x="111" y="16"/>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2" name="Google Shape;1812;p38"/>
            <p:cNvSpPr/>
            <p:nvPr/>
          </p:nvSpPr>
          <p:spPr>
            <a:xfrm>
              <a:off x="3444077" y="1799767"/>
              <a:ext cx="4548" cy="5565"/>
            </a:xfrm>
            <a:custGeom>
              <a:avLst/>
              <a:gdLst/>
              <a:ahLst/>
              <a:cxnLst/>
              <a:rect l="l" t="t" r="r" b="b"/>
              <a:pathLst>
                <a:path w="143" h="175" extrusionOk="0">
                  <a:moveTo>
                    <a:pt x="95" y="1"/>
                  </a:moveTo>
                  <a:lnTo>
                    <a:pt x="95" y="1"/>
                  </a:lnTo>
                  <a:cubicBezTo>
                    <a:pt x="80" y="1"/>
                    <a:pt x="80" y="1"/>
                    <a:pt x="63" y="17"/>
                  </a:cubicBezTo>
                  <a:lnTo>
                    <a:pt x="63" y="32"/>
                  </a:lnTo>
                  <a:lnTo>
                    <a:pt x="63" y="80"/>
                  </a:lnTo>
                  <a:lnTo>
                    <a:pt x="63" y="80"/>
                  </a:lnTo>
                  <a:lnTo>
                    <a:pt x="63" y="80"/>
                  </a:lnTo>
                  <a:lnTo>
                    <a:pt x="17" y="111"/>
                  </a:lnTo>
                  <a:lnTo>
                    <a:pt x="0" y="111"/>
                  </a:lnTo>
                  <a:lnTo>
                    <a:pt x="0" y="158"/>
                  </a:lnTo>
                  <a:cubicBezTo>
                    <a:pt x="17" y="158"/>
                    <a:pt x="17" y="158"/>
                    <a:pt x="32" y="174"/>
                  </a:cubicBezTo>
                  <a:lnTo>
                    <a:pt x="32" y="174"/>
                  </a:lnTo>
                  <a:cubicBezTo>
                    <a:pt x="48" y="174"/>
                    <a:pt x="48" y="174"/>
                    <a:pt x="48" y="158"/>
                  </a:cubicBezTo>
                  <a:lnTo>
                    <a:pt x="80" y="143"/>
                  </a:lnTo>
                  <a:lnTo>
                    <a:pt x="126" y="127"/>
                  </a:lnTo>
                  <a:cubicBezTo>
                    <a:pt x="126" y="111"/>
                    <a:pt x="143" y="111"/>
                    <a:pt x="143" y="95"/>
                  </a:cubicBezTo>
                  <a:lnTo>
                    <a:pt x="126" y="32"/>
                  </a:lnTo>
                  <a:lnTo>
                    <a:pt x="126" y="32"/>
                  </a:lnTo>
                  <a:cubicBezTo>
                    <a:pt x="126" y="17"/>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3" name="Google Shape;1813;p38"/>
            <p:cNvSpPr/>
            <p:nvPr/>
          </p:nvSpPr>
          <p:spPr>
            <a:xfrm>
              <a:off x="3438575" y="1802788"/>
              <a:ext cx="4039" cy="2544"/>
            </a:xfrm>
            <a:custGeom>
              <a:avLst/>
              <a:gdLst/>
              <a:ahLst/>
              <a:cxnLst/>
              <a:rect l="l" t="t" r="r" b="b"/>
              <a:pathLst>
                <a:path w="127" h="80" extrusionOk="0">
                  <a:moveTo>
                    <a:pt x="79" y="0"/>
                  </a:moveTo>
                  <a:lnTo>
                    <a:pt x="79" y="0"/>
                  </a:lnTo>
                  <a:lnTo>
                    <a:pt x="79" y="0"/>
                  </a:lnTo>
                  <a:lnTo>
                    <a:pt x="32" y="0"/>
                  </a:lnTo>
                  <a:lnTo>
                    <a:pt x="16" y="16"/>
                  </a:lnTo>
                  <a:cubicBezTo>
                    <a:pt x="1" y="16"/>
                    <a:pt x="1" y="32"/>
                    <a:pt x="1" y="48"/>
                  </a:cubicBezTo>
                  <a:lnTo>
                    <a:pt x="1" y="48"/>
                  </a:lnTo>
                  <a:lnTo>
                    <a:pt x="1" y="63"/>
                  </a:lnTo>
                  <a:cubicBezTo>
                    <a:pt x="16" y="79"/>
                    <a:pt x="16" y="79"/>
                    <a:pt x="32" y="79"/>
                  </a:cubicBezTo>
                  <a:lnTo>
                    <a:pt x="32" y="79"/>
                  </a:lnTo>
                  <a:lnTo>
                    <a:pt x="95" y="63"/>
                  </a:lnTo>
                  <a:lnTo>
                    <a:pt x="95" y="63"/>
                  </a:lnTo>
                  <a:cubicBezTo>
                    <a:pt x="110" y="48"/>
                    <a:pt x="127" y="32"/>
                    <a:pt x="110" y="16"/>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4" name="Google Shape;1814;p38"/>
            <p:cNvSpPr/>
            <p:nvPr/>
          </p:nvSpPr>
          <p:spPr>
            <a:xfrm>
              <a:off x="3329361" y="1813315"/>
              <a:ext cx="4516" cy="3530"/>
            </a:xfrm>
            <a:custGeom>
              <a:avLst/>
              <a:gdLst/>
              <a:ahLst/>
              <a:cxnLst/>
              <a:rect l="l" t="t" r="r" b="b"/>
              <a:pathLst>
                <a:path w="142" h="111" extrusionOk="0">
                  <a:moveTo>
                    <a:pt x="32" y="1"/>
                  </a:moveTo>
                  <a:lnTo>
                    <a:pt x="32" y="1"/>
                  </a:lnTo>
                  <a:lnTo>
                    <a:pt x="32" y="1"/>
                  </a:lnTo>
                  <a:cubicBezTo>
                    <a:pt x="32" y="1"/>
                    <a:pt x="15" y="1"/>
                    <a:pt x="15" y="16"/>
                  </a:cubicBezTo>
                  <a:cubicBezTo>
                    <a:pt x="0" y="16"/>
                    <a:pt x="0" y="16"/>
                    <a:pt x="0" y="32"/>
                  </a:cubicBezTo>
                  <a:lnTo>
                    <a:pt x="0" y="32"/>
                  </a:lnTo>
                  <a:cubicBezTo>
                    <a:pt x="0" y="47"/>
                    <a:pt x="15" y="64"/>
                    <a:pt x="32" y="64"/>
                  </a:cubicBezTo>
                  <a:lnTo>
                    <a:pt x="15" y="64"/>
                  </a:lnTo>
                  <a:lnTo>
                    <a:pt x="32" y="64"/>
                  </a:lnTo>
                  <a:lnTo>
                    <a:pt x="32" y="64"/>
                  </a:lnTo>
                  <a:lnTo>
                    <a:pt x="47" y="79"/>
                  </a:lnTo>
                  <a:cubicBezTo>
                    <a:pt x="63" y="95"/>
                    <a:pt x="63" y="95"/>
                    <a:pt x="63" y="110"/>
                  </a:cubicBezTo>
                  <a:lnTo>
                    <a:pt x="78" y="110"/>
                  </a:lnTo>
                  <a:lnTo>
                    <a:pt x="78" y="110"/>
                  </a:lnTo>
                  <a:lnTo>
                    <a:pt x="110" y="79"/>
                  </a:lnTo>
                  <a:lnTo>
                    <a:pt x="126" y="79"/>
                  </a:lnTo>
                  <a:cubicBezTo>
                    <a:pt x="141" y="79"/>
                    <a:pt x="141" y="64"/>
                    <a:pt x="141" y="47"/>
                  </a:cubicBezTo>
                  <a:cubicBezTo>
                    <a:pt x="141" y="32"/>
                    <a:pt x="141" y="32"/>
                    <a:pt x="126" y="32"/>
                  </a:cubicBezTo>
                  <a:cubicBezTo>
                    <a:pt x="126" y="16"/>
                    <a:pt x="126" y="16"/>
                    <a:pt x="110"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5" name="Google Shape;1815;p38"/>
            <p:cNvSpPr/>
            <p:nvPr/>
          </p:nvSpPr>
          <p:spPr>
            <a:xfrm>
              <a:off x="3296286" y="1810803"/>
              <a:ext cx="9032" cy="4548"/>
            </a:xfrm>
            <a:custGeom>
              <a:avLst/>
              <a:gdLst/>
              <a:ahLst/>
              <a:cxnLst/>
              <a:rect l="l" t="t" r="r" b="b"/>
              <a:pathLst>
                <a:path w="284" h="143" extrusionOk="0">
                  <a:moveTo>
                    <a:pt x="32" y="0"/>
                  </a:moveTo>
                  <a:lnTo>
                    <a:pt x="32" y="0"/>
                  </a:lnTo>
                  <a:cubicBezTo>
                    <a:pt x="32" y="17"/>
                    <a:pt x="15" y="17"/>
                    <a:pt x="15" y="17"/>
                  </a:cubicBezTo>
                  <a:cubicBezTo>
                    <a:pt x="0" y="32"/>
                    <a:pt x="0" y="48"/>
                    <a:pt x="15" y="63"/>
                  </a:cubicBezTo>
                  <a:lnTo>
                    <a:pt x="15" y="63"/>
                  </a:lnTo>
                  <a:cubicBezTo>
                    <a:pt x="15" y="63"/>
                    <a:pt x="15" y="80"/>
                    <a:pt x="32" y="80"/>
                  </a:cubicBezTo>
                  <a:lnTo>
                    <a:pt x="47" y="95"/>
                  </a:lnTo>
                  <a:lnTo>
                    <a:pt x="47" y="95"/>
                  </a:lnTo>
                  <a:cubicBezTo>
                    <a:pt x="47" y="95"/>
                    <a:pt x="63" y="95"/>
                    <a:pt x="63" y="111"/>
                  </a:cubicBezTo>
                  <a:lnTo>
                    <a:pt x="78" y="111"/>
                  </a:lnTo>
                  <a:lnTo>
                    <a:pt x="110" y="143"/>
                  </a:lnTo>
                  <a:lnTo>
                    <a:pt x="126" y="143"/>
                  </a:lnTo>
                  <a:lnTo>
                    <a:pt x="141" y="143"/>
                  </a:lnTo>
                  <a:cubicBezTo>
                    <a:pt x="141" y="143"/>
                    <a:pt x="158" y="143"/>
                    <a:pt x="158" y="126"/>
                  </a:cubicBezTo>
                  <a:lnTo>
                    <a:pt x="173" y="143"/>
                  </a:lnTo>
                  <a:lnTo>
                    <a:pt x="236" y="143"/>
                  </a:lnTo>
                  <a:lnTo>
                    <a:pt x="252" y="143"/>
                  </a:lnTo>
                  <a:cubicBezTo>
                    <a:pt x="267" y="143"/>
                    <a:pt x="284" y="126"/>
                    <a:pt x="284" y="111"/>
                  </a:cubicBezTo>
                  <a:lnTo>
                    <a:pt x="284" y="95"/>
                  </a:lnTo>
                  <a:cubicBezTo>
                    <a:pt x="267" y="95"/>
                    <a:pt x="267" y="95"/>
                    <a:pt x="267" y="80"/>
                  </a:cubicBezTo>
                  <a:cubicBezTo>
                    <a:pt x="267" y="95"/>
                    <a:pt x="267" y="95"/>
                    <a:pt x="252" y="95"/>
                  </a:cubicBezTo>
                  <a:lnTo>
                    <a:pt x="236" y="126"/>
                  </a:lnTo>
                  <a:lnTo>
                    <a:pt x="221" y="126"/>
                  </a:lnTo>
                  <a:cubicBezTo>
                    <a:pt x="204" y="126"/>
                    <a:pt x="189" y="126"/>
                    <a:pt x="189" y="111"/>
                  </a:cubicBezTo>
                  <a:cubicBezTo>
                    <a:pt x="173" y="95"/>
                    <a:pt x="173" y="80"/>
                    <a:pt x="189" y="63"/>
                  </a:cubicBezTo>
                  <a:lnTo>
                    <a:pt x="173" y="63"/>
                  </a:lnTo>
                  <a:lnTo>
                    <a:pt x="141" y="63"/>
                  </a:lnTo>
                  <a:lnTo>
                    <a:pt x="126" y="63"/>
                  </a:lnTo>
                  <a:lnTo>
                    <a:pt x="126" y="63"/>
                  </a:lnTo>
                  <a:lnTo>
                    <a:pt x="78" y="32"/>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6" name="Google Shape;1816;p38"/>
            <p:cNvSpPr/>
            <p:nvPr/>
          </p:nvSpPr>
          <p:spPr>
            <a:xfrm>
              <a:off x="3264196" y="1822348"/>
              <a:ext cx="4516" cy="3021"/>
            </a:xfrm>
            <a:custGeom>
              <a:avLst/>
              <a:gdLst/>
              <a:ahLst/>
              <a:cxnLst/>
              <a:rect l="l" t="t" r="r" b="b"/>
              <a:pathLst>
                <a:path w="142" h="95" extrusionOk="0">
                  <a:moveTo>
                    <a:pt x="95" y="0"/>
                  </a:moveTo>
                  <a:lnTo>
                    <a:pt x="95" y="0"/>
                  </a:lnTo>
                  <a:cubicBezTo>
                    <a:pt x="95" y="0"/>
                    <a:pt x="79" y="0"/>
                    <a:pt x="79" y="15"/>
                  </a:cubicBezTo>
                  <a:lnTo>
                    <a:pt x="64" y="15"/>
                  </a:lnTo>
                  <a:lnTo>
                    <a:pt x="32" y="32"/>
                  </a:lnTo>
                  <a:cubicBezTo>
                    <a:pt x="16" y="47"/>
                    <a:pt x="1" y="63"/>
                    <a:pt x="16" y="78"/>
                  </a:cubicBezTo>
                  <a:cubicBezTo>
                    <a:pt x="16" y="95"/>
                    <a:pt x="32" y="95"/>
                    <a:pt x="47" y="95"/>
                  </a:cubicBezTo>
                  <a:lnTo>
                    <a:pt x="47" y="95"/>
                  </a:lnTo>
                  <a:lnTo>
                    <a:pt x="64" y="95"/>
                  </a:lnTo>
                  <a:lnTo>
                    <a:pt x="110" y="63"/>
                  </a:lnTo>
                  <a:cubicBezTo>
                    <a:pt x="127" y="63"/>
                    <a:pt x="142" y="32"/>
                    <a:pt x="127" y="15"/>
                  </a:cubicBezTo>
                  <a:lnTo>
                    <a:pt x="127" y="15"/>
                  </a:lnTo>
                  <a:cubicBezTo>
                    <a:pt x="110"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7" name="Google Shape;1817;p38"/>
            <p:cNvSpPr/>
            <p:nvPr/>
          </p:nvSpPr>
          <p:spPr>
            <a:xfrm>
              <a:off x="3322333" y="1763702"/>
              <a:ext cx="4039" cy="2544"/>
            </a:xfrm>
            <a:custGeom>
              <a:avLst/>
              <a:gdLst/>
              <a:ahLst/>
              <a:cxnLst/>
              <a:rect l="l" t="t" r="r" b="b"/>
              <a:pathLst>
                <a:path w="127" h="80" extrusionOk="0">
                  <a:moveTo>
                    <a:pt x="32" y="0"/>
                  </a:moveTo>
                  <a:lnTo>
                    <a:pt x="32" y="0"/>
                  </a:lnTo>
                  <a:cubicBezTo>
                    <a:pt x="16" y="0"/>
                    <a:pt x="0" y="16"/>
                    <a:pt x="0" y="32"/>
                  </a:cubicBezTo>
                  <a:lnTo>
                    <a:pt x="0" y="32"/>
                  </a:lnTo>
                  <a:cubicBezTo>
                    <a:pt x="0" y="63"/>
                    <a:pt x="16" y="80"/>
                    <a:pt x="32" y="80"/>
                  </a:cubicBezTo>
                  <a:lnTo>
                    <a:pt x="79" y="80"/>
                  </a:lnTo>
                  <a:lnTo>
                    <a:pt x="95" y="80"/>
                  </a:lnTo>
                  <a:lnTo>
                    <a:pt x="95" y="80"/>
                  </a:lnTo>
                  <a:cubicBezTo>
                    <a:pt x="110" y="80"/>
                    <a:pt x="110" y="80"/>
                    <a:pt x="110" y="63"/>
                  </a:cubicBezTo>
                  <a:lnTo>
                    <a:pt x="126" y="63"/>
                  </a:lnTo>
                  <a:lnTo>
                    <a:pt x="126" y="48"/>
                  </a:lnTo>
                  <a:lnTo>
                    <a:pt x="126" y="48"/>
                  </a:lnTo>
                  <a:cubicBezTo>
                    <a:pt x="126" y="16"/>
                    <a:pt x="110" y="0"/>
                    <a:pt x="95"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8" name="Google Shape;1818;p38"/>
            <p:cNvSpPr/>
            <p:nvPr/>
          </p:nvSpPr>
          <p:spPr>
            <a:xfrm>
              <a:off x="3243650" y="1772702"/>
              <a:ext cx="4548" cy="2576"/>
            </a:xfrm>
            <a:custGeom>
              <a:avLst/>
              <a:gdLst/>
              <a:ahLst/>
              <a:cxnLst/>
              <a:rect l="l" t="t" r="r" b="b"/>
              <a:pathLst>
                <a:path w="143" h="81" extrusionOk="0">
                  <a:moveTo>
                    <a:pt x="32" y="1"/>
                  </a:moveTo>
                  <a:lnTo>
                    <a:pt x="32" y="1"/>
                  </a:lnTo>
                  <a:cubicBezTo>
                    <a:pt x="17" y="1"/>
                    <a:pt x="0" y="17"/>
                    <a:pt x="0" y="32"/>
                  </a:cubicBezTo>
                  <a:cubicBezTo>
                    <a:pt x="0" y="49"/>
                    <a:pt x="17" y="64"/>
                    <a:pt x="32" y="64"/>
                  </a:cubicBezTo>
                  <a:lnTo>
                    <a:pt x="95" y="80"/>
                  </a:lnTo>
                  <a:lnTo>
                    <a:pt x="95" y="80"/>
                  </a:lnTo>
                  <a:cubicBezTo>
                    <a:pt x="111" y="80"/>
                    <a:pt x="126" y="64"/>
                    <a:pt x="126" y="49"/>
                  </a:cubicBezTo>
                  <a:cubicBezTo>
                    <a:pt x="143" y="32"/>
                    <a:pt x="126" y="17"/>
                    <a:pt x="111" y="1"/>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9" name="Google Shape;1819;p38"/>
            <p:cNvSpPr/>
            <p:nvPr/>
          </p:nvSpPr>
          <p:spPr>
            <a:xfrm>
              <a:off x="3376940" y="1790258"/>
              <a:ext cx="5565" cy="6520"/>
            </a:xfrm>
            <a:custGeom>
              <a:avLst/>
              <a:gdLst/>
              <a:ahLst/>
              <a:cxnLst/>
              <a:rect l="l" t="t" r="r" b="b"/>
              <a:pathLst>
                <a:path w="175" h="205" extrusionOk="0">
                  <a:moveTo>
                    <a:pt x="63" y="1"/>
                  </a:moveTo>
                  <a:lnTo>
                    <a:pt x="63" y="1"/>
                  </a:lnTo>
                  <a:lnTo>
                    <a:pt x="63" y="1"/>
                  </a:lnTo>
                  <a:lnTo>
                    <a:pt x="48" y="1"/>
                  </a:lnTo>
                  <a:lnTo>
                    <a:pt x="32" y="16"/>
                  </a:lnTo>
                  <a:lnTo>
                    <a:pt x="32" y="16"/>
                  </a:lnTo>
                  <a:lnTo>
                    <a:pt x="0" y="127"/>
                  </a:lnTo>
                  <a:cubicBezTo>
                    <a:pt x="0" y="142"/>
                    <a:pt x="0" y="158"/>
                    <a:pt x="17" y="158"/>
                  </a:cubicBezTo>
                  <a:lnTo>
                    <a:pt x="80" y="190"/>
                  </a:lnTo>
                  <a:cubicBezTo>
                    <a:pt x="80" y="190"/>
                    <a:pt x="80" y="205"/>
                    <a:pt x="95" y="205"/>
                  </a:cubicBezTo>
                  <a:lnTo>
                    <a:pt x="111" y="190"/>
                  </a:lnTo>
                  <a:lnTo>
                    <a:pt x="158" y="158"/>
                  </a:lnTo>
                  <a:lnTo>
                    <a:pt x="158" y="158"/>
                  </a:lnTo>
                  <a:lnTo>
                    <a:pt x="158" y="142"/>
                  </a:lnTo>
                  <a:cubicBezTo>
                    <a:pt x="174" y="127"/>
                    <a:pt x="158" y="110"/>
                    <a:pt x="158" y="110"/>
                  </a:cubicBezTo>
                  <a:cubicBezTo>
                    <a:pt x="158" y="95"/>
                    <a:pt x="143" y="95"/>
                    <a:pt x="126" y="95"/>
                  </a:cubicBezTo>
                  <a:lnTo>
                    <a:pt x="126" y="95"/>
                  </a:lnTo>
                  <a:lnTo>
                    <a:pt x="126" y="95"/>
                  </a:lnTo>
                  <a:cubicBezTo>
                    <a:pt x="126" y="110"/>
                    <a:pt x="126" y="142"/>
                    <a:pt x="95" y="142"/>
                  </a:cubicBezTo>
                  <a:lnTo>
                    <a:pt x="80" y="142"/>
                  </a:lnTo>
                  <a:lnTo>
                    <a:pt x="80" y="142"/>
                  </a:lnTo>
                  <a:cubicBezTo>
                    <a:pt x="63" y="142"/>
                    <a:pt x="48" y="127"/>
                    <a:pt x="32" y="110"/>
                  </a:cubicBezTo>
                  <a:cubicBezTo>
                    <a:pt x="32" y="95"/>
                    <a:pt x="48" y="79"/>
                    <a:pt x="63" y="64"/>
                  </a:cubicBezTo>
                  <a:lnTo>
                    <a:pt x="95" y="64"/>
                  </a:lnTo>
                  <a:lnTo>
                    <a:pt x="95" y="32"/>
                  </a:lnTo>
                  <a:cubicBezTo>
                    <a:pt x="111"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0" name="Google Shape;1820;p38"/>
            <p:cNvSpPr/>
            <p:nvPr/>
          </p:nvSpPr>
          <p:spPr>
            <a:xfrm>
              <a:off x="3398980" y="1800785"/>
              <a:ext cx="4548" cy="2544"/>
            </a:xfrm>
            <a:custGeom>
              <a:avLst/>
              <a:gdLst/>
              <a:ahLst/>
              <a:cxnLst/>
              <a:rect l="l" t="t" r="r" b="b"/>
              <a:pathLst>
                <a:path w="143" h="80" extrusionOk="0">
                  <a:moveTo>
                    <a:pt x="111" y="0"/>
                  </a:moveTo>
                  <a:lnTo>
                    <a:pt x="95" y="0"/>
                  </a:lnTo>
                  <a:lnTo>
                    <a:pt x="48" y="0"/>
                  </a:lnTo>
                  <a:cubicBezTo>
                    <a:pt x="32" y="16"/>
                    <a:pt x="32" y="16"/>
                    <a:pt x="17" y="16"/>
                  </a:cubicBezTo>
                  <a:lnTo>
                    <a:pt x="17" y="16"/>
                  </a:lnTo>
                  <a:lnTo>
                    <a:pt x="17" y="16"/>
                  </a:lnTo>
                  <a:cubicBezTo>
                    <a:pt x="17" y="16"/>
                    <a:pt x="0" y="32"/>
                    <a:pt x="0" y="48"/>
                  </a:cubicBezTo>
                  <a:cubicBezTo>
                    <a:pt x="0" y="63"/>
                    <a:pt x="17" y="63"/>
                    <a:pt x="32" y="79"/>
                  </a:cubicBezTo>
                  <a:lnTo>
                    <a:pt x="48" y="79"/>
                  </a:lnTo>
                  <a:lnTo>
                    <a:pt x="48" y="79"/>
                  </a:lnTo>
                  <a:lnTo>
                    <a:pt x="111" y="63"/>
                  </a:lnTo>
                  <a:lnTo>
                    <a:pt x="111" y="63"/>
                  </a:lnTo>
                  <a:cubicBezTo>
                    <a:pt x="126" y="63"/>
                    <a:pt x="143" y="48"/>
                    <a:pt x="143" y="32"/>
                  </a:cubicBezTo>
                  <a:cubicBezTo>
                    <a:pt x="143" y="32"/>
                    <a:pt x="143" y="16"/>
                    <a:pt x="126" y="16"/>
                  </a:cubicBezTo>
                  <a:cubicBezTo>
                    <a:pt x="126" y="0"/>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1" name="Google Shape;1821;p38"/>
            <p:cNvSpPr/>
            <p:nvPr/>
          </p:nvSpPr>
          <p:spPr>
            <a:xfrm>
              <a:off x="3290275" y="1815796"/>
              <a:ext cx="3498" cy="2576"/>
            </a:xfrm>
            <a:custGeom>
              <a:avLst/>
              <a:gdLst/>
              <a:ahLst/>
              <a:cxnLst/>
              <a:rect l="l" t="t" r="r" b="b"/>
              <a:pathLst>
                <a:path w="110" h="81" extrusionOk="0">
                  <a:moveTo>
                    <a:pt x="110" y="1"/>
                  </a:moveTo>
                  <a:lnTo>
                    <a:pt x="78" y="17"/>
                  </a:lnTo>
                  <a:lnTo>
                    <a:pt x="78" y="17"/>
                  </a:lnTo>
                  <a:cubicBezTo>
                    <a:pt x="63" y="17"/>
                    <a:pt x="63" y="17"/>
                    <a:pt x="63" y="1"/>
                  </a:cubicBezTo>
                  <a:lnTo>
                    <a:pt x="47" y="17"/>
                  </a:lnTo>
                  <a:lnTo>
                    <a:pt x="0" y="32"/>
                  </a:lnTo>
                  <a:cubicBezTo>
                    <a:pt x="0" y="49"/>
                    <a:pt x="0" y="64"/>
                    <a:pt x="15" y="64"/>
                  </a:cubicBezTo>
                  <a:lnTo>
                    <a:pt x="32" y="80"/>
                  </a:lnTo>
                  <a:cubicBezTo>
                    <a:pt x="47" y="80"/>
                    <a:pt x="63" y="64"/>
                    <a:pt x="63" y="64"/>
                  </a:cubicBezTo>
                  <a:lnTo>
                    <a:pt x="78" y="49"/>
                  </a:lnTo>
                  <a:lnTo>
                    <a:pt x="95" y="17"/>
                  </a:lnTo>
                  <a:cubicBezTo>
                    <a:pt x="110" y="17"/>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2" name="Google Shape;1822;p38"/>
            <p:cNvSpPr/>
            <p:nvPr/>
          </p:nvSpPr>
          <p:spPr>
            <a:xfrm>
              <a:off x="3393955" y="1784247"/>
              <a:ext cx="3562" cy="6520"/>
            </a:xfrm>
            <a:custGeom>
              <a:avLst/>
              <a:gdLst/>
              <a:ahLst/>
              <a:cxnLst/>
              <a:rect l="l" t="t" r="r" b="b"/>
              <a:pathLst>
                <a:path w="112" h="205" extrusionOk="0">
                  <a:moveTo>
                    <a:pt x="80" y="1"/>
                  </a:moveTo>
                  <a:lnTo>
                    <a:pt x="64" y="1"/>
                  </a:lnTo>
                  <a:cubicBezTo>
                    <a:pt x="64" y="1"/>
                    <a:pt x="49" y="1"/>
                    <a:pt x="49" y="16"/>
                  </a:cubicBezTo>
                  <a:lnTo>
                    <a:pt x="49" y="16"/>
                  </a:lnTo>
                  <a:lnTo>
                    <a:pt x="1" y="158"/>
                  </a:lnTo>
                  <a:lnTo>
                    <a:pt x="1" y="173"/>
                  </a:lnTo>
                  <a:cubicBezTo>
                    <a:pt x="1" y="190"/>
                    <a:pt x="17" y="190"/>
                    <a:pt x="17" y="190"/>
                  </a:cubicBezTo>
                  <a:cubicBezTo>
                    <a:pt x="17" y="205"/>
                    <a:pt x="32" y="205"/>
                    <a:pt x="32" y="205"/>
                  </a:cubicBezTo>
                  <a:lnTo>
                    <a:pt x="49" y="205"/>
                  </a:lnTo>
                  <a:cubicBezTo>
                    <a:pt x="64" y="205"/>
                    <a:pt x="80" y="190"/>
                    <a:pt x="80" y="173"/>
                  </a:cubicBezTo>
                  <a:lnTo>
                    <a:pt x="80" y="173"/>
                  </a:lnTo>
                  <a:lnTo>
                    <a:pt x="95" y="95"/>
                  </a:lnTo>
                  <a:lnTo>
                    <a:pt x="112" y="32"/>
                  </a:lnTo>
                  <a:lnTo>
                    <a:pt x="112" y="32"/>
                  </a:lnTo>
                  <a:cubicBezTo>
                    <a:pt x="112" y="16"/>
                    <a:pt x="112" y="16"/>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3" name="Google Shape;1823;p38"/>
            <p:cNvSpPr/>
            <p:nvPr/>
          </p:nvSpPr>
          <p:spPr>
            <a:xfrm>
              <a:off x="3423023" y="1754669"/>
              <a:ext cx="6042" cy="1558"/>
            </a:xfrm>
            <a:custGeom>
              <a:avLst/>
              <a:gdLst/>
              <a:ahLst/>
              <a:cxnLst/>
              <a:rect l="l" t="t" r="r" b="b"/>
              <a:pathLst>
                <a:path w="190" h="49" extrusionOk="0">
                  <a:moveTo>
                    <a:pt x="95" y="17"/>
                  </a:moveTo>
                  <a:cubicBezTo>
                    <a:pt x="112" y="17"/>
                    <a:pt x="112" y="32"/>
                    <a:pt x="112" y="48"/>
                  </a:cubicBezTo>
                  <a:lnTo>
                    <a:pt x="112" y="48"/>
                  </a:lnTo>
                  <a:lnTo>
                    <a:pt x="175" y="32"/>
                  </a:lnTo>
                  <a:lnTo>
                    <a:pt x="190" y="32"/>
                  </a:lnTo>
                  <a:lnTo>
                    <a:pt x="190" y="17"/>
                  </a:lnTo>
                  <a:lnTo>
                    <a:pt x="190" y="17"/>
                  </a:lnTo>
                  <a:lnTo>
                    <a:pt x="95" y="17"/>
                  </a:lnTo>
                  <a:close/>
                  <a:moveTo>
                    <a:pt x="17" y="1"/>
                  </a:moveTo>
                  <a:cubicBezTo>
                    <a:pt x="1" y="1"/>
                    <a:pt x="1" y="17"/>
                    <a:pt x="1" y="17"/>
                  </a:cubicBezTo>
                  <a:lnTo>
                    <a:pt x="17" y="17"/>
                  </a:lnTo>
                  <a:lnTo>
                    <a:pt x="32" y="32"/>
                  </a:lnTo>
                  <a:cubicBezTo>
                    <a:pt x="49" y="32"/>
                    <a:pt x="49" y="48"/>
                    <a:pt x="49" y="48"/>
                  </a:cubicBezTo>
                  <a:lnTo>
                    <a:pt x="49" y="32"/>
                  </a:lnTo>
                  <a:cubicBezTo>
                    <a:pt x="49" y="17"/>
                    <a:pt x="64" y="17"/>
                    <a:pt x="64" y="1"/>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4" name="Google Shape;1824;p38"/>
            <p:cNvSpPr/>
            <p:nvPr/>
          </p:nvSpPr>
          <p:spPr>
            <a:xfrm>
              <a:off x="3162996" y="1812806"/>
              <a:ext cx="3498" cy="3021"/>
            </a:xfrm>
            <a:custGeom>
              <a:avLst/>
              <a:gdLst/>
              <a:ahLst/>
              <a:cxnLst/>
              <a:rect l="l" t="t" r="r" b="b"/>
              <a:pathLst>
                <a:path w="110" h="95" extrusionOk="0">
                  <a:moveTo>
                    <a:pt x="32" y="0"/>
                  </a:moveTo>
                  <a:lnTo>
                    <a:pt x="32" y="0"/>
                  </a:lnTo>
                  <a:lnTo>
                    <a:pt x="32" y="0"/>
                  </a:lnTo>
                  <a:lnTo>
                    <a:pt x="15" y="0"/>
                  </a:lnTo>
                  <a:cubicBezTo>
                    <a:pt x="15" y="17"/>
                    <a:pt x="0" y="17"/>
                    <a:pt x="0" y="32"/>
                  </a:cubicBezTo>
                  <a:lnTo>
                    <a:pt x="0" y="48"/>
                  </a:lnTo>
                  <a:lnTo>
                    <a:pt x="0" y="63"/>
                  </a:lnTo>
                  <a:lnTo>
                    <a:pt x="0" y="80"/>
                  </a:lnTo>
                  <a:cubicBezTo>
                    <a:pt x="15" y="80"/>
                    <a:pt x="15" y="80"/>
                    <a:pt x="32" y="95"/>
                  </a:cubicBezTo>
                  <a:lnTo>
                    <a:pt x="32" y="95"/>
                  </a:lnTo>
                  <a:lnTo>
                    <a:pt x="47" y="95"/>
                  </a:lnTo>
                  <a:cubicBezTo>
                    <a:pt x="63" y="95"/>
                    <a:pt x="78" y="95"/>
                    <a:pt x="95" y="80"/>
                  </a:cubicBezTo>
                  <a:lnTo>
                    <a:pt x="95" y="80"/>
                  </a:lnTo>
                  <a:cubicBezTo>
                    <a:pt x="110" y="80"/>
                    <a:pt x="110" y="48"/>
                    <a:pt x="110" y="32"/>
                  </a:cubicBezTo>
                  <a:cubicBezTo>
                    <a:pt x="110" y="17"/>
                    <a:pt x="95" y="17"/>
                    <a:pt x="78" y="17"/>
                  </a:cubicBezTo>
                  <a:lnTo>
                    <a:pt x="63" y="17"/>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5" name="Google Shape;1825;p38"/>
            <p:cNvSpPr/>
            <p:nvPr/>
          </p:nvSpPr>
          <p:spPr>
            <a:xfrm>
              <a:off x="3425568" y="1800276"/>
              <a:ext cx="5502" cy="3530"/>
            </a:xfrm>
            <a:custGeom>
              <a:avLst/>
              <a:gdLst/>
              <a:ahLst/>
              <a:cxnLst/>
              <a:rect l="l" t="t" r="r" b="b"/>
              <a:pathLst>
                <a:path w="173" h="111" extrusionOk="0">
                  <a:moveTo>
                    <a:pt x="47" y="1"/>
                  </a:moveTo>
                  <a:lnTo>
                    <a:pt x="32" y="1"/>
                  </a:lnTo>
                  <a:lnTo>
                    <a:pt x="32" y="1"/>
                  </a:lnTo>
                  <a:cubicBezTo>
                    <a:pt x="15" y="1"/>
                    <a:pt x="15" y="16"/>
                    <a:pt x="0" y="32"/>
                  </a:cubicBezTo>
                  <a:cubicBezTo>
                    <a:pt x="0" y="48"/>
                    <a:pt x="15" y="64"/>
                    <a:pt x="32" y="64"/>
                  </a:cubicBezTo>
                  <a:lnTo>
                    <a:pt x="32" y="79"/>
                  </a:lnTo>
                  <a:lnTo>
                    <a:pt x="47" y="79"/>
                  </a:lnTo>
                  <a:lnTo>
                    <a:pt x="47" y="79"/>
                  </a:lnTo>
                  <a:cubicBezTo>
                    <a:pt x="63" y="79"/>
                    <a:pt x="63" y="79"/>
                    <a:pt x="63" y="95"/>
                  </a:cubicBezTo>
                  <a:cubicBezTo>
                    <a:pt x="78" y="95"/>
                    <a:pt x="95" y="111"/>
                    <a:pt x="110" y="111"/>
                  </a:cubicBezTo>
                  <a:cubicBezTo>
                    <a:pt x="126" y="111"/>
                    <a:pt x="141" y="95"/>
                    <a:pt x="158" y="79"/>
                  </a:cubicBezTo>
                  <a:lnTo>
                    <a:pt x="173" y="79"/>
                  </a:lnTo>
                  <a:lnTo>
                    <a:pt x="173" y="32"/>
                  </a:lnTo>
                  <a:cubicBezTo>
                    <a:pt x="158" y="16"/>
                    <a:pt x="158" y="16"/>
                    <a:pt x="141" y="16"/>
                  </a:cubicBezTo>
                  <a:cubicBezTo>
                    <a:pt x="126" y="16"/>
                    <a:pt x="126" y="16"/>
                    <a:pt x="110" y="32"/>
                  </a:cubicBezTo>
                  <a:lnTo>
                    <a:pt x="110" y="32"/>
                  </a:lnTo>
                  <a:lnTo>
                    <a:pt x="95"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6" name="Google Shape;1826;p38"/>
            <p:cNvSpPr/>
            <p:nvPr/>
          </p:nvSpPr>
          <p:spPr>
            <a:xfrm>
              <a:off x="3386481" y="1785741"/>
              <a:ext cx="3498" cy="3562"/>
            </a:xfrm>
            <a:custGeom>
              <a:avLst/>
              <a:gdLst/>
              <a:ahLst/>
              <a:cxnLst/>
              <a:rect l="l" t="t" r="r" b="b"/>
              <a:pathLst>
                <a:path w="110" h="112" extrusionOk="0">
                  <a:moveTo>
                    <a:pt x="32" y="0"/>
                  </a:moveTo>
                  <a:lnTo>
                    <a:pt x="32" y="0"/>
                  </a:lnTo>
                  <a:lnTo>
                    <a:pt x="15" y="0"/>
                  </a:lnTo>
                  <a:lnTo>
                    <a:pt x="15" y="0"/>
                  </a:lnTo>
                  <a:cubicBezTo>
                    <a:pt x="0" y="17"/>
                    <a:pt x="0" y="32"/>
                    <a:pt x="0" y="48"/>
                  </a:cubicBezTo>
                  <a:lnTo>
                    <a:pt x="15" y="63"/>
                  </a:lnTo>
                  <a:lnTo>
                    <a:pt x="47" y="111"/>
                  </a:lnTo>
                  <a:lnTo>
                    <a:pt x="47" y="111"/>
                  </a:lnTo>
                  <a:cubicBezTo>
                    <a:pt x="63" y="95"/>
                    <a:pt x="78" y="95"/>
                    <a:pt x="95" y="95"/>
                  </a:cubicBezTo>
                  <a:lnTo>
                    <a:pt x="110" y="95"/>
                  </a:lnTo>
                  <a:lnTo>
                    <a:pt x="110" y="95"/>
                  </a:lnTo>
                  <a:lnTo>
                    <a:pt x="110" y="63"/>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7" name="Google Shape;1827;p38"/>
            <p:cNvSpPr/>
            <p:nvPr/>
          </p:nvSpPr>
          <p:spPr>
            <a:xfrm>
              <a:off x="3425027" y="1788254"/>
              <a:ext cx="4580" cy="6520"/>
            </a:xfrm>
            <a:custGeom>
              <a:avLst/>
              <a:gdLst/>
              <a:ahLst/>
              <a:cxnLst/>
              <a:rect l="l" t="t" r="r" b="b"/>
              <a:pathLst>
                <a:path w="144" h="205" extrusionOk="0">
                  <a:moveTo>
                    <a:pt x="64" y="1"/>
                  </a:moveTo>
                  <a:lnTo>
                    <a:pt x="64" y="1"/>
                  </a:lnTo>
                  <a:cubicBezTo>
                    <a:pt x="49" y="1"/>
                    <a:pt x="32" y="16"/>
                    <a:pt x="32" y="32"/>
                  </a:cubicBezTo>
                  <a:lnTo>
                    <a:pt x="32" y="47"/>
                  </a:lnTo>
                  <a:lnTo>
                    <a:pt x="1" y="79"/>
                  </a:lnTo>
                  <a:lnTo>
                    <a:pt x="49" y="95"/>
                  </a:lnTo>
                  <a:lnTo>
                    <a:pt x="64" y="110"/>
                  </a:lnTo>
                  <a:lnTo>
                    <a:pt x="112" y="205"/>
                  </a:lnTo>
                  <a:lnTo>
                    <a:pt x="112" y="205"/>
                  </a:lnTo>
                  <a:lnTo>
                    <a:pt x="127" y="205"/>
                  </a:lnTo>
                  <a:cubicBezTo>
                    <a:pt x="143" y="205"/>
                    <a:pt x="143" y="173"/>
                    <a:pt x="127" y="158"/>
                  </a:cubicBezTo>
                  <a:lnTo>
                    <a:pt x="127" y="142"/>
                  </a:lnTo>
                  <a:lnTo>
                    <a:pt x="80" y="95"/>
                  </a:lnTo>
                  <a:lnTo>
                    <a:pt x="80" y="95"/>
                  </a:lnTo>
                  <a:lnTo>
                    <a:pt x="95" y="64"/>
                  </a:lnTo>
                  <a:lnTo>
                    <a:pt x="95" y="47"/>
                  </a:lnTo>
                  <a:cubicBezTo>
                    <a:pt x="95" y="32"/>
                    <a:pt x="95" y="16"/>
                    <a:pt x="80" y="16"/>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8" name="Google Shape;1828;p38"/>
            <p:cNvSpPr/>
            <p:nvPr/>
          </p:nvSpPr>
          <p:spPr>
            <a:xfrm>
              <a:off x="3437049" y="1788254"/>
              <a:ext cx="2035" cy="2512"/>
            </a:xfrm>
            <a:custGeom>
              <a:avLst/>
              <a:gdLst/>
              <a:ahLst/>
              <a:cxnLst/>
              <a:rect l="l" t="t" r="r" b="b"/>
              <a:pathLst>
                <a:path w="64" h="79" extrusionOk="0">
                  <a:moveTo>
                    <a:pt x="1" y="1"/>
                  </a:moveTo>
                  <a:lnTo>
                    <a:pt x="1" y="32"/>
                  </a:lnTo>
                  <a:lnTo>
                    <a:pt x="1" y="47"/>
                  </a:lnTo>
                  <a:cubicBezTo>
                    <a:pt x="1" y="64"/>
                    <a:pt x="1" y="64"/>
                    <a:pt x="17" y="64"/>
                  </a:cubicBezTo>
                  <a:cubicBezTo>
                    <a:pt x="17" y="79"/>
                    <a:pt x="17" y="79"/>
                    <a:pt x="32" y="79"/>
                  </a:cubicBezTo>
                  <a:lnTo>
                    <a:pt x="32" y="79"/>
                  </a:lnTo>
                  <a:lnTo>
                    <a:pt x="49" y="64"/>
                  </a:lnTo>
                  <a:cubicBezTo>
                    <a:pt x="64" y="64"/>
                    <a:pt x="64" y="47"/>
                    <a:pt x="64" y="47"/>
                  </a:cubicBezTo>
                  <a:lnTo>
                    <a:pt x="64" y="32"/>
                  </a:lnTo>
                  <a:lnTo>
                    <a:pt x="64" y="32"/>
                  </a:lnTo>
                  <a:cubicBezTo>
                    <a:pt x="32" y="32"/>
                    <a:pt x="17" y="16"/>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9" name="Google Shape;1829;p38"/>
            <p:cNvSpPr/>
            <p:nvPr/>
          </p:nvSpPr>
          <p:spPr>
            <a:xfrm>
              <a:off x="3076808" y="1807304"/>
              <a:ext cx="3498" cy="2512"/>
            </a:xfrm>
            <a:custGeom>
              <a:avLst/>
              <a:gdLst/>
              <a:ahLst/>
              <a:cxnLst/>
              <a:rect l="l" t="t" r="r" b="b"/>
              <a:pathLst>
                <a:path w="110" h="79" extrusionOk="0">
                  <a:moveTo>
                    <a:pt x="95" y="0"/>
                  </a:moveTo>
                  <a:lnTo>
                    <a:pt x="78" y="0"/>
                  </a:lnTo>
                  <a:lnTo>
                    <a:pt x="78" y="0"/>
                  </a:lnTo>
                  <a:lnTo>
                    <a:pt x="32" y="16"/>
                  </a:lnTo>
                  <a:cubicBezTo>
                    <a:pt x="15" y="16"/>
                    <a:pt x="0" y="32"/>
                    <a:pt x="0" y="47"/>
                  </a:cubicBezTo>
                  <a:cubicBezTo>
                    <a:pt x="0" y="63"/>
                    <a:pt x="15" y="79"/>
                    <a:pt x="32" y="79"/>
                  </a:cubicBezTo>
                  <a:lnTo>
                    <a:pt x="47" y="79"/>
                  </a:lnTo>
                  <a:lnTo>
                    <a:pt x="63" y="63"/>
                  </a:lnTo>
                  <a:lnTo>
                    <a:pt x="63" y="47"/>
                  </a:lnTo>
                  <a:cubicBezTo>
                    <a:pt x="63" y="32"/>
                    <a:pt x="63" y="32"/>
                    <a:pt x="78" y="16"/>
                  </a:cubicBezTo>
                  <a:lnTo>
                    <a:pt x="95" y="16"/>
                  </a:lnTo>
                  <a:cubicBezTo>
                    <a:pt x="95" y="0"/>
                    <a:pt x="95"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0" name="Google Shape;1830;p38"/>
            <p:cNvSpPr/>
            <p:nvPr/>
          </p:nvSpPr>
          <p:spPr>
            <a:xfrm>
              <a:off x="3426045" y="1777250"/>
              <a:ext cx="2544" cy="3498"/>
            </a:xfrm>
            <a:custGeom>
              <a:avLst/>
              <a:gdLst/>
              <a:ahLst/>
              <a:cxnLst/>
              <a:rect l="l" t="t" r="r" b="b"/>
              <a:pathLst>
                <a:path w="80" h="110" extrusionOk="0">
                  <a:moveTo>
                    <a:pt x="32" y="0"/>
                  </a:moveTo>
                  <a:lnTo>
                    <a:pt x="32" y="0"/>
                  </a:lnTo>
                  <a:cubicBezTo>
                    <a:pt x="17" y="0"/>
                    <a:pt x="0" y="15"/>
                    <a:pt x="0" y="32"/>
                  </a:cubicBezTo>
                  <a:lnTo>
                    <a:pt x="0" y="78"/>
                  </a:lnTo>
                  <a:cubicBezTo>
                    <a:pt x="0" y="95"/>
                    <a:pt x="17" y="110"/>
                    <a:pt x="32" y="110"/>
                  </a:cubicBezTo>
                  <a:lnTo>
                    <a:pt x="48" y="110"/>
                  </a:lnTo>
                  <a:cubicBezTo>
                    <a:pt x="63" y="110"/>
                    <a:pt x="80" y="95"/>
                    <a:pt x="80" y="63"/>
                  </a:cubicBezTo>
                  <a:lnTo>
                    <a:pt x="63" y="15"/>
                  </a:lnTo>
                  <a:cubicBezTo>
                    <a:pt x="63"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1" name="Google Shape;1831;p38"/>
            <p:cNvSpPr/>
            <p:nvPr/>
          </p:nvSpPr>
          <p:spPr>
            <a:xfrm>
              <a:off x="3400506" y="1791752"/>
              <a:ext cx="5502" cy="4548"/>
            </a:xfrm>
            <a:custGeom>
              <a:avLst/>
              <a:gdLst/>
              <a:ahLst/>
              <a:cxnLst/>
              <a:rect l="l" t="t" r="r" b="b"/>
              <a:pathLst>
                <a:path w="173" h="143" extrusionOk="0">
                  <a:moveTo>
                    <a:pt x="126" y="0"/>
                  </a:moveTo>
                  <a:lnTo>
                    <a:pt x="126" y="0"/>
                  </a:lnTo>
                  <a:lnTo>
                    <a:pt x="110" y="0"/>
                  </a:lnTo>
                  <a:lnTo>
                    <a:pt x="110" y="0"/>
                  </a:lnTo>
                  <a:lnTo>
                    <a:pt x="78" y="17"/>
                  </a:lnTo>
                  <a:lnTo>
                    <a:pt x="32" y="80"/>
                  </a:lnTo>
                  <a:lnTo>
                    <a:pt x="15" y="80"/>
                  </a:lnTo>
                  <a:cubicBezTo>
                    <a:pt x="0" y="95"/>
                    <a:pt x="0" y="111"/>
                    <a:pt x="15" y="126"/>
                  </a:cubicBezTo>
                  <a:cubicBezTo>
                    <a:pt x="15" y="143"/>
                    <a:pt x="32" y="143"/>
                    <a:pt x="47" y="143"/>
                  </a:cubicBezTo>
                  <a:cubicBezTo>
                    <a:pt x="47" y="143"/>
                    <a:pt x="63" y="143"/>
                    <a:pt x="63" y="126"/>
                  </a:cubicBezTo>
                  <a:lnTo>
                    <a:pt x="95" y="111"/>
                  </a:lnTo>
                  <a:lnTo>
                    <a:pt x="110" y="95"/>
                  </a:lnTo>
                  <a:lnTo>
                    <a:pt x="158" y="48"/>
                  </a:lnTo>
                  <a:cubicBezTo>
                    <a:pt x="158" y="48"/>
                    <a:pt x="173" y="17"/>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2" name="Google Shape;1832;p38"/>
            <p:cNvSpPr/>
            <p:nvPr/>
          </p:nvSpPr>
          <p:spPr>
            <a:xfrm>
              <a:off x="3399966" y="1773720"/>
              <a:ext cx="4580" cy="3021"/>
            </a:xfrm>
            <a:custGeom>
              <a:avLst/>
              <a:gdLst/>
              <a:ahLst/>
              <a:cxnLst/>
              <a:rect l="l" t="t" r="r" b="b"/>
              <a:pathLst>
                <a:path w="144" h="95" extrusionOk="0">
                  <a:moveTo>
                    <a:pt x="32" y="0"/>
                  </a:moveTo>
                  <a:lnTo>
                    <a:pt x="32" y="0"/>
                  </a:lnTo>
                  <a:cubicBezTo>
                    <a:pt x="17" y="0"/>
                    <a:pt x="17" y="0"/>
                    <a:pt x="1" y="17"/>
                  </a:cubicBezTo>
                  <a:lnTo>
                    <a:pt x="1" y="32"/>
                  </a:lnTo>
                  <a:lnTo>
                    <a:pt x="1" y="48"/>
                  </a:lnTo>
                  <a:cubicBezTo>
                    <a:pt x="17" y="48"/>
                    <a:pt x="17" y="63"/>
                    <a:pt x="17" y="63"/>
                  </a:cubicBezTo>
                  <a:lnTo>
                    <a:pt x="80" y="80"/>
                  </a:lnTo>
                  <a:lnTo>
                    <a:pt x="95" y="95"/>
                  </a:lnTo>
                  <a:cubicBezTo>
                    <a:pt x="112" y="95"/>
                    <a:pt x="127" y="80"/>
                    <a:pt x="127" y="63"/>
                  </a:cubicBezTo>
                  <a:cubicBezTo>
                    <a:pt x="143" y="48"/>
                    <a:pt x="127" y="32"/>
                    <a:pt x="112"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3" name="Google Shape;1833;p38"/>
            <p:cNvSpPr/>
            <p:nvPr/>
          </p:nvSpPr>
          <p:spPr>
            <a:xfrm>
              <a:off x="3344850" y="1786250"/>
              <a:ext cx="4039" cy="2512"/>
            </a:xfrm>
            <a:custGeom>
              <a:avLst/>
              <a:gdLst/>
              <a:ahLst/>
              <a:cxnLst/>
              <a:rect l="l" t="t" r="r" b="b"/>
              <a:pathLst>
                <a:path w="127" h="79" extrusionOk="0">
                  <a:moveTo>
                    <a:pt x="32" y="1"/>
                  </a:moveTo>
                  <a:lnTo>
                    <a:pt x="32" y="1"/>
                  </a:lnTo>
                  <a:cubicBezTo>
                    <a:pt x="17" y="1"/>
                    <a:pt x="1" y="16"/>
                    <a:pt x="1" y="32"/>
                  </a:cubicBezTo>
                  <a:cubicBezTo>
                    <a:pt x="1" y="47"/>
                    <a:pt x="17" y="64"/>
                    <a:pt x="32" y="64"/>
                  </a:cubicBezTo>
                  <a:lnTo>
                    <a:pt x="64" y="79"/>
                  </a:lnTo>
                  <a:lnTo>
                    <a:pt x="95" y="79"/>
                  </a:lnTo>
                  <a:lnTo>
                    <a:pt x="95" y="79"/>
                  </a:lnTo>
                  <a:cubicBezTo>
                    <a:pt x="112" y="79"/>
                    <a:pt x="127" y="64"/>
                    <a:pt x="127" y="47"/>
                  </a:cubicBezTo>
                  <a:lnTo>
                    <a:pt x="127" y="47"/>
                  </a:lnTo>
                  <a:cubicBezTo>
                    <a:pt x="127" y="47"/>
                    <a:pt x="112" y="47"/>
                    <a:pt x="112" y="32"/>
                  </a:cubicBezTo>
                  <a:lnTo>
                    <a:pt x="95" y="32"/>
                  </a:lnTo>
                  <a:lnTo>
                    <a:pt x="80" y="16"/>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4" name="Google Shape;1834;p38"/>
            <p:cNvSpPr/>
            <p:nvPr/>
          </p:nvSpPr>
          <p:spPr>
            <a:xfrm>
              <a:off x="3079289" y="1804792"/>
              <a:ext cx="4548" cy="4548"/>
            </a:xfrm>
            <a:custGeom>
              <a:avLst/>
              <a:gdLst/>
              <a:ahLst/>
              <a:cxnLst/>
              <a:rect l="l" t="t" r="r" b="b"/>
              <a:pathLst>
                <a:path w="143" h="143" extrusionOk="0">
                  <a:moveTo>
                    <a:pt x="48" y="0"/>
                  </a:moveTo>
                  <a:lnTo>
                    <a:pt x="32" y="0"/>
                  </a:lnTo>
                  <a:lnTo>
                    <a:pt x="17" y="16"/>
                  </a:lnTo>
                  <a:cubicBezTo>
                    <a:pt x="0" y="16"/>
                    <a:pt x="0" y="48"/>
                    <a:pt x="17" y="63"/>
                  </a:cubicBezTo>
                  <a:lnTo>
                    <a:pt x="32" y="79"/>
                  </a:lnTo>
                  <a:lnTo>
                    <a:pt x="32" y="79"/>
                  </a:lnTo>
                  <a:cubicBezTo>
                    <a:pt x="48" y="79"/>
                    <a:pt x="48" y="79"/>
                    <a:pt x="63" y="95"/>
                  </a:cubicBezTo>
                  <a:lnTo>
                    <a:pt x="63" y="126"/>
                  </a:lnTo>
                  <a:lnTo>
                    <a:pt x="63" y="126"/>
                  </a:lnTo>
                  <a:lnTo>
                    <a:pt x="63" y="126"/>
                  </a:lnTo>
                  <a:lnTo>
                    <a:pt x="80" y="126"/>
                  </a:lnTo>
                  <a:lnTo>
                    <a:pt x="80" y="126"/>
                  </a:lnTo>
                  <a:cubicBezTo>
                    <a:pt x="95" y="126"/>
                    <a:pt x="111" y="126"/>
                    <a:pt x="111" y="142"/>
                  </a:cubicBezTo>
                  <a:lnTo>
                    <a:pt x="111" y="142"/>
                  </a:lnTo>
                  <a:cubicBezTo>
                    <a:pt x="126" y="126"/>
                    <a:pt x="143" y="95"/>
                    <a:pt x="126" y="79"/>
                  </a:cubicBezTo>
                  <a:lnTo>
                    <a:pt x="111" y="63"/>
                  </a:lnTo>
                  <a:lnTo>
                    <a:pt x="63" y="16"/>
                  </a:ln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5" name="Google Shape;1835;p38"/>
            <p:cNvSpPr/>
            <p:nvPr/>
          </p:nvSpPr>
          <p:spPr>
            <a:xfrm>
              <a:off x="3371915" y="1775723"/>
              <a:ext cx="3562" cy="4039"/>
            </a:xfrm>
            <a:custGeom>
              <a:avLst/>
              <a:gdLst/>
              <a:ahLst/>
              <a:cxnLst/>
              <a:rect l="l" t="t" r="r" b="b"/>
              <a:pathLst>
                <a:path w="112" h="127" extrusionOk="0">
                  <a:moveTo>
                    <a:pt x="80" y="0"/>
                  </a:moveTo>
                  <a:lnTo>
                    <a:pt x="80" y="0"/>
                  </a:lnTo>
                  <a:lnTo>
                    <a:pt x="80" y="0"/>
                  </a:lnTo>
                  <a:cubicBezTo>
                    <a:pt x="48" y="0"/>
                    <a:pt x="17" y="17"/>
                    <a:pt x="1" y="32"/>
                  </a:cubicBezTo>
                  <a:lnTo>
                    <a:pt x="1" y="111"/>
                  </a:lnTo>
                  <a:cubicBezTo>
                    <a:pt x="1" y="126"/>
                    <a:pt x="17" y="126"/>
                    <a:pt x="32" y="126"/>
                  </a:cubicBezTo>
                  <a:lnTo>
                    <a:pt x="48" y="126"/>
                  </a:lnTo>
                  <a:cubicBezTo>
                    <a:pt x="64" y="126"/>
                    <a:pt x="64" y="111"/>
                    <a:pt x="64" y="95"/>
                  </a:cubicBezTo>
                  <a:lnTo>
                    <a:pt x="64" y="80"/>
                  </a:lnTo>
                  <a:lnTo>
                    <a:pt x="64" y="80"/>
                  </a:lnTo>
                  <a:lnTo>
                    <a:pt x="80" y="63"/>
                  </a:lnTo>
                  <a:cubicBezTo>
                    <a:pt x="95" y="63"/>
                    <a:pt x="112" y="63"/>
                    <a:pt x="112" y="48"/>
                  </a:cubicBezTo>
                  <a:lnTo>
                    <a:pt x="112" y="32"/>
                  </a:lnTo>
                  <a:cubicBezTo>
                    <a:pt x="112"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6" name="Google Shape;1836;p38"/>
            <p:cNvSpPr/>
            <p:nvPr/>
          </p:nvSpPr>
          <p:spPr>
            <a:xfrm>
              <a:off x="3178008" y="1818340"/>
              <a:ext cx="4516" cy="4039"/>
            </a:xfrm>
            <a:custGeom>
              <a:avLst/>
              <a:gdLst/>
              <a:ahLst/>
              <a:cxnLst/>
              <a:rect l="l" t="t" r="r" b="b"/>
              <a:pathLst>
                <a:path w="142" h="127" extrusionOk="0">
                  <a:moveTo>
                    <a:pt x="95" y="0"/>
                  </a:moveTo>
                  <a:lnTo>
                    <a:pt x="95" y="0"/>
                  </a:lnTo>
                  <a:lnTo>
                    <a:pt x="95" y="0"/>
                  </a:lnTo>
                  <a:lnTo>
                    <a:pt x="95" y="0"/>
                  </a:lnTo>
                  <a:lnTo>
                    <a:pt x="32" y="15"/>
                  </a:lnTo>
                  <a:lnTo>
                    <a:pt x="1" y="63"/>
                  </a:lnTo>
                  <a:lnTo>
                    <a:pt x="1" y="63"/>
                  </a:lnTo>
                  <a:lnTo>
                    <a:pt x="32" y="110"/>
                  </a:lnTo>
                  <a:cubicBezTo>
                    <a:pt x="32" y="110"/>
                    <a:pt x="47" y="126"/>
                    <a:pt x="64" y="126"/>
                  </a:cubicBezTo>
                  <a:cubicBezTo>
                    <a:pt x="64" y="126"/>
                    <a:pt x="64" y="110"/>
                    <a:pt x="79" y="110"/>
                  </a:cubicBezTo>
                  <a:lnTo>
                    <a:pt x="79" y="110"/>
                  </a:lnTo>
                  <a:cubicBezTo>
                    <a:pt x="95" y="95"/>
                    <a:pt x="95" y="78"/>
                    <a:pt x="79" y="63"/>
                  </a:cubicBezTo>
                  <a:lnTo>
                    <a:pt x="110" y="63"/>
                  </a:lnTo>
                  <a:cubicBezTo>
                    <a:pt x="127" y="47"/>
                    <a:pt x="142" y="32"/>
                    <a:pt x="127" y="15"/>
                  </a:cubicBezTo>
                  <a:cubicBezTo>
                    <a:pt x="127"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7" name="Google Shape;1837;p38"/>
            <p:cNvSpPr/>
            <p:nvPr/>
          </p:nvSpPr>
          <p:spPr>
            <a:xfrm>
              <a:off x="3412528" y="1793279"/>
              <a:ext cx="3530" cy="2512"/>
            </a:xfrm>
            <a:custGeom>
              <a:avLst/>
              <a:gdLst/>
              <a:ahLst/>
              <a:cxnLst/>
              <a:rect l="l" t="t" r="r" b="b"/>
              <a:pathLst>
                <a:path w="111" h="79" extrusionOk="0">
                  <a:moveTo>
                    <a:pt x="79" y="0"/>
                  </a:moveTo>
                  <a:lnTo>
                    <a:pt x="79" y="0"/>
                  </a:lnTo>
                  <a:lnTo>
                    <a:pt x="32" y="15"/>
                  </a:lnTo>
                  <a:cubicBezTo>
                    <a:pt x="16" y="15"/>
                    <a:pt x="0" y="15"/>
                    <a:pt x="0" y="32"/>
                  </a:cubicBezTo>
                  <a:lnTo>
                    <a:pt x="0" y="47"/>
                  </a:lnTo>
                  <a:lnTo>
                    <a:pt x="16" y="47"/>
                  </a:lnTo>
                  <a:lnTo>
                    <a:pt x="16" y="32"/>
                  </a:lnTo>
                  <a:lnTo>
                    <a:pt x="32" y="32"/>
                  </a:lnTo>
                  <a:lnTo>
                    <a:pt x="47" y="47"/>
                  </a:lnTo>
                  <a:cubicBezTo>
                    <a:pt x="63" y="63"/>
                    <a:pt x="63" y="63"/>
                    <a:pt x="63" y="78"/>
                  </a:cubicBezTo>
                  <a:lnTo>
                    <a:pt x="79" y="78"/>
                  </a:lnTo>
                  <a:cubicBezTo>
                    <a:pt x="95" y="78"/>
                    <a:pt x="95" y="63"/>
                    <a:pt x="95" y="63"/>
                  </a:cubicBezTo>
                  <a:cubicBezTo>
                    <a:pt x="110" y="63"/>
                    <a:pt x="110" y="47"/>
                    <a:pt x="110" y="32"/>
                  </a:cubicBezTo>
                  <a:lnTo>
                    <a:pt x="95" y="15"/>
                  </a:lnTo>
                  <a:cubicBezTo>
                    <a:pt x="79" y="15"/>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8" name="Google Shape;1838;p38"/>
            <p:cNvSpPr/>
            <p:nvPr/>
          </p:nvSpPr>
          <p:spPr>
            <a:xfrm>
              <a:off x="3154441" y="1813315"/>
              <a:ext cx="4039" cy="3530"/>
            </a:xfrm>
            <a:custGeom>
              <a:avLst/>
              <a:gdLst/>
              <a:ahLst/>
              <a:cxnLst/>
              <a:rect l="l" t="t" r="r" b="b"/>
              <a:pathLst>
                <a:path w="127" h="111" extrusionOk="0">
                  <a:moveTo>
                    <a:pt x="64" y="47"/>
                  </a:moveTo>
                  <a:lnTo>
                    <a:pt x="64" y="47"/>
                  </a:lnTo>
                  <a:lnTo>
                    <a:pt x="64" y="47"/>
                  </a:lnTo>
                  <a:close/>
                  <a:moveTo>
                    <a:pt x="32" y="1"/>
                  </a:moveTo>
                  <a:cubicBezTo>
                    <a:pt x="17" y="1"/>
                    <a:pt x="17" y="16"/>
                    <a:pt x="1" y="32"/>
                  </a:cubicBezTo>
                  <a:cubicBezTo>
                    <a:pt x="1" y="47"/>
                    <a:pt x="17" y="79"/>
                    <a:pt x="17" y="95"/>
                  </a:cubicBezTo>
                  <a:cubicBezTo>
                    <a:pt x="17" y="95"/>
                    <a:pt x="32" y="110"/>
                    <a:pt x="49" y="110"/>
                  </a:cubicBezTo>
                  <a:lnTo>
                    <a:pt x="49" y="110"/>
                  </a:lnTo>
                  <a:cubicBezTo>
                    <a:pt x="49" y="110"/>
                    <a:pt x="64" y="110"/>
                    <a:pt x="64" y="95"/>
                  </a:cubicBezTo>
                  <a:lnTo>
                    <a:pt x="64" y="95"/>
                  </a:lnTo>
                  <a:cubicBezTo>
                    <a:pt x="80" y="95"/>
                    <a:pt x="80" y="64"/>
                    <a:pt x="80" y="47"/>
                  </a:cubicBezTo>
                  <a:lnTo>
                    <a:pt x="80" y="47"/>
                  </a:lnTo>
                  <a:lnTo>
                    <a:pt x="80" y="47"/>
                  </a:lnTo>
                  <a:lnTo>
                    <a:pt x="95" y="47"/>
                  </a:lnTo>
                  <a:lnTo>
                    <a:pt x="95" y="47"/>
                  </a:lnTo>
                  <a:cubicBezTo>
                    <a:pt x="95" y="32"/>
                    <a:pt x="112" y="16"/>
                    <a:pt x="112" y="16"/>
                  </a:cubicBezTo>
                  <a:lnTo>
                    <a:pt x="127" y="16"/>
                  </a:lnTo>
                  <a:lnTo>
                    <a:pt x="127"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9" name="Google Shape;1839;p38"/>
            <p:cNvSpPr/>
            <p:nvPr/>
          </p:nvSpPr>
          <p:spPr>
            <a:xfrm>
              <a:off x="3156445" y="1814810"/>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0" name="Google Shape;1840;p38"/>
            <p:cNvSpPr/>
            <p:nvPr/>
          </p:nvSpPr>
          <p:spPr>
            <a:xfrm>
              <a:off x="3387467" y="1788731"/>
              <a:ext cx="4516" cy="4039"/>
            </a:xfrm>
            <a:custGeom>
              <a:avLst/>
              <a:gdLst/>
              <a:ahLst/>
              <a:cxnLst/>
              <a:rect l="l" t="t" r="r" b="b"/>
              <a:pathLst>
                <a:path w="142" h="127" extrusionOk="0">
                  <a:moveTo>
                    <a:pt x="79" y="1"/>
                  </a:moveTo>
                  <a:lnTo>
                    <a:pt x="64" y="1"/>
                  </a:lnTo>
                  <a:cubicBezTo>
                    <a:pt x="47" y="1"/>
                    <a:pt x="32" y="1"/>
                    <a:pt x="16" y="17"/>
                  </a:cubicBezTo>
                  <a:lnTo>
                    <a:pt x="16" y="17"/>
                  </a:lnTo>
                  <a:lnTo>
                    <a:pt x="16" y="17"/>
                  </a:lnTo>
                  <a:cubicBezTo>
                    <a:pt x="1" y="32"/>
                    <a:pt x="1" y="64"/>
                    <a:pt x="16" y="95"/>
                  </a:cubicBezTo>
                  <a:lnTo>
                    <a:pt x="16" y="95"/>
                  </a:lnTo>
                  <a:cubicBezTo>
                    <a:pt x="16" y="112"/>
                    <a:pt x="32" y="127"/>
                    <a:pt x="47" y="127"/>
                  </a:cubicBezTo>
                  <a:lnTo>
                    <a:pt x="64" y="127"/>
                  </a:lnTo>
                  <a:cubicBezTo>
                    <a:pt x="79" y="112"/>
                    <a:pt x="79" y="112"/>
                    <a:pt x="79" y="95"/>
                  </a:cubicBezTo>
                  <a:lnTo>
                    <a:pt x="79" y="80"/>
                  </a:lnTo>
                  <a:lnTo>
                    <a:pt x="79" y="64"/>
                  </a:lnTo>
                  <a:lnTo>
                    <a:pt x="95" y="64"/>
                  </a:lnTo>
                  <a:lnTo>
                    <a:pt x="95" y="64"/>
                  </a:lnTo>
                  <a:cubicBezTo>
                    <a:pt x="110" y="64"/>
                    <a:pt x="127" y="49"/>
                    <a:pt x="127" y="32"/>
                  </a:cubicBezTo>
                  <a:cubicBezTo>
                    <a:pt x="142" y="17"/>
                    <a:pt x="127" y="1"/>
                    <a:pt x="95" y="1"/>
                  </a:cubicBez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1" name="Google Shape;1841;p38"/>
            <p:cNvSpPr/>
            <p:nvPr/>
          </p:nvSpPr>
          <p:spPr>
            <a:xfrm>
              <a:off x="3080816" y="1814333"/>
              <a:ext cx="2512" cy="3498"/>
            </a:xfrm>
            <a:custGeom>
              <a:avLst/>
              <a:gdLst/>
              <a:ahLst/>
              <a:cxnLst/>
              <a:rect l="l" t="t" r="r" b="b"/>
              <a:pathLst>
                <a:path w="79" h="110" extrusionOk="0">
                  <a:moveTo>
                    <a:pt x="32" y="0"/>
                  </a:moveTo>
                  <a:lnTo>
                    <a:pt x="15" y="0"/>
                  </a:lnTo>
                  <a:lnTo>
                    <a:pt x="15" y="0"/>
                  </a:lnTo>
                  <a:lnTo>
                    <a:pt x="15" y="0"/>
                  </a:lnTo>
                  <a:lnTo>
                    <a:pt x="0" y="0"/>
                  </a:lnTo>
                  <a:lnTo>
                    <a:pt x="15" y="32"/>
                  </a:lnTo>
                  <a:cubicBezTo>
                    <a:pt x="32" y="47"/>
                    <a:pt x="32" y="63"/>
                    <a:pt x="15" y="78"/>
                  </a:cubicBezTo>
                  <a:lnTo>
                    <a:pt x="15" y="78"/>
                  </a:lnTo>
                  <a:lnTo>
                    <a:pt x="15" y="78"/>
                  </a:lnTo>
                  <a:cubicBezTo>
                    <a:pt x="15" y="95"/>
                    <a:pt x="32" y="110"/>
                    <a:pt x="47" y="110"/>
                  </a:cubicBezTo>
                  <a:lnTo>
                    <a:pt x="63" y="95"/>
                  </a:lnTo>
                  <a:cubicBezTo>
                    <a:pt x="78" y="95"/>
                    <a:pt x="78" y="78"/>
                    <a:pt x="78" y="63"/>
                  </a:cubicBezTo>
                  <a:lnTo>
                    <a:pt x="63" y="32"/>
                  </a:lnTo>
                  <a:lnTo>
                    <a:pt x="63" y="15"/>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2" name="Google Shape;1842;p38"/>
            <p:cNvSpPr/>
            <p:nvPr/>
          </p:nvSpPr>
          <p:spPr>
            <a:xfrm>
              <a:off x="3357889" y="1809785"/>
              <a:ext cx="4039" cy="5565"/>
            </a:xfrm>
            <a:custGeom>
              <a:avLst/>
              <a:gdLst/>
              <a:ahLst/>
              <a:cxnLst/>
              <a:rect l="l" t="t" r="r" b="b"/>
              <a:pathLst>
                <a:path w="127" h="175" extrusionOk="0">
                  <a:moveTo>
                    <a:pt x="63" y="1"/>
                  </a:moveTo>
                  <a:lnTo>
                    <a:pt x="63" y="1"/>
                  </a:lnTo>
                  <a:lnTo>
                    <a:pt x="48" y="1"/>
                  </a:lnTo>
                  <a:cubicBezTo>
                    <a:pt x="48" y="17"/>
                    <a:pt x="32" y="17"/>
                    <a:pt x="32" y="32"/>
                  </a:cubicBezTo>
                  <a:lnTo>
                    <a:pt x="0" y="127"/>
                  </a:lnTo>
                  <a:lnTo>
                    <a:pt x="0" y="143"/>
                  </a:lnTo>
                  <a:cubicBezTo>
                    <a:pt x="0" y="158"/>
                    <a:pt x="17" y="175"/>
                    <a:pt x="32" y="175"/>
                  </a:cubicBezTo>
                  <a:lnTo>
                    <a:pt x="32" y="175"/>
                  </a:lnTo>
                  <a:cubicBezTo>
                    <a:pt x="48" y="175"/>
                    <a:pt x="63" y="175"/>
                    <a:pt x="63" y="158"/>
                  </a:cubicBezTo>
                  <a:lnTo>
                    <a:pt x="63" y="158"/>
                  </a:lnTo>
                  <a:lnTo>
                    <a:pt x="80" y="127"/>
                  </a:lnTo>
                  <a:cubicBezTo>
                    <a:pt x="95" y="112"/>
                    <a:pt x="95" y="112"/>
                    <a:pt x="95" y="95"/>
                  </a:cubicBezTo>
                  <a:lnTo>
                    <a:pt x="126" y="64"/>
                  </a:lnTo>
                  <a:lnTo>
                    <a:pt x="126" y="32"/>
                  </a:lnTo>
                  <a:cubicBezTo>
                    <a:pt x="126" y="17"/>
                    <a:pt x="111" y="17"/>
                    <a:pt x="111"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3" name="Google Shape;1843;p38"/>
            <p:cNvSpPr/>
            <p:nvPr/>
          </p:nvSpPr>
          <p:spPr>
            <a:xfrm>
              <a:off x="3326817" y="1778713"/>
              <a:ext cx="3562" cy="4039"/>
            </a:xfrm>
            <a:custGeom>
              <a:avLst/>
              <a:gdLst/>
              <a:ahLst/>
              <a:cxnLst/>
              <a:rect l="l" t="t" r="r" b="b"/>
              <a:pathLst>
                <a:path w="112" h="127" extrusionOk="0">
                  <a:moveTo>
                    <a:pt x="64" y="49"/>
                  </a:moveTo>
                  <a:lnTo>
                    <a:pt x="64" y="49"/>
                  </a:lnTo>
                  <a:lnTo>
                    <a:pt x="64" y="49"/>
                  </a:lnTo>
                  <a:close/>
                  <a:moveTo>
                    <a:pt x="64" y="1"/>
                  </a:moveTo>
                  <a:lnTo>
                    <a:pt x="32" y="1"/>
                  </a:lnTo>
                  <a:lnTo>
                    <a:pt x="1" y="32"/>
                  </a:lnTo>
                  <a:lnTo>
                    <a:pt x="1" y="80"/>
                  </a:lnTo>
                  <a:cubicBezTo>
                    <a:pt x="1" y="95"/>
                    <a:pt x="17" y="112"/>
                    <a:pt x="32" y="127"/>
                  </a:cubicBezTo>
                  <a:lnTo>
                    <a:pt x="64" y="127"/>
                  </a:lnTo>
                  <a:lnTo>
                    <a:pt x="80" y="127"/>
                  </a:lnTo>
                  <a:cubicBezTo>
                    <a:pt x="95" y="112"/>
                    <a:pt x="95" y="95"/>
                    <a:pt x="80" y="80"/>
                  </a:cubicBezTo>
                  <a:lnTo>
                    <a:pt x="80" y="64"/>
                  </a:lnTo>
                  <a:lnTo>
                    <a:pt x="80" y="64"/>
                  </a:lnTo>
                  <a:lnTo>
                    <a:pt x="80" y="64"/>
                  </a:lnTo>
                  <a:cubicBezTo>
                    <a:pt x="95" y="64"/>
                    <a:pt x="112" y="49"/>
                    <a:pt x="112" y="17"/>
                  </a:cubicBezTo>
                  <a:lnTo>
                    <a:pt x="112"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4" name="Google Shape;1844;p38"/>
            <p:cNvSpPr/>
            <p:nvPr/>
          </p:nvSpPr>
          <p:spPr>
            <a:xfrm>
              <a:off x="3328821" y="178023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5" name="Google Shape;1845;p38"/>
            <p:cNvSpPr/>
            <p:nvPr/>
          </p:nvSpPr>
          <p:spPr>
            <a:xfrm>
              <a:off x="3317785" y="1812329"/>
              <a:ext cx="5565" cy="3021"/>
            </a:xfrm>
            <a:custGeom>
              <a:avLst/>
              <a:gdLst/>
              <a:ahLst/>
              <a:cxnLst/>
              <a:rect l="l" t="t" r="r" b="b"/>
              <a:pathLst>
                <a:path w="175" h="95" extrusionOk="0">
                  <a:moveTo>
                    <a:pt x="33" y="0"/>
                  </a:moveTo>
                  <a:lnTo>
                    <a:pt x="33" y="0"/>
                  </a:lnTo>
                  <a:cubicBezTo>
                    <a:pt x="17" y="0"/>
                    <a:pt x="1" y="15"/>
                    <a:pt x="1" y="15"/>
                  </a:cubicBezTo>
                  <a:cubicBezTo>
                    <a:pt x="1" y="47"/>
                    <a:pt x="1" y="63"/>
                    <a:pt x="33" y="63"/>
                  </a:cubicBezTo>
                  <a:lnTo>
                    <a:pt x="33" y="63"/>
                  </a:lnTo>
                  <a:lnTo>
                    <a:pt x="112" y="95"/>
                  </a:lnTo>
                  <a:lnTo>
                    <a:pt x="127" y="95"/>
                  </a:lnTo>
                  <a:lnTo>
                    <a:pt x="127" y="95"/>
                  </a:lnTo>
                  <a:lnTo>
                    <a:pt x="127" y="95"/>
                  </a:lnTo>
                  <a:cubicBezTo>
                    <a:pt x="143" y="95"/>
                    <a:pt x="159" y="78"/>
                    <a:pt x="159" y="63"/>
                  </a:cubicBezTo>
                  <a:cubicBezTo>
                    <a:pt x="175" y="47"/>
                    <a:pt x="159" y="32"/>
                    <a:pt x="143" y="32"/>
                  </a:cubicBezTo>
                  <a:lnTo>
                    <a:pt x="143" y="32"/>
                  </a:lnTo>
                  <a:lnTo>
                    <a:pt x="127" y="32"/>
                  </a:ln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6" name="Google Shape;1846;p38"/>
            <p:cNvSpPr/>
            <p:nvPr/>
          </p:nvSpPr>
          <p:spPr>
            <a:xfrm>
              <a:off x="3419016" y="1801294"/>
              <a:ext cx="2576" cy="2035"/>
            </a:xfrm>
            <a:custGeom>
              <a:avLst/>
              <a:gdLst/>
              <a:ahLst/>
              <a:cxnLst/>
              <a:rect l="l" t="t" r="r" b="b"/>
              <a:pathLst>
                <a:path w="81" h="64" extrusionOk="0">
                  <a:moveTo>
                    <a:pt x="49" y="0"/>
                  </a:moveTo>
                  <a:lnTo>
                    <a:pt x="49" y="0"/>
                  </a:lnTo>
                  <a:lnTo>
                    <a:pt x="17" y="0"/>
                  </a:lnTo>
                  <a:lnTo>
                    <a:pt x="1" y="16"/>
                  </a:lnTo>
                  <a:lnTo>
                    <a:pt x="32" y="47"/>
                  </a:lnTo>
                  <a:lnTo>
                    <a:pt x="32" y="63"/>
                  </a:lnTo>
                  <a:lnTo>
                    <a:pt x="49" y="63"/>
                  </a:lnTo>
                  <a:lnTo>
                    <a:pt x="49" y="63"/>
                  </a:lnTo>
                  <a:lnTo>
                    <a:pt x="64" y="47"/>
                  </a:lnTo>
                  <a:cubicBezTo>
                    <a:pt x="80" y="47"/>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7" name="Google Shape;1847;p38"/>
            <p:cNvSpPr/>
            <p:nvPr/>
          </p:nvSpPr>
          <p:spPr>
            <a:xfrm>
              <a:off x="3440070" y="1774229"/>
              <a:ext cx="4039" cy="2512"/>
            </a:xfrm>
            <a:custGeom>
              <a:avLst/>
              <a:gdLst/>
              <a:ahLst/>
              <a:cxnLst/>
              <a:rect l="l" t="t" r="r" b="b"/>
              <a:pathLst>
                <a:path w="127" h="79" extrusionOk="0">
                  <a:moveTo>
                    <a:pt x="63" y="1"/>
                  </a:moveTo>
                  <a:lnTo>
                    <a:pt x="32" y="16"/>
                  </a:lnTo>
                  <a:cubicBezTo>
                    <a:pt x="0" y="16"/>
                    <a:pt x="0" y="47"/>
                    <a:pt x="0" y="64"/>
                  </a:cubicBezTo>
                  <a:cubicBezTo>
                    <a:pt x="17" y="79"/>
                    <a:pt x="32" y="79"/>
                    <a:pt x="32" y="79"/>
                  </a:cubicBezTo>
                  <a:lnTo>
                    <a:pt x="48" y="79"/>
                  </a:lnTo>
                  <a:lnTo>
                    <a:pt x="48" y="79"/>
                  </a:lnTo>
                  <a:lnTo>
                    <a:pt x="63" y="79"/>
                  </a:lnTo>
                  <a:lnTo>
                    <a:pt x="95" y="64"/>
                  </a:lnTo>
                  <a:cubicBezTo>
                    <a:pt x="111" y="47"/>
                    <a:pt x="111" y="47"/>
                    <a:pt x="111" y="32"/>
                  </a:cubicBezTo>
                  <a:cubicBezTo>
                    <a:pt x="126" y="32"/>
                    <a:pt x="126" y="16"/>
                    <a:pt x="111" y="16"/>
                  </a:cubicBezTo>
                  <a:lnTo>
                    <a:pt x="111"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8" name="Google Shape;1848;p38"/>
            <p:cNvSpPr/>
            <p:nvPr/>
          </p:nvSpPr>
          <p:spPr>
            <a:xfrm>
              <a:off x="3416535" y="1800785"/>
              <a:ext cx="5057" cy="4548"/>
            </a:xfrm>
            <a:custGeom>
              <a:avLst/>
              <a:gdLst/>
              <a:ahLst/>
              <a:cxnLst/>
              <a:rect l="l" t="t" r="r" b="b"/>
              <a:pathLst>
                <a:path w="159" h="143" extrusionOk="0">
                  <a:moveTo>
                    <a:pt x="32" y="0"/>
                  </a:moveTo>
                  <a:lnTo>
                    <a:pt x="32" y="0"/>
                  </a:lnTo>
                  <a:lnTo>
                    <a:pt x="32" y="0"/>
                  </a:lnTo>
                  <a:cubicBezTo>
                    <a:pt x="0" y="0"/>
                    <a:pt x="0" y="16"/>
                    <a:pt x="0" y="32"/>
                  </a:cubicBezTo>
                  <a:lnTo>
                    <a:pt x="0" y="48"/>
                  </a:lnTo>
                  <a:cubicBezTo>
                    <a:pt x="0" y="79"/>
                    <a:pt x="16" y="79"/>
                    <a:pt x="32" y="95"/>
                  </a:cubicBezTo>
                  <a:lnTo>
                    <a:pt x="32" y="95"/>
                  </a:lnTo>
                  <a:lnTo>
                    <a:pt x="32" y="111"/>
                  </a:lnTo>
                  <a:lnTo>
                    <a:pt x="32" y="111"/>
                  </a:lnTo>
                  <a:cubicBezTo>
                    <a:pt x="32" y="95"/>
                    <a:pt x="47" y="79"/>
                    <a:pt x="64" y="79"/>
                  </a:cubicBezTo>
                  <a:lnTo>
                    <a:pt x="64" y="79"/>
                  </a:lnTo>
                  <a:lnTo>
                    <a:pt x="64" y="79"/>
                  </a:lnTo>
                  <a:cubicBezTo>
                    <a:pt x="79" y="79"/>
                    <a:pt x="95" y="79"/>
                    <a:pt x="95" y="95"/>
                  </a:cubicBezTo>
                  <a:lnTo>
                    <a:pt x="95" y="95"/>
                  </a:lnTo>
                  <a:lnTo>
                    <a:pt x="110" y="95"/>
                  </a:lnTo>
                  <a:cubicBezTo>
                    <a:pt x="127" y="111"/>
                    <a:pt x="142" y="126"/>
                    <a:pt x="127" y="142"/>
                  </a:cubicBezTo>
                  <a:lnTo>
                    <a:pt x="127" y="142"/>
                  </a:lnTo>
                  <a:lnTo>
                    <a:pt x="127" y="142"/>
                  </a:lnTo>
                  <a:cubicBezTo>
                    <a:pt x="142" y="142"/>
                    <a:pt x="158" y="142"/>
                    <a:pt x="158" y="126"/>
                  </a:cubicBezTo>
                  <a:lnTo>
                    <a:pt x="158" y="126"/>
                  </a:lnTo>
                  <a:cubicBezTo>
                    <a:pt x="158" y="95"/>
                    <a:pt x="142" y="79"/>
                    <a:pt x="127" y="79"/>
                  </a:cubicBezTo>
                  <a:lnTo>
                    <a:pt x="127" y="79"/>
                  </a:lnTo>
                  <a:lnTo>
                    <a:pt x="110" y="79"/>
                  </a:lnTo>
                  <a:lnTo>
                    <a:pt x="110" y="63"/>
                  </a:lnTo>
                  <a:lnTo>
                    <a:pt x="79" y="32"/>
                  </a:lnTo>
                  <a:lnTo>
                    <a:pt x="64" y="32"/>
                  </a:lnTo>
                  <a:lnTo>
                    <a:pt x="64" y="32"/>
                  </a:lnTo>
                  <a:cubicBezTo>
                    <a:pt x="64"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9" name="Google Shape;1849;p38"/>
            <p:cNvSpPr/>
            <p:nvPr/>
          </p:nvSpPr>
          <p:spPr>
            <a:xfrm>
              <a:off x="3440579" y="1771239"/>
              <a:ext cx="3530" cy="3021"/>
            </a:xfrm>
            <a:custGeom>
              <a:avLst/>
              <a:gdLst/>
              <a:ahLst/>
              <a:cxnLst/>
              <a:rect l="l" t="t" r="r" b="b"/>
              <a:pathLst>
                <a:path w="111" h="95" extrusionOk="0">
                  <a:moveTo>
                    <a:pt x="47" y="0"/>
                  </a:moveTo>
                  <a:lnTo>
                    <a:pt x="32" y="0"/>
                  </a:lnTo>
                  <a:lnTo>
                    <a:pt x="16" y="0"/>
                  </a:lnTo>
                  <a:cubicBezTo>
                    <a:pt x="1" y="15"/>
                    <a:pt x="1" y="32"/>
                    <a:pt x="16" y="47"/>
                  </a:cubicBezTo>
                  <a:lnTo>
                    <a:pt x="32" y="63"/>
                  </a:lnTo>
                  <a:lnTo>
                    <a:pt x="47" y="95"/>
                  </a:lnTo>
                  <a:lnTo>
                    <a:pt x="47" y="95"/>
                  </a:lnTo>
                  <a:lnTo>
                    <a:pt x="79" y="95"/>
                  </a:lnTo>
                  <a:lnTo>
                    <a:pt x="95" y="95"/>
                  </a:lnTo>
                  <a:lnTo>
                    <a:pt x="95"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0" name="Google Shape;1850;p38"/>
            <p:cNvSpPr/>
            <p:nvPr/>
          </p:nvSpPr>
          <p:spPr>
            <a:xfrm>
              <a:off x="3042715" y="1812329"/>
              <a:ext cx="3530" cy="3021"/>
            </a:xfrm>
            <a:custGeom>
              <a:avLst/>
              <a:gdLst/>
              <a:ahLst/>
              <a:cxnLst/>
              <a:rect l="l" t="t" r="r" b="b"/>
              <a:pathLst>
                <a:path w="111" h="95" extrusionOk="0">
                  <a:moveTo>
                    <a:pt x="32" y="0"/>
                  </a:moveTo>
                  <a:lnTo>
                    <a:pt x="32" y="0"/>
                  </a:lnTo>
                  <a:cubicBezTo>
                    <a:pt x="16" y="0"/>
                    <a:pt x="16" y="0"/>
                    <a:pt x="16" y="15"/>
                  </a:cubicBezTo>
                  <a:cubicBezTo>
                    <a:pt x="1" y="32"/>
                    <a:pt x="1" y="47"/>
                    <a:pt x="16" y="63"/>
                  </a:cubicBezTo>
                  <a:lnTo>
                    <a:pt x="64" y="95"/>
                  </a:lnTo>
                  <a:lnTo>
                    <a:pt x="79" y="95"/>
                  </a:lnTo>
                  <a:lnTo>
                    <a:pt x="110"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1" name="Google Shape;1851;p38"/>
            <p:cNvSpPr/>
            <p:nvPr/>
          </p:nvSpPr>
          <p:spPr>
            <a:xfrm>
              <a:off x="3418539" y="1774229"/>
              <a:ext cx="4039" cy="2512"/>
            </a:xfrm>
            <a:custGeom>
              <a:avLst/>
              <a:gdLst/>
              <a:ahLst/>
              <a:cxnLst/>
              <a:rect l="l" t="t" r="r" b="b"/>
              <a:pathLst>
                <a:path w="127" h="79" extrusionOk="0">
                  <a:moveTo>
                    <a:pt x="95" y="1"/>
                  </a:moveTo>
                  <a:lnTo>
                    <a:pt x="79" y="1"/>
                  </a:lnTo>
                  <a:lnTo>
                    <a:pt x="64" y="1"/>
                  </a:lnTo>
                  <a:lnTo>
                    <a:pt x="32" y="1"/>
                  </a:lnTo>
                  <a:cubicBezTo>
                    <a:pt x="16" y="1"/>
                    <a:pt x="1" y="16"/>
                    <a:pt x="1" y="47"/>
                  </a:cubicBezTo>
                  <a:cubicBezTo>
                    <a:pt x="1" y="64"/>
                    <a:pt x="16" y="79"/>
                    <a:pt x="32" y="79"/>
                  </a:cubicBezTo>
                  <a:lnTo>
                    <a:pt x="32" y="79"/>
                  </a:lnTo>
                  <a:lnTo>
                    <a:pt x="47" y="64"/>
                  </a:lnTo>
                  <a:lnTo>
                    <a:pt x="79" y="64"/>
                  </a:lnTo>
                  <a:cubicBezTo>
                    <a:pt x="79" y="64"/>
                    <a:pt x="79" y="47"/>
                    <a:pt x="95" y="47"/>
                  </a:cubicBezTo>
                  <a:lnTo>
                    <a:pt x="127"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2" name="Google Shape;1852;p38"/>
            <p:cNvSpPr/>
            <p:nvPr/>
          </p:nvSpPr>
          <p:spPr>
            <a:xfrm>
              <a:off x="3197058" y="1796269"/>
              <a:ext cx="3530" cy="3053"/>
            </a:xfrm>
            <a:custGeom>
              <a:avLst/>
              <a:gdLst/>
              <a:ahLst/>
              <a:cxnLst/>
              <a:rect l="l" t="t" r="r" b="b"/>
              <a:pathLst>
                <a:path w="111" h="96" extrusionOk="0">
                  <a:moveTo>
                    <a:pt x="79" y="1"/>
                  </a:moveTo>
                  <a:lnTo>
                    <a:pt x="79" y="1"/>
                  </a:lnTo>
                  <a:lnTo>
                    <a:pt x="47" y="1"/>
                  </a:lnTo>
                  <a:lnTo>
                    <a:pt x="16" y="32"/>
                  </a:lnTo>
                  <a:cubicBezTo>
                    <a:pt x="1" y="47"/>
                    <a:pt x="1" y="64"/>
                    <a:pt x="1" y="79"/>
                  </a:cubicBezTo>
                  <a:cubicBezTo>
                    <a:pt x="16" y="95"/>
                    <a:pt x="16" y="95"/>
                    <a:pt x="32" y="95"/>
                  </a:cubicBezTo>
                  <a:lnTo>
                    <a:pt x="47" y="95"/>
                  </a:lnTo>
                  <a:lnTo>
                    <a:pt x="95" y="47"/>
                  </a:lnTo>
                  <a:cubicBezTo>
                    <a:pt x="110" y="47"/>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3" name="Google Shape;1853;p38"/>
            <p:cNvSpPr/>
            <p:nvPr/>
          </p:nvSpPr>
          <p:spPr>
            <a:xfrm>
              <a:off x="3323828" y="1785264"/>
              <a:ext cx="3530" cy="4516"/>
            </a:xfrm>
            <a:custGeom>
              <a:avLst/>
              <a:gdLst/>
              <a:ahLst/>
              <a:cxnLst/>
              <a:rect l="l" t="t" r="r" b="b"/>
              <a:pathLst>
                <a:path w="111" h="142" extrusionOk="0">
                  <a:moveTo>
                    <a:pt x="48" y="0"/>
                  </a:moveTo>
                  <a:lnTo>
                    <a:pt x="32" y="0"/>
                  </a:lnTo>
                  <a:cubicBezTo>
                    <a:pt x="32" y="0"/>
                    <a:pt x="16" y="0"/>
                    <a:pt x="16" y="15"/>
                  </a:cubicBezTo>
                  <a:cubicBezTo>
                    <a:pt x="0" y="15"/>
                    <a:pt x="0" y="32"/>
                    <a:pt x="16" y="47"/>
                  </a:cubicBezTo>
                  <a:lnTo>
                    <a:pt x="16" y="63"/>
                  </a:lnTo>
                  <a:cubicBezTo>
                    <a:pt x="32" y="63"/>
                    <a:pt x="32" y="63"/>
                    <a:pt x="32" y="95"/>
                  </a:cubicBezTo>
                  <a:cubicBezTo>
                    <a:pt x="32" y="95"/>
                    <a:pt x="16" y="95"/>
                    <a:pt x="16" y="110"/>
                  </a:cubicBezTo>
                  <a:cubicBezTo>
                    <a:pt x="16" y="126"/>
                    <a:pt x="32" y="141"/>
                    <a:pt x="48" y="141"/>
                  </a:cubicBezTo>
                  <a:lnTo>
                    <a:pt x="63" y="141"/>
                  </a:lnTo>
                  <a:lnTo>
                    <a:pt x="79" y="141"/>
                  </a:lnTo>
                  <a:cubicBezTo>
                    <a:pt x="79" y="141"/>
                    <a:pt x="95" y="126"/>
                    <a:pt x="95" y="110"/>
                  </a:cubicBezTo>
                  <a:lnTo>
                    <a:pt x="95" y="110"/>
                  </a:lnTo>
                  <a:cubicBezTo>
                    <a:pt x="95" y="78"/>
                    <a:pt x="111" y="32"/>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4" name="Google Shape;1854;p38"/>
            <p:cNvSpPr/>
            <p:nvPr/>
          </p:nvSpPr>
          <p:spPr>
            <a:xfrm>
              <a:off x="3375922" y="1780239"/>
              <a:ext cx="2576" cy="4516"/>
            </a:xfrm>
            <a:custGeom>
              <a:avLst/>
              <a:gdLst/>
              <a:ahLst/>
              <a:cxnLst/>
              <a:rect l="l" t="t" r="r" b="b"/>
              <a:pathLst>
                <a:path w="81" h="142" extrusionOk="0">
                  <a:moveTo>
                    <a:pt x="32" y="1"/>
                  </a:moveTo>
                  <a:lnTo>
                    <a:pt x="17" y="1"/>
                  </a:lnTo>
                  <a:lnTo>
                    <a:pt x="17" y="16"/>
                  </a:lnTo>
                  <a:cubicBezTo>
                    <a:pt x="1" y="16"/>
                    <a:pt x="1" y="32"/>
                    <a:pt x="1" y="32"/>
                  </a:cubicBezTo>
                  <a:lnTo>
                    <a:pt x="1" y="47"/>
                  </a:lnTo>
                  <a:lnTo>
                    <a:pt x="1" y="64"/>
                  </a:lnTo>
                  <a:lnTo>
                    <a:pt x="1" y="64"/>
                  </a:lnTo>
                  <a:cubicBezTo>
                    <a:pt x="17" y="64"/>
                    <a:pt x="17" y="79"/>
                    <a:pt x="17" y="95"/>
                  </a:cubicBezTo>
                  <a:lnTo>
                    <a:pt x="17" y="110"/>
                  </a:lnTo>
                  <a:lnTo>
                    <a:pt x="17" y="110"/>
                  </a:lnTo>
                  <a:lnTo>
                    <a:pt x="17" y="110"/>
                  </a:lnTo>
                  <a:cubicBezTo>
                    <a:pt x="17" y="127"/>
                    <a:pt x="32" y="127"/>
                    <a:pt x="32" y="127"/>
                  </a:cubicBezTo>
                  <a:lnTo>
                    <a:pt x="49" y="142"/>
                  </a:lnTo>
                  <a:cubicBezTo>
                    <a:pt x="49" y="142"/>
                    <a:pt x="64" y="142"/>
                    <a:pt x="64" y="127"/>
                  </a:cubicBezTo>
                  <a:cubicBezTo>
                    <a:pt x="64" y="127"/>
                    <a:pt x="80" y="127"/>
                    <a:pt x="80" y="110"/>
                  </a:cubicBezTo>
                  <a:lnTo>
                    <a:pt x="80" y="95"/>
                  </a:lnTo>
                  <a:lnTo>
                    <a:pt x="64" y="32"/>
                  </a:lnTo>
                  <a:cubicBezTo>
                    <a:pt x="49"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5" name="Google Shape;1855;p38"/>
            <p:cNvSpPr/>
            <p:nvPr/>
          </p:nvSpPr>
          <p:spPr>
            <a:xfrm>
              <a:off x="3185036" y="1795760"/>
              <a:ext cx="7537" cy="3562"/>
            </a:xfrm>
            <a:custGeom>
              <a:avLst/>
              <a:gdLst/>
              <a:ahLst/>
              <a:cxnLst/>
              <a:rect l="l" t="t" r="r" b="b"/>
              <a:pathLst>
                <a:path w="237" h="112" extrusionOk="0">
                  <a:moveTo>
                    <a:pt x="205" y="0"/>
                  </a:moveTo>
                  <a:lnTo>
                    <a:pt x="205" y="0"/>
                  </a:lnTo>
                  <a:lnTo>
                    <a:pt x="189" y="0"/>
                  </a:lnTo>
                  <a:cubicBezTo>
                    <a:pt x="189" y="17"/>
                    <a:pt x="173" y="17"/>
                    <a:pt x="173" y="17"/>
                  </a:cubicBezTo>
                  <a:cubicBezTo>
                    <a:pt x="158" y="17"/>
                    <a:pt x="158" y="32"/>
                    <a:pt x="158" y="32"/>
                  </a:cubicBezTo>
                  <a:cubicBezTo>
                    <a:pt x="142" y="32"/>
                    <a:pt x="126" y="48"/>
                    <a:pt x="126" y="48"/>
                  </a:cubicBezTo>
                  <a:cubicBezTo>
                    <a:pt x="126" y="48"/>
                    <a:pt x="110" y="48"/>
                    <a:pt x="110" y="32"/>
                  </a:cubicBezTo>
                  <a:cubicBezTo>
                    <a:pt x="110" y="32"/>
                    <a:pt x="95" y="17"/>
                    <a:pt x="79" y="17"/>
                  </a:cubicBezTo>
                  <a:lnTo>
                    <a:pt x="79" y="17"/>
                  </a:lnTo>
                  <a:cubicBezTo>
                    <a:pt x="63" y="32"/>
                    <a:pt x="47" y="32"/>
                    <a:pt x="47" y="32"/>
                  </a:cubicBezTo>
                  <a:lnTo>
                    <a:pt x="32" y="48"/>
                  </a:lnTo>
                  <a:cubicBezTo>
                    <a:pt x="16" y="48"/>
                    <a:pt x="0" y="80"/>
                    <a:pt x="16" y="95"/>
                  </a:cubicBezTo>
                  <a:cubicBezTo>
                    <a:pt x="16" y="95"/>
                    <a:pt x="16" y="111"/>
                    <a:pt x="32" y="111"/>
                  </a:cubicBezTo>
                  <a:lnTo>
                    <a:pt x="47" y="111"/>
                  </a:lnTo>
                  <a:lnTo>
                    <a:pt x="63" y="80"/>
                  </a:lnTo>
                  <a:cubicBezTo>
                    <a:pt x="63" y="63"/>
                    <a:pt x="79" y="48"/>
                    <a:pt x="95" y="48"/>
                  </a:cubicBezTo>
                  <a:lnTo>
                    <a:pt x="95" y="48"/>
                  </a:lnTo>
                  <a:lnTo>
                    <a:pt x="110" y="63"/>
                  </a:lnTo>
                  <a:cubicBezTo>
                    <a:pt x="126" y="63"/>
                    <a:pt x="126" y="80"/>
                    <a:pt x="126" y="95"/>
                  </a:cubicBezTo>
                  <a:lnTo>
                    <a:pt x="126" y="111"/>
                  </a:lnTo>
                  <a:lnTo>
                    <a:pt x="126" y="111"/>
                  </a:lnTo>
                  <a:lnTo>
                    <a:pt x="126" y="111"/>
                  </a:lnTo>
                  <a:lnTo>
                    <a:pt x="142" y="111"/>
                  </a:lnTo>
                  <a:cubicBezTo>
                    <a:pt x="158" y="111"/>
                    <a:pt x="189" y="95"/>
                    <a:pt x="189" y="80"/>
                  </a:cubicBezTo>
                  <a:lnTo>
                    <a:pt x="189" y="80"/>
                  </a:lnTo>
                  <a:cubicBezTo>
                    <a:pt x="205" y="80"/>
                    <a:pt x="205" y="63"/>
                    <a:pt x="221" y="63"/>
                  </a:cubicBezTo>
                  <a:cubicBezTo>
                    <a:pt x="236" y="63"/>
                    <a:pt x="236" y="48"/>
                    <a:pt x="236" y="17"/>
                  </a:cubicBezTo>
                  <a:cubicBezTo>
                    <a:pt x="236" y="17"/>
                    <a:pt x="221"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6" name="Google Shape;1856;p38"/>
            <p:cNvSpPr/>
            <p:nvPr/>
          </p:nvSpPr>
          <p:spPr>
            <a:xfrm>
              <a:off x="3171011" y="1818340"/>
              <a:ext cx="6042" cy="3498"/>
            </a:xfrm>
            <a:custGeom>
              <a:avLst/>
              <a:gdLst/>
              <a:ahLst/>
              <a:cxnLst/>
              <a:rect l="l" t="t" r="r" b="b"/>
              <a:pathLst>
                <a:path w="190" h="110" extrusionOk="0">
                  <a:moveTo>
                    <a:pt x="47" y="0"/>
                  </a:moveTo>
                  <a:lnTo>
                    <a:pt x="47" y="0"/>
                  </a:lnTo>
                  <a:cubicBezTo>
                    <a:pt x="32" y="0"/>
                    <a:pt x="15" y="15"/>
                    <a:pt x="15" y="32"/>
                  </a:cubicBezTo>
                  <a:cubicBezTo>
                    <a:pt x="0" y="47"/>
                    <a:pt x="15" y="63"/>
                    <a:pt x="32" y="78"/>
                  </a:cubicBezTo>
                  <a:lnTo>
                    <a:pt x="47" y="78"/>
                  </a:lnTo>
                  <a:cubicBezTo>
                    <a:pt x="63" y="78"/>
                    <a:pt x="78" y="78"/>
                    <a:pt x="95" y="95"/>
                  </a:cubicBezTo>
                  <a:cubicBezTo>
                    <a:pt x="110" y="95"/>
                    <a:pt x="110" y="95"/>
                    <a:pt x="126" y="110"/>
                  </a:cubicBezTo>
                  <a:lnTo>
                    <a:pt x="141" y="110"/>
                  </a:lnTo>
                  <a:lnTo>
                    <a:pt x="158" y="110"/>
                  </a:lnTo>
                  <a:cubicBezTo>
                    <a:pt x="173" y="110"/>
                    <a:pt x="189" y="110"/>
                    <a:pt x="189" y="95"/>
                  </a:cubicBezTo>
                  <a:lnTo>
                    <a:pt x="189" y="95"/>
                  </a:lnTo>
                  <a:lnTo>
                    <a:pt x="189" y="95"/>
                  </a:lnTo>
                  <a:lnTo>
                    <a:pt x="173" y="95"/>
                  </a:lnTo>
                  <a:lnTo>
                    <a:pt x="158" y="78"/>
                  </a:lnTo>
                  <a:lnTo>
                    <a:pt x="141" y="78"/>
                  </a:lnTo>
                  <a:cubicBezTo>
                    <a:pt x="141" y="95"/>
                    <a:pt x="126" y="95"/>
                    <a:pt x="126" y="95"/>
                  </a:cubicBezTo>
                  <a:cubicBezTo>
                    <a:pt x="110" y="95"/>
                    <a:pt x="95" y="78"/>
                    <a:pt x="95" y="63"/>
                  </a:cubicBezTo>
                  <a:cubicBezTo>
                    <a:pt x="95" y="47"/>
                    <a:pt x="95" y="32"/>
                    <a:pt x="110" y="15"/>
                  </a:cubicBezTo>
                  <a:lnTo>
                    <a:pt x="78" y="15"/>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7" name="Google Shape;1857;p38"/>
            <p:cNvSpPr/>
            <p:nvPr/>
          </p:nvSpPr>
          <p:spPr>
            <a:xfrm>
              <a:off x="3385463" y="1776709"/>
              <a:ext cx="4039" cy="2035"/>
            </a:xfrm>
            <a:custGeom>
              <a:avLst/>
              <a:gdLst/>
              <a:ahLst/>
              <a:cxnLst/>
              <a:rect l="l" t="t" r="r" b="b"/>
              <a:pathLst>
                <a:path w="127" h="64" extrusionOk="0">
                  <a:moveTo>
                    <a:pt x="47" y="1"/>
                  </a:moveTo>
                  <a:lnTo>
                    <a:pt x="47" y="1"/>
                  </a:lnTo>
                  <a:lnTo>
                    <a:pt x="16" y="1"/>
                  </a:lnTo>
                  <a:lnTo>
                    <a:pt x="16" y="17"/>
                  </a:lnTo>
                  <a:cubicBezTo>
                    <a:pt x="1" y="32"/>
                    <a:pt x="16" y="49"/>
                    <a:pt x="32" y="64"/>
                  </a:cubicBezTo>
                  <a:lnTo>
                    <a:pt x="47" y="64"/>
                  </a:lnTo>
                  <a:cubicBezTo>
                    <a:pt x="47" y="49"/>
                    <a:pt x="64" y="32"/>
                    <a:pt x="64" y="32"/>
                  </a:cubicBezTo>
                  <a:lnTo>
                    <a:pt x="127" y="32"/>
                  </a:lnTo>
                  <a:lnTo>
                    <a:pt x="110" y="17"/>
                  </a:lnTo>
                  <a:lnTo>
                    <a:pt x="110" y="17"/>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8" name="Google Shape;1858;p38"/>
            <p:cNvSpPr/>
            <p:nvPr/>
          </p:nvSpPr>
          <p:spPr>
            <a:xfrm>
              <a:off x="3415009" y="1777250"/>
              <a:ext cx="4039" cy="3021"/>
            </a:xfrm>
            <a:custGeom>
              <a:avLst/>
              <a:gdLst/>
              <a:ahLst/>
              <a:cxnLst/>
              <a:rect l="l" t="t" r="r" b="b"/>
              <a:pathLst>
                <a:path w="127" h="95" extrusionOk="0">
                  <a:moveTo>
                    <a:pt x="80" y="0"/>
                  </a:moveTo>
                  <a:lnTo>
                    <a:pt x="80" y="0"/>
                  </a:lnTo>
                  <a:lnTo>
                    <a:pt x="64" y="0"/>
                  </a:lnTo>
                  <a:lnTo>
                    <a:pt x="64" y="15"/>
                  </a:lnTo>
                  <a:lnTo>
                    <a:pt x="48" y="32"/>
                  </a:lnTo>
                  <a:lnTo>
                    <a:pt x="1" y="15"/>
                  </a:lnTo>
                  <a:lnTo>
                    <a:pt x="1" y="15"/>
                  </a:lnTo>
                  <a:cubicBezTo>
                    <a:pt x="1" y="32"/>
                    <a:pt x="17" y="32"/>
                    <a:pt x="17" y="47"/>
                  </a:cubicBezTo>
                  <a:lnTo>
                    <a:pt x="17" y="95"/>
                  </a:lnTo>
                  <a:lnTo>
                    <a:pt x="17" y="95"/>
                  </a:lnTo>
                  <a:lnTo>
                    <a:pt x="80" y="78"/>
                  </a:lnTo>
                  <a:lnTo>
                    <a:pt x="112" y="63"/>
                  </a:lnTo>
                  <a:cubicBezTo>
                    <a:pt x="112" y="47"/>
                    <a:pt x="127" y="47"/>
                    <a:pt x="127" y="32"/>
                  </a:cubicBezTo>
                  <a:lnTo>
                    <a:pt x="112" y="15"/>
                  </a:lnTo>
                  <a:cubicBezTo>
                    <a:pt x="112" y="0"/>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9" name="Google Shape;1859;p38"/>
            <p:cNvSpPr/>
            <p:nvPr/>
          </p:nvSpPr>
          <p:spPr>
            <a:xfrm>
              <a:off x="3294759" y="1815319"/>
              <a:ext cx="4039" cy="2035"/>
            </a:xfrm>
            <a:custGeom>
              <a:avLst/>
              <a:gdLst/>
              <a:ahLst/>
              <a:cxnLst/>
              <a:rect l="l" t="t" r="r" b="b"/>
              <a:pathLst>
                <a:path w="127" h="64" extrusionOk="0">
                  <a:moveTo>
                    <a:pt x="17" y="1"/>
                  </a:moveTo>
                  <a:lnTo>
                    <a:pt x="0" y="1"/>
                  </a:lnTo>
                  <a:lnTo>
                    <a:pt x="0" y="16"/>
                  </a:lnTo>
                  <a:lnTo>
                    <a:pt x="17" y="16"/>
                  </a:lnTo>
                  <a:lnTo>
                    <a:pt x="17" y="16"/>
                  </a:lnTo>
                  <a:cubicBezTo>
                    <a:pt x="32" y="16"/>
                    <a:pt x="48" y="32"/>
                    <a:pt x="48" y="47"/>
                  </a:cubicBezTo>
                  <a:lnTo>
                    <a:pt x="80" y="47"/>
                  </a:lnTo>
                  <a:cubicBezTo>
                    <a:pt x="80" y="64"/>
                    <a:pt x="80" y="64"/>
                    <a:pt x="95" y="64"/>
                  </a:cubicBezTo>
                  <a:lnTo>
                    <a:pt x="126" y="32"/>
                  </a:lnTo>
                  <a:lnTo>
                    <a:pt x="126" y="1"/>
                  </a:lnTo>
                  <a:cubicBezTo>
                    <a:pt x="111" y="16"/>
                    <a:pt x="111" y="32"/>
                    <a:pt x="95" y="32"/>
                  </a:cubicBezTo>
                  <a:lnTo>
                    <a:pt x="80" y="32"/>
                  </a:lnTo>
                  <a:cubicBezTo>
                    <a:pt x="63" y="32"/>
                    <a:pt x="48" y="16"/>
                    <a:pt x="48" y="1"/>
                  </a:cubicBez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0" name="Google Shape;1860;p38"/>
            <p:cNvSpPr/>
            <p:nvPr/>
          </p:nvSpPr>
          <p:spPr>
            <a:xfrm>
              <a:off x="3311774" y="1806796"/>
              <a:ext cx="3053" cy="4039"/>
            </a:xfrm>
            <a:custGeom>
              <a:avLst/>
              <a:gdLst/>
              <a:ahLst/>
              <a:cxnLst/>
              <a:rect l="l" t="t" r="r" b="b"/>
              <a:pathLst>
                <a:path w="96" h="127" extrusionOk="0">
                  <a:moveTo>
                    <a:pt x="49" y="0"/>
                  </a:moveTo>
                  <a:lnTo>
                    <a:pt x="49" y="0"/>
                  </a:lnTo>
                  <a:cubicBezTo>
                    <a:pt x="32" y="0"/>
                    <a:pt x="32" y="16"/>
                    <a:pt x="17" y="16"/>
                  </a:cubicBezTo>
                  <a:lnTo>
                    <a:pt x="1" y="79"/>
                  </a:lnTo>
                  <a:lnTo>
                    <a:pt x="1" y="79"/>
                  </a:lnTo>
                  <a:lnTo>
                    <a:pt x="1" y="79"/>
                  </a:lnTo>
                  <a:lnTo>
                    <a:pt x="17" y="79"/>
                  </a:lnTo>
                  <a:cubicBezTo>
                    <a:pt x="32" y="95"/>
                    <a:pt x="32" y="111"/>
                    <a:pt x="32" y="126"/>
                  </a:cubicBezTo>
                  <a:cubicBezTo>
                    <a:pt x="32" y="126"/>
                    <a:pt x="49" y="111"/>
                    <a:pt x="64" y="111"/>
                  </a:cubicBezTo>
                  <a:lnTo>
                    <a:pt x="80" y="48"/>
                  </a:lnTo>
                  <a:cubicBezTo>
                    <a:pt x="95" y="32"/>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1" name="Google Shape;1861;p38"/>
            <p:cNvSpPr/>
            <p:nvPr/>
          </p:nvSpPr>
          <p:spPr>
            <a:xfrm>
              <a:off x="3394972" y="1754192"/>
              <a:ext cx="4039" cy="2512"/>
            </a:xfrm>
            <a:custGeom>
              <a:avLst/>
              <a:gdLst/>
              <a:ahLst/>
              <a:cxnLst/>
              <a:rect l="l" t="t" r="r" b="b"/>
              <a:pathLst>
                <a:path w="127" h="79" extrusionOk="0">
                  <a:moveTo>
                    <a:pt x="95" y="0"/>
                  </a:moveTo>
                  <a:lnTo>
                    <a:pt x="95" y="0"/>
                  </a:lnTo>
                  <a:lnTo>
                    <a:pt x="80" y="0"/>
                  </a:lnTo>
                  <a:lnTo>
                    <a:pt x="63" y="0"/>
                  </a:lnTo>
                  <a:lnTo>
                    <a:pt x="32" y="0"/>
                  </a:lnTo>
                  <a:cubicBezTo>
                    <a:pt x="17" y="16"/>
                    <a:pt x="0" y="32"/>
                    <a:pt x="0" y="47"/>
                  </a:cubicBezTo>
                  <a:cubicBezTo>
                    <a:pt x="17" y="63"/>
                    <a:pt x="17" y="79"/>
                    <a:pt x="32" y="79"/>
                  </a:cubicBezTo>
                  <a:lnTo>
                    <a:pt x="32" y="79"/>
                  </a:lnTo>
                  <a:lnTo>
                    <a:pt x="48" y="79"/>
                  </a:lnTo>
                  <a:lnTo>
                    <a:pt x="95" y="63"/>
                  </a:lnTo>
                  <a:cubicBezTo>
                    <a:pt x="126" y="47"/>
                    <a:pt x="126" y="32"/>
                    <a:pt x="126" y="16"/>
                  </a:cubicBezTo>
                  <a:cubicBezTo>
                    <a:pt x="126" y="0"/>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2" name="Google Shape;1862;p38"/>
            <p:cNvSpPr/>
            <p:nvPr/>
          </p:nvSpPr>
          <p:spPr>
            <a:xfrm>
              <a:off x="3086286" y="1795283"/>
              <a:ext cx="3053" cy="2035"/>
            </a:xfrm>
            <a:custGeom>
              <a:avLst/>
              <a:gdLst/>
              <a:ahLst/>
              <a:cxnLst/>
              <a:rect l="l" t="t" r="r" b="b"/>
              <a:pathLst>
                <a:path w="96" h="64" extrusionOk="0">
                  <a:moveTo>
                    <a:pt x="49" y="0"/>
                  </a:moveTo>
                  <a:lnTo>
                    <a:pt x="1" y="32"/>
                  </a:lnTo>
                  <a:cubicBezTo>
                    <a:pt x="17" y="32"/>
                    <a:pt x="17" y="47"/>
                    <a:pt x="32" y="47"/>
                  </a:cubicBezTo>
                  <a:lnTo>
                    <a:pt x="32" y="47"/>
                  </a:lnTo>
                  <a:lnTo>
                    <a:pt x="80" y="47"/>
                  </a:lnTo>
                  <a:lnTo>
                    <a:pt x="80" y="63"/>
                  </a:lnTo>
                  <a:cubicBezTo>
                    <a:pt x="95" y="63"/>
                    <a:pt x="95" y="47"/>
                    <a:pt x="95" y="47"/>
                  </a:cubicBezTo>
                  <a:cubicBezTo>
                    <a:pt x="80" y="47"/>
                    <a:pt x="64" y="32"/>
                    <a:pt x="49" y="15"/>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3" name="Google Shape;1863;p38"/>
            <p:cNvSpPr/>
            <p:nvPr/>
          </p:nvSpPr>
          <p:spPr>
            <a:xfrm>
              <a:off x="3456608" y="1802788"/>
              <a:ext cx="1527" cy="6551"/>
            </a:xfrm>
            <a:custGeom>
              <a:avLst/>
              <a:gdLst/>
              <a:ahLst/>
              <a:cxnLst/>
              <a:rect l="l" t="t" r="r" b="b"/>
              <a:pathLst>
                <a:path w="48" h="206" extrusionOk="0">
                  <a:moveTo>
                    <a:pt x="48" y="0"/>
                  </a:moveTo>
                  <a:lnTo>
                    <a:pt x="32" y="16"/>
                  </a:lnTo>
                  <a:lnTo>
                    <a:pt x="32" y="32"/>
                  </a:lnTo>
                  <a:lnTo>
                    <a:pt x="32" y="48"/>
                  </a:lnTo>
                  <a:lnTo>
                    <a:pt x="32" y="48"/>
                  </a:lnTo>
                  <a:cubicBezTo>
                    <a:pt x="32" y="63"/>
                    <a:pt x="32" y="79"/>
                    <a:pt x="16" y="79"/>
                  </a:cubicBezTo>
                  <a:lnTo>
                    <a:pt x="16" y="79"/>
                  </a:lnTo>
                  <a:lnTo>
                    <a:pt x="1" y="174"/>
                  </a:lnTo>
                  <a:lnTo>
                    <a:pt x="1" y="205"/>
                  </a:lnTo>
                  <a:cubicBezTo>
                    <a:pt x="16" y="189"/>
                    <a:pt x="32" y="189"/>
                    <a:pt x="48" y="189"/>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4" name="Google Shape;1864;p38"/>
            <p:cNvSpPr/>
            <p:nvPr/>
          </p:nvSpPr>
          <p:spPr>
            <a:xfrm>
              <a:off x="3349398" y="1816814"/>
              <a:ext cx="2035" cy="2544"/>
            </a:xfrm>
            <a:custGeom>
              <a:avLst/>
              <a:gdLst/>
              <a:ahLst/>
              <a:cxnLst/>
              <a:rect l="l" t="t" r="r" b="b"/>
              <a:pathLst>
                <a:path w="64" h="80" extrusionOk="0">
                  <a:moveTo>
                    <a:pt x="15" y="48"/>
                  </a:moveTo>
                  <a:cubicBezTo>
                    <a:pt x="32" y="63"/>
                    <a:pt x="15" y="80"/>
                    <a:pt x="0" y="80"/>
                  </a:cubicBezTo>
                  <a:lnTo>
                    <a:pt x="15" y="80"/>
                  </a:lnTo>
                  <a:lnTo>
                    <a:pt x="47" y="80"/>
                  </a:lnTo>
                  <a:lnTo>
                    <a:pt x="63" y="63"/>
                  </a:lnTo>
                  <a:lnTo>
                    <a:pt x="47" y="63"/>
                  </a:lnTo>
                  <a:lnTo>
                    <a:pt x="47" y="63"/>
                  </a:lnTo>
                  <a:cubicBezTo>
                    <a:pt x="47" y="63"/>
                    <a:pt x="32" y="48"/>
                    <a:pt x="15" y="48"/>
                  </a:cubicBezTo>
                  <a:close/>
                  <a:moveTo>
                    <a:pt x="15" y="0"/>
                  </a:moveTo>
                  <a:lnTo>
                    <a:pt x="0" y="17"/>
                  </a:lnTo>
                  <a:cubicBezTo>
                    <a:pt x="15" y="17"/>
                    <a:pt x="15" y="17"/>
                    <a:pt x="15" y="32"/>
                  </a:cubicBezTo>
                  <a:lnTo>
                    <a:pt x="15"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5" name="Google Shape;1865;p38"/>
            <p:cNvSpPr/>
            <p:nvPr/>
          </p:nvSpPr>
          <p:spPr>
            <a:xfrm>
              <a:off x="3118885" y="1789272"/>
              <a:ext cx="3530" cy="3498"/>
            </a:xfrm>
            <a:custGeom>
              <a:avLst/>
              <a:gdLst/>
              <a:ahLst/>
              <a:cxnLst/>
              <a:rect l="l" t="t" r="r" b="b"/>
              <a:pathLst>
                <a:path w="111" h="110" extrusionOk="0">
                  <a:moveTo>
                    <a:pt x="47" y="0"/>
                  </a:moveTo>
                  <a:lnTo>
                    <a:pt x="47" y="0"/>
                  </a:lnTo>
                  <a:cubicBezTo>
                    <a:pt x="32" y="0"/>
                    <a:pt x="32" y="15"/>
                    <a:pt x="16" y="15"/>
                  </a:cubicBezTo>
                  <a:cubicBezTo>
                    <a:pt x="1" y="32"/>
                    <a:pt x="1" y="47"/>
                    <a:pt x="16" y="63"/>
                  </a:cubicBezTo>
                  <a:lnTo>
                    <a:pt x="32" y="63"/>
                  </a:lnTo>
                  <a:lnTo>
                    <a:pt x="47" y="110"/>
                  </a:lnTo>
                  <a:lnTo>
                    <a:pt x="79" y="110"/>
                  </a:lnTo>
                  <a:lnTo>
                    <a:pt x="95" y="110"/>
                  </a:lnTo>
                  <a:cubicBezTo>
                    <a:pt x="110" y="110"/>
                    <a:pt x="110" y="95"/>
                    <a:pt x="110" y="95"/>
                  </a:cubicBezTo>
                  <a:lnTo>
                    <a:pt x="110" y="78"/>
                  </a:lnTo>
                  <a:lnTo>
                    <a:pt x="110" y="78"/>
                  </a:lnTo>
                  <a:lnTo>
                    <a:pt x="110" y="63"/>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6" name="Google Shape;1866;p38"/>
            <p:cNvSpPr/>
            <p:nvPr/>
          </p:nvSpPr>
          <p:spPr>
            <a:xfrm>
              <a:off x="3349875" y="1812329"/>
              <a:ext cx="5565" cy="6520"/>
            </a:xfrm>
            <a:custGeom>
              <a:avLst/>
              <a:gdLst/>
              <a:ahLst/>
              <a:cxnLst/>
              <a:rect l="l" t="t" r="r" b="b"/>
              <a:pathLst>
                <a:path w="175" h="205" extrusionOk="0">
                  <a:moveTo>
                    <a:pt x="48" y="0"/>
                  </a:moveTo>
                  <a:lnTo>
                    <a:pt x="48" y="15"/>
                  </a:lnTo>
                  <a:lnTo>
                    <a:pt x="0" y="141"/>
                  </a:lnTo>
                  <a:lnTo>
                    <a:pt x="0" y="158"/>
                  </a:lnTo>
                  <a:lnTo>
                    <a:pt x="0" y="173"/>
                  </a:lnTo>
                  <a:lnTo>
                    <a:pt x="0" y="189"/>
                  </a:lnTo>
                  <a:lnTo>
                    <a:pt x="0" y="189"/>
                  </a:lnTo>
                  <a:cubicBezTo>
                    <a:pt x="17" y="189"/>
                    <a:pt x="32" y="204"/>
                    <a:pt x="32" y="204"/>
                  </a:cubicBezTo>
                  <a:lnTo>
                    <a:pt x="32" y="204"/>
                  </a:lnTo>
                  <a:lnTo>
                    <a:pt x="48" y="204"/>
                  </a:lnTo>
                  <a:lnTo>
                    <a:pt x="48" y="204"/>
                  </a:lnTo>
                  <a:lnTo>
                    <a:pt x="143" y="204"/>
                  </a:lnTo>
                  <a:lnTo>
                    <a:pt x="143" y="204"/>
                  </a:lnTo>
                  <a:cubicBezTo>
                    <a:pt x="158" y="204"/>
                    <a:pt x="174" y="189"/>
                    <a:pt x="174" y="158"/>
                  </a:cubicBezTo>
                  <a:cubicBezTo>
                    <a:pt x="174" y="158"/>
                    <a:pt x="158" y="141"/>
                    <a:pt x="143" y="141"/>
                  </a:cubicBezTo>
                  <a:lnTo>
                    <a:pt x="143" y="126"/>
                  </a:lnTo>
                  <a:lnTo>
                    <a:pt x="143" y="126"/>
                  </a:lnTo>
                  <a:lnTo>
                    <a:pt x="80" y="126"/>
                  </a:lnTo>
                  <a:lnTo>
                    <a:pt x="95" y="95"/>
                  </a:lnTo>
                  <a:lnTo>
                    <a:pt x="111" y="63"/>
                  </a:lnTo>
                  <a:lnTo>
                    <a:pt x="111" y="47"/>
                  </a:lnTo>
                  <a:lnTo>
                    <a:pt x="95" y="47"/>
                  </a:lnTo>
                  <a:lnTo>
                    <a:pt x="80" y="47"/>
                  </a:lnTo>
                  <a:cubicBezTo>
                    <a:pt x="80" y="47"/>
                    <a:pt x="63" y="47"/>
                    <a:pt x="63" y="32"/>
                  </a:cubicBezTo>
                  <a:cubicBezTo>
                    <a:pt x="48" y="32"/>
                    <a:pt x="48" y="15"/>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7" name="Google Shape;1867;p38"/>
            <p:cNvSpPr/>
            <p:nvPr/>
          </p:nvSpPr>
          <p:spPr>
            <a:xfrm>
              <a:off x="3081293" y="1794742"/>
              <a:ext cx="5025" cy="4039"/>
            </a:xfrm>
            <a:custGeom>
              <a:avLst/>
              <a:gdLst/>
              <a:ahLst/>
              <a:cxnLst/>
              <a:rect l="l" t="t" r="r" b="b"/>
              <a:pathLst>
                <a:path w="158" h="127" extrusionOk="0">
                  <a:moveTo>
                    <a:pt x="80" y="1"/>
                  </a:moveTo>
                  <a:lnTo>
                    <a:pt x="80" y="1"/>
                  </a:lnTo>
                  <a:cubicBezTo>
                    <a:pt x="80" y="1"/>
                    <a:pt x="63" y="1"/>
                    <a:pt x="63" y="17"/>
                  </a:cubicBezTo>
                  <a:lnTo>
                    <a:pt x="17" y="32"/>
                  </a:lnTo>
                  <a:cubicBezTo>
                    <a:pt x="0" y="49"/>
                    <a:pt x="0" y="64"/>
                    <a:pt x="17" y="80"/>
                  </a:cubicBezTo>
                  <a:cubicBezTo>
                    <a:pt x="17" y="95"/>
                    <a:pt x="32" y="95"/>
                    <a:pt x="48" y="95"/>
                  </a:cubicBezTo>
                  <a:lnTo>
                    <a:pt x="63" y="95"/>
                  </a:lnTo>
                  <a:lnTo>
                    <a:pt x="80" y="80"/>
                  </a:lnTo>
                  <a:lnTo>
                    <a:pt x="95" y="112"/>
                  </a:lnTo>
                  <a:cubicBezTo>
                    <a:pt x="95" y="127"/>
                    <a:pt x="111" y="127"/>
                    <a:pt x="126" y="127"/>
                  </a:cubicBezTo>
                  <a:lnTo>
                    <a:pt x="126" y="127"/>
                  </a:lnTo>
                  <a:lnTo>
                    <a:pt x="143" y="127"/>
                  </a:lnTo>
                  <a:cubicBezTo>
                    <a:pt x="158" y="112"/>
                    <a:pt x="158" y="95"/>
                    <a:pt x="158" y="80"/>
                  </a:cubicBezTo>
                  <a:lnTo>
                    <a:pt x="143" y="49"/>
                  </a:lnTo>
                  <a:cubicBezTo>
                    <a:pt x="126" y="49"/>
                    <a:pt x="126" y="49"/>
                    <a:pt x="111" y="32"/>
                  </a:cubicBezTo>
                  <a:lnTo>
                    <a:pt x="111"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8" name="Google Shape;1868;p38"/>
            <p:cNvSpPr/>
            <p:nvPr/>
          </p:nvSpPr>
          <p:spPr>
            <a:xfrm>
              <a:off x="3021152" y="1802279"/>
              <a:ext cx="4039" cy="3053"/>
            </a:xfrm>
            <a:custGeom>
              <a:avLst/>
              <a:gdLst/>
              <a:ahLst/>
              <a:cxnLst/>
              <a:rect l="l" t="t" r="r" b="b"/>
              <a:pathLst>
                <a:path w="127" h="96" extrusionOk="0">
                  <a:moveTo>
                    <a:pt x="32" y="1"/>
                  </a:moveTo>
                  <a:lnTo>
                    <a:pt x="32" y="1"/>
                  </a:lnTo>
                  <a:cubicBezTo>
                    <a:pt x="17" y="1"/>
                    <a:pt x="1" y="16"/>
                    <a:pt x="1" y="32"/>
                  </a:cubicBezTo>
                  <a:lnTo>
                    <a:pt x="1" y="32"/>
                  </a:lnTo>
                  <a:cubicBezTo>
                    <a:pt x="17" y="32"/>
                    <a:pt x="32" y="32"/>
                    <a:pt x="32" y="48"/>
                  </a:cubicBezTo>
                  <a:lnTo>
                    <a:pt x="32" y="79"/>
                  </a:lnTo>
                  <a:lnTo>
                    <a:pt x="80" y="95"/>
                  </a:lnTo>
                  <a:lnTo>
                    <a:pt x="80" y="95"/>
                  </a:lnTo>
                  <a:lnTo>
                    <a:pt x="95" y="95"/>
                  </a:lnTo>
                  <a:cubicBezTo>
                    <a:pt x="112" y="95"/>
                    <a:pt x="112" y="79"/>
                    <a:pt x="127" y="64"/>
                  </a:cubicBezTo>
                  <a:lnTo>
                    <a:pt x="127" y="64"/>
                  </a:lnTo>
                  <a:cubicBezTo>
                    <a:pt x="127" y="48"/>
                    <a:pt x="112" y="32"/>
                    <a:pt x="95" y="32"/>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9" name="Google Shape;1869;p38"/>
            <p:cNvSpPr/>
            <p:nvPr/>
          </p:nvSpPr>
          <p:spPr>
            <a:xfrm>
              <a:off x="3302774" y="1821807"/>
              <a:ext cx="6042" cy="2576"/>
            </a:xfrm>
            <a:custGeom>
              <a:avLst/>
              <a:gdLst/>
              <a:ahLst/>
              <a:cxnLst/>
              <a:rect l="l" t="t" r="r" b="b"/>
              <a:pathLst>
                <a:path w="190" h="81" extrusionOk="0">
                  <a:moveTo>
                    <a:pt x="32" y="1"/>
                  </a:moveTo>
                  <a:lnTo>
                    <a:pt x="32" y="1"/>
                  </a:lnTo>
                  <a:cubicBezTo>
                    <a:pt x="17" y="1"/>
                    <a:pt x="0" y="1"/>
                    <a:pt x="0" y="17"/>
                  </a:cubicBezTo>
                  <a:lnTo>
                    <a:pt x="0" y="32"/>
                  </a:lnTo>
                  <a:cubicBezTo>
                    <a:pt x="0" y="49"/>
                    <a:pt x="17" y="64"/>
                    <a:pt x="32" y="64"/>
                  </a:cubicBezTo>
                  <a:lnTo>
                    <a:pt x="48" y="64"/>
                  </a:lnTo>
                  <a:lnTo>
                    <a:pt x="143" y="80"/>
                  </a:lnTo>
                  <a:lnTo>
                    <a:pt x="143" y="80"/>
                  </a:lnTo>
                  <a:lnTo>
                    <a:pt x="174" y="80"/>
                  </a:lnTo>
                  <a:cubicBezTo>
                    <a:pt x="174" y="80"/>
                    <a:pt x="189" y="64"/>
                    <a:pt x="189" y="49"/>
                  </a:cubicBezTo>
                  <a:cubicBezTo>
                    <a:pt x="189" y="32"/>
                    <a:pt x="174" y="17"/>
                    <a:pt x="158" y="17"/>
                  </a:cubicBezTo>
                  <a:lnTo>
                    <a:pt x="158" y="17"/>
                  </a:lnTo>
                  <a:lnTo>
                    <a:pt x="143" y="17"/>
                  </a:lnTo>
                  <a:lnTo>
                    <a:pt x="126"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0" name="Google Shape;1870;p38"/>
            <p:cNvSpPr/>
            <p:nvPr/>
          </p:nvSpPr>
          <p:spPr>
            <a:xfrm>
              <a:off x="3200556" y="1772225"/>
              <a:ext cx="6551" cy="2512"/>
            </a:xfrm>
            <a:custGeom>
              <a:avLst/>
              <a:gdLst/>
              <a:ahLst/>
              <a:cxnLst/>
              <a:rect l="l" t="t" r="r" b="b"/>
              <a:pathLst>
                <a:path w="206" h="79" extrusionOk="0">
                  <a:moveTo>
                    <a:pt x="206" y="1"/>
                  </a:moveTo>
                  <a:cubicBezTo>
                    <a:pt x="143" y="1"/>
                    <a:pt x="95" y="1"/>
                    <a:pt x="48" y="16"/>
                  </a:cubicBezTo>
                  <a:lnTo>
                    <a:pt x="32" y="16"/>
                  </a:lnTo>
                  <a:cubicBezTo>
                    <a:pt x="17" y="32"/>
                    <a:pt x="0" y="47"/>
                    <a:pt x="17" y="64"/>
                  </a:cubicBezTo>
                  <a:cubicBezTo>
                    <a:pt x="17" y="79"/>
                    <a:pt x="32" y="79"/>
                    <a:pt x="48" y="79"/>
                  </a:cubicBezTo>
                  <a:lnTo>
                    <a:pt x="63" y="79"/>
                  </a:lnTo>
                  <a:lnTo>
                    <a:pt x="174" y="16"/>
                  </a:lnTo>
                  <a:cubicBezTo>
                    <a:pt x="189" y="16"/>
                    <a:pt x="206"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1" name="Google Shape;1871;p38"/>
            <p:cNvSpPr/>
            <p:nvPr/>
          </p:nvSpPr>
          <p:spPr>
            <a:xfrm>
              <a:off x="3411001" y="1761698"/>
              <a:ext cx="8046" cy="3530"/>
            </a:xfrm>
            <a:custGeom>
              <a:avLst/>
              <a:gdLst/>
              <a:ahLst/>
              <a:cxnLst/>
              <a:rect l="l" t="t" r="r" b="b"/>
              <a:pathLst>
                <a:path w="253" h="111" extrusionOk="0">
                  <a:moveTo>
                    <a:pt x="221" y="0"/>
                  </a:moveTo>
                  <a:lnTo>
                    <a:pt x="221" y="16"/>
                  </a:lnTo>
                  <a:lnTo>
                    <a:pt x="221" y="16"/>
                  </a:lnTo>
                  <a:lnTo>
                    <a:pt x="174" y="16"/>
                  </a:lnTo>
                  <a:lnTo>
                    <a:pt x="127" y="32"/>
                  </a:lnTo>
                  <a:lnTo>
                    <a:pt x="127" y="48"/>
                  </a:lnTo>
                  <a:cubicBezTo>
                    <a:pt x="111" y="63"/>
                    <a:pt x="111" y="63"/>
                    <a:pt x="95" y="63"/>
                  </a:cubicBezTo>
                  <a:lnTo>
                    <a:pt x="80" y="63"/>
                  </a:lnTo>
                  <a:cubicBezTo>
                    <a:pt x="64" y="63"/>
                    <a:pt x="64" y="48"/>
                    <a:pt x="64" y="32"/>
                  </a:cubicBezTo>
                  <a:lnTo>
                    <a:pt x="32" y="48"/>
                  </a:lnTo>
                  <a:lnTo>
                    <a:pt x="17" y="48"/>
                  </a:lnTo>
                  <a:lnTo>
                    <a:pt x="1" y="48"/>
                  </a:lnTo>
                  <a:cubicBezTo>
                    <a:pt x="1" y="63"/>
                    <a:pt x="17" y="63"/>
                    <a:pt x="17" y="79"/>
                  </a:cubicBezTo>
                  <a:lnTo>
                    <a:pt x="17" y="95"/>
                  </a:lnTo>
                  <a:lnTo>
                    <a:pt x="17" y="111"/>
                  </a:lnTo>
                  <a:lnTo>
                    <a:pt x="32" y="111"/>
                  </a:lnTo>
                  <a:lnTo>
                    <a:pt x="32" y="111"/>
                  </a:lnTo>
                  <a:lnTo>
                    <a:pt x="48" y="111"/>
                  </a:lnTo>
                  <a:lnTo>
                    <a:pt x="127" y="95"/>
                  </a:lnTo>
                  <a:lnTo>
                    <a:pt x="190" y="79"/>
                  </a:lnTo>
                  <a:lnTo>
                    <a:pt x="221" y="79"/>
                  </a:lnTo>
                  <a:lnTo>
                    <a:pt x="253" y="63"/>
                  </a:lnTo>
                  <a:lnTo>
                    <a:pt x="253" y="32"/>
                  </a:lnTo>
                  <a:lnTo>
                    <a:pt x="253" y="32"/>
                  </a:lnTo>
                  <a:cubicBezTo>
                    <a:pt x="253" y="16"/>
                    <a:pt x="238"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2" name="Google Shape;1872;p38"/>
            <p:cNvSpPr/>
            <p:nvPr/>
          </p:nvSpPr>
          <p:spPr>
            <a:xfrm>
              <a:off x="3131924" y="1824351"/>
              <a:ext cx="4516" cy="4516"/>
            </a:xfrm>
            <a:custGeom>
              <a:avLst/>
              <a:gdLst/>
              <a:ahLst/>
              <a:cxnLst/>
              <a:rect l="l" t="t" r="r" b="b"/>
              <a:pathLst>
                <a:path w="142" h="142" extrusionOk="0">
                  <a:moveTo>
                    <a:pt x="15" y="63"/>
                  </a:moveTo>
                  <a:lnTo>
                    <a:pt x="15" y="63"/>
                  </a:lnTo>
                  <a:lnTo>
                    <a:pt x="15" y="63"/>
                  </a:lnTo>
                  <a:close/>
                  <a:moveTo>
                    <a:pt x="47" y="0"/>
                  </a:moveTo>
                  <a:lnTo>
                    <a:pt x="47" y="0"/>
                  </a:lnTo>
                  <a:cubicBezTo>
                    <a:pt x="32" y="0"/>
                    <a:pt x="32" y="15"/>
                    <a:pt x="15" y="15"/>
                  </a:cubicBezTo>
                  <a:cubicBezTo>
                    <a:pt x="0" y="32"/>
                    <a:pt x="0" y="47"/>
                    <a:pt x="15" y="63"/>
                  </a:cubicBezTo>
                  <a:lnTo>
                    <a:pt x="15" y="63"/>
                  </a:lnTo>
                  <a:cubicBezTo>
                    <a:pt x="15" y="78"/>
                    <a:pt x="32" y="110"/>
                    <a:pt x="47" y="126"/>
                  </a:cubicBezTo>
                  <a:lnTo>
                    <a:pt x="78" y="126"/>
                  </a:lnTo>
                  <a:lnTo>
                    <a:pt x="78" y="126"/>
                  </a:lnTo>
                  <a:lnTo>
                    <a:pt x="78" y="126"/>
                  </a:lnTo>
                  <a:cubicBezTo>
                    <a:pt x="95" y="141"/>
                    <a:pt x="110" y="141"/>
                    <a:pt x="110" y="141"/>
                  </a:cubicBezTo>
                  <a:lnTo>
                    <a:pt x="126" y="141"/>
                  </a:lnTo>
                  <a:lnTo>
                    <a:pt x="126" y="141"/>
                  </a:lnTo>
                  <a:cubicBezTo>
                    <a:pt x="141" y="126"/>
                    <a:pt x="141" y="126"/>
                    <a:pt x="141" y="110"/>
                  </a:cubicBezTo>
                  <a:lnTo>
                    <a:pt x="141" y="95"/>
                  </a:lnTo>
                  <a:lnTo>
                    <a:pt x="141" y="78"/>
                  </a:lnTo>
                  <a:cubicBezTo>
                    <a:pt x="126" y="63"/>
                    <a:pt x="110" y="47"/>
                    <a:pt x="95" y="47"/>
                  </a:cubicBezTo>
                  <a:lnTo>
                    <a:pt x="78" y="47"/>
                  </a:lnTo>
                  <a:cubicBezTo>
                    <a:pt x="78" y="32"/>
                    <a:pt x="78" y="32"/>
                    <a:pt x="63" y="15"/>
                  </a:cubicBez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3" name="Google Shape;1873;p38"/>
            <p:cNvSpPr/>
            <p:nvPr/>
          </p:nvSpPr>
          <p:spPr>
            <a:xfrm>
              <a:off x="3132401" y="1826355"/>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4" name="Google Shape;1874;p38"/>
            <p:cNvSpPr/>
            <p:nvPr/>
          </p:nvSpPr>
          <p:spPr>
            <a:xfrm>
              <a:off x="3196072" y="1783261"/>
              <a:ext cx="5502" cy="3498"/>
            </a:xfrm>
            <a:custGeom>
              <a:avLst/>
              <a:gdLst/>
              <a:ahLst/>
              <a:cxnLst/>
              <a:rect l="l" t="t" r="r" b="b"/>
              <a:pathLst>
                <a:path w="173" h="110" extrusionOk="0">
                  <a:moveTo>
                    <a:pt x="126" y="0"/>
                  </a:moveTo>
                  <a:lnTo>
                    <a:pt x="126" y="0"/>
                  </a:lnTo>
                  <a:lnTo>
                    <a:pt x="110" y="0"/>
                  </a:lnTo>
                  <a:lnTo>
                    <a:pt x="15" y="47"/>
                  </a:lnTo>
                  <a:cubicBezTo>
                    <a:pt x="15" y="47"/>
                    <a:pt x="0" y="47"/>
                    <a:pt x="0" y="63"/>
                  </a:cubicBezTo>
                  <a:lnTo>
                    <a:pt x="0" y="78"/>
                  </a:lnTo>
                  <a:cubicBezTo>
                    <a:pt x="0" y="95"/>
                    <a:pt x="15" y="110"/>
                    <a:pt x="32" y="110"/>
                  </a:cubicBezTo>
                  <a:lnTo>
                    <a:pt x="47" y="110"/>
                  </a:lnTo>
                  <a:lnTo>
                    <a:pt x="63" y="95"/>
                  </a:lnTo>
                  <a:lnTo>
                    <a:pt x="141" y="63"/>
                  </a:lnTo>
                  <a:cubicBezTo>
                    <a:pt x="158" y="63"/>
                    <a:pt x="173" y="32"/>
                    <a:pt x="158" y="15"/>
                  </a:cubicBez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5" name="Google Shape;1875;p38"/>
            <p:cNvSpPr/>
            <p:nvPr/>
          </p:nvSpPr>
          <p:spPr>
            <a:xfrm>
              <a:off x="3017145" y="1801294"/>
              <a:ext cx="2576" cy="4039"/>
            </a:xfrm>
            <a:custGeom>
              <a:avLst/>
              <a:gdLst/>
              <a:ahLst/>
              <a:cxnLst/>
              <a:rect l="l" t="t" r="r" b="b"/>
              <a:pathLst>
                <a:path w="81" h="127" extrusionOk="0">
                  <a:moveTo>
                    <a:pt x="49" y="0"/>
                  </a:moveTo>
                  <a:lnTo>
                    <a:pt x="49" y="0"/>
                  </a:lnTo>
                  <a:lnTo>
                    <a:pt x="32" y="0"/>
                  </a:lnTo>
                  <a:cubicBezTo>
                    <a:pt x="17" y="16"/>
                    <a:pt x="1" y="32"/>
                    <a:pt x="17" y="47"/>
                  </a:cubicBezTo>
                  <a:lnTo>
                    <a:pt x="32" y="95"/>
                  </a:lnTo>
                  <a:cubicBezTo>
                    <a:pt x="32" y="110"/>
                    <a:pt x="49" y="110"/>
                    <a:pt x="49" y="110"/>
                  </a:cubicBezTo>
                  <a:cubicBezTo>
                    <a:pt x="49" y="126"/>
                    <a:pt x="49" y="126"/>
                    <a:pt x="64" y="126"/>
                  </a:cubicBezTo>
                  <a:lnTo>
                    <a:pt x="49" y="110"/>
                  </a:lnTo>
                  <a:lnTo>
                    <a:pt x="32" y="63"/>
                  </a:lnTo>
                  <a:cubicBezTo>
                    <a:pt x="32" y="47"/>
                    <a:pt x="49" y="32"/>
                    <a:pt x="64" y="32"/>
                  </a:cubicBezTo>
                  <a:lnTo>
                    <a:pt x="64" y="16"/>
                  </a:lnTo>
                  <a:lnTo>
                    <a:pt x="80" y="16"/>
                  </a:lnTo>
                  <a:lnTo>
                    <a:pt x="80" y="32"/>
                  </a:lnTo>
                  <a:cubicBezTo>
                    <a:pt x="80" y="16"/>
                    <a:pt x="80" y="16"/>
                    <a:pt x="64" y="16"/>
                  </a:cubicBezTo>
                  <a:cubicBezTo>
                    <a:pt x="64"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6" name="Google Shape;1876;p38"/>
            <p:cNvSpPr/>
            <p:nvPr/>
          </p:nvSpPr>
          <p:spPr>
            <a:xfrm>
              <a:off x="3317308" y="1817800"/>
              <a:ext cx="7537" cy="4039"/>
            </a:xfrm>
            <a:custGeom>
              <a:avLst/>
              <a:gdLst/>
              <a:ahLst/>
              <a:cxnLst/>
              <a:rect l="l" t="t" r="r" b="b"/>
              <a:pathLst>
                <a:path w="237" h="127" extrusionOk="0">
                  <a:moveTo>
                    <a:pt x="111" y="1"/>
                  </a:moveTo>
                  <a:cubicBezTo>
                    <a:pt x="127" y="17"/>
                    <a:pt x="127" y="17"/>
                    <a:pt x="127" y="32"/>
                  </a:cubicBezTo>
                  <a:cubicBezTo>
                    <a:pt x="127" y="49"/>
                    <a:pt x="111" y="64"/>
                    <a:pt x="95" y="64"/>
                  </a:cubicBezTo>
                  <a:lnTo>
                    <a:pt x="79" y="64"/>
                  </a:lnTo>
                  <a:lnTo>
                    <a:pt x="64" y="64"/>
                  </a:lnTo>
                  <a:lnTo>
                    <a:pt x="48" y="64"/>
                  </a:lnTo>
                  <a:lnTo>
                    <a:pt x="32" y="64"/>
                  </a:lnTo>
                  <a:lnTo>
                    <a:pt x="16" y="64"/>
                  </a:lnTo>
                  <a:lnTo>
                    <a:pt x="32" y="64"/>
                  </a:lnTo>
                  <a:lnTo>
                    <a:pt x="32" y="80"/>
                  </a:lnTo>
                  <a:lnTo>
                    <a:pt x="79" y="95"/>
                  </a:lnTo>
                  <a:lnTo>
                    <a:pt x="79" y="95"/>
                  </a:lnTo>
                  <a:cubicBezTo>
                    <a:pt x="95" y="95"/>
                    <a:pt x="111" y="80"/>
                    <a:pt x="111" y="80"/>
                  </a:cubicBezTo>
                  <a:lnTo>
                    <a:pt x="111" y="80"/>
                  </a:lnTo>
                  <a:cubicBezTo>
                    <a:pt x="111" y="80"/>
                    <a:pt x="127" y="80"/>
                    <a:pt x="127" y="95"/>
                  </a:cubicBezTo>
                  <a:cubicBezTo>
                    <a:pt x="142" y="95"/>
                    <a:pt x="158" y="112"/>
                    <a:pt x="190" y="112"/>
                  </a:cubicBezTo>
                  <a:lnTo>
                    <a:pt x="190" y="127"/>
                  </a:lnTo>
                  <a:cubicBezTo>
                    <a:pt x="205" y="127"/>
                    <a:pt x="221" y="112"/>
                    <a:pt x="221" y="95"/>
                  </a:cubicBezTo>
                  <a:cubicBezTo>
                    <a:pt x="237" y="80"/>
                    <a:pt x="221" y="49"/>
                    <a:pt x="205" y="49"/>
                  </a:cubicBezTo>
                  <a:lnTo>
                    <a:pt x="190" y="49"/>
                  </a:lnTo>
                  <a:cubicBezTo>
                    <a:pt x="174" y="49"/>
                    <a:pt x="174" y="32"/>
                    <a:pt x="174" y="32"/>
                  </a:cubicBezTo>
                  <a:cubicBezTo>
                    <a:pt x="174" y="32"/>
                    <a:pt x="158" y="17"/>
                    <a:pt x="142" y="17"/>
                  </a:cubicBezTo>
                  <a:cubicBezTo>
                    <a:pt x="127" y="17"/>
                    <a:pt x="127" y="1"/>
                    <a:pt x="111" y="1"/>
                  </a:cubicBezTo>
                  <a:close/>
                  <a:moveTo>
                    <a:pt x="1" y="1"/>
                  </a:moveTo>
                  <a:lnTo>
                    <a:pt x="1" y="1"/>
                  </a:lnTo>
                  <a:lnTo>
                    <a:pt x="1"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7" name="Google Shape;1877;p38"/>
            <p:cNvSpPr/>
            <p:nvPr/>
          </p:nvSpPr>
          <p:spPr>
            <a:xfrm>
              <a:off x="3424041" y="1754669"/>
              <a:ext cx="6042" cy="7060"/>
            </a:xfrm>
            <a:custGeom>
              <a:avLst/>
              <a:gdLst/>
              <a:ahLst/>
              <a:cxnLst/>
              <a:rect l="l" t="t" r="r" b="b"/>
              <a:pathLst>
                <a:path w="190" h="222" extrusionOk="0">
                  <a:moveTo>
                    <a:pt x="32" y="1"/>
                  </a:moveTo>
                  <a:cubicBezTo>
                    <a:pt x="32" y="17"/>
                    <a:pt x="17" y="17"/>
                    <a:pt x="17" y="32"/>
                  </a:cubicBezTo>
                  <a:lnTo>
                    <a:pt x="17" y="48"/>
                  </a:lnTo>
                  <a:lnTo>
                    <a:pt x="17" y="64"/>
                  </a:lnTo>
                  <a:cubicBezTo>
                    <a:pt x="0" y="80"/>
                    <a:pt x="17" y="95"/>
                    <a:pt x="17" y="111"/>
                  </a:cubicBezTo>
                  <a:lnTo>
                    <a:pt x="17" y="127"/>
                  </a:lnTo>
                  <a:cubicBezTo>
                    <a:pt x="17" y="143"/>
                    <a:pt x="32" y="143"/>
                    <a:pt x="32" y="143"/>
                  </a:cubicBezTo>
                  <a:lnTo>
                    <a:pt x="48" y="143"/>
                  </a:lnTo>
                  <a:lnTo>
                    <a:pt x="111" y="111"/>
                  </a:lnTo>
                  <a:lnTo>
                    <a:pt x="80" y="190"/>
                  </a:lnTo>
                  <a:cubicBezTo>
                    <a:pt x="80" y="206"/>
                    <a:pt x="95" y="221"/>
                    <a:pt x="111" y="221"/>
                  </a:cubicBezTo>
                  <a:lnTo>
                    <a:pt x="126" y="221"/>
                  </a:lnTo>
                  <a:cubicBezTo>
                    <a:pt x="143" y="221"/>
                    <a:pt x="143" y="221"/>
                    <a:pt x="158" y="206"/>
                  </a:cubicBezTo>
                  <a:lnTo>
                    <a:pt x="158" y="174"/>
                  </a:lnTo>
                  <a:lnTo>
                    <a:pt x="189" y="80"/>
                  </a:lnTo>
                  <a:lnTo>
                    <a:pt x="189" y="64"/>
                  </a:lnTo>
                  <a:cubicBezTo>
                    <a:pt x="189" y="64"/>
                    <a:pt x="189" y="48"/>
                    <a:pt x="174" y="32"/>
                  </a:cubicBezTo>
                  <a:lnTo>
                    <a:pt x="158" y="32"/>
                  </a:lnTo>
                  <a:lnTo>
                    <a:pt x="158" y="32"/>
                  </a:lnTo>
                  <a:lnTo>
                    <a:pt x="143" y="32"/>
                  </a:lnTo>
                  <a:lnTo>
                    <a:pt x="80" y="48"/>
                  </a:lnTo>
                  <a:lnTo>
                    <a:pt x="80" y="48"/>
                  </a:lnTo>
                  <a:cubicBezTo>
                    <a:pt x="80" y="32"/>
                    <a:pt x="80" y="17"/>
                    <a:pt x="63"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8" name="Google Shape;1878;p38"/>
            <p:cNvSpPr/>
            <p:nvPr/>
          </p:nvSpPr>
          <p:spPr>
            <a:xfrm>
              <a:off x="3142928" y="1823333"/>
              <a:ext cx="3530" cy="5534"/>
            </a:xfrm>
            <a:custGeom>
              <a:avLst/>
              <a:gdLst/>
              <a:ahLst/>
              <a:cxnLst/>
              <a:rect l="l" t="t" r="r" b="b"/>
              <a:pathLst>
                <a:path w="111" h="174" extrusionOk="0">
                  <a:moveTo>
                    <a:pt x="48" y="1"/>
                  </a:moveTo>
                  <a:lnTo>
                    <a:pt x="32" y="1"/>
                  </a:lnTo>
                  <a:lnTo>
                    <a:pt x="32" y="16"/>
                  </a:lnTo>
                  <a:cubicBezTo>
                    <a:pt x="16" y="16"/>
                    <a:pt x="1" y="32"/>
                    <a:pt x="16" y="47"/>
                  </a:cubicBezTo>
                  <a:lnTo>
                    <a:pt x="16" y="79"/>
                  </a:lnTo>
                  <a:lnTo>
                    <a:pt x="16" y="110"/>
                  </a:lnTo>
                  <a:lnTo>
                    <a:pt x="16" y="110"/>
                  </a:lnTo>
                  <a:lnTo>
                    <a:pt x="1" y="110"/>
                  </a:lnTo>
                  <a:cubicBezTo>
                    <a:pt x="1" y="127"/>
                    <a:pt x="1" y="158"/>
                    <a:pt x="16" y="158"/>
                  </a:cubicBezTo>
                  <a:cubicBezTo>
                    <a:pt x="16" y="173"/>
                    <a:pt x="32" y="173"/>
                    <a:pt x="32" y="173"/>
                  </a:cubicBezTo>
                  <a:cubicBezTo>
                    <a:pt x="48" y="173"/>
                    <a:pt x="48" y="173"/>
                    <a:pt x="64" y="158"/>
                  </a:cubicBezTo>
                  <a:lnTo>
                    <a:pt x="64" y="158"/>
                  </a:lnTo>
                  <a:cubicBezTo>
                    <a:pt x="79" y="142"/>
                    <a:pt x="79" y="127"/>
                    <a:pt x="95" y="110"/>
                  </a:cubicBezTo>
                  <a:cubicBezTo>
                    <a:pt x="95" y="110"/>
                    <a:pt x="95" y="95"/>
                    <a:pt x="79" y="95"/>
                  </a:cubicBezTo>
                  <a:lnTo>
                    <a:pt x="95" y="95"/>
                  </a:lnTo>
                  <a:lnTo>
                    <a:pt x="95" y="95"/>
                  </a:lnTo>
                  <a:cubicBezTo>
                    <a:pt x="111" y="64"/>
                    <a:pt x="95" y="47"/>
                    <a:pt x="95" y="32"/>
                  </a:cubicBezTo>
                  <a:cubicBezTo>
                    <a:pt x="95" y="32"/>
                    <a:pt x="79" y="32"/>
                    <a:pt x="79" y="16"/>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9" name="Google Shape;1879;p38"/>
            <p:cNvSpPr/>
            <p:nvPr/>
          </p:nvSpPr>
          <p:spPr>
            <a:xfrm>
              <a:off x="3326817" y="1815319"/>
              <a:ext cx="4580" cy="4516"/>
            </a:xfrm>
            <a:custGeom>
              <a:avLst/>
              <a:gdLst/>
              <a:ahLst/>
              <a:cxnLst/>
              <a:rect l="l" t="t" r="r" b="b"/>
              <a:pathLst>
                <a:path w="144" h="142" extrusionOk="0">
                  <a:moveTo>
                    <a:pt x="112" y="1"/>
                  </a:moveTo>
                  <a:lnTo>
                    <a:pt x="112" y="1"/>
                  </a:lnTo>
                  <a:lnTo>
                    <a:pt x="95" y="1"/>
                  </a:lnTo>
                  <a:cubicBezTo>
                    <a:pt x="95" y="1"/>
                    <a:pt x="95" y="16"/>
                    <a:pt x="80" y="16"/>
                  </a:cubicBezTo>
                  <a:lnTo>
                    <a:pt x="80" y="16"/>
                  </a:lnTo>
                  <a:lnTo>
                    <a:pt x="80" y="16"/>
                  </a:lnTo>
                  <a:cubicBezTo>
                    <a:pt x="64" y="32"/>
                    <a:pt x="64" y="32"/>
                    <a:pt x="48" y="32"/>
                  </a:cubicBezTo>
                  <a:lnTo>
                    <a:pt x="48" y="47"/>
                  </a:lnTo>
                  <a:lnTo>
                    <a:pt x="48" y="47"/>
                  </a:lnTo>
                  <a:cubicBezTo>
                    <a:pt x="32" y="47"/>
                    <a:pt x="32" y="64"/>
                    <a:pt x="17" y="64"/>
                  </a:cubicBezTo>
                  <a:lnTo>
                    <a:pt x="17" y="79"/>
                  </a:lnTo>
                  <a:cubicBezTo>
                    <a:pt x="1" y="95"/>
                    <a:pt x="1" y="110"/>
                    <a:pt x="17" y="127"/>
                  </a:cubicBezTo>
                  <a:cubicBezTo>
                    <a:pt x="32" y="127"/>
                    <a:pt x="32" y="142"/>
                    <a:pt x="48" y="142"/>
                  </a:cubicBezTo>
                  <a:lnTo>
                    <a:pt x="64" y="127"/>
                  </a:lnTo>
                  <a:cubicBezTo>
                    <a:pt x="80" y="127"/>
                    <a:pt x="80" y="110"/>
                    <a:pt x="80" y="110"/>
                  </a:cubicBezTo>
                  <a:lnTo>
                    <a:pt x="95" y="95"/>
                  </a:lnTo>
                  <a:lnTo>
                    <a:pt x="95" y="95"/>
                  </a:lnTo>
                  <a:lnTo>
                    <a:pt x="112" y="79"/>
                  </a:lnTo>
                  <a:cubicBezTo>
                    <a:pt x="127" y="79"/>
                    <a:pt x="127" y="64"/>
                    <a:pt x="127" y="64"/>
                  </a:cubicBezTo>
                  <a:cubicBezTo>
                    <a:pt x="127" y="64"/>
                    <a:pt x="143" y="64"/>
                    <a:pt x="143" y="47"/>
                  </a:cubicBezTo>
                  <a:cubicBezTo>
                    <a:pt x="143" y="32"/>
                    <a:pt x="143" y="32"/>
                    <a:pt x="127"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0" name="Google Shape;1880;p38"/>
            <p:cNvSpPr/>
            <p:nvPr/>
          </p:nvSpPr>
          <p:spPr>
            <a:xfrm>
              <a:off x="3021152" y="1794265"/>
              <a:ext cx="4580" cy="3530"/>
            </a:xfrm>
            <a:custGeom>
              <a:avLst/>
              <a:gdLst/>
              <a:ahLst/>
              <a:cxnLst/>
              <a:rect l="l" t="t" r="r" b="b"/>
              <a:pathLst>
                <a:path w="144" h="111" extrusionOk="0">
                  <a:moveTo>
                    <a:pt x="80" y="1"/>
                  </a:moveTo>
                  <a:lnTo>
                    <a:pt x="80" y="1"/>
                  </a:lnTo>
                  <a:lnTo>
                    <a:pt x="64" y="1"/>
                  </a:lnTo>
                  <a:lnTo>
                    <a:pt x="32" y="16"/>
                  </a:lnTo>
                  <a:lnTo>
                    <a:pt x="17" y="32"/>
                  </a:lnTo>
                  <a:cubicBezTo>
                    <a:pt x="1" y="47"/>
                    <a:pt x="1" y="64"/>
                    <a:pt x="1" y="64"/>
                  </a:cubicBezTo>
                  <a:cubicBezTo>
                    <a:pt x="1" y="79"/>
                    <a:pt x="17" y="95"/>
                    <a:pt x="32" y="95"/>
                  </a:cubicBezTo>
                  <a:lnTo>
                    <a:pt x="32" y="95"/>
                  </a:lnTo>
                  <a:lnTo>
                    <a:pt x="95" y="110"/>
                  </a:lnTo>
                  <a:lnTo>
                    <a:pt x="95" y="110"/>
                  </a:lnTo>
                  <a:cubicBezTo>
                    <a:pt x="112" y="110"/>
                    <a:pt x="127" y="95"/>
                    <a:pt x="127" y="79"/>
                  </a:cubicBezTo>
                  <a:cubicBezTo>
                    <a:pt x="143" y="64"/>
                    <a:pt x="127" y="47"/>
                    <a:pt x="112" y="47"/>
                  </a:cubicBezTo>
                  <a:lnTo>
                    <a:pt x="112"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1" name="Google Shape;1881;p38"/>
            <p:cNvSpPr/>
            <p:nvPr/>
          </p:nvSpPr>
          <p:spPr>
            <a:xfrm>
              <a:off x="3268203" y="1771239"/>
              <a:ext cx="6520" cy="3021"/>
            </a:xfrm>
            <a:custGeom>
              <a:avLst/>
              <a:gdLst/>
              <a:ahLst/>
              <a:cxnLst/>
              <a:rect l="l" t="t" r="r" b="b"/>
              <a:pathLst>
                <a:path w="205" h="95" extrusionOk="0">
                  <a:moveTo>
                    <a:pt x="47" y="0"/>
                  </a:moveTo>
                  <a:lnTo>
                    <a:pt x="47" y="0"/>
                  </a:lnTo>
                  <a:cubicBezTo>
                    <a:pt x="47" y="15"/>
                    <a:pt x="32" y="15"/>
                    <a:pt x="16" y="15"/>
                  </a:cubicBezTo>
                  <a:lnTo>
                    <a:pt x="1" y="15"/>
                  </a:lnTo>
                  <a:cubicBezTo>
                    <a:pt x="1" y="32"/>
                    <a:pt x="1" y="47"/>
                    <a:pt x="16" y="63"/>
                  </a:cubicBezTo>
                  <a:cubicBezTo>
                    <a:pt x="32" y="63"/>
                    <a:pt x="47" y="63"/>
                    <a:pt x="47" y="78"/>
                  </a:cubicBezTo>
                  <a:lnTo>
                    <a:pt x="79" y="78"/>
                  </a:lnTo>
                  <a:lnTo>
                    <a:pt x="95" y="78"/>
                  </a:lnTo>
                  <a:cubicBezTo>
                    <a:pt x="110" y="63"/>
                    <a:pt x="110" y="63"/>
                    <a:pt x="127" y="63"/>
                  </a:cubicBezTo>
                  <a:lnTo>
                    <a:pt x="127" y="63"/>
                  </a:lnTo>
                  <a:cubicBezTo>
                    <a:pt x="142" y="63"/>
                    <a:pt x="142" y="78"/>
                    <a:pt x="142" y="78"/>
                  </a:cubicBezTo>
                  <a:lnTo>
                    <a:pt x="142" y="78"/>
                  </a:lnTo>
                  <a:cubicBezTo>
                    <a:pt x="158" y="95"/>
                    <a:pt x="158" y="95"/>
                    <a:pt x="173" y="95"/>
                  </a:cubicBezTo>
                  <a:lnTo>
                    <a:pt x="190" y="95"/>
                  </a:lnTo>
                  <a:cubicBezTo>
                    <a:pt x="205" y="95"/>
                    <a:pt x="205" y="78"/>
                    <a:pt x="205" y="78"/>
                  </a:cubicBezTo>
                  <a:lnTo>
                    <a:pt x="205" y="47"/>
                  </a:lnTo>
                  <a:cubicBezTo>
                    <a:pt x="205" y="32"/>
                    <a:pt x="190" y="32"/>
                    <a:pt x="190" y="15"/>
                  </a:cubicBezTo>
                  <a:lnTo>
                    <a:pt x="190" y="15"/>
                  </a:lnTo>
                  <a:cubicBezTo>
                    <a:pt x="190" y="47"/>
                    <a:pt x="173" y="63"/>
                    <a:pt x="158" y="63"/>
                  </a:cubicBezTo>
                  <a:lnTo>
                    <a:pt x="142" y="63"/>
                  </a:lnTo>
                  <a:cubicBezTo>
                    <a:pt x="127" y="63"/>
                    <a:pt x="110" y="47"/>
                    <a:pt x="110" y="32"/>
                  </a:cubicBezTo>
                  <a:lnTo>
                    <a:pt x="110" y="0"/>
                  </a:lnTo>
                  <a:lnTo>
                    <a:pt x="95" y="0"/>
                  </a:lnTo>
                  <a:lnTo>
                    <a:pt x="79" y="0"/>
                  </a:lnTo>
                  <a:lnTo>
                    <a:pt x="79"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2" name="Google Shape;1882;p38"/>
            <p:cNvSpPr/>
            <p:nvPr/>
          </p:nvSpPr>
          <p:spPr>
            <a:xfrm>
              <a:off x="3417012" y="1755178"/>
              <a:ext cx="7569" cy="7537"/>
            </a:xfrm>
            <a:custGeom>
              <a:avLst/>
              <a:gdLst/>
              <a:ahLst/>
              <a:cxnLst/>
              <a:rect l="l" t="t" r="r" b="b"/>
              <a:pathLst>
                <a:path w="238" h="237" extrusionOk="0">
                  <a:moveTo>
                    <a:pt x="190" y="1"/>
                  </a:moveTo>
                  <a:lnTo>
                    <a:pt x="158" y="1"/>
                  </a:lnTo>
                  <a:lnTo>
                    <a:pt x="143" y="16"/>
                  </a:lnTo>
                  <a:lnTo>
                    <a:pt x="127" y="16"/>
                  </a:lnTo>
                  <a:lnTo>
                    <a:pt x="80" y="16"/>
                  </a:lnTo>
                  <a:lnTo>
                    <a:pt x="64" y="16"/>
                  </a:lnTo>
                  <a:lnTo>
                    <a:pt x="49" y="16"/>
                  </a:lnTo>
                  <a:lnTo>
                    <a:pt x="32" y="16"/>
                  </a:lnTo>
                  <a:lnTo>
                    <a:pt x="32" y="16"/>
                  </a:lnTo>
                  <a:cubicBezTo>
                    <a:pt x="17" y="16"/>
                    <a:pt x="17" y="16"/>
                    <a:pt x="1" y="32"/>
                  </a:cubicBezTo>
                  <a:lnTo>
                    <a:pt x="1" y="64"/>
                  </a:lnTo>
                  <a:cubicBezTo>
                    <a:pt x="17" y="64"/>
                    <a:pt x="17" y="79"/>
                    <a:pt x="17" y="79"/>
                  </a:cubicBezTo>
                  <a:cubicBezTo>
                    <a:pt x="49" y="79"/>
                    <a:pt x="64" y="95"/>
                    <a:pt x="80" y="95"/>
                  </a:cubicBezTo>
                  <a:lnTo>
                    <a:pt x="80" y="95"/>
                  </a:lnTo>
                  <a:cubicBezTo>
                    <a:pt x="95" y="95"/>
                    <a:pt x="127" y="79"/>
                    <a:pt x="143" y="79"/>
                  </a:cubicBezTo>
                  <a:lnTo>
                    <a:pt x="158" y="79"/>
                  </a:lnTo>
                  <a:lnTo>
                    <a:pt x="158" y="79"/>
                  </a:lnTo>
                  <a:cubicBezTo>
                    <a:pt x="158" y="95"/>
                    <a:pt x="158" y="95"/>
                    <a:pt x="175" y="111"/>
                  </a:cubicBezTo>
                  <a:cubicBezTo>
                    <a:pt x="175" y="142"/>
                    <a:pt x="175" y="158"/>
                    <a:pt x="158" y="174"/>
                  </a:cubicBezTo>
                  <a:lnTo>
                    <a:pt x="158" y="205"/>
                  </a:lnTo>
                  <a:cubicBezTo>
                    <a:pt x="158" y="221"/>
                    <a:pt x="158" y="221"/>
                    <a:pt x="175" y="221"/>
                  </a:cubicBezTo>
                  <a:cubicBezTo>
                    <a:pt x="175" y="237"/>
                    <a:pt x="175" y="237"/>
                    <a:pt x="190" y="237"/>
                  </a:cubicBezTo>
                  <a:lnTo>
                    <a:pt x="190" y="237"/>
                  </a:lnTo>
                  <a:cubicBezTo>
                    <a:pt x="206" y="237"/>
                    <a:pt x="206" y="221"/>
                    <a:pt x="221" y="221"/>
                  </a:cubicBezTo>
                  <a:cubicBezTo>
                    <a:pt x="238" y="190"/>
                    <a:pt x="238" y="142"/>
                    <a:pt x="238" y="111"/>
                  </a:cubicBezTo>
                  <a:lnTo>
                    <a:pt x="238" y="95"/>
                  </a:lnTo>
                  <a:cubicBezTo>
                    <a:pt x="238" y="79"/>
                    <a:pt x="221" y="64"/>
                    <a:pt x="238" y="48"/>
                  </a:cubicBezTo>
                  <a:lnTo>
                    <a:pt x="238" y="32"/>
                  </a:lnTo>
                  <a:cubicBezTo>
                    <a:pt x="238" y="32"/>
                    <a:pt x="238" y="16"/>
                    <a:pt x="221" y="16"/>
                  </a:cubicBezTo>
                  <a:lnTo>
                    <a:pt x="206" y="1"/>
                  </a:lnTo>
                  <a:lnTo>
                    <a:pt x="19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3" name="Google Shape;1883;p38"/>
            <p:cNvSpPr/>
            <p:nvPr/>
          </p:nvSpPr>
          <p:spPr>
            <a:xfrm>
              <a:off x="3271701" y="1769235"/>
              <a:ext cx="2544" cy="4039"/>
            </a:xfrm>
            <a:custGeom>
              <a:avLst/>
              <a:gdLst/>
              <a:ahLst/>
              <a:cxnLst/>
              <a:rect l="l" t="t" r="r" b="b"/>
              <a:pathLst>
                <a:path w="80" h="127" extrusionOk="0">
                  <a:moveTo>
                    <a:pt x="32" y="0"/>
                  </a:moveTo>
                  <a:lnTo>
                    <a:pt x="32" y="0"/>
                  </a:lnTo>
                  <a:cubicBezTo>
                    <a:pt x="17" y="0"/>
                    <a:pt x="0" y="15"/>
                    <a:pt x="0" y="47"/>
                  </a:cubicBezTo>
                  <a:lnTo>
                    <a:pt x="0" y="63"/>
                  </a:lnTo>
                  <a:lnTo>
                    <a:pt x="0" y="95"/>
                  </a:lnTo>
                  <a:cubicBezTo>
                    <a:pt x="0" y="110"/>
                    <a:pt x="17" y="126"/>
                    <a:pt x="32" y="126"/>
                  </a:cubicBezTo>
                  <a:lnTo>
                    <a:pt x="48" y="126"/>
                  </a:lnTo>
                  <a:cubicBezTo>
                    <a:pt x="63" y="126"/>
                    <a:pt x="80" y="110"/>
                    <a:pt x="80" y="78"/>
                  </a:cubicBezTo>
                  <a:lnTo>
                    <a:pt x="80" y="78"/>
                  </a:lnTo>
                  <a:lnTo>
                    <a:pt x="63" y="32"/>
                  </a:lnTo>
                  <a:lnTo>
                    <a:pt x="63" y="15"/>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4" name="Google Shape;1884;p38"/>
            <p:cNvSpPr/>
            <p:nvPr/>
          </p:nvSpPr>
          <p:spPr>
            <a:xfrm>
              <a:off x="3080275" y="1789749"/>
              <a:ext cx="5565" cy="3562"/>
            </a:xfrm>
            <a:custGeom>
              <a:avLst/>
              <a:gdLst/>
              <a:ahLst/>
              <a:cxnLst/>
              <a:rect l="l" t="t" r="r" b="b"/>
              <a:pathLst>
                <a:path w="175" h="112" extrusionOk="0">
                  <a:moveTo>
                    <a:pt x="95" y="48"/>
                  </a:moveTo>
                  <a:lnTo>
                    <a:pt x="95" y="32"/>
                  </a:lnTo>
                  <a:lnTo>
                    <a:pt x="95" y="48"/>
                  </a:lnTo>
                  <a:lnTo>
                    <a:pt x="95" y="48"/>
                  </a:lnTo>
                  <a:close/>
                  <a:moveTo>
                    <a:pt x="17" y="0"/>
                  </a:moveTo>
                  <a:cubicBezTo>
                    <a:pt x="17" y="0"/>
                    <a:pt x="1" y="0"/>
                    <a:pt x="1" y="17"/>
                  </a:cubicBezTo>
                  <a:lnTo>
                    <a:pt x="1" y="32"/>
                  </a:lnTo>
                  <a:cubicBezTo>
                    <a:pt x="17" y="95"/>
                    <a:pt x="64" y="111"/>
                    <a:pt x="95" y="111"/>
                  </a:cubicBezTo>
                  <a:lnTo>
                    <a:pt x="112" y="111"/>
                  </a:lnTo>
                  <a:lnTo>
                    <a:pt x="143" y="111"/>
                  </a:lnTo>
                  <a:lnTo>
                    <a:pt x="143" y="111"/>
                  </a:lnTo>
                  <a:lnTo>
                    <a:pt x="143" y="111"/>
                  </a:lnTo>
                  <a:cubicBezTo>
                    <a:pt x="158" y="111"/>
                    <a:pt x="175" y="95"/>
                    <a:pt x="175" y="95"/>
                  </a:cubicBezTo>
                  <a:lnTo>
                    <a:pt x="175" y="80"/>
                  </a:lnTo>
                  <a:lnTo>
                    <a:pt x="175" y="63"/>
                  </a:lnTo>
                  <a:lnTo>
                    <a:pt x="175" y="48"/>
                  </a:lnTo>
                  <a:cubicBezTo>
                    <a:pt x="158" y="48"/>
                    <a:pt x="158" y="32"/>
                    <a:pt x="158" y="32"/>
                  </a:cubicBezTo>
                  <a:lnTo>
                    <a:pt x="143" y="17"/>
                  </a:lnTo>
                  <a:lnTo>
                    <a:pt x="127" y="17"/>
                  </a:lnTo>
                  <a:lnTo>
                    <a:pt x="95" y="32"/>
                  </a:lnTo>
                  <a:lnTo>
                    <a:pt x="95" y="32"/>
                  </a:lnTo>
                  <a:cubicBezTo>
                    <a:pt x="80" y="32"/>
                    <a:pt x="64" y="17"/>
                    <a:pt x="64"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5" name="Google Shape;1885;p38"/>
            <p:cNvSpPr/>
            <p:nvPr/>
          </p:nvSpPr>
          <p:spPr>
            <a:xfrm>
              <a:off x="3083296" y="1790735"/>
              <a:ext cx="32" cy="572"/>
            </a:xfrm>
            <a:custGeom>
              <a:avLst/>
              <a:gdLst/>
              <a:ahLst/>
              <a:cxnLst/>
              <a:rect l="l" t="t" r="r" b="b"/>
              <a:pathLst>
                <a:path w="1" h="18" extrusionOk="0">
                  <a:moveTo>
                    <a:pt x="0" y="1"/>
                  </a:moveTo>
                  <a:lnTo>
                    <a:pt x="0" y="17"/>
                  </a:lnTo>
                  <a:lnTo>
                    <a:pt x="0"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6" name="Google Shape;1886;p38"/>
            <p:cNvSpPr/>
            <p:nvPr/>
          </p:nvSpPr>
          <p:spPr>
            <a:xfrm>
              <a:off x="3340843" y="1788731"/>
              <a:ext cx="5057" cy="5057"/>
            </a:xfrm>
            <a:custGeom>
              <a:avLst/>
              <a:gdLst/>
              <a:ahLst/>
              <a:cxnLst/>
              <a:rect l="l" t="t" r="r" b="b"/>
              <a:pathLst>
                <a:path w="159" h="159" extrusionOk="0">
                  <a:moveTo>
                    <a:pt x="32" y="1"/>
                  </a:moveTo>
                  <a:lnTo>
                    <a:pt x="32" y="1"/>
                  </a:lnTo>
                  <a:cubicBezTo>
                    <a:pt x="17" y="1"/>
                    <a:pt x="17" y="17"/>
                    <a:pt x="17" y="17"/>
                  </a:cubicBezTo>
                  <a:lnTo>
                    <a:pt x="17" y="17"/>
                  </a:lnTo>
                  <a:cubicBezTo>
                    <a:pt x="32" y="17"/>
                    <a:pt x="49" y="49"/>
                    <a:pt x="32" y="64"/>
                  </a:cubicBezTo>
                  <a:lnTo>
                    <a:pt x="32" y="80"/>
                  </a:lnTo>
                  <a:lnTo>
                    <a:pt x="49" y="95"/>
                  </a:lnTo>
                  <a:lnTo>
                    <a:pt x="32" y="95"/>
                  </a:lnTo>
                  <a:cubicBezTo>
                    <a:pt x="17" y="95"/>
                    <a:pt x="1" y="127"/>
                    <a:pt x="17" y="143"/>
                  </a:cubicBezTo>
                  <a:cubicBezTo>
                    <a:pt x="17" y="143"/>
                    <a:pt x="17" y="158"/>
                    <a:pt x="32" y="158"/>
                  </a:cubicBezTo>
                  <a:lnTo>
                    <a:pt x="32" y="158"/>
                  </a:lnTo>
                  <a:lnTo>
                    <a:pt x="112" y="127"/>
                  </a:lnTo>
                  <a:cubicBezTo>
                    <a:pt x="112" y="112"/>
                    <a:pt x="127" y="95"/>
                    <a:pt x="143" y="95"/>
                  </a:cubicBezTo>
                  <a:lnTo>
                    <a:pt x="158" y="95"/>
                  </a:lnTo>
                  <a:cubicBezTo>
                    <a:pt x="158" y="80"/>
                    <a:pt x="143" y="80"/>
                    <a:pt x="143" y="64"/>
                  </a:cubicBezTo>
                  <a:lnTo>
                    <a:pt x="95" y="49"/>
                  </a:lnTo>
                  <a:lnTo>
                    <a:pt x="49" y="17"/>
                  </a:lnTo>
                  <a:lnTo>
                    <a:pt x="49"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7" name="Google Shape;1887;p38"/>
            <p:cNvSpPr/>
            <p:nvPr/>
          </p:nvSpPr>
          <p:spPr>
            <a:xfrm>
              <a:off x="3092837" y="1786727"/>
              <a:ext cx="6042" cy="5057"/>
            </a:xfrm>
            <a:custGeom>
              <a:avLst/>
              <a:gdLst/>
              <a:ahLst/>
              <a:cxnLst/>
              <a:rect l="l" t="t" r="r" b="b"/>
              <a:pathLst>
                <a:path w="190" h="159" extrusionOk="0">
                  <a:moveTo>
                    <a:pt x="63" y="1"/>
                  </a:moveTo>
                  <a:lnTo>
                    <a:pt x="63" y="1"/>
                  </a:lnTo>
                  <a:cubicBezTo>
                    <a:pt x="47" y="1"/>
                    <a:pt x="32" y="1"/>
                    <a:pt x="32" y="17"/>
                  </a:cubicBezTo>
                  <a:lnTo>
                    <a:pt x="15" y="80"/>
                  </a:lnTo>
                  <a:cubicBezTo>
                    <a:pt x="0" y="95"/>
                    <a:pt x="0" y="95"/>
                    <a:pt x="15" y="112"/>
                  </a:cubicBezTo>
                  <a:lnTo>
                    <a:pt x="15" y="112"/>
                  </a:lnTo>
                  <a:cubicBezTo>
                    <a:pt x="15" y="112"/>
                    <a:pt x="15" y="127"/>
                    <a:pt x="32" y="127"/>
                  </a:cubicBezTo>
                  <a:lnTo>
                    <a:pt x="110" y="158"/>
                  </a:lnTo>
                  <a:lnTo>
                    <a:pt x="126" y="158"/>
                  </a:lnTo>
                  <a:lnTo>
                    <a:pt x="142" y="158"/>
                  </a:lnTo>
                  <a:lnTo>
                    <a:pt x="142" y="158"/>
                  </a:lnTo>
                  <a:cubicBezTo>
                    <a:pt x="158" y="158"/>
                    <a:pt x="158" y="158"/>
                    <a:pt x="158" y="143"/>
                  </a:cubicBezTo>
                  <a:lnTo>
                    <a:pt x="173" y="143"/>
                  </a:lnTo>
                  <a:lnTo>
                    <a:pt x="189" y="80"/>
                  </a:lnTo>
                  <a:lnTo>
                    <a:pt x="189" y="80"/>
                  </a:lnTo>
                  <a:lnTo>
                    <a:pt x="189" y="80"/>
                  </a:lnTo>
                  <a:cubicBezTo>
                    <a:pt x="189" y="64"/>
                    <a:pt x="189" y="49"/>
                    <a:pt x="173" y="32"/>
                  </a:cubicBezTo>
                  <a:lnTo>
                    <a:pt x="158" y="32"/>
                  </a:lnTo>
                  <a:cubicBezTo>
                    <a:pt x="142" y="32"/>
                    <a:pt x="126" y="49"/>
                    <a:pt x="126" y="64"/>
                  </a:cubicBezTo>
                  <a:lnTo>
                    <a:pt x="110" y="80"/>
                  </a:lnTo>
                  <a:lnTo>
                    <a:pt x="78" y="80"/>
                  </a:lnTo>
                  <a:lnTo>
                    <a:pt x="95" y="49"/>
                  </a:lnTo>
                  <a:lnTo>
                    <a:pt x="95" y="49"/>
                  </a:lnTo>
                  <a:cubicBezTo>
                    <a:pt x="110" y="32"/>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8" name="Google Shape;1888;p38"/>
            <p:cNvSpPr/>
            <p:nvPr/>
          </p:nvSpPr>
          <p:spPr>
            <a:xfrm>
              <a:off x="3273228" y="1811312"/>
              <a:ext cx="4516" cy="5057"/>
            </a:xfrm>
            <a:custGeom>
              <a:avLst/>
              <a:gdLst/>
              <a:ahLst/>
              <a:cxnLst/>
              <a:rect l="l" t="t" r="r" b="b"/>
              <a:pathLst>
                <a:path w="142" h="159" extrusionOk="0">
                  <a:moveTo>
                    <a:pt x="110" y="1"/>
                  </a:moveTo>
                  <a:lnTo>
                    <a:pt x="110" y="1"/>
                  </a:lnTo>
                  <a:cubicBezTo>
                    <a:pt x="79" y="1"/>
                    <a:pt x="79" y="16"/>
                    <a:pt x="79" y="32"/>
                  </a:cubicBezTo>
                  <a:lnTo>
                    <a:pt x="63" y="79"/>
                  </a:lnTo>
                  <a:lnTo>
                    <a:pt x="47" y="64"/>
                  </a:lnTo>
                  <a:lnTo>
                    <a:pt x="47" y="64"/>
                  </a:lnTo>
                  <a:lnTo>
                    <a:pt x="15" y="64"/>
                  </a:lnTo>
                  <a:lnTo>
                    <a:pt x="15" y="79"/>
                  </a:lnTo>
                  <a:lnTo>
                    <a:pt x="15" y="95"/>
                  </a:lnTo>
                  <a:cubicBezTo>
                    <a:pt x="0" y="110"/>
                    <a:pt x="15" y="127"/>
                    <a:pt x="32" y="127"/>
                  </a:cubicBezTo>
                  <a:lnTo>
                    <a:pt x="95" y="158"/>
                  </a:lnTo>
                  <a:lnTo>
                    <a:pt x="110" y="158"/>
                  </a:lnTo>
                  <a:lnTo>
                    <a:pt x="126" y="158"/>
                  </a:lnTo>
                  <a:cubicBezTo>
                    <a:pt x="126" y="142"/>
                    <a:pt x="142" y="127"/>
                    <a:pt x="142" y="127"/>
                  </a:cubicBezTo>
                  <a:lnTo>
                    <a:pt x="142" y="95"/>
                  </a:lnTo>
                  <a:lnTo>
                    <a:pt x="142" y="32"/>
                  </a:lnTo>
                  <a:lnTo>
                    <a:pt x="142"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9" name="Google Shape;1889;p38"/>
            <p:cNvSpPr/>
            <p:nvPr/>
          </p:nvSpPr>
          <p:spPr>
            <a:xfrm>
              <a:off x="3084823" y="1793279"/>
              <a:ext cx="3021" cy="3021"/>
            </a:xfrm>
            <a:custGeom>
              <a:avLst/>
              <a:gdLst/>
              <a:ahLst/>
              <a:cxnLst/>
              <a:rect l="l" t="t" r="r" b="b"/>
              <a:pathLst>
                <a:path w="95" h="95" extrusionOk="0">
                  <a:moveTo>
                    <a:pt x="78" y="0"/>
                  </a:moveTo>
                  <a:lnTo>
                    <a:pt x="63" y="0"/>
                  </a:lnTo>
                  <a:lnTo>
                    <a:pt x="47" y="0"/>
                  </a:lnTo>
                  <a:lnTo>
                    <a:pt x="47" y="0"/>
                  </a:lnTo>
                  <a:lnTo>
                    <a:pt x="0" y="32"/>
                  </a:lnTo>
                  <a:lnTo>
                    <a:pt x="0" y="63"/>
                  </a:lnTo>
                  <a:lnTo>
                    <a:pt x="0" y="78"/>
                  </a:lnTo>
                  <a:cubicBezTo>
                    <a:pt x="15" y="95"/>
                    <a:pt x="15" y="95"/>
                    <a:pt x="32" y="95"/>
                  </a:cubicBezTo>
                  <a:lnTo>
                    <a:pt x="32" y="95"/>
                  </a:lnTo>
                  <a:lnTo>
                    <a:pt x="47" y="95"/>
                  </a:lnTo>
                  <a:lnTo>
                    <a:pt x="47" y="95"/>
                  </a:lnTo>
                  <a:lnTo>
                    <a:pt x="95" y="63"/>
                  </a:lnTo>
                  <a:cubicBezTo>
                    <a:pt x="78" y="47"/>
                    <a:pt x="95" y="32"/>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0" name="Google Shape;1890;p38"/>
            <p:cNvSpPr/>
            <p:nvPr/>
          </p:nvSpPr>
          <p:spPr>
            <a:xfrm>
              <a:off x="3310311" y="1819326"/>
              <a:ext cx="3498" cy="3053"/>
            </a:xfrm>
            <a:custGeom>
              <a:avLst/>
              <a:gdLst/>
              <a:ahLst/>
              <a:cxnLst/>
              <a:rect l="l" t="t" r="r" b="b"/>
              <a:pathLst>
                <a:path w="110" h="96" extrusionOk="0">
                  <a:moveTo>
                    <a:pt x="47" y="1"/>
                  </a:moveTo>
                  <a:lnTo>
                    <a:pt x="47" y="1"/>
                  </a:lnTo>
                  <a:cubicBezTo>
                    <a:pt x="32" y="1"/>
                    <a:pt x="32" y="1"/>
                    <a:pt x="15" y="16"/>
                  </a:cubicBezTo>
                  <a:lnTo>
                    <a:pt x="15" y="16"/>
                  </a:lnTo>
                  <a:cubicBezTo>
                    <a:pt x="0" y="32"/>
                    <a:pt x="15" y="47"/>
                    <a:pt x="15" y="64"/>
                  </a:cubicBezTo>
                  <a:lnTo>
                    <a:pt x="63" y="95"/>
                  </a:lnTo>
                  <a:lnTo>
                    <a:pt x="78" y="95"/>
                  </a:lnTo>
                  <a:lnTo>
                    <a:pt x="78" y="95"/>
                  </a:lnTo>
                  <a:cubicBezTo>
                    <a:pt x="95" y="95"/>
                    <a:pt x="95" y="95"/>
                    <a:pt x="110" y="79"/>
                  </a:cubicBezTo>
                  <a:cubicBezTo>
                    <a:pt x="110" y="64"/>
                    <a:pt x="110" y="47"/>
                    <a:pt x="95" y="32"/>
                  </a:cubicBez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1" name="Google Shape;1891;p38"/>
            <p:cNvSpPr/>
            <p:nvPr/>
          </p:nvSpPr>
          <p:spPr>
            <a:xfrm>
              <a:off x="3423023" y="1752666"/>
              <a:ext cx="9064" cy="2544"/>
            </a:xfrm>
            <a:custGeom>
              <a:avLst/>
              <a:gdLst/>
              <a:ahLst/>
              <a:cxnLst/>
              <a:rect l="l" t="t" r="r" b="b"/>
              <a:pathLst>
                <a:path w="285" h="80" extrusionOk="0">
                  <a:moveTo>
                    <a:pt x="49" y="0"/>
                  </a:moveTo>
                  <a:lnTo>
                    <a:pt x="32" y="0"/>
                  </a:lnTo>
                  <a:cubicBezTo>
                    <a:pt x="17" y="0"/>
                    <a:pt x="17" y="17"/>
                    <a:pt x="17" y="32"/>
                  </a:cubicBezTo>
                  <a:cubicBezTo>
                    <a:pt x="1" y="48"/>
                    <a:pt x="17" y="48"/>
                    <a:pt x="17" y="64"/>
                  </a:cubicBezTo>
                  <a:lnTo>
                    <a:pt x="49" y="64"/>
                  </a:lnTo>
                  <a:lnTo>
                    <a:pt x="64" y="64"/>
                  </a:lnTo>
                  <a:lnTo>
                    <a:pt x="95" y="80"/>
                  </a:lnTo>
                  <a:lnTo>
                    <a:pt x="190" y="80"/>
                  </a:lnTo>
                  <a:lnTo>
                    <a:pt x="253" y="80"/>
                  </a:lnTo>
                  <a:lnTo>
                    <a:pt x="253" y="80"/>
                  </a:lnTo>
                  <a:cubicBezTo>
                    <a:pt x="269" y="80"/>
                    <a:pt x="284" y="64"/>
                    <a:pt x="284" y="48"/>
                  </a:cubicBezTo>
                  <a:lnTo>
                    <a:pt x="284" y="32"/>
                  </a:lnTo>
                  <a:cubicBezTo>
                    <a:pt x="284" y="17"/>
                    <a:pt x="269" y="17"/>
                    <a:pt x="253" y="17"/>
                  </a:cubicBezTo>
                  <a:lnTo>
                    <a:pt x="190"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2" name="Google Shape;1892;p38"/>
            <p:cNvSpPr/>
            <p:nvPr/>
          </p:nvSpPr>
          <p:spPr>
            <a:xfrm>
              <a:off x="3292278" y="1813315"/>
              <a:ext cx="3021" cy="3053"/>
            </a:xfrm>
            <a:custGeom>
              <a:avLst/>
              <a:gdLst/>
              <a:ahLst/>
              <a:cxnLst/>
              <a:rect l="l" t="t" r="r" b="b"/>
              <a:pathLst>
                <a:path w="95" h="96" extrusionOk="0">
                  <a:moveTo>
                    <a:pt x="63" y="1"/>
                  </a:moveTo>
                  <a:lnTo>
                    <a:pt x="63" y="1"/>
                  </a:lnTo>
                  <a:lnTo>
                    <a:pt x="47" y="1"/>
                  </a:lnTo>
                  <a:lnTo>
                    <a:pt x="0" y="16"/>
                  </a:lnTo>
                  <a:lnTo>
                    <a:pt x="0" y="64"/>
                  </a:lnTo>
                  <a:lnTo>
                    <a:pt x="0" y="79"/>
                  </a:lnTo>
                  <a:cubicBezTo>
                    <a:pt x="0" y="95"/>
                    <a:pt x="0" y="95"/>
                    <a:pt x="15" y="95"/>
                  </a:cubicBezTo>
                  <a:lnTo>
                    <a:pt x="15" y="95"/>
                  </a:lnTo>
                  <a:lnTo>
                    <a:pt x="47" y="79"/>
                  </a:lnTo>
                  <a:lnTo>
                    <a:pt x="78" y="64"/>
                  </a:lnTo>
                  <a:lnTo>
                    <a:pt x="78" y="64"/>
                  </a:lnTo>
                  <a:lnTo>
                    <a:pt x="95" y="64"/>
                  </a:lnTo>
                  <a:lnTo>
                    <a:pt x="78" y="64"/>
                  </a:lnTo>
                  <a:cubicBezTo>
                    <a:pt x="78" y="47"/>
                    <a:pt x="63" y="16"/>
                    <a:pt x="78" y="16"/>
                  </a:cubicBezTo>
                  <a:lnTo>
                    <a:pt x="7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3" name="Google Shape;1893;p38"/>
            <p:cNvSpPr/>
            <p:nvPr/>
          </p:nvSpPr>
          <p:spPr>
            <a:xfrm>
              <a:off x="3317308" y="1776232"/>
              <a:ext cx="2512" cy="3530"/>
            </a:xfrm>
            <a:custGeom>
              <a:avLst/>
              <a:gdLst/>
              <a:ahLst/>
              <a:cxnLst/>
              <a:rect l="l" t="t" r="r" b="b"/>
              <a:pathLst>
                <a:path w="79" h="111" extrusionOk="0">
                  <a:moveTo>
                    <a:pt x="64" y="1"/>
                  </a:moveTo>
                  <a:lnTo>
                    <a:pt x="64" y="1"/>
                  </a:lnTo>
                  <a:cubicBezTo>
                    <a:pt x="48" y="1"/>
                    <a:pt x="32" y="1"/>
                    <a:pt x="32" y="16"/>
                  </a:cubicBezTo>
                  <a:lnTo>
                    <a:pt x="1" y="47"/>
                  </a:lnTo>
                  <a:cubicBezTo>
                    <a:pt x="1" y="64"/>
                    <a:pt x="1" y="95"/>
                    <a:pt x="16" y="95"/>
                  </a:cubicBezTo>
                  <a:cubicBezTo>
                    <a:pt x="16" y="110"/>
                    <a:pt x="32" y="110"/>
                    <a:pt x="32" y="110"/>
                  </a:cubicBezTo>
                  <a:cubicBezTo>
                    <a:pt x="32" y="110"/>
                    <a:pt x="48" y="110"/>
                    <a:pt x="48" y="95"/>
                  </a:cubicBezTo>
                  <a:lnTo>
                    <a:pt x="32" y="47"/>
                  </a:lnTo>
                  <a:cubicBezTo>
                    <a:pt x="32" y="32"/>
                    <a:pt x="48" y="1"/>
                    <a:pt x="64" y="1"/>
                  </a:cubicBezTo>
                  <a:lnTo>
                    <a:pt x="64" y="1"/>
                  </a:lnTo>
                  <a:lnTo>
                    <a:pt x="64" y="1"/>
                  </a:lnTo>
                  <a:lnTo>
                    <a:pt x="64" y="1"/>
                  </a:lnTo>
                  <a:lnTo>
                    <a:pt x="79" y="1"/>
                  </a:lnTo>
                  <a:lnTo>
                    <a:pt x="79" y="1"/>
                  </a:lnTo>
                  <a:lnTo>
                    <a:pt x="79" y="1"/>
                  </a:lnTo>
                  <a:lnTo>
                    <a:pt x="79" y="1"/>
                  </a:lnTo>
                  <a:lnTo>
                    <a:pt x="79"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4" name="Google Shape;1894;p38"/>
            <p:cNvSpPr/>
            <p:nvPr/>
          </p:nvSpPr>
          <p:spPr>
            <a:xfrm>
              <a:off x="3436063" y="1763702"/>
              <a:ext cx="2035" cy="4548"/>
            </a:xfrm>
            <a:custGeom>
              <a:avLst/>
              <a:gdLst/>
              <a:ahLst/>
              <a:cxnLst/>
              <a:rect l="l" t="t" r="r" b="b"/>
              <a:pathLst>
                <a:path w="64" h="143" extrusionOk="0">
                  <a:moveTo>
                    <a:pt x="32" y="0"/>
                  </a:moveTo>
                  <a:lnTo>
                    <a:pt x="32" y="0"/>
                  </a:lnTo>
                  <a:cubicBezTo>
                    <a:pt x="17" y="0"/>
                    <a:pt x="0" y="16"/>
                    <a:pt x="0" y="16"/>
                  </a:cubicBezTo>
                  <a:lnTo>
                    <a:pt x="0" y="32"/>
                  </a:lnTo>
                  <a:lnTo>
                    <a:pt x="0" y="111"/>
                  </a:lnTo>
                  <a:cubicBezTo>
                    <a:pt x="0" y="126"/>
                    <a:pt x="17" y="126"/>
                    <a:pt x="32" y="143"/>
                  </a:cubicBezTo>
                  <a:lnTo>
                    <a:pt x="17" y="126"/>
                  </a:lnTo>
                  <a:lnTo>
                    <a:pt x="17" y="111"/>
                  </a:lnTo>
                  <a:lnTo>
                    <a:pt x="48" y="80"/>
                  </a:lnTo>
                  <a:lnTo>
                    <a:pt x="63" y="80"/>
                  </a:lnTo>
                  <a:lnTo>
                    <a:pt x="63" y="32"/>
                  </a:lnTo>
                  <a:cubicBezTo>
                    <a:pt x="63"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5" name="Google Shape;1895;p38"/>
            <p:cNvSpPr/>
            <p:nvPr/>
          </p:nvSpPr>
          <p:spPr>
            <a:xfrm>
              <a:off x="3400983" y="1765705"/>
              <a:ext cx="6551" cy="5025"/>
            </a:xfrm>
            <a:custGeom>
              <a:avLst/>
              <a:gdLst/>
              <a:ahLst/>
              <a:cxnLst/>
              <a:rect l="l" t="t" r="r" b="b"/>
              <a:pathLst>
                <a:path w="206" h="158" extrusionOk="0">
                  <a:moveTo>
                    <a:pt x="48" y="0"/>
                  </a:moveTo>
                  <a:lnTo>
                    <a:pt x="48" y="0"/>
                  </a:lnTo>
                  <a:lnTo>
                    <a:pt x="32" y="0"/>
                  </a:lnTo>
                  <a:cubicBezTo>
                    <a:pt x="17" y="17"/>
                    <a:pt x="0" y="32"/>
                    <a:pt x="17" y="48"/>
                  </a:cubicBezTo>
                  <a:lnTo>
                    <a:pt x="17" y="63"/>
                  </a:lnTo>
                  <a:lnTo>
                    <a:pt x="32" y="111"/>
                  </a:lnTo>
                  <a:lnTo>
                    <a:pt x="32" y="126"/>
                  </a:lnTo>
                  <a:lnTo>
                    <a:pt x="48" y="126"/>
                  </a:lnTo>
                  <a:lnTo>
                    <a:pt x="63" y="126"/>
                  </a:lnTo>
                  <a:lnTo>
                    <a:pt x="63" y="126"/>
                  </a:lnTo>
                  <a:lnTo>
                    <a:pt x="95" y="126"/>
                  </a:lnTo>
                  <a:lnTo>
                    <a:pt x="126" y="126"/>
                  </a:lnTo>
                  <a:lnTo>
                    <a:pt x="126" y="143"/>
                  </a:lnTo>
                  <a:cubicBezTo>
                    <a:pt x="143" y="158"/>
                    <a:pt x="143" y="158"/>
                    <a:pt x="158" y="158"/>
                  </a:cubicBezTo>
                  <a:lnTo>
                    <a:pt x="174" y="158"/>
                  </a:lnTo>
                  <a:cubicBezTo>
                    <a:pt x="189" y="143"/>
                    <a:pt x="206" y="126"/>
                    <a:pt x="189" y="111"/>
                  </a:cubicBezTo>
                  <a:lnTo>
                    <a:pt x="189" y="95"/>
                  </a:lnTo>
                  <a:lnTo>
                    <a:pt x="174" y="63"/>
                  </a:lnTo>
                  <a:cubicBezTo>
                    <a:pt x="158" y="48"/>
                    <a:pt x="158" y="48"/>
                    <a:pt x="143" y="48"/>
                  </a:cubicBezTo>
                  <a:lnTo>
                    <a:pt x="126" y="48"/>
                  </a:lnTo>
                  <a:lnTo>
                    <a:pt x="80" y="63"/>
                  </a:lnTo>
                  <a:lnTo>
                    <a:pt x="80" y="32"/>
                  </a:lnTo>
                  <a:cubicBezTo>
                    <a:pt x="80" y="17"/>
                    <a:pt x="63" y="17"/>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6" name="Google Shape;1896;p38"/>
            <p:cNvSpPr/>
            <p:nvPr/>
          </p:nvSpPr>
          <p:spPr>
            <a:xfrm>
              <a:off x="3049203" y="1802279"/>
              <a:ext cx="5057" cy="3530"/>
            </a:xfrm>
            <a:custGeom>
              <a:avLst/>
              <a:gdLst/>
              <a:ahLst/>
              <a:cxnLst/>
              <a:rect l="l" t="t" r="r" b="b"/>
              <a:pathLst>
                <a:path w="159" h="111" extrusionOk="0">
                  <a:moveTo>
                    <a:pt x="32" y="1"/>
                  </a:moveTo>
                  <a:lnTo>
                    <a:pt x="32" y="1"/>
                  </a:lnTo>
                  <a:cubicBezTo>
                    <a:pt x="17" y="1"/>
                    <a:pt x="1" y="16"/>
                    <a:pt x="1" y="16"/>
                  </a:cubicBezTo>
                  <a:cubicBezTo>
                    <a:pt x="1" y="32"/>
                    <a:pt x="1" y="64"/>
                    <a:pt x="17" y="64"/>
                  </a:cubicBezTo>
                  <a:lnTo>
                    <a:pt x="17" y="64"/>
                  </a:lnTo>
                  <a:lnTo>
                    <a:pt x="64" y="95"/>
                  </a:lnTo>
                  <a:cubicBezTo>
                    <a:pt x="80" y="79"/>
                    <a:pt x="80" y="79"/>
                    <a:pt x="96" y="79"/>
                  </a:cubicBezTo>
                  <a:lnTo>
                    <a:pt x="96" y="79"/>
                  </a:lnTo>
                  <a:cubicBezTo>
                    <a:pt x="112" y="79"/>
                    <a:pt x="127" y="95"/>
                    <a:pt x="127" y="111"/>
                  </a:cubicBezTo>
                  <a:lnTo>
                    <a:pt x="127" y="111"/>
                  </a:lnTo>
                  <a:cubicBezTo>
                    <a:pt x="143" y="111"/>
                    <a:pt x="143" y="111"/>
                    <a:pt x="159" y="95"/>
                  </a:cubicBezTo>
                  <a:cubicBezTo>
                    <a:pt x="159" y="79"/>
                    <a:pt x="159" y="64"/>
                    <a:pt x="143" y="48"/>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7" name="Google Shape;1897;p38"/>
            <p:cNvSpPr/>
            <p:nvPr/>
          </p:nvSpPr>
          <p:spPr>
            <a:xfrm>
              <a:off x="3176004" y="1789749"/>
              <a:ext cx="4039" cy="4548"/>
            </a:xfrm>
            <a:custGeom>
              <a:avLst/>
              <a:gdLst/>
              <a:ahLst/>
              <a:cxnLst/>
              <a:rect l="l" t="t" r="r" b="b"/>
              <a:pathLst>
                <a:path w="127" h="143" extrusionOk="0">
                  <a:moveTo>
                    <a:pt x="16" y="80"/>
                  </a:moveTo>
                  <a:lnTo>
                    <a:pt x="16" y="80"/>
                  </a:lnTo>
                  <a:lnTo>
                    <a:pt x="16" y="80"/>
                  </a:lnTo>
                  <a:close/>
                  <a:moveTo>
                    <a:pt x="79" y="0"/>
                  </a:moveTo>
                  <a:lnTo>
                    <a:pt x="64" y="0"/>
                  </a:lnTo>
                  <a:cubicBezTo>
                    <a:pt x="64" y="0"/>
                    <a:pt x="47" y="0"/>
                    <a:pt x="32" y="17"/>
                  </a:cubicBezTo>
                  <a:cubicBezTo>
                    <a:pt x="16" y="32"/>
                    <a:pt x="16" y="48"/>
                    <a:pt x="16" y="63"/>
                  </a:cubicBezTo>
                  <a:lnTo>
                    <a:pt x="16" y="80"/>
                  </a:lnTo>
                  <a:lnTo>
                    <a:pt x="16" y="80"/>
                  </a:lnTo>
                  <a:cubicBezTo>
                    <a:pt x="1" y="95"/>
                    <a:pt x="16" y="111"/>
                    <a:pt x="16" y="126"/>
                  </a:cubicBezTo>
                  <a:cubicBezTo>
                    <a:pt x="32" y="126"/>
                    <a:pt x="32" y="143"/>
                    <a:pt x="47" y="143"/>
                  </a:cubicBezTo>
                  <a:cubicBezTo>
                    <a:pt x="47" y="143"/>
                    <a:pt x="64" y="126"/>
                    <a:pt x="79" y="126"/>
                  </a:cubicBezTo>
                  <a:lnTo>
                    <a:pt x="79" y="80"/>
                  </a:lnTo>
                  <a:lnTo>
                    <a:pt x="79" y="80"/>
                  </a:lnTo>
                  <a:lnTo>
                    <a:pt x="79" y="63"/>
                  </a:lnTo>
                  <a:lnTo>
                    <a:pt x="95" y="63"/>
                  </a:lnTo>
                  <a:lnTo>
                    <a:pt x="95" y="63"/>
                  </a:lnTo>
                  <a:cubicBezTo>
                    <a:pt x="110" y="63"/>
                    <a:pt x="127" y="63"/>
                    <a:pt x="127" y="48"/>
                  </a:cubicBezTo>
                  <a:cubicBezTo>
                    <a:pt x="127" y="17"/>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8" name="Google Shape;1898;p38"/>
            <p:cNvSpPr/>
            <p:nvPr/>
          </p:nvSpPr>
          <p:spPr>
            <a:xfrm>
              <a:off x="3176481" y="179226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9" name="Google Shape;1899;p38"/>
            <p:cNvSpPr/>
            <p:nvPr/>
          </p:nvSpPr>
          <p:spPr>
            <a:xfrm>
              <a:off x="3314795" y="1814810"/>
              <a:ext cx="3562" cy="6551"/>
            </a:xfrm>
            <a:custGeom>
              <a:avLst/>
              <a:gdLst/>
              <a:ahLst/>
              <a:cxnLst/>
              <a:rect l="l" t="t" r="r" b="b"/>
              <a:pathLst>
                <a:path w="112" h="206" extrusionOk="0">
                  <a:moveTo>
                    <a:pt x="63" y="0"/>
                  </a:moveTo>
                  <a:lnTo>
                    <a:pt x="63" y="0"/>
                  </a:lnTo>
                  <a:cubicBezTo>
                    <a:pt x="63" y="0"/>
                    <a:pt x="63" y="17"/>
                    <a:pt x="48" y="17"/>
                  </a:cubicBezTo>
                  <a:lnTo>
                    <a:pt x="48" y="17"/>
                  </a:lnTo>
                  <a:lnTo>
                    <a:pt x="48" y="17"/>
                  </a:lnTo>
                  <a:cubicBezTo>
                    <a:pt x="32" y="17"/>
                    <a:pt x="17" y="32"/>
                    <a:pt x="17" y="48"/>
                  </a:cubicBezTo>
                  <a:lnTo>
                    <a:pt x="17" y="80"/>
                  </a:lnTo>
                  <a:cubicBezTo>
                    <a:pt x="0" y="95"/>
                    <a:pt x="17" y="126"/>
                    <a:pt x="17" y="143"/>
                  </a:cubicBezTo>
                  <a:cubicBezTo>
                    <a:pt x="32" y="158"/>
                    <a:pt x="32" y="158"/>
                    <a:pt x="32" y="174"/>
                  </a:cubicBezTo>
                  <a:lnTo>
                    <a:pt x="48" y="189"/>
                  </a:lnTo>
                  <a:cubicBezTo>
                    <a:pt x="48" y="206"/>
                    <a:pt x="63" y="206"/>
                    <a:pt x="80" y="206"/>
                  </a:cubicBezTo>
                  <a:lnTo>
                    <a:pt x="95" y="206"/>
                  </a:lnTo>
                  <a:cubicBezTo>
                    <a:pt x="111" y="206"/>
                    <a:pt x="111" y="189"/>
                    <a:pt x="111" y="174"/>
                  </a:cubicBezTo>
                  <a:lnTo>
                    <a:pt x="111" y="158"/>
                  </a:lnTo>
                  <a:lnTo>
                    <a:pt x="95" y="158"/>
                  </a:lnTo>
                  <a:lnTo>
                    <a:pt x="95" y="158"/>
                  </a:lnTo>
                  <a:cubicBezTo>
                    <a:pt x="80" y="143"/>
                    <a:pt x="63" y="126"/>
                    <a:pt x="80" y="111"/>
                  </a:cubicBezTo>
                  <a:lnTo>
                    <a:pt x="80" y="95"/>
                  </a:lnTo>
                  <a:lnTo>
                    <a:pt x="80" y="95"/>
                  </a:lnTo>
                  <a:lnTo>
                    <a:pt x="80" y="95"/>
                  </a:lnTo>
                  <a:lnTo>
                    <a:pt x="63" y="80"/>
                  </a:lnTo>
                  <a:lnTo>
                    <a:pt x="63" y="32"/>
                  </a:lnTo>
                  <a:lnTo>
                    <a:pt x="95" y="32"/>
                  </a:lnTo>
                  <a:lnTo>
                    <a:pt x="95" y="17"/>
                  </a:lnTo>
                  <a:lnTo>
                    <a:pt x="95" y="32"/>
                  </a:lnTo>
                  <a:lnTo>
                    <a:pt x="95" y="17"/>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0" name="Google Shape;1900;p38"/>
            <p:cNvSpPr/>
            <p:nvPr/>
          </p:nvSpPr>
          <p:spPr>
            <a:xfrm>
              <a:off x="3392492" y="1805301"/>
              <a:ext cx="7028" cy="5534"/>
            </a:xfrm>
            <a:custGeom>
              <a:avLst/>
              <a:gdLst/>
              <a:ahLst/>
              <a:cxnLst/>
              <a:rect l="l" t="t" r="r" b="b"/>
              <a:pathLst>
                <a:path w="221" h="174" extrusionOk="0">
                  <a:moveTo>
                    <a:pt x="126" y="0"/>
                  </a:moveTo>
                  <a:lnTo>
                    <a:pt x="126" y="0"/>
                  </a:lnTo>
                  <a:lnTo>
                    <a:pt x="110" y="0"/>
                  </a:lnTo>
                  <a:cubicBezTo>
                    <a:pt x="110" y="16"/>
                    <a:pt x="95" y="32"/>
                    <a:pt x="78" y="32"/>
                  </a:cubicBezTo>
                  <a:lnTo>
                    <a:pt x="63" y="32"/>
                  </a:lnTo>
                  <a:lnTo>
                    <a:pt x="63" y="47"/>
                  </a:lnTo>
                  <a:lnTo>
                    <a:pt x="15" y="95"/>
                  </a:lnTo>
                  <a:lnTo>
                    <a:pt x="15" y="95"/>
                  </a:lnTo>
                  <a:cubicBezTo>
                    <a:pt x="0" y="110"/>
                    <a:pt x="0" y="126"/>
                    <a:pt x="15" y="142"/>
                  </a:cubicBezTo>
                  <a:lnTo>
                    <a:pt x="15" y="142"/>
                  </a:lnTo>
                  <a:lnTo>
                    <a:pt x="15" y="142"/>
                  </a:lnTo>
                  <a:lnTo>
                    <a:pt x="32" y="173"/>
                  </a:lnTo>
                  <a:lnTo>
                    <a:pt x="63" y="173"/>
                  </a:lnTo>
                  <a:cubicBezTo>
                    <a:pt x="63" y="173"/>
                    <a:pt x="78" y="173"/>
                    <a:pt x="78" y="158"/>
                  </a:cubicBezTo>
                  <a:cubicBezTo>
                    <a:pt x="95" y="158"/>
                    <a:pt x="95" y="126"/>
                    <a:pt x="78" y="126"/>
                  </a:cubicBezTo>
                  <a:lnTo>
                    <a:pt x="110" y="79"/>
                  </a:lnTo>
                  <a:lnTo>
                    <a:pt x="158" y="158"/>
                  </a:lnTo>
                  <a:cubicBezTo>
                    <a:pt x="173" y="158"/>
                    <a:pt x="173" y="173"/>
                    <a:pt x="189" y="173"/>
                  </a:cubicBezTo>
                  <a:lnTo>
                    <a:pt x="189" y="173"/>
                  </a:lnTo>
                  <a:cubicBezTo>
                    <a:pt x="204" y="158"/>
                    <a:pt x="204" y="142"/>
                    <a:pt x="221" y="142"/>
                  </a:cubicBezTo>
                  <a:lnTo>
                    <a:pt x="221" y="142"/>
                  </a:lnTo>
                  <a:lnTo>
                    <a:pt x="221" y="110"/>
                  </a:lnTo>
                  <a:lnTo>
                    <a:pt x="189" y="47"/>
                  </a:lnTo>
                  <a:lnTo>
                    <a:pt x="158" y="32"/>
                  </a:lnTo>
                  <a:lnTo>
                    <a:pt x="158" y="32"/>
                  </a:lnTo>
                  <a:lnTo>
                    <a:pt x="158" y="32"/>
                  </a:lnTo>
                  <a:cubicBezTo>
                    <a:pt x="141" y="32"/>
                    <a:pt x="126" y="16"/>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1" name="Google Shape;1901;p38"/>
            <p:cNvSpPr/>
            <p:nvPr/>
          </p:nvSpPr>
          <p:spPr>
            <a:xfrm>
              <a:off x="3319311" y="1820821"/>
              <a:ext cx="5534" cy="3021"/>
            </a:xfrm>
            <a:custGeom>
              <a:avLst/>
              <a:gdLst/>
              <a:ahLst/>
              <a:cxnLst/>
              <a:rect l="l" t="t" r="r" b="b"/>
              <a:pathLst>
                <a:path w="174" h="95" extrusionOk="0">
                  <a:moveTo>
                    <a:pt x="32" y="0"/>
                  </a:moveTo>
                  <a:lnTo>
                    <a:pt x="32" y="0"/>
                  </a:lnTo>
                  <a:cubicBezTo>
                    <a:pt x="16" y="0"/>
                    <a:pt x="16" y="17"/>
                    <a:pt x="1" y="17"/>
                  </a:cubicBezTo>
                  <a:cubicBezTo>
                    <a:pt x="1" y="32"/>
                    <a:pt x="1" y="63"/>
                    <a:pt x="16" y="63"/>
                  </a:cubicBezTo>
                  <a:lnTo>
                    <a:pt x="48" y="95"/>
                  </a:lnTo>
                  <a:lnTo>
                    <a:pt x="79" y="95"/>
                  </a:lnTo>
                  <a:lnTo>
                    <a:pt x="79" y="95"/>
                  </a:lnTo>
                  <a:lnTo>
                    <a:pt x="142" y="95"/>
                  </a:lnTo>
                  <a:cubicBezTo>
                    <a:pt x="158" y="95"/>
                    <a:pt x="174" y="80"/>
                    <a:pt x="174" y="48"/>
                  </a:cubicBezTo>
                  <a:cubicBezTo>
                    <a:pt x="174" y="32"/>
                    <a:pt x="158" y="32"/>
                    <a:pt x="142" y="32"/>
                  </a:cubicBezTo>
                  <a:lnTo>
                    <a:pt x="127" y="32"/>
                  </a:lnTo>
                  <a:lnTo>
                    <a:pt x="79" y="32"/>
                  </a:lnTo>
                  <a:lnTo>
                    <a:pt x="48" y="17"/>
                  </a:lnTo>
                  <a:cubicBezTo>
                    <a:pt x="48"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2" name="Google Shape;1902;p38"/>
            <p:cNvSpPr/>
            <p:nvPr/>
          </p:nvSpPr>
          <p:spPr>
            <a:xfrm>
              <a:off x="3175495" y="1810803"/>
              <a:ext cx="3021" cy="3021"/>
            </a:xfrm>
            <a:custGeom>
              <a:avLst/>
              <a:gdLst/>
              <a:ahLst/>
              <a:cxnLst/>
              <a:rect l="l" t="t" r="r" b="b"/>
              <a:pathLst>
                <a:path w="95" h="95" extrusionOk="0">
                  <a:moveTo>
                    <a:pt x="63" y="0"/>
                  </a:moveTo>
                  <a:lnTo>
                    <a:pt x="63" y="0"/>
                  </a:lnTo>
                  <a:lnTo>
                    <a:pt x="32" y="0"/>
                  </a:lnTo>
                  <a:cubicBezTo>
                    <a:pt x="17" y="0"/>
                    <a:pt x="17" y="17"/>
                    <a:pt x="0" y="17"/>
                  </a:cubicBezTo>
                  <a:lnTo>
                    <a:pt x="0" y="48"/>
                  </a:lnTo>
                  <a:lnTo>
                    <a:pt x="17" y="80"/>
                  </a:lnTo>
                  <a:cubicBezTo>
                    <a:pt x="17" y="80"/>
                    <a:pt x="17" y="95"/>
                    <a:pt x="32" y="95"/>
                  </a:cubicBezTo>
                  <a:lnTo>
                    <a:pt x="48" y="95"/>
                  </a:lnTo>
                  <a:lnTo>
                    <a:pt x="63" y="95"/>
                  </a:lnTo>
                  <a:cubicBezTo>
                    <a:pt x="80" y="95"/>
                    <a:pt x="80" y="80"/>
                    <a:pt x="80" y="63"/>
                  </a:cubicBezTo>
                  <a:cubicBezTo>
                    <a:pt x="95" y="48"/>
                    <a:pt x="95" y="48"/>
                    <a:pt x="95" y="32"/>
                  </a:cubicBez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3" name="Google Shape;1903;p38"/>
            <p:cNvSpPr/>
            <p:nvPr/>
          </p:nvSpPr>
          <p:spPr>
            <a:xfrm>
              <a:off x="3397485" y="1814810"/>
              <a:ext cx="5534" cy="2544"/>
            </a:xfrm>
            <a:custGeom>
              <a:avLst/>
              <a:gdLst/>
              <a:ahLst/>
              <a:cxnLst/>
              <a:rect l="l" t="t" r="r" b="b"/>
              <a:pathLst>
                <a:path w="174" h="80" extrusionOk="0">
                  <a:moveTo>
                    <a:pt x="127" y="0"/>
                  </a:moveTo>
                  <a:lnTo>
                    <a:pt x="127" y="0"/>
                  </a:lnTo>
                  <a:lnTo>
                    <a:pt x="110" y="0"/>
                  </a:lnTo>
                  <a:lnTo>
                    <a:pt x="32" y="17"/>
                  </a:lnTo>
                  <a:lnTo>
                    <a:pt x="32" y="17"/>
                  </a:lnTo>
                  <a:cubicBezTo>
                    <a:pt x="16" y="17"/>
                    <a:pt x="1" y="32"/>
                    <a:pt x="1" y="48"/>
                  </a:cubicBezTo>
                  <a:cubicBezTo>
                    <a:pt x="1" y="63"/>
                    <a:pt x="16" y="80"/>
                    <a:pt x="47" y="80"/>
                  </a:cubicBezTo>
                  <a:lnTo>
                    <a:pt x="47" y="80"/>
                  </a:lnTo>
                  <a:lnTo>
                    <a:pt x="95" y="80"/>
                  </a:lnTo>
                  <a:lnTo>
                    <a:pt x="142" y="80"/>
                  </a:lnTo>
                  <a:cubicBezTo>
                    <a:pt x="158" y="80"/>
                    <a:pt x="173" y="63"/>
                    <a:pt x="173" y="48"/>
                  </a:cubicBezTo>
                  <a:cubicBezTo>
                    <a:pt x="173" y="17"/>
                    <a:pt x="158"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4" name="Google Shape;1904;p38"/>
            <p:cNvSpPr/>
            <p:nvPr/>
          </p:nvSpPr>
          <p:spPr>
            <a:xfrm>
              <a:off x="3037181" y="1819803"/>
              <a:ext cx="3053" cy="4039"/>
            </a:xfrm>
            <a:custGeom>
              <a:avLst/>
              <a:gdLst/>
              <a:ahLst/>
              <a:cxnLst/>
              <a:rect l="l" t="t" r="r" b="b"/>
              <a:pathLst>
                <a:path w="96" h="127" extrusionOk="0">
                  <a:moveTo>
                    <a:pt x="17" y="1"/>
                  </a:moveTo>
                  <a:lnTo>
                    <a:pt x="17" y="1"/>
                  </a:lnTo>
                  <a:lnTo>
                    <a:pt x="17" y="1"/>
                  </a:lnTo>
                  <a:cubicBezTo>
                    <a:pt x="17" y="17"/>
                    <a:pt x="17" y="17"/>
                    <a:pt x="1" y="17"/>
                  </a:cubicBezTo>
                  <a:lnTo>
                    <a:pt x="17" y="17"/>
                  </a:lnTo>
                  <a:cubicBezTo>
                    <a:pt x="17" y="32"/>
                    <a:pt x="17" y="49"/>
                    <a:pt x="1" y="64"/>
                  </a:cubicBezTo>
                  <a:lnTo>
                    <a:pt x="1" y="64"/>
                  </a:lnTo>
                  <a:lnTo>
                    <a:pt x="32" y="112"/>
                  </a:lnTo>
                  <a:cubicBezTo>
                    <a:pt x="32" y="127"/>
                    <a:pt x="49" y="127"/>
                    <a:pt x="64" y="127"/>
                  </a:cubicBezTo>
                  <a:lnTo>
                    <a:pt x="64" y="127"/>
                  </a:lnTo>
                  <a:lnTo>
                    <a:pt x="95" y="95"/>
                  </a:lnTo>
                  <a:lnTo>
                    <a:pt x="95" y="80"/>
                  </a:lnTo>
                  <a:lnTo>
                    <a:pt x="80" y="64"/>
                  </a:lnTo>
                  <a:lnTo>
                    <a:pt x="49" y="17"/>
                  </a:lnTo>
                  <a:cubicBezTo>
                    <a:pt x="49" y="17"/>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5" name="Google Shape;1905;p38"/>
            <p:cNvSpPr/>
            <p:nvPr/>
          </p:nvSpPr>
          <p:spPr>
            <a:xfrm>
              <a:off x="3327835" y="1776232"/>
              <a:ext cx="4039" cy="3053"/>
            </a:xfrm>
            <a:custGeom>
              <a:avLst/>
              <a:gdLst/>
              <a:ahLst/>
              <a:cxnLst/>
              <a:rect l="l" t="t" r="r" b="b"/>
              <a:pathLst>
                <a:path w="127" h="96" extrusionOk="0">
                  <a:moveTo>
                    <a:pt x="48" y="1"/>
                  </a:moveTo>
                  <a:lnTo>
                    <a:pt x="32" y="1"/>
                  </a:lnTo>
                  <a:lnTo>
                    <a:pt x="16" y="16"/>
                  </a:lnTo>
                  <a:cubicBezTo>
                    <a:pt x="0" y="32"/>
                    <a:pt x="0" y="47"/>
                    <a:pt x="16" y="47"/>
                  </a:cubicBezTo>
                  <a:cubicBezTo>
                    <a:pt x="16" y="64"/>
                    <a:pt x="16" y="64"/>
                    <a:pt x="32" y="64"/>
                  </a:cubicBezTo>
                  <a:lnTo>
                    <a:pt x="32" y="79"/>
                  </a:lnTo>
                  <a:lnTo>
                    <a:pt x="80" y="95"/>
                  </a:lnTo>
                  <a:lnTo>
                    <a:pt x="80" y="95"/>
                  </a:lnTo>
                  <a:lnTo>
                    <a:pt x="95" y="95"/>
                  </a:lnTo>
                  <a:cubicBezTo>
                    <a:pt x="80" y="95"/>
                    <a:pt x="80" y="79"/>
                    <a:pt x="80" y="79"/>
                  </a:cubicBezTo>
                  <a:cubicBezTo>
                    <a:pt x="80" y="64"/>
                    <a:pt x="95" y="47"/>
                    <a:pt x="111" y="47"/>
                  </a:cubicBezTo>
                  <a:lnTo>
                    <a:pt x="111" y="47"/>
                  </a:lnTo>
                  <a:lnTo>
                    <a:pt x="126" y="47"/>
                  </a:lnTo>
                  <a:lnTo>
                    <a:pt x="126" y="47"/>
                  </a:lnTo>
                  <a:lnTo>
                    <a:pt x="111" y="32"/>
                  </a:lnTo>
                  <a:lnTo>
                    <a:pt x="111" y="32"/>
                  </a:lnTo>
                  <a:lnTo>
                    <a:pt x="95" y="32"/>
                  </a:lnTo>
                  <a:lnTo>
                    <a:pt x="63"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6" name="Google Shape;1906;p38"/>
            <p:cNvSpPr/>
            <p:nvPr/>
          </p:nvSpPr>
          <p:spPr>
            <a:xfrm>
              <a:off x="3318803" y="1772225"/>
              <a:ext cx="3562" cy="4039"/>
            </a:xfrm>
            <a:custGeom>
              <a:avLst/>
              <a:gdLst/>
              <a:ahLst/>
              <a:cxnLst/>
              <a:rect l="l" t="t" r="r" b="b"/>
              <a:pathLst>
                <a:path w="112" h="127" extrusionOk="0">
                  <a:moveTo>
                    <a:pt x="32" y="1"/>
                  </a:moveTo>
                  <a:lnTo>
                    <a:pt x="32" y="1"/>
                  </a:lnTo>
                  <a:cubicBezTo>
                    <a:pt x="17" y="1"/>
                    <a:pt x="1" y="16"/>
                    <a:pt x="1" y="32"/>
                  </a:cubicBezTo>
                  <a:lnTo>
                    <a:pt x="1" y="47"/>
                  </a:lnTo>
                  <a:lnTo>
                    <a:pt x="1" y="95"/>
                  </a:lnTo>
                  <a:cubicBezTo>
                    <a:pt x="1" y="95"/>
                    <a:pt x="1" y="110"/>
                    <a:pt x="17" y="110"/>
                  </a:cubicBezTo>
                  <a:lnTo>
                    <a:pt x="17" y="127"/>
                  </a:lnTo>
                  <a:lnTo>
                    <a:pt x="32" y="127"/>
                  </a:lnTo>
                  <a:lnTo>
                    <a:pt x="32" y="127"/>
                  </a:lnTo>
                  <a:lnTo>
                    <a:pt x="32" y="127"/>
                  </a:lnTo>
                  <a:lnTo>
                    <a:pt x="64" y="127"/>
                  </a:lnTo>
                  <a:cubicBezTo>
                    <a:pt x="64" y="110"/>
                    <a:pt x="64" y="110"/>
                    <a:pt x="80" y="110"/>
                  </a:cubicBezTo>
                  <a:cubicBezTo>
                    <a:pt x="95" y="110"/>
                    <a:pt x="95" y="95"/>
                    <a:pt x="111" y="64"/>
                  </a:cubicBezTo>
                  <a:lnTo>
                    <a:pt x="111" y="47"/>
                  </a:lnTo>
                  <a:lnTo>
                    <a:pt x="80" y="16"/>
                  </a:lnTo>
                  <a:lnTo>
                    <a:pt x="80" y="16"/>
                  </a:lnTo>
                  <a:lnTo>
                    <a:pt x="64" y="16"/>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7" name="Google Shape;1907;p38"/>
            <p:cNvSpPr/>
            <p:nvPr/>
          </p:nvSpPr>
          <p:spPr>
            <a:xfrm>
              <a:off x="3443600" y="1796746"/>
              <a:ext cx="4039" cy="3053"/>
            </a:xfrm>
            <a:custGeom>
              <a:avLst/>
              <a:gdLst/>
              <a:ahLst/>
              <a:cxnLst/>
              <a:rect l="l" t="t" r="r" b="b"/>
              <a:pathLst>
                <a:path w="127" h="96" extrusionOk="0">
                  <a:moveTo>
                    <a:pt x="63" y="1"/>
                  </a:moveTo>
                  <a:lnTo>
                    <a:pt x="47" y="1"/>
                  </a:lnTo>
                  <a:lnTo>
                    <a:pt x="32" y="1"/>
                  </a:lnTo>
                  <a:lnTo>
                    <a:pt x="15" y="17"/>
                  </a:lnTo>
                  <a:cubicBezTo>
                    <a:pt x="0" y="32"/>
                    <a:pt x="0" y="49"/>
                    <a:pt x="0" y="64"/>
                  </a:cubicBezTo>
                  <a:cubicBezTo>
                    <a:pt x="0" y="64"/>
                    <a:pt x="15" y="64"/>
                    <a:pt x="15" y="80"/>
                  </a:cubicBezTo>
                  <a:lnTo>
                    <a:pt x="15" y="80"/>
                  </a:lnTo>
                  <a:lnTo>
                    <a:pt x="15" y="80"/>
                  </a:lnTo>
                  <a:cubicBezTo>
                    <a:pt x="32" y="96"/>
                    <a:pt x="32" y="96"/>
                    <a:pt x="47" y="96"/>
                  </a:cubicBezTo>
                  <a:lnTo>
                    <a:pt x="47" y="96"/>
                  </a:lnTo>
                  <a:cubicBezTo>
                    <a:pt x="47" y="96"/>
                    <a:pt x="63" y="96"/>
                    <a:pt x="63" y="80"/>
                  </a:cubicBezTo>
                  <a:cubicBezTo>
                    <a:pt x="63" y="80"/>
                    <a:pt x="78" y="80"/>
                    <a:pt x="78" y="64"/>
                  </a:cubicBezTo>
                  <a:lnTo>
                    <a:pt x="78" y="80"/>
                  </a:lnTo>
                  <a:lnTo>
                    <a:pt x="78" y="80"/>
                  </a:lnTo>
                  <a:lnTo>
                    <a:pt x="78" y="80"/>
                  </a:lnTo>
                  <a:cubicBezTo>
                    <a:pt x="95" y="80"/>
                    <a:pt x="110" y="64"/>
                    <a:pt x="126" y="49"/>
                  </a:cubicBezTo>
                  <a:cubicBezTo>
                    <a:pt x="126" y="49"/>
                    <a:pt x="126" y="32"/>
                    <a:pt x="110" y="32"/>
                  </a:cubicBezTo>
                  <a:cubicBezTo>
                    <a:pt x="110" y="17"/>
                    <a:pt x="110" y="17"/>
                    <a:pt x="95" y="1"/>
                  </a:cubicBezTo>
                  <a:lnTo>
                    <a:pt x="95"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8" name="Google Shape;1908;p38"/>
            <p:cNvSpPr/>
            <p:nvPr/>
          </p:nvSpPr>
          <p:spPr>
            <a:xfrm>
              <a:off x="3334355" y="1803774"/>
              <a:ext cx="3530" cy="3562"/>
            </a:xfrm>
            <a:custGeom>
              <a:avLst/>
              <a:gdLst/>
              <a:ahLst/>
              <a:cxnLst/>
              <a:rect l="l" t="t" r="r" b="b"/>
              <a:pathLst>
                <a:path w="111" h="112" extrusionOk="0">
                  <a:moveTo>
                    <a:pt x="79" y="1"/>
                  </a:moveTo>
                  <a:lnTo>
                    <a:pt x="64" y="32"/>
                  </a:lnTo>
                  <a:lnTo>
                    <a:pt x="47" y="32"/>
                  </a:lnTo>
                  <a:lnTo>
                    <a:pt x="32" y="32"/>
                  </a:lnTo>
                  <a:cubicBezTo>
                    <a:pt x="16" y="32"/>
                    <a:pt x="16" y="32"/>
                    <a:pt x="1" y="48"/>
                  </a:cubicBezTo>
                  <a:cubicBezTo>
                    <a:pt x="1" y="64"/>
                    <a:pt x="16" y="80"/>
                    <a:pt x="32" y="95"/>
                  </a:cubicBezTo>
                  <a:lnTo>
                    <a:pt x="64" y="111"/>
                  </a:lnTo>
                  <a:lnTo>
                    <a:pt x="64" y="111"/>
                  </a:lnTo>
                  <a:cubicBezTo>
                    <a:pt x="79" y="111"/>
                    <a:pt x="95" y="95"/>
                    <a:pt x="95" y="95"/>
                  </a:cubicBezTo>
                  <a:lnTo>
                    <a:pt x="110" y="80"/>
                  </a:lnTo>
                  <a:lnTo>
                    <a:pt x="95" y="80"/>
                  </a:lnTo>
                  <a:cubicBezTo>
                    <a:pt x="79" y="80"/>
                    <a:pt x="64" y="64"/>
                    <a:pt x="64" y="32"/>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9" name="Google Shape;1909;p38"/>
            <p:cNvSpPr/>
            <p:nvPr/>
          </p:nvSpPr>
          <p:spPr>
            <a:xfrm>
              <a:off x="3205073" y="1785741"/>
              <a:ext cx="4039" cy="3021"/>
            </a:xfrm>
            <a:custGeom>
              <a:avLst/>
              <a:gdLst/>
              <a:ahLst/>
              <a:cxnLst/>
              <a:rect l="l" t="t" r="r" b="b"/>
              <a:pathLst>
                <a:path w="127" h="95" extrusionOk="0">
                  <a:moveTo>
                    <a:pt x="47" y="0"/>
                  </a:moveTo>
                  <a:lnTo>
                    <a:pt x="32" y="0"/>
                  </a:lnTo>
                  <a:cubicBezTo>
                    <a:pt x="32" y="17"/>
                    <a:pt x="16" y="17"/>
                    <a:pt x="16" y="17"/>
                  </a:cubicBezTo>
                  <a:cubicBezTo>
                    <a:pt x="1" y="32"/>
                    <a:pt x="1" y="63"/>
                    <a:pt x="16" y="63"/>
                  </a:cubicBezTo>
                  <a:lnTo>
                    <a:pt x="47" y="95"/>
                  </a:lnTo>
                  <a:lnTo>
                    <a:pt x="64" y="95"/>
                  </a:lnTo>
                  <a:cubicBezTo>
                    <a:pt x="64" y="80"/>
                    <a:pt x="79" y="80"/>
                    <a:pt x="79" y="80"/>
                  </a:cubicBezTo>
                  <a:lnTo>
                    <a:pt x="95" y="80"/>
                  </a:lnTo>
                  <a:lnTo>
                    <a:pt x="95" y="80"/>
                  </a:lnTo>
                  <a:cubicBezTo>
                    <a:pt x="110" y="80"/>
                    <a:pt x="110" y="80"/>
                    <a:pt x="110" y="95"/>
                  </a:cubicBezTo>
                  <a:cubicBezTo>
                    <a:pt x="127" y="80"/>
                    <a:pt x="110" y="63"/>
                    <a:pt x="110" y="48"/>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0" name="Google Shape;1910;p38"/>
            <p:cNvSpPr/>
            <p:nvPr/>
          </p:nvSpPr>
          <p:spPr>
            <a:xfrm>
              <a:off x="3408521" y="1763193"/>
              <a:ext cx="3021" cy="5534"/>
            </a:xfrm>
            <a:custGeom>
              <a:avLst/>
              <a:gdLst/>
              <a:ahLst/>
              <a:cxnLst/>
              <a:rect l="l" t="t" r="r" b="b"/>
              <a:pathLst>
                <a:path w="95" h="174" extrusionOk="0">
                  <a:moveTo>
                    <a:pt x="63" y="1"/>
                  </a:moveTo>
                  <a:lnTo>
                    <a:pt x="47" y="1"/>
                  </a:lnTo>
                  <a:cubicBezTo>
                    <a:pt x="32" y="1"/>
                    <a:pt x="16" y="16"/>
                    <a:pt x="16" y="32"/>
                  </a:cubicBezTo>
                  <a:lnTo>
                    <a:pt x="32" y="64"/>
                  </a:lnTo>
                  <a:lnTo>
                    <a:pt x="32" y="96"/>
                  </a:lnTo>
                  <a:cubicBezTo>
                    <a:pt x="16" y="96"/>
                    <a:pt x="16" y="96"/>
                    <a:pt x="16" y="111"/>
                  </a:cubicBezTo>
                  <a:cubicBezTo>
                    <a:pt x="0" y="127"/>
                    <a:pt x="0" y="142"/>
                    <a:pt x="16" y="159"/>
                  </a:cubicBezTo>
                  <a:cubicBezTo>
                    <a:pt x="16" y="159"/>
                    <a:pt x="32" y="174"/>
                    <a:pt x="47" y="174"/>
                  </a:cubicBezTo>
                  <a:lnTo>
                    <a:pt x="63" y="174"/>
                  </a:lnTo>
                  <a:lnTo>
                    <a:pt x="79" y="174"/>
                  </a:lnTo>
                  <a:cubicBezTo>
                    <a:pt x="95" y="159"/>
                    <a:pt x="95" y="159"/>
                    <a:pt x="95" y="142"/>
                  </a:cubicBezTo>
                  <a:lnTo>
                    <a:pt x="95" y="111"/>
                  </a:lnTo>
                  <a:lnTo>
                    <a:pt x="95" y="64"/>
                  </a:lnTo>
                  <a:lnTo>
                    <a:pt x="95" y="48"/>
                  </a:lnTo>
                  <a:lnTo>
                    <a:pt x="95" y="32"/>
                  </a:lnTo>
                  <a:cubicBezTo>
                    <a:pt x="95" y="16"/>
                    <a:pt x="79"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1" name="Google Shape;1911;p38"/>
            <p:cNvSpPr/>
            <p:nvPr/>
          </p:nvSpPr>
          <p:spPr>
            <a:xfrm>
              <a:off x="3188026" y="1788731"/>
              <a:ext cx="2544" cy="2035"/>
            </a:xfrm>
            <a:custGeom>
              <a:avLst/>
              <a:gdLst/>
              <a:ahLst/>
              <a:cxnLst/>
              <a:rect l="l" t="t" r="r" b="b"/>
              <a:pathLst>
                <a:path w="80" h="64" extrusionOk="0">
                  <a:moveTo>
                    <a:pt x="79" y="1"/>
                  </a:moveTo>
                  <a:lnTo>
                    <a:pt x="32" y="1"/>
                  </a:lnTo>
                  <a:cubicBezTo>
                    <a:pt x="16" y="1"/>
                    <a:pt x="1" y="17"/>
                    <a:pt x="1" y="32"/>
                  </a:cubicBezTo>
                  <a:cubicBezTo>
                    <a:pt x="1" y="49"/>
                    <a:pt x="16" y="64"/>
                    <a:pt x="32" y="64"/>
                  </a:cubicBezTo>
                  <a:lnTo>
                    <a:pt x="48" y="64"/>
                  </a:lnTo>
                  <a:lnTo>
                    <a:pt x="48" y="64"/>
                  </a:lnTo>
                  <a:lnTo>
                    <a:pt x="64" y="64"/>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2" name="Google Shape;1912;p38"/>
            <p:cNvSpPr/>
            <p:nvPr/>
          </p:nvSpPr>
          <p:spPr>
            <a:xfrm>
              <a:off x="3112365" y="1795283"/>
              <a:ext cx="2544" cy="4039"/>
            </a:xfrm>
            <a:custGeom>
              <a:avLst/>
              <a:gdLst/>
              <a:ahLst/>
              <a:cxnLst/>
              <a:rect l="l" t="t" r="r" b="b"/>
              <a:pathLst>
                <a:path w="80" h="127" extrusionOk="0">
                  <a:moveTo>
                    <a:pt x="48" y="0"/>
                  </a:moveTo>
                  <a:lnTo>
                    <a:pt x="48" y="0"/>
                  </a:lnTo>
                  <a:lnTo>
                    <a:pt x="48" y="0"/>
                  </a:lnTo>
                  <a:cubicBezTo>
                    <a:pt x="32" y="0"/>
                    <a:pt x="17" y="15"/>
                    <a:pt x="17" y="32"/>
                  </a:cubicBezTo>
                  <a:lnTo>
                    <a:pt x="17" y="47"/>
                  </a:lnTo>
                  <a:lnTo>
                    <a:pt x="0" y="78"/>
                  </a:lnTo>
                  <a:lnTo>
                    <a:pt x="0" y="78"/>
                  </a:lnTo>
                  <a:lnTo>
                    <a:pt x="0" y="78"/>
                  </a:lnTo>
                  <a:cubicBezTo>
                    <a:pt x="0" y="110"/>
                    <a:pt x="17" y="126"/>
                    <a:pt x="32" y="126"/>
                  </a:cubicBezTo>
                  <a:lnTo>
                    <a:pt x="32" y="126"/>
                  </a:lnTo>
                  <a:cubicBezTo>
                    <a:pt x="48" y="126"/>
                    <a:pt x="63" y="110"/>
                    <a:pt x="80" y="95"/>
                  </a:cubicBezTo>
                  <a:lnTo>
                    <a:pt x="80" y="32"/>
                  </a:lnTo>
                  <a:cubicBezTo>
                    <a:pt x="80" y="15"/>
                    <a:pt x="80"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3" name="Google Shape;1913;p38"/>
            <p:cNvSpPr/>
            <p:nvPr/>
          </p:nvSpPr>
          <p:spPr>
            <a:xfrm>
              <a:off x="3338839" y="1814810"/>
              <a:ext cx="6042" cy="6551"/>
            </a:xfrm>
            <a:custGeom>
              <a:avLst/>
              <a:gdLst/>
              <a:ahLst/>
              <a:cxnLst/>
              <a:rect l="l" t="t" r="r" b="b"/>
              <a:pathLst>
                <a:path w="190" h="206" extrusionOk="0">
                  <a:moveTo>
                    <a:pt x="64" y="0"/>
                  </a:moveTo>
                  <a:lnTo>
                    <a:pt x="64" y="0"/>
                  </a:lnTo>
                  <a:lnTo>
                    <a:pt x="49" y="0"/>
                  </a:lnTo>
                  <a:lnTo>
                    <a:pt x="32" y="17"/>
                  </a:lnTo>
                  <a:cubicBezTo>
                    <a:pt x="17" y="17"/>
                    <a:pt x="17" y="32"/>
                    <a:pt x="17" y="32"/>
                  </a:cubicBezTo>
                  <a:lnTo>
                    <a:pt x="17" y="32"/>
                  </a:lnTo>
                  <a:lnTo>
                    <a:pt x="17" y="63"/>
                  </a:lnTo>
                  <a:lnTo>
                    <a:pt x="1" y="111"/>
                  </a:lnTo>
                  <a:lnTo>
                    <a:pt x="1" y="126"/>
                  </a:lnTo>
                  <a:cubicBezTo>
                    <a:pt x="1" y="158"/>
                    <a:pt x="17" y="174"/>
                    <a:pt x="49" y="174"/>
                  </a:cubicBezTo>
                  <a:cubicBezTo>
                    <a:pt x="64" y="174"/>
                    <a:pt x="80" y="158"/>
                    <a:pt x="80" y="126"/>
                  </a:cubicBezTo>
                  <a:lnTo>
                    <a:pt x="80" y="111"/>
                  </a:lnTo>
                  <a:lnTo>
                    <a:pt x="80" y="126"/>
                  </a:lnTo>
                  <a:cubicBezTo>
                    <a:pt x="95" y="143"/>
                    <a:pt x="95" y="158"/>
                    <a:pt x="112" y="174"/>
                  </a:cubicBezTo>
                  <a:lnTo>
                    <a:pt x="112" y="174"/>
                  </a:lnTo>
                  <a:lnTo>
                    <a:pt x="127" y="189"/>
                  </a:lnTo>
                  <a:cubicBezTo>
                    <a:pt x="127" y="189"/>
                    <a:pt x="143" y="206"/>
                    <a:pt x="158" y="206"/>
                  </a:cubicBezTo>
                  <a:cubicBezTo>
                    <a:pt x="158" y="206"/>
                    <a:pt x="175" y="206"/>
                    <a:pt x="175" y="189"/>
                  </a:cubicBezTo>
                  <a:cubicBezTo>
                    <a:pt x="190" y="189"/>
                    <a:pt x="190" y="158"/>
                    <a:pt x="190" y="143"/>
                  </a:cubicBezTo>
                  <a:lnTo>
                    <a:pt x="175" y="143"/>
                  </a:lnTo>
                  <a:lnTo>
                    <a:pt x="175" y="126"/>
                  </a:lnTo>
                  <a:cubicBezTo>
                    <a:pt x="158" y="111"/>
                    <a:pt x="143" y="95"/>
                    <a:pt x="143" y="80"/>
                  </a:cubicBezTo>
                  <a:cubicBezTo>
                    <a:pt x="127" y="63"/>
                    <a:pt x="112" y="48"/>
                    <a:pt x="112" y="32"/>
                  </a:cubicBezTo>
                  <a:lnTo>
                    <a:pt x="95" y="17"/>
                  </a:lnTo>
                  <a:lnTo>
                    <a:pt x="95" y="17"/>
                  </a:lnTo>
                  <a:cubicBezTo>
                    <a:pt x="80" y="0"/>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4" name="Google Shape;1914;p38"/>
            <p:cNvSpPr/>
            <p:nvPr/>
          </p:nvSpPr>
          <p:spPr>
            <a:xfrm>
              <a:off x="3417012" y="1762684"/>
              <a:ext cx="5057" cy="3562"/>
            </a:xfrm>
            <a:custGeom>
              <a:avLst/>
              <a:gdLst/>
              <a:ahLst/>
              <a:cxnLst/>
              <a:rect l="l" t="t" r="r" b="b"/>
              <a:pathLst>
                <a:path w="159" h="112" extrusionOk="0">
                  <a:moveTo>
                    <a:pt x="127" y="1"/>
                  </a:moveTo>
                  <a:lnTo>
                    <a:pt x="127" y="1"/>
                  </a:lnTo>
                  <a:lnTo>
                    <a:pt x="112" y="1"/>
                  </a:lnTo>
                  <a:lnTo>
                    <a:pt x="112" y="1"/>
                  </a:lnTo>
                  <a:lnTo>
                    <a:pt x="64" y="32"/>
                  </a:lnTo>
                  <a:lnTo>
                    <a:pt x="32" y="48"/>
                  </a:lnTo>
                  <a:lnTo>
                    <a:pt x="32" y="48"/>
                  </a:lnTo>
                  <a:cubicBezTo>
                    <a:pt x="17" y="64"/>
                    <a:pt x="1" y="80"/>
                    <a:pt x="17" y="95"/>
                  </a:cubicBezTo>
                  <a:cubicBezTo>
                    <a:pt x="17" y="112"/>
                    <a:pt x="32" y="112"/>
                    <a:pt x="49" y="112"/>
                  </a:cubicBezTo>
                  <a:lnTo>
                    <a:pt x="64" y="112"/>
                  </a:lnTo>
                  <a:lnTo>
                    <a:pt x="80" y="95"/>
                  </a:lnTo>
                  <a:lnTo>
                    <a:pt x="80" y="95"/>
                  </a:lnTo>
                  <a:lnTo>
                    <a:pt x="143" y="64"/>
                  </a:lnTo>
                  <a:lnTo>
                    <a:pt x="143" y="64"/>
                  </a:lnTo>
                  <a:cubicBezTo>
                    <a:pt x="158" y="48"/>
                    <a:pt x="158" y="32"/>
                    <a:pt x="158" y="17"/>
                  </a:cubicBezTo>
                  <a:lnTo>
                    <a:pt x="143" y="17"/>
                  </a:ln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5" name="Google Shape;1915;p38"/>
            <p:cNvSpPr/>
            <p:nvPr/>
          </p:nvSpPr>
          <p:spPr>
            <a:xfrm>
              <a:off x="3167990" y="1825337"/>
              <a:ext cx="3530" cy="3053"/>
            </a:xfrm>
            <a:custGeom>
              <a:avLst/>
              <a:gdLst/>
              <a:ahLst/>
              <a:cxnLst/>
              <a:rect l="l" t="t" r="r" b="b"/>
              <a:pathLst>
                <a:path w="111" h="96" extrusionOk="0">
                  <a:moveTo>
                    <a:pt x="47" y="1"/>
                  </a:moveTo>
                  <a:lnTo>
                    <a:pt x="47" y="1"/>
                  </a:lnTo>
                  <a:lnTo>
                    <a:pt x="47" y="1"/>
                  </a:lnTo>
                  <a:cubicBezTo>
                    <a:pt x="32" y="1"/>
                    <a:pt x="32" y="16"/>
                    <a:pt x="16" y="16"/>
                  </a:cubicBezTo>
                  <a:lnTo>
                    <a:pt x="16" y="16"/>
                  </a:lnTo>
                  <a:lnTo>
                    <a:pt x="16" y="32"/>
                  </a:lnTo>
                  <a:cubicBezTo>
                    <a:pt x="1" y="32"/>
                    <a:pt x="1" y="47"/>
                    <a:pt x="1" y="47"/>
                  </a:cubicBezTo>
                  <a:cubicBezTo>
                    <a:pt x="1" y="64"/>
                    <a:pt x="16" y="64"/>
                    <a:pt x="16" y="79"/>
                  </a:cubicBezTo>
                  <a:lnTo>
                    <a:pt x="47" y="95"/>
                  </a:lnTo>
                  <a:lnTo>
                    <a:pt x="64" y="95"/>
                  </a:lnTo>
                  <a:cubicBezTo>
                    <a:pt x="79" y="95"/>
                    <a:pt x="79" y="95"/>
                    <a:pt x="95" y="79"/>
                  </a:cubicBezTo>
                  <a:lnTo>
                    <a:pt x="95" y="79"/>
                  </a:lnTo>
                  <a:lnTo>
                    <a:pt x="95" y="64"/>
                  </a:lnTo>
                  <a:cubicBezTo>
                    <a:pt x="110" y="64"/>
                    <a:pt x="110" y="47"/>
                    <a:pt x="110" y="47"/>
                  </a:cubicBez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6" name="Google Shape;1916;p38"/>
            <p:cNvSpPr/>
            <p:nvPr/>
          </p:nvSpPr>
          <p:spPr>
            <a:xfrm>
              <a:off x="3305286" y="1816337"/>
              <a:ext cx="6520" cy="3498"/>
            </a:xfrm>
            <a:custGeom>
              <a:avLst/>
              <a:gdLst/>
              <a:ahLst/>
              <a:cxnLst/>
              <a:rect l="l" t="t" r="r" b="b"/>
              <a:pathLst>
                <a:path w="205" h="110" extrusionOk="0">
                  <a:moveTo>
                    <a:pt x="158" y="0"/>
                  </a:moveTo>
                  <a:lnTo>
                    <a:pt x="158" y="15"/>
                  </a:lnTo>
                  <a:lnTo>
                    <a:pt x="110" y="47"/>
                  </a:lnTo>
                  <a:cubicBezTo>
                    <a:pt x="110" y="63"/>
                    <a:pt x="95" y="63"/>
                    <a:pt x="95" y="63"/>
                  </a:cubicBezTo>
                  <a:lnTo>
                    <a:pt x="79" y="63"/>
                  </a:lnTo>
                  <a:lnTo>
                    <a:pt x="32" y="47"/>
                  </a:lnTo>
                  <a:cubicBezTo>
                    <a:pt x="16" y="47"/>
                    <a:pt x="1" y="63"/>
                    <a:pt x="1" y="78"/>
                  </a:cubicBezTo>
                  <a:cubicBezTo>
                    <a:pt x="1" y="95"/>
                    <a:pt x="16" y="95"/>
                    <a:pt x="16" y="95"/>
                  </a:cubicBezTo>
                  <a:cubicBezTo>
                    <a:pt x="16" y="110"/>
                    <a:pt x="32" y="110"/>
                    <a:pt x="47" y="110"/>
                  </a:cubicBezTo>
                  <a:lnTo>
                    <a:pt x="47" y="110"/>
                  </a:lnTo>
                  <a:lnTo>
                    <a:pt x="47" y="110"/>
                  </a:lnTo>
                  <a:lnTo>
                    <a:pt x="64" y="110"/>
                  </a:lnTo>
                  <a:lnTo>
                    <a:pt x="79" y="110"/>
                  </a:lnTo>
                  <a:lnTo>
                    <a:pt x="79" y="110"/>
                  </a:lnTo>
                  <a:lnTo>
                    <a:pt x="95" y="110"/>
                  </a:lnTo>
                  <a:lnTo>
                    <a:pt x="127" y="110"/>
                  </a:lnTo>
                  <a:lnTo>
                    <a:pt x="127" y="110"/>
                  </a:lnTo>
                  <a:cubicBezTo>
                    <a:pt x="142" y="110"/>
                    <a:pt x="190" y="110"/>
                    <a:pt x="190" y="47"/>
                  </a:cubicBezTo>
                  <a:cubicBezTo>
                    <a:pt x="205" y="47"/>
                    <a:pt x="190" y="32"/>
                    <a:pt x="190" y="32"/>
                  </a:cubicBezTo>
                  <a:cubicBezTo>
                    <a:pt x="190" y="15"/>
                    <a:pt x="190" y="15"/>
                    <a:pt x="173" y="15"/>
                  </a:cubicBezTo>
                  <a:cubicBezTo>
                    <a:pt x="173" y="15"/>
                    <a:pt x="158"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7" name="Google Shape;1917;p38"/>
            <p:cNvSpPr/>
            <p:nvPr/>
          </p:nvSpPr>
          <p:spPr>
            <a:xfrm>
              <a:off x="3174477" y="1792738"/>
              <a:ext cx="11067" cy="4039"/>
            </a:xfrm>
            <a:custGeom>
              <a:avLst/>
              <a:gdLst/>
              <a:ahLst/>
              <a:cxnLst/>
              <a:rect l="l" t="t" r="r" b="b"/>
              <a:pathLst>
                <a:path w="348" h="127" extrusionOk="0">
                  <a:moveTo>
                    <a:pt x="316" y="1"/>
                  </a:moveTo>
                  <a:lnTo>
                    <a:pt x="316" y="1"/>
                  </a:lnTo>
                  <a:cubicBezTo>
                    <a:pt x="301" y="1"/>
                    <a:pt x="284" y="1"/>
                    <a:pt x="284" y="17"/>
                  </a:cubicBezTo>
                  <a:lnTo>
                    <a:pt x="284" y="32"/>
                  </a:lnTo>
                  <a:lnTo>
                    <a:pt x="284" y="32"/>
                  </a:lnTo>
                  <a:cubicBezTo>
                    <a:pt x="253" y="49"/>
                    <a:pt x="221" y="49"/>
                    <a:pt x="206" y="49"/>
                  </a:cubicBezTo>
                  <a:cubicBezTo>
                    <a:pt x="190" y="64"/>
                    <a:pt x="158" y="64"/>
                    <a:pt x="143" y="64"/>
                  </a:cubicBezTo>
                  <a:lnTo>
                    <a:pt x="95" y="64"/>
                  </a:lnTo>
                  <a:cubicBezTo>
                    <a:pt x="80" y="49"/>
                    <a:pt x="64" y="49"/>
                    <a:pt x="32" y="49"/>
                  </a:cubicBezTo>
                  <a:lnTo>
                    <a:pt x="32" y="49"/>
                  </a:lnTo>
                  <a:cubicBezTo>
                    <a:pt x="17" y="49"/>
                    <a:pt x="1" y="64"/>
                    <a:pt x="1" y="80"/>
                  </a:cubicBezTo>
                  <a:cubicBezTo>
                    <a:pt x="1" y="95"/>
                    <a:pt x="1" y="112"/>
                    <a:pt x="32" y="112"/>
                  </a:cubicBezTo>
                  <a:lnTo>
                    <a:pt x="32" y="112"/>
                  </a:lnTo>
                  <a:cubicBezTo>
                    <a:pt x="64" y="127"/>
                    <a:pt x="80" y="127"/>
                    <a:pt x="112" y="127"/>
                  </a:cubicBezTo>
                  <a:cubicBezTo>
                    <a:pt x="143" y="112"/>
                    <a:pt x="143" y="112"/>
                    <a:pt x="143" y="95"/>
                  </a:cubicBezTo>
                  <a:cubicBezTo>
                    <a:pt x="143" y="80"/>
                    <a:pt x="158" y="64"/>
                    <a:pt x="175" y="64"/>
                  </a:cubicBezTo>
                  <a:lnTo>
                    <a:pt x="175" y="64"/>
                  </a:lnTo>
                  <a:lnTo>
                    <a:pt x="175" y="64"/>
                  </a:lnTo>
                  <a:cubicBezTo>
                    <a:pt x="190" y="64"/>
                    <a:pt x="206" y="80"/>
                    <a:pt x="206" y="95"/>
                  </a:cubicBezTo>
                  <a:lnTo>
                    <a:pt x="206" y="127"/>
                  </a:lnTo>
                  <a:cubicBezTo>
                    <a:pt x="221" y="127"/>
                    <a:pt x="253" y="112"/>
                    <a:pt x="269" y="112"/>
                  </a:cubicBezTo>
                  <a:cubicBezTo>
                    <a:pt x="284" y="112"/>
                    <a:pt x="301" y="95"/>
                    <a:pt x="316" y="95"/>
                  </a:cubicBezTo>
                  <a:cubicBezTo>
                    <a:pt x="316" y="95"/>
                    <a:pt x="332" y="95"/>
                    <a:pt x="332" y="80"/>
                  </a:cubicBezTo>
                  <a:cubicBezTo>
                    <a:pt x="332" y="80"/>
                    <a:pt x="348" y="64"/>
                    <a:pt x="348" y="49"/>
                  </a:cubicBezTo>
                  <a:lnTo>
                    <a:pt x="348" y="49"/>
                  </a:lnTo>
                  <a:cubicBezTo>
                    <a:pt x="348" y="32"/>
                    <a:pt x="348" y="1"/>
                    <a:pt x="332" y="1"/>
                  </a:cubicBezTo>
                  <a:lnTo>
                    <a:pt x="3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8" name="Google Shape;1918;p38"/>
            <p:cNvSpPr/>
            <p:nvPr/>
          </p:nvSpPr>
          <p:spPr>
            <a:xfrm>
              <a:off x="3299752" y="1781257"/>
              <a:ext cx="4580" cy="3021"/>
            </a:xfrm>
            <a:custGeom>
              <a:avLst/>
              <a:gdLst/>
              <a:ahLst/>
              <a:cxnLst/>
              <a:rect l="l" t="t" r="r" b="b"/>
              <a:pathLst>
                <a:path w="144" h="95" extrusionOk="0">
                  <a:moveTo>
                    <a:pt x="112" y="0"/>
                  </a:moveTo>
                  <a:lnTo>
                    <a:pt x="112" y="0"/>
                  </a:lnTo>
                  <a:lnTo>
                    <a:pt x="95" y="0"/>
                  </a:lnTo>
                  <a:lnTo>
                    <a:pt x="49" y="15"/>
                  </a:lnTo>
                  <a:lnTo>
                    <a:pt x="32" y="32"/>
                  </a:lnTo>
                  <a:cubicBezTo>
                    <a:pt x="17" y="32"/>
                    <a:pt x="1" y="47"/>
                    <a:pt x="1" y="78"/>
                  </a:cubicBezTo>
                  <a:cubicBezTo>
                    <a:pt x="17" y="95"/>
                    <a:pt x="17" y="95"/>
                    <a:pt x="32" y="95"/>
                  </a:cubicBezTo>
                  <a:lnTo>
                    <a:pt x="32" y="95"/>
                  </a:lnTo>
                  <a:lnTo>
                    <a:pt x="49" y="95"/>
                  </a:lnTo>
                  <a:lnTo>
                    <a:pt x="127" y="78"/>
                  </a:lnTo>
                  <a:lnTo>
                    <a:pt x="127" y="63"/>
                  </a:lnTo>
                  <a:cubicBezTo>
                    <a:pt x="143" y="63"/>
                    <a:pt x="143" y="47"/>
                    <a:pt x="143" y="32"/>
                  </a:cubicBezTo>
                  <a:cubicBezTo>
                    <a:pt x="143" y="15"/>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9" name="Google Shape;1919;p38"/>
            <p:cNvSpPr/>
            <p:nvPr/>
          </p:nvSpPr>
          <p:spPr>
            <a:xfrm>
              <a:off x="3088290" y="1785741"/>
              <a:ext cx="3053" cy="3021"/>
            </a:xfrm>
            <a:custGeom>
              <a:avLst/>
              <a:gdLst/>
              <a:ahLst/>
              <a:cxnLst/>
              <a:rect l="l" t="t" r="r" b="b"/>
              <a:pathLst>
                <a:path w="96" h="95" extrusionOk="0">
                  <a:moveTo>
                    <a:pt x="49" y="0"/>
                  </a:moveTo>
                  <a:lnTo>
                    <a:pt x="32" y="0"/>
                  </a:lnTo>
                  <a:lnTo>
                    <a:pt x="32" y="0"/>
                  </a:lnTo>
                  <a:cubicBezTo>
                    <a:pt x="17" y="0"/>
                    <a:pt x="1" y="17"/>
                    <a:pt x="1" y="48"/>
                  </a:cubicBezTo>
                  <a:lnTo>
                    <a:pt x="17" y="95"/>
                  </a:lnTo>
                  <a:lnTo>
                    <a:pt x="80" y="95"/>
                  </a:lnTo>
                  <a:lnTo>
                    <a:pt x="95" y="95"/>
                  </a:lnTo>
                  <a:lnTo>
                    <a:pt x="80" y="32"/>
                  </a:lnTo>
                  <a:cubicBezTo>
                    <a:pt x="64" y="17"/>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0" name="Google Shape;1920;p38"/>
            <p:cNvSpPr/>
            <p:nvPr/>
          </p:nvSpPr>
          <p:spPr>
            <a:xfrm>
              <a:off x="3104350" y="1791752"/>
              <a:ext cx="4039" cy="3562"/>
            </a:xfrm>
            <a:custGeom>
              <a:avLst/>
              <a:gdLst/>
              <a:ahLst/>
              <a:cxnLst/>
              <a:rect l="l" t="t" r="r" b="b"/>
              <a:pathLst>
                <a:path w="127" h="112" extrusionOk="0">
                  <a:moveTo>
                    <a:pt x="48" y="0"/>
                  </a:moveTo>
                  <a:lnTo>
                    <a:pt x="48" y="0"/>
                  </a:lnTo>
                  <a:cubicBezTo>
                    <a:pt x="32" y="0"/>
                    <a:pt x="16" y="17"/>
                    <a:pt x="16" y="32"/>
                  </a:cubicBezTo>
                  <a:lnTo>
                    <a:pt x="16" y="32"/>
                  </a:lnTo>
                  <a:lnTo>
                    <a:pt x="16" y="32"/>
                  </a:lnTo>
                  <a:lnTo>
                    <a:pt x="0" y="80"/>
                  </a:lnTo>
                  <a:cubicBezTo>
                    <a:pt x="0" y="80"/>
                    <a:pt x="0" y="95"/>
                    <a:pt x="16" y="95"/>
                  </a:cubicBezTo>
                  <a:cubicBezTo>
                    <a:pt x="16" y="111"/>
                    <a:pt x="32" y="111"/>
                    <a:pt x="48" y="111"/>
                  </a:cubicBezTo>
                  <a:lnTo>
                    <a:pt x="48" y="111"/>
                  </a:lnTo>
                  <a:lnTo>
                    <a:pt x="63" y="111"/>
                  </a:lnTo>
                  <a:lnTo>
                    <a:pt x="95" y="111"/>
                  </a:lnTo>
                  <a:cubicBezTo>
                    <a:pt x="95" y="111"/>
                    <a:pt x="111" y="111"/>
                    <a:pt x="111" y="95"/>
                  </a:cubicBezTo>
                  <a:cubicBezTo>
                    <a:pt x="126" y="95"/>
                    <a:pt x="126" y="80"/>
                    <a:pt x="126" y="63"/>
                  </a:cubicBezTo>
                  <a:cubicBezTo>
                    <a:pt x="126" y="48"/>
                    <a:pt x="111" y="48"/>
                    <a:pt x="95" y="32"/>
                  </a:cubicBezTo>
                  <a:lnTo>
                    <a:pt x="95" y="32"/>
                  </a:lnTo>
                  <a:lnTo>
                    <a:pt x="95" y="32"/>
                  </a:lnTo>
                  <a:lnTo>
                    <a:pt x="79" y="32"/>
                  </a:lnTo>
                  <a:lnTo>
                    <a:pt x="79" y="32"/>
                  </a:lnTo>
                  <a:cubicBezTo>
                    <a:pt x="79" y="17"/>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1" name="Google Shape;1921;p38"/>
            <p:cNvSpPr/>
            <p:nvPr/>
          </p:nvSpPr>
          <p:spPr>
            <a:xfrm>
              <a:off x="3156445" y="1806796"/>
              <a:ext cx="2576" cy="2544"/>
            </a:xfrm>
            <a:custGeom>
              <a:avLst/>
              <a:gdLst/>
              <a:ahLst/>
              <a:cxnLst/>
              <a:rect l="l" t="t" r="r" b="b"/>
              <a:pathLst>
                <a:path w="81" h="80" extrusionOk="0">
                  <a:moveTo>
                    <a:pt x="80" y="0"/>
                  </a:moveTo>
                  <a:lnTo>
                    <a:pt x="80" y="0"/>
                  </a:lnTo>
                  <a:lnTo>
                    <a:pt x="80" y="0"/>
                  </a:lnTo>
                  <a:lnTo>
                    <a:pt x="64" y="0"/>
                  </a:lnTo>
                  <a:lnTo>
                    <a:pt x="32" y="16"/>
                  </a:lnTo>
                  <a:cubicBezTo>
                    <a:pt x="17" y="16"/>
                    <a:pt x="1" y="48"/>
                    <a:pt x="17" y="63"/>
                  </a:cubicBezTo>
                  <a:lnTo>
                    <a:pt x="32" y="79"/>
                  </a:lnTo>
                  <a:lnTo>
                    <a:pt x="49" y="79"/>
                  </a:lnTo>
                  <a:lnTo>
                    <a:pt x="64" y="79"/>
                  </a:lnTo>
                  <a:lnTo>
                    <a:pt x="64" y="79"/>
                  </a:lnTo>
                  <a:lnTo>
                    <a:pt x="64" y="63"/>
                  </a:lnTo>
                  <a:lnTo>
                    <a:pt x="64" y="32"/>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2" name="Google Shape;1922;p38"/>
            <p:cNvSpPr/>
            <p:nvPr/>
          </p:nvSpPr>
          <p:spPr>
            <a:xfrm>
              <a:off x="3414532" y="1779731"/>
              <a:ext cx="5534" cy="2544"/>
            </a:xfrm>
            <a:custGeom>
              <a:avLst/>
              <a:gdLst/>
              <a:ahLst/>
              <a:cxnLst/>
              <a:rect l="l" t="t" r="r" b="b"/>
              <a:pathLst>
                <a:path w="174" h="80" extrusionOk="0">
                  <a:moveTo>
                    <a:pt x="127" y="0"/>
                  </a:moveTo>
                  <a:lnTo>
                    <a:pt x="127" y="0"/>
                  </a:lnTo>
                  <a:lnTo>
                    <a:pt x="127" y="0"/>
                  </a:lnTo>
                  <a:lnTo>
                    <a:pt x="95" y="0"/>
                  </a:lnTo>
                  <a:lnTo>
                    <a:pt x="32" y="17"/>
                  </a:lnTo>
                  <a:lnTo>
                    <a:pt x="32" y="17"/>
                  </a:lnTo>
                  <a:lnTo>
                    <a:pt x="32" y="17"/>
                  </a:lnTo>
                  <a:lnTo>
                    <a:pt x="32" y="32"/>
                  </a:lnTo>
                  <a:cubicBezTo>
                    <a:pt x="32" y="48"/>
                    <a:pt x="16" y="48"/>
                    <a:pt x="0" y="63"/>
                  </a:cubicBezTo>
                  <a:lnTo>
                    <a:pt x="16" y="63"/>
                  </a:lnTo>
                  <a:cubicBezTo>
                    <a:pt x="16" y="80"/>
                    <a:pt x="32" y="80"/>
                    <a:pt x="32" y="80"/>
                  </a:cubicBezTo>
                  <a:lnTo>
                    <a:pt x="47" y="80"/>
                  </a:lnTo>
                  <a:lnTo>
                    <a:pt x="47" y="80"/>
                  </a:lnTo>
                  <a:lnTo>
                    <a:pt x="142" y="63"/>
                  </a:lnTo>
                  <a:lnTo>
                    <a:pt x="142" y="63"/>
                  </a:lnTo>
                  <a:cubicBezTo>
                    <a:pt x="158" y="48"/>
                    <a:pt x="173" y="32"/>
                    <a:pt x="158" y="17"/>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3" name="Google Shape;1923;p38"/>
            <p:cNvSpPr/>
            <p:nvPr/>
          </p:nvSpPr>
          <p:spPr>
            <a:xfrm>
              <a:off x="3437049" y="1767709"/>
              <a:ext cx="4039" cy="4039"/>
            </a:xfrm>
            <a:custGeom>
              <a:avLst/>
              <a:gdLst/>
              <a:ahLst/>
              <a:cxnLst/>
              <a:rect l="l" t="t" r="r" b="b"/>
              <a:pathLst>
                <a:path w="127" h="127" extrusionOk="0">
                  <a:moveTo>
                    <a:pt x="127" y="0"/>
                  </a:moveTo>
                  <a:lnTo>
                    <a:pt x="64" y="17"/>
                  </a:lnTo>
                  <a:lnTo>
                    <a:pt x="80" y="17"/>
                  </a:lnTo>
                  <a:cubicBezTo>
                    <a:pt x="80" y="32"/>
                    <a:pt x="80" y="63"/>
                    <a:pt x="49" y="63"/>
                  </a:cubicBezTo>
                  <a:lnTo>
                    <a:pt x="49" y="63"/>
                  </a:lnTo>
                  <a:cubicBezTo>
                    <a:pt x="32" y="63"/>
                    <a:pt x="17" y="63"/>
                    <a:pt x="17" y="48"/>
                  </a:cubicBezTo>
                  <a:lnTo>
                    <a:pt x="1" y="48"/>
                  </a:lnTo>
                  <a:lnTo>
                    <a:pt x="1" y="95"/>
                  </a:lnTo>
                  <a:cubicBezTo>
                    <a:pt x="17" y="111"/>
                    <a:pt x="32" y="126"/>
                    <a:pt x="49" y="126"/>
                  </a:cubicBezTo>
                  <a:lnTo>
                    <a:pt x="80" y="126"/>
                  </a:lnTo>
                  <a:cubicBezTo>
                    <a:pt x="95" y="111"/>
                    <a:pt x="112" y="95"/>
                    <a:pt x="112" y="80"/>
                  </a:cubicBezTo>
                  <a:cubicBezTo>
                    <a:pt x="95" y="63"/>
                    <a:pt x="95" y="63"/>
                    <a:pt x="80" y="63"/>
                  </a:cubicBezTo>
                  <a:lnTo>
                    <a:pt x="95" y="48"/>
                  </a:lnTo>
                  <a:cubicBezTo>
                    <a:pt x="95" y="48"/>
                    <a:pt x="112" y="48"/>
                    <a:pt x="112" y="32"/>
                  </a:cubicBezTo>
                  <a:cubicBezTo>
                    <a:pt x="127" y="32"/>
                    <a:pt x="127"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4" name="Google Shape;1924;p38"/>
            <p:cNvSpPr/>
            <p:nvPr/>
          </p:nvSpPr>
          <p:spPr>
            <a:xfrm>
              <a:off x="3190538" y="1786727"/>
              <a:ext cx="4039" cy="2576"/>
            </a:xfrm>
            <a:custGeom>
              <a:avLst/>
              <a:gdLst/>
              <a:ahLst/>
              <a:cxnLst/>
              <a:rect l="l" t="t" r="r" b="b"/>
              <a:pathLst>
                <a:path w="127" h="81" extrusionOk="0">
                  <a:moveTo>
                    <a:pt x="95" y="1"/>
                  </a:moveTo>
                  <a:lnTo>
                    <a:pt x="79" y="1"/>
                  </a:lnTo>
                  <a:lnTo>
                    <a:pt x="79" y="1"/>
                  </a:lnTo>
                  <a:lnTo>
                    <a:pt x="32" y="17"/>
                  </a:lnTo>
                  <a:lnTo>
                    <a:pt x="32" y="17"/>
                  </a:lnTo>
                  <a:cubicBezTo>
                    <a:pt x="16" y="17"/>
                    <a:pt x="0" y="32"/>
                    <a:pt x="0" y="49"/>
                  </a:cubicBezTo>
                  <a:lnTo>
                    <a:pt x="0" y="49"/>
                  </a:lnTo>
                  <a:lnTo>
                    <a:pt x="32" y="49"/>
                  </a:lnTo>
                  <a:lnTo>
                    <a:pt x="32" y="49"/>
                  </a:lnTo>
                  <a:lnTo>
                    <a:pt x="48" y="49"/>
                  </a:lnTo>
                  <a:cubicBezTo>
                    <a:pt x="48" y="49"/>
                    <a:pt x="63" y="64"/>
                    <a:pt x="63" y="80"/>
                  </a:cubicBezTo>
                  <a:lnTo>
                    <a:pt x="95" y="64"/>
                  </a:lnTo>
                  <a:cubicBezTo>
                    <a:pt x="111" y="64"/>
                    <a:pt x="126" y="49"/>
                    <a:pt x="126" y="32"/>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5" name="Google Shape;1925;p38"/>
            <p:cNvSpPr/>
            <p:nvPr/>
          </p:nvSpPr>
          <p:spPr>
            <a:xfrm>
              <a:off x="3431038" y="1768218"/>
              <a:ext cx="4039" cy="6042"/>
            </a:xfrm>
            <a:custGeom>
              <a:avLst/>
              <a:gdLst/>
              <a:ahLst/>
              <a:cxnLst/>
              <a:rect l="l" t="t" r="r" b="b"/>
              <a:pathLst>
                <a:path w="127" h="190" extrusionOk="0">
                  <a:moveTo>
                    <a:pt x="49" y="1"/>
                  </a:moveTo>
                  <a:cubicBezTo>
                    <a:pt x="32" y="1"/>
                    <a:pt x="17" y="16"/>
                    <a:pt x="17" y="16"/>
                  </a:cubicBezTo>
                  <a:lnTo>
                    <a:pt x="17" y="32"/>
                  </a:lnTo>
                  <a:cubicBezTo>
                    <a:pt x="17" y="47"/>
                    <a:pt x="1" y="64"/>
                    <a:pt x="17" y="95"/>
                  </a:cubicBezTo>
                  <a:lnTo>
                    <a:pt x="17" y="95"/>
                  </a:lnTo>
                  <a:cubicBezTo>
                    <a:pt x="17" y="110"/>
                    <a:pt x="17" y="110"/>
                    <a:pt x="32" y="127"/>
                  </a:cubicBezTo>
                  <a:lnTo>
                    <a:pt x="32" y="158"/>
                  </a:lnTo>
                  <a:cubicBezTo>
                    <a:pt x="49" y="158"/>
                    <a:pt x="49" y="173"/>
                    <a:pt x="49" y="173"/>
                  </a:cubicBezTo>
                  <a:cubicBezTo>
                    <a:pt x="49" y="190"/>
                    <a:pt x="64" y="190"/>
                    <a:pt x="80" y="190"/>
                  </a:cubicBezTo>
                  <a:lnTo>
                    <a:pt x="95" y="190"/>
                  </a:lnTo>
                  <a:cubicBezTo>
                    <a:pt x="112" y="173"/>
                    <a:pt x="127" y="158"/>
                    <a:pt x="112" y="142"/>
                  </a:cubicBezTo>
                  <a:lnTo>
                    <a:pt x="112" y="142"/>
                  </a:lnTo>
                  <a:cubicBezTo>
                    <a:pt x="112" y="127"/>
                    <a:pt x="95" y="127"/>
                    <a:pt x="95" y="127"/>
                  </a:cubicBezTo>
                  <a:cubicBezTo>
                    <a:pt x="95" y="95"/>
                    <a:pt x="80" y="79"/>
                    <a:pt x="80" y="64"/>
                  </a:cubicBezTo>
                  <a:lnTo>
                    <a:pt x="80" y="64"/>
                  </a:lnTo>
                  <a:lnTo>
                    <a:pt x="80" y="32"/>
                  </a:lnTo>
                  <a:lnTo>
                    <a:pt x="80" y="32"/>
                  </a:lnTo>
                  <a:lnTo>
                    <a:pt x="80" y="32"/>
                  </a:lnTo>
                  <a:cubicBezTo>
                    <a:pt x="80" y="32"/>
                    <a:pt x="64" y="32"/>
                    <a:pt x="64" y="16"/>
                  </a:cubicBezTo>
                  <a:cubicBezTo>
                    <a:pt x="49" y="16"/>
                    <a:pt x="49" y="1"/>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6" name="Google Shape;1926;p38"/>
            <p:cNvSpPr/>
            <p:nvPr/>
          </p:nvSpPr>
          <p:spPr>
            <a:xfrm>
              <a:off x="3308784" y="1780239"/>
              <a:ext cx="5565" cy="4516"/>
            </a:xfrm>
            <a:custGeom>
              <a:avLst/>
              <a:gdLst/>
              <a:ahLst/>
              <a:cxnLst/>
              <a:rect l="l" t="t" r="r" b="b"/>
              <a:pathLst>
                <a:path w="175" h="142" extrusionOk="0">
                  <a:moveTo>
                    <a:pt x="48" y="1"/>
                  </a:moveTo>
                  <a:lnTo>
                    <a:pt x="48" y="1"/>
                  </a:lnTo>
                  <a:cubicBezTo>
                    <a:pt x="32" y="1"/>
                    <a:pt x="17" y="1"/>
                    <a:pt x="17" y="16"/>
                  </a:cubicBezTo>
                  <a:cubicBezTo>
                    <a:pt x="0" y="32"/>
                    <a:pt x="17" y="47"/>
                    <a:pt x="32" y="64"/>
                  </a:cubicBezTo>
                  <a:lnTo>
                    <a:pt x="63" y="79"/>
                  </a:lnTo>
                  <a:lnTo>
                    <a:pt x="63" y="110"/>
                  </a:lnTo>
                  <a:lnTo>
                    <a:pt x="95" y="142"/>
                  </a:lnTo>
                  <a:lnTo>
                    <a:pt x="111" y="142"/>
                  </a:lnTo>
                  <a:lnTo>
                    <a:pt x="126" y="127"/>
                  </a:lnTo>
                  <a:lnTo>
                    <a:pt x="158" y="110"/>
                  </a:lnTo>
                  <a:cubicBezTo>
                    <a:pt x="174" y="110"/>
                    <a:pt x="174" y="95"/>
                    <a:pt x="174" y="79"/>
                  </a:cubicBezTo>
                  <a:lnTo>
                    <a:pt x="174" y="64"/>
                  </a:lnTo>
                  <a:cubicBezTo>
                    <a:pt x="174" y="64"/>
                    <a:pt x="174" y="47"/>
                    <a:pt x="158" y="47"/>
                  </a:cubicBezTo>
                  <a:lnTo>
                    <a:pt x="126"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7" name="Google Shape;1927;p38"/>
            <p:cNvSpPr/>
            <p:nvPr/>
          </p:nvSpPr>
          <p:spPr>
            <a:xfrm>
              <a:off x="3416026" y="1769235"/>
              <a:ext cx="4039" cy="4039"/>
            </a:xfrm>
            <a:custGeom>
              <a:avLst/>
              <a:gdLst/>
              <a:ahLst/>
              <a:cxnLst/>
              <a:rect l="l" t="t" r="r" b="b"/>
              <a:pathLst>
                <a:path w="127" h="127" extrusionOk="0">
                  <a:moveTo>
                    <a:pt x="48" y="0"/>
                  </a:moveTo>
                  <a:lnTo>
                    <a:pt x="48" y="0"/>
                  </a:lnTo>
                  <a:cubicBezTo>
                    <a:pt x="32" y="0"/>
                    <a:pt x="16" y="15"/>
                    <a:pt x="16" y="32"/>
                  </a:cubicBezTo>
                  <a:lnTo>
                    <a:pt x="0" y="78"/>
                  </a:lnTo>
                  <a:cubicBezTo>
                    <a:pt x="0" y="78"/>
                    <a:pt x="0" y="95"/>
                    <a:pt x="16" y="110"/>
                  </a:cubicBezTo>
                  <a:lnTo>
                    <a:pt x="32" y="126"/>
                  </a:lnTo>
                  <a:lnTo>
                    <a:pt x="80" y="126"/>
                  </a:lnTo>
                  <a:lnTo>
                    <a:pt x="80" y="126"/>
                  </a:lnTo>
                  <a:lnTo>
                    <a:pt x="95" y="126"/>
                  </a:lnTo>
                  <a:cubicBezTo>
                    <a:pt x="111" y="126"/>
                    <a:pt x="126" y="126"/>
                    <a:pt x="126" y="110"/>
                  </a:cubicBezTo>
                  <a:cubicBezTo>
                    <a:pt x="126" y="78"/>
                    <a:pt x="111" y="63"/>
                    <a:pt x="95" y="63"/>
                  </a:cubicBezTo>
                  <a:lnTo>
                    <a:pt x="80" y="63"/>
                  </a:lnTo>
                  <a:lnTo>
                    <a:pt x="80" y="63"/>
                  </a:lnTo>
                  <a:lnTo>
                    <a:pt x="80" y="47"/>
                  </a:lnTo>
                  <a:lnTo>
                    <a:pt x="80" y="32"/>
                  </a:lnTo>
                  <a:cubicBezTo>
                    <a:pt x="80" y="15"/>
                    <a:pt x="80" y="15"/>
                    <a:pt x="63"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8" name="Google Shape;1928;p38"/>
            <p:cNvSpPr/>
            <p:nvPr/>
          </p:nvSpPr>
          <p:spPr>
            <a:xfrm>
              <a:off x="3388961" y="1771716"/>
              <a:ext cx="5565" cy="5025"/>
            </a:xfrm>
            <a:custGeom>
              <a:avLst/>
              <a:gdLst/>
              <a:ahLst/>
              <a:cxnLst/>
              <a:rect l="l" t="t" r="r" b="b"/>
              <a:pathLst>
                <a:path w="175" h="158" extrusionOk="0">
                  <a:moveTo>
                    <a:pt x="143" y="0"/>
                  </a:moveTo>
                  <a:lnTo>
                    <a:pt x="126" y="0"/>
                  </a:lnTo>
                  <a:lnTo>
                    <a:pt x="111" y="17"/>
                  </a:lnTo>
                  <a:lnTo>
                    <a:pt x="80" y="80"/>
                  </a:lnTo>
                  <a:lnTo>
                    <a:pt x="80" y="80"/>
                  </a:lnTo>
                  <a:lnTo>
                    <a:pt x="48" y="80"/>
                  </a:lnTo>
                  <a:lnTo>
                    <a:pt x="32" y="80"/>
                  </a:lnTo>
                  <a:cubicBezTo>
                    <a:pt x="17" y="80"/>
                    <a:pt x="0" y="95"/>
                    <a:pt x="0" y="111"/>
                  </a:cubicBezTo>
                  <a:cubicBezTo>
                    <a:pt x="0" y="126"/>
                    <a:pt x="17" y="143"/>
                    <a:pt x="32" y="143"/>
                  </a:cubicBezTo>
                  <a:lnTo>
                    <a:pt x="48" y="143"/>
                  </a:lnTo>
                  <a:lnTo>
                    <a:pt x="63" y="143"/>
                  </a:lnTo>
                  <a:lnTo>
                    <a:pt x="80" y="143"/>
                  </a:lnTo>
                  <a:cubicBezTo>
                    <a:pt x="80" y="143"/>
                    <a:pt x="95" y="143"/>
                    <a:pt x="111" y="158"/>
                  </a:cubicBezTo>
                  <a:lnTo>
                    <a:pt x="126" y="143"/>
                  </a:lnTo>
                  <a:lnTo>
                    <a:pt x="143" y="95"/>
                  </a:lnTo>
                  <a:lnTo>
                    <a:pt x="174" y="48"/>
                  </a:lnTo>
                  <a:cubicBezTo>
                    <a:pt x="174" y="32"/>
                    <a:pt x="174" y="17"/>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9" name="Google Shape;1929;p38"/>
            <p:cNvSpPr/>
            <p:nvPr/>
          </p:nvSpPr>
          <p:spPr>
            <a:xfrm>
              <a:off x="3421020" y="1774229"/>
              <a:ext cx="3562" cy="3530"/>
            </a:xfrm>
            <a:custGeom>
              <a:avLst/>
              <a:gdLst/>
              <a:ahLst/>
              <a:cxnLst/>
              <a:rect l="l" t="t" r="r" b="b"/>
              <a:pathLst>
                <a:path w="112" h="111" extrusionOk="0">
                  <a:moveTo>
                    <a:pt x="80" y="1"/>
                  </a:moveTo>
                  <a:lnTo>
                    <a:pt x="64" y="1"/>
                  </a:lnTo>
                  <a:cubicBezTo>
                    <a:pt x="64" y="1"/>
                    <a:pt x="64" y="16"/>
                    <a:pt x="49" y="16"/>
                  </a:cubicBezTo>
                  <a:lnTo>
                    <a:pt x="49" y="16"/>
                  </a:lnTo>
                  <a:lnTo>
                    <a:pt x="17" y="47"/>
                  </a:lnTo>
                  <a:cubicBezTo>
                    <a:pt x="1" y="47"/>
                    <a:pt x="1" y="64"/>
                    <a:pt x="1" y="64"/>
                  </a:cubicBezTo>
                  <a:lnTo>
                    <a:pt x="1" y="95"/>
                  </a:lnTo>
                  <a:cubicBezTo>
                    <a:pt x="17" y="110"/>
                    <a:pt x="17" y="110"/>
                    <a:pt x="32" y="110"/>
                  </a:cubicBezTo>
                  <a:cubicBezTo>
                    <a:pt x="32" y="110"/>
                    <a:pt x="49" y="110"/>
                    <a:pt x="49" y="95"/>
                  </a:cubicBezTo>
                  <a:lnTo>
                    <a:pt x="95" y="64"/>
                  </a:lnTo>
                  <a:cubicBezTo>
                    <a:pt x="112" y="47"/>
                    <a:pt x="112"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0" name="Google Shape;1930;p38"/>
            <p:cNvSpPr/>
            <p:nvPr/>
          </p:nvSpPr>
          <p:spPr>
            <a:xfrm>
              <a:off x="3406994" y="1777727"/>
              <a:ext cx="3562" cy="2544"/>
            </a:xfrm>
            <a:custGeom>
              <a:avLst/>
              <a:gdLst/>
              <a:ahLst/>
              <a:cxnLst/>
              <a:rect l="l" t="t" r="r" b="b"/>
              <a:pathLst>
                <a:path w="112" h="80" extrusionOk="0">
                  <a:moveTo>
                    <a:pt x="32" y="0"/>
                  </a:moveTo>
                  <a:lnTo>
                    <a:pt x="32" y="0"/>
                  </a:lnTo>
                  <a:lnTo>
                    <a:pt x="32" y="0"/>
                  </a:lnTo>
                  <a:cubicBezTo>
                    <a:pt x="17" y="0"/>
                    <a:pt x="0" y="17"/>
                    <a:pt x="0" y="32"/>
                  </a:cubicBezTo>
                  <a:lnTo>
                    <a:pt x="0" y="32"/>
                  </a:lnTo>
                  <a:lnTo>
                    <a:pt x="0" y="48"/>
                  </a:lnTo>
                  <a:cubicBezTo>
                    <a:pt x="17" y="63"/>
                    <a:pt x="17" y="63"/>
                    <a:pt x="32" y="63"/>
                  </a:cubicBezTo>
                  <a:lnTo>
                    <a:pt x="48" y="63"/>
                  </a:lnTo>
                  <a:lnTo>
                    <a:pt x="80" y="80"/>
                  </a:lnTo>
                  <a:lnTo>
                    <a:pt x="80" y="80"/>
                  </a:lnTo>
                  <a:cubicBezTo>
                    <a:pt x="95" y="80"/>
                    <a:pt x="111" y="63"/>
                    <a:pt x="111" y="32"/>
                  </a:cubicBezTo>
                  <a:lnTo>
                    <a:pt x="111" y="32"/>
                  </a:lnTo>
                  <a:cubicBezTo>
                    <a:pt x="111" y="17"/>
                    <a:pt x="95" y="0"/>
                    <a:pt x="80" y="0"/>
                  </a:cubicBezTo>
                  <a:lnTo>
                    <a:pt x="80"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1" name="Google Shape;1931;p38"/>
            <p:cNvSpPr/>
            <p:nvPr/>
          </p:nvSpPr>
          <p:spPr>
            <a:xfrm>
              <a:off x="3369434" y="1756196"/>
              <a:ext cx="3021" cy="3021"/>
            </a:xfrm>
            <a:custGeom>
              <a:avLst/>
              <a:gdLst/>
              <a:ahLst/>
              <a:cxnLst/>
              <a:rect l="l" t="t" r="r" b="b"/>
              <a:pathLst>
                <a:path w="95" h="95" extrusionOk="0">
                  <a:moveTo>
                    <a:pt x="63" y="0"/>
                  </a:moveTo>
                  <a:lnTo>
                    <a:pt x="63" y="0"/>
                  </a:lnTo>
                  <a:cubicBezTo>
                    <a:pt x="47" y="0"/>
                    <a:pt x="32" y="0"/>
                    <a:pt x="32" y="16"/>
                  </a:cubicBezTo>
                  <a:lnTo>
                    <a:pt x="0" y="47"/>
                  </a:lnTo>
                  <a:cubicBezTo>
                    <a:pt x="0" y="63"/>
                    <a:pt x="0" y="79"/>
                    <a:pt x="16" y="95"/>
                  </a:cubicBezTo>
                  <a:lnTo>
                    <a:pt x="32" y="95"/>
                  </a:lnTo>
                  <a:lnTo>
                    <a:pt x="63" y="95"/>
                  </a:lnTo>
                  <a:lnTo>
                    <a:pt x="79" y="63"/>
                  </a:lnTo>
                  <a:cubicBezTo>
                    <a:pt x="95" y="47"/>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2" name="Google Shape;1932;p38"/>
            <p:cNvSpPr/>
            <p:nvPr/>
          </p:nvSpPr>
          <p:spPr>
            <a:xfrm>
              <a:off x="3092837" y="1793279"/>
              <a:ext cx="3498" cy="5502"/>
            </a:xfrm>
            <a:custGeom>
              <a:avLst/>
              <a:gdLst/>
              <a:ahLst/>
              <a:cxnLst/>
              <a:rect l="l" t="t" r="r" b="b"/>
              <a:pathLst>
                <a:path w="110" h="173" extrusionOk="0">
                  <a:moveTo>
                    <a:pt x="32" y="0"/>
                  </a:moveTo>
                  <a:lnTo>
                    <a:pt x="32" y="0"/>
                  </a:lnTo>
                  <a:lnTo>
                    <a:pt x="15" y="0"/>
                  </a:lnTo>
                  <a:cubicBezTo>
                    <a:pt x="0" y="15"/>
                    <a:pt x="0" y="32"/>
                    <a:pt x="0" y="47"/>
                  </a:cubicBezTo>
                  <a:lnTo>
                    <a:pt x="32" y="110"/>
                  </a:lnTo>
                  <a:lnTo>
                    <a:pt x="47" y="141"/>
                  </a:lnTo>
                  <a:cubicBezTo>
                    <a:pt x="47" y="158"/>
                    <a:pt x="63" y="173"/>
                    <a:pt x="78" y="173"/>
                  </a:cubicBezTo>
                  <a:lnTo>
                    <a:pt x="78" y="158"/>
                  </a:lnTo>
                  <a:cubicBezTo>
                    <a:pt x="110" y="158"/>
                    <a:pt x="110" y="141"/>
                    <a:pt x="110" y="126"/>
                  </a:cubicBezTo>
                  <a:lnTo>
                    <a:pt x="95" y="110"/>
                  </a:lnTo>
                  <a:lnTo>
                    <a:pt x="78" y="126"/>
                  </a:lnTo>
                  <a:lnTo>
                    <a:pt x="78" y="126"/>
                  </a:lnTo>
                  <a:cubicBezTo>
                    <a:pt x="47" y="126"/>
                    <a:pt x="32" y="95"/>
                    <a:pt x="47" y="78"/>
                  </a:cubicBezTo>
                  <a:lnTo>
                    <a:pt x="47" y="15"/>
                  </a:lnTo>
                  <a:lnTo>
                    <a:pt x="47"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3" name="Google Shape;1933;p38"/>
            <p:cNvSpPr/>
            <p:nvPr/>
          </p:nvSpPr>
          <p:spPr>
            <a:xfrm>
              <a:off x="3392969" y="1801294"/>
              <a:ext cx="3021" cy="5025"/>
            </a:xfrm>
            <a:custGeom>
              <a:avLst/>
              <a:gdLst/>
              <a:ahLst/>
              <a:cxnLst/>
              <a:rect l="l" t="t" r="r" b="b"/>
              <a:pathLst>
                <a:path w="95" h="158" extrusionOk="0">
                  <a:moveTo>
                    <a:pt x="48" y="0"/>
                  </a:moveTo>
                  <a:lnTo>
                    <a:pt x="32" y="0"/>
                  </a:lnTo>
                  <a:cubicBezTo>
                    <a:pt x="32" y="0"/>
                    <a:pt x="17" y="0"/>
                    <a:pt x="17" y="16"/>
                  </a:cubicBezTo>
                  <a:cubicBezTo>
                    <a:pt x="17" y="16"/>
                    <a:pt x="0" y="16"/>
                    <a:pt x="17" y="32"/>
                  </a:cubicBezTo>
                  <a:lnTo>
                    <a:pt x="17" y="79"/>
                  </a:lnTo>
                  <a:lnTo>
                    <a:pt x="17" y="95"/>
                  </a:lnTo>
                  <a:cubicBezTo>
                    <a:pt x="32" y="95"/>
                    <a:pt x="32" y="110"/>
                    <a:pt x="17" y="126"/>
                  </a:cubicBezTo>
                  <a:lnTo>
                    <a:pt x="17" y="126"/>
                  </a:lnTo>
                  <a:cubicBezTo>
                    <a:pt x="17" y="142"/>
                    <a:pt x="32" y="158"/>
                    <a:pt x="48" y="158"/>
                  </a:cubicBezTo>
                  <a:lnTo>
                    <a:pt x="48" y="158"/>
                  </a:lnTo>
                  <a:lnTo>
                    <a:pt x="63" y="158"/>
                  </a:lnTo>
                  <a:cubicBezTo>
                    <a:pt x="80" y="158"/>
                    <a:pt x="95" y="142"/>
                    <a:pt x="95" y="126"/>
                  </a:cubicBezTo>
                  <a:lnTo>
                    <a:pt x="95" y="126"/>
                  </a:lnTo>
                  <a:lnTo>
                    <a:pt x="80" y="110"/>
                  </a:lnTo>
                  <a:lnTo>
                    <a:pt x="80" y="32"/>
                  </a:lnTo>
                  <a:lnTo>
                    <a:pt x="80" y="16"/>
                  </a:lnTo>
                  <a:lnTo>
                    <a:pt x="80" y="16"/>
                  </a:ln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4" name="Google Shape;1934;p38"/>
            <p:cNvSpPr/>
            <p:nvPr/>
          </p:nvSpPr>
          <p:spPr>
            <a:xfrm>
              <a:off x="3332828" y="1807781"/>
              <a:ext cx="3053" cy="5057"/>
            </a:xfrm>
            <a:custGeom>
              <a:avLst/>
              <a:gdLst/>
              <a:ahLst/>
              <a:cxnLst/>
              <a:rect l="l" t="t" r="r" b="b"/>
              <a:pathLst>
                <a:path w="96" h="159" extrusionOk="0">
                  <a:moveTo>
                    <a:pt x="32" y="1"/>
                  </a:moveTo>
                  <a:lnTo>
                    <a:pt x="32" y="1"/>
                  </a:lnTo>
                  <a:lnTo>
                    <a:pt x="17" y="1"/>
                  </a:lnTo>
                  <a:cubicBezTo>
                    <a:pt x="1" y="1"/>
                    <a:pt x="1" y="32"/>
                    <a:pt x="1" y="48"/>
                  </a:cubicBezTo>
                  <a:lnTo>
                    <a:pt x="17" y="112"/>
                  </a:lnTo>
                  <a:lnTo>
                    <a:pt x="32" y="127"/>
                  </a:lnTo>
                  <a:cubicBezTo>
                    <a:pt x="32" y="143"/>
                    <a:pt x="49" y="158"/>
                    <a:pt x="64" y="158"/>
                  </a:cubicBezTo>
                  <a:lnTo>
                    <a:pt x="64" y="158"/>
                  </a:lnTo>
                  <a:lnTo>
                    <a:pt x="64" y="158"/>
                  </a:lnTo>
                  <a:cubicBezTo>
                    <a:pt x="80" y="143"/>
                    <a:pt x="95" y="127"/>
                    <a:pt x="95" y="112"/>
                  </a:cubicBezTo>
                  <a:lnTo>
                    <a:pt x="80" y="95"/>
                  </a:lnTo>
                  <a:lnTo>
                    <a:pt x="64" y="32"/>
                  </a:lnTo>
                  <a:cubicBezTo>
                    <a:pt x="64" y="17"/>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5" name="Google Shape;1935;p38"/>
            <p:cNvSpPr/>
            <p:nvPr/>
          </p:nvSpPr>
          <p:spPr>
            <a:xfrm>
              <a:off x="3030184" y="1797286"/>
              <a:ext cx="3562" cy="2035"/>
            </a:xfrm>
            <a:custGeom>
              <a:avLst/>
              <a:gdLst/>
              <a:ahLst/>
              <a:cxnLst/>
              <a:rect l="l" t="t" r="r" b="b"/>
              <a:pathLst>
                <a:path w="112" h="64" extrusionOk="0">
                  <a:moveTo>
                    <a:pt x="17" y="0"/>
                  </a:moveTo>
                  <a:lnTo>
                    <a:pt x="17" y="0"/>
                  </a:lnTo>
                  <a:cubicBezTo>
                    <a:pt x="32" y="15"/>
                    <a:pt x="32" y="15"/>
                    <a:pt x="32" y="32"/>
                  </a:cubicBezTo>
                  <a:cubicBezTo>
                    <a:pt x="32" y="47"/>
                    <a:pt x="17" y="47"/>
                    <a:pt x="17" y="63"/>
                  </a:cubicBezTo>
                  <a:lnTo>
                    <a:pt x="0" y="63"/>
                  </a:lnTo>
                  <a:lnTo>
                    <a:pt x="17" y="63"/>
                  </a:lnTo>
                  <a:lnTo>
                    <a:pt x="80" y="63"/>
                  </a:lnTo>
                  <a:lnTo>
                    <a:pt x="80" y="63"/>
                  </a:lnTo>
                  <a:cubicBezTo>
                    <a:pt x="95" y="63"/>
                    <a:pt x="111" y="47"/>
                    <a:pt x="111" y="32"/>
                  </a:cubicBezTo>
                  <a:cubicBezTo>
                    <a:pt x="111" y="15"/>
                    <a:pt x="95" y="0"/>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6" name="Google Shape;1936;p38"/>
            <p:cNvSpPr/>
            <p:nvPr/>
          </p:nvSpPr>
          <p:spPr>
            <a:xfrm>
              <a:off x="3178008" y="1780239"/>
              <a:ext cx="6042" cy="3530"/>
            </a:xfrm>
            <a:custGeom>
              <a:avLst/>
              <a:gdLst/>
              <a:ahLst/>
              <a:cxnLst/>
              <a:rect l="l" t="t" r="r" b="b"/>
              <a:pathLst>
                <a:path w="190" h="111" extrusionOk="0">
                  <a:moveTo>
                    <a:pt x="158" y="1"/>
                  </a:moveTo>
                  <a:lnTo>
                    <a:pt x="158" y="1"/>
                  </a:lnTo>
                  <a:lnTo>
                    <a:pt x="142" y="1"/>
                  </a:lnTo>
                  <a:cubicBezTo>
                    <a:pt x="127" y="1"/>
                    <a:pt x="110" y="16"/>
                    <a:pt x="110" y="16"/>
                  </a:cubicBezTo>
                  <a:cubicBezTo>
                    <a:pt x="95" y="32"/>
                    <a:pt x="79" y="32"/>
                    <a:pt x="79" y="32"/>
                  </a:cubicBezTo>
                  <a:lnTo>
                    <a:pt x="64" y="32"/>
                  </a:lnTo>
                  <a:lnTo>
                    <a:pt x="47" y="32"/>
                  </a:lnTo>
                  <a:cubicBezTo>
                    <a:pt x="32" y="32"/>
                    <a:pt x="16" y="32"/>
                    <a:pt x="16" y="47"/>
                  </a:cubicBezTo>
                  <a:cubicBezTo>
                    <a:pt x="1" y="64"/>
                    <a:pt x="1" y="79"/>
                    <a:pt x="16" y="95"/>
                  </a:cubicBezTo>
                  <a:lnTo>
                    <a:pt x="47" y="95"/>
                  </a:lnTo>
                  <a:cubicBezTo>
                    <a:pt x="64" y="110"/>
                    <a:pt x="64" y="110"/>
                    <a:pt x="79" y="110"/>
                  </a:cubicBezTo>
                  <a:cubicBezTo>
                    <a:pt x="95" y="110"/>
                    <a:pt x="110" y="95"/>
                    <a:pt x="127" y="95"/>
                  </a:cubicBezTo>
                  <a:cubicBezTo>
                    <a:pt x="127" y="79"/>
                    <a:pt x="142" y="79"/>
                    <a:pt x="142" y="79"/>
                  </a:cubicBezTo>
                  <a:cubicBezTo>
                    <a:pt x="158" y="64"/>
                    <a:pt x="158" y="64"/>
                    <a:pt x="173" y="64"/>
                  </a:cubicBezTo>
                  <a:cubicBezTo>
                    <a:pt x="190" y="47"/>
                    <a:pt x="190" y="32"/>
                    <a:pt x="190" y="16"/>
                  </a:cubicBezTo>
                  <a:cubicBezTo>
                    <a:pt x="190" y="16"/>
                    <a:pt x="190" y="1"/>
                    <a:pt x="17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7" name="Google Shape;1937;p38"/>
            <p:cNvSpPr/>
            <p:nvPr/>
          </p:nvSpPr>
          <p:spPr>
            <a:xfrm>
              <a:off x="3417521" y="1803297"/>
              <a:ext cx="3530" cy="4039"/>
            </a:xfrm>
            <a:custGeom>
              <a:avLst/>
              <a:gdLst/>
              <a:ahLst/>
              <a:cxnLst/>
              <a:rect l="l" t="t" r="r" b="b"/>
              <a:pathLst>
                <a:path w="111" h="127" extrusionOk="0">
                  <a:moveTo>
                    <a:pt x="33" y="0"/>
                  </a:moveTo>
                  <a:lnTo>
                    <a:pt x="33" y="0"/>
                  </a:lnTo>
                  <a:cubicBezTo>
                    <a:pt x="16" y="0"/>
                    <a:pt x="1" y="16"/>
                    <a:pt x="1" y="32"/>
                  </a:cubicBezTo>
                  <a:lnTo>
                    <a:pt x="1" y="32"/>
                  </a:lnTo>
                  <a:lnTo>
                    <a:pt x="1" y="47"/>
                  </a:lnTo>
                  <a:lnTo>
                    <a:pt x="1" y="79"/>
                  </a:lnTo>
                  <a:cubicBezTo>
                    <a:pt x="1" y="95"/>
                    <a:pt x="1" y="95"/>
                    <a:pt x="16" y="110"/>
                  </a:cubicBezTo>
                  <a:lnTo>
                    <a:pt x="48" y="126"/>
                  </a:lnTo>
                  <a:lnTo>
                    <a:pt x="64" y="126"/>
                  </a:lnTo>
                  <a:lnTo>
                    <a:pt x="64" y="126"/>
                  </a:lnTo>
                  <a:lnTo>
                    <a:pt x="96" y="95"/>
                  </a:lnTo>
                  <a:lnTo>
                    <a:pt x="96" y="63"/>
                  </a:lnTo>
                  <a:lnTo>
                    <a:pt x="96" y="63"/>
                  </a:lnTo>
                  <a:lnTo>
                    <a:pt x="96" y="63"/>
                  </a:lnTo>
                  <a:lnTo>
                    <a:pt x="96" y="63"/>
                  </a:lnTo>
                  <a:cubicBezTo>
                    <a:pt x="111" y="47"/>
                    <a:pt x="96" y="32"/>
                    <a:pt x="79" y="16"/>
                  </a:cubicBezTo>
                  <a:lnTo>
                    <a:pt x="64" y="16"/>
                  </a:lnTo>
                  <a:lnTo>
                    <a:pt x="64" y="16"/>
                  </a:lnTo>
                  <a:cubicBezTo>
                    <a:pt x="64" y="0"/>
                    <a:pt x="48" y="0"/>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8" name="Google Shape;1938;p38"/>
            <p:cNvSpPr/>
            <p:nvPr/>
          </p:nvSpPr>
          <p:spPr>
            <a:xfrm>
              <a:off x="3305286" y="1814810"/>
              <a:ext cx="5534" cy="3562"/>
            </a:xfrm>
            <a:custGeom>
              <a:avLst/>
              <a:gdLst/>
              <a:ahLst/>
              <a:cxnLst/>
              <a:rect l="l" t="t" r="r" b="b"/>
              <a:pathLst>
                <a:path w="174" h="112" extrusionOk="0">
                  <a:moveTo>
                    <a:pt x="127" y="0"/>
                  </a:moveTo>
                  <a:lnTo>
                    <a:pt x="127" y="0"/>
                  </a:lnTo>
                  <a:lnTo>
                    <a:pt x="127" y="0"/>
                  </a:lnTo>
                  <a:lnTo>
                    <a:pt x="110" y="17"/>
                  </a:lnTo>
                  <a:lnTo>
                    <a:pt x="79" y="32"/>
                  </a:lnTo>
                  <a:lnTo>
                    <a:pt x="47" y="32"/>
                  </a:lnTo>
                  <a:cubicBezTo>
                    <a:pt x="47" y="17"/>
                    <a:pt x="32" y="17"/>
                    <a:pt x="32" y="17"/>
                  </a:cubicBezTo>
                  <a:lnTo>
                    <a:pt x="32" y="17"/>
                  </a:lnTo>
                  <a:cubicBezTo>
                    <a:pt x="16" y="32"/>
                    <a:pt x="1" y="32"/>
                    <a:pt x="1" y="48"/>
                  </a:cubicBezTo>
                  <a:cubicBezTo>
                    <a:pt x="1" y="63"/>
                    <a:pt x="1" y="80"/>
                    <a:pt x="16" y="95"/>
                  </a:cubicBezTo>
                  <a:lnTo>
                    <a:pt x="32" y="95"/>
                  </a:lnTo>
                  <a:lnTo>
                    <a:pt x="79" y="111"/>
                  </a:lnTo>
                  <a:lnTo>
                    <a:pt x="95" y="111"/>
                  </a:lnTo>
                  <a:cubicBezTo>
                    <a:pt x="95" y="111"/>
                    <a:pt x="110" y="111"/>
                    <a:pt x="110" y="95"/>
                  </a:cubicBezTo>
                  <a:lnTo>
                    <a:pt x="158" y="63"/>
                  </a:lnTo>
                  <a:lnTo>
                    <a:pt x="158" y="48"/>
                  </a:lnTo>
                  <a:lnTo>
                    <a:pt x="173" y="48"/>
                  </a:lnTo>
                  <a:cubicBezTo>
                    <a:pt x="173" y="32"/>
                    <a:pt x="173" y="32"/>
                    <a:pt x="158" y="17"/>
                  </a:cubicBezTo>
                  <a:lnTo>
                    <a:pt x="158" y="17"/>
                  </a:lnTo>
                  <a:cubicBezTo>
                    <a:pt x="158" y="0"/>
                    <a:pt x="142"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9" name="Google Shape;1939;p38"/>
            <p:cNvSpPr/>
            <p:nvPr/>
          </p:nvSpPr>
          <p:spPr>
            <a:xfrm>
              <a:off x="3329361" y="1773720"/>
              <a:ext cx="4516" cy="3562"/>
            </a:xfrm>
            <a:custGeom>
              <a:avLst/>
              <a:gdLst/>
              <a:ahLst/>
              <a:cxnLst/>
              <a:rect l="l" t="t" r="r" b="b"/>
              <a:pathLst>
                <a:path w="142" h="112" extrusionOk="0">
                  <a:moveTo>
                    <a:pt x="110" y="0"/>
                  </a:moveTo>
                  <a:cubicBezTo>
                    <a:pt x="95" y="0"/>
                    <a:pt x="78" y="17"/>
                    <a:pt x="78" y="32"/>
                  </a:cubicBezTo>
                  <a:lnTo>
                    <a:pt x="78" y="32"/>
                  </a:lnTo>
                  <a:lnTo>
                    <a:pt x="78" y="32"/>
                  </a:lnTo>
                  <a:cubicBezTo>
                    <a:pt x="63" y="17"/>
                    <a:pt x="47" y="17"/>
                    <a:pt x="47" y="17"/>
                  </a:cubicBezTo>
                  <a:lnTo>
                    <a:pt x="32" y="17"/>
                  </a:lnTo>
                  <a:lnTo>
                    <a:pt x="32" y="17"/>
                  </a:lnTo>
                  <a:cubicBezTo>
                    <a:pt x="15" y="32"/>
                    <a:pt x="0" y="48"/>
                    <a:pt x="15" y="63"/>
                  </a:cubicBezTo>
                  <a:lnTo>
                    <a:pt x="15" y="80"/>
                  </a:lnTo>
                  <a:lnTo>
                    <a:pt x="47" y="111"/>
                  </a:lnTo>
                  <a:lnTo>
                    <a:pt x="63" y="111"/>
                  </a:lnTo>
                  <a:lnTo>
                    <a:pt x="78" y="111"/>
                  </a:lnTo>
                  <a:lnTo>
                    <a:pt x="78" y="111"/>
                  </a:lnTo>
                  <a:cubicBezTo>
                    <a:pt x="110" y="111"/>
                    <a:pt x="126" y="95"/>
                    <a:pt x="141" y="63"/>
                  </a:cubicBezTo>
                  <a:lnTo>
                    <a:pt x="141" y="48"/>
                  </a:lnTo>
                  <a:lnTo>
                    <a:pt x="141" y="17"/>
                  </a:lnTo>
                  <a:lnTo>
                    <a:pt x="126" y="17"/>
                  </a:lnTo>
                  <a:cubicBezTo>
                    <a:pt x="126" y="0"/>
                    <a:pt x="110"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0" name="Google Shape;1940;p38"/>
            <p:cNvSpPr/>
            <p:nvPr/>
          </p:nvSpPr>
          <p:spPr>
            <a:xfrm>
              <a:off x="3332828" y="1793756"/>
              <a:ext cx="3562" cy="2544"/>
            </a:xfrm>
            <a:custGeom>
              <a:avLst/>
              <a:gdLst/>
              <a:ahLst/>
              <a:cxnLst/>
              <a:rect l="l" t="t" r="r" b="b"/>
              <a:pathLst>
                <a:path w="112" h="80" extrusionOk="0">
                  <a:moveTo>
                    <a:pt x="17" y="0"/>
                  </a:moveTo>
                  <a:lnTo>
                    <a:pt x="1" y="0"/>
                  </a:lnTo>
                  <a:lnTo>
                    <a:pt x="1" y="0"/>
                  </a:lnTo>
                  <a:cubicBezTo>
                    <a:pt x="17" y="17"/>
                    <a:pt x="17" y="32"/>
                    <a:pt x="1" y="48"/>
                  </a:cubicBezTo>
                  <a:lnTo>
                    <a:pt x="1" y="48"/>
                  </a:lnTo>
                  <a:lnTo>
                    <a:pt x="1" y="63"/>
                  </a:lnTo>
                  <a:cubicBezTo>
                    <a:pt x="17" y="63"/>
                    <a:pt x="49" y="80"/>
                    <a:pt x="64" y="80"/>
                  </a:cubicBezTo>
                  <a:cubicBezTo>
                    <a:pt x="64" y="80"/>
                    <a:pt x="80" y="63"/>
                    <a:pt x="95" y="63"/>
                  </a:cubicBezTo>
                  <a:lnTo>
                    <a:pt x="112" y="48"/>
                  </a:lnTo>
                  <a:cubicBezTo>
                    <a:pt x="95" y="48"/>
                    <a:pt x="80" y="48"/>
                    <a:pt x="80" y="32"/>
                  </a:cubicBezTo>
                  <a:cubicBezTo>
                    <a:pt x="64" y="17"/>
                    <a:pt x="64" y="0"/>
                    <a:pt x="64" y="0"/>
                  </a:cubicBezTo>
                  <a:lnTo>
                    <a:pt x="64" y="0"/>
                  </a:lnTo>
                  <a:lnTo>
                    <a:pt x="64" y="0"/>
                  </a:lnTo>
                  <a:lnTo>
                    <a:pt x="64"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1" name="Google Shape;1941;p38"/>
            <p:cNvSpPr/>
            <p:nvPr/>
          </p:nvSpPr>
          <p:spPr>
            <a:xfrm>
              <a:off x="3244636" y="1801294"/>
              <a:ext cx="4039" cy="5534"/>
            </a:xfrm>
            <a:custGeom>
              <a:avLst/>
              <a:gdLst/>
              <a:ahLst/>
              <a:cxnLst/>
              <a:rect l="l" t="t" r="r" b="b"/>
              <a:pathLst>
                <a:path w="127" h="174" extrusionOk="0">
                  <a:moveTo>
                    <a:pt x="32" y="63"/>
                  </a:moveTo>
                  <a:lnTo>
                    <a:pt x="32" y="63"/>
                  </a:lnTo>
                  <a:lnTo>
                    <a:pt x="32" y="63"/>
                  </a:lnTo>
                  <a:close/>
                  <a:moveTo>
                    <a:pt x="32" y="0"/>
                  </a:moveTo>
                  <a:lnTo>
                    <a:pt x="32" y="0"/>
                  </a:lnTo>
                  <a:cubicBezTo>
                    <a:pt x="17" y="0"/>
                    <a:pt x="17" y="0"/>
                    <a:pt x="1" y="16"/>
                  </a:cubicBezTo>
                  <a:cubicBezTo>
                    <a:pt x="1" y="32"/>
                    <a:pt x="1" y="47"/>
                    <a:pt x="17" y="63"/>
                  </a:cubicBezTo>
                  <a:lnTo>
                    <a:pt x="32" y="63"/>
                  </a:lnTo>
                  <a:lnTo>
                    <a:pt x="49" y="63"/>
                  </a:lnTo>
                  <a:lnTo>
                    <a:pt x="49" y="79"/>
                  </a:lnTo>
                  <a:lnTo>
                    <a:pt x="49" y="95"/>
                  </a:lnTo>
                  <a:lnTo>
                    <a:pt x="49" y="95"/>
                  </a:lnTo>
                  <a:cubicBezTo>
                    <a:pt x="17" y="110"/>
                    <a:pt x="17" y="126"/>
                    <a:pt x="17" y="142"/>
                  </a:cubicBezTo>
                  <a:cubicBezTo>
                    <a:pt x="17" y="158"/>
                    <a:pt x="17" y="158"/>
                    <a:pt x="32" y="173"/>
                  </a:cubicBezTo>
                  <a:lnTo>
                    <a:pt x="49" y="173"/>
                  </a:lnTo>
                  <a:lnTo>
                    <a:pt x="49" y="173"/>
                  </a:lnTo>
                  <a:lnTo>
                    <a:pt x="49" y="173"/>
                  </a:lnTo>
                  <a:cubicBezTo>
                    <a:pt x="80" y="173"/>
                    <a:pt x="95" y="158"/>
                    <a:pt x="112" y="142"/>
                  </a:cubicBezTo>
                  <a:lnTo>
                    <a:pt x="112" y="142"/>
                  </a:lnTo>
                  <a:cubicBezTo>
                    <a:pt x="127" y="110"/>
                    <a:pt x="112" y="79"/>
                    <a:pt x="112" y="63"/>
                  </a:cubicBezTo>
                  <a:lnTo>
                    <a:pt x="112" y="47"/>
                  </a:lnTo>
                  <a:cubicBezTo>
                    <a:pt x="112" y="47"/>
                    <a:pt x="112" y="32"/>
                    <a:pt x="95" y="32"/>
                  </a:cubicBezTo>
                  <a:cubicBezTo>
                    <a:pt x="95" y="16"/>
                    <a:pt x="80" y="16"/>
                    <a:pt x="64" y="0"/>
                  </a:cubicBezTo>
                  <a:lnTo>
                    <a:pt x="49"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2" name="Google Shape;1942;p38"/>
            <p:cNvSpPr/>
            <p:nvPr/>
          </p:nvSpPr>
          <p:spPr>
            <a:xfrm>
              <a:off x="3245654" y="1803297"/>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3" name="Google Shape;1943;p38"/>
            <p:cNvSpPr/>
            <p:nvPr/>
          </p:nvSpPr>
          <p:spPr>
            <a:xfrm>
              <a:off x="3048726" y="1821330"/>
              <a:ext cx="8046" cy="3530"/>
            </a:xfrm>
            <a:custGeom>
              <a:avLst/>
              <a:gdLst/>
              <a:ahLst/>
              <a:cxnLst/>
              <a:rect l="l" t="t" r="r" b="b"/>
              <a:pathLst>
                <a:path w="253" h="111" extrusionOk="0">
                  <a:moveTo>
                    <a:pt x="127" y="1"/>
                  </a:moveTo>
                  <a:lnTo>
                    <a:pt x="111" y="1"/>
                  </a:lnTo>
                  <a:lnTo>
                    <a:pt x="95" y="1"/>
                  </a:lnTo>
                  <a:cubicBezTo>
                    <a:pt x="79" y="16"/>
                    <a:pt x="47" y="16"/>
                    <a:pt x="32" y="16"/>
                  </a:cubicBezTo>
                  <a:cubicBezTo>
                    <a:pt x="16" y="32"/>
                    <a:pt x="16" y="32"/>
                    <a:pt x="1" y="32"/>
                  </a:cubicBezTo>
                  <a:lnTo>
                    <a:pt x="1" y="64"/>
                  </a:lnTo>
                  <a:cubicBezTo>
                    <a:pt x="1" y="79"/>
                    <a:pt x="16" y="95"/>
                    <a:pt x="32" y="95"/>
                  </a:cubicBezTo>
                  <a:lnTo>
                    <a:pt x="47" y="95"/>
                  </a:lnTo>
                  <a:lnTo>
                    <a:pt x="47" y="95"/>
                  </a:lnTo>
                  <a:cubicBezTo>
                    <a:pt x="64" y="79"/>
                    <a:pt x="79" y="79"/>
                    <a:pt x="95" y="79"/>
                  </a:cubicBezTo>
                  <a:lnTo>
                    <a:pt x="127" y="79"/>
                  </a:lnTo>
                  <a:cubicBezTo>
                    <a:pt x="142" y="79"/>
                    <a:pt x="158" y="79"/>
                    <a:pt x="190" y="95"/>
                  </a:cubicBezTo>
                  <a:cubicBezTo>
                    <a:pt x="190" y="110"/>
                    <a:pt x="190" y="110"/>
                    <a:pt x="205" y="110"/>
                  </a:cubicBezTo>
                  <a:lnTo>
                    <a:pt x="205" y="110"/>
                  </a:lnTo>
                  <a:cubicBezTo>
                    <a:pt x="221" y="110"/>
                    <a:pt x="221" y="110"/>
                    <a:pt x="237" y="95"/>
                  </a:cubicBezTo>
                  <a:cubicBezTo>
                    <a:pt x="253" y="95"/>
                    <a:pt x="253" y="64"/>
                    <a:pt x="237" y="47"/>
                  </a:cubicBezTo>
                  <a:cubicBezTo>
                    <a:pt x="221" y="32"/>
                    <a:pt x="205" y="32"/>
                    <a:pt x="190" y="16"/>
                  </a:cubicBezTo>
                  <a:cubicBezTo>
                    <a:pt x="174"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4" name="Google Shape;1944;p38"/>
            <p:cNvSpPr/>
            <p:nvPr/>
          </p:nvSpPr>
          <p:spPr>
            <a:xfrm>
              <a:off x="3271701" y="1800276"/>
              <a:ext cx="3562" cy="3053"/>
            </a:xfrm>
            <a:custGeom>
              <a:avLst/>
              <a:gdLst/>
              <a:ahLst/>
              <a:cxnLst/>
              <a:rect l="l" t="t" r="r" b="b"/>
              <a:pathLst>
                <a:path w="112" h="96" extrusionOk="0">
                  <a:moveTo>
                    <a:pt x="63" y="1"/>
                  </a:moveTo>
                  <a:lnTo>
                    <a:pt x="63" y="1"/>
                  </a:lnTo>
                  <a:cubicBezTo>
                    <a:pt x="63" y="1"/>
                    <a:pt x="48" y="1"/>
                    <a:pt x="48" y="16"/>
                  </a:cubicBezTo>
                  <a:lnTo>
                    <a:pt x="17" y="48"/>
                  </a:lnTo>
                  <a:cubicBezTo>
                    <a:pt x="0" y="64"/>
                    <a:pt x="0" y="79"/>
                    <a:pt x="17" y="95"/>
                  </a:cubicBezTo>
                  <a:lnTo>
                    <a:pt x="48" y="95"/>
                  </a:lnTo>
                  <a:cubicBezTo>
                    <a:pt x="48" y="95"/>
                    <a:pt x="63" y="95"/>
                    <a:pt x="63" y="79"/>
                  </a:cubicBezTo>
                  <a:lnTo>
                    <a:pt x="95" y="48"/>
                  </a:lnTo>
                  <a:cubicBezTo>
                    <a:pt x="111"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5" name="Google Shape;1945;p38"/>
            <p:cNvSpPr/>
            <p:nvPr/>
          </p:nvSpPr>
          <p:spPr>
            <a:xfrm>
              <a:off x="3390965" y="1803774"/>
              <a:ext cx="3021" cy="4039"/>
            </a:xfrm>
            <a:custGeom>
              <a:avLst/>
              <a:gdLst/>
              <a:ahLst/>
              <a:cxnLst/>
              <a:rect l="l" t="t" r="r" b="b"/>
              <a:pathLst>
                <a:path w="95" h="127" extrusionOk="0">
                  <a:moveTo>
                    <a:pt x="48" y="1"/>
                  </a:moveTo>
                  <a:lnTo>
                    <a:pt x="48" y="1"/>
                  </a:lnTo>
                  <a:lnTo>
                    <a:pt x="32" y="1"/>
                  </a:lnTo>
                  <a:lnTo>
                    <a:pt x="32" y="1"/>
                  </a:lnTo>
                  <a:lnTo>
                    <a:pt x="17" y="17"/>
                  </a:lnTo>
                  <a:cubicBezTo>
                    <a:pt x="17" y="17"/>
                    <a:pt x="0" y="17"/>
                    <a:pt x="0" y="32"/>
                  </a:cubicBezTo>
                  <a:lnTo>
                    <a:pt x="17" y="32"/>
                  </a:lnTo>
                  <a:cubicBezTo>
                    <a:pt x="32" y="48"/>
                    <a:pt x="48" y="64"/>
                    <a:pt x="32" y="80"/>
                  </a:cubicBezTo>
                  <a:cubicBezTo>
                    <a:pt x="32" y="95"/>
                    <a:pt x="17" y="95"/>
                    <a:pt x="0" y="95"/>
                  </a:cubicBezTo>
                  <a:lnTo>
                    <a:pt x="0" y="95"/>
                  </a:lnTo>
                  <a:cubicBezTo>
                    <a:pt x="0" y="111"/>
                    <a:pt x="0" y="111"/>
                    <a:pt x="17" y="127"/>
                  </a:cubicBezTo>
                  <a:lnTo>
                    <a:pt x="32" y="127"/>
                  </a:lnTo>
                  <a:lnTo>
                    <a:pt x="48" y="127"/>
                  </a:lnTo>
                  <a:cubicBezTo>
                    <a:pt x="63" y="127"/>
                    <a:pt x="63" y="111"/>
                    <a:pt x="63" y="95"/>
                  </a:cubicBezTo>
                  <a:lnTo>
                    <a:pt x="63" y="80"/>
                  </a:lnTo>
                  <a:lnTo>
                    <a:pt x="63" y="64"/>
                  </a:lnTo>
                  <a:lnTo>
                    <a:pt x="80" y="64"/>
                  </a:lnTo>
                  <a:lnTo>
                    <a:pt x="80" y="48"/>
                  </a:lnTo>
                  <a:cubicBezTo>
                    <a:pt x="95" y="32"/>
                    <a:pt x="95" y="17"/>
                    <a:pt x="80"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6" name="Google Shape;1946;p38"/>
            <p:cNvSpPr/>
            <p:nvPr/>
          </p:nvSpPr>
          <p:spPr>
            <a:xfrm>
              <a:off x="3454095" y="1797763"/>
              <a:ext cx="3562" cy="5565"/>
            </a:xfrm>
            <a:custGeom>
              <a:avLst/>
              <a:gdLst/>
              <a:ahLst/>
              <a:cxnLst/>
              <a:rect l="l" t="t" r="r" b="b"/>
              <a:pathLst>
                <a:path w="112" h="175" extrusionOk="0">
                  <a:moveTo>
                    <a:pt x="64" y="0"/>
                  </a:moveTo>
                  <a:lnTo>
                    <a:pt x="64" y="0"/>
                  </a:lnTo>
                  <a:cubicBezTo>
                    <a:pt x="48" y="0"/>
                    <a:pt x="48" y="0"/>
                    <a:pt x="32" y="17"/>
                  </a:cubicBezTo>
                  <a:lnTo>
                    <a:pt x="1" y="127"/>
                  </a:lnTo>
                  <a:cubicBezTo>
                    <a:pt x="1" y="143"/>
                    <a:pt x="1" y="158"/>
                    <a:pt x="17" y="158"/>
                  </a:cubicBezTo>
                  <a:cubicBezTo>
                    <a:pt x="17" y="174"/>
                    <a:pt x="32" y="174"/>
                    <a:pt x="32" y="174"/>
                  </a:cubicBezTo>
                  <a:lnTo>
                    <a:pt x="48" y="174"/>
                  </a:lnTo>
                  <a:lnTo>
                    <a:pt x="64" y="174"/>
                  </a:lnTo>
                  <a:lnTo>
                    <a:pt x="80" y="174"/>
                  </a:lnTo>
                  <a:lnTo>
                    <a:pt x="80" y="174"/>
                  </a:lnTo>
                  <a:lnTo>
                    <a:pt x="80" y="174"/>
                  </a:lnTo>
                  <a:lnTo>
                    <a:pt x="80" y="174"/>
                  </a:lnTo>
                  <a:lnTo>
                    <a:pt x="80" y="174"/>
                  </a:lnTo>
                  <a:cubicBezTo>
                    <a:pt x="111" y="174"/>
                    <a:pt x="111" y="158"/>
                    <a:pt x="111" y="127"/>
                  </a:cubicBezTo>
                  <a:cubicBezTo>
                    <a:pt x="111" y="111"/>
                    <a:pt x="95" y="111"/>
                    <a:pt x="80" y="95"/>
                  </a:cubicBezTo>
                  <a:lnTo>
                    <a:pt x="111" y="32"/>
                  </a:ln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7" name="Google Shape;1947;p38"/>
            <p:cNvSpPr/>
            <p:nvPr/>
          </p:nvSpPr>
          <p:spPr>
            <a:xfrm>
              <a:off x="3196549" y="1810803"/>
              <a:ext cx="3562" cy="3021"/>
            </a:xfrm>
            <a:custGeom>
              <a:avLst/>
              <a:gdLst/>
              <a:ahLst/>
              <a:cxnLst/>
              <a:rect l="l" t="t" r="r" b="b"/>
              <a:pathLst>
                <a:path w="112" h="95" extrusionOk="0">
                  <a:moveTo>
                    <a:pt x="32" y="0"/>
                  </a:moveTo>
                  <a:lnTo>
                    <a:pt x="32" y="0"/>
                  </a:lnTo>
                  <a:cubicBezTo>
                    <a:pt x="17" y="0"/>
                    <a:pt x="17" y="17"/>
                    <a:pt x="0" y="17"/>
                  </a:cubicBezTo>
                  <a:cubicBezTo>
                    <a:pt x="0" y="32"/>
                    <a:pt x="0" y="48"/>
                    <a:pt x="17" y="63"/>
                  </a:cubicBezTo>
                  <a:lnTo>
                    <a:pt x="48" y="95"/>
                  </a:lnTo>
                  <a:lnTo>
                    <a:pt x="63" y="95"/>
                  </a:lnTo>
                  <a:lnTo>
                    <a:pt x="95" y="95"/>
                  </a:lnTo>
                  <a:cubicBezTo>
                    <a:pt x="111" y="80"/>
                    <a:pt x="95" y="48"/>
                    <a:pt x="95" y="48"/>
                  </a:cubicBezTo>
                  <a:lnTo>
                    <a:pt x="48"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8" name="Google Shape;1948;p38"/>
            <p:cNvSpPr/>
            <p:nvPr/>
          </p:nvSpPr>
          <p:spPr>
            <a:xfrm>
              <a:off x="3434059" y="1752666"/>
              <a:ext cx="4039" cy="3562"/>
            </a:xfrm>
            <a:custGeom>
              <a:avLst/>
              <a:gdLst/>
              <a:ahLst/>
              <a:cxnLst/>
              <a:rect l="l" t="t" r="r" b="b"/>
              <a:pathLst>
                <a:path w="127" h="112" extrusionOk="0">
                  <a:moveTo>
                    <a:pt x="17" y="0"/>
                  </a:moveTo>
                  <a:lnTo>
                    <a:pt x="0" y="17"/>
                  </a:lnTo>
                  <a:lnTo>
                    <a:pt x="0" y="17"/>
                  </a:lnTo>
                  <a:lnTo>
                    <a:pt x="0" y="17"/>
                  </a:lnTo>
                  <a:cubicBezTo>
                    <a:pt x="0" y="48"/>
                    <a:pt x="0" y="80"/>
                    <a:pt x="32" y="95"/>
                  </a:cubicBezTo>
                  <a:cubicBezTo>
                    <a:pt x="32" y="95"/>
                    <a:pt x="48" y="111"/>
                    <a:pt x="63" y="111"/>
                  </a:cubicBezTo>
                  <a:lnTo>
                    <a:pt x="63" y="111"/>
                  </a:lnTo>
                  <a:lnTo>
                    <a:pt x="95" y="111"/>
                  </a:lnTo>
                  <a:cubicBezTo>
                    <a:pt x="111" y="111"/>
                    <a:pt x="126" y="80"/>
                    <a:pt x="111" y="64"/>
                  </a:cubicBezTo>
                  <a:cubicBezTo>
                    <a:pt x="111" y="48"/>
                    <a:pt x="111" y="48"/>
                    <a:pt x="95" y="48"/>
                  </a:cubicBezTo>
                  <a:lnTo>
                    <a:pt x="63" y="48"/>
                  </a:lnTo>
                  <a:lnTo>
                    <a:pt x="63" y="48"/>
                  </a:lnTo>
                  <a:cubicBezTo>
                    <a:pt x="63" y="48"/>
                    <a:pt x="48" y="48"/>
                    <a:pt x="48" y="32"/>
                  </a:cubicBezTo>
                  <a:lnTo>
                    <a:pt x="1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9" name="Google Shape;1949;p38"/>
            <p:cNvSpPr/>
            <p:nvPr/>
          </p:nvSpPr>
          <p:spPr>
            <a:xfrm>
              <a:off x="3397485" y="1797763"/>
              <a:ext cx="4039" cy="3562"/>
            </a:xfrm>
            <a:custGeom>
              <a:avLst/>
              <a:gdLst/>
              <a:ahLst/>
              <a:cxnLst/>
              <a:rect l="l" t="t" r="r" b="b"/>
              <a:pathLst>
                <a:path w="127" h="112" extrusionOk="0">
                  <a:moveTo>
                    <a:pt x="95" y="0"/>
                  </a:moveTo>
                  <a:lnTo>
                    <a:pt x="95" y="0"/>
                  </a:lnTo>
                  <a:cubicBezTo>
                    <a:pt x="79" y="0"/>
                    <a:pt x="79" y="17"/>
                    <a:pt x="64" y="17"/>
                  </a:cubicBezTo>
                  <a:lnTo>
                    <a:pt x="64" y="32"/>
                  </a:lnTo>
                  <a:lnTo>
                    <a:pt x="64" y="32"/>
                  </a:lnTo>
                  <a:lnTo>
                    <a:pt x="47" y="32"/>
                  </a:lnTo>
                  <a:lnTo>
                    <a:pt x="32" y="32"/>
                  </a:lnTo>
                  <a:cubicBezTo>
                    <a:pt x="32" y="32"/>
                    <a:pt x="16" y="32"/>
                    <a:pt x="16" y="48"/>
                  </a:cubicBezTo>
                  <a:cubicBezTo>
                    <a:pt x="1" y="64"/>
                    <a:pt x="16" y="80"/>
                    <a:pt x="32" y="95"/>
                  </a:cubicBezTo>
                  <a:lnTo>
                    <a:pt x="32" y="95"/>
                  </a:lnTo>
                  <a:lnTo>
                    <a:pt x="47" y="111"/>
                  </a:lnTo>
                  <a:lnTo>
                    <a:pt x="64" y="111"/>
                  </a:lnTo>
                  <a:lnTo>
                    <a:pt x="64" y="111"/>
                  </a:lnTo>
                  <a:lnTo>
                    <a:pt x="64" y="111"/>
                  </a:lnTo>
                  <a:cubicBezTo>
                    <a:pt x="79" y="111"/>
                    <a:pt x="79" y="111"/>
                    <a:pt x="95" y="95"/>
                  </a:cubicBezTo>
                  <a:lnTo>
                    <a:pt x="95" y="95"/>
                  </a:lnTo>
                  <a:lnTo>
                    <a:pt x="127" y="64"/>
                  </a:lnTo>
                  <a:lnTo>
                    <a:pt x="127" y="64"/>
                  </a:lnTo>
                  <a:lnTo>
                    <a:pt x="127" y="17"/>
                  </a:lnTo>
                  <a:lnTo>
                    <a:pt x="110" y="17"/>
                  </a:lnTo>
                  <a:cubicBezTo>
                    <a:pt x="110"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0" name="Google Shape;1950;p38"/>
            <p:cNvSpPr/>
            <p:nvPr/>
          </p:nvSpPr>
          <p:spPr>
            <a:xfrm>
              <a:off x="3058235" y="1825814"/>
              <a:ext cx="3053" cy="4039"/>
            </a:xfrm>
            <a:custGeom>
              <a:avLst/>
              <a:gdLst/>
              <a:ahLst/>
              <a:cxnLst/>
              <a:rect l="l" t="t" r="r" b="b"/>
              <a:pathLst>
                <a:path w="96" h="127" extrusionOk="0">
                  <a:moveTo>
                    <a:pt x="17" y="1"/>
                  </a:moveTo>
                  <a:cubicBezTo>
                    <a:pt x="1" y="1"/>
                    <a:pt x="1" y="17"/>
                    <a:pt x="1" y="17"/>
                  </a:cubicBezTo>
                  <a:lnTo>
                    <a:pt x="1" y="32"/>
                  </a:lnTo>
                  <a:lnTo>
                    <a:pt x="1" y="49"/>
                  </a:lnTo>
                  <a:lnTo>
                    <a:pt x="1" y="80"/>
                  </a:lnTo>
                  <a:cubicBezTo>
                    <a:pt x="1" y="95"/>
                    <a:pt x="1" y="112"/>
                    <a:pt x="17" y="112"/>
                  </a:cubicBezTo>
                  <a:lnTo>
                    <a:pt x="48" y="127"/>
                  </a:lnTo>
                  <a:lnTo>
                    <a:pt x="48" y="127"/>
                  </a:lnTo>
                  <a:lnTo>
                    <a:pt x="64" y="127"/>
                  </a:lnTo>
                  <a:cubicBezTo>
                    <a:pt x="64" y="127"/>
                    <a:pt x="80" y="127"/>
                    <a:pt x="95" y="112"/>
                  </a:cubicBezTo>
                  <a:cubicBezTo>
                    <a:pt x="95" y="95"/>
                    <a:pt x="95" y="80"/>
                    <a:pt x="80" y="64"/>
                  </a:cubicBezTo>
                  <a:lnTo>
                    <a:pt x="80" y="64"/>
                  </a:lnTo>
                  <a:lnTo>
                    <a:pt x="64" y="64"/>
                  </a:lnTo>
                  <a:lnTo>
                    <a:pt x="64" y="64"/>
                  </a:lnTo>
                  <a:lnTo>
                    <a:pt x="64" y="32"/>
                  </a:lnTo>
                  <a:lnTo>
                    <a:pt x="64" y="1"/>
                  </a:lnTo>
                  <a:lnTo>
                    <a:pt x="32"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1" name="Google Shape;1951;p38"/>
            <p:cNvSpPr/>
            <p:nvPr/>
          </p:nvSpPr>
          <p:spPr>
            <a:xfrm>
              <a:off x="3366922" y="1793279"/>
              <a:ext cx="5534" cy="4039"/>
            </a:xfrm>
            <a:custGeom>
              <a:avLst/>
              <a:gdLst/>
              <a:ahLst/>
              <a:cxnLst/>
              <a:rect l="l" t="t" r="r" b="b"/>
              <a:pathLst>
                <a:path w="174" h="127" extrusionOk="0">
                  <a:moveTo>
                    <a:pt x="32" y="0"/>
                  </a:moveTo>
                  <a:lnTo>
                    <a:pt x="32" y="0"/>
                  </a:lnTo>
                  <a:cubicBezTo>
                    <a:pt x="16" y="0"/>
                    <a:pt x="0" y="15"/>
                    <a:pt x="0" y="32"/>
                  </a:cubicBezTo>
                  <a:lnTo>
                    <a:pt x="0" y="95"/>
                  </a:lnTo>
                  <a:cubicBezTo>
                    <a:pt x="0" y="110"/>
                    <a:pt x="16" y="126"/>
                    <a:pt x="32" y="126"/>
                  </a:cubicBezTo>
                  <a:lnTo>
                    <a:pt x="48" y="126"/>
                  </a:lnTo>
                  <a:lnTo>
                    <a:pt x="142" y="110"/>
                  </a:lnTo>
                  <a:cubicBezTo>
                    <a:pt x="158" y="110"/>
                    <a:pt x="174" y="95"/>
                    <a:pt x="174" y="78"/>
                  </a:cubicBezTo>
                  <a:cubicBezTo>
                    <a:pt x="174" y="47"/>
                    <a:pt x="158" y="47"/>
                    <a:pt x="142" y="47"/>
                  </a:cubicBezTo>
                  <a:lnTo>
                    <a:pt x="142" y="47"/>
                  </a:lnTo>
                  <a:lnTo>
                    <a:pt x="63" y="47"/>
                  </a:lnTo>
                  <a:lnTo>
                    <a:pt x="63" y="32"/>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2" name="Google Shape;1952;p38"/>
            <p:cNvSpPr/>
            <p:nvPr/>
          </p:nvSpPr>
          <p:spPr>
            <a:xfrm>
              <a:off x="3356872" y="1800785"/>
              <a:ext cx="2576" cy="3530"/>
            </a:xfrm>
            <a:custGeom>
              <a:avLst/>
              <a:gdLst/>
              <a:ahLst/>
              <a:cxnLst/>
              <a:rect l="l" t="t" r="r" b="b"/>
              <a:pathLst>
                <a:path w="81" h="111" extrusionOk="0">
                  <a:moveTo>
                    <a:pt x="32" y="0"/>
                  </a:moveTo>
                  <a:lnTo>
                    <a:pt x="32" y="0"/>
                  </a:lnTo>
                  <a:lnTo>
                    <a:pt x="32" y="0"/>
                  </a:lnTo>
                  <a:lnTo>
                    <a:pt x="32" y="16"/>
                  </a:lnTo>
                  <a:cubicBezTo>
                    <a:pt x="32" y="16"/>
                    <a:pt x="32" y="32"/>
                    <a:pt x="17" y="32"/>
                  </a:cubicBezTo>
                  <a:lnTo>
                    <a:pt x="17" y="48"/>
                  </a:lnTo>
                  <a:cubicBezTo>
                    <a:pt x="32" y="63"/>
                    <a:pt x="32" y="79"/>
                    <a:pt x="17" y="95"/>
                  </a:cubicBezTo>
                  <a:lnTo>
                    <a:pt x="1" y="111"/>
                  </a:lnTo>
                  <a:lnTo>
                    <a:pt x="1" y="111"/>
                  </a:lnTo>
                  <a:lnTo>
                    <a:pt x="17" y="111"/>
                  </a:lnTo>
                  <a:lnTo>
                    <a:pt x="32" y="111"/>
                  </a:lnTo>
                  <a:cubicBezTo>
                    <a:pt x="49" y="111"/>
                    <a:pt x="49" y="111"/>
                    <a:pt x="64" y="95"/>
                  </a:cubicBezTo>
                  <a:lnTo>
                    <a:pt x="64" y="95"/>
                  </a:lnTo>
                  <a:lnTo>
                    <a:pt x="64" y="48"/>
                  </a:lnTo>
                  <a:cubicBezTo>
                    <a:pt x="80" y="32"/>
                    <a:pt x="64" y="32"/>
                    <a:pt x="64" y="16"/>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3" name="Google Shape;1953;p38"/>
            <p:cNvSpPr/>
            <p:nvPr/>
          </p:nvSpPr>
          <p:spPr>
            <a:xfrm>
              <a:off x="3313301" y="1804792"/>
              <a:ext cx="4039" cy="2544"/>
            </a:xfrm>
            <a:custGeom>
              <a:avLst/>
              <a:gdLst/>
              <a:ahLst/>
              <a:cxnLst/>
              <a:rect l="l" t="t" r="r" b="b"/>
              <a:pathLst>
                <a:path w="127" h="80" extrusionOk="0">
                  <a:moveTo>
                    <a:pt x="47" y="0"/>
                  </a:moveTo>
                  <a:lnTo>
                    <a:pt x="47" y="0"/>
                  </a:lnTo>
                  <a:cubicBezTo>
                    <a:pt x="32" y="0"/>
                    <a:pt x="16" y="16"/>
                    <a:pt x="16" y="32"/>
                  </a:cubicBezTo>
                  <a:cubicBezTo>
                    <a:pt x="1" y="48"/>
                    <a:pt x="16" y="63"/>
                    <a:pt x="32" y="63"/>
                  </a:cubicBezTo>
                  <a:lnTo>
                    <a:pt x="79" y="79"/>
                  </a:lnTo>
                  <a:lnTo>
                    <a:pt x="95" y="79"/>
                  </a:lnTo>
                  <a:cubicBezTo>
                    <a:pt x="110" y="79"/>
                    <a:pt x="127" y="63"/>
                    <a:pt x="127" y="48"/>
                  </a:cubicBezTo>
                  <a:cubicBezTo>
                    <a:pt x="127" y="32"/>
                    <a:pt x="110" y="16"/>
                    <a:pt x="95"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4" name="Google Shape;1954;p38"/>
            <p:cNvSpPr/>
            <p:nvPr/>
          </p:nvSpPr>
          <p:spPr>
            <a:xfrm>
              <a:off x="3422037" y="1790258"/>
              <a:ext cx="6551" cy="6042"/>
            </a:xfrm>
            <a:custGeom>
              <a:avLst/>
              <a:gdLst/>
              <a:ahLst/>
              <a:cxnLst/>
              <a:rect l="l" t="t" r="r" b="b"/>
              <a:pathLst>
                <a:path w="206" h="190" extrusionOk="0">
                  <a:moveTo>
                    <a:pt x="32" y="1"/>
                  </a:moveTo>
                  <a:lnTo>
                    <a:pt x="32" y="1"/>
                  </a:lnTo>
                  <a:lnTo>
                    <a:pt x="17" y="1"/>
                  </a:lnTo>
                  <a:cubicBezTo>
                    <a:pt x="0" y="1"/>
                    <a:pt x="0" y="16"/>
                    <a:pt x="0" y="16"/>
                  </a:cubicBezTo>
                  <a:cubicBezTo>
                    <a:pt x="0" y="32"/>
                    <a:pt x="0" y="64"/>
                    <a:pt x="17" y="64"/>
                  </a:cubicBezTo>
                  <a:lnTo>
                    <a:pt x="32" y="64"/>
                  </a:lnTo>
                  <a:lnTo>
                    <a:pt x="95" y="95"/>
                  </a:lnTo>
                  <a:lnTo>
                    <a:pt x="95" y="95"/>
                  </a:lnTo>
                  <a:lnTo>
                    <a:pt x="111" y="127"/>
                  </a:lnTo>
                  <a:lnTo>
                    <a:pt x="126" y="142"/>
                  </a:lnTo>
                  <a:lnTo>
                    <a:pt x="143" y="158"/>
                  </a:lnTo>
                  <a:lnTo>
                    <a:pt x="143" y="158"/>
                  </a:lnTo>
                  <a:cubicBezTo>
                    <a:pt x="143" y="173"/>
                    <a:pt x="158" y="190"/>
                    <a:pt x="174" y="190"/>
                  </a:cubicBezTo>
                  <a:lnTo>
                    <a:pt x="189" y="173"/>
                  </a:lnTo>
                  <a:cubicBezTo>
                    <a:pt x="189" y="173"/>
                    <a:pt x="206" y="158"/>
                    <a:pt x="206" y="142"/>
                  </a:cubicBezTo>
                  <a:lnTo>
                    <a:pt x="206" y="142"/>
                  </a:lnTo>
                  <a:lnTo>
                    <a:pt x="158" y="47"/>
                  </a:lnTo>
                  <a:lnTo>
                    <a:pt x="143" y="32"/>
                  </a:lnTo>
                  <a:lnTo>
                    <a:pt x="95" y="16"/>
                  </a:lnTo>
                  <a:lnTo>
                    <a:pt x="48"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5" name="Google Shape;1955;p38"/>
            <p:cNvSpPr/>
            <p:nvPr/>
          </p:nvSpPr>
          <p:spPr>
            <a:xfrm>
              <a:off x="3401492" y="1786727"/>
              <a:ext cx="8046" cy="5057"/>
            </a:xfrm>
            <a:custGeom>
              <a:avLst/>
              <a:gdLst/>
              <a:ahLst/>
              <a:cxnLst/>
              <a:rect l="l" t="t" r="r" b="b"/>
              <a:pathLst>
                <a:path w="253" h="159" extrusionOk="0">
                  <a:moveTo>
                    <a:pt x="142" y="1"/>
                  </a:moveTo>
                  <a:lnTo>
                    <a:pt x="127" y="1"/>
                  </a:lnTo>
                  <a:cubicBezTo>
                    <a:pt x="127" y="1"/>
                    <a:pt x="110" y="1"/>
                    <a:pt x="110" y="17"/>
                  </a:cubicBezTo>
                  <a:lnTo>
                    <a:pt x="95" y="17"/>
                  </a:lnTo>
                  <a:lnTo>
                    <a:pt x="95" y="32"/>
                  </a:lnTo>
                  <a:lnTo>
                    <a:pt x="16" y="80"/>
                  </a:lnTo>
                  <a:lnTo>
                    <a:pt x="16" y="95"/>
                  </a:lnTo>
                  <a:cubicBezTo>
                    <a:pt x="1" y="95"/>
                    <a:pt x="1" y="127"/>
                    <a:pt x="1" y="143"/>
                  </a:cubicBezTo>
                  <a:cubicBezTo>
                    <a:pt x="16" y="143"/>
                    <a:pt x="32" y="158"/>
                    <a:pt x="32" y="158"/>
                  </a:cubicBezTo>
                  <a:cubicBezTo>
                    <a:pt x="47" y="158"/>
                    <a:pt x="47" y="143"/>
                    <a:pt x="64" y="143"/>
                  </a:cubicBezTo>
                  <a:lnTo>
                    <a:pt x="110" y="95"/>
                  </a:lnTo>
                  <a:lnTo>
                    <a:pt x="142" y="64"/>
                  </a:lnTo>
                  <a:lnTo>
                    <a:pt x="173" y="80"/>
                  </a:lnTo>
                  <a:lnTo>
                    <a:pt x="205" y="80"/>
                  </a:lnTo>
                  <a:lnTo>
                    <a:pt x="221" y="80"/>
                  </a:lnTo>
                  <a:lnTo>
                    <a:pt x="237" y="80"/>
                  </a:lnTo>
                  <a:cubicBezTo>
                    <a:pt x="237" y="64"/>
                    <a:pt x="253" y="64"/>
                    <a:pt x="253" y="49"/>
                  </a:cubicBezTo>
                  <a:cubicBezTo>
                    <a:pt x="253" y="32"/>
                    <a:pt x="237" y="17"/>
                    <a:pt x="221" y="17"/>
                  </a:cubicBezTo>
                  <a:lnTo>
                    <a:pt x="205" y="1"/>
                  </a:lnTo>
                  <a:lnTo>
                    <a:pt x="173" y="1"/>
                  </a:lnTo>
                  <a:lnTo>
                    <a:pt x="14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6" name="Google Shape;1956;p38"/>
            <p:cNvSpPr/>
            <p:nvPr/>
          </p:nvSpPr>
          <p:spPr>
            <a:xfrm>
              <a:off x="3287253" y="1813792"/>
              <a:ext cx="5057" cy="3562"/>
            </a:xfrm>
            <a:custGeom>
              <a:avLst/>
              <a:gdLst/>
              <a:ahLst/>
              <a:cxnLst/>
              <a:rect l="l" t="t" r="r" b="b"/>
              <a:pathLst>
                <a:path w="159" h="112" extrusionOk="0">
                  <a:moveTo>
                    <a:pt x="158" y="1"/>
                  </a:moveTo>
                  <a:lnTo>
                    <a:pt x="142" y="1"/>
                  </a:lnTo>
                  <a:lnTo>
                    <a:pt x="127" y="17"/>
                  </a:lnTo>
                  <a:cubicBezTo>
                    <a:pt x="127" y="17"/>
                    <a:pt x="142" y="32"/>
                    <a:pt x="142" y="49"/>
                  </a:cubicBezTo>
                  <a:cubicBezTo>
                    <a:pt x="142" y="64"/>
                    <a:pt x="127" y="64"/>
                    <a:pt x="110" y="80"/>
                  </a:cubicBezTo>
                  <a:lnTo>
                    <a:pt x="95" y="95"/>
                  </a:lnTo>
                  <a:lnTo>
                    <a:pt x="79" y="95"/>
                  </a:lnTo>
                  <a:cubicBezTo>
                    <a:pt x="64" y="95"/>
                    <a:pt x="47" y="95"/>
                    <a:pt x="47" y="80"/>
                  </a:cubicBezTo>
                  <a:lnTo>
                    <a:pt x="32" y="49"/>
                  </a:lnTo>
                  <a:lnTo>
                    <a:pt x="32" y="49"/>
                  </a:lnTo>
                  <a:cubicBezTo>
                    <a:pt x="1" y="64"/>
                    <a:pt x="1" y="80"/>
                    <a:pt x="1" y="95"/>
                  </a:cubicBezTo>
                  <a:cubicBezTo>
                    <a:pt x="16" y="112"/>
                    <a:pt x="32" y="112"/>
                    <a:pt x="32" y="112"/>
                  </a:cubicBezTo>
                  <a:lnTo>
                    <a:pt x="47" y="112"/>
                  </a:lnTo>
                  <a:lnTo>
                    <a:pt x="95" y="95"/>
                  </a:lnTo>
                  <a:lnTo>
                    <a:pt x="95" y="95"/>
                  </a:lnTo>
                  <a:lnTo>
                    <a:pt x="142" y="80"/>
                  </a:lnTo>
                  <a:lnTo>
                    <a:pt x="158" y="64"/>
                  </a:lnTo>
                  <a:lnTo>
                    <a:pt x="158" y="49"/>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7" name="Google Shape;1957;p38"/>
            <p:cNvSpPr/>
            <p:nvPr/>
          </p:nvSpPr>
          <p:spPr>
            <a:xfrm>
              <a:off x="3432055" y="1783261"/>
              <a:ext cx="8555" cy="6042"/>
            </a:xfrm>
            <a:custGeom>
              <a:avLst/>
              <a:gdLst/>
              <a:ahLst/>
              <a:cxnLst/>
              <a:rect l="l" t="t" r="r" b="b"/>
              <a:pathLst>
                <a:path w="269" h="190" extrusionOk="0">
                  <a:moveTo>
                    <a:pt x="48" y="0"/>
                  </a:moveTo>
                  <a:lnTo>
                    <a:pt x="48" y="0"/>
                  </a:lnTo>
                  <a:cubicBezTo>
                    <a:pt x="32" y="0"/>
                    <a:pt x="17" y="15"/>
                    <a:pt x="17" y="15"/>
                  </a:cubicBezTo>
                  <a:lnTo>
                    <a:pt x="17" y="32"/>
                  </a:lnTo>
                  <a:lnTo>
                    <a:pt x="0" y="63"/>
                  </a:lnTo>
                  <a:lnTo>
                    <a:pt x="0" y="63"/>
                  </a:lnTo>
                  <a:lnTo>
                    <a:pt x="0" y="78"/>
                  </a:lnTo>
                  <a:cubicBezTo>
                    <a:pt x="0" y="95"/>
                    <a:pt x="0" y="95"/>
                    <a:pt x="17" y="95"/>
                  </a:cubicBezTo>
                  <a:lnTo>
                    <a:pt x="17" y="95"/>
                  </a:lnTo>
                  <a:cubicBezTo>
                    <a:pt x="17" y="95"/>
                    <a:pt x="17" y="110"/>
                    <a:pt x="32" y="110"/>
                  </a:cubicBezTo>
                  <a:lnTo>
                    <a:pt x="48" y="110"/>
                  </a:lnTo>
                  <a:lnTo>
                    <a:pt x="63" y="110"/>
                  </a:lnTo>
                  <a:lnTo>
                    <a:pt x="80" y="110"/>
                  </a:lnTo>
                  <a:lnTo>
                    <a:pt x="111" y="110"/>
                  </a:lnTo>
                  <a:cubicBezTo>
                    <a:pt x="111" y="126"/>
                    <a:pt x="126" y="126"/>
                    <a:pt x="143" y="141"/>
                  </a:cubicBezTo>
                  <a:cubicBezTo>
                    <a:pt x="143" y="141"/>
                    <a:pt x="158" y="141"/>
                    <a:pt x="158" y="158"/>
                  </a:cubicBezTo>
                  <a:lnTo>
                    <a:pt x="158" y="158"/>
                  </a:lnTo>
                  <a:cubicBezTo>
                    <a:pt x="174" y="173"/>
                    <a:pt x="189" y="189"/>
                    <a:pt x="221" y="189"/>
                  </a:cubicBezTo>
                  <a:lnTo>
                    <a:pt x="221" y="189"/>
                  </a:lnTo>
                  <a:lnTo>
                    <a:pt x="237" y="189"/>
                  </a:lnTo>
                  <a:lnTo>
                    <a:pt x="252" y="189"/>
                  </a:lnTo>
                  <a:cubicBezTo>
                    <a:pt x="252" y="189"/>
                    <a:pt x="252" y="173"/>
                    <a:pt x="269" y="173"/>
                  </a:cubicBezTo>
                  <a:cubicBezTo>
                    <a:pt x="269" y="158"/>
                    <a:pt x="269" y="141"/>
                    <a:pt x="252" y="126"/>
                  </a:cubicBezTo>
                  <a:cubicBezTo>
                    <a:pt x="237" y="126"/>
                    <a:pt x="221" y="110"/>
                    <a:pt x="206" y="95"/>
                  </a:cubicBezTo>
                  <a:cubicBezTo>
                    <a:pt x="174" y="78"/>
                    <a:pt x="126" y="47"/>
                    <a:pt x="80" y="47"/>
                  </a:cubicBezTo>
                  <a:cubicBezTo>
                    <a:pt x="80" y="32"/>
                    <a:pt x="80"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8" name="Google Shape;1958;p38"/>
            <p:cNvSpPr/>
            <p:nvPr/>
          </p:nvSpPr>
          <p:spPr>
            <a:xfrm>
              <a:off x="3157463" y="1813792"/>
              <a:ext cx="3021" cy="2576"/>
            </a:xfrm>
            <a:custGeom>
              <a:avLst/>
              <a:gdLst/>
              <a:ahLst/>
              <a:cxnLst/>
              <a:rect l="l" t="t" r="r" b="b"/>
              <a:pathLst>
                <a:path w="95" h="81" extrusionOk="0">
                  <a:moveTo>
                    <a:pt x="32" y="1"/>
                  </a:moveTo>
                  <a:lnTo>
                    <a:pt x="32" y="1"/>
                  </a:lnTo>
                  <a:lnTo>
                    <a:pt x="17" y="1"/>
                  </a:lnTo>
                  <a:cubicBezTo>
                    <a:pt x="17" y="1"/>
                    <a:pt x="0" y="17"/>
                    <a:pt x="0" y="32"/>
                  </a:cubicBezTo>
                  <a:lnTo>
                    <a:pt x="0" y="32"/>
                  </a:lnTo>
                  <a:cubicBezTo>
                    <a:pt x="0" y="49"/>
                    <a:pt x="0" y="64"/>
                    <a:pt x="17" y="64"/>
                  </a:cubicBezTo>
                  <a:lnTo>
                    <a:pt x="63" y="80"/>
                  </a:lnTo>
                  <a:lnTo>
                    <a:pt x="95" y="32"/>
                  </a:lnTo>
                  <a:lnTo>
                    <a:pt x="95"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9" name="Google Shape;1959;p38"/>
            <p:cNvSpPr/>
            <p:nvPr/>
          </p:nvSpPr>
          <p:spPr>
            <a:xfrm>
              <a:off x="3161979" y="1819803"/>
              <a:ext cx="4039" cy="3053"/>
            </a:xfrm>
            <a:custGeom>
              <a:avLst/>
              <a:gdLst/>
              <a:ahLst/>
              <a:cxnLst/>
              <a:rect l="l" t="t" r="r" b="b"/>
              <a:pathLst>
                <a:path w="127" h="96" extrusionOk="0">
                  <a:moveTo>
                    <a:pt x="79" y="1"/>
                  </a:moveTo>
                  <a:lnTo>
                    <a:pt x="79" y="1"/>
                  </a:lnTo>
                  <a:lnTo>
                    <a:pt x="64" y="1"/>
                  </a:lnTo>
                  <a:lnTo>
                    <a:pt x="32" y="1"/>
                  </a:lnTo>
                  <a:cubicBezTo>
                    <a:pt x="47" y="17"/>
                    <a:pt x="47" y="32"/>
                    <a:pt x="47" y="49"/>
                  </a:cubicBezTo>
                  <a:cubicBezTo>
                    <a:pt x="47" y="64"/>
                    <a:pt x="32" y="64"/>
                    <a:pt x="16" y="64"/>
                  </a:cubicBezTo>
                  <a:lnTo>
                    <a:pt x="1" y="64"/>
                  </a:lnTo>
                  <a:lnTo>
                    <a:pt x="1" y="64"/>
                  </a:lnTo>
                  <a:cubicBezTo>
                    <a:pt x="1" y="80"/>
                    <a:pt x="16" y="80"/>
                    <a:pt x="16" y="80"/>
                  </a:cubicBezTo>
                  <a:lnTo>
                    <a:pt x="32" y="80"/>
                  </a:lnTo>
                  <a:lnTo>
                    <a:pt x="47" y="80"/>
                  </a:lnTo>
                  <a:lnTo>
                    <a:pt x="47" y="80"/>
                  </a:lnTo>
                  <a:cubicBezTo>
                    <a:pt x="64" y="80"/>
                    <a:pt x="64" y="80"/>
                    <a:pt x="64" y="95"/>
                  </a:cubicBezTo>
                  <a:lnTo>
                    <a:pt x="95" y="95"/>
                  </a:lnTo>
                  <a:lnTo>
                    <a:pt x="95" y="95"/>
                  </a:lnTo>
                  <a:cubicBezTo>
                    <a:pt x="110" y="95"/>
                    <a:pt x="127" y="64"/>
                    <a:pt x="127" y="49"/>
                  </a:cubicBezTo>
                  <a:lnTo>
                    <a:pt x="127" y="49"/>
                  </a:lnTo>
                  <a:lnTo>
                    <a:pt x="110"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0" name="Google Shape;1960;p38"/>
            <p:cNvSpPr/>
            <p:nvPr/>
          </p:nvSpPr>
          <p:spPr>
            <a:xfrm>
              <a:off x="3026177" y="1796269"/>
              <a:ext cx="5025" cy="3530"/>
            </a:xfrm>
            <a:custGeom>
              <a:avLst/>
              <a:gdLst/>
              <a:ahLst/>
              <a:cxnLst/>
              <a:rect l="l" t="t" r="r" b="b"/>
              <a:pathLst>
                <a:path w="158" h="111" extrusionOk="0">
                  <a:moveTo>
                    <a:pt x="48" y="1"/>
                  </a:moveTo>
                  <a:lnTo>
                    <a:pt x="32" y="1"/>
                  </a:lnTo>
                  <a:lnTo>
                    <a:pt x="17" y="1"/>
                  </a:lnTo>
                  <a:lnTo>
                    <a:pt x="17" y="16"/>
                  </a:lnTo>
                  <a:cubicBezTo>
                    <a:pt x="0" y="32"/>
                    <a:pt x="17" y="47"/>
                    <a:pt x="17" y="47"/>
                  </a:cubicBezTo>
                  <a:lnTo>
                    <a:pt x="32" y="64"/>
                  </a:lnTo>
                  <a:lnTo>
                    <a:pt x="48" y="64"/>
                  </a:lnTo>
                  <a:cubicBezTo>
                    <a:pt x="48" y="79"/>
                    <a:pt x="48" y="79"/>
                    <a:pt x="63" y="95"/>
                  </a:cubicBezTo>
                  <a:cubicBezTo>
                    <a:pt x="63" y="111"/>
                    <a:pt x="80" y="111"/>
                    <a:pt x="80" y="111"/>
                  </a:cubicBezTo>
                  <a:lnTo>
                    <a:pt x="95" y="111"/>
                  </a:lnTo>
                  <a:lnTo>
                    <a:pt x="95" y="111"/>
                  </a:lnTo>
                  <a:lnTo>
                    <a:pt x="126" y="95"/>
                  </a:lnTo>
                  <a:lnTo>
                    <a:pt x="143" y="95"/>
                  </a:lnTo>
                  <a:cubicBezTo>
                    <a:pt x="143" y="79"/>
                    <a:pt x="158" y="79"/>
                    <a:pt x="158" y="64"/>
                  </a:cubicBezTo>
                  <a:cubicBezTo>
                    <a:pt x="158" y="47"/>
                    <a:pt x="158" y="47"/>
                    <a:pt x="143" y="32"/>
                  </a:cubicBezTo>
                  <a:lnTo>
                    <a:pt x="143" y="32"/>
                  </a:lnTo>
                  <a:lnTo>
                    <a:pt x="126" y="16"/>
                  </a:lnTo>
                  <a:lnTo>
                    <a:pt x="111" y="1"/>
                  </a:lnTo>
                  <a:lnTo>
                    <a:pt x="63"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1" name="Google Shape;1961;p38"/>
            <p:cNvSpPr/>
            <p:nvPr/>
          </p:nvSpPr>
          <p:spPr>
            <a:xfrm>
              <a:off x="3087812" y="1788731"/>
              <a:ext cx="4039" cy="2035"/>
            </a:xfrm>
            <a:custGeom>
              <a:avLst/>
              <a:gdLst/>
              <a:ahLst/>
              <a:cxnLst/>
              <a:rect l="l" t="t" r="r" b="b"/>
              <a:pathLst>
                <a:path w="127" h="64" extrusionOk="0">
                  <a:moveTo>
                    <a:pt x="16" y="1"/>
                  </a:moveTo>
                  <a:lnTo>
                    <a:pt x="16" y="1"/>
                  </a:lnTo>
                  <a:lnTo>
                    <a:pt x="1" y="1"/>
                  </a:lnTo>
                  <a:cubicBezTo>
                    <a:pt x="16" y="1"/>
                    <a:pt x="32" y="17"/>
                    <a:pt x="32" y="32"/>
                  </a:cubicBezTo>
                  <a:cubicBezTo>
                    <a:pt x="47" y="49"/>
                    <a:pt x="32" y="64"/>
                    <a:pt x="16" y="64"/>
                  </a:cubicBezTo>
                  <a:lnTo>
                    <a:pt x="16" y="64"/>
                  </a:lnTo>
                  <a:lnTo>
                    <a:pt x="32" y="64"/>
                  </a:lnTo>
                  <a:lnTo>
                    <a:pt x="95" y="64"/>
                  </a:lnTo>
                  <a:cubicBezTo>
                    <a:pt x="110" y="64"/>
                    <a:pt x="127" y="49"/>
                    <a:pt x="127" y="32"/>
                  </a:cubicBezTo>
                  <a:cubicBezTo>
                    <a:pt x="127" y="17"/>
                    <a:pt x="110" y="17"/>
                    <a:pt x="110" y="1"/>
                  </a:cubicBezTo>
                  <a:lnTo>
                    <a:pt x="95"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2" name="Google Shape;1962;p38"/>
            <p:cNvSpPr/>
            <p:nvPr/>
          </p:nvSpPr>
          <p:spPr>
            <a:xfrm>
              <a:off x="3446081" y="1808290"/>
              <a:ext cx="3562" cy="3530"/>
            </a:xfrm>
            <a:custGeom>
              <a:avLst/>
              <a:gdLst/>
              <a:ahLst/>
              <a:cxnLst/>
              <a:rect l="l" t="t" r="r" b="b"/>
              <a:pathLst>
                <a:path w="112" h="111" extrusionOk="0">
                  <a:moveTo>
                    <a:pt x="48" y="1"/>
                  </a:moveTo>
                  <a:lnTo>
                    <a:pt x="48" y="1"/>
                  </a:lnTo>
                  <a:lnTo>
                    <a:pt x="48" y="1"/>
                  </a:lnTo>
                  <a:cubicBezTo>
                    <a:pt x="32" y="1"/>
                    <a:pt x="32" y="16"/>
                    <a:pt x="17" y="16"/>
                  </a:cubicBezTo>
                  <a:lnTo>
                    <a:pt x="17" y="32"/>
                  </a:lnTo>
                  <a:lnTo>
                    <a:pt x="0" y="64"/>
                  </a:lnTo>
                  <a:lnTo>
                    <a:pt x="0" y="96"/>
                  </a:lnTo>
                  <a:lnTo>
                    <a:pt x="17" y="111"/>
                  </a:lnTo>
                  <a:lnTo>
                    <a:pt x="17" y="111"/>
                  </a:lnTo>
                  <a:lnTo>
                    <a:pt x="32" y="111"/>
                  </a:lnTo>
                  <a:lnTo>
                    <a:pt x="48" y="111"/>
                  </a:lnTo>
                  <a:lnTo>
                    <a:pt x="80" y="96"/>
                  </a:lnTo>
                  <a:lnTo>
                    <a:pt x="95" y="96"/>
                  </a:lnTo>
                  <a:cubicBezTo>
                    <a:pt x="111" y="79"/>
                    <a:pt x="111" y="64"/>
                    <a:pt x="95" y="48"/>
                  </a:cubicBez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3" name="Google Shape;1963;p38"/>
            <p:cNvSpPr/>
            <p:nvPr/>
          </p:nvSpPr>
          <p:spPr>
            <a:xfrm>
              <a:off x="3429034" y="1808290"/>
              <a:ext cx="4580" cy="5534"/>
            </a:xfrm>
            <a:custGeom>
              <a:avLst/>
              <a:gdLst/>
              <a:ahLst/>
              <a:cxnLst/>
              <a:rect l="l" t="t" r="r" b="b"/>
              <a:pathLst>
                <a:path w="144" h="174" extrusionOk="0">
                  <a:moveTo>
                    <a:pt x="127" y="1"/>
                  </a:moveTo>
                  <a:lnTo>
                    <a:pt x="112" y="1"/>
                  </a:lnTo>
                  <a:cubicBezTo>
                    <a:pt x="95" y="1"/>
                    <a:pt x="95" y="16"/>
                    <a:pt x="80" y="32"/>
                  </a:cubicBezTo>
                  <a:lnTo>
                    <a:pt x="80" y="64"/>
                  </a:lnTo>
                  <a:lnTo>
                    <a:pt x="95" y="79"/>
                  </a:lnTo>
                  <a:cubicBezTo>
                    <a:pt x="112" y="79"/>
                    <a:pt x="112" y="111"/>
                    <a:pt x="95" y="127"/>
                  </a:cubicBezTo>
                  <a:lnTo>
                    <a:pt x="80" y="142"/>
                  </a:lnTo>
                  <a:cubicBezTo>
                    <a:pt x="64" y="142"/>
                    <a:pt x="64" y="142"/>
                    <a:pt x="49" y="127"/>
                  </a:cubicBezTo>
                  <a:lnTo>
                    <a:pt x="17" y="111"/>
                  </a:lnTo>
                  <a:lnTo>
                    <a:pt x="17" y="111"/>
                  </a:lnTo>
                  <a:cubicBezTo>
                    <a:pt x="1" y="127"/>
                    <a:pt x="1" y="142"/>
                    <a:pt x="1" y="159"/>
                  </a:cubicBezTo>
                  <a:cubicBezTo>
                    <a:pt x="17" y="174"/>
                    <a:pt x="32" y="174"/>
                    <a:pt x="32" y="174"/>
                  </a:cubicBezTo>
                  <a:lnTo>
                    <a:pt x="49" y="174"/>
                  </a:lnTo>
                  <a:lnTo>
                    <a:pt x="112" y="142"/>
                  </a:lnTo>
                  <a:cubicBezTo>
                    <a:pt x="127" y="142"/>
                    <a:pt x="127" y="142"/>
                    <a:pt x="143" y="127"/>
                  </a:cubicBezTo>
                  <a:lnTo>
                    <a:pt x="143" y="64"/>
                  </a:lnTo>
                  <a:lnTo>
                    <a:pt x="143" y="48"/>
                  </a:lnTo>
                  <a:cubicBezTo>
                    <a:pt x="127" y="32"/>
                    <a:pt x="127" y="16"/>
                    <a:pt x="143" y="16"/>
                  </a:cubicBez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4" name="Google Shape;1964;p38"/>
            <p:cNvSpPr/>
            <p:nvPr/>
          </p:nvSpPr>
          <p:spPr>
            <a:xfrm>
              <a:off x="3084823" y="1788731"/>
              <a:ext cx="4516" cy="2576"/>
            </a:xfrm>
            <a:custGeom>
              <a:avLst/>
              <a:gdLst/>
              <a:ahLst/>
              <a:cxnLst/>
              <a:rect l="l" t="t" r="r" b="b"/>
              <a:pathLst>
                <a:path w="142" h="81" extrusionOk="0">
                  <a:moveTo>
                    <a:pt x="32" y="1"/>
                  </a:moveTo>
                  <a:lnTo>
                    <a:pt x="32" y="1"/>
                  </a:lnTo>
                  <a:lnTo>
                    <a:pt x="15" y="1"/>
                  </a:lnTo>
                  <a:lnTo>
                    <a:pt x="15" y="1"/>
                  </a:lnTo>
                  <a:lnTo>
                    <a:pt x="15" y="17"/>
                  </a:lnTo>
                  <a:cubicBezTo>
                    <a:pt x="15" y="17"/>
                    <a:pt x="15" y="32"/>
                    <a:pt x="0" y="49"/>
                  </a:cubicBezTo>
                  <a:lnTo>
                    <a:pt x="15" y="64"/>
                  </a:lnTo>
                  <a:cubicBezTo>
                    <a:pt x="15" y="64"/>
                    <a:pt x="15" y="80"/>
                    <a:pt x="32" y="80"/>
                  </a:cubicBezTo>
                  <a:lnTo>
                    <a:pt x="47" y="80"/>
                  </a:lnTo>
                  <a:lnTo>
                    <a:pt x="47" y="80"/>
                  </a:lnTo>
                  <a:lnTo>
                    <a:pt x="110" y="64"/>
                  </a:lnTo>
                  <a:lnTo>
                    <a:pt x="110" y="64"/>
                  </a:lnTo>
                  <a:cubicBezTo>
                    <a:pt x="126" y="64"/>
                    <a:pt x="141" y="49"/>
                    <a:pt x="126" y="32"/>
                  </a:cubicBezTo>
                  <a:cubicBezTo>
                    <a:pt x="126" y="17"/>
                    <a:pt x="110" y="1"/>
                    <a:pt x="95" y="1"/>
                  </a:cubicBezTo>
                  <a:lnTo>
                    <a:pt x="95" y="1"/>
                  </a:lnTo>
                  <a:lnTo>
                    <a:pt x="95"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5" name="Google Shape;1965;p38"/>
            <p:cNvSpPr/>
            <p:nvPr/>
          </p:nvSpPr>
          <p:spPr>
            <a:xfrm>
              <a:off x="3115354" y="1812329"/>
              <a:ext cx="3562" cy="5025"/>
            </a:xfrm>
            <a:custGeom>
              <a:avLst/>
              <a:gdLst/>
              <a:ahLst/>
              <a:cxnLst/>
              <a:rect l="l" t="t" r="r" b="b"/>
              <a:pathLst>
                <a:path w="112" h="158" extrusionOk="0">
                  <a:moveTo>
                    <a:pt x="32" y="0"/>
                  </a:moveTo>
                  <a:lnTo>
                    <a:pt x="32" y="0"/>
                  </a:lnTo>
                  <a:cubicBezTo>
                    <a:pt x="17" y="0"/>
                    <a:pt x="17" y="0"/>
                    <a:pt x="1" y="15"/>
                  </a:cubicBezTo>
                  <a:lnTo>
                    <a:pt x="1" y="15"/>
                  </a:lnTo>
                  <a:lnTo>
                    <a:pt x="17" y="15"/>
                  </a:lnTo>
                  <a:lnTo>
                    <a:pt x="17" y="15"/>
                  </a:lnTo>
                  <a:lnTo>
                    <a:pt x="49" y="15"/>
                  </a:lnTo>
                  <a:lnTo>
                    <a:pt x="64" y="15"/>
                  </a:lnTo>
                  <a:cubicBezTo>
                    <a:pt x="95" y="15"/>
                    <a:pt x="95" y="32"/>
                    <a:pt x="95" y="47"/>
                  </a:cubicBezTo>
                  <a:cubicBezTo>
                    <a:pt x="95" y="63"/>
                    <a:pt x="80" y="78"/>
                    <a:pt x="64" y="78"/>
                  </a:cubicBezTo>
                  <a:lnTo>
                    <a:pt x="64" y="78"/>
                  </a:lnTo>
                  <a:cubicBezTo>
                    <a:pt x="64" y="95"/>
                    <a:pt x="49" y="110"/>
                    <a:pt x="32" y="126"/>
                  </a:cubicBezTo>
                  <a:lnTo>
                    <a:pt x="17" y="126"/>
                  </a:lnTo>
                  <a:cubicBezTo>
                    <a:pt x="17" y="141"/>
                    <a:pt x="32" y="158"/>
                    <a:pt x="49" y="158"/>
                  </a:cubicBezTo>
                  <a:lnTo>
                    <a:pt x="64" y="158"/>
                  </a:lnTo>
                  <a:cubicBezTo>
                    <a:pt x="80" y="158"/>
                    <a:pt x="80" y="141"/>
                    <a:pt x="95" y="126"/>
                  </a:cubicBezTo>
                  <a:lnTo>
                    <a:pt x="95" y="110"/>
                  </a:lnTo>
                  <a:lnTo>
                    <a:pt x="95" y="110"/>
                  </a:lnTo>
                  <a:cubicBezTo>
                    <a:pt x="95" y="95"/>
                    <a:pt x="112" y="78"/>
                    <a:pt x="112" y="47"/>
                  </a:cubicBezTo>
                  <a:lnTo>
                    <a:pt x="112" y="47"/>
                  </a:lnTo>
                  <a:cubicBezTo>
                    <a:pt x="95" y="32"/>
                    <a:pt x="80" y="15"/>
                    <a:pt x="64" y="15"/>
                  </a:cubicBez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6" name="Google Shape;1966;p38"/>
            <p:cNvSpPr/>
            <p:nvPr/>
          </p:nvSpPr>
          <p:spPr>
            <a:xfrm>
              <a:off x="3025159" y="1791752"/>
              <a:ext cx="6042" cy="1558"/>
            </a:xfrm>
            <a:custGeom>
              <a:avLst/>
              <a:gdLst/>
              <a:ahLst/>
              <a:cxnLst/>
              <a:rect l="l" t="t" r="r" b="b"/>
              <a:pathLst>
                <a:path w="190" h="49" extrusionOk="0">
                  <a:moveTo>
                    <a:pt x="190" y="0"/>
                  </a:moveTo>
                  <a:cubicBezTo>
                    <a:pt x="127" y="0"/>
                    <a:pt x="64" y="17"/>
                    <a:pt x="1" y="17"/>
                  </a:cubicBezTo>
                  <a:lnTo>
                    <a:pt x="1" y="17"/>
                  </a:lnTo>
                  <a:cubicBezTo>
                    <a:pt x="1" y="32"/>
                    <a:pt x="17" y="48"/>
                    <a:pt x="32" y="48"/>
                  </a:cubicBezTo>
                  <a:lnTo>
                    <a:pt x="32" y="48"/>
                  </a:lnTo>
                  <a:lnTo>
                    <a:pt x="32" y="48"/>
                  </a:lnTo>
                  <a:lnTo>
                    <a:pt x="158" y="17"/>
                  </a:lnTo>
                  <a:cubicBezTo>
                    <a:pt x="175" y="17"/>
                    <a:pt x="190" y="17"/>
                    <a:pt x="19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7" name="Google Shape;1967;p38"/>
            <p:cNvSpPr/>
            <p:nvPr/>
          </p:nvSpPr>
          <p:spPr>
            <a:xfrm>
              <a:off x="3172474" y="1831825"/>
              <a:ext cx="3562" cy="3053"/>
            </a:xfrm>
            <a:custGeom>
              <a:avLst/>
              <a:gdLst/>
              <a:ahLst/>
              <a:cxnLst/>
              <a:rect l="l" t="t" r="r" b="b"/>
              <a:pathLst>
                <a:path w="112" h="96" extrusionOk="0">
                  <a:moveTo>
                    <a:pt x="32" y="1"/>
                  </a:moveTo>
                  <a:lnTo>
                    <a:pt x="17" y="1"/>
                  </a:lnTo>
                  <a:lnTo>
                    <a:pt x="17" y="1"/>
                  </a:lnTo>
                  <a:cubicBezTo>
                    <a:pt x="17" y="17"/>
                    <a:pt x="17" y="32"/>
                    <a:pt x="1" y="32"/>
                  </a:cubicBezTo>
                  <a:lnTo>
                    <a:pt x="1" y="49"/>
                  </a:lnTo>
                  <a:lnTo>
                    <a:pt x="17" y="64"/>
                  </a:lnTo>
                  <a:lnTo>
                    <a:pt x="64" y="80"/>
                  </a:lnTo>
                  <a:cubicBezTo>
                    <a:pt x="64" y="95"/>
                    <a:pt x="64" y="95"/>
                    <a:pt x="80" y="95"/>
                  </a:cubicBezTo>
                  <a:cubicBezTo>
                    <a:pt x="95" y="95"/>
                    <a:pt x="95" y="80"/>
                    <a:pt x="112" y="64"/>
                  </a:cubicBezTo>
                  <a:lnTo>
                    <a:pt x="112" y="64"/>
                  </a:lnTo>
                  <a:lnTo>
                    <a:pt x="112" y="32"/>
                  </a:lnTo>
                  <a:lnTo>
                    <a:pt x="95" y="32"/>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8" name="Google Shape;1968;p38"/>
            <p:cNvSpPr/>
            <p:nvPr/>
          </p:nvSpPr>
          <p:spPr>
            <a:xfrm>
              <a:off x="3316799" y="1815319"/>
              <a:ext cx="3021" cy="4516"/>
            </a:xfrm>
            <a:custGeom>
              <a:avLst/>
              <a:gdLst/>
              <a:ahLst/>
              <a:cxnLst/>
              <a:rect l="l" t="t" r="r" b="b"/>
              <a:pathLst>
                <a:path w="95" h="142" extrusionOk="0">
                  <a:moveTo>
                    <a:pt x="32" y="1"/>
                  </a:moveTo>
                  <a:lnTo>
                    <a:pt x="32" y="16"/>
                  </a:lnTo>
                  <a:lnTo>
                    <a:pt x="0" y="16"/>
                  </a:lnTo>
                  <a:lnTo>
                    <a:pt x="0" y="64"/>
                  </a:lnTo>
                  <a:lnTo>
                    <a:pt x="17" y="79"/>
                  </a:lnTo>
                  <a:lnTo>
                    <a:pt x="17" y="79"/>
                  </a:lnTo>
                  <a:lnTo>
                    <a:pt x="17" y="79"/>
                  </a:lnTo>
                  <a:lnTo>
                    <a:pt x="17" y="79"/>
                  </a:lnTo>
                  <a:lnTo>
                    <a:pt x="17" y="95"/>
                  </a:lnTo>
                  <a:cubicBezTo>
                    <a:pt x="0" y="110"/>
                    <a:pt x="17" y="127"/>
                    <a:pt x="32" y="142"/>
                  </a:cubicBezTo>
                  <a:lnTo>
                    <a:pt x="32" y="142"/>
                  </a:lnTo>
                  <a:lnTo>
                    <a:pt x="48" y="142"/>
                  </a:lnTo>
                  <a:lnTo>
                    <a:pt x="64" y="142"/>
                  </a:lnTo>
                  <a:cubicBezTo>
                    <a:pt x="48" y="127"/>
                    <a:pt x="48" y="127"/>
                    <a:pt x="48" y="110"/>
                  </a:cubicBezTo>
                  <a:cubicBezTo>
                    <a:pt x="48" y="95"/>
                    <a:pt x="64" y="79"/>
                    <a:pt x="80" y="79"/>
                  </a:cubicBezTo>
                  <a:lnTo>
                    <a:pt x="80" y="79"/>
                  </a:lnTo>
                  <a:lnTo>
                    <a:pt x="95" y="79"/>
                  </a:lnTo>
                  <a:cubicBezTo>
                    <a:pt x="95" y="64"/>
                    <a:pt x="80" y="47"/>
                    <a:pt x="80" y="47"/>
                  </a:cubicBezTo>
                  <a:lnTo>
                    <a:pt x="80" y="47"/>
                  </a:lnTo>
                  <a:lnTo>
                    <a:pt x="48" y="16"/>
                  </a:lnTo>
                  <a:lnTo>
                    <a:pt x="32"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9" name="Google Shape;1969;p38"/>
            <p:cNvSpPr/>
            <p:nvPr/>
          </p:nvSpPr>
          <p:spPr>
            <a:xfrm>
              <a:off x="3453109" y="1803297"/>
              <a:ext cx="4548" cy="3530"/>
            </a:xfrm>
            <a:custGeom>
              <a:avLst/>
              <a:gdLst/>
              <a:ahLst/>
              <a:cxnLst/>
              <a:rect l="l" t="t" r="r" b="b"/>
              <a:pathLst>
                <a:path w="143" h="111" extrusionOk="0">
                  <a:moveTo>
                    <a:pt x="111" y="0"/>
                  </a:moveTo>
                  <a:lnTo>
                    <a:pt x="111" y="0"/>
                  </a:lnTo>
                  <a:lnTo>
                    <a:pt x="111" y="0"/>
                  </a:lnTo>
                  <a:lnTo>
                    <a:pt x="95" y="0"/>
                  </a:lnTo>
                  <a:lnTo>
                    <a:pt x="63" y="0"/>
                  </a:lnTo>
                  <a:cubicBezTo>
                    <a:pt x="48" y="0"/>
                    <a:pt x="32" y="16"/>
                    <a:pt x="32" y="47"/>
                  </a:cubicBezTo>
                  <a:lnTo>
                    <a:pt x="16" y="47"/>
                  </a:lnTo>
                  <a:cubicBezTo>
                    <a:pt x="0" y="63"/>
                    <a:pt x="0" y="79"/>
                    <a:pt x="16" y="95"/>
                  </a:cubicBezTo>
                  <a:cubicBezTo>
                    <a:pt x="16" y="110"/>
                    <a:pt x="32" y="110"/>
                    <a:pt x="32" y="110"/>
                  </a:cubicBezTo>
                  <a:lnTo>
                    <a:pt x="48" y="110"/>
                  </a:lnTo>
                  <a:lnTo>
                    <a:pt x="126" y="63"/>
                  </a:lnTo>
                  <a:lnTo>
                    <a:pt x="126" y="63"/>
                  </a:lnTo>
                  <a:cubicBezTo>
                    <a:pt x="142" y="63"/>
                    <a:pt x="142" y="47"/>
                    <a:pt x="142" y="32"/>
                  </a:cubicBezTo>
                  <a:lnTo>
                    <a:pt x="142" y="32"/>
                  </a:lnTo>
                  <a:lnTo>
                    <a:pt x="142" y="16"/>
                  </a:lnTo>
                  <a:cubicBezTo>
                    <a:pt x="142" y="16"/>
                    <a:pt x="142" y="0"/>
                    <a:pt x="126" y="0"/>
                  </a:cubicBez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0" name="Google Shape;1970;p38"/>
            <p:cNvSpPr/>
            <p:nvPr/>
          </p:nvSpPr>
          <p:spPr>
            <a:xfrm>
              <a:off x="3295268" y="1818817"/>
              <a:ext cx="2512" cy="4548"/>
            </a:xfrm>
            <a:custGeom>
              <a:avLst/>
              <a:gdLst/>
              <a:ahLst/>
              <a:cxnLst/>
              <a:rect l="l" t="t" r="r" b="b"/>
              <a:pathLst>
                <a:path w="79" h="143" extrusionOk="0">
                  <a:moveTo>
                    <a:pt x="47" y="0"/>
                  </a:moveTo>
                  <a:lnTo>
                    <a:pt x="47" y="0"/>
                  </a:lnTo>
                  <a:cubicBezTo>
                    <a:pt x="32" y="0"/>
                    <a:pt x="32" y="17"/>
                    <a:pt x="32" y="17"/>
                  </a:cubicBezTo>
                  <a:cubicBezTo>
                    <a:pt x="16" y="17"/>
                    <a:pt x="16" y="17"/>
                    <a:pt x="16" y="32"/>
                  </a:cubicBezTo>
                  <a:lnTo>
                    <a:pt x="1" y="80"/>
                  </a:lnTo>
                  <a:lnTo>
                    <a:pt x="1" y="95"/>
                  </a:lnTo>
                  <a:cubicBezTo>
                    <a:pt x="1" y="111"/>
                    <a:pt x="1" y="126"/>
                    <a:pt x="16" y="143"/>
                  </a:cubicBezTo>
                  <a:lnTo>
                    <a:pt x="32" y="143"/>
                  </a:lnTo>
                  <a:cubicBezTo>
                    <a:pt x="47" y="143"/>
                    <a:pt x="47" y="126"/>
                    <a:pt x="64" y="126"/>
                  </a:cubicBezTo>
                  <a:lnTo>
                    <a:pt x="64" y="111"/>
                  </a:lnTo>
                  <a:lnTo>
                    <a:pt x="79" y="63"/>
                  </a:lnTo>
                  <a:lnTo>
                    <a:pt x="79" y="48"/>
                  </a:lnTo>
                  <a:lnTo>
                    <a:pt x="79"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1" name="Google Shape;1971;p38"/>
            <p:cNvSpPr/>
            <p:nvPr/>
          </p:nvSpPr>
          <p:spPr>
            <a:xfrm>
              <a:off x="3429034" y="1803297"/>
              <a:ext cx="3562" cy="5025"/>
            </a:xfrm>
            <a:custGeom>
              <a:avLst/>
              <a:gdLst/>
              <a:ahLst/>
              <a:cxnLst/>
              <a:rect l="l" t="t" r="r" b="b"/>
              <a:pathLst>
                <a:path w="112" h="158" extrusionOk="0">
                  <a:moveTo>
                    <a:pt x="80" y="0"/>
                  </a:moveTo>
                  <a:lnTo>
                    <a:pt x="64" y="0"/>
                  </a:lnTo>
                  <a:lnTo>
                    <a:pt x="49" y="0"/>
                  </a:lnTo>
                  <a:cubicBezTo>
                    <a:pt x="32" y="16"/>
                    <a:pt x="17" y="32"/>
                    <a:pt x="1" y="63"/>
                  </a:cubicBezTo>
                  <a:lnTo>
                    <a:pt x="1" y="79"/>
                  </a:lnTo>
                  <a:cubicBezTo>
                    <a:pt x="1" y="95"/>
                    <a:pt x="17" y="126"/>
                    <a:pt x="32" y="142"/>
                  </a:cubicBezTo>
                  <a:lnTo>
                    <a:pt x="32" y="158"/>
                  </a:lnTo>
                  <a:lnTo>
                    <a:pt x="64" y="158"/>
                  </a:lnTo>
                  <a:cubicBezTo>
                    <a:pt x="64" y="158"/>
                    <a:pt x="80" y="158"/>
                    <a:pt x="80" y="142"/>
                  </a:cubicBezTo>
                  <a:lnTo>
                    <a:pt x="80" y="142"/>
                  </a:lnTo>
                  <a:lnTo>
                    <a:pt x="80" y="126"/>
                  </a:lnTo>
                  <a:lnTo>
                    <a:pt x="80" y="110"/>
                  </a:lnTo>
                  <a:lnTo>
                    <a:pt x="80" y="95"/>
                  </a:lnTo>
                  <a:cubicBezTo>
                    <a:pt x="64" y="95"/>
                    <a:pt x="64" y="79"/>
                    <a:pt x="64" y="79"/>
                  </a:cubicBezTo>
                  <a:cubicBezTo>
                    <a:pt x="64" y="79"/>
                    <a:pt x="80" y="63"/>
                    <a:pt x="95" y="63"/>
                  </a:cubicBezTo>
                  <a:lnTo>
                    <a:pt x="95" y="47"/>
                  </a:lnTo>
                  <a:cubicBezTo>
                    <a:pt x="112" y="47"/>
                    <a:pt x="112" y="32"/>
                    <a:pt x="95" y="16"/>
                  </a:cubicBez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2" name="Google Shape;1972;p38"/>
            <p:cNvSpPr/>
            <p:nvPr/>
          </p:nvSpPr>
          <p:spPr>
            <a:xfrm>
              <a:off x="3230611" y="1802279"/>
              <a:ext cx="4039" cy="3530"/>
            </a:xfrm>
            <a:custGeom>
              <a:avLst/>
              <a:gdLst/>
              <a:ahLst/>
              <a:cxnLst/>
              <a:rect l="l" t="t" r="r" b="b"/>
              <a:pathLst>
                <a:path w="127" h="111" extrusionOk="0">
                  <a:moveTo>
                    <a:pt x="95" y="1"/>
                  </a:moveTo>
                  <a:lnTo>
                    <a:pt x="80" y="1"/>
                  </a:lnTo>
                  <a:lnTo>
                    <a:pt x="64" y="16"/>
                  </a:lnTo>
                  <a:lnTo>
                    <a:pt x="32" y="32"/>
                  </a:lnTo>
                  <a:lnTo>
                    <a:pt x="17" y="48"/>
                  </a:lnTo>
                  <a:cubicBezTo>
                    <a:pt x="17" y="64"/>
                    <a:pt x="1" y="79"/>
                    <a:pt x="17" y="95"/>
                  </a:cubicBezTo>
                  <a:lnTo>
                    <a:pt x="32" y="95"/>
                  </a:lnTo>
                  <a:cubicBezTo>
                    <a:pt x="32" y="111"/>
                    <a:pt x="32" y="111"/>
                    <a:pt x="48" y="111"/>
                  </a:cubicBezTo>
                  <a:cubicBezTo>
                    <a:pt x="48" y="111"/>
                    <a:pt x="64" y="111"/>
                    <a:pt x="64" y="95"/>
                  </a:cubicBezTo>
                  <a:lnTo>
                    <a:pt x="111" y="64"/>
                  </a:lnTo>
                  <a:cubicBezTo>
                    <a:pt x="127" y="48"/>
                    <a:pt x="127" y="32"/>
                    <a:pt x="111" y="16"/>
                  </a:cubicBezTo>
                  <a:cubicBezTo>
                    <a:pt x="111" y="1"/>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3" name="Google Shape;1973;p38"/>
            <p:cNvSpPr/>
            <p:nvPr/>
          </p:nvSpPr>
          <p:spPr>
            <a:xfrm>
              <a:off x="3169007" y="1830839"/>
              <a:ext cx="4039" cy="4039"/>
            </a:xfrm>
            <a:custGeom>
              <a:avLst/>
              <a:gdLst/>
              <a:ahLst/>
              <a:cxnLst/>
              <a:rect l="l" t="t" r="r" b="b"/>
              <a:pathLst>
                <a:path w="127" h="127" extrusionOk="0">
                  <a:moveTo>
                    <a:pt x="95" y="0"/>
                  </a:moveTo>
                  <a:cubicBezTo>
                    <a:pt x="78" y="0"/>
                    <a:pt x="78" y="0"/>
                    <a:pt x="78" y="17"/>
                  </a:cubicBezTo>
                  <a:lnTo>
                    <a:pt x="63" y="17"/>
                  </a:lnTo>
                  <a:lnTo>
                    <a:pt x="15" y="63"/>
                  </a:lnTo>
                  <a:cubicBezTo>
                    <a:pt x="0" y="80"/>
                    <a:pt x="0" y="95"/>
                    <a:pt x="15" y="111"/>
                  </a:cubicBezTo>
                  <a:cubicBezTo>
                    <a:pt x="32" y="111"/>
                    <a:pt x="32" y="126"/>
                    <a:pt x="47" y="126"/>
                  </a:cubicBezTo>
                  <a:lnTo>
                    <a:pt x="63" y="111"/>
                  </a:lnTo>
                  <a:lnTo>
                    <a:pt x="110" y="80"/>
                  </a:lnTo>
                  <a:lnTo>
                    <a:pt x="110" y="63"/>
                  </a:lnTo>
                  <a:cubicBezTo>
                    <a:pt x="126" y="63"/>
                    <a:pt x="126" y="48"/>
                    <a:pt x="126" y="32"/>
                  </a:cubicBez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4" name="Google Shape;1974;p38"/>
            <p:cNvSpPr/>
            <p:nvPr/>
          </p:nvSpPr>
          <p:spPr>
            <a:xfrm>
              <a:off x="3227590" y="1787268"/>
              <a:ext cx="4071" cy="5502"/>
            </a:xfrm>
            <a:custGeom>
              <a:avLst/>
              <a:gdLst/>
              <a:ahLst/>
              <a:cxnLst/>
              <a:rect l="l" t="t" r="r" b="b"/>
              <a:pathLst>
                <a:path w="128" h="173" extrusionOk="0">
                  <a:moveTo>
                    <a:pt x="49" y="0"/>
                  </a:moveTo>
                  <a:lnTo>
                    <a:pt x="32" y="0"/>
                  </a:lnTo>
                  <a:lnTo>
                    <a:pt x="32" y="0"/>
                  </a:lnTo>
                  <a:cubicBezTo>
                    <a:pt x="1" y="0"/>
                    <a:pt x="1" y="32"/>
                    <a:pt x="17" y="47"/>
                  </a:cubicBezTo>
                  <a:lnTo>
                    <a:pt x="17" y="63"/>
                  </a:lnTo>
                  <a:lnTo>
                    <a:pt x="64" y="141"/>
                  </a:lnTo>
                  <a:cubicBezTo>
                    <a:pt x="64" y="158"/>
                    <a:pt x="64" y="158"/>
                    <a:pt x="80" y="158"/>
                  </a:cubicBezTo>
                  <a:cubicBezTo>
                    <a:pt x="80" y="158"/>
                    <a:pt x="80" y="173"/>
                    <a:pt x="96" y="173"/>
                  </a:cubicBezTo>
                  <a:cubicBezTo>
                    <a:pt x="96" y="173"/>
                    <a:pt x="96" y="158"/>
                    <a:pt x="112" y="158"/>
                  </a:cubicBezTo>
                  <a:cubicBezTo>
                    <a:pt x="127" y="158"/>
                    <a:pt x="127" y="141"/>
                    <a:pt x="127" y="110"/>
                  </a:cubicBezTo>
                  <a:lnTo>
                    <a:pt x="64" y="15"/>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5" name="Google Shape;1975;p38"/>
            <p:cNvSpPr/>
            <p:nvPr/>
          </p:nvSpPr>
          <p:spPr>
            <a:xfrm>
              <a:off x="3330824" y="1789272"/>
              <a:ext cx="11576" cy="5025"/>
            </a:xfrm>
            <a:custGeom>
              <a:avLst/>
              <a:gdLst/>
              <a:ahLst/>
              <a:cxnLst/>
              <a:rect l="l" t="t" r="r" b="b"/>
              <a:pathLst>
                <a:path w="364" h="158" extrusionOk="0">
                  <a:moveTo>
                    <a:pt x="49" y="63"/>
                  </a:moveTo>
                  <a:cubicBezTo>
                    <a:pt x="32" y="63"/>
                    <a:pt x="17" y="78"/>
                    <a:pt x="17" y="95"/>
                  </a:cubicBezTo>
                  <a:cubicBezTo>
                    <a:pt x="1" y="110"/>
                    <a:pt x="17" y="126"/>
                    <a:pt x="32" y="126"/>
                  </a:cubicBezTo>
                  <a:lnTo>
                    <a:pt x="127" y="141"/>
                  </a:lnTo>
                  <a:lnTo>
                    <a:pt x="127" y="141"/>
                  </a:lnTo>
                  <a:lnTo>
                    <a:pt x="143" y="126"/>
                  </a:lnTo>
                  <a:lnTo>
                    <a:pt x="158" y="126"/>
                  </a:lnTo>
                  <a:lnTo>
                    <a:pt x="158" y="126"/>
                  </a:lnTo>
                  <a:lnTo>
                    <a:pt x="190" y="126"/>
                  </a:lnTo>
                  <a:lnTo>
                    <a:pt x="206" y="126"/>
                  </a:lnTo>
                  <a:lnTo>
                    <a:pt x="206" y="126"/>
                  </a:lnTo>
                  <a:cubicBezTo>
                    <a:pt x="190" y="110"/>
                    <a:pt x="190" y="95"/>
                    <a:pt x="206" y="78"/>
                  </a:cubicBezTo>
                  <a:lnTo>
                    <a:pt x="206" y="78"/>
                  </a:lnTo>
                  <a:lnTo>
                    <a:pt x="112" y="63"/>
                  </a:lnTo>
                  <a:lnTo>
                    <a:pt x="49" y="63"/>
                  </a:lnTo>
                  <a:lnTo>
                    <a:pt x="49" y="63"/>
                  </a:lnTo>
                  <a:close/>
                  <a:moveTo>
                    <a:pt x="316" y="0"/>
                  </a:moveTo>
                  <a:lnTo>
                    <a:pt x="316" y="0"/>
                  </a:lnTo>
                  <a:cubicBezTo>
                    <a:pt x="301" y="0"/>
                    <a:pt x="284" y="0"/>
                    <a:pt x="284" y="15"/>
                  </a:cubicBezTo>
                  <a:lnTo>
                    <a:pt x="284" y="15"/>
                  </a:lnTo>
                  <a:lnTo>
                    <a:pt x="301" y="32"/>
                  </a:lnTo>
                  <a:cubicBezTo>
                    <a:pt x="316" y="47"/>
                    <a:pt x="316" y="63"/>
                    <a:pt x="301" y="78"/>
                  </a:cubicBezTo>
                  <a:lnTo>
                    <a:pt x="253" y="126"/>
                  </a:lnTo>
                  <a:lnTo>
                    <a:pt x="238" y="141"/>
                  </a:lnTo>
                  <a:cubicBezTo>
                    <a:pt x="253" y="141"/>
                    <a:pt x="253" y="141"/>
                    <a:pt x="269" y="158"/>
                  </a:cubicBezTo>
                  <a:lnTo>
                    <a:pt x="269" y="158"/>
                  </a:lnTo>
                  <a:lnTo>
                    <a:pt x="269" y="158"/>
                  </a:lnTo>
                  <a:cubicBezTo>
                    <a:pt x="284" y="158"/>
                    <a:pt x="301" y="141"/>
                    <a:pt x="301" y="141"/>
                  </a:cubicBezTo>
                  <a:lnTo>
                    <a:pt x="347" y="63"/>
                  </a:lnTo>
                  <a:lnTo>
                    <a:pt x="347" y="47"/>
                  </a:lnTo>
                  <a:cubicBezTo>
                    <a:pt x="364" y="32"/>
                    <a:pt x="347" y="0"/>
                    <a:pt x="332" y="0"/>
                  </a:cubicBezTo>
                  <a:lnTo>
                    <a:pt x="3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6" name="Google Shape;1976;p38"/>
            <p:cNvSpPr/>
            <p:nvPr/>
          </p:nvSpPr>
          <p:spPr>
            <a:xfrm>
              <a:off x="3024682" y="1805778"/>
              <a:ext cx="3530" cy="4039"/>
            </a:xfrm>
            <a:custGeom>
              <a:avLst/>
              <a:gdLst/>
              <a:ahLst/>
              <a:cxnLst/>
              <a:rect l="l" t="t" r="r" b="b"/>
              <a:pathLst>
                <a:path w="111" h="127" extrusionOk="0">
                  <a:moveTo>
                    <a:pt x="64" y="80"/>
                  </a:moveTo>
                  <a:lnTo>
                    <a:pt x="64" y="80"/>
                  </a:lnTo>
                  <a:lnTo>
                    <a:pt x="64" y="80"/>
                  </a:lnTo>
                  <a:close/>
                  <a:moveTo>
                    <a:pt x="47" y="1"/>
                  </a:moveTo>
                  <a:lnTo>
                    <a:pt x="47" y="1"/>
                  </a:lnTo>
                  <a:lnTo>
                    <a:pt x="47" y="1"/>
                  </a:lnTo>
                  <a:lnTo>
                    <a:pt x="32" y="17"/>
                  </a:lnTo>
                  <a:cubicBezTo>
                    <a:pt x="16" y="17"/>
                    <a:pt x="16" y="17"/>
                    <a:pt x="16" y="32"/>
                  </a:cubicBezTo>
                  <a:lnTo>
                    <a:pt x="16" y="48"/>
                  </a:lnTo>
                  <a:lnTo>
                    <a:pt x="1" y="64"/>
                  </a:lnTo>
                  <a:lnTo>
                    <a:pt x="1" y="95"/>
                  </a:lnTo>
                  <a:cubicBezTo>
                    <a:pt x="1" y="111"/>
                    <a:pt x="16" y="127"/>
                    <a:pt x="32" y="127"/>
                  </a:cubicBezTo>
                  <a:lnTo>
                    <a:pt x="47" y="127"/>
                  </a:lnTo>
                  <a:cubicBezTo>
                    <a:pt x="47" y="111"/>
                    <a:pt x="64" y="111"/>
                    <a:pt x="64" y="111"/>
                  </a:cubicBezTo>
                  <a:cubicBezTo>
                    <a:pt x="79" y="95"/>
                    <a:pt x="95" y="95"/>
                    <a:pt x="95" y="64"/>
                  </a:cubicBezTo>
                  <a:cubicBezTo>
                    <a:pt x="110" y="32"/>
                    <a:pt x="79" y="17"/>
                    <a:pt x="79" y="17"/>
                  </a:cubicBezTo>
                  <a:cubicBezTo>
                    <a:pt x="64" y="17"/>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7" name="Google Shape;1977;p38"/>
            <p:cNvSpPr/>
            <p:nvPr/>
          </p:nvSpPr>
          <p:spPr>
            <a:xfrm>
              <a:off x="3026686" y="180829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8" name="Google Shape;1978;p38"/>
            <p:cNvSpPr/>
            <p:nvPr/>
          </p:nvSpPr>
          <p:spPr>
            <a:xfrm>
              <a:off x="3030693" y="1804283"/>
              <a:ext cx="3053" cy="3530"/>
            </a:xfrm>
            <a:custGeom>
              <a:avLst/>
              <a:gdLst/>
              <a:ahLst/>
              <a:cxnLst/>
              <a:rect l="l" t="t" r="r" b="b"/>
              <a:pathLst>
                <a:path w="96" h="111" extrusionOk="0">
                  <a:moveTo>
                    <a:pt x="64" y="1"/>
                  </a:moveTo>
                  <a:lnTo>
                    <a:pt x="64" y="1"/>
                  </a:lnTo>
                  <a:cubicBezTo>
                    <a:pt x="64" y="1"/>
                    <a:pt x="47" y="1"/>
                    <a:pt x="47" y="16"/>
                  </a:cubicBezTo>
                  <a:lnTo>
                    <a:pt x="16" y="32"/>
                  </a:lnTo>
                  <a:lnTo>
                    <a:pt x="16" y="48"/>
                  </a:lnTo>
                  <a:cubicBezTo>
                    <a:pt x="1" y="64"/>
                    <a:pt x="1" y="79"/>
                    <a:pt x="16" y="95"/>
                  </a:cubicBezTo>
                  <a:lnTo>
                    <a:pt x="32" y="95"/>
                  </a:lnTo>
                  <a:cubicBezTo>
                    <a:pt x="32" y="111"/>
                    <a:pt x="32" y="111"/>
                    <a:pt x="47" y="111"/>
                  </a:cubicBezTo>
                  <a:lnTo>
                    <a:pt x="64" y="95"/>
                  </a:lnTo>
                  <a:lnTo>
                    <a:pt x="79" y="64"/>
                  </a:lnTo>
                  <a:lnTo>
                    <a:pt x="95" y="64"/>
                  </a:lnTo>
                  <a:lnTo>
                    <a:pt x="95" y="32"/>
                  </a:lnTo>
                  <a:lnTo>
                    <a:pt x="95" y="16"/>
                  </a:lnTo>
                  <a:lnTo>
                    <a:pt x="95" y="16"/>
                  </a:ln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9" name="Google Shape;1979;p38"/>
            <p:cNvSpPr/>
            <p:nvPr/>
          </p:nvSpPr>
          <p:spPr>
            <a:xfrm>
              <a:off x="3195532" y="1789272"/>
              <a:ext cx="2576" cy="2512"/>
            </a:xfrm>
            <a:custGeom>
              <a:avLst/>
              <a:gdLst/>
              <a:ahLst/>
              <a:cxnLst/>
              <a:rect l="l" t="t" r="r" b="b"/>
              <a:pathLst>
                <a:path w="81" h="79" extrusionOk="0">
                  <a:moveTo>
                    <a:pt x="17" y="0"/>
                  </a:moveTo>
                  <a:lnTo>
                    <a:pt x="17" y="15"/>
                  </a:lnTo>
                  <a:cubicBezTo>
                    <a:pt x="17" y="32"/>
                    <a:pt x="1" y="32"/>
                    <a:pt x="1" y="32"/>
                  </a:cubicBezTo>
                  <a:cubicBezTo>
                    <a:pt x="1" y="47"/>
                    <a:pt x="1" y="47"/>
                    <a:pt x="17" y="63"/>
                  </a:cubicBezTo>
                  <a:lnTo>
                    <a:pt x="17" y="63"/>
                  </a:lnTo>
                  <a:cubicBezTo>
                    <a:pt x="17" y="63"/>
                    <a:pt x="32" y="63"/>
                    <a:pt x="32" y="78"/>
                  </a:cubicBezTo>
                  <a:cubicBezTo>
                    <a:pt x="32" y="63"/>
                    <a:pt x="49" y="63"/>
                    <a:pt x="49" y="63"/>
                  </a:cubicBezTo>
                  <a:lnTo>
                    <a:pt x="49" y="63"/>
                  </a:lnTo>
                  <a:lnTo>
                    <a:pt x="64" y="63"/>
                  </a:lnTo>
                  <a:lnTo>
                    <a:pt x="64" y="63"/>
                  </a:lnTo>
                  <a:lnTo>
                    <a:pt x="80" y="47"/>
                  </a:lnTo>
                  <a:cubicBezTo>
                    <a:pt x="64" y="32"/>
                    <a:pt x="64" y="32"/>
                    <a:pt x="64" y="15"/>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0" name="Google Shape;1980;p38"/>
            <p:cNvSpPr/>
            <p:nvPr/>
          </p:nvSpPr>
          <p:spPr>
            <a:xfrm>
              <a:off x="3411001" y="1758199"/>
              <a:ext cx="4548" cy="5534"/>
            </a:xfrm>
            <a:custGeom>
              <a:avLst/>
              <a:gdLst/>
              <a:ahLst/>
              <a:cxnLst/>
              <a:rect l="l" t="t" r="r" b="b"/>
              <a:pathLst>
                <a:path w="143" h="174" extrusionOk="0">
                  <a:moveTo>
                    <a:pt x="32" y="0"/>
                  </a:moveTo>
                  <a:lnTo>
                    <a:pt x="32" y="0"/>
                  </a:lnTo>
                  <a:cubicBezTo>
                    <a:pt x="17" y="0"/>
                    <a:pt x="17" y="16"/>
                    <a:pt x="17" y="16"/>
                  </a:cubicBezTo>
                  <a:cubicBezTo>
                    <a:pt x="1" y="32"/>
                    <a:pt x="1" y="47"/>
                    <a:pt x="1" y="63"/>
                  </a:cubicBezTo>
                  <a:cubicBezTo>
                    <a:pt x="17" y="79"/>
                    <a:pt x="32" y="79"/>
                    <a:pt x="32" y="95"/>
                  </a:cubicBezTo>
                  <a:lnTo>
                    <a:pt x="48" y="95"/>
                  </a:lnTo>
                  <a:cubicBezTo>
                    <a:pt x="64" y="110"/>
                    <a:pt x="64" y="110"/>
                    <a:pt x="64" y="126"/>
                  </a:cubicBezTo>
                  <a:cubicBezTo>
                    <a:pt x="64" y="142"/>
                    <a:pt x="48" y="142"/>
                    <a:pt x="64" y="142"/>
                  </a:cubicBezTo>
                  <a:cubicBezTo>
                    <a:pt x="64" y="158"/>
                    <a:pt x="64" y="173"/>
                    <a:pt x="80" y="173"/>
                  </a:cubicBezTo>
                  <a:lnTo>
                    <a:pt x="95" y="173"/>
                  </a:lnTo>
                  <a:cubicBezTo>
                    <a:pt x="111" y="173"/>
                    <a:pt x="111" y="173"/>
                    <a:pt x="127" y="158"/>
                  </a:cubicBezTo>
                  <a:lnTo>
                    <a:pt x="127" y="142"/>
                  </a:lnTo>
                  <a:cubicBezTo>
                    <a:pt x="143" y="79"/>
                    <a:pt x="95" y="63"/>
                    <a:pt x="80" y="32"/>
                  </a:cubicBezTo>
                  <a:cubicBezTo>
                    <a:pt x="80" y="32"/>
                    <a:pt x="64" y="32"/>
                    <a:pt x="64" y="16"/>
                  </a:cubicBezTo>
                  <a:lnTo>
                    <a:pt x="64" y="16"/>
                  </a:lnTo>
                  <a:cubicBezTo>
                    <a:pt x="48"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1" name="Google Shape;1981;p38"/>
            <p:cNvSpPr/>
            <p:nvPr/>
          </p:nvSpPr>
          <p:spPr>
            <a:xfrm>
              <a:off x="3108866" y="1784247"/>
              <a:ext cx="5057" cy="4516"/>
            </a:xfrm>
            <a:custGeom>
              <a:avLst/>
              <a:gdLst/>
              <a:ahLst/>
              <a:cxnLst/>
              <a:rect l="l" t="t" r="r" b="b"/>
              <a:pathLst>
                <a:path w="159" h="142" extrusionOk="0">
                  <a:moveTo>
                    <a:pt x="127" y="1"/>
                  </a:moveTo>
                  <a:lnTo>
                    <a:pt x="127" y="1"/>
                  </a:lnTo>
                  <a:lnTo>
                    <a:pt x="110" y="1"/>
                  </a:lnTo>
                  <a:lnTo>
                    <a:pt x="95" y="1"/>
                  </a:lnTo>
                  <a:cubicBezTo>
                    <a:pt x="64" y="1"/>
                    <a:pt x="32" y="16"/>
                    <a:pt x="16" y="47"/>
                  </a:cubicBezTo>
                  <a:cubicBezTo>
                    <a:pt x="1" y="47"/>
                    <a:pt x="1" y="64"/>
                    <a:pt x="1" y="79"/>
                  </a:cubicBezTo>
                  <a:lnTo>
                    <a:pt x="1" y="127"/>
                  </a:lnTo>
                  <a:cubicBezTo>
                    <a:pt x="1" y="142"/>
                    <a:pt x="16" y="142"/>
                    <a:pt x="32" y="142"/>
                  </a:cubicBezTo>
                  <a:lnTo>
                    <a:pt x="32" y="142"/>
                  </a:lnTo>
                  <a:lnTo>
                    <a:pt x="47" y="142"/>
                  </a:lnTo>
                  <a:cubicBezTo>
                    <a:pt x="64" y="142"/>
                    <a:pt x="64" y="127"/>
                    <a:pt x="64" y="110"/>
                  </a:cubicBezTo>
                  <a:lnTo>
                    <a:pt x="64" y="79"/>
                  </a:lnTo>
                  <a:cubicBezTo>
                    <a:pt x="79" y="79"/>
                    <a:pt x="95" y="79"/>
                    <a:pt x="110" y="64"/>
                  </a:cubicBezTo>
                  <a:lnTo>
                    <a:pt x="127" y="64"/>
                  </a:lnTo>
                  <a:lnTo>
                    <a:pt x="142" y="64"/>
                  </a:lnTo>
                  <a:cubicBezTo>
                    <a:pt x="158" y="47"/>
                    <a:pt x="158" y="47"/>
                    <a:pt x="158" y="32"/>
                  </a:cubicBezTo>
                  <a:cubicBezTo>
                    <a:pt x="158"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2" name="Google Shape;1982;p38"/>
            <p:cNvSpPr/>
            <p:nvPr/>
          </p:nvSpPr>
          <p:spPr>
            <a:xfrm>
              <a:off x="3018162" y="1801771"/>
              <a:ext cx="4039" cy="3562"/>
            </a:xfrm>
            <a:custGeom>
              <a:avLst/>
              <a:gdLst/>
              <a:ahLst/>
              <a:cxnLst/>
              <a:rect l="l" t="t" r="r" b="b"/>
              <a:pathLst>
                <a:path w="127" h="112" extrusionOk="0">
                  <a:moveTo>
                    <a:pt x="48" y="1"/>
                  </a:moveTo>
                  <a:lnTo>
                    <a:pt x="32" y="1"/>
                  </a:lnTo>
                  <a:lnTo>
                    <a:pt x="32" y="17"/>
                  </a:lnTo>
                  <a:cubicBezTo>
                    <a:pt x="17" y="17"/>
                    <a:pt x="0" y="32"/>
                    <a:pt x="0" y="48"/>
                  </a:cubicBezTo>
                  <a:lnTo>
                    <a:pt x="17" y="95"/>
                  </a:lnTo>
                  <a:lnTo>
                    <a:pt x="32" y="111"/>
                  </a:lnTo>
                  <a:lnTo>
                    <a:pt x="48" y="111"/>
                  </a:lnTo>
                  <a:lnTo>
                    <a:pt x="63" y="111"/>
                  </a:lnTo>
                  <a:lnTo>
                    <a:pt x="80" y="111"/>
                  </a:lnTo>
                  <a:lnTo>
                    <a:pt x="111" y="111"/>
                  </a:lnTo>
                  <a:lnTo>
                    <a:pt x="126" y="95"/>
                  </a:lnTo>
                  <a:lnTo>
                    <a:pt x="126" y="64"/>
                  </a:lnTo>
                  <a:cubicBezTo>
                    <a:pt x="126" y="48"/>
                    <a:pt x="111" y="48"/>
                    <a:pt x="95" y="48"/>
                  </a:cubicBezTo>
                  <a:lnTo>
                    <a:pt x="95" y="48"/>
                  </a:lnTo>
                  <a:lnTo>
                    <a:pt x="95" y="48"/>
                  </a:lnTo>
                  <a:lnTo>
                    <a:pt x="80" y="48"/>
                  </a:lnTo>
                  <a:lnTo>
                    <a:pt x="80" y="32"/>
                  </a:lnTo>
                  <a:cubicBezTo>
                    <a:pt x="63" y="17"/>
                    <a:pt x="63" y="17"/>
                    <a:pt x="48"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3" name="Google Shape;1983;p38"/>
            <p:cNvSpPr/>
            <p:nvPr/>
          </p:nvSpPr>
          <p:spPr>
            <a:xfrm>
              <a:off x="3036704" y="1802279"/>
              <a:ext cx="3053" cy="3053"/>
            </a:xfrm>
            <a:custGeom>
              <a:avLst/>
              <a:gdLst/>
              <a:ahLst/>
              <a:cxnLst/>
              <a:rect l="l" t="t" r="r" b="b"/>
              <a:pathLst>
                <a:path w="96" h="96" extrusionOk="0">
                  <a:moveTo>
                    <a:pt x="47" y="1"/>
                  </a:moveTo>
                  <a:lnTo>
                    <a:pt x="47" y="1"/>
                  </a:lnTo>
                  <a:lnTo>
                    <a:pt x="32" y="1"/>
                  </a:lnTo>
                  <a:cubicBezTo>
                    <a:pt x="16" y="1"/>
                    <a:pt x="1" y="16"/>
                    <a:pt x="16" y="32"/>
                  </a:cubicBezTo>
                  <a:lnTo>
                    <a:pt x="16" y="48"/>
                  </a:lnTo>
                  <a:lnTo>
                    <a:pt x="16" y="64"/>
                  </a:lnTo>
                  <a:lnTo>
                    <a:pt x="32" y="79"/>
                  </a:lnTo>
                  <a:cubicBezTo>
                    <a:pt x="32" y="95"/>
                    <a:pt x="47" y="95"/>
                    <a:pt x="64" y="95"/>
                  </a:cubicBezTo>
                  <a:lnTo>
                    <a:pt x="79" y="95"/>
                  </a:lnTo>
                  <a:cubicBezTo>
                    <a:pt x="95" y="95"/>
                    <a:pt x="95" y="79"/>
                    <a:pt x="95" y="64"/>
                  </a:cubicBezTo>
                  <a:lnTo>
                    <a:pt x="95" y="48"/>
                  </a:lnTo>
                  <a:lnTo>
                    <a:pt x="79" y="16"/>
                  </a:lnTo>
                  <a:cubicBezTo>
                    <a:pt x="64" y="1"/>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4" name="Google Shape;1984;p38"/>
            <p:cNvSpPr/>
            <p:nvPr/>
          </p:nvSpPr>
          <p:spPr>
            <a:xfrm>
              <a:off x="3124896" y="1793279"/>
              <a:ext cx="4039" cy="3021"/>
            </a:xfrm>
            <a:custGeom>
              <a:avLst/>
              <a:gdLst/>
              <a:ahLst/>
              <a:cxnLst/>
              <a:rect l="l" t="t" r="r" b="b"/>
              <a:pathLst>
                <a:path w="127" h="95" extrusionOk="0">
                  <a:moveTo>
                    <a:pt x="79" y="0"/>
                  </a:moveTo>
                  <a:lnTo>
                    <a:pt x="79" y="0"/>
                  </a:lnTo>
                  <a:lnTo>
                    <a:pt x="32" y="0"/>
                  </a:lnTo>
                  <a:cubicBezTo>
                    <a:pt x="32" y="15"/>
                    <a:pt x="16" y="15"/>
                    <a:pt x="16" y="15"/>
                  </a:cubicBezTo>
                  <a:cubicBezTo>
                    <a:pt x="1" y="32"/>
                    <a:pt x="1" y="47"/>
                    <a:pt x="1" y="47"/>
                  </a:cubicBezTo>
                  <a:lnTo>
                    <a:pt x="16" y="78"/>
                  </a:lnTo>
                  <a:cubicBezTo>
                    <a:pt x="16" y="78"/>
                    <a:pt x="16" y="95"/>
                    <a:pt x="32" y="95"/>
                  </a:cubicBezTo>
                  <a:lnTo>
                    <a:pt x="47" y="95"/>
                  </a:lnTo>
                  <a:lnTo>
                    <a:pt x="64" y="95"/>
                  </a:lnTo>
                  <a:lnTo>
                    <a:pt x="110" y="78"/>
                  </a:lnTo>
                  <a:cubicBezTo>
                    <a:pt x="127" y="63"/>
                    <a:pt x="127" y="47"/>
                    <a:pt x="127" y="32"/>
                  </a:cubicBezTo>
                  <a:cubicBezTo>
                    <a:pt x="127" y="32"/>
                    <a:pt x="127" y="15"/>
                    <a:pt x="110" y="15"/>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5" name="Google Shape;1985;p38"/>
            <p:cNvSpPr/>
            <p:nvPr/>
          </p:nvSpPr>
          <p:spPr>
            <a:xfrm>
              <a:off x="3434059" y="1757691"/>
              <a:ext cx="4548" cy="4039"/>
            </a:xfrm>
            <a:custGeom>
              <a:avLst/>
              <a:gdLst/>
              <a:ahLst/>
              <a:cxnLst/>
              <a:rect l="l" t="t" r="r" b="b"/>
              <a:pathLst>
                <a:path w="143" h="127" extrusionOk="0">
                  <a:moveTo>
                    <a:pt x="32" y="0"/>
                  </a:moveTo>
                  <a:lnTo>
                    <a:pt x="32" y="0"/>
                  </a:lnTo>
                  <a:lnTo>
                    <a:pt x="17" y="0"/>
                  </a:lnTo>
                  <a:cubicBezTo>
                    <a:pt x="0" y="0"/>
                    <a:pt x="0" y="16"/>
                    <a:pt x="0" y="16"/>
                  </a:cubicBezTo>
                  <a:lnTo>
                    <a:pt x="0" y="48"/>
                  </a:lnTo>
                  <a:cubicBezTo>
                    <a:pt x="0" y="48"/>
                    <a:pt x="17" y="48"/>
                    <a:pt x="17" y="63"/>
                  </a:cubicBezTo>
                  <a:lnTo>
                    <a:pt x="0" y="95"/>
                  </a:lnTo>
                  <a:lnTo>
                    <a:pt x="17" y="111"/>
                  </a:lnTo>
                  <a:lnTo>
                    <a:pt x="17" y="111"/>
                  </a:lnTo>
                  <a:lnTo>
                    <a:pt x="17" y="126"/>
                  </a:lnTo>
                  <a:lnTo>
                    <a:pt x="48" y="126"/>
                  </a:lnTo>
                  <a:lnTo>
                    <a:pt x="63" y="126"/>
                  </a:lnTo>
                  <a:lnTo>
                    <a:pt x="63" y="126"/>
                  </a:lnTo>
                  <a:lnTo>
                    <a:pt x="111" y="95"/>
                  </a:lnTo>
                  <a:cubicBezTo>
                    <a:pt x="126" y="95"/>
                    <a:pt x="143" y="63"/>
                    <a:pt x="126" y="48"/>
                  </a:cubicBezTo>
                  <a:lnTo>
                    <a:pt x="126" y="48"/>
                  </a:lnTo>
                  <a:cubicBezTo>
                    <a:pt x="126" y="48"/>
                    <a:pt x="111" y="48"/>
                    <a:pt x="111" y="32"/>
                  </a:cubicBezTo>
                  <a:lnTo>
                    <a:pt x="111" y="32"/>
                  </a:lnTo>
                  <a:lnTo>
                    <a:pt x="95" y="32"/>
                  </a:lnTo>
                  <a:lnTo>
                    <a:pt x="95" y="32"/>
                  </a:lnTo>
                  <a:lnTo>
                    <a:pt x="95" y="32"/>
                  </a:lnTo>
                  <a:lnTo>
                    <a:pt x="80" y="32"/>
                  </a:lnTo>
                  <a:lnTo>
                    <a:pt x="63" y="16"/>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6" name="Google Shape;1986;p38"/>
            <p:cNvSpPr/>
            <p:nvPr/>
          </p:nvSpPr>
          <p:spPr>
            <a:xfrm>
              <a:off x="3087304" y="1792261"/>
              <a:ext cx="4548" cy="5057"/>
            </a:xfrm>
            <a:custGeom>
              <a:avLst/>
              <a:gdLst/>
              <a:ahLst/>
              <a:cxnLst/>
              <a:rect l="l" t="t" r="r" b="b"/>
              <a:pathLst>
                <a:path w="143" h="159" extrusionOk="0">
                  <a:moveTo>
                    <a:pt x="63" y="1"/>
                  </a:moveTo>
                  <a:lnTo>
                    <a:pt x="63" y="1"/>
                  </a:lnTo>
                  <a:cubicBezTo>
                    <a:pt x="48" y="1"/>
                    <a:pt x="32" y="1"/>
                    <a:pt x="32" y="16"/>
                  </a:cubicBezTo>
                  <a:lnTo>
                    <a:pt x="32" y="16"/>
                  </a:lnTo>
                  <a:cubicBezTo>
                    <a:pt x="32" y="32"/>
                    <a:pt x="17" y="32"/>
                    <a:pt x="17" y="32"/>
                  </a:cubicBezTo>
                  <a:cubicBezTo>
                    <a:pt x="17" y="64"/>
                    <a:pt x="0" y="79"/>
                    <a:pt x="17" y="95"/>
                  </a:cubicBezTo>
                  <a:lnTo>
                    <a:pt x="17" y="110"/>
                  </a:lnTo>
                  <a:cubicBezTo>
                    <a:pt x="32" y="127"/>
                    <a:pt x="48" y="142"/>
                    <a:pt x="63" y="142"/>
                  </a:cubicBezTo>
                  <a:cubicBezTo>
                    <a:pt x="80" y="142"/>
                    <a:pt x="80" y="158"/>
                    <a:pt x="95" y="158"/>
                  </a:cubicBezTo>
                  <a:lnTo>
                    <a:pt x="95" y="158"/>
                  </a:lnTo>
                  <a:cubicBezTo>
                    <a:pt x="111" y="158"/>
                    <a:pt x="126" y="142"/>
                    <a:pt x="143" y="127"/>
                  </a:cubicBezTo>
                  <a:cubicBezTo>
                    <a:pt x="143" y="110"/>
                    <a:pt x="126" y="95"/>
                    <a:pt x="111" y="79"/>
                  </a:cubicBezTo>
                  <a:lnTo>
                    <a:pt x="80" y="79"/>
                  </a:lnTo>
                  <a:cubicBezTo>
                    <a:pt x="80" y="79"/>
                    <a:pt x="80" y="64"/>
                    <a:pt x="95" y="47"/>
                  </a:cubicBezTo>
                  <a:cubicBezTo>
                    <a:pt x="95"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7" name="Google Shape;1987;p38"/>
            <p:cNvSpPr/>
            <p:nvPr/>
          </p:nvSpPr>
          <p:spPr>
            <a:xfrm>
              <a:off x="3054228" y="1797763"/>
              <a:ext cx="5057" cy="3053"/>
            </a:xfrm>
            <a:custGeom>
              <a:avLst/>
              <a:gdLst/>
              <a:ahLst/>
              <a:cxnLst/>
              <a:rect l="l" t="t" r="r" b="b"/>
              <a:pathLst>
                <a:path w="159" h="96" extrusionOk="0">
                  <a:moveTo>
                    <a:pt x="48" y="0"/>
                  </a:moveTo>
                  <a:lnTo>
                    <a:pt x="32" y="0"/>
                  </a:lnTo>
                  <a:lnTo>
                    <a:pt x="17" y="17"/>
                  </a:lnTo>
                  <a:cubicBezTo>
                    <a:pt x="1" y="32"/>
                    <a:pt x="1" y="48"/>
                    <a:pt x="17" y="48"/>
                  </a:cubicBezTo>
                  <a:cubicBezTo>
                    <a:pt x="48" y="80"/>
                    <a:pt x="64" y="95"/>
                    <a:pt x="80" y="95"/>
                  </a:cubicBezTo>
                  <a:lnTo>
                    <a:pt x="95" y="95"/>
                  </a:lnTo>
                  <a:cubicBezTo>
                    <a:pt x="111" y="95"/>
                    <a:pt x="127" y="80"/>
                    <a:pt x="143" y="64"/>
                  </a:cubicBezTo>
                  <a:lnTo>
                    <a:pt x="143" y="64"/>
                  </a:lnTo>
                  <a:cubicBezTo>
                    <a:pt x="158" y="48"/>
                    <a:pt x="158" y="32"/>
                    <a:pt x="143" y="17"/>
                  </a:cubicBezTo>
                  <a:cubicBezTo>
                    <a:pt x="143" y="0"/>
                    <a:pt x="127" y="0"/>
                    <a:pt x="127" y="0"/>
                  </a:cubicBezTo>
                  <a:cubicBezTo>
                    <a:pt x="111" y="0"/>
                    <a:pt x="95" y="0"/>
                    <a:pt x="95" y="17"/>
                  </a:cubicBezTo>
                  <a:lnTo>
                    <a:pt x="80"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8" name="Google Shape;1988;p38"/>
            <p:cNvSpPr/>
            <p:nvPr/>
          </p:nvSpPr>
          <p:spPr>
            <a:xfrm>
              <a:off x="3113891" y="1812806"/>
              <a:ext cx="4516" cy="3562"/>
            </a:xfrm>
            <a:custGeom>
              <a:avLst/>
              <a:gdLst/>
              <a:ahLst/>
              <a:cxnLst/>
              <a:rect l="l" t="t" r="r" b="b"/>
              <a:pathLst>
                <a:path w="142" h="112" extrusionOk="0">
                  <a:moveTo>
                    <a:pt x="63" y="0"/>
                  </a:moveTo>
                  <a:lnTo>
                    <a:pt x="63" y="0"/>
                  </a:lnTo>
                  <a:lnTo>
                    <a:pt x="47" y="0"/>
                  </a:lnTo>
                  <a:cubicBezTo>
                    <a:pt x="47" y="0"/>
                    <a:pt x="32" y="0"/>
                    <a:pt x="32" y="17"/>
                  </a:cubicBezTo>
                  <a:cubicBezTo>
                    <a:pt x="15" y="17"/>
                    <a:pt x="0" y="48"/>
                    <a:pt x="0" y="80"/>
                  </a:cubicBezTo>
                  <a:lnTo>
                    <a:pt x="15" y="63"/>
                  </a:lnTo>
                  <a:lnTo>
                    <a:pt x="32" y="63"/>
                  </a:lnTo>
                  <a:lnTo>
                    <a:pt x="32" y="63"/>
                  </a:lnTo>
                  <a:cubicBezTo>
                    <a:pt x="47" y="80"/>
                    <a:pt x="63" y="95"/>
                    <a:pt x="63" y="111"/>
                  </a:cubicBezTo>
                  <a:lnTo>
                    <a:pt x="63" y="111"/>
                  </a:lnTo>
                  <a:lnTo>
                    <a:pt x="78" y="111"/>
                  </a:lnTo>
                  <a:cubicBezTo>
                    <a:pt x="95" y="95"/>
                    <a:pt x="110" y="80"/>
                    <a:pt x="110" y="63"/>
                  </a:cubicBezTo>
                  <a:lnTo>
                    <a:pt x="110" y="63"/>
                  </a:lnTo>
                  <a:cubicBezTo>
                    <a:pt x="126" y="63"/>
                    <a:pt x="141" y="48"/>
                    <a:pt x="141" y="32"/>
                  </a:cubicBezTo>
                  <a:cubicBezTo>
                    <a:pt x="141" y="17"/>
                    <a:pt x="141" y="0"/>
                    <a:pt x="110" y="0"/>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9" name="Google Shape;1989;p38"/>
            <p:cNvSpPr/>
            <p:nvPr/>
          </p:nvSpPr>
          <p:spPr>
            <a:xfrm>
              <a:off x="3428557" y="1808290"/>
              <a:ext cx="4039" cy="4548"/>
            </a:xfrm>
            <a:custGeom>
              <a:avLst/>
              <a:gdLst/>
              <a:ahLst/>
              <a:cxnLst/>
              <a:rect l="l" t="t" r="r" b="b"/>
              <a:pathLst>
                <a:path w="127" h="143" extrusionOk="0">
                  <a:moveTo>
                    <a:pt x="47" y="1"/>
                  </a:moveTo>
                  <a:lnTo>
                    <a:pt x="32" y="1"/>
                  </a:lnTo>
                  <a:lnTo>
                    <a:pt x="32" y="1"/>
                  </a:lnTo>
                  <a:lnTo>
                    <a:pt x="32" y="16"/>
                  </a:lnTo>
                  <a:cubicBezTo>
                    <a:pt x="32" y="32"/>
                    <a:pt x="16" y="32"/>
                    <a:pt x="1" y="32"/>
                  </a:cubicBezTo>
                  <a:lnTo>
                    <a:pt x="1" y="48"/>
                  </a:lnTo>
                  <a:lnTo>
                    <a:pt x="1" y="64"/>
                  </a:lnTo>
                  <a:lnTo>
                    <a:pt x="1" y="64"/>
                  </a:lnTo>
                  <a:lnTo>
                    <a:pt x="1" y="96"/>
                  </a:lnTo>
                  <a:lnTo>
                    <a:pt x="16" y="96"/>
                  </a:lnTo>
                  <a:lnTo>
                    <a:pt x="32" y="111"/>
                  </a:lnTo>
                  <a:lnTo>
                    <a:pt x="64" y="127"/>
                  </a:lnTo>
                  <a:cubicBezTo>
                    <a:pt x="79" y="142"/>
                    <a:pt x="79" y="142"/>
                    <a:pt x="95" y="142"/>
                  </a:cubicBezTo>
                  <a:lnTo>
                    <a:pt x="110" y="127"/>
                  </a:lnTo>
                  <a:cubicBezTo>
                    <a:pt x="127" y="111"/>
                    <a:pt x="127" y="79"/>
                    <a:pt x="110" y="79"/>
                  </a:cubicBezTo>
                  <a:lnTo>
                    <a:pt x="95" y="64"/>
                  </a:lnTo>
                  <a:lnTo>
                    <a:pt x="79" y="64"/>
                  </a:lnTo>
                  <a:lnTo>
                    <a:pt x="64" y="48"/>
                  </a:lnTo>
                  <a:lnTo>
                    <a:pt x="79" y="48"/>
                  </a:lnTo>
                  <a:cubicBezTo>
                    <a:pt x="79" y="16"/>
                    <a:pt x="64" y="1"/>
                    <a:pt x="47"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0" name="Google Shape;1990;p38"/>
            <p:cNvSpPr/>
            <p:nvPr/>
          </p:nvSpPr>
          <p:spPr>
            <a:xfrm>
              <a:off x="3380470" y="1815796"/>
              <a:ext cx="3021" cy="2576"/>
            </a:xfrm>
            <a:custGeom>
              <a:avLst/>
              <a:gdLst/>
              <a:ahLst/>
              <a:cxnLst/>
              <a:rect l="l" t="t" r="r" b="b"/>
              <a:pathLst>
                <a:path w="95" h="81" extrusionOk="0">
                  <a:moveTo>
                    <a:pt x="47" y="1"/>
                  </a:moveTo>
                  <a:lnTo>
                    <a:pt x="15" y="17"/>
                  </a:lnTo>
                  <a:cubicBezTo>
                    <a:pt x="0" y="17"/>
                    <a:pt x="0" y="32"/>
                    <a:pt x="0" y="49"/>
                  </a:cubicBezTo>
                  <a:cubicBezTo>
                    <a:pt x="0" y="64"/>
                    <a:pt x="15" y="80"/>
                    <a:pt x="32" y="80"/>
                  </a:cubicBezTo>
                  <a:lnTo>
                    <a:pt x="47" y="80"/>
                  </a:lnTo>
                  <a:lnTo>
                    <a:pt x="78" y="64"/>
                  </a:lnTo>
                  <a:cubicBezTo>
                    <a:pt x="95" y="64"/>
                    <a:pt x="95" y="64"/>
                    <a:pt x="95" y="49"/>
                  </a:cubicBezTo>
                  <a:lnTo>
                    <a:pt x="95" y="49"/>
                  </a:lnTo>
                  <a:cubicBezTo>
                    <a:pt x="78" y="49"/>
                    <a:pt x="63" y="32"/>
                    <a:pt x="63" y="32"/>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1" name="Google Shape;1991;p38"/>
            <p:cNvSpPr/>
            <p:nvPr/>
          </p:nvSpPr>
          <p:spPr>
            <a:xfrm>
              <a:off x="3422546" y="1783738"/>
              <a:ext cx="5534" cy="2544"/>
            </a:xfrm>
            <a:custGeom>
              <a:avLst/>
              <a:gdLst/>
              <a:ahLst/>
              <a:cxnLst/>
              <a:rect l="l" t="t" r="r" b="b"/>
              <a:pathLst>
                <a:path w="174" h="80" extrusionOk="0">
                  <a:moveTo>
                    <a:pt x="47" y="0"/>
                  </a:moveTo>
                  <a:lnTo>
                    <a:pt x="32" y="0"/>
                  </a:lnTo>
                  <a:cubicBezTo>
                    <a:pt x="16" y="0"/>
                    <a:pt x="16" y="17"/>
                    <a:pt x="1" y="32"/>
                  </a:cubicBezTo>
                  <a:lnTo>
                    <a:pt x="1" y="32"/>
                  </a:lnTo>
                  <a:cubicBezTo>
                    <a:pt x="1" y="48"/>
                    <a:pt x="16" y="63"/>
                    <a:pt x="32" y="63"/>
                  </a:cubicBezTo>
                  <a:lnTo>
                    <a:pt x="47" y="63"/>
                  </a:lnTo>
                  <a:lnTo>
                    <a:pt x="64" y="63"/>
                  </a:lnTo>
                  <a:lnTo>
                    <a:pt x="127" y="80"/>
                  </a:lnTo>
                  <a:lnTo>
                    <a:pt x="142" y="80"/>
                  </a:lnTo>
                  <a:lnTo>
                    <a:pt x="142" y="80"/>
                  </a:lnTo>
                  <a:cubicBezTo>
                    <a:pt x="158" y="63"/>
                    <a:pt x="173" y="63"/>
                    <a:pt x="173" y="48"/>
                  </a:cubicBezTo>
                  <a:cubicBezTo>
                    <a:pt x="173" y="17"/>
                    <a:pt x="158" y="0"/>
                    <a:pt x="142" y="0"/>
                  </a:cubicBezTo>
                  <a:lnTo>
                    <a:pt x="110" y="0"/>
                  </a:ln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2" name="Google Shape;1992;p38"/>
            <p:cNvSpPr/>
            <p:nvPr/>
          </p:nvSpPr>
          <p:spPr>
            <a:xfrm>
              <a:off x="3154982" y="1811312"/>
              <a:ext cx="6042" cy="2512"/>
            </a:xfrm>
            <a:custGeom>
              <a:avLst/>
              <a:gdLst/>
              <a:ahLst/>
              <a:cxnLst/>
              <a:rect l="l" t="t" r="r" b="b"/>
              <a:pathLst>
                <a:path w="190" h="79" extrusionOk="0">
                  <a:moveTo>
                    <a:pt x="32" y="1"/>
                  </a:moveTo>
                  <a:lnTo>
                    <a:pt x="32" y="1"/>
                  </a:lnTo>
                  <a:cubicBezTo>
                    <a:pt x="0" y="1"/>
                    <a:pt x="0" y="16"/>
                    <a:pt x="0" y="32"/>
                  </a:cubicBezTo>
                  <a:cubicBezTo>
                    <a:pt x="0" y="47"/>
                    <a:pt x="0" y="64"/>
                    <a:pt x="15" y="64"/>
                  </a:cubicBezTo>
                  <a:lnTo>
                    <a:pt x="32" y="64"/>
                  </a:lnTo>
                  <a:lnTo>
                    <a:pt x="110" y="64"/>
                  </a:lnTo>
                  <a:lnTo>
                    <a:pt x="141" y="79"/>
                  </a:lnTo>
                  <a:lnTo>
                    <a:pt x="158" y="79"/>
                  </a:lnTo>
                  <a:lnTo>
                    <a:pt x="158" y="79"/>
                  </a:lnTo>
                  <a:lnTo>
                    <a:pt x="173" y="64"/>
                  </a:lnTo>
                  <a:cubicBezTo>
                    <a:pt x="173" y="64"/>
                    <a:pt x="173" y="47"/>
                    <a:pt x="189" y="47"/>
                  </a:cubicBezTo>
                  <a:lnTo>
                    <a:pt x="189" y="32"/>
                  </a:lnTo>
                  <a:cubicBezTo>
                    <a:pt x="189" y="32"/>
                    <a:pt x="189" y="16"/>
                    <a:pt x="173" y="16"/>
                  </a:cubicBezTo>
                  <a:cubicBezTo>
                    <a:pt x="173" y="1"/>
                    <a:pt x="158" y="1"/>
                    <a:pt x="158"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3" name="Google Shape;1993;p38"/>
            <p:cNvSpPr/>
            <p:nvPr/>
          </p:nvSpPr>
          <p:spPr>
            <a:xfrm>
              <a:off x="3331365" y="1816337"/>
              <a:ext cx="6042" cy="3021"/>
            </a:xfrm>
            <a:custGeom>
              <a:avLst/>
              <a:gdLst/>
              <a:ahLst/>
              <a:cxnLst/>
              <a:rect l="l" t="t" r="r" b="b"/>
              <a:pathLst>
                <a:path w="190" h="95" extrusionOk="0">
                  <a:moveTo>
                    <a:pt x="110" y="0"/>
                  </a:moveTo>
                  <a:lnTo>
                    <a:pt x="95" y="0"/>
                  </a:lnTo>
                  <a:cubicBezTo>
                    <a:pt x="78" y="0"/>
                    <a:pt x="63" y="0"/>
                    <a:pt x="63" y="15"/>
                  </a:cubicBezTo>
                  <a:lnTo>
                    <a:pt x="47" y="15"/>
                  </a:lnTo>
                  <a:lnTo>
                    <a:pt x="32" y="15"/>
                  </a:lnTo>
                  <a:cubicBezTo>
                    <a:pt x="32" y="15"/>
                    <a:pt x="32" y="32"/>
                    <a:pt x="15" y="32"/>
                  </a:cubicBezTo>
                  <a:cubicBezTo>
                    <a:pt x="15" y="32"/>
                    <a:pt x="0" y="47"/>
                    <a:pt x="0" y="63"/>
                  </a:cubicBezTo>
                  <a:cubicBezTo>
                    <a:pt x="15" y="78"/>
                    <a:pt x="15" y="95"/>
                    <a:pt x="32" y="95"/>
                  </a:cubicBezTo>
                  <a:lnTo>
                    <a:pt x="47" y="95"/>
                  </a:lnTo>
                  <a:lnTo>
                    <a:pt x="63" y="78"/>
                  </a:lnTo>
                  <a:lnTo>
                    <a:pt x="78" y="78"/>
                  </a:lnTo>
                  <a:cubicBezTo>
                    <a:pt x="95" y="78"/>
                    <a:pt x="95" y="63"/>
                    <a:pt x="95" y="63"/>
                  </a:cubicBezTo>
                  <a:cubicBezTo>
                    <a:pt x="95" y="63"/>
                    <a:pt x="110" y="63"/>
                    <a:pt x="110" y="78"/>
                  </a:cubicBezTo>
                  <a:lnTo>
                    <a:pt x="110" y="78"/>
                  </a:lnTo>
                  <a:cubicBezTo>
                    <a:pt x="110" y="95"/>
                    <a:pt x="126" y="95"/>
                    <a:pt x="141" y="95"/>
                  </a:cubicBezTo>
                  <a:lnTo>
                    <a:pt x="158" y="95"/>
                  </a:lnTo>
                  <a:cubicBezTo>
                    <a:pt x="173" y="95"/>
                    <a:pt x="189" y="78"/>
                    <a:pt x="173" y="63"/>
                  </a:cubicBezTo>
                  <a:cubicBezTo>
                    <a:pt x="173" y="47"/>
                    <a:pt x="173" y="47"/>
                    <a:pt x="158" y="32"/>
                  </a:cubicBezTo>
                  <a:lnTo>
                    <a:pt x="158" y="15"/>
                  </a:lnTo>
                  <a:cubicBezTo>
                    <a:pt x="141" y="15"/>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4" name="Google Shape;1994;p38"/>
            <p:cNvSpPr/>
            <p:nvPr/>
          </p:nvSpPr>
          <p:spPr>
            <a:xfrm>
              <a:off x="3399966" y="1811789"/>
              <a:ext cx="3562" cy="2035"/>
            </a:xfrm>
            <a:custGeom>
              <a:avLst/>
              <a:gdLst/>
              <a:ahLst/>
              <a:cxnLst/>
              <a:rect l="l" t="t" r="r" b="b"/>
              <a:pathLst>
                <a:path w="112" h="64" extrusionOk="0">
                  <a:moveTo>
                    <a:pt x="32" y="1"/>
                  </a:moveTo>
                  <a:lnTo>
                    <a:pt x="32" y="1"/>
                  </a:lnTo>
                  <a:lnTo>
                    <a:pt x="17" y="1"/>
                  </a:lnTo>
                  <a:lnTo>
                    <a:pt x="17" y="1"/>
                  </a:lnTo>
                  <a:lnTo>
                    <a:pt x="17" y="1"/>
                  </a:lnTo>
                  <a:cubicBezTo>
                    <a:pt x="17" y="17"/>
                    <a:pt x="1" y="32"/>
                    <a:pt x="1" y="32"/>
                  </a:cubicBezTo>
                  <a:cubicBezTo>
                    <a:pt x="1" y="49"/>
                    <a:pt x="1" y="64"/>
                    <a:pt x="32" y="64"/>
                  </a:cubicBezTo>
                  <a:lnTo>
                    <a:pt x="49" y="64"/>
                  </a:lnTo>
                  <a:lnTo>
                    <a:pt x="64" y="64"/>
                  </a:lnTo>
                  <a:lnTo>
                    <a:pt x="64" y="64"/>
                  </a:lnTo>
                  <a:cubicBezTo>
                    <a:pt x="80" y="64"/>
                    <a:pt x="95" y="49"/>
                    <a:pt x="95" y="32"/>
                  </a:cubicBezTo>
                  <a:cubicBezTo>
                    <a:pt x="112" y="32"/>
                    <a:pt x="95" y="17"/>
                    <a:pt x="80" y="1"/>
                  </a:cubicBezTo>
                  <a:lnTo>
                    <a:pt x="80"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5" name="Google Shape;1995;p38"/>
            <p:cNvSpPr/>
            <p:nvPr/>
          </p:nvSpPr>
          <p:spPr>
            <a:xfrm>
              <a:off x="3437049" y="1805778"/>
              <a:ext cx="3562" cy="3562"/>
            </a:xfrm>
            <a:custGeom>
              <a:avLst/>
              <a:gdLst/>
              <a:ahLst/>
              <a:cxnLst/>
              <a:rect l="l" t="t" r="r" b="b"/>
              <a:pathLst>
                <a:path w="112" h="112" extrusionOk="0">
                  <a:moveTo>
                    <a:pt x="32" y="1"/>
                  </a:moveTo>
                  <a:lnTo>
                    <a:pt x="32" y="1"/>
                  </a:lnTo>
                  <a:lnTo>
                    <a:pt x="17" y="1"/>
                  </a:lnTo>
                  <a:cubicBezTo>
                    <a:pt x="1" y="17"/>
                    <a:pt x="1" y="32"/>
                    <a:pt x="1" y="48"/>
                  </a:cubicBezTo>
                  <a:lnTo>
                    <a:pt x="1" y="48"/>
                  </a:lnTo>
                  <a:lnTo>
                    <a:pt x="32" y="80"/>
                  </a:lnTo>
                  <a:lnTo>
                    <a:pt x="49" y="80"/>
                  </a:lnTo>
                  <a:lnTo>
                    <a:pt x="49" y="64"/>
                  </a:lnTo>
                  <a:cubicBezTo>
                    <a:pt x="64" y="64"/>
                    <a:pt x="64" y="80"/>
                    <a:pt x="80" y="80"/>
                  </a:cubicBezTo>
                  <a:lnTo>
                    <a:pt x="80" y="111"/>
                  </a:lnTo>
                  <a:lnTo>
                    <a:pt x="95" y="111"/>
                  </a:lnTo>
                  <a:cubicBezTo>
                    <a:pt x="95" y="95"/>
                    <a:pt x="112" y="80"/>
                    <a:pt x="95" y="64"/>
                  </a:cubicBezTo>
                  <a:lnTo>
                    <a:pt x="80" y="32"/>
                  </a:lnTo>
                  <a:lnTo>
                    <a:pt x="64" y="17"/>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6" name="Google Shape;1996;p38"/>
            <p:cNvSpPr/>
            <p:nvPr/>
          </p:nvSpPr>
          <p:spPr>
            <a:xfrm>
              <a:off x="3426045" y="1806796"/>
              <a:ext cx="3562" cy="2544"/>
            </a:xfrm>
            <a:custGeom>
              <a:avLst/>
              <a:gdLst/>
              <a:ahLst/>
              <a:cxnLst/>
              <a:rect l="l" t="t" r="r" b="b"/>
              <a:pathLst>
                <a:path w="112" h="80" extrusionOk="0">
                  <a:moveTo>
                    <a:pt x="32" y="0"/>
                  </a:moveTo>
                  <a:lnTo>
                    <a:pt x="32" y="0"/>
                  </a:lnTo>
                  <a:lnTo>
                    <a:pt x="32" y="16"/>
                  </a:lnTo>
                  <a:lnTo>
                    <a:pt x="17" y="16"/>
                  </a:lnTo>
                  <a:lnTo>
                    <a:pt x="0" y="32"/>
                  </a:lnTo>
                  <a:cubicBezTo>
                    <a:pt x="0" y="48"/>
                    <a:pt x="17" y="63"/>
                    <a:pt x="32" y="79"/>
                  </a:cubicBezTo>
                  <a:lnTo>
                    <a:pt x="63" y="79"/>
                  </a:lnTo>
                  <a:lnTo>
                    <a:pt x="80" y="79"/>
                  </a:lnTo>
                  <a:lnTo>
                    <a:pt x="80" y="79"/>
                  </a:lnTo>
                  <a:lnTo>
                    <a:pt x="80" y="79"/>
                  </a:lnTo>
                  <a:cubicBezTo>
                    <a:pt x="95" y="79"/>
                    <a:pt x="111" y="79"/>
                    <a:pt x="111" y="63"/>
                  </a:cubicBezTo>
                  <a:lnTo>
                    <a:pt x="111" y="48"/>
                  </a:lnTo>
                  <a:cubicBezTo>
                    <a:pt x="111" y="32"/>
                    <a:pt x="95" y="16"/>
                    <a:pt x="95" y="16"/>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7" name="Google Shape;1997;p38"/>
            <p:cNvSpPr/>
            <p:nvPr/>
          </p:nvSpPr>
          <p:spPr>
            <a:xfrm>
              <a:off x="3390965" y="1782243"/>
              <a:ext cx="3562" cy="3053"/>
            </a:xfrm>
            <a:custGeom>
              <a:avLst/>
              <a:gdLst/>
              <a:ahLst/>
              <a:cxnLst/>
              <a:rect l="l" t="t" r="r" b="b"/>
              <a:pathLst>
                <a:path w="112" h="96" extrusionOk="0">
                  <a:moveTo>
                    <a:pt x="63" y="1"/>
                  </a:moveTo>
                  <a:lnTo>
                    <a:pt x="63" y="1"/>
                  </a:lnTo>
                  <a:cubicBezTo>
                    <a:pt x="63" y="1"/>
                    <a:pt x="63" y="16"/>
                    <a:pt x="48" y="16"/>
                  </a:cubicBezTo>
                  <a:lnTo>
                    <a:pt x="32" y="16"/>
                  </a:lnTo>
                  <a:lnTo>
                    <a:pt x="17" y="32"/>
                  </a:lnTo>
                  <a:lnTo>
                    <a:pt x="17" y="32"/>
                  </a:lnTo>
                  <a:cubicBezTo>
                    <a:pt x="0" y="47"/>
                    <a:pt x="0" y="64"/>
                    <a:pt x="0" y="79"/>
                  </a:cubicBezTo>
                  <a:cubicBezTo>
                    <a:pt x="0" y="95"/>
                    <a:pt x="17" y="95"/>
                    <a:pt x="32" y="95"/>
                  </a:cubicBezTo>
                  <a:lnTo>
                    <a:pt x="48" y="95"/>
                  </a:lnTo>
                  <a:lnTo>
                    <a:pt x="63" y="79"/>
                  </a:lnTo>
                  <a:lnTo>
                    <a:pt x="80" y="79"/>
                  </a:lnTo>
                  <a:cubicBezTo>
                    <a:pt x="95" y="64"/>
                    <a:pt x="111" y="47"/>
                    <a:pt x="95" y="32"/>
                  </a:cubicBezTo>
                  <a:cubicBezTo>
                    <a:pt x="95" y="16"/>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8" name="Google Shape;1998;p38"/>
            <p:cNvSpPr/>
            <p:nvPr/>
          </p:nvSpPr>
          <p:spPr>
            <a:xfrm>
              <a:off x="3336835" y="1789749"/>
              <a:ext cx="4039" cy="4039"/>
            </a:xfrm>
            <a:custGeom>
              <a:avLst/>
              <a:gdLst/>
              <a:ahLst/>
              <a:cxnLst/>
              <a:rect l="l" t="t" r="r" b="b"/>
              <a:pathLst>
                <a:path w="127" h="127" extrusionOk="0">
                  <a:moveTo>
                    <a:pt x="95" y="0"/>
                  </a:moveTo>
                  <a:lnTo>
                    <a:pt x="95" y="0"/>
                  </a:lnTo>
                  <a:cubicBezTo>
                    <a:pt x="80" y="0"/>
                    <a:pt x="80" y="17"/>
                    <a:pt x="64" y="17"/>
                  </a:cubicBezTo>
                  <a:lnTo>
                    <a:pt x="49" y="32"/>
                  </a:lnTo>
                  <a:lnTo>
                    <a:pt x="49" y="32"/>
                  </a:lnTo>
                  <a:lnTo>
                    <a:pt x="17" y="63"/>
                  </a:lnTo>
                  <a:lnTo>
                    <a:pt x="17" y="63"/>
                  </a:lnTo>
                  <a:cubicBezTo>
                    <a:pt x="1" y="80"/>
                    <a:pt x="1" y="95"/>
                    <a:pt x="17" y="111"/>
                  </a:cubicBezTo>
                  <a:lnTo>
                    <a:pt x="17" y="111"/>
                  </a:lnTo>
                  <a:lnTo>
                    <a:pt x="17" y="111"/>
                  </a:lnTo>
                  <a:cubicBezTo>
                    <a:pt x="17" y="111"/>
                    <a:pt x="32" y="126"/>
                    <a:pt x="49" y="126"/>
                  </a:cubicBezTo>
                  <a:lnTo>
                    <a:pt x="64" y="111"/>
                  </a:lnTo>
                  <a:lnTo>
                    <a:pt x="112" y="63"/>
                  </a:lnTo>
                  <a:cubicBezTo>
                    <a:pt x="127"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9" name="Google Shape;1999;p38"/>
            <p:cNvSpPr/>
            <p:nvPr/>
          </p:nvSpPr>
          <p:spPr>
            <a:xfrm>
              <a:off x="3437589" y="1779254"/>
              <a:ext cx="4039" cy="5025"/>
            </a:xfrm>
            <a:custGeom>
              <a:avLst/>
              <a:gdLst/>
              <a:ahLst/>
              <a:cxnLst/>
              <a:rect l="l" t="t" r="r" b="b"/>
              <a:pathLst>
                <a:path w="127" h="158" extrusionOk="0">
                  <a:moveTo>
                    <a:pt x="32" y="0"/>
                  </a:moveTo>
                  <a:lnTo>
                    <a:pt x="32" y="0"/>
                  </a:lnTo>
                  <a:cubicBezTo>
                    <a:pt x="15" y="0"/>
                    <a:pt x="0" y="0"/>
                    <a:pt x="0" y="15"/>
                  </a:cubicBezTo>
                  <a:lnTo>
                    <a:pt x="0" y="15"/>
                  </a:lnTo>
                  <a:lnTo>
                    <a:pt x="0" y="47"/>
                  </a:lnTo>
                  <a:cubicBezTo>
                    <a:pt x="0" y="47"/>
                    <a:pt x="15" y="63"/>
                    <a:pt x="32" y="63"/>
                  </a:cubicBezTo>
                  <a:lnTo>
                    <a:pt x="32" y="63"/>
                  </a:lnTo>
                  <a:lnTo>
                    <a:pt x="15" y="110"/>
                  </a:lnTo>
                  <a:cubicBezTo>
                    <a:pt x="15" y="126"/>
                    <a:pt x="32" y="141"/>
                    <a:pt x="47" y="158"/>
                  </a:cubicBezTo>
                  <a:lnTo>
                    <a:pt x="47" y="158"/>
                  </a:lnTo>
                  <a:cubicBezTo>
                    <a:pt x="63" y="158"/>
                    <a:pt x="78" y="141"/>
                    <a:pt x="95" y="126"/>
                  </a:cubicBezTo>
                  <a:lnTo>
                    <a:pt x="110" y="47"/>
                  </a:lnTo>
                  <a:cubicBezTo>
                    <a:pt x="126" y="32"/>
                    <a:pt x="110" y="32"/>
                    <a:pt x="110" y="15"/>
                  </a:cubicBezTo>
                  <a:lnTo>
                    <a:pt x="95" y="0"/>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0" name="Google Shape;2000;p38"/>
            <p:cNvSpPr/>
            <p:nvPr/>
          </p:nvSpPr>
          <p:spPr>
            <a:xfrm>
              <a:off x="3079798" y="1787745"/>
              <a:ext cx="5534" cy="3021"/>
            </a:xfrm>
            <a:custGeom>
              <a:avLst/>
              <a:gdLst/>
              <a:ahLst/>
              <a:cxnLst/>
              <a:rect l="l" t="t" r="r" b="b"/>
              <a:pathLst>
                <a:path w="174" h="95" extrusionOk="0">
                  <a:moveTo>
                    <a:pt x="32" y="0"/>
                  </a:moveTo>
                  <a:lnTo>
                    <a:pt x="32" y="0"/>
                  </a:lnTo>
                  <a:cubicBezTo>
                    <a:pt x="16" y="0"/>
                    <a:pt x="1" y="17"/>
                    <a:pt x="1" y="32"/>
                  </a:cubicBezTo>
                  <a:cubicBezTo>
                    <a:pt x="1" y="48"/>
                    <a:pt x="16" y="63"/>
                    <a:pt x="32" y="63"/>
                  </a:cubicBezTo>
                  <a:lnTo>
                    <a:pt x="32" y="63"/>
                  </a:lnTo>
                  <a:lnTo>
                    <a:pt x="79" y="63"/>
                  </a:lnTo>
                  <a:lnTo>
                    <a:pt x="79" y="80"/>
                  </a:lnTo>
                  <a:cubicBezTo>
                    <a:pt x="79" y="80"/>
                    <a:pt x="95" y="95"/>
                    <a:pt x="110" y="95"/>
                  </a:cubicBezTo>
                  <a:lnTo>
                    <a:pt x="110" y="95"/>
                  </a:lnTo>
                  <a:lnTo>
                    <a:pt x="142" y="80"/>
                  </a:lnTo>
                  <a:lnTo>
                    <a:pt x="158" y="80"/>
                  </a:lnTo>
                  <a:cubicBezTo>
                    <a:pt x="173" y="63"/>
                    <a:pt x="173" y="48"/>
                    <a:pt x="173" y="48"/>
                  </a:cubicBezTo>
                  <a:lnTo>
                    <a:pt x="173" y="32"/>
                  </a:lnTo>
                  <a:lnTo>
                    <a:pt x="173" y="32"/>
                  </a:lnTo>
                  <a:cubicBezTo>
                    <a:pt x="158" y="17"/>
                    <a:pt x="158" y="0"/>
                    <a:pt x="142"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1" name="Google Shape;2001;p38"/>
            <p:cNvSpPr/>
            <p:nvPr/>
          </p:nvSpPr>
          <p:spPr>
            <a:xfrm>
              <a:off x="3160452" y="1812806"/>
              <a:ext cx="3053" cy="3562"/>
            </a:xfrm>
            <a:custGeom>
              <a:avLst/>
              <a:gdLst/>
              <a:ahLst/>
              <a:cxnLst/>
              <a:rect l="l" t="t" r="r" b="b"/>
              <a:pathLst>
                <a:path w="96" h="112" extrusionOk="0">
                  <a:moveTo>
                    <a:pt x="32" y="0"/>
                  </a:moveTo>
                  <a:lnTo>
                    <a:pt x="32" y="0"/>
                  </a:lnTo>
                  <a:lnTo>
                    <a:pt x="17" y="0"/>
                  </a:lnTo>
                  <a:lnTo>
                    <a:pt x="17" y="0"/>
                  </a:lnTo>
                  <a:cubicBezTo>
                    <a:pt x="1" y="0"/>
                    <a:pt x="1" y="17"/>
                    <a:pt x="1" y="17"/>
                  </a:cubicBezTo>
                  <a:lnTo>
                    <a:pt x="1" y="32"/>
                  </a:lnTo>
                  <a:lnTo>
                    <a:pt x="1" y="48"/>
                  </a:lnTo>
                  <a:lnTo>
                    <a:pt x="1" y="48"/>
                  </a:lnTo>
                  <a:lnTo>
                    <a:pt x="1" y="63"/>
                  </a:lnTo>
                  <a:lnTo>
                    <a:pt x="1" y="48"/>
                  </a:lnTo>
                  <a:cubicBezTo>
                    <a:pt x="17" y="48"/>
                    <a:pt x="17" y="32"/>
                    <a:pt x="32" y="32"/>
                  </a:cubicBezTo>
                  <a:lnTo>
                    <a:pt x="32" y="32"/>
                  </a:lnTo>
                  <a:cubicBezTo>
                    <a:pt x="49" y="32"/>
                    <a:pt x="49" y="32"/>
                    <a:pt x="49" y="48"/>
                  </a:cubicBezTo>
                  <a:cubicBezTo>
                    <a:pt x="64" y="48"/>
                    <a:pt x="80" y="80"/>
                    <a:pt x="64" y="95"/>
                  </a:cubicBezTo>
                  <a:lnTo>
                    <a:pt x="49" y="111"/>
                  </a:lnTo>
                  <a:lnTo>
                    <a:pt x="64" y="111"/>
                  </a:lnTo>
                  <a:cubicBezTo>
                    <a:pt x="64" y="111"/>
                    <a:pt x="80" y="111"/>
                    <a:pt x="80" y="95"/>
                  </a:cubicBezTo>
                  <a:cubicBezTo>
                    <a:pt x="80" y="95"/>
                    <a:pt x="95" y="80"/>
                    <a:pt x="80" y="80"/>
                  </a:cubicBezTo>
                  <a:lnTo>
                    <a:pt x="80" y="63"/>
                  </a:lnTo>
                  <a:lnTo>
                    <a:pt x="80" y="48"/>
                  </a:lnTo>
                  <a:lnTo>
                    <a:pt x="80" y="32"/>
                  </a:lnTo>
                  <a:cubicBezTo>
                    <a:pt x="80" y="17"/>
                    <a:pt x="64" y="17"/>
                    <a:pt x="64" y="17"/>
                  </a:cubicBez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2" name="Google Shape;2002;p38"/>
            <p:cNvSpPr/>
            <p:nvPr/>
          </p:nvSpPr>
          <p:spPr>
            <a:xfrm>
              <a:off x="3287730" y="1809785"/>
              <a:ext cx="5565" cy="4580"/>
            </a:xfrm>
            <a:custGeom>
              <a:avLst/>
              <a:gdLst/>
              <a:ahLst/>
              <a:cxnLst/>
              <a:rect l="l" t="t" r="r" b="b"/>
              <a:pathLst>
                <a:path w="175" h="144" extrusionOk="0">
                  <a:moveTo>
                    <a:pt x="127" y="1"/>
                  </a:moveTo>
                  <a:lnTo>
                    <a:pt x="127" y="1"/>
                  </a:lnTo>
                  <a:lnTo>
                    <a:pt x="112" y="1"/>
                  </a:lnTo>
                  <a:lnTo>
                    <a:pt x="95" y="17"/>
                  </a:lnTo>
                  <a:lnTo>
                    <a:pt x="80" y="17"/>
                  </a:lnTo>
                  <a:cubicBezTo>
                    <a:pt x="64" y="32"/>
                    <a:pt x="49" y="32"/>
                    <a:pt x="49" y="49"/>
                  </a:cubicBezTo>
                  <a:cubicBezTo>
                    <a:pt x="32" y="49"/>
                    <a:pt x="32" y="49"/>
                    <a:pt x="17" y="64"/>
                  </a:cubicBezTo>
                  <a:cubicBezTo>
                    <a:pt x="1" y="64"/>
                    <a:pt x="1" y="64"/>
                    <a:pt x="1" y="80"/>
                  </a:cubicBezTo>
                  <a:lnTo>
                    <a:pt x="1" y="112"/>
                  </a:lnTo>
                  <a:lnTo>
                    <a:pt x="17" y="127"/>
                  </a:lnTo>
                  <a:lnTo>
                    <a:pt x="32" y="127"/>
                  </a:lnTo>
                  <a:lnTo>
                    <a:pt x="49" y="127"/>
                  </a:lnTo>
                  <a:lnTo>
                    <a:pt x="49" y="127"/>
                  </a:lnTo>
                  <a:lnTo>
                    <a:pt x="49" y="127"/>
                  </a:lnTo>
                  <a:lnTo>
                    <a:pt x="95" y="127"/>
                  </a:lnTo>
                  <a:lnTo>
                    <a:pt x="112" y="143"/>
                  </a:lnTo>
                  <a:lnTo>
                    <a:pt x="127" y="127"/>
                  </a:lnTo>
                  <a:lnTo>
                    <a:pt x="143" y="127"/>
                  </a:lnTo>
                  <a:cubicBezTo>
                    <a:pt x="158" y="127"/>
                    <a:pt x="158" y="112"/>
                    <a:pt x="158" y="95"/>
                  </a:cubicBezTo>
                  <a:lnTo>
                    <a:pt x="175" y="32"/>
                  </a:lnTo>
                  <a:cubicBezTo>
                    <a:pt x="175" y="17"/>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3" name="Google Shape;2003;p38"/>
            <p:cNvSpPr/>
            <p:nvPr/>
          </p:nvSpPr>
          <p:spPr>
            <a:xfrm>
              <a:off x="3120888" y="1817800"/>
              <a:ext cx="3530" cy="3053"/>
            </a:xfrm>
            <a:custGeom>
              <a:avLst/>
              <a:gdLst/>
              <a:ahLst/>
              <a:cxnLst/>
              <a:rect l="l" t="t" r="r" b="b"/>
              <a:pathLst>
                <a:path w="111" h="96" extrusionOk="0">
                  <a:moveTo>
                    <a:pt x="79" y="1"/>
                  </a:moveTo>
                  <a:lnTo>
                    <a:pt x="79" y="1"/>
                  </a:lnTo>
                  <a:lnTo>
                    <a:pt x="79" y="1"/>
                  </a:lnTo>
                  <a:lnTo>
                    <a:pt x="64" y="1"/>
                  </a:lnTo>
                  <a:lnTo>
                    <a:pt x="16" y="32"/>
                  </a:lnTo>
                  <a:cubicBezTo>
                    <a:pt x="1" y="49"/>
                    <a:pt x="1" y="80"/>
                    <a:pt x="16" y="95"/>
                  </a:cubicBezTo>
                  <a:lnTo>
                    <a:pt x="47" y="95"/>
                  </a:lnTo>
                  <a:lnTo>
                    <a:pt x="64" y="95"/>
                  </a:lnTo>
                  <a:lnTo>
                    <a:pt x="110" y="49"/>
                  </a:lnTo>
                  <a:lnTo>
                    <a:pt x="110"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4" name="Google Shape;2004;p38"/>
            <p:cNvSpPr/>
            <p:nvPr/>
          </p:nvSpPr>
          <p:spPr>
            <a:xfrm>
              <a:off x="3288271" y="1805301"/>
              <a:ext cx="4039" cy="3021"/>
            </a:xfrm>
            <a:custGeom>
              <a:avLst/>
              <a:gdLst/>
              <a:ahLst/>
              <a:cxnLst/>
              <a:rect l="l" t="t" r="r" b="b"/>
              <a:pathLst>
                <a:path w="127" h="95" extrusionOk="0">
                  <a:moveTo>
                    <a:pt x="63" y="0"/>
                  </a:moveTo>
                  <a:lnTo>
                    <a:pt x="63" y="0"/>
                  </a:lnTo>
                  <a:lnTo>
                    <a:pt x="47" y="0"/>
                  </a:lnTo>
                  <a:cubicBezTo>
                    <a:pt x="47" y="0"/>
                    <a:pt x="32" y="0"/>
                    <a:pt x="32" y="16"/>
                  </a:cubicBezTo>
                  <a:lnTo>
                    <a:pt x="15" y="32"/>
                  </a:lnTo>
                  <a:lnTo>
                    <a:pt x="0" y="47"/>
                  </a:lnTo>
                  <a:lnTo>
                    <a:pt x="0" y="63"/>
                  </a:lnTo>
                  <a:lnTo>
                    <a:pt x="32" y="95"/>
                  </a:lnTo>
                  <a:lnTo>
                    <a:pt x="63" y="95"/>
                  </a:lnTo>
                  <a:lnTo>
                    <a:pt x="63" y="95"/>
                  </a:lnTo>
                  <a:lnTo>
                    <a:pt x="78" y="95"/>
                  </a:lnTo>
                  <a:cubicBezTo>
                    <a:pt x="95" y="95"/>
                    <a:pt x="95" y="95"/>
                    <a:pt x="110" y="79"/>
                  </a:cubicBezTo>
                  <a:lnTo>
                    <a:pt x="110" y="79"/>
                  </a:lnTo>
                  <a:cubicBezTo>
                    <a:pt x="126" y="63"/>
                    <a:pt x="126" y="47"/>
                    <a:pt x="110" y="32"/>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5" name="Google Shape;2005;p38"/>
            <p:cNvSpPr/>
            <p:nvPr/>
          </p:nvSpPr>
          <p:spPr>
            <a:xfrm>
              <a:off x="3443060" y="1789272"/>
              <a:ext cx="5565" cy="4516"/>
            </a:xfrm>
            <a:custGeom>
              <a:avLst/>
              <a:gdLst/>
              <a:ahLst/>
              <a:cxnLst/>
              <a:rect l="l" t="t" r="r" b="b"/>
              <a:pathLst>
                <a:path w="175" h="142" extrusionOk="0">
                  <a:moveTo>
                    <a:pt x="127" y="0"/>
                  </a:moveTo>
                  <a:lnTo>
                    <a:pt x="127" y="0"/>
                  </a:lnTo>
                  <a:lnTo>
                    <a:pt x="127" y="0"/>
                  </a:lnTo>
                  <a:cubicBezTo>
                    <a:pt x="95" y="15"/>
                    <a:pt x="80" y="32"/>
                    <a:pt x="64" y="47"/>
                  </a:cubicBezTo>
                  <a:cubicBezTo>
                    <a:pt x="64" y="63"/>
                    <a:pt x="49" y="63"/>
                    <a:pt x="49" y="63"/>
                  </a:cubicBezTo>
                  <a:lnTo>
                    <a:pt x="49" y="63"/>
                  </a:lnTo>
                  <a:lnTo>
                    <a:pt x="49" y="63"/>
                  </a:lnTo>
                  <a:lnTo>
                    <a:pt x="32" y="63"/>
                  </a:lnTo>
                  <a:cubicBezTo>
                    <a:pt x="17" y="63"/>
                    <a:pt x="1" y="78"/>
                    <a:pt x="1" y="95"/>
                  </a:cubicBezTo>
                  <a:cubicBezTo>
                    <a:pt x="1" y="110"/>
                    <a:pt x="1" y="126"/>
                    <a:pt x="17" y="126"/>
                  </a:cubicBezTo>
                  <a:cubicBezTo>
                    <a:pt x="17" y="141"/>
                    <a:pt x="32" y="141"/>
                    <a:pt x="32" y="141"/>
                  </a:cubicBezTo>
                  <a:lnTo>
                    <a:pt x="49" y="141"/>
                  </a:lnTo>
                  <a:cubicBezTo>
                    <a:pt x="64" y="141"/>
                    <a:pt x="80" y="126"/>
                    <a:pt x="95" y="126"/>
                  </a:cubicBezTo>
                  <a:cubicBezTo>
                    <a:pt x="112" y="110"/>
                    <a:pt x="127" y="95"/>
                    <a:pt x="127" y="78"/>
                  </a:cubicBezTo>
                  <a:lnTo>
                    <a:pt x="143" y="78"/>
                  </a:lnTo>
                  <a:lnTo>
                    <a:pt x="143" y="63"/>
                  </a:lnTo>
                  <a:cubicBezTo>
                    <a:pt x="158" y="63"/>
                    <a:pt x="175" y="32"/>
                    <a:pt x="158" y="15"/>
                  </a:cubicBezTo>
                  <a:cubicBezTo>
                    <a:pt x="158" y="0"/>
                    <a:pt x="143"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6" name="Google Shape;2006;p38"/>
            <p:cNvSpPr/>
            <p:nvPr/>
          </p:nvSpPr>
          <p:spPr>
            <a:xfrm>
              <a:off x="3333369" y="1798749"/>
              <a:ext cx="3498" cy="5057"/>
            </a:xfrm>
            <a:custGeom>
              <a:avLst/>
              <a:gdLst/>
              <a:ahLst/>
              <a:cxnLst/>
              <a:rect l="l" t="t" r="r" b="b"/>
              <a:pathLst>
                <a:path w="110" h="159" extrusionOk="0">
                  <a:moveTo>
                    <a:pt x="47" y="1"/>
                  </a:moveTo>
                  <a:lnTo>
                    <a:pt x="32" y="1"/>
                  </a:lnTo>
                  <a:lnTo>
                    <a:pt x="32" y="1"/>
                  </a:lnTo>
                  <a:cubicBezTo>
                    <a:pt x="15" y="17"/>
                    <a:pt x="0" y="33"/>
                    <a:pt x="15" y="49"/>
                  </a:cubicBezTo>
                  <a:lnTo>
                    <a:pt x="15" y="49"/>
                  </a:lnTo>
                  <a:lnTo>
                    <a:pt x="32" y="96"/>
                  </a:lnTo>
                  <a:lnTo>
                    <a:pt x="32" y="112"/>
                  </a:lnTo>
                  <a:cubicBezTo>
                    <a:pt x="15" y="127"/>
                    <a:pt x="32" y="143"/>
                    <a:pt x="32" y="159"/>
                  </a:cubicBezTo>
                  <a:lnTo>
                    <a:pt x="63" y="159"/>
                  </a:lnTo>
                  <a:cubicBezTo>
                    <a:pt x="63" y="159"/>
                    <a:pt x="78" y="159"/>
                    <a:pt x="95" y="143"/>
                  </a:cubicBezTo>
                  <a:lnTo>
                    <a:pt x="95" y="143"/>
                  </a:lnTo>
                  <a:lnTo>
                    <a:pt x="95" y="143"/>
                  </a:lnTo>
                  <a:cubicBezTo>
                    <a:pt x="95" y="127"/>
                    <a:pt x="110" y="112"/>
                    <a:pt x="110" y="96"/>
                  </a:cubicBezTo>
                  <a:lnTo>
                    <a:pt x="110" y="80"/>
                  </a:lnTo>
                  <a:lnTo>
                    <a:pt x="95" y="64"/>
                  </a:lnTo>
                  <a:lnTo>
                    <a:pt x="78" y="17"/>
                  </a:lnTo>
                  <a:cubicBezTo>
                    <a:pt x="63" y="17"/>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7" name="Google Shape;2007;p38"/>
            <p:cNvSpPr/>
            <p:nvPr/>
          </p:nvSpPr>
          <p:spPr>
            <a:xfrm>
              <a:off x="3411001" y="1794265"/>
              <a:ext cx="3562" cy="3053"/>
            </a:xfrm>
            <a:custGeom>
              <a:avLst/>
              <a:gdLst/>
              <a:ahLst/>
              <a:cxnLst/>
              <a:rect l="l" t="t" r="r" b="b"/>
              <a:pathLst>
                <a:path w="112" h="96" extrusionOk="0">
                  <a:moveTo>
                    <a:pt x="80" y="1"/>
                  </a:moveTo>
                  <a:lnTo>
                    <a:pt x="64" y="1"/>
                  </a:lnTo>
                  <a:lnTo>
                    <a:pt x="64" y="16"/>
                  </a:lnTo>
                  <a:lnTo>
                    <a:pt x="48" y="16"/>
                  </a:lnTo>
                  <a:lnTo>
                    <a:pt x="17" y="32"/>
                  </a:lnTo>
                  <a:lnTo>
                    <a:pt x="17" y="32"/>
                  </a:lnTo>
                  <a:cubicBezTo>
                    <a:pt x="1" y="47"/>
                    <a:pt x="1" y="64"/>
                    <a:pt x="1" y="79"/>
                  </a:cubicBezTo>
                  <a:lnTo>
                    <a:pt x="17" y="79"/>
                  </a:lnTo>
                  <a:cubicBezTo>
                    <a:pt x="17" y="95"/>
                    <a:pt x="32" y="95"/>
                    <a:pt x="32" y="95"/>
                  </a:cubicBezTo>
                  <a:lnTo>
                    <a:pt x="48" y="95"/>
                  </a:lnTo>
                  <a:lnTo>
                    <a:pt x="95" y="64"/>
                  </a:lnTo>
                  <a:cubicBezTo>
                    <a:pt x="95" y="64"/>
                    <a:pt x="111" y="64"/>
                    <a:pt x="111" y="47"/>
                  </a:cubicBezTo>
                  <a:cubicBezTo>
                    <a:pt x="111" y="32"/>
                    <a:pt x="111"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8" name="Google Shape;2008;p38"/>
            <p:cNvSpPr/>
            <p:nvPr/>
          </p:nvSpPr>
          <p:spPr>
            <a:xfrm>
              <a:off x="3158448" y="1813792"/>
              <a:ext cx="4580" cy="5057"/>
            </a:xfrm>
            <a:custGeom>
              <a:avLst/>
              <a:gdLst/>
              <a:ahLst/>
              <a:cxnLst/>
              <a:rect l="l" t="t" r="r" b="b"/>
              <a:pathLst>
                <a:path w="144" h="159" extrusionOk="0">
                  <a:moveTo>
                    <a:pt x="95" y="1"/>
                  </a:moveTo>
                  <a:lnTo>
                    <a:pt x="95" y="1"/>
                  </a:lnTo>
                  <a:cubicBezTo>
                    <a:pt x="80" y="1"/>
                    <a:pt x="80" y="17"/>
                    <a:pt x="64" y="17"/>
                  </a:cubicBezTo>
                  <a:lnTo>
                    <a:pt x="64" y="32"/>
                  </a:lnTo>
                  <a:lnTo>
                    <a:pt x="32" y="80"/>
                  </a:lnTo>
                  <a:lnTo>
                    <a:pt x="1" y="112"/>
                  </a:lnTo>
                  <a:cubicBezTo>
                    <a:pt x="1" y="127"/>
                    <a:pt x="1" y="143"/>
                    <a:pt x="17" y="158"/>
                  </a:cubicBezTo>
                  <a:lnTo>
                    <a:pt x="17" y="158"/>
                  </a:lnTo>
                  <a:lnTo>
                    <a:pt x="32" y="158"/>
                  </a:lnTo>
                  <a:lnTo>
                    <a:pt x="64" y="158"/>
                  </a:lnTo>
                  <a:lnTo>
                    <a:pt x="64" y="143"/>
                  </a:lnTo>
                  <a:lnTo>
                    <a:pt x="95" y="95"/>
                  </a:lnTo>
                  <a:lnTo>
                    <a:pt x="112" y="80"/>
                  </a:lnTo>
                  <a:lnTo>
                    <a:pt x="127" y="64"/>
                  </a:lnTo>
                  <a:cubicBezTo>
                    <a:pt x="143" y="49"/>
                    <a:pt x="127" y="17"/>
                    <a:pt x="112" y="17"/>
                  </a:cubicBezTo>
                  <a:cubicBezTo>
                    <a:pt x="112"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9" name="Google Shape;2009;p38"/>
            <p:cNvSpPr/>
            <p:nvPr/>
          </p:nvSpPr>
          <p:spPr>
            <a:xfrm>
              <a:off x="3174000" y="1816337"/>
              <a:ext cx="5534" cy="5025"/>
            </a:xfrm>
            <a:custGeom>
              <a:avLst/>
              <a:gdLst/>
              <a:ahLst/>
              <a:cxnLst/>
              <a:rect l="l" t="t" r="r" b="b"/>
              <a:pathLst>
                <a:path w="174" h="158" extrusionOk="0">
                  <a:moveTo>
                    <a:pt x="142" y="0"/>
                  </a:moveTo>
                  <a:lnTo>
                    <a:pt x="142" y="0"/>
                  </a:lnTo>
                  <a:cubicBezTo>
                    <a:pt x="127" y="0"/>
                    <a:pt x="110" y="0"/>
                    <a:pt x="110" y="15"/>
                  </a:cubicBezTo>
                  <a:lnTo>
                    <a:pt x="95" y="47"/>
                  </a:lnTo>
                  <a:lnTo>
                    <a:pt x="79" y="63"/>
                  </a:lnTo>
                  <a:lnTo>
                    <a:pt x="79" y="63"/>
                  </a:lnTo>
                  <a:lnTo>
                    <a:pt x="64" y="63"/>
                  </a:lnTo>
                  <a:lnTo>
                    <a:pt x="16" y="78"/>
                  </a:lnTo>
                  <a:lnTo>
                    <a:pt x="16" y="78"/>
                  </a:lnTo>
                  <a:cubicBezTo>
                    <a:pt x="1" y="95"/>
                    <a:pt x="1" y="110"/>
                    <a:pt x="1" y="126"/>
                  </a:cubicBezTo>
                  <a:cubicBezTo>
                    <a:pt x="1" y="141"/>
                    <a:pt x="16" y="158"/>
                    <a:pt x="32" y="158"/>
                  </a:cubicBezTo>
                  <a:cubicBezTo>
                    <a:pt x="32" y="158"/>
                    <a:pt x="47" y="158"/>
                    <a:pt x="47" y="141"/>
                  </a:cubicBezTo>
                  <a:lnTo>
                    <a:pt x="64" y="141"/>
                  </a:lnTo>
                  <a:lnTo>
                    <a:pt x="79" y="158"/>
                  </a:lnTo>
                  <a:lnTo>
                    <a:pt x="95" y="158"/>
                  </a:lnTo>
                  <a:lnTo>
                    <a:pt x="95" y="158"/>
                  </a:lnTo>
                  <a:lnTo>
                    <a:pt x="110" y="141"/>
                  </a:lnTo>
                  <a:lnTo>
                    <a:pt x="127" y="126"/>
                  </a:lnTo>
                  <a:lnTo>
                    <a:pt x="158" y="78"/>
                  </a:lnTo>
                  <a:lnTo>
                    <a:pt x="158" y="47"/>
                  </a:lnTo>
                  <a:lnTo>
                    <a:pt x="173" y="47"/>
                  </a:lnTo>
                  <a:cubicBezTo>
                    <a:pt x="173" y="32"/>
                    <a:pt x="173"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0" name="Google Shape;2010;p38"/>
            <p:cNvSpPr/>
            <p:nvPr/>
          </p:nvSpPr>
          <p:spPr>
            <a:xfrm>
              <a:off x="3292755" y="1815796"/>
              <a:ext cx="3562" cy="2576"/>
            </a:xfrm>
            <a:custGeom>
              <a:avLst/>
              <a:gdLst/>
              <a:ahLst/>
              <a:cxnLst/>
              <a:rect l="l" t="t" r="r" b="b"/>
              <a:pathLst>
                <a:path w="112" h="81" extrusionOk="0">
                  <a:moveTo>
                    <a:pt x="80" y="1"/>
                  </a:moveTo>
                  <a:lnTo>
                    <a:pt x="80" y="1"/>
                  </a:lnTo>
                  <a:lnTo>
                    <a:pt x="63" y="1"/>
                  </a:lnTo>
                  <a:lnTo>
                    <a:pt x="63" y="1"/>
                  </a:lnTo>
                  <a:lnTo>
                    <a:pt x="32" y="17"/>
                  </a:lnTo>
                  <a:cubicBezTo>
                    <a:pt x="17" y="17"/>
                    <a:pt x="0" y="32"/>
                    <a:pt x="0" y="49"/>
                  </a:cubicBezTo>
                  <a:lnTo>
                    <a:pt x="0" y="64"/>
                  </a:lnTo>
                  <a:cubicBezTo>
                    <a:pt x="17" y="80"/>
                    <a:pt x="32" y="80"/>
                    <a:pt x="32" y="80"/>
                  </a:cubicBezTo>
                  <a:lnTo>
                    <a:pt x="48" y="80"/>
                  </a:lnTo>
                  <a:lnTo>
                    <a:pt x="95" y="64"/>
                  </a:lnTo>
                  <a:lnTo>
                    <a:pt x="95" y="64"/>
                  </a:lnTo>
                  <a:cubicBezTo>
                    <a:pt x="111" y="64"/>
                    <a:pt x="111" y="49"/>
                    <a:pt x="111" y="32"/>
                  </a:cubicBezTo>
                  <a:lnTo>
                    <a:pt x="111" y="32"/>
                  </a:lnTo>
                  <a:cubicBezTo>
                    <a:pt x="111" y="17"/>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1" name="Google Shape;2011;p38"/>
            <p:cNvSpPr/>
            <p:nvPr/>
          </p:nvSpPr>
          <p:spPr>
            <a:xfrm>
              <a:off x="3341860" y="1812329"/>
              <a:ext cx="6042" cy="5025"/>
            </a:xfrm>
            <a:custGeom>
              <a:avLst/>
              <a:gdLst/>
              <a:ahLst/>
              <a:cxnLst/>
              <a:rect l="l" t="t" r="r" b="b"/>
              <a:pathLst>
                <a:path w="190" h="158" extrusionOk="0">
                  <a:moveTo>
                    <a:pt x="63" y="0"/>
                  </a:moveTo>
                  <a:lnTo>
                    <a:pt x="48" y="0"/>
                  </a:lnTo>
                  <a:cubicBezTo>
                    <a:pt x="48" y="0"/>
                    <a:pt x="48" y="15"/>
                    <a:pt x="32" y="15"/>
                  </a:cubicBezTo>
                  <a:lnTo>
                    <a:pt x="32" y="0"/>
                  </a:lnTo>
                  <a:lnTo>
                    <a:pt x="17" y="15"/>
                  </a:lnTo>
                  <a:lnTo>
                    <a:pt x="17" y="15"/>
                  </a:lnTo>
                  <a:cubicBezTo>
                    <a:pt x="0" y="32"/>
                    <a:pt x="0" y="32"/>
                    <a:pt x="0" y="47"/>
                  </a:cubicBezTo>
                  <a:cubicBezTo>
                    <a:pt x="0" y="63"/>
                    <a:pt x="0" y="63"/>
                    <a:pt x="17" y="78"/>
                  </a:cubicBezTo>
                  <a:lnTo>
                    <a:pt x="32" y="78"/>
                  </a:lnTo>
                  <a:lnTo>
                    <a:pt x="126" y="141"/>
                  </a:lnTo>
                  <a:cubicBezTo>
                    <a:pt x="126" y="158"/>
                    <a:pt x="143" y="158"/>
                    <a:pt x="143" y="158"/>
                  </a:cubicBezTo>
                  <a:lnTo>
                    <a:pt x="143" y="158"/>
                  </a:lnTo>
                  <a:cubicBezTo>
                    <a:pt x="158" y="158"/>
                    <a:pt x="174" y="141"/>
                    <a:pt x="174" y="141"/>
                  </a:cubicBezTo>
                  <a:cubicBezTo>
                    <a:pt x="189" y="126"/>
                    <a:pt x="189" y="110"/>
                    <a:pt x="174" y="95"/>
                  </a:cubicBezTo>
                  <a:lnTo>
                    <a:pt x="143" y="78"/>
                  </a:lnTo>
                  <a:lnTo>
                    <a:pt x="126" y="78"/>
                  </a:lnTo>
                  <a:cubicBezTo>
                    <a:pt x="126" y="78"/>
                    <a:pt x="111" y="78"/>
                    <a:pt x="111" y="63"/>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2" name="Google Shape;2012;p38"/>
            <p:cNvSpPr/>
            <p:nvPr/>
          </p:nvSpPr>
          <p:spPr>
            <a:xfrm>
              <a:off x="3422037" y="1801771"/>
              <a:ext cx="2544" cy="3053"/>
            </a:xfrm>
            <a:custGeom>
              <a:avLst/>
              <a:gdLst/>
              <a:ahLst/>
              <a:cxnLst/>
              <a:rect l="l" t="t" r="r" b="b"/>
              <a:pathLst>
                <a:path w="80" h="96" extrusionOk="0">
                  <a:moveTo>
                    <a:pt x="48" y="1"/>
                  </a:moveTo>
                  <a:lnTo>
                    <a:pt x="32" y="1"/>
                  </a:lnTo>
                  <a:lnTo>
                    <a:pt x="17" y="1"/>
                  </a:lnTo>
                  <a:lnTo>
                    <a:pt x="17" y="1"/>
                  </a:lnTo>
                  <a:cubicBezTo>
                    <a:pt x="0" y="1"/>
                    <a:pt x="0" y="17"/>
                    <a:pt x="0" y="32"/>
                  </a:cubicBezTo>
                  <a:lnTo>
                    <a:pt x="17" y="64"/>
                  </a:lnTo>
                  <a:lnTo>
                    <a:pt x="17" y="64"/>
                  </a:lnTo>
                  <a:cubicBezTo>
                    <a:pt x="17" y="80"/>
                    <a:pt x="32" y="95"/>
                    <a:pt x="48" y="95"/>
                  </a:cubicBezTo>
                  <a:lnTo>
                    <a:pt x="48" y="95"/>
                  </a:lnTo>
                  <a:cubicBezTo>
                    <a:pt x="63" y="95"/>
                    <a:pt x="80" y="80"/>
                    <a:pt x="80" y="64"/>
                  </a:cubicBezTo>
                  <a:lnTo>
                    <a:pt x="80" y="32"/>
                  </a:lnTo>
                  <a:lnTo>
                    <a:pt x="63" y="17"/>
                  </a:lnTo>
                  <a:cubicBezTo>
                    <a:pt x="63" y="1"/>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3" name="Google Shape;2013;p38"/>
            <p:cNvSpPr/>
            <p:nvPr/>
          </p:nvSpPr>
          <p:spPr>
            <a:xfrm>
              <a:off x="3343864" y="1811789"/>
              <a:ext cx="3021" cy="3053"/>
            </a:xfrm>
            <a:custGeom>
              <a:avLst/>
              <a:gdLst/>
              <a:ahLst/>
              <a:cxnLst/>
              <a:rect l="l" t="t" r="r" b="b"/>
              <a:pathLst>
                <a:path w="95" h="96" extrusionOk="0">
                  <a:moveTo>
                    <a:pt x="17" y="1"/>
                  </a:moveTo>
                  <a:lnTo>
                    <a:pt x="0" y="17"/>
                  </a:lnTo>
                  <a:lnTo>
                    <a:pt x="48" y="80"/>
                  </a:lnTo>
                  <a:cubicBezTo>
                    <a:pt x="48" y="95"/>
                    <a:pt x="63" y="95"/>
                    <a:pt x="63" y="95"/>
                  </a:cubicBezTo>
                  <a:lnTo>
                    <a:pt x="80" y="95"/>
                  </a:lnTo>
                  <a:lnTo>
                    <a:pt x="95" y="95"/>
                  </a:lnTo>
                  <a:lnTo>
                    <a:pt x="95" y="80"/>
                  </a:lnTo>
                  <a:lnTo>
                    <a:pt x="95" y="49"/>
                  </a:lnTo>
                  <a:lnTo>
                    <a:pt x="95" y="49"/>
                  </a:lnTo>
                  <a:lnTo>
                    <a:pt x="95" y="32"/>
                  </a:lnTo>
                  <a:lnTo>
                    <a:pt x="95" y="32"/>
                  </a:lnTo>
                  <a:lnTo>
                    <a:pt x="80" y="49"/>
                  </a:lnTo>
                  <a:lnTo>
                    <a:pt x="63" y="49"/>
                  </a:lnTo>
                  <a:cubicBezTo>
                    <a:pt x="48" y="49"/>
                    <a:pt x="32" y="49"/>
                    <a:pt x="32" y="32"/>
                  </a:cubicBezTo>
                  <a:cubicBezTo>
                    <a:pt x="17"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4" name="Google Shape;2014;p38"/>
            <p:cNvSpPr/>
            <p:nvPr/>
          </p:nvSpPr>
          <p:spPr>
            <a:xfrm>
              <a:off x="3329838" y="1793279"/>
              <a:ext cx="3562" cy="3021"/>
            </a:xfrm>
            <a:custGeom>
              <a:avLst/>
              <a:gdLst/>
              <a:ahLst/>
              <a:cxnLst/>
              <a:rect l="l" t="t" r="r" b="b"/>
              <a:pathLst>
                <a:path w="112" h="95" extrusionOk="0">
                  <a:moveTo>
                    <a:pt x="80" y="0"/>
                  </a:moveTo>
                  <a:lnTo>
                    <a:pt x="63" y="0"/>
                  </a:lnTo>
                  <a:cubicBezTo>
                    <a:pt x="63" y="0"/>
                    <a:pt x="63" y="15"/>
                    <a:pt x="48" y="15"/>
                  </a:cubicBezTo>
                  <a:lnTo>
                    <a:pt x="17" y="32"/>
                  </a:lnTo>
                  <a:cubicBezTo>
                    <a:pt x="0" y="47"/>
                    <a:pt x="0" y="78"/>
                    <a:pt x="17" y="78"/>
                  </a:cubicBezTo>
                  <a:cubicBezTo>
                    <a:pt x="17" y="95"/>
                    <a:pt x="32" y="95"/>
                    <a:pt x="32" y="95"/>
                  </a:cubicBezTo>
                  <a:lnTo>
                    <a:pt x="63" y="95"/>
                  </a:lnTo>
                  <a:lnTo>
                    <a:pt x="95" y="63"/>
                  </a:lnTo>
                  <a:lnTo>
                    <a:pt x="95" y="63"/>
                  </a:lnTo>
                  <a:cubicBezTo>
                    <a:pt x="111" y="47"/>
                    <a:pt x="111" y="32"/>
                    <a:pt x="95" y="15"/>
                  </a:cubicBezTo>
                  <a:lnTo>
                    <a:pt x="95" y="15"/>
                  </a:ln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5" name="Google Shape;2015;p38"/>
            <p:cNvSpPr/>
            <p:nvPr/>
          </p:nvSpPr>
          <p:spPr>
            <a:xfrm>
              <a:off x="3362914" y="1805778"/>
              <a:ext cx="2544" cy="3053"/>
            </a:xfrm>
            <a:custGeom>
              <a:avLst/>
              <a:gdLst/>
              <a:ahLst/>
              <a:cxnLst/>
              <a:rect l="l" t="t" r="r" b="b"/>
              <a:pathLst>
                <a:path w="80" h="96" extrusionOk="0">
                  <a:moveTo>
                    <a:pt x="32" y="1"/>
                  </a:moveTo>
                  <a:lnTo>
                    <a:pt x="32" y="1"/>
                  </a:lnTo>
                  <a:lnTo>
                    <a:pt x="32" y="1"/>
                  </a:lnTo>
                  <a:cubicBezTo>
                    <a:pt x="0" y="1"/>
                    <a:pt x="0" y="17"/>
                    <a:pt x="0" y="32"/>
                  </a:cubicBezTo>
                  <a:lnTo>
                    <a:pt x="16" y="80"/>
                  </a:lnTo>
                  <a:cubicBezTo>
                    <a:pt x="16" y="95"/>
                    <a:pt x="32" y="95"/>
                    <a:pt x="48" y="95"/>
                  </a:cubicBezTo>
                  <a:lnTo>
                    <a:pt x="63" y="95"/>
                  </a:lnTo>
                  <a:cubicBezTo>
                    <a:pt x="79" y="95"/>
                    <a:pt x="79" y="80"/>
                    <a:pt x="79" y="64"/>
                  </a:cubicBezTo>
                  <a:lnTo>
                    <a:pt x="63" y="17"/>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6" name="Google Shape;2016;p38"/>
            <p:cNvSpPr/>
            <p:nvPr/>
          </p:nvSpPr>
          <p:spPr>
            <a:xfrm>
              <a:off x="3190538" y="1824351"/>
              <a:ext cx="3530" cy="2035"/>
            </a:xfrm>
            <a:custGeom>
              <a:avLst/>
              <a:gdLst/>
              <a:ahLst/>
              <a:cxnLst/>
              <a:rect l="l" t="t" r="r" b="b"/>
              <a:pathLst>
                <a:path w="111" h="64" extrusionOk="0">
                  <a:moveTo>
                    <a:pt x="32" y="0"/>
                  </a:moveTo>
                  <a:lnTo>
                    <a:pt x="32" y="0"/>
                  </a:lnTo>
                  <a:cubicBezTo>
                    <a:pt x="16" y="0"/>
                    <a:pt x="0" y="15"/>
                    <a:pt x="0" y="32"/>
                  </a:cubicBezTo>
                  <a:cubicBezTo>
                    <a:pt x="0" y="47"/>
                    <a:pt x="16" y="63"/>
                    <a:pt x="32" y="63"/>
                  </a:cubicBezTo>
                  <a:lnTo>
                    <a:pt x="79" y="63"/>
                  </a:lnTo>
                  <a:lnTo>
                    <a:pt x="79" y="63"/>
                  </a:lnTo>
                  <a:cubicBezTo>
                    <a:pt x="95" y="63"/>
                    <a:pt x="111" y="47"/>
                    <a:pt x="111" y="32"/>
                  </a:cubicBezTo>
                  <a:cubicBezTo>
                    <a:pt x="111" y="15"/>
                    <a:pt x="95" y="0"/>
                    <a:pt x="79"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7" name="Google Shape;2017;p38"/>
            <p:cNvSpPr/>
            <p:nvPr/>
          </p:nvSpPr>
          <p:spPr>
            <a:xfrm>
              <a:off x="3113351" y="1817323"/>
              <a:ext cx="2035" cy="2035"/>
            </a:xfrm>
            <a:custGeom>
              <a:avLst/>
              <a:gdLst/>
              <a:ahLst/>
              <a:cxnLst/>
              <a:rect l="l" t="t" r="r" b="b"/>
              <a:pathLst>
                <a:path w="64" h="64" extrusionOk="0">
                  <a:moveTo>
                    <a:pt x="1" y="1"/>
                  </a:moveTo>
                  <a:lnTo>
                    <a:pt x="64" y="64"/>
                  </a:lnTo>
                  <a:cubicBezTo>
                    <a:pt x="64" y="47"/>
                    <a:pt x="49" y="47"/>
                    <a:pt x="49" y="32"/>
                  </a:cubicBezTo>
                  <a:lnTo>
                    <a:pt x="49" y="32"/>
                  </a:lnTo>
                  <a:lnTo>
                    <a:pt x="49" y="32"/>
                  </a:lnTo>
                  <a:cubicBezTo>
                    <a:pt x="32" y="16"/>
                    <a:pt x="32" y="1"/>
                    <a:pt x="1" y="1"/>
                  </a:cubicBezTo>
                  <a:close/>
                </a:path>
              </a:pathLst>
            </a:custGeom>
            <a:solidFill>
              <a:srgbClr val="999999"/>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8" name="Google Shape;2018;p38"/>
            <p:cNvSpPr/>
            <p:nvPr/>
          </p:nvSpPr>
          <p:spPr>
            <a:xfrm>
              <a:off x="3113351" y="1816814"/>
              <a:ext cx="2035" cy="2544"/>
            </a:xfrm>
            <a:custGeom>
              <a:avLst/>
              <a:gdLst/>
              <a:ahLst/>
              <a:cxnLst/>
              <a:rect l="l" t="t" r="r" b="b"/>
              <a:pathLst>
                <a:path w="64" h="80" extrusionOk="0">
                  <a:moveTo>
                    <a:pt x="49" y="48"/>
                  </a:moveTo>
                  <a:lnTo>
                    <a:pt x="49" y="48"/>
                  </a:lnTo>
                  <a:cubicBezTo>
                    <a:pt x="49" y="63"/>
                    <a:pt x="64" y="63"/>
                    <a:pt x="64" y="80"/>
                  </a:cubicBezTo>
                  <a:lnTo>
                    <a:pt x="64" y="80"/>
                  </a:lnTo>
                  <a:cubicBezTo>
                    <a:pt x="64" y="63"/>
                    <a:pt x="49" y="63"/>
                    <a:pt x="49" y="48"/>
                  </a:cubicBezTo>
                  <a:lnTo>
                    <a:pt x="49" y="48"/>
                  </a:lnTo>
                  <a:close/>
                  <a:moveTo>
                    <a:pt x="1" y="0"/>
                  </a:moveTo>
                  <a:lnTo>
                    <a:pt x="1" y="17"/>
                  </a:lnTo>
                  <a:lnTo>
                    <a:pt x="1" y="17"/>
                  </a:lnTo>
                  <a:cubicBezTo>
                    <a:pt x="32" y="17"/>
                    <a:pt x="32" y="32"/>
                    <a:pt x="49" y="48"/>
                  </a:cubicBezTo>
                  <a:cubicBezTo>
                    <a:pt x="49" y="32"/>
                    <a:pt x="17" y="17"/>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9" name="Google Shape;2019;p38"/>
            <p:cNvSpPr/>
            <p:nvPr/>
          </p:nvSpPr>
          <p:spPr>
            <a:xfrm>
              <a:off x="3113351" y="1814810"/>
              <a:ext cx="4039" cy="5025"/>
            </a:xfrm>
            <a:custGeom>
              <a:avLst/>
              <a:gdLst/>
              <a:ahLst/>
              <a:cxnLst/>
              <a:rect l="l" t="t" r="r" b="b"/>
              <a:pathLst>
                <a:path w="127" h="158" extrusionOk="0">
                  <a:moveTo>
                    <a:pt x="49" y="0"/>
                  </a:moveTo>
                  <a:lnTo>
                    <a:pt x="32" y="0"/>
                  </a:lnTo>
                  <a:lnTo>
                    <a:pt x="17" y="17"/>
                  </a:lnTo>
                  <a:lnTo>
                    <a:pt x="17" y="17"/>
                  </a:lnTo>
                  <a:lnTo>
                    <a:pt x="1" y="48"/>
                  </a:lnTo>
                  <a:lnTo>
                    <a:pt x="1" y="63"/>
                  </a:lnTo>
                  <a:cubicBezTo>
                    <a:pt x="17" y="80"/>
                    <a:pt x="49" y="95"/>
                    <a:pt x="49" y="111"/>
                  </a:cubicBezTo>
                  <a:lnTo>
                    <a:pt x="49" y="111"/>
                  </a:lnTo>
                  <a:lnTo>
                    <a:pt x="49" y="111"/>
                  </a:lnTo>
                  <a:cubicBezTo>
                    <a:pt x="49" y="126"/>
                    <a:pt x="64" y="126"/>
                    <a:pt x="64" y="143"/>
                  </a:cubicBezTo>
                  <a:lnTo>
                    <a:pt x="64" y="158"/>
                  </a:lnTo>
                  <a:lnTo>
                    <a:pt x="95" y="158"/>
                  </a:lnTo>
                  <a:lnTo>
                    <a:pt x="112" y="158"/>
                  </a:lnTo>
                  <a:cubicBezTo>
                    <a:pt x="127" y="143"/>
                    <a:pt x="127" y="126"/>
                    <a:pt x="112" y="111"/>
                  </a:cubicBezTo>
                  <a:lnTo>
                    <a:pt x="64" y="48"/>
                  </a:lnTo>
                  <a:lnTo>
                    <a:pt x="80" y="48"/>
                  </a:lnTo>
                  <a:lnTo>
                    <a:pt x="80" y="48"/>
                  </a:lnTo>
                  <a:cubicBezTo>
                    <a:pt x="80" y="32"/>
                    <a:pt x="64" y="17"/>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0" name="Google Shape;2020;p38"/>
            <p:cNvSpPr/>
            <p:nvPr/>
          </p:nvSpPr>
          <p:spPr>
            <a:xfrm>
              <a:off x="3269221" y="1784724"/>
              <a:ext cx="3021" cy="3562"/>
            </a:xfrm>
            <a:custGeom>
              <a:avLst/>
              <a:gdLst/>
              <a:ahLst/>
              <a:cxnLst/>
              <a:rect l="l" t="t" r="r" b="b"/>
              <a:pathLst>
                <a:path w="95" h="112" extrusionOk="0">
                  <a:moveTo>
                    <a:pt x="47" y="1"/>
                  </a:moveTo>
                  <a:lnTo>
                    <a:pt x="47" y="1"/>
                  </a:lnTo>
                  <a:cubicBezTo>
                    <a:pt x="47" y="1"/>
                    <a:pt x="32" y="1"/>
                    <a:pt x="32" y="17"/>
                  </a:cubicBezTo>
                  <a:lnTo>
                    <a:pt x="15" y="17"/>
                  </a:lnTo>
                  <a:lnTo>
                    <a:pt x="0" y="64"/>
                  </a:lnTo>
                  <a:cubicBezTo>
                    <a:pt x="0" y="80"/>
                    <a:pt x="0" y="95"/>
                    <a:pt x="15" y="112"/>
                  </a:cubicBezTo>
                  <a:lnTo>
                    <a:pt x="32" y="112"/>
                  </a:lnTo>
                  <a:cubicBezTo>
                    <a:pt x="47" y="112"/>
                    <a:pt x="63" y="95"/>
                    <a:pt x="63" y="95"/>
                  </a:cubicBezTo>
                  <a:lnTo>
                    <a:pt x="78" y="49"/>
                  </a:lnTo>
                  <a:cubicBezTo>
                    <a:pt x="95" y="32"/>
                    <a:pt x="78"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1" name="Google Shape;2021;p38"/>
            <p:cNvSpPr/>
            <p:nvPr/>
          </p:nvSpPr>
          <p:spPr>
            <a:xfrm>
              <a:off x="3176004" y="1794742"/>
              <a:ext cx="5057" cy="4580"/>
            </a:xfrm>
            <a:custGeom>
              <a:avLst/>
              <a:gdLst/>
              <a:ahLst/>
              <a:cxnLst/>
              <a:rect l="l" t="t" r="r" b="b"/>
              <a:pathLst>
                <a:path w="159" h="144" extrusionOk="0">
                  <a:moveTo>
                    <a:pt x="127" y="1"/>
                  </a:moveTo>
                  <a:lnTo>
                    <a:pt x="127" y="1"/>
                  </a:lnTo>
                  <a:lnTo>
                    <a:pt x="127" y="1"/>
                  </a:lnTo>
                  <a:cubicBezTo>
                    <a:pt x="110" y="1"/>
                    <a:pt x="95" y="17"/>
                    <a:pt x="95" y="32"/>
                  </a:cubicBezTo>
                  <a:cubicBezTo>
                    <a:pt x="95" y="49"/>
                    <a:pt x="95" y="49"/>
                    <a:pt x="64" y="64"/>
                  </a:cubicBezTo>
                  <a:lnTo>
                    <a:pt x="64" y="64"/>
                  </a:lnTo>
                  <a:cubicBezTo>
                    <a:pt x="47" y="64"/>
                    <a:pt x="32" y="64"/>
                    <a:pt x="16" y="80"/>
                  </a:cubicBezTo>
                  <a:cubicBezTo>
                    <a:pt x="16" y="80"/>
                    <a:pt x="16" y="95"/>
                    <a:pt x="1" y="95"/>
                  </a:cubicBezTo>
                  <a:lnTo>
                    <a:pt x="1" y="127"/>
                  </a:lnTo>
                  <a:cubicBezTo>
                    <a:pt x="16" y="143"/>
                    <a:pt x="32" y="143"/>
                    <a:pt x="32" y="143"/>
                  </a:cubicBezTo>
                  <a:lnTo>
                    <a:pt x="47" y="143"/>
                  </a:lnTo>
                  <a:cubicBezTo>
                    <a:pt x="64" y="143"/>
                    <a:pt x="64" y="127"/>
                    <a:pt x="79" y="127"/>
                  </a:cubicBezTo>
                  <a:cubicBezTo>
                    <a:pt x="95" y="127"/>
                    <a:pt x="110" y="112"/>
                    <a:pt x="142" y="95"/>
                  </a:cubicBezTo>
                  <a:cubicBezTo>
                    <a:pt x="142" y="95"/>
                    <a:pt x="158" y="80"/>
                    <a:pt x="158" y="64"/>
                  </a:cubicBezTo>
                  <a:lnTo>
                    <a:pt x="158" y="32"/>
                  </a:lnTo>
                  <a:cubicBezTo>
                    <a:pt x="158" y="17"/>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2" name="Google Shape;2022;p38"/>
            <p:cNvSpPr/>
            <p:nvPr/>
          </p:nvSpPr>
          <p:spPr>
            <a:xfrm>
              <a:off x="3032697" y="1806796"/>
              <a:ext cx="2512" cy="3530"/>
            </a:xfrm>
            <a:custGeom>
              <a:avLst/>
              <a:gdLst/>
              <a:ahLst/>
              <a:cxnLst/>
              <a:rect l="l" t="t" r="r" b="b"/>
              <a:pathLst>
                <a:path w="79" h="111" extrusionOk="0">
                  <a:moveTo>
                    <a:pt x="16" y="0"/>
                  </a:moveTo>
                  <a:lnTo>
                    <a:pt x="16" y="32"/>
                  </a:lnTo>
                  <a:lnTo>
                    <a:pt x="1" y="63"/>
                  </a:lnTo>
                  <a:lnTo>
                    <a:pt x="1" y="79"/>
                  </a:lnTo>
                  <a:lnTo>
                    <a:pt x="32" y="111"/>
                  </a:lnTo>
                  <a:lnTo>
                    <a:pt x="47" y="111"/>
                  </a:lnTo>
                  <a:cubicBezTo>
                    <a:pt x="64" y="111"/>
                    <a:pt x="79" y="95"/>
                    <a:pt x="79" y="79"/>
                  </a:cubicBezTo>
                  <a:lnTo>
                    <a:pt x="79" y="32"/>
                  </a:lnTo>
                  <a:lnTo>
                    <a:pt x="79" y="32"/>
                  </a:lnTo>
                  <a:lnTo>
                    <a:pt x="64" y="32"/>
                  </a:lnTo>
                  <a:lnTo>
                    <a:pt x="47" y="32"/>
                  </a:lnTo>
                  <a:cubicBezTo>
                    <a:pt x="32" y="16"/>
                    <a:pt x="16" y="16"/>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3" name="Google Shape;2023;p38"/>
            <p:cNvSpPr/>
            <p:nvPr/>
          </p:nvSpPr>
          <p:spPr>
            <a:xfrm>
              <a:off x="3088290" y="1800785"/>
              <a:ext cx="4039" cy="3021"/>
            </a:xfrm>
            <a:custGeom>
              <a:avLst/>
              <a:gdLst/>
              <a:ahLst/>
              <a:cxnLst/>
              <a:rect l="l" t="t" r="r" b="b"/>
              <a:pathLst>
                <a:path w="127" h="95" extrusionOk="0">
                  <a:moveTo>
                    <a:pt x="80" y="0"/>
                  </a:moveTo>
                  <a:lnTo>
                    <a:pt x="80" y="0"/>
                  </a:lnTo>
                  <a:lnTo>
                    <a:pt x="64" y="0"/>
                  </a:lnTo>
                  <a:lnTo>
                    <a:pt x="32" y="32"/>
                  </a:lnTo>
                  <a:cubicBezTo>
                    <a:pt x="17" y="32"/>
                    <a:pt x="1" y="48"/>
                    <a:pt x="17" y="63"/>
                  </a:cubicBezTo>
                  <a:cubicBezTo>
                    <a:pt x="17" y="79"/>
                    <a:pt x="32" y="95"/>
                    <a:pt x="49" y="95"/>
                  </a:cubicBezTo>
                  <a:lnTo>
                    <a:pt x="49" y="95"/>
                  </a:lnTo>
                  <a:lnTo>
                    <a:pt x="64" y="95"/>
                  </a:lnTo>
                  <a:lnTo>
                    <a:pt x="80" y="95"/>
                  </a:lnTo>
                  <a:cubicBezTo>
                    <a:pt x="95" y="95"/>
                    <a:pt x="112" y="95"/>
                    <a:pt x="112" y="79"/>
                  </a:cubicBezTo>
                  <a:lnTo>
                    <a:pt x="112" y="48"/>
                  </a:lnTo>
                  <a:cubicBezTo>
                    <a:pt x="127" y="32"/>
                    <a:pt x="112" y="16"/>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4" name="Google Shape;2024;p38"/>
            <p:cNvSpPr/>
            <p:nvPr/>
          </p:nvSpPr>
          <p:spPr>
            <a:xfrm>
              <a:off x="3206090" y="1788254"/>
              <a:ext cx="3021" cy="3053"/>
            </a:xfrm>
            <a:custGeom>
              <a:avLst/>
              <a:gdLst/>
              <a:ahLst/>
              <a:cxnLst/>
              <a:rect l="l" t="t" r="r" b="b"/>
              <a:pathLst>
                <a:path w="95" h="96" extrusionOk="0">
                  <a:moveTo>
                    <a:pt x="63" y="1"/>
                  </a:moveTo>
                  <a:lnTo>
                    <a:pt x="47" y="1"/>
                  </a:lnTo>
                  <a:cubicBezTo>
                    <a:pt x="47" y="1"/>
                    <a:pt x="32" y="1"/>
                    <a:pt x="32" y="16"/>
                  </a:cubicBezTo>
                  <a:lnTo>
                    <a:pt x="15" y="16"/>
                  </a:lnTo>
                  <a:lnTo>
                    <a:pt x="0" y="47"/>
                  </a:lnTo>
                  <a:cubicBezTo>
                    <a:pt x="0" y="64"/>
                    <a:pt x="0" y="95"/>
                    <a:pt x="15" y="95"/>
                  </a:cubicBezTo>
                  <a:lnTo>
                    <a:pt x="32" y="95"/>
                  </a:lnTo>
                  <a:cubicBezTo>
                    <a:pt x="47" y="95"/>
                    <a:pt x="63" y="95"/>
                    <a:pt x="63" y="79"/>
                  </a:cubicBezTo>
                  <a:lnTo>
                    <a:pt x="95" y="47"/>
                  </a:lnTo>
                  <a:cubicBezTo>
                    <a:pt x="95" y="32"/>
                    <a:pt x="95" y="16"/>
                    <a:pt x="78" y="16"/>
                  </a:cubicBez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5" name="Google Shape;2025;p38"/>
            <p:cNvSpPr/>
            <p:nvPr/>
          </p:nvSpPr>
          <p:spPr>
            <a:xfrm>
              <a:off x="3318326" y="1776232"/>
              <a:ext cx="3021" cy="4039"/>
            </a:xfrm>
            <a:custGeom>
              <a:avLst/>
              <a:gdLst/>
              <a:ahLst/>
              <a:cxnLst/>
              <a:rect l="l" t="t" r="r" b="b"/>
              <a:pathLst>
                <a:path w="95" h="127" extrusionOk="0">
                  <a:moveTo>
                    <a:pt x="32" y="1"/>
                  </a:moveTo>
                  <a:lnTo>
                    <a:pt x="32" y="1"/>
                  </a:lnTo>
                  <a:lnTo>
                    <a:pt x="32" y="1"/>
                  </a:lnTo>
                  <a:cubicBezTo>
                    <a:pt x="16" y="1"/>
                    <a:pt x="0" y="32"/>
                    <a:pt x="0" y="47"/>
                  </a:cubicBezTo>
                  <a:lnTo>
                    <a:pt x="16" y="95"/>
                  </a:lnTo>
                  <a:lnTo>
                    <a:pt x="16" y="110"/>
                  </a:lnTo>
                  <a:cubicBezTo>
                    <a:pt x="16" y="110"/>
                    <a:pt x="32" y="127"/>
                    <a:pt x="47" y="127"/>
                  </a:cubicBezTo>
                  <a:lnTo>
                    <a:pt x="47" y="127"/>
                  </a:lnTo>
                  <a:lnTo>
                    <a:pt x="63" y="127"/>
                  </a:lnTo>
                  <a:cubicBezTo>
                    <a:pt x="79" y="127"/>
                    <a:pt x="95" y="110"/>
                    <a:pt x="79" y="95"/>
                  </a:cubicBezTo>
                  <a:cubicBezTo>
                    <a:pt x="79" y="95"/>
                    <a:pt x="79" y="110"/>
                    <a:pt x="63" y="110"/>
                  </a:cubicBezTo>
                  <a:lnTo>
                    <a:pt x="63" y="110"/>
                  </a:lnTo>
                  <a:cubicBezTo>
                    <a:pt x="47" y="110"/>
                    <a:pt x="32" y="95"/>
                    <a:pt x="16" y="79"/>
                  </a:cubicBezTo>
                  <a:lnTo>
                    <a:pt x="16" y="47"/>
                  </a:lnTo>
                  <a:cubicBezTo>
                    <a:pt x="0" y="32"/>
                    <a:pt x="16" y="16"/>
                    <a:pt x="32"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6" name="Google Shape;2026;p38"/>
            <p:cNvSpPr/>
            <p:nvPr/>
          </p:nvSpPr>
          <p:spPr>
            <a:xfrm>
              <a:off x="3118376" y="1799767"/>
              <a:ext cx="2544" cy="3053"/>
            </a:xfrm>
            <a:custGeom>
              <a:avLst/>
              <a:gdLst/>
              <a:ahLst/>
              <a:cxnLst/>
              <a:rect l="l" t="t" r="r" b="b"/>
              <a:pathLst>
                <a:path w="80" h="96" extrusionOk="0">
                  <a:moveTo>
                    <a:pt x="32" y="1"/>
                  </a:moveTo>
                  <a:lnTo>
                    <a:pt x="32" y="1"/>
                  </a:lnTo>
                  <a:lnTo>
                    <a:pt x="32" y="1"/>
                  </a:lnTo>
                  <a:cubicBezTo>
                    <a:pt x="17" y="1"/>
                    <a:pt x="0" y="17"/>
                    <a:pt x="0" y="32"/>
                  </a:cubicBezTo>
                  <a:lnTo>
                    <a:pt x="0" y="64"/>
                  </a:lnTo>
                  <a:cubicBezTo>
                    <a:pt x="0" y="80"/>
                    <a:pt x="17" y="95"/>
                    <a:pt x="32" y="95"/>
                  </a:cubicBezTo>
                  <a:lnTo>
                    <a:pt x="32" y="95"/>
                  </a:lnTo>
                  <a:lnTo>
                    <a:pt x="63" y="95"/>
                  </a:lnTo>
                  <a:cubicBezTo>
                    <a:pt x="48" y="80"/>
                    <a:pt x="48" y="64"/>
                    <a:pt x="48" y="48"/>
                  </a:cubicBezTo>
                  <a:cubicBezTo>
                    <a:pt x="48" y="32"/>
                    <a:pt x="63" y="32"/>
                    <a:pt x="80" y="32"/>
                  </a:cubicBezTo>
                  <a:cubicBezTo>
                    <a:pt x="80"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7" name="Google Shape;2027;p38"/>
            <p:cNvSpPr/>
            <p:nvPr/>
          </p:nvSpPr>
          <p:spPr>
            <a:xfrm>
              <a:off x="3196549" y="1792261"/>
              <a:ext cx="4039" cy="2035"/>
            </a:xfrm>
            <a:custGeom>
              <a:avLst/>
              <a:gdLst/>
              <a:ahLst/>
              <a:cxnLst/>
              <a:rect l="l" t="t" r="r" b="b"/>
              <a:pathLst>
                <a:path w="127" h="64" extrusionOk="0">
                  <a:moveTo>
                    <a:pt x="48" y="1"/>
                  </a:moveTo>
                  <a:lnTo>
                    <a:pt x="63" y="1"/>
                  </a:lnTo>
                  <a:cubicBezTo>
                    <a:pt x="63" y="16"/>
                    <a:pt x="48" y="32"/>
                    <a:pt x="32" y="32"/>
                  </a:cubicBezTo>
                  <a:lnTo>
                    <a:pt x="17" y="47"/>
                  </a:lnTo>
                  <a:lnTo>
                    <a:pt x="0" y="47"/>
                  </a:lnTo>
                  <a:cubicBezTo>
                    <a:pt x="0" y="64"/>
                    <a:pt x="17" y="64"/>
                    <a:pt x="32" y="64"/>
                  </a:cubicBezTo>
                  <a:lnTo>
                    <a:pt x="95" y="64"/>
                  </a:lnTo>
                  <a:cubicBezTo>
                    <a:pt x="111" y="64"/>
                    <a:pt x="126" y="47"/>
                    <a:pt x="126" y="32"/>
                  </a:cubicBezTo>
                  <a:lnTo>
                    <a:pt x="126" y="32"/>
                  </a:lnTo>
                  <a:cubicBezTo>
                    <a:pt x="126" y="16"/>
                    <a:pt x="111" y="1"/>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8" name="Google Shape;2028;p38"/>
            <p:cNvSpPr/>
            <p:nvPr/>
          </p:nvSpPr>
          <p:spPr>
            <a:xfrm>
              <a:off x="3039185" y="1806796"/>
              <a:ext cx="4039" cy="4548"/>
            </a:xfrm>
            <a:custGeom>
              <a:avLst/>
              <a:gdLst/>
              <a:ahLst/>
              <a:cxnLst/>
              <a:rect l="l" t="t" r="r" b="b"/>
              <a:pathLst>
                <a:path w="127" h="143" extrusionOk="0">
                  <a:moveTo>
                    <a:pt x="95" y="0"/>
                  </a:moveTo>
                  <a:lnTo>
                    <a:pt x="80" y="0"/>
                  </a:lnTo>
                  <a:lnTo>
                    <a:pt x="64" y="16"/>
                  </a:lnTo>
                  <a:lnTo>
                    <a:pt x="17" y="48"/>
                  </a:lnTo>
                  <a:lnTo>
                    <a:pt x="17" y="63"/>
                  </a:lnTo>
                  <a:lnTo>
                    <a:pt x="1" y="95"/>
                  </a:lnTo>
                  <a:cubicBezTo>
                    <a:pt x="1" y="111"/>
                    <a:pt x="17" y="143"/>
                    <a:pt x="32" y="143"/>
                  </a:cubicBezTo>
                  <a:lnTo>
                    <a:pt x="49" y="143"/>
                  </a:lnTo>
                  <a:cubicBezTo>
                    <a:pt x="64" y="143"/>
                    <a:pt x="80" y="126"/>
                    <a:pt x="80" y="111"/>
                  </a:cubicBezTo>
                  <a:lnTo>
                    <a:pt x="80" y="95"/>
                  </a:lnTo>
                  <a:lnTo>
                    <a:pt x="112" y="63"/>
                  </a:lnTo>
                  <a:cubicBezTo>
                    <a:pt x="127" y="48"/>
                    <a:pt x="127" y="32"/>
                    <a:pt x="112" y="16"/>
                  </a:cubicBezTo>
                  <a:cubicBezTo>
                    <a:pt x="112"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9" name="Google Shape;2029;p38"/>
            <p:cNvSpPr/>
            <p:nvPr/>
          </p:nvSpPr>
          <p:spPr>
            <a:xfrm>
              <a:off x="3193051" y="1790735"/>
              <a:ext cx="5534" cy="3053"/>
            </a:xfrm>
            <a:custGeom>
              <a:avLst/>
              <a:gdLst/>
              <a:ahLst/>
              <a:cxnLst/>
              <a:rect l="l" t="t" r="r" b="b"/>
              <a:pathLst>
                <a:path w="174" h="96" extrusionOk="0">
                  <a:moveTo>
                    <a:pt x="32" y="1"/>
                  </a:moveTo>
                  <a:lnTo>
                    <a:pt x="32" y="1"/>
                  </a:lnTo>
                  <a:lnTo>
                    <a:pt x="16" y="17"/>
                  </a:lnTo>
                  <a:cubicBezTo>
                    <a:pt x="0" y="17"/>
                    <a:pt x="0" y="32"/>
                    <a:pt x="0" y="64"/>
                  </a:cubicBezTo>
                  <a:lnTo>
                    <a:pt x="16" y="64"/>
                  </a:lnTo>
                  <a:cubicBezTo>
                    <a:pt x="32" y="95"/>
                    <a:pt x="47" y="95"/>
                    <a:pt x="79" y="95"/>
                  </a:cubicBezTo>
                  <a:lnTo>
                    <a:pt x="110" y="95"/>
                  </a:lnTo>
                  <a:lnTo>
                    <a:pt x="127" y="95"/>
                  </a:lnTo>
                  <a:lnTo>
                    <a:pt x="142" y="80"/>
                  </a:lnTo>
                  <a:cubicBezTo>
                    <a:pt x="158" y="80"/>
                    <a:pt x="173" y="64"/>
                    <a:pt x="173" y="49"/>
                  </a:cubicBezTo>
                  <a:lnTo>
                    <a:pt x="158" y="49"/>
                  </a:lnTo>
                  <a:cubicBezTo>
                    <a:pt x="158" y="32"/>
                    <a:pt x="158" y="17"/>
                    <a:pt x="142" y="17"/>
                  </a:cubicBezTo>
                  <a:lnTo>
                    <a:pt x="127" y="17"/>
                  </a:lnTo>
                  <a:lnTo>
                    <a:pt x="127" y="17"/>
                  </a:lnTo>
                  <a:cubicBezTo>
                    <a:pt x="127" y="17"/>
                    <a:pt x="110" y="17"/>
                    <a:pt x="110" y="32"/>
                  </a:cubicBezTo>
                  <a:lnTo>
                    <a:pt x="95" y="32"/>
                  </a:lnTo>
                  <a:lnTo>
                    <a:pt x="79" y="32"/>
                  </a:lnTo>
                  <a:lnTo>
                    <a:pt x="79" y="32"/>
                  </a:lnTo>
                  <a:cubicBezTo>
                    <a:pt x="79" y="32"/>
                    <a:pt x="63" y="32"/>
                    <a:pt x="63" y="17"/>
                  </a:cubicBez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0" name="Google Shape;2030;p38"/>
            <p:cNvSpPr/>
            <p:nvPr/>
          </p:nvSpPr>
          <p:spPr>
            <a:xfrm>
              <a:off x="3419557" y="1777727"/>
              <a:ext cx="3498" cy="2544"/>
            </a:xfrm>
            <a:custGeom>
              <a:avLst/>
              <a:gdLst/>
              <a:ahLst/>
              <a:cxnLst/>
              <a:rect l="l" t="t" r="r" b="b"/>
              <a:pathLst>
                <a:path w="110" h="80" extrusionOk="0">
                  <a:moveTo>
                    <a:pt x="32" y="0"/>
                  </a:moveTo>
                  <a:lnTo>
                    <a:pt x="32" y="0"/>
                  </a:lnTo>
                  <a:cubicBezTo>
                    <a:pt x="15" y="17"/>
                    <a:pt x="0" y="17"/>
                    <a:pt x="0" y="32"/>
                  </a:cubicBezTo>
                  <a:lnTo>
                    <a:pt x="0" y="63"/>
                  </a:lnTo>
                  <a:cubicBezTo>
                    <a:pt x="15" y="63"/>
                    <a:pt x="15" y="80"/>
                    <a:pt x="32" y="80"/>
                  </a:cubicBezTo>
                  <a:lnTo>
                    <a:pt x="47" y="80"/>
                  </a:lnTo>
                  <a:lnTo>
                    <a:pt x="63" y="80"/>
                  </a:lnTo>
                  <a:lnTo>
                    <a:pt x="63" y="80"/>
                  </a:lnTo>
                  <a:cubicBezTo>
                    <a:pt x="95" y="80"/>
                    <a:pt x="110" y="63"/>
                    <a:pt x="110" y="48"/>
                  </a:cubicBezTo>
                  <a:cubicBezTo>
                    <a:pt x="110" y="32"/>
                    <a:pt x="95" y="17"/>
                    <a:pt x="78" y="17"/>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1" name="Google Shape;2031;p38"/>
            <p:cNvSpPr/>
            <p:nvPr/>
          </p:nvSpPr>
          <p:spPr>
            <a:xfrm>
              <a:off x="3412019" y="1777250"/>
              <a:ext cx="3530" cy="4516"/>
            </a:xfrm>
            <a:custGeom>
              <a:avLst/>
              <a:gdLst/>
              <a:ahLst/>
              <a:cxnLst/>
              <a:rect l="l" t="t" r="r" b="b"/>
              <a:pathLst>
                <a:path w="111" h="142" extrusionOk="0">
                  <a:moveTo>
                    <a:pt x="32" y="0"/>
                  </a:moveTo>
                  <a:lnTo>
                    <a:pt x="32" y="0"/>
                  </a:lnTo>
                  <a:cubicBezTo>
                    <a:pt x="16" y="0"/>
                    <a:pt x="0" y="15"/>
                    <a:pt x="0" y="32"/>
                  </a:cubicBezTo>
                  <a:lnTo>
                    <a:pt x="0" y="47"/>
                  </a:lnTo>
                  <a:cubicBezTo>
                    <a:pt x="0" y="63"/>
                    <a:pt x="16" y="63"/>
                    <a:pt x="16" y="63"/>
                  </a:cubicBezTo>
                  <a:lnTo>
                    <a:pt x="32" y="78"/>
                  </a:lnTo>
                  <a:lnTo>
                    <a:pt x="32" y="110"/>
                  </a:lnTo>
                  <a:lnTo>
                    <a:pt x="32" y="110"/>
                  </a:lnTo>
                  <a:cubicBezTo>
                    <a:pt x="32" y="126"/>
                    <a:pt x="48" y="126"/>
                    <a:pt x="48" y="141"/>
                  </a:cubicBezTo>
                  <a:lnTo>
                    <a:pt x="63" y="141"/>
                  </a:lnTo>
                  <a:lnTo>
                    <a:pt x="63" y="141"/>
                  </a:lnTo>
                  <a:lnTo>
                    <a:pt x="63" y="141"/>
                  </a:lnTo>
                  <a:lnTo>
                    <a:pt x="79" y="141"/>
                  </a:lnTo>
                  <a:cubicBezTo>
                    <a:pt x="95" y="126"/>
                    <a:pt x="111" y="126"/>
                    <a:pt x="111" y="110"/>
                  </a:cubicBezTo>
                  <a:lnTo>
                    <a:pt x="111" y="95"/>
                  </a:lnTo>
                  <a:lnTo>
                    <a:pt x="111" y="95"/>
                  </a:lnTo>
                  <a:lnTo>
                    <a:pt x="111" y="47"/>
                  </a:lnTo>
                  <a:cubicBezTo>
                    <a:pt x="111" y="32"/>
                    <a:pt x="95" y="32"/>
                    <a:pt x="95" y="15"/>
                  </a:cubicBezTo>
                  <a:lnTo>
                    <a:pt x="79" y="15"/>
                  </a:lnTo>
                  <a:lnTo>
                    <a:pt x="63"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2" name="Google Shape;2032;p38"/>
            <p:cNvSpPr/>
            <p:nvPr/>
          </p:nvSpPr>
          <p:spPr>
            <a:xfrm>
              <a:off x="3078812" y="1807304"/>
              <a:ext cx="2512" cy="3021"/>
            </a:xfrm>
            <a:custGeom>
              <a:avLst/>
              <a:gdLst/>
              <a:ahLst/>
              <a:cxnLst/>
              <a:rect l="l" t="t" r="r" b="b"/>
              <a:pathLst>
                <a:path w="79" h="95" extrusionOk="0">
                  <a:moveTo>
                    <a:pt x="47" y="0"/>
                  </a:moveTo>
                  <a:lnTo>
                    <a:pt x="47" y="0"/>
                  </a:lnTo>
                  <a:lnTo>
                    <a:pt x="47" y="0"/>
                  </a:lnTo>
                  <a:lnTo>
                    <a:pt x="47" y="0"/>
                  </a:lnTo>
                  <a:cubicBezTo>
                    <a:pt x="32" y="0"/>
                    <a:pt x="32" y="0"/>
                    <a:pt x="32" y="16"/>
                  </a:cubicBezTo>
                  <a:lnTo>
                    <a:pt x="15" y="16"/>
                  </a:lnTo>
                  <a:cubicBezTo>
                    <a:pt x="0" y="32"/>
                    <a:pt x="0" y="32"/>
                    <a:pt x="0" y="47"/>
                  </a:cubicBezTo>
                  <a:lnTo>
                    <a:pt x="0" y="63"/>
                  </a:lnTo>
                  <a:cubicBezTo>
                    <a:pt x="0" y="79"/>
                    <a:pt x="15" y="79"/>
                    <a:pt x="15" y="79"/>
                  </a:cubicBezTo>
                  <a:lnTo>
                    <a:pt x="15" y="79"/>
                  </a:lnTo>
                  <a:lnTo>
                    <a:pt x="32" y="95"/>
                  </a:lnTo>
                  <a:lnTo>
                    <a:pt x="47" y="95"/>
                  </a:lnTo>
                  <a:lnTo>
                    <a:pt x="78" y="95"/>
                  </a:lnTo>
                  <a:lnTo>
                    <a:pt x="63" y="95"/>
                  </a:lnTo>
                  <a:cubicBezTo>
                    <a:pt x="63" y="79"/>
                    <a:pt x="63" y="63"/>
                    <a:pt x="78" y="47"/>
                  </a:cubicBezTo>
                  <a:lnTo>
                    <a:pt x="78" y="47"/>
                  </a:lnTo>
                  <a:lnTo>
                    <a:pt x="78" y="47"/>
                  </a:lnTo>
                  <a:lnTo>
                    <a:pt x="78" y="16"/>
                  </a:lnTo>
                  <a:cubicBezTo>
                    <a:pt x="63" y="0"/>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3" name="Google Shape;2033;p38"/>
            <p:cNvSpPr/>
            <p:nvPr/>
          </p:nvSpPr>
          <p:spPr>
            <a:xfrm>
              <a:off x="3186022" y="1797286"/>
              <a:ext cx="3053" cy="3530"/>
            </a:xfrm>
            <a:custGeom>
              <a:avLst/>
              <a:gdLst/>
              <a:ahLst/>
              <a:cxnLst/>
              <a:rect l="l" t="t" r="r" b="b"/>
              <a:pathLst>
                <a:path w="96" h="111" extrusionOk="0">
                  <a:moveTo>
                    <a:pt x="64" y="0"/>
                  </a:moveTo>
                  <a:lnTo>
                    <a:pt x="64" y="0"/>
                  </a:lnTo>
                  <a:cubicBezTo>
                    <a:pt x="48" y="0"/>
                    <a:pt x="32" y="15"/>
                    <a:pt x="32" y="32"/>
                  </a:cubicBezTo>
                  <a:lnTo>
                    <a:pt x="16" y="63"/>
                  </a:lnTo>
                  <a:lnTo>
                    <a:pt x="16" y="63"/>
                  </a:lnTo>
                  <a:lnTo>
                    <a:pt x="16" y="63"/>
                  </a:lnTo>
                  <a:cubicBezTo>
                    <a:pt x="1" y="79"/>
                    <a:pt x="1" y="95"/>
                    <a:pt x="16" y="110"/>
                  </a:cubicBezTo>
                  <a:lnTo>
                    <a:pt x="32" y="110"/>
                  </a:lnTo>
                  <a:lnTo>
                    <a:pt x="48" y="110"/>
                  </a:lnTo>
                  <a:cubicBezTo>
                    <a:pt x="48" y="110"/>
                    <a:pt x="64" y="110"/>
                    <a:pt x="79" y="95"/>
                  </a:cubicBezTo>
                  <a:lnTo>
                    <a:pt x="79" y="79"/>
                  </a:lnTo>
                  <a:lnTo>
                    <a:pt x="79" y="63"/>
                  </a:lnTo>
                  <a:lnTo>
                    <a:pt x="95" y="63"/>
                  </a:lnTo>
                  <a:lnTo>
                    <a:pt x="95" y="47"/>
                  </a:lnTo>
                  <a:cubicBezTo>
                    <a:pt x="95" y="32"/>
                    <a:pt x="95" y="15"/>
                    <a:pt x="79" y="15"/>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4" name="Google Shape;2034;p38"/>
            <p:cNvSpPr/>
            <p:nvPr/>
          </p:nvSpPr>
          <p:spPr>
            <a:xfrm>
              <a:off x="3386958" y="1777250"/>
              <a:ext cx="5565" cy="3021"/>
            </a:xfrm>
            <a:custGeom>
              <a:avLst/>
              <a:gdLst/>
              <a:ahLst/>
              <a:cxnLst/>
              <a:rect l="l" t="t" r="r" b="b"/>
              <a:pathLst>
                <a:path w="175" h="95" extrusionOk="0">
                  <a:moveTo>
                    <a:pt x="80" y="0"/>
                  </a:moveTo>
                  <a:lnTo>
                    <a:pt x="80" y="15"/>
                  </a:lnTo>
                  <a:lnTo>
                    <a:pt x="17" y="15"/>
                  </a:lnTo>
                  <a:cubicBezTo>
                    <a:pt x="17" y="15"/>
                    <a:pt x="0" y="32"/>
                    <a:pt x="0" y="47"/>
                  </a:cubicBezTo>
                  <a:lnTo>
                    <a:pt x="0" y="47"/>
                  </a:lnTo>
                  <a:lnTo>
                    <a:pt x="0" y="63"/>
                  </a:lnTo>
                  <a:cubicBezTo>
                    <a:pt x="0" y="78"/>
                    <a:pt x="17" y="95"/>
                    <a:pt x="32" y="95"/>
                  </a:cubicBezTo>
                  <a:lnTo>
                    <a:pt x="48" y="78"/>
                  </a:lnTo>
                  <a:lnTo>
                    <a:pt x="143" y="63"/>
                  </a:lnTo>
                  <a:cubicBezTo>
                    <a:pt x="158" y="63"/>
                    <a:pt x="158" y="63"/>
                    <a:pt x="158" y="47"/>
                  </a:cubicBezTo>
                  <a:cubicBezTo>
                    <a:pt x="174" y="47"/>
                    <a:pt x="174" y="32"/>
                    <a:pt x="174" y="15"/>
                  </a:cubicBezTo>
                  <a:lnTo>
                    <a:pt x="174" y="15"/>
                  </a:lnTo>
                  <a:lnTo>
                    <a:pt x="174" y="15"/>
                  </a:lnTo>
                  <a:cubicBezTo>
                    <a:pt x="158" y="15"/>
                    <a:pt x="158" y="32"/>
                    <a:pt x="143" y="32"/>
                  </a:cubicBezTo>
                  <a:lnTo>
                    <a:pt x="111" y="32"/>
                  </a:lnTo>
                  <a:lnTo>
                    <a:pt x="111" y="32"/>
                  </a:lnTo>
                  <a:cubicBezTo>
                    <a:pt x="95" y="32"/>
                    <a:pt x="80" y="15"/>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5" name="Google Shape;2035;p38"/>
            <p:cNvSpPr/>
            <p:nvPr/>
          </p:nvSpPr>
          <p:spPr>
            <a:xfrm>
              <a:off x="3268680" y="1766214"/>
              <a:ext cx="4580" cy="3530"/>
            </a:xfrm>
            <a:custGeom>
              <a:avLst/>
              <a:gdLst/>
              <a:ahLst/>
              <a:cxnLst/>
              <a:rect l="l" t="t" r="r" b="b"/>
              <a:pathLst>
                <a:path w="144" h="111" extrusionOk="0">
                  <a:moveTo>
                    <a:pt x="112" y="1"/>
                  </a:moveTo>
                  <a:lnTo>
                    <a:pt x="112" y="1"/>
                  </a:lnTo>
                  <a:cubicBezTo>
                    <a:pt x="112" y="1"/>
                    <a:pt x="95" y="1"/>
                    <a:pt x="95" y="16"/>
                  </a:cubicBezTo>
                  <a:lnTo>
                    <a:pt x="80" y="16"/>
                  </a:lnTo>
                  <a:lnTo>
                    <a:pt x="80" y="16"/>
                  </a:lnTo>
                  <a:lnTo>
                    <a:pt x="17" y="47"/>
                  </a:lnTo>
                  <a:cubicBezTo>
                    <a:pt x="1" y="64"/>
                    <a:pt x="1" y="79"/>
                    <a:pt x="1" y="95"/>
                  </a:cubicBezTo>
                  <a:cubicBezTo>
                    <a:pt x="17" y="95"/>
                    <a:pt x="17" y="79"/>
                    <a:pt x="17" y="79"/>
                  </a:cubicBezTo>
                  <a:lnTo>
                    <a:pt x="32" y="79"/>
                  </a:lnTo>
                  <a:lnTo>
                    <a:pt x="49" y="95"/>
                  </a:lnTo>
                  <a:lnTo>
                    <a:pt x="64" y="110"/>
                  </a:lnTo>
                  <a:lnTo>
                    <a:pt x="112" y="79"/>
                  </a:lnTo>
                  <a:lnTo>
                    <a:pt x="127" y="64"/>
                  </a:lnTo>
                  <a:cubicBezTo>
                    <a:pt x="143" y="64"/>
                    <a:pt x="143" y="64"/>
                    <a:pt x="143" y="47"/>
                  </a:cubicBezTo>
                  <a:lnTo>
                    <a:pt x="143" y="32"/>
                  </a:lnTo>
                  <a:cubicBezTo>
                    <a:pt x="143" y="16"/>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6" name="Google Shape;2036;p38"/>
            <p:cNvSpPr/>
            <p:nvPr/>
          </p:nvSpPr>
          <p:spPr>
            <a:xfrm>
              <a:off x="3078812" y="1813792"/>
              <a:ext cx="3021" cy="3053"/>
            </a:xfrm>
            <a:custGeom>
              <a:avLst/>
              <a:gdLst/>
              <a:ahLst/>
              <a:cxnLst/>
              <a:rect l="l" t="t" r="r" b="b"/>
              <a:pathLst>
                <a:path w="95" h="96" extrusionOk="0">
                  <a:moveTo>
                    <a:pt x="32" y="1"/>
                  </a:moveTo>
                  <a:lnTo>
                    <a:pt x="32" y="1"/>
                  </a:lnTo>
                  <a:lnTo>
                    <a:pt x="15" y="1"/>
                  </a:lnTo>
                  <a:cubicBezTo>
                    <a:pt x="0" y="17"/>
                    <a:pt x="0" y="32"/>
                    <a:pt x="15" y="49"/>
                  </a:cubicBezTo>
                  <a:lnTo>
                    <a:pt x="32" y="80"/>
                  </a:lnTo>
                  <a:cubicBezTo>
                    <a:pt x="32" y="95"/>
                    <a:pt x="47" y="95"/>
                    <a:pt x="63" y="95"/>
                  </a:cubicBezTo>
                  <a:lnTo>
                    <a:pt x="78" y="95"/>
                  </a:lnTo>
                  <a:lnTo>
                    <a:pt x="78" y="95"/>
                  </a:lnTo>
                  <a:cubicBezTo>
                    <a:pt x="95" y="80"/>
                    <a:pt x="95" y="64"/>
                    <a:pt x="78" y="49"/>
                  </a:cubicBezTo>
                  <a:lnTo>
                    <a:pt x="63" y="17"/>
                  </a:lnTo>
                  <a:lnTo>
                    <a:pt x="63" y="17"/>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7" name="Google Shape;2037;p38"/>
            <p:cNvSpPr/>
            <p:nvPr/>
          </p:nvSpPr>
          <p:spPr>
            <a:xfrm>
              <a:off x="3175495" y="1801294"/>
              <a:ext cx="3021" cy="3021"/>
            </a:xfrm>
            <a:custGeom>
              <a:avLst/>
              <a:gdLst/>
              <a:ahLst/>
              <a:cxnLst/>
              <a:rect l="l" t="t" r="r" b="b"/>
              <a:pathLst>
                <a:path w="95" h="95" extrusionOk="0">
                  <a:moveTo>
                    <a:pt x="48" y="0"/>
                  </a:moveTo>
                  <a:lnTo>
                    <a:pt x="48" y="0"/>
                  </a:lnTo>
                  <a:cubicBezTo>
                    <a:pt x="32" y="0"/>
                    <a:pt x="32" y="16"/>
                    <a:pt x="17" y="16"/>
                  </a:cubicBezTo>
                  <a:lnTo>
                    <a:pt x="17" y="32"/>
                  </a:lnTo>
                  <a:lnTo>
                    <a:pt x="0" y="47"/>
                  </a:lnTo>
                  <a:cubicBezTo>
                    <a:pt x="0" y="63"/>
                    <a:pt x="0" y="79"/>
                    <a:pt x="17" y="79"/>
                  </a:cubicBezTo>
                  <a:cubicBezTo>
                    <a:pt x="17" y="95"/>
                    <a:pt x="17" y="95"/>
                    <a:pt x="32" y="95"/>
                  </a:cubicBezTo>
                  <a:lnTo>
                    <a:pt x="32" y="95"/>
                  </a:lnTo>
                  <a:lnTo>
                    <a:pt x="48" y="95"/>
                  </a:lnTo>
                  <a:cubicBezTo>
                    <a:pt x="48" y="95"/>
                    <a:pt x="63" y="95"/>
                    <a:pt x="80" y="79"/>
                  </a:cubicBezTo>
                  <a:lnTo>
                    <a:pt x="80" y="79"/>
                  </a:lnTo>
                  <a:lnTo>
                    <a:pt x="80" y="47"/>
                  </a:lnTo>
                  <a:cubicBezTo>
                    <a:pt x="95" y="32"/>
                    <a:pt x="95" y="32"/>
                    <a:pt x="80" y="32"/>
                  </a:cubicBezTo>
                  <a:cubicBezTo>
                    <a:pt x="80" y="16"/>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8" name="Google Shape;2038;p38"/>
            <p:cNvSpPr/>
            <p:nvPr/>
          </p:nvSpPr>
          <p:spPr>
            <a:xfrm>
              <a:off x="3158448" y="1805301"/>
              <a:ext cx="3053" cy="4516"/>
            </a:xfrm>
            <a:custGeom>
              <a:avLst/>
              <a:gdLst/>
              <a:ahLst/>
              <a:cxnLst/>
              <a:rect l="l" t="t" r="r" b="b"/>
              <a:pathLst>
                <a:path w="96" h="142" extrusionOk="0">
                  <a:moveTo>
                    <a:pt x="49" y="0"/>
                  </a:moveTo>
                  <a:lnTo>
                    <a:pt x="49" y="0"/>
                  </a:lnTo>
                  <a:cubicBezTo>
                    <a:pt x="32" y="0"/>
                    <a:pt x="32" y="16"/>
                    <a:pt x="17" y="32"/>
                  </a:cubicBezTo>
                  <a:lnTo>
                    <a:pt x="17" y="47"/>
                  </a:lnTo>
                  <a:lnTo>
                    <a:pt x="1" y="79"/>
                  </a:lnTo>
                  <a:lnTo>
                    <a:pt x="1" y="110"/>
                  </a:lnTo>
                  <a:lnTo>
                    <a:pt x="1" y="126"/>
                  </a:lnTo>
                  <a:lnTo>
                    <a:pt x="32" y="126"/>
                  </a:lnTo>
                  <a:lnTo>
                    <a:pt x="64" y="142"/>
                  </a:lnTo>
                  <a:lnTo>
                    <a:pt x="64" y="142"/>
                  </a:lnTo>
                  <a:lnTo>
                    <a:pt x="64" y="142"/>
                  </a:lnTo>
                  <a:cubicBezTo>
                    <a:pt x="80" y="126"/>
                    <a:pt x="95" y="126"/>
                    <a:pt x="95" y="110"/>
                  </a:cubicBezTo>
                  <a:lnTo>
                    <a:pt x="95" y="79"/>
                  </a:lnTo>
                  <a:lnTo>
                    <a:pt x="80" y="79"/>
                  </a:lnTo>
                  <a:lnTo>
                    <a:pt x="80" y="47"/>
                  </a:lnTo>
                  <a:cubicBezTo>
                    <a:pt x="95" y="32"/>
                    <a:pt x="80" y="16"/>
                    <a:pt x="64"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9" name="Google Shape;2039;p38"/>
            <p:cNvSpPr/>
            <p:nvPr/>
          </p:nvSpPr>
          <p:spPr>
            <a:xfrm>
              <a:off x="3388961" y="1815319"/>
              <a:ext cx="6551" cy="3530"/>
            </a:xfrm>
            <a:custGeom>
              <a:avLst/>
              <a:gdLst/>
              <a:ahLst/>
              <a:cxnLst/>
              <a:rect l="l" t="t" r="r" b="b"/>
              <a:pathLst>
                <a:path w="206" h="111" extrusionOk="0">
                  <a:moveTo>
                    <a:pt x="48" y="1"/>
                  </a:moveTo>
                  <a:lnTo>
                    <a:pt x="32" y="1"/>
                  </a:lnTo>
                  <a:cubicBezTo>
                    <a:pt x="32" y="1"/>
                    <a:pt x="17" y="1"/>
                    <a:pt x="17" y="16"/>
                  </a:cubicBezTo>
                  <a:cubicBezTo>
                    <a:pt x="0" y="32"/>
                    <a:pt x="17" y="47"/>
                    <a:pt x="32" y="64"/>
                  </a:cubicBezTo>
                  <a:cubicBezTo>
                    <a:pt x="32" y="64"/>
                    <a:pt x="48" y="64"/>
                    <a:pt x="48" y="79"/>
                  </a:cubicBezTo>
                  <a:cubicBezTo>
                    <a:pt x="80" y="95"/>
                    <a:pt x="95" y="110"/>
                    <a:pt x="126" y="110"/>
                  </a:cubicBezTo>
                  <a:lnTo>
                    <a:pt x="143" y="110"/>
                  </a:lnTo>
                  <a:lnTo>
                    <a:pt x="206" y="110"/>
                  </a:lnTo>
                  <a:lnTo>
                    <a:pt x="206" y="95"/>
                  </a:lnTo>
                  <a:lnTo>
                    <a:pt x="206" y="95"/>
                  </a:lnTo>
                  <a:lnTo>
                    <a:pt x="206" y="95"/>
                  </a:lnTo>
                  <a:lnTo>
                    <a:pt x="206" y="95"/>
                  </a:lnTo>
                  <a:cubicBezTo>
                    <a:pt x="206" y="47"/>
                    <a:pt x="158" y="47"/>
                    <a:pt x="143" y="32"/>
                  </a:cubicBezTo>
                  <a:lnTo>
                    <a:pt x="143" y="32"/>
                  </a:lnTo>
                  <a:lnTo>
                    <a:pt x="111" y="32"/>
                  </a:lnTo>
                  <a:lnTo>
                    <a:pt x="95" y="16"/>
                  </a:lnTo>
                  <a:cubicBezTo>
                    <a:pt x="80" y="16"/>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0" name="Google Shape;2040;p38"/>
            <p:cNvSpPr/>
            <p:nvPr/>
          </p:nvSpPr>
          <p:spPr>
            <a:xfrm>
              <a:off x="3033174" y="1819803"/>
              <a:ext cx="4580" cy="3562"/>
            </a:xfrm>
            <a:custGeom>
              <a:avLst/>
              <a:gdLst/>
              <a:ahLst/>
              <a:cxnLst/>
              <a:rect l="l" t="t" r="r" b="b"/>
              <a:pathLst>
                <a:path w="144" h="112" extrusionOk="0">
                  <a:moveTo>
                    <a:pt x="112" y="1"/>
                  </a:moveTo>
                  <a:lnTo>
                    <a:pt x="112" y="1"/>
                  </a:lnTo>
                  <a:cubicBezTo>
                    <a:pt x="95" y="1"/>
                    <a:pt x="95" y="1"/>
                    <a:pt x="95" y="17"/>
                  </a:cubicBezTo>
                  <a:lnTo>
                    <a:pt x="49" y="32"/>
                  </a:lnTo>
                  <a:lnTo>
                    <a:pt x="32" y="49"/>
                  </a:lnTo>
                  <a:cubicBezTo>
                    <a:pt x="17" y="64"/>
                    <a:pt x="1" y="95"/>
                    <a:pt x="17" y="95"/>
                  </a:cubicBezTo>
                  <a:lnTo>
                    <a:pt x="17" y="112"/>
                  </a:lnTo>
                  <a:lnTo>
                    <a:pt x="32" y="112"/>
                  </a:lnTo>
                  <a:lnTo>
                    <a:pt x="49" y="112"/>
                  </a:lnTo>
                  <a:lnTo>
                    <a:pt x="64" y="112"/>
                  </a:lnTo>
                  <a:lnTo>
                    <a:pt x="112" y="80"/>
                  </a:lnTo>
                  <a:lnTo>
                    <a:pt x="127" y="64"/>
                  </a:lnTo>
                  <a:lnTo>
                    <a:pt x="127" y="64"/>
                  </a:lnTo>
                  <a:cubicBezTo>
                    <a:pt x="143" y="49"/>
                    <a:pt x="143" y="32"/>
                    <a:pt x="143" y="17"/>
                  </a:cubicBezTo>
                  <a:lnTo>
                    <a:pt x="127" y="17"/>
                  </a:lnTo>
                  <a:cubicBezTo>
                    <a:pt x="127" y="1"/>
                    <a:pt x="112"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1" name="Google Shape;2041;p38"/>
            <p:cNvSpPr/>
            <p:nvPr/>
          </p:nvSpPr>
          <p:spPr>
            <a:xfrm>
              <a:off x="3354391" y="1779731"/>
              <a:ext cx="2035" cy="3562"/>
            </a:xfrm>
            <a:custGeom>
              <a:avLst/>
              <a:gdLst/>
              <a:ahLst/>
              <a:cxnLst/>
              <a:rect l="l" t="t" r="r" b="b"/>
              <a:pathLst>
                <a:path w="64" h="112" extrusionOk="0">
                  <a:moveTo>
                    <a:pt x="32" y="0"/>
                  </a:moveTo>
                  <a:lnTo>
                    <a:pt x="32" y="0"/>
                  </a:lnTo>
                  <a:cubicBezTo>
                    <a:pt x="16" y="17"/>
                    <a:pt x="1" y="32"/>
                    <a:pt x="1" y="48"/>
                  </a:cubicBezTo>
                  <a:lnTo>
                    <a:pt x="1" y="80"/>
                  </a:lnTo>
                  <a:cubicBezTo>
                    <a:pt x="1" y="95"/>
                    <a:pt x="16" y="111"/>
                    <a:pt x="32" y="111"/>
                  </a:cubicBezTo>
                  <a:lnTo>
                    <a:pt x="32" y="111"/>
                  </a:lnTo>
                  <a:cubicBezTo>
                    <a:pt x="64" y="111"/>
                    <a:pt x="64" y="95"/>
                    <a:pt x="64" y="63"/>
                  </a:cubicBezTo>
                  <a:lnTo>
                    <a:pt x="64" y="32"/>
                  </a:lnTo>
                  <a:cubicBezTo>
                    <a:pt x="64"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2" name="Google Shape;2042;p38"/>
            <p:cNvSpPr/>
            <p:nvPr/>
          </p:nvSpPr>
          <p:spPr>
            <a:xfrm>
              <a:off x="3277235" y="1788254"/>
              <a:ext cx="3021" cy="3053"/>
            </a:xfrm>
            <a:custGeom>
              <a:avLst/>
              <a:gdLst/>
              <a:ahLst/>
              <a:cxnLst/>
              <a:rect l="l" t="t" r="r" b="b"/>
              <a:pathLst>
                <a:path w="95" h="96" extrusionOk="0">
                  <a:moveTo>
                    <a:pt x="63" y="1"/>
                  </a:moveTo>
                  <a:lnTo>
                    <a:pt x="63" y="1"/>
                  </a:lnTo>
                  <a:lnTo>
                    <a:pt x="47" y="1"/>
                  </a:lnTo>
                  <a:lnTo>
                    <a:pt x="16" y="32"/>
                  </a:lnTo>
                  <a:cubicBezTo>
                    <a:pt x="0" y="32"/>
                    <a:pt x="0" y="64"/>
                    <a:pt x="0" y="79"/>
                  </a:cubicBezTo>
                  <a:cubicBezTo>
                    <a:pt x="16" y="79"/>
                    <a:pt x="16" y="95"/>
                    <a:pt x="32" y="95"/>
                  </a:cubicBezTo>
                  <a:lnTo>
                    <a:pt x="47" y="79"/>
                  </a:lnTo>
                  <a:lnTo>
                    <a:pt x="79" y="64"/>
                  </a:lnTo>
                  <a:cubicBezTo>
                    <a:pt x="95" y="47"/>
                    <a:pt x="95" y="32"/>
                    <a:pt x="95" y="16"/>
                  </a:cubicBezTo>
                  <a:cubicBezTo>
                    <a:pt x="79"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3" name="Google Shape;2043;p38"/>
            <p:cNvSpPr/>
            <p:nvPr/>
          </p:nvSpPr>
          <p:spPr>
            <a:xfrm>
              <a:off x="3299275" y="1786727"/>
              <a:ext cx="3530" cy="4039"/>
            </a:xfrm>
            <a:custGeom>
              <a:avLst/>
              <a:gdLst/>
              <a:ahLst/>
              <a:cxnLst/>
              <a:rect l="l" t="t" r="r" b="b"/>
              <a:pathLst>
                <a:path w="111" h="127" extrusionOk="0">
                  <a:moveTo>
                    <a:pt x="64" y="1"/>
                  </a:moveTo>
                  <a:lnTo>
                    <a:pt x="64" y="17"/>
                  </a:lnTo>
                  <a:lnTo>
                    <a:pt x="47" y="17"/>
                  </a:lnTo>
                  <a:cubicBezTo>
                    <a:pt x="47" y="17"/>
                    <a:pt x="32" y="32"/>
                    <a:pt x="32" y="49"/>
                  </a:cubicBezTo>
                  <a:lnTo>
                    <a:pt x="16" y="49"/>
                  </a:lnTo>
                  <a:cubicBezTo>
                    <a:pt x="1" y="64"/>
                    <a:pt x="1" y="80"/>
                    <a:pt x="1" y="95"/>
                  </a:cubicBezTo>
                  <a:cubicBezTo>
                    <a:pt x="1" y="112"/>
                    <a:pt x="16" y="127"/>
                    <a:pt x="32" y="127"/>
                  </a:cubicBezTo>
                  <a:lnTo>
                    <a:pt x="47" y="112"/>
                  </a:lnTo>
                  <a:lnTo>
                    <a:pt x="95" y="95"/>
                  </a:lnTo>
                  <a:cubicBezTo>
                    <a:pt x="110" y="95"/>
                    <a:pt x="110" y="64"/>
                    <a:pt x="110" y="49"/>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4" name="Google Shape;2044;p38"/>
            <p:cNvSpPr/>
            <p:nvPr/>
          </p:nvSpPr>
          <p:spPr>
            <a:xfrm>
              <a:off x="3235127" y="1793279"/>
              <a:ext cx="3053" cy="3021"/>
            </a:xfrm>
            <a:custGeom>
              <a:avLst/>
              <a:gdLst/>
              <a:ahLst/>
              <a:cxnLst/>
              <a:rect l="l" t="t" r="r" b="b"/>
              <a:pathLst>
                <a:path w="96" h="95" extrusionOk="0">
                  <a:moveTo>
                    <a:pt x="64" y="0"/>
                  </a:moveTo>
                  <a:lnTo>
                    <a:pt x="48" y="0"/>
                  </a:lnTo>
                  <a:cubicBezTo>
                    <a:pt x="48" y="0"/>
                    <a:pt x="32" y="0"/>
                    <a:pt x="32" y="15"/>
                  </a:cubicBezTo>
                  <a:lnTo>
                    <a:pt x="16" y="47"/>
                  </a:lnTo>
                  <a:cubicBezTo>
                    <a:pt x="1" y="63"/>
                    <a:pt x="16" y="95"/>
                    <a:pt x="32" y="95"/>
                  </a:cubicBezTo>
                  <a:lnTo>
                    <a:pt x="48" y="95"/>
                  </a:lnTo>
                  <a:cubicBezTo>
                    <a:pt x="64" y="95"/>
                    <a:pt x="79" y="95"/>
                    <a:pt x="79" y="78"/>
                  </a:cubicBezTo>
                  <a:lnTo>
                    <a:pt x="95" y="47"/>
                  </a:lnTo>
                  <a:cubicBezTo>
                    <a:pt x="95" y="32"/>
                    <a:pt x="95"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5" name="Google Shape;2045;p38"/>
            <p:cNvSpPr/>
            <p:nvPr/>
          </p:nvSpPr>
          <p:spPr>
            <a:xfrm>
              <a:off x="3420034" y="1797763"/>
              <a:ext cx="4039" cy="4039"/>
            </a:xfrm>
            <a:custGeom>
              <a:avLst/>
              <a:gdLst/>
              <a:ahLst/>
              <a:cxnLst/>
              <a:rect l="l" t="t" r="r" b="b"/>
              <a:pathLst>
                <a:path w="127" h="127" extrusionOk="0">
                  <a:moveTo>
                    <a:pt x="80" y="0"/>
                  </a:moveTo>
                  <a:lnTo>
                    <a:pt x="80" y="0"/>
                  </a:lnTo>
                  <a:cubicBezTo>
                    <a:pt x="63" y="0"/>
                    <a:pt x="63" y="0"/>
                    <a:pt x="63" y="17"/>
                  </a:cubicBezTo>
                  <a:lnTo>
                    <a:pt x="63" y="17"/>
                  </a:lnTo>
                  <a:lnTo>
                    <a:pt x="17" y="48"/>
                  </a:lnTo>
                  <a:cubicBezTo>
                    <a:pt x="0" y="48"/>
                    <a:pt x="0" y="64"/>
                    <a:pt x="0" y="80"/>
                  </a:cubicBezTo>
                  <a:cubicBezTo>
                    <a:pt x="0" y="95"/>
                    <a:pt x="17" y="95"/>
                    <a:pt x="32" y="111"/>
                  </a:cubicBezTo>
                  <a:lnTo>
                    <a:pt x="80" y="127"/>
                  </a:lnTo>
                  <a:lnTo>
                    <a:pt x="80" y="127"/>
                  </a:lnTo>
                  <a:lnTo>
                    <a:pt x="95" y="127"/>
                  </a:lnTo>
                  <a:lnTo>
                    <a:pt x="111" y="127"/>
                  </a:lnTo>
                  <a:cubicBezTo>
                    <a:pt x="111" y="111"/>
                    <a:pt x="126" y="111"/>
                    <a:pt x="126" y="95"/>
                  </a:cubicBezTo>
                  <a:lnTo>
                    <a:pt x="126" y="95"/>
                  </a:lnTo>
                  <a:cubicBezTo>
                    <a:pt x="126" y="80"/>
                    <a:pt x="126" y="64"/>
                    <a:pt x="111" y="64"/>
                  </a:cubicBezTo>
                  <a:lnTo>
                    <a:pt x="111" y="17"/>
                  </a:lnTo>
                  <a:cubicBezTo>
                    <a:pt x="95"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6" name="Google Shape;2046;p38"/>
            <p:cNvSpPr/>
            <p:nvPr/>
          </p:nvSpPr>
          <p:spPr>
            <a:xfrm>
              <a:off x="3247658" y="1816814"/>
              <a:ext cx="3021" cy="3021"/>
            </a:xfrm>
            <a:custGeom>
              <a:avLst/>
              <a:gdLst/>
              <a:ahLst/>
              <a:cxnLst/>
              <a:rect l="l" t="t" r="r" b="b"/>
              <a:pathLst>
                <a:path w="95" h="95" extrusionOk="0">
                  <a:moveTo>
                    <a:pt x="48" y="0"/>
                  </a:moveTo>
                  <a:cubicBezTo>
                    <a:pt x="48" y="17"/>
                    <a:pt x="48" y="17"/>
                    <a:pt x="32" y="32"/>
                  </a:cubicBezTo>
                  <a:lnTo>
                    <a:pt x="17" y="32"/>
                  </a:lnTo>
                  <a:lnTo>
                    <a:pt x="0" y="32"/>
                  </a:lnTo>
                  <a:lnTo>
                    <a:pt x="0" y="48"/>
                  </a:lnTo>
                  <a:lnTo>
                    <a:pt x="32" y="80"/>
                  </a:lnTo>
                  <a:lnTo>
                    <a:pt x="48" y="95"/>
                  </a:lnTo>
                  <a:cubicBezTo>
                    <a:pt x="63" y="95"/>
                    <a:pt x="63" y="80"/>
                    <a:pt x="80" y="80"/>
                  </a:cubicBezTo>
                  <a:cubicBezTo>
                    <a:pt x="95" y="80"/>
                    <a:pt x="95" y="48"/>
                    <a:pt x="80" y="32"/>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7" name="Google Shape;2047;p38"/>
            <p:cNvSpPr/>
            <p:nvPr/>
          </p:nvSpPr>
          <p:spPr>
            <a:xfrm>
              <a:off x="3431578" y="1795760"/>
              <a:ext cx="3021" cy="3021"/>
            </a:xfrm>
            <a:custGeom>
              <a:avLst/>
              <a:gdLst/>
              <a:ahLst/>
              <a:cxnLst/>
              <a:rect l="l" t="t" r="r" b="b"/>
              <a:pathLst>
                <a:path w="95" h="95" extrusionOk="0">
                  <a:moveTo>
                    <a:pt x="63" y="0"/>
                  </a:moveTo>
                  <a:lnTo>
                    <a:pt x="63" y="0"/>
                  </a:lnTo>
                  <a:lnTo>
                    <a:pt x="47" y="17"/>
                  </a:lnTo>
                  <a:lnTo>
                    <a:pt x="15" y="32"/>
                  </a:lnTo>
                  <a:cubicBezTo>
                    <a:pt x="0" y="48"/>
                    <a:pt x="0" y="63"/>
                    <a:pt x="0" y="80"/>
                  </a:cubicBezTo>
                  <a:cubicBezTo>
                    <a:pt x="15" y="95"/>
                    <a:pt x="15" y="95"/>
                    <a:pt x="32" y="95"/>
                  </a:cubicBezTo>
                  <a:lnTo>
                    <a:pt x="47" y="95"/>
                  </a:lnTo>
                  <a:lnTo>
                    <a:pt x="78" y="63"/>
                  </a:lnTo>
                  <a:cubicBezTo>
                    <a:pt x="95" y="63"/>
                    <a:pt x="95" y="32"/>
                    <a:pt x="95" y="17"/>
                  </a:cubicBezTo>
                  <a:cubicBezTo>
                    <a:pt x="78" y="17"/>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8" name="Google Shape;2048;p38"/>
            <p:cNvSpPr/>
            <p:nvPr/>
          </p:nvSpPr>
          <p:spPr>
            <a:xfrm>
              <a:off x="3440579" y="1797763"/>
              <a:ext cx="4039" cy="3562"/>
            </a:xfrm>
            <a:custGeom>
              <a:avLst/>
              <a:gdLst/>
              <a:ahLst/>
              <a:cxnLst/>
              <a:rect l="l" t="t" r="r" b="b"/>
              <a:pathLst>
                <a:path w="127" h="112" extrusionOk="0">
                  <a:moveTo>
                    <a:pt x="47" y="0"/>
                  </a:moveTo>
                  <a:lnTo>
                    <a:pt x="47" y="0"/>
                  </a:lnTo>
                  <a:cubicBezTo>
                    <a:pt x="32" y="0"/>
                    <a:pt x="16" y="0"/>
                    <a:pt x="16" y="17"/>
                  </a:cubicBezTo>
                  <a:cubicBezTo>
                    <a:pt x="1" y="32"/>
                    <a:pt x="1" y="48"/>
                    <a:pt x="16" y="64"/>
                  </a:cubicBezTo>
                  <a:lnTo>
                    <a:pt x="16" y="64"/>
                  </a:lnTo>
                  <a:lnTo>
                    <a:pt x="64" y="95"/>
                  </a:lnTo>
                  <a:lnTo>
                    <a:pt x="79" y="111"/>
                  </a:lnTo>
                  <a:lnTo>
                    <a:pt x="79" y="111"/>
                  </a:lnTo>
                  <a:cubicBezTo>
                    <a:pt x="95" y="111"/>
                    <a:pt x="110" y="95"/>
                    <a:pt x="110" y="95"/>
                  </a:cubicBezTo>
                  <a:lnTo>
                    <a:pt x="110" y="80"/>
                  </a:lnTo>
                  <a:cubicBezTo>
                    <a:pt x="127" y="80"/>
                    <a:pt x="127" y="64"/>
                    <a:pt x="110" y="48"/>
                  </a:cubicBezTo>
                  <a:lnTo>
                    <a:pt x="110" y="48"/>
                  </a:lnTo>
                  <a:lnTo>
                    <a:pt x="110" y="48"/>
                  </a:lnTo>
                  <a:lnTo>
                    <a:pt x="64" y="17"/>
                  </a:lnTo>
                  <a:cubicBezTo>
                    <a:pt x="64" y="0"/>
                    <a:pt x="64"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9" name="Google Shape;2049;p38"/>
            <p:cNvSpPr/>
            <p:nvPr/>
          </p:nvSpPr>
          <p:spPr>
            <a:xfrm>
              <a:off x="3269698" y="1815796"/>
              <a:ext cx="3021" cy="3562"/>
            </a:xfrm>
            <a:custGeom>
              <a:avLst/>
              <a:gdLst/>
              <a:ahLst/>
              <a:cxnLst/>
              <a:rect l="l" t="t" r="r" b="b"/>
              <a:pathLst>
                <a:path w="95" h="112" extrusionOk="0">
                  <a:moveTo>
                    <a:pt x="48" y="1"/>
                  </a:moveTo>
                  <a:lnTo>
                    <a:pt x="48" y="1"/>
                  </a:lnTo>
                  <a:cubicBezTo>
                    <a:pt x="32" y="1"/>
                    <a:pt x="32" y="17"/>
                    <a:pt x="17" y="32"/>
                  </a:cubicBezTo>
                  <a:lnTo>
                    <a:pt x="17" y="49"/>
                  </a:lnTo>
                  <a:lnTo>
                    <a:pt x="0" y="64"/>
                  </a:lnTo>
                  <a:cubicBezTo>
                    <a:pt x="0" y="80"/>
                    <a:pt x="17" y="95"/>
                    <a:pt x="32" y="95"/>
                  </a:cubicBezTo>
                  <a:lnTo>
                    <a:pt x="32" y="112"/>
                  </a:lnTo>
                  <a:cubicBezTo>
                    <a:pt x="48" y="112"/>
                    <a:pt x="63" y="95"/>
                    <a:pt x="80" y="80"/>
                  </a:cubicBezTo>
                  <a:lnTo>
                    <a:pt x="80" y="64"/>
                  </a:lnTo>
                  <a:lnTo>
                    <a:pt x="80" y="49"/>
                  </a:lnTo>
                  <a:cubicBezTo>
                    <a:pt x="95" y="32"/>
                    <a:pt x="80"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0" name="Google Shape;2050;p38"/>
            <p:cNvSpPr/>
            <p:nvPr/>
          </p:nvSpPr>
          <p:spPr>
            <a:xfrm>
              <a:off x="3396499" y="1803774"/>
              <a:ext cx="3021" cy="2544"/>
            </a:xfrm>
            <a:custGeom>
              <a:avLst/>
              <a:gdLst/>
              <a:ahLst/>
              <a:cxnLst/>
              <a:rect l="l" t="t" r="r" b="b"/>
              <a:pathLst>
                <a:path w="95" h="80" extrusionOk="0">
                  <a:moveTo>
                    <a:pt x="63" y="1"/>
                  </a:moveTo>
                  <a:lnTo>
                    <a:pt x="47" y="1"/>
                  </a:lnTo>
                  <a:lnTo>
                    <a:pt x="47" y="1"/>
                  </a:lnTo>
                  <a:lnTo>
                    <a:pt x="32" y="1"/>
                  </a:lnTo>
                  <a:cubicBezTo>
                    <a:pt x="15" y="1"/>
                    <a:pt x="0" y="17"/>
                    <a:pt x="0" y="17"/>
                  </a:cubicBezTo>
                  <a:lnTo>
                    <a:pt x="0" y="17"/>
                  </a:lnTo>
                  <a:lnTo>
                    <a:pt x="0" y="48"/>
                  </a:lnTo>
                  <a:lnTo>
                    <a:pt x="0" y="48"/>
                  </a:lnTo>
                  <a:cubicBezTo>
                    <a:pt x="0" y="64"/>
                    <a:pt x="15" y="80"/>
                    <a:pt x="32" y="80"/>
                  </a:cubicBezTo>
                  <a:lnTo>
                    <a:pt x="32" y="80"/>
                  </a:lnTo>
                  <a:lnTo>
                    <a:pt x="32" y="80"/>
                  </a:lnTo>
                  <a:lnTo>
                    <a:pt x="63" y="64"/>
                  </a:lnTo>
                  <a:cubicBezTo>
                    <a:pt x="78" y="64"/>
                    <a:pt x="78" y="64"/>
                    <a:pt x="95" y="48"/>
                  </a:cubicBezTo>
                  <a:lnTo>
                    <a:pt x="95" y="32"/>
                  </a:lnTo>
                  <a:cubicBezTo>
                    <a:pt x="95" y="17"/>
                    <a:pt x="95"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1" name="Google Shape;2051;p38"/>
            <p:cNvSpPr/>
            <p:nvPr/>
          </p:nvSpPr>
          <p:spPr>
            <a:xfrm>
              <a:off x="3387944" y="1804283"/>
              <a:ext cx="4580" cy="3530"/>
            </a:xfrm>
            <a:custGeom>
              <a:avLst/>
              <a:gdLst/>
              <a:ahLst/>
              <a:cxnLst/>
              <a:rect l="l" t="t" r="r" b="b"/>
              <a:pathLst>
                <a:path w="144" h="111" extrusionOk="0">
                  <a:moveTo>
                    <a:pt x="64" y="1"/>
                  </a:moveTo>
                  <a:lnTo>
                    <a:pt x="64" y="1"/>
                  </a:lnTo>
                  <a:cubicBezTo>
                    <a:pt x="49" y="1"/>
                    <a:pt x="32" y="16"/>
                    <a:pt x="32" y="16"/>
                  </a:cubicBezTo>
                  <a:lnTo>
                    <a:pt x="17" y="48"/>
                  </a:lnTo>
                  <a:lnTo>
                    <a:pt x="17" y="64"/>
                  </a:lnTo>
                  <a:cubicBezTo>
                    <a:pt x="17" y="64"/>
                    <a:pt x="1" y="79"/>
                    <a:pt x="17" y="79"/>
                  </a:cubicBezTo>
                  <a:cubicBezTo>
                    <a:pt x="17" y="95"/>
                    <a:pt x="17" y="95"/>
                    <a:pt x="32" y="95"/>
                  </a:cubicBezTo>
                  <a:cubicBezTo>
                    <a:pt x="32" y="111"/>
                    <a:pt x="32" y="111"/>
                    <a:pt x="49" y="111"/>
                  </a:cubicBezTo>
                  <a:cubicBezTo>
                    <a:pt x="49" y="111"/>
                    <a:pt x="64" y="95"/>
                    <a:pt x="80" y="95"/>
                  </a:cubicBezTo>
                  <a:lnTo>
                    <a:pt x="80" y="79"/>
                  </a:lnTo>
                  <a:lnTo>
                    <a:pt x="80" y="79"/>
                  </a:lnTo>
                  <a:lnTo>
                    <a:pt x="95" y="79"/>
                  </a:lnTo>
                  <a:lnTo>
                    <a:pt x="95" y="79"/>
                  </a:lnTo>
                  <a:cubicBezTo>
                    <a:pt x="112" y="79"/>
                    <a:pt x="127" y="79"/>
                    <a:pt x="127" y="64"/>
                  </a:cubicBezTo>
                  <a:cubicBezTo>
                    <a:pt x="143" y="48"/>
                    <a:pt x="127" y="32"/>
                    <a:pt x="112" y="16"/>
                  </a:cubicBezTo>
                  <a:lnTo>
                    <a:pt x="95" y="16"/>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2" name="Google Shape;2052;p38"/>
            <p:cNvSpPr/>
            <p:nvPr/>
          </p:nvSpPr>
          <p:spPr>
            <a:xfrm>
              <a:off x="3266676" y="1817323"/>
              <a:ext cx="3053" cy="3530"/>
            </a:xfrm>
            <a:custGeom>
              <a:avLst/>
              <a:gdLst/>
              <a:ahLst/>
              <a:cxnLst/>
              <a:rect l="l" t="t" r="r" b="b"/>
              <a:pathLst>
                <a:path w="96" h="111" extrusionOk="0">
                  <a:moveTo>
                    <a:pt x="32" y="1"/>
                  </a:moveTo>
                  <a:lnTo>
                    <a:pt x="32" y="1"/>
                  </a:lnTo>
                  <a:lnTo>
                    <a:pt x="17" y="16"/>
                  </a:lnTo>
                  <a:cubicBezTo>
                    <a:pt x="1" y="16"/>
                    <a:pt x="1" y="47"/>
                    <a:pt x="1" y="64"/>
                  </a:cubicBezTo>
                  <a:lnTo>
                    <a:pt x="32" y="95"/>
                  </a:lnTo>
                  <a:lnTo>
                    <a:pt x="32" y="95"/>
                  </a:lnTo>
                  <a:lnTo>
                    <a:pt x="49" y="95"/>
                  </a:lnTo>
                  <a:lnTo>
                    <a:pt x="49" y="110"/>
                  </a:lnTo>
                  <a:cubicBezTo>
                    <a:pt x="64" y="110"/>
                    <a:pt x="64" y="95"/>
                    <a:pt x="80" y="95"/>
                  </a:cubicBezTo>
                  <a:lnTo>
                    <a:pt x="80" y="95"/>
                  </a:lnTo>
                  <a:cubicBezTo>
                    <a:pt x="95" y="79"/>
                    <a:pt x="95" y="64"/>
                    <a:pt x="80" y="47"/>
                  </a:cubicBezTo>
                  <a:lnTo>
                    <a:pt x="80" y="47"/>
                  </a:lnTo>
                  <a:lnTo>
                    <a:pt x="64" y="16"/>
                  </a:lnTo>
                  <a:cubicBezTo>
                    <a:pt x="64"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3" name="Google Shape;2053;p38"/>
            <p:cNvSpPr/>
            <p:nvPr/>
          </p:nvSpPr>
          <p:spPr>
            <a:xfrm>
              <a:off x="3312792" y="1810803"/>
              <a:ext cx="4548" cy="3562"/>
            </a:xfrm>
            <a:custGeom>
              <a:avLst/>
              <a:gdLst/>
              <a:ahLst/>
              <a:cxnLst/>
              <a:rect l="l" t="t" r="r" b="b"/>
              <a:pathLst>
                <a:path w="143" h="112" extrusionOk="0">
                  <a:moveTo>
                    <a:pt x="48" y="0"/>
                  </a:moveTo>
                  <a:lnTo>
                    <a:pt x="32" y="0"/>
                  </a:lnTo>
                  <a:cubicBezTo>
                    <a:pt x="32" y="0"/>
                    <a:pt x="17" y="0"/>
                    <a:pt x="17" y="17"/>
                  </a:cubicBezTo>
                  <a:cubicBezTo>
                    <a:pt x="0" y="32"/>
                    <a:pt x="0" y="48"/>
                    <a:pt x="17" y="63"/>
                  </a:cubicBezTo>
                  <a:lnTo>
                    <a:pt x="95" y="111"/>
                  </a:lnTo>
                  <a:lnTo>
                    <a:pt x="111" y="111"/>
                  </a:lnTo>
                  <a:cubicBezTo>
                    <a:pt x="111" y="111"/>
                    <a:pt x="126" y="111"/>
                    <a:pt x="143" y="95"/>
                  </a:cubicBezTo>
                  <a:cubicBezTo>
                    <a:pt x="143" y="80"/>
                    <a:pt x="143" y="63"/>
                    <a:pt x="126" y="48"/>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4" name="Google Shape;2054;p38"/>
            <p:cNvSpPr/>
            <p:nvPr/>
          </p:nvSpPr>
          <p:spPr>
            <a:xfrm>
              <a:off x="3287730" y="1813792"/>
              <a:ext cx="4039" cy="3053"/>
            </a:xfrm>
            <a:custGeom>
              <a:avLst/>
              <a:gdLst/>
              <a:ahLst/>
              <a:cxnLst/>
              <a:rect l="l" t="t" r="r" b="b"/>
              <a:pathLst>
                <a:path w="127" h="96" extrusionOk="0">
                  <a:moveTo>
                    <a:pt x="49" y="1"/>
                  </a:moveTo>
                  <a:lnTo>
                    <a:pt x="49" y="1"/>
                  </a:lnTo>
                  <a:lnTo>
                    <a:pt x="32" y="1"/>
                  </a:lnTo>
                  <a:cubicBezTo>
                    <a:pt x="17" y="1"/>
                    <a:pt x="17" y="1"/>
                    <a:pt x="17" y="17"/>
                  </a:cubicBezTo>
                  <a:cubicBezTo>
                    <a:pt x="17" y="17"/>
                    <a:pt x="1" y="32"/>
                    <a:pt x="17" y="49"/>
                  </a:cubicBezTo>
                  <a:lnTo>
                    <a:pt x="17" y="49"/>
                  </a:lnTo>
                  <a:lnTo>
                    <a:pt x="32" y="80"/>
                  </a:lnTo>
                  <a:cubicBezTo>
                    <a:pt x="32" y="95"/>
                    <a:pt x="49" y="95"/>
                    <a:pt x="64" y="95"/>
                  </a:cubicBezTo>
                  <a:lnTo>
                    <a:pt x="80" y="95"/>
                  </a:lnTo>
                  <a:lnTo>
                    <a:pt x="95" y="80"/>
                  </a:lnTo>
                  <a:cubicBezTo>
                    <a:pt x="112" y="64"/>
                    <a:pt x="127" y="64"/>
                    <a:pt x="127" y="49"/>
                  </a:cubicBezTo>
                  <a:cubicBezTo>
                    <a:pt x="127" y="32"/>
                    <a:pt x="112" y="17"/>
                    <a:pt x="112" y="17"/>
                  </a:cubicBezTo>
                  <a:lnTo>
                    <a:pt x="95"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5" name="Google Shape;2055;p38"/>
            <p:cNvSpPr/>
            <p:nvPr/>
          </p:nvSpPr>
          <p:spPr>
            <a:xfrm>
              <a:off x="3309293" y="1811789"/>
              <a:ext cx="4039" cy="3053"/>
            </a:xfrm>
            <a:custGeom>
              <a:avLst/>
              <a:gdLst/>
              <a:ahLst/>
              <a:cxnLst/>
              <a:rect l="l" t="t" r="r" b="b"/>
              <a:pathLst>
                <a:path w="127" h="96" extrusionOk="0">
                  <a:moveTo>
                    <a:pt x="32" y="1"/>
                  </a:moveTo>
                  <a:lnTo>
                    <a:pt x="32" y="1"/>
                  </a:lnTo>
                  <a:cubicBezTo>
                    <a:pt x="16" y="1"/>
                    <a:pt x="16" y="1"/>
                    <a:pt x="1" y="17"/>
                  </a:cubicBezTo>
                  <a:cubicBezTo>
                    <a:pt x="1" y="32"/>
                    <a:pt x="1" y="49"/>
                    <a:pt x="16" y="49"/>
                  </a:cubicBezTo>
                  <a:lnTo>
                    <a:pt x="16" y="64"/>
                  </a:lnTo>
                  <a:lnTo>
                    <a:pt x="64" y="80"/>
                  </a:lnTo>
                  <a:lnTo>
                    <a:pt x="79" y="95"/>
                  </a:lnTo>
                  <a:cubicBezTo>
                    <a:pt x="95" y="95"/>
                    <a:pt x="110" y="80"/>
                    <a:pt x="110" y="64"/>
                  </a:cubicBezTo>
                  <a:cubicBezTo>
                    <a:pt x="127" y="64"/>
                    <a:pt x="127" y="49"/>
                    <a:pt x="110" y="49"/>
                  </a:cubicBezTo>
                  <a:cubicBezTo>
                    <a:pt x="110" y="32"/>
                    <a:pt x="110" y="32"/>
                    <a:pt x="95"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6" name="Google Shape;2056;p38"/>
            <p:cNvSpPr/>
            <p:nvPr/>
          </p:nvSpPr>
          <p:spPr>
            <a:xfrm>
              <a:off x="3122892" y="1830839"/>
              <a:ext cx="3530" cy="2544"/>
            </a:xfrm>
            <a:custGeom>
              <a:avLst/>
              <a:gdLst/>
              <a:ahLst/>
              <a:cxnLst/>
              <a:rect l="l" t="t" r="r" b="b"/>
              <a:pathLst>
                <a:path w="111" h="80" extrusionOk="0">
                  <a:moveTo>
                    <a:pt x="64" y="0"/>
                  </a:moveTo>
                  <a:lnTo>
                    <a:pt x="64" y="0"/>
                  </a:lnTo>
                  <a:lnTo>
                    <a:pt x="47" y="0"/>
                  </a:lnTo>
                  <a:lnTo>
                    <a:pt x="16" y="17"/>
                  </a:lnTo>
                  <a:cubicBezTo>
                    <a:pt x="1" y="32"/>
                    <a:pt x="1" y="48"/>
                    <a:pt x="16" y="63"/>
                  </a:cubicBezTo>
                  <a:cubicBezTo>
                    <a:pt x="16" y="80"/>
                    <a:pt x="32" y="80"/>
                    <a:pt x="32" y="80"/>
                  </a:cubicBezTo>
                  <a:lnTo>
                    <a:pt x="64" y="80"/>
                  </a:lnTo>
                  <a:lnTo>
                    <a:pt x="79" y="63"/>
                  </a:lnTo>
                  <a:cubicBezTo>
                    <a:pt x="95" y="48"/>
                    <a:pt x="110"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7" name="Google Shape;2057;p38"/>
            <p:cNvSpPr/>
            <p:nvPr/>
          </p:nvSpPr>
          <p:spPr>
            <a:xfrm>
              <a:off x="3251665" y="1810803"/>
              <a:ext cx="3021" cy="3021"/>
            </a:xfrm>
            <a:custGeom>
              <a:avLst/>
              <a:gdLst/>
              <a:ahLst/>
              <a:cxnLst/>
              <a:rect l="l" t="t" r="r" b="b"/>
              <a:pathLst>
                <a:path w="95" h="95" extrusionOk="0">
                  <a:moveTo>
                    <a:pt x="32" y="0"/>
                  </a:moveTo>
                  <a:lnTo>
                    <a:pt x="32" y="0"/>
                  </a:lnTo>
                  <a:lnTo>
                    <a:pt x="17" y="0"/>
                  </a:lnTo>
                  <a:cubicBezTo>
                    <a:pt x="0" y="17"/>
                    <a:pt x="0" y="32"/>
                    <a:pt x="0" y="48"/>
                  </a:cubicBezTo>
                  <a:lnTo>
                    <a:pt x="17" y="80"/>
                  </a:lnTo>
                  <a:cubicBezTo>
                    <a:pt x="32" y="95"/>
                    <a:pt x="32" y="95"/>
                    <a:pt x="48" y="95"/>
                  </a:cubicBezTo>
                  <a:lnTo>
                    <a:pt x="63" y="95"/>
                  </a:lnTo>
                  <a:cubicBezTo>
                    <a:pt x="80" y="80"/>
                    <a:pt x="95" y="63"/>
                    <a:pt x="80" y="48"/>
                  </a:cubicBezTo>
                  <a:lnTo>
                    <a:pt x="63" y="17"/>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8" name="Google Shape;2058;p38"/>
            <p:cNvSpPr/>
            <p:nvPr/>
          </p:nvSpPr>
          <p:spPr>
            <a:xfrm>
              <a:off x="3249184" y="1807304"/>
              <a:ext cx="3021" cy="3530"/>
            </a:xfrm>
            <a:custGeom>
              <a:avLst/>
              <a:gdLst/>
              <a:ahLst/>
              <a:cxnLst/>
              <a:rect l="l" t="t" r="r" b="b"/>
              <a:pathLst>
                <a:path w="95" h="111" extrusionOk="0">
                  <a:moveTo>
                    <a:pt x="32" y="0"/>
                  </a:moveTo>
                  <a:lnTo>
                    <a:pt x="32" y="0"/>
                  </a:lnTo>
                  <a:cubicBezTo>
                    <a:pt x="32" y="0"/>
                    <a:pt x="32" y="16"/>
                    <a:pt x="15" y="16"/>
                  </a:cubicBezTo>
                  <a:cubicBezTo>
                    <a:pt x="0" y="16"/>
                    <a:pt x="0" y="47"/>
                    <a:pt x="15" y="63"/>
                  </a:cubicBezTo>
                  <a:lnTo>
                    <a:pt x="32" y="95"/>
                  </a:lnTo>
                  <a:cubicBezTo>
                    <a:pt x="32" y="95"/>
                    <a:pt x="47" y="110"/>
                    <a:pt x="63" y="110"/>
                  </a:cubicBezTo>
                  <a:cubicBezTo>
                    <a:pt x="63" y="110"/>
                    <a:pt x="63" y="95"/>
                    <a:pt x="78" y="95"/>
                  </a:cubicBezTo>
                  <a:cubicBezTo>
                    <a:pt x="95" y="95"/>
                    <a:pt x="95" y="63"/>
                    <a:pt x="78" y="47"/>
                  </a:cubicBezTo>
                  <a:lnTo>
                    <a:pt x="63" y="16"/>
                  </a:lnTo>
                  <a:cubicBezTo>
                    <a:pt x="63"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9" name="Google Shape;2059;p38"/>
            <p:cNvSpPr/>
            <p:nvPr/>
          </p:nvSpPr>
          <p:spPr>
            <a:xfrm>
              <a:off x="3446081" y="1793279"/>
              <a:ext cx="3562" cy="2512"/>
            </a:xfrm>
            <a:custGeom>
              <a:avLst/>
              <a:gdLst/>
              <a:ahLst/>
              <a:cxnLst/>
              <a:rect l="l" t="t" r="r" b="b"/>
              <a:pathLst>
                <a:path w="112" h="79" extrusionOk="0">
                  <a:moveTo>
                    <a:pt x="63" y="0"/>
                  </a:moveTo>
                  <a:lnTo>
                    <a:pt x="63" y="0"/>
                  </a:lnTo>
                  <a:lnTo>
                    <a:pt x="32" y="0"/>
                  </a:lnTo>
                  <a:lnTo>
                    <a:pt x="32" y="15"/>
                  </a:lnTo>
                  <a:lnTo>
                    <a:pt x="17" y="32"/>
                  </a:lnTo>
                  <a:cubicBezTo>
                    <a:pt x="0" y="47"/>
                    <a:pt x="17" y="63"/>
                    <a:pt x="17" y="78"/>
                  </a:cubicBezTo>
                  <a:lnTo>
                    <a:pt x="48" y="78"/>
                  </a:lnTo>
                  <a:lnTo>
                    <a:pt x="80" y="78"/>
                  </a:lnTo>
                  <a:lnTo>
                    <a:pt x="80" y="63"/>
                  </a:lnTo>
                  <a:lnTo>
                    <a:pt x="95" y="47"/>
                  </a:lnTo>
                  <a:cubicBezTo>
                    <a:pt x="111" y="32"/>
                    <a:pt x="95" y="15"/>
                    <a:pt x="95"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0" name="Google Shape;2060;p38"/>
            <p:cNvSpPr/>
            <p:nvPr/>
          </p:nvSpPr>
          <p:spPr>
            <a:xfrm>
              <a:off x="3246163" y="1813792"/>
              <a:ext cx="3053" cy="4039"/>
            </a:xfrm>
            <a:custGeom>
              <a:avLst/>
              <a:gdLst/>
              <a:ahLst/>
              <a:cxnLst/>
              <a:rect l="l" t="t" r="r" b="b"/>
              <a:pathLst>
                <a:path w="96" h="127" extrusionOk="0">
                  <a:moveTo>
                    <a:pt x="64" y="1"/>
                  </a:moveTo>
                  <a:cubicBezTo>
                    <a:pt x="64" y="1"/>
                    <a:pt x="47" y="1"/>
                    <a:pt x="47" y="17"/>
                  </a:cubicBezTo>
                  <a:lnTo>
                    <a:pt x="32" y="17"/>
                  </a:lnTo>
                  <a:cubicBezTo>
                    <a:pt x="16" y="17"/>
                    <a:pt x="16" y="17"/>
                    <a:pt x="16" y="1"/>
                  </a:cubicBezTo>
                  <a:lnTo>
                    <a:pt x="16" y="17"/>
                  </a:lnTo>
                  <a:lnTo>
                    <a:pt x="16" y="17"/>
                  </a:lnTo>
                  <a:lnTo>
                    <a:pt x="16" y="17"/>
                  </a:lnTo>
                  <a:lnTo>
                    <a:pt x="16" y="17"/>
                  </a:lnTo>
                  <a:lnTo>
                    <a:pt x="16" y="17"/>
                  </a:lnTo>
                  <a:lnTo>
                    <a:pt x="16" y="17"/>
                  </a:lnTo>
                  <a:lnTo>
                    <a:pt x="16" y="17"/>
                  </a:lnTo>
                  <a:cubicBezTo>
                    <a:pt x="1" y="17"/>
                    <a:pt x="1" y="32"/>
                    <a:pt x="16" y="32"/>
                  </a:cubicBezTo>
                  <a:lnTo>
                    <a:pt x="32" y="95"/>
                  </a:lnTo>
                  <a:cubicBezTo>
                    <a:pt x="32" y="112"/>
                    <a:pt x="47" y="112"/>
                    <a:pt x="47" y="127"/>
                  </a:cubicBezTo>
                  <a:lnTo>
                    <a:pt x="64" y="127"/>
                  </a:lnTo>
                  <a:lnTo>
                    <a:pt x="79" y="127"/>
                  </a:lnTo>
                  <a:cubicBezTo>
                    <a:pt x="95" y="112"/>
                    <a:pt x="95" y="112"/>
                    <a:pt x="95" y="95"/>
                  </a:cubicBezTo>
                  <a:lnTo>
                    <a:pt x="95" y="80"/>
                  </a:lnTo>
                  <a:lnTo>
                    <a:pt x="95" y="80"/>
                  </a:lnTo>
                  <a:lnTo>
                    <a:pt x="79" y="17"/>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1" name="Google Shape;2061;p38"/>
            <p:cNvSpPr/>
            <p:nvPr/>
          </p:nvSpPr>
          <p:spPr>
            <a:xfrm>
              <a:off x="3271701" y="1810803"/>
              <a:ext cx="3021" cy="3562"/>
            </a:xfrm>
            <a:custGeom>
              <a:avLst/>
              <a:gdLst/>
              <a:ahLst/>
              <a:cxnLst/>
              <a:rect l="l" t="t" r="r" b="b"/>
              <a:pathLst>
                <a:path w="95" h="112" extrusionOk="0">
                  <a:moveTo>
                    <a:pt x="48" y="0"/>
                  </a:moveTo>
                  <a:lnTo>
                    <a:pt x="48" y="0"/>
                  </a:lnTo>
                  <a:lnTo>
                    <a:pt x="32" y="0"/>
                  </a:lnTo>
                  <a:cubicBezTo>
                    <a:pt x="17" y="0"/>
                    <a:pt x="17" y="17"/>
                    <a:pt x="17" y="17"/>
                  </a:cubicBezTo>
                  <a:lnTo>
                    <a:pt x="17" y="32"/>
                  </a:lnTo>
                  <a:lnTo>
                    <a:pt x="0" y="63"/>
                  </a:lnTo>
                  <a:cubicBezTo>
                    <a:pt x="0" y="80"/>
                    <a:pt x="17" y="111"/>
                    <a:pt x="32" y="111"/>
                  </a:cubicBezTo>
                  <a:lnTo>
                    <a:pt x="32" y="111"/>
                  </a:lnTo>
                  <a:cubicBezTo>
                    <a:pt x="48" y="111"/>
                    <a:pt x="48" y="111"/>
                    <a:pt x="63" y="95"/>
                  </a:cubicBezTo>
                  <a:lnTo>
                    <a:pt x="63" y="80"/>
                  </a:lnTo>
                  <a:lnTo>
                    <a:pt x="80" y="80"/>
                  </a:lnTo>
                  <a:lnTo>
                    <a:pt x="80"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2" name="Google Shape;2062;p38"/>
            <p:cNvSpPr/>
            <p:nvPr/>
          </p:nvSpPr>
          <p:spPr>
            <a:xfrm>
              <a:off x="3415518" y="1787745"/>
              <a:ext cx="3053" cy="4039"/>
            </a:xfrm>
            <a:custGeom>
              <a:avLst/>
              <a:gdLst/>
              <a:ahLst/>
              <a:cxnLst/>
              <a:rect l="l" t="t" r="r" b="b"/>
              <a:pathLst>
                <a:path w="96" h="127" extrusionOk="0">
                  <a:moveTo>
                    <a:pt x="32" y="0"/>
                  </a:moveTo>
                  <a:lnTo>
                    <a:pt x="32" y="0"/>
                  </a:lnTo>
                  <a:cubicBezTo>
                    <a:pt x="16" y="0"/>
                    <a:pt x="16" y="17"/>
                    <a:pt x="1" y="17"/>
                  </a:cubicBezTo>
                  <a:lnTo>
                    <a:pt x="1" y="32"/>
                  </a:lnTo>
                  <a:cubicBezTo>
                    <a:pt x="1" y="48"/>
                    <a:pt x="1" y="63"/>
                    <a:pt x="16" y="80"/>
                  </a:cubicBezTo>
                  <a:lnTo>
                    <a:pt x="16" y="80"/>
                  </a:lnTo>
                  <a:lnTo>
                    <a:pt x="16" y="80"/>
                  </a:lnTo>
                  <a:lnTo>
                    <a:pt x="16" y="80"/>
                  </a:lnTo>
                  <a:cubicBezTo>
                    <a:pt x="16" y="95"/>
                    <a:pt x="32" y="126"/>
                    <a:pt x="48" y="126"/>
                  </a:cubicBezTo>
                  <a:lnTo>
                    <a:pt x="48" y="126"/>
                  </a:lnTo>
                  <a:cubicBezTo>
                    <a:pt x="64" y="126"/>
                    <a:pt x="79" y="111"/>
                    <a:pt x="96" y="95"/>
                  </a:cubicBezTo>
                  <a:lnTo>
                    <a:pt x="96" y="63"/>
                  </a:lnTo>
                  <a:lnTo>
                    <a:pt x="96" y="63"/>
                  </a:lnTo>
                  <a:cubicBezTo>
                    <a:pt x="96" y="48"/>
                    <a:pt x="96" y="17"/>
                    <a:pt x="79" y="17"/>
                  </a:cubicBezTo>
                  <a:lnTo>
                    <a:pt x="64" y="17"/>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3" name="Google Shape;2063;p38"/>
            <p:cNvSpPr/>
            <p:nvPr/>
          </p:nvSpPr>
          <p:spPr>
            <a:xfrm>
              <a:off x="3361419" y="1800785"/>
              <a:ext cx="3530" cy="2544"/>
            </a:xfrm>
            <a:custGeom>
              <a:avLst/>
              <a:gdLst/>
              <a:ahLst/>
              <a:cxnLst/>
              <a:rect l="l" t="t" r="r" b="b"/>
              <a:pathLst>
                <a:path w="111" h="80" extrusionOk="0">
                  <a:moveTo>
                    <a:pt x="32" y="0"/>
                  </a:moveTo>
                  <a:lnTo>
                    <a:pt x="32" y="0"/>
                  </a:lnTo>
                  <a:cubicBezTo>
                    <a:pt x="15" y="0"/>
                    <a:pt x="0" y="16"/>
                    <a:pt x="0" y="32"/>
                  </a:cubicBezTo>
                  <a:cubicBezTo>
                    <a:pt x="0" y="48"/>
                    <a:pt x="0" y="63"/>
                    <a:pt x="15" y="63"/>
                  </a:cubicBezTo>
                  <a:lnTo>
                    <a:pt x="47" y="79"/>
                  </a:lnTo>
                  <a:lnTo>
                    <a:pt x="63" y="79"/>
                  </a:lnTo>
                  <a:cubicBezTo>
                    <a:pt x="79" y="79"/>
                    <a:pt x="95" y="79"/>
                    <a:pt x="95" y="63"/>
                  </a:cubicBezTo>
                  <a:cubicBezTo>
                    <a:pt x="110" y="48"/>
                    <a:pt x="95" y="32"/>
                    <a:pt x="79"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4" name="Google Shape;2064;p38"/>
            <p:cNvSpPr/>
            <p:nvPr/>
          </p:nvSpPr>
          <p:spPr>
            <a:xfrm>
              <a:off x="3296763" y="1822825"/>
              <a:ext cx="4548" cy="2544"/>
            </a:xfrm>
            <a:custGeom>
              <a:avLst/>
              <a:gdLst/>
              <a:ahLst/>
              <a:cxnLst/>
              <a:rect l="l" t="t" r="r" b="b"/>
              <a:pathLst>
                <a:path w="143" h="80" extrusionOk="0">
                  <a:moveTo>
                    <a:pt x="48" y="0"/>
                  </a:moveTo>
                  <a:lnTo>
                    <a:pt x="48" y="0"/>
                  </a:lnTo>
                  <a:lnTo>
                    <a:pt x="17" y="0"/>
                  </a:lnTo>
                  <a:lnTo>
                    <a:pt x="17" y="32"/>
                  </a:lnTo>
                  <a:cubicBezTo>
                    <a:pt x="0" y="32"/>
                    <a:pt x="17" y="48"/>
                    <a:pt x="17" y="63"/>
                  </a:cubicBezTo>
                  <a:lnTo>
                    <a:pt x="32" y="63"/>
                  </a:lnTo>
                  <a:lnTo>
                    <a:pt x="48" y="63"/>
                  </a:lnTo>
                  <a:lnTo>
                    <a:pt x="95" y="80"/>
                  </a:lnTo>
                  <a:lnTo>
                    <a:pt x="111" y="80"/>
                  </a:lnTo>
                  <a:cubicBezTo>
                    <a:pt x="111" y="80"/>
                    <a:pt x="126" y="80"/>
                    <a:pt x="126" y="63"/>
                  </a:cubicBezTo>
                  <a:cubicBezTo>
                    <a:pt x="126" y="63"/>
                    <a:pt x="143" y="63"/>
                    <a:pt x="143" y="48"/>
                  </a:cubicBezTo>
                  <a:cubicBezTo>
                    <a:pt x="143" y="32"/>
                    <a:pt x="143" y="17"/>
                    <a:pt x="126" y="17"/>
                  </a:cubicBezTo>
                  <a:lnTo>
                    <a:pt x="111" y="0"/>
                  </a:lnTo>
                  <a:lnTo>
                    <a:pt x="80"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5" name="Google Shape;2065;p38"/>
            <p:cNvSpPr/>
            <p:nvPr/>
          </p:nvSpPr>
          <p:spPr>
            <a:xfrm>
              <a:off x="3436572" y="1807781"/>
              <a:ext cx="3053" cy="3053"/>
            </a:xfrm>
            <a:custGeom>
              <a:avLst/>
              <a:gdLst/>
              <a:ahLst/>
              <a:cxnLst/>
              <a:rect l="l" t="t" r="r" b="b"/>
              <a:pathLst>
                <a:path w="96" h="96" extrusionOk="0">
                  <a:moveTo>
                    <a:pt x="64" y="1"/>
                  </a:moveTo>
                  <a:lnTo>
                    <a:pt x="64" y="17"/>
                  </a:lnTo>
                  <a:lnTo>
                    <a:pt x="47" y="17"/>
                  </a:lnTo>
                  <a:lnTo>
                    <a:pt x="32" y="17"/>
                  </a:lnTo>
                  <a:lnTo>
                    <a:pt x="16" y="48"/>
                  </a:lnTo>
                  <a:cubicBezTo>
                    <a:pt x="1" y="64"/>
                    <a:pt x="1" y="80"/>
                    <a:pt x="16" y="95"/>
                  </a:cubicBezTo>
                  <a:lnTo>
                    <a:pt x="32" y="95"/>
                  </a:lnTo>
                  <a:lnTo>
                    <a:pt x="64" y="95"/>
                  </a:lnTo>
                  <a:lnTo>
                    <a:pt x="79" y="64"/>
                  </a:lnTo>
                  <a:cubicBezTo>
                    <a:pt x="95" y="64"/>
                    <a:pt x="95" y="48"/>
                    <a:pt x="95" y="48"/>
                  </a:cubicBezTo>
                  <a:lnTo>
                    <a:pt x="95"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6" name="Google Shape;2066;p38"/>
            <p:cNvSpPr/>
            <p:nvPr/>
          </p:nvSpPr>
          <p:spPr>
            <a:xfrm>
              <a:off x="3346853" y="1817323"/>
              <a:ext cx="3562" cy="2035"/>
            </a:xfrm>
            <a:custGeom>
              <a:avLst/>
              <a:gdLst/>
              <a:ahLst/>
              <a:cxnLst/>
              <a:rect l="l" t="t" r="r" b="b"/>
              <a:pathLst>
                <a:path w="112" h="64" extrusionOk="0">
                  <a:moveTo>
                    <a:pt x="64" y="1"/>
                  </a:moveTo>
                  <a:lnTo>
                    <a:pt x="64" y="1"/>
                  </a:lnTo>
                  <a:lnTo>
                    <a:pt x="49" y="1"/>
                  </a:lnTo>
                  <a:lnTo>
                    <a:pt x="32" y="1"/>
                  </a:lnTo>
                  <a:cubicBezTo>
                    <a:pt x="17" y="1"/>
                    <a:pt x="1" y="16"/>
                    <a:pt x="1" y="32"/>
                  </a:cubicBezTo>
                  <a:lnTo>
                    <a:pt x="1" y="32"/>
                  </a:lnTo>
                  <a:cubicBezTo>
                    <a:pt x="1" y="64"/>
                    <a:pt x="17" y="64"/>
                    <a:pt x="32" y="64"/>
                  </a:cubicBezTo>
                  <a:lnTo>
                    <a:pt x="32" y="64"/>
                  </a:lnTo>
                  <a:lnTo>
                    <a:pt x="49" y="64"/>
                  </a:lnTo>
                  <a:lnTo>
                    <a:pt x="80" y="64"/>
                  </a:lnTo>
                  <a:lnTo>
                    <a:pt x="80" y="64"/>
                  </a:lnTo>
                  <a:cubicBezTo>
                    <a:pt x="95" y="64"/>
                    <a:pt x="112" y="47"/>
                    <a:pt x="95" y="32"/>
                  </a:cubicBezTo>
                  <a:lnTo>
                    <a:pt x="95" y="32"/>
                  </a:lnTo>
                  <a:lnTo>
                    <a:pt x="95"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7" name="Google Shape;2067;p38"/>
            <p:cNvSpPr/>
            <p:nvPr/>
          </p:nvSpPr>
          <p:spPr>
            <a:xfrm>
              <a:off x="3381456" y="1814333"/>
              <a:ext cx="5057" cy="3021"/>
            </a:xfrm>
            <a:custGeom>
              <a:avLst/>
              <a:gdLst/>
              <a:ahLst/>
              <a:cxnLst/>
              <a:rect l="l" t="t" r="r" b="b"/>
              <a:pathLst>
                <a:path w="159" h="95" extrusionOk="0">
                  <a:moveTo>
                    <a:pt x="79" y="32"/>
                  </a:moveTo>
                  <a:lnTo>
                    <a:pt x="79" y="32"/>
                  </a:lnTo>
                  <a:lnTo>
                    <a:pt x="79" y="32"/>
                  </a:lnTo>
                  <a:close/>
                  <a:moveTo>
                    <a:pt x="47" y="0"/>
                  </a:moveTo>
                  <a:lnTo>
                    <a:pt x="32" y="0"/>
                  </a:lnTo>
                  <a:lnTo>
                    <a:pt x="16" y="15"/>
                  </a:lnTo>
                  <a:cubicBezTo>
                    <a:pt x="1" y="32"/>
                    <a:pt x="1" y="47"/>
                    <a:pt x="16" y="47"/>
                  </a:cubicBezTo>
                  <a:lnTo>
                    <a:pt x="16" y="63"/>
                  </a:lnTo>
                  <a:lnTo>
                    <a:pt x="32" y="78"/>
                  </a:lnTo>
                  <a:cubicBezTo>
                    <a:pt x="32" y="78"/>
                    <a:pt x="47" y="95"/>
                    <a:pt x="64" y="95"/>
                  </a:cubicBezTo>
                  <a:lnTo>
                    <a:pt x="64" y="95"/>
                  </a:lnTo>
                  <a:lnTo>
                    <a:pt x="110" y="95"/>
                  </a:lnTo>
                  <a:lnTo>
                    <a:pt x="127" y="95"/>
                  </a:lnTo>
                  <a:lnTo>
                    <a:pt x="127" y="95"/>
                  </a:lnTo>
                  <a:cubicBezTo>
                    <a:pt x="142" y="95"/>
                    <a:pt x="158" y="78"/>
                    <a:pt x="158" y="63"/>
                  </a:cubicBezTo>
                  <a:cubicBezTo>
                    <a:pt x="158" y="47"/>
                    <a:pt x="142" y="32"/>
                    <a:pt x="127" y="32"/>
                  </a:cubicBezTo>
                  <a:lnTo>
                    <a:pt x="110" y="32"/>
                  </a:lnTo>
                  <a:lnTo>
                    <a:pt x="79" y="32"/>
                  </a:lnTo>
                  <a:lnTo>
                    <a:pt x="79" y="32"/>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8" name="Google Shape;2068;p38"/>
            <p:cNvSpPr/>
            <p:nvPr/>
          </p:nvSpPr>
          <p:spPr>
            <a:xfrm>
              <a:off x="3383936" y="181531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9" name="Google Shape;2069;p38"/>
            <p:cNvSpPr/>
            <p:nvPr/>
          </p:nvSpPr>
          <p:spPr>
            <a:xfrm>
              <a:off x="3440070" y="1808799"/>
              <a:ext cx="2035" cy="3021"/>
            </a:xfrm>
            <a:custGeom>
              <a:avLst/>
              <a:gdLst/>
              <a:ahLst/>
              <a:cxnLst/>
              <a:rect l="l" t="t" r="r" b="b"/>
              <a:pathLst>
                <a:path w="64" h="95" extrusionOk="0">
                  <a:moveTo>
                    <a:pt x="32" y="0"/>
                  </a:moveTo>
                  <a:lnTo>
                    <a:pt x="32" y="0"/>
                  </a:lnTo>
                  <a:cubicBezTo>
                    <a:pt x="17" y="0"/>
                    <a:pt x="0" y="16"/>
                    <a:pt x="0" y="32"/>
                  </a:cubicBezTo>
                  <a:lnTo>
                    <a:pt x="0" y="63"/>
                  </a:lnTo>
                  <a:lnTo>
                    <a:pt x="0" y="63"/>
                  </a:lnTo>
                  <a:cubicBezTo>
                    <a:pt x="0" y="80"/>
                    <a:pt x="17" y="95"/>
                    <a:pt x="32" y="95"/>
                  </a:cubicBezTo>
                  <a:lnTo>
                    <a:pt x="32" y="95"/>
                  </a:lnTo>
                  <a:cubicBezTo>
                    <a:pt x="48" y="95"/>
                    <a:pt x="63" y="80"/>
                    <a:pt x="63" y="63"/>
                  </a:cubicBezTo>
                  <a:lnTo>
                    <a:pt x="63" y="63"/>
                  </a:lnTo>
                  <a:lnTo>
                    <a:pt x="63" y="32"/>
                  </a:lnTo>
                  <a:cubicBezTo>
                    <a:pt x="63" y="16"/>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0" name="Google Shape;2070;p38"/>
            <p:cNvSpPr/>
            <p:nvPr/>
          </p:nvSpPr>
          <p:spPr>
            <a:xfrm>
              <a:off x="3109884" y="1816337"/>
              <a:ext cx="1495" cy="509"/>
            </a:xfrm>
            <a:custGeom>
              <a:avLst/>
              <a:gdLst/>
              <a:ahLst/>
              <a:cxnLst/>
              <a:rect l="l" t="t" r="r" b="b"/>
              <a:pathLst>
                <a:path w="47" h="16" extrusionOk="0">
                  <a:moveTo>
                    <a:pt x="47" y="0"/>
                  </a:moveTo>
                  <a:cubicBezTo>
                    <a:pt x="32" y="0"/>
                    <a:pt x="15" y="0"/>
                    <a:pt x="0" y="15"/>
                  </a:cubicBezTo>
                  <a:lnTo>
                    <a:pt x="0" y="15"/>
                  </a:lnTo>
                  <a:lnTo>
                    <a:pt x="15" y="15"/>
                  </a:lnTo>
                  <a:cubicBezTo>
                    <a:pt x="32" y="15"/>
                    <a:pt x="32" y="15"/>
                    <a:pt x="47" y="0"/>
                  </a:cubicBezTo>
                  <a:close/>
                </a:path>
              </a:pathLst>
            </a:custGeom>
            <a:solidFill>
              <a:srgbClr val="FFFFFF"/>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1" name="Google Shape;2071;p38"/>
            <p:cNvSpPr/>
            <p:nvPr/>
          </p:nvSpPr>
          <p:spPr>
            <a:xfrm>
              <a:off x="3108358" y="1814333"/>
              <a:ext cx="3562" cy="2512"/>
            </a:xfrm>
            <a:custGeom>
              <a:avLst/>
              <a:gdLst/>
              <a:ahLst/>
              <a:cxnLst/>
              <a:rect l="l" t="t" r="r" b="b"/>
              <a:pathLst>
                <a:path w="112" h="79" extrusionOk="0">
                  <a:moveTo>
                    <a:pt x="32" y="0"/>
                  </a:moveTo>
                  <a:lnTo>
                    <a:pt x="32" y="0"/>
                  </a:lnTo>
                  <a:cubicBezTo>
                    <a:pt x="17" y="0"/>
                    <a:pt x="0" y="0"/>
                    <a:pt x="0" y="15"/>
                  </a:cubicBezTo>
                  <a:lnTo>
                    <a:pt x="0" y="15"/>
                  </a:lnTo>
                  <a:cubicBezTo>
                    <a:pt x="0" y="32"/>
                    <a:pt x="0" y="47"/>
                    <a:pt x="17" y="63"/>
                  </a:cubicBezTo>
                  <a:lnTo>
                    <a:pt x="48" y="78"/>
                  </a:lnTo>
                  <a:cubicBezTo>
                    <a:pt x="63" y="63"/>
                    <a:pt x="80" y="63"/>
                    <a:pt x="95" y="63"/>
                  </a:cubicBezTo>
                  <a:lnTo>
                    <a:pt x="95" y="47"/>
                  </a:lnTo>
                  <a:cubicBezTo>
                    <a:pt x="111" y="32"/>
                    <a:pt x="95" y="15"/>
                    <a:pt x="80"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2" name="Google Shape;2072;p38"/>
            <p:cNvSpPr/>
            <p:nvPr/>
          </p:nvSpPr>
          <p:spPr>
            <a:xfrm>
              <a:off x="3414532" y="1784724"/>
              <a:ext cx="3530" cy="2576"/>
            </a:xfrm>
            <a:custGeom>
              <a:avLst/>
              <a:gdLst/>
              <a:ahLst/>
              <a:cxnLst/>
              <a:rect l="l" t="t" r="r" b="b"/>
              <a:pathLst>
                <a:path w="111" h="81" extrusionOk="0">
                  <a:moveTo>
                    <a:pt x="63" y="1"/>
                  </a:moveTo>
                  <a:lnTo>
                    <a:pt x="63" y="1"/>
                  </a:lnTo>
                  <a:lnTo>
                    <a:pt x="47" y="1"/>
                  </a:lnTo>
                  <a:lnTo>
                    <a:pt x="16" y="17"/>
                  </a:lnTo>
                  <a:lnTo>
                    <a:pt x="16" y="32"/>
                  </a:lnTo>
                  <a:lnTo>
                    <a:pt x="16" y="32"/>
                  </a:lnTo>
                  <a:cubicBezTo>
                    <a:pt x="16" y="32"/>
                    <a:pt x="16" y="49"/>
                    <a:pt x="0" y="49"/>
                  </a:cubicBezTo>
                  <a:cubicBezTo>
                    <a:pt x="0" y="49"/>
                    <a:pt x="0" y="64"/>
                    <a:pt x="16" y="64"/>
                  </a:cubicBezTo>
                  <a:cubicBezTo>
                    <a:pt x="16" y="80"/>
                    <a:pt x="16" y="80"/>
                    <a:pt x="32" y="80"/>
                  </a:cubicBezTo>
                  <a:lnTo>
                    <a:pt x="47" y="80"/>
                  </a:lnTo>
                  <a:lnTo>
                    <a:pt x="63" y="80"/>
                  </a:lnTo>
                  <a:lnTo>
                    <a:pt x="95" y="64"/>
                  </a:lnTo>
                  <a:cubicBezTo>
                    <a:pt x="95" y="64"/>
                    <a:pt x="110" y="49"/>
                    <a:pt x="110" y="32"/>
                  </a:cubicBezTo>
                  <a:lnTo>
                    <a:pt x="110" y="32"/>
                  </a:lnTo>
                  <a:cubicBezTo>
                    <a:pt x="110" y="32"/>
                    <a:pt x="110" y="17"/>
                    <a:pt x="95" y="17"/>
                  </a:cubicBezTo>
                  <a:cubicBezTo>
                    <a:pt x="95"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3" name="Google Shape;2073;p38"/>
            <p:cNvSpPr/>
            <p:nvPr/>
          </p:nvSpPr>
          <p:spPr>
            <a:xfrm>
              <a:off x="3057249" y="1821807"/>
              <a:ext cx="3530" cy="4039"/>
            </a:xfrm>
            <a:custGeom>
              <a:avLst/>
              <a:gdLst/>
              <a:ahLst/>
              <a:cxnLst/>
              <a:rect l="l" t="t" r="r" b="b"/>
              <a:pathLst>
                <a:path w="111" h="127" extrusionOk="0">
                  <a:moveTo>
                    <a:pt x="63" y="1"/>
                  </a:moveTo>
                  <a:lnTo>
                    <a:pt x="63" y="1"/>
                  </a:lnTo>
                  <a:cubicBezTo>
                    <a:pt x="48" y="1"/>
                    <a:pt x="48" y="1"/>
                    <a:pt x="32" y="17"/>
                  </a:cubicBezTo>
                  <a:lnTo>
                    <a:pt x="0" y="64"/>
                  </a:lnTo>
                  <a:cubicBezTo>
                    <a:pt x="0" y="80"/>
                    <a:pt x="0" y="95"/>
                    <a:pt x="16" y="112"/>
                  </a:cubicBezTo>
                  <a:lnTo>
                    <a:pt x="32" y="112"/>
                  </a:lnTo>
                  <a:lnTo>
                    <a:pt x="32" y="112"/>
                  </a:lnTo>
                  <a:lnTo>
                    <a:pt x="32" y="112"/>
                  </a:lnTo>
                  <a:lnTo>
                    <a:pt x="48" y="112"/>
                  </a:lnTo>
                  <a:lnTo>
                    <a:pt x="48" y="127"/>
                  </a:lnTo>
                  <a:lnTo>
                    <a:pt x="63" y="127"/>
                  </a:lnTo>
                  <a:lnTo>
                    <a:pt x="63" y="127"/>
                  </a:lnTo>
                  <a:lnTo>
                    <a:pt x="95" y="127"/>
                  </a:lnTo>
                  <a:lnTo>
                    <a:pt x="95" y="112"/>
                  </a:lnTo>
                  <a:lnTo>
                    <a:pt x="111" y="95"/>
                  </a:lnTo>
                  <a:lnTo>
                    <a:pt x="95" y="32"/>
                  </a:lnTo>
                  <a:cubicBezTo>
                    <a:pt x="95" y="17"/>
                    <a:pt x="95"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4" name="Google Shape;2074;p38"/>
            <p:cNvSpPr/>
            <p:nvPr/>
          </p:nvSpPr>
          <p:spPr>
            <a:xfrm>
              <a:off x="3399488" y="1808799"/>
              <a:ext cx="3530" cy="2544"/>
            </a:xfrm>
            <a:custGeom>
              <a:avLst/>
              <a:gdLst/>
              <a:ahLst/>
              <a:cxnLst/>
              <a:rect l="l" t="t" r="r" b="b"/>
              <a:pathLst>
                <a:path w="111" h="80" extrusionOk="0">
                  <a:moveTo>
                    <a:pt x="64" y="0"/>
                  </a:moveTo>
                  <a:lnTo>
                    <a:pt x="64" y="0"/>
                  </a:lnTo>
                  <a:lnTo>
                    <a:pt x="47" y="0"/>
                  </a:lnTo>
                  <a:lnTo>
                    <a:pt x="16" y="16"/>
                  </a:lnTo>
                  <a:cubicBezTo>
                    <a:pt x="16" y="16"/>
                    <a:pt x="16" y="32"/>
                    <a:pt x="1" y="32"/>
                  </a:cubicBezTo>
                  <a:lnTo>
                    <a:pt x="1" y="32"/>
                  </a:lnTo>
                  <a:cubicBezTo>
                    <a:pt x="32" y="32"/>
                    <a:pt x="32" y="48"/>
                    <a:pt x="47" y="63"/>
                  </a:cubicBezTo>
                  <a:lnTo>
                    <a:pt x="47" y="80"/>
                  </a:lnTo>
                  <a:lnTo>
                    <a:pt x="47" y="80"/>
                  </a:lnTo>
                  <a:lnTo>
                    <a:pt x="79" y="63"/>
                  </a:lnTo>
                  <a:cubicBezTo>
                    <a:pt x="95" y="48"/>
                    <a:pt x="110" y="32"/>
                    <a:pt x="95" y="16"/>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5" name="Google Shape;2075;p38"/>
            <p:cNvSpPr/>
            <p:nvPr/>
          </p:nvSpPr>
          <p:spPr>
            <a:xfrm>
              <a:off x="3377926" y="1811789"/>
              <a:ext cx="3053" cy="3562"/>
            </a:xfrm>
            <a:custGeom>
              <a:avLst/>
              <a:gdLst/>
              <a:ahLst/>
              <a:cxnLst/>
              <a:rect l="l" t="t" r="r" b="b"/>
              <a:pathLst>
                <a:path w="96" h="112" extrusionOk="0">
                  <a:moveTo>
                    <a:pt x="49" y="1"/>
                  </a:moveTo>
                  <a:lnTo>
                    <a:pt x="49" y="1"/>
                  </a:lnTo>
                  <a:cubicBezTo>
                    <a:pt x="32" y="1"/>
                    <a:pt x="17" y="17"/>
                    <a:pt x="17" y="32"/>
                  </a:cubicBezTo>
                  <a:lnTo>
                    <a:pt x="1" y="64"/>
                  </a:lnTo>
                  <a:cubicBezTo>
                    <a:pt x="1" y="80"/>
                    <a:pt x="17" y="95"/>
                    <a:pt x="32" y="95"/>
                  </a:cubicBezTo>
                  <a:lnTo>
                    <a:pt x="32" y="112"/>
                  </a:lnTo>
                  <a:cubicBezTo>
                    <a:pt x="49" y="112"/>
                    <a:pt x="64" y="95"/>
                    <a:pt x="64" y="80"/>
                  </a:cubicBezTo>
                  <a:lnTo>
                    <a:pt x="80" y="49"/>
                  </a:lnTo>
                  <a:cubicBezTo>
                    <a:pt x="95" y="32"/>
                    <a:pt x="80"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6" name="Google Shape;2076;p38"/>
            <p:cNvSpPr/>
            <p:nvPr/>
          </p:nvSpPr>
          <p:spPr>
            <a:xfrm>
              <a:off x="3405499" y="1808799"/>
              <a:ext cx="4548" cy="3021"/>
            </a:xfrm>
            <a:custGeom>
              <a:avLst/>
              <a:gdLst/>
              <a:ahLst/>
              <a:cxnLst/>
              <a:rect l="l" t="t" r="r" b="b"/>
              <a:pathLst>
                <a:path w="143" h="95" extrusionOk="0">
                  <a:moveTo>
                    <a:pt x="95" y="0"/>
                  </a:moveTo>
                  <a:lnTo>
                    <a:pt x="95" y="0"/>
                  </a:lnTo>
                  <a:lnTo>
                    <a:pt x="79" y="0"/>
                  </a:lnTo>
                  <a:lnTo>
                    <a:pt x="32" y="32"/>
                  </a:lnTo>
                  <a:cubicBezTo>
                    <a:pt x="1" y="32"/>
                    <a:pt x="1" y="48"/>
                    <a:pt x="1" y="80"/>
                  </a:cubicBezTo>
                  <a:cubicBezTo>
                    <a:pt x="16" y="80"/>
                    <a:pt x="16" y="95"/>
                    <a:pt x="32" y="95"/>
                  </a:cubicBezTo>
                  <a:lnTo>
                    <a:pt x="47" y="95"/>
                  </a:lnTo>
                  <a:lnTo>
                    <a:pt x="111" y="63"/>
                  </a:lnTo>
                  <a:cubicBezTo>
                    <a:pt x="127" y="63"/>
                    <a:pt x="142" y="48"/>
                    <a:pt x="127" y="32"/>
                  </a:cubicBezTo>
                  <a:cubicBezTo>
                    <a:pt x="127" y="16"/>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7" name="Google Shape;2077;p38"/>
            <p:cNvSpPr/>
            <p:nvPr/>
          </p:nvSpPr>
          <p:spPr>
            <a:xfrm>
              <a:off x="3187517" y="1781734"/>
              <a:ext cx="3562" cy="2544"/>
            </a:xfrm>
            <a:custGeom>
              <a:avLst/>
              <a:gdLst/>
              <a:ahLst/>
              <a:cxnLst/>
              <a:rect l="l" t="t" r="r" b="b"/>
              <a:pathLst>
                <a:path w="112" h="80" extrusionOk="0">
                  <a:moveTo>
                    <a:pt x="32" y="0"/>
                  </a:moveTo>
                  <a:lnTo>
                    <a:pt x="32" y="0"/>
                  </a:lnTo>
                  <a:cubicBezTo>
                    <a:pt x="17" y="0"/>
                    <a:pt x="1" y="17"/>
                    <a:pt x="1" y="32"/>
                  </a:cubicBezTo>
                  <a:cubicBezTo>
                    <a:pt x="1" y="48"/>
                    <a:pt x="1" y="63"/>
                    <a:pt x="17" y="80"/>
                  </a:cubicBezTo>
                  <a:lnTo>
                    <a:pt x="48" y="80"/>
                  </a:lnTo>
                  <a:lnTo>
                    <a:pt x="64" y="80"/>
                  </a:lnTo>
                  <a:cubicBezTo>
                    <a:pt x="80" y="80"/>
                    <a:pt x="95" y="80"/>
                    <a:pt x="95" y="63"/>
                  </a:cubicBezTo>
                  <a:cubicBezTo>
                    <a:pt x="111" y="48"/>
                    <a:pt x="95" y="32"/>
                    <a:pt x="80" y="17"/>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8" name="Google Shape;2078;p38"/>
            <p:cNvSpPr/>
            <p:nvPr/>
          </p:nvSpPr>
          <p:spPr>
            <a:xfrm>
              <a:off x="3437589" y="1756673"/>
              <a:ext cx="3021" cy="2544"/>
            </a:xfrm>
            <a:custGeom>
              <a:avLst/>
              <a:gdLst/>
              <a:ahLst/>
              <a:cxnLst/>
              <a:rect l="l" t="t" r="r" b="b"/>
              <a:pathLst>
                <a:path w="95" h="80" extrusionOk="0">
                  <a:moveTo>
                    <a:pt x="63" y="1"/>
                  </a:moveTo>
                  <a:lnTo>
                    <a:pt x="63" y="1"/>
                  </a:lnTo>
                  <a:lnTo>
                    <a:pt x="47" y="1"/>
                  </a:lnTo>
                  <a:lnTo>
                    <a:pt x="32" y="17"/>
                  </a:lnTo>
                  <a:lnTo>
                    <a:pt x="15" y="17"/>
                  </a:lnTo>
                  <a:cubicBezTo>
                    <a:pt x="32" y="32"/>
                    <a:pt x="32" y="48"/>
                    <a:pt x="32" y="64"/>
                  </a:cubicBezTo>
                  <a:lnTo>
                    <a:pt x="0" y="64"/>
                  </a:lnTo>
                  <a:cubicBezTo>
                    <a:pt x="0" y="80"/>
                    <a:pt x="15" y="80"/>
                    <a:pt x="15" y="80"/>
                  </a:cubicBezTo>
                  <a:lnTo>
                    <a:pt x="32" y="80"/>
                  </a:lnTo>
                  <a:lnTo>
                    <a:pt x="47" y="80"/>
                  </a:lnTo>
                  <a:lnTo>
                    <a:pt x="63" y="80"/>
                  </a:lnTo>
                  <a:lnTo>
                    <a:pt x="78" y="64"/>
                  </a:lnTo>
                  <a:cubicBezTo>
                    <a:pt x="95" y="48"/>
                    <a:pt x="95" y="32"/>
                    <a:pt x="95"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9" name="Google Shape;2079;p38"/>
            <p:cNvSpPr/>
            <p:nvPr/>
          </p:nvSpPr>
          <p:spPr>
            <a:xfrm>
              <a:off x="3052733" y="1795760"/>
              <a:ext cx="3530" cy="2544"/>
            </a:xfrm>
            <a:custGeom>
              <a:avLst/>
              <a:gdLst/>
              <a:ahLst/>
              <a:cxnLst/>
              <a:rect l="l" t="t" r="r" b="b"/>
              <a:pathLst>
                <a:path w="111" h="80" extrusionOk="0">
                  <a:moveTo>
                    <a:pt x="64" y="0"/>
                  </a:moveTo>
                  <a:lnTo>
                    <a:pt x="64" y="0"/>
                  </a:lnTo>
                  <a:lnTo>
                    <a:pt x="48" y="0"/>
                  </a:lnTo>
                  <a:lnTo>
                    <a:pt x="16" y="17"/>
                  </a:lnTo>
                  <a:cubicBezTo>
                    <a:pt x="1" y="32"/>
                    <a:pt x="1" y="48"/>
                    <a:pt x="1" y="63"/>
                  </a:cubicBezTo>
                  <a:cubicBezTo>
                    <a:pt x="16" y="80"/>
                    <a:pt x="32" y="80"/>
                    <a:pt x="32" y="80"/>
                  </a:cubicBezTo>
                  <a:lnTo>
                    <a:pt x="48" y="80"/>
                  </a:lnTo>
                  <a:lnTo>
                    <a:pt x="64" y="80"/>
                  </a:lnTo>
                  <a:lnTo>
                    <a:pt x="79" y="63"/>
                  </a:lnTo>
                  <a:lnTo>
                    <a:pt x="95" y="63"/>
                  </a:lnTo>
                  <a:cubicBezTo>
                    <a:pt x="95" y="48"/>
                    <a:pt x="111"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0" name="Google Shape;2080;p38"/>
            <p:cNvSpPr/>
            <p:nvPr/>
          </p:nvSpPr>
          <p:spPr>
            <a:xfrm>
              <a:off x="3093823" y="1792738"/>
              <a:ext cx="3053" cy="4580"/>
            </a:xfrm>
            <a:custGeom>
              <a:avLst/>
              <a:gdLst/>
              <a:ahLst/>
              <a:cxnLst/>
              <a:rect l="l" t="t" r="r" b="b"/>
              <a:pathLst>
                <a:path w="96" h="144" extrusionOk="0">
                  <a:moveTo>
                    <a:pt x="47" y="1"/>
                  </a:moveTo>
                  <a:lnTo>
                    <a:pt x="47" y="1"/>
                  </a:lnTo>
                  <a:lnTo>
                    <a:pt x="47" y="1"/>
                  </a:lnTo>
                  <a:cubicBezTo>
                    <a:pt x="32" y="1"/>
                    <a:pt x="32" y="17"/>
                    <a:pt x="16" y="32"/>
                  </a:cubicBezTo>
                  <a:lnTo>
                    <a:pt x="16" y="32"/>
                  </a:lnTo>
                  <a:lnTo>
                    <a:pt x="16" y="95"/>
                  </a:lnTo>
                  <a:cubicBezTo>
                    <a:pt x="1" y="112"/>
                    <a:pt x="16" y="143"/>
                    <a:pt x="47" y="143"/>
                  </a:cubicBezTo>
                  <a:lnTo>
                    <a:pt x="47" y="143"/>
                  </a:lnTo>
                  <a:lnTo>
                    <a:pt x="64" y="127"/>
                  </a:lnTo>
                  <a:cubicBezTo>
                    <a:pt x="79" y="127"/>
                    <a:pt x="79" y="127"/>
                    <a:pt x="79" y="112"/>
                  </a:cubicBezTo>
                  <a:lnTo>
                    <a:pt x="79" y="112"/>
                  </a:lnTo>
                  <a:lnTo>
                    <a:pt x="95" y="49"/>
                  </a:lnTo>
                  <a:lnTo>
                    <a:pt x="95" y="49"/>
                  </a:lnTo>
                  <a:cubicBezTo>
                    <a:pt x="95" y="32"/>
                    <a:pt x="79" y="32"/>
                    <a:pt x="79" y="17"/>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1" name="Google Shape;2081;p38"/>
            <p:cNvSpPr/>
            <p:nvPr/>
          </p:nvSpPr>
          <p:spPr>
            <a:xfrm>
              <a:off x="3114369" y="1791275"/>
              <a:ext cx="2544" cy="3021"/>
            </a:xfrm>
            <a:custGeom>
              <a:avLst/>
              <a:gdLst/>
              <a:ahLst/>
              <a:cxnLst/>
              <a:rect l="l" t="t" r="r" b="b"/>
              <a:pathLst>
                <a:path w="80" h="95" extrusionOk="0">
                  <a:moveTo>
                    <a:pt x="48" y="0"/>
                  </a:moveTo>
                  <a:lnTo>
                    <a:pt x="32" y="0"/>
                  </a:lnTo>
                  <a:lnTo>
                    <a:pt x="32" y="0"/>
                  </a:lnTo>
                  <a:cubicBezTo>
                    <a:pt x="17" y="0"/>
                    <a:pt x="0" y="15"/>
                    <a:pt x="17" y="32"/>
                  </a:cubicBezTo>
                  <a:lnTo>
                    <a:pt x="17" y="63"/>
                  </a:lnTo>
                  <a:lnTo>
                    <a:pt x="17" y="78"/>
                  </a:lnTo>
                  <a:cubicBezTo>
                    <a:pt x="17" y="78"/>
                    <a:pt x="32" y="95"/>
                    <a:pt x="48" y="95"/>
                  </a:cubicBezTo>
                  <a:lnTo>
                    <a:pt x="48" y="95"/>
                  </a:lnTo>
                  <a:cubicBezTo>
                    <a:pt x="63" y="95"/>
                    <a:pt x="80" y="78"/>
                    <a:pt x="80" y="63"/>
                  </a:cubicBezTo>
                  <a:lnTo>
                    <a:pt x="80" y="47"/>
                  </a:lnTo>
                  <a:lnTo>
                    <a:pt x="80" y="32"/>
                  </a:lnTo>
                  <a:cubicBezTo>
                    <a:pt x="80" y="15"/>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2" name="Google Shape;2082;p38"/>
            <p:cNvSpPr/>
            <p:nvPr/>
          </p:nvSpPr>
          <p:spPr>
            <a:xfrm>
              <a:off x="3267694" y="1768695"/>
              <a:ext cx="3021" cy="3053"/>
            </a:xfrm>
            <a:custGeom>
              <a:avLst/>
              <a:gdLst/>
              <a:ahLst/>
              <a:cxnLst/>
              <a:rect l="l" t="t" r="r" b="b"/>
              <a:pathLst>
                <a:path w="95" h="96" extrusionOk="0">
                  <a:moveTo>
                    <a:pt x="63" y="1"/>
                  </a:moveTo>
                  <a:lnTo>
                    <a:pt x="48" y="1"/>
                  </a:lnTo>
                  <a:cubicBezTo>
                    <a:pt x="48" y="1"/>
                    <a:pt x="48" y="17"/>
                    <a:pt x="32" y="17"/>
                  </a:cubicBezTo>
                  <a:lnTo>
                    <a:pt x="32" y="17"/>
                  </a:lnTo>
                  <a:lnTo>
                    <a:pt x="32" y="17"/>
                  </a:lnTo>
                  <a:lnTo>
                    <a:pt x="17" y="49"/>
                  </a:lnTo>
                  <a:cubicBezTo>
                    <a:pt x="0" y="64"/>
                    <a:pt x="0" y="80"/>
                    <a:pt x="17" y="95"/>
                  </a:cubicBezTo>
                  <a:lnTo>
                    <a:pt x="17" y="95"/>
                  </a:lnTo>
                  <a:lnTo>
                    <a:pt x="32" y="95"/>
                  </a:lnTo>
                  <a:cubicBezTo>
                    <a:pt x="48" y="95"/>
                    <a:pt x="63" y="95"/>
                    <a:pt x="63" y="80"/>
                  </a:cubicBezTo>
                  <a:lnTo>
                    <a:pt x="63" y="80"/>
                  </a:lnTo>
                  <a:lnTo>
                    <a:pt x="80" y="80"/>
                  </a:lnTo>
                  <a:lnTo>
                    <a:pt x="80" y="64"/>
                  </a:lnTo>
                  <a:cubicBezTo>
                    <a:pt x="95" y="49"/>
                    <a:pt x="95" y="32"/>
                    <a:pt x="95" y="32"/>
                  </a:cubicBez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3" name="Google Shape;2083;p38"/>
            <p:cNvSpPr/>
            <p:nvPr/>
          </p:nvSpPr>
          <p:spPr>
            <a:xfrm>
              <a:off x="3048217" y="1790735"/>
              <a:ext cx="3021" cy="4039"/>
            </a:xfrm>
            <a:custGeom>
              <a:avLst/>
              <a:gdLst/>
              <a:ahLst/>
              <a:cxnLst/>
              <a:rect l="l" t="t" r="r" b="b"/>
              <a:pathLst>
                <a:path w="95" h="127" extrusionOk="0">
                  <a:moveTo>
                    <a:pt x="48" y="1"/>
                  </a:moveTo>
                  <a:lnTo>
                    <a:pt x="48" y="1"/>
                  </a:lnTo>
                  <a:cubicBezTo>
                    <a:pt x="32" y="1"/>
                    <a:pt x="17" y="17"/>
                    <a:pt x="17" y="32"/>
                  </a:cubicBezTo>
                  <a:lnTo>
                    <a:pt x="0" y="95"/>
                  </a:lnTo>
                  <a:cubicBezTo>
                    <a:pt x="0" y="112"/>
                    <a:pt x="17" y="127"/>
                    <a:pt x="32" y="127"/>
                  </a:cubicBezTo>
                  <a:lnTo>
                    <a:pt x="48" y="127"/>
                  </a:lnTo>
                  <a:cubicBezTo>
                    <a:pt x="63" y="127"/>
                    <a:pt x="80" y="127"/>
                    <a:pt x="80" y="95"/>
                  </a:cubicBezTo>
                  <a:lnTo>
                    <a:pt x="80" y="49"/>
                  </a:lnTo>
                  <a:cubicBezTo>
                    <a:pt x="95" y="17"/>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4" name="Google Shape;2084;p38"/>
            <p:cNvSpPr/>
            <p:nvPr/>
          </p:nvSpPr>
          <p:spPr>
            <a:xfrm>
              <a:off x="3040711" y="1790258"/>
              <a:ext cx="4516" cy="4516"/>
            </a:xfrm>
            <a:custGeom>
              <a:avLst/>
              <a:gdLst/>
              <a:ahLst/>
              <a:cxnLst/>
              <a:rect l="l" t="t" r="r" b="b"/>
              <a:pathLst>
                <a:path w="142" h="142" extrusionOk="0">
                  <a:moveTo>
                    <a:pt x="95" y="1"/>
                  </a:moveTo>
                  <a:lnTo>
                    <a:pt x="95" y="1"/>
                  </a:lnTo>
                  <a:cubicBezTo>
                    <a:pt x="79" y="1"/>
                    <a:pt x="79" y="16"/>
                    <a:pt x="64" y="16"/>
                  </a:cubicBezTo>
                  <a:lnTo>
                    <a:pt x="64" y="32"/>
                  </a:lnTo>
                  <a:lnTo>
                    <a:pt x="64" y="32"/>
                  </a:lnTo>
                  <a:lnTo>
                    <a:pt x="47" y="32"/>
                  </a:lnTo>
                  <a:lnTo>
                    <a:pt x="32" y="32"/>
                  </a:lnTo>
                  <a:cubicBezTo>
                    <a:pt x="16" y="47"/>
                    <a:pt x="1" y="64"/>
                    <a:pt x="16" y="79"/>
                  </a:cubicBezTo>
                  <a:lnTo>
                    <a:pt x="32" y="110"/>
                  </a:lnTo>
                  <a:lnTo>
                    <a:pt x="47" y="127"/>
                  </a:lnTo>
                  <a:cubicBezTo>
                    <a:pt x="47" y="142"/>
                    <a:pt x="64" y="142"/>
                    <a:pt x="79" y="142"/>
                  </a:cubicBezTo>
                  <a:lnTo>
                    <a:pt x="79" y="142"/>
                  </a:lnTo>
                  <a:lnTo>
                    <a:pt x="79" y="142"/>
                  </a:lnTo>
                  <a:cubicBezTo>
                    <a:pt x="95" y="142"/>
                    <a:pt x="95" y="127"/>
                    <a:pt x="110" y="127"/>
                  </a:cubicBezTo>
                  <a:lnTo>
                    <a:pt x="127" y="47"/>
                  </a:lnTo>
                  <a:lnTo>
                    <a:pt x="127" y="47"/>
                  </a:lnTo>
                  <a:cubicBezTo>
                    <a:pt x="142" y="32"/>
                    <a:pt x="127"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5" name="Google Shape;2085;p38"/>
            <p:cNvSpPr/>
            <p:nvPr/>
          </p:nvSpPr>
          <p:spPr>
            <a:xfrm>
              <a:off x="3105845" y="1788731"/>
              <a:ext cx="3530" cy="3562"/>
            </a:xfrm>
            <a:custGeom>
              <a:avLst/>
              <a:gdLst/>
              <a:ahLst/>
              <a:cxnLst/>
              <a:rect l="l" t="t" r="r" b="b"/>
              <a:pathLst>
                <a:path w="111" h="112" extrusionOk="0">
                  <a:moveTo>
                    <a:pt x="32" y="1"/>
                  </a:moveTo>
                  <a:lnTo>
                    <a:pt x="32" y="1"/>
                  </a:lnTo>
                  <a:lnTo>
                    <a:pt x="16" y="1"/>
                  </a:lnTo>
                  <a:cubicBezTo>
                    <a:pt x="1" y="17"/>
                    <a:pt x="1" y="49"/>
                    <a:pt x="16" y="49"/>
                  </a:cubicBezTo>
                  <a:lnTo>
                    <a:pt x="16" y="64"/>
                  </a:lnTo>
                  <a:lnTo>
                    <a:pt x="32" y="64"/>
                  </a:lnTo>
                  <a:lnTo>
                    <a:pt x="64" y="95"/>
                  </a:lnTo>
                  <a:lnTo>
                    <a:pt x="64" y="95"/>
                  </a:lnTo>
                  <a:cubicBezTo>
                    <a:pt x="64" y="112"/>
                    <a:pt x="79" y="112"/>
                    <a:pt x="79" y="112"/>
                  </a:cubicBezTo>
                  <a:cubicBezTo>
                    <a:pt x="96" y="112"/>
                    <a:pt x="96" y="95"/>
                    <a:pt x="111" y="95"/>
                  </a:cubicBezTo>
                  <a:lnTo>
                    <a:pt x="111" y="95"/>
                  </a:lnTo>
                  <a:lnTo>
                    <a:pt x="111" y="64"/>
                  </a:lnTo>
                  <a:lnTo>
                    <a:pt x="111" y="49"/>
                  </a:ln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6" name="Google Shape;2086;p38"/>
            <p:cNvSpPr/>
            <p:nvPr/>
          </p:nvSpPr>
          <p:spPr>
            <a:xfrm>
              <a:off x="3325831" y="1764687"/>
              <a:ext cx="3021" cy="3053"/>
            </a:xfrm>
            <a:custGeom>
              <a:avLst/>
              <a:gdLst/>
              <a:ahLst/>
              <a:cxnLst/>
              <a:rect l="l" t="t" r="r" b="b"/>
              <a:pathLst>
                <a:path w="95" h="96" extrusionOk="0">
                  <a:moveTo>
                    <a:pt x="48" y="1"/>
                  </a:moveTo>
                  <a:lnTo>
                    <a:pt x="48" y="1"/>
                  </a:lnTo>
                  <a:cubicBezTo>
                    <a:pt x="32" y="1"/>
                    <a:pt x="32" y="17"/>
                    <a:pt x="32" y="17"/>
                  </a:cubicBezTo>
                  <a:lnTo>
                    <a:pt x="16" y="17"/>
                  </a:lnTo>
                  <a:lnTo>
                    <a:pt x="16" y="32"/>
                  </a:lnTo>
                  <a:lnTo>
                    <a:pt x="16" y="49"/>
                  </a:lnTo>
                  <a:lnTo>
                    <a:pt x="16" y="49"/>
                  </a:lnTo>
                  <a:cubicBezTo>
                    <a:pt x="0" y="64"/>
                    <a:pt x="0" y="80"/>
                    <a:pt x="16" y="80"/>
                  </a:cubicBezTo>
                  <a:lnTo>
                    <a:pt x="16" y="95"/>
                  </a:lnTo>
                  <a:lnTo>
                    <a:pt x="32" y="95"/>
                  </a:lnTo>
                  <a:lnTo>
                    <a:pt x="63" y="95"/>
                  </a:lnTo>
                  <a:lnTo>
                    <a:pt x="79" y="80"/>
                  </a:lnTo>
                  <a:cubicBezTo>
                    <a:pt x="79" y="80"/>
                    <a:pt x="79" y="64"/>
                    <a:pt x="95" y="64"/>
                  </a:cubicBezTo>
                  <a:cubicBezTo>
                    <a:pt x="95" y="49"/>
                    <a:pt x="79" y="49"/>
                    <a:pt x="79" y="32"/>
                  </a:cubicBezTo>
                  <a:lnTo>
                    <a:pt x="79" y="17"/>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7" name="Google Shape;2087;p38"/>
            <p:cNvSpPr/>
            <p:nvPr/>
          </p:nvSpPr>
          <p:spPr>
            <a:xfrm>
              <a:off x="3103333" y="1784724"/>
              <a:ext cx="4548" cy="5565"/>
            </a:xfrm>
            <a:custGeom>
              <a:avLst/>
              <a:gdLst/>
              <a:ahLst/>
              <a:cxnLst/>
              <a:rect l="l" t="t" r="r" b="b"/>
              <a:pathLst>
                <a:path w="143" h="175" extrusionOk="0">
                  <a:moveTo>
                    <a:pt x="111" y="1"/>
                  </a:moveTo>
                  <a:lnTo>
                    <a:pt x="111" y="1"/>
                  </a:lnTo>
                  <a:cubicBezTo>
                    <a:pt x="95" y="1"/>
                    <a:pt x="95" y="17"/>
                    <a:pt x="80" y="17"/>
                  </a:cubicBezTo>
                  <a:lnTo>
                    <a:pt x="64" y="32"/>
                  </a:lnTo>
                  <a:lnTo>
                    <a:pt x="64" y="49"/>
                  </a:lnTo>
                  <a:lnTo>
                    <a:pt x="64" y="49"/>
                  </a:lnTo>
                  <a:lnTo>
                    <a:pt x="48" y="49"/>
                  </a:lnTo>
                  <a:lnTo>
                    <a:pt x="48" y="49"/>
                  </a:lnTo>
                  <a:cubicBezTo>
                    <a:pt x="32" y="49"/>
                    <a:pt x="17" y="64"/>
                    <a:pt x="17" y="80"/>
                  </a:cubicBezTo>
                  <a:lnTo>
                    <a:pt x="1" y="127"/>
                  </a:lnTo>
                  <a:cubicBezTo>
                    <a:pt x="1" y="143"/>
                    <a:pt x="17" y="158"/>
                    <a:pt x="32" y="175"/>
                  </a:cubicBezTo>
                  <a:lnTo>
                    <a:pt x="32" y="175"/>
                  </a:lnTo>
                  <a:lnTo>
                    <a:pt x="32" y="175"/>
                  </a:lnTo>
                  <a:cubicBezTo>
                    <a:pt x="48" y="175"/>
                    <a:pt x="64" y="158"/>
                    <a:pt x="64" y="158"/>
                  </a:cubicBezTo>
                  <a:lnTo>
                    <a:pt x="111" y="95"/>
                  </a:lnTo>
                  <a:lnTo>
                    <a:pt x="143" y="64"/>
                  </a:lnTo>
                  <a:lnTo>
                    <a:pt x="143" y="49"/>
                  </a:lnTo>
                  <a:cubicBezTo>
                    <a:pt x="143" y="32"/>
                    <a:pt x="143" y="17"/>
                    <a:pt x="127" y="17"/>
                  </a:cubicBezTo>
                  <a:cubicBezTo>
                    <a:pt x="127" y="1"/>
                    <a:pt x="127"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8" name="Google Shape;2088;p38"/>
            <p:cNvSpPr/>
            <p:nvPr/>
          </p:nvSpPr>
          <p:spPr>
            <a:xfrm>
              <a:off x="3424041" y="1766691"/>
              <a:ext cx="3562" cy="3053"/>
            </a:xfrm>
            <a:custGeom>
              <a:avLst/>
              <a:gdLst/>
              <a:ahLst/>
              <a:cxnLst/>
              <a:rect l="l" t="t" r="r" b="b"/>
              <a:pathLst>
                <a:path w="112" h="96" extrusionOk="0">
                  <a:moveTo>
                    <a:pt x="63" y="1"/>
                  </a:moveTo>
                  <a:lnTo>
                    <a:pt x="63" y="1"/>
                  </a:lnTo>
                  <a:lnTo>
                    <a:pt x="48" y="1"/>
                  </a:lnTo>
                  <a:lnTo>
                    <a:pt x="32" y="17"/>
                  </a:lnTo>
                  <a:lnTo>
                    <a:pt x="17" y="32"/>
                  </a:lnTo>
                  <a:cubicBezTo>
                    <a:pt x="0" y="32"/>
                    <a:pt x="0" y="49"/>
                    <a:pt x="0" y="64"/>
                  </a:cubicBezTo>
                  <a:lnTo>
                    <a:pt x="0" y="80"/>
                  </a:lnTo>
                  <a:cubicBezTo>
                    <a:pt x="17" y="80"/>
                    <a:pt x="17" y="95"/>
                    <a:pt x="32" y="95"/>
                  </a:cubicBezTo>
                  <a:cubicBezTo>
                    <a:pt x="48" y="95"/>
                    <a:pt x="48" y="95"/>
                    <a:pt x="48" y="80"/>
                  </a:cubicBezTo>
                  <a:lnTo>
                    <a:pt x="80" y="64"/>
                  </a:lnTo>
                  <a:cubicBezTo>
                    <a:pt x="95" y="49"/>
                    <a:pt x="111" y="32"/>
                    <a:pt x="95" y="17"/>
                  </a:cubicBezTo>
                  <a:cubicBezTo>
                    <a:pt x="95"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9" name="Google Shape;2089;p38"/>
            <p:cNvSpPr/>
            <p:nvPr/>
          </p:nvSpPr>
          <p:spPr>
            <a:xfrm>
              <a:off x="3421560" y="1766214"/>
              <a:ext cx="2512" cy="4039"/>
            </a:xfrm>
            <a:custGeom>
              <a:avLst/>
              <a:gdLst/>
              <a:ahLst/>
              <a:cxnLst/>
              <a:rect l="l" t="t" r="r" b="b"/>
              <a:pathLst>
                <a:path w="79" h="127" extrusionOk="0">
                  <a:moveTo>
                    <a:pt x="47" y="1"/>
                  </a:moveTo>
                  <a:lnTo>
                    <a:pt x="32" y="1"/>
                  </a:lnTo>
                  <a:cubicBezTo>
                    <a:pt x="15" y="1"/>
                    <a:pt x="15" y="1"/>
                    <a:pt x="15" y="16"/>
                  </a:cubicBezTo>
                  <a:lnTo>
                    <a:pt x="0" y="16"/>
                  </a:lnTo>
                  <a:lnTo>
                    <a:pt x="0" y="32"/>
                  </a:lnTo>
                  <a:lnTo>
                    <a:pt x="0" y="95"/>
                  </a:lnTo>
                  <a:cubicBezTo>
                    <a:pt x="0" y="110"/>
                    <a:pt x="15" y="127"/>
                    <a:pt x="32" y="127"/>
                  </a:cubicBezTo>
                  <a:lnTo>
                    <a:pt x="32" y="127"/>
                  </a:lnTo>
                  <a:cubicBezTo>
                    <a:pt x="63" y="127"/>
                    <a:pt x="78" y="110"/>
                    <a:pt x="78" y="95"/>
                  </a:cubicBezTo>
                  <a:lnTo>
                    <a:pt x="78" y="79"/>
                  </a:lnTo>
                  <a:lnTo>
                    <a:pt x="78"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0" name="Google Shape;2090;p38"/>
            <p:cNvSpPr/>
            <p:nvPr/>
          </p:nvSpPr>
          <p:spPr>
            <a:xfrm>
              <a:off x="3436572" y="1765196"/>
              <a:ext cx="5534" cy="4548"/>
            </a:xfrm>
            <a:custGeom>
              <a:avLst/>
              <a:gdLst/>
              <a:ahLst/>
              <a:cxnLst/>
              <a:rect l="l" t="t" r="r" b="b"/>
              <a:pathLst>
                <a:path w="174" h="143" extrusionOk="0">
                  <a:moveTo>
                    <a:pt x="142" y="1"/>
                  </a:moveTo>
                  <a:lnTo>
                    <a:pt x="127" y="1"/>
                  </a:lnTo>
                  <a:lnTo>
                    <a:pt x="127" y="1"/>
                  </a:lnTo>
                  <a:lnTo>
                    <a:pt x="47" y="33"/>
                  </a:lnTo>
                  <a:lnTo>
                    <a:pt x="32" y="33"/>
                  </a:lnTo>
                  <a:lnTo>
                    <a:pt x="1" y="64"/>
                  </a:lnTo>
                  <a:lnTo>
                    <a:pt x="1" y="79"/>
                  </a:lnTo>
                  <a:lnTo>
                    <a:pt x="16" y="96"/>
                  </a:lnTo>
                  <a:lnTo>
                    <a:pt x="16" y="127"/>
                  </a:lnTo>
                  <a:lnTo>
                    <a:pt x="32" y="127"/>
                  </a:lnTo>
                  <a:cubicBezTo>
                    <a:pt x="32" y="142"/>
                    <a:pt x="47" y="142"/>
                    <a:pt x="64" y="142"/>
                  </a:cubicBezTo>
                  <a:lnTo>
                    <a:pt x="64" y="142"/>
                  </a:lnTo>
                  <a:cubicBezTo>
                    <a:pt x="95" y="142"/>
                    <a:pt x="95" y="111"/>
                    <a:pt x="95" y="96"/>
                  </a:cubicBezTo>
                  <a:lnTo>
                    <a:pt x="79" y="96"/>
                  </a:lnTo>
                  <a:lnTo>
                    <a:pt x="142" y="79"/>
                  </a:lnTo>
                  <a:lnTo>
                    <a:pt x="142" y="64"/>
                  </a:lnTo>
                  <a:cubicBezTo>
                    <a:pt x="158" y="64"/>
                    <a:pt x="173" y="48"/>
                    <a:pt x="173" y="33"/>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1" name="Google Shape;2091;p38"/>
            <p:cNvSpPr/>
            <p:nvPr/>
          </p:nvSpPr>
          <p:spPr>
            <a:xfrm>
              <a:off x="3119902" y="1800785"/>
              <a:ext cx="3498" cy="2544"/>
            </a:xfrm>
            <a:custGeom>
              <a:avLst/>
              <a:gdLst/>
              <a:ahLst/>
              <a:cxnLst/>
              <a:rect l="l" t="t" r="r" b="b"/>
              <a:pathLst>
                <a:path w="110" h="80" extrusionOk="0">
                  <a:moveTo>
                    <a:pt x="32" y="0"/>
                  </a:moveTo>
                  <a:lnTo>
                    <a:pt x="32" y="0"/>
                  </a:lnTo>
                  <a:lnTo>
                    <a:pt x="32" y="0"/>
                  </a:lnTo>
                  <a:cubicBezTo>
                    <a:pt x="15" y="0"/>
                    <a:pt x="0" y="0"/>
                    <a:pt x="0" y="16"/>
                  </a:cubicBezTo>
                  <a:cubicBezTo>
                    <a:pt x="0" y="32"/>
                    <a:pt x="0" y="48"/>
                    <a:pt x="15" y="63"/>
                  </a:cubicBezTo>
                  <a:lnTo>
                    <a:pt x="15" y="63"/>
                  </a:lnTo>
                  <a:lnTo>
                    <a:pt x="47" y="79"/>
                  </a:lnTo>
                  <a:lnTo>
                    <a:pt x="63" y="79"/>
                  </a:lnTo>
                  <a:cubicBezTo>
                    <a:pt x="78" y="79"/>
                    <a:pt x="95" y="63"/>
                    <a:pt x="95" y="48"/>
                  </a:cubicBezTo>
                  <a:cubicBezTo>
                    <a:pt x="110" y="32"/>
                    <a:pt x="95" y="16"/>
                    <a:pt x="78" y="16"/>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2" name="Google Shape;2092;p38"/>
            <p:cNvSpPr/>
            <p:nvPr/>
          </p:nvSpPr>
          <p:spPr>
            <a:xfrm>
              <a:off x="3271701" y="1779254"/>
              <a:ext cx="3562" cy="2512"/>
            </a:xfrm>
            <a:custGeom>
              <a:avLst/>
              <a:gdLst/>
              <a:ahLst/>
              <a:cxnLst/>
              <a:rect l="l" t="t" r="r" b="b"/>
              <a:pathLst>
                <a:path w="112" h="79" extrusionOk="0">
                  <a:moveTo>
                    <a:pt x="48" y="0"/>
                  </a:moveTo>
                  <a:lnTo>
                    <a:pt x="32" y="0"/>
                  </a:lnTo>
                  <a:cubicBezTo>
                    <a:pt x="32" y="0"/>
                    <a:pt x="17" y="15"/>
                    <a:pt x="17" y="32"/>
                  </a:cubicBezTo>
                  <a:cubicBezTo>
                    <a:pt x="0" y="32"/>
                    <a:pt x="0" y="47"/>
                    <a:pt x="17" y="63"/>
                  </a:cubicBezTo>
                  <a:lnTo>
                    <a:pt x="32" y="63"/>
                  </a:lnTo>
                  <a:lnTo>
                    <a:pt x="63" y="78"/>
                  </a:lnTo>
                  <a:lnTo>
                    <a:pt x="80" y="78"/>
                  </a:lnTo>
                  <a:cubicBezTo>
                    <a:pt x="95" y="78"/>
                    <a:pt x="95" y="78"/>
                    <a:pt x="111" y="63"/>
                  </a:cubicBezTo>
                  <a:cubicBezTo>
                    <a:pt x="111" y="47"/>
                    <a:pt x="111" y="32"/>
                    <a:pt x="95" y="15"/>
                  </a:cubicBezTo>
                  <a:lnTo>
                    <a:pt x="95"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3" name="Google Shape;2093;p38"/>
            <p:cNvSpPr/>
            <p:nvPr/>
          </p:nvSpPr>
          <p:spPr>
            <a:xfrm>
              <a:off x="3198076" y="1786250"/>
              <a:ext cx="3021" cy="2035"/>
            </a:xfrm>
            <a:custGeom>
              <a:avLst/>
              <a:gdLst/>
              <a:ahLst/>
              <a:cxnLst/>
              <a:rect l="l" t="t" r="r" b="b"/>
              <a:pathLst>
                <a:path w="95" h="64" extrusionOk="0">
                  <a:moveTo>
                    <a:pt x="63" y="1"/>
                  </a:moveTo>
                  <a:lnTo>
                    <a:pt x="63" y="1"/>
                  </a:lnTo>
                  <a:lnTo>
                    <a:pt x="32" y="1"/>
                  </a:lnTo>
                  <a:cubicBezTo>
                    <a:pt x="0" y="1"/>
                    <a:pt x="0" y="16"/>
                    <a:pt x="0" y="32"/>
                  </a:cubicBezTo>
                  <a:lnTo>
                    <a:pt x="0" y="47"/>
                  </a:lnTo>
                  <a:lnTo>
                    <a:pt x="15" y="64"/>
                  </a:lnTo>
                  <a:lnTo>
                    <a:pt x="32" y="47"/>
                  </a:lnTo>
                  <a:lnTo>
                    <a:pt x="47" y="47"/>
                  </a:lnTo>
                  <a:cubicBezTo>
                    <a:pt x="47" y="47"/>
                    <a:pt x="63" y="47"/>
                    <a:pt x="63" y="64"/>
                  </a:cubicBezTo>
                  <a:lnTo>
                    <a:pt x="63" y="64"/>
                  </a:lnTo>
                  <a:cubicBezTo>
                    <a:pt x="78" y="64"/>
                    <a:pt x="95" y="47"/>
                    <a:pt x="95" y="32"/>
                  </a:cubicBezTo>
                  <a:cubicBezTo>
                    <a:pt x="95" y="16"/>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4" name="Google Shape;2094;p38"/>
            <p:cNvSpPr/>
            <p:nvPr/>
          </p:nvSpPr>
          <p:spPr>
            <a:xfrm>
              <a:off x="3318326" y="1776232"/>
              <a:ext cx="3021" cy="3530"/>
            </a:xfrm>
            <a:custGeom>
              <a:avLst/>
              <a:gdLst/>
              <a:ahLst/>
              <a:cxnLst/>
              <a:rect l="l" t="t" r="r" b="b"/>
              <a:pathLst>
                <a:path w="95" h="111" extrusionOk="0">
                  <a:moveTo>
                    <a:pt x="47" y="1"/>
                  </a:moveTo>
                  <a:lnTo>
                    <a:pt x="47" y="1"/>
                  </a:lnTo>
                  <a:lnTo>
                    <a:pt x="32" y="1"/>
                  </a:lnTo>
                  <a:lnTo>
                    <a:pt x="32" y="1"/>
                  </a:lnTo>
                  <a:cubicBezTo>
                    <a:pt x="16" y="16"/>
                    <a:pt x="0" y="32"/>
                    <a:pt x="16" y="47"/>
                  </a:cubicBezTo>
                  <a:lnTo>
                    <a:pt x="16" y="79"/>
                  </a:lnTo>
                  <a:cubicBezTo>
                    <a:pt x="32" y="95"/>
                    <a:pt x="47" y="110"/>
                    <a:pt x="63" y="110"/>
                  </a:cubicBezTo>
                  <a:lnTo>
                    <a:pt x="63" y="110"/>
                  </a:lnTo>
                  <a:cubicBezTo>
                    <a:pt x="79" y="110"/>
                    <a:pt x="79" y="95"/>
                    <a:pt x="79" y="95"/>
                  </a:cubicBezTo>
                  <a:lnTo>
                    <a:pt x="95" y="79"/>
                  </a:lnTo>
                  <a:lnTo>
                    <a:pt x="95" y="64"/>
                  </a:lnTo>
                  <a:lnTo>
                    <a:pt x="95" y="64"/>
                  </a:lnTo>
                  <a:lnTo>
                    <a:pt x="79" y="32"/>
                  </a:lnTo>
                  <a:cubicBezTo>
                    <a:pt x="79" y="16"/>
                    <a:pt x="63" y="16"/>
                    <a:pt x="63"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5" name="Google Shape;2095;p38"/>
            <p:cNvSpPr/>
            <p:nvPr/>
          </p:nvSpPr>
          <p:spPr>
            <a:xfrm>
              <a:off x="3189521" y="1788254"/>
              <a:ext cx="3562" cy="5057"/>
            </a:xfrm>
            <a:custGeom>
              <a:avLst/>
              <a:gdLst/>
              <a:ahLst/>
              <a:cxnLst/>
              <a:rect l="l" t="t" r="r" b="b"/>
              <a:pathLst>
                <a:path w="112" h="159" extrusionOk="0">
                  <a:moveTo>
                    <a:pt x="64" y="1"/>
                  </a:moveTo>
                  <a:lnTo>
                    <a:pt x="64" y="1"/>
                  </a:lnTo>
                  <a:lnTo>
                    <a:pt x="32" y="1"/>
                  </a:lnTo>
                  <a:lnTo>
                    <a:pt x="32" y="16"/>
                  </a:lnTo>
                  <a:lnTo>
                    <a:pt x="32" y="16"/>
                  </a:lnTo>
                  <a:lnTo>
                    <a:pt x="32" y="16"/>
                  </a:lnTo>
                  <a:lnTo>
                    <a:pt x="17" y="79"/>
                  </a:lnTo>
                  <a:lnTo>
                    <a:pt x="1" y="79"/>
                  </a:lnTo>
                  <a:cubicBezTo>
                    <a:pt x="1" y="95"/>
                    <a:pt x="17" y="95"/>
                    <a:pt x="17" y="110"/>
                  </a:cubicBezTo>
                  <a:lnTo>
                    <a:pt x="48" y="142"/>
                  </a:lnTo>
                  <a:lnTo>
                    <a:pt x="48" y="142"/>
                  </a:lnTo>
                  <a:lnTo>
                    <a:pt x="64" y="158"/>
                  </a:lnTo>
                  <a:cubicBezTo>
                    <a:pt x="80" y="158"/>
                    <a:pt x="80" y="142"/>
                    <a:pt x="95" y="142"/>
                  </a:cubicBezTo>
                  <a:cubicBezTo>
                    <a:pt x="111" y="127"/>
                    <a:pt x="111" y="110"/>
                    <a:pt x="95" y="95"/>
                  </a:cubicBezTo>
                  <a:lnTo>
                    <a:pt x="80" y="79"/>
                  </a:lnTo>
                  <a:lnTo>
                    <a:pt x="80" y="79"/>
                  </a:lnTo>
                  <a:lnTo>
                    <a:pt x="95" y="64"/>
                  </a:lnTo>
                  <a:lnTo>
                    <a:pt x="95" y="47"/>
                  </a:lnTo>
                  <a:lnTo>
                    <a:pt x="95" y="32"/>
                  </a:lnTo>
                  <a:cubicBezTo>
                    <a:pt x="95" y="16"/>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6" name="Google Shape;2096;p38"/>
            <p:cNvSpPr/>
            <p:nvPr/>
          </p:nvSpPr>
          <p:spPr>
            <a:xfrm>
              <a:off x="3033174" y="1804283"/>
              <a:ext cx="3562" cy="3530"/>
            </a:xfrm>
            <a:custGeom>
              <a:avLst/>
              <a:gdLst/>
              <a:ahLst/>
              <a:cxnLst/>
              <a:rect l="l" t="t" r="r" b="b"/>
              <a:pathLst>
                <a:path w="112" h="111" extrusionOk="0">
                  <a:moveTo>
                    <a:pt x="64" y="1"/>
                  </a:moveTo>
                  <a:lnTo>
                    <a:pt x="64" y="1"/>
                  </a:lnTo>
                  <a:lnTo>
                    <a:pt x="64" y="1"/>
                  </a:lnTo>
                  <a:cubicBezTo>
                    <a:pt x="49" y="1"/>
                    <a:pt x="49" y="1"/>
                    <a:pt x="32" y="16"/>
                  </a:cubicBezTo>
                  <a:lnTo>
                    <a:pt x="17" y="32"/>
                  </a:lnTo>
                  <a:lnTo>
                    <a:pt x="17" y="64"/>
                  </a:lnTo>
                  <a:lnTo>
                    <a:pt x="1" y="64"/>
                  </a:lnTo>
                  <a:lnTo>
                    <a:pt x="1" y="79"/>
                  </a:lnTo>
                  <a:cubicBezTo>
                    <a:pt x="1" y="95"/>
                    <a:pt x="17" y="95"/>
                    <a:pt x="32" y="111"/>
                  </a:cubicBezTo>
                  <a:lnTo>
                    <a:pt x="49" y="111"/>
                  </a:lnTo>
                  <a:lnTo>
                    <a:pt x="64" y="111"/>
                  </a:lnTo>
                  <a:lnTo>
                    <a:pt x="64" y="95"/>
                  </a:lnTo>
                  <a:lnTo>
                    <a:pt x="95" y="48"/>
                  </a:lnTo>
                  <a:lnTo>
                    <a:pt x="95" y="48"/>
                  </a:lnTo>
                  <a:cubicBezTo>
                    <a:pt x="112"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7" name="Google Shape;2097;p38"/>
            <p:cNvSpPr/>
            <p:nvPr/>
          </p:nvSpPr>
          <p:spPr>
            <a:xfrm>
              <a:off x="3197535" y="1787745"/>
              <a:ext cx="3053" cy="3021"/>
            </a:xfrm>
            <a:custGeom>
              <a:avLst/>
              <a:gdLst/>
              <a:ahLst/>
              <a:cxnLst/>
              <a:rect l="l" t="t" r="r" b="b"/>
              <a:pathLst>
                <a:path w="96" h="95" extrusionOk="0">
                  <a:moveTo>
                    <a:pt x="64" y="0"/>
                  </a:moveTo>
                  <a:lnTo>
                    <a:pt x="49" y="0"/>
                  </a:lnTo>
                  <a:lnTo>
                    <a:pt x="32" y="17"/>
                  </a:lnTo>
                  <a:lnTo>
                    <a:pt x="49" y="17"/>
                  </a:lnTo>
                  <a:cubicBezTo>
                    <a:pt x="64" y="17"/>
                    <a:pt x="64" y="48"/>
                    <a:pt x="64" y="63"/>
                  </a:cubicBezTo>
                  <a:cubicBezTo>
                    <a:pt x="49" y="63"/>
                    <a:pt x="32" y="80"/>
                    <a:pt x="32" y="80"/>
                  </a:cubicBezTo>
                  <a:lnTo>
                    <a:pt x="17" y="80"/>
                  </a:lnTo>
                  <a:lnTo>
                    <a:pt x="1" y="63"/>
                  </a:lnTo>
                  <a:cubicBezTo>
                    <a:pt x="1" y="80"/>
                    <a:pt x="1" y="80"/>
                    <a:pt x="17" y="95"/>
                  </a:cubicBezTo>
                  <a:lnTo>
                    <a:pt x="17" y="95"/>
                  </a:lnTo>
                  <a:lnTo>
                    <a:pt x="32" y="95"/>
                  </a:lnTo>
                  <a:cubicBezTo>
                    <a:pt x="49" y="95"/>
                    <a:pt x="64" y="95"/>
                    <a:pt x="64" y="80"/>
                  </a:cubicBezTo>
                  <a:lnTo>
                    <a:pt x="80" y="63"/>
                  </a:lnTo>
                  <a:cubicBezTo>
                    <a:pt x="95" y="48"/>
                    <a:pt x="95" y="32"/>
                    <a:pt x="80" y="17"/>
                  </a:cubicBezTo>
                  <a:lnTo>
                    <a:pt x="80" y="17"/>
                  </a:lnTo>
                  <a:cubicBezTo>
                    <a:pt x="80"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8" name="Google Shape;2098;p38"/>
            <p:cNvSpPr/>
            <p:nvPr/>
          </p:nvSpPr>
          <p:spPr>
            <a:xfrm>
              <a:off x="3191524" y="1798272"/>
              <a:ext cx="3562" cy="3053"/>
            </a:xfrm>
            <a:custGeom>
              <a:avLst/>
              <a:gdLst/>
              <a:ahLst/>
              <a:cxnLst/>
              <a:rect l="l" t="t" r="r" b="b"/>
              <a:pathLst>
                <a:path w="112" h="96" extrusionOk="0">
                  <a:moveTo>
                    <a:pt x="48" y="1"/>
                  </a:moveTo>
                  <a:lnTo>
                    <a:pt x="48" y="1"/>
                  </a:lnTo>
                  <a:cubicBezTo>
                    <a:pt x="32" y="1"/>
                    <a:pt x="32" y="16"/>
                    <a:pt x="32" y="16"/>
                  </a:cubicBezTo>
                  <a:lnTo>
                    <a:pt x="17" y="16"/>
                  </a:lnTo>
                  <a:cubicBezTo>
                    <a:pt x="1" y="32"/>
                    <a:pt x="17" y="48"/>
                    <a:pt x="32" y="64"/>
                  </a:cubicBezTo>
                  <a:lnTo>
                    <a:pt x="32" y="64"/>
                  </a:lnTo>
                  <a:lnTo>
                    <a:pt x="48" y="79"/>
                  </a:lnTo>
                  <a:cubicBezTo>
                    <a:pt x="64" y="95"/>
                    <a:pt x="64" y="95"/>
                    <a:pt x="80" y="95"/>
                  </a:cubicBezTo>
                  <a:cubicBezTo>
                    <a:pt x="80" y="95"/>
                    <a:pt x="95" y="95"/>
                    <a:pt x="95" y="79"/>
                  </a:cubicBezTo>
                  <a:cubicBezTo>
                    <a:pt x="111" y="64"/>
                    <a:pt x="111" y="48"/>
                    <a:pt x="95" y="32"/>
                  </a:cubicBezTo>
                  <a:lnTo>
                    <a:pt x="95" y="32"/>
                  </a:ln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9" name="Google Shape;2099;p38"/>
            <p:cNvSpPr/>
            <p:nvPr/>
          </p:nvSpPr>
          <p:spPr>
            <a:xfrm>
              <a:off x="3363423" y="1783738"/>
              <a:ext cx="3021" cy="3021"/>
            </a:xfrm>
            <a:custGeom>
              <a:avLst/>
              <a:gdLst/>
              <a:ahLst/>
              <a:cxnLst/>
              <a:rect l="l" t="t" r="r" b="b"/>
              <a:pathLst>
                <a:path w="95" h="95" extrusionOk="0">
                  <a:moveTo>
                    <a:pt x="47" y="0"/>
                  </a:moveTo>
                  <a:lnTo>
                    <a:pt x="32" y="0"/>
                  </a:lnTo>
                  <a:lnTo>
                    <a:pt x="16" y="17"/>
                  </a:lnTo>
                  <a:cubicBezTo>
                    <a:pt x="0" y="32"/>
                    <a:pt x="0" y="48"/>
                    <a:pt x="16" y="63"/>
                  </a:cubicBezTo>
                  <a:lnTo>
                    <a:pt x="32" y="80"/>
                  </a:lnTo>
                  <a:cubicBezTo>
                    <a:pt x="47" y="80"/>
                    <a:pt x="47" y="95"/>
                    <a:pt x="63" y="95"/>
                  </a:cubicBezTo>
                  <a:lnTo>
                    <a:pt x="79" y="80"/>
                  </a:lnTo>
                  <a:cubicBezTo>
                    <a:pt x="95" y="63"/>
                    <a:pt x="95" y="32"/>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0" name="Google Shape;2100;p38"/>
            <p:cNvSpPr/>
            <p:nvPr/>
          </p:nvSpPr>
          <p:spPr>
            <a:xfrm>
              <a:off x="3361419" y="1785741"/>
              <a:ext cx="3021" cy="2035"/>
            </a:xfrm>
            <a:custGeom>
              <a:avLst/>
              <a:gdLst/>
              <a:ahLst/>
              <a:cxnLst/>
              <a:rect l="l" t="t" r="r" b="b"/>
              <a:pathLst>
                <a:path w="95" h="64" extrusionOk="0">
                  <a:moveTo>
                    <a:pt x="32" y="0"/>
                  </a:moveTo>
                  <a:lnTo>
                    <a:pt x="32" y="0"/>
                  </a:lnTo>
                  <a:cubicBezTo>
                    <a:pt x="15" y="0"/>
                    <a:pt x="0" y="17"/>
                    <a:pt x="0" y="17"/>
                  </a:cubicBezTo>
                  <a:cubicBezTo>
                    <a:pt x="0" y="48"/>
                    <a:pt x="0" y="63"/>
                    <a:pt x="32" y="63"/>
                  </a:cubicBezTo>
                  <a:lnTo>
                    <a:pt x="47" y="63"/>
                  </a:lnTo>
                  <a:lnTo>
                    <a:pt x="63" y="63"/>
                  </a:lnTo>
                  <a:cubicBezTo>
                    <a:pt x="79" y="63"/>
                    <a:pt x="79" y="63"/>
                    <a:pt x="95" y="48"/>
                  </a:cubicBezTo>
                  <a:cubicBezTo>
                    <a:pt x="95" y="32"/>
                    <a:pt x="79" y="0"/>
                    <a:pt x="63"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1" name="Google Shape;2101;p38"/>
            <p:cNvSpPr/>
            <p:nvPr/>
          </p:nvSpPr>
          <p:spPr>
            <a:xfrm>
              <a:off x="3243650" y="1797763"/>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4"/>
                    <a:pt x="17" y="80"/>
                  </a:cubicBezTo>
                  <a:lnTo>
                    <a:pt x="48" y="80"/>
                  </a:lnTo>
                  <a:lnTo>
                    <a:pt x="63" y="80"/>
                  </a:lnTo>
                  <a:lnTo>
                    <a:pt x="63" y="64"/>
                  </a:lnTo>
                  <a:lnTo>
                    <a:pt x="80" y="48"/>
                  </a:lnTo>
                  <a:cubicBezTo>
                    <a:pt x="95" y="32"/>
                    <a:pt x="95" y="17"/>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2" name="Google Shape;2102;p38"/>
            <p:cNvSpPr/>
            <p:nvPr/>
          </p:nvSpPr>
          <p:spPr>
            <a:xfrm>
              <a:off x="3046213" y="1817323"/>
              <a:ext cx="4039" cy="3053"/>
            </a:xfrm>
            <a:custGeom>
              <a:avLst/>
              <a:gdLst/>
              <a:ahLst/>
              <a:cxnLst/>
              <a:rect l="l" t="t" r="r" b="b"/>
              <a:pathLst>
                <a:path w="127" h="96" extrusionOk="0">
                  <a:moveTo>
                    <a:pt x="48" y="1"/>
                  </a:moveTo>
                  <a:lnTo>
                    <a:pt x="48" y="16"/>
                  </a:lnTo>
                  <a:cubicBezTo>
                    <a:pt x="32" y="16"/>
                    <a:pt x="17" y="16"/>
                    <a:pt x="17" y="32"/>
                  </a:cubicBezTo>
                  <a:cubicBezTo>
                    <a:pt x="0" y="47"/>
                    <a:pt x="17" y="64"/>
                    <a:pt x="32" y="79"/>
                  </a:cubicBezTo>
                  <a:lnTo>
                    <a:pt x="80" y="95"/>
                  </a:lnTo>
                  <a:lnTo>
                    <a:pt x="95" y="95"/>
                  </a:lnTo>
                  <a:cubicBezTo>
                    <a:pt x="111" y="95"/>
                    <a:pt x="111" y="95"/>
                    <a:pt x="126" y="79"/>
                  </a:cubicBezTo>
                  <a:cubicBezTo>
                    <a:pt x="126" y="64"/>
                    <a:pt x="126" y="47"/>
                    <a:pt x="111" y="32"/>
                  </a:cubicBezTo>
                  <a:lnTo>
                    <a:pt x="63" y="16"/>
                  </a:lnTo>
                  <a:cubicBezTo>
                    <a:pt x="48" y="16"/>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3" name="Google Shape;2103;p38"/>
            <p:cNvSpPr/>
            <p:nvPr/>
          </p:nvSpPr>
          <p:spPr>
            <a:xfrm>
              <a:off x="3161470" y="1805778"/>
              <a:ext cx="3021" cy="2544"/>
            </a:xfrm>
            <a:custGeom>
              <a:avLst/>
              <a:gdLst/>
              <a:ahLst/>
              <a:cxnLst/>
              <a:rect l="l" t="t" r="r" b="b"/>
              <a:pathLst>
                <a:path w="95" h="80" extrusionOk="0">
                  <a:moveTo>
                    <a:pt x="32" y="1"/>
                  </a:moveTo>
                  <a:lnTo>
                    <a:pt x="32" y="1"/>
                  </a:lnTo>
                  <a:cubicBezTo>
                    <a:pt x="17" y="1"/>
                    <a:pt x="0" y="17"/>
                    <a:pt x="0" y="32"/>
                  </a:cubicBezTo>
                  <a:lnTo>
                    <a:pt x="0" y="64"/>
                  </a:lnTo>
                  <a:cubicBezTo>
                    <a:pt x="17" y="64"/>
                    <a:pt x="17" y="80"/>
                    <a:pt x="32" y="80"/>
                  </a:cubicBezTo>
                  <a:lnTo>
                    <a:pt x="48" y="80"/>
                  </a:lnTo>
                  <a:lnTo>
                    <a:pt x="63" y="80"/>
                  </a:lnTo>
                  <a:cubicBezTo>
                    <a:pt x="80" y="80"/>
                    <a:pt x="80" y="64"/>
                    <a:pt x="95" y="48"/>
                  </a:cubicBezTo>
                  <a:cubicBezTo>
                    <a:pt x="95" y="32"/>
                    <a:pt x="80" y="17"/>
                    <a:pt x="80" y="17"/>
                  </a:cubicBezTo>
                  <a:lnTo>
                    <a:pt x="63"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4" name="Google Shape;2104;p38"/>
            <p:cNvSpPr/>
            <p:nvPr/>
          </p:nvSpPr>
          <p:spPr>
            <a:xfrm>
              <a:off x="3347394" y="1785264"/>
              <a:ext cx="3021" cy="2512"/>
            </a:xfrm>
            <a:custGeom>
              <a:avLst/>
              <a:gdLst/>
              <a:ahLst/>
              <a:cxnLst/>
              <a:rect l="l" t="t" r="r" b="b"/>
              <a:pathLst>
                <a:path w="95" h="79" extrusionOk="0">
                  <a:moveTo>
                    <a:pt x="32" y="0"/>
                  </a:moveTo>
                  <a:lnTo>
                    <a:pt x="32" y="0"/>
                  </a:lnTo>
                  <a:cubicBezTo>
                    <a:pt x="15" y="0"/>
                    <a:pt x="15" y="0"/>
                    <a:pt x="0" y="15"/>
                  </a:cubicBezTo>
                  <a:lnTo>
                    <a:pt x="0" y="47"/>
                  </a:lnTo>
                  <a:lnTo>
                    <a:pt x="15" y="63"/>
                  </a:lnTo>
                  <a:lnTo>
                    <a:pt x="32" y="63"/>
                  </a:lnTo>
                  <a:cubicBezTo>
                    <a:pt x="32" y="78"/>
                    <a:pt x="47" y="78"/>
                    <a:pt x="47" y="78"/>
                  </a:cubicBezTo>
                  <a:lnTo>
                    <a:pt x="47" y="78"/>
                  </a:lnTo>
                  <a:cubicBezTo>
                    <a:pt x="63" y="78"/>
                    <a:pt x="63" y="78"/>
                    <a:pt x="78" y="63"/>
                  </a:cubicBezTo>
                  <a:lnTo>
                    <a:pt x="78" y="47"/>
                  </a:lnTo>
                  <a:cubicBezTo>
                    <a:pt x="95" y="32"/>
                    <a:pt x="78" y="32"/>
                    <a:pt x="78"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5" name="Google Shape;2105;p38"/>
            <p:cNvSpPr/>
            <p:nvPr/>
          </p:nvSpPr>
          <p:spPr>
            <a:xfrm>
              <a:off x="3373918" y="1781734"/>
              <a:ext cx="2576" cy="3021"/>
            </a:xfrm>
            <a:custGeom>
              <a:avLst/>
              <a:gdLst/>
              <a:ahLst/>
              <a:cxnLst/>
              <a:rect l="l" t="t" r="r" b="b"/>
              <a:pathLst>
                <a:path w="81" h="95" extrusionOk="0">
                  <a:moveTo>
                    <a:pt x="64" y="32"/>
                  </a:moveTo>
                  <a:lnTo>
                    <a:pt x="64" y="32"/>
                  </a:lnTo>
                  <a:lnTo>
                    <a:pt x="64" y="32"/>
                  </a:lnTo>
                  <a:close/>
                  <a:moveTo>
                    <a:pt x="49" y="0"/>
                  </a:moveTo>
                  <a:lnTo>
                    <a:pt x="32" y="0"/>
                  </a:lnTo>
                  <a:lnTo>
                    <a:pt x="17" y="17"/>
                  </a:lnTo>
                  <a:cubicBezTo>
                    <a:pt x="1" y="32"/>
                    <a:pt x="1" y="48"/>
                    <a:pt x="1" y="48"/>
                  </a:cubicBezTo>
                  <a:lnTo>
                    <a:pt x="1" y="63"/>
                  </a:lnTo>
                  <a:lnTo>
                    <a:pt x="17" y="80"/>
                  </a:lnTo>
                  <a:lnTo>
                    <a:pt x="17" y="80"/>
                  </a:lnTo>
                  <a:cubicBezTo>
                    <a:pt x="17" y="95"/>
                    <a:pt x="32" y="95"/>
                    <a:pt x="49" y="95"/>
                  </a:cubicBezTo>
                  <a:lnTo>
                    <a:pt x="64" y="95"/>
                  </a:lnTo>
                  <a:cubicBezTo>
                    <a:pt x="80" y="80"/>
                    <a:pt x="80" y="63"/>
                    <a:pt x="80" y="63"/>
                  </a:cubicBezTo>
                  <a:lnTo>
                    <a:pt x="80" y="63"/>
                  </a:lnTo>
                  <a:lnTo>
                    <a:pt x="80" y="48"/>
                  </a:lnTo>
                  <a:cubicBezTo>
                    <a:pt x="80" y="32"/>
                    <a:pt x="80" y="17"/>
                    <a:pt x="64" y="17"/>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6" name="Google Shape;2106;p38"/>
            <p:cNvSpPr/>
            <p:nvPr/>
          </p:nvSpPr>
          <p:spPr>
            <a:xfrm>
              <a:off x="3375922" y="178272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7" name="Google Shape;2107;p38"/>
            <p:cNvSpPr/>
            <p:nvPr/>
          </p:nvSpPr>
          <p:spPr>
            <a:xfrm>
              <a:off x="3420543" y="1771716"/>
              <a:ext cx="3053" cy="2544"/>
            </a:xfrm>
            <a:custGeom>
              <a:avLst/>
              <a:gdLst/>
              <a:ahLst/>
              <a:cxnLst/>
              <a:rect l="l" t="t" r="r" b="b"/>
              <a:pathLst>
                <a:path w="96" h="80" extrusionOk="0">
                  <a:moveTo>
                    <a:pt x="32" y="0"/>
                  </a:moveTo>
                  <a:lnTo>
                    <a:pt x="32" y="0"/>
                  </a:lnTo>
                  <a:cubicBezTo>
                    <a:pt x="16" y="0"/>
                    <a:pt x="16" y="0"/>
                    <a:pt x="16" y="17"/>
                  </a:cubicBezTo>
                  <a:lnTo>
                    <a:pt x="1" y="17"/>
                  </a:lnTo>
                  <a:lnTo>
                    <a:pt x="1" y="48"/>
                  </a:lnTo>
                  <a:cubicBezTo>
                    <a:pt x="1" y="48"/>
                    <a:pt x="1" y="63"/>
                    <a:pt x="16" y="63"/>
                  </a:cubicBezTo>
                  <a:lnTo>
                    <a:pt x="32" y="80"/>
                  </a:lnTo>
                  <a:lnTo>
                    <a:pt x="47" y="80"/>
                  </a:lnTo>
                  <a:cubicBezTo>
                    <a:pt x="64" y="80"/>
                    <a:pt x="79" y="80"/>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8" name="Google Shape;2108;p38"/>
            <p:cNvSpPr/>
            <p:nvPr/>
          </p:nvSpPr>
          <p:spPr>
            <a:xfrm>
              <a:off x="3254177" y="1788731"/>
              <a:ext cx="3053" cy="2576"/>
            </a:xfrm>
            <a:custGeom>
              <a:avLst/>
              <a:gdLst/>
              <a:ahLst/>
              <a:cxnLst/>
              <a:rect l="l" t="t" r="r" b="b"/>
              <a:pathLst>
                <a:path w="96" h="81" extrusionOk="0">
                  <a:moveTo>
                    <a:pt x="32" y="1"/>
                  </a:moveTo>
                  <a:lnTo>
                    <a:pt x="32" y="1"/>
                  </a:lnTo>
                  <a:cubicBezTo>
                    <a:pt x="32" y="1"/>
                    <a:pt x="16" y="1"/>
                    <a:pt x="16" y="17"/>
                  </a:cubicBezTo>
                  <a:cubicBezTo>
                    <a:pt x="1" y="32"/>
                    <a:pt x="1" y="49"/>
                    <a:pt x="16" y="64"/>
                  </a:cubicBezTo>
                  <a:lnTo>
                    <a:pt x="32" y="80"/>
                  </a:lnTo>
                  <a:lnTo>
                    <a:pt x="64" y="80"/>
                  </a:lnTo>
                  <a:cubicBezTo>
                    <a:pt x="64" y="80"/>
                    <a:pt x="79" y="80"/>
                    <a:pt x="79" y="64"/>
                  </a:cubicBezTo>
                  <a:cubicBezTo>
                    <a:pt x="95" y="64"/>
                    <a:pt x="95" y="32"/>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9" name="Google Shape;2109;p38"/>
            <p:cNvSpPr/>
            <p:nvPr/>
          </p:nvSpPr>
          <p:spPr>
            <a:xfrm>
              <a:off x="3031711" y="1811789"/>
              <a:ext cx="3021" cy="2576"/>
            </a:xfrm>
            <a:custGeom>
              <a:avLst/>
              <a:gdLst/>
              <a:ahLst/>
              <a:cxnLst/>
              <a:rect l="l" t="t" r="r" b="b"/>
              <a:pathLst>
                <a:path w="95" h="81" extrusionOk="0">
                  <a:moveTo>
                    <a:pt x="63" y="1"/>
                  </a:moveTo>
                  <a:lnTo>
                    <a:pt x="63" y="1"/>
                  </a:lnTo>
                  <a:lnTo>
                    <a:pt x="32" y="1"/>
                  </a:lnTo>
                  <a:lnTo>
                    <a:pt x="15" y="32"/>
                  </a:lnTo>
                  <a:cubicBezTo>
                    <a:pt x="0" y="32"/>
                    <a:pt x="15" y="64"/>
                    <a:pt x="32" y="80"/>
                  </a:cubicBezTo>
                  <a:lnTo>
                    <a:pt x="47" y="80"/>
                  </a:lnTo>
                  <a:cubicBezTo>
                    <a:pt x="63" y="80"/>
                    <a:pt x="63" y="80"/>
                    <a:pt x="78"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0" name="Google Shape;2110;p38"/>
            <p:cNvSpPr/>
            <p:nvPr/>
          </p:nvSpPr>
          <p:spPr>
            <a:xfrm>
              <a:off x="3080816" y="1808799"/>
              <a:ext cx="2512" cy="2544"/>
            </a:xfrm>
            <a:custGeom>
              <a:avLst/>
              <a:gdLst/>
              <a:ahLst/>
              <a:cxnLst/>
              <a:rect l="l" t="t" r="r" b="b"/>
              <a:pathLst>
                <a:path w="79" h="80" extrusionOk="0">
                  <a:moveTo>
                    <a:pt x="32" y="0"/>
                  </a:moveTo>
                  <a:lnTo>
                    <a:pt x="32" y="0"/>
                  </a:lnTo>
                  <a:lnTo>
                    <a:pt x="15" y="0"/>
                  </a:lnTo>
                  <a:lnTo>
                    <a:pt x="15" y="0"/>
                  </a:lnTo>
                  <a:lnTo>
                    <a:pt x="15" y="0"/>
                  </a:lnTo>
                  <a:cubicBezTo>
                    <a:pt x="0" y="16"/>
                    <a:pt x="0" y="32"/>
                    <a:pt x="0" y="48"/>
                  </a:cubicBezTo>
                  <a:lnTo>
                    <a:pt x="15" y="48"/>
                  </a:lnTo>
                  <a:lnTo>
                    <a:pt x="15" y="63"/>
                  </a:lnTo>
                  <a:cubicBezTo>
                    <a:pt x="15" y="63"/>
                    <a:pt x="15" y="80"/>
                    <a:pt x="32" y="80"/>
                  </a:cubicBezTo>
                  <a:lnTo>
                    <a:pt x="47" y="80"/>
                  </a:lnTo>
                  <a:lnTo>
                    <a:pt x="63" y="80"/>
                  </a:lnTo>
                  <a:cubicBezTo>
                    <a:pt x="78" y="80"/>
                    <a:pt x="78" y="63"/>
                    <a:pt x="78" y="48"/>
                  </a:cubicBezTo>
                  <a:lnTo>
                    <a:pt x="78" y="32"/>
                  </a:lnTo>
                  <a:lnTo>
                    <a:pt x="63" y="16"/>
                  </a:lnTo>
                  <a:lnTo>
                    <a:pt x="63" y="16"/>
                  </a:lnTo>
                  <a:cubicBezTo>
                    <a:pt x="63"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1" name="Google Shape;2111;p38"/>
            <p:cNvSpPr/>
            <p:nvPr/>
          </p:nvSpPr>
          <p:spPr>
            <a:xfrm>
              <a:off x="3389470" y="1776232"/>
              <a:ext cx="3053" cy="2035"/>
            </a:xfrm>
            <a:custGeom>
              <a:avLst/>
              <a:gdLst/>
              <a:ahLst/>
              <a:cxnLst/>
              <a:rect l="l" t="t" r="r" b="b"/>
              <a:pathLst>
                <a:path w="96" h="64" extrusionOk="0">
                  <a:moveTo>
                    <a:pt x="64" y="1"/>
                  </a:moveTo>
                  <a:lnTo>
                    <a:pt x="47" y="1"/>
                  </a:lnTo>
                  <a:lnTo>
                    <a:pt x="32" y="1"/>
                  </a:lnTo>
                  <a:lnTo>
                    <a:pt x="16" y="1"/>
                  </a:lnTo>
                  <a:cubicBezTo>
                    <a:pt x="1" y="16"/>
                    <a:pt x="1" y="16"/>
                    <a:pt x="1" y="32"/>
                  </a:cubicBezTo>
                  <a:lnTo>
                    <a:pt x="1" y="32"/>
                  </a:lnTo>
                  <a:lnTo>
                    <a:pt x="1" y="32"/>
                  </a:lnTo>
                  <a:cubicBezTo>
                    <a:pt x="1" y="47"/>
                    <a:pt x="16" y="64"/>
                    <a:pt x="32" y="64"/>
                  </a:cubicBezTo>
                  <a:lnTo>
                    <a:pt x="32" y="64"/>
                  </a:lnTo>
                  <a:lnTo>
                    <a:pt x="64" y="64"/>
                  </a:lnTo>
                  <a:cubicBezTo>
                    <a:pt x="79" y="64"/>
                    <a:pt x="79" y="47"/>
                    <a:pt x="95" y="47"/>
                  </a:cubicBezTo>
                  <a:lnTo>
                    <a:pt x="95" y="32"/>
                  </a:lnTo>
                  <a:lnTo>
                    <a:pt x="95" y="16"/>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2" name="Google Shape;2112;p38"/>
            <p:cNvSpPr/>
            <p:nvPr/>
          </p:nvSpPr>
          <p:spPr>
            <a:xfrm>
              <a:off x="3301756" y="1812329"/>
              <a:ext cx="3053" cy="2512"/>
            </a:xfrm>
            <a:custGeom>
              <a:avLst/>
              <a:gdLst/>
              <a:ahLst/>
              <a:cxnLst/>
              <a:rect l="l" t="t" r="r" b="b"/>
              <a:pathLst>
                <a:path w="96" h="79" extrusionOk="0">
                  <a:moveTo>
                    <a:pt x="64" y="0"/>
                  </a:moveTo>
                  <a:lnTo>
                    <a:pt x="64" y="0"/>
                  </a:lnTo>
                  <a:lnTo>
                    <a:pt x="49" y="0"/>
                  </a:lnTo>
                  <a:lnTo>
                    <a:pt x="32" y="15"/>
                  </a:lnTo>
                  <a:lnTo>
                    <a:pt x="17" y="15"/>
                  </a:lnTo>
                  <a:lnTo>
                    <a:pt x="17" y="15"/>
                  </a:lnTo>
                  <a:cubicBezTo>
                    <a:pt x="1" y="32"/>
                    <a:pt x="1" y="47"/>
                    <a:pt x="17" y="63"/>
                  </a:cubicBezTo>
                  <a:cubicBezTo>
                    <a:pt x="17" y="78"/>
                    <a:pt x="32" y="78"/>
                    <a:pt x="49" y="78"/>
                  </a:cubicBezTo>
                  <a:lnTo>
                    <a:pt x="64" y="78"/>
                  </a:lnTo>
                  <a:lnTo>
                    <a:pt x="80" y="47"/>
                  </a:lnTo>
                  <a:cubicBezTo>
                    <a:pt x="95" y="47"/>
                    <a:pt x="95" y="47"/>
                    <a:pt x="95"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3" name="Google Shape;2113;p38"/>
            <p:cNvSpPr/>
            <p:nvPr/>
          </p:nvSpPr>
          <p:spPr>
            <a:xfrm>
              <a:off x="3171997" y="1825814"/>
              <a:ext cx="4039" cy="3562"/>
            </a:xfrm>
            <a:custGeom>
              <a:avLst/>
              <a:gdLst/>
              <a:ahLst/>
              <a:cxnLst/>
              <a:rect l="l" t="t" r="r" b="b"/>
              <a:pathLst>
                <a:path w="127" h="112" extrusionOk="0">
                  <a:moveTo>
                    <a:pt x="32" y="1"/>
                  </a:moveTo>
                  <a:lnTo>
                    <a:pt x="32" y="1"/>
                  </a:lnTo>
                  <a:cubicBezTo>
                    <a:pt x="32" y="1"/>
                    <a:pt x="16" y="1"/>
                    <a:pt x="16" y="17"/>
                  </a:cubicBezTo>
                  <a:cubicBezTo>
                    <a:pt x="1" y="32"/>
                    <a:pt x="1" y="49"/>
                    <a:pt x="16" y="64"/>
                  </a:cubicBezTo>
                  <a:lnTo>
                    <a:pt x="64" y="95"/>
                  </a:lnTo>
                  <a:cubicBezTo>
                    <a:pt x="79" y="112"/>
                    <a:pt x="79" y="112"/>
                    <a:pt x="95" y="112"/>
                  </a:cubicBezTo>
                  <a:cubicBezTo>
                    <a:pt x="95" y="112"/>
                    <a:pt x="110" y="112"/>
                    <a:pt x="110" y="95"/>
                  </a:cubicBezTo>
                  <a:cubicBezTo>
                    <a:pt x="127" y="80"/>
                    <a:pt x="127" y="64"/>
                    <a:pt x="110" y="49"/>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4" name="Google Shape;2114;p38"/>
            <p:cNvSpPr/>
            <p:nvPr/>
          </p:nvSpPr>
          <p:spPr>
            <a:xfrm>
              <a:off x="3278221" y="1814333"/>
              <a:ext cx="3053" cy="2512"/>
            </a:xfrm>
            <a:custGeom>
              <a:avLst/>
              <a:gdLst/>
              <a:ahLst/>
              <a:cxnLst/>
              <a:rect l="l" t="t" r="r" b="b"/>
              <a:pathLst>
                <a:path w="96" h="79" extrusionOk="0">
                  <a:moveTo>
                    <a:pt x="32" y="0"/>
                  </a:moveTo>
                  <a:lnTo>
                    <a:pt x="32" y="0"/>
                  </a:lnTo>
                  <a:cubicBezTo>
                    <a:pt x="32" y="0"/>
                    <a:pt x="16" y="0"/>
                    <a:pt x="16" y="15"/>
                  </a:cubicBezTo>
                  <a:cubicBezTo>
                    <a:pt x="1" y="32"/>
                    <a:pt x="1" y="47"/>
                    <a:pt x="16" y="63"/>
                  </a:cubicBezTo>
                  <a:lnTo>
                    <a:pt x="32" y="78"/>
                  </a:lnTo>
                  <a:lnTo>
                    <a:pt x="48" y="78"/>
                  </a:lnTo>
                  <a:cubicBezTo>
                    <a:pt x="64" y="78"/>
                    <a:pt x="79" y="78"/>
                    <a:pt x="79" y="63"/>
                  </a:cubicBezTo>
                  <a:cubicBezTo>
                    <a:pt x="95" y="63"/>
                    <a:pt x="95" y="32"/>
                    <a:pt x="79" y="15"/>
                  </a:cubicBezTo>
                  <a:lnTo>
                    <a:pt x="64" y="15"/>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5" name="Google Shape;2115;p38"/>
            <p:cNvSpPr/>
            <p:nvPr/>
          </p:nvSpPr>
          <p:spPr>
            <a:xfrm>
              <a:off x="3294282" y="1812806"/>
              <a:ext cx="3021" cy="2544"/>
            </a:xfrm>
            <a:custGeom>
              <a:avLst/>
              <a:gdLst/>
              <a:ahLst/>
              <a:cxnLst/>
              <a:rect l="l" t="t" r="r" b="b"/>
              <a:pathLst>
                <a:path w="95" h="80" extrusionOk="0">
                  <a:moveTo>
                    <a:pt x="63" y="0"/>
                  </a:moveTo>
                  <a:lnTo>
                    <a:pt x="47" y="0"/>
                  </a:lnTo>
                  <a:lnTo>
                    <a:pt x="32" y="0"/>
                  </a:lnTo>
                  <a:lnTo>
                    <a:pt x="15" y="17"/>
                  </a:lnTo>
                  <a:lnTo>
                    <a:pt x="15" y="32"/>
                  </a:lnTo>
                  <a:cubicBezTo>
                    <a:pt x="0" y="32"/>
                    <a:pt x="15" y="63"/>
                    <a:pt x="15" y="80"/>
                  </a:cubicBezTo>
                  <a:lnTo>
                    <a:pt x="32" y="80"/>
                  </a:lnTo>
                  <a:lnTo>
                    <a:pt x="47" y="80"/>
                  </a:lnTo>
                  <a:lnTo>
                    <a:pt x="63" y="80"/>
                  </a:lnTo>
                  <a:lnTo>
                    <a:pt x="63" y="32"/>
                  </a:lnTo>
                  <a:cubicBezTo>
                    <a:pt x="78" y="32"/>
                    <a:pt x="78" y="17"/>
                    <a:pt x="95" y="17"/>
                  </a:cubicBezTo>
                  <a:lnTo>
                    <a:pt x="95" y="17"/>
                  </a:lnTo>
                  <a:lnTo>
                    <a:pt x="95" y="17"/>
                  </a:lnTo>
                  <a:cubicBezTo>
                    <a:pt x="78" y="17"/>
                    <a:pt x="78" y="0"/>
                    <a:pt x="78" y="0"/>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6" name="Google Shape;2116;p38"/>
            <p:cNvSpPr/>
            <p:nvPr/>
          </p:nvSpPr>
          <p:spPr>
            <a:xfrm>
              <a:off x="3296286" y="1813315"/>
              <a:ext cx="2512" cy="3053"/>
            </a:xfrm>
            <a:custGeom>
              <a:avLst/>
              <a:gdLst/>
              <a:ahLst/>
              <a:cxnLst/>
              <a:rect l="l" t="t" r="r" b="b"/>
              <a:pathLst>
                <a:path w="79" h="96" extrusionOk="0">
                  <a:moveTo>
                    <a:pt x="32" y="1"/>
                  </a:moveTo>
                  <a:lnTo>
                    <a:pt x="32" y="1"/>
                  </a:lnTo>
                  <a:lnTo>
                    <a:pt x="32" y="1"/>
                  </a:lnTo>
                  <a:cubicBezTo>
                    <a:pt x="15" y="1"/>
                    <a:pt x="15" y="16"/>
                    <a:pt x="0" y="16"/>
                  </a:cubicBezTo>
                  <a:lnTo>
                    <a:pt x="0" y="64"/>
                  </a:lnTo>
                  <a:lnTo>
                    <a:pt x="0" y="64"/>
                  </a:lnTo>
                  <a:lnTo>
                    <a:pt x="0" y="64"/>
                  </a:lnTo>
                  <a:cubicBezTo>
                    <a:pt x="0" y="79"/>
                    <a:pt x="15" y="95"/>
                    <a:pt x="32" y="95"/>
                  </a:cubicBezTo>
                  <a:lnTo>
                    <a:pt x="47" y="95"/>
                  </a:lnTo>
                  <a:cubicBezTo>
                    <a:pt x="63" y="95"/>
                    <a:pt x="63" y="79"/>
                    <a:pt x="78" y="64"/>
                  </a:cubicBezTo>
                  <a:lnTo>
                    <a:pt x="78" y="64"/>
                  </a:lnTo>
                  <a:lnTo>
                    <a:pt x="78" y="47"/>
                  </a:lnTo>
                  <a:cubicBezTo>
                    <a:pt x="78" y="32"/>
                    <a:pt x="63" y="32"/>
                    <a:pt x="63" y="32"/>
                  </a:cubicBezTo>
                  <a:lnTo>
                    <a:pt x="63" y="32"/>
                  </a:lnTo>
                  <a:cubicBezTo>
                    <a:pt x="63" y="16"/>
                    <a:pt x="47" y="16"/>
                    <a:pt x="47" y="16"/>
                  </a:cubicBezTo>
                  <a:lnTo>
                    <a:pt x="47" y="16"/>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7" name="Google Shape;2117;p38"/>
            <p:cNvSpPr/>
            <p:nvPr/>
          </p:nvSpPr>
          <p:spPr>
            <a:xfrm>
              <a:off x="3382951" y="1789749"/>
              <a:ext cx="2544" cy="2544"/>
            </a:xfrm>
            <a:custGeom>
              <a:avLst/>
              <a:gdLst/>
              <a:ahLst/>
              <a:cxnLst/>
              <a:rect l="l" t="t" r="r" b="b"/>
              <a:pathLst>
                <a:path w="80" h="80" extrusionOk="0">
                  <a:moveTo>
                    <a:pt x="32" y="0"/>
                  </a:moveTo>
                  <a:lnTo>
                    <a:pt x="32" y="0"/>
                  </a:lnTo>
                  <a:lnTo>
                    <a:pt x="17" y="0"/>
                  </a:lnTo>
                  <a:cubicBezTo>
                    <a:pt x="0" y="0"/>
                    <a:pt x="0" y="17"/>
                    <a:pt x="0" y="32"/>
                  </a:cubicBezTo>
                  <a:lnTo>
                    <a:pt x="0" y="48"/>
                  </a:lnTo>
                  <a:lnTo>
                    <a:pt x="0" y="63"/>
                  </a:lnTo>
                  <a:cubicBezTo>
                    <a:pt x="17" y="80"/>
                    <a:pt x="17" y="80"/>
                    <a:pt x="32" y="80"/>
                  </a:cubicBezTo>
                  <a:lnTo>
                    <a:pt x="48" y="80"/>
                  </a:lnTo>
                  <a:lnTo>
                    <a:pt x="48" y="80"/>
                  </a:lnTo>
                  <a:cubicBezTo>
                    <a:pt x="63" y="80"/>
                    <a:pt x="63" y="80"/>
                    <a:pt x="63" y="63"/>
                  </a:cubicBezTo>
                  <a:cubicBezTo>
                    <a:pt x="63" y="63"/>
                    <a:pt x="80" y="63"/>
                    <a:pt x="80" y="48"/>
                  </a:cubicBezTo>
                  <a:lnTo>
                    <a:pt x="63" y="48"/>
                  </a:lnTo>
                  <a:lnTo>
                    <a:pt x="63" y="17"/>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8" name="Google Shape;2118;p38"/>
            <p:cNvSpPr/>
            <p:nvPr/>
          </p:nvSpPr>
          <p:spPr>
            <a:xfrm>
              <a:off x="3309770" y="1809308"/>
              <a:ext cx="3053" cy="2512"/>
            </a:xfrm>
            <a:custGeom>
              <a:avLst/>
              <a:gdLst/>
              <a:ahLst/>
              <a:cxnLst/>
              <a:rect l="l" t="t" r="r" b="b"/>
              <a:pathLst>
                <a:path w="96" h="79" extrusionOk="0">
                  <a:moveTo>
                    <a:pt x="64" y="0"/>
                  </a:moveTo>
                  <a:lnTo>
                    <a:pt x="64" y="0"/>
                  </a:lnTo>
                  <a:lnTo>
                    <a:pt x="49" y="0"/>
                  </a:lnTo>
                  <a:lnTo>
                    <a:pt x="32" y="0"/>
                  </a:lnTo>
                  <a:lnTo>
                    <a:pt x="17" y="16"/>
                  </a:lnTo>
                  <a:cubicBezTo>
                    <a:pt x="1" y="32"/>
                    <a:pt x="17" y="64"/>
                    <a:pt x="17" y="64"/>
                  </a:cubicBezTo>
                  <a:cubicBezTo>
                    <a:pt x="32" y="79"/>
                    <a:pt x="32" y="79"/>
                    <a:pt x="49" y="79"/>
                  </a:cubicBezTo>
                  <a:cubicBezTo>
                    <a:pt x="49" y="79"/>
                    <a:pt x="64" y="79"/>
                    <a:pt x="80" y="64"/>
                  </a:cubicBezTo>
                  <a:lnTo>
                    <a:pt x="80" y="47"/>
                  </a:lnTo>
                  <a:lnTo>
                    <a:pt x="95" y="47"/>
                  </a:lnTo>
                  <a:cubicBezTo>
                    <a:pt x="95" y="32"/>
                    <a:pt x="95"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9" name="Google Shape;2119;p38"/>
            <p:cNvSpPr/>
            <p:nvPr/>
          </p:nvSpPr>
          <p:spPr>
            <a:xfrm>
              <a:off x="3365904" y="1790258"/>
              <a:ext cx="3053" cy="2512"/>
            </a:xfrm>
            <a:custGeom>
              <a:avLst/>
              <a:gdLst/>
              <a:ahLst/>
              <a:cxnLst/>
              <a:rect l="l" t="t" r="r" b="b"/>
              <a:pathLst>
                <a:path w="96" h="79" extrusionOk="0">
                  <a:moveTo>
                    <a:pt x="48" y="1"/>
                  </a:moveTo>
                  <a:lnTo>
                    <a:pt x="48" y="1"/>
                  </a:lnTo>
                  <a:lnTo>
                    <a:pt x="17" y="1"/>
                  </a:lnTo>
                  <a:cubicBezTo>
                    <a:pt x="1" y="16"/>
                    <a:pt x="17" y="47"/>
                    <a:pt x="17" y="47"/>
                  </a:cubicBezTo>
                  <a:lnTo>
                    <a:pt x="48" y="64"/>
                  </a:lnTo>
                  <a:cubicBezTo>
                    <a:pt x="48" y="79"/>
                    <a:pt x="48" y="79"/>
                    <a:pt x="64" y="79"/>
                  </a:cubicBezTo>
                  <a:cubicBezTo>
                    <a:pt x="80" y="79"/>
                    <a:pt x="80" y="64"/>
                    <a:pt x="95" y="64"/>
                  </a:cubicBezTo>
                  <a:cubicBezTo>
                    <a:pt x="95" y="47"/>
                    <a:pt x="95" y="32"/>
                    <a:pt x="80" y="16"/>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0" name="Google Shape;2120;p38"/>
            <p:cNvSpPr/>
            <p:nvPr/>
          </p:nvSpPr>
          <p:spPr>
            <a:xfrm>
              <a:off x="3121365" y="1824351"/>
              <a:ext cx="3053" cy="2512"/>
            </a:xfrm>
            <a:custGeom>
              <a:avLst/>
              <a:gdLst/>
              <a:ahLst/>
              <a:cxnLst/>
              <a:rect l="l" t="t" r="r" b="b"/>
              <a:pathLst>
                <a:path w="96" h="79" extrusionOk="0">
                  <a:moveTo>
                    <a:pt x="49" y="0"/>
                  </a:moveTo>
                  <a:lnTo>
                    <a:pt x="49" y="0"/>
                  </a:lnTo>
                  <a:lnTo>
                    <a:pt x="32" y="0"/>
                  </a:lnTo>
                  <a:lnTo>
                    <a:pt x="17" y="0"/>
                  </a:lnTo>
                  <a:cubicBezTo>
                    <a:pt x="1" y="15"/>
                    <a:pt x="17" y="47"/>
                    <a:pt x="32" y="47"/>
                  </a:cubicBezTo>
                  <a:lnTo>
                    <a:pt x="49" y="63"/>
                  </a:lnTo>
                  <a:cubicBezTo>
                    <a:pt x="49" y="78"/>
                    <a:pt x="64" y="78"/>
                    <a:pt x="64" y="78"/>
                  </a:cubicBezTo>
                  <a:cubicBezTo>
                    <a:pt x="64" y="78"/>
                    <a:pt x="80" y="78"/>
                    <a:pt x="80" y="63"/>
                  </a:cubicBezTo>
                  <a:lnTo>
                    <a:pt x="95" y="63"/>
                  </a:lnTo>
                  <a:lnTo>
                    <a:pt x="95" y="63"/>
                  </a:lnTo>
                  <a:cubicBezTo>
                    <a:pt x="95" y="47"/>
                    <a:pt x="95" y="32"/>
                    <a:pt x="80" y="15"/>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1" name="Google Shape;2121;p38"/>
            <p:cNvSpPr/>
            <p:nvPr/>
          </p:nvSpPr>
          <p:spPr>
            <a:xfrm>
              <a:off x="3245654" y="1811312"/>
              <a:ext cx="2544" cy="3053"/>
            </a:xfrm>
            <a:custGeom>
              <a:avLst/>
              <a:gdLst/>
              <a:ahLst/>
              <a:cxnLst/>
              <a:rect l="l" t="t" r="r" b="b"/>
              <a:pathLst>
                <a:path w="80" h="96" extrusionOk="0">
                  <a:moveTo>
                    <a:pt x="32" y="1"/>
                  </a:moveTo>
                  <a:lnTo>
                    <a:pt x="32" y="1"/>
                  </a:lnTo>
                  <a:lnTo>
                    <a:pt x="17" y="1"/>
                  </a:lnTo>
                  <a:cubicBezTo>
                    <a:pt x="0" y="16"/>
                    <a:pt x="0" y="32"/>
                    <a:pt x="0" y="47"/>
                  </a:cubicBezTo>
                  <a:lnTo>
                    <a:pt x="17" y="64"/>
                  </a:lnTo>
                  <a:cubicBezTo>
                    <a:pt x="17" y="79"/>
                    <a:pt x="17" y="79"/>
                    <a:pt x="32" y="79"/>
                  </a:cubicBezTo>
                  <a:lnTo>
                    <a:pt x="32" y="79"/>
                  </a:lnTo>
                  <a:cubicBezTo>
                    <a:pt x="32" y="95"/>
                    <a:pt x="32" y="95"/>
                    <a:pt x="48" y="95"/>
                  </a:cubicBezTo>
                  <a:lnTo>
                    <a:pt x="63" y="95"/>
                  </a:lnTo>
                  <a:cubicBezTo>
                    <a:pt x="63" y="79"/>
                    <a:pt x="80" y="79"/>
                    <a:pt x="80" y="79"/>
                  </a:cubicBezTo>
                  <a:lnTo>
                    <a:pt x="80" y="64"/>
                  </a:lnTo>
                  <a:lnTo>
                    <a:pt x="80" y="47"/>
                  </a:ln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2" name="Google Shape;2122;p38"/>
            <p:cNvSpPr/>
            <p:nvPr/>
          </p:nvSpPr>
          <p:spPr>
            <a:xfrm>
              <a:off x="3156985" y="1820821"/>
              <a:ext cx="3021" cy="3021"/>
            </a:xfrm>
            <a:custGeom>
              <a:avLst/>
              <a:gdLst/>
              <a:ahLst/>
              <a:cxnLst/>
              <a:rect l="l" t="t" r="r" b="b"/>
              <a:pathLst>
                <a:path w="95" h="95" extrusionOk="0">
                  <a:moveTo>
                    <a:pt x="47" y="0"/>
                  </a:moveTo>
                  <a:lnTo>
                    <a:pt x="32" y="0"/>
                  </a:lnTo>
                  <a:lnTo>
                    <a:pt x="32" y="0"/>
                  </a:lnTo>
                  <a:lnTo>
                    <a:pt x="32" y="0"/>
                  </a:lnTo>
                  <a:cubicBezTo>
                    <a:pt x="15" y="17"/>
                    <a:pt x="0" y="32"/>
                    <a:pt x="15" y="48"/>
                  </a:cubicBezTo>
                  <a:lnTo>
                    <a:pt x="15" y="80"/>
                  </a:lnTo>
                  <a:cubicBezTo>
                    <a:pt x="32" y="80"/>
                    <a:pt x="32" y="80"/>
                    <a:pt x="32" y="95"/>
                  </a:cubicBezTo>
                  <a:lnTo>
                    <a:pt x="47" y="95"/>
                  </a:lnTo>
                  <a:lnTo>
                    <a:pt x="63" y="95"/>
                  </a:lnTo>
                  <a:cubicBezTo>
                    <a:pt x="78" y="80"/>
                    <a:pt x="95" y="63"/>
                    <a:pt x="78" y="48"/>
                  </a:cubicBezTo>
                  <a:lnTo>
                    <a:pt x="78" y="17"/>
                  </a:lnTo>
                  <a:lnTo>
                    <a:pt x="78" y="17"/>
                  </a:lnTo>
                  <a:cubicBezTo>
                    <a:pt x="63" y="17"/>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3" name="Google Shape;2123;p38"/>
            <p:cNvSpPr/>
            <p:nvPr/>
          </p:nvSpPr>
          <p:spPr>
            <a:xfrm>
              <a:off x="3064246" y="1826832"/>
              <a:ext cx="3053" cy="3021"/>
            </a:xfrm>
            <a:custGeom>
              <a:avLst/>
              <a:gdLst/>
              <a:ahLst/>
              <a:cxnLst/>
              <a:rect l="l" t="t" r="r" b="b"/>
              <a:pathLst>
                <a:path w="96" h="95" extrusionOk="0">
                  <a:moveTo>
                    <a:pt x="49" y="0"/>
                  </a:moveTo>
                  <a:lnTo>
                    <a:pt x="49" y="0"/>
                  </a:lnTo>
                  <a:lnTo>
                    <a:pt x="32" y="17"/>
                  </a:lnTo>
                  <a:lnTo>
                    <a:pt x="17" y="32"/>
                  </a:lnTo>
                  <a:lnTo>
                    <a:pt x="17" y="32"/>
                  </a:lnTo>
                  <a:cubicBezTo>
                    <a:pt x="1" y="48"/>
                    <a:pt x="1" y="48"/>
                    <a:pt x="1" y="63"/>
                  </a:cubicBezTo>
                  <a:cubicBezTo>
                    <a:pt x="1" y="63"/>
                    <a:pt x="17" y="63"/>
                    <a:pt x="17" y="80"/>
                  </a:cubicBezTo>
                  <a:lnTo>
                    <a:pt x="17" y="80"/>
                  </a:lnTo>
                  <a:cubicBezTo>
                    <a:pt x="32" y="95"/>
                    <a:pt x="32" y="95"/>
                    <a:pt x="49" y="95"/>
                  </a:cubicBezTo>
                  <a:lnTo>
                    <a:pt x="64" y="80"/>
                  </a:lnTo>
                  <a:lnTo>
                    <a:pt x="64" y="80"/>
                  </a:lnTo>
                  <a:lnTo>
                    <a:pt x="64" y="80"/>
                  </a:lnTo>
                  <a:lnTo>
                    <a:pt x="80" y="63"/>
                  </a:lnTo>
                  <a:cubicBezTo>
                    <a:pt x="80" y="63"/>
                    <a:pt x="80" y="48"/>
                    <a:pt x="95" y="48"/>
                  </a:cubicBezTo>
                  <a:cubicBezTo>
                    <a:pt x="95" y="32"/>
                    <a:pt x="95" y="17"/>
                    <a:pt x="80" y="17"/>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4" name="Google Shape;2124;p38"/>
            <p:cNvSpPr/>
            <p:nvPr/>
          </p:nvSpPr>
          <p:spPr>
            <a:xfrm>
              <a:off x="3233632" y="1809785"/>
              <a:ext cx="3021" cy="3053"/>
            </a:xfrm>
            <a:custGeom>
              <a:avLst/>
              <a:gdLst/>
              <a:ahLst/>
              <a:cxnLst/>
              <a:rect l="l" t="t" r="r" b="b"/>
              <a:pathLst>
                <a:path w="95" h="96" extrusionOk="0">
                  <a:moveTo>
                    <a:pt x="48" y="1"/>
                  </a:moveTo>
                  <a:lnTo>
                    <a:pt x="48" y="17"/>
                  </a:lnTo>
                  <a:lnTo>
                    <a:pt x="16" y="17"/>
                  </a:lnTo>
                  <a:lnTo>
                    <a:pt x="16" y="32"/>
                  </a:lnTo>
                  <a:cubicBezTo>
                    <a:pt x="0" y="49"/>
                    <a:pt x="0" y="80"/>
                    <a:pt x="16" y="80"/>
                  </a:cubicBezTo>
                  <a:cubicBezTo>
                    <a:pt x="16" y="95"/>
                    <a:pt x="32" y="95"/>
                    <a:pt x="32" y="95"/>
                  </a:cubicBezTo>
                  <a:cubicBezTo>
                    <a:pt x="48" y="95"/>
                    <a:pt x="63" y="95"/>
                    <a:pt x="63" y="80"/>
                  </a:cubicBezTo>
                  <a:lnTo>
                    <a:pt x="79" y="64"/>
                  </a:lnTo>
                  <a:cubicBezTo>
                    <a:pt x="95" y="49"/>
                    <a:pt x="79" y="32"/>
                    <a:pt x="79" y="17"/>
                  </a:cubicBez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5" name="Google Shape;2125;p38"/>
            <p:cNvSpPr/>
            <p:nvPr/>
          </p:nvSpPr>
          <p:spPr>
            <a:xfrm>
              <a:off x="3160452" y="1819803"/>
              <a:ext cx="3053" cy="2035"/>
            </a:xfrm>
            <a:custGeom>
              <a:avLst/>
              <a:gdLst/>
              <a:ahLst/>
              <a:cxnLst/>
              <a:rect l="l" t="t" r="r" b="b"/>
              <a:pathLst>
                <a:path w="96" h="64" extrusionOk="0">
                  <a:moveTo>
                    <a:pt x="32" y="1"/>
                  </a:moveTo>
                  <a:lnTo>
                    <a:pt x="32" y="1"/>
                  </a:lnTo>
                  <a:lnTo>
                    <a:pt x="32" y="1"/>
                  </a:lnTo>
                  <a:cubicBezTo>
                    <a:pt x="17" y="1"/>
                    <a:pt x="1" y="1"/>
                    <a:pt x="1" y="17"/>
                  </a:cubicBezTo>
                  <a:lnTo>
                    <a:pt x="1" y="32"/>
                  </a:lnTo>
                  <a:cubicBezTo>
                    <a:pt x="1" y="49"/>
                    <a:pt x="17" y="64"/>
                    <a:pt x="32" y="64"/>
                  </a:cubicBezTo>
                  <a:lnTo>
                    <a:pt x="49" y="64"/>
                  </a:lnTo>
                  <a:lnTo>
                    <a:pt x="49" y="64"/>
                  </a:lnTo>
                  <a:lnTo>
                    <a:pt x="64" y="64"/>
                  </a:lnTo>
                  <a:cubicBezTo>
                    <a:pt x="80" y="64"/>
                    <a:pt x="95" y="64"/>
                    <a:pt x="95" y="49"/>
                  </a:cubicBezTo>
                  <a:cubicBezTo>
                    <a:pt x="95" y="32"/>
                    <a:pt x="95" y="17"/>
                    <a:pt x="80" y="1"/>
                  </a:cubicBezTo>
                  <a:lnTo>
                    <a:pt x="64" y="1"/>
                  </a:lnTo>
                  <a:lnTo>
                    <a:pt x="49"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6" name="Google Shape;2126;p38"/>
            <p:cNvSpPr/>
            <p:nvPr/>
          </p:nvSpPr>
          <p:spPr>
            <a:xfrm>
              <a:off x="3377926" y="1792261"/>
              <a:ext cx="3053" cy="2512"/>
            </a:xfrm>
            <a:custGeom>
              <a:avLst/>
              <a:gdLst/>
              <a:ahLst/>
              <a:cxnLst/>
              <a:rect l="l" t="t" r="r" b="b"/>
              <a:pathLst>
                <a:path w="96" h="79" extrusionOk="0">
                  <a:moveTo>
                    <a:pt x="64" y="1"/>
                  </a:moveTo>
                  <a:lnTo>
                    <a:pt x="64" y="1"/>
                  </a:lnTo>
                  <a:lnTo>
                    <a:pt x="64" y="1"/>
                  </a:lnTo>
                  <a:lnTo>
                    <a:pt x="32" y="1"/>
                  </a:lnTo>
                  <a:cubicBezTo>
                    <a:pt x="17" y="16"/>
                    <a:pt x="1" y="32"/>
                    <a:pt x="1" y="47"/>
                  </a:cubicBezTo>
                  <a:cubicBezTo>
                    <a:pt x="17" y="64"/>
                    <a:pt x="32" y="79"/>
                    <a:pt x="49" y="79"/>
                  </a:cubicBezTo>
                  <a:lnTo>
                    <a:pt x="49" y="79"/>
                  </a:lnTo>
                  <a:lnTo>
                    <a:pt x="64" y="79"/>
                  </a:lnTo>
                  <a:cubicBezTo>
                    <a:pt x="95" y="79"/>
                    <a:pt x="95" y="47"/>
                    <a:pt x="95" y="32"/>
                  </a:cubicBezTo>
                  <a:lnTo>
                    <a:pt x="95" y="32"/>
                  </a:lnTo>
                  <a:lnTo>
                    <a:pt x="95" y="16"/>
                  </a:lnTo>
                  <a:cubicBezTo>
                    <a:pt x="95" y="16"/>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7" name="Google Shape;2127;p38"/>
            <p:cNvSpPr/>
            <p:nvPr/>
          </p:nvSpPr>
          <p:spPr>
            <a:xfrm>
              <a:off x="3383936" y="1799767"/>
              <a:ext cx="3053" cy="3053"/>
            </a:xfrm>
            <a:custGeom>
              <a:avLst/>
              <a:gdLst/>
              <a:ahLst/>
              <a:cxnLst/>
              <a:rect l="l" t="t" r="r" b="b"/>
              <a:pathLst>
                <a:path w="96" h="96" extrusionOk="0">
                  <a:moveTo>
                    <a:pt x="64" y="1"/>
                  </a:moveTo>
                  <a:lnTo>
                    <a:pt x="49" y="1"/>
                  </a:lnTo>
                  <a:lnTo>
                    <a:pt x="32" y="17"/>
                  </a:lnTo>
                  <a:lnTo>
                    <a:pt x="17" y="32"/>
                  </a:lnTo>
                  <a:cubicBezTo>
                    <a:pt x="1" y="48"/>
                    <a:pt x="1" y="80"/>
                    <a:pt x="17" y="80"/>
                  </a:cubicBezTo>
                  <a:cubicBezTo>
                    <a:pt x="32" y="95"/>
                    <a:pt x="32" y="95"/>
                    <a:pt x="49" y="95"/>
                  </a:cubicBezTo>
                  <a:lnTo>
                    <a:pt x="64" y="80"/>
                  </a:lnTo>
                  <a:lnTo>
                    <a:pt x="80" y="64"/>
                  </a:lnTo>
                  <a:cubicBezTo>
                    <a:pt x="95" y="48"/>
                    <a:pt x="95" y="32"/>
                    <a:pt x="80" y="17"/>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8" name="Google Shape;2128;p38"/>
            <p:cNvSpPr/>
            <p:nvPr/>
          </p:nvSpPr>
          <p:spPr>
            <a:xfrm>
              <a:off x="3413005" y="1796269"/>
              <a:ext cx="4039" cy="3530"/>
            </a:xfrm>
            <a:custGeom>
              <a:avLst/>
              <a:gdLst/>
              <a:ahLst/>
              <a:cxnLst/>
              <a:rect l="l" t="t" r="r" b="b"/>
              <a:pathLst>
                <a:path w="127" h="111" extrusionOk="0">
                  <a:moveTo>
                    <a:pt x="80" y="1"/>
                  </a:moveTo>
                  <a:lnTo>
                    <a:pt x="80" y="1"/>
                  </a:lnTo>
                  <a:cubicBezTo>
                    <a:pt x="80" y="1"/>
                    <a:pt x="64" y="1"/>
                    <a:pt x="64" y="16"/>
                  </a:cubicBezTo>
                  <a:lnTo>
                    <a:pt x="48" y="1"/>
                  </a:lnTo>
                  <a:lnTo>
                    <a:pt x="32" y="16"/>
                  </a:lnTo>
                  <a:cubicBezTo>
                    <a:pt x="17" y="16"/>
                    <a:pt x="1" y="47"/>
                    <a:pt x="17" y="64"/>
                  </a:cubicBezTo>
                  <a:lnTo>
                    <a:pt x="32" y="95"/>
                  </a:lnTo>
                  <a:cubicBezTo>
                    <a:pt x="48" y="111"/>
                    <a:pt x="48" y="111"/>
                    <a:pt x="64" y="111"/>
                  </a:cubicBezTo>
                  <a:lnTo>
                    <a:pt x="64" y="111"/>
                  </a:lnTo>
                  <a:lnTo>
                    <a:pt x="80" y="111"/>
                  </a:lnTo>
                  <a:cubicBezTo>
                    <a:pt x="80" y="111"/>
                    <a:pt x="95" y="111"/>
                    <a:pt x="95" y="95"/>
                  </a:cubicBezTo>
                  <a:lnTo>
                    <a:pt x="111" y="79"/>
                  </a:lnTo>
                  <a:lnTo>
                    <a:pt x="111" y="64"/>
                  </a:lnTo>
                  <a:lnTo>
                    <a:pt x="111" y="47"/>
                  </a:lnTo>
                  <a:lnTo>
                    <a:pt x="127" y="47"/>
                  </a:lnTo>
                  <a:cubicBezTo>
                    <a:pt x="127"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9" name="Google Shape;2129;p38"/>
            <p:cNvSpPr/>
            <p:nvPr/>
          </p:nvSpPr>
          <p:spPr>
            <a:xfrm>
              <a:off x="3284232" y="1802279"/>
              <a:ext cx="3053" cy="2544"/>
            </a:xfrm>
            <a:custGeom>
              <a:avLst/>
              <a:gdLst/>
              <a:ahLst/>
              <a:cxnLst/>
              <a:rect l="l" t="t" r="r" b="b"/>
              <a:pathLst>
                <a:path w="96" h="80" extrusionOk="0">
                  <a:moveTo>
                    <a:pt x="48" y="1"/>
                  </a:moveTo>
                  <a:lnTo>
                    <a:pt x="48" y="1"/>
                  </a:lnTo>
                  <a:cubicBezTo>
                    <a:pt x="33" y="1"/>
                    <a:pt x="16" y="16"/>
                    <a:pt x="16" y="16"/>
                  </a:cubicBezTo>
                  <a:cubicBezTo>
                    <a:pt x="16" y="32"/>
                    <a:pt x="1" y="48"/>
                    <a:pt x="16" y="48"/>
                  </a:cubicBezTo>
                  <a:lnTo>
                    <a:pt x="16" y="64"/>
                  </a:lnTo>
                  <a:lnTo>
                    <a:pt x="33" y="79"/>
                  </a:lnTo>
                  <a:lnTo>
                    <a:pt x="64" y="79"/>
                  </a:lnTo>
                  <a:lnTo>
                    <a:pt x="64" y="79"/>
                  </a:lnTo>
                  <a:lnTo>
                    <a:pt x="96" y="79"/>
                  </a:lnTo>
                  <a:lnTo>
                    <a:pt x="96" y="64"/>
                  </a:lnTo>
                  <a:cubicBezTo>
                    <a:pt x="96" y="48"/>
                    <a:pt x="96" y="32"/>
                    <a:pt x="79"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0" name="Google Shape;2130;p38"/>
            <p:cNvSpPr/>
            <p:nvPr/>
          </p:nvSpPr>
          <p:spPr>
            <a:xfrm>
              <a:off x="3408521" y="1814333"/>
              <a:ext cx="3021" cy="2512"/>
            </a:xfrm>
            <a:custGeom>
              <a:avLst/>
              <a:gdLst/>
              <a:ahLst/>
              <a:cxnLst/>
              <a:rect l="l" t="t" r="r" b="b"/>
              <a:pathLst>
                <a:path w="95" h="79" extrusionOk="0">
                  <a:moveTo>
                    <a:pt x="32" y="0"/>
                  </a:moveTo>
                  <a:lnTo>
                    <a:pt x="32" y="0"/>
                  </a:lnTo>
                  <a:cubicBezTo>
                    <a:pt x="16" y="0"/>
                    <a:pt x="16" y="0"/>
                    <a:pt x="0" y="15"/>
                  </a:cubicBezTo>
                  <a:cubicBezTo>
                    <a:pt x="0" y="32"/>
                    <a:pt x="0" y="47"/>
                    <a:pt x="16" y="63"/>
                  </a:cubicBezTo>
                  <a:lnTo>
                    <a:pt x="32" y="78"/>
                  </a:lnTo>
                  <a:lnTo>
                    <a:pt x="47" y="78"/>
                  </a:lnTo>
                  <a:cubicBezTo>
                    <a:pt x="63" y="78"/>
                    <a:pt x="79" y="78"/>
                    <a:pt x="79" y="63"/>
                  </a:cubicBezTo>
                  <a:cubicBezTo>
                    <a:pt x="95" y="47"/>
                    <a:pt x="95" y="32"/>
                    <a:pt x="79"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1" name="Google Shape;2131;p38"/>
            <p:cNvSpPr/>
            <p:nvPr/>
          </p:nvSpPr>
          <p:spPr>
            <a:xfrm>
              <a:off x="3357889" y="1786727"/>
              <a:ext cx="3021" cy="2576"/>
            </a:xfrm>
            <a:custGeom>
              <a:avLst/>
              <a:gdLst/>
              <a:ahLst/>
              <a:cxnLst/>
              <a:rect l="l" t="t" r="r" b="b"/>
              <a:pathLst>
                <a:path w="95" h="81" extrusionOk="0">
                  <a:moveTo>
                    <a:pt x="63" y="1"/>
                  </a:moveTo>
                  <a:lnTo>
                    <a:pt x="63" y="1"/>
                  </a:lnTo>
                  <a:lnTo>
                    <a:pt x="48" y="1"/>
                  </a:lnTo>
                  <a:lnTo>
                    <a:pt x="17" y="17"/>
                  </a:lnTo>
                  <a:cubicBezTo>
                    <a:pt x="0" y="17"/>
                    <a:pt x="0" y="32"/>
                    <a:pt x="0" y="49"/>
                  </a:cubicBezTo>
                  <a:lnTo>
                    <a:pt x="32" y="80"/>
                  </a:lnTo>
                  <a:lnTo>
                    <a:pt x="48" y="80"/>
                  </a:lnTo>
                  <a:lnTo>
                    <a:pt x="80" y="64"/>
                  </a:lnTo>
                  <a:cubicBezTo>
                    <a:pt x="95" y="49"/>
                    <a:pt x="95" y="32"/>
                    <a:pt x="95" y="17"/>
                  </a:cubicBezTo>
                  <a:cubicBezTo>
                    <a:pt x="80"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2" name="Google Shape;2132;p38"/>
            <p:cNvSpPr/>
            <p:nvPr/>
          </p:nvSpPr>
          <p:spPr>
            <a:xfrm>
              <a:off x="3312792" y="1791275"/>
              <a:ext cx="3021" cy="2512"/>
            </a:xfrm>
            <a:custGeom>
              <a:avLst/>
              <a:gdLst/>
              <a:ahLst/>
              <a:cxnLst/>
              <a:rect l="l" t="t" r="r" b="b"/>
              <a:pathLst>
                <a:path w="95" h="79" extrusionOk="0">
                  <a:moveTo>
                    <a:pt x="48" y="0"/>
                  </a:moveTo>
                  <a:lnTo>
                    <a:pt x="48" y="0"/>
                  </a:lnTo>
                  <a:lnTo>
                    <a:pt x="17" y="0"/>
                  </a:lnTo>
                  <a:cubicBezTo>
                    <a:pt x="0" y="15"/>
                    <a:pt x="17" y="47"/>
                    <a:pt x="32" y="47"/>
                  </a:cubicBezTo>
                  <a:lnTo>
                    <a:pt x="48" y="63"/>
                  </a:lnTo>
                  <a:cubicBezTo>
                    <a:pt x="48" y="78"/>
                    <a:pt x="63" y="78"/>
                    <a:pt x="63" y="78"/>
                  </a:cubicBezTo>
                  <a:cubicBezTo>
                    <a:pt x="80" y="78"/>
                    <a:pt x="80" y="78"/>
                    <a:pt x="95" y="63"/>
                  </a:cubicBezTo>
                  <a:cubicBezTo>
                    <a:pt x="95" y="47"/>
                    <a:pt x="95" y="32"/>
                    <a:pt x="80"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3" name="Google Shape;2133;p38"/>
            <p:cNvSpPr/>
            <p:nvPr/>
          </p:nvSpPr>
          <p:spPr>
            <a:xfrm>
              <a:off x="3052224" y="1817800"/>
              <a:ext cx="2544" cy="3053"/>
            </a:xfrm>
            <a:custGeom>
              <a:avLst/>
              <a:gdLst/>
              <a:ahLst/>
              <a:cxnLst/>
              <a:rect l="l" t="t" r="r" b="b"/>
              <a:pathLst>
                <a:path w="80" h="96" extrusionOk="0">
                  <a:moveTo>
                    <a:pt x="48" y="1"/>
                  </a:moveTo>
                  <a:lnTo>
                    <a:pt x="48" y="1"/>
                  </a:lnTo>
                  <a:cubicBezTo>
                    <a:pt x="32" y="1"/>
                    <a:pt x="17" y="17"/>
                    <a:pt x="17" y="17"/>
                  </a:cubicBezTo>
                  <a:lnTo>
                    <a:pt x="1" y="32"/>
                  </a:lnTo>
                  <a:lnTo>
                    <a:pt x="1" y="49"/>
                  </a:lnTo>
                  <a:cubicBezTo>
                    <a:pt x="1" y="64"/>
                    <a:pt x="1" y="80"/>
                    <a:pt x="17" y="80"/>
                  </a:cubicBezTo>
                  <a:cubicBezTo>
                    <a:pt x="17" y="80"/>
                    <a:pt x="17" y="95"/>
                    <a:pt x="32" y="95"/>
                  </a:cubicBezTo>
                  <a:lnTo>
                    <a:pt x="48" y="80"/>
                  </a:lnTo>
                  <a:lnTo>
                    <a:pt x="64" y="80"/>
                  </a:lnTo>
                  <a:lnTo>
                    <a:pt x="64" y="64"/>
                  </a:lnTo>
                  <a:cubicBezTo>
                    <a:pt x="80" y="49"/>
                    <a:pt x="80" y="17"/>
                    <a:pt x="64" y="17"/>
                  </a:cubicBez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4" name="Google Shape;2134;p38"/>
            <p:cNvSpPr/>
            <p:nvPr/>
          </p:nvSpPr>
          <p:spPr>
            <a:xfrm>
              <a:off x="3202560" y="1801771"/>
              <a:ext cx="2544" cy="3053"/>
            </a:xfrm>
            <a:custGeom>
              <a:avLst/>
              <a:gdLst/>
              <a:ahLst/>
              <a:cxnLst/>
              <a:rect l="l" t="t" r="r" b="b"/>
              <a:pathLst>
                <a:path w="80" h="96" extrusionOk="0">
                  <a:moveTo>
                    <a:pt x="48" y="1"/>
                  </a:moveTo>
                  <a:lnTo>
                    <a:pt x="48" y="1"/>
                  </a:lnTo>
                  <a:cubicBezTo>
                    <a:pt x="32" y="1"/>
                    <a:pt x="32" y="17"/>
                    <a:pt x="17" y="17"/>
                  </a:cubicBezTo>
                  <a:lnTo>
                    <a:pt x="0" y="32"/>
                  </a:lnTo>
                  <a:cubicBezTo>
                    <a:pt x="0" y="48"/>
                    <a:pt x="0" y="64"/>
                    <a:pt x="17" y="80"/>
                  </a:cubicBezTo>
                  <a:cubicBezTo>
                    <a:pt x="17" y="95"/>
                    <a:pt x="32" y="95"/>
                    <a:pt x="32" y="95"/>
                  </a:cubicBezTo>
                  <a:lnTo>
                    <a:pt x="32" y="95"/>
                  </a:lnTo>
                  <a:cubicBezTo>
                    <a:pt x="48" y="95"/>
                    <a:pt x="48" y="95"/>
                    <a:pt x="63" y="80"/>
                  </a:cubicBezTo>
                  <a:lnTo>
                    <a:pt x="63" y="80"/>
                  </a:lnTo>
                  <a:lnTo>
                    <a:pt x="80" y="64"/>
                  </a:lnTo>
                  <a:cubicBezTo>
                    <a:pt x="80" y="48"/>
                    <a:pt x="80" y="32"/>
                    <a:pt x="63" y="17"/>
                  </a:cubicBezTo>
                  <a:cubicBezTo>
                    <a:pt x="63"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5" name="Google Shape;2135;p38"/>
            <p:cNvSpPr/>
            <p:nvPr/>
          </p:nvSpPr>
          <p:spPr>
            <a:xfrm>
              <a:off x="3431578" y="1806287"/>
              <a:ext cx="3021" cy="2035"/>
            </a:xfrm>
            <a:custGeom>
              <a:avLst/>
              <a:gdLst/>
              <a:ahLst/>
              <a:cxnLst/>
              <a:rect l="l" t="t" r="r" b="b"/>
              <a:pathLst>
                <a:path w="95" h="64" extrusionOk="0">
                  <a:moveTo>
                    <a:pt x="63" y="1"/>
                  </a:moveTo>
                  <a:lnTo>
                    <a:pt x="47" y="1"/>
                  </a:lnTo>
                  <a:lnTo>
                    <a:pt x="32" y="1"/>
                  </a:lnTo>
                  <a:cubicBezTo>
                    <a:pt x="15" y="1"/>
                    <a:pt x="15" y="1"/>
                    <a:pt x="0" y="16"/>
                  </a:cubicBezTo>
                  <a:lnTo>
                    <a:pt x="0" y="32"/>
                  </a:lnTo>
                  <a:lnTo>
                    <a:pt x="0" y="48"/>
                  </a:lnTo>
                  <a:lnTo>
                    <a:pt x="15" y="64"/>
                  </a:lnTo>
                  <a:lnTo>
                    <a:pt x="32" y="64"/>
                  </a:lnTo>
                  <a:lnTo>
                    <a:pt x="32" y="64"/>
                  </a:lnTo>
                  <a:lnTo>
                    <a:pt x="63" y="64"/>
                  </a:lnTo>
                  <a:cubicBezTo>
                    <a:pt x="78" y="64"/>
                    <a:pt x="95" y="48"/>
                    <a:pt x="95" y="32"/>
                  </a:cubicBezTo>
                  <a:lnTo>
                    <a:pt x="95" y="32"/>
                  </a:lnTo>
                  <a:cubicBezTo>
                    <a:pt x="95"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6" name="Google Shape;2136;p38"/>
            <p:cNvSpPr/>
            <p:nvPr/>
          </p:nvSpPr>
          <p:spPr>
            <a:xfrm>
              <a:off x="3205550" y="1828836"/>
              <a:ext cx="3053" cy="2544"/>
            </a:xfrm>
            <a:custGeom>
              <a:avLst/>
              <a:gdLst/>
              <a:ahLst/>
              <a:cxnLst/>
              <a:rect l="l" t="t" r="r" b="b"/>
              <a:pathLst>
                <a:path w="96" h="80" extrusionOk="0">
                  <a:moveTo>
                    <a:pt x="49" y="0"/>
                  </a:moveTo>
                  <a:lnTo>
                    <a:pt x="49" y="0"/>
                  </a:lnTo>
                  <a:lnTo>
                    <a:pt x="32" y="0"/>
                  </a:lnTo>
                  <a:lnTo>
                    <a:pt x="17" y="32"/>
                  </a:lnTo>
                  <a:cubicBezTo>
                    <a:pt x="1" y="32"/>
                    <a:pt x="1" y="63"/>
                    <a:pt x="17" y="80"/>
                  </a:cubicBezTo>
                  <a:lnTo>
                    <a:pt x="32" y="80"/>
                  </a:lnTo>
                  <a:lnTo>
                    <a:pt x="32" y="48"/>
                  </a:lnTo>
                  <a:lnTo>
                    <a:pt x="64" y="48"/>
                  </a:lnTo>
                  <a:lnTo>
                    <a:pt x="64" y="48"/>
                  </a:lnTo>
                  <a:lnTo>
                    <a:pt x="80" y="48"/>
                  </a:lnTo>
                  <a:lnTo>
                    <a:pt x="80" y="48"/>
                  </a:lnTo>
                  <a:cubicBezTo>
                    <a:pt x="95" y="32"/>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7" name="Google Shape;2137;p38"/>
            <p:cNvSpPr/>
            <p:nvPr/>
          </p:nvSpPr>
          <p:spPr>
            <a:xfrm>
              <a:off x="3318326" y="1817800"/>
              <a:ext cx="3021" cy="2035"/>
            </a:xfrm>
            <a:custGeom>
              <a:avLst/>
              <a:gdLst/>
              <a:ahLst/>
              <a:cxnLst/>
              <a:rect l="l" t="t" r="r" b="b"/>
              <a:pathLst>
                <a:path w="95" h="64" extrusionOk="0">
                  <a:moveTo>
                    <a:pt x="63" y="1"/>
                  </a:moveTo>
                  <a:lnTo>
                    <a:pt x="63" y="1"/>
                  </a:lnTo>
                  <a:lnTo>
                    <a:pt x="32" y="1"/>
                  </a:lnTo>
                  <a:lnTo>
                    <a:pt x="32" y="1"/>
                  </a:lnTo>
                  <a:cubicBezTo>
                    <a:pt x="16" y="1"/>
                    <a:pt x="0" y="17"/>
                    <a:pt x="0" y="32"/>
                  </a:cubicBezTo>
                  <a:cubicBezTo>
                    <a:pt x="0" y="49"/>
                    <a:pt x="0" y="49"/>
                    <a:pt x="16" y="64"/>
                  </a:cubicBezTo>
                  <a:lnTo>
                    <a:pt x="32" y="64"/>
                  </a:lnTo>
                  <a:lnTo>
                    <a:pt x="47" y="64"/>
                  </a:lnTo>
                  <a:lnTo>
                    <a:pt x="63" y="64"/>
                  </a:lnTo>
                  <a:cubicBezTo>
                    <a:pt x="79" y="64"/>
                    <a:pt x="95" y="49"/>
                    <a:pt x="95" y="32"/>
                  </a:cubicBezTo>
                  <a:cubicBezTo>
                    <a:pt x="95"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8" name="Google Shape;2138;p38"/>
            <p:cNvSpPr/>
            <p:nvPr/>
          </p:nvSpPr>
          <p:spPr>
            <a:xfrm>
              <a:off x="3398503" y="1809785"/>
              <a:ext cx="2512" cy="3053"/>
            </a:xfrm>
            <a:custGeom>
              <a:avLst/>
              <a:gdLst/>
              <a:ahLst/>
              <a:cxnLst/>
              <a:rect l="l" t="t" r="r" b="b"/>
              <a:pathLst>
                <a:path w="79" h="96" extrusionOk="0">
                  <a:moveTo>
                    <a:pt x="32" y="1"/>
                  </a:moveTo>
                  <a:lnTo>
                    <a:pt x="32" y="1"/>
                  </a:lnTo>
                  <a:lnTo>
                    <a:pt x="32" y="1"/>
                  </a:lnTo>
                  <a:lnTo>
                    <a:pt x="32" y="1"/>
                  </a:lnTo>
                  <a:cubicBezTo>
                    <a:pt x="15" y="1"/>
                    <a:pt x="15" y="17"/>
                    <a:pt x="0" y="32"/>
                  </a:cubicBezTo>
                  <a:lnTo>
                    <a:pt x="0" y="32"/>
                  </a:lnTo>
                  <a:lnTo>
                    <a:pt x="0" y="49"/>
                  </a:lnTo>
                  <a:lnTo>
                    <a:pt x="0" y="49"/>
                  </a:lnTo>
                  <a:cubicBezTo>
                    <a:pt x="0" y="64"/>
                    <a:pt x="0" y="80"/>
                    <a:pt x="15" y="95"/>
                  </a:cubicBezTo>
                  <a:lnTo>
                    <a:pt x="32" y="95"/>
                  </a:lnTo>
                  <a:lnTo>
                    <a:pt x="47" y="95"/>
                  </a:lnTo>
                  <a:cubicBezTo>
                    <a:pt x="47" y="95"/>
                    <a:pt x="63" y="80"/>
                    <a:pt x="63" y="64"/>
                  </a:cubicBezTo>
                  <a:lnTo>
                    <a:pt x="63" y="64"/>
                  </a:lnTo>
                  <a:lnTo>
                    <a:pt x="63" y="64"/>
                  </a:lnTo>
                  <a:lnTo>
                    <a:pt x="78" y="49"/>
                  </a:lnTo>
                  <a:lnTo>
                    <a:pt x="78" y="49"/>
                  </a:lnTo>
                  <a:lnTo>
                    <a:pt x="78" y="32"/>
                  </a:lnTo>
                  <a:cubicBezTo>
                    <a:pt x="63" y="17"/>
                    <a:pt x="63"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9" name="Google Shape;2139;p38"/>
            <p:cNvSpPr/>
            <p:nvPr/>
          </p:nvSpPr>
          <p:spPr>
            <a:xfrm>
              <a:off x="3206567" y="1830362"/>
              <a:ext cx="2544" cy="2512"/>
            </a:xfrm>
            <a:custGeom>
              <a:avLst/>
              <a:gdLst/>
              <a:ahLst/>
              <a:cxnLst/>
              <a:rect l="l" t="t" r="r" b="b"/>
              <a:pathLst>
                <a:path w="80" h="79" extrusionOk="0">
                  <a:moveTo>
                    <a:pt x="32" y="0"/>
                  </a:moveTo>
                  <a:lnTo>
                    <a:pt x="32" y="0"/>
                  </a:lnTo>
                  <a:lnTo>
                    <a:pt x="0" y="0"/>
                  </a:lnTo>
                  <a:lnTo>
                    <a:pt x="0" y="32"/>
                  </a:lnTo>
                  <a:lnTo>
                    <a:pt x="0" y="47"/>
                  </a:lnTo>
                  <a:lnTo>
                    <a:pt x="17" y="63"/>
                  </a:lnTo>
                  <a:cubicBezTo>
                    <a:pt x="32" y="78"/>
                    <a:pt x="32" y="78"/>
                    <a:pt x="48" y="78"/>
                  </a:cubicBezTo>
                  <a:cubicBezTo>
                    <a:pt x="48" y="78"/>
                    <a:pt x="63" y="63"/>
                    <a:pt x="80" y="63"/>
                  </a:cubicBezTo>
                  <a:cubicBezTo>
                    <a:pt x="80" y="47"/>
                    <a:pt x="80" y="32"/>
                    <a:pt x="63"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0" name="Google Shape;2140;p38"/>
            <p:cNvSpPr/>
            <p:nvPr/>
          </p:nvSpPr>
          <p:spPr>
            <a:xfrm>
              <a:off x="3429034" y="1781734"/>
              <a:ext cx="4039" cy="3021"/>
            </a:xfrm>
            <a:custGeom>
              <a:avLst/>
              <a:gdLst/>
              <a:ahLst/>
              <a:cxnLst/>
              <a:rect l="l" t="t" r="r" b="b"/>
              <a:pathLst>
                <a:path w="127" h="95" extrusionOk="0">
                  <a:moveTo>
                    <a:pt x="80" y="0"/>
                  </a:moveTo>
                  <a:lnTo>
                    <a:pt x="80" y="0"/>
                  </a:lnTo>
                  <a:lnTo>
                    <a:pt x="64" y="0"/>
                  </a:lnTo>
                  <a:lnTo>
                    <a:pt x="32" y="32"/>
                  </a:lnTo>
                  <a:lnTo>
                    <a:pt x="17" y="32"/>
                  </a:lnTo>
                  <a:cubicBezTo>
                    <a:pt x="17" y="32"/>
                    <a:pt x="1" y="48"/>
                    <a:pt x="1" y="63"/>
                  </a:cubicBezTo>
                  <a:lnTo>
                    <a:pt x="1" y="80"/>
                  </a:lnTo>
                  <a:cubicBezTo>
                    <a:pt x="17" y="95"/>
                    <a:pt x="32" y="95"/>
                    <a:pt x="32" y="95"/>
                  </a:cubicBezTo>
                  <a:lnTo>
                    <a:pt x="49" y="95"/>
                  </a:lnTo>
                  <a:lnTo>
                    <a:pt x="95" y="63"/>
                  </a:lnTo>
                  <a:lnTo>
                    <a:pt x="95" y="63"/>
                  </a:lnTo>
                  <a:cubicBezTo>
                    <a:pt x="112"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1" name="Google Shape;2141;p38"/>
            <p:cNvSpPr/>
            <p:nvPr/>
          </p:nvSpPr>
          <p:spPr>
            <a:xfrm>
              <a:off x="3362914" y="1788731"/>
              <a:ext cx="3021" cy="3053"/>
            </a:xfrm>
            <a:custGeom>
              <a:avLst/>
              <a:gdLst/>
              <a:ahLst/>
              <a:cxnLst/>
              <a:rect l="l" t="t" r="r" b="b"/>
              <a:pathLst>
                <a:path w="95" h="96" extrusionOk="0">
                  <a:moveTo>
                    <a:pt x="48" y="1"/>
                  </a:moveTo>
                  <a:lnTo>
                    <a:pt x="32" y="1"/>
                  </a:lnTo>
                  <a:lnTo>
                    <a:pt x="32" y="1"/>
                  </a:lnTo>
                  <a:cubicBezTo>
                    <a:pt x="16" y="17"/>
                    <a:pt x="0" y="32"/>
                    <a:pt x="16" y="49"/>
                  </a:cubicBezTo>
                  <a:lnTo>
                    <a:pt x="16" y="80"/>
                  </a:lnTo>
                  <a:cubicBezTo>
                    <a:pt x="32" y="95"/>
                    <a:pt x="32" y="95"/>
                    <a:pt x="48" y="95"/>
                  </a:cubicBezTo>
                  <a:lnTo>
                    <a:pt x="63" y="95"/>
                  </a:lnTo>
                  <a:cubicBezTo>
                    <a:pt x="79" y="80"/>
                    <a:pt x="95" y="64"/>
                    <a:pt x="79" y="49"/>
                  </a:cubicBezTo>
                  <a:lnTo>
                    <a:pt x="79" y="32"/>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2" name="Google Shape;2142;p38"/>
            <p:cNvSpPr/>
            <p:nvPr/>
          </p:nvSpPr>
          <p:spPr>
            <a:xfrm>
              <a:off x="3414532" y="1805778"/>
              <a:ext cx="3021" cy="2544"/>
            </a:xfrm>
            <a:custGeom>
              <a:avLst/>
              <a:gdLst/>
              <a:ahLst/>
              <a:cxnLst/>
              <a:rect l="l" t="t" r="r" b="b"/>
              <a:pathLst>
                <a:path w="95" h="80" extrusionOk="0">
                  <a:moveTo>
                    <a:pt x="63" y="1"/>
                  </a:moveTo>
                  <a:lnTo>
                    <a:pt x="63" y="1"/>
                  </a:lnTo>
                  <a:lnTo>
                    <a:pt x="47" y="1"/>
                  </a:lnTo>
                  <a:lnTo>
                    <a:pt x="32" y="17"/>
                  </a:lnTo>
                  <a:cubicBezTo>
                    <a:pt x="16" y="17"/>
                    <a:pt x="16" y="17"/>
                    <a:pt x="16" y="32"/>
                  </a:cubicBezTo>
                  <a:cubicBezTo>
                    <a:pt x="0" y="32"/>
                    <a:pt x="0" y="48"/>
                    <a:pt x="0" y="64"/>
                  </a:cubicBezTo>
                  <a:cubicBezTo>
                    <a:pt x="16" y="80"/>
                    <a:pt x="32" y="80"/>
                    <a:pt x="32" y="80"/>
                  </a:cubicBezTo>
                  <a:lnTo>
                    <a:pt x="32" y="80"/>
                  </a:lnTo>
                  <a:lnTo>
                    <a:pt x="47" y="80"/>
                  </a:lnTo>
                  <a:lnTo>
                    <a:pt x="79" y="64"/>
                  </a:lnTo>
                  <a:cubicBezTo>
                    <a:pt x="95" y="64"/>
                    <a:pt x="95" y="48"/>
                    <a:pt x="95" y="32"/>
                  </a:cubicBezTo>
                  <a:lnTo>
                    <a:pt x="95" y="32"/>
                  </a:lnTo>
                  <a:lnTo>
                    <a:pt x="95" y="17"/>
                  </a:lnTo>
                  <a:cubicBezTo>
                    <a:pt x="79" y="17"/>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3" name="Google Shape;2143;p38"/>
            <p:cNvSpPr/>
            <p:nvPr/>
          </p:nvSpPr>
          <p:spPr>
            <a:xfrm>
              <a:off x="3143946" y="1833829"/>
              <a:ext cx="3021" cy="3053"/>
            </a:xfrm>
            <a:custGeom>
              <a:avLst/>
              <a:gdLst/>
              <a:ahLst/>
              <a:cxnLst/>
              <a:rect l="l" t="t" r="r" b="b"/>
              <a:pathLst>
                <a:path w="95" h="96" extrusionOk="0">
                  <a:moveTo>
                    <a:pt x="47" y="1"/>
                  </a:moveTo>
                  <a:lnTo>
                    <a:pt x="32" y="1"/>
                  </a:lnTo>
                  <a:cubicBezTo>
                    <a:pt x="32" y="17"/>
                    <a:pt x="16" y="17"/>
                    <a:pt x="16" y="17"/>
                  </a:cubicBezTo>
                  <a:cubicBezTo>
                    <a:pt x="0" y="32"/>
                    <a:pt x="0" y="64"/>
                    <a:pt x="16" y="64"/>
                  </a:cubicBezTo>
                  <a:lnTo>
                    <a:pt x="32" y="80"/>
                  </a:lnTo>
                  <a:cubicBezTo>
                    <a:pt x="47" y="80"/>
                    <a:pt x="47" y="95"/>
                    <a:pt x="63" y="95"/>
                  </a:cubicBezTo>
                  <a:lnTo>
                    <a:pt x="79" y="80"/>
                  </a:lnTo>
                  <a:cubicBezTo>
                    <a:pt x="95" y="64"/>
                    <a:pt x="95" y="49"/>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4" name="Google Shape;2144;p38"/>
            <p:cNvSpPr/>
            <p:nvPr/>
          </p:nvSpPr>
          <p:spPr>
            <a:xfrm>
              <a:off x="3191524" y="1829344"/>
              <a:ext cx="3053" cy="2512"/>
            </a:xfrm>
            <a:custGeom>
              <a:avLst/>
              <a:gdLst/>
              <a:ahLst/>
              <a:cxnLst/>
              <a:rect l="l" t="t" r="r" b="b"/>
              <a:pathLst>
                <a:path w="96" h="79" extrusionOk="0">
                  <a:moveTo>
                    <a:pt x="64" y="1"/>
                  </a:moveTo>
                  <a:lnTo>
                    <a:pt x="64" y="1"/>
                  </a:lnTo>
                  <a:lnTo>
                    <a:pt x="32" y="1"/>
                  </a:lnTo>
                  <a:lnTo>
                    <a:pt x="17" y="16"/>
                  </a:lnTo>
                  <a:cubicBezTo>
                    <a:pt x="1" y="32"/>
                    <a:pt x="17" y="64"/>
                    <a:pt x="32" y="64"/>
                  </a:cubicBezTo>
                  <a:cubicBezTo>
                    <a:pt x="32" y="79"/>
                    <a:pt x="32" y="79"/>
                    <a:pt x="48" y="79"/>
                  </a:cubicBezTo>
                  <a:cubicBezTo>
                    <a:pt x="64" y="79"/>
                    <a:pt x="64" y="79"/>
                    <a:pt x="80" y="64"/>
                  </a:cubicBezTo>
                  <a:lnTo>
                    <a:pt x="80" y="47"/>
                  </a:lnTo>
                  <a:cubicBezTo>
                    <a:pt x="95" y="32"/>
                    <a:pt x="95" y="16"/>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5" name="Google Shape;2145;p38"/>
            <p:cNvSpPr/>
            <p:nvPr/>
          </p:nvSpPr>
          <p:spPr>
            <a:xfrm>
              <a:off x="3452601" y="1781257"/>
              <a:ext cx="3530" cy="2035"/>
            </a:xfrm>
            <a:custGeom>
              <a:avLst/>
              <a:gdLst/>
              <a:ahLst/>
              <a:cxnLst/>
              <a:rect l="l" t="t" r="r" b="b"/>
              <a:pathLst>
                <a:path w="111" h="64" extrusionOk="0">
                  <a:moveTo>
                    <a:pt x="48" y="0"/>
                  </a:moveTo>
                  <a:lnTo>
                    <a:pt x="32" y="0"/>
                  </a:lnTo>
                  <a:cubicBezTo>
                    <a:pt x="16" y="0"/>
                    <a:pt x="16" y="15"/>
                    <a:pt x="1" y="15"/>
                  </a:cubicBezTo>
                  <a:cubicBezTo>
                    <a:pt x="1" y="47"/>
                    <a:pt x="16" y="63"/>
                    <a:pt x="32" y="63"/>
                  </a:cubicBezTo>
                  <a:lnTo>
                    <a:pt x="64" y="63"/>
                  </a:lnTo>
                  <a:lnTo>
                    <a:pt x="64" y="63"/>
                  </a:lnTo>
                  <a:cubicBezTo>
                    <a:pt x="79" y="63"/>
                    <a:pt x="95" y="63"/>
                    <a:pt x="95" y="47"/>
                  </a:cubicBezTo>
                  <a:cubicBezTo>
                    <a:pt x="111" y="32"/>
                    <a:pt x="95" y="0"/>
                    <a:pt x="79"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6" name="Google Shape;2146;p38"/>
            <p:cNvSpPr/>
            <p:nvPr/>
          </p:nvSpPr>
          <p:spPr>
            <a:xfrm>
              <a:off x="3260188" y="1822825"/>
              <a:ext cx="3053" cy="2544"/>
            </a:xfrm>
            <a:custGeom>
              <a:avLst/>
              <a:gdLst/>
              <a:ahLst/>
              <a:cxnLst/>
              <a:rect l="l" t="t" r="r" b="b"/>
              <a:pathLst>
                <a:path w="96" h="80" extrusionOk="0">
                  <a:moveTo>
                    <a:pt x="32" y="0"/>
                  </a:moveTo>
                  <a:lnTo>
                    <a:pt x="32" y="0"/>
                  </a:lnTo>
                  <a:lnTo>
                    <a:pt x="16" y="0"/>
                  </a:lnTo>
                  <a:cubicBezTo>
                    <a:pt x="1" y="17"/>
                    <a:pt x="1" y="48"/>
                    <a:pt x="16" y="48"/>
                  </a:cubicBezTo>
                  <a:lnTo>
                    <a:pt x="32" y="63"/>
                  </a:lnTo>
                  <a:cubicBezTo>
                    <a:pt x="32" y="80"/>
                    <a:pt x="47" y="80"/>
                    <a:pt x="47" y="80"/>
                  </a:cubicBezTo>
                  <a:cubicBezTo>
                    <a:pt x="64" y="80"/>
                    <a:pt x="79" y="63"/>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7" name="Google Shape;2147;p38"/>
            <p:cNvSpPr/>
            <p:nvPr/>
          </p:nvSpPr>
          <p:spPr>
            <a:xfrm>
              <a:off x="3039185" y="1822825"/>
              <a:ext cx="3053" cy="2544"/>
            </a:xfrm>
            <a:custGeom>
              <a:avLst/>
              <a:gdLst/>
              <a:ahLst/>
              <a:cxnLst/>
              <a:rect l="l" t="t" r="r" b="b"/>
              <a:pathLst>
                <a:path w="96" h="80" extrusionOk="0">
                  <a:moveTo>
                    <a:pt x="49" y="0"/>
                  </a:moveTo>
                  <a:lnTo>
                    <a:pt x="32" y="0"/>
                  </a:lnTo>
                  <a:lnTo>
                    <a:pt x="32" y="0"/>
                  </a:lnTo>
                  <a:lnTo>
                    <a:pt x="1" y="32"/>
                  </a:lnTo>
                  <a:lnTo>
                    <a:pt x="1" y="32"/>
                  </a:lnTo>
                  <a:lnTo>
                    <a:pt x="1" y="48"/>
                  </a:lnTo>
                  <a:lnTo>
                    <a:pt x="32" y="80"/>
                  </a:lnTo>
                  <a:lnTo>
                    <a:pt x="64" y="80"/>
                  </a:lnTo>
                  <a:lnTo>
                    <a:pt x="64" y="80"/>
                  </a:lnTo>
                  <a:cubicBezTo>
                    <a:pt x="80" y="80"/>
                    <a:pt x="95" y="63"/>
                    <a:pt x="95" y="48"/>
                  </a:cubicBezTo>
                  <a:lnTo>
                    <a:pt x="95" y="48"/>
                  </a:lnTo>
                  <a:lnTo>
                    <a:pt x="95" y="32"/>
                  </a:lnTo>
                  <a:cubicBezTo>
                    <a:pt x="95" y="17"/>
                    <a:pt x="80" y="17"/>
                    <a:pt x="80"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8" name="Google Shape;2148;p38"/>
            <p:cNvSpPr/>
            <p:nvPr/>
          </p:nvSpPr>
          <p:spPr>
            <a:xfrm>
              <a:off x="3404513" y="1813315"/>
              <a:ext cx="2512" cy="2512"/>
            </a:xfrm>
            <a:custGeom>
              <a:avLst/>
              <a:gdLst/>
              <a:ahLst/>
              <a:cxnLst/>
              <a:rect l="l" t="t" r="r" b="b"/>
              <a:pathLst>
                <a:path w="79" h="79" extrusionOk="0">
                  <a:moveTo>
                    <a:pt x="47" y="1"/>
                  </a:moveTo>
                  <a:lnTo>
                    <a:pt x="47" y="1"/>
                  </a:lnTo>
                  <a:lnTo>
                    <a:pt x="47" y="1"/>
                  </a:lnTo>
                  <a:lnTo>
                    <a:pt x="15" y="1"/>
                  </a:lnTo>
                  <a:lnTo>
                    <a:pt x="15" y="16"/>
                  </a:lnTo>
                  <a:lnTo>
                    <a:pt x="0" y="16"/>
                  </a:lnTo>
                  <a:cubicBezTo>
                    <a:pt x="0" y="32"/>
                    <a:pt x="0" y="64"/>
                    <a:pt x="15" y="79"/>
                  </a:cubicBezTo>
                  <a:lnTo>
                    <a:pt x="32" y="79"/>
                  </a:lnTo>
                  <a:cubicBezTo>
                    <a:pt x="47" y="79"/>
                    <a:pt x="47" y="79"/>
                    <a:pt x="63" y="64"/>
                  </a:cubicBezTo>
                  <a:lnTo>
                    <a:pt x="78" y="47"/>
                  </a:lnTo>
                  <a:cubicBezTo>
                    <a:pt x="78" y="32"/>
                    <a:pt x="78"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9" name="Google Shape;2149;p38"/>
            <p:cNvSpPr/>
            <p:nvPr/>
          </p:nvSpPr>
          <p:spPr>
            <a:xfrm>
              <a:off x="3200079" y="1831825"/>
              <a:ext cx="3021" cy="2576"/>
            </a:xfrm>
            <a:custGeom>
              <a:avLst/>
              <a:gdLst/>
              <a:ahLst/>
              <a:cxnLst/>
              <a:rect l="l" t="t" r="r" b="b"/>
              <a:pathLst>
                <a:path w="95" h="81" extrusionOk="0">
                  <a:moveTo>
                    <a:pt x="47" y="1"/>
                  </a:moveTo>
                  <a:lnTo>
                    <a:pt x="47" y="1"/>
                  </a:lnTo>
                  <a:cubicBezTo>
                    <a:pt x="32" y="1"/>
                    <a:pt x="32" y="1"/>
                    <a:pt x="32" y="17"/>
                  </a:cubicBezTo>
                  <a:lnTo>
                    <a:pt x="15" y="32"/>
                  </a:lnTo>
                  <a:cubicBezTo>
                    <a:pt x="0" y="49"/>
                    <a:pt x="0" y="64"/>
                    <a:pt x="15" y="80"/>
                  </a:cubicBezTo>
                  <a:lnTo>
                    <a:pt x="32" y="80"/>
                  </a:lnTo>
                  <a:cubicBezTo>
                    <a:pt x="47" y="80"/>
                    <a:pt x="63" y="80"/>
                    <a:pt x="63"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0" name="Google Shape;2150;p38"/>
            <p:cNvSpPr/>
            <p:nvPr/>
          </p:nvSpPr>
          <p:spPr>
            <a:xfrm>
              <a:off x="3192033" y="1831825"/>
              <a:ext cx="3053" cy="3053"/>
            </a:xfrm>
            <a:custGeom>
              <a:avLst/>
              <a:gdLst/>
              <a:ahLst/>
              <a:cxnLst/>
              <a:rect l="l" t="t" r="r" b="b"/>
              <a:pathLst>
                <a:path w="96" h="96" extrusionOk="0">
                  <a:moveTo>
                    <a:pt x="48" y="1"/>
                  </a:moveTo>
                  <a:lnTo>
                    <a:pt x="48" y="1"/>
                  </a:lnTo>
                  <a:lnTo>
                    <a:pt x="32" y="17"/>
                  </a:lnTo>
                  <a:lnTo>
                    <a:pt x="16" y="32"/>
                  </a:lnTo>
                  <a:cubicBezTo>
                    <a:pt x="1" y="49"/>
                    <a:pt x="1" y="80"/>
                    <a:pt x="16" y="80"/>
                  </a:cubicBezTo>
                  <a:cubicBezTo>
                    <a:pt x="32" y="95"/>
                    <a:pt x="32" y="95"/>
                    <a:pt x="48" y="95"/>
                  </a:cubicBezTo>
                  <a:lnTo>
                    <a:pt x="64" y="80"/>
                  </a:lnTo>
                  <a:lnTo>
                    <a:pt x="79" y="64"/>
                  </a:lnTo>
                  <a:cubicBezTo>
                    <a:pt x="95" y="49"/>
                    <a:pt x="95" y="32"/>
                    <a:pt x="79" y="17"/>
                  </a:cubicBezTo>
                  <a:cubicBezTo>
                    <a:pt x="64" y="17"/>
                    <a:pt x="64"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1" name="Google Shape;2151;p38"/>
            <p:cNvSpPr/>
            <p:nvPr/>
          </p:nvSpPr>
          <p:spPr>
            <a:xfrm>
              <a:off x="3433041" y="1807781"/>
              <a:ext cx="3053" cy="2544"/>
            </a:xfrm>
            <a:custGeom>
              <a:avLst/>
              <a:gdLst/>
              <a:ahLst/>
              <a:cxnLst/>
              <a:rect l="l" t="t" r="r" b="b"/>
              <a:pathLst>
                <a:path w="96" h="80" extrusionOk="0">
                  <a:moveTo>
                    <a:pt x="64" y="1"/>
                  </a:moveTo>
                  <a:lnTo>
                    <a:pt x="64" y="1"/>
                  </a:lnTo>
                  <a:lnTo>
                    <a:pt x="49" y="1"/>
                  </a:lnTo>
                  <a:lnTo>
                    <a:pt x="32" y="17"/>
                  </a:lnTo>
                  <a:cubicBezTo>
                    <a:pt x="17" y="17"/>
                    <a:pt x="17" y="17"/>
                    <a:pt x="17" y="32"/>
                  </a:cubicBezTo>
                  <a:cubicBezTo>
                    <a:pt x="1" y="32"/>
                    <a:pt x="1" y="48"/>
                    <a:pt x="17" y="64"/>
                  </a:cubicBezTo>
                  <a:lnTo>
                    <a:pt x="17" y="80"/>
                  </a:lnTo>
                  <a:lnTo>
                    <a:pt x="49" y="80"/>
                  </a:lnTo>
                  <a:lnTo>
                    <a:pt x="49" y="80"/>
                  </a:lnTo>
                  <a:lnTo>
                    <a:pt x="80" y="64"/>
                  </a:lnTo>
                  <a:cubicBezTo>
                    <a:pt x="95" y="64"/>
                    <a:pt x="95" y="48"/>
                    <a:pt x="95" y="17"/>
                  </a:cubicBezTo>
                  <a:cubicBezTo>
                    <a:pt x="95" y="17"/>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2" name="Google Shape;2152;p38"/>
            <p:cNvSpPr/>
            <p:nvPr/>
          </p:nvSpPr>
          <p:spPr>
            <a:xfrm>
              <a:off x="3269698" y="1824828"/>
              <a:ext cx="3021" cy="3021"/>
            </a:xfrm>
            <a:custGeom>
              <a:avLst/>
              <a:gdLst/>
              <a:ahLst/>
              <a:cxnLst/>
              <a:rect l="l" t="t" r="r" b="b"/>
              <a:pathLst>
                <a:path w="95" h="95" extrusionOk="0">
                  <a:moveTo>
                    <a:pt x="63" y="0"/>
                  </a:moveTo>
                  <a:lnTo>
                    <a:pt x="48" y="0"/>
                  </a:lnTo>
                  <a:lnTo>
                    <a:pt x="32" y="17"/>
                  </a:lnTo>
                  <a:lnTo>
                    <a:pt x="17" y="32"/>
                  </a:lnTo>
                  <a:cubicBezTo>
                    <a:pt x="0" y="48"/>
                    <a:pt x="0" y="63"/>
                    <a:pt x="17" y="80"/>
                  </a:cubicBezTo>
                  <a:cubicBezTo>
                    <a:pt x="32" y="95"/>
                    <a:pt x="32" y="95"/>
                    <a:pt x="48" y="95"/>
                  </a:cubicBezTo>
                  <a:lnTo>
                    <a:pt x="63" y="80"/>
                  </a:lnTo>
                  <a:lnTo>
                    <a:pt x="80" y="63"/>
                  </a:lnTo>
                  <a:cubicBezTo>
                    <a:pt x="95" y="48"/>
                    <a:pt x="95" y="32"/>
                    <a:pt x="80" y="17"/>
                  </a:cubicBezTo>
                  <a:cubicBezTo>
                    <a:pt x="80"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3" name="Google Shape;2153;p38"/>
            <p:cNvSpPr/>
            <p:nvPr/>
          </p:nvSpPr>
          <p:spPr>
            <a:xfrm>
              <a:off x="3356395" y="1757182"/>
              <a:ext cx="2512" cy="2544"/>
            </a:xfrm>
            <a:custGeom>
              <a:avLst/>
              <a:gdLst/>
              <a:ahLst/>
              <a:cxnLst/>
              <a:rect l="l" t="t" r="r" b="b"/>
              <a:pathLst>
                <a:path w="79" h="80" extrusionOk="0">
                  <a:moveTo>
                    <a:pt x="32" y="1"/>
                  </a:moveTo>
                  <a:lnTo>
                    <a:pt x="32" y="1"/>
                  </a:lnTo>
                  <a:cubicBezTo>
                    <a:pt x="16" y="1"/>
                    <a:pt x="16" y="1"/>
                    <a:pt x="16" y="16"/>
                  </a:cubicBezTo>
                  <a:cubicBezTo>
                    <a:pt x="1" y="32"/>
                    <a:pt x="1" y="48"/>
                    <a:pt x="16" y="64"/>
                  </a:cubicBezTo>
                  <a:lnTo>
                    <a:pt x="32" y="79"/>
                  </a:lnTo>
                  <a:lnTo>
                    <a:pt x="47" y="79"/>
                  </a:lnTo>
                  <a:lnTo>
                    <a:pt x="64" y="79"/>
                  </a:lnTo>
                  <a:cubicBezTo>
                    <a:pt x="64" y="64"/>
                    <a:pt x="64" y="48"/>
                    <a:pt x="79" y="48"/>
                  </a:cubicBezTo>
                  <a:lnTo>
                    <a:pt x="79" y="48"/>
                  </a:ln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4" name="Google Shape;2154;p38"/>
            <p:cNvSpPr/>
            <p:nvPr/>
          </p:nvSpPr>
          <p:spPr>
            <a:xfrm>
              <a:off x="3020166" y="1805301"/>
              <a:ext cx="3021" cy="2035"/>
            </a:xfrm>
            <a:custGeom>
              <a:avLst/>
              <a:gdLst/>
              <a:ahLst/>
              <a:cxnLst/>
              <a:rect l="l" t="t" r="r" b="b"/>
              <a:pathLst>
                <a:path w="95" h="64" extrusionOk="0">
                  <a:moveTo>
                    <a:pt x="63" y="0"/>
                  </a:moveTo>
                  <a:lnTo>
                    <a:pt x="48" y="0"/>
                  </a:lnTo>
                  <a:lnTo>
                    <a:pt x="32" y="0"/>
                  </a:lnTo>
                  <a:lnTo>
                    <a:pt x="17" y="0"/>
                  </a:lnTo>
                  <a:cubicBezTo>
                    <a:pt x="0" y="16"/>
                    <a:pt x="0" y="16"/>
                    <a:pt x="0" y="32"/>
                  </a:cubicBezTo>
                  <a:lnTo>
                    <a:pt x="0" y="47"/>
                  </a:lnTo>
                  <a:cubicBezTo>
                    <a:pt x="17" y="63"/>
                    <a:pt x="17" y="63"/>
                    <a:pt x="32" y="63"/>
                  </a:cubicBezTo>
                  <a:lnTo>
                    <a:pt x="32" y="63"/>
                  </a:lnTo>
                  <a:lnTo>
                    <a:pt x="63" y="63"/>
                  </a:lnTo>
                  <a:cubicBezTo>
                    <a:pt x="80" y="63"/>
                    <a:pt x="95" y="47"/>
                    <a:pt x="95" y="32"/>
                  </a:cubicBezTo>
                  <a:cubicBezTo>
                    <a:pt x="95" y="16"/>
                    <a:pt x="80"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5" name="Google Shape;2155;p38"/>
            <p:cNvSpPr/>
            <p:nvPr/>
          </p:nvSpPr>
          <p:spPr>
            <a:xfrm>
              <a:off x="3103333" y="1795283"/>
              <a:ext cx="4039" cy="2512"/>
            </a:xfrm>
            <a:custGeom>
              <a:avLst/>
              <a:gdLst/>
              <a:ahLst/>
              <a:cxnLst/>
              <a:rect l="l" t="t" r="r" b="b"/>
              <a:pathLst>
                <a:path w="127" h="79" extrusionOk="0">
                  <a:moveTo>
                    <a:pt x="32" y="0"/>
                  </a:moveTo>
                  <a:lnTo>
                    <a:pt x="32" y="0"/>
                  </a:lnTo>
                  <a:cubicBezTo>
                    <a:pt x="17" y="15"/>
                    <a:pt x="1" y="15"/>
                    <a:pt x="1" y="32"/>
                  </a:cubicBezTo>
                  <a:lnTo>
                    <a:pt x="1" y="47"/>
                  </a:lnTo>
                  <a:lnTo>
                    <a:pt x="17" y="63"/>
                  </a:lnTo>
                  <a:lnTo>
                    <a:pt x="32" y="78"/>
                  </a:lnTo>
                  <a:lnTo>
                    <a:pt x="95" y="78"/>
                  </a:lnTo>
                  <a:lnTo>
                    <a:pt x="95" y="78"/>
                  </a:lnTo>
                  <a:cubicBezTo>
                    <a:pt x="111" y="78"/>
                    <a:pt x="111" y="63"/>
                    <a:pt x="127" y="47"/>
                  </a:cubicBezTo>
                  <a:lnTo>
                    <a:pt x="127" y="47"/>
                  </a:lnTo>
                  <a:lnTo>
                    <a:pt x="127" y="15"/>
                  </a:lnTo>
                  <a:lnTo>
                    <a:pt x="95"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6" name="Google Shape;2156;p38"/>
            <p:cNvSpPr/>
            <p:nvPr/>
          </p:nvSpPr>
          <p:spPr>
            <a:xfrm>
              <a:off x="3442074" y="1751648"/>
              <a:ext cx="3021" cy="2576"/>
            </a:xfrm>
            <a:custGeom>
              <a:avLst/>
              <a:gdLst/>
              <a:ahLst/>
              <a:cxnLst/>
              <a:rect l="l" t="t" r="r" b="b"/>
              <a:pathLst>
                <a:path w="95" h="81" extrusionOk="0">
                  <a:moveTo>
                    <a:pt x="63" y="1"/>
                  </a:moveTo>
                  <a:lnTo>
                    <a:pt x="48" y="1"/>
                  </a:lnTo>
                  <a:cubicBezTo>
                    <a:pt x="48" y="1"/>
                    <a:pt x="32" y="1"/>
                    <a:pt x="32" y="17"/>
                  </a:cubicBezTo>
                  <a:lnTo>
                    <a:pt x="17" y="32"/>
                  </a:lnTo>
                  <a:cubicBezTo>
                    <a:pt x="0" y="49"/>
                    <a:pt x="0" y="64"/>
                    <a:pt x="17" y="80"/>
                  </a:cubicBezTo>
                  <a:lnTo>
                    <a:pt x="48" y="80"/>
                  </a:lnTo>
                  <a:lnTo>
                    <a:pt x="63" y="80"/>
                  </a:lnTo>
                  <a:lnTo>
                    <a:pt x="80" y="64"/>
                  </a:lnTo>
                  <a:cubicBezTo>
                    <a:pt x="95" y="49"/>
                    <a:pt x="95" y="17"/>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7" name="Google Shape;2157;p38"/>
            <p:cNvSpPr/>
            <p:nvPr/>
          </p:nvSpPr>
          <p:spPr>
            <a:xfrm>
              <a:off x="3435586" y="1756196"/>
              <a:ext cx="3021" cy="2512"/>
            </a:xfrm>
            <a:custGeom>
              <a:avLst/>
              <a:gdLst/>
              <a:ahLst/>
              <a:cxnLst/>
              <a:rect l="l" t="t" r="r" b="b"/>
              <a:pathLst>
                <a:path w="95" h="79" extrusionOk="0">
                  <a:moveTo>
                    <a:pt x="47" y="0"/>
                  </a:moveTo>
                  <a:lnTo>
                    <a:pt x="47" y="0"/>
                  </a:lnTo>
                  <a:cubicBezTo>
                    <a:pt x="32" y="0"/>
                    <a:pt x="32" y="16"/>
                    <a:pt x="15" y="16"/>
                  </a:cubicBezTo>
                  <a:lnTo>
                    <a:pt x="15" y="16"/>
                  </a:lnTo>
                  <a:cubicBezTo>
                    <a:pt x="15" y="32"/>
                    <a:pt x="0" y="32"/>
                    <a:pt x="15" y="47"/>
                  </a:cubicBezTo>
                  <a:lnTo>
                    <a:pt x="15" y="63"/>
                  </a:lnTo>
                  <a:lnTo>
                    <a:pt x="32" y="79"/>
                  </a:lnTo>
                  <a:lnTo>
                    <a:pt x="47" y="79"/>
                  </a:lnTo>
                  <a:lnTo>
                    <a:pt x="47" y="79"/>
                  </a:lnTo>
                  <a:lnTo>
                    <a:pt x="63" y="79"/>
                  </a:lnTo>
                  <a:lnTo>
                    <a:pt x="63" y="79"/>
                  </a:lnTo>
                  <a:lnTo>
                    <a:pt x="95" y="79"/>
                  </a:lnTo>
                  <a:cubicBezTo>
                    <a:pt x="95" y="63"/>
                    <a:pt x="95" y="47"/>
                    <a:pt x="78" y="32"/>
                  </a:cubicBezTo>
                  <a:lnTo>
                    <a:pt x="78" y="32"/>
                  </a:lnTo>
                  <a:lnTo>
                    <a:pt x="63" y="16"/>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8" name="Google Shape;2158;p38"/>
            <p:cNvSpPr/>
            <p:nvPr/>
          </p:nvSpPr>
          <p:spPr>
            <a:xfrm>
              <a:off x="3280225" y="1770698"/>
              <a:ext cx="3530" cy="3053"/>
            </a:xfrm>
            <a:custGeom>
              <a:avLst/>
              <a:gdLst/>
              <a:ahLst/>
              <a:cxnLst/>
              <a:rect l="l" t="t" r="r" b="b"/>
              <a:pathLst>
                <a:path w="111" h="96" extrusionOk="0">
                  <a:moveTo>
                    <a:pt x="64" y="1"/>
                  </a:moveTo>
                  <a:lnTo>
                    <a:pt x="64" y="1"/>
                  </a:lnTo>
                  <a:cubicBezTo>
                    <a:pt x="48" y="1"/>
                    <a:pt x="48" y="1"/>
                    <a:pt x="48" y="17"/>
                  </a:cubicBezTo>
                  <a:lnTo>
                    <a:pt x="16" y="49"/>
                  </a:lnTo>
                  <a:cubicBezTo>
                    <a:pt x="1" y="49"/>
                    <a:pt x="16" y="80"/>
                    <a:pt x="32" y="95"/>
                  </a:cubicBezTo>
                  <a:lnTo>
                    <a:pt x="48" y="95"/>
                  </a:lnTo>
                  <a:cubicBezTo>
                    <a:pt x="64" y="95"/>
                    <a:pt x="64" y="95"/>
                    <a:pt x="79" y="80"/>
                  </a:cubicBezTo>
                  <a:lnTo>
                    <a:pt x="95" y="64"/>
                  </a:lnTo>
                  <a:cubicBezTo>
                    <a:pt x="111" y="49"/>
                    <a:pt x="111" y="17"/>
                    <a:pt x="95" y="17"/>
                  </a:cubicBez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9" name="Google Shape;2159;p38"/>
            <p:cNvSpPr/>
            <p:nvPr/>
          </p:nvSpPr>
          <p:spPr>
            <a:xfrm>
              <a:off x="3260665" y="1774229"/>
              <a:ext cx="2576" cy="2512"/>
            </a:xfrm>
            <a:custGeom>
              <a:avLst/>
              <a:gdLst/>
              <a:ahLst/>
              <a:cxnLst/>
              <a:rect l="l" t="t" r="r" b="b"/>
              <a:pathLst>
                <a:path w="81" h="79" extrusionOk="0">
                  <a:moveTo>
                    <a:pt x="17" y="1"/>
                  </a:moveTo>
                  <a:lnTo>
                    <a:pt x="17" y="1"/>
                  </a:lnTo>
                  <a:lnTo>
                    <a:pt x="1" y="16"/>
                  </a:lnTo>
                  <a:lnTo>
                    <a:pt x="1" y="32"/>
                  </a:lnTo>
                  <a:cubicBezTo>
                    <a:pt x="1" y="47"/>
                    <a:pt x="17" y="64"/>
                    <a:pt x="17" y="64"/>
                  </a:cubicBezTo>
                  <a:cubicBezTo>
                    <a:pt x="32" y="64"/>
                    <a:pt x="32" y="79"/>
                    <a:pt x="32" y="79"/>
                  </a:cubicBezTo>
                  <a:cubicBezTo>
                    <a:pt x="49" y="79"/>
                    <a:pt x="64" y="64"/>
                    <a:pt x="64" y="64"/>
                  </a:cubicBezTo>
                  <a:lnTo>
                    <a:pt x="64" y="47"/>
                  </a:lnTo>
                  <a:lnTo>
                    <a:pt x="80" y="32"/>
                  </a:lnTo>
                  <a:lnTo>
                    <a:pt x="80" y="1"/>
                  </a:lnTo>
                  <a:cubicBezTo>
                    <a:pt x="80" y="16"/>
                    <a:pt x="64" y="16"/>
                    <a:pt x="49" y="16"/>
                  </a:cubicBezTo>
                  <a:lnTo>
                    <a:pt x="32" y="16"/>
                  </a:lnTo>
                  <a:cubicBezTo>
                    <a:pt x="32" y="16"/>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0" name="Google Shape;2160;p38"/>
            <p:cNvSpPr/>
            <p:nvPr/>
          </p:nvSpPr>
          <p:spPr>
            <a:xfrm>
              <a:off x="3401969" y="1761698"/>
              <a:ext cx="3053" cy="2544"/>
            </a:xfrm>
            <a:custGeom>
              <a:avLst/>
              <a:gdLst/>
              <a:ahLst/>
              <a:cxnLst/>
              <a:rect l="l" t="t" r="r" b="b"/>
              <a:pathLst>
                <a:path w="96" h="80" extrusionOk="0">
                  <a:moveTo>
                    <a:pt x="49" y="0"/>
                  </a:moveTo>
                  <a:lnTo>
                    <a:pt x="49" y="0"/>
                  </a:lnTo>
                  <a:cubicBezTo>
                    <a:pt x="49" y="0"/>
                    <a:pt x="32" y="0"/>
                    <a:pt x="32" y="16"/>
                  </a:cubicBezTo>
                  <a:lnTo>
                    <a:pt x="17" y="32"/>
                  </a:lnTo>
                  <a:cubicBezTo>
                    <a:pt x="1" y="48"/>
                    <a:pt x="1" y="63"/>
                    <a:pt x="17" y="79"/>
                  </a:cubicBezTo>
                  <a:lnTo>
                    <a:pt x="49" y="79"/>
                  </a:lnTo>
                  <a:lnTo>
                    <a:pt x="64" y="79"/>
                  </a:lnTo>
                  <a:lnTo>
                    <a:pt x="80" y="63"/>
                  </a:lnTo>
                  <a:cubicBezTo>
                    <a:pt x="95" y="48"/>
                    <a:pt x="95" y="16"/>
                    <a:pt x="80"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1" name="Google Shape;2161;p38"/>
            <p:cNvSpPr/>
            <p:nvPr/>
          </p:nvSpPr>
          <p:spPr>
            <a:xfrm>
              <a:off x="3279239" y="1763702"/>
              <a:ext cx="3021" cy="2544"/>
            </a:xfrm>
            <a:custGeom>
              <a:avLst/>
              <a:gdLst/>
              <a:ahLst/>
              <a:cxnLst/>
              <a:rect l="l" t="t" r="r" b="b"/>
              <a:pathLst>
                <a:path w="95" h="80" extrusionOk="0">
                  <a:moveTo>
                    <a:pt x="63" y="0"/>
                  </a:moveTo>
                  <a:lnTo>
                    <a:pt x="63" y="0"/>
                  </a:lnTo>
                  <a:lnTo>
                    <a:pt x="32" y="0"/>
                  </a:lnTo>
                  <a:lnTo>
                    <a:pt x="16" y="32"/>
                  </a:lnTo>
                  <a:cubicBezTo>
                    <a:pt x="0" y="32"/>
                    <a:pt x="16" y="63"/>
                    <a:pt x="32" y="80"/>
                  </a:cubicBezTo>
                  <a:lnTo>
                    <a:pt x="47" y="80"/>
                  </a:lnTo>
                  <a:cubicBezTo>
                    <a:pt x="63" y="80"/>
                    <a:pt x="63" y="80"/>
                    <a:pt x="79" y="63"/>
                  </a:cubicBezTo>
                  <a:lnTo>
                    <a:pt x="79" y="48"/>
                  </a:lnTo>
                  <a:cubicBezTo>
                    <a:pt x="95" y="32"/>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2" name="Google Shape;2162;p38"/>
            <p:cNvSpPr/>
            <p:nvPr/>
          </p:nvSpPr>
          <p:spPr>
            <a:xfrm>
              <a:off x="3236622" y="1774229"/>
              <a:ext cx="3053" cy="2512"/>
            </a:xfrm>
            <a:custGeom>
              <a:avLst/>
              <a:gdLst/>
              <a:ahLst/>
              <a:cxnLst/>
              <a:rect l="l" t="t" r="r" b="b"/>
              <a:pathLst>
                <a:path w="96" h="79" extrusionOk="0">
                  <a:moveTo>
                    <a:pt x="48" y="1"/>
                  </a:moveTo>
                  <a:lnTo>
                    <a:pt x="32" y="1"/>
                  </a:lnTo>
                  <a:lnTo>
                    <a:pt x="17" y="16"/>
                  </a:lnTo>
                  <a:cubicBezTo>
                    <a:pt x="1" y="32"/>
                    <a:pt x="1" y="47"/>
                    <a:pt x="17" y="64"/>
                  </a:cubicBezTo>
                  <a:lnTo>
                    <a:pt x="32" y="79"/>
                  </a:lnTo>
                  <a:lnTo>
                    <a:pt x="64" y="79"/>
                  </a:lnTo>
                  <a:lnTo>
                    <a:pt x="80" y="79"/>
                  </a:lnTo>
                  <a:cubicBezTo>
                    <a:pt x="95" y="64"/>
                    <a:pt x="95" y="32"/>
                    <a:pt x="80"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3" name="Google Shape;2163;p38"/>
            <p:cNvSpPr/>
            <p:nvPr/>
          </p:nvSpPr>
          <p:spPr>
            <a:xfrm>
              <a:off x="3261206" y="1771716"/>
              <a:ext cx="3021" cy="3021"/>
            </a:xfrm>
            <a:custGeom>
              <a:avLst/>
              <a:gdLst/>
              <a:ahLst/>
              <a:cxnLst/>
              <a:rect l="l" t="t" r="r" b="b"/>
              <a:pathLst>
                <a:path w="95" h="95" extrusionOk="0">
                  <a:moveTo>
                    <a:pt x="47" y="0"/>
                  </a:moveTo>
                  <a:lnTo>
                    <a:pt x="47" y="0"/>
                  </a:lnTo>
                  <a:cubicBezTo>
                    <a:pt x="32" y="0"/>
                    <a:pt x="32" y="17"/>
                    <a:pt x="15" y="17"/>
                  </a:cubicBezTo>
                  <a:lnTo>
                    <a:pt x="15" y="48"/>
                  </a:lnTo>
                  <a:lnTo>
                    <a:pt x="0" y="48"/>
                  </a:lnTo>
                  <a:lnTo>
                    <a:pt x="0" y="80"/>
                  </a:lnTo>
                  <a:cubicBezTo>
                    <a:pt x="15" y="80"/>
                    <a:pt x="15" y="95"/>
                    <a:pt x="15" y="95"/>
                  </a:cubicBezTo>
                  <a:lnTo>
                    <a:pt x="32" y="95"/>
                  </a:lnTo>
                  <a:cubicBezTo>
                    <a:pt x="47" y="95"/>
                    <a:pt x="63" y="95"/>
                    <a:pt x="63" y="80"/>
                  </a:cubicBezTo>
                  <a:lnTo>
                    <a:pt x="63" y="80"/>
                  </a:lnTo>
                  <a:lnTo>
                    <a:pt x="78" y="63"/>
                  </a:lnTo>
                  <a:lnTo>
                    <a:pt x="78" y="48"/>
                  </a:lnTo>
                  <a:cubicBezTo>
                    <a:pt x="95" y="32"/>
                    <a:pt x="78"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4" name="Google Shape;2164;p38"/>
            <p:cNvSpPr/>
            <p:nvPr/>
          </p:nvSpPr>
          <p:spPr>
            <a:xfrm>
              <a:off x="3333369" y="1776709"/>
              <a:ext cx="3021" cy="2576"/>
            </a:xfrm>
            <a:custGeom>
              <a:avLst/>
              <a:gdLst/>
              <a:ahLst/>
              <a:cxnLst/>
              <a:rect l="l" t="t" r="r" b="b"/>
              <a:pathLst>
                <a:path w="95" h="81" extrusionOk="0">
                  <a:moveTo>
                    <a:pt x="47" y="1"/>
                  </a:moveTo>
                  <a:lnTo>
                    <a:pt x="32" y="1"/>
                  </a:lnTo>
                  <a:cubicBezTo>
                    <a:pt x="32" y="1"/>
                    <a:pt x="15" y="1"/>
                    <a:pt x="15" y="17"/>
                  </a:cubicBezTo>
                  <a:cubicBezTo>
                    <a:pt x="0" y="32"/>
                    <a:pt x="0" y="49"/>
                    <a:pt x="15" y="64"/>
                  </a:cubicBezTo>
                  <a:lnTo>
                    <a:pt x="32" y="80"/>
                  </a:lnTo>
                  <a:lnTo>
                    <a:pt x="63" y="80"/>
                  </a:lnTo>
                  <a:cubicBezTo>
                    <a:pt x="63" y="80"/>
                    <a:pt x="78" y="80"/>
                    <a:pt x="78" y="64"/>
                  </a:cubicBezTo>
                  <a:cubicBezTo>
                    <a:pt x="95" y="49"/>
                    <a:pt x="95" y="32"/>
                    <a:pt x="78"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5" name="Google Shape;2165;p38"/>
            <p:cNvSpPr/>
            <p:nvPr/>
          </p:nvSpPr>
          <p:spPr>
            <a:xfrm>
              <a:off x="3287730" y="1781257"/>
              <a:ext cx="3053" cy="3021"/>
            </a:xfrm>
            <a:custGeom>
              <a:avLst/>
              <a:gdLst/>
              <a:ahLst/>
              <a:cxnLst/>
              <a:rect l="l" t="t" r="r" b="b"/>
              <a:pathLst>
                <a:path w="96" h="95" extrusionOk="0">
                  <a:moveTo>
                    <a:pt x="32" y="0"/>
                  </a:moveTo>
                  <a:lnTo>
                    <a:pt x="32" y="0"/>
                  </a:lnTo>
                  <a:lnTo>
                    <a:pt x="17" y="15"/>
                  </a:lnTo>
                  <a:cubicBezTo>
                    <a:pt x="1" y="32"/>
                    <a:pt x="1" y="47"/>
                    <a:pt x="17" y="63"/>
                  </a:cubicBezTo>
                  <a:lnTo>
                    <a:pt x="32" y="78"/>
                  </a:lnTo>
                  <a:lnTo>
                    <a:pt x="49" y="95"/>
                  </a:lnTo>
                  <a:cubicBezTo>
                    <a:pt x="64" y="95"/>
                    <a:pt x="80" y="78"/>
                    <a:pt x="80" y="78"/>
                  </a:cubicBezTo>
                  <a:cubicBezTo>
                    <a:pt x="95" y="63"/>
                    <a:pt x="95" y="32"/>
                    <a:pt x="80" y="32"/>
                  </a:cubicBezTo>
                  <a:lnTo>
                    <a:pt x="64" y="15"/>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6" name="Google Shape;2166;p38"/>
            <p:cNvSpPr/>
            <p:nvPr/>
          </p:nvSpPr>
          <p:spPr>
            <a:xfrm>
              <a:off x="3095827" y="1799767"/>
              <a:ext cx="2544" cy="2544"/>
            </a:xfrm>
            <a:custGeom>
              <a:avLst/>
              <a:gdLst/>
              <a:ahLst/>
              <a:cxnLst/>
              <a:rect l="l" t="t" r="r" b="b"/>
              <a:pathLst>
                <a:path w="80" h="80" extrusionOk="0">
                  <a:moveTo>
                    <a:pt x="48" y="1"/>
                  </a:moveTo>
                  <a:lnTo>
                    <a:pt x="48" y="1"/>
                  </a:lnTo>
                  <a:cubicBezTo>
                    <a:pt x="32" y="1"/>
                    <a:pt x="32" y="1"/>
                    <a:pt x="32" y="17"/>
                  </a:cubicBezTo>
                  <a:lnTo>
                    <a:pt x="16" y="32"/>
                  </a:lnTo>
                  <a:cubicBezTo>
                    <a:pt x="1" y="48"/>
                    <a:pt x="1" y="64"/>
                    <a:pt x="16" y="80"/>
                  </a:cubicBezTo>
                  <a:lnTo>
                    <a:pt x="32" y="80"/>
                  </a:lnTo>
                  <a:cubicBezTo>
                    <a:pt x="48" y="80"/>
                    <a:pt x="64" y="80"/>
                    <a:pt x="64" y="64"/>
                  </a:cubicBezTo>
                  <a:lnTo>
                    <a:pt x="79" y="48"/>
                  </a:lnTo>
                  <a:lnTo>
                    <a:pt x="79" y="48"/>
                  </a:lnTo>
                  <a:lnTo>
                    <a:pt x="79" y="17"/>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7" name="Google Shape;2167;p38"/>
            <p:cNvSpPr/>
            <p:nvPr/>
          </p:nvSpPr>
          <p:spPr>
            <a:xfrm>
              <a:off x="3098339" y="1799290"/>
              <a:ext cx="3021" cy="3021"/>
            </a:xfrm>
            <a:custGeom>
              <a:avLst/>
              <a:gdLst/>
              <a:ahLst/>
              <a:cxnLst/>
              <a:rect l="l" t="t" r="r" b="b"/>
              <a:pathLst>
                <a:path w="95" h="95" extrusionOk="0">
                  <a:moveTo>
                    <a:pt x="48" y="0"/>
                  </a:moveTo>
                  <a:lnTo>
                    <a:pt x="48" y="0"/>
                  </a:lnTo>
                  <a:cubicBezTo>
                    <a:pt x="32" y="0"/>
                    <a:pt x="32" y="16"/>
                    <a:pt x="16" y="16"/>
                  </a:cubicBezTo>
                  <a:lnTo>
                    <a:pt x="16" y="32"/>
                  </a:lnTo>
                  <a:lnTo>
                    <a:pt x="0" y="32"/>
                  </a:lnTo>
                  <a:lnTo>
                    <a:pt x="0" y="63"/>
                  </a:lnTo>
                  <a:lnTo>
                    <a:pt x="16" y="79"/>
                  </a:lnTo>
                  <a:lnTo>
                    <a:pt x="32" y="95"/>
                  </a:lnTo>
                  <a:cubicBezTo>
                    <a:pt x="48" y="95"/>
                    <a:pt x="63" y="79"/>
                    <a:pt x="63" y="79"/>
                  </a:cubicBezTo>
                  <a:lnTo>
                    <a:pt x="79" y="63"/>
                  </a:lnTo>
                  <a:cubicBezTo>
                    <a:pt x="95" y="47"/>
                    <a:pt x="79" y="16"/>
                    <a:pt x="79" y="16"/>
                  </a:cubicBez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8" name="Google Shape;2168;p38"/>
            <p:cNvSpPr/>
            <p:nvPr/>
          </p:nvSpPr>
          <p:spPr>
            <a:xfrm>
              <a:off x="3050729" y="1804792"/>
              <a:ext cx="2544" cy="3021"/>
            </a:xfrm>
            <a:custGeom>
              <a:avLst/>
              <a:gdLst/>
              <a:ahLst/>
              <a:cxnLst/>
              <a:rect l="l" t="t" r="r" b="b"/>
              <a:pathLst>
                <a:path w="80" h="95" extrusionOk="0">
                  <a:moveTo>
                    <a:pt x="48" y="0"/>
                  </a:moveTo>
                  <a:lnTo>
                    <a:pt x="48" y="0"/>
                  </a:lnTo>
                  <a:cubicBezTo>
                    <a:pt x="32" y="0"/>
                    <a:pt x="32" y="0"/>
                    <a:pt x="16" y="16"/>
                  </a:cubicBezTo>
                  <a:lnTo>
                    <a:pt x="16" y="32"/>
                  </a:lnTo>
                  <a:lnTo>
                    <a:pt x="16" y="48"/>
                  </a:lnTo>
                  <a:lnTo>
                    <a:pt x="16" y="48"/>
                  </a:lnTo>
                  <a:cubicBezTo>
                    <a:pt x="1" y="63"/>
                    <a:pt x="16" y="79"/>
                    <a:pt x="32" y="95"/>
                  </a:cubicBezTo>
                  <a:lnTo>
                    <a:pt x="48" y="95"/>
                  </a:lnTo>
                  <a:lnTo>
                    <a:pt x="48" y="95"/>
                  </a:lnTo>
                  <a:cubicBezTo>
                    <a:pt x="64" y="95"/>
                    <a:pt x="64" y="79"/>
                    <a:pt x="79" y="63"/>
                  </a:cubicBezTo>
                  <a:lnTo>
                    <a:pt x="79" y="63"/>
                  </a:lnTo>
                  <a:lnTo>
                    <a:pt x="79" y="48"/>
                  </a:lnTo>
                  <a:lnTo>
                    <a:pt x="79" y="32"/>
                  </a:lnTo>
                  <a:lnTo>
                    <a:pt x="79" y="32"/>
                  </a:lnTo>
                  <a:cubicBezTo>
                    <a:pt x="79"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9" name="Google Shape;2169;p38"/>
            <p:cNvSpPr/>
            <p:nvPr/>
          </p:nvSpPr>
          <p:spPr>
            <a:xfrm>
              <a:off x="3206090" y="1774229"/>
              <a:ext cx="3021" cy="2512"/>
            </a:xfrm>
            <a:custGeom>
              <a:avLst/>
              <a:gdLst/>
              <a:ahLst/>
              <a:cxnLst/>
              <a:rect l="l" t="t" r="r" b="b"/>
              <a:pathLst>
                <a:path w="95" h="79" extrusionOk="0">
                  <a:moveTo>
                    <a:pt x="32" y="1"/>
                  </a:moveTo>
                  <a:lnTo>
                    <a:pt x="32" y="1"/>
                  </a:lnTo>
                  <a:cubicBezTo>
                    <a:pt x="15" y="1"/>
                    <a:pt x="15" y="1"/>
                    <a:pt x="0" y="16"/>
                  </a:cubicBezTo>
                  <a:cubicBezTo>
                    <a:pt x="0" y="16"/>
                    <a:pt x="0" y="47"/>
                    <a:pt x="15" y="64"/>
                  </a:cubicBezTo>
                  <a:lnTo>
                    <a:pt x="32" y="64"/>
                  </a:lnTo>
                  <a:cubicBezTo>
                    <a:pt x="32" y="79"/>
                    <a:pt x="47" y="79"/>
                    <a:pt x="47" y="79"/>
                  </a:cubicBezTo>
                  <a:cubicBezTo>
                    <a:pt x="63" y="79"/>
                    <a:pt x="78" y="79"/>
                    <a:pt x="78" y="64"/>
                  </a:cubicBezTo>
                  <a:cubicBezTo>
                    <a:pt x="95" y="47"/>
                    <a:pt x="95" y="32"/>
                    <a:pt x="78" y="16"/>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0" name="Google Shape;2170;p38"/>
            <p:cNvSpPr/>
            <p:nvPr/>
          </p:nvSpPr>
          <p:spPr>
            <a:xfrm>
              <a:off x="3358398" y="1757691"/>
              <a:ext cx="3530" cy="3021"/>
            </a:xfrm>
            <a:custGeom>
              <a:avLst/>
              <a:gdLst/>
              <a:ahLst/>
              <a:cxnLst/>
              <a:rect l="l" t="t" r="r" b="b"/>
              <a:pathLst>
                <a:path w="111" h="95" extrusionOk="0">
                  <a:moveTo>
                    <a:pt x="79" y="0"/>
                  </a:moveTo>
                  <a:lnTo>
                    <a:pt x="79" y="0"/>
                  </a:lnTo>
                  <a:cubicBezTo>
                    <a:pt x="64" y="0"/>
                    <a:pt x="47" y="0"/>
                    <a:pt x="47" y="16"/>
                  </a:cubicBezTo>
                  <a:lnTo>
                    <a:pt x="32" y="32"/>
                  </a:lnTo>
                  <a:lnTo>
                    <a:pt x="32" y="32"/>
                  </a:lnTo>
                  <a:lnTo>
                    <a:pt x="32" y="32"/>
                  </a:lnTo>
                  <a:lnTo>
                    <a:pt x="16" y="32"/>
                  </a:lnTo>
                  <a:lnTo>
                    <a:pt x="16" y="32"/>
                  </a:lnTo>
                  <a:cubicBezTo>
                    <a:pt x="1" y="32"/>
                    <a:pt x="1" y="48"/>
                    <a:pt x="1" y="63"/>
                  </a:cubicBezTo>
                  <a:lnTo>
                    <a:pt x="1" y="79"/>
                  </a:lnTo>
                  <a:cubicBezTo>
                    <a:pt x="1" y="95"/>
                    <a:pt x="16" y="95"/>
                    <a:pt x="32" y="95"/>
                  </a:cubicBezTo>
                  <a:lnTo>
                    <a:pt x="47" y="95"/>
                  </a:lnTo>
                  <a:lnTo>
                    <a:pt x="47" y="95"/>
                  </a:lnTo>
                  <a:cubicBezTo>
                    <a:pt x="64" y="95"/>
                    <a:pt x="79" y="95"/>
                    <a:pt x="79" y="79"/>
                  </a:cubicBezTo>
                  <a:lnTo>
                    <a:pt x="110" y="48"/>
                  </a:lnTo>
                  <a:lnTo>
                    <a:pt x="110" y="48"/>
                  </a:lnTo>
                  <a:cubicBezTo>
                    <a:pt x="110" y="32"/>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1" name="Google Shape;2171;p38"/>
            <p:cNvSpPr/>
            <p:nvPr/>
          </p:nvSpPr>
          <p:spPr>
            <a:xfrm>
              <a:off x="3432564" y="1766691"/>
              <a:ext cx="2512" cy="2576"/>
            </a:xfrm>
            <a:custGeom>
              <a:avLst/>
              <a:gdLst/>
              <a:ahLst/>
              <a:cxnLst/>
              <a:rect l="l" t="t" r="r" b="b"/>
              <a:pathLst>
                <a:path w="79" h="81" extrusionOk="0">
                  <a:moveTo>
                    <a:pt x="47" y="1"/>
                  </a:moveTo>
                  <a:lnTo>
                    <a:pt x="47" y="1"/>
                  </a:lnTo>
                  <a:lnTo>
                    <a:pt x="16" y="1"/>
                  </a:lnTo>
                  <a:lnTo>
                    <a:pt x="1" y="17"/>
                  </a:lnTo>
                  <a:lnTo>
                    <a:pt x="1" y="49"/>
                  </a:lnTo>
                  <a:cubicBezTo>
                    <a:pt x="1" y="49"/>
                    <a:pt x="1" y="64"/>
                    <a:pt x="16" y="64"/>
                  </a:cubicBezTo>
                  <a:cubicBezTo>
                    <a:pt x="16" y="80"/>
                    <a:pt x="32" y="80"/>
                    <a:pt x="32" y="80"/>
                  </a:cubicBezTo>
                  <a:lnTo>
                    <a:pt x="32" y="80"/>
                  </a:lnTo>
                  <a:cubicBezTo>
                    <a:pt x="47" y="80"/>
                    <a:pt x="47" y="80"/>
                    <a:pt x="64" y="64"/>
                  </a:cubicBezTo>
                  <a:lnTo>
                    <a:pt x="79" y="49"/>
                  </a:lnTo>
                  <a:cubicBezTo>
                    <a:pt x="79" y="32"/>
                    <a:pt x="79"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2" name="Google Shape;2172;p38"/>
            <p:cNvSpPr/>
            <p:nvPr/>
          </p:nvSpPr>
          <p:spPr>
            <a:xfrm>
              <a:off x="3053751" y="1806287"/>
              <a:ext cx="3021" cy="3053"/>
            </a:xfrm>
            <a:custGeom>
              <a:avLst/>
              <a:gdLst/>
              <a:ahLst/>
              <a:cxnLst/>
              <a:rect l="l" t="t" r="r" b="b"/>
              <a:pathLst>
                <a:path w="95" h="96" extrusionOk="0">
                  <a:moveTo>
                    <a:pt x="47" y="1"/>
                  </a:moveTo>
                  <a:lnTo>
                    <a:pt x="47" y="1"/>
                  </a:lnTo>
                  <a:lnTo>
                    <a:pt x="32" y="16"/>
                  </a:lnTo>
                  <a:lnTo>
                    <a:pt x="16" y="32"/>
                  </a:lnTo>
                  <a:cubicBezTo>
                    <a:pt x="0" y="48"/>
                    <a:pt x="0" y="64"/>
                    <a:pt x="16" y="79"/>
                  </a:cubicBezTo>
                  <a:lnTo>
                    <a:pt x="32" y="95"/>
                  </a:lnTo>
                  <a:cubicBezTo>
                    <a:pt x="47" y="95"/>
                    <a:pt x="63" y="79"/>
                    <a:pt x="63" y="79"/>
                  </a:cubicBezTo>
                  <a:lnTo>
                    <a:pt x="79" y="64"/>
                  </a:lnTo>
                  <a:cubicBezTo>
                    <a:pt x="95" y="48"/>
                    <a:pt x="95" y="32"/>
                    <a:pt x="79" y="16"/>
                  </a:cubicBezTo>
                  <a:cubicBezTo>
                    <a:pt x="63" y="1"/>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3" name="Google Shape;2173;p38"/>
            <p:cNvSpPr/>
            <p:nvPr/>
          </p:nvSpPr>
          <p:spPr>
            <a:xfrm>
              <a:off x="3330347" y="1777727"/>
              <a:ext cx="3053" cy="2544"/>
            </a:xfrm>
            <a:custGeom>
              <a:avLst/>
              <a:gdLst/>
              <a:ahLst/>
              <a:cxnLst/>
              <a:rect l="l" t="t" r="r" b="b"/>
              <a:pathLst>
                <a:path w="96" h="80" extrusionOk="0">
                  <a:moveTo>
                    <a:pt x="32" y="0"/>
                  </a:moveTo>
                  <a:lnTo>
                    <a:pt x="32" y="0"/>
                  </a:lnTo>
                  <a:cubicBezTo>
                    <a:pt x="16" y="0"/>
                    <a:pt x="1" y="17"/>
                    <a:pt x="1" y="32"/>
                  </a:cubicBezTo>
                  <a:cubicBezTo>
                    <a:pt x="1" y="32"/>
                    <a:pt x="1" y="48"/>
                    <a:pt x="16" y="48"/>
                  </a:cubicBezTo>
                  <a:cubicBezTo>
                    <a:pt x="16" y="63"/>
                    <a:pt x="16" y="63"/>
                    <a:pt x="32" y="63"/>
                  </a:cubicBezTo>
                  <a:lnTo>
                    <a:pt x="32" y="63"/>
                  </a:lnTo>
                  <a:lnTo>
                    <a:pt x="47" y="80"/>
                  </a:lnTo>
                  <a:lnTo>
                    <a:pt x="64" y="80"/>
                  </a:lnTo>
                  <a:cubicBezTo>
                    <a:pt x="64" y="80"/>
                    <a:pt x="79" y="80"/>
                    <a:pt x="79" y="63"/>
                  </a:cubicBezTo>
                  <a:cubicBezTo>
                    <a:pt x="95" y="63"/>
                    <a:pt x="95" y="63"/>
                    <a:pt x="95" y="48"/>
                  </a:cubicBezTo>
                  <a:cubicBezTo>
                    <a:pt x="95" y="32"/>
                    <a:pt x="95" y="17"/>
                    <a:pt x="64" y="0"/>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4" name="Google Shape;2174;p38"/>
            <p:cNvSpPr/>
            <p:nvPr/>
          </p:nvSpPr>
          <p:spPr>
            <a:xfrm>
              <a:off x="3257676" y="1769712"/>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3"/>
                    <a:pt x="17" y="80"/>
                  </a:cubicBezTo>
                  <a:lnTo>
                    <a:pt x="48" y="80"/>
                  </a:lnTo>
                  <a:lnTo>
                    <a:pt x="63" y="80"/>
                  </a:lnTo>
                  <a:lnTo>
                    <a:pt x="80" y="48"/>
                  </a:lnTo>
                  <a:cubicBezTo>
                    <a:pt x="95" y="48"/>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5" name="Google Shape;2175;p38"/>
            <p:cNvSpPr/>
            <p:nvPr/>
          </p:nvSpPr>
          <p:spPr>
            <a:xfrm>
              <a:off x="3434568" y="1750662"/>
              <a:ext cx="3530" cy="3562"/>
            </a:xfrm>
            <a:custGeom>
              <a:avLst/>
              <a:gdLst/>
              <a:ahLst/>
              <a:cxnLst/>
              <a:rect l="l" t="t" r="r" b="b"/>
              <a:pathLst>
                <a:path w="111" h="112" extrusionOk="0">
                  <a:moveTo>
                    <a:pt x="79" y="0"/>
                  </a:moveTo>
                  <a:lnTo>
                    <a:pt x="64" y="0"/>
                  </a:lnTo>
                  <a:cubicBezTo>
                    <a:pt x="64" y="17"/>
                    <a:pt x="64" y="17"/>
                    <a:pt x="47" y="17"/>
                  </a:cubicBezTo>
                  <a:lnTo>
                    <a:pt x="32" y="17"/>
                  </a:lnTo>
                  <a:lnTo>
                    <a:pt x="16" y="17"/>
                  </a:lnTo>
                  <a:cubicBezTo>
                    <a:pt x="1" y="32"/>
                    <a:pt x="1" y="48"/>
                    <a:pt x="1" y="63"/>
                  </a:cubicBezTo>
                  <a:lnTo>
                    <a:pt x="1" y="63"/>
                  </a:lnTo>
                  <a:lnTo>
                    <a:pt x="32" y="95"/>
                  </a:lnTo>
                  <a:cubicBezTo>
                    <a:pt x="32" y="111"/>
                    <a:pt x="47" y="111"/>
                    <a:pt x="47" y="111"/>
                  </a:cubicBezTo>
                  <a:lnTo>
                    <a:pt x="47" y="111"/>
                  </a:lnTo>
                  <a:lnTo>
                    <a:pt x="79" y="111"/>
                  </a:lnTo>
                  <a:lnTo>
                    <a:pt x="79" y="111"/>
                  </a:lnTo>
                  <a:lnTo>
                    <a:pt x="95" y="95"/>
                  </a:lnTo>
                  <a:lnTo>
                    <a:pt x="95" y="80"/>
                  </a:lnTo>
                  <a:lnTo>
                    <a:pt x="110" y="48"/>
                  </a:lnTo>
                  <a:cubicBezTo>
                    <a:pt x="110" y="32"/>
                    <a:pt x="110" y="17"/>
                    <a:pt x="95" y="17"/>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6" name="Google Shape;2176;p38"/>
            <p:cNvSpPr/>
            <p:nvPr/>
          </p:nvSpPr>
          <p:spPr>
            <a:xfrm>
              <a:off x="3423023" y="1764687"/>
              <a:ext cx="3053" cy="2576"/>
            </a:xfrm>
            <a:custGeom>
              <a:avLst/>
              <a:gdLst/>
              <a:ahLst/>
              <a:cxnLst/>
              <a:rect l="l" t="t" r="r" b="b"/>
              <a:pathLst>
                <a:path w="96" h="81" extrusionOk="0">
                  <a:moveTo>
                    <a:pt x="49" y="1"/>
                  </a:moveTo>
                  <a:lnTo>
                    <a:pt x="32" y="1"/>
                  </a:lnTo>
                  <a:lnTo>
                    <a:pt x="17" y="1"/>
                  </a:lnTo>
                  <a:lnTo>
                    <a:pt x="17" y="1"/>
                  </a:lnTo>
                  <a:cubicBezTo>
                    <a:pt x="1" y="17"/>
                    <a:pt x="1" y="49"/>
                    <a:pt x="17" y="49"/>
                  </a:cubicBezTo>
                  <a:lnTo>
                    <a:pt x="32" y="64"/>
                  </a:lnTo>
                  <a:lnTo>
                    <a:pt x="49" y="80"/>
                  </a:lnTo>
                  <a:lnTo>
                    <a:pt x="64" y="80"/>
                  </a:lnTo>
                  <a:cubicBezTo>
                    <a:pt x="64" y="80"/>
                    <a:pt x="80" y="80"/>
                    <a:pt x="80" y="64"/>
                  </a:cubicBezTo>
                  <a:cubicBezTo>
                    <a:pt x="95" y="49"/>
                    <a:pt x="95" y="32"/>
                    <a:pt x="80" y="17"/>
                  </a:cubicBez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7" name="Google Shape;2177;p38"/>
            <p:cNvSpPr/>
            <p:nvPr/>
          </p:nvSpPr>
          <p:spPr>
            <a:xfrm>
              <a:off x="3195054" y="1787268"/>
              <a:ext cx="4516" cy="3021"/>
            </a:xfrm>
            <a:custGeom>
              <a:avLst/>
              <a:gdLst/>
              <a:ahLst/>
              <a:cxnLst/>
              <a:rect l="l" t="t" r="r" b="b"/>
              <a:pathLst>
                <a:path w="142" h="95" extrusionOk="0">
                  <a:moveTo>
                    <a:pt x="47" y="0"/>
                  </a:moveTo>
                  <a:lnTo>
                    <a:pt x="32" y="0"/>
                  </a:lnTo>
                  <a:lnTo>
                    <a:pt x="16" y="0"/>
                  </a:lnTo>
                  <a:lnTo>
                    <a:pt x="16" y="15"/>
                  </a:lnTo>
                  <a:cubicBezTo>
                    <a:pt x="0" y="32"/>
                    <a:pt x="0" y="47"/>
                    <a:pt x="32" y="63"/>
                  </a:cubicBezTo>
                  <a:lnTo>
                    <a:pt x="32" y="63"/>
                  </a:lnTo>
                  <a:lnTo>
                    <a:pt x="79" y="78"/>
                  </a:lnTo>
                  <a:lnTo>
                    <a:pt x="95" y="95"/>
                  </a:lnTo>
                  <a:lnTo>
                    <a:pt x="110" y="95"/>
                  </a:lnTo>
                  <a:cubicBezTo>
                    <a:pt x="110" y="95"/>
                    <a:pt x="127" y="78"/>
                    <a:pt x="142" y="78"/>
                  </a:cubicBezTo>
                  <a:cubicBezTo>
                    <a:pt x="142" y="63"/>
                    <a:pt x="142" y="32"/>
                    <a:pt x="127" y="32"/>
                  </a:cubicBezTo>
                  <a:lnTo>
                    <a:pt x="110" y="32"/>
                  </a:lnTo>
                  <a:lnTo>
                    <a:pt x="95" y="15"/>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grpSp>
      <p:sp>
        <p:nvSpPr>
          <p:cNvPr id="2178" name="Google Shape;2178;p38"/>
          <p:cNvSpPr/>
          <p:nvPr/>
        </p:nvSpPr>
        <p:spPr>
          <a:xfrm rot="-148814">
            <a:off x="382532" y="559273"/>
            <a:ext cx="7339106" cy="2911679"/>
          </a:xfrm>
          <a:custGeom>
            <a:avLst/>
            <a:gdLst/>
            <a:ahLst/>
            <a:cxnLst/>
            <a:rect l="l" t="t" r="r" b="b"/>
            <a:pathLst>
              <a:path w="22311" h="8257" extrusionOk="0">
                <a:moveTo>
                  <a:pt x="22121" y="7280"/>
                </a:moveTo>
                <a:cubicBezTo>
                  <a:pt x="22043" y="6964"/>
                  <a:pt x="21932" y="6996"/>
                  <a:pt x="21932" y="6666"/>
                </a:cubicBezTo>
                <a:cubicBezTo>
                  <a:pt x="21932" y="6351"/>
                  <a:pt x="21995" y="6351"/>
                  <a:pt x="21995" y="6035"/>
                </a:cubicBezTo>
                <a:cubicBezTo>
                  <a:pt x="21995" y="5720"/>
                  <a:pt x="22075" y="5720"/>
                  <a:pt x="22075" y="5389"/>
                </a:cubicBezTo>
                <a:cubicBezTo>
                  <a:pt x="22075" y="5074"/>
                  <a:pt x="21791" y="5074"/>
                  <a:pt x="21791" y="4759"/>
                </a:cubicBezTo>
                <a:cubicBezTo>
                  <a:pt x="21791" y="4428"/>
                  <a:pt x="22106" y="4428"/>
                  <a:pt x="22106" y="4113"/>
                </a:cubicBezTo>
                <a:cubicBezTo>
                  <a:pt x="22106" y="3798"/>
                  <a:pt x="21791" y="3798"/>
                  <a:pt x="21791" y="3483"/>
                </a:cubicBezTo>
                <a:cubicBezTo>
                  <a:pt x="21791" y="3152"/>
                  <a:pt x="22121" y="3152"/>
                  <a:pt x="22121" y="2836"/>
                </a:cubicBezTo>
                <a:cubicBezTo>
                  <a:pt x="22121" y="2521"/>
                  <a:pt x="21964" y="2521"/>
                  <a:pt x="21964" y="2191"/>
                </a:cubicBezTo>
                <a:cubicBezTo>
                  <a:pt x="21964" y="1876"/>
                  <a:pt x="21932" y="1876"/>
                  <a:pt x="21932" y="1561"/>
                </a:cubicBezTo>
                <a:cubicBezTo>
                  <a:pt x="21932" y="1246"/>
                  <a:pt x="22153" y="1246"/>
                  <a:pt x="22153" y="914"/>
                </a:cubicBezTo>
                <a:cubicBezTo>
                  <a:pt x="22153" y="599"/>
                  <a:pt x="22279" y="458"/>
                  <a:pt x="22058" y="221"/>
                </a:cubicBezTo>
                <a:cubicBezTo>
                  <a:pt x="21838" y="0"/>
                  <a:pt x="21680" y="253"/>
                  <a:pt x="21365" y="253"/>
                </a:cubicBezTo>
                <a:cubicBezTo>
                  <a:pt x="21050" y="253"/>
                  <a:pt x="21050" y="158"/>
                  <a:pt x="20720" y="158"/>
                </a:cubicBezTo>
                <a:cubicBezTo>
                  <a:pt x="20405" y="158"/>
                  <a:pt x="20405" y="458"/>
                  <a:pt x="20089" y="458"/>
                </a:cubicBezTo>
                <a:cubicBezTo>
                  <a:pt x="19774" y="458"/>
                  <a:pt x="19774" y="300"/>
                  <a:pt x="19443" y="300"/>
                </a:cubicBezTo>
                <a:cubicBezTo>
                  <a:pt x="19128" y="300"/>
                  <a:pt x="19128" y="143"/>
                  <a:pt x="18813" y="143"/>
                </a:cubicBezTo>
                <a:lnTo>
                  <a:pt x="18182" y="143"/>
                </a:lnTo>
                <a:cubicBezTo>
                  <a:pt x="17852" y="143"/>
                  <a:pt x="17852" y="426"/>
                  <a:pt x="17537" y="426"/>
                </a:cubicBezTo>
                <a:cubicBezTo>
                  <a:pt x="17222" y="426"/>
                  <a:pt x="17222" y="80"/>
                  <a:pt x="16907" y="80"/>
                </a:cubicBezTo>
                <a:cubicBezTo>
                  <a:pt x="16575" y="80"/>
                  <a:pt x="16575" y="190"/>
                  <a:pt x="16260" y="190"/>
                </a:cubicBezTo>
                <a:cubicBezTo>
                  <a:pt x="15945" y="190"/>
                  <a:pt x="15945" y="458"/>
                  <a:pt x="15630" y="458"/>
                </a:cubicBezTo>
                <a:lnTo>
                  <a:pt x="14985" y="458"/>
                </a:lnTo>
                <a:cubicBezTo>
                  <a:pt x="14670" y="458"/>
                  <a:pt x="14670" y="490"/>
                  <a:pt x="14354" y="490"/>
                </a:cubicBezTo>
                <a:cubicBezTo>
                  <a:pt x="14023" y="490"/>
                  <a:pt x="14023" y="111"/>
                  <a:pt x="13708" y="111"/>
                </a:cubicBezTo>
                <a:cubicBezTo>
                  <a:pt x="13393" y="111"/>
                  <a:pt x="13393" y="395"/>
                  <a:pt x="13078" y="395"/>
                </a:cubicBezTo>
                <a:cubicBezTo>
                  <a:pt x="12762" y="395"/>
                  <a:pt x="12762" y="253"/>
                  <a:pt x="12432" y="253"/>
                </a:cubicBezTo>
                <a:cubicBezTo>
                  <a:pt x="12117" y="253"/>
                  <a:pt x="12117" y="237"/>
                  <a:pt x="11802" y="237"/>
                </a:cubicBezTo>
                <a:cubicBezTo>
                  <a:pt x="11487" y="237"/>
                  <a:pt x="11487" y="300"/>
                  <a:pt x="11155" y="300"/>
                </a:cubicBezTo>
                <a:cubicBezTo>
                  <a:pt x="10840" y="300"/>
                  <a:pt x="10840" y="442"/>
                  <a:pt x="10525" y="442"/>
                </a:cubicBezTo>
                <a:cubicBezTo>
                  <a:pt x="10210" y="442"/>
                  <a:pt x="10210" y="363"/>
                  <a:pt x="9880" y="363"/>
                </a:cubicBezTo>
                <a:cubicBezTo>
                  <a:pt x="9565" y="363"/>
                  <a:pt x="9565" y="143"/>
                  <a:pt x="9250" y="143"/>
                </a:cubicBezTo>
                <a:cubicBezTo>
                  <a:pt x="8934" y="143"/>
                  <a:pt x="8934" y="206"/>
                  <a:pt x="8619" y="206"/>
                </a:cubicBezTo>
                <a:cubicBezTo>
                  <a:pt x="8288" y="206"/>
                  <a:pt x="8288" y="490"/>
                  <a:pt x="7973" y="490"/>
                </a:cubicBezTo>
                <a:cubicBezTo>
                  <a:pt x="7658" y="490"/>
                  <a:pt x="7658" y="473"/>
                  <a:pt x="7343" y="473"/>
                </a:cubicBezTo>
                <a:cubicBezTo>
                  <a:pt x="7012" y="473"/>
                  <a:pt x="7012" y="206"/>
                  <a:pt x="6697" y="206"/>
                </a:cubicBezTo>
                <a:cubicBezTo>
                  <a:pt x="6382" y="206"/>
                  <a:pt x="6382" y="95"/>
                  <a:pt x="6067" y="95"/>
                </a:cubicBezTo>
                <a:cubicBezTo>
                  <a:pt x="5752" y="95"/>
                  <a:pt x="5752" y="143"/>
                  <a:pt x="5420" y="143"/>
                </a:cubicBezTo>
                <a:cubicBezTo>
                  <a:pt x="5105" y="143"/>
                  <a:pt x="5105" y="111"/>
                  <a:pt x="4790" y="111"/>
                </a:cubicBezTo>
                <a:cubicBezTo>
                  <a:pt x="4475" y="111"/>
                  <a:pt x="4475" y="143"/>
                  <a:pt x="4145" y="143"/>
                </a:cubicBezTo>
                <a:cubicBezTo>
                  <a:pt x="3830" y="143"/>
                  <a:pt x="3830" y="490"/>
                  <a:pt x="3515" y="490"/>
                </a:cubicBezTo>
                <a:cubicBezTo>
                  <a:pt x="3199" y="490"/>
                  <a:pt x="3199" y="269"/>
                  <a:pt x="2884" y="269"/>
                </a:cubicBezTo>
                <a:cubicBezTo>
                  <a:pt x="2553" y="269"/>
                  <a:pt x="2553" y="379"/>
                  <a:pt x="2238" y="379"/>
                </a:cubicBezTo>
                <a:cubicBezTo>
                  <a:pt x="1923" y="379"/>
                  <a:pt x="1923" y="237"/>
                  <a:pt x="1607" y="237"/>
                </a:cubicBezTo>
                <a:cubicBezTo>
                  <a:pt x="1292" y="237"/>
                  <a:pt x="1292" y="80"/>
                  <a:pt x="962" y="80"/>
                </a:cubicBezTo>
                <a:cubicBezTo>
                  <a:pt x="647" y="80"/>
                  <a:pt x="647" y="111"/>
                  <a:pt x="332" y="111"/>
                </a:cubicBezTo>
                <a:cubicBezTo>
                  <a:pt x="206" y="111"/>
                  <a:pt x="95" y="95"/>
                  <a:pt x="0" y="80"/>
                </a:cubicBezTo>
                <a:lnTo>
                  <a:pt x="0" y="836"/>
                </a:lnTo>
                <a:lnTo>
                  <a:pt x="568" y="899"/>
                </a:lnTo>
                <a:cubicBezTo>
                  <a:pt x="647" y="773"/>
                  <a:pt x="773" y="694"/>
                  <a:pt x="931" y="694"/>
                </a:cubicBezTo>
                <a:cubicBezTo>
                  <a:pt x="1151" y="694"/>
                  <a:pt x="1340" y="868"/>
                  <a:pt x="1340" y="1088"/>
                </a:cubicBezTo>
                <a:cubicBezTo>
                  <a:pt x="1340" y="1324"/>
                  <a:pt x="1151" y="1498"/>
                  <a:pt x="931" y="1498"/>
                </a:cubicBezTo>
                <a:cubicBezTo>
                  <a:pt x="757" y="1498"/>
                  <a:pt x="616" y="1403"/>
                  <a:pt x="552" y="1261"/>
                </a:cubicBezTo>
                <a:lnTo>
                  <a:pt x="473" y="1261"/>
                </a:lnTo>
                <a:cubicBezTo>
                  <a:pt x="189" y="1261"/>
                  <a:pt x="552" y="1246"/>
                  <a:pt x="284" y="1355"/>
                </a:cubicBezTo>
                <a:cubicBezTo>
                  <a:pt x="0" y="1466"/>
                  <a:pt x="95" y="1355"/>
                  <a:pt x="95" y="1355"/>
                </a:cubicBezTo>
                <a:lnTo>
                  <a:pt x="0" y="1355"/>
                </a:lnTo>
                <a:lnTo>
                  <a:pt x="0" y="2286"/>
                </a:lnTo>
                <a:lnTo>
                  <a:pt x="568" y="2349"/>
                </a:lnTo>
                <a:cubicBezTo>
                  <a:pt x="647" y="2223"/>
                  <a:pt x="773" y="2143"/>
                  <a:pt x="931" y="2143"/>
                </a:cubicBezTo>
                <a:cubicBezTo>
                  <a:pt x="1151" y="2143"/>
                  <a:pt x="1340" y="2317"/>
                  <a:pt x="1340" y="2538"/>
                </a:cubicBezTo>
                <a:cubicBezTo>
                  <a:pt x="1340" y="2773"/>
                  <a:pt x="1151" y="2947"/>
                  <a:pt x="931" y="2947"/>
                </a:cubicBezTo>
                <a:cubicBezTo>
                  <a:pt x="757" y="2947"/>
                  <a:pt x="616" y="2853"/>
                  <a:pt x="552" y="2710"/>
                </a:cubicBezTo>
                <a:lnTo>
                  <a:pt x="473" y="2710"/>
                </a:lnTo>
                <a:cubicBezTo>
                  <a:pt x="189" y="2710"/>
                  <a:pt x="552" y="2695"/>
                  <a:pt x="284" y="2805"/>
                </a:cubicBezTo>
                <a:cubicBezTo>
                  <a:pt x="0" y="2916"/>
                  <a:pt x="95" y="2805"/>
                  <a:pt x="95" y="2805"/>
                </a:cubicBezTo>
                <a:lnTo>
                  <a:pt x="0" y="2805"/>
                </a:lnTo>
                <a:lnTo>
                  <a:pt x="0" y="3735"/>
                </a:lnTo>
                <a:lnTo>
                  <a:pt x="568" y="3798"/>
                </a:lnTo>
                <a:cubicBezTo>
                  <a:pt x="647" y="3672"/>
                  <a:pt x="773" y="3593"/>
                  <a:pt x="931" y="3593"/>
                </a:cubicBezTo>
                <a:cubicBezTo>
                  <a:pt x="1151" y="3593"/>
                  <a:pt x="1340" y="3767"/>
                  <a:pt x="1340" y="3987"/>
                </a:cubicBezTo>
                <a:cubicBezTo>
                  <a:pt x="1340" y="4223"/>
                  <a:pt x="1151" y="4397"/>
                  <a:pt x="931" y="4397"/>
                </a:cubicBezTo>
                <a:cubicBezTo>
                  <a:pt x="757" y="4397"/>
                  <a:pt x="616" y="4302"/>
                  <a:pt x="552" y="4160"/>
                </a:cubicBezTo>
                <a:lnTo>
                  <a:pt x="473" y="4160"/>
                </a:lnTo>
                <a:cubicBezTo>
                  <a:pt x="189" y="4160"/>
                  <a:pt x="552" y="4145"/>
                  <a:pt x="284" y="4254"/>
                </a:cubicBezTo>
                <a:cubicBezTo>
                  <a:pt x="0" y="4365"/>
                  <a:pt x="95" y="4254"/>
                  <a:pt x="95" y="4254"/>
                </a:cubicBezTo>
                <a:lnTo>
                  <a:pt x="0" y="4254"/>
                </a:lnTo>
                <a:lnTo>
                  <a:pt x="0" y="5185"/>
                </a:lnTo>
                <a:lnTo>
                  <a:pt x="568" y="5248"/>
                </a:lnTo>
                <a:cubicBezTo>
                  <a:pt x="647" y="5122"/>
                  <a:pt x="773" y="5027"/>
                  <a:pt x="931" y="5027"/>
                </a:cubicBezTo>
                <a:cubicBezTo>
                  <a:pt x="1151" y="5027"/>
                  <a:pt x="1340" y="5216"/>
                  <a:pt x="1340" y="5437"/>
                </a:cubicBezTo>
                <a:cubicBezTo>
                  <a:pt x="1340" y="5672"/>
                  <a:pt x="1151" y="5846"/>
                  <a:pt x="931" y="5846"/>
                </a:cubicBezTo>
                <a:cubicBezTo>
                  <a:pt x="757" y="5846"/>
                  <a:pt x="616" y="5752"/>
                  <a:pt x="552" y="5609"/>
                </a:cubicBezTo>
                <a:lnTo>
                  <a:pt x="473" y="5609"/>
                </a:lnTo>
                <a:cubicBezTo>
                  <a:pt x="189" y="5609"/>
                  <a:pt x="552" y="5594"/>
                  <a:pt x="284" y="5704"/>
                </a:cubicBezTo>
                <a:cubicBezTo>
                  <a:pt x="0" y="5815"/>
                  <a:pt x="95" y="5704"/>
                  <a:pt x="95" y="5704"/>
                </a:cubicBezTo>
                <a:lnTo>
                  <a:pt x="0" y="5704"/>
                </a:lnTo>
                <a:lnTo>
                  <a:pt x="0" y="6634"/>
                </a:lnTo>
                <a:lnTo>
                  <a:pt x="568" y="6697"/>
                </a:lnTo>
                <a:cubicBezTo>
                  <a:pt x="647" y="6571"/>
                  <a:pt x="773" y="6477"/>
                  <a:pt x="931" y="6477"/>
                </a:cubicBezTo>
                <a:cubicBezTo>
                  <a:pt x="1151" y="6477"/>
                  <a:pt x="1340" y="6666"/>
                  <a:pt x="1340" y="6886"/>
                </a:cubicBezTo>
                <a:cubicBezTo>
                  <a:pt x="1340" y="7107"/>
                  <a:pt x="1151" y="7296"/>
                  <a:pt x="931" y="7296"/>
                </a:cubicBezTo>
                <a:cubicBezTo>
                  <a:pt x="757" y="7296"/>
                  <a:pt x="616" y="7201"/>
                  <a:pt x="552" y="7059"/>
                </a:cubicBezTo>
                <a:lnTo>
                  <a:pt x="473" y="7059"/>
                </a:lnTo>
                <a:cubicBezTo>
                  <a:pt x="189" y="7059"/>
                  <a:pt x="552" y="7044"/>
                  <a:pt x="284" y="7154"/>
                </a:cubicBezTo>
                <a:cubicBezTo>
                  <a:pt x="0" y="7264"/>
                  <a:pt x="95" y="7154"/>
                  <a:pt x="95" y="7154"/>
                </a:cubicBezTo>
                <a:lnTo>
                  <a:pt x="0" y="7154"/>
                </a:lnTo>
                <a:lnTo>
                  <a:pt x="0" y="8036"/>
                </a:lnTo>
                <a:cubicBezTo>
                  <a:pt x="80" y="8004"/>
                  <a:pt x="189" y="7958"/>
                  <a:pt x="332" y="7958"/>
                </a:cubicBezTo>
                <a:cubicBezTo>
                  <a:pt x="647" y="7958"/>
                  <a:pt x="647" y="7752"/>
                  <a:pt x="962" y="7752"/>
                </a:cubicBezTo>
                <a:lnTo>
                  <a:pt x="1607" y="7752"/>
                </a:lnTo>
                <a:cubicBezTo>
                  <a:pt x="1923" y="7752"/>
                  <a:pt x="1923" y="7895"/>
                  <a:pt x="2238" y="7895"/>
                </a:cubicBezTo>
                <a:cubicBezTo>
                  <a:pt x="2569" y="7895"/>
                  <a:pt x="2569" y="7989"/>
                  <a:pt x="2884" y="7989"/>
                </a:cubicBezTo>
                <a:cubicBezTo>
                  <a:pt x="3199" y="7989"/>
                  <a:pt x="3199" y="7895"/>
                  <a:pt x="3515" y="7895"/>
                </a:cubicBezTo>
                <a:cubicBezTo>
                  <a:pt x="3845" y="7895"/>
                  <a:pt x="3845" y="8021"/>
                  <a:pt x="4160" y="8021"/>
                </a:cubicBezTo>
                <a:cubicBezTo>
                  <a:pt x="4475" y="8021"/>
                  <a:pt x="4475" y="7832"/>
                  <a:pt x="4790" y="7832"/>
                </a:cubicBezTo>
                <a:cubicBezTo>
                  <a:pt x="5122" y="7832"/>
                  <a:pt x="5122" y="8004"/>
                  <a:pt x="5437" y="8004"/>
                </a:cubicBezTo>
                <a:cubicBezTo>
                  <a:pt x="5752" y="8004"/>
                  <a:pt x="5752" y="7958"/>
                  <a:pt x="6067" y="7958"/>
                </a:cubicBezTo>
                <a:cubicBezTo>
                  <a:pt x="6382" y="7958"/>
                  <a:pt x="6382" y="8115"/>
                  <a:pt x="6712" y="8115"/>
                </a:cubicBezTo>
                <a:cubicBezTo>
                  <a:pt x="7027" y="8115"/>
                  <a:pt x="7027" y="7784"/>
                  <a:pt x="7343" y="7784"/>
                </a:cubicBezTo>
                <a:cubicBezTo>
                  <a:pt x="7658" y="7784"/>
                  <a:pt x="7658" y="8067"/>
                  <a:pt x="7989" y="8067"/>
                </a:cubicBezTo>
                <a:cubicBezTo>
                  <a:pt x="8304" y="8067"/>
                  <a:pt x="8304" y="8162"/>
                  <a:pt x="8619" y="8162"/>
                </a:cubicBezTo>
                <a:cubicBezTo>
                  <a:pt x="8934" y="8162"/>
                  <a:pt x="8934" y="7878"/>
                  <a:pt x="9265" y="7878"/>
                </a:cubicBezTo>
                <a:cubicBezTo>
                  <a:pt x="9580" y="7878"/>
                  <a:pt x="9580" y="8004"/>
                  <a:pt x="9895" y="8004"/>
                </a:cubicBezTo>
                <a:cubicBezTo>
                  <a:pt x="10210" y="8004"/>
                  <a:pt x="10210" y="8084"/>
                  <a:pt x="10542" y="8084"/>
                </a:cubicBezTo>
                <a:lnTo>
                  <a:pt x="11172" y="8084"/>
                </a:lnTo>
                <a:cubicBezTo>
                  <a:pt x="11487" y="8084"/>
                  <a:pt x="11487" y="8004"/>
                  <a:pt x="11802" y="8004"/>
                </a:cubicBezTo>
                <a:cubicBezTo>
                  <a:pt x="12132" y="8004"/>
                  <a:pt x="12132" y="7832"/>
                  <a:pt x="12447" y="7832"/>
                </a:cubicBezTo>
                <a:cubicBezTo>
                  <a:pt x="12762" y="7832"/>
                  <a:pt x="12762" y="8021"/>
                  <a:pt x="13078" y="8021"/>
                </a:cubicBezTo>
                <a:cubicBezTo>
                  <a:pt x="13409" y="8021"/>
                  <a:pt x="13409" y="7878"/>
                  <a:pt x="13724" y="7878"/>
                </a:cubicBezTo>
                <a:cubicBezTo>
                  <a:pt x="14039" y="7878"/>
                  <a:pt x="14039" y="7815"/>
                  <a:pt x="14354" y="7815"/>
                </a:cubicBezTo>
                <a:cubicBezTo>
                  <a:pt x="14670" y="7815"/>
                  <a:pt x="14670" y="7973"/>
                  <a:pt x="15000" y="7973"/>
                </a:cubicBezTo>
                <a:cubicBezTo>
                  <a:pt x="15315" y="7973"/>
                  <a:pt x="15315" y="8067"/>
                  <a:pt x="15630" y="8067"/>
                </a:cubicBezTo>
                <a:cubicBezTo>
                  <a:pt x="15945" y="8067"/>
                  <a:pt x="15945" y="7973"/>
                  <a:pt x="16277" y="7973"/>
                </a:cubicBezTo>
                <a:cubicBezTo>
                  <a:pt x="16592" y="7973"/>
                  <a:pt x="16592" y="7941"/>
                  <a:pt x="16907" y="7941"/>
                </a:cubicBezTo>
                <a:cubicBezTo>
                  <a:pt x="17222" y="7941"/>
                  <a:pt x="17222" y="8115"/>
                  <a:pt x="17537" y="8115"/>
                </a:cubicBezTo>
                <a:cubicBezTo>
                  <a:pt x="17867" y="8115"/>
                  <a:pt x="17867" y="7769"/>
                  <a:pt x="18182" y="7769"/>
                </a:cubicBezTo>
                <a:cubicBezTo>
                  <a:pt x="18498" y="7769"/>
                  <a:pt x="18498" y="8021"/>
                  <a:pt x="18813" y="8021"/>
                </a:cubicBezTo>
                <a:cubicBezTo>
                  <a:pt x="19144" y="8021"/>
                  <a:pt x="19144" y="7878"/>
                  <a:pt x="19459" y="7878"/>
                </a:cubicBezTo>
                <a:cubicBezTo>
                  <a:pt x="19774" y="7878"/>
                  <a:pt x="19774" y="8147"/>
                  <a:pt x="20089" y="8147"/>
                </a:cubicBezTo>
                <a:cubicBezTo>
                  <a:pt x="20405" y="8147"/>
                  <a:pt x="20405" y="8036"/>
                  <a:pt x="20735" y="8036"/>
                </a:cubicBezTo>
                <a:cubicBezTo>
                  <a:pt x="21050" y="8036"/>
                  <a:pt x="21050" y="7878"/>
                  <a:pt x="21365" y="7878"/>
                </a:cubicBezTo>
                <a:cubicBezTo>
                  <a:pt x="21680" y="7878"/>
                  <a:pt x="21854" y="8256"/>
                  <a:pt x="22075" y="8021"/>
                </a:cubicBezTo>
                <a:cubicBezTo>
                  <a:pt x="22310" y="7800"/>
                  <a:pt x="22232" y="7658"/>
                  <a:pt x="22121" y="7280"/>
                </a:cubicBezTo>
                <a:close/>
              </a:path>
            </a:pathLst>
          </a:custGeom>
          <a:solidFill>
            <a:srgbClr val="FFFFFF"/>
          </a:solidFill>
          <a:ln>
            <a:noFill/>
          </a:ln>
          <a:effectLst>
            <a:outerShdw blurRad="57150" dist="19050" dir="5400000" algn="bl" rotWithShape="0">
              <a:schemeClr val="dk1">
                <a:alpha val="20000"/>
              </a:schemeClr>
            </a:outerShdw>
          </a:effectLst>
        </p:spPr>
        <p:txBody>
          <a:bodyPr spcFirstLastPara="1" wrap="square" lIns="91425" tIns="91425" rIns="91425" bIns="91425" anchor="ctr" anchorCtr="0">
            <a:noAutofit/>
          </a:bodyPr>
          <a:lstStyle/>
          <a:p>
            <a:pPr marL="0" lvl="0" indent="0" algn="r" rtl="0">
              <a:spcBef>
                <a:spcPts val="0"/>
              </a:spcBef>
              <a:spcAft>
                <a:spcPts val="0"/>
              </a:spcAft>
              <a:buNone/>
            </a:pPr>
            <a:endParaRPr dirty="0">
              <a:latin typeface="David" panose="020E0502060401010101" pitchFamily="34" charset="-79"/>
              <a:cs typeface="David" panose="020E0502060401010101" pitchFamily="34" charset="-79"/>
            </a:endParaRPr>
          </a:p>
        </p:txBody>
      </p:sp>
      <p:sp>
        <p:nvSpPr>
          <p:cNvPr id="2181" name="Google Shape;2181;p38"/>
          <p:cNvSpPr/>
          <p:nvPr/>
        </p:nvSpPr>
        <p:spPr>
          <a:xfrm>
            <a:off x="5205276" y="732521"/>
            <a:ext cx="3641037" cy="4009142"/>
          </a:xfrm>
          <a:custGeom>
            <a:avLst/>
            <a:gdLst/>
            <a:ahLst/>
            <a:cxnLst/>
            <a:rect l="l" t="t" r="r" b="b"/>
            <a:pathLst>
              <a:path w="14954" h="16466" extrusionOk="0">
                <a:moveTo>
                  <a:pt x="2004" y="0"/>
                </a:moveTo>
                <a:cubicBezTo>
                  <a:pt x="1993" y="0"/>
                  <a:pt x="1982" y="4"/>
                  <a:pt x="1971" y="13"/>
                </a:cubicBezTo>
                <a:cubicBezTo>
                  <a:pt x="1876" y="91"/>
                  <a:pt x="1971" y="202"/>
                  <a:pt x="1955" y="328"/>
                </a:cubicBezTo>
                <a:cubicBezTo>
                  <a:pt x="1939" y="438"/>
                  <a:pt x="1891" y="438"/>
                  <a:pt x="1876" y="549"/>
                </a:cubicBezTo>
                <a:cubicBezTo>
                  <a:pt x="1860" y="659"/>
                  <a:pt x="1986" y="675"/>
                  <a:pt x="1971" y="801"/>
                </a:cubicBezTo>
                <a:cubicBezTo>
                  <a:pt x="1955" y="911"/>
                  <a:pt x="1828" y="896"/>
                  <a:pt x="1813" y="1022"/>
                </a:cubicBezTo>
                <a:cubicBezTo>
                  <a:pt x="1797" y="1131"/>
                  <a:pt x="1782" y="1131"/>
                  <a:pt x="1765" y="1242"/>
                </a:cubicBezTo>
                <a:cubicBezTo>
                  <a:pt x="1765" y="1368"/>
                  <a:pt x="1719" y="1352"/>
                  <a:pt x="1702" y="1478"/>
                </a:cubicBezTo>
                <a:cubicBezTo>
                  <a:pt x="1687" y="1589"/>
                  <a:pt x="1955" y="1620"/>
                  <a:pt x="1939" y="1746"/>
                </a:cubicBezTo>
                <a:cubicBezTo>
                  <a:pt x="1923" y="1856"/>
                  <a:pt x="1891" y="1856"/>
                  <a:pt x="1876" y="1967"/>
                </a:cubicBezTo>
                <a:cubicBezTo>
                  <a:pt x="1860" y="2093"/>
                  <a:pt x="1828" y="2077"/>
                  <a:pt x="1813" y="2203"/>
                </a:cubicBezTo>
                <a:cubicBezTo>
                  <a:pt x="1797" y="2314"/>
                  <a:pt x="1813" y="2314"/>
                  <a:pt x="1797" y="2440"/>
                </a:cubicBezTo>
                <a:cubicBezTo>
                  <a:pt x="1782" y="2549"/>
                  <a:pt x="1671" y="2534"/>
                  <a:pt x="1656" y="2660"/>
                </a:cubicBezTo>
                <a:cubicBezTo>
                  <a:pt x="1639" y="2770"/>
                  <a:pt x="1545" y="2755"/>
                  <a:pt x="1530" y="2881"/>
                </a:cubicBezTo>
                <a:cubicBezTo>
                  <a:pt x="1513" y="2990"/>
                  <a:pt x="1608" y="3007"/>
                  <a:pt x="1593" y="3117"/>
                </a:cubicBezTo>
                <a:cubicBezTo>
                  <a:pt x="1576" y="3243"/>
                  <a:pt x="1545" y="3227"/>
                  <a:pt x="1530" y="3353"/>
                </a:cubicBezTo>
                <a:cubicBezTo>
                  <a:pt x="1513" y="3463"/>
                  <a:pt x="1576" y="3480"/>
                  <a:pt x="1561" y="3589"/>
                </a:cubicBezTo>
                <a:cubicBezTo>
                  <a:pt x="1545" y="3700"/>
                  <a:pt x="1624" y="3715"/>
                  <a:pt x="1608" y="3826"/>
                </a:cubicBezTo>
                <a:cubicBezTo>
                  <a:pt x="1593" y="3952"/>
                  <a:pt x="1656" y="3952"/>
                  <a:pt x="1639" y="4078"/>
                </a:cubicBezTo>
                <a:cubicBezTo>
                  <a:pt x="1624" y="4188"/>
                  <a:pt x="1530" y="4173"/>
                  <a:pt x="1513" y="4299"/>
                </a:cubicBezTo>
                <a:cubicBezTo>
                  <a:pt x="1498" y="4408"/>
                  <a:pt x="1404" y="4393"/>
                  <a:pt x="1387" y="4519"/>
                </a:cubicBezTo>
                <a:cubicBezTo>
                  <a:pt x="1372" y="4629"/>
                  <a:pt x="1561" y="4661"/>
                  <a:pt x="1545" y="4771"/>
                </a:cubicBezTo>
                <a:cubicBezTo>
                  <a:pt x="1530" y="4881"/>
                  <a:pt x="1419" y="4866"/>
                  <a:pt x="1404" y="4992"/>
                </a:cubicBezTo>
                <a:cubicBezTo>
                  <a:pt x="1387" y="5102"/>
                  <a:pt x="1356" y="5102"/>
                  <a:pt x="1341" y="5213"/>
                </a:cubicBezTo>
                <a:cubicBezTo>
                  <a:pt x="1324" y="5339"/>
                  <a:pt x="1387" y="5339"/>
                  <a:pt x="1372" y="5465"/>
                </a:cubicBezTo>
                <a:cubicBezTo>
                  <a:pt x="1356" y="5574"/>
                  <a:pt x="1324" y="5574"/>
                  <a:pt x="1309" y="5685"/>
                </a:cubicBezTo>
                <a:cubicBezTo>
                  <a:pt x="1293" y="5795"/>
                  <a:pt x="1230" y="5795"/>
                  <a:pt x="1215" y="5906"/>
                </a:cubicBezTo>
                <a:cubicBezTo>
                  <a:pt x="1198" y="6032"/>
                  <a:pt x="1120" y="6016"/>
                  <a:pt x="1104" y="6126"/>
                </a:cubicBezTo>
                <a:cubicBezTo>
                  <a:pt x="1089" y="6253"/>
                  <a:pt x="1152" y="6253"/>
                  <a:pt x="1135" y="6379"/>
                </a:cubicBezTo>
                <a:cubicBezTo>
                  <a:pt x="1120" y="6488"/>
                  <a:pt x="1230" y="6505"/>
                  <a:pt x="1215" y="6614"/>
                </a:cubicBezTo>
                <a:cubicBezTo>
                  <a:pt x="1198" y="6740"/>
                  <a:pt x="1183" y="6740"/>
                  <a:pt x="1183" y="6851"/>
                </a:cubicBezTo>
                <a:cubicBezTo>
                  <a:pt x="1167" y="6977"/>
                  <a:pt x="1278" y="6977"/>
                  <a:pt x="1261" y="7103"/>
                </a:cubicBezTo>
                <a:cubicBezTo>
                  <a:pt x="1246" y="7213"/>
                  <a:pt x="1057" y="7198"/>
                  <a:pt x="1041" y="7308"/>
                </a:cubicBezTo>
                <a:cubicBezTo>
                  <a:pt x="1026" y="7434"/>
                  <a:pt x="978" y="7418"/>
                  <a:pt x="963" y="7528"/>
                </a:cubicBezTo>
                <a:cubicBezTo>
                  <a:pt x="946" y="7654"/>
                  <a:pt x="931" y="7654"/>
                  <a:pt x="915" y="7765"/>
                </a:cubicBezTo>
                <a:cubicBezTo>
                  <a:pt x="900" y="7891"/>
                  <a:pt x="1026" y="7891"/>
                  <a:pt x="1009" y="8017"/>
                </a:cubicBezTo>
                <a:cubicBezTo>
                  <a:pt x="994" y="8127"/>
                  <a:pt x="883" y="8112"/>
                  <a:pt x="868" y="8238"/>
                </a:cubicBezTo>
                <a:cubicBezTo>
                  <a:pt x="868" y="8347"/>
                  <a:pt x="868" y="8347"/>
                  <a:pt x="852" y="8473"/>
                </a:cubicBezTo>
                <a:cubicBezTo>
                  <a:pt x="837" y="8584"/>
                  <a:pt x="789" y="8584"/>
                  <a:pt x="773" y="8694"/>
                </a:cubicBezTo>
                <a:cubicBezTo>
                  <a:pt x="757" y="8805"/>
                  <a:pt x="1026" y="8852"/>
                  <a:pt x="1009" y="8962"/>
                </a:cubicBezTo>
                <a:cubicBezTo>
                  <a:pt x="994" y="9072"/>
                  <a:pt x="837" y="9057"/>
                  <a:pt x="820" y="9167"/>
                </a:cubicBezTo>
                <a:cubicBezTo>
                  <a:pt x="805" y="9293"/>
                  <a:pt x="868" y="9293"/>
                  <a:pt x="852" y="9419"/>
                </a:cubicBezTo>
                <a:cubicBezTo>
                  <a:pt x="837" y="9530"/>
                  <a:pt x="820" y="9530"/>
                  <a:pt x="805" y="9639"/>
                </a:cubicBezTo>
                <a:cubicBezTo>
                  <a:pt x="789" y="9765"/>
                  <a:pt x="631" y="9734"/>
                  <a:pt x="616" y="9860"/>
                </a:cubicBezTo>
                <a:cubicBezTo>
                  <a:pt x="600" y="9971"/>
                  <a:pt x="837" y="10002"/>
                  <a:pt x="820" y="10112"/>
                </a:cubicBezTo>
                <a:cubicBezTo>
                  <a:pt x="805" y="10238"/>
                  <a:pt x="852" y="10238"/>
                  <a:pt x="837" y="10364"/>
                </a:cubicBezTo>
                <a:cubicBezTo>
                  <a:pt x="820" y="10475"/>
                  <a:pt x="773" y="10475"/>
                  <a:pt x="757" y="10585"/>
                </a:cubicBezTo>
                <a:cubicBezTo>
                  <a:pt x="742" y="10696"/>
                  <a:pt x="757" y="10711"/>
                  <a:pt x="742" y="10822"/>
                </a:cubicBezTo>
                <a:cubicBezTo>
                  <a:pt x="726" y="10931"/>
                  <a:pt x="694" y="10931"/>
                  <a:pt x="679" y="11042"/>
                </a:cubicBezTo>
                <a:cubicBezTo>
                  <a:pt x="663" y="11168"/>
                  <a:pt x="568" y="11152"/>
                  <a:pt x="553" y="11263"/>
                </a:cubicBezTo>
                <a:cubicBezTo>
                  <a:pt x="537" y="11389"/>
                  <a:pt x="553" y="11389"/>
                  <a:pt x="537" y="11499"/>
                </a:cubicBezTo>
                <a:cubicBezTo>
                  <a:pt x="521" y="11625"/>
                  <a:pt x="631" y="11641"/>
                  <a:pt x="616" y="11751"/>
                </a:cubicBezTo>
                <a:cubicBezTo>
                  <a:pt x="600" y="11862"/>
                  <a:pt x="458" y="11845"/>
                  <a:pt x="442" y="11956"/>
                </a:cubicBezTo>
                <a:cubicBezTo>
                  <a:pt x="427" y="12082"/>
                  <a:pt x="395" y="12082"/>
                  <a:pt x="395" y="12192"/>
                </a:cubicBezTo>
                <a:cubicBezTo>
                  <a:pt x="379" y="12303"/>
                  <a:pt x="364" y="12303"/>
                  <a:pt x="347" y="12429"/>
                </a:cubicBezTo>
                <a:cubicBezTo>
                  <a:pt x="332" y="12538"/>
                  <a:pt x="410" y="12555"/>
                  <a:pt x="395" y="12664"/>
                </a:cubicBezTo>
                <a:cubicBezTo>
                  <a:pt x="379" y="12775"/>
                  <a:pt x="473" y="12790"/>
                  <a:pt x="458" y="12917"/>
                </a:cubicBezTo>
                <a:cubicBezTo>
                  <a:pt x="442" y="13027"/>
                  <a:pt x="490" y="13027"/>
                  <a:pt x="473" y="13153"/>
                </a:cubicBezTo>
                <a:cubicBezTo>
                  <a:pt x="458" y="13263"/>
                  <a:pt x="284" y="13248"/>
                  <a:pt x="269" y="13358"/>
                </a:cubicBezTo>
                <a:cubicBezTo>
                  <a:pt x="269" y="13484"/>
                  <a:pt x="364" y="13484"/>
                  <a:pt x="347" y="13610"/>
                </a:cubicBezTo>
                <a:cubicBezTo>
                  <a:pt x="332" y="13721"/>
                  <a:pt x="190" y="13704"/>
                  <a:pt x="175" y="13815"/>
                </a:cubicBezTo>
                <a:cubicBezTo>
                  <a:pt x="158" y="13941"/>
                  <a:pt x="364" y="13956"/>
                  <a:pt x="347" y="14082"/>
                </a:cubicBezTo>
                <a:cubicBezTo>
                  <a:pt x="332" y="14193"/>
                  <a:pt x="206" y="14177"/>
                  <a:pt x="190" y="14303"/>
                </a:cubicBezTo>
                <a:cubicBezTo>
                  <a:pt x="175" y="14414"/>
                  <a:pt x="143" y="14414"/>
                  <a:pt x="127" y="14524"/>
                </a:cubicBezTo>
                <a:cubicBezTo>
                  <a:pt x="112" y="14635"/>
                  <a:pt x="1" y="14713"/>
                  <a:pt x="64" y="14807"/>
                </a:cubicBezTo>
                <a:cubicBezTo>
                  <a:pt x="143" y="14902"/>
                  <a:pt x="221" y="14887"/>
                  <a:pt x="347" y="14902"/>
                </a:cubicBezTo>
                <a:cubicBezTo>
                  <a:pt x="351" y="14902"/>
                  <a:pt x="355" y="14903"/>
                  <a:pt x="358" y="14903"/>
                </a:cubicBezTo>
                <a:cubicBezTo>
                  <a:pt x="457" y="14903"/>
                  <a:pt x="492" y="14697"/>
                  <a:pt x="604" y="14697"/>
                </a:cubicBezTo>
                <a:cubicBezTo>
                  <a:pt x="608" y="14697"/>
                  <a:pt x="612" y="14697"/>
                  <a:pt x="616" y="14698"/>
                </a:cubicBezTo>
                <a:cubicBezTo>
                  <a:pt x="726" y="14713"/>
                  <a:pt x="710" y="14870"/>
                  <a:pt x="820" y="14887"/>
                </a:cubicBezTo>
                <a:cubicBezTo>
                  <a:pt x="843" y="14890"/>
                  <a:pt x="861" y="14891"/>
                  <a:pt x="878" y="14891"/>
                </a:cubicBezTo>
                <a:cubicBezTo>
                  <a:pt x="924" y="14891"/>
                  <a:pt x="951" y="14882"/>
                  <a:pt x="996" y="14882"/>
                </a:cubicBezTo>
                <a:cubicBezTo>
                  <a:pt x="1013" y="14882"/>
                  <a:pt x="1033" y="14883"/>
                  <a:pt x="1057" y="14887"/>
                </a:cubicBezTo>
                <a:cubicBezTo>
                  <a:pt x="1063" y="14887"/>
                  <a:pt x="1068" y="14888"/>
                  <a:pt x="1073" y="14888"/>
                </a:cubicBezTo>
                <a:cubicBezTo>
                  <a:pt x="1164" y="14888"/>
                  <a:pt x="1187" y="14775"/>
                  <a:pt x="1291" y="14775"/>
                </a:cubicBezTo>
                <a:cubicBezTo>
                  <a:pt x="1297" y="14775"/>
                  <a:pt x="1303" y="14775"/>
                  <a:pt x="1309" y="14776"/>
                </a:cubicBezTo>
                <a:cubicBezTo>
                  <a:pt x="1419" y="14792"/>
                  <a:pt x="1404" y="14933"/>
                  <a:pt x="1513" y="14950"/>
                </a:cubicBezTo>
                <a:cubicBezTo>
                  <a:pt x="1639" y="14965"/>
                  <a:pt x="1624" y="15013"/>
                  <a:pt x="1750" y="15028"/>
                </a:cubicBezTo>
                <a:cubicBezTo>
                  <a:pt x="1860" y="15044"/>
                  <a:pt x="1860" y="15076"/>
                  <a:pt x="1971" y="15091"/>
                </a:cubicBezTo>
                <a:cubicBezTo>
                  <a:pt x="1975" y="15091"/>
                  <a:pt x="1979" y="15092"/>
                  <a:pt x="1983" y="15092"/>
                </a:cubicBezTo>
                <a:cubicBezTo>
                  <a:pt x="2095" y="15092"/>
                  <a:pt x="2130" y="14886"/>
                  <a:pt x="2227" y="14886"/>
                </a:cubicBezTo>
                <a:cubicBezTo>
                  <a:pt x="2231" y="14886"/>
                  <a:pt x="2234" y="14886"/>
                  <a:pt x="2238" y="14887"/>
                </a:cubicBezTo>
                <a:cubicBezTo>
                  <a:pt x="2349" y="14902"/>
                  <a:pt x="2333" y="15107"/>
                  <a:pt x="2444" y="15122"/>
                </a:cubicBezTo>
                <a:cubicBezTo>
                  <a:pt x="2467" y="15126"/>
                  <a:pt x="2487" y="15127"/>
                  <a:pt x="2504" y="15127"/>
                </a:cubicBezTo>
                <a:cubicBezTo>
                  <a:pt x="2549" y="15127"/>
                  <a:pt x="2576" y="15118"/>
                  <a:pt x="2622" y="15118"/>
                </a:cubicBezTo>
                <a:cubicBezTo>
                  <a:pt x="2638" y="15118"/>
                  <a:pt x="2657" y="15119"/>
                  <a:pt x="2679" y="15122"/>
                </a:cubicBezTo>
                <a:cubicBezTo>
                  <a:pt x="2790" y="15139"/>
                  <a:pt x="2774" y="15248"/>
                  <a:pt x="2900" y="15265"/>
                </a:cubicBezTo>
                <a:cubicBezTo>
                  <a:pt x="2904" y="15265"/>
                  <a:pt x="2908" y="15266"/>
                  <a:pt x="2912" y="15266"/>
                </a:cubicBezTo>
                <a:cubicBezTo>
                  <a:pt x="3009" y="15266"/>
                  <a:pt x="3044" y="15106"/>
                  <a:pt x="3139" y="15106"/>
                </a:cubicBezTo>
                <a:cubicBezTo>
                  <a:pt x="3143" y="15106"/>
                  <a:pt x="3147" y="15107"/>
                  <a:pt x="3152" y="15107"/>
                </a:cubicBezTo>
                <a:cubicBezTo>
                  <a:pt x="3164" y="15109"/>
                  <a:pt x="3175" y="15110"/>
                  <a:pt x="3185" y="15110"/>
                </a:cubicBezTo>
                <a:cubicBezTo>
                  <a:pt x="3257" y="15110"/>
                  <a:pt x="3283" y="15073"/>
                  <a:pt x="3354" y="15073"/>
                </a:cubicBezTo>
                <a:cubicBezTo>
                  <a:pt x="3364" y="15073"/>
                  <a:pt x="3376" y="15074"/>
                  <a:pt x="3389" y="15076"/>
                </a:cubicBezTo>
                <a:cubicBezTo>
                  <a:pt x="3515" y="15091"/>
                  <a:pt x="3499" y="15139"/>
                  <a:pt x="3625" y="15154"/>
                </a:cubicBezTo>
                <a:cubicBezTo>
                  <a:pt x="3680" y="15162"/>
                  <a:pt x="3708" y="15162"/>
                  <a:pt x="3735" y="15162"/>
                </a:cubicBezTo>
                <a:cubicBezTo>
                  <a:pt x="3763" y="15162"/>
                  <a:pt x="3790" y="15162"/>
                  <a:pt x="3845" y="15170"/>
                </a:cubicBezTo>
                <a:cubicBezTo>
                  <a:pt x="3971" y="15185"/>
                  <a:pt x="3956" y="15280"/>
                  <a:pt x="4066" y="15296"/>
                </a:cubicBezTo>
                <a:cubicBezTo>
                  <a:pt x="4072" y="15297"/>
                  <a:pt x="4078" y="15297"/>
                  <a:pt x="4084" y="15297"/>
                </a:cubicBezTo>
                <a:cubicBezTo>
                  <a:pt x="4188" y="15297"/>
                  <a:pt x="4211" y="15184"/>
                  <a:pt x="4302" y="15184"/>
                </a:cubicBezTo>
                <a:cubicBezTo>
                  <a:pt x="4307" y="15184"/>
                  <a:pt x="4312" y="15185"/>
                  <a:pt x="4318" y="15185"/>
                </a:cubicBezTo>
                <a:cubicBezTo>
                  <a:pt x="4429" y="15202"/>
                  <a:pt x="4412" y="15328"/>
                  <a:pt x="4538" y="15343"/>
                </a:cubicBezTo>
                <a:cubicBezTo>
                  <a:pt x="4544" y="15344"/>
                  <a:pt x="4549" y="15344"/>
                  <a:pt x="4554" y="15344"/>
                </a:cubicBezTo>
                <a:cubicBezTo>
                  <a:pt x="4646" y="15344"/>
                  <a:pt x="4669" y="15216"/>
                  <a:pt x="4774" y="15216"/>
                </a:cubicBezTo>
                <a:cubicBezTo>
                  <a:pt x="4779" y="15216"/>
                  <a:pt x="4785" y="15216"/>
                  <a:pt x="4791" y="15217"/>
                </a:cubicBezTo>
                <a:cubicBezTo>
                  <a:pt x="4901" y="15233"/>
                  <a:pt x="4870" y="15485"/>
                  <a:pt x="4980" y="15500"/>
                </a:cubicBezTo>
                <a:cubicBezTo>
                  <a:pt x="4984" y="15501"/>
                  <a:pt x="4989" y="15501"/>
                  <a:pt x="4994" y="15501"/>
                </a:cubicBezTo>
                <a:cubicBezTo>
                  <a:pt x="5103" y="15501"/>
                  <a:pt x="5125" y="15327"/>
                  <a:pt x="5234" y="15327"/>
                </a:cubicBezTo>
                <a:cubicBezTo>
                  <a:pt x="5239" y="15327"/>
                  <a:pt x="5243" y="15327"/>
                  <a:pt x="5248" y="15328"/>
                </a:cubicBezTo>
                <a:cubicBezTo>
                  <a:pt x="5358" y="15343"/>
                  <a:pt x="5358" y="15391"/>
                  <a:pt x="5469" y="15406"/>
                </a:cubicBezTo>
                <a:cubicBezTo>
                  <a:pt x="5532" y="15414"/>
                  <a:pt x="5563" y="15414"/>
                  <a:pt x="5593" y="15414"/>
                </a:cubicBezTo>
                <a:cubicBezTo>
                  <a:pt x="5622" y="15414"/>
                  <a:pt x="5650" y="15414"/>
                  <a:pt x="5704" y="15422"/>
                </a:cubicBezTo>
                <a:cubicBezTo>
                  <a:pt x="5815" y="15437"/>
                  <a:pt x="5815" y="15517"/>
                  <a:pt x="5925" y="15532"/>
                </a:cubicBezTo>
                <a:cubicBezTo>
                  <a:pt x="6036" y="15548"/>
                  <a:pt x="6036" y="15595"/>
                  <a:pt x="6146" y="15611"/>
                </a:cubicBezTo>
                <a:cubicBezTo>
                  <a:pt x="6272" y="15626"/>
                  <a:pt x="6256" y="15674"/>
                  <a:pt x="6382" y="15690"/>
                </a:cubicBezTo>
                <a:cubicBezTo>
                  <a:pt x="6387" y="15690"/>
                  <a:pt x="6391" y="15690"/>
                  <a:pt x="6395" y="15690"/>
                </a:cubicBezTo>
                <a:cubicBezTo>
                  <a:pt x="6491" y="15690"/>
                  <a:pt x="6525" y="15516"/>
                  <a:pt x="6622" y="15516"/>
                </a:cubicBezTo>
                <a:cubicBezTo>
                  <a:pt x="6626" y="15516"/>
                  <a:pt x="6630" y="15516"/>
                  <a:pt x="6635" y="15517"/>
                </a:cubicBezTo>
                <a:cubicBezTo>
                  <a:pt x="6761" y="15517"/>
                  <a:pt x="6729" y="15737"/>
                  <a:pt x="6839" y="15753"/>
                </a:cubicBezTo>
                <a:cubicBezTo>
                  <a:pt x="6843" y="15753"/>
                  <a:pt x="6847" y="15753"/>
                  <a:pt x="6850" y="15753"/>
                </a:cubicBezTo>
                <a:cubicBezTo>
                  <a:pt x="6963" y="15753"/>
                  <a:pt x="6998" y="15531"/>
                  <a:pt x="7098" y="15531"/>
                </a:cubicBezTo>
                <a:cubicBezTo>
                  <a:pt x="7101" y="15531"/>
                  <a:pt x="7104" y="15532"/>
                  <a:pt x="7107" y="15532"/>
                </a:cubicBezTo>
                <a:cubicBezTo>
                  <a:pt x="7217" y="15548"/>
                  <a:pt x="7202" y="15753"/>
                  <a:pt x="7311" y="15769"/>
                </a:cubicBezTo>
                <a:cubicBezTo>
                  <a:pt x="7334" y="15772"/>
                  <a:pt x="7352" y="15773"/>
                  <a:pt x="7368" y="15773"/>
                </a:cubicBezTo>
                <a:cubicBezTo>
                  <a:pt x="7411" y="15773"/>
                  <a:pt x="7434" y="15764"/>
                  <a:pt x="7482" y="15764"/>
                </a:cubicBezTo>
                <a:cubicBezTo>
                  <a:pt x="7499" y="15764"/>
                  <a:pt x="7521" y="15765"/>
                  <a:pt x="7548" y="15769"/>
                </a:cubicBezTo>
                <a:cubicBezTo>
                  <a:pt x="7571" y="15772"/>
                  <a:pt x="7589" y="15773"/>
                  <a:pt x="7604" y="15773"/>
                </a:cubicBezTo>
                <a:cubicBezTo>
                  <a:pt x="7647" y="15773"/>
                  <a:pt x="7670" y="15764"/>
                  <a:pt x="7717" y="15764"/>
                </a:cubicBezTo>
                <a:cubicBezTo>
                  <a:pt x="7735" y="15764"/>
                  <a:pt x="7757" y="15765"/>
                  <a:pt x="7784" y="15769"/>
                </a:cubicBezTo>
                <a:cubicBezTo>
                  <a:pt x="7807" y="15772"/>
                  <a:pt x="7825" y="15773"/>
                  <a:pt x="7840" y="15773"/>
                </a:cubicBezTo>
                <a:cubicBezTo>
                  <a:pt x="7884" y="15773"/>
                  <a:pt x="7907" y="15764"/>
                  <a:pt x="7954" y="15764"/>
                </a:cubicBezTo>
                <a:cubicBezTo>
                  <a:pt x="7972" y="15764"/>
                  <a:pt x="7994" y="15765"/>
                  <a:pt x="8021" y="15769"/>
                </a:cubicBezTo>
                <a:cubicBezTo>
                  <a:pt x="8131" y="15784"/>
                  <a:pt x="8131" y="15784"/>
                  <a:pt x="8257" y="15784"/>
                </a:cubicBezTo>
                <a:cubicBezTo>
                  <a:pt x="8368" y="15800"/>
                  <a:pt x="8351" y="15926"/>
                  <a:pt x="8462" y="15942"/>
                </a:cubicBezTo>
                <a:cubicBezTo>
                  <a:pt x="8490" y="15945"/>
                  <a:pt x="8511" y="15946"/>
                  <a:pt x="8529" y="15946"/>
                </a:cubicBezTo>
                <a:cubicBezTo>
                  <a:pt x="8577" y="15946"/>
                  <a:pt x="8599" y="15937"/>
                  <a:pt x="8642" y="15937"/>
                </a:cubicBezTo>
                <a:cubicBezTo>
                  <a:pt x="8658" y="15937"/>
                  <a:pt x="8676" y="15939"/>
                  <a:pt x="8698" y="15942"/>
                </a:cubicBezTo>
                <a:cubicBezTo>
                  <a:pt x="8725" y="15945"/>
                  <a:pt x="8747" y="15946"/>
                  <a:pt x="8765" y="15946"/>
                </a:cubicBezTo>
                <a:cubicBezTo>
                  <a:pt x="8812" y="15946"/>
                  <a:pt x="8835" y="15937"/>
                  <a:pt x="8879" y="15937"/>
                </a:cubicBezTo>
                <a:cubicBezTo>
                  <a:pt x="8894" y="15937"/>
                  <a:pt x="8912" y="15939"/>
                  <a:pt x="8935" y="15942"/>
                </a:cubicBezTo>
                <a:cubicBezTo>
                  <a:pt x="9061" y="15958"/>
                  <a:pt x="9045" y="16005"/>
                  <a:pt x="9171" y="16021"/>
                </a:cubicBezTo>
                <a:cubicBezTo>
                  <a:pt x="9260" y="16021"/>
                  <a:pt x="9277" y="16001"/>
                  <a:pt x="9347" y="16001"/>
                </a:cubicBezTo>
                <a:cubicBezTo>
                  <a:pt x="9363" y="16001"/>
                  <a:pt x="9383" y="16002"/>
                  <a:pt x="9408" y="16005"/>
                </a:cubicBezTo>
                <a:cubicBezTo>
                  <a:pt x="9416" y="16006"/>
                  <a:pt x="9425" y="16007"/>
                  <a:pt x="9432" y="16007"/>
                </a:cubicBezTo>
                <a:cubicBezTo>
                  <a:pt x="9513" y="16007"/>
                  <a:pt x="9538" y="15940"/>
                  <a:pt x="9620" y="15940"/>
                </a:cubicBezTo>
                <a:cubicBezTo>
                  <a:pt x="9627" y="15940"/>
                  <a:pt x="9635" y="15940"/>
                  <a:pt x="9643" y="15942"/>
                </a:cubicBezTo>
                <a:cubicBezTo>
                  <a:pt x="9754" y="15958"/>
                  <a:pt x="9738" y="16131"/>
                  <a:pt x="9849" y="16131"/>
                </a:cubicBezTo>
                <a:cubicBezTo>
                  <a:pt x="9861" y="16132"/>
                  <a:pt x="9872" y="16133"/>
                  <a:pt x="9882" y="16133"/>
                </a:cubicBezTo>
                <a:cubicBezTo>
                  <a:pt x="9968" y="16133"/>
                  <a:pt x="9995" y="16082"/>
                  <a:pt x="10072" y="16082"/>
                </a:cubicBezTo>
                <a:cubicBezTo>
                  <a:pt x="10081" y="16082"/>
                  <a:pt x="10090" y="16082"/>
                  <a:pt x="10101" y="16084"/>
                </a:cubicBezTo>
                <a:cubicBezTo>
                  <a:pt x="10107" y="16085"/>
                  <a:pt x="10113" y="16085"/>
                  <a:pt x="10119" y="16085"/>
                </a:cubicBezTo>
                <a:cubicBezTo>
                  <a:pt x="10207" y="16085"/>
                  <a:pt x="10231" y="15988"/>
                  <a:pt x="10331" y="15988"/>
                </a:cubicBezTo>
                <a:cubicBezTo>
                  <a:pt x="10338" y="15988"/>
                  <a:pt x="10345" y="15988"/>
                  <a:pt x="10353" y="15990"/>
                </a:cubicBezTo>
                <a:cubicBezTo>
                  <a:pt x="10463" y="16005"/>
                  <a:pt x="10463" y="16036"/>
                  <a:pt x="10573" y="16053"/>
                </a:cubicBezTo>
                <a:cubicBezTo>
                  <a:pt x="10589" y="16055"/>
                  <a:pt x="10603" y="16056"/>
                  <a:pt x="10615" y="16056"/>
                </a:cubicBezTo>
                <a:cubicBezTo>
                  <a:pt x="10677" y="16056"/>
                  <a:pt x="10705" y="16033"/>
                  <a:pt x="10767" y="16033"/>
                </a:cubicBezTo>
                <a:cubicBezTo>
                  <a:pt x="10780" y="16033"/>
                  <a:pt x="10794" y="16034"/>
                  <a:pt x="10809" y="16036"/>
                </a:cubicBezTo>
                <a:cubicBezTo>
                  <a:pt x="10920" y="16053"/>
                  <a:pt x="10904" y="16242"/>
                  <a:pt x="11015" y="16257"/>
                </a:cubicBezTo>
                <a:cubicBezTo>
                  <a:pt x="11022" y="16258"/>
                  <a:pt x="11030" y="16258"/>
                  <a:pt x="11037" y="16258"/>
                </a:cubicBezTo>
                <a:cubicBezTo>
                  <a:pt x="11136" y="16258"/>
                  <a:pt x="11160" y="16161"/>
                  <a:pt x="11249" y="16161"/>
                </a:cubicBezTo>
                <a:cubicBezTo>
                  <a:pt x="11254" y="16161"/>
                  <a:pt x="11260" y="16161"/>
                  <a:pt x="11267" y="16162"/>
                </a:cubicBezTo>
                <a:cubicBezTo>
                  <a:pt x="11276" y="16163"/>
                  <a:pt x="11284" y="16164"/>
                  <a:pt x="11291" y="16164"/>
                </a:cubicBezTo>
                <a:cubicBezTo>
                  <a:pt x="11372" y="16164"/>
                  <a:pt x="11398" y="16098"/>
                  <a:pt x="11479" y="16098"/>
                </a:cubicBezTo>
                <a:cubicBezTo>
                  <a:pt x="11487" y="16098"/>
                  <a:pt x="11494" y="16098"/>
                  <a:pt x="11502" y="16099"/>
                </a:cubicBezTo>
                <a:cubicBezTo>
                  <a:pt x="11628" y="16116"/>
                  <a:pt x="11613" y="16162"/>
                  <a:pt x="11739" y="16179"/>
                </a:cubicBezTo>
                <a:cubicBezTo>
                  <a:pt x="11751" y="16180"/>
                  <a:pt x="11762" y="16181"/>
                  <a:pt x="11772" y="16181"/>
                </a:cubicBezTo>
                <a:cubicBezTo>
                  <a:pt x="11843" y="16181"/>
                  <a:pt x="11870" y="16144"/>
                  <a:pt x="11940" y="16144"/>
                </a:cubicBezTo>
                <a:cubicBezTo>
                  <a:pt x="11951" y="16144"/>
                  <a:pt x="11962" y="16145"/>
                  <a:pt x="11975" y="16147"/>
                </a:cubicBezTo>
                <a:cubicBezTo>
                  <a:pt x="12086" y="16162"/>
                  <a:pt x="12070" y="16351"/>
                  <a:pt x="12181" y="16368"/>
                </a:cubicBezTo>
                <a:cubicBezTo>
                  <a:pt x="12290" y="16383"/>
                  <a:pt x="12290" y="16446"/>
                  <a:pt x="12401" y="16462"/>
                </a:cubicBezTo>
                <a:cubicBezTo>
                  <a:pt x="12419" y="16464"/>
                  <a:pt x="12434" y="16465"/>
                  <a:pt x="12447" y="16465"/>
                </a:cubicBezTo>
                <a:cubicBezTo>
                  <a:pt x="12529" y="16465"/>
                  <a:pt x="12542" y="16431"/>
                  <a:pt x="12637" y="16431"/>
                </a:cubicBezTo>
                <a:cubicBezTo>
                  <a:pt x="12648" y="16432"/>
                  <a:pt x="12657" y="16433"/>
                  <a:pt x="12665" y="16433"/>
                </a:cubicBezTo>
                <a:cubicBezTo>
                  <a:pt x="12753" y="16433"/>
                  <a:pt x="12708" y="16361"/>
                  <a:pt x="12794" y="16288"/>
                </a:cubicBezTo>
                <a:cubicBezTo>
                  <a:pt x="12889" y="16225"/>
                  <a:pt x="12763" y="16225"/>
                  <a:pt x="12779" y="16147"/>
                </a:cubicBezTo>
                <a:cubicBezTo>
                  <a:pt x="12794" y="16036"/>
                  <a:pt x="13015" y="16068"/>
                  <a:pt x="13031" y="15958"/>
                </a:cubicBezTo>
                <a:cubicBezTo>
                  <a:pt x="13046" y="15832"/>
                  <a:pt x="12842" y="15816"/>
                  <a:pt x="12857" y="15690"/>
                </a:cubicBezTo>
                <a:cubicBezTo>
                  <a:pt x="12874" y="15580"/>
                  <a:pt x="12983" y="15595"/>
                  <a:pt x="13000" y="15469"/>
                </a:cubicBezTo>
                <a:cubicBezTo>
                  <a:pt x="13015" y="15359"/>
                  <a:pt x="13157" y="15374"/>
                  <a:pt x="13173" y="15265"/>
                </a:cubicBezTo>
                <a:cubicBezTo>
                  <a:pt x="13189" y="15139"/>
                  <a:pt x="13141" y="15139"/>
                  <a:pt x="13157" y="15028"/>
                </a:cubicBezTo>
                <a:cubicBezTo>
                  <a:pt x="13173" y="14902"/>
                  <a:pt x="13000" y="14887"/>
                  <a:pt x="13015" y="14761"/>
                </a:cubicBezTo>
                <a:cubicBezTo>
                  <a:pt x="13015" y="14650"/>
                  <a:pt x="13126" y="14666"/>
                  <a:pt x="13141" y="14540"/>
                </a:cubicBezTo>
                <a:cubicBezTo>
                  <a:pt x="13157" y="14429"/>
                  <a:pt x="13126" y="14429"/>
                  <a:pt x="13141" y="14303"/>
                </a:cubicBezTo>
                <a:cubicBezTo>
                  <a:pt x="13157" y="14193"/>
                  <a:pt x="13299" y="14208"/>
                  <a:pt x="13315" y="14099"/>
                </a:cubicBezTo>
                <a:cubicBezTo>
                  <a:pt x="13330" y="13973"/>
                  <a:pt x="13252" y="13973"/>
                  <a:pt x="13267" y="13847"/>
                </a:cubicBezTo>
                <a:cubicBezTo>
                  <a:pt x="13283" y="13736"/>
                  <a:pt x="13189" y="13721"/>
                  <a:pt x="13204" y="13610"/>
                </a:cubicBezTo>
                <a:cubicBezTo>
                  <a:pt x="13220" y="13484"/>
                  <a:pt x="13252" y="13484"/>
                  <a:pt x="13252" y="13374"/>
                </a:cubicBezTo>
                <a:cubicBezTo>
                  <a:pt x="13267" y="13263"/>
                  <a:pt x="13378" y="13280"/>
                  <a:pt x="13393" y="13153"/>
                </a:cubicBezTo>
                <a:cubicBezTo>
                  <a:pt x="13410" y="13043"/>
                  <a:pt x="13346" y="13027"/>
                  <a:pt x="13362" y="12917"/>
                </a:cubicBezTo>
                <a:cubicBezTo>
                  <a:pt x="13378" y="12807"/>
                  <a:pt x="13283" y="12790"/>
                  <a:pt x="13299" y="12664"/>
                </a:cubicBezTo>
                <a:cubicBezTo>
                  <a:pt x="13315" y="12555"/>
                  <a:pt x="13362" y="12555"/>
                  <a:pt x="13378" y="12444"/>
                </a:cubicBezTo>
                <a:cubicBezTo>
                  <a:pt x="13393" y="12334"/>
                  <a:pt x="13330" y="12318"/>
                  <a:pt x="13346" y="12208"/>
                </a:cubicBezTo>
                <a:cubicBezTo>
                  <a:pt x="13362" y="12082"/>
                  <a:pt x="13567" y="12114"/>
                  <a:pt x="13582" y="12003"/>
                </a:cubicBezTo>
                <a:cubicBezTo>
                  <a:pt x="13599" y="11877"/>
                  <a:pt x="13330" y="11845"/>
                  <a:pt x="13330" y="11735"/>
                </a:cubicBezTo>
                <a:cubicBezTo>
                  <a:pt x="13346" y="11609"/>
                  <a:pt x="13410" y="11625"/>
                  <a:pt x="13425" y="11499"/>
                </a:cubicBezTo>
                <a:cubicBezTo>
                  <a:pt x="13441" y="11389"/>
                  <a:pt x="13599" y="11404"/>
                  <a:pt x="13614" y="11294"/>
                </a:cubicBezTo>
                <a:cubicBezTo>
                  <a:pt x="13630" y="11168"/>
                  <a:pt x="13456" y="11152"/>
                  <a:pt x="13473" y="11026"/>
                </a:cubicBezTo>
                <a:cubicBezTo>
                  <a:pt x="13473" y="10916"/>
                  <a:pt x="13567" y="10931"/>
                  <a:pt x="13582" y="10805"/>
                </a:cubicBezTo>
                <a:cubicBezTo>
                  <a:pt x="13599" y="10696"/>
                  <a:pt x="13725" y="10711"/>
                  <a:pt x="13740" y="10601"/>
                </a:cubicBezTo>
                <a:cubicBezTo>
                  <a:pt x="13756" y="10475"/>
                  <a:pt x="13708" y="10475"/>
                  <a:pt x="13725" y="10349"/>
                </a:cubicBezTo>
                <a:cubicBezTo>
                  <a:pt x="13725" y="10238"/>
                  <a:pt x="13551" y="10223"/>
                  <a:pt x="13567" y="10097"/>
                </a:cubicBezTo>
                <a:cubicBezTo>
                  <a:pt x="13582" y="9986"/>
                  <a:pt x="13645" y="9986"/>
                  <a:pt x="13662" y="9876"/>
                </a:cubicBezTo>
                <a:cubicBezTo>
                  <a:pt x="13677" y="9765"/>
                  <a:pt x="13819" y="9782"/>
                  <a:pt x="13834" y="9656"/>
                </a:cubicBezTo>
                <a:cubicBezTo>
                  <a:pt x="13851" y="9545"/>
                  <a:pt x="13756" y="9530"/>
                  <a:pt x="13771" y="9419"/>
                </a:cubicBezTo>
                <a:cubicBezTo>
                  <a:pt x="13788" y="9293"/>
                  <a:pt x="13788" y="9293"/>
                  <a:pt x="13803" y="9183"/>
                </a:cubicBezTo>
                <a:cubicBezTo>
                  <a:pt x="13819" y="9072"/>
                  <a:pt x="13740" y="9057"/>
                  <a:pt x="13756" y="8946"/>
                </a:cubicBezTo>
                <a:cubicBezTo>
                  <a:pt x="13771" y="8820"/>
                  <a:pt x="13803" y="8836"/>
                  <a:pt x="13819" y="8710"/>
                </a:cubicBezTo>
                <a:cubicBezTo>
                  <a:pt x="13834" y="8599"/>
                  <a:pt x="13756" y="8584"/>
                  <a:pt x="13771" y="8473"/>
                </a:cubicBezTo>
                <a:cubicBezTo>
                  <a:pt x="13788" y="8347"/>
                  <a:pt x="13992" y="8379"/>
                  <a:pt x="14008" y="8269"/>
                </a:cubicBezTo>
                <a:cubicBezTo>
                  <a:pt x="14023" y="8143"/>
                  <a:pt x="14008" y="8143"/>
                  <a:pt x="14023" y="8032"/>
                </a:cubicBezTo>
                <a:cubicBezTo>
                  <a:pt x="14040" y="7906"/>
                  <a:pt x="14118" y="7923"/>
                  <a:pt x="14134" y="7812"/>
                </a:cubicBezTo>
                <a:cubicBezTo>
                  <a:pt x="14149" y="7686"/>
                  <a:pt x="13914" y="7654"/>
                  <a:pt x="13929" y="7544"/>
                </a:cubicBezTo>
                <a:cubicBezTo>
                  <a:pt x="13945" y="7434"/>
                  <a:pt x="14086" y="7450"/>
                  <a:pt x="14103" y="7324"/>
                </a:cubicBezTo>
                <a:cubicBezTo>
                  <a:pt x="14118" y="7213"/>
                  <a:pt x="14181" y="7213"/>
                  <a:pt x="14197" y="7103"/>
                </a:cubicBezTo>
                <a:cubicBezTo>
                  <a:pt x="14212" y="6992"/>
                  <a:pt x="14086" y="6977"/>
                  <a:pt x="14103" y="6851"/>
                </a:cubicBezTo>
                <a:cubicBezTo>
                  <a:pt x="14118" y="6740"/>
                  <a:pt x="14244" y="6757"/>
                  <a:pt x="14244" y="6631"/>
                </a:cubicBezTo>
                <a:cubicBezTo>
                  <a:pt x="14260" y="6520"/>
                  <a:pt x="14134" y="6505"/>
                  <a:pt x="14149" y="6394"/>
                </a:cubicBezTo>
                <a:cubicBezTo>
                  <a:pt x="14166" y="6268"/>
                  <a:pt x="14086" y="6268"/>
                  <a:pt x="14103" y="6142"/>
                </a:cubicBezTo>
                <a:cubicBezTo>
                  <a:pt x="14118" y="6032"/>
                  <a:pt x="14338" y="6063"/>
                  <a:pt x="14355" y="5937"/>
                </a:cubicBezTo>
                <a:lnTo>
                  <a:pt x="14386" y="5717"/>
                </a:lnTo>
                <a:cubicBezTo>
                  <a:pt x="14401" y="5591"/>
                  <a:pt x="14212" y="5574"/>
                  <a:pt x="14229" y="5448"/>
                </a:cubicBezTo>
                <a:cubicBezTo>
                  <a:pt x="14244" y="5339"/>
                  <a:pt x="14355" y="5354"/>
                  <a:pt x="14370" y="5228"/>
                </a:cubicBezTo>
                <a:cubicBezTo>
                  <a:pt x="14386" y="5118"/>
                  <a:pt x="14307" y="5102"/>
                  <a:pt x="14323" y="4992"/>
                </a:cubicBezTo>
                <a:cubicBezTo>
                  <a:pt x="14338" y="4881"/>
                  <a:pt x="14496" y="4898"/>
                  <a:pt x="14512" y="4771"/>
                </a:cubicBezTo>
                <a:cubicBezTo>
                  <a:pt x="14512" y="4661"/>
                  <a:pt x="14449" y="4645"/>
                  <a:pt x="14464" y="4535"/>
                </a:cubicBezTo>
                <a:cubicBezTo>
                  <a:pt x="14481" y="4425"/>
                  <a:pt x="14496" y="4425"/>
                  <a:pt x="14512" y="4299"/>
                </a:cubicBezTo>
                <a:cubicBezTo>
                  <a:pt x="14528" y="4188"/>
                  <a:pt x="14575" y="4204"/>
                  <a:pt x="14591" y="4078"/>
                </a:cubicBezTo>
                <a:cubicBezTo>
                  <a:pt x="14607" y="3967"/>
                  <a:pt x="14386" y="3936"/>
                  <a:pt x="14401" y="3826"/>
                </a:cubicBezTo>
                <a:cubicBezTo>
                  <a:pt x="14418" y="3700"/>
                  <a:pt x="14591" y="3732"/>
                  <a:pt x="14607" y="3606"/>
                </a:cubicBezTo>
                <a:cubicBezTo>
                  <a:pt x="14622" y="3495"/>
                  <a:pt x="14685" y="3495"/>
                  <a:pt x="14701" y="3385"/>
                </a:cubicBezTo>
                <a:cubicBezTo>
                  <a:pt x="14717" y="3274"/>
                  <a:pt x="14464" y="3243"/>
                  <a:pt x="14481" y="3117"/>
                </a:cubicBezTo>
                <a:cubicBezTo>
                  <a:pt x="14496" y="3007"/>
                  <a:pt x="14654" y="3022"/>
                  <a:pt x="14670" y="2912"/>
                </a:cubicBezTo>
                <a:cubicBezTo>
                  <a:pt x="14685" y="2786"/>
                  <a:pt x="14638" y="2786"/>
                  <a:pt x="14654" y="2675"/>
                </a:cubicBezTo>
                <a:cubicBezTo>
                  <a:pt x="14670" y="2549"/>
                  <a:pt x="14764" y="2566"/>
                  <a:pt x="14764" y="2455"/>
                </a:cubicBezTo>
                <a:cubicBezTo>
                  <a:pt x="14780" y="2329"/>
                  <a:pt x="14654" y="2314"/>
                  <a:pt x="14670" y="2203"/>
                </a:cubicBezTo>
                <a:cubicBezTo>
                  <a:pt x="14685" y="2077"/>
                  <a:pt x="14843" y="2108"/>
                  <a:pt x="14859" y="1982"/>
                </a:cubicBezTo>
                <a:cubicBezTo>
                  <a:pt x="14874" y="1872"/>
                  <a:pt x="14954" y="1746"/>
                  <a:pt x="14874" y="1652"/>
                </a:cubicBezTo>
                <a:cubicBezTo>
                  <a:pt x="14848" y="1620"/>
                  <a:pt x="14810" y="1611"/>
                  <a:pt x="14766" y="1611"/>
                </a:cubicBezTo>
                <a:cubicBezTo>
                  <a:pt x="14714" y="1611"/>
                  <a:pt x="14654" y="1623"/>
                  <a:pt x="14599" y="1623"/>
                </a:cubicBezTo>
                <a:cubicBezTo>
                  <a:pt x="14585" y="1623"/>
                  <a:pt x="14572" y="1622"/>
                  <a:pt x="14559" y="1620"/>
                </a:cubicBezTo>
                <a:cubicBezTo>
                  <a:pt x="14553" y="1620"/>
                  <a:pt x="14547" y="1619"/>
                  <a:pt x="14541" y="1619"/>
                </a:cubicBezTo>
                <a:cubicBezTo>
                  <a:pt x="14437" y="1619"/>
                  <a:pt x="14414" y="1747"/>
                  <a:pt x="14322" y="1747"/>
                </a:cubicBezTo>
                <a:cubicBezTo>
                  <a:pt x="14317" y="1747"/>
                  <a:pt x="14312" y="1747"/>
                  <a:pt x="14307" y="1746"/>
                </a:cubicBezTo>
                <a:cubicBezTo>
                  <a:pt x="14292" y="1744"/>
                  <a:pt x="14279" y="1744"/>
                  <a:pt x="14268" y="1744"/>
                </a:cubicBezTo>
                <a:cubicBezTo>
                  <a:pt x="14190" y="1744"/>
                  <a:pt x="14171" y="1780"/>
                  <a:pt x="14092" y="1780"/>
                </a:cubicBezTo>
                <a:cubicBezTo>
                  <a:pt x="14081" y="1780"/>
                  <a:pt x="14069" y="1780"/>
                  <a:pt x="14055" y="1778"/>
                </a:cubicBezTo>
                <a:lnTo>
                  <a:pt x="13834" y="1746"/>
                </a:lnTo>
                <a:cubicBezTo>
                  <a:pt x="13708" y="1730"/>
                  <a:pt x="13725" y="1635"/>
                  <a:pt x="13614" y="1635"/>
                </a:cubicBezTo>
                <a:cubicBezTo>
                  <a:pt x="13488" y="1620"/>
                  <a:pt x="13488" y="1620"/>
                  <a:pt x="13378" y="1604"/>
                </a:cubicBezTo>
                <a:cubicBezTo>
                  <a:pt x="13355" y="1601"/>
                  <a:pt x="13337" y="1600"/>
                  <a:pt x="13320" y="1600"/>
                </a:cubicBezTo>
                <a:cubicBezTo>
                  <a:pt x="13274" y="1600"/>
                  <a:pt x="13247" y="1609"/>
                  <a:pt x="13202" y="1609"/>
                </a:cubicBezTo>
                <a:cubicBezTo>
                  <a:pt x="13185" y="1609"/>
                  <a:pt x="13165" y="1608"/>
                  <a:pt x="13141" y="1604"/>
                </a:cubicBezTo>
                <a:cubicBezTo>
                  <a:pt x="13031" y="1589"/>
                  <a:pt x="13046" y="1431"/>
                  <a:pt x="12920" y="1415"/>
                </a:cubicBezTo>
                <a:cubicBezTo>
                  <a:pt x="12916" y="1414"/>
                  <a:pt x="12911" y="1414"/>
                  <a:pt x="12907" y="1414"/>
                </a:cubicBezTo>
                <a:cubicBezTo>
                  <a:pt x="12814" y="1414"/>
                  <a:pt x="12791" y="1558"/>
                  <a:pt x="12684" y="1558"/>
                </a:cubicBezTo>
                <a:cubicBezTo>
                  <a:pt x="12679" y="1558"/>
                  <a:pt x="12674" y="1558"/>
                  <a:pt x="12668" y="1557"/>
                </a:cubicBezTo>
                <a:cubicBezTo>
                  <a:pt x="12559" y="1557"/>
                  <a:pt x="12590" y="1352"/>
                  <a:pt x="12464" y="1337"/>
                </a:cubicBezTo>
                <a:cubicBezTo>
                  <a:pt x="12460" y="1336"/>
                  <a:pt x="12456" y="1336"/>
                  <a:pt x="12452" y="1336"/>
                </a:cubicBezTo>
                <a:cubicBezTo>
                  <a:pt x="12355" y="1336"/>
                  <a:pt x="12320" y="1510"/>
                  <a:pt x="12224" y="1510"/>
                </a:cubicBezTo>
                <a:cubicBezTo>
                  <a:pt x="12220" y="1510"/>
                  <a:pt x="12216" y="1510"/>
                  <a:pt x="12212" y="1509"/>
                </a:cubicBezTo>
                <a:cubicBezTo>
                  <a:pt x="12086" y="1509"/>
                  <a:pt x="12101" y="1463"/>
                  <a:pt x="11975" y="1446"/>
                </a:cubicBezTo>
                <a:cubicBezTo>
                  <a:pt x="11963" y="1445"/>
                  <a:pt x="11953" y="1444"/>
                  <a:pt x="11943" y="1444"/>
                </a:cubicBezTo>
                <a:cubicBezTo>
                  <a:pt x="11874" y="1444"/>
                  <a:pt x="11856" y="1481"/>
                  <a:pt x="11779" y="1481"/>
                </a:cubicBezTo>
                <a:cubicBezTo>
                  <a:pt x="11767" y="1481"/>
                  <a:pt x="11754" y="1480"/>
                  <a:pt x="11739" y="1478"/>
                </a:cubicBezTo>
                <a:cubicBezTo>
                  <a:pt x="11628" y="1463"/>
                  <a:pt x="11645" y="1274"/>
                  <a:pt x="11534" y="1257"/>
                </a:cubicBezTo>
                <a:cubicBezTo>
                  <a:pt x="11424" y="1242"/>
                  <a:pt x="11424" y="1179"/>
                  <a:pt x="11313" y="1163"/>
                </a:cubicBezTo>
                <a:cubicBezTo>
                  <a:pt x="11288" y="1160"/>
                  <a:pt x="11267" y="1159"/>
                  <a:pt x="11250" y="1159"/>
                </a:cubicBezTo>
                <a:cubicBezTo>
                  <a:pt x="11201" y="1159"/>
                  <a:pt x="11178" y="1168"/>
                  <a:pt x="11136" y="1168"/>
                </a:cubicBezTo>
                <a:cubicBezTo>
                  <a:pt x="11120" y="1168"/>
                  <a:pt x="11102" y="1166"/>
                  <a:pt x="11078" y="1163"/>
                </a:cubicBezTo>
                <a:cubicBezTo>
                  <a:pt x="11015" y="1155"/>
                  <a:pt x="10983" y="1155"/>
                  <a:pt x="10954" y="1155"/>
                </a:cubicBezTo>
                <a:cubicBezTo>
                  <a:pt x="10924" y="1155"/>
                  <a:pt x="10896" y="1155"/>
                  <a:pt x="10841" y="1148"/>
                </a:cubicBezTo>
                <a:cubicBezTo>
                  <a:pt x="10836" y="1147"/>
                  <a:pt x="10831" y="1147"/>
                  <a:pt x="10826" y="1147"/>
                </a:cubicBezTo>
                <a:cubicBezTo>
                  <a:pt x="10733" y="1147"/>
                  <a:pt x="10698" y="1290"/>
                  <a:pt x="10603" y="1290"/>
                </a:cubicBezTo>
                <a:cubicBezTo>
                  <a:pt x="10598" y="1290"/>
                  <a:pt x="10594" y="1290"/>
                  <a:pt x="10589" y="1289"/>
                </a:cubicBezTo>
                <a:cubicBezTo>
                  <a:pt x="10463" y="1274"/>
                  <a:pt x="10494" y="1037"/>
                  <a:pt x="10384" y="1022"/>
                </a:cubicBezTo>
                <a:cubicBezTo>
                  <a:pt x="10378" y="1021"/>
                  <a:pt x="10371" y="1020"/>
                  <a:pt x="10365" y="1020"/>
                </a:cubicBezTo>
                <a:cubicBezTo>
                  <a:pt x="10277" y="1020"/>
                  <a:pt x="10253" y="1117"/>
                  <a:pt x="10153" y="1117"/>
                </a:cubicBezTo>
                <a:cubicBezTo>
                  <a:pt x="10146" y="1117"/>
                  <a:pt x="10139" y="1117"/>
                  <a:pt x="10132" y="1116"/>
                </a:cubicBezTo>
                <a:cubicBezTo>
                  <a:pt x="10021" y="1100"/>
                  <a:pt x="10038" y="1022"/>
                  <a:pt x="9912" y="1005"/>
                </a:cubicBezTo>
                <a:cubicBezTo>
                  <a:pt x="9905" y="1004"/>
                  <a:pt x="9898" y="1004"/>
                  <a:pt x="9891" y="1004"/>
                </a:cubicBezTo>
                <a:cubicBezTo>
                  <a:pt x="9805" y="1004"/>
                  <a:pt x="9782" y="1086"/>
                  <a:pt x="9695" y="1086"/>
                </a:cubicBezTo>
                <a:cubicBezTo>
                  <a:pt x="9689" y="1086"/>
                  <a:pt x="9682" y="1086"/>
                  <a:pt x="9675" y="1085"/>
                </a:cubicBezTo>
                <a:cubicBezTo>
                  <a:pt x="9668" y="1084"/>
                  <a:pt x="9661" y="1083"/>
                  <a:pt x="9655" y="1083"/>
                </a:cubicBezTo>
                <a:cubicBezTo>
                  <a:pt x="9553" y="1083"/>
                  <a:pt x="9530" y="1196"/>
                  <a:pt x="9440" y="1196"/>
                </a:cubicBezTo>
                <a:cubicBezTo>
                  <a:pt x="9435" y="1196"/>
                  <a:pt x="9429" y="1195"/>
                  <a:pt x="9423" y="1194"/>
                </a:cubicBezTo>
                <a:cubicBezTo>
                  <a:pt x="9297" y="1179"/>
                  <a:pt x="9313" y="1053"/>
                  <a:pt x="9202" y="1037"/>
                </a:cubicBezTo>
                <a:cubicBezTo>
                  <a:pt x="9092" y="1022"/>
                  <a:pt x="9108" y="927"/>
                  <a:pt x="8982" y="911"/>
                </a:cubicBezTo>
                <a:cubicBezTo>
                  <a:pt x="8872" y="896"/>
                  <a:pt x="8872" y="864"/>
                  <a:pt x="8761" y="848"/>
                </a:cubicBezTo>
                <a:cubicBezTo>
                  <a:pt x="8743" y="846"/>
                  <a:pt x="8728" y="845"/>
                  <a:pt x="8714" y="845"/>
                </a:cubicBezTo>
                <a:cubicBezTo>
                  <a:pt x="8646" y="845"/>
                  <a:pt x="8626" y="867"/>
                  <a:pt x="8566" y="867"/>
                </a:cubicBezTo>
                <a:cubicBezTo>
                  <a:pt x="8554" y="867"/>
                  <a:pt x="8541" y="866"/>
                  <a:pt x="8525" y="864"/>
                </a:cubicBezTo>
                <a:cubicBezTo>
                  <a:pt x="8399" y="848"/>
                  <a:pt x="8414" y="816"/>
                  <a:pt x="8288" y="801"/>
                </a:cubicBezTo>
                <a:cubicBezTo>
                  <a:pt x="8283" y="800"/>
                  <a:pt x="8279" y="800"/>
                  <a:pt x="8274" y="800"/>
                </a:cubicBezTo>
                <a:cubicBezTo>
                  <a:pt x="8180" y="800"/>
                  <a:pt x="8145" y="943"/>
                  <a:pt x="8051" y="943"/>
                </a:cubicBezTo>
                <a:cubicBezTo>
                  <a:pt x="8046" y="943"/>
                  <a:pt x="8041" y="943"/>
                  <a:pt x="8036" y="942"/>
                </a:cubicBezTo>
                <a:cubicBezTo>
                  <a:pt x="7927" y="927"/>
                  <a:pt x="7942" y="816"/>
                  <a:pt x="7816" y="801"/>
                </a:cubicBezTo>
                <a:cubicBezTo>
                  <a:pt x="7706" y="785"/>
                  <a:pt x="7706" y="770"/>
                  <a:pt x="7595" y="753"/>
                </a:cubicBezTo>
                <a:cubicBezTo>
                  <a:pt x="7577" y="751"/>
                  <a:pt x="7562" y="750"/>
                  <a:pt x="7548" y="750"/>
                </a:cubicBezTo>
                <a:cubicBezTo>
                  <a:pt x="7480" y="750"/>
                  <a:pt x="7460" y="773"/>
                  <a:pt x="7400" y="773"/>
                </a:cubicBezTo>
                <a:cubicBezTo>
                  <a:pt x="7388" y="773"/>
                  <a:pt x="7375" y="772"/>
                  <a:pt x="7359" y="770"/>
                </a:cubicBezTo>
                <a:cubicBezTo>
                  <a:pt x="7340" y="767"/>
                  <a:pt x="7324" y="766"/>
                  <a:pt x="7310" y="766"/>
                </a:cubicBezTo>
                <a:cubicBezTo>
                  <a:pt x="7245" y="766"/>
                  <a:pt x="7222" y="788"/>
                  <a:pt x="7156" y="788"/>
                </a:cubicBezTo>
                <a:cubicBezTo>
                  <a:pt x="7142" y="788"/>
                  <a:pt x="7126" y="787"/>
                  <a:pt x="7107" y="785"/>
                </a:cubicBezTo>
                <a:cubicBezTo>
                  <a:pt x="7100" y="784"/>
                  <a:pt x="7093" y="783"/>
                  <a:pt x="7087" y="783"/>
                </a:cubicBezTo>
                <a:cubicBezTo>
                  <a:pt x="7000" y="783"/>
                  <a:pt x="6977" y="866"/>
                  <a:pt x="6891" y="866"/>
                </a:cubicBezTo>
                <a:cubicBezTo>
                  <a:pt x="6884" y="866"/>
                  <a:pt x="6877" y="865"/>
                  <a:pt x="6870" y="864"/>
                </a:cubicBezTo>
                <a:cubicBezTo>
                  <a:pt x="6744" y="848"/>
                  <a:pt x="6776" y="659"/>
                  <a:pt x="6666" y="644"/>
                </a:cubicBezTo>
                <a:cubicBezTo>
                  <a:pt x="6603" y="635"/>
                  <a:pt x="6572" y="635"/>
                  <a:pt x="6542" y="635"/>
                </a:cubicBezTo>
                <a:cubicBezTo>
                  <a:pt x="6512" y="635"/>
                  <a:pt x="6485" y="635"/>
                  <a:pt x="6429" y="627"/>
                </a:cubicBezTo>
                <a:cubicBezTo>
                  <a:pt x="6417" y="625"/>
                  <a:pt x="6406" y="625"/>
                  <a:pt x="6396" y="625"/>
                </a:cubicBezTo>
                <a:cubicBezTo>
                  <a:pt x="6325" y="625"/>
                  <a:pt x="6298" y="661"/>
                  <a:pt x="6228" y="661"/>
                </a:cubicBezTo>
                <a:cubicBezTo>
                  <a:pt x="6218" y="661"/>
                  <a:pt x="6206" y="661"/>
                  <a:pt x="6193" y="659"/>
                </a:cubicBezTo>
                <a:cubicBezTo>
                  <a:pt x="6067" y="644"/>
                  <a:pt x="6082" y="533"/>
                  <a:pt x="5973" y="517"/>
                </a:cubicBezTo>
                <a:cubicBezTo>
                  <a:pt x="5967" y="517"/>
                  <a:pt x="5961" y="516"/>
                  <a:pt x="5955" y="516"/>
                </a:cubicBezTo>
                <a:cubicBezTo>
                  <a:pt x="5864" y="516"/>
                  <a:pt x="5829" y="628"/>
                  <a:pt x="5738" y="628"/>
                </a:cubicBezTo>
                <a:cubicBezTo>
                  <a:pt x="5732" y="628"/>
                  <a:pt x="5727" y="628"/>
                  <a:pt x="5721" y="627"/>
                </a:cubicBezTo>
                <a:cubicBezTo>
                  <a:pt x="5610" y="612"/>
                  <a:pt x="5626" y="486"/>
                  <a:pt x="5500" y="470"/>
                </a:cubicBezTo>
                <a:cubicBezTo>
                  <a:pt x="5495" y="469"/>
                  <a:pt x="5489" y="468"/>
                  <a:pt x="5484" y="468"/>
                </a:cubicBezTo>
                <a:cubicBezTo>
                  <a:pt x="5393" y="468"/>
                  <a:pt x="5370" y="582"/>
                  <a:pt x="5267" y="582"/>
                </a:cubicBezTo>
                <a:cubicBezTo>
                  <a:pt x="5261" y="582"/>
                  <a:pt x="5255" y="581"/>
                  <a:pt x="5248" y="580"/>
                </a:cubicBezTo>
                <a:cubicBezTo>
                  <a:pt x="5137" y="564"/>
                  <a:pt x="5137" y="533"/>
                  <a:pt x="5028" y="517"/>
                </a:cubicBezTo>
                <a:cubicBezTo>
                  <a:pt x="4917" y="501"/>
                  <a:pt x="4917" y="454"/>
                  <a:pt x="4807" y="438"/>
                </a:cubicBezTo>
                <a:cubicBezTo>
                  <a:pt x="4800" y="437"/>
                  <a:pt x="4793" y="437"/>
                  <a:pt x="4786" y="437"/>
                </a:cubicBezTo>
                <a:cubicBezTo>
                  <a:pt x="4686" y="437"/>
                  <a:pt x="4661" y="534"/>
                  <a:pt x="4574" y="534"/>
                </a:cubicBezTo>
                <a:cubicBezTo>
                  <a:pt x="4568" y="534"/>
                  <a:pt x="4562" y="534"/>
                  <a:pt x="4555" y="533"/>
                </a:cubicBezTo>
                <a:cubicBezTo>
                  <a:pt x="4444" y="517"/>
                  <a:pt x="4444" y="423"/>
                  <a:pt x="4334" y="407"/>
                </a:cubicBezTo>
                <a:cubicBezTo>
                  <a:pt x="4223" y="391"/>
                  <a:pt x="4240" y="249"/>
                  <a:pt x="4129" y="234"/>
                </a:cubicBezTo>
                <a:cubicBezTo>
                  <a:pt x="4123" y="233"/>
                  <a:pt x="4117" y="233"/>
                  <a:pt x="4111" y="233"/>
                </a:cubicBezTo>
                <a:cubicBezTo>
                  <a:pt x="4006" y="233"/>
                  <a:pt x="3984" y="361"/>
                  <a:pt x="3891" y="361"/>
                </a:cubicBezTo>
                <a:cubicBezTo>
                  <a:pt x="3887" y="361"/>
                  <a:pt x="3882" y="361"/>
                  <a:pt x="3877" y="360"/>
                </a:cubicBezTo>
                <a:cubicBezTo>
                  <a:pt x="3751" y="344"/>
                  <a:pt x="3767" y="234"/>
                  <a:pt x="3656" y="217"/>
                </a:cubicBezTo>
                <a:cubicBezTo>
                  <a:pt x="3650" y="217"/>
                  <a:pt x="3645" y="216"/>
                  <a:pt x="3639" y="216"/>
                </a:cubicBezTo>
                <a:cubicBezTo>
                  <a:pt x="3534" y="216"/>
                  <a:pt x="3512" y="345"/>
                  <a:pt x="3420" y="345"/>
                </a:cubicBezTo>
                <a:cubicBezTo>
                  <a:pt x="3415" y="345"/>
                  <a:pt x="3410" y="344"/>
                  <a:pt x="3404" y="344"/>
                </a:cubicBezTo>
                <a:cubicBezTo>
                  <a:pt x="3278" y="328"/>
                  <a:pt x="3310" y="123"/>
                  <a:pt x="3200" y="108"/>
                </a:cubicBezTo>
                <a:cubicBezTo>
                  <a:pt x="3074" y="91"/>
                  <a:pt x="3074" y="91"/>
                  <a:pt x="2963" y="76"/>
                </a:cubicBezTo>
                <a:cubicBezTo>
                  <a:pt x="2955" y="75"/>
                  <a:pt x="2948" y="75"/>
                  <a:pt x="2941" y="75"/>
                </a:cubicBezTo>
                <a:cubicBezTo>
                  <a:pt x="2857" y="75"/>
                  <a:pt x="2832" y="156"/>
                  <a:pt x="2735" y="156"/>
                </a:cubicBezTo>
                <a:cubicBezTo>
                  <a:pt x="2728" y="156"/>
                  <a:pt x="2720" y="156"/>
                  <a:pt x="2711" y="154"/>
                </a:cubicBezTo>
                <a:cubicBezTo>
                  <a:pt x="2601" y="139"/>
                  <a:pt x="2616" y="60"/>
                  <a:pt x="2490" y="60"/>
                </a:cubicBezTo>
                <a:cubicBezTo>
                  <a:pt x="2484" y="59"/>
                  <a:pt x="2478" y="59"/>
                  <a:pt x="2472" y="59"/>
                </a:cubicBezTo>
                <a:cubicBezTo>
                  <a:pt x="2384" y="59"/>
                  <a:pt x="2361" y="156"/>
                  <a:pt x="2274" y="156"/>
                </a:cubicBezTo>
                <a:cubicBezTo>
                  <a:pt x="2268" y="156"/>
                  <a:pt x="2261" y="155"/>
                  <a:pt x="2255" y="154"/>
                </a:cubicBezTo>
                <a:cubicBezTo>
                  <a:pt x="2146" y="141"/>
                  <a:pt x="2073" y="0"/>
                  <a:pt x="2004" y="0"/>
                </a:cubicBezTo>
                <a:close/>
              </a:path>
            </a:pathLst>
          </a:custGeom>
          <a:solidFill>
            <a:schemeClr val="lt2"/>
          </a:solidFill>
          <a:ln>
            <a:noFill/>
          </a:ln>
          <a:effectLst>
            <a:outerShdw blurRad="57150" dist="19050" dir="5400000" algn="bl" rotWithShape="0">
              <a:schemeClr val="dk1">
                <a:alpha val="27000"/>
              </a:schemeClr>
            </a:outerShdw>
          </a:effectLst>
        </p:spPr>
        <p:txBody>
          <a:bodyPr spcFirstLastPara="1" wrap="square" lIns="91425" tIns="91425" rIns="91425" bIns="91425" anchor="ctr" anchorCtr="0">
            <a:noAutofit/>
          </a:bodyPr>
          <a:lstStyle/>
          <a:p>
            <a:pPr marL="0" lvl="0" indent="0" algn="r" rtl="0">
              <a:spcBef>
                <a:spcPts val="0"/>
              </a:spcBef>
              <a:spcAft>
                <a:spcPts val="0"/>
              </a:spcAft>
              <a:buNone/>
            </a:pPr>
            <a:endParaRPr lang="he-IL" dirty="0">
              <a:latin typeface="David" panose="020E0502060401010101" pitchFamily="34" charset="-79"/>
              <a:cs typeface="David" panose="020E0502060401010101" pitchFamily="34" charset="-79"/>
            </a:endParaRPr>
          </a:p>
        </p:txBody>
      </p:sp>
      <p:pic>
        <p:nvPicPr>
          <p:cNvPr id="2183" name="Google Shape;2183;p38"/>
          <p:cNvPicPr preferRelativeResize="0"/>
          <p:nvPr/>
        </p:nvPicPr>
        <p:blipFill>
          <a:blip r:embed="rId3">
            <a:alphaModFix/>
          </a:blip>
          <a:stretch>
            <a:fillRect/>
          </a:stretch>
        </p:blipFill>
        <p:spPr>
          <a:xfrm rot="1091411" flipH="1">
            <a:off x="237838" y="336581"/>
            <a:ext cx="1436300" cy="1753743"/>
          </a:xfrm>
          <a:prstGeom prst="rect">
            <a:avLst/>
          </a:prstGeom>
          <a:noFill/>
          <a:ln>
            <a:noFill/>
          </a:ln>
        </p:spPr>
      </p:pic>
      <p:sp>
        <p:nvSpPr>
          <p:cNvPr id="2184" name="Google Shape;2184;p38"/>
          <p:cNvSpPr/>
          <p:nvPr/>
        </p:nvSpPr>
        <p:spPr>
          <a:xfrm rot="-1305378">
            <a:off x="6396367" y="444491"/>
            <a:ext cx="875713" cy="618025"/>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85" name="Google Shape;2185;p38"/>
          <p:cNvSpPr/>
          <p:nvPr/>
        </p:nvSpPr>
        <p:spPr>
          <a:xfrm rot="-3714108">
            <a:off x="874023" y="1619308"/>
            <a:ext cx="875706" cy="618021"/>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David" panose="020E0502060401010101" pitchFamily="34" charset="-79"/>
              <a:cs typeface="David" panose="020E0502060401010101" pitchFamily="34" charset="-79"/>
            </a:endParaRPr>
          </a:p>
        </p:txBody>
      </p:sp>
      <p:sp>
        <p:nvSpPr>
          <p:cNvPr id="3" name="כותרת 2">
            <a:extLst>
              <a:ext uri="{FF2B5EF4-FFF2-40B4-BE49-F238E27FC236}">
                <a16:creationId xmlns:a16="http://schemas.microsoft.com/office/drawing/2014/main" id="{D202561C-5841-C6E0-FEBB-CE77E90649C3}"/>
              </a:ext>
            </a:extLst>
          </p:cNvPr>
          <p:cNvSpPr>
            <a:spLocks noGrp="1"/>
          </p:cNvSpPr>
          <p:nvPr>
            <p:ph type="title"/>
          </p:nvPr>
        </p:nvSpPr>
        <p:spPr>
          <a:xfrm>
            <a:off x="1423281" y="711397"/>
            <a:ext cx="3877039" cy="2957442"/>
          </a:xfrm>
        </p:spPr>
        <p:txBody>
          <a:bodyPr/>
          <a:lstStyle/>
          <a:p>
            <a:pPr algn="r" rtl="1"/>
            <a:br>
              <a:rPr kumimoji="0" lang="he-IL" sz="1400" b="1" i="0" u="none" strike="noStrike" kern="1200" cap="none" spc="0" normalizeH="0" baseline="0" noProof="0" dirty="0">
                <a:ln>
                  <a:noFill/>
                </a:ln>
                <a:solidFill>
                  <a:srgbClr val="C00000"/>
                </a:solidFill>
                <a:effectLst/>
                <a:uLnTx/>
                <a:uFillTx/>
                <a:latin typeface="David" panose="020E0502060401010101" pitchFamily="34" charset="-79"/>
                <a:ea typeface="Gadugi" panose="020B0502040204020203" pitchFamily="34" charset="0"/>
                <a:cs typeface="David" panose="020E0502060401010101" pitchFamily="34" charset="-79"/>
                <a:sym typeface="Aleo"/>
              </a:rPr>
            </a:br>
            <a:br>
              <a:rPr kumimoji="0" lang="he-IL" sz="1400" b="1" i="0" u="none" strike="noStrike" kern="1200" cap="none" spc="0" normalizeH="0" baseline="0" noProof="0" dirty="0">
                <a:ln>
                  <a:noFill/>
                </a:ln>
                <a:solidFill>
                  <a:srgbClr val="C00000"/>
                </a:solidFill>
                <a:effectLst/>
                <a:uLnTx/>
                <a:uFillTx/>
                <a:latin typeface="David" panose="020E0502060401010101" pitchFamily="34" charset="-79"/>
                <a:ea typeface="Gadugi" panose="020B0502040204020203" pitchFamily="34" charset="0"/>
                <a:cs typeface="David" panose="020E0502060401010101" pitchFamily="34" charset="-79"/>
                <a:sym typeface="Aleo"/>
              </a:rPr>
            </a:br>
            <a:br>
              <a:rPr kumimoji="0" lang="he-IL" sz="1400" b="1" i="0" u="none" strike="noStrike" kern="1200" cap="none" spc="0" normalizeH="0" baseline="0" noProof="0" dirty="0">
                <a:ln>
                  <a:noFill/>
                </a:ln>
                <a:solidFill>
                  <a:srgbClr val="C00000"/>
                </a:solidFill>
                <a:effectLst/>
                <a:uLnTx/>
                <a:uFillTx/>
                <a:latin typeface="David" panose="020E0502060401010101" pitchFamily="34" charset="-79"/>
                <a:ea typeface="Gadugi" panose="020B0502040204020203" pitchFamily="34" charset="0"/>
                <a:cs typeface="David" panose="020E0502060401010101" pitchFamily="34" charset="-79"/>
                <a:sym typeface="Aleo"/>
              </a:rPr>
            </a:br>
            <a:br>
              <a:rPr kumimoji="0" lang="he-IL" sz="1400" b="1" i="0" u="none" strike="noStrike" kern="1200" cap="none" spc="0" normalizeH="0" baseline="0" noProof="0" dirty="0">
                <a:ln>
                  <a:noFill/>
                </a:ln>
                <a:solidFill>
                  <a:srgbClr val="C00000"/>
                </a:solidFill>
                <a:effectLst/>
                <a:uLnTx/>
                <a:uFillTx/>
                <a:latin typeface="David" panose="020E0502060401010101" pitchFamily="34" charset="-79"/>
                <a:ea typeface="Gadugi" panose="020B0502040204020203" pitchFamily="34" charset="0"/>
                <a:cs typeface="David" panose="020E0502060401010101" pitchFamily="34" charset="-79"/>
                <a:sym typeface="Aleo"/>
              </a:rPr>
            </a:br>
            <a:br>
              <a:rPr kumimoji="0" lang="he-IL" sz="1400" b="1" i="0" u="none" strike="noStrike" kern="1200" cap="none" spc="0" normalizeH="0" baseline="0" noProof="0" dirty="0">
                <a:ln>
                  <a:noFill/>
                </a:ln>
                <a:solidFill>
                  <a:srgbClr val="C00000"/>
                </a:solidFill>
                <a:effectLst/>
                <a:uLnTx/>
                <a:uFillTx/>
                <a:latin typeface="David" panose="020E0502060401010101" pitchFamily="34" charset="-79"/>
                <a:ea typeface="Gadugi" panose="020B0502040204020203" pitchFamily="34" charset="0"/>
                <a:cs typeface="David" panose="020E0502060401010101" pitchFamily="34" charset="-79"/>
                <a:sym typeface="Aleo"/>
              </a:rPr>
            </a:br>
            <a:br>
              <a:rPr kumimoji="0" lang="he-IL" sz="1400" b="1" i="0" u="none" strike="noStrike" kern="1200" cap="none" spc="0" normalizeH="0" baseline="0" noProof="0" dirty="0">
                <a:ln>
                  <a:noFill/>
                </a:ln>
                <a:solidFill>
                  <a:srgbClr val="C00000"/>
                </a:solidFill>
                <a:effectLst/>
                <a:uLnTx/>
                <a:uFillTx/>
                <a:latin typeface="David" panose="020E0502060401010101" pitchFamily="34" charset="-79"/>
                <a:ea typeface="Gadugi" panose="020B0502040204020203" pitchFamily="34" charset="0"/>
                <a:cs typeface="David" panose="020E0502060401010101" pitchFamily="34" charset="-79"/>
                <a:sym typeface="Aleo"/>
              </a:rPr>
            </a:br>
            <a:br>
              <a:rPr kumimoji="0" lang="he-IL" sz="1400" b="1" i="0" u="none" strike="noStrike" kern="1200" cap="none" spc="0" normalizeH="0" baseline="0" noProof="0" dirty="0">
                <a:ln>
                  <a:noFill/>
                </a:ln>
                <a:solidFill>
                  <a:srgbClr val="C00000"/>
                </a:solidFill>
                <a:effectLst/>
                <a:uLnTx/>
                <a:uFillTx/>
                <a:latin typeface="David" panose="020E0502060401010101" pitchFamily="34" charset="-79"/>
                <a:ea typeface="Gadugi" panose="020B0502040204020203" pitchFamily="34" charset="0"/>
                <a:cs typeface="David" panose="020E0502060401010101" pitchFamily="34" charset="-79"/>
                <a:sym typeface="Aleo"/>
              </a:rPr>
            </a:br>
            <a:r>
              <a:rPr kumimoji="0" lang="he-IL" sz="1400" b="1" i="0" u="none" strike="noStrike" kern="1200" cap="none" spc="0" normalizeH="0" baseline="0" noProof="0" dirty="0">
                <a:ln>
                  <a:noFill/>
                </a:ln>
                <a:solidFill>
                  <a:srgbClr val="C00000"/>
                </a:solidFill>
                <a:effectLst/>
                <a:uLnTx/>
                <a:uFillTx/>
                <a:latin typeface="David" panose="020E0502060401010101" pitchFamily="34" charset="-79"/>
                <a:ea typeface="Gadugi" panose="020B0502040204020203" pitchFamily="34" charset="0"/>
                <a:cs typeface="David" panose="020E0502060401010101" pitchFamily="34" charset="-79"/>
                <a:sym typeface="Aleo"/>
              </a:rPr>
              <a:t>תפילה בקול ובשיר:</a:t>
            </a:r>
            <a:br>
              <a:rPr kumimoji="0" lang="he-IL" sz="1400"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br>
            <a:r>
              <a:rPr kumimoji="0" lang="he-IL" sz="1400" b="1"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t>התפילה תהיה משולבת בחלקים הנאמרים בקול ובשירה, וחלקים הנאמרים בלחש. אלו הנאמרים בלחש יֵאָמרו על ידי התלמיד כאשר הוא משמיע לאוזנו.</a:t>
            </a:r>
            <a:br>
              <a:rPr kumimoji="0" lang="he-IL" sz="1400" b="1"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br>
            <a:br>
              <a:rPr kumimoji="0" lang="he-IL" sz="1400" b="1"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br>
            <a:r>
              <a:rPr kumimoji="0" lang="he-IL" sz="1400" b="1" i="0" u="none" strike="noStrike" kern="1200" cap="none" spc="0" normalizeH="0" baseline="0" noProof="0" dirty="0">
                <a:ln>
                  <a:noFill/>
                </a:ln>
                <a:solidFill>
                  <a:srgbClr val="C00000"/>
                </a:solidFill>
                <a:effectLst/>
                <a:uLnTx/>
                <a:uFillTx/>
                <a:latin typeface="David" panose="020E0502060401010101" pitchFamily="34" charset="-79"/>
                <a:ea typeface="Gadugi" panose="020B0502040204020203" pitchFamily="34" charset="0"/>
                <a:cs typeface="David" panose="020E0502060401010101" pitchFamily="34" charset="-79"/>
                <a:sym typeface="Aleo"/>
              </a:rPr>
              <a:t>חלקי התפילה:  </a:t>
            </a:r>
            <a:br>
              <a:rPr kumimoji="0" lang="he-IL" sz="1400" b="1"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br>
            <a:r>
              <a:rPr kumimoji="0" lang="he-IL" sz="1400" b="1"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t>א. יש בתפילה מצוות מהתורה – העמידה ותפילה לפני ה', וקריאת שמע [קריאת שמע היא מצווה מהתורה בפני עצמה]</a:t>
            </a:r>
            <a:br>
              <a:rPr kumimoji="0" lang="he-IL" sz="1400" b="1"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br>
            <a:r>
              <a:rPr kumimoji="0" lang="he-IL" sz="1400" b="1"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t>ב. יש פרקי תפילה שחכמים תקנו, כגון: ברכות השחר, פסוקי </a:t>
            </a:r>
            <a:r>
              <a:rPr kumimoji="0" lang="he-IL" sz="1400" b="1" i="0" u="none" strike="noStrike" kern="1200" cap="none" spc="0" normalizeH="0" baseline="0" noProof="0" dirty="0" err="1">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t>דזמרא</a:t>
            </a:r>
            <a:r>
              <a:rPr kumimoji="0" lang="he-IL" sz="1400" b="1"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t>, ברכות קריאת שמע, תפילת עמידה. </a:t>
            </a:r>
            <a:br>
              <a:rPr kumimoji="0" lang="he-IL" sz="1400" b="1"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br>
            <a:r>
              <a:rPr kumimoji="0" lang="he-IL" sz="1400" b="1"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t>ג. מנהגים: פיוטים - אדון עולם, יגדל, שיר של יום, עלינו לשבח</a:t>
            </a:r>
            <a:r>
              <a:rPr kumimoji="0" lang="he-IL" sz="1200" b="1"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t>.</a:t>
            </a:r>
            <a:endParaRPr lang="he-IL" b="1" dirty="0">
              <a:solidFill>
                <a:schemeClr val="tx1"/>
              </a:solidFill>
              <a:latin typeface="David" panose="020E0502060401010101" pitchFamily="34" charset="-79"/>
              <a:cs typeface="David" panose="020E0502060401010101" pitchFamily="34" charset="-79"/>
            </a:endParaRPr>
          </a:p>
        </p:txBody>
      </p:sp>
      <p:sp>
        <p:nvSpPr>
          <p:cNvPr id="7" name="כותרת משנה 6">
            <a:extLst>
              <a:ext uri="{FF2B5EF4-FFF2-40B4-BE49-F238E27FC236}">
                <a16:creationId xmlns:a16="http://schemas.microsoft.com/office/drawing/2014/main" id="{DDF81B87-F272-7BAF-1429-F9E38224D170}"/>
              </a:ext>
            </a:extLst>
          </p:cNvPr>
          <p:cNvSpPr>
            <a:spLocks noGrp="1"/>
          </p:cNvSpPr>
          <p:nvPr>
            <p:ph type="subTitle" idx="1"/>
          </p:nvPr>
        </p:nvSpPr>
        <p:spPr>
          <a:xfrm>
            <a:off x="955988" y="3969130"/>
            <a:ext cx="3438252" cy="1346039"/>
          </a:xfrm>
        </p:spPr>
        <p:txBody>
          <a:bodyPr/>
          <a:lstStyle/>
          <a:p>
            <a:pPr marL="91440" marR="0" lvl="0" indent="-91440" defTabSz="914400" rtl="1" eaLnBrk="1" fontAlgn="auto" latinLnBrk="0" hangingPunct="1">
              <a:spcBef>
                <a:spcPts val="1300"/>
              </a:spcBef>
              <a:spcAft>
                <a:spcPts val="0"/>
              </a:spcAft>
              <a:buClrTx/>
              <a:buSzTx/>
              <a:buFont typeface="Arial" pitchFamily="34" charset="0"/>
              <a:buChar char=" "/>
              <a:tabLst/>
              <a:defRPr/>
            </a:pPr>
            <a:r>
              <a:rPr kumimoji="0" lang="he-IL" b="1" i="0" u="none" strike="noStrike" kern="1200" cap="none" spc="0" normalizeH="0" baseline="0" noProof="0" dirty="0">
                <a:ln>
                  <a:noFill/>
                </a:ln>
                <a:solidFill>
                  <a:schemeClr val="tx1"/>
                </a:solidFill>
                <a:effectLst/>
                <a:uLnTx/>
                <a:uFillTx/>
                <a:latin typeface="David" panose="020E0502060401010101" pitchFamily="34" charset="-79"/>
                <a:ea typeface="+mn-ea"/>
                <a:cs typeface="David" panose="020E0502060401010101" pitchFamily="34" charset="-79"/>
              </a:rPr>
              <a:t>יש להתאים את זמן התפילה לשכבת הגיל ולאוכלוסיית בית החינוך                                  </a:t>
            </a:r>
            <a:r>
              <a:rPr lang="he-IL" b="1" kern="1200" dirty="0">
                <a:solidFill>
                  <a:schemeClr val="tx1"/>
                </a:solidFill>
                <a:latin typeface="David" panose="020E0502060401010101" pitchFamily="34" charset="-79"/>
                <a:ea typeface="+mn-ea"/>
                <a:cs typeface="David" panose="020E0502060401010101" pitchFamily="34" charset="-79"/>
              </a:rPr>
              <a:t>                                 </a:t>
            </a:r>
            <a:r>
              <a:rPr kumimoji="0" lang="he-IL" b="1" i="0" u="none" strike="noStrike" kern="1200" cap="none" spc="0" normalizeH="0" baseline="0" noProof="0" dirty="0">
                <a:ln>
                  <a:noFill/>
                </a:ln>
                <a:solidFill>
                  <a:schemeClr val="tx1"/>
                </a:solidFill>
                <a:effectLst/>
                <a:uLnTx/>
                <a:uFillTx/>
                <a:latin typeface="David" panose="020E0502060401010101" pitchFamily="34" charset="-79"/>
                <a:ea typeface="+mn-ea"/>
                <a:cs typeface="David" panose="020E0502060401010101" pitchFamily="34" charset="-79"/>
              </a:rPr>
              <a:t> משך הזמן לתפילת שחרית -  30-15 דקות</a:t>
            </a:r>
          </a:p>
          <a:p>
            <a:endParaRPr lang="he-IL" sz="2000" dirty="0">
              <a:solidFill>
                <a:schemeClr val="tx1"/>
              </a:solidFill>
              <a:latin typeface="David" panose="020E0502060401010101" pitchFamily="34" charset="-79"/>
              <a:cs typeface="David" panose="020E0502060401010101" pitchFamily="34" charset="-79"/>
            </a:endParaRPr>
          </a:p>
        </p:txBody>
      </p:sp>
      <p:sp>
        <p:nvSpPr>
          <p:cNvPr id="8" name="תיבת טקסט 7">
            <a:extLst>
              <a:ext uri="{FF2B5EF4-FFF2-40B4-BE49-F238E27FC236}">
                <a16:creationId xmlns:a16="http://schemas.microsoft.com/office/drawing/2014/main" id="{9C5B0A1E-07C5-960A-915E-B9DF17968854}"/>
              </a:ext>
            </a:extLst>
          </p:cNvPr>
          <p:cNvSpPr txBox="1"/>
          <p:nvPr/>
        </p:nvSpPr>
        <p:spPr>
          <a:xfrm>
            <a:off x="5766809" y="1095812"/>
            <a:ext cx="2407373" cy="1200329"/>
          </a:xfrm>
          <a:prstGeom prst="rect">
            <a:avLst/>
          </a:prstGeom>
          <a:noFill/>
        </p:spPr>
        <p:txBody>
          <a:bodyPr wrap="square" rtlCol="1">
            <a:spAutoFit/>
          </a:bodyPr>
          <a:lstStyle/>
          <a:p>
            <a:pPr algn="ctr"/>
            <a:r>
              <a:rPr lang="he-IL" sz="2000" dirty="0">
                <a:solidFill>
                  <a:schemeClr val="accent3">
                    <a:lumMod val="50000"/>
                  </a:schemeClr>
                </a:solidFill>
                <a:latin typeface="David" panose="020E0502060401010101" pitchFamily="34" charset="-79"/>
                <a:cs typeface="David" panose="020E0502060401010101" pitchFamily="34" charset="-79"/>
              </a:rPr>
              <a:t>"</a:t>
            </a:r>
            <a:r>
              <a:rPr lang="he-IL" sz="2000" b="1" dirty="0">
                <a:solidFill>
                  <a:schemeClr val="accent3">
                    <a:lumMod val="50000"/>
                  </a:schemeClr>
                </a:solidFill>
                <a:latin typeface="David" panose="020E0502060401010101" pitchFamily="34" charset="-79"/>
                <a:cs typeface="David" panose="020E0502060401010101" pitchFamily="34" charset="-79"/>
              </a:rPr>
              <a:t>מחסדו יתברך לתת לאדם מקום שיתקרב אל ה' יתברך"</a:t>
            </a:r>
            <a:br>
              <a:rPr lang="he-IL" b="1" dirty="0">
                <a:latin typeface="David" panose="020E0502060401010101" pitchFamily="34" charset="-79"/>
                <a:cs typeface="David" panose="020E0502060401010101" pitchFamily="34" charset="-79"/>
              </a:rPr>
            </a:br>
            <a:r>
              <a:rPr lang="he-IL" sz="1200" dirty="0">
                <a:latin typeface="David" panose="020E0502060401010101" pitchFamily="34" charset="-79"/>
                <a:cs typeface="David" panose="020E0502060401010101" pitchFamily="34" charset="-79"/>
              </a:rPr>
              <a:t>(דרך ה' </a:t>
            </a:r>
            <a:r>
              <a:rPr lang="he-IL" sz="1200" dirty="0" err="1">
                <a:latin typeface="David" panose="020E0502060401010101" pitchFamily="34" charset="-79"/>
                <a:cs typeface="David" panose="020E0502060401010101" pitchFamily="34" charset="-79"/>
              </a:rPr>
              <a:t>לרמח"ל</a:t>
            </a:r>
            <a:r>
              <a:rPr lang="he-IL" sz="1200" dirty="0">
                <a:latin typeface="David" panose="020E0502060401010101" pitchFamily="34" charset="-79"/>
                <a:cs typeface="David" panose="020E0502060401010101" pitchFamily="34" charset="-79"/>
              </a:rPr>
              <a:t>, פרק ח')</a:t>
            </a:r>
          </a:p>
        </p:txBody>
      </p:sp>
      <p:sp>
        <p:nvSpPr>
          <p:cNvPr id="9" name="Google Shape;8365;p54">
            <a:extLst>
              <a:ext uri="{FF2B5EF4-FFF2-40B4-BE49-F238E27FC236}">
                <a16:creationId xmlns:a16="http://schemas.microsoft.com/office/drawing/2014/main" id="{355C4D12-95E6-CC65-8E34-A74CB424175C}"/>
              </a:ext>
            </a:extLst>
          </p:cNvPr>
          <p:cNvSpPr txBox="1">
            <a:spLocks/>
          </p:cNvSpPr>
          <p:nvPr/>
        </p:nvSpPr>
        <p:spPr>
          <a:xfrm>
            <a:off x="5402457" y="2481713"/>
            <a:ext cx="3262200" cy="1235100"/>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1pPr>
            <a:lvl2pPr marL="914400" marR="0" lvl="1"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2pPr>
            <a:lvl3pPr marL="1371600" marR="0" lvl="2"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3pPr>
            <a:lvl4pPr marL="1828800" marR="0" lvl="3"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4pPr>
            <a:lvl5pPr marL="2286000" marR="0" lvl="4"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5pPr>
            <a:lvl6pPr marL="2743200" marR="0" lvl="5"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6pPr>
            <a:lvl7pPr marL="3200400" marR="0" lvl="6"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7pPr>
            <a:lvl8pPr marL="3657600" marR="0" lvl="7"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8pPr>
            <a:lvl9pPr marL="4114800" marR="0" lvl="8"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9pPr>
          </a:lstStyle>
          <a:p>
            <a:pPr marL="0" indent="0" rtl="1">
              <a:spcBef>
                <a:spcPts val="1200"/>
              </a:spcBef>
              <a:buClrTx/>
              <a:buSzTx/>
              <a:buFontTx/>
              <a:buNone/>
              <a:defRPr/>
            </a:pPr>
            <a:r>
              <a:rPr lang="he-IL" sz="2000" b="1" kern="1200" dirty="0">
                <a:solidFill>
                  <a:srgbClr val="C00000"/>
                </a:solidFill>
                <a:latin typeface="David" panose="020E0502060401010101" pitchFamily="34" charset="-79"/>
                <a:ea typeface="+mn-ea"/>
                <a:cs typeface="David" panose="020E0502060401010101" pitchFamily="34" charset="-79"/>
              </a:rPr>
              <a:t>העקרונות המנחים את </a:t>
            </a:r>
          </a:p>
          <a:p>
            <a:pPr marL="0" indent="0" rtl="1">
              <a:spcBef>
                <a:spcPts val="1200"/>
              </a:spcBef>
              <a:buClrTx/>
              <a:buSzTx/>
              <a:buFontTx/>
              <a:buNone/>
              <a:defRPr/>
            </a:pPr>
            <a:r>
              <a:rPr lang="he-IL" sz="2000" b="1" kern="1200" dirty="0">
                <a:solidFill>
                  <a:srgbClr val="C00000"/>
                </a:solidFill>
                <a:latin typeface="David" panose="020E0502060401010101" pitchFamily="34" charset="-79"/>
                <a:ea typeface="+mn-ea"/>
                <a:cs typeface="David" panose="020E0502060401010101" pitchFamily="34" charset="-79"/>
              </a:rPr>
              <a:t>   כתיבת התכנית לסדר התפילה</a:t>
            </a:r>
            <a:endParaRPr lang="he-IL" sz="2000" dirty="0">
              <a:latin typeface="David" panose="020E0502060401010101" pitchFamily="34" charset="-79"/>
              <a:cs typeface="David" panose="020E0502060401010101" pitchFamily="34" charset="-79"/>
            </a:endParaRPr>
          </a:p>
        </p:txBody>
      </p:sp>
      <p:pic>
        <p:nvPicPr>
          <p:cNvPr id="5" name="תמונה 4">
            <a:extLst>
              <a:ext uri="{FF2B5EF4-FFF2-40B4-BE49-F238E27FC236}">
                <a16:creationId xmlns:a16="http://schemas.microsoft.com/office/drawing/2014/main" id="{BC984739-A05B-207B-3022-35193010030B}"/>
              </a:ext>
            </a:extLst>
          </p:cNvPr>
          <p:cNvPicPr>
            <a:picLocks noChangeAspect="1"/>
          </p:cNvPicPr>
          <p:nvPr/>
        </p:nvPicPr>
        <p:blipFill>
          <a:blip r:embed="rId4"/>
          <a:stretch>
            <a:fillRect/>
          </a:stretch>
        </p:blipFill>
        <p:spPr>
          <a:xfrm>
            <a:off x="4401848" y="3576328"/>
            <a:ext cx="1879174" cy="1250505"/>
          </a:xfrm>
          <a:prstGeom prst="ellipse">
            <a:avLst/>
          </a:prstGeom>
          <a:ln>
            <a:noFill/>
          </a:ln>
          <a:effectLst>
            <a:softEdge rad="11250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grpSp>
        <p:nvGrpSpPr>
          <p:cNvPr id="1409" name="Google Shape;1409;p38"/>
          <p:cNvGrpSpPr/>
          <p:nvPr/>
        </p:nvGrpSpPr>
        <p:grpSpPr>
          <a:xfrm>
            <a:off x="472415" y="3635077"/>
            <a:ext cx="4986209" cy="1000048"/>
            <a:chOff x="2999621" y="1744174"/>
            <a:chExt cx="460023" cy="102245"/>
          </a:xfrm>
        </p:grpSpPr>
        <p:sp>
          <p:nvSpPr>
            <p:cNvPr id="1410" name="Google Shape;1410;p38"/>
            <p:cNvSpPr/>
            <p:nvPr/>
          </p:nvSpPr>
          <p:spPr>
            <a:xfrm>
              <a:off x="2999621" y="1744174"/>
              <a:ext cx="460023" cy="102245"/>
            </a:xfrm>
            <a:custGeom>
              <a:avLst/>
              <a:gdLst/>
              <a:ahLst/>
              <a:cxnLst/>
              <a:rect l="l" t="t" r="r" b="b"/>
              <a:pathLst>
                <a:path w="14465" h="3215" extrusionOk="0">
                  <a:moveTo>
                    <a:pt x="16" y="1639"/>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07" y="3088"/>
                    <a:pt x="4160" y="3103"/>
                  </a:cubicBezTo>
                  <a:cubicBezTo>
                    <a:pt x="4112" y="3103"/>
                    <a:pt x="4097" y="3135"/>
                    <a:pt x="4066" y="3088"/>
                  </a:cubicBezTo>
                  <a:cubicBezTo>
                    <a:pt x="4066" y="3057"/>
                    <a:pt x="4066" y="3040"/>
                    <a:pt x="4049" y="3025"/>
                  </a:cubicBezTo>
                  <a:cubicBezTo>
                    <a:pt x="4034" y="2994"/>
                    <a:pt x="4018" y="2977"/>
                    <a:pt x="4003" y="2962"/>
                  </a:cubicBezTo>
                  <a:cubicBezTo>
                    <a:pt x="3986" y="2946"/>
                    <a:pt x="3971" y="2946"/>
                    <a:pt x="3955" y="2946"/>
                  </a:cubicBezTo>
                  <a:lnTo>
                    <a:pt x="3923" y="2946"/>
                  </a:lnTo>
                  <a:cubicBezTo>
                    <a:pt x="3908" y="2946"/>
                    <a:pt x="3908" y="2931"/>
                    <a:pt x="3892" y="2914"/>
                  </a:cubicBezTo>
                  <a:cubicBezTo>
                    <a:pt x="3860" y="2899"/>
                    <a:pt x="3829" y="2899"/>
                    <a:pt x="3797" y="2883"/>
                  </a:cubicBezTo>
                  <a:cubicBezTo>
                    <a:pt x="3782" y="2883"/>
                    <a:pt x="3766" y="2883"/>
                    <a:pt x="3766" y="2868"/>
                  </a:cubicBezTo>
                  <a:cubicBezTo>
                    <a:pt x="3751" y="2851"/>
                    <a:pt x="3751" y="2805"/>
                    <a:pt x="3751" y="2788"/>
                  </a:cubicBezTo>
                  <a:cubicBezTo>
                    <a:pt x="3751" y="2742"/>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77" y="2301"/>
                    <a:pt x="3545" y="2301"/>
                  </a:cubicBezTo>
                  <a:cubicBezTo>
                    <a:pt x="3499" y="2316"/>
                    <a:pt x="3467" y="2316"/>
                    <a:pt x="3419" y="2316"/>
                  </a:cubicBezTo>
                  <a:lnTo>
                    <a:pt x="3388" y="2316"/>
                  </a:lnTo>
                  <a:lnTo>
                    <a:pt x="3341" y="2316"/>
                  </a:lnTo>
                  <a:cubicBezTo>
                    <a:pt x="3293" y="2332"/>
                    <a:pt x="3246" y="2347"/>
                    <a:pt x="3199" y="2379"/>
                  </a:cubicBezTo>
                  <a:cubicBezTo>
                    <a:pt x="3167" y="2395"/>
                    <a:pt x="3152" y="2395"/>
                    <a:pt x="3152" y="2410"/>
                  </a:cubicBezTo>
                  <a:cubicBezTo>
                    <a:pt x="3120" y="2458"/>
                    <a:pt x="3120" y="2505"/>
                    <a:pt x="3089" y="2536"/>
                  </a:cubicBezTo>
                  <a:cubicBezTo>
                    <a:pt x="3057" y="2521"/>
                    <a:pt x="2963" y="2521"/>
                    <a:pt x="2931" y="2568"/>
                  </a:cubicBezTo>
                  <a:cubicBezTo>
                    <a:pt x="2931" y="2584"/>
                    <a:pt x="2915" y="2584"/>
                    <a:pt x="2915" y="2599"/>
                  </a:cubicBezTo>
                  <a:cubicBezTo>
                    <a:pt x="2915" y="2599"/>
                    <a:pt x="2900" y="2616"/>
                    <a:pt x="2883" y="2616"/>
                  </a:cubicBezTo>
                  <a:cubicBezTo>
                    <a:pt x="2883" y="2631"/>
                    <a:pt x="2868" y="2631"/>
                    <a:pt x="2868" y="2662"/>
                  </a:cubicBezTo>
                  <a:cubicBezTo>
                    <a:pt x="2852" y="2694"/>
                    <a:pt x="2868" y="2710"/>
                    <a:pt x="2837" y="2725"/>
                  </a:cubicBezTo>
                  <a:cubicBezTo>
                    <a:pt x="2820" y="2742"/>
                    <a:pt x="2789" y="2742"/>
                    <a:pt x="2774" y="2757"/>
                  </a:cubicBezTo>
                  <a:cubicBezTo>
                    <a:pt x="2742" y="2773"/>
                    <a:pt x="2679" y="2788"/>
                    <a:pt x="2648" y="2820"/>
                  </a:cubicBezTo>
                  <a:cubicBezTo>
                    <a:pt x="2648" y="2836"/>
                    <a:pt x="2648" y="2868"/>
                    <a:pt x="2631" y="2883"/>
                  </a:cubicBezTo>
                  <a:cubicBezTo>
                    <a:pt x="2631" y="2899"/>
                    <a:pt x="2616" y="2977"/>
                    <a:pt x="2616" y="2977"/>
                  </a:cubicBezTo>
                  <a:cubicBezTo>
                    <a:pt x="2585" y="2994"/>
                    <a:pt x="2568" y="2977"/>
                    <a:pt x="2553" y="2977"/>
                  </a:cubicBezTo>
                  <a:cubicBezTo>
                    <a:pt x="2537" y="2962"/>
                    <a:pt x="2505" y="2962"/>
                    <a:pt x="2490" y="2962"/>
                  </a:cubicBezTo>
                  <a:lnTo>
                    <a:pt x="2427" y="2994"/>
                  </a:lnTo>
                  <a:cubicBezTo>
                    <a:pt x="2411" y="3009"/>
                    <a:pt x="2396" y="3009"/>
                    <a:pt x="2364" y="3009"/>
                  </a:cubicBezTo>
                  <a:lnTo>
                    <a:pt x="2348" y="3009"/>
                  </a:lnTo>
                  <a:cubicBezTo>
                    <a:pt x="2316" y="3009"/>
                    <a:pt x="2301" y="3009"/>
                    <a:pt x="2285" y="3025"/>
                  </a:cubicBezTo>
                  <a:cubicBezTo>
                    <a:pt x="2253" y="3040"/>
                    <a:pt x="2238" y="3040"/>
                    <a:pt x="2207" y="3057"/>
                  </a:cubicBezTo>
                  <a:cubicBezTo>
                    <a:pt x="2175" y="3057"/>
                    <a:pt x="2081" y="3088"/>
                    <a:pt x="2049" y="3057"/>
                  </a:cubicBezTo>
                  <a:cubicBezTo>
                    <a:pt x="2033" y="3040"/>
                    <a:pt x="2049" y="3040"/>
                    <a:pt x="2033" y="3025"/>
                  </a:cubicBezTo>
                  <a:cubicBezTo>
                    <a:pt x="2018" y="3009"/>
                    <a:pt x="2033" y="3009"/>
                    <a:pt x="2001" y="3009"/>
                  </a:cubicBezTo>
                  <a:lnTo>
                    <a:pt x="1970" y="3009"/>
                  </a:lnTo>
                  <a:cubicBezTo>
                    <a:pt x="1954" y="2994"/>
                    <a:pt x="1954" y="2977"/>
                    <a:pt x="1938" y="2962"/>
                  </a:cubicBezTo>
                  <a:lnTo>
                    <a:pt x="1891" y="2962"/>
                  </a:lnTo>
                  <a:cubicBezTo>
                    <a:pt x="1844" y="2977"/>
                    <a:pt x="1812" y="2977"/>
                    <a:pt x="1765" y="2977"/>
                  </a:cubicBezTo>
                  <a:lnTo>
                    <a:pt x="1702" y="2977"/>
                  </a:lnTo>
                  <a:lnTo>
                    <a:pt x="1686" y="2977"/>
                  </a:lnTo>
                  <a:lnTo>
                    <a:pt x="1655" y="2977"/>
                  </a:lnTo>
                  <a:cubicBezTo>
                    <a:pt x="1639" y="2977"/>
                    <a:pt x="1639" y="2962"/>
                    <a:pt x="1623" y="2962"/>
                  </a:cubicBezTo>
                  <a:lnTo>
                    <a:pt x="1591" y="2962"/>
                  </a:lnTo>
                  <a:cubicBezTo>
                    <a:pt x="1576" y="2977"/>
                    <a:pt x="1560" y="2977"/>
                    <a:pt x="1560" y="2977"/>
                  </a:cubicBezTo>
                  <a:cubicBezTo>
                    <a:pt x="1560" y="2962"/>
                    <a:pt x="1545" y="2962"/>
                    <a:pt x="1545" y="2962"/>
                  </a:cubicBezTo>
                  <a:cubicBezTo>
                    <a:pt x="1545" y="2946"/>
                    <a:pt x="1528" y="2946"/>
                    <a:pt x="1528" y="2946"/>
                  </a:cubicBezTo>
                  <a:cubicBezTo>
                    <a:pt x="1497" y="2946"/>
                    <a:pt x="1450" y="2946"/>
                    <a:pt x="1419" y="2931"/>
                  </a:cubicBezTo>
                  <a:cubicBezTo>
                    <a:pt x="1402" y="2914"/>
                    <a:pt x="1387" y="2914"/>
                    <a:pt x="1371" y="2899"/>
                  </a:cubicBezTo>
                  <a:lnTo>
                    <a:pt x="1293" y="2899"/>
                  </a:lnTo>
                  <a:lnTo>
                    <a:pt x="1245" y="2899"/>
                  </a:lnTo>
                  <a:cubicBezTo>
                    <a:pt x="1245" y="2883"/>
                    <a:pt x="1245" y="2883"/>
                    <a:pt x="1230" y="2883"/>
                  </a:cubicBezTo>
                  <a:lnTo>
                    <a:pt x="1198" y="2883"/>
                  </a:lnTo>
                  <a:cubicBezTo>
                    <a:pt x="1198" y="2820"/>
                    <a:pt x="1072" y="2820"/>
                    <a:pt x="1024" y="2820"/>
                  </a:cubicBezTo>
                  <a:cubicBezTo>
                    <a:pt x="978" y="2820"/>
                    <a:pt x="1009" y="2805"/>
                    <a:pt x="993" y="2773"/>
                  </a:cubicBezTo>
                  <a:cubicBezTo>
                    <a:pt x="978" y="2757"/>
                    <a:pt x="946" y="2757"/>
                    <a:pt x="915" y="2757"/>
                  </a:cubicBezTo>
                  <a:lnTo>
                    <a:pt x="883" y="2757"/>
                  </a:lnTo>
                  <a:cubicBezTo>
                    <a:pt x="883" y="2742"/>
                    <a:pt x="883" y="2694"/>
                    <a:pt x="867" y="2694"/>
                  </a:cubicBezTo>
                  <a:cubicBezTo>
                    <a:pt x="867" y="2679"/>
                    <a:pt x="835" y="2679"/>
                    <a:pt x="820" y="2694"/>
                  </a:cubicBezTo>
                  <a:lnTo>
                    <a:pt x="772" y="2694"/>
                  </a:lnTo>
                  <a:cubicBezTo>
                    <a:pt x="772" y="2647"/>
                    <a:pt x="694" y="2662"/>
                    <a:pt x="694" y="2616"/>
                  </a:cubicBezTo>
                  <a:lnTo>
                    <a:pt x="646" y="2616"/>
                  </a:lnTo>
                  <a:cubicBezTo>
                    <a:pt x="631" y="2616"/>
                    <a:pt x="600" y="2616"/>
                    <a:pt x="583" y="2599"/>
                  </a:cubicBezTo>
                  <a:cubicBezTo>
                    <a:pt x="568" y="2584"/>
                    <a:pt x="568" y="2536"/>
                    <a:pt x="552" y="2521"/>
                  </a:cubicBezTo>
                  <a:cubicBezTo>
                    <a:pt x="552" y="2473"/>
                    <a:pt x="552" y="2427"/>
                    <a:pt x="520" y="2379"/>
                  </a:cubicBezTo>
                  <a:cubicBezTo>
                    <a:pt x="505" y="2379"/>
                    <a:pt x="489" y="2364"/>
                    <a:pt x="473" y="2364"/>
                  </a:cubicBezTo>
                  <a:cubicBezTo>
                    <a:pt x="457" y="2347"/>
                    <a:pt x="394" y="2332"/>
                    <a:pt x="379" y="2316"/>
                  </a:cubicBezTo>
                  <a:cubicBezTo>
                    <a:pt x="347" y="2301"/>
                    <a:pt x="347" y="2238"/>
                    <a:pt x="347" y="2206"/>
                  </a:cubicBezTo>
                  <a:cubicBezTo>
                    <a:pt x="347" y="2158"/>
                    <a:pt x="347" y="2112"/>
                    <a:pt x="331" y="2048"/>
                  </a:cubicBezTo>
                  <a:cubicBezTo>
                    <a:pt x="316" y="2001"/>
                    <a:pt x="316" y="1954"/>
                    <a:pt x="300" y="1906"/>
                  </a:cubicBezTo>
                  <a:cubicBezTo>
                    <a:pt x="300" y="1891"/>
                    <a:pt x="300" y="1891"/>
                    <a:pt x="284" y="1875"/>
                  </a:cubicBezTo>
                  <a:cubicBezTo>
                    <a:pt x="253" y="1843"/>
                    <a:pt x="173" y="1843"/>
                    <a:pt x="158" y="1796"/>
                  </a:cubicBezTo>
                  <a:cubicBezTo>
                    <a:pt x="142" y="1749"/>
                    <a:pt x="173" y="1670"/>
                    <a:pt x="127" y="1654"/>
                  </a:cubicBezTo>
                  <a:cubicBezTo>
                    <a:pt x="110" y="1639"/>
                    <a:pt x="95" y="1639"/>
                    <a:pt x="79" y="163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1" name="Google Shape;1411;p38"/>
            <p:cNvSpPr/>
            <p:nvPr/>
          </p:nvSpPr>
          <p:spPr>
            <a:xfrm>
              <a:off x="2999621" y="1744174"/>
              <a:ext cx="460023" cy="102245"/>
            </a:xfrm>
            <a:custGeom>
              <a:avLst/>
              <a:gdLst/>
              <a:ahLst/>
              <a:cxnLst/>
              <a:rect l="l" t="t" r="r" b="b"/>
              <a:pathLst>
                <a:path w="14465" h="3215" extrusionOk="0">
                  <a:moveTo>
                    <a:pt x="47" y="1622"/>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55" y="3025"/>
                    <a:pt x="4207" y="3025"/>
                  </a:cubicBezTo>
                  <a:cubicBezTo>
                    <a:pt x="4160" y="3040"/>
                    <a:pt x="4144" y="3072"/>
                    <a:pt x="4112" y="3009"/>
                  </a:cubicBezTo>
                  <a:cubicBezTo>
                    <a:pt x="4112" y="2994"/>
                    <a:pt x="4097" y="2977"/>
                    <a:pt x="4081" y="2946"/>
                  </a:cubicBezTo>
                  <a:cubicBezTo>
                    <a:pt x="4081" y="2931"/>
                    <a:pt x="4066" y="2914"/>
                    <a:pt x="4049" y="2899"/>
                  </a:cubicBezTo>
                  <a:cubicBezTo>
                    <a:pt x="4018" y="2868"/>
                    <a:pt x="4018" y="2868"/>
                    <a:pt x="4003" y="2868"/>
                  </a:cubicBezTo>
                  <a:lnTo>
                    <a:pt x="3971" y="2868"/>
                  </a:lnTo>
                  <a:cubicBezTo>
                    <a:pt x="3955" y="2868"/>
                    <a:pt x="3940" y="2851"/>
                    <a:pt x="3940" y="2851"/>
                  </a:cubicBezTo>
                  <a:cubicBezTo>
                    <a:pt x="3908" y="2836"/>
                    <a:pt x="3877" y="2836"/>
                    <a:pt x="3845" y="2820"/>
                  </a:cubicBezTo>
                  <a:cubicBezTo>
                    <a:pt x="3829" y="2805"/>
                    <a:pt x="3814" y="2805"/>
                    <a:pt x="3814" y="2805"/>
                  </a:cubicBezTo>
                  <a:cubicBezTo>
                    <a:pt x="3797" y="2788"/>
                    <a:pt x="3782" y="2788"/>
                    <a:pt x="3782" y="2773"/>
                  </a:cubicBezTo>
                  <a:cubicBezTo>
                    <a:pt x="3766" y="2710"/>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62" y="2269"/>
                    <a:pt x="3530" y="2269"/>
                  </a:cubicBezTo>
                  <a:cubicBezTo>
                    <a:pt x="3482" y="2269"/>
                    <a:pt x="3436" y="2284"/>
                    <a:pt x="3404" y="2284"/>
                  </a:cubicBezTo>
                  <a:lnTo>
                    <a:pt x="3372" y="2284"/>
                  </a:lnTo>
                  <a:cubicBezTo>
                    <a:pt x="3356" y="2269"/>
                    <a:pt x="3341" y="2269"/>
                    <a:pt x="3309" y="2284"/>
                  </a:cubicBezTo>
                  <a:cubicBezTo>
                    <a:pt x="3262" y="2284"/>
                    <a:pt x="3199" y="2269"/>
                    <a:pt x="3152" y="2301"/>
                  </a:cubicBezTo>
                  <a:cubicBezTo>
                    <a:pt x="3136" y="2316"/>
                    <a:pt x="3120" y="2316"/>
                    <a:pt x="3104" y="2332"/>
                  </a:cubicBezTo>
                  <a:cubicBezTo>
                    <a:pt x="3089" y="2379"/>
                    <a:pt x="3089" y="2427"/>
                    <a:pt x="3057" y="2473"/>
                  </a:cubicBezTo>
                  <a:cubicBezTo>
                    <a:pt x="3009" y="2442"/>
                    <a:pt x="2868" y="2442"/>
                    <a:pt x="2837" y="2490"/>
                  </a:cubicBezTo>
                  <a:cubicBezTo>
                    <a:pt x="2837" y="2505"/>
                    <a:pt x="2820" y="2505"/>
                    <a:pt x="2820" y="2521"/>
                  </a:cubicBezTo>
                  <a:cubicBezTo>
                    <a:pt x="2820" y="2521"/>
                    <a:pt x="2805" y="2536"/>
                    <a:pt x="2789" y="2536"/>
                  </a:cubicBezTo>
                  <a:cubicBezTo>
                    <a:pt x="2789" y="2553"/>
                    <a:pt x="2774" y="2553"/>
                    <a:pt x="2774" y="2584"/>
                  </a:cubicBezTo>
                  <a:cubicBezTo>
                    <a:pt x="2757" y="2616"/>
                    <a:pt x="2774" y="2631"/>
                    <a:pt x="2742" y="2647"/>
                  </a:cubicBezTo>
                  <a:cubicBezTo>
                    <a:pt x="2726" y="2662"/>
                    <a:pt x="2694" y="2662"/>
                    <a:pt x="2679" y="2679"/>
                  </a:cubicBezTo>
                  <a:cubicBezTo>
                    <a:pt x="2648" y="2694"/>
                    <a:pt x="2648" y="2757"/>
                    <a:pt x="2616" y="2773"/>
                  </a:cubicBezTo>
                  <a:cubicBezTo>
                    <a:pt x="2600" y="2788"/>
                    <a:pt x="2585" y="2773"/>
                    <a:pt x="2585" y="2788"/>
                  </a:cubicBezTo>
                  <a:cubicBezTo>
                    <a:pt x="2568" y="2805"/>
                    <a:pt x="2568" y="2883"/>
                    <a:pt x="2553" y="2899"/>
                  </a:cubicBezTo>
                  <a:cubicBezTo>
                    <a:pt x="2537" y="2899"/>
                    <a:pt x="2522" y="2883"/>
                    <a:pt x="2505" y="2883"/>
                  </a:cubicBezTo>
                  <a:lnTo>
                    <a:pt x="2442" y="2883"/>
                  </a:lnTo>
                  <a:cubicBezTo>
                    <a:pt x="2411" y="2883"/>
                    <a:pt x="2474" y="2962"/>
                    <a:pt x="2442" y="2962"/>
                  </a:cubicBezTo>
                  <a:cubicBezTo>
                    <a:pt x="2427" y="2977"/>
                    <a:pt x="2396" y="2977"/>
                    <a:pt x="2379" y="2977"/>
                  </a:cubicBezTo>
                  <a:lnTo>
                    <a:pt x="2364" y="2977"/>
                  </a:lnTo>
                  <a:cubicBezTo>
                    <a:pt x="2333" y="2977"/>
                    <a:pt x="2316" y="2977"/>
                    <a:pt x="2301" y="2994"/>
                  </a:cubicBezTo>
                  <a:cubicBezTo>
                    <a:pt x="2270" y="3009"/>
                    <a:pt x="2253" y="3025"/>
                    <a:pt x="2222" y="3025"/>
                  </a:cubicBezTo>
                  <a:cubicBezTo>
                    <a:pt x="2190" y="3025"/>
                    <a:pt x="2096" y="3057"/>
                    <a:pt x="2064" y="3025"/>
                  </a:cubicBezTo>
                  <a:cubicBezTo>
                    <a:pt x="2049" y="3009"/>
                    <a:pt x="2064" y="3025"/>
                    <a:pt x="2049" y="2994"/>
                  </a:cubicBezTo>
                  <a:cubicBezTo>
                    <a:pt x="2033" y="2977"/>
                    <a:pt x="2049" y="2977"/>
                    <a:pt x="2018" y="2977"/>
                  </a:cubicBezTo>
                  <a:cubicBezTo>
                    <a:pt x="2018" y="2977"/>
                    <a:pt x="1986" y="2994"/>
                    <a:pt x="1986" y="2977"/>
                  </a:cubicBezTo>
                  <a:cubicBezTo>
                    <a:pt x="1970" y="2962"/>
                    <a:pt x="1954" y="2914"/>
                    <a:pt x="1938" y="2899"/>
                  </a:cubicBezTo>
                  <a:cubicBezTo>
                    <a:pt x="1923" y="2899"/>
                    <a:pt x="1907" y="2914"/>
                    <a:pt x="1891" y="2914"/>
                  </a:cubicBezTo>
                  <a:lnTo>
                    <a:pt x="1781" y="2914"/>
                  </a:lnTo>
                  <a:cubicBezTo>
                    <a:pt x="1749" y="2931"/>
                    <a:pt x="1734" y="2931"/>
                    <a:pt x="1702" y="2931"/>
                  </a:cubicBezTo>
                  <a:cubicBezTo>
                    <a:pt x="1702" y="2914"/>
                    <a:pt x="1702" y="2914"/>
                    <a:pt x="1686" y="2914"/>
                  </a:cubicBezTo>
                  <a:lnTo>
                    <a:pt x="1655" y="2914"/>
                  </a:lnTo>
                  <a:lnTo>
                    <a:pt x="1623" y="2914"/>
                  </a:lnTo>
                  <a:lnTo>
                    <a:pt x="1591" y="2914"/>
                  </a:lnTo>
                  <a:lnTo>
                    <a:pt x="1560" y="2914"/>
                  </a:lnTo>
                  <a:cubicBezTo>
                    <a:pt x="1560" y="2914"/>
                    <a:pt x="1560" y="2899"/>
                    <a:pt x="1545" y="2899"/>
                  </a:cubicBezTo>
                  <a:lnTo>
                    <a:pt x="1528" y="2899"/>
                  </a:lnTo>
                  <a:cubicBezTo>
                    <a:pt x="1513" y="2883"/>
                    <a:pt x="1497" y="2899"/>
                    <a:pt x="1497" y="2899"/>
                  </a:cubicBezTo>
                  <a:cubicBezTo>
                    <a:pt x="1482" y="2899"/>
                    <a:pt x="1465" y="2899"/>
                    <a:pt x="1450" y="2883"/>
                  </a:cubicBezTo>
                  <a:cubicBezTo>
                    <a:pt x="1419" y="2883"/>
                    <a:pt x="1419" y="2868"/>
                    <a:pt x="1387" y="2851"/>
                  </a:cubicBezTo>
                  <a:lnTo>
                    <a:pt x="1324" y="2851"/>
                  </a:lnTo>
                  <a:lnTo>
                    <a:pt x="1276" y="2851"/>
                  </a:lnTo>
                  <a:cubicBezTo>
                    <a:pt x="1261" y="2851"/>
                    <a:pt x="1261" y="2836"/>
                    <a:pt x="1261" y="2836"/>
                  </a:cubicBezTo>
                  <a:lnTo>
                    <a:pt x="1230" y="2836"/>
                  </a:lnTo>
                  <a:cubicBezTo>
                    <a:pt x="1230" y="2773"/>
                    <a:pt x="1150" y="2742"/>
                    <a:pt x="1104" y="2742"/>
                  </a:cubicBezTo>
                  <a:cubicBezTo>
                    <a:pt x="1056" y="2757"/>
                    <a:pt x="1087" y="2742"/>
                    <a:pt x="1072" y="2710"/>
                  </a:cubicBezTo>
                  <a:cubicBezTo>
                    <a:pt x="1041" y="2679"/>
                    <a:pt x="1024" y="2679"/>
                    <a:pt x="993" y="2679"/>
                  </a:cubicBezTo>
                  <a:cubicBezTo>
                    <a:pt x="978" y="2662"/>
                    <a:pt x="961" y="2631"/>
                    <a:pt x="961" y="2616"/>
                  </a:cubicBezTo>
                  <a:cubicBezTo>
                    <a:pt x="930" y="2599"/>
                    <a:pt x="898" y="2584"/>
                    <a:pt x="867" y="2584"/>
                  </a:cubicBezTo>
                  <a:cubicBezTo>
                    <a:pt x="867" y="2427"/>
                    <a:pt x="741" y="2395"/>
                    <a:pt x="741" y="2458"/>
                  </a:cubicBezTo>
                  <a:lnTo>
                    <a:pt x="709" y="2458"/>
                  </a:lnTo>
                  <a:cubicBezTo>
                    <a:pt x="694" y="2473"/>
                    <a:pt x="694" y="2473"/>
                    <a:pt x="678" y="2458"/>
                  </a:cubicBezTo>
                  <a:cubicBezTo>
                    <a:pt x="663" y="2442"/>
                    <a:pt x="646" y="2379"/>
                    <a:pt x="646" y="2364"/>
                  </a:cubicBezTo>
                  <a:cubicBezTo>
                    <a:pt x="631" y="2332"/>
                    <a:pt x="646" y="2316"/>
                    <a:pt x="631" y="2284"/>
                  </a:cubicBezTo>
                  <a:cubicBezTo>
                    <a:pt x="615" y="2284"/>
                    <a:pt x="600" y="2269"/>
                    <a:pt x="583" y="2269"/>
                  </a:cubicBezTo>
                  <a:cubicBezTo>
                    <a:pt x="552" y="2253"/>
                    <a:pt x="505" y="2238"/>
                    <a:pt x="473" y="2221"/>
                  </a:cubicBezTo>
                  <a:cubicBezTo>
                    <a:pt x="457" y="2190"/>
                    <a:pt x="457" y="2143"/>
                    <a:pt x="457" y="2112"/>
                  </a:cubicBezTo>
                  <a:cubicBezTo>
                    <a:pt x="457" y="2064"/>
                    <a:pt x="457" y="2001"/>
                    <a:pt x="442" y="1954"/>
                  </a:cubicBezTo>
                  <a:cubicBezTo>
                    <a:pt x="426" y="1906"/>
                    <a:pt x="363" y="1938"/>
                    <a:pt x="347" y="1891"/>
                  </a:cubicBezTo>
                  <a:cubicBezTo>
                    <a:pt x="347" y="1875"/>
                    <a:pt x="347" y="1875"/>
                    <a:pt x="331" y="1859"/>
                  </a:cubicBezTo>
                  <a:cubicBezTo>
                    <a:pt x="300" y="1828"/>
                    <a:pt x="221" y="1828"/>
                    <a:pt x="205" y="1780"/>
                  </a:cubicBezTo>
                  <a:cubicBezTo>
                    <a:pt x="190" y="1733"/>
                    <a:pt x="221" y="1654"/>
                    <a:pt x="158" y="1639"/>
                  </a:cubicBezTo>
                  <a:cubicBezTo>
                    <a:pt x="142" y="1622"/>
                    <a:pt x="142" y="1639"/>
                    <a:pt x="110" y="1622"/>
                  </a:cubicBezTo>
                  <a:close/>
                </a:path>
              </a:pathLst>
            </a:custGeom>
            <a:solidFill>
              <a:srgbClr val="BDCD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2" name="Google Shape;1412;p38"/>
            <p:cNvSpPr/>
            <p:nvPr/>
          </p:nvSpPr>
          <p:spPr>
            <a:xfrm>
              <a:off x="3345867" y="1783261"/>
              <a:ext cx="12053" cy="7028"/>
            </a:xfrm>
            <a:custGeom>
              <a:avLst/>
              <a:gdLst/>
              <a:ahLst/>
              <a:cxnLst/>
              <a:rect l="l" t="t" r="r" b="b"/>
              <a:pathLst>
                <a:path w="379" h="221" extrusionOk="0">
                  <a:moveTo>
                    <a:pt x="300" y="0"/>
                  </a:moveTo>
                  <a:lnTo>
                    <a:pt x="300" y="15"/>
                  </a:lnTo>
                  <a:cubicBezTo>
                    <a:pt x="315" y="32"/>
                    <a:pt x="300" y="47"/>
                    <a:pt x="300" y="63"/>
                  </a:cubicBezTo>
                  <a:lnTo>
                    <a:pt x="269" y="63"/>
                  </a:lnTo>
                  <a:lnTo>
                    <a:pt x="252" y="63"/>
                  </a:lnTo>
                  <a:lnTo>
                    <a:pt x="221" y="110"/>
                  </a:lnTo>
                  <a:lnTo>
                    <a:pt x="206" y="126"/>
                  </a:lnTo>
                  <a:lnTo>
                    <a:pt x="189" y="126"/>
                  </a:lnTo>
                  <a:lnTo>
                    <a:pt x="158" y="95"/>
                  </a:lnTo>
                  <a:lnTo>
                    <a:pt x="126" y="110"/>
                  </a:lnTo>
                  <a:lnTo>
                    <a:pt x="126" y="126"/>
                  </a:lnTo>
                  <a:cubicBezTo>
                    <a:pt x="111" y="141"/>
                    <a:pt x="111" y="141"/>
                    <a:pt x="95" y="141"/>
                  </a:cubicBezTo>
                  <a:lnTo>
                    <a:pt x="95" y="141"/>
                  </a:lnTo>
                  <a:lnTo>
                    <a:pt x="95" y="141"/>
                  </a:lnTo>
                  <a:cubicBezTo>
                    <a:pt x="95" y="158"/>
                    <a:pt x="80" y="173"/>
                    <a:pt x="63" y="173"/>
                  </a:cubicBezTo>
                  <a:lnTo>
                    <a:pt x="63" y="173"/>
                  </a:lnTo>
                  <a:lnTo>
                    <a:pt x="32" y="173"/>
                  </a:lnTo>
                  <a:lnTo>
                    <a:pt x="17" y="189"/>
                  </a:lnTo>
                  <a:lnTo>
                    <a:pt x="0" y="189"/>
                  </a:lnTo>
                  <a:lnTo>
                    <a:pt x="17" y="189"/>
                  </a:lnTo>
                  <a:lnTo>
                    <a:pt x="17" y="189"/>
                  </a:lnTo>
                  <a:lnTo>
                    <a:pt x="32" y="189"/>
                  </a:lnTo>
                  <a:cubicBezTo>
                    <a:pt x="48" y="204"/>
                    <a:pt x="48" y="204"/>
                    <a:pt x="48" y="221"/>
                  </a:cubicBezTo>
                  <a:lnTo>
                    <a:pt x="63" y="221"/>
                  </a:lnTo>
                  <a:lnTo>
                    <a:pt x="63" y="221"/>
                  </a:lnTo>
                  <a:lnTo>
                    <a:pt x="95" y="221"/>
                  </a:lnTo>
                  <a:lnTo>
                    <a:pt x="315" y="78"/>
                  </a:lnTo>
                  <a:lnTo>
                    <a:pt x="315" y="78"/>
                  </a:lnTo>
                  <a:lnTo>
                    <a:pt x="332" y="78"/>
                  </a:lnTo>
                  <a:lnTo>
                    <a:pt x="347" y="78"/>
                  </a:lnTo>
                  <a:cubicBezTo>
                    <a:pt x="363" y="78"/>
                    <a:pt x="378" y="78"/>
                    <a:pt x="378" y="63"/>
                  </a:cubicBezTo>
                  <a:cubicBezTo>
                    <a:pt x="378" y="32"/>
                    <a:pt x="363" y="15"/>
                    <a:pt x="347" y="15"/>
                  </a:cubicBezTo>
                  <a:lnTo>
                    <a:pt x="30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3" name="Google Shape;1413;p38"/>
            <p:cNvSpPr/>
            <p:nvPr/>
          </p:nvSpPr>
          <p:spPr>
            <a:xfrm>
              <a:off x="3387467" y="1780239"/>
              <a:ext cx="8523" cy="3053"/>
            </a:xfrm>
            <a:custGeom>
              <a:avLst/>
              <a:gdLst/>
              <a:ahLst/>
              <a:cxnLst/>
              <a:rect l="l" t="t" r="r" b="b"/>
              <a:pathLst>
                <a:path w="268" h="96" extrusionOk="0">
                  <a:moveTo>
                    <a:pt x="253" y="1"/>
                  </a:moveTo>
                  <a:cubicBezTo>
                    <a:pt x="253" y="16"/>
                    <a:pt x="236" y="16"/>
                    <a:pt x="236" y="16"/>
                  </a:cubicBezTo>
                  <a:lnTo>
                    <a:pt x="205" y="16"/>
                  </a:lnTo>
                  <a:cubicBezTo>
                    <a:pt x="173" y="16"/>
                    <a:pt x="158" y="32"/>
                    <a:pt x="127" y="32"/>
                  </a:cubicBezTo>
                  <a:lnTo>
                    <a:pt x="79" y="32"/>
                  </a:lnTo>
                  <a:lnTo>
                    <a:pt x="47" y="32"/>
                  </a:lnTo>
                  <a:lnTo>
                    <a:pt x="47" y="32"/>
                  </a:lnTo>
                  <a:cubicBezTo>
                    <a:pt x="32" y="32"/>
                    <a:pt x="16" y="47"/>
                    <a:pt x="16" y="64"/>
                  </a:cubicBezTo>
                  <a:cubicBezTo>
                    <a:pt x="1" y="79"/>
                    <a:pt x="16" y="95"/>
                    <a:pt x="32" y="95"/>
                  </a:cubicBezTo>
                  <a:lnTo>
                    <a:pt x="79" y="95"/>
                  </a:lnTo>
                  <a:lnTo>
                    <a:pt x="127" y="95"/>
                  </a:lnTo>
                  <a:lnTo>
                    <a:pt x="127" y="95"/>
                  </a:lnTo>
                  <a:lnTo>
                    <a:pt x="142" y="79"/>
                  </a:lnTo>
                  <a:lnTo>
                    <a:pt x="142" y="64"/>
                  </a:lnTo>
                  <a:cubicBezTo>
                    <a:pt x="142" y="47"/>
                    <a:pt x="142" y="32"/>
                    <a:pt x="158" y="32"/>
                  </a:cubicBezTo>
                  <a:lnTo>
                    <a:pt x="173" y="32"/>
                  </a:lnTo>
                  <a:lnTo>
                    <a:pt x="173" y="32"/>
                  </a:lnTo>
                  <a:cubicBezTo>
                    <a:pt x="190" y="32"/>
                    <a:pt x="205" y="32"/>
                    <a:pt x="205" y="47"/>
                  </a:cubicBezTo>
                  <a:lnTo>
                    <a:pt x="205" y="64"/>
                  </a:lnTo>
                  <a:cubicBezTo>
                    <a:pt x="221" y="64"/>
                    <a:pt x="236" y="47"/>
                    <a:pt x="253" y="47"/>
                  </a:cubicBezTo>
                  <a:cubicBezTo>
                    <a:pt x="253" y="32"/>
                    <a:pt x="268" y="16"/>
                    <a:pt x="25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4" name="Google Shape;1414;p38"/>
            <p:cNvSpPr/>
            <p:nvPr/>
          </p:nvSpPr>
          <p:spPr>
            <a:xfrm>
              <a:off x="3269698" y="1778713"/>
              <a:ext cx="7060" cy="6583"/>
            </a:xfrm>
            <a:custGeom>
              <a:avLst/>
              <a:gdLst/>
              <a:ahLst/>
              <a:cxnLst/>
              <a:rect l="l" t="t" r="r" b="b"/>
              <a:pathLst>
                <a:path w="222" h="207" extrusionOk="0">
                  <a:moveTo>
                    <a:pt x="190" y="1"/>
                  </a:moveTo>
                  <a:lnTo>
                    <a:pt x="190" y="1"/>
                  </a:lnTo>
                  <a:cubicBezTo>
                    <a:pt x="190" y="1"/>
                    <a:pt x="190" y="17"/>
                    <a:pt x="174" y="32"/>
                  </a:cubicBezTo>
                  <a:lnTo>
                    <a:pt x="158" y="32"/>
                  </a:lnTo>
                  <a:cubicBezTo>
                    <a:pt x="174" y="49"/>
                    <a:pt x="174" y="64"/>
                    <a:pt x="174" y="80"/>
                  </a:cubicBezTo>
                  <a:cubicBezTo>
                    <a:pt x="158" y="95"/>
                    <a:pt x="158" y="95"/>
                    <a:pt x="143" y="95"/>
                  </a:cubicBezTo>
                  <a:lnTo>
                    <a:pt x="126" y="95"/>
                  </a:lnTo>
                  <a:lnTo>
                    <a:pt x="95" y="80"/>
                  </a:lnTo>
                  <a:lnTo>
                    <a:pt x="80" y="80"/>
                  </a:lnTo>
                  <a:lnTo>
                    <a:pt x="63" y="80"/>
                  </a:lnTo>
                  <a:lnTo>
                    <a:pt x="48" y="80"/>
                  </a:lnTo>
                  <a:lnTo>
                    <a:pt x="48" y="80"/>
                  </a:lnTo>
                  <a:cubicBezTo>
                    <a:pt x="48" y="80"/>
                    <a:pt x="32" y="80"/>
                    <a:pt x="32" y="95"/>
                  </a:cubicBezTo>
                  <a:lnTo>
                    <a:pt x="0" y="158"/>
                  </a:lnTo>
                  <a:cubicBezTo>
                    <a:pt x="0" y="175"/>
                    <a:pt x="0" y="190"/>
                    <a:pt x="17" y="206"/>
                  </a:cubicBezTo>
                  <a:cubicBezTo>
                    <a:pt x="17" y="190"/>
                    <a:pt x="32" y="190"/>
                    <a:pt x="32" y="190"/>
                  </a:cubicBezTo>
                  <a:lnTo>
                    <a:pt x="32" y="190"/>
                  </a:lnTo>
                  <a:lnTo>
                    <a:pt x="48" y="190"/>
                  </a:lnTo>
                  <a:cubicBezTo>
                    <a:pt x="48" y="190"/>
                    <a:pt x="63" y="190"/>
                    <a:pt x="63" y="206"/>
                  </a:cubicBezTo>
                  <a:lnTo>
                    <a:pt x="63" y="190"/>
                  </a:lnTo>
                  <a:lnTo>
                    <a:pt x="95" y="143"/>
                  </a:lnTo>
                  <a:cubicBezTo>
                    <a:pt x="143" y="127"/>
                    <a:pt x="190" y="112"/>
                    <a:pt x="221" y="49"/>
                  </a:cubicBezTo>
                  <a:cubicBezTo>
                    <a:pt x="221" y="32"/>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5" name="Google Shape;1415;p38"/>
            <p:cNvSpPr/>
            <p:nvPr/>
          </p:nvSpPr>
          <p:spPr>
            <a:xfrm>
              <a:off x="3381933" y="1761698"/>
              <a:ext cx="5057" cy="3530"/>
            </a:xfrm>
            <a:custGeom>
              <a:avLst/>
              <a:gdLst/>
              <a:ahLst/>
              <a:cxnLst/>
              <a:rect l="l" t="t" r="r" b="b"/>
              <a:pathLst>
                <a:path w="159" h="111" extrusionOk="0">
                  <a:moveTo>
                    <a:pt x="112" y="0"/>
                  </a:moveTo>
                  <a:lnTo>
                    <a:pt x="112" y="0"/>
                  </a:lnTo>
                  <a:lnTo>
                    <a:pt x="95" y="0"/>
                  </a:lnTo>
                  <a:lnTo>
                    <a:pt x="17" y="63"/>
                  </a:lnTo>
                  <a:cubicBezTo>
                    <a:pt x="1" y="79"/>
                    <a:pt x="1" y="95"/>
                    <a:pt x="17" y="111"/>
                  </a:cubicBezTo>
                  <a:cubicBezTo>
                    <a:pt x="17" y="111"/>
                    <a:pt x="32" y="95"/>
                    <a:pt x="49" y="95"/>
                  </a:cubicBezTo>
                  <a:lnTo>
                    <a:pt x="49" y="95"/>
                  </a:lnTo>
                  <a:lnTo>
                    <a:pt x="49" y="95"/>
                  </a:lnTo>
                  <a:lnTo>
                    <a:pt x="80" y="111"/>
                  </a:lnTo>
                  <a:lnTo>
                    <a:pt x="143" y="63"/>
                  </a:lnTo>
                  <a:cubicBezTo>
                    <a:pt x="158" y="48"/>
                    <a:pt x="158" y="16"/>
                    <a:pt x="143" y="16"/>
                  </a:cubicBezTo>
                  <a:cubicBezTo>
                    <a:pt x="127" y="0"/>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6" name="Google Shape;1416;p38"/>
            <p:cNvSpPr/>
            <p:nvPr/>
          </p:nvSpPr>
          <p:spPr>
            <a:xfrm>
              <a:off x="3367907" y="1784724"/>
              <a:ext cx="6042" cy="2576"/>
            </a:xfrm>
            <a:custGeom>
              <a:avLst/>
              <a:gdLst/>
              <a:ahLst/>
              <a:cxnLst/>
              <a:rect l="l" t="t" r="r" b="b"/>
              <a:pathLst>
                <a:path w="190" h="81" extrusionOk="0">
                  <a:moveTo>
                    <a:pt x="32" y="1"/>
                  </a:moveTo>
                  <a:lnTo>
                    <a:pt x="32" y="1"/>
                  </a:lnTo>
                  <a:cubicBezTo>
                    <a:pt x="17" y="17"/>
                    <a:pt x="1" y="17"/>
                    <a:pt x="1" y="32"/>
                  </a:cubicBezTo>
                  <a:cubicBezTo>
                    <a:pt x="1" y="64"/>
                    <a:pt x="1" y="80"/>
                    <a:pt x="32" y="80"/>
                  </a:cubicBezTo>
                  <a:lnTo>
                    <a:pt x="158" y="80"/>
                  </a:lnTo>
                  <a:lnTo>
                    <a:pt x="158" y="80"/>
                  </a:lnTo>
                  <a:cubicBezTo>
                    <a:pt x="174" y="80"/>
                    <a:pt x="190" y="80"/>
                    <a:pt x="190" y="49"/>
                  </a:cubicBezTo>
                  <a:cubicBezTo>
                    <a:pt x="190" y="32"/>
                    <a:pt x="174" y="17"/>
                    <a:pt x="15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7" name="Google Shape;1417;p38"/>
            <p:cNvSpPr/>
            <p:nvPr/>
          </p:nvSpPr>
          <p:spPr>
            <a:xfrm>
              <a:off x="3437049" y="1810803"/>
              <a:ext cx="6042" cy="3562"/>
            </a:xfrm>
            <a:custGeom>
              <a:avLst/>
              <a:gdLst/>
              <a:ahLst/>
              <a:cxnLst/>
              <a:rect l="l" t="t" r="r" b="b"/>
              <a:pathLst>
                <a:path w="190" h="112" extrusionOk="0">
                  <a:moveTo>
                    <a:pt x="95" y="0"/>
                  </a:moveTo>
                  <a:cubicBezTo>
                    <a:pt x="80" y="0"/>
                    <a:pt x="64" y="17"/>
                    <a:pt x="49" y="32"/>
                  </a:cubicBezTo>
                  <a:lnTo>
                    <a:pt x="49" y="63"/>
                  </a:lnTo>
                  <a:lnTo>
                    <a:pt x="32" y="63"/>
                  </a:lnTo>
                  <a:cubicBezTo>
                    <a:pt x="1" y="80"/>
                    <a:pt x="1" y="95"/>
                    <a:pt x="1" y="111"/>
                  </a:cubicBezTo>
                  <a:lnTo>
                    <a:pt x="17" y="111"/>
                  </a:lnTo>
                  <a:cubicBezTo>
                    <a:pt x="64" y="95"/>
                    <a:pt x="112" y="95"/>
                    <a:pt x="158" y="80"/>
                  </a:cubicBezTo>
                  <a:cubicBezTo>
                    <a:pt x="143" y="80"/>
                    <a:pt x="143" y="63"/>
                    <a:pt x="143" y="63"/>
                  </a:cubicBezTo>
                  <a:cubicBezTo>
                    <a:pt x="143" y="32"/>
                    <a:pt x="158" y="32"/>
                    <a:pt x="175" y="32"/>
                  </a:cubicBezTo>
                  <a:lnTo>
                    <a:pt x="175" y="32"/>
                  </a:lnTo>
                  <a:lnTo>
                    <a:pt x="190" y="32"/>
                  </a:lnTo>
                  <a:cubicBezTo>
                    <a:pt x="190" y="17"/>
                    <a:pt x="175" y="17"/>
                    <a:pt x="175" y="17"/>
                  </a:cubicBezTo>
                  <a:lnTo>
                    <a:pt x="175" y="0"/>
                  </a:lnTo>
                  <a:lnTo>
                    <a:pt x="158" y="0"/>
                  </a:lnTo>
                  <a:cubicBezTo>
                    <a:pt x="158" y="17"/>
                    <a:pt x="143" y="32"/>
                    <a:pt x="127" y="32"/>
                  </a:cubicBezTo>
                  <a:lnTo>
                    <a:pt x="127" y="32"/>
                  </a:lnTo>
                  <a:cubicBezTo>
                    <a:pt x="112" y="32"/>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8" name="Google Shape;1418;p38"/>
            <p:cNvSpPr/>
            <p:nvPr/>
          </p:nvSpPr>
          <p:spPr>
            <a:xfrm>
              <a:off x="3285727" y="1804283"/>
              <a:ext cx="4580" cy="7060"/>
            </a:xfrm>
            <a:custGeom>
              <a:avLst/>
              <a:gdLst/>
              <a:ahLst/>
              <a:cxnLst/>
              <a:rect l="l" t="t" r="r" b="b"/>
              <a:pathLst>
                <a:path w="144" h="222" extrusionOk="0">
                  <a:moveTo>
                    <a:pt x="64" y="64"/>
                  </a:moveTo>
                  <a:lnTo>
                    <a:pt x="64" y="64"/>
                  </a:lnTo>
                  <a:lnTo>
                    <a:pt x="64" y="64"/>
                  </a:lnTo>
                  <a:close/>
                  <a:moveTo>
                    <a:pt x="49" y="1"/>
                  </a:moveTo>
                  <a:lnTo>
                    <a:pt x="49" y="16"/>
                  </a:lnTo>
                  <a:lnTo>
                    <a:pt x="17" y="16"/>
                  </a:lnTo>
                  <a:cubicBezTo>
                    <a:pt x="17" y="32"/>
                    <a:pt x="17" y="48"/>
                    <a:pt x="1" y="64"/>
                  </a:cubicBezTo>
                  <a:lnTo>
                    <a:pt x="1" y="64"/>
                  </a:lnTo>
                  <a:cubicBezTo>
                    <a:pt x="1" y="95"/>
                    <a:pt x="17" y="127"/>
                    <a:pt x="49" y="127"/>
                  </a:cubicBezTo>
                  <a:cubicBezTo>
                    <a:pt x="64" y="142"/>
                    <a:pt x="80" y="142"/>
                    <a:pt x="80" y="190"/>
                  </a:cubicBezTo>
                  <a:cubicBezTo>
                    <a:pt x="80" y="205"/>
                    <a:pt x="95" y="205"/>
                    <a:pt x="112" y="222"/>
                  </a:cubicBezTo>
                  <a:cubicBezTo>
                    <a:pt x="112" y="205"/>
                    <a:pt x="127" y="205"/>
                    <a:pt x="143" y="190"/>
                  </a:cubicBezTo>
                  <a:lnTo>
                    <a:pt x="143" y="174"/>
                  </a:lnTo>
                  <a:lnTo>
                    <a:pt x="143" y="127"/>
                  </a:lnTo>
                  <a:lnTo>
                    <a:pt x="112" y="127"/>
                  </a:lnTo>
                  <a:lnTo>
                    <a:pt x="80" y="95"/>
                  </a:lnTo>
                  <a:lnTo>
                    <a:pt x="80" y="79"/>
                  </a:lnTo>
                  <a:lnTo>
                    <a:pt x="80" y="64"/>
                  </a:lnTo>
                  <a:cubicBezTo>
                    <a:pt x="64" y="64"/>
                    <a:pt x="64" y="48"/>
                    <a:pt x="64" y="32"/>
                  </a:cubicBezTo>
                  <a:cubicBezTo>
                    <a:pt x="64" y="32"/>
                    <a:pt x="49" y="16"/>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9" name="Google Shape;1419;p38"/>
            <p:cNvSpPr/>
            <p:nvPr/>
          </p:nvSpPr>
          <p:spPr>
            <a:xfrm>
              <a:off x="3287730" y="1806287"/>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0" name="Google Shape;1420;p38"/>
            <p:cNvSpPr/>
            <p:nvPr/>
          </p:nvSpPr>
          <p:spPr>
            <a:xfrm>
              <a:off x="3196072" y="1776709"/>
              <a:ext cx="5502" cy="8587"/>
            </a:xfrm>
            <a:custGeom>
              <a:avLst/>
              <a:gdLst/>
              <a:ahLst/>
              <a:cxnLst/>
              <a:rect l="l" t="t" r="r" b="b"/>
              <a:pathLst>
                <a:path w="173" h="270" extrusionOk="0">
                  <a:moveTo>
                    <a:pt x="126" y="1"/>
                  </a:moveTo>
                  <a:lnTo>
                    <a:pt x="126" y="1"/>
                  </a:lnTo>
                  <a:cubicBezTo>
                    <a:pt x="95" y="1"/>
                    <a:pt x="95" y="17"/>
                    <a:pt x="95" y="49"/>
                  </a:cubicBezTo>
                  <a:lnTo>
                    <a:pt x="95" y="143"/>
                  </a:lnTo>
                  <a:lnTo>
                    <a:pt x="95" y="143"/>
                  </a:lnTo>
                  <a:lnTo>
                    <a:pt x="47" y="190"/>
                  </a:lnTo>
                  <a:lnTo>
                    <a:pt x="15" y="190"/>
                  </a:lnTo>
                  <a:lnTo>
                    <a:pt x="0" y="190"/>
                  </a:lnTo>
                  <a:lnTo>
                    <a:pt x="0" y="206"/>
                  </a:lnTo>
                  <a:lnTo>
                    <a:pt x="0" y="221"/>
                  </a:lnTo>
                  <a:lnTo>
                    <a:pt x="0" y="269"/>
                  </a:lnTo>
                  <a:cubicBezTo>
                    <a:pt x="0" y="253"/>
                    <a:pt x="15" y="253"/>
                    <a:pt x="15" y="253"/>
                  </a:cubicBezTo>
                  <a:lnTo>
                    <a:pt x="110" y="206"/>
                  </a:lnTo>
                  <a:lnTo>
                    <a:pt x="126" y="206"/>
                  </a:lnTo>
                  <a:lnTo>
                    <a:pt x="126" y="206"/>
                  </a:lnTo>
                  <a:lnTo>
                    <a:pt x="126" y="206"/>
                  </a:lnTo>
                  <a:lnTo>
                    <a:pt x="141" y="206"/>
                  </a:lnTo>
                  <a:cubicBezTo>
                    <a:pt x="141" y="190"/>
                    <a:pt x="141" y="190"/>
                    <a:pt x="158" y="175"/>
                  </a:cubicBezTo>
                  <a:cubicBezTo>
                    <a:pt x="173" y="175"/>
                    <a:pt x="173" y="158"/>
                    <a:pt x="173" y="158"/>
                  </a:cubicBezTo>
                  <a:lnTo>
                    <a:pt x="158" y="32"/>
                  </a:ln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1" name="Google Shape;1421;p38"/>
            <p:cNvSpPr/>
            <p:nvPr/>
          </p:nvSpPr>
          <p:spPr>
            <a:xfrm>
              <a:off x="3034700" y="1797286"/>
              <a:ext cx="2035" cy="2035"/>
            </a:xfrm>
            <a:custGeom>
              <a:avLst/>
              <a:gdLst/>
              <a:ahLst/>
              <a:cxnLst/>
              <a:rect l="l" t="t" r="r" b="b"/>
              <a:pathLst>
                <a:path w="64" h="64" extrusionOk="0">
                  <a:moveTo>
                    <a:pt x="47" y="0"/>
                  </a:moveTo>
                  <a:cubicBezTo>
                    <a:pt x="47" y="15"/>
                    <a:pt x="32" y="15"/>
                    <a:pt x="32" y="15"/>
                  </a:cubicBezTo>
                  <a:lnTo>
                    <a:pt x="16" y="15"/>
                  </a:lnTo>
                  <a:lnTo>
                    <a:pt x="16" y="0"/>
                  </a:lnTo>
                  <a:lnTo>
                    <a:pt x="16" y="47"/>
                  </a:lnTo>
                  <a:lnTo>
                    <a:pt x="1" y="63"/>
                  </a:lnTo>
                  <a:lnTo>
                    <a:pt x="16" y="63"/>
                  </a:lnTo>
                  <a:cubicBezTo>
                    <a:pt x="47" y="63"/>
                    <a:pt x="64" y="47"/>
                    <a:pt x="47"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2" name="Google Shape;1422;p38"/>
            <p:cNvSpPr/>
            <p:nvPr/>
          </p:nvSpPr>
          <p:spPr>
            <a:xfrm>
              <a:off x="3038199" y="1797286"/>
              <a:ext cx="6042" cy="2512"/>
            </a:xfrm>
            <a:custGeom>
              <a:avLst/>
              <a:gdLst/>
              <a:ahLst/>
              <a:cxnLst/>
              <a:rect l="l" t="t" r="r" b="b"/>
              <a:pathLst>
                <a:path w="190" h="79" extrusionOk="0">
                  <a:moveTo>
                    <a:pt x="158" y="0"/>
                  </a:moveTo>
                  <a:lnTo>
                    <a:pt x="158" y="0"/>
                  </a:lnTo>
                  <a:lnTo>
                    <a:pt x="32" y="0"/>
                  </a:lnTo>
                  <a:lnTo>
                    <a:pt x="32" y="0"/>
                  </a:lnTo>
                  <a:cubicBezTo>
                    <a:pt x="17" y="15"/>
                    <a:pt x="0" y="32"/>
                    <a:pt x="0" y="47"/>
                  </a:cubicBezTo>
                  <a:cubicBezTo>
                    <a:pt x="0" y="63"/>
                    <a:pt x="17" y="79"/>
                    <a:pt x="32" y="79"/>
                  </a:cubicBezTo>
                  <a:lnTo>
                    <a:pt x="32" y="79"/>
                  </a:lnTo>
                  <a:lnTo>
                    <a:pt x="158" y="79"/>
                  </a:lnTo>
                  <a:cubicBezTo>
                    <a:pt x="174" y="63"/>
                    <a:pt x="189" y="47"/>
                    <a:pt x="189" y="32"/>
                  </a:cubicBezTo>
                  <a:cubicBezTo>
                    <a:pt x="189" y="15"/>
                    <a:pt x="174"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3" name="Google Shape;1423;p38"/>
            <p:cNvSpPr/>
            <p:nvPr/>
          </p:nvSpPr>
          <p:spPr>
            <a:xfrm>
              <a:off x="3381933" y="1764687"/>
              <a:ext cx="6583" cy="3053"/>
            </a:xfrm>
            <a:custGeom>
              <a:avLst/>
              <a:gdLst/>
              <a:ahLst/>
              <a:cxnLst/>
              <a:rect l="l" t="t" r="r" b="b"/>
              <a:pathLst>
                <a:path w="207" h="96" extrusionOk="0">
                  <a:moveTo>
                    <a:pt x="49" y="1"/>
                  </a:moveTo>
                  <a:lnTo>
                    <a:pt x="49" y="1"/>
                  </a:lnTo>
                  <a:cubicBezTo>
                    <a:pt x="32" y="1"/>
                    <a:pt x="17" y="17"/>
                    <a:pt x="17" y="17"/>
                  </a:cubicBezTo>
                  <a:lnTo>
                    <a:pt x="17" y="32"/>
                  </a:lnTo>
                  <a:cubicBezTo>
                    <a:pt x="1" y="49"/>
                    <a:pt x="17" y="64"/>
                    <a:pt x="32" y="64"/>
                  </a:cubicBezTo>
                  <a:lnTo>
                    <a:pt x="158" y="95"/>
                  </a:lnTo>
                  <a:lnTo>
                    <a:pt x="158" y="95"/>
                  </a:lnTo>
                  <a:cubicBezTo>
                    <a:pt x="175" y="95"/>
                    <a:pt x="190" y="80"/>
                    <a:pt x="206" y="64"/>
                  </a:cubicBezTo>
                  <a:cubicBezTo>
                    <a:pt x="206" y="49"/>
                    <a:pt x="190" y="32"/>
                    <a:pt x="175" y="32"/>
                  </a:cubicBez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4" name="Google Shape;1424;p38"/>
            <p:cNvSpPr/>
            <p:nvPr/>
          </p:nvSpPr>
          <p:spPr>
            <a:xfrm>
              <a:off x="3290275" y="1816814"/>
              <a:ext cx="9032" cy="3021"/>
            </a:xfrm>
            <a:custGeom>
              <a:avLst/>
              <a:gdLst/>
              <a:ahLst/>
              <a:cxnLst/>
              <a:rect l="l" t="t" r="r" b="b"/>
              <a:pathLst>
                <a:path w="284" h="95" extrusionOk="0">
                  <a:moveTo>
                    <a:pt x="0" y="0"/>
                  </a:moveTo>
                  <a:lnTo>
                    <a:pt x="0" y="0"/>
                  </a:lnTo>
                  <a:lnTo>
                    <a:pt x="32" y="63"/>
                  </a:lnTo>
                  <a:cubicBezTo>
                    <a:pt x="32" y="80"/>
                    <a:pt x="47" y="95"/>
                    <a:pt x="63" y="95"/>
                  </a:cubicBezTo>
                  <a:lnTo>
                    <a:pt x="63" y="95"/>
                  </a:lnTo>
                  <a:lnTo>
                    <a:pt x="189" y="80"/>
                  </a:lnTo>
                  <a:cubicBezTo>
                    <a:pt x="189" y="80"/>
                    <a:pt x="189" y="63"/>
                    <a:pt x="204" y="63"/>
                  </a:cubicBezTo>
                  <a:lnTo>
                    <a:pt x="204" y="63"/>
                  </a:lnTo>
                  <a:lnTo>
                    <a:pt x="221" y="63"/>
                  </a:lnTo>
                  <a:lnTo>
                    <a:pt x="221" y="80"/>
                  </a:lnTo>
                  <a:lnTo>
                    <a:pt x="252" y="63"/>
                  </a:lnTo>
                  <a:cubicBezTo>
                    <a:pt x="267" y="63"/>
                    <a:pt x="284" y="48"/>
                    <a:pt x="284" y="32"/>
                  </a:cubicBezTo>
                  <a:cubicBezTo>
                    <a:pt x="284" y="17"/>
                    <a:pt x="267" y="17"/>
                    <a:pt x="267" y="17"/>
                  </a:cubicBezTo>
                  <a:cubicBezTo>
                    <a:pt x="252" y="17"/>
                    <a:pt x="252" y="32"/>
                    <a:pt x="236" y="32"/>
                  </a:cubicBezTo>
                  <a:lnTo>
                    <a:pt x="236" y="48"/>
                  </a:lnTo>
                  <a:cubicBezTo>
                    <a:pt x="221" y="48"/>
                    <a:pt x="221" y="63"/>
                    <a:pt x="204" y="63"/>
                  </a:cubicBezTo>
                  <a:cubicBezTo>
                    <a:pt x="189" y="63"/>
                    <a:pt x="189" y="48"/>
                    <a:pt x="173" y="48"/>
                  </a:cubicBezTo>
                  <a:lnTo>
                    <a:pt x="173" y="32"/>
                  </a:lnTo>
                  <a:lnTo>
                    <a:pt x="173" y="32"/>
                  </a:lnTo>
                  <a:lnTo>
                    <a:pt x="126" y="48"/>
                  </a:lnTo>
                  <a:lnTo>
                    <a:pt x="110" y="48"/>
                  </a:lnTo>
                  <a:cubicBezTo>
                    <a:pt x="110" y="48"/>
                    <a:pt x="95" y="48"/>
                    <a:pt x="78" y="32"/>
                  </a:cubicBezTo>
                  <a:lnTo>
                    <a:pt x="78" y="17"/>
                  </a:lnTo>
                  <a:lnTo>
                    <a:pt x="78" y="17"/>
                  </a:lnTo>
                  <a:lnTo>
                    <a:pt x="78" y="17"/>
                  </a:lnTo>
                  <a:lnTo>
                    <a:pt x="63" y="32"/>
                  </a:lnTo>
                  <a:cubicBezTo>
                    <a:pt x="63" y="32"/>
                    <a:pt x="47" y="48"/>
                    <a:pt x="32" y="48"/>
                  </a:cubicBezTo>
                  <a:lnTo>
                    <a:pt x="15" y="32"/>
                  </a:lnTo>
                  <a:cubicBezTo>
                    <a:pt x="0" y="32"/>
                    <a:pt x="0" y="17"/>
                    <a:pt x="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5" name="Google Shape;1425;p38"/>
            <p:cNvSpPr/>
            <p:nvPr/>
          </p:nvSpPr>
          <p:spPr>
            <a:xfrm>
              <a:off x="3384954" y="1778713"/>
              <a:ext cx="11035" cy="3053"/>
            </a:xfrm>
            <a:custGeom>
              <a:avLst/>
              <a:gdLst/>
              <a:ahLst/>
              <a:cxnLst/>
              <a:rect l="l" t="t" r="r" b="b"/>
              <a:pathLst>
                <a:path w="347" h="96" extrusionOk="0">
                  <a:moveTo>
                    <a:pt x="315" y="1"/>
                  </a:moveTo>
                  <a:lnTo>
                    <a:pt x="300" y="1"/>
                  </a:lnTo>
                  <a:lnTo>
                    <a:pt x="269" y="1"/>
                  </a:lnTo>
                  <a:lnTo>
                    <a:pt x="221" y="1"/>
                  </a:lnTo>
                  <a:cubicBezTo>
                    <a:pt x="221" y="17"/>
                    <a:pt x="221" y="17"/>
                    <a:pt x="206" y="17"/>
                  </a:cubicBezTo>
                  <a:lnTo>
                    <a:pt x="111" y="32"/>
                  </a:lnTo>
                  <a:lnTo>
                    <a:pt x="95" y="49"/>
                  </a:lnTo>
                  <a:cubicBezTo>
                    <a:pt x="80" y="49"/>
                    <a:pt x="63" y="32"/>
                    <a:pt x="63" y="17"/>
                  </a:cubicBezTo>
                  <a:lnTo>
                    <a:pt x="63" y="1"/>
                  </a:lnTo>
                  <a:lnTo>
                    <a:pt x="63" y="1"/>
                  </a:lnTo>
                  <a:cubicBezTo>
                    <a:pt x="48" y="1"/>
                    <a:pt x="48" y="17"/>
                    <a:pt x="32" y="17"/>
                  </a:cubicBezTo>
                  <a:lnTo>
                    <a:pt x="32" y="17"/>
                  </a:lnTo>
                  <a:lnTo>
                    <a:pt x="17" y="32"/>
                  </a:lnTo>
                  <a:cubicBezTo>
                    <a:pt x="0" y="49"/>
                    <a:pt x="17" y="80"/>
                    <a:pt x="17" y="80"/>
                  </a:cubicBezTo>
                  <a:cubicBezTo>
                    <a:pt x="32" y="95"/>
                    <a:pt x="32" y="95"/>
                    <a:pt x="48" y="95"/>
                  </a:cubicBezTo>
                  <a:cubicBezTo>
                    <a:pt x="48" y="95"/>
                    <a:pt x="63" y="95"/>
                    <a:pt x="80" y="80"/>
                  </a:cubicBezTo>
                  <a:lnTo>
                    <a:pt x="80" y="80"/>
                  </a:lnTo>
                  <a:lnTo>
                    <a:pt x="111" y="80"/>
                  </a:lnTo>
                  <a:lnTo>
                    <a:pt x="174" y="80"/>
                  </a:lnTo>
                  <a:lnTo>
                    <a:pt x="206" y="80"/>
                  </a:lnTo>
                  <a:lnTo>
                    <a:pt x="206" y="80"/>
                  </a:lnTo>
                  <a:cubicBezTo>
                    <a:pt x="237" y="80"/>
                    <a:pt x="252" y="64"/>
                    <a:pt x="284" y="64"/>
                  </a:cubicBezTo>
                  <a:lnTo>
                    <a:pt x="315" y="64"/>
                  </a:lnTo>
                  <a:cubicBezTo>
                    <a:pt x="315" y="64"/>
                    <a:pt x="332" y="64"/>
                    <a:pt x="332" y="49"/>
                  </a:cubicBezTo>
                  <a:cubicBezTo>
                    <a:pt x="347" y="49"/>
                    <a:pt x="347" y="32"/>
                    <a:pt x="347" y="32"/>
                  </a:cubicBezTo>
                  <a:cubicBezTo>
                    <a:pt x="347" y="17"/>
                    <a:pt x="332" y="1"/>
                    <a:pt x="3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6" name="Google Shape;1426;p38"/>
            <p:cNvSpPr/>
            <p:nvPr/>
          </p:nvSpPr>
          <p:spPr>
            <a:xfrm>
              <a:off x="3206567" y="1794265"/>
              <a:ext cx="2544" cy="7537"/>
            </a:xfrm>
            <a:custGeom>
              <a:avLst/>
              <a:gdLst/>
              <a:ahLst/>
              <a:cxnLst/>
              <a:rect l="l" t="t" r="r" b="b"/>
              <a:pathLst>
                <a:path w="80" h="237" extrusionOk="0">
                  <a:moveTo>
                    <a:pt x="48" y="1"/>
                  </a:moveTo>
                  <a:lnTo>
                    <a:pt x="48" y="1"/>
                  </a:lnTo>
                  <a:cubicBezTo>
                    <a:pt x="32" y="1"/>
                    <a:pt x="17" y="1"/>
                    <a:pt x="17" y="16"/>
                  </a:cubicBezTo>
                  <a:cubicBezTo>
                    <a:pt x="17" y="32"/>
                    <a:pt x="17" y="32"/>
                    <a:pt x="0" y="32"/>
                  </a:cubicBezTo>
                  <a:lnTo>
                    <a:pt x="0" y="79"/>
                  </a:lnTo>
                  <a:lnTo>
                    <a:pt x="0" y="174"/>
                  </a:lnTo>
                  <a:lnTo>
                    <a:pt x="0" y="205"/>
                  </a:lnTo>
                  <a:cubicBezTo>
                    <a:pt x="0" y="221"/>
                    <a:pt x="17" y="237"/>
                    <a:pt x="32" y="237"/>
                  </a:cubicBezTo>
                  <a:lnTo>
                    <a:pt x="48" y="237"/>
                  </a:lnTo>
                  <a:cubicBezTo>
                    <a:pt x="63" y="237"/>
                    <a:pt x="80" y="221"/>
                    <a:pt x="80" y="205"/>
                  </a:cubicBezTo>
                  <a:lnTo>
                    <a:pt x="80" y="158"/>
                  </a:lnTo>
                  <a:cubicBezTo>
                    <a:pt x="63" y="127"/>
                    <a:pt x="63" y="95"/>
                    <a:pt x="63" y="64"/>
                  </a:cubicBezTo>
                  <a:lnTo>
                    <a:pt x="80" y="47"/>
                  </a:lnTo>
                  <a:lnTo>
                    <a:pt x="80" y="47"/>
                  </a:lnTo>
                  <a:cubicBezTo>
                    <a:pt x="63" y="47"/>
                    <a:pt x="48" y="32"/>
                    <a:pt x="48"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7" name="Google Shape;1427;p38"/>
            <p:cNvSpPr/>
            <p:nvPr/>
          </p:nvSpPr>
          <p:spPr>
            <a:xfrm>
              <a:off x="3274214" y="1781734"/>
              <a:ext cx="6551" cy="3021"/>
            </a:xfrm>
            <a:custGeom>
              <a:avLst/>
              <a:gdLst/>
              <a:ahLst/>
              <a:cxnLst/>
              <a:rect l="l" t="t" r="r" b="b"/>
              <a:pathLst>
                <a:path w="206" h="95" extrusionOk="0">
                  <a:moveTo>
                    <a:pt x="174" y="0"/>
                  </a:moveTo>
                  <a:lnTo>
                    <a:pt x="32" y="32"/>
                  </a:lnTo>
                  <a:cubicBezTo>
                    <a:pt x="16" y="32"/>
                    <a:pt x="1" y="63"/>
                    <a:pt x="16" y="80"/>
                  </a:cubicBezTo>
                  <a:cubicBezTo>
                    <a:pt x="16" y="95"/>
                    <a:pt x="32" y="95"/>
                    <a:pt x="48" y="95"/>
                  </a:cubicBezTo>
                  <a:lnTo>
                    <a:pt x="48" y="95"/>
                  </a:lnTo>
                  <a:lnTo>
                    <a:pt x="205" y="63"/>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8" name="Google Shape;1428;p38"/>
            <p:cNvSpPr/>
            <p:nvPr/>
          </p:nvSpPr>
          <p:spPr>
            <a:xfrm>
              <a:off x="3334355" y="1786727"/>
              <a:ext cx="8046" cy="5057"/>
            </a:xfrm>
            <a:custGeom>
              <a:avLst/>
              <a:gdLst/>
              <a:ahLst/>
              <a:cxnLst/>
              <a:rect l="l" t="t" r="r" b="b"/>
              <a:pathLst>
                <a:path w="253" h="159" extrusionOk="0">
                  <a:moveTo>
                    <a:pt x="221" y="1"/>
                  </a:moveTo>
                  <a:lnTo>
                    <a:pt x="205" y="1"/>
                  </a:lnTo>
                  <a:lnTo>
                    <a:pt x="205" y="1"/>
                  </a:lnTo>
                  <a:lnTo>
                    <a:pt x="79" y="17"/>
                  </a:lnTo>
                  <a:cubicBezTo>
                    <a:pt x="64" y="32"/>
                    <a:pt x="47" y="49"/>
                    <a:pt x="47" y="64"/>
                  </a:cubicBezTo>
                  <a:lnTo>
                    <a:pt x="64" y="95"/>
                  </a:lnTo>
                  <a:lnTo>
                    <a:pt x="47" y="95"/>
                  </a:lnTo>
                  <a:lnTo>
                    <a:pt x="47" y="95"/>
                  </a:lnTo>
                  <a:cubicBezTo>
                    <a:pt x="32" y="95"/>
                    <a:pt x="16" y="112"/>
                    <a:pt x="16" y="112"/>
                  </a:cubicBezTo>
                  <a:lnTo>
                    <a:pt x="1" y="143"/>
                  </a:lnTo>
                  <a:lnTo>
                    <a:pt x="95" y="158"/>
                  </a:lnTo>
                  <a:lnTo>
                    <a:pt x="127" y="127"/>
                  </a:lnTo>
                  <a:lnTo>
                    <a:pt x="127" y="127"/>
                  </a:lnTo>
                  <a:cubicBezTo>
                    <a:pt x="110" y="112"/>
                    <a:pt x="110" y="112"/>
                    <a:pt x="110" y="95"/>
                  </a:cubicBezTo>
                  <a:cubicBezTo>
                    <a:pt x="110" y="80"/>
                    <a:pt x="127" y="64"/>
                    <a:pt x="142" y="64"/>
                  </a:cubicBezTo>
                  <a:lnTo>
                    <a:pt x="205" y="49"/>
                  </a:lnTo>
                  <a:lnTo>
                    <a:pt x="205" y="49"/>
                  </a:lnTo>
                  <a:cubicBezTo>
                    <a:pt x="221" y="49"/>
                    <a:pt x="236" y="64"/>
                    <a:pt x="236" y="64"/>
                  </a:cubicBezTo>
                  <a:lnTo>
                    <a:pt x="253" y="80"/>
                  </a:lnTo>
                  <a:lnTo>
                    <a:pt x="253" y="32"/>
                  </a:lnTo>
                  <a:cubicBezTo>
                    <a:pt x="253" y="17"/>
                    <a:pt x="236" y="17"/>
                    <a:pt x="236" y="17"/>
                  </a:cubicBezTo>
                  <a:cubicBezTo>
                    <a:pt x="236" y="1"/>
                    <a:pt x="221" y="1"/>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9" name="Google Shape;1429;p38"/>
            <p:cNvSpPr/>
            <p:nvPr/>
          </p:nvSpPr>
          <p:spPr>
            <a:xfrm>
              <a:off x="3130398" y="1833352"/>
              <a:ext cx="7028" cy="4039"/>
            </a:xfrm>
            <a:custGeom>
              <a:avLst/>
              <a:gdLst/>
              <a:ahLst/>
              <a:cxnLst/>
              <a:rect l="l" t="t" r="r" b="b"/>
              <a:pathLst>
                <a:path w="221" h="127" extrusionOk="0">
                  <a:moveTo>
                    <a:pt x="80" y="1"/>
                  </a:moveTo>
                  <a:lnTo>
                    <a:pt x="80" y="1"/>
                  </a:lnTo>
                  <a:lnTo>
                    <a:pt x="48" y="1"/>
                  </a:lnTo>
                  <a:lnTo>
                    <a:pt x="32" y="1"/>
                  </a:lnTo>
                  <a:cubicBezTo>
                    <a:pt x="17" y="1"/>
                    <a:pt x="0" y="16"/>
                    <a:pt x="17" y="47"/>
                  </a:cubicBezTo>
                  <a:cubicBezTo>
                    <a:pt x="17" y="64"/>
                    <a:pt x="32" y="79"/>
                    <a:pt x="48" y="79"/>
                  </a:cubicBezTo>
                  <a:lnTo>
                    <a:pt x="48" y="79"/>
                  </a:lnTo>
                  <a:lnTo>
                    <a:pt x="63" y="64"/>
                  </a:lnTo>
                  <a:lnTo>
                    <a:pt x="80" y="64"/>
                  </a:lnTo>
                  <a:cubicBezTo>
                    <a:pt x="111" y="79"/>
                    <a:pt x="126" y="79"/>
                    <a:pt x="143" y="95"/>
                  </a:cubicBezTo>
                  <a:cubicBezTo>
                    <a:pt x="158" y="110"/>
                    <a:pt x="158" y="110"/>
                    <a:pt x="174" y="110"/>
                  </a:cubicBezTo>
                  <a:lnTo>
                    <a:pt x="189" y="127"/>
                  </a:lnTo>
                  <a:cubicBezTo>
                    <a:pt x="206" y="127"/>
                    <a:pt x="206" y="110"/>
                    <a:pt x="221" y="110"/>
                  </a:cubicBezTo>
                  <a:cubicBezTo>
                    <a:pt x="221" y="79"/>
                    <a:pt x="221" y="64"/>
                    <a:pt x="206" y="64"/>
                  </a:cubicBezTo>
                  <a:cubicBezTo>
                    <a:pt x="206" y="47"/>
                    <a:pt x="189" y="47"/>
                    <a:pt x="174" y="47"/>
                  </a:cubicBezTo>
                  <a:cubicBezTo>
                    <a:pt x="158" y="32"/>
                    <a:pt x="143"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0" name="Google Shape;1430;p38"/>
            <p:cNvSpPr/>
            <p:nvPr/>
          </p:nvSpPr>
          <p:spPr>
            <a:xfrm>
              <a:off x="3423023" y="1778236"/>
              <a:ext cx="9573" cy="12053"/>
            </a:xfrm>
            <a:custGeom>
              <a:avLst/>
              <a:gdLst/>
              <a:ahLst/>
              <a:cxnLst/>
              <a:rect l="l" t="t" r="r" b="b"/>
              <a:pathLst>
                <a:path w="301" h="379" extrusionOk="0">
                  <a:moveTo>
                    <a:pt x="190" y="173"/>
                  </a:moveTo>
                  <a:cubicBezTo>
                    <a:pt x="175" y="173"/>
                    <a:pt x="175" y="173"/>
                    <a:pt x="158" y="190"/>
                  </a:cubicBezTo>
                  <a:cubicBezTo>
                    <a:pt x="143" y="221"/>
                    <a:pt x="158" y="236"/>
                    <a:pt x="190" y="284"/>
                  </a:cubicBezTo>
                  <a:lnTo>
                    <a:pt x="158" y="299"/>
                  </a:lnTo>
                  <a:lnTo>
                    <a:pt x="158" y="299"/>
                  </a:lnTo>
                  <a:cubicBezTo>
                    <a:pt x="143" y="284"/>
                    <a:pt x="143" y="268"/>
                    <a:pt x="127" y="253"/>
                  </a:cubicBezTo>
                  <a:lnTo>
                    <a:pt x="127" y="253"/>
                  </a:lnTo>
                  <a:lnTo>
                    <a:pt x="112" y="253"/>
                  </a:lnTo>
                  <a:lnTo>
                    <a:pt x="49" y="236"/>
                  </a:lnTo>
                  <a:cubicBezTo>
                    <a:pt x="64" y="253"/>
                    <a:pt x="64" y="268"/>
                    <a:pt x="80" y="284"/>
                  </a:cubicBezTo>
                  <a:lnTo>
                    <a:pt x="112" y="284"/>
                  </a:lnTo>
                  <a:lnTo>
                    <a:pt x="112" y="284"/>
                  </a:lnTo>
                  <a:lnTo>
                    <a:pt x="112" y="284"/>
                  </a:lnTo>
                  <a:cubicBezTo>
                    <a:pt x="127" y="284"/>
                    <a:pt x="143" y="284"/>
                    <a:pt x="143" y="299"/>
                  </a:cubicBezTo>
                  <a:cubicBezTo>
                    <a:pt x="158" y="316"/>
                    <a:pt x="143" y="316"/>
                    <a:pt x="143" y="331"/>
                  </a:cubicBezTo>
                  <a:cubicBezTo>
                    <a:pt x="158" y="331"/>
                    <a:pt x="158" y="347"/>
                    <a:pt x="158" y="362"/>
                  </a:cubicBezTo>
                  <a:lnTo>
                    <a:pt x="158" y="379"/>
                  </a:lnTo>
                  <a:lnTo>
                    <a:pt x="175" y="379"/>
                  </a:lnTo>
                  <a:lnTo>
                    <a:pt x="175" y="379"/>
                  </a:lnTo>
                  <a:cubicBezTo>
                    <a:pt x="175" y="379"/>
                    <a:pt x="190" y="379"/>
                    <a:pt x="190" y="362"/>
                  </a:cubicBezTo>
                  <a:lnTo>
                    <a:pt x="253" y="316"/>
                  </a:lnTo>
                  <a:cubicBezTo>
                    <a:pt x="253" y="316"/>
                    <a:pt x="269" y="284"/>
                    <a:pt x="253" y="284"/>
                  </a:cubicBezTo>
                  <a:cubicBezTo>
                    <a:pt x="253" y="268"/>
                    <a:pt x="253" y="268"/>
                    <a:pt x="238" y="253"/>
                  </a:cubicBezTo>
                  <a:lnTo>
                    <a:pt x="284" y="221"/>
                  </a:lnTo>
                  <a:lnTo>
                    <a:pt x="284" y="221"/>
                  </a:lnTo>
                  <a:lnTo>
                    <a:pt x="301" y="190"/>
                  </a:lnTo>
                  <a:cubicBezTo>
                    <a:pt x="301" y="190"/>
                    <a:pt x="284" y="190"/>
                    <a:pt x="284" y="173"/>
                  </a:cubicBezTo>
                  <a:lnTo>
                    <a:pt x="284" y="173"/>
                  </a:lnTo>
                  <a:lnTo>
                    <a:pt x="238" y="205"/>
                  </a:lnTo>
                  <a:lnTo>
                    <a:pt x="221" y="205"/>
                  </a:lnTo>
                  <a:cubicBezTo>
                    <a:pt x="221" y="205"/>
                    <a:pt x="206" y="205"/>
                    <a:pt x="190" y="190"/>
                  </a:cubicBezTo>
                  <a:lnTo>
                    <a:pt x="190" y="173"/>
                  </a:lnTo>
                  <a:close/>
                  <a:moveTo>
                    <a:pt x="17" y="47"/>
                  </a:moveTo>
                  <a:lnTo>
                    <a:pt x="17" y="47"/>
                  </a:lnTo>
                  <a:lnTo>
                    <a:pt x="17" y="47"/>
                  </a:lnTo>
                  <a:close/>
                  <a:moveTo>
                    <a:pt x="32" y="1"/>
                  </a:moveTo>
                  <a:lnTo>
                    <a:pt x="32" y="1"/>
                  </a:lnTo>
                  <a:cubicBezTo>
                    <a:pt x="32" y="1"/>
                    <a:pt x="17" y="1"/>
                    <a:pt x="17" y="16"/>
                  </a:cubicBezTo>
                  <a:cubicBezTo>
                    <a:pt x="1" y="32"/>
                    <a:pt x="1" y="47"/>
                    <a:pt x="17" y="64"/>
                  </a:cubicBezTo>
                  <a:lnTo>
                    <a:pt x="17" y="64"/>
                  </a:lnTo>
                  <a:cubicBezTo>
                    <a:pt x="17" y="95"/>
                    <a:pt x="17" y="142"/>
                    <a:pt x="32" y="173"/>
                  </a:cubicBezTo>
                  <a:lnTo>
                    <a:pt x="95" y="173"/>
                  </a:lnTo>
                  <a:cubicBezTo>
                    <a:pt x="95" y="142"/>
                    <a:pt x="80" y="95"/>
                    <a:pt x="95" y="47"/>
                  </a:cubicBezTo>
                  <a:cubicBezTo>
                    <a:pt x="95" y="32"/>
                    <a:pt x="80" y="16"/>
                    <a:pt x="64" y="16"/>
                  </a:cubicBezTo>
                  <a:lnTo>
                    <a:pt x="64" y="16"/>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1" name="Google Shape;1431;p38"/>
            <p:cNvSpPr/>
            <p:nvPr/>
          </p:nvSpPr>
          <p:spPr>
            <a:xfrm>
              <a:off x="3423564" y="1779731"/>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2" name="Google Shape;1432;p38"/>
            <p:cNvSpPr/>
            <p:nvPr/>
          </p:nvSpPr>
          <p:spPr>
            <a:xfrm>
              <a:off x="3440070" y="1796746"/>
              <a:ext cx="2035" cy="3053"/>
            </a:xfrm>
            <a:custGeom>
              <a:avLst/>
              <a:gdLst/>
              <a:ahLst/>
              <a:cxnLst/>
              <a:rect l="l" t="t" r="r" b="b"/>
              <a:pathLst>
                <a:path w="64" h="96" extrusionOk="0">
                  <a:moveTo>
                    <a:pt x="17" y="1"/>
                  </a:moveTo>
                  <a:cubicBezTo>
                    <a:pt x="0" y="1"/>
                    <a:pt x="0" y="17"/>
                    <a:pt x="0" y="32"/>
                  </a:cubicBezTo>
                  <a:lnTo>
                    <a:pt x="0" y="49"/>
                  </a:lnTo>
                  <a:cubicBezTo>
                    <a:pt x="0" y="80"/>
                    <a:pt x="17" y="96"/>
                    <a:pt x="32" y="96"/>
                  </a:cubicBezTo>
                  <a:lnTo>
                    <a:pt x="32" y="96"/>
                  </a:lnTo>
                  <a:lnTo>
                    <a:pt x="32" y="96"/>
                  </a:lnTo>
                  <a:cubicBezTo>
                    <a:pt x="17" y="80"/>
                    <a:pt x="17" y="64"/>
                    <a:pt x="32" y="49"/>
                  </a:cubicBezTo>
                  <a:cubicBezTo>
                    <a:pt x="32" y="32"/>
                    <a:pt x="48" y="32"/>
                    <a:pt x="63" y="32"/>
                  </a:cubicBezTo>
                  <a:lnTo>
                    <a:pt x="63" y="32"/>
                  </a:lnTo>
                  <a:lnTo>
                    <a:pt x="63" y="32"/>
                  </a:lnTo>
                  <a:lnTo>
                    <a:pt x="63" y="32"/>
                  </a:lnTo>
                  <a:lnTo>
                    <a:pt x="48" y="32"/>
                  </a:lnTo>
                  <a:lnTo>
                    <a:pt x="48" y="32"/>
                  </a:lnTo>
                  <a:cubicBezTo>
                    <a:pt x="32"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3" name="Google Shape;1433;p38"/>
            <p:cNvSpPr/>
            <p:nvPr/>
          </p:nvSpPr>
          <p:spPr>
            <a:xfrm>
              <a:off x="3332351" y="1811312"/>
              <a:ext cx="7060" cy="6042"/>
            </a:xfrm>
            <a:custGeom>
              <a:avLst/>
              <a:gdLst/>
              <a:ahLst/>
              <a:cxnLst/>
              <a:rect l="l" t="t" r="r" b="b"/>
              <a:pathLst>
                <a:path w="222" h="190" extrusionOk="0">
                  <a:moveTo>
                    <a:pt x="221" y="16"/>
                  </a:moveTo>
                  <a:lnTo>
                    <a:pt x="221" y="16"/>
                  </a:lnTo>
                  <a:lnTo>
                    <a:pt x="221" y="16"/>
                  </a:lnTo>
                  <a:lnTo>
                    <a:pt x="221" y="16"/>
                  </a:lnTo>
                  <a:lnTo>
                    <a:pt x="221" y="16"/>
                  </a:lnTo>
                  <a:lnTo>
                    <a:pt x="221" y="16"/>
                  </a:lnTo>
                  <a:close/>
                  <a:moveTo>
                    <a:pt x="32" y="1"/>
                  </a:moveTo>
                  <a:lnTo>
                    <a:pt x="32" y="1"/>
                  </a:lnTo>
                  <a:cubicBezTo>
                    <a:pt x="16" y="1"/>
                    <a:pt x="16" y="16"/>
                    <a:pt x="1" y="16"/>
                  </a:cubicBezTo>
                  <a:cubicBezTo>
                    <a:pt x="1" y="32"/>
                    <a:pt x="1" y="47"/>
                    <a:pt x="16" y="64"/>
                  </a:cubicBezTo>
                  <a:lnTo>
                    <a:pt x="32" y="79"/>
                  </a:lnTo>
                  <a:lnTo>
                    <a:pt x="32" y="79"/>
                  </a:lnTo>
                  <a:cubicBezTo>
                    <a:pt x="47" y="64"/>
                    <a:pt x="47" y="47"/>
                    <a:pt x="64" y="47"/>
                  </a:cubicBezTo>
                  <a:lnTo>
                    <a:pt x="79" y="47"/>
                  </a:lnTo>
                  <a:lnTo>
                    <a:pt x="79" y="47"/>
                  </a:lnTo>
                  <a:cubicBezTo>
                    <a:pt x="95" y="47"/>
                    <a:pt x="110" y="79"/>
                    <a:pt x="110" y="95"/>
                  </a:cubicBezTo>
                  <a:lnTo>
                    <a:pt x="95" y="110"/>
                  </a:lnTo>
                  <a:lnTo>
                    <a:pt x="110" y="110"/>
                  </a:lnTo>
                  <a:cubicBezTo>
                    <a:pt x="127" y="110"/>
                    <a:pt x="142" y="127"/>
                    <a:pt x="142" y="142"/>
                  </a:cubicBezTo>
                  <a:cubicBezTo>
                    <a:pt x="142" y="158"/>
                    <a:pt x="142" y="158"/>
                    <a:pt x="127" y="173"/>
                  </a:cubicBezTo>
                  <a:lnTo>
                    <a:pt x="127" y="173"/>
                  </a:lnTo>
                  <a:cubicBezTo>
                    <a:pt x="142" y="173"/>
                    <a:pt x="142" y="190"/>
                    <a:pt x="142" y="190"/>
                  </a:cubicBezTo>
                  <a:lnTo>
                    <a:pt x="173" y="173"/>
                  </a:lnTo>
                  <a:lnTo>
                    <a:pt x="190" y="173"/>
                  </a:lnTo>
                  <a:lnTo>
                    <a:pt x="190" y="173"/>
                  </a:lnTo>
                  <a:lnTo>
                    <a:pt x="190" y="173"/>
                  </a:lnTo>
                  <a:lnTo>
                    <a:pt x="205" y="142"/>
                  </a:lnTo>
                  <a:cubicBezTo>
                    <a:pt x="190" y="142"/>
                    <a:pt x="190" y="142"/>
                    <a:pt x="190" y="127"/>
                  </a:cubicBezTo>
                  <a:lnTo>
                    <a:pt x="190" y="110"/>
                  </a:lnTo>
                  <a:cubicBezTo>
                    <a:pt x="173" y="110"/>
                    <a:pt x="173" y="95"/>
                    <a:pt x="158" y="79"/>
                  </a:cubicBezTo>
                  <a:lnTo>
                    <a:pt x="158" y="79"/>
                  </a:lnTo>
                  <a:lnTo>
                    <a:pt x="158" y="95"/>
                  </a:lnTo>
                  <a:lnTo>
                    <a:pt x="127" y="79"/>
                  </a:lnTo>
                  <a:lnTo>
                    <a:pt x="142" y="79"/>
                  </a:lnTo>
                  <a:lnTo>
                    <a:pt x="158" y="79"/>
                  </a:lnTo>
                  <a:lnTo>
                    <a:pt x="142" y="32"/>
                  </a:lnTo>
                  <a:lnTo>
                    <a:pt x="127" y="47"/>
                  </a:lnTo>
                  <a:lnTo>
                    <a:pt x="110" y="47"/>
                  </a:lnTo>
                  <a:lnTo>
                    <a:pt x="79" y="47"/>
                  </a:lnTo>
                  <a:lnTo>
                    <a:pt x="79" y="47"/>
                  </a:lnTo>
                  <a:lnTo>
                    <a:pt x="79" y="47"/>
                  </a:lnTo>
                  <a:cubicBezTo>
                    <a:pt x="64" y="47"/>
                    <a:pt x="47" y="32"/>
                    <a:pt x="4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4" name="Google Shape;1434;p38"/>
            <p:cNvSpPr/>
            <p:nvPr/>
          </p:nvSpPr>
          <p:spPr>
            <a:xfrm>
              <a:off x="3429034" y="1749167"/>
              <a:ext cx="8587" cy="4516"/>
            </a:xfrm>
            <a:custGeom>
              <a:avLst/>
              <a:gdLst/>
              <a:ahLst/>
              <a:cxnLst/>
              <a:rect l="l" t="t" r="r" b="b"/>
              <a:pathLst>
                <a:path w="270" h="142" extrusionOk="0">
                  <a:moveTo>
                    <a:pt x="221" y="1"/>
                  </a:moveTo>
                  <a:cubicBezTo>
                    <a:pt x="206" y="16"/>
                    <a:pt x="175" y="16"/>
                    <a:pt x="158" y="16"/>
                  </a:cubicBezTo>
                  <a:cubicBezTo>
                    <a:pt x="158" y="32"/>
                    <a:pt x="158" y="32"/>
                    <a:pt x="175" y="47"/>
                  </a:cubicBezTo>
                  <a:cubicBezTo>
                    <a:pt x="143" y="64"/>
                    <a:pt x="95" y="64"/>
                    <a:pt x="64" y="79"/>
                  </a:cubicBezTo>
                  <a:cubicBezTo>
                    <a:pt x="49" y="79"/>
                    <a:pt x="32" y="95"/>
                    <a:pt x="17" y="110"/>
                  </a:cubicBezTo>
                  <a:lnTo>
                    <a:pt x="1" y="110"/>
                  </a:lnTo>
                  <a:lnTo>
                    <a:pt x="1" y="110"/>
                  </a:lnTo>
                  <a:lnTo>
                    <a:pt x="64" y="127"/>
                  </a:lnTo>
                  <a:cubicBezTo>
                    <a:pt x="80" y="127"/>
                    <a:pt x="95" y="127"/>
                    <a:pt x="95" y="142"/>
                  </a:cubicBezTo>
                  <a:cubicBezTo>
                    <a:pt x="112" y="127"/>
                    <a:pt x="143" y="127"/>
                    <a:pt x="158" y="127"/>
                  </a:cubicBezTo>
                  <a:lnTo>
                    <a:pt x="175" y="110"/>
                  </a:lnTo>
                  <a:cubicBezTo>
                    <a:pt x="175" y="95"/>
                    <a:pt x="175" y="79"/>
                    <a:pt x="190" y="64"/>
                  </a:cubicBezTo>
                  <a:lnTo>
                    <a:pt x="206" y="64"/>
                  </a:lnTo>
                  <a:lnTo>
                    <a:pt x="221" y="64"/>
                  </a:lnTo>
                  <a:cubicBezTo>
                    <a:pt x="238" y="64"/>
                    <a:pt x="238" y="64"/>
                    <a:pt x="238" y="47"/>
                  </a:cubicBezTo>
                  <a:lnTo>
                    <a:pt x="253" y="47"/>
                  </a:lnTo>
                  <a:lnTo>
                    <a:pt x="253" y="64"/>
                  </a:lnTo>
                  <a:lnTo>
                    <a:pt x="269" y="64"/>
                  </a:lnTo>
                  <a:cubicBezTo>
                    <a:pt x="269" y="64"/>
                    <a:pt x="269" y="47"/>
                    <a:pt x="253" y="47"/>
                  </a:cubicBezTo>
                  <a:cubicBezTo>
                    <a:pt x="253" y="32"/>
                    <a:pt x="238" y="32"/>
                    <a:pt x="238"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5" name="Google Shape;1435;p38"/>
            <p:cNvSpPr/>
            <p:nvPr/>
          </p:nvSpPr>
          <p:spPr>
            <a:xfrm>
              <a:off x="3277712" y="1807304"/>
              <a:ext cx="2544" cy="7060"/>
            </a:xfrm>
            <a:custGeom>
              <a:avLst/>
              <a:gdLst/>
              <a:ahLst/>
              <a:cxnLst/>
              <a:rect l="l" t="t" r="r" b="b"/>
              <a:pathLst>
                <a:path w="80" h="222" extrusionOk="0">
                  <a:moveTo>
                    <a:pt x="48" y="0"/>
                  </a:moveTo>
                  <a:lnTo>
                    <a:pt x="48" y="0"/>
                  </a:lnTo>
                  <a:cubicBezTo>
                    <a:pt x="32" y="0"/>
                    <a:pt x="17" y="16"/>
                    <a:pt x="17" y="32"/>
                  </a:cubicBezTo>
                  <a:cubicBezTo>
                    <a:pt x="1" y="47"/>
                    <a:pt x="1" y="63"/>
                    <a:pt x="1" y="79"/>
                  </a:cubicBezTo>
                  <a:lnTo>
                    <a:pt x="1" y="142"/>
                  </a:lnTo>
                  <a:lnTo>
                    <a:pt x="1" y="158"/>
                  </a:lnTo>
                  <a:lnTo>
                    <a:pt x="1" y="221"/>
                  </a:lnTo>
                  <a:lnTo>
                    <a:pt x="1" y="221"/>
                  </a:lnTo>
                  <a:cubicBezTo>
                    <a:pt x="80" y="190"/>
                    <a:pt x="80" y="127"/>
                    <a:pt x="80" y="79"/>
                  </a:cubicBezTo>
                  <a:lnTo>
                    <a:pt x="80" y="32"/>
                  </a:lnTo>
                  <a:cubicBezTo>
                    <a:pt x="80"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6" name="Google Shape;1436;p38"/>
            <p:cNvSpPr/>
            <p:nvPr/>
          </p:nvSpPr>
          <p:spPr>
            <a:xfrm>
              <a:off x="3120379" y="1826355"/>
              <a:ext cx="5565" cy="3498"/>
            </a:xfrm>
            <a:custGeom>
              <a:avLst/>
              <a:gdLst/>
              <a:ahLst/>
              <a:cxnLst/>
              <a:rect l="l" t="t" r="r" b="b"/>
              <a:pathLst>
                <a:path w="175" h="110" extrusionOk="0">
                  <a:moveTo>
                    <a:pt x="126" y="0"/>
                  </a:moveTo>
                  <a:lnTo>
                    <a:pt x="126" y="0"/>
                  </a:lnTo>
                  <a:lnTo>
                    <a:pt x="111" y="0"/>
                  </a:lnTo>
                  <a:cubicBezTo>
                    <a:pt x="126" y="15"/>
                    <a:pt x="111" y="32"/>
                    <a:pt x="111" y="47"/>
                  </a:cubicBezTo>
                  <a:lnTo>
                    <a:pt x="80" y="47"/>
                  </a:lnTo>
                  <a:cubicBezTo>
                    <a:pt x="80" y="47"/>
                    <a:pt x="63" y="47"/>
                    <a:pt x="48" y="32"/>
                  </a:cubicBezTo>
                  <a:lnTo>
                    <a:pt x="48" y="15"/>
                  </a:lnTo>
                  <a:lnTo>
                    <a:pt x="17" y="32"/>
                  </a:lnTo>
                  <a:cubicBezTo>
                    <a:pt x="17" y="32"/>
                    <a:pt x="0" y="47"/>
                    <a:pt x="0" y="63"/>
                  </a:cubicBezTo>
                  <a:lnTo>
                    <a:pt x="0" y="78"/>
                  </a:lnTo>
                  <a:cubicBezTo>
                    <a:pt x="0" y="95"/>
                    <a:pt x="17" y="110"/>
                    <a:pt x="32" y="110"/>
                  </a:cubicBezTo>
                  <a:lnTo>
                    <a:pt x="143" y="110"/>
                  </a:lnTo>
                  <a:lnTo>
                    <a:pt x="143" y="110"/>
                  </a:lnTo>
                  <a:cubicBezTo>
                    <a:pt x="158" y="110"/>
                    <a:pt x="174" y="95"/>
                    <a:pt x="174" y="78"/>
                  </a:cubicBezTo>
                  <a:cubicBezTo>
                    <a:pt x="174" y="63"/>
                    <a:pt x="158" y="47"/>
                    <a:pt x="143" y="47"/>
                  </a:cubicBezTo>
                  <a:lnTo>
                    <a:pt x="126" y="47"/>
                  </a:lnTo>
                  <a:cubicBezTo>
                    <a:pt x="143" y="32"/>
                    <a:pt x="143"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7" name="Google Shape;1437;p38"/>
            <p:cNvSpPr/>
            <p:nvPr/>
          </p:nvSpPr>
          <p:spPr>
            <a:xfrm>
              <a:off x="3260188" y="1773243"/>
              <a:ext cx="7060" cy="4516"/>
            </a:xfrm>
            <a:custGeom>
              <a:avLst/>
              <a:gdLst/>
              <a:ahLst/>
              <a:cxnLst/>
              <a:rect l="l" t="t" r="r" b="b"/>
              <a:pathLst>
                <a:path w="222" h="142" extrusionOk="0">
                  <a:moveTo>
                    <a:pt x="142" y="63"/>
                  </a:moveTo>
                  <a:lnTo>
                    <a:pt x="142" y="47"/>
                  </a:lnTo>
                  <a:lnTo>
                    <a:pt x="142" y="63"/>
                  </a:lnTo>
                  <a:close/>
                  <a:moveTo>
                    <a:pt x="110" y="15"/>
                  </a:moveTo>
                  <a:lnTo>
                    <a:pt x="95" y="32"/>
                  </a:lnTo>
                  <a:lnTo>
                    <a:pt x="95" y="32"/>
                  </a:lnTo>
                  <a:lnTo>
                    <a:pt x="95" y="63"/>
                  </a:lnTo>
                  <a:lnTo>
                    <a:pt x="79" y="78"/>
                  </a:lnTo>
                  <a:lnTo>
                    <a:pt x="79" y="95"/>
                  </a:lnTo>
                  <a:cubicBezTo>
                    <a:pt x="95" y="110"/>
                    <a:pt x="110" y="110"/>
                    <a:pt x="142" y="126"/>
                  </a:cubicBezTo>
                  <a:lnTo>
                    <a:pt x="173" y="126"/>
                  </a:lnTo>
                  <a:lnTo>
                    <a:pt x="173" y="141"/>
                  </a:lnTo>
                  <a:cubicBezTo>
                    <a:pt x="190" y="141"/>
                    <a:pt x="205" y="126"/>
                    <a:pt x="205" y="110"/>
                  </a:cubicBezTo>
                  <a:cubicBezTo>
                    <a:pt x="221" y="95"/>
                    <a:pt x="221" y="78"/>
                    <a:pt x="190" y="78"/>
                  </a:cubicBezTo>
                  <a:cubicBezTo>
                    <a:pt x="190" y="63"/>
                    <a:pt x="173" y="63"/>
                    <a:pt x="158" y="63"/>
                  </a:cubicBezTo>
                  <a:cubicBezTo>
                    <a:pt x="158" y="63"/>
                    <a:pt x="142" y="47"/>
                    <a:pt x="127" y="47"/>
                  </a:cubicBezTo>
                  <a:cubicBezTo>
                    <a:pt x="127" y="32"/>
                    <a:pt x="127" y="15"/>
                    <a:pt x="110" y="15"/>
                  </a:cubicBezTo>
                  <a:close/>
                  <a:moveTo>
                    <a:pt x="32" y="0"/>
                  </a:moveTo>
                  <a:lnTo>
                    <a:pt x="32" y="0"/>
                  </a:lnTo>
                  <a:cubicBezTo>
                    <a:pt x="16" y="0"/>
                    <a:pt x="1" y="15"/>
                    <a:pt x="1" y="47"/>
                  </a:cubicBezTo>
                  <a:cubicBezTo>
                    <a:pt x="1" y="47"/>
                    <a:pt x="1" y="63"/>
                    <a:pt x="16" y="63"/>
                  </a:cubicBezTo>
                  <a:lnTo>
                    <a:pt x="16" y="47"/>
                  </a:lnTo>
                  <a:lnTo>
                    <a:pt x="32" y="32"/>
                  </a:lnTo>
                  <a:lnTo>
                    <a:pt x="32"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8" name="Google Shape;1438;p38"/>
            <p:cNvSpPr/>
            <p:nvPr/>
          </p:nvSpPr>
          <p:spPr>
            <a:xfrm>
              <a:off x="3264673" y="1774706"/>
              <a:ext cx="32" cy="572"/>
            </a:xfrm>
            <a:custGeom>
              <a:avLst/>
              <a:gdLst/>
              <a:ahLst/>
              <a:cxnLst/>
              <a:rect l="l" t="t" r="r" b="b"/>
              <a:pathLst>
                <a:path w="1" h="18" extrusionOk="0">
                  <a:moveTo>
                    <a:pt x="1" y="1"/>
                  </a:move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9" name="Google Shape;1439;p38"/>
            <p:cNvSpPr/>
            <p:nvPr/>
          </p:nvSpPr>
          <p:spPr>
            <a:xfrm>
              <a:off x="3353882" y="1814333"/>
              <a:ext cx="6042" cy="7028"/>
            </a:xfrm>
            <a:custGeom>
              <a:avLst/>
              <a:gdLst/>
              <a:ahLst/>
              <a:cxnLst/>
              <a:rect l="l" t="t" r="r" b="b"/>
              <a:pathLst>
                <a:path w="190" h="221" extrusionOk="0">
                  <a:moveTo>
                    <a:pt x="126" y="0"/>
                  </a:moveTo>
                  <a:lnTo>
                    <a:pt x="126" y="15"/>
                  </a:lnTo>
                  <a:lnTo>
                    <a:pt x="63" y="158"/>
                  </a:lnTo>
                  <a:lnTo>
                    <a:pt x="17" y="173"/>
                  </a:lnTo>
                  <a:cubicBezTo>
                    <a:pt x="0" y="189"/>
                    <a:pt x="0" y="204"/>
                    <a:pt x="0" y="221"/>
                  </a:cubicBezTo>
                  <a:lnTo>
                    <a:pt x="17" y="221"/>
                  </a:lnTo>
                  <a:lnTo>
                    <a:pt x="80" y="221"/>
                  </a:lnTo>
                  <a:lnTo>
                    <a:pt x="111" y="204"/>
                  </a:lnTo>
                  <a:cubicBezTo>
                    <a:pt x="126" y="204"/>
                    <a:pt x="126" y="189"/>
                    <a:pt x="126" y="189"/>
                  </a:cubicBezTo>
                  <a:lnTo>
                    <a:pt x="189" y="32"/>
                  </a:lnTo>
                  <a:lnTo>
                    <a:pt x="189" y="15"/>
                  </a:lnTo>
                  <a:cubicBezTo>
                    <a:pt x="189" y="32"/>
                    <a:pt x="174" y="32"/>
                    <a:pt x="158" y="32"/>
                  </a:cubicBezTo>
                  <a:lnTo>
                    <a:pt x="158" y="32"/>
                  </a:lnTo>
                  <a:cubicBezTo>
                    <a:pt x="143" y="32"/>
                    <a:pt x="126"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0" name="Google Shape;1440;p38"/>
            <p:cNvSpPr/>
            <p:nvPr/>
          </p:nvSpPr>
          <p:spPr>
            <a:xfrm>
              <a:off x="3118376" y="1813315"/>
              <a:ext cx="3562" cy="5534"/>
            </a:xfrm>
            <a:custGeom>
              <a:avLst/>
              <a:gdLst/>
              <a:ahLst/>
              <a:cxnLst/>
              <a:rect l="l" t="t" r="r" b="b"/>
              <a:pathLst>
                <a:path w="112" h="174" extrusionOk="0">
                  <a:moveTo>
                    <a:pt x="48" y="1"/>
                  </a:moveTo>
                  <a:lnTo>
                    <a:pt x="48" y="1"/>
                  </a:lnTo>
                  <a:lnTo>
                    <a:pt x="32" y="1"/>
                  </a:lnTo>
                  <a:lnTo>
                    <a:pt x="32" y="1"/>
                  </a:lnTo>
                  <a:cubicBezTo>
                    <a:pt x="17" y="1"/>
                    <a:pt x="17" y="1"/>
                    <a:pt x="17" y="16"/>
                  </a:cubicBezTo>
                  <a:lnTo>
                    <a:pt x="17" y="16"/>
                  </a:lnTo>
                  <a:cubicBezTo>
                    <a:pt x="17" y="47"/>
                    <a:pt x="0" y="64"/>
                    <a:pt x="0" y="79"/>
                  </a:cubicBezTo>
                  <a:lnTo>
                    <a:pt x="17" y="95"/>
                  </a:lnTo>
                  <a:lnTo>
                    <a:pt x="32" y="95"/>
                  </a:lnTo>
                  <a:lnTo>
                    <a:pt x="32" y="95"/>
                  </a:lnTo>
                  <a:lnTo>
                    <a:pt x="32" y="110"/>
                  </a:lnTo>
                  <a:lnTo>
                    <a:pt x="17" y="127"/>
                  </a:lnTo>
                  <a:cubicBezTo>
                    <a:pt x="17" y="142"/>
                    <a:pt x="17" y="158"/>
                    <a:pt x="32" y="158"/>
                  </a:cubicBezTo>
                  <a:lnTo>
                    <a:pt x="48" y="173"/>
                  </a:lnTo>
                  <a:cubicBezTo>
                    <a:pt x="63" y="173"/>
                    <a:pt x="80" y="158"/>
                    <a:pt x="80" y="158"/>
                  </a:cubicBezTo>
                  <a:lnTo>
                    <a:pt x="80" y="142"/>
                  </a:lnTo>
                  <a:cubicBezTo>
                    <a:pt x="95" y="127"/>
                    <a:pt x="111" y="95"/>
                    <a:pt x="111" y="64"/>
                  </a:cubicBezTo>
                  <a:lnTo>
                    <a:pt x="95" y="16"/>
                  </a:lnTo>
                  <a:cubicBezTo>
                    <a:pt x="80"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1" name="Google Shape;1441;p38"/>
            <p:cNvSpPr/>
            <p:nvPr/>
          </p:nvSpPr>
          <p:spPr>
            <a:xfrm>
              <a:off x="3105336" y="1785741"/>
              <a:ext cx="8046" cy="4548"/>
            </a:xfrm>
            <a:custGeom>
              <a:avLst/>
              <a:gdLst/>
              <a:ahLst/>
              <a:cxnLst/>
              <a:rect l="l" t="t" r="r" b="b"/>
              <a:pathLst>
                <a:path w="253" h="143" extrusionOk="0">
                  <a:moveTo>
                    <a:pt x="80" y="17"/>
                  </a:moveTo>
                  <a:lnTo>
                    <a:pt x="80" y="32"/>
                  </a:lnTo>
                  <a:lnTo>
                    <a:pt x="48" y="63"/>
                  </a:lnTo>
                  <a:lnTo>
                    <a:pt x="64" y="63"/>
                  </a:lnTo>
                  <a:cubicBezTo>
                    <a:pt x="64" y="80"/>
                    <a:pt x="64" y="80"/>
                    <a:pt x="80" y="95"/>
                  </a:cubicBezTo>
                  <a:lnTo>
                    <a:pt x="190" y="143"/>
                  </a:lnTo>
                  <a:lnTo>
                    <a:pt x="206" y="143"/>
                  </a:lnTo>
                  <a:cubicBezTo>
                    <a:pt x="221" y="143"/>
                    <a:pt x="238" y="143"/>
                    <a:pt x="238" y="126"/>
                  </a:cubicBezTo>
                  <a:cubicBezTo>
                    <a:pt x="253" y="111"/>
                    <a:pt x="238" y="95"/>
                    <a:pt x="238" y="95"/>
                  </a:cubicBezTo>
                  <a:lnTo>
                    <a:pt x="190" y="111"/>
                  </a:lnTo>
                  <a:lnTo>
                    <a:pt x="175" y="111"/>
                  </a:lnTo>
                  <a:cubicBezTo>
                    <a:pt x="175" y="111"/>
                    <a:pt x="158" y="111"/>
                    <a:pt x="158" y="95"/>
                  </a:cubicBezTo>
                  <a:lnTo>
                    <a:pt x="143" y="95"/>
                  </a:lnTo>
                  <a:lnTo>
                    <a:pt x="143" y="95"/>
                  </a:lnTo>
                  <a:cubicBezTo>
                    <a:pt x="127" y="95"/>
                    <a:pt x="112" y="95"/>
                    <a:pt x="112" y="80"/>
                  </a:cubicBezTo>
                  <a:lnTo>
                    <a:pt x="112" y="32"/>
                  </a:lnTo>
                  <a:lnTo>
                    <a:pt x="80" y="17"/>
                  </a:lnTo>
                  <a:close/>
                  <a:moveTo>
                    <a:pt x="1" y="0"/>
                  </a:moveTo>
                  <a:lnTo>
                    <a:pt x="1" y="17"/>
                  </a:ln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2" name="Google Shape;1442;p38"/>
            <p:cNvSpPr/>
            <p:nvPr/>
          </p:nvSpPr>
          <p:spPr>
            <a:xfrm>
              <a:off x="3438066" y="1748181"/>
              <a:ext cx="4039" cy="13039"/>
            </a:xfrm>
            <a:custGeom>
              <a:avLst/>
              <a:gdLst/>
              <a:ahLst/>
              <a:cxnLst/>
              <a:rect l="l" t="t" r="r" b="b"/>
              <a:pathLst>
                <a:path w="127" h="410" extrusionOk="0">
                  <a:moveTo>
                    <a:pt x="80" y="0"/>
                  </a:moveTo>
                  <a:cubicBezTo>
                    <a:pt x="63" y="15"/>
                    <a:pt x="32" y="15"/>
                    <a:pt x="17" y="15"/>
                  </a:cubicBezTo>
                  <a:lnTo>
                    <a:pt x="0" y="63"/>
                  </a:lnTo>
                  <a:lnTo>
                    <a:pt x="0" y="95"/>
                  </a:lnTo>
                  <a:cubicBezTo>
                    <a:pt x="17" y="110"/>
                    <a:pt x="17" y="141"/>
                    <a:pt x="17" y="189"/>
                  </a:cubicBezTo>
                  <a:cubicBezTo>
                    <a:pt x="0" y="221"/>
                    <a:pt x="0" y="252"/>
                    <a:pt x="17" y="284"/>
                  </a:cubicBezTo>
                  <a:lnTo>
                    <a:pt x="32" y="268"/>
                  </a:lnTo>
                  <a:lnTo>
                    <a:pt x="48" y="268"/>
                  </a:lnTo>
                  <a:lnTo>
                    <a:pt x="48" y="268"/>
                  </a:lnTo>
                  <a:cubicBezTo>
                    <a:pt x="48" y="268"/>
                    <a:pt x="63" y="268"/>
                    <a:pt x="80" y="284"/>
                  </a:cubicBezTo>
                  <a:cubicBezTo>
                    <a:pt x="80" y="299"/>
                    <a:pt x="80" y="315"/>
                    <a:pt x="63" y="331"/>
                  </a:cubicBezTo>
                  <a:lnTo>
                    <a:pt x="48" y="347"/>
                  </a:lnTo>
                  <a:lnTo>
                    <a:pt x="48" y="347"/>
                  </a:lnTo>
                  <a:lnTo>
                    <a:pt x="32" y="362"/>
                  </a:lnTo>
                  <a:cubicBezTo>
                    <a:pt x="17" y="378"/>
                    <a:pt x="32" y="410"/>
                    <a:pt x="48" y="410"/>
                  </a:cubicBezTo>
                  <a:lnTo>
                    <a:pt x="63" y="410"/>
                  </a:lnTo>
                  <a:cubicBezTo>
                    <a:pt x="80" y="410"/>
                    <a:pt x="80" y="410"/>
                    <a:pt x="95" y="394"/>
                  </a:cubicBezTo>
                  <a:lnTo>
                    <a:pt x="111" y="347"/>
                  </a:lnTo>
                  <a:cubicBezTo>
                    <a:pt x="126" y="347"/>
                    <a:pt x="126" y="331"/>
                    <a:pt x="111" y="315"/>
                  </a:cubicBezTo>
                  <a:cubicBezTo>
                    <a:pt x="80" y="284"/>
                    <a:pt x="80" y="236"/>
                    <a:pt x="80" y="189"/>
                  </a:cubicBezTo>
                  <a:cubicBezTo>
                    <a:pt x="80" y="141"/>
                    <a:pt x="80" y="110"/>
                    <a:pt x="63" y="78"/>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3" name="Google Shape;1443;p38"/>
            <p:cNvSpPr/>
            <p:nvPr/>
          </p:nvSpPr>
          <p:spPr>
            <a:xfrm>
              <a:off x="3380470" y="1776709"/>
              <a:ext cx="5025" cy="3562"/>
            </a:xfrm>
            <a:custGeom>
              <a:avLst/>
              <a:gdLst/>
              <a:ahLst/>
              <a:cxnLst/>
              <a:rect l="l" t="t" r="r" b="b"/>
              <a:pathLst>
                <a:path w="158" h="112" extrusionOk="0">
                  <a:moveTo>
                    <a:pt x="126" y="1"/>
                  </a:moveTo>
                  <a:lnTo>
                    <a:pt x="126" y="1"/>
                  </a:lnTo>
                  <a:lnTo>
                    <a:pt x="110" y="1"/>
                  </a:lnTo>
                  <a:lnTo>
                    <a:pt x="0" y="49"/>
                  </a:lnTo>
                  <a:lnTo>
                    <a:pt x="0" y="49"/>
                  </a:lnTo>
                  <a:lnTo>
                    <a:pt x="0" y="64"/>
                  </a:lnTo>
                  <a:lnTo>
                    <a:pt x="0" y="95"/>
                  </a:lnTo>
                  <a:cubicBezTo>
                    <a:pt x="0" y="112"/>
                    <a:pt x="15" y="112"/>
                    <a:pt x="15" y="112"/>
                  </a:cubicBezTo>
                  <a:lnTo>
                    <a:pt x="32" y="112"/>
                  </a:lnTo>
                  <a:lnTo>
                    <a:pt x="141" y="64"/>
                  </a:lnTo>
                  <a:cubicBezTo>
                    <a:pt x="158" y="64"/>
                    <a:pt x="158" y="32"/>
                    <a:pt x="158" y="17"/>
                  </a:cubicBez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4" name="Google Shape;1444;p38"/>
            <p:cNvSpPr/>
            <p:nvPr/>
          </p:nvSpPr>
          <p:spPr>
            <a:xfrm>
              <a:off x="3384954" y="1791275"/>
              <a:ext cx="9032" cy="3498"/>
            </a:xfrm>
            <a:custGeom>
              <a:avLst/>
              <a:gdLst/>
              <a:ahLst/>
              <a:cxnLst/>
              <a:rect l="l" t="t" r="r" b="b"/>
              <a:pathLst>
                <a:path w="284" h="110" extrusionOk="0">
                  <a:moveTo>
                    <a:pt x="17" y="0"/>
                  </a:moveTo>
                  <a:cubicBezTo>
                    <a:pt x="17" y="15"/>
                    <a:pt x="0" y="15"/>
                    <a:pt x="0" y="15"/>
                  </a:cubicBezTo>
                  <a:cubicBezTo>
                    <a:pt x="17" y="15"/>
                    <a:pt x="17" y="32"/>
                    <a:pt x="17" y="32"/>
                  </a:cubicBezTo>
                  <a:lnTo>
                    <a:pt x="237" y="110"/>
                  </a:lnTo>
                  <a:lnTo>
                    <a:pt x="237" y="110"/>
                  </a:lnTo>
                  <a:cubicBezTo>
                    <a:pt x="252" y="110"/>
                    <a:pt x="269" y="95"/>
                    <a:pt x="284" y="95"/>
                  </a:cubicBezTo>
                  <a:cubicBezTo>
                    <a:pt x="284" y="63"/>
                    <a:pt x="269" y="47"/>
                    <a:pt x="252" y="47"/>
                  </a:cubicBezTo>
                  <a:lnTo>
                    <a:pt x="158" y="15"/>
                  </a:lnTo>
                  <a:cubicBezTo>
                    <a:pt x="158" y="32"/>
                    <a:pt x="158" y="32"/>
                    <a:pt x="143" y="47"/>
                  </a:cubicBezTo>
                  <a:lnTo>
                    <a:pt x="126" y="47"/>
                  </a:lnTo>
                  <a:cubicBezTo>
                    <a:pt x="111" y="47"/>
                    <a:pt x="95" y="32"/>
                    <a:pt x="95" y="15"/>
                  </a:cubicBezTo>
                  <a:lnTo>
                    <a:pt x="95" y="15"/>
                  </a:lnTo>
                  <a:lnTo>
                    <a:pt x="17" y="15"/>
                  </a:lnTo>
                  <a:lnTo>
                    <a:pt x="1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5" name="Google Shape;1445;p38"/>
            <p:cNvSpPr/>
            <p:nvPr/>
          </p:nvSpPr>
          <p:spPr>
            <a:xfrm>
              <a:off x="3390965" y="1801294"/>
              <a:ext cx="7569" cy="3530"/>
            </a:xfrm>
            <a:custGeom>
              <a:avLst/>
              <a:gdLst/>
              <a:ahLst/>
              <a:cxnLst/>
              <a:rect l="l" t="t" r="r" b="b"/>
              <a:pathLst>
                <a:path w="238" h="111" extrusionOk="0">
                  <a:moveTo>
                    <a:pt x="206" y="16"/>
                  </a:moveTo>
                  <a:lnTo>
                    <a:pt x="189" y="16"/>
                  </a:lnTo>
                  <a:lnTo>
                    <a:pt x="143" y="32"/>
                  </a:lnTo>
                  <a:lnTo>
                    <a:pt x="143" y="110"/>
                  </a:lnTo>
                  <a:cubicBezTo>
                    <a:pt x="143" y="110"/>
                    <a:pt x="158" y="110"/>
                    <a:pt x="158" y="95"/>
                  </a:cubicBezTo>
                  <a:lnTo>
                    <a:pt x="158" y="95"/>
                  </a:lnTo>
                  <a:lnTo>
                    <a:pt x="174" y="95"/>
                  </a:lnTo>
                  <a:cubicBezTo>
                    <a:pt x="174" y="95"/>
                    <a:pt x="189" y="79"/>
                    <a:pt x="206" y="79"/>
                  </a:cubicBezTo>
                  <a:lnTo>
                    <a:pt x="221" y="79"/>
                  </a:lnTo>
                  <a:cubicBezTo>
                    <a:pt x="237" y="79"/>
                    <a:pt x="237" y="63"/>
                    <a:pt x="237" y="47"/>
                  </a:cubicBezTo>
                  <a:cubicBezTo>
                    <a:pt x="237" y="32"/>
                    <a:pt x="221" y="16"/>
                    <a:pt x="206" y="16"/>
                  </a:cubicBezTo>
                  <a:close/>
                  <a:moveTo>
                    <a:pt x="32" y="0"/>
                  </a:moveTo>
                  <a:cubicBezTo>
                    <a:pt x="32" y="16"/>
                    <a:pt x="0" y="47"/>
                    <a:pt x="32" y="79"/>
                  </a:cubicBezTo>
                  <a:lnTo>
                    <a:pt x="32" y="79"/>
                  </a:lnTo>
                  <a:lnTo>
                    <a:pt x="48" y="79"/>
                  </a:lnTo>
                  <a:lnTo>
                    <a:pt x="48" y="79"/>
                  </a:lnTo>
                  <a:lnTo>
                    <a:pt x="80" y="79"/>
                  </a:lnTo>
                  <a:lnTo>
                    <a:pt x="80" y="32"/>
                  </a:lnTo>
                  <a:cubicBezTo>
                    <a:pt x="63" y="16"/>
                    <a:pt x="80" y="16"/>
                    <a:pt x="80" y="16"/>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6" name="Google Shape;1446;p38"/>
            <p:cNvSpPr/>
            <p:nvPr/>
          </p:nvSpPr>
          <p:spPr>
            <a:xfrm>
              <a:off x="3185513" y="1774229"/>
              <a:ext cx="7569" cy="6042"/>
            </a:xfrm>
            <a:custGeom>
              <a:avLst/>
              <a:gdLst/>
              <a:ahLst/>
              <a:cxnLst/>
              <a:rect l="l" t="t" r="r" b="b"/>
              <a:pathLst>
                <a:path w="238" h="190" extrusionOk="0">
                  <a:moveTo>
                    <a:pt x="158" y="95"/>
                  </a:moveTo>
                  <a:lnTo>
                    <a:pt x="158" y="95"/>
                  </a:lnTo>
                  <a:lnTo>
                    <a:pt x="158" y="95"/>
                  </a:lnTo>
                  <a:close/>
                  <a:moveTo>
                    <a:pt x="95" y="1"/>
                  </a:moveTo>
                  <a:cubicBezTo>
                    <a:pt x="64" y="1"/>
                    <a:pt x="32" y="1"/>
                    <a:pt x="1" y="16"/>
                  </a:cubicBezTo>
                  <a:lnTo>
                    <a:pt x="1" y="16"/>
                  </a:lnTo>
                  <a:cubicBezTo>
                    <a:pt x="17" y="32"/>
                    <a:pt x="32" y="47"/>
                    <a:pt x="48" y="47"/>
                  </a:cubicBezTo>
                  <a:cubicBezTo>
                    <a:pt x="80" y="79"/>
                    <a:pt x="95" y="95"/>
                    <a:pt x="111" y="127"/>
                  </a:cubicBezTo>
                  <a:cubicBezTo>
                    <a:pt x="111" y="158"/>
                    <a:pt x="143" y="158"/>
                    <a:pt x="158" y="173"/>
                  </a:cubicBezTo>
                  <a:lnTo>
                    <a:pt x="190" y="173"/>
                  </a:lnTo>
                  <a:cubicBezTo>
                    <a:pt x="190" y="190"/>
                    <a:pt x="190" y="190"/>
                    <a:pt x="206" y="190"/>
                  </a:cubicBezTo>
                  <a:cubicBezTo>
                    <a:pt x="221" y="190"/>
                    <a:pt x="221" y="173"/>
                    <a:pt x="237" y="158"/>
                  </a:cubicBezTo>
                  <a:cubicBezTo>
                    <a:pt x="237" y="142"/>
                    <a:pt x="237" y="127"/>
                    <a:pt x="221" y="110"/>
                  </a:cubicBezTo>
                  <a:lnTo>
                    <a:pt x="190" y="110"/>
                  </a:lnTo>
                  <a:lnTo>
                    <a:pt x="174" y="95"/>
                  </a:lnTo>
                  <a:cubicBezTo>
                    <a:pt x="158" y="47"/>
                    <a:pt x="127"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7" name="Google Shape;1447;p38"/>
            <p:cNvSpPr/>
            <p:nvPr/>
          </p:nvSpPr>
          <p:spPr>
            <a:xfrm>
              <a:off x="3190538" y="177725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8" name="Google Shape;1448;p38"/>
            <p:cNvSpPr/>
            <p:nvPr/>
          </p:nvSpPr>
          <p:spPr>
            <a:xfrm>
              <a:off x="3042206" y="1820821"/>
              <a:ext cx="6042" cy="4039"/>
            </a:xfrm>
            <a:custGeom>
              <a:avLst/>
              <a:gdLst/>
              <a:ahLst/>
              <a:cxnLst/>
              <a:rect l="l" t="t" r="r" b="b"/>
              <a:pathLst>
                <a:path w="190" h="127" extrusionOk="0">
                  <a:moveTo>
                    <a:pt x="158" y="0"/>
                  </a:moveTo>
                  <a:lnTo>
                    <a:pt x="158" y="0"/>
                  </a:lnTo>
                  <a:cubicBezTo>
                    <a:pt x="143" y="0"/>
                    <a:pt x="126" y="17"/>
                    <a:pt x="126" y="17"/>
                  </a:cubicBezTo>
                  <a:cubicBezTo>
                    <a:pt x="126" y="32"/>
                    <a:pt x="111" y="32"/>
                    <a:pt x="95" y="48"/>
                  </a:cubicBezTo>
                  <a:lnTo>
                    <a:pt x="95" y="63"/>
                  </a:lnTo>
                  <a:cubicBezTo>
                    <a:pt x="95" y="80"/>
                    <a:pt x="80" y="95"/>
                    <a:pt x="63" y="95"/>
                  </a:cubicBezTo>
                  <a:lnTo>
                    <a:pt x="0" y="95"/>
                  </a:lnTo>
                  <a:lnTo>
                    <a:pt x="0" y="111"/>
                  </a:lnTo>
                  <a:cubicBezTo>
                    <a:pt x="17" y="126"/>
                    <a:pt x="17" y="126"/>
                    <a:pt x="32" y="126"/>
                  </a:cubicBezTo>
                  <a:lnTo>
                    <a:pt x="48" y="126"/>
                  </a:lnTo>
                  <a:cubicBezTo>
                    <a:pt x="63" y="111"/>
                    <a:pt x="80" y="111"/>
                    <a:pt x="95" y="111"/>
                  </a:cubicBezTo>
                  <a:cubicBezTo>
                    <a:pt x="126" y="111"/>
                    <a:pt x="174" y="95"/>
                    <a:pt x="189" y="48"/>
                  </a:cubicBezTo>
                  <a:cubicBezTo>
                    <a:pt x="189" y="32"/>
                    <a:pt x="189" y="17"/>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9" name="Google Shape;1449;p38"/>
            <p:cNvSpPr/>
            <p:nvPr/>
          </p:nvSpPr>
          <p:spPr>
            <a:xfrm>
              <a:off x="3167004" y="1793279"/>
              <a:ext cx="6042" cy="3021"/>
            </a:xfrm>
            <a:custGeom>
              <a:avLst/>
              <a:gdLst/>
              <a:ahLst/>
              <a:cxnLst/>
              <a:rect l="l" t="t" r="r" b="b"/>
              <a:pathLst>
                <a:path w="190" h="95" extrusionOk="0">
                  <a:moveTo>
                    <a:pt x="173" y="0"/>
                  </a:moveTo>
                  <a:lnTo>
                    <a:pt x="173" y="0"/>
                  </a:lnTo>
                  <a:lnTo>
                    <a:pt x="32" y="15"/>
                  </a:lnTo>
                  <a:cubicBezTo>
                    <a:pt x="0" y="15"/>
                    <a:pt x="0" y="32"/>
                    <a:pt x="0" y="63"/>
                  </a:cubicBezTo>
                  <a:cubicBezTo>
                    <a:pt x="0" y="78"/>
                    <a:pt x="15" y="95"/>
                    <a:pt x="32" y="95"/>
                  </a:cubicBezTo>
                  <a:lnTo>
                    <a:pt x="32" y="95"/>
                  </a:lnTo>
                  <a:lnTo>
                    <a:pt x="63" y="78"/>
                  </a:lnTo>
                  <a:lnTo>
                    <a:pt x="63" y="78"/>
                  </a:lnTo>
                  <a:cubicBezTo>
                    <a:pt x="78" y="63"/>
                    <a:pt x="110" y="47"/>
                    <a:pt x="141" y="47"/>
                  </a:cubicBezTo>
                  <a:lnTo>
                    <a:pt x="189" y="47"/>
                  </a:lnTo>
                  <a:lnTo>
                    <a:pt x="189" y="32"/>
                  </a:lnTo>
                  <a:lnTo>
                    <a:pt x="189" y="15"/>
                  </a:lnTo>
                  <a:cubicBezTo>
                    <a:pt x="189" y="0"/>
                    <a:pt x="173" y="0"/>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0" name="Google Shape;1450;p38"/>
            <p:cNvSpPr/>
            <p:nvPr/>
          </p:nvSpPr>
          <p:spPr>
            <a:xfrm>
              <a:off x="3346376" y="1812806"/>
              <a:ext cx="7537" cy="8555"/>
            </a:xfrm>
            <a:custGeom>
              <a:avLst/>
              <a:gdLst/>
              <a:ahLst/>
              <a:cxnLst/>
              <a:rect l="l" t="t" r="r" b="b"/>
              <a:pathLst>
                <a:path w="237" h="269" extrusionOk="0">
                  <a:moveTo>
                    <a:pt x="158" y="189"/>
                  </a:moveTo>
                  <a:lnTo>
                    <a:pt x="158" y="189"/>
                  </a:lnTo>
                  <a:lnTo>
                    <a:pt x="142" y="206"/>
                  </a:lnTo>
                  <a:lnTo>
                    <a:pt x="110" y="206"/>
                  </a:lnTo>
                  <a:lnTo>
                    <a:pt x="95" y="206"/>
                  </a:lnTo>
                  <a:lnTo>
                    <a:pt x="95" y="206"/>
                  </a:lnTo>
                  <a:lnTo>
                    <a:pt x="64" y="206"/>
                  </a:lnTo>
                  <a:lnTo>
                    <a:pt x="47" y="206"/>
                  </a:lnTo>
                  <a:lnTo>
                    <a:pt x="47" y="206"/>
                  </a:lnTo>
                  <a:cubicBezTo>
                    <a:pt x="47" y="221"/>
                    <a:pt x="47" y="237"/>
                    <a:pt x="32" y="237"/>
                  </a:cubicBezTo>
                  <a:lnTo>
                    <a:pt x="1" y="252"/>
                  </a:lnTo>
                  <a:cubicBezTo>
                    <a:pt x="16" y="252"/>
                    <a:pt x="16" y="252"/>
                    <a:pt x="16" y="269"/>
                  </a:cubicBezTo>
                  <a:lnTo>
                    <a:pt x="32" y="269"/>
                  </a:lnTo>
                  <a:lnTo>
                    <a:pt x="47" y="269"/>
                  </a:lnTo>
                  <a:lnTo>
                    <a:pt x="47" y="269"/>
                  </a:lnTo>
                  <a:lnTo>
                    <a:pt x="47" y="269"/>
                  </a:lnTo>
                  <a:lnTo>
                    <a:pt x="110" y="237"/>
                  </a:lnTo>
                  <a:lnTo>
                    <a:pt x="173" y="269"/>
                  </a:lnTo>
                  <a:lnTo>
                    <a:pt x="190" y="269"/>
                  </a:lnTo>
                  <a:cubicBezTo>
                    <a:pt x="205" y="269"/>
                    <a:pt x="221" y="252"/>
                    <a:pt x="221" y="252"/>
                  </a:cubicBezTo>
                  <a:cubicBezTo>
                    <a:pt x="236" y="221"/>
                    <a:pt x="221" y="206"/>
                    <a:pt x="205" y="206"/>
                  </a:cubicBezTo>
                  <a:lnTo>
                    <a:pt x="158" y="189"/>
                  </a:lnTo>
                  <a:close/>
                  <a:moveTo>
                    <a:pt x="95" y="17"/>
                  </a:moveTo>
                  <a:lnTo>
                    <a:pt x="79" y="32"/>
                  </a:lnTo>
                  <a:cubicBezTo>
                    <a:pt x="79" y="48"/>
                    <a:pt x="64" y="63"/>
                    <a:pt x="47" y="63"/>
                  </a:cubicBezTo>
                  <a:lnTo>
                    <a:pt x="32" y="48"/>
                  </a:lnTo>
                  <a:lnTo>
                    <a:pt x="16" y="48"/>
                  </a:lnTo>
                  <a:lnTo>
                    <a:pt x="16" y="63"/>
                  </a:lnTo>
                  <a:lnTo>
                    <a:pt x="1" y="63"/>
                  </a:lnTo>
                  <a:lnTo>
                    <a:pt x="32" y="80"/>
                  </a:lnTo>
                  <a:cubicBezTo>
                    <a:pt x="47" y="95"/>
                    <a:pt x="47" y="111"/>
                    <a:pt x="32" y="126"/>
                  </a:cubicBezTo>
                  <a:cubicBezTo>
                    <a:pt x="32" y="126"/>
                    <a:pt x="16" y="143"/>
                    <a:pt x="1" y="143"/>
                  </a:cubicBezTo>
                  <a:lnTo>
                    <a:pt x="1" y="143"/>
                  </a:lnTo>
                  <a:lnTo>
                    <a:pt x="1" y="174"/>
                  </a:lnTo>
                  <a:lnTo>
                    <a:pt x="1" y="174"/>
                  </a:lnTo>
                  <a:lnTo>
                    <a:pt x="16" y="174"/>
                  </a:lnTo>
                  <a:lnTo>
                    <a:pt x="16" y="174"/>
                  </a:lnTo>
                  <a:lnTo>
                    <a:pt x="16" y="174"/>
                  </a:lnTo>
                  <a:cubicBezTo>
                    <a:pt x="16" y="158"/>
                    <a:pt x="32" y="143"/>
                    <a:pt x="47" y="143"/>
                  </a:cubicBezTo>
                  <a:lnTo>
                    <a:pt x="64" y="143"/>
                  </a:lnTo>
                  <a:cubicBezTo>
                    <a:pt x="79" y="111"/>
                    <a:pt x="79" y="80"/>
                    <a:pt x="95" y="32"/>
                  </a:cubicBezTo>
                  <a:cubicBezTo>
                    <a:pt x="110" y="32"/>
                    <a:pt x="110" y="17"/>
                    <a:pt x="95" y="17"/>
                  </a:cubicBezTo>
                  <a:close/>
                  <a:moveTo>
                    <a:pt x="32" y="0"/>
                  </a:moveTo>
                  <a:lnTo>
                    <a:pt x="16" y="0"/>
                  </a:lnTo>
                  <a:lnTo>
                    <a:pt x="16" y="17"/>
                  </a:lnTo>
                  <a:lnTo>
                    <a:pt x="16" y="17"/>
                  </a:lnTo>
                  <a:lnTo>
                    <a:pt x="1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1" name="Google Shape;1451;p38"/>
            <p:cNvSpPr/>
            <p:nvPr/>
          </p:nvSpPr>
          <p:spPr>
            <a:xfrm>
              <a:off x="3103842" y="1790258"/>
              <a:ext cx="7060" cy="2512"/>
            </a:xfrm>
            <a:custGeom>
              <a:avLst/>
              <a:gdLst/>
              <a:ahLst/>
              <a:cxnLst/>
              <a:rect l="l" t="t" r="r" b="b"/>
              <a:pathLst>
                <a:path w="222" h="79" extrusionOk="0">
                  <a:moveTo>
                    <a:pt x="32" y="16"/>
                  </a:moveTo>
                  <a:lnTo>
                    <a:pt x="16" y="16"/>
                  </a:lnTo>
                  <a:cubicBezTo>
                    <a:pt x="1" y="32"/>
                    <a:pt x="16" y="64"/>
                    <a:pt x="32" y="64"/>
                  </a:cubicBezTo>
                  <a:lnTo>
                    <a:pt x="32" y="79"/>
                  </a:lnTo>
                  <a:cubicBezTo>
                    <a:pt x="32" y="64"/>
                    <a:pt x="48" y="47"/>
                    <a:pt x="64" y="47"/>
                  </a:cubicBezTo>
                  <a:lnTo>
                    <a:pt x="64" y="47"/>
                  </a:lnTo>
                  <a:lnTo>
                    <a:pt x="64" y="47"/>
                  </a:lnTo>
                  <a:cubicBezTo>
                    <a:pt x="79" y="47"/>
                    <a:pt x="95" y="64"/>
                    <a:pt x="95" y="79"/>
                  </a:cubicBezTo>
                  <a:lnTo>
                    <a:pt x="95" y="79"/>
                  </a:lnTo>
                  <a:lnTo>
                    <a:pt x="111" y="79"/>
                  </a:lnTo>
                  <a:lnTo>
                    <a:pt x="111" y="79"/>
                  </a:lnTo>
                  <a:lnTo>
                    <a:pt x="111" y="79"/>
                  </a:lnTo>
                  <a:lnTo>
                    <a:pt x="111" y="64"/>
                  </a:lnTo>
                  <a:cubicBezTo>
                    <a:pt x="111" y="64"/>
                    <a:pt x="127" y="64"/>
                    <a:pt x="127" y="47"/>
                  </a:cubicBezTo>
                  <a:lnTo>
                    <a:pt x="127" y="47"/>
                  </a:lnTo>
                  <a:lnTo>
                    <a:pt x="95" y="16"/>
                  </a:lnTo>
                  <a:lnTo>
                    <a:pt x="79" y="16"/>
                  </a:lnTo>
                  <a:lnTo>
                    <a:pt x="79" y="16"/>
                  </a:lnTo>
                  <a:lnTo>
                    <a:pt x="64" y="16"/>
                  </a:lnTo>
                  <a:lnTo>
                    <a:pt x="48" y="16"/>
                  </a:lnTo>
                  <a:lnTo>
                    <a:pt x="32" y="16"/>
                  </a:lnTo>
                  <a:close/>
                  <a:moveTo>
                    <a:pt x="190" y="1"/>
                  </a:moveTo>
                  <a:lnTo>
                    <a:pt x="190" y="1"/>
                  </a:lnTo>
                  <a:lnTo>
                    <a:pt x="174" y="16"/>
                  </a:lnTo>
                  <a:lnTo>
                    <a:pt x="174" y="47"/>
                  </a:lnTo>
                  <a:lnTo>
                    <a:pt x="174" y="47"/>
                  </a:lnTo>
                  <a:cubicBezTo>
                    <a:pt x="174" y="47"/>
                    <a:pt x="190" y="64"/>
                    <a:pt x="190" y="79"/>
                  </a:cubicBezTo>
                  <a:lnTo>
                    <a:pt x="190" y="79"/>
                  </a:lnTo>
                  <a:cubicBezTo>
                    <a:pt x="222" y="79"/>
                    <a:pt x="222" y="64"/>
                    <a:pt x="222" y="32"/>
                  </a:cubicBezTo>
                  <a:cubicBezTo>
                    <a:pt x="222" y="16"/>
                    <a:pt x="205" y="1"/>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2" name="Google Shape;1452;p38"/>
            <p:cNvSpPr/>
            <p:nvPr/>
          </p:nvSpPr>
          <p:spPr>
            <a:xfrm>
              <a:off x="3397485" y="1767709"/>
              <a:ext cx="4516" cy="3021"/>
            </a:xfrm>
            <a:custGeom>
              <a:avLst/>
              <a:gdLst/>
              <a:ahLst/>
              <a:cxnLst/>
              <a:rect l="l" t="t" r="r" b="b"/>
              <a:pathLst>
                <a:path w="142" h="95" extrusionOk="0">
                  <a:moveTo>
                    <a:pt x="127" y="0"/>
                  </a:moveTo>
                  <a:lnTo>
                    <a:pt x="110" y="17"/>
                  </a:lnTo>
                  <a:lnTo>
                    <a:pt x="95" y="17"/>
                  </a:lnTo>
                  <a:lnTo>
                    <a:pt x="64" y="17"/>
                  </a:lnTo>
                  <a:lnTo>
                    <a:pt x="32" y="17"/>
                  </a:lnTo>
                  <a:cubicBezTo>
                    <a:pt x="16" y="32"/>
                    <a:pt x="1" y="48"/>
                    <a:pt x="16" y="63"/>
                  </a:cubicBezTo>
                  <a:cubicBezTo>
                    <a:pt x="16" y="80"/>
                    <a:pt x="32" y="95"/>
                    <a:pt x="47" y="95"/>
                  </a:cubicBezTo>
                  <a:lnTo>
                    <a:pt x="47" y="95"/>
                  </a:lnTo>
                  <a:lnTo>
                    <a:pt x="142" y="63"/>
                  </a:lnTo>
                  <a:lnTo>
                    <a:pt x="142" y="48"/>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3" name="Google Shape;1453;p38"/>
            <p:cNvSpPr/>
            <p:nvPr/>
          </p:nvSpPr>
          <p:spPr>
            <a:xfrm>
              <a:off x="3263210" y="1818817"/>
              <a:ext cx="4039" cy="9573"/>
            </a:xfrm>
            <a:custGeom>
              <a:avLst/>
              <a:gdLst/>
              <a:ahLst/>
              <a:cxnLst/>
              <a:rect l="l" t="t" r="r" b="b"/>
              <a:pathLst>
                <a:path w="127" h="301" extrusionOk="0">
                  <a:moveTo>
                    <a:pt x="63" y="0"/>
                  </a:moveTo>
                  <a:lnTo>
                    <a:pt x="63" y="0"/>
                  </a:lnTo>
                  <a:cubicBezTo>
                    <a:pt x="47" y="0"/>
                    <a:pt x="47" y="17"/>
                    <a:pt x="32" y="17"/>
                  </a:cubicBezTo>
                  <a:cubicBezTo>
                    <a:pt x="32" y="32"/>
                    <a:pt x="32" y="63"/>
                    <a:pt x="47" y="63"/>
                  </a:cubicBezTo>
                  <a:cubicBezTo>
                    <a:pt x="47" y="80"/>
                    <a:pt x="47" y="80"/>
                    <a:pt x="63" y="80"/>
                  </a:cubicBezTo>
                  <a:cubicBezTo>
                    <a:pt x="47" y="95"/>
                    <a:pt x="47" y="95"/>
                    <a:pt x="47" y="111"/>
                  </a:cubicBezTo>
                  <a:cubicBezTo>
                    <a:pt x="47" y="126"/>
                    <a:pt x="32" y="143"/>
                    <a:pt x="32" y="158"/>
                  </a:cubicBezTo>
                  <a:lnTo>
                    <a:pt x="32" y="174"/>
                  </a:lnTo>
                  <a:cubicBezTo>
                    <a:pt x="15" y="206"/>
                    <a:pt x="0" y="252"/>
                    <a:pt x="47" y="284"/>
                  </a:cubicBezTo>
                  <a:cubicBezTo>
                    <a:pt x="47" y="300"/>
                    <a:pt x="47" y="300"/>
                    <a:pt x="63" y="300"/>
                  </a:cubicBezTo>
                  <a:cubicBezTo>
                    <a:pt x="78" y="300"/>
                    <a:pt x="78" y="300"/>
                    <a:pt x="95" y="284"/>
                  </a:cubicBezTo>
                  <a:lnTo>
                    <a:pt x="95" y="237"/>
                  </a:lnTo>
                  <a:cubicBezTo>
                    <a:pt x="78" y="237"/>
                    <a:pt x="78" y="237"/>
                    <a:pt x="78" y="206"/>
                  </a:cubicBezTo>
                  <a:lnTo>
                    <a:pt x="78" y="206"/>
                  </a:lnTo>
                  <a:cubicBezTo>
                    <a:pt x="63" y="206"/>
                    <a:pt x="47" y="206"/>
                    <a:pt x="47" y="189"/>
                  </a:cubicBezTo>
                  <a:cubicBezTo>
                    <a:pt x="32" y="174"/>
                    <a:pt x="47" y="158"/>
                    <a:pt x="63" y="143"/>
                  </a:cubicBezTo>
                  <a:lnTo>
                    <a:pt x="95" y="126"/>
                  </a:lnTo>
                  <a:cubicBezTo>
                    <a:pt x="78" y="126"/>
                    <a:pt x="78" y="111"/>
                    <a:pt x="78" y="111"/>
                  </a:cubicBezTo>
                  <a:cubicBezTo>
                    <a:pt x="78" y="80"/>
                    <a:pt x="78" y="63"/>
                    <a:pt x="95" y="63"/>
                  </a:cubicBezTo>
                  <a:lnTo>
                    <a:pt x="126" y="63"/>
                  </a:lnTo>
                  <a:lnTo>
                    <a:pt x="126" y="48"/>
                  </a:lnTo>
                  <a:cubicBezTo>
                    <a:pt x="126" y="63"/>
                    <a:pt x="110" y="63"/>
                    <a:pt x="110" y="63"/>
                  </a:cubicBezTo>
                  <a:cubicBezTo>
                    <a:pt x="95" y="63"/>
                    <a:pt x="95" y="63"/>
                    <a:pt x="78" y="48"/>
                  </a:cubicBezTo>
                  <a:lnTo>
                    <a:pt x="78" y="17"/>
                  </a:lnTo>
                  <a:cubicBezTo>
                    <a:pt x="78"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4" name="Google Shape;1454;p38"/>
            <p:cNvSpPr/>
            <p:nvPr/>
          </p:nvSpPr>
          <p:spPr>
            <a:xfrm>
              <a:off x="3398503" y="1786727"/>
              <a:ext cx="3021" cy="9573"/>
            </a:xfrm>
            <a:custGeom>
              <a:avLst/>
              <a:gdLst/>
              <a:ahLst/>
              <a:cxnLst/>
              <a:rect l="l" t="t" r="r" b="b"/>
              <a:pathLst>
                <a:path w="95" h="301" extrusionOk="0">
                  <a:moveTo>
                    <a:pt x="95" y="1"/>
                  </a:moveTo>
                  <a:cubicBezTo>
                    <a:pt x="78" y="17"/>
                    <a:pt x="47" y="17"/>
                    <a:pt x="32" y="17"/>
                  </a:cubicBezTo>
                  <a:lnTo>
                    <a:pt x="15" y="17"/>
                  </a:lnTo>
                  <a:lnTo>
                    <a:pt x="15" y="80"/>
                  </a:lnTo>
                  <a:lnTo>
                    <a:pt x="15" y="80"/>
                  </a:lnTo>
                  <a:lnTo>
                    <a:pt x="0" y="143"/>
                  </a:lnTo>
                  <a:cubicBezTo>
                    <a:pt x="15" y="158"/>
                    <a:pt x="15" y="158"/>
                    <a:pt x="15" y="175"/>
                  </a:cubicBezTo>
                  <a:lnTo>
                    <a:pt x="15" y="221"/>
                  </a:lnTo>
                  <a:lnTo>
                    <a:pt x="0" y="238"/>
                  </a:lnTo>
                  <a:cubicBezTo>
                    <a:pt x="15" y="238"/>
                    <a:pt x="15" y="253"/>
                    <a:pt x="15" y="269"/>
                  </a:cubicBezTo>
                  <a:lnTo>
                    <a:pt x="32" y="284"/>
                  </a:lnTo>
                  <a:lnTo>
                    <a:pt x="32" y="301"/>
                  </a:lnTo>
                  <a:lnTo>
                    <a:pt x="32" y="301"/>
                  </a:lnTo>
                  <a:cubicBezTo>
                    <a:pt x="47" y="301"/>
                    <a:pt x="63" y="284"/>
                    <a:pt x="63" y="253"/>
                  </a:cubicBezTo>
                  <a:lnTo>
                    <a:pt x="63" y="221"/>
                  </a:lnTo>
                  <a:lnTo>
                    <a:pt x="47" y="206"/>
                  </a:lnTo>
                  <a:cubicBezTo>
                    <a:pt x="32" y="206"/>
                    <a:pt x="15" y="190"/>
                    <a:pt x="32" y="175"/>
                  </a:cubicBezTo>
                  <a:cubicBezTo>
                    <a:pt x="32" y="158"/>
                    <a:pt x="47" y="143"/>
                    <a:pt x="47" y="143"/>
                  </a:cubicBezTo>
                  <a:lnTo>
                    <a:pt x="63" y="143"/>
                  </a:lnTo>
                  <a:lnTo>
                    <a:pt x="63" y="143"/>
                  </a:lnTo>
                  <a:lnTo>
                    <a:pt x="78" y="143"/>
                  </a:lnTo>
                  <a:lnTo>
                    <a:pt x="78" y="95"/>
                  </a:lnTo>
                  <a:lnTo>
                    <a:pt x="78" y="80"/>
                  </a:lnTo>
                  <a:lnTo>
                    <a:pt x="78" y="80"/>
                  </a:lnTo>
                  <a:lnTo>
                    <a:pt x="78" y="80"/>
                  </a:lnTo>
                  <a:cubicBezTo>
                    <a:pt x="63" y="80"/>
                    <a:pt x="47" y="80"/>
                    <a:pt x="47" y="64"/>
                  </a:cubicBezTo>
                  <a:cubicBezTo>
                    <a:pt x="32" y="32"/>
                    <a:pt x="47" y="17"/>
                    <a:pt x="78" y="17"/>
                  </a:cubicBez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5" name="Google Shape;1455;p38"/>
            <p:cNvSpPr/>
            <p:nvPr/>
          </p:nvSpPr>
          <p:spPr>
            <a:xfrm>
              <a:off x="3429034" y="1757182"/>
              <a:ext cx="5565" cy="4548"/>
            </a:xfrm>
            <a:custGeom>
              <a:avLst/>
              <a:gdLst/>
              <a:ahLst/>
              <a:cxnLst/>
              <a:rect l="l" t="t" r="r" b="b"/>
              <a:pathLst>
                <a:path w="175" h="143" extrusionOk="0">
                  <a:moveTo>
                    <a:pt x="32" y="1"/>
                  </a:moveTo>
                  <a:lnTo>
                    <a:pt x="32" y="1"/>
                  </a:lnTo>
                  <a:lnTo>
                    <a:pt x="1" y="95"/>
                  </a:lnTo>
                  <a:lnTo>
                    <a:pt x="1" y="95"/>
                  </a:lnTo>
                  <a:lnTo>
                    <a:pt x="17" y="95"/>
                  </a:lnTo>
                  <a:lnTo>
                    <a:pt x="32" y="127"/>
                  </a:lnTo>
                  <a:cubicBezTo>
                    <a:pt x="49" y="127"/>
                    <a:pt x="49" y="142"/>
                    <a:pt x="64" y="142"/>
                  </a:cubicBezTo>
                  <a:lnTo>
                    <a:pt x="64" y="142"/>
                  </a:lnTo>
                  <a:lnTo>
                    <a:pt x="158" y="127"/>
                  </a:lnTo>
                  <a:lnTo>
                    <a:pt x="175" y="127"/>
                  </a:lnTo>
                  <a:lnTo>
                    <a:pt x="158" y="111"/>
                  </a:lnTo>
                  <a:lnTo>
                    <a:pt x="175" y="79"/>
                  </a:lnTo>
                  <a:cubicBezTo>
                    <a:pt x="175" y="64"/>
                    <a:pt x="158" y="64"/>
                    <a:pt x="158" y="64"/>
                  </a:cubicBezTo>
                  <a:lnTo>
                    <a:pt x="143" y="64"/>
                  </a:lnTo>
                  <a:lnTo>
                    <a:pt x="143" y="64"/>
                  </a:lnTo>
                  <a:lnTo>
                    <a:pt x="80" y="64"/>
                  </a:lnTo>
                  <a:lnTo>
                    <a:pt x="64" y="16"/>
                  </a:lnTo>
                  <a:cubicBezTo>
                    <a:pt x="49" y="16"/>
                    <a:pt x="32"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6" name="Google Shape;1456;p38"/>
            <p:cNvSpPr/>
            <p:nvPr/>
          </p:nvSpPr>
          <p:spPr>
            <a:xfrm>
              <a:off x="3181029" y="1780239"/>
              <a:ext cx="5534" cy="6042"/>
            </a:xfrm>
            <a:custGeom>
              <a:avLst/>
              <a:gdLst/>
              <a:ahLst/>
              <a:cxnLst/>
              <a:rect l="l" t="t" r="r" b="b"/>
              <a:pathLst>
                <a:path w="174" h="190" extrusionOk="0">
                  <a:moveTo>
                    <a:pt x="110" y="1"/>
                  </a:moveTo>
                  <a:lnTo>
                    <a:pt x="95" y="1"/>
                  </a:lnTo>
                  <a:lnTo>
                    <a:pt x="78" y="1"/>
                  </a:lnTo>
                  <a:cubicBezTo>
                    <a:pt x="95" y="1"/>
                    <a:pt x="95" y="16"/>
                    <a:pt x="95" y="16"/>
                  </a:cubicBezTo>
                  <a:cubicBezTo>
                    <a:pt x="95" y="32"/>
                    <a:pt x="95" y="47"/>
                    <a:pt x="78" y="64"/>
                  </a:cubicBezTo>
                  <a:cubicBezTo>
                    <a:pt x="63" y="64"/>
                    <a:pt x="63" y="64"/>
                    <a:pt x="47" y="79"/>
                  </a:cubicBezTo>
                  <a:cubicBezTo>
                    <a:pt x="47" y="79"/>
                    <a:pt x="32" y="79"/>
                    <a:pt x="32" y="95"/>
                  </a:cubicBezTo>
                  <a:lnTo>
                    <a:pt x="15" y="110"/>
                  </a:lnTo>
                  <a:lnTo>
                    <a:pt x="15" y="110"/>
                  </a:lnTo>
                  <a:lnTo>
                    <a:pt x="15" y="127"/>
                  </a:lnTo>
                  <a:lnTo>
                    <a:pt x="15" y="158"/>
                  </a:lnTo>
                  <a:lnTo>
                    <a:pt x="0" y="173"/>
                  </a:lnTo>
                  <a:cubicBezTo>
                    <a:pt x="0" y="190"/>
                    <a:pt x="15" y="190"/>
                    <a:pt x="32" y="190"/>
                  </a:cubicBezTo>
                  <a:lnTo>
                    <a:pt x="47" y="190"/>
                  </a:lnTo>
                  <a:cubicBezTo>
                    <a:pt x="47" y="173"/>
                    <a:pt x="47" y="173"/>
                    <a:pt x="63" y="173"/>
                  </a:cubicBezTo>
                  <a:cubicBezTo>
                    <a:pt x="63" y="173"/>
                    <a:pt x="78" y="158"/>
                    <a:pt x="95" y="158"/>
                  </a:cubicBezTo>
                  <a:cubicBezTo>
                    <a:pt x="110" y="158"/>
                    <a:pt x="142" y="142"/>
                    <a:pt x="158" y="110"/>
                  </a:cubicBezTo>
                  <a:cubicBezTo>
                    <a:pt x="173" y="79"/>
                    <a:pt x="158" y="47"/>
                    <a:pt x="142" y="16"/>
                  </a:cubicBez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7" name="Google Shape;1457;p38"/>
            <p:cNvSpPr/>
            <p:nvPr/>
          </p:nvSpPr>
          <p:spPr>
            <a:xfrm>
              <a:off x="3428557" y="1768218"/>
              <a:ext cx="3530" cy="6042"/>
            </a:xfrm>
            <a:custGeom>
              <a:avLst/>
              <a:gdLst/>
              <a:ahLst/>
              <a:cxnLst/>
              <a:rect l="l" t="t" r="r" b="b"/>
              <a:pathLst>
                <a:path w="111" h="190" extrusionOk="0">
                  <a:moveTo>
                    <a:pt x="47" y="1"/>
                  </a:moveTo>
                  <a:lnTo>
                    <a:pt x="47" y="1"/>
                  </a:lnTo>
                  <a:cubicBezTo>
                    <a:pt x="32" y="1"/>
                    <a:pt x="16" y="16"/>
                    <a:pt x="16" y="32"/>
                  </a:cubicBezTo>
                  <a:lnTo>
                    <a:pt x="1" y="142"/>
                  </a:lnTo>
                  <a:lnTo>
                    <a:pt x="1" y="142"/>
                  </a:lnTo>
                  <a:lnTo>
                    <a:pt x="16" y="142"/>
                  </a:lnTo>
                  <a:lnTo>
                    <a:pt x="16" y="142"/>
                  </a:lnTo>
                  <a:cubicBezTo>
                    <a:pt x="32" y="142"/>
                    <a:pt x="47" y="158"/>
                    <a:pt x="47" y="173"/>
                  </a:cubicBezTo>
                  <a:lnTo>
                    <a:pt x="47" y="173"/>
                  </a:lnTo>
                  <a:lnTo>
                    <a:pt x="79" y="190"/>
                  </a:lnTo>
                  <a:cubicBezTo>
                    <a:pt x="79" y="173"/>
                    <a:pt x="64" y="173"/>
                    <a:pt x="64" y="158"/>
                  </a:cubicBezTo>
                  <a:cubicBezTo>
                    <a:pt x="79" y="142"/>
                    <a:pt x="79" y="127"/>
                    <a:pt x="95" y="127"/>
                  </a:cubicBezTo>
                  <a:lnTo>
                    <a:pt x="110" y="127"/>
                  </a:lnTo>
                  <a:lnTo>
                    <a:pt x="110" y="127"/>
                  </a:lnTo>
                  <a:cubicBezTo>
                    <a:pt x="95" y="110"/>
                    <a:pt x="95" y="110"/>
                    <a:pt x="95" y="95"/>
                  </a:cubicBezTo>
                  <a:lnTo>
                    <a:pt x="79" y="79"/>
                  </a:lnTo>
                  <a:lnTo>
                    <a:pt x="79" y="47"/>
                  </a:lnTo>
                  <a:cubicBezTo>
                    <a:pt x="95" y="16"/>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8" name="Google Shape;1458;p38"/>
            <p:cNvSpPr/>
            <p:nvPr/>
          </p:nvSpPr>
          <p:spPr>
            <a:xfrm>
              <a:off x="3384954" y="1789272"/>
              <a:ext cx="3021" cy="2512"/>
            </a:xfrm>
            <a:custGeom>
              <a:avLst/>
              <a:gdLst/>
              <a:ahLst/>
              <a:cxnLst/>
              <a:rect l="l" t="t" r="r" b="b"/>
              <a:pathLst>
                <a:path w="95" h="79" extrusionOk="0">
                  <a:moveTo>
                    <a:pt x="95" y="0"/>
                  </a:moveTo>
                  <a:lnTo>
                    <a:pt x="17" y="0"/>
                  </a:lnTo>
                  <a:lnTo>
                    <a:pt x="17" y="0"/>
                  </a:lnTo>
                  <a:lnTo>
                    <a:pt x="0" y="15"/>
                  </a:lnTo>
                  <a:lnTo>
                    <a:pt x="0" y="32"/>
                  </a:lnTo>
                  <a:lnTo>
                    <a:pt x="0" y="63"/>
                  </a:lnTo>
                  <a:lnTo>
                    <a:pt x="17" y="63"/>
                  </a:lnTo>
                  <a:lnTo>
                    <a:pt x="17" y="78"/>
                  </a:lnTo>
                  <a:lnTo>
                    <a:pt x="17" y="78"/>
                  </a:lnTo>
                  <a:lnTo>
                    <a:pt x="95" y="78"/>
                  </a:lnTo>
                  <a:cubicBezTo>
                    <a:pt x="80" y="47"/>
                    <a:pt x="8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9" name="Google Shape;1459;p38"/>
            <p:cNvSpPr/>
            <p:nvPr/>
          </p:nvSpPr>
          <p:spPr>
            <a:xfrm>
              <a:off x="3440579" y="1795283"/>
              <a:ext cx="6042" cy="2512"/>
            </a:xfrm>
            <a:custGeom>
              <a:avLst/>
              <a:gdLst/>
              <a:ahLst/>
              <a:cxnLst/>
              <a:rect l="l" t="t" r="r" b="b"/>
              <a:pathLst>
                <a:path w="190" h="79" extrusionOk="0">
                  <a:moveTo>
                    <a:pt x="142" y="0"/>
                  </a:moveTo>
                  <a:lnTo>
                    <a:pt x="16" y="15"/>
                  </a:lnTo>
                  <a:cubicBezTo>
                    <a:pt x="1" y="15"/>
                    <a:pt x="1" y="32"/>
                    <a:pt x="1" y="47"/>
                  </a:cubicBezTo>
                  <a:lnTo>
                    <a:pt x="1" y="47"/>
                  </a:lnTo>
                  <a:cubicBezTo>
                    <a:pt x="1" y="63"/>
                    <a:pt x="16" y="78"/>
                    <a:pt x="32" y="78"/>
                  </a:cubicBezTo>
                  <a:lnTo>
                    <a:pt x="32" y="78"/>
                  </a:lnTo>
                  <a:lnTo>
                    <a:pt x="47" y="78"/>
                  </a:lnTo>
                  <a:lnTo>
                    <a:pt x="110" y="63"/>
                  </a:lnTo>
                  <a:lnTo>
                    <a:pt x="127" y="47"/>
                  </a:lnTo>
                  <a:lnTo>
                    <a:pt x="142" y="47"/>
                  </a:lnTo>
                  <a:lnTo>
                    <a:pt x="158" y="47"/>
                  </a:lnTo>
                  <a:lnTo>
                    <a:pt x="190" y="47"/>
                  </a:lnTo>
                  <a:cubicBezTo>
                    <a:pt x="190" y="32"/>
                    <a:pt x="173" y="15"/>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0" name="Google Shape;1460;p38"/>
            <p:cNvSpPr/>
            <p:nvPr/>
          </p:nvSpPr>
          <p:spPr>
            <a:xfrm>
              <a:off x="3378943" y="1789272"/>
              <a:ext cx="3562" cy="6042"/>
            </a:xfrm>
            <a:custGeom>
              <a:avLst/>
              <a:gdLst/>
              <a:ahLst/>
              <a:cxnLst/>
              <a:rect l="l" t="t" r="r" b="b"/>
              <a:pathLst>
                <a:path w="112" h="190" extrusionOk="0">
                  <a:moveTo>
                    <a:pt x="111" y="158"/>
                  </a:moveTo>
                  <a:lnTo>
                    <a:pt x="111" y="158"/>
                  </a:lnTo>
                  <a:cubicBezTo>
                    <a:pt x="111" y="158"/>
                    <a:pt x="111" y="173"/>
                    <a:pt x="95" y="173"/>
                  </a:cubicBezTo>
                  <a:lnTo>
                    <a:pt x="95" y="189"/>
                  </a:lnTo>
                  <a:lnTo>
                    <a:pt x="111" y="173"/>
                  </a:lnTo>
                  <a:lnTo>
                    <a:pt x="111" y="158"/>
                  </a:lnTo>
                  <a:close/>
                  <a:moveTo>
                    <a:pt x="32" y="0"/>
                  </a:moveTo>
                  <a:lnTo>
                    <a:pt x="17" y="0"/>
                  </a:lnTo>
                  <a:cubicBezTo>
                    <a:pt x="0" y="15"/>
                    <a:pt x="0" y="15"/>
                    <a:pt x="0" y="32"/>
                  </a:cubicBezTo>
                  <a:lnTo>
                    <a:pt x="0" y="32"/>
                  </a:lnTo>
                  <a:lnTo>
                    <a:pt x="0" y="32"/>
                  </a:lnTo>
                  <a:lnTo>
                    <a:pt x="17" y="32"/>
                  </a:lnTo>
                  <a:cubicBezTo>
                    <a:pt x="32" y="32"/>
                    <a:pt x="48" y="47"/>
                    <a:pt x="32" y="63"/>
                  </a:cubicBezTo>
                  <a:lnTo>
                    <a:pt x="32" y="95"/>
                  </a:lnTo>
                  <a:lnTo>
                    <a:pt x="32" y="95"/>
                  </a:lnTo>
                  <a:lnTo>
                    <a:pt x="32" y="95"/>
                  </a:lnTo>
                  <a:cubicBezTo>
                    <a:pt x="48" y="95"/>
                    <a:pt x="63" y="110"/>
                    <a:pt x="63" y="110"/>
                  </a:cubicBezTo>
                  <a:lnTo>
                    <a:pt x="63" y="110"/>
                  </a:lnTo>
                  <a:lnTo>
                    <a:pt x="80" y="95"/>
                  </a:lnTo>
                  <a:lnTo>
                    <a:pt x="80" y="78"/>
                  </a:lnTo>
                  <a:cubicBezTo>
                    <a:pt x="80" y="63"/>
                    <a:pt x="80" y="47"/>
                    <a:pt x="63" y="32"/>
                  </a:cubicBezTo>
                  <a:lnTo>
                    <a:pt x="63" y="32"/>
                  </a:lnTo>
                  <a:lnTo>
                    <a:pt x="63" y="32"/>
                  </a:lnTo>
                  <a:cubicBezTo>
                    <a:pt x="48" y="32"/>
                    <a:pt x="32" y="15"/>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1" name="Google Shape;1461;p38"/>
            <p:cNvSpPr/>
            <p:nvPr/>
          </p:nvSpPr>
          <p:spPr>
            <a:xfrm>
              <a:off x="3441597" y="1811312"/>
              <a:ext cx="7505" cy="2035"/>
            </a:xfrm>
            <a:custGeom>
              <a:avLst/>
              <a:gdLst/>
              <a:ahLst/>
              <a:cxnLst/>
              <a:rect l="l" t="t" r="r" b="b"/>
              <a:pathLst>
                <a:path w="236" h="64" extrusionOk="0">
                  <a:moveTo>
                    <a:pt x="221" y="1"/>
                  </a:moveTo>
                  <a:lnTo>
                    <a:pt x="189" y="16"/>
                  </a:lnTo>
                  <a:lnTo>
                    <a:pt x="173" y="16"/>
                  </a:lnTo>
                  <a:lnTo>
                    <a:pt x="158" y="16"/>
                  </a:lnTo>
                  <a:lnTo>
                    <a:pt x="158" y="16"/>
                  </a:lnTo>
                  <a:cubicBezTo>
                    <a:pt x="141" y="16"/>
                    <a:pt x="141" y="16"/>
                    <a:pt x="141" y="32"/>
                  </a:cubicBezTo>
                  <a:lnTo>
                    <a:pt x="126" y="16"/>
                  </a:lnTo>
                  <a:cubicBezTo>
                    <a:pt x="110" y="32"/>
                    <a:pt x="110" y="32"/>
                    <a:pt x="95" y="32"/>
                  </a:cubicBezTo>
                  <a:lnTo>
                    <a:pt x="95" y="32"/>
                  </a:lnTo>
                  <a:cubicBezTo>
                    <a:pt x="78" y="32"/>
                    <a:pt x="63" y="16"/>
                    <a:pt x="63" y="16"/>
                  </a:cubicBezTo>
                  <a:lnTo>
                    <a:pt x="47" y="16"/>
                  </a:lnTo>
                  <a:lnTo>
                    <a:pt x="32" y="16"/>
                  </a:lnTo>
                  <a:lnTo>
                    <a:pt x="32" y="16"/>
                  </a:lnTo>
                  <a:cubicBezTo>
                    <a:pt x="15" y="16"/>
                    <a:pt x="0" y="16"/>
                    <a:pt x="0" y="47"/>
                  </a:cubicBezTo>
                  <a:cubicBezTo>
                    <a:pt x="0" y="47"/>
                    <a:pt x="0" y="64"/>
                    <a:pt x="15" y="64"/>
                  </a:cubicBezTo>
                  <a:lnTo>
                    <a:pt x="15" y="64"/>
                  </a:lnTo>
                  <a:cubicBezTo>
                    <a:pt x="78" y="64"/>
                    <a:pt x="158" y="47"/>
                    <a:pt x="221" y="16"/>
                  </a:cubicBezTo>
                  <a:cubicBezTo>
                    <a:pt x="204" y="32"/>
                    <a:pt x="110" y="47"/>
                    <a:pt x="110" y="47"/>
                  </a:cubicBezTo>
                  <a:lnTo>
                    <a:pt x="141" y="32"/>
                  </a:lnTo>
                  <a:cubicBezTo>
                    <a:pt x="173" y="32"/>
                    <a:pt x="204" y="16"/>
                    <a:pt x="236" y="16"/>
                  </a:cubicBezTo>
                  <a:cubicBezTo>
                    <a:pt x="221" y="16"/>
                    <a:pt x="221"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2" name="Google Shape;1462;p38"/>
            <p:cNvSpPr/>
            <p:nvPr/>
          </p:nvSpPr>
          <p:spPr>
            <a:xfrm>
              <a:off x="3033174" y="1802279"/>
              <a:ext cx="2035" cy="3053"/>
            </a:xfrm>
            <a:custGeom>
              <a:avLst/>
              <a:gdLst/>
              <a:ahLst/>
              <a:cxnLst/>
              <a:rect l="l" t="t" r="r" b="b"/>
              <a:pathLst>
                <a:path w="64" h="96" extrusionOk="0">
                  <a:moveTo>
                    <a:pt x="64" y="1"/>
                  </a:moveTo>
                  <a:lnTo>
                    <a:pt x="49" y="1"/>
                  </a:lnTo>
                  <a:cubicBezTo>
                    <a:pt x="32" y="1"/>
                    <a:pt x="32" y="1"/>
                    <a:pt x="17" y="16"/>
                  </a:cubicBezTo>
                  <a:lnTo>
                    <a:pt x="1" y="16"/>
                  </a:lnTo>
                  <a:lnTo>
                    <a:pt x="1" y="16"/>
                  </a:lnTo>
                  <a:cubicBezTo>
                    <a:pt x="1" y="32"/>
                    <a:pt x="1" y="32"/>
                    <a:pt x="17" y="48"/>
                  </a:cubicBezTo>
                  <a:lnTo>
                    <a:pt x="17" y="79"/>
                  </a:lnTo>
                  <a:lnTo>
                    <a:pt x="17" y="79"/>
                  </a:lnTo>
                  <a:lnTo>
                    <a:pt x="17" y="95"/>
                  </a:lnTo>
                  <a:lnTo>
                    <a:pt x="32" y="79"/>
                  </a:lnTo>
                  <a:cubicBezTo>
                    <a:pt x="49" y="64"/>
                    <a:pt x="49" y="64"/>
                    <a:pt x="64"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3" name="Google Shape;1463;p38"/>
            <p:cNvSpPr/>
            <p:nvPr/>
          </p:nvSpPr>
          <p:spPr>
            <a:xfrm>
              <a:off x="3326340" y="1768695"/>
              <a:ext cx="6042" cy="4039"/>
            </a:xfrm>
            <a:custGeom>
              <a:avLst/>
              <a:gdLst/>
              <a:ahLst/>
              <a:cxnLst/>
              <a:rect l="l" t="t" r="r" b="b"/>
              <a:pathLst>
                <a:path w="190" h="127" extrusionOk="0">
                  <a:moveTo>
                    <a:pt x="47" y="1"/>
                  </a:moveTo>
                  <a:cubicBezTo>
                    <a:pt x="32" y="17"/>
                    <a:pt x="16" y="32"/>
                    <a:pt x="0" y="64"/>
                  </a:cubicBezTo>
                  <a:lnTo>
                    <a:pt x="0" y="95"/>
                  </a:lnTo>
                  <a:lnTo>
                    <a:pt x="0" y="95"/>
                  </a:lnTo>
                  <a:cubicBezTo>
                    <a:pt x="0" y="112"/>
                    <a:pt x="16" y="112"/>
                    <a:pt x="16" y="112"/>
                  </a:cubicBezTo>
                  <a:lnTo>
                    <a:pt x="32" y="127"/>
                  </a:lnTo>
                  <a:cubicBezTo>
                    <a:pt x="47" y="127"/>
                    <a:pt x="63" y="112"/>
                    <a:pt x="63" y="95"/>
                  </a:cubicBezTo>
                  <a:cubicBezTo>
                    <a:pt x="79" y="64"/>
                    <a:pt x="95" y="49"/>
                    <a:pt x="95" y="49"/>
                  </a:cubicBezTo>
                  <a:lnTo>
                    <a:pt x="127" y="80"/>
                  </a:lnTo>
                  <a:cubicBezTo>
                    <a:pt x="142" y="95"/>
                    <a:pt x="142" y="95"/>
                    <a:pt x="158" y="95"/>
                  </a:cubicBezTo>
                  <a:cubicBezTo>
                    <a:pt x="158" y="95"/>
                    <a:pt x="173" y="95"/>
                    <a:pt x="173" y="80"/>
                  </a:cubicBezTo>
                  <a:cubicBezTo>
                    <a:pt x="190" y="64"/>
                    <a:pt x="190" y="49"/>
                    <a:pt x="173" y="32"/>
                  </a:cubicBezTo>
                  <a:lnTo>
                    <a:pt x="158" y="17"/>
                  </a:lnTo>
                  <a:cubicBezTo>
                    <a:pt x="158" y="32"/>
                    <a:pt x="142" y="49"/>
                    <a:pt x="142" y="49"/>
                  </a:cubicBezTo>
                  <a:lnTo>
                    <a:pt x="127" y="49"/>
                  </a:lnTo>
                  <a:cubicBezTo>
                    <a:pt x="110" y="49"/>
                    <a:pt x="110" y="49"/>
                    <a:pt x="95" y="32"/>
                  </a:cubicBezTo>
                  <a:lnTo>
                    <a:pt x="79" y="32"/>
                  </a:lnTo>
                  <a:lnTo>
                    <a:pt x="63" y="32"/>
                  </a:lnTo>
                  <a:cubicBezTo>
                    <a:pt x="47" y="32"/>
                    <a:pt x="47"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4" name="Google Shape;1464;p38"/>
            <p:cNvSpPr/>
            <p:nvPr/>
          </p:nvSpPr>
          <p:spPr>
            <a:xfrm>
              <a:off x="3357412" y="1800785"/>
              <a:ext cx="4516" cy="8046"/>
            </a:xfrm>
            <a:custGeom>
              <a:avLst/>
              <a:gdLst/>
              <a:ahLst/>
              <a:cxnLst/>
              <a:rect l="l" t="t" r="r" b="b"/>
              <a:pathLst>
                <a:path w="142" h="253" extrusionOk="0">
                  <a:moveTo>
                    <a:pt x="78" y="0"/>
                  </a:moveTo>
                  <a:lnTo>
                    <a:pt x="78" y="0"/>
                  </a:lnTo>
                  <a:cubicBezTo>
                    <a:pt x="63" y="0"/>
                    <a:pt x="63" y="0"/>
                    <a:pt x="47" y="16"/>
                  </a:cubicBezTo>
                  <a:lnTo>
                    <a:pt x="47" y="16"/>
                  </a:lnTo>
                  <a:cubicBezTo>
                    <a:pt x="47" y="32"/>
                    <a:pt x="63" y="32"/>
                    <a:pt x="47" y="48"/>
                  </a:cubicBezTo>
                  <a:lnTo>
                    <a:pt x="47" y="95"/>
                  </a:lnTo>
                  <a:lnTo>
                    <a:pt x="47" y="95"/>
                  </a:lnTo>
                  <a:lnTo>
                    <a:pt x="47" y="111"/>
                  </a:lnTo>
                  <a:lnTo>
                    <a:pt x="63" y="95"/>
                  </a:lnTo>
                  <a:lnTo>
                    <a:pt x="78" y="95"/>
                  </a:lnTo>
                  <a:lnTo>
                    <a:pt x="78" y="95"/>
                  </a:lnTo>
                  <a:lnTo>
                    <a:pt x="110" y="95"/>
                  </a:lnTo>
                  <a:cubicBezTo>
                    <a:pt x="126" y="111"/>
                    <a:pt x="126" y="142"/>
                    <a:pt x="110" y="142"/>
                  </a:cubicBezTo>
                  <a:lnTo>
                    <a:pt x="47" y="189"/>
                  </a:lnTo>
                  <a:cubicBezTo>
                    <a:pt x="47" y="205"/>
                    <a:pt x="32" y="205"/>
                    <a:pt x="32" y="205"/>
                  </a:cubicBezTo>
                  <a:cubicBezTo>
                    <a:pt x="15" y="205"/>
                    <a:pt x="15" y="205"/>
                    <a:pt x="0" y="189"/>
                  </a:cubicBezTo>
                  <a:cubicBezTo>
                    <a:pt x="15" y="221"/>
                    <a:pt x="15" y="237"/>
                    <a:pt x="15" y="252"/>
                  </a:cubicBezTo>
                  <a:lnTo>
                    <a:pt x="15" y="252"/>
                  </a:lnTo>
                  <a:cubicBezTo>
                    <a:pt x="78" y="252"/>
                    <a:pt x="110" y="205"/>
                    <a:pt x="126" y="174"/>
                  </a:cubicBezTo>
                  <a:lnTo>
                    <a:pt x="126" y="158"/>
                  </a:lnTo>
                  <a:cubicBezTo>
                    <a:pt x="141" y="158"/>
                    <a:pt x="141" y="142"/>
                    <a:pt x="141" y="126"/>
                  </a:cubicBezTo>
                  <a:lnTo>
                    <a:pt x="110" y="63"/>
                  </a:lnTo>
                  <a:lnTo>
                    <a:pt x="110" y="48"/>
                  </a:lnTo>
                  <a:cubicBezTo>
                    <a:pt x="126" y="32"/>
                    <a:pt x="110" y="16"/>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5" name="Google Shape;1465;p38"/>
            <p:cNvSpPr/>
            <p:nvPr/>
          </p:nvSpPr>
          <p:spPr>
            <a:xfrm>
              <a:off x="3040202" y="1790258"/>
              <a:ext cx="8046" cy="4516"/>
            </a:xfrm>
            <a:custGeom>
              <a:avLst/>
              <a:gdLst/>
              <a:ahLst/>
              <a:cxnLst/>
              <a:rect l="l" t="t" r="r" b="b"/>
              <a:pathLst>
                <a:path w="253" h="142" extrusionOk="0">
                  <a:moveTo>
                    <a:pt x="206" y="1"/>
                  </a:moveTo>
                  <a:cubicBezTo>
                    <a:pt x="143" y="1"/>
                    <a:pt x="63" y="16"/>
                    <a:pt x="0" y="16"/>
                  </a:cubicBezTo>
                  <a:lnTo>
                    <a:pt x="80" y="16"/>
                  </a:lnTo>
                  <a:cubicBezTo>
                    <a:pt x="95" y="16"/>
                    <a:pt x="95" y="1"/>
                    <a:pt x="111" y="1"/>
                  </a:cubicBezTo>
                  <a:lnTo>
                    <a:pt x="111" y="1"/>
                  </a:lnTo>
                  <a:lnTo>
                    <a:pt x="126" y="1"/>
                  </a:lnTo>
                  <a:cubicBezTo>
                    <a:pt x="143" y="16"/>
                    <a:pt x="158" y="32"/>
                    <a:pt x="143" y="47"/>
                  </a:cubicBezTo>
                  <a:lnTo>
                    <a:pt x="158" y="110"/>
                  </a:lnTo>
                  <a:cubicBezTo>
                    <a:pt x="158" y="127"/>
                    <a:pt x="174" y="142"/>
                    <a:pt x="189" y="142"/>
                  </a:cubicBezTo>
                  <a:lnTo>
                    <a:pt x="189" y="142"/>
                  </a:lnTo>
                  <a:lnTo>
                    <a:pt x="221" y="142"/>
                  </a:lnTo>
                  <a:cubicBezTo>
                    <a:pt x="237" y="142"/>
                    <a:pt x="252" y="127"/>
                    <a:pt x="252" y="110"/>
                  </a:cubicBezTo>
                  <a:cubicBezTo>
                    <a:pt x="252" y="95"/>
                    <a:pt x="237" y="79"/>
                    <a:pt x="221" y="7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6" name="Google Shape;1466;p38"/>
            <p:cNvSpPr/>
            <p:nvPr/>
          </p:nvSpPr>
          <p:spPr>
            <a:xfrm>
              <a:off x="3187517" y="1795283"/>
              <a:ext cx="3053" cy="2035"/>
            </a:xfrm>
            <a:custGeom>
              <a:avLst/>
              <a:gdLst/>
              <a:ahLst/>
              <a:cxnLst/>
              <a:rect l="l" t="t" r="r" b="b"/>
              <a:pathLst>
                <a:path w="96" h="64" extrusionOk="0">
                  <a:moveTo>
                    <a:pt x="80" y="0"/>
                  </a:moveTo>
                  <a:cubicBezTo>
                    <a:pt x="80" y="15"/>
                    <a:pt x="64" y="15"/>
                    <a:pt x="64" y="32"/>
                  </a:cubicBezTo>
                  <a:lnTo>
                    <a:pt x="1" y="32"/>
                  </a:lnTo>
                  <a:lnTo>
                    <a:pt x="1" y="32"/>
                  </a:lnTo>
                  <a:lnTo>
                    <a:pt x="1" y="32"/>
                  </a:lnTo>
                  <a:cubicBezTo>
                    <a:pt x="17" y="32"/>
                    <a:pt x="32" y="47"/>
                    <a:pt x="32" y="47"/>
                  </a:cubicBezTo>
                  <a:cubicBezTo>
                    <a:pt x="32" y="63"/>
                    <a:pt x="48" y="63"/>
                    <a:pt x="48" y="63"/>
                  </a:cubicBezTo>
                  <a:cubicBezTo>
                    <a:pt x="48" y="63"/>
                    <a:pt x="64" y="47"/>
                    <a:pt x="80" y="47"/>
                  </a:cubicBezTo>
                  <a:cubicBezTo>
                    <a:pt x="80" y="47"/>
                    <a:pt x="80" y="32"/>
                    <a:pt x="95" y="32"/>
                  </a:cubicBezTo>
                  <a:lnTo>
                    <a:pt x="95" y="15"/>
                  </a:lnTo>
                  <a:cubicBezTo>
                    <a:pt x="95" y="15"/>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7" name="Google Shape;1467;p38"/>
            <p:cNvSpPr/>
            <p:nvPr/>
          </p:nvSpPr>
          <p:spPr>
            <a:xfrm>
              <a:off x="3262669" y="1802279"/>
              <a:ext cx="6583" cy="4548"/>
            </a:xfrm>
            <a:custGeom>
              <a:avLst/>
              <a:gdLst/>
              <a:ahLst/>
              <a:cxnLst/>
              <a:rect l="l" t="t" r="r" b="b"/>
              <a:pathLst>
                <a:path w="207" h="143" extrusionOk="0">
                  <a:moveTo>
                    <a:pt x="112" y="142"/>
                  </a:moveTo>
                  <a:lnTo>
                    <a:pt x="112" y="142"/>
                  </a:lnTo>
                  <a:lnTo>
                    <a:pt x="112" y="142"/>
                  </a:lnTo>
                  <a:lnTo>
                    <a:pt x="112" y="142"/>
                  </a:lnTo>
                  <a:close/>
                  <a:moveTo>
                    <a:pt x="127" y="1"/>
                  </a:moveTo>
                  <a:lnTo>
                    <a:pt x="112" y="1"/>
                  </a:lnTo>
                  <a:cubicBezTo>
                    <a:pt x="112" y="1"/>
                    <a:pt x="95" y="1"/>
                    <a:pt x="95" y="16"/>
                  </a:cubicBezTo>
                  <a:lnTo>
                    <a:pt x="64" y="48"/>
                  </a:lnTo>
                  <a:lnTo>
                    <a:pt x="64" y="48"/>
                  </a:lnTo>
                  <a:cubicBezTo>
                    <a:pt x="49" y="48"/>
                    <a:pt x="32" y="48"/>
                    <a:pt x="17" y="64"/>
                  </a:cubicBezTo>
                  <a:cubicBezTo>
                    <a:pt x="1" y="79"/>
                    <a:pt x="1" y="95"/>
                    <a:pt x="17" y="111"/>
                  </a:cubicBezTo>
                  <a:cubicBezTo>
                    <a:pt x="17" y="127"/>
                    <a:pt x="32" y="127"/>
                    <a:pt x="32" y="127"/>
                  </a:cubicBezTo>
                  <a:cubicBezTo>
                    <a:pt x="49" y="127"/>
                    <a:pt x="49" y="111"/>
                    <a:pt x="49" y="111"/>
                  </a:cubicBezTo>
                  <a:lnTo>
                    <a:pt x="64" y="95"/>
                  </a:lnTo>
                  <a:cubicBezTo>
                    <a:pt x="80" y="79"/>
                    <a:pt x="80" y="79"/>
                    <a:pt x="95" y="79"/>
                  </a:cubicBezTo>
                  <a:lnTo>
                    <a:pt x="95" y="79"/>
                  </a:lnTo>
                  <a:lnTo>
                    <a:pt x="112" y="79"/>
                  </a:lnTo>
                  <a:lnTo>
                    <a:pt x="127" y="95"/>
                  </a:lnTo>
                  <a:lnTo>
                    <a:pt x="143" y="79"/>
                  </a:lnTo>
                  <a:lnTo>
                    <a:pt x="158" y="79"/>
                  </a:lnTo>
                  <a:cubicBezTo>
                    <a:pt x="175" y="79"/>
                    <a:pt x="190" y="95"/>
                    <a:pt x="190" y="127"/>
                  </a:cubicBezTo>
                  <a:lnTo>
                    <a:pt x="190" y="127"/>
                  </a:lnTo>
                  <a:lnTo>
                    <a:pt x="190" y="127"/>
                  </a:lnTo>
                  <a:lnTo>
                    <a:pt x="206" y="79"/>
                  </a:lnTo>
                  <a:cubicBezTo>
                    <a:pt x="206" y="64"/>
                    <a:pt x="206" y="48"/>
                    <a:pt x="190" y="32"/>
                  </a:cubicBezTo>
                  <a:lnTo>
                    <a:pt x="14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8" name="Google Shape;1468;p38"/>
            <p:cNvSpPr/>
            <p:nvPr/>
          </p:nvSpPr>
          <p:spPr>
            <a:xfrm>
              <a:off x="3372932" y="1787745"/>
              <a:ext cx="5565" cy="5565"/>
            </a:xfrm>
            <a:custGeom>
              <a:avLst/>
              <a:gdLst/>
              <a:ahLst/>
              <a:cxnLst/>
              <a:rect l="l" t="t" r="r" b="b"/>
              <a:pathLst>
                <a:path w="175" h="175" extrusionOk="0">
                  <a:moveTo>
                    <a:pt x="63" y="0"/>
                  </a:moveTo>
                  <a:lnTo>
                    <a:pt x="48" y="0"/>
                  </a:lnTo>
                  <a:cubicBezTo>
                    <a:pt x="48" y="0"/>
                    <a:pt x="32" y="0"/>
                    <a:pt x="32" y="17"/>
                  </a:cubicBezTo>
                  <a:lnTo>
                    <a:pt x="0" y="143"/>
                  </a:lnTo>
                  <a:cubicBezTo>
                    <a:pt x="0" y="158"/>
                    <a:pt x="0" y="158"/>
                    <a:pt x="16" y="174"/>
                  </a:cubicBezTo>
                  <a:lnTo>
                    <a:pt x="32" y="174"/>
                  </a:lnTo>
                  <a:lnTo>
                    <a:pt x="48" y="174"/>
                  </a:lnTo>
                  <a:lnTo>
                    <a:pt x="158" y="95"/>
                  </a:lnTo>
                  <a:lnTo>
                    <a:pt x="174" y="80"/>
                  </a:lnTo>
                  <a:lnTo>
                    <a:pt x="174" y="48"/>
                  </a:lnTo>
                  <a:cubicBezTo>
                    <a:pt x="158" y="32"/>
                    <a:pt x="158" y="32"/>
                    <a:pt x="143" y="32"/>
                  </a:cubicBezTo>
                  <a:lnTo>
                    <a:pt x="126" y="32"/>
                  </a:lnTo>
                  <a:lnTo>
                    <a:pt x="80" y="63"/>
                  </a:ln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9" name="Google Shape;1469;p38"/>
            <p:cNvSpPr/>
            <p:nvPr/>
          </p:nvSpPr>
          <p:spPr>
            <a:xfrm>
              <a:off x="3261206" y="1804792"/>
              <a:ext cx="7505" cy="9032"/>
            </a:xfrm>
            <a:custGeom>
              <a:avLst/>
              <a:gdLst/>
              <a:ahLst/>
              <a:cxnLst/>
              <a:rect l="l" t="t" r="r" b="b"/>
              <a:pathLst>
                <a:path w="236" h="284" extrusionOk="0">
                  <a:moveTo>
                    <a:pt x="204" y="0"/>
                  </a:moveTo>
                  <a:lnTo>
                    <a:pt x="189" y="0"/>
                  </a:lnTo>
                  <a:lnTo>
                    <a:pt x="173" y="16"/>
                  </a:lnTo>
                  <a:lnTo>
                    <a:pt x="173" y="48"/>
                  </a:lnTo>
                  <a:lnTo>
                    <a:pt x="158" y="63"/>
                  </a:lnTo>
                  <a:lnTo>
                    <a:pt x="158" y="63"/>
                  </a:lnTo>
                  <a:lnTo>
                    <a:pt x="158" y="95"/>
                  </a:lnTo>
                  <a:lnTo>
                    <a:pt x="158" y="95"/>
                  </a:lnTo>
                  <a:lnTo>
                    <a:pt x="78" y="189"/>
                  </a:lnTo>
                  <a:lnTo>
                    <a:pt x="78" y="206"/>
                  </a:lnTo>
                  <a:cubicBezTo>
                    <a:pt x="78" y="221"/>
                    <a:pt x="63" y="237"/>
                    <a:pt x="47" y="237"/>
                  </a:cubicBezTo>
                  <a:lnTo>
                    <a:pt x="47" y="237"/>
                  </a:lnTo>
                  <a:cubicBezTo>
                    <a:pt x="15" y="237"/>
                    <a:pt x="15" y="221"/>
                    <a:pt x="15" y="206"/>
                  </a:cubicBezTo>
                  <a:lnTo>
                    <a:pt x="15" y="206"/>
                  </a:lnTo>
                  <a:cubicBezTo>
                    <a:pt x="0" y="221"/>
                    <a:pt x="0" y="237"/>
                    <a:pt x="15" y="252"/>
                  </a:cubicBezTo>
                  <a:lnTo>
                    <a:pt x="47" y="284"/>
                  </a:lnTo>
                  <a:lnTo>
                    <a:pt x="78" y="284"/>
                  </a:lnTo>
                  <a:lnTo>
                    <a:pt x="78" y="284"/>
                  </a:lnTo>
                  <a:cubicBezTo>
                    <a:pt x="95" y="284"/>
                    <a:pt x="95" y="284"/>
                    <a:pt x="95" y="269"/>
                  </a:cubicBezTo>
                  <a:lnTo>
                    <a:pt x="189" y="158"/>
                  </a:lnTo>
                  <a:lnTo>
                    <a:pt x="189" y="158"/>
                  </a:lnTo>
                  <a:lnTo>
                    <a:pt x="221" y="158"/>
                  </a:lnTo>
                  <a:cubicBezTo>
                    <a:pt x="221" y="142"/>
                    <a:pt x="236" y="142"/>
                    <a:pt x="236" y="126"/>
                  </a:cubicBezTo>
                  <a:lnTo>
                    <a:pt x="236" y="48"/>
                  </a:lnTo>
                  <a:lnTo>
                    <a:pt x="236" y="48"/>
                  </a:lnTo>
                  <a:cubicBezTo>
                    <a:pt x="236" y="16"/>
                    <a:pt x="221" y="0"/>
                    <a:pt x="20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0" name="Google Shape;1470;p38"/>
            <p:cNvSpPr/>
            <p:nvPr/>
          </p:nvSpPr>
          <p:spPr>
            <a:xfrm>
              <a:off x="3227590" y="1789272"/>
              <a:ext cx="2576" cy="7505"/>
            </a:xfrm>
            <a:custGeom>
              <a:avLst/>
              <a:gdLst/>
              <a:ahLst/>
              <a:cxnLst/>
              <a:rect l="l" t="t" r="r" b="b"/>
              <a:pathLst>
                <a:path w="81" h="236" extrusionOk="0">
                  <a:moveTo>
                    <a:pt x="17" y="0"/>
                  </a:moveTo>
                  <a:lnTo>
                    <a:pt x="17" y="15"/>
                  </a:lnTo>
                  <a:lnTo>
                    <a:pt x="1" y="189"/>
                  </a:lnTo>
                  <a:cubicBezTo>
                    <a:pt x="1" y="221"/>
                    <a:pt x="17" y="236"/>
                    <a:pt x="32" y="236"/>
                  </a:cubicBezTo>
                  <a:lnTo>
                    <a:pt x="32" y="236"/>
                  </a:lnTo>
                  <a:cubicBezTo>
                    <a:pt x="49" y="236"/>
                    <a:pt x="64" y="221"/>
                    <a:pt x="64" y="204"/>
                  </a:cubicBezTo>
                  <a:lnTo>
                    <a:pt x="80" y="95"/>
                  </a:lnTo>
                  <a:cubicBezTo>
                    <a:pt x="64" y="95"/>
                    <a:pt x="64" y="95"/>
                    <a:pt x="64" y="7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1" name="Google Shape;1471;p38"/>
            <p:cNvSpPr/>
            <p:nvPr/>
          </p:nvSpPr>
          <p:spPr>
            <a:xfrm>
              <a:off x="3413514" y="1771716"/>
              <a:ext cx="2544" cy="3562"/>
            </a:xfrm>
            <a:custGeom>
              <a:avLst/>
              <a:gdLst/>
              <a:ahLst/>
              <a:cxnLst/>
              <a:rect l="l" t="t" r="r" b="b"/>
              <a:pathLst>
                <a:path w="80" h="112" extrusionOk="0">
                  <a:moveTo>
                    <a:pt x="79" y="0"/>
                  </a:moveTo>
                  <a:cubicBezTo>
                    <a:pt x="64" y="17"/>
                    <a:pt x="32" y="32"/>
                    <a:pt x="1" y="48"/>
                  </a:cubicBezTo>
                  <a:lnTo>
                    <a:pt x="1" y="80"/>
                  </a:lnTo>
                  <a:lnTo>
                    <a:pt x="1" y="111"/>
                  </a:lnTo>
                  <a:lnTo>
                    <a:pt x="1" y="111"/>
                  </a:lnTo>
                  <a:lnTo>
                    <a:pt x="64" y="95"/>
                  </a:lnTo>
                  <a:lnTo>
                    <a:pt x="64" y="95"/>
                  </a:lnTo>
                  <a:lnTo>
                    <a:pt x="64" y="80"/>
                  </a:lnTo>
                  <a:cubicBezTo>
                    <a:pt x="64" y="80"/>
                    <a:pt x="64" y="63"/>
                    <a:pt x="79" y="48"/>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2" name="Google Shape;1472;p38"/>
            <p:cNvSpPr/>
            <p:nvPr/>
          </p:nvSpPr>
          <p:spPr>
            <a:xfrm>
              <a:off x="3198553" y="1790735"/>
              <a:ext cx="5025" cy="4580"/>
            </a:xfrm>
            <a:custGeom>
              <a:avLst/>
              <a:gdLst/>
              <a:ahLst/>
              <a:cxnLst/>
              <a:rect l="l" t="t" r="r" b="b"/>
              <a:pathLst>
                <a:path w="158" h="144" extrusionOk="0">
                  <a:moveTo>
                    <a:pt x="48" y="1"/>
                  </a:moveTo>
                  <a:lnTo>
                    <a:pt x="32" y="1"/>
                  </a:lnTo>
                  <a:cubicBezTo>
                    <a:pt x="17" y="1"/>
                    <a:pt x="17" y="17"/>
                    <a:pt x="17" y="32"/>
                  </a:cubicBezTo>
                  <a:cubicBezTo>
                    <a:pt x="0" y="32"/>
                    <a:pt x="17" y="32"/>
                    <a:pt x="17" y="49"/>
                  </a:cubicBezTo>
                  <a:lnTo>
                    <a:pt x="32" y="49"/>
                  </a:lnTo>
                  <a:cubicBezTo>
                    <a:pt x="48" y="49"/>
                    <a:pt x="63" y="64"/>
                    <a:pt x="63" y="80"/>
                  </a:cubicBezTo>
                  <a:cubicBezTo>
                    <a:pt x="80" y="80"/>
                    <a:pt x="80" y="95"/>
                    <a:pt x="80" y="112"/>
                  </a:cubicBezTo>
                  <a:cubicBezTo>
                    <a:pt x="80" y="143"/>
                    <a:pt x="95" y="143"/>
                    <a:pt x="111" y="143"/>
                  </a:cubicBezTo>
                  <a:lnTo>
                    <a:pt x="111" y="143"/>
                  </a:lnTo>
                  <a:lnTo>
                    <a:pt x="111" y="143"/>
                  </a:lnTo>
                  <a:cubicBezTo>
                    <a:pt x="143" y="143"/>
                    <a:pt x="158" y="127"/>
                    <a:pt x="143" y="112"/>
                  </a:cubicBezTo>
                  <a:cubicBezTo>
                    <a:pt x="143" y="32"/>
                    <a:pt x="111"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3" name="Google Shape;1473;p38"/>
            <p:cNvSpPr/>
            <p:nvPr/>
          </p:nvSpPr>
          <p:spPr>
            <a:xfrm>
              <a:off x="3391951" y="1781257"/>
              <a:ext cx="5565" cy="4039"/>
            </a:xfrm>
            <a:custGeom>
              <a:avLst/>
              <a:gdLst/>
              <a:ahLst/>
              <a:cxnLst/>
              <a:rect l="l" t="t" r="r" b="b"/>
              <a:pathLst>
                <a:path w="175" h="127" extrusionOk="0">
                  <a:moveTo>
                    <a:pt x="32" y="0"/>
                  </a:moveTo>
                  <a:lnTo>
                    <a:pt x="32" y="0"/>
                  </a:lnTo>
                  <a:lnTo>
                    <a:pt x="17" y="0"/>
                  </a:lnTo>
                  <a:cubicBezTo>
                    <a:pt x="1" y="0"/>
                    <a:pt x="1" y="15"/>
                    <a:pt x="1" y="32"/>
                  </a:cubicBezTo>
                  <a:lnTo>
                    <a:pt x="1" y="47"/>
                  </a:lnTo>
                  <a:lnTo>
                    <a:pt x="17" y="47"/>
                  </a:lnTo>
                  <a:cubicBezTo>
                    <a:pt x="32" y="47"/>
                    <a:pt x="32" y="32"/>
                    <a:pt x="32" y="32"/>
                  </a:cubicBezTo>
                  <a:lnTo>
                    <a:pt x="32" y="32"/>
                  </a:lnTo>
                  <a:cubicBezTo>
                    <a:pt x="49" y="32"/>
                    <a:pt x="64" y="47"/>
                    <a:pt x="64" y="63"/>
                  </a:cubicBezTo>
                  <a:cubicBezTo>
                    <a:pt x="80" y="78"/>
                    <a:pt x="64" y="95"/>
                    <a:pt x="49" y="110"/>
                  </a:cubicBezTo>
                  <a:lnTo>
                    <a:pt x="32" y="110"/>
                  </a:lnTo>
                  <a:lnTo>
                    <a:pt x="32" y="126"/>
                  </a:lnTo>
                  <a:lnTo>
                    <a:pt x="49" y="126"/>
                  </a:lnTo>
                  <a:lnTo>
                    <a:pt x="64" y="126"/>
                  </a:lnTo>
                  <a:lnTo>
                    <a:pt x="112" y="110"/>
                  </a:lnTo>
                  <a:cubicBezTo>
                    <a:pt x="112" y="95"/>
                    <a:pt x="127" y="95"/>
                    <a:pt x="127" y="95"/>
                  </a:cubicBezTo>
                  <a:lnTo>
                    <a:pt x="143" y="95"/>
                  </a:lnTo>
                  <a:lnTo>
                    <a:pt x="143" y="95"/>
                  </a:lnTo>
                  <a:lnTo>
                    <a:pt x="158" y="95"/>
                  </a:lnTo>
                  <a:cubicBezTo>
                    <a:pt x="175" y="95"/>
                    <a:pt x="175" y="78"/>
                    <a:pt x="175" y="63"/>
                  </a:cubicBezTo>
                  <a:cubicBezTo>
                    <a:pt x="175" y="47"/>
                    <a:pt x="158" y="32"/>
                    <a:pt x="143" y="32"/>
                  </a:cubicBezTo>
                  <a:lnTo>
                    <a:pt x="127" y="32"/>
                  </a:lnTo>
                  <a:lnTo>
                    <a:pt x="80" y="47"/>
                  </a:lnTo>
                  <a:lnTo>
                    <a:pt x="64" y="32"/>
                  </a:lnTo>
                  <a:lnTo>
                    <a:pt x="64" y="15"/>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4" name="Google Shape;1474;p38"/>
            <p:cNvSpPr/>
            <p:nvPr/>
          </p:nvSpPr>
          <p:spPr>
            <a:xfrm>
              <a:off x="3350861" y="1782243"/>
              <a:ext cx="5057" cy="5057"/>
            </a:xfrm>
            <a:custGeom>
              <a:avLst/>
              <a:gdLst/>
              <a:ahLst/>
              <a:cxnLst/>
              <a:rect l="l" t="t" r="r" b="b"/>
              <a:pathLst>
                <a:path w="159" h="159" extrusionOk="0">
                  <a:moveTo>
                    <a:pt x="80" y="1"/>
                  </a:moveTo>
                  <a:lnTo>
                    <a:pt x="80" y="1"/>
                  </a:lnTo>
                  <a:lnTo>
                    <a:pt x="80" y="1"/>
                  </a:lnTo>
                  <a:lnTo>
                    <a:pt x="64" y="16"/>
                  </a:lnTo>
                  <a:lnTo>
                    <a:pt x="17" y="110"/>
                  </a:lnTo>
                  <a:cubicBezTo>
                    <a:pt x="1" y="110"/>
                    <a:pt x="1" y="127"/>
                    <a:pt x="1" y="127"/>
                  </a:cubicBezTo>
                  <a:lnTo>
                    <a:pt x="32" y="158"/>
                  </a:lnTo>
                  <a:lnTo>
                    <a:pt x="49" y="158"/>
                  </a:lnTo>
                  <a:lnTo>
                    <a:pt x="64" y="142"/>
                  </a:lnTo>
                  <a:lnTo>
                    <a:pt x="95" y="95"/>
                  </a:lnTo>
                  <a:lnTo>
                    <a:pt x="112" y="95"/>
                  </a:lnTo>
                  <a:lnTo>
                    <a:pt x="143" y="95"/>
                  </a:lnTo>
                  <a:cubicBezTo>
                    <a:pt x="143" y="79"/>
                    <a:pt x="158" y="64"/>
                    <a:pt x="143" y="47"/>
                  </a:cubicBezTo>
                  <a:lnTo>
                    <a:pt x="143" y="32"/>
                  </a:lnTo>
                  <a:lnTo>
                    <a:pt x="112" y="16"/>
                  </a:lnTo>
                  <a:cubicBezTo>
                    <a:pt x="112"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5" name="Google Shape;1475;p38"/>
            <p:cNvSpPr/>
            <p:nvPr/>
          </p:nvSpPr>
          <p:spPr>
            <a:xfrm>
              <a:off x="3093314" y="1790258"/>
              <a:ext cx="3562" cy="3053"/>
            </a:xfrm>
            <a:custGeom>
              <a:avLst/>
              <a:gdLst/>
              <a:ahLst/>
              <a:cxnLst/>
              <a:rect l="l" t="t" r="r" b="b"/>
              <a:pathLst>
                <a:path w="112" h="96" extrusionOk="0">
                  <a:moveTo>
                    <a:pt x="0" y="1"/>
                  </a:moveTo>
                  <a:lnTo>
                    <a:pt x="0" y="32"/>
                  </a:lnTo>
                  <a:cubicBezTo>
                    <a:pt x="0" y="47"/>
                    <a:pt x="17" y="64"/>
                    <a:pt x="32" y="64"/>
                  </a:cubicBezTo>
                  <a:lnTo>
                    <a:pt x="32" y="64"/>
                  </a:lnTo>
                  <a:lnTo>
                    <a:pt x="32" y="64"/>
                  </a:lnTo>
                  <a:cubicBezTo>
                    <a:pt x="48" y="64"/>
                    <a:pt x="48" y="64"/>
                    <a:pt x="63" y="79"/>
                  </a:cubicBezTo>
                  <a:lnTo>
                    <a:pt x="63" y="79"/>
                  </a:lnTo>
                  <a:lnTo>
                    <a:pt x="63" y="79"/>
                  </a:lnTo>
                  <a:lnTo>
                    <a:pt x="80" y="79"/>
                  </a:lnTo>
                  <a:lnTo>
                    <a:pt x="95" y="95"/>
                  </a:lnTo>
                  <a:lnTo>
                    <a:pt x="95" y="95"/>
                  </a:lnTo>
                  <a:cubicBezTo>
                    <a:pt x="95" y="79"/>
                    <a:pt x="111" y="79"/>
                    <a:pt x="111" y="79"/>
                  </a:cubicBezTo>
                  <a:cubicBezTo>
                    <a:pt x="111" y="64"/>
                    <a:pt x="111" y="47"/>
                    <a:pt x="95" y="47"/>
                  </a:cubicBezTo>
                  <a:lnTo>
                    <a:pt x="17" y="16"/>
                  </a:lnTo>
                  <a:cubicBezTo>
                    <a:pt x="0" y="16"/>
                    <a:pt x="0" y="1"/>
                    <a:pt x="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6" name="Google Shape;1476;p38"/>
            <p:cNvSpPr/>
            <p:nvPr/>
          </p:nvSpPr>
          <p:spPr>
            <a:xfrm>
              <a:off x="3271701" y="1773720"/>
              <a:ext cx="4548" cy="1018"/>
            </a:xfrm>
            <a:custGeom>
              <a:avLst/>
              <a:gdLst/>
              <a:ahLst/>
              <a:cxnLst/>
              <a:rect l="l" t="t" r="r" b="b"/>
              <a:pathLst>
                <a:path w="143" h="32" extrusionOk="0">
                  <a:moveTo>
                    <a:pt x="95" y="0"/>
                  </a:moveTo>
                  <a:lnTo>
                    <a:pt x="95" y="0"/>
                  </a:lnTo>
                  <a:cubicBezTo>
                    <a:pt x="95" y="0"/>
                    <a:pt x="95" y="17"/>
                    <a:pt x="80" y="17"/>
                  </a:cubicBezTo>
                  <a:lnTo>
                    <a:pt x="63" y="17"/>
                  </a:lnTo>
                  <a:cubicBezTo>
                    <a:pt x="48" y="17"/>
                    <a:pt x="48" y="17"/>
                    <a:pt x="32" y="0"/>
                  </a:cubicBezTo>
                  <a:lnTo>
                    <a:pt x="32" y="0"/>
                  </a:lnTo>
                  <a:lnTo>
                    <a:pt x="17" y="0"/>
                  </a:lnTo>
                  <a:cubicBezTo>
                    <a:pt x="17" y="17"/>
                    <a:pt x="0" y="17"/>
                    <a:pt x="0" y="32"/>
                  </a:cubicBezTo>
                  <a:lnTo>
                    <a:pt x="111" y="17"/>
                  </a:lnTo>
                  <a:lnTo>
                    <a:pt x="111" y="17"/>
                  </a:lnTo>
                  <a:cubicBezTo>
                    <a:pt x="127" y="17"/>
                    <a:pt x="127" y="32"/>
                    <a:pt x="143" y="32"/>
                  </a:cubicBezTo>
                  <a:lnTo>
                    <a:pt x="143" y="17"/>
                  </a:lnTo>
                  <a:cubicBezTo>
                    <a:pt x="127" y="0"/>
                    <a:pt x="127"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7" name="Google Shape;1477;p38"/>
            <p:cNvSpPr/>
            <p:nvPr/>
          </p:nvSpPr>
          <p:spPr>
            <a:xfrm>
              <a:off x="3403496" y="1768695"/>
              <a:ext cx="6042" cy="3053"/>
            </a:xfrm>
            <a:custGeom>
              <a:avLst/>
              <a:gdLst/>
              <a:ahLst/>
              <a:cxnLst/>
              <a:rect l="l" t="t" r="r" b="b"/>
              <a:pathLst>
                <a:path w="190" h="96" extrusionOk="0">
                  <a:moveTo>
                    <a:pt x="110" y="1"/>
                  </a:moveTo>
                  <a:lnTo>
                    <a:pt x="110" y="17"/>
                  </a:lnTo>
                  <a:cubicBezTo>
                    <a:pt x="127" y="32"/>
                    <a:pt x="110" y="49"/>
                    <a:pt x="95" y="64"/>
                  </a:cubicBezTo>
                  <a:lnTo>
                    <a:pt x="79" y="64"/>
                  </a:lnTo>
                  <a:cubicBezTo>
                    <a:pt x="64" y="64"/>
                    <a:pt x="64" y="64"/>
                    <a:pt x="47" y="49"/>
                  </a:cubicBezTo>
                  <a:lnTo>
                    <a:pt x="47" y="32"/>
                  </a:lnTo>
                  <a:lnTo>
                    <a:pt x="16" y="32"/>
                  </a:lnTo>
                  <a:cubicBezTo>
                    <a:pt x="1" y="49"/>
                    <a:pt x="1" y="49"/>
                    <a:pt x="1" y="64"/>
                  </a:cubicBezTo>
                  <a:lnTo>
                    <a:pt x="32" y="95"/>
                  </a:lnTo>
                  <a:lnTo>
                    <a:pt x="47" y="95"/>
                  </a:lnTo>
                  <a:cubicBezTo>
                    <a:pt x="79" y="80"/>
                    <a:pt x="95" y="80"/>
                    <a:pt x="110" y="80"/>
                  </a:cubicBezTo>
                  <a:cubicBezTo>
                    <a:pt x="110" y="64"/>
                    <a:pt x="127" y="49"/>
                    <a:pt x="142" y="32"/>
                  </a:cubicBezTo>
                  <a:lnTo>
                    <a:pt x="158" y="32"/>
                  </a:lnTo>
                  <a:lnTo>
                    <a:pt x="158" y="32"/>
                  </a:lnTo>
                  <a:cubicBezTo>
                    <a:pt x="174" y="32"/>
                    <a:pt x="190" y="32"/>
                    <a:pt x="190" y="49"/>
                  </a:cubicBezTo>
                  <a:cubicBezTo>
                    <a:pt x="190" y="32"/>
                    <a:pt x="174" y="32"/>
                    <a:pt x="174" y="32"/>
                  </a:cubicBezTo>
                  <a:cubicBezTo>
                    <a:pt x="158" y="17"/>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8" name="Google Shape;1478;p38"/>
            <p:cNvSpPr/>
            <p:nvPr/>
          </p:nvSpPr>
          <p:spPr>
            <a:xfrm>
              <a:off x="3410016" y="1766691"/>
              <a:ext cx="6042" cy="3562"/>
            </a:xfrm>
            <a:custGeom>
              <a:avLst/>
              <a:gdLst/>
              <a:ahLst/>
              <a:cxnLst/>
              <a:rect l="l" t="t" r="r" b="b"/>
              <a:pathLst>
                <a:path w="190" h="112" extrusionOk="0">
                  <a:moveTo>
                    <a:pt x="158" y="1"/>
                  </a:moveTo>
                  <a:lnTo>
                    <a:pt x="142" y="1"/>
                  </a:lnTo>
                  <a:lnTo>
                    <a:pt x="142" y="1"/>
                  </a:lnTo>
                  <a:lnTo>
                    <a:pt x="48" y="32"/>
                  </a:lnTo>
                  <a:cubicBezTo>
                    <a:pt x="48" y="49"/>
                    <a:pt x="48" y="49"/>
                    <a:pt x="32" y="64"/>
                  </a:cubicBezTo>
                  <a:lnTo>
                    <a:pt x="16" y="64"/>
                  </a:lnTo>
                  <a:lnTo>
                    <a:pt x="0" y="64"/>
                  </a:lnTo>
                  <a:lnTo>
                    <a:pt x="0" y="80"/>
                  </a:lnTo>
                  <a:cubicBezTo>
                    <a:pt x="16" y="95"/>
                    <a:pt x="32" y="112"/>
                    <a:pt x="48" y="112"/>
                  </a:cubicBezTo>
                  <a:lnTo>
                    <a:pt x="48" y="95"/>
                  </a:lnTo>
                  <a:lnTo>
                    <a:pt x="126" y="80"/>
                  </a:lnTo>
                  <a:cubicBezTo>
                    <a:pt x="126" y="64"/>
                    <a:pt x="142" y="49"/>
                    <a:pt x="158" y="49"/>
                  </a:cubicBezTo>
                  <a:lnTo>
                    <a:pt x="158" y="49"/>
                  </a:lnTo>
                  <a:lnTo>
                    <a:pt x="174" y="49"/>
                  </a:lnTo>
                  <a:lnTo>
                    <a:pt x="189" y="49"/>
                  </a:lnTo>
                  <a:lnTo>
                    <a:pt x="189" y="32"/>
                  </a:lnTo>
                  <a:cubicBezTo>
                    <a:pt x="189" y="17"/>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9" name="Google Shape;1479;p38"/>
            <p:cNvSpPr/>
            <p:nvPr/>
          </p:nvSpPr>
          <p:spPr>
            <a:xfrm>
              <a:off x="3110361" y="1795283"/>
              <a:ext cx="3021" cy="5025"/>
            </a:xfrm>
            <a:custGeom>
              <a:avLst/>
              <a:gdLst/>
              <a:ahLst/>
              <a:cxnLst/>
              <a:rect l="l" t="t" r="r" b="b"/>
              <a:pathLst>
                <a:path w="95" h="158" extrusionOk="0">
                  <a:moveTo>
                    <a:pt x="48" y="47"/>
                  </a:moveTo>
                  <a:lnTo>
                    <a:pt x="32" y="63"/>
                  </a:lnTo>
                  <a:lnTo>
                    <a:pt x="17" y="63"/>
                  </a:lnTo>
                  <a:lnTo>
                    <a:pt x="0" y="63"/>
                  </a:lnTo>
                  <a:lnTo>
                    <a:pt x="0" y="95"/>
                  </a:lnTo>
                  <a:cubicBezTo>
                    <a:pt x="0" y="110"/>
                    <a:pt x="32" y="142"/>
                    <a:pt x="48" y="158"/>
                  </a:cubicBezTo>
                  <a:lnTo>
                    <a:pt x="63" y="158"/>
                  </a:lnTo>
                  <a:cubicBezTo>
                    <a:pt x="80" y="158"/>
                    <a:pt x="95" y="158"/>
                    <a:pt x="95" y="142"/>
                  </a:cubicBezTo>
                  <a:lnTo>
                    <a:pt x="95" y="142"/>
                  </a:lnTo>
                  <a:cubicBezTo>
                    <a:pt x="80" y="142"/>
                    <a:pt x="63" y="142"/>
                    <a:pt x="63" y="126"/>
                  </a:cubicBezTo>
                  <a:cubicBezTo>
                    <a:pt x="48" y="110"/>
                    <a:pt x="48" y="95"/>
                    <a:pt x="63" y="78"/>
                  </a:cubicBezTo>
                  <a:lnTo>
                    <a:pt x="63" y="78"/>
                  </a:lnTo>
                  <a:lnTo>
                    <a:pt x="63" y="78"/>
                  </a:lnTo>
                  <a:cubicBezTo>
                    <a:pt x="63" y="78"/>
                    <a:pt x="63" y="63"/>
                    <a:pt x="48" y="47"/>
                  </a:cubicBezTo>
                  <a:close/>
                  <a:moveTo>
                    <a:pt x="0" y="0"/>
                  </a:moveTo>
                  <a:lnTo>
                    <a:pt x="0" y="0"/>
                  </a:lnTo>
                  <a:lnTo>
                    <a:pt x="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0" name="Google Shape;1480;p38"/>
            <p:cNvSpPr/>
            <p:nvPr/>
          </p:nvSpPr>
          <p:spPr>
            <a:xfrm>
              <a:off x="3268680" y="1767709"/>
              <a:ext cx="7060" cy="13580"/>
            </a:xfrm>
            <a:custGeom>
              <a:avLst/>
              <a:gdLst/>
              <a:ahLst/>
              <a:cxnLst/>
              <a:rect l="l" t="t" r="r" b="b"/>
              <a:pathLst>
                <a:path w="222" h="427" extrusionOk="0">
                  <a:moveTo>
                    <a:pt x="112" y="174"/>
                  </a:moveTo>
                  <a:cubicBezTo>
                    <a:pt x="95" y="174"/>
                    <a:pt x="95" y="174"/>
                    <a:pt x="80" y="189"/>
                  </a:cubicBezTo>
                  <a:lnTo>
                    <a:pt x="64" y="189"/>
                  </a:lnTo>
                  <a:lnTo>
                    <a:pt x="32" y="189"/>
                  </a:lnTo>
                  <a:cubicBezTo>
                    <a:pt x="32" y="206"/>
                    <a:pt x="32" y="221"/>
                    <a:pt x="17" y="237"/>
                  </a:cubicBezTo>
                  <a:cubicBezTo>
                    <a:pt x="17" y="269"/>
                    <a:pt x="17" y="284"/>
                    <a:pt x="1" y="315"/>
                  </a:cubicBezTo>
                  <a:cubicBezTo>
                    <a:pt x="1" y="315"/>
                    <a:pt x="1" y="332"/>
                    <a:pt x="17" y="347"/>
                  </a:cubicBezTo>
                  <a:lnTo>
                    <a:pt x="49" y="410"/>
                  </a:lnTo>
                  <a:cubicBezTo>
                    <a:pt x="64" y="426"/>
                    <a:pt x="64" y="426"/>
                    <a:pt x="80" y="426"/>
                  </a:cubicBezTo>
                  <a:lnTo>
                    <a:pt x="80" y="426"/>
                  </a:lnTo>
                  <a:lnTo>
                    <a:pt x="95" y="426"/>
                  </a:lnTo>
                  <a:lnTo>
                    <a:pt x="112" y="426"/>
                  </a:lnTo>
                  <a:cubicBezTo>
                    <a:pt x="95" y="410"/>
                    <a:pt x="95" y="395"/>
                    <a:pt x="112" y="395"/>
                  </a:cubicBezTo>
                  <a:cubicBezTo>
                    <a:pt x="112" y="378"/>
                    <a:pt x="127" y="363"/>
                    <a:pt x="127" y="363"/>
                  </a:cubicBezTo>
                  <a:lnTo>
                    <a:pt x="143" y="363"/>
                  </a:lnTo>
                  <a:lnTo>
                    <a:pt x="143" y="363"/>
                  </a:lnTo>
                  <a:lnTo>
                    <a:pt x="190" y="378"/>
                  </a:lnTo>
                  <a:lnTo>
                    <a:pt x="190" y="378"/>
                  </a:lnTo>
                  <a:lnTo>
                    <a:pt x="206" y="378"/>
                  </a:lnTo>
                  <a:cubicBezTo>
                    <a:pt x="222" y="363"/>
                    <a:pt x="222" y="347"/>
                    <a:pt x="222" y="347"/>
                  </a:cubicBezTo>
                  <a:lnTo>
                    <a:pt x="222" y="332"/>
                  </a:lnTo>
                  <a:cubicBezTo>
                    <a:pt x="206" y="315"/>
                    <a:pt x="206" y="315"/>
                    <a:pt x="190" y="315"/>
                  </a:cubicBezTo>
                  <a:lnTo>
                    <a:pt x="158" y="315"/>
                  </a:lnTo>
                  <a:lnTo>
                    <a:pt x="95" y="347"/>
                  </a:lnTo>
                  <a:lnTo>
                    <a:pt x="95" y="347"/>
                  </a:lnTo>
                  <a:lnTo>
                    <a:pt x="80" y="363"/>
                  </a:lnTo>
                  <a:cubicBezTo>
                    <a:pt x="80" y="363"/>
                    <a:pt x="64" y="378"/>
                    <a:pt x="49" y="378"/>
                  </a:cubicBezTo>
                  <a:cubicBezTo>
                    <a:pt x="49" y="378"/>
                    <a:pt x="32" y="378"/>
                    <a:pt x="32" y="363"/>
                  </a:cubicBezTo>
                  <a:cubicBezTo>
                    <a:pt x="17" y="347"/>
                    <a:pt x="17" y="332"/>
                    <a:pt x="32" y="315"/>
                  </a:cubicBezTo>
                  <a:lnTo>
                    <a:pt x="64" y="269"/>
                  </a:lnTo>
                  <a:lnTo>
                    <a:pt x="64" y="252"/>
                  </a:lnTo>
                  <a:cubicBezTo>
                    <a:pt x="64" y="237"/>
                    <a:pt x="80" y="221"/>
                    <a:pt x="95" y="221"/>
                  </a:cubicBezTo>
                  <a:lnTo>
                    <a:pt x="95" y="221"/>
                  </a:lnTo>
                  <a:cubicBezTo>
                    <a:pt x="95" y="206"/>
                    <a:pt x="112" y="206"/>
                    <a:pt x="112" y="189"/>
                  </a:cubicBezTo>
                  <a:lnTo>
                    <a:pt x="112" y="174"/>
                  </a:lnTo>
                  <a:lnTo>
                    <a:pt x="112" y="174"/>
                  </a:lnTo>
                  <a:close/>
                  <a:moveTo>
                    <a:pt x="143" y="0"/>
                  </a:moveTo>
                  <a:lnTo>
                    <a:pt x="143" y="0"/>
                  </a:lnTo>
                  <a:cubicBezTo>
                    <a:pt x="143" y="17"/>
                    <a:pt x="143" y="17"/>
                    <a:pt x="127" y="17"/>
                  </a:cubicBezTo>
                  <a:lnTo>
                    <a:pt x="112" y="32"/>
                  </a:lnTo>
                  <a:lnTo>
                    <a:pt x="95" y="48"/>
                  </a:lnTo>
                  <a:lnTo>
                    <a:pt x="95" y="48"/>
                  </a:lnTo>
                  <a:lnTo>
                    <a:pt x="95" y="80"/>
                  </a:lnTo>
                  <a:cubicBezTo>
                    <a:pt x="80" y="95"/>
                    <a:pt x="80" y="111"/>
                    <a:pt x="64" y="111"/>
                  </a:cubicBezTo>
                  <a:lnTo>
                    <a:pt x="64" y="111"/>
                  </a:lnTo>
                  <a:lnTo>
                    <a:pt x="64" y="111"/>
                  </a:lnTo>
                  <a:lnTo>
                    <a:pt x="80" y="111"/>
                  </a:lnTo>
                  <a:lnTo>
                    <a:pt x="95" y="111"/>
                  </a:lnTo>
                  <a:lnTo>
                    <a:pt x="95" y="95"/>
                  </a:lnTo>
                  <a:cubicBezTo>
                    <a:pt x="95" y="63"/>
                    <a:pt x="112" y="48"/>
                    <a:pt x="127" y="48"/>
                  </a:cubicBezTo>
                  <a:lnTo>
                    <a:pt x="127" y="48"/>
                  </a:lnTo>
                  <a:cubicBezTo>
                    <a:pt x="143" y="48"/>
                    <a:pt x="158" y="63"/>
                    <a:pt x="158" y="63"/>
                  </a:cubicBezTo>
                  <a:lnTo>
                    <a:pt x="175" y="48"/>
                  </a:lnTo>
                  <a:cubicBezTo>
                    <a:pt x="158" y="32"/>
                    <a:pt x="158" y="17"/>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1" name="Google Shape;1481;p38"/>
            <p:cNvSpPr/>
            <p:nvPr/>
          </p:nvSpPr>
          <p:spPr>
            <a:xfrm>
              <a:off x="3415009" y="1754192"/>
              <a:ext cx="7569" cy="3021"/>
            </a:xfrm>
            <a:custGeom>
              <a:avLst/>
              <a:gdLst/>
              <a:ahLst/>
              <a:cxnLst/>
              <a:rect l="l" t="t" r="r" b="b"/>
              <a:pathLst>
                <a:path w="238" h="95" extrusionOk="0">
                  <a:moveTo>
                    <a:pt x="127" y="16"/>
                  </a:moveTo>
                  <a:lnTo>
                    <a:pt x="95" y="32"/>
                  </a:lnTo>
                  <a:lnTo>
                    <a:pt x="80" y="32"/>
                  </a:lnTo>
                  <a:cubicBezTo>
                    <a:pt x="64" y="32"/>
                    <a:pt x="64" y="32"/>
                    <a:pt x="48" y="16"/>
                  </a:cubicBezTo>
                  <a:lnTo>
                    <a:pt x="32" y="32"/>
                  </a:lnTo>
                  <a:cubicBezTo>
                    <a:pt x="17" y="32"/>
                    <a:pt x="1" y="47"/>
                    <a:pt x="1" y="63"/>
                  </a:cubicBezTo>
                  <a:lnTo>
                    <a:pt x="1" y="79"/>
                  </a:lnTo>
                  <a:cubicBezTo>
                    <a:pt x="17" y="79"/>
                    <a:pt x="32" y="79"/>
                    <a:pt x="32" y="95"/>
                  </a:cubicBezTo>
                  <a:lnTo>
                    <a:pt x="32" y="95"/>
                  </a:lnTo>
                  <a:lnTo>
                    <a:pt x="48" y="95"/>
                  </a:lnTo>
                  <a:lnTo>
                    <a:pt x="64" y="95"/>
                  </a:lnTo>
                  <a:lnTo>
                    <a:pt x="64" y="63"/>
                  </a:lnTo>
                  <a:cubicBezTo>
                    <a:pt x="80" y="47"/>
                    <a:pt x="80" y="47"/>
                    <a:pt x="95" y="47"/>
                  </a:cubicBezTo>
                  <a:lnTo>
                    <a:pt x="95" y="47"/>
                  </a:lnTo>
                  <a:lnTo>
                    <a:pt x="112" y="47"/>
                  </a:lnTo>
                  <a:lnTo>
                    <a:pt x="127" y="47"/>
                  </a:lnTo>
                  <a:lnTo>
                    <a:pt x="127" y="47"/>
                  </a:lnTo>
                  <a:lnTo>
                    <a:pt x="127" y="16"/>
                  </a:lnTo>
                  <a:close/>
                  <a:moveTo>
                    <a:pt x="238" y="0"/>
                  </a:moveTo>
                  <a:cubicBezTo>
                    <a:pt x="238" y="16"/>
                    <a:pt x="221" y="16"/>
                    <a:pt x="221" y="16"/>
                  </a:cubicBezTo>
                  <a:lnTo>
                    <a:pt x="206" y="16"/>
                  </a:lnTo>
                  <a:lnTo>
                    <a:pt x="190" y="16"/>
                  </a:lnTo>
                  <a:lnTo>
                    <a:pt x="206" y="47"/>
                  </a:lnTo>
                  <a:lnTo>
                    <a:pt x="221" y="32"/>
                  </a:lnTo>
                  <a:lnTo>
                    <a:pt x="23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2" name="Google Shape;1482;p38"/>
            <p:cNvSpPr/>
            <p:nvPr/>
          </p:nvSpPr>
          <p:spPr>
            <a:xfrm>
              <a:off x="3016159" y="1795760"/>
              <a:ext cx="5025" cy="2035"/>
            </a:xfrm>
            <a:custGeom>
              <a:avLst/>
              <a:gdLst/>
              <a:ahLst/>
              <a:cxnLst/>
              <a:rect l="l" t="t" r="r" b="b"/>
              <a:pathLst>
                <a:path w="158" h="64" extrusionOk="0">
                  <a:moveTo>
                    <a:pt x="126" y="0"/>
                  </a:moveTo>
                  <a:lnTo>
                    <a:pt x="32" y="0"/>
                  </a:lnTo>
                  <a:cubicBezTo>
                    <a:pt x="16" y="0"/>
                    <a:pt x="0" y="17"/>
                    <a:pt x="0" y="48"/>
                  </a:cubicBezTo>
                  <a:cubicBezTo>
                    <a:pt x="0" y="48"/>
                    <a:pt x="0" y="63"/>
                    <a:pt x="16" y="63"/>
                  </a:cubicBezTo>
                  <a:cubicBezTo>
                    <a:pt x="16" y="48"/>
                    <a:pt x="32" y="48"/>
                    <a:pt x="32" y="48"/>
                  </a:cubicBezTo>
                  <a:lnTo>
                    <a:pt x="48" y="48"/>
                  </a:lnTo>
                  <a:lnTo>
                    <a:pt x="48" y="48"/>
                  </a:lnTo>
                  <a:lnTo>
                    <a:pt x="126" y="63"/>
                  </a:lnTo>
                  <a:lnTo>
                    <a:pt x="158" y="63"/>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3" name="Google Shape;1483;p38"/>
            <p:cNvSpPr/>
            <p:nvPr/>
          </p:nvSpPr>
          <p:spPr>
            <a:xfrm>
              <a:off x="3415518" y="1802788"/>
              <a:ext cx="12562" cy="6551"/>
            </a:xfrm>
            <a:custGeom>
              <a:avLst/>
              <a:gdLst/>
              <a:ahLst/>
              <a:cxnLst/>
              <a:rect l="l" t="t" r="r" b="b"/>
              <a:pathLst>
                <a:path w="395" h="206" extrusionOk="0">
                  <a:moveTo>
                    <a:pt x="190" y="111"/>
                  </a:moveTo>
                  <a:lnTo>
                    <a:pt x="190" y="126"/>
                  </a:lnTo>
                  <a:cubicBezTo>
                    <a:pt x="174" y="142"/>
                    <a:pt x="174" y="158"/>
                    <a:pt x="159" y="158"/>
                  </a:cubicBezTo>
                  <a:lnTo>
                    <a:pt x="142" y="158"/>
                  </a:lnTo>
                  <a:cubicBezTo>
                    <a:pt x="142" y="142"/>
                    <a:pt x="127" y="142"/>
                    <a:pt x="127" y="142"/>
                  </a:cubicBezTo>
                  <a:lnTo>
                    <a:pt x="96" y="142"/>
                  </a:lnTo>
                  <a:cubicBezTo>
                    <a:pt x="79" y="142"/>
                    <a:pt x="79" y="126"/>
                    <a:pt x="64" y="126"/>
                  </a:cubicBezTo>
                  <a:lnTo>
                    <a:pt x="64" y="126"/>
                  </a:lnTo>
                  <a:cubicBezTo>
                    <a:pt x="64" y="142"/>
                    <a:pt x="64" y="158"/>
                    <a:pt x="48" y="158"/>
                  </a:cubicBezTo>
                  <a:lnTo>
                    <a:pt x="16" y="174"/>
                  </a:lnTo>
                  <a:lnTo>
                    <a:pt x="1" y="174"/>
                  </a:lnTo>
                  <a:cubicBezTo>
                    <a:pt x="16" y="189"/>
                    <a:pt x="32" y="205"/>
                    <a:pt x="48" y="205"/>
                  </a:cubicBezTo>
                  <a:lnTo>
                    <a:pt x="48" y="205"/>
                  </a:lnTo>
                  <a:cubicBezTo>
                    <a:pt x="111" y="205"/>
                    <a:pt x="159" y="174"/>
                    <a:pt x="205" y="142"/>
                  </a:cubicBezTo>
                  <a:lnTo>
                    <a:pt x="190" y="111"/>
                  </a:lnTo>
                  <a:lnTo>
                    <a:pt x="190" y="111"/>
                  </a:lnTo>
                  <a:close/>
                  <a:moveTo>
                    <a:pt x="363" y="0"/>
                  </a:moveTo>
                  <a:lnTo>
                    <a:pt x="285" y="0"/>
                  </a:lnTo>
                  <a:lnTo>
                    <a:pt x="285" y="32"/>
                  </a:lnTo>
                  <a:cubicBezTo>
                    <a:pt x="285" y="48"/>
                    <a:pt x="268" y="63"/>
                    <a:pt x="253" y="63"/>
                  </a:cubicBezTo>
                  <a:lnTo>
                    <a:pt x="253" y="63"/>
                  </a:lnTo>
                  <a:cubicBezTo>
                    <a:pt x="237" y="63"/>
                    <a:pt x="222" y="48"/>
                    <a:pt x="222" y="32"/>
                  </a:cubicBezTo>
                  <a:lnTo>
                    <a:pt x="222" y="32"/>
                  </a:lnTo>
                  <a:cubicBezTo>
                    <a:pt x="205" y="48"/>
                    <a:pt x="190" y="48"/>
                    <a:pt x="190" y="63"/>
                  </a:cubicBezTo>
                  <a:cubicBezTo>
                    <a:pt x="190" y="79"/>
                    <a:pt x="174" y="79"/>
                    <a:pt x="159" y="79"/>
                  </a:cubicBezTo>
                  <a:lnTo>
                    <a:pt x="159" y="79"/>
                  </a:lnTo>
                  <a:lnTo>
                    <a:pt x="159" y="79"/>
                  </a:lnTo>
                  <a:lnTo>
                    <a:pt x="159" y="79"/>
                  </a:lnTo>
                  <a:lnTo>
                    <a:pt x="174" y="95"/>
                  </a:lnTo>
                  <a:cubicBezTo>
                    <a:pt x="174" y="79"/>
                    <a:pt x="174" y="79"/>
                    <a:pt x="190" y="63"/>
                  </a:cubicBezTo>
                  <a:lnTo>
                    <a:pt x="205" y="63"/>
                  </a:lnTo>
                  <a:lnTo>
                    <a:pt x="205" y="63"/>
                  </a:lnTo>
                  <a:lnTo>
                    <a:pt x="237" y="63"/>
                  </a:lnTo>
                  <a:lnTo>
                    <a:pt x="253" y="95"/>
                  </a:lnTo>
                  <a:cubicBezTo>
                    <a:pt x="253" y="79"/>
                    <a:pt x="268" y="79"/>
                    <a:pt x="268" y="79"/>
                  </a:cubicBezTo>
                  <a:lnTo>
                    <a:pt x="316" y="126"/>
                  </a:lnTo>
                  <a:cubicBezTo>
                    <a:pt x="316" y="142"/>
                    <a:pt x="331" y="142"/>
                    <a:pt x="331" y="142"/>
                  </a:cubicBezTo>
                  <a:lnTo>
                    <a:pt x="331" y="142"/>
                  </a:lnTo>
                  <a:lnTo>
                    <a:pt x="348" y="142"/>
                  </a:lnTo>
                  <a:lnTo>
                    <a:pt x="363" y="142"/>
                  </a:lnTo>
                  <a:lnTo>
                    <a:pt x="363" y="126"/>
                  </a:lnTo>
                  <a:lnTo>
                    <a:pt x="394" y="79"/>
                  </a:lnTo>
                  <a:lnTo>
                    <a:pt x="379" y="79"/>
                  </a:lnTo>
                  <a:lnTo>
                    <a:pt x="379" y="79"/>
                  </a:lnTo>
                  <a:cubicBezTo>
                    <a:pt x="348" y="79"/>
                    <a:pt x="331" y="63"/>
                    <a:pt x="331" y="48"/>
                  </a:cubicBezTo>
                  <a:cubicBezTo>
                    <a:pt x="331" y="32"/>
                    <a:pt x="348" y="16"/>
                    <a:pt x="379" y="16"/>
                  </a:cubicBezTo>
                  <a:lnTo>
                    <a:pt x="379" y="16"/>
                  </a:lnTo>
                  <a:lnTo>
                    <a:pt x="379" y="16"/>
                  </a:lnTo>
                  <a:cubicBezTo>
                    <a:pt x="379" y="0"/>
                    <a:pt x="379" y="0"/>
                    <a:pt x="3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4" name="Google Shape;1484;p38"/>
            <p:cNvSpPr/>
            <p:nvPr/>
          </p:nvSpPr>
          <p:spPr>
            <a:xfrm>
              <a:off x="3325831" y="1811312"/>
              <a:ext cx="5565" cy="7060"/>
            </a:xfrm>
            <a:custGeom>
              <a:avLst/>
              <a:gdLst/>
              <a:ahLst/>
              <a:cxnLst/>
              <a:rect l="l" t="t" r="r" b="b"/>
              <a:pathLst>
                <a:path w="175" h="222" extrusionOk="0">
                  <a:moveTo>
                    <a:pt x="143" y="1"/>
                  </a:moveTo>
                  <a:lnTo>
                    <a:pt x="143" y="1"/>
                  </a:lnTo>
                  <a:lnTo>
                    <a:pt x="126" y="1"/>
                  </a:lnTo>
                  <a:lnTo>
                    <a:pt x="32" y="47"/>
                  </a:lnTo>
                  <a:cubicBezTo>
                    <a:pt x="16" y="47"/>
                    <a:pt x="16" y="47"/>
                    <a:pt x="0" y="64"/>
                  </a:cubicBezTo>
                  <a:lnTo>
                    <a:pt x="16" y="64"/>
                  </a:lnTo>
                  <a:cubicBezTo>
                    <a:pt x="32" y="64"/>
                    <a:pt x="48" y="79"/>
                    <a:pt x="32" y="95"/>
                  </a:cubicBezTo>
                  <a:lnTo>
                    <a:pt x="32" y="173"/>
                  </a:lnTo>
                  <a:lnTo>
                    <a:pt x="16" y="190"/>
                  </a:lnTo>
                  <a:lnTo>
                    <a:pt x="16" y="221"/>
                  </a:lnTo>
                  <a:lnTo>
                    <a:pt x="16" y="221"/>
                  </a:lnTo>
                  <a:cubicBezTo>
                    <a:pt x="32" y="221"/>
                    <a:pt x="32" y="221"/>
                    <a:pt x="32" y="205"/>
                  </a:cubicBezTo>
                  <a:lnTo>
                    <a:pt x="79" y="173"/>
                  </a:lnTo>
                  <a:lnTo>
                    <a:pt x="79" y="173"/>
                  </a:lnTo>
                  <a:lnTo>
                    <a:pt x="79" y="158"/>
                  </a:lnTo>
                  <a:lnTo>
                    <a:pt x="95" y="158"/>
                  </a:lnTo>
                  <a:cubicBezTo>
                    <a:pt x="111" y="142"/>
                    <a:pt x="111" y="142"/>
                    <a:pt x="111" y="127"/>
                  </a:cubicBezTo>
                  <a:lnTo>
                    <a:pt x="111" y="127"/>
                  </a:lnTo>
                  <a:lnTo>
                    <a:pt x="111" y="110"/>
                  </a:lnTo>
                  <a:lnTo>
                    <a:pt x="111" y="110"/>
                  </a:lnTo>
                  <a:lnTo>
                    <a:pt x="95" y="95"/>
                  </a:lnTo>
                  <a:lnTo>
                    <a:pt x="126" y="79"/>
                  </a:lnTo>
                  <a:cubicBezTo>
                    <a:pt x="126" y="64"/>
                    <a:pt x="143" y="64"/>
                    <a:pt x="143" y="64"/>
                  </a:cubicBezTo>
                  <a:lnTo>
                    <a:pt x="143" y="64"/>
                  </a:lnTo>
                  <a:lnTo>
                    <a:pt x="158" y="64"/>
                  </a:lnTo>
                  <a:cubicBezTo>
                    <a:pt x="174" y="47"/>
                    <a:pt x="174" y="32"/>
                    <a:pt x="174" y="16"/>
                  </a:cubicBezTo>
                  <a:cubicBezTo>
                    <a:pt x="158"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5" name="Google Shape;1485;p38"/>
            <p:cNvSpPr/>
            <p:nvPr/>
          </p:nvSpPr>
          <p:spPr>
            <a:xfrm>
              <a:off x="3155459" y="1818817"/>
              <a:ext cx="6042" cy="2544"/>
            </a:xfrm>
            <a:custGeom>
              <a:avLst/>
              <a:gdLst/>
              <a:ahLst/>
              <a:cxnLst/>
              <a:rect l="l" t="t" r="r" b="b"/>
              <a:pathLst>
                <a:path w="190" h="80" extrusionOk="0">
                  <a:moveTo>
                    <a:pt x="111" y="0"/>
                  </a:moveTo>
                  <a:lnTo>
                    <a:pt x="80" y="0"/>
                  </a:lnTo>
                  <a:lnTo>
                    <a:pt x="80" y="0"/>
                  </a:lnTo>
                  <a:cubicBezTo>
                    <a:pt x="80" y="0"/>
                    <a:pt x="80" y="17"/>
                    <a:pt x="63" y="17"/>
                  </a:cubicBezTo>
                  <a:lnTo>
                    <a:pt x="17" y="63"/>
                  </a:lnTo>
                  <a:lnTo>
                    <a:pt x="0" y="63"/>
                  </a:lnTo>
                  <a:cubicBezTo>
                    <a:pt x="0" y="80"/>
                    <a:pt x="17" y="80"/>
                    <a:pt x="17" y="80"/>
                  </a:cubicBezTo>
                  <a:lnTo>
                    <a:pt x="32" y="80"/>
                  </a:lnTo>
                  <a:lnTo>
                    <a:pt x="48" y="80"/>
                  </a:lnTo>
                  <a:cubicBezTo>
                    <a:pt x="63" y="80"/>
                    <a:pt x="63" y="63"/>
                    <a:pt x="80" y="63"/>
                  </a:cubicBezTo>
                  <a:lnTo>
                    <a:pt x="80" y="63"/>
                  </a:lnTo>
                  <a:lnTo>
                    <a:pt x="95" y="63"/>
                  </a:lnTo>
                  <a:lnTo>
                    <a:pt x="95" y="63"/>
                  </a:lnTo>
                  <a:lnTo>
                    <a:pt x="126" y="63"/>
                  </a:lnTo>
                  <a:lnTo>
                    <a:pt x="143" y="63"/>
                  </a:lnTo>
                  <a:lnTo>
                    <a:pt x="158" y="63"/>
                  </a:lnTo>
                  <a:lnTo>
                    <a:pt x="158" y="63"/>
                  </a:lnTo>
                  <a:lnTo>
                    <a:pt x="158" y="48"/>
                  </a:lnTo>
                  <a:cubicBezTo>
                    <a:pt x="158" y="32"/>
                    <a:pt x="174" y="32"/>
                    <a:pt x="189" y="32"/>
                  </a:cubicBezTo>
                  <a:lnTo>
                    <a:pt x="189" y="32"/>
                  </a:lnTo>
                  <a:cubicBezTo>
                    <a:pt x="189" y="17"/>
                    <a:pt x="174" y="0"/>
                    <a:pt x="158" y="0"/>
                  </a:cubicBezTo>
                  <a:lnTo>
                    <a:pt x="158" y="0"/>
                  </a:lnTo>
                  <a:lnTo>
                    <a:pt x="126" y="0"/>
                  </a:ln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6" name="Google Shape;1486;p38"/>
            <p:cNvSpPr/>
            <p:nvPr/>
          </p:nvSpPr>
          <p:spPr>
            <a:xfrm>
              <a:off x="3332351" y="1797763"/>
              <a:ext cx="7060" cy="3562"/>
            </a:xfrm>
            <a:custGeom>
              <a:avLst/>
              <a:gdLst/>
              <a:ahLst/>
              <a:cxnLst/>
              <a:rect l="l" t="t" r="r" b="b"/>
              <a:pathLst>
                <a:path w="222" h="112" extrusionOk="0">
                  <a:moveTo>
                    <a:pt x="32" y="0"/>
                  </a:moveTo>
                  <a:lnTo>
                    <a:pt x="32" y="0"/>
                  </a:lnTo>
                  <a:cubicBezTo>
                    <a:pt x="16" y="0"/>
                    <a:pt x="1" y="17"/>
                    <a:pt x="1" y="32"/>
                  </a:cubicBezTo>
                  <a:cubicBezTo>
                    <a:pt x="1" y="48"/>
                    <a:pt x="1" y="64"/>
                    <a:pt x="16" y="80"/>
                  </a:cubicBezTo>
                  <a:lnTo>
                    <a:pt x="32" y="80"/>
                  </a:lnTo>
                  <a:lnTo>
                    <a:pt x="47" y="80"/>
                  </a:lnTo>
                  <a:lnTo>
                    <a:pt x="47" y="80"/>
                  </a:lnTo>
                  <a:cubicBezTo>
                    <a:pt x="32" y="64"/>
                    <a:pt x="47" y="48"/>
                    <a:pt x="64" y="32"/>
                  </a:cubicBezTo>
                  <a:lnTo>
                    <a:pt x="64" y="32"/>
                  </a:lnTo>
                  <a:lnTo>
                    <a:pt x="79" y="32"/>
                  </a:lnTo>
                  <a:cubicBezTo>
                    <a:pt x="79" y="32"/>
                    <a:pt x="95" y="48"/>
                    <a:pt x="110" y="48"/>
                  </a:cubicBezTo>
                  <a:lnTo>
                    <a:pt x="127" y="95"/>
                  </a:lnTo>
                  <a:cubicBezTo>
                    <a:pt x="142" y="111"/>
                    <a:pt x="158" y="111"/>
                    <a:pt x="158" y="111"/>
                  </a:cubicBezTo>
                  <a:lnTo>
                    <a:pt x="173" y="111"/>
                  </a:lnTo>
                  <a:cubicBezTo>
                    <a:pt x="190" y="95"/>
                    <a:pt x="205" y="95"/>
                    <a:pt x="221" y="80"/>
                  </a:cubicBezTo>
                  <a:lnTo>
                    <a:pt x="221" y="80"/>
                  </a:lnTo>
                  <a:lnTo>
                    <a:pt x="221" y="80"/>
                  </a:lnTo>
                  <a:cubicBezTo>
                    <a:pt x="221" y="48"/>
                    <a:pt x="205" y="32"/>
                    <a:pt x="190" y="32"/>
                  </a:cubicBezTo>
                  <a:lnTo>
                    <a:pt x="158" y="32"/>
                  </a:lnTo>
                  <a:lnTo>
                    <a:pt x="95" y="32"/>
                  </a:lnTo>
                  <a:cubicBezTo>
                    <a:pt x="95" y="32"/>
                    <a:pt x="79" y="32"/>
                    <a:pt x="64" y="17"/>
                  </a:cubicBezTo>
                  <a:lnTo>
                    <a:pt x="47" y="17"/>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7" name="Google Shape;1487;p38"/>
            <p:cNvSpPr/>
            <p:nvPr/>
          </p:nvSpPr>
          <p:spPr>
            <a:xfrm>
              <a:off x="3435045" y="1792738"/>
              <a:ext cx="5565" cy="2576"/>
            </a:xfrm>
            <a:custGeom>
              <a:avLst/>
              <a:gdLst/>
              <a:ahLst/>
              <a:cxnLst/>
              <a:rect l="l" t="t" r="r" b="b"/>
              <a:pathLst>
                <a:path w="175" h="81" extrusionOk="0">
                  <a:moveTo>
                    <a:pt x="95" y="1"/>
                  </a:moveTo>
                  <a:lnTo>
                    <a:pt x="95" y="1"/>
                  </a:lnTo>
                  <a:lnTo>
                    <a:pt x="95" y="32"/>
                  </a:lnTo>
                  <a:cubicBezTo>
                    <a:pt x="80" y="32"/>
                    <a:pt x="80" y="49"/>
                    <a:pt x="64" y="49"/>
                  </a:cubicBezTo>
                  <a:cubicBezTo>
                    <a:pt x="64" y="49"/>
                    <a:pt x="49" y="49"/>
                    <a:pt x="49" y="32"/>
                  </a:cubicBezTo>
                  <a:lnTo>
                    <a:pt x="32" y="17"/>
                  </a:lnTo>
                  <a:lnTo>
                    <a:pt x="32" y="17"/>
                  </a:lnTo>
                  <a:cubicBezTo>
                    <a:pt x="17" y="32"/>
                    <a:pt x="1" y="49"/>
                    <a:pt x="17" y="64"/>
                  </a:cubicBezTo>
                  <a:cubicBezTo>
                    <a:pt x="32" y="80"/>
                    <a:pt x="32" y="80"/>
                    <a:pt x="49" y="80"/>
                  </a:cubicBezTo>
                  <a:lnTo>
                    <a:pt x="64" y="80"/>
                  </a:lnTo>
                  <a:lnTo>
                    <a:pt x="95" y="64"/>
                  </a:lnTo>
                  <a:lnTo>
                    <a:pt x="127" y="80"/>
                  </a:lnTo>
                  <a:lnTo>
                    <a:pt x="143" y="80"/>
                  </a:lnTo>
                  <a:cubicBezTo>
                    <a:pt x="158" y="80"/>
                    <a:pt x="175" y="64"/>
                    <a:pt x="175" y="49"/>
                  </a:cubicBezTo>
                  <a:cubicBezTo>
                    <a:pt x="175" y="32"/>
                    <a:pt x="175" y="17"/>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8" name="Google Shape;1488;p38"/>
            <p:cNvSpPr/>
            <p:nvPr/>
          </p:nvSpPr>
          <p:spPr>
            <a:xfrm>
              <a:off x="3441597" y="1790258"/>
              <a:ext cx="3021" cy="5057"/>
            </a:xfrm>
            <a:custGeom>
              <a:avLst/>
              <a:gdLst/>
              <a:ahLst/>
              <a:cxnLst/>
              <a:rect l="l" t="t" r="r" b="b"/>
              <a:pathLst>
                <a:path w="95" h="159" extrusionOk="0">
                  <a:moveTo>
                    <a:pt x="32" y="1"/>
                  </a:moveTo>
                  <a:lnTo>
                    <a:pt x="32" y="1"/>
                  </a:lnTo>
                  <a:cubicBezTo>
                    <a:pt x="15" y="1"/>
                    <a:pt x="15" y="1"/>
                    <a:pt x="15" y="16"/>
                  </a:cubicBezTo>
                  <a:cubicBezTo>
                    <a:pt x="0" y="16"/>
                    <a:pt x="0" y="47"/>
                    <a:pt x="15" y="64"/>
                  </a:cubicBezTo>
                  <a:lnTo>
                    <a:pt x="32" y="79"/>
                  </a:lnTo>
                  <a:lnTo>
                    <a:pt x="15" y="95"/>
                  </a:lnTo>
                  <a:cubicBezTo>
                    <a:pt x="0" y="110"/>
                    <a:pt x="0" y="127"/>
                    <a:pt x="15" y="142"/>
                  </a:cubicBezTo>
                  <a:cubicBezTo>
                    <a:pt x="15" y="158"/>
                    <a:pt x="32" y="158"/>
                    <a:pt x="32" y="158"/>
                  </a:cubicBezTo>
                  <a:lnTo>
                    <a:pt x="63" y="158"/>
                  </a:lnTo>
                  <a:lnTo>
                    <a:pt x="78" y="142"/>
                  </a:lnTo>
                  <a:cubicBezTo>
                    <a:pt x="63" y="127"/>
                    <a:pt x="63" y="110"/>
                    <a:pt x="63" y="95"/>
                  </a:cubicBezTo>
                  <a:cubicBezTo>
                    <a:pt x="47" y="95"/>
                    <a:pt x="47" y="79"/>
                    <a:pt x="47" y="64"/>
                  </a:cubicBezTo>
                  <a:cubicBezTo>
                    <a:pt x="47" y="47"/>
                    <a:pt x="63" y="32"/>
                    <a:pt x="78" y="32"/>
                  </a:cubicBezTo>
                  <a:lnTo>
                    <a:pt x="95" y="32"/>
                  </a:lnTo>
                  <a:lnTo>
                    <a:pt x="95" y="32"/>
                  </a:ln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9" name="Google Shape;1489;p38"/>
            <p:cNvSpPr/>
            <p:nvPr/>
          </p:nvSpPr>
          <p:spPr>
            <a:xfrm>
              <a:off x="3261683" y="1804792"/>
              <a:ext cx="5025" cy="7569"/>
            </a:xfrm>
            <a:custGeom>
              <a:avLst/>
              <a:gdLst/>
              <a:ahLst/>
              <a:cxnLst/>
              <a:rect l="l" t="t" r="r" b="b"/>
              <a:pathLst>
                <a:path w="158" h="238" extrusionOk="0">
                  <a:moveTo>
                    <a:pt x="126" y="0"/>
                  </a:moveTo>
                  <a:lnTo>
                    <a:pt x="126" y="0"/>
                  </a:lnTo>
                  <a:cubicBezTo>
                    <a:pt x="111" y="0"/>
                    <a:pt x="111" y="0"/>
                    <a:pt x="95" y="16"/>
                  </a:cubicBezTo>
                  <a:lnTo>
                    <a:pt x="80" y="32"/>
                  </a:lnTo>
                  <a:cubicBezTo>
                    <a:pt x="80" y="32"/>
                    <a:pt x="80" y="48"/>
                    <a:pt x="63" y="48"/>
                  </a:cubicBezTo>
                  <a:cubicBezTo>
                    <a:pt x="32" y="95"/>
                    <a:pt x="0" y="142"/>
                    <a:pt x="0" y="206"/>
                  </a:cubicBezTo>
                  <a:lnTo>
                    <a:pt x="0" y="206"/>
                  </a:lnTo>
                  <a:cubicBezTo>
                    <a:pt x="0" y="221"/>
                    <a:pt x="0" y="237"/>
                    <a:pt x="32" y="237"/>
                  </a:cubicBezTo>
                  <a:lnTo>
                    <a:pt x="32" y="237"/>
                  </a:lnTo>
                  <a:cubicBezTo>
                    <a:pt x="48" y="237"/>
                    <a:pt x="63" y="221"/>
                    <a:pt x="63" y="206"/>
                  </a:cubicBezTo>
                  <a:lnTo>
                    <a:pt x="63" y="189"/>
                  </a:lnTo>
                  <a:cubicBezTo>
                    <a:pt x="63" y="142"/>
                    <a:pt x="95" y="111"/>
                    <a:pt x="126" y="79"/>
                  </a:cubicBezTo>
                  <a:cubicBezTo>
                    <a:pt x="143" y="79"/>
                    <a:pt x="143" y="63"/>
                    <a:pt x="143" y="63"/>
                  </a:cubicBezTo>
                  <a:lnTo>
                    <a:pt x="143" y="63"/>
                  </a:lnTo>
                  <a:lnTo>
                    <a:pt x="158" y="48"/>
                  </a:lnTo>
                  <a:lnTo>
                    <a:pt x="158" y="16"/>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0" name="Google Shape;1490;p38"/>
            <p:cNvSpPr/>
            <p:nvPr/>
          </p:nvSpPr>
          <p:spPr>
            <a:xfrm>
              <a:off x="3051747" y="1823811"/>
              <a:ext cx="7028" cy="3562"/>
            </a:xfrm>
            <a:custGeom>
              <a:avLst/>
              <a:gdLst/>
              <a:ahLst/>
              <a:cxnLst/>
              <a:rect l="l" t="t" r="r" b="b"/>
              <a:pathLst>
                <a:path w="221" h="112" extrusionOk="0">
                  <a:moveTo>
                    <a:pt x="32" y="1"/>
                  </a:moveTo>
                  <a:lnTo>
                    <a:pt x="0" y="1"/>
                  </a:lnTo>
                  <a:cubicBezTo>
                    <a:pt x="0" y="1"/>
                    <a:pt x="16" y="17"/>
                    <a:pt x="16" y="32"/>
                  </a:cubicBezTo>
                  <a:cubicBezTo>
                    <a:pt x="16" y="32"/>
                    <a:pt x="16" y="49"/>
                    <a:pt x="0" y="49"/>
                  </a:cubicBezTo>
                  <a:cubicBezTo>
                    <a:pt x="32" y="49"/>
                    <a:pt x="32" y="64"/>
                    <a:pt x="32" y="80"/>
                  </a:cubicBezTo>
                  <a:cubicBezTo>
                    <a:pt x="47" y="80"/>
                    <a:pt x="32" y="80"/>
                    <a:pt x="32" y="95"/>
                  </a:cubicBezTo>
                  <a:cubicBezTo>
                    <a:pt x="79" y="112"/>
                    <a:pt x="126" y="112"/>
                    <a:pt x="158" y="112"/>
                  </a:cubicBezTo>
                  <a:lnTo>
                    <a:pt x="205" y="112"/>
                  </a:lnTo>
                  <a:lnTo>
                    <a:pt x="205" y="95"/>
                  </a:lnTo>
                  <a:cubicBezTo>
                    <a:pt x="205" y="95"/>
                    <a:pt x="189" y="80"/>
                    <a:pt x="205" y="80"/>
                  </a:cubicBezTo>
                  <a:cubicBezTo>
                    <a:pt x="205" y="64"/>
                    <a:pt x="205" y="49"/>
                    <a:pt x="221" y="49"/>
                  </a:cubicBezTo>
                  <a:lnTo>
                    <a:pt x="205" y="49"/>
                  </a:lnTo>
                  <a:lnTo>
                    <a:pt x="205" y="49"/>
                  </a:lnTo>
                  <a:lnTo>
                    <a:pt x="205" y="49"/>
                  </a:lnTo>
                  <a:lnTo>
                    <a:pt x="158" y="49"/>
                  </a:lnTo>
                  <a:lnTo>
                    <a:pt x="110" y="49"/>
                  </a:lnTo>
                  <a:lnTo>
                    <a:pt x="110" y="32"/>
                  </a:lnTo>
                  <a:cubicBezTo>
                    <a:pt x="95" y="32"/>
                    <a:pt x="95" y="32"/>
                    <a:pt x="95" y="17"/>
                  </a:cubicBez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1" name="Google Shape;1491;p38"/>
            <p:cNvSpPr/>
            <p:nvPr/>
          </p:nvSpPr>
          <p:spPr>
            <a:xfrm>
              <a:off x="3036704" y="1821807"/>
              <a:ext cx="8523" cy="2576"/>
            </a:xfrm>
            <a:custGeom>
              <a:avLst/>
              <a:gdLst/>
              <a:ahLst/>
              <a:cxnLst/>
              <a:rect l="l" t="t" r="r" b="b"/>
              <a:pathLst>
                <a:path w="268" h="81" extrusionOk="0">
                  <a:moveTo>
                    <a:pt x="16" y="1"/>
                  </a:moveTo>
                  <a:lnTo>
                    <a:pt x="1" y="17"/>
                  </a:lnTo>
                  <a:lnTo>
                    <a:pt x="1" y="32"/>
                  </a:lnTo>
                  <a:cubicBezTo>
                    <a:pt x="1" y="49"/>
                    <a:pt x="1" y="49"/>
                    <a:pt x="16" y="64"/>
                  </a:cubicBezTo>
                  <a:lnTo>
                    <a:pt x="79" y="80"/>
                  </a:lnTo>
                  <a:lnTo>
                    <a:pt x="79" y="80"/>
                  </a:lnTo>
                  <a:lnTo>
                    <a:pt x="79" y="64"/>
                  </a:lnTo>
                  <a:lnTo>
                    <a:pt x="79" y="64"/>
                  </a:lnTo>
                  <a:lnTo>
                    <a:pt x="79" y="64"/>
                  </a:lnTo>
                  <a:cubicBezTo>
                    <a:pt x="64" y="64"/>
                    <a:pt x="47" y="64"/>
                    <a:pt x="47" y="49"/>
                  </a:cubicBezTo>
                  <a:lnTo>
                    <a:pt x="16" y="1"/>
                  </a:lnTo>
                  <a:close/>
                  <a:moveTo>
                    <a:pt x="158" y="1"/>
                  </a:moveTo>
                  <a:lnTo>
                    <a:pt x="110" y="1"/>
                  </a:lnTo>
                  <a:lnTo>
                    <a:pt x="95" y="1"/>
                  </a:lnTo>
                  <a:lnTo>
                    <a:pt x="110" y="17"/>
                  </a:lnTo>
                  <a:lnTo>
                    <a:pt x="110" y="32"/>
                  </a:lnTo>
                  <a:lnTo>
                    <a:pt x="110" y="32"/>
                  </a:lnTo>
                  <a:lnTo>
                    <a:pt x="127" y="32"/>
                  </a:lnTo>
                  <a:lnTo>
                    <a:pt x="127" y="32"/>
                  </a:lnTo>
                  <a:lnTo>
                    <a:pt x="158" y="49"/>
                  </a:lnTo>
                  <a:cubicBezTo>
                    <a:pt x="158" y="49"/>
                    <a:pt x="173" y="49"/>
                    <a:pt x="173" y="64"/>
                  </a:cubicBezTo>
                  <a:lnTo>
                    <a:pt x="236" y="64"/>
                  </a:lnTo>
                  <a:cubicBezTo>
                    <a:pt x="253" y="64"/>
                    <a:pt x="268" y="49"/>
                    <a:pt x="268" y="32"/>
                  </a:cubicBezTo>
                  <a:lnTo>
                    <a:pt x="268" y="17"/>
                  </a:lnTo>
                  <a:lnTo>
                    <a:pt x="253" y="1"/>
                  </a:lnTo>
                  <a:lnTo>
                    <a:pt x="205" y="32"/>
                  </a:lnTo>
                  <a:cubicBezTo>
                    <a:pt x="205" y="49"/>
                    <a:pt x="205" y="49"/>
                    <a:pt x="190" y="49"/>
                  </a:cubicBezTo>
                  <a:cubicBezTo>
                    <a:pt x="173" y="49"/>
                    <a:pt x="173" y="32"/>
                    <a:pt x="158"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2" name="Google Shape;1492;p38"/>
            <p:cNvSpPr/>
            <p:nvPr/>
          </p:nvSpPr>
          <p:spPr>
            <a:xfrm>
              <a:off x="3384954" y="1782720"/>
              <a:ext cx="2035" cy="5565"/>
            </a:xfrm>
            <a:custGeom>
              <a:avLst/>
              <a:gdLst/>
              <a:ahLst/>
              <a:cxnLst/>
              <a:rect l="l" t="t" r="r" b="b"/>
              <a:pathLst>
                <a:path w="64" h="175" extrusionOk="0">
                  <a:moveTo>
                    <a:pt x="32" y="1"/>
                  </a:moveTo>
                  <a:lnTo>
                    <a:pt x="32" y="1"/>
                  </a:lnTo>
                  <a:lnTo>
                    <a:pt x="32" y="1"/>
                  </a:lnTo>
                  <a:cubicBezTo>
                    <a:pt x="17" y="1"/>
                    <a:pt x="0" y="17"/>
                    <a:pt x="0" y="32"/>
                  </a:cubicBezTo>
                  <a:lnTo>
                    <a:pt x="0" y="143"/>
                  </a:lnTo>
                  <a:cubicBezTo>
                    <a:pt x="0" y="158"/>
                    <a:pt x="17" y="175"/>
                    <a:pt x="32" y="175"/>
                  </a:cubicBezTo>
                  <a:lnTo>
                    <a:pt x="32" y="175"/>
                  </a:lnTo>
                  <a:cubicBezTo>
                    <a:pt x="48" y="175"/>
                    <a:pt x="63" y="175"/>
                    <a:pt x="63" y="158"/>
                  </a:cubicBezTo>
                  <a:lnTo>
                    <a:pt x="48" y="143"/>
                  </a:lnTo>
                  <a:cubicBezTo>
                    <a:pt x="48" y="127"/>
                    <a:pt x="48" y="112"/>
                    <a:pt x="63" y="95"/>
                  </a:cubicBezTo>
                  <a:lnTo>
                    <a:pt x="63" y="95"/>
                  </a:lnTo>
                  <a:lnTo>
                    <a:pt x="63" y="32"/>
                  </a:lnTo>
                  <a:cubicBezTo>
                    <a:pt x="63" y="17"/>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3" name="Google Shape;1493;p38"/>
            <p:cNvSpPr/>
            <p:nvPr/>
          </p:nvSpPr>
          <p:spPr>
            <a:xfrm>
              <a:off x="3115895" y="1797286"/>
              <a:ext cx="3498" cy="2035"/>
            </a:xfrm>
            <a:custGeom>
              <a:avLst/>
              <a:gdLst/>
              <a:ahLst/>
              <a:cxnLst/>
              <a:rect l="l" t="t" r="r" b="b"/>
              <a:pathLst>
                <a:path w="110" h="64" extrusionOk="0">
                  <a:moveTo>
                    <a:pt x="95" y="0"/>
                  </a:moveTo>
                  <a:lnTo>
                    <a:pt x="47" y="0"/>
                  </a:lnTo>
                  <a:cubicBezTo>
                    <a:pt x="47" y="15"/>
                    <a:pt x="47" y="15"/>
                    <a:pt x="32" y="32"/>
                  </a:cubicBezTo>
                  <a:lnTo>
                    <a:pt x="0" y="47"/>
                  </a:lnTo>
                  <a:cubicBezTo>
                    <a:pt x="0" y="63"/>
                    <a:pt x="0" y="63"/>
                    <a:pt x="15" y="63"/>
                  </a:cubicBezTo>
                  <a:lnTo>
                    <a:pt x="15" y="63"/>
                  </a:lnTo>
                  <a:cubicBezTo>
                    <a:pt x="32" y="63"/>
                    <a:pt x="47" y="63"/>
                    <a:pt x="63" y="47"/>
                  </a:cubicBezTo>
                  <a:lnTo>
                    <a:pt x="63" y="32"/>
                  </a:lnTo>
                  <a:lnTo>
                    <a:pt x="63" y="32"/>
                  </a:lnTo>
                  <a:lnTo>
                    <a:pt x="78" y="32"/>
                  </a:lnTo>
                  <a:lnTo>
                    <a:pt x="95" y="32"/>
                  </a:lnTo>
                  <a:lnTo>
                    <a:pt x="110" y="32"/>
                  </a:lnTo>
                  <a:lnTo>
                    <a:pt x="110"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4" name="Google Shape;1494;p38"/>
            <p:cNvSpPr/>
            <p:nvPr/>
          </p:nvSpPr>
          <p:spPr>
            <a:xfrm>
              <a:off x="3117358" y="1795760"/>
              <a:ext cx="4580" cy="2035"/>
            </a:xfrm>
            <a:custGeom>
              <a:avLst/>
              <a:gdLst/>
              <a:ahLst/>
              <a:cxnLst/>
              <a:rect l="l" t="t" r="r" b="b"/>
              <a:pathLst>
                <a:path w="144" h="64" extrusionOk="0">
                  <a:moveTo>
                    <a:pt x="64" y="0"/>
                  </a:moveTo>
                  <a:lnTo>
                    <a:pt x="1" y="32"/>
                  </a:lnTo>
                  <a:lnTo>
                    <a:pt x="1" y="32"/>
                  </a:lnTo>
                  <a:cubicBezTo>
                    <a:pt x="17" y="32"/>
                    <a:pt x="17" y="48"/>
                    <a:pt x="1" y="48"/>
                  </a:cubicBezTo>
                  <a:lnTo>
                    <a:pt x="49" y="48"/>
                  </a:lnTo>
                  <a:lnTo>
                    <a:pt x="49" y="63"/>
                  </a:lnTo>
                  <a:lnTo>
                    <a:pt x="64" y="63"/>
                  </a:lnTo>
                  <a:lnTo>
                    <a:pt x="64" y="32"/>
                  </a:lnTo>
                  <a:lnTo>
                    <a:pt x="64" y="0"/>
                  </a:lnTo>
                  <a:close/>
                  <a:moveTo>
                    <a:pt x="143" y="0"/>
                  </a:moveTo>
                  <a:lnTo>
                    <a:pt x="127" y="0"/>
                  </a:lnTo>
                  <a:lnTo>
                    <a:pt x="127" y="17"/>
                  </a:lnTo>
                  <a:lnTo>
                    <a:pt x="143" y="17"/>
                  </a:lnTo>
                  <a:lnTo>
                    <a:pt x="143" y="17"/>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5" name="Google Shape;1495;p38"/>
            <p:cNvSpPr/>
            <p:nvPr/>
          </p:nvSpPr>
          <p:spPr>
            <a:xfrm>
              <a:off x="3324813" y="1813315"/>
              <a:ext cx="2544" cy="4039"/>
            </a:xfrm>
            <a:custGeom>
              <a:avLst/>
              <a:gdLst/>
              <a:ahLst/>
              <a:cxnLst/>
              <a:rect l="l" t="t" r="r" b="b"/>
              <a:pathLst>
                <a:path w="80" h="127" extrusionOk="0">
                  <a:moveTo>
                    <a:pt x="32" y="1"/>
                  </a:moveTo>
                  <a:lnTo>
                    <a:pt x="32" y="1"/>
                  </a:lnTo>
                  <a:cubicBezTo>
                    <a:pt x="17" y="1"/>
                    <a:pt x="1" y="16"/>
                    <a:pt x="1" y="32"/>
                  </a:cubicBezTo>
                  <a:lnTo>
                    <a:pt x="1" y="64"/>
                  </a:lnTo>
                  <a:lnTo>
                    <a:pt x="32" y="110"/>
                  </a:lnTo>
                  <a:cubicBezTo>
                    <a:pt x="32" y="110"/>
                    <a:pt x="48" y="110"/>
                    <a:pt x="48" y="127"/>
                  </a:cubicBezTo>
                  <a:lnTo>
                    <a:pt x="48" y="127"/>
                  </a:lnTo>
                  <a:lnTo>
                    <a:pt x="64" y="110"/>
                  </a:lnTo>
                  <a:lnTo>
                    <a:pt x="64" y="32"/>
                  </a:lnTo>
                  <a:cubicBezTo>
                    <a:pt x="80" y="16"/>
                    <a:pt x="64" y="1"/>
                    <a:pt x="48"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6" name="Google Shape;1496;p38"/>
            <p:cNvSpPr/>
            <p:nvPr/>
          </p:nvSpPr>
          <p:spPr>
            <a:xfrm>
              <a:off x="3267694" y="1815319"/>
              <a:ext cx="6042" cy="2512"/>
            </a:xfrm>
            <a:custGeom>
              <a:avLst/>
              <a:gdLst/>
              <a:ahLst/>
              <a:cxnLst/>
              <a:rect l="l" t="t" r="r" b="b"/>
              <a:pathLst>
                <a:path w="190" h="79" extrusionOk="0">
                  <a:moveTo>
                    <a:pt x="0" y="32"/>
                  </a:moveTo>
                  <a:lnTo>
                    <a:pt x="0" y="32"/>
                  </a:lnTo>
                  <a:lnTo>
                    <a:pt x="0" y="32"/>
                  </a:lnTo>
                  <a:lnTo>
                    <a:pt x="0" y="32"/>
                  </a:lnTo>
                  <a:close/>
                  <a:moveTo>
                    <a:pt x="63" y="1"/>
                  </a:moveTo>
                  <a:lnTo>
                    <a:pt x="63" y="1"/>
                  </a:lnTo>
                  <a:lnTo>
                    <a:pt x="63" y="16"/>
                  </a:lnTo>
                  <a:cubicBezTo>
                    <a:pt x="63" y="16"/>
                    <a:pt x="80" y="32"/>
                    <a:pt x="63" y="47"/>
                  </a:cubicBezTo>
                  <a:lnTo>
                    <a:pt x="63" y="64"/>
                  </a:lnTo>
                  <a:lnTo>
                    <a:pt x="80" y="64"/>
                  </a:lnTo>
                  <a:lnTo>
                    <a:pt x="80" y="47"/>
                  </a:lnTo>
                  <a:cubicBezTo>
                    <a:pt x="95" y="32"/>
                    <a:pt x="95" y="16"/>
                    <a:pt x="111" y="16"/>
                  </a:cubicBezTo>
                  <a:lnTo>
                    <a:pt x="111" y="16"/>
                  </a:lnTo>
                  <a:lnTo>
                    <a:pt x="126" y="16"/>
                  </a:lnTo>
                  <a:cubicBezTo>
                    <a:pt x="143" y="32"/>
                    <a:pt x="158" y="47"/>
                    <a:pt x="143" y="64"/>
                  </a:cubicBezTo>
                  <a:lnTo>
                    <a:pt x="143" y="79"/>
                  </a:lnTo>
                  <a:lnTo>
                    <a:pt x="158" y="79"/>
                  </a:lnTo>
                  <a:lnTo>
                    <a:pt x="158" y="79"/>
                  </a:lnTo>
                  <a:cubicBezTo>
                    <a:pt x="174" y="79"/>
                    <a:pt x="189" y="64"/>
                    <a:pt x="189" y="47"/>
                  </a:cubicBezTo>
                  <a:cubicBezTo>
                    <a:pt x="189" y="32"/>
                    <a:pt x="174"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7" name="Google Shape;1497;p38"/>
            <p:cNvSpPr/>
            <p:nvPr/>
          </p:nvSpPr>
          <p:spPr>
            <a:xfrm>
              <a:off x="3404513" y="1785741"/>
              <a:ext cx="2512" cy="1558"/>
            </a:xfrm>
            <a:custGeom>
              <a:avLst/>
              <a:gdLst/>
              <a:ahLst/>
              <a:cxnLst/>
              <a:rect l="l" t="t" r="r" b="b"/>
              <a:pathLst>
                <a:path w="79" h="49" extrusionOk="0">
                  <a:moveTo>
                    <a:pt x="32" y="0"/>
                  </a:moveTo>
                  <a:lnTo>
                    <a:pt x="32" y="0"/>
                  </a:lnTo>
                  <a:lnTo>
                    <a:pt x="15" y="17"/>
                  </a:lnTo>
                  <a:lnTo>
                    <a:pt x="15" y="17"/>
                  </a:lnTo>
                  <a:lnTo>
                    <a:pt x="0" y="32"/>
                  </a:lnTo>
                  <a:lnTo>
                    <a:pt x="0" y="48"/>
                  </a:lnTo>
                  <a:lnTo>
                    <a:pt x="0" y="48"/>
                  </a:lnTo>
                  <a:lnTo>
                    <a:pt x="15" y="48"/>
                  </a:lnTo>
                  <a:cubicBezTo>
                    <a:pt x="15" y="32"/>
                    <a:pt x="32" y="32"/>
                    <a:pt x="32" y="32"/>
                  </a:cubicBezTo>
                  <a:lnTo>
                    <a:pt x="47" y="32"/>
                  </a:lnTo>
                  <a:lnTo>
                    <a:pt x="47" y="32"/>
                  </a:lnTo>
                  <a:lnTo>
                    <a:pt x="78" y="32"/>
                  </a:lnTo>
                  <a:lnTo>
                    <a:pt x="78" y="32"/>
                  </a:lnTo>
                  <a:cubicBezTo>
                    <a:pt x="63"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8" name="Google Shape;1498;p38"/>
            <p:cNvSpPr/>
            <p:nvPr/>
          </p:nvSpPr>
          <p:spPr>
            <a:xfrm>
              <a:off x="3078271" y="1809785"/>
              <a:ext cx="5057" cy="4039"/>
            </a:xfrm>
            <a:custGeom>
              <a:avLst/>
              <a:gdLst/>
              <a:ahLst/>
              <a:cxnLst/>
              <a:rect l="l" t="t" r="r" b="b"/>
              <a:pathLst>
                <a:path w="159" h="127" extrusionOk="0">
                  <a:moveTo>
                    <a:pt x="32" y="1"/>
                  </a:moveTo>
                  <a:cubicBezTo>
                    <a:pt x="17" y="1"/>
                    <a:pt x="17" y="1"/>
                    <a:pt x="17" y="17"/>
                  </a:cubicBezTo>
                  <a:cubicBezTo>
                    <a:pt x="1" y="32"/>
                    <a:pt x="17" y="49"/>
                    <a:pt x="32" y="64"/>
                  </a:cubicBezTo>
                  <a:lnTo>
                    <a:pt x="64" y="80"/>
                  </a:lnTo>
                  <a:lnTo>
                    <a:pt x="64" y="80"/>
                  </a:lnTo>
                  <a:lnTo>
                    <a:pt x="64" y="95"/>
                  </a:lnTo>
                  <a:cubicBezTo>
                    <a:pt x="80" y="112"/>
                    <a:pt x="80" y="112"/>
                    <a:pt x="95" y="112"/>
                  </a:cubicBezTo>
                  <a:lnTo>
                    <a:pt x="95" y="127"/>
                  </a:lnTo>
                  <a:cubicBezTo>
                    <a:pt x="95" y="112"/>
                    <a:pt x="112" y="112"/>
                    <a:pt x="112" y="112"/>
                  </a:cubicBezTo>
                  <a:lnTo>
                    <a:pt x="158" y="80"/>
                  </a:lnTo>
                  <a:lnTo>
                    <a:pt x="158" y="64"/>
                  </a:lnTo>
                  <a:lnTo>
                    <a:pt x="143" y="64"/>
                  </a:lnTo>
                  <a:lnTo>
                    <a:pt x="143" y="64"/>
                  </a:lnTo>
                  <a:cubicBezTo>
                    <a:pt x="127" y="64"/>
                    <a:pt x="112" y="64"/>
                    <a:pt x="112" y="49"/>
                  </a:cubicBezTo>
                  <a:cubicBezTo>
                    <a:pt x="95" y="49"/>
                    <a:pt x="95" y="32"/>
                    <a:pt x="95" y="32"/>
                  </a:cubicBezTo>
                  <a:lnTo>
                    <a:pt x="95" y="17"/>
                  </a:lnTo>
                  <a:lnTo>
                    <a:pt x="64" y="17"/>
                  </a:lnTo>
                  <a:lnTo>
                    <a:pt x="4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9" name="Google Shape;1499;p38"/>
            <p:cNvSpPr/>
            <p:nvPr/>
          </p:nvSpPr>
          <p:spPr>
            <a:xfrm>
              <a:off x="3337376" y="1821330"/>
              <a:ext cx="5502" cy="1527"/>
            </a:xfrm>
            <a:custGeom>
              <a:avLst/>
              <a:gdLst/>
              <a:ahLst/>
              <a:cxnLst/>
              <a:rect l="l" t="t" r="r" b="b"/>
              <a:pathLst>
                <a:path w="173" h="48" extrusionOk="0">
                  <a:moveTo>
                    <a:pt x="141" y="1"/>
                  </a:moveTo>
                  <a:lnTo>
                    <a:pt x="126" y="1"/>
                  </a:lnTo>
                  <a:lnTo>
                    <a:pt x="126" y="1"/>
                  </a:lnTo>
                  <a:lnTo>
                    <a:pt x="0" y="47"/>
                  </a:lnTo>
                  <a:cubicBezTo>
                    <a:pt x="47" y="47"/>
                    <a:pt x="110" y="32"/>
                    <a:pt x="173" y="32"/>
                  </a:cubicBezTo>
                  <a:lnTo>
                    <a:pt x="173" y="32"/>
                  </a:lnTo>
                  <a:lnTo>
                    <a:pt x="158" y="32"/>
                  </a:lnTo>
                  <a:lnTo>
                    <a:pt x="158" y="16"/>
                  </a:lnTo>
                  <a:cubicBezTo>
                    <a:pt x="158" y="1"/>
                    <a:pt x="141"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0" name="Google Shape;1500;p38"/>
            <p:cNvSpPr/>
            <p:nvPr/>
          </p:nvSpPr>
          <p:spPr>
            <a:xfrm>
              <a:off x="3428557" y="1807781"/>
              <a:ext cx="3530" cy="2544"/>
            </a:xfrm>
            <a:custGeom>
              <a:avLst/>
              <a:gdLst/>
              <a:ahLst/>
              <a:cxnLst/>
              <a:rect l="l" t="t" r="r" b="b"/>
              <a:pathLst>
                <a:path w="111" h="80" extrusionOk="0">
                  <a:moveTo>
                    <a:pt x="1" y="48"/>
                  </a:moveTo>
                  <a:lnTo>
                    <a:pt x="1" y="48"/>
                  </a:lnTo>
                  <a:lnTo>
                    <a:pt x="1" y="64"/>
                  </a:lnTo>
                  <a:lnTo>
                    <a:pt x="1" y="48"/>
                  </a:lnTo>
                  <a:close/>
                  <a:moveTo>
                    <a:pt x="95" y="1"/>
                  </a:moveTo>
                  <a:lnTo>
                    <a:pt x="95" y="1"/>
                  </a:lnTo>
                  <a:cubicBezTo>
                    <a:pt x="95" y="17"/>
                    <a:pt x="79" y="17"/>
                    <a:pt x="79" y="17"/>
                  </a:cubicBezTo>
                  <a:lnTo>
                    <a:pt x="47" y="17"/>
                  </a:lnTo>
                  <a:lnTo>
                    <a:pt x="47" y="17"/>
                  </a:lnTo>
                  <a:lnTo>
                    <a:pt x="47" y="17"/>
                  </a:lnTo>
                  <a:cubicBezTo>
                    <a:pt x="64" y="17"/>
                    <a:pt x="79" y="32"/>
                    <a:pt x="79" y="64"/>
                  </a:cubicBezTo>
                  <a:lnTo>
                    <a:pt x="64" y="64"/>
                  </a:lnTo>
                  <a:lnTo>
                    <a:pt x="79" y="80"/>
                  </a:ln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1" name="Google Shape;1501;p38"/>
            <p:cNvSpPr/>
            <p:nvPr/>
          </p:nvSpPr>
          <p:spPr>
            <a:xfrm>
              <a:off x="3059762" y="1827818"/>
              <a:ext cx="12053" cy="7569"/>
            </a:xfrm>
            <a:custGeom>
              <a:avLst/>
              <a:gdLst/>
              <a:ahLst/>
              <a:cxnLst/>
              <a:rect l="l" t="t" r="r" b="b"/>
              <a:pathLst>
                <a:path w="379" h="238" extrusionOk="0">
                  <a:moveTo>
                    <a:pt x="32" y="1"/>
                  </a:moveTo>
                  <a:cubicBezTo>
                    <a:pt x="47" y="17"/>
                    <a:pt x="47" y="32"/>
                    <a:pt x="47" y="49"/>
                  </a:cubicBezTo>
                  <a:cubicBezTo>
                    <a:pt x="32" y="64"/>
                    <a:pt x="16" y="64"/>
                    <a:pt x="16" y="64"/>
                  </a:cubicBezTo>
                  <a:lnTo>
                    <a:pt x="0" y="64"/>
                  </a:lnTo>
                  <a:cubicBezTo>
                    <a:pt x="16" y="64"/>
                    <a:pt x="16" y="80"/>
                    <a:pt x="16" y="80"/>
                  </a:cubicBezTo>
                  <a:lnTo>
                    <a:pt x="32" y="80"/>
                  </a:lnTo>
                  <a:lnTo>
                    <a:pt x="63" y="80"/>
                  </a:lnTo>
                  <a:lnTo>
                    <a:pt x="79" y="64"/>
                  </a:lnTo>
                  <a:lnTo>
                    <a:pt x="95" y="64"/>
                  </a:lnTo>
                  <a:cubicBezTo>
                    <a:pt x="95" y="64"/>
                    <a:pt x="95" y="80"/>
                    <a:pt x="110" y="80"/>
                  </a:cubicBezTo>
                  <a:cubicBezTo>
                    <a:pt x="110" y="64"/>
                    <a:pt x="127" y="49"/>
                    <a:pt x="142" y="49"/>
                  </a:cubicBezTo>
                  <a:lnTo>
                    <a:pt x="142" y="49"/>
                  </a:lnTo>
                  <a:lnTo>
                    <a:pt x="142" y="49"/>
                  </a:lnTo>
                  <a:cubicBezTo>
                    <a:pt x="158" y="49"/>
                    <a:pt x="173" y="64"/>
                    <a:pt x="173" y="80"/>
                  </a:cubicBezTo>
                  <a:lnTo>
                    <a:pt x="173" y="127"/>
                  </a:lnTo>
                  <a:cubicBezTo>
                    <a:pt x="236" y="143"/>
                    <a:pt x="284" y="175"/>
                    <a:pt x="316" y="221"/>
                  </a:cubicBezTo>
                  <a:cubicBezTo>
                    <a:pt x="316" y="238"/>
                    <a:pt x="331" y="238"/>
                    <a:pt x="347" y="238"/>
                  </a:cubicBezTo>
                  <a:lnTo>
                    <a:pt x="362" y="238"/>
                  </a:lnTo>
                  <a:cubicBezTo>
                    <a:pt x="379" y="238"/>
                    <a:pt x="379" y="206"/>
                    <a:pt x="379" y="190"/>
                  </a:cubicBezTo>
                  <a:cubicBezTo>
                    <a:pt x="362" y="190"/>
                    <a:pt x="362" y="175"/>
                    <a:pt x="362" y="175"/>
                  </a:cubicBezTo>
                  <a:cubicBezTo>
                    <a:pt x="299" y="143"/>
                    <a:pt x="253" y="112"/>
                    <a:pt x="205" y="80"/>
                  </a:cubicBezTo>
                  <a:lnTo>
                    <a:pt x="205" y="49"/>
                  </a:lnTo>
                  <a:lnTo>
                    <a:pt x="205" y="49"/>
                  </a:lnTo>
                  <a:lnTo>
                    <a:pt x="190" y="64"/>
                  </a:lnTo>
                  <a:cubicBezTo>
                    <a:pt x="173" y="64"/>
                    <a:pt x="173" y="64"/>
                    <a:pt x="158" y="49"/>
                  </a:cubicBezTo>
                  <a:lnTo>
                    <a:pt x="158" y="49"/>
                  </a:lnTo>
                  <a:cubicBezTo>
                    <a:pt x="142" y="49"/>
                    <a:pt x="142" y="32"/>
                    <a:pt x="142" y="32"/>
                  </a:cubicBezTo>
                  <a:lnTo>
                    <a:pt x="142" y="32"/>
                  </a:lnTo>
                  <a:lnTo>
                    <a:pt x="127" y="49"/>
                  </a:lnTo>
                  <a:cubicBezTo>
                    <a:pt x="110" y="49"/>
                    <a:pt x="110" y="32"/>
                    <a:pt x="95" y="32"/>
                  </a:cubicBezTo>
                  <a:lnTo>
                    <a:pt x="95" y="32"/>
                  </a:lnTo>
                  <a:cubicBezTo>
                    <a:pt x="79" y="17"/>
                    <a:pt x="63" y="17"/>
                    <a:pt x="63"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2" name="Google Shape;1502;p38"/>
            <p:cNvSpPr/>
            <p:nvPr/>
          </p:nvSpPr>
          <p:spPr>
            <a:xfrm>
              <a:off x="3030184" y="1795283"/>
              <a:ext cx="6551" cy="10050"/>
            </a:xfrm>
            <a:custGeom>
              <a:avLst/>
              <a:gdLst/>
              <a:ahLst/>
              <a:cxnLst/>
              <a:rect l="l" t="t" r="r" b="b"/>
              <a:pathLst>
                <a:path w="206" h="316" extrusionOk="0">
                  <a:moveTo>
                    <a:pt x="80" y="236"/>
                  </a:moveTo>
                  <a:lnTo>
                    <a:pt x="17" y="236"/>
                  </a:lnTo>
                  <a:lnTo>
                    <a:pt x="17" y="252"/>
                  </a:lnTo>
                  <a:cubicBezTo>
                    <a:pt x="17" y="268"/>
                    <a:pt x="0" y="268"/>
                    <a:pt x="0" y="284"/>
                  </a:cubicBezTo>
                  <a:cubicBezTo>
                    <a:pt x="17" y="299"/>
                    <a:pt x="17" y="315"/>
                    <a:pt x="32" y="315"/>
                  </a:cubicBezTo>
                  <a:lnTo>
                    <a:pt x="63" y="299"/>
                  </a:lnTo>
                  <a:cubicBezTo>
                    <a:pt x="63" y="284"/>
                    <a:pt x="80" y="284"/>
                    <a:pt x="80" y="284"/>
                  </a:cubicBezTo>
                  <a:lnTo>
                    <a:pt x="80" y="284"/>
                  </a:lnTo>
                  <a:cubicBezTo>
                    <a:pt x="95" y="284"/>
                    <a:pt x="95" y="284"/>
                    <a:pt x="111" y="299"/>
                  </a:cubicBezTo>
                  <a:lnTo>
                    <a:pt x="111" y="268"/>
                  </a:lnTo>
                  <a:cubicBezTo>
                    <a:pt x="95" y="252"/>
                    <a:pt x="95" y="252"/>
                    <a:pt x="95" y="236"/>
                  </a:cubicBezTo>
                  <a:lnTo>
                    <a:pt x="80" y="236"/>
                  </a:lnTo>
                  <a:close/>
                  <a:moveTo>
                    <a:pt x="111" y="0"/>
                  </a:moveTo>
                  <a:lnTo>
                    <a:pt x="111" y="0"/>
                  </a:lnTo>
                  <a:cubicBezTo>
                    <a:pt x="95" y="0"/>
                    <a:pt x="95" y="15"/>
                    <a:pt x="95" y="32"/>
                  </a:cubicBezTo>
                  <a:lnTo>
                    <a:pt x="80" y="63"/>
                  </a:lnTo>
                  <a:cubicBezTo>
                    <a:pt x="95" y="63"/>
                    <a:pt x="111" y="78"/>
                    <a:pt x="111" y="95"/>
                  </a:cubicBezTo>
                  <a:cubicBezTo>
                    <a:pt x="111" y="110"/>
                    <a:pt x="95" y="126"/>
                    <a:pt x="80" y="126"/>
                  </a:cubicBezTo>
                  <a:lnTo>
                    <a:pt x="80" y="126"/>
                  </a:lnTo>
                  <a:lnTo>
                    <a:pt x="17" y="126"/>
                  </a:lnTo>
                  <a:cubicBezTo>
                    <a:pt x="17" y="126"/>
                    <a:pt x="17" y="142"/>
                    <a:pt x="0" y="142"/>
                  </a:cubicBezTo>
                  <a:lnTo>
                    <a:pt x="0" y="173"/>
                  </a:lnTo>
                  <a:lnTo>
                    <a:pt x="80" y="173"/>
                  </a:lnTo>
                  <a:cubicBezTo>
                    <a:pt x="95" y="158"/>
                    <a:pt x="111" y="158"/>
                    <a:pt x="126" y="142"/>
                  </a:cubicBezTo>
                  <a:cubicBezTo>
                    <a:pt x="143" y="142"/>
                    <a:pt x="143" y="142"/>
                    <a:pt x="143" y="126"/>
                  </a:cubicBezTo>
                  <a:lnTo>
                    <a:pt x="158" y="110"/>
                  </a:lnTo>
                  <a:lnTo>
                    <a:pt x="158" y="63"/>
                  </a:lnTo>
                  <a:lnTo>
                    <a:pt x="158" y="78"/>
                  </a:lnTo>
                  <a:lnTo>
                    <a:pt x="174" y="78"/>
                  </a:lnTo>
                  <a:cubicBezTo>
                    <a:pt x="174" y="78"/>
                    <a:pt x="189" y="78"/>
                    <a:pt x="189" y="63"/>
                  </a:cubicBezTo>
                  <a:cubicBezTo>
                    <a:pt x="189" y="63"/>
                    <a:pt x="206" y="63"/>
                    <a:pt x="206" y="47"/>
                  </a:cubicBezTo>
                  <a:cubicBezTo>
                    <a:pt x="206" y="32"/>
                    <a:pt x="206" y="15"/>
                    <a:pt x="189" y="0"/>
                  </a:cubicBezTo>
                  <a:lnTo>
                    <a:pt x="126" y="15"/>
                  </a:lnTo>
                  <a:lnTo>
                    <a:pt x="126" y="15"/>
                  </a:lnTo>
                  <a:cubicBezTo>
                    <a:pt x="111" y="15"/>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3" name="Google Shape;1503;p38"/>
            <p:cNvSpPr/>
            <p:nvPr/>
          </p:nvSpPr>
          <p:spPr>
            <a:xfrm>
              <a:off x="3037181" y="1793756"/>
              <a:ext cx="6042" cy="3021"/>
            </a:xfrm>
            <a:custGeom>
              <a:avLst/>
              <a:gdLst/>
              <a:ahLst/>
              <a:cxnLst/>
              <a:rect l="l" t="t" r="r" b="b"/>
              <a:pathLst>
                <a:path w="190" h="95" extrusionOk="0">
                  <a:moveTo>
                    <a:pt x="143" y="0"/>
                  </a:moveTo>
                  <a:lnTo>
                    <a:pt x="32" y="0"/>
                  </a:lnTo>
                  <a:lnTo>
                    <a:pt x="17" y="17"/>
                  </a:lnTo>
                  <a:lnTo>
                    <a:pt x="32" y="17"/>
                  </a:lnTo>
                  <a:cubicBezTo>
                    <a:pt x="32" y="32"/>
                    <a:pt x="17" y="48"/>
                    <a:pt x="1" y="48"/>
                  </a:cubicBezTo>
                  <a:lnTo>
                    <a:pt x="1" y="63"/>
                  </a:lnTo>
                  <a:cubicBezTo>
                    <a:pt x="17" y="80"/>
                    <a:pt x="17" y="95"/>
                    <a:pt x="49" y="95"/>
                  </a:cubicBezTo>
                  <a:lnTo>
                    <a:pt x="49" y="95"/>
                  </a:lnTo>
                  <a:lnTo>
                    <a:pt x="127" y="95"/>
                  </a:lnTo>
                  <a:cubicBezTo>
                    <a:pt x="143" y="95"/>
                    <a:pt x="158" y="80"/>
                    <a:pt x="158" y="63"/>
                  </a:cubicBezTo>
                  <a:cubicBezTo>
                    <a:pt x="175" y="63"/>
                    <a:pt x="190" y="48"/>
                    <a:pt x="190" y="32"/>
                  </a:cubicBezTo>
                  <a:lnTo>
                    <a:pt x="190" y="32"/>
                  </a:lnTo>
                  <a:lnTo>
                    <a:pt x="190" y="32"/>
                  </a:lnTo>
                  <a:cubicBezTo>
                    <a:pt x="175" y="32"/>
                    <a:pt x="158" y="32"/>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4" name="Google Shape;1504;p38"/>
            <p:cNvSpPr/>
            <p:nvPr/>
          </p:nvSpPr>
          <p:spPr>
            <a:xfrm>
              <a:off x="3379929" y="1786250"/>
              <a:ext cx="2035" cy="4039"/>
            </a:xfrm>
            <a:custGeom>
              <a:avLst/>
              <a:gdLst/>
              <a:ahLst/>
              <a:cxnLst/>
              <a:rect l="l" t="t" r="r" b="b"/>
              <a:pathLst>
                <a:path w="64" h="127" extrusionOk="0">
                  <a:moveTo>
                    <a:pt x="64" y="1"/>
                  </a:moveTo>
                  <a:lnTo>
                    <a:pt x="49" y="1"/>
                  </a:lnTo>
                  <a:lnTo>
                    <a:pt x="32" y="1"/>
                  </a:lnTo>
                  <a:lnTo>
                    <a:pt x="1" y="1"/>
                  </a:lnTo>
                  <a:lnTo>
                    <a:pt x="1" y="79"/>
                  </a:lnTo>
                  <a:lnTo>
                    <a:pt x="1" y="95"/>
                  </a:lnTo>
                  <a:cubicBezTo>
                    <a:pt x="1" y="110"/>
                    <a:pt x="17" y="127"/>
                    <a:pt x="32" y="127"/>
                  </a:cubicBezTo>
                  <a:lnTo>
                    <a:pt x="32" y="127"/>
                  </a:lnTo>
                  <a:lnTo>
                    <a:pt x="32" y="127"/>
                  </a:lnTo>
                  <a:cubicBezTo>
                    <a:pt x="49" y="110"/>
                    <a:pt x="64" y="110"/>
                    <a:pt x="64" y="9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5" name="Google Shape;1505;p38"/>
            <p:cNvSpPr/>
            <p:nvPr/>
          </p:nvSpPr>
          <p:spPr>
            <a:xfrm>
              <a:off x="3317785" y="1762684"/>
              <a:ext cx="6074" cy="4580"/>
            </a:xfrm>
            <a:custGeom>
              <a:avLst/>
              <a:gdLst/>
              <a:ahLst/>
              <a:cxnLst/>
              <a:rect l="l" t="t" r="r" b="b"/>
              <a:pathLst>
                <a:path w="191" h="144" extrusionOk="0">
                  <a:moveTo>
                    <a:pt x="159" y="1"/>
                  </a:moveTo>
                  <a:lnTo>
                    <a:pt x="159" y="1"/>
                  </a:lnTo>
                  <a:lnTo>
                    <a:pt x="80" y="1"/>
                  </a:lnTo>
                  <a:cubicBezTo>
                    <a:pt x="64" y="1"/>
                    <a:pt x="64" y="17"/>
                    <a:pt x="49" y="17"/>
                  </a:cubicBezTo>
                  <a:lnTo>
                    <a:pt x="1" y="95"/>
                  </a:lnTo>
                  <a:cubicBezTo>
                    <a:pt x="1" y="112"/>
                    <a:pt x="1" y="127"/>
                    <a:pt x="17" y="143"/>
                  </a:cubicBezTo>
                  <a:lnTo>
                    <a:pt x="33" y="143"/>
                  </a:lnTo>
                  <a:lnTo>
                    <a:pt x="64" y="143"/>
                  </a:lnTo>
                  <a:lnTo>
                    <a:pt x="96" y="80"/>
                  </a:lnTo>
                  <a:lnTo>
                    <a:pt x="143" y="64"/>
                  </a:lnTo>
                  <a:cubicBezTo>
                    <a:pt x="143" y="48"/>
                    <a:pt x="159" y="32"/>
                    <a:pt x="175" y="32"/>
                  </a:cubicBezTo>
                  <a:lnTo>
                    <a:pt x="175" y="32"/>
                  </a:lnTo>
                  <a:lnTo>
                    <a:pt x="190" y="32"/>
                  </a:lnTo>
                  <a:lnTo>
                    <a:pt x="190" y="32"/>
                  </a:lnTo>
                  <a:cubicBezTo>
                    <a:pt x="190" y="17"/>
                    <a:pt x="175" y="1"/>
                    <a:pt x="15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6" name="Google Shape;1506;p38"/>
            <p:cNvSpPr/>
            <p:nvPr/>
          </p:nvSpPr>
          <p:spPr>
            <a:xfrm>
              <a:off x="3181506" y="1799290"/>
              <a:ext cx="5057" cy="3021"/>
            </a:xfrm>
            <a:custGeom>
              <a:avLst/>
              <a:gdLst/>
              <a:ahLst/>
              <a:cxnLst/>
              <a:rect l="l" t="t" r="r" b="b"/>
              <a:pathLst>
                <a:path w="159" h="95" extrusionOk="0">
                  <a:moveTo>
                    <a:pt x="143" y="0"/>
                  </a:moveTo>
                  <a:lnTo>
                    <a:pt x="127" y="0"/>
                  </a:lnTo>
                  <a:cubicBezTo>
                    <a:pt x="127" y="16"/>
                    <a:pt x="111" y="16"/>
                    <a:pt x="95" y="16"/>
                  </a:cubicBezTo>
                  <a:lnTo>
                    <a:pt x="95" y="16"/>
                  </a:lnTo>
                  <a:lnTo>
                    <a:pt x="80" y="32"/>
                  </a:lnTo>
                  <a:lnTo>
                    <a:pt x="63" y="16"/>
                  </a:lnTo>
                  <a:lnTo>
                    <a:pt x="48" y="16"/>
                  </a:lnTo>
                  <a:lnTo>
                    <a:pt x="32" y="16"/>
                  </a:lnTo>
                  <a:lnTo>
                    <a:pt x="17" y="16"/>
                  </a:lnTo>
                  <a:lnTo>
                    <a:pt x="17" y="16"/>
                  </a:lnTo>
                  <a:lnTo>
                    <a:pt x="17" y="32"/>
                  </a:lnTo>
                  <a:cubicBezTo>
                    <a:pt x="0" y="47"/>
                    <a:pt x="0" y="63"/>
                    <a:pt x="17" y="79"/>
                  </a:cubicBezTo>
                  <a:cubicBezTo>
                    <a:pt x="48" y="95"/>
                    <a:pt x="63" y="95"/>
                    <a:pt x="80" y="95"/>
                  </a:cubicBezTo>
                  <a:cubicBezTo>
                    <a:pt x="111" y="95"/>
                    <a:pt x="127" y="79"/>
                    <a:pt x="158" y="47"/>
                  </a:cubicBezTo>
                  <a:lnTo>
                    <a:pt x="158" y="47"/>
                  </a:lnTo>
                  <a:cubicBezTo>
                    <a:pt x="143" y="32"/>
                    <a:pt x="143" y="16"/>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7" name="Google Shape;1507;p38"/>
            <p:cNvSpPr/>
            <p:nvPr/>
          </p:nvSpPr>
          <p:spPr>
            <a:xfrm>
              <a:off x="3374936" y="1766691"/>
              <a:ext cx="8046" cy="3562"/>
            </a:xfrm>
            <a:custGeom>
              <a:avLst/>
              <a:gdLst/>
              <a:ahLst/>
              <a:cxnLst/>
              <a:rect l="l" t="t" r="r" b="b"/>
              <a:pathLst>
                <a:path w="253" h="112" extrusionOk="0">
                  <a:moveTo>
                    <a:pt x="206" y="1"/>
                  </a:moveTo>
                  <a:lnTo>
                    <a:pt x="206" y="1"/>
                  </a:lnTo>
                  <a:lnTo>
                    <a:pt x="189" y="1"/>
                  </a:lnTo>
                  <a:cubicBezTo>
                    <a:pt x="158" y="32"/>
                    <a:pt x="143" y="32"/>
                    <a:pt x="111" y="32"/>
                  </a:cubicBezTo>
                  <a:cubicBezTo>
                    <a:pt x="95" y="32"/>
                    <a:pt x="80" y="32"/>
                    <a:pt x="63" y="17"/>
                  </a:cubicBezTo>
                  <a:lnTo>
                    <a:pt x="32" y="17"/>
                  </a:lnTo>
                  <a:cubicBezTo>
                    <a:pt x="32" y="17"/>
                    <a:pt x="17" y="17"/>
                    <a:pt x="17" y="32"/>
                  </a:cubicBezTo>
                  <a:cubicBezTo>
                    <a:pt x="0" y="49"/>
                    <a:pt x="0" y="80"/>
                    <a:pt x="17" y="80"/>
                  </a:cubicBezTo>
                  <a:cubicBezTo>
                    <a:pt x="48" y="95"/>
                    <a:pt x="80" y="112"/>
                    <a:pt x="111" y="112"/>
                  </a:cubicBezTo>
                  <a:cubicBezTo>
                    <a:pt x="158" y="112"/>
                    <a:pt x="189" y="95"/>
                    <a:pt x="237" y="64"/>
                  </a:cubicBezTo>
                  <a:cubicBezTo>
                    <a:pt x="252" y="49"/>
                    <a:pt x="252" y="32"/>
                    <a:pt x="237" y="17"/>
                  </a:cubicBezTo>
                  <a:cubicBezTo>
                    <a:pt x="237" y="1"/>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8" name="Google Shape;1508;p38"/>
            <p:cNvSpPr/>
            <p:nvPr/>
          </p:nvSpPr>
          <p:spPr>
            <a:xfrm>
              <a:off x="3277235" y="1775246"/>
              <a:ext cx="6042" cy="6042"/>
            </a:xfrm>
            <a:custGeom>
              <a:avLst/>
              <a:gdLst/>
              <a:ahLst/>
              <a:cxnLst/>
              <a:rect l="l" t="t" r="r" b="b"/>
              <a:pathLst>
                <a:path w="190" h="190" extrusionOk="0">
                  <a:moveTo>
                    <a:pt x="32" y="0"/>
                  </a:moveTo>
                  <a:lnTo>
                    <a:pt x="32" y="0"/>
                  </a:lnTo>
                  <a:lnTo>
                    <a:pt x="16" y="0"/>
                  </a:lnTo>
                  <a:cubicBezTo>
                    <a:pt x="0" y="15"/>
                    <a:pt x="0" y="32"/>
                    <a:pt x="0" y="47"/>
                  </a:cubicBezTo>
                  <a:lnTo>
                    <a:pt x="47" y="158"/>
                  </a:lnTo>
                  <a:lnTo>
                    <a:pt x="63" y="141"/>
                  </a:lnTo>
                  <a:lnTo>
                    <a:pt x="79" y="126"/>
                  </a:lnTo>
                  <a:lnTo>
                    <a:pt x="95" y="126"/>
                  </a:lnTo>
                  <a:lnTo>
                    <a:pt x="110" y="141"/>
                  </a:lnTo>
                  <a:lnTo>
                    <a:pt x="142" y="189"/>
                  </a:lnTo>
                  <a:lnTo>
                    <a:pt x="173" y="158"/>
                  </a:lnTo>
                  <a:cubicBezTo>
                    <a:pt x="189" y="141"/>
                    <a:pt x="189" y="126"/>
                    <a:pt x="189" y="110"/>
                  </a:cubicBezTo>
                  <a:lnTo>
                    <a:pt x="126" y="15"/>
                  </a:lnTo>
                  <a:cubicBezTo>
                    <a:pt x="110" y="15"/>
                    <a:pt x="95" y="0"/>
                    <a:pt x="95" y="0"/>
                  </a:cubicBezTo>
                  <a:cubicBezTo>
                    <a:pt x="79" y="0"/>
                    <a:pt x="79" y="15"/>
                    <a:pt x="79" y="15"/>
                  </a:cubicBezTo>
                  <a:lnTo>
                    <a:pt x="63" y="15"/>
                  </a:lnTo>
                  <a:cubicBezTo>
                    <a:pt x="63" y="15"/>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9" name="Google Shape;1509;p38"/>
            <p:cNvSpPr/>
            <p:nvPr/>
          </p:nvSpPr>
          <p:spPr>
            <a:xfrm>
              <a:off x="3066250" y="1828358"/>
              <a:ext cx="9573" cy="6042"/>
            </a:xfrm>
            <a:custGeom>
              <a:avLst/>
              <a:gdLst/>
              <a:ahLst/>
              <a:cxnLst/>
              <a:rect l="l" t="t" r="r" b="b"/>
              <a:pathLst>
                <a:path w="301" h="190" extrusionOk="0">
                  <a:moveTo>
                    <a:pt x="32" y="0"/>
                  </a:moveTo>
                  <a:lnTo>
                    <a:pt x="32" y="0"/>
                  </a:lnTo>
                  <a:cubicBezTo>
                    <a:pt x="17" y="0"/>
                    <a:pt x="17" y="15"/>
                    <a:pt x="17" y="15"/>
                  </a:cubicBezTo>
                  <a:lnTo>
                    <a:pt x="1" y="32"/>
                  </a:lnTo>
                  <a:lnTo>
                    <a:pt x="1" y="32"/>
                  </a:lnTo>
                  <a:lnTo>
                    <a:pt x="1" y="32"/>
                  </a:lnTo>
                  <a:lnTo>
                    <a:pt x="1" y="63"/>
                  </a:lnTo>
                  <a:cubicBezTo>
                    <a:pt x="49" y="95"/>
                    <a:pt x="95" y="126"/>
                    <a:pt x="158" y="158"/>
                  </a:cubicBezTo>
                  <a:cubicBezTo>
                    <a:pt x="190" y="158"/>
                    <a:pt x="221" y="173"/>
                    <a:pt x="253" y="189"/>
                  </a:cubicBezTo>
                  <a:lnTo>
                    <a:pt x="253" y="189"/>
                  </a:lnTo>
                  <a:cubicBezTo>
                    <a:pt x="269" y="189"/>
                    <a:pt x="284" y="173"/>
                    <a:pt x="284" y="158"/>
                  </a:cubicBezTo>
                  <a:cubicBezTo>
                    <a:pt x="301" y="141"/>
                    <a:pt x="284" y="126"/>
                    <a:pt x="269" y="110"/>
                  </a:cubicBezTo>
                  <a:cubicBezTo>
                    <a:pt x="175" y="95"/>
                    <a:pt x="112" y="63"/>
                    <a:pt x="49" y="15"/>
                  </a:cubicBezTo>
                  <a:cubicBezTo>
                    <a:pt x="49"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0" name="Google Shape;1510;p38"/>
            <p:cNvSpPr/>
            <p:nvPr/>
          </p:nvSpPr>
          <p:spPr>
            <a:xfrm>
              <a:off x="3119362" y="1791275"/>
              <a:ext cx="3053" cy="4516"/>
            </a:xfrm>
            <a:custGeom>
              <a:avLst/>
              <a:gdLst/>
              <a:ahLst/>
              <a:cxnLst/>
              <a:rect l="l" t="t" r="r" b="b"/>
              <a:pathLst>
                <a:path w="96" h="142" extrusionOk="0">
                  <a:moveTo>
                    <a:pt x="95" y="15"/>
                  </a:moveTo>
                  <a:lnTo>
                    <a:pt x="95" y="15"/>
                  </a:lnTo>
                  <a:lnTo>
                    <a:pt x="95" y="15"/>
                  </a:lnTo>
                  <a:lnTo>
                    <a:pt x="95" y="15"/>
                  </a:lnTo>
                  <a:close/>
                  <a:moveTo>
                    <a:pt x="17" y="0"/>
                  </a:moveTo>
                  <a:cubicBezTo>
                    <a:pt x="1" y="15"/>
                    <a:pt x="1" y="32"/>
                    <a:pt x="1" y="32"/>
                  </a:cubicBezTo>
                  <a:lnTo>
                    <a:pt x="1" y="78"/>
                  </a:lnTo>
                  <a:cubicBezTo>
                    <a:pt x="17" y="78"/>
                    <a:pt x="17" y="78"/>
                    <a:pt x="17" y="95"/>
                  </a:cubicBezTo>
                  <a:cubicBezTo>
                    <a:pt x="32" y="95"/>
                    <a:pt x="32" y="110"/>
                    <a:pt x="32" y="126"/>
                  </a:cubicBezTo>
                  <a:lnTo>
                    <a:pt x="32" y="141"/>
                  </a:lnTo>
                  <a:lnTo>
                    <a:pt x="32" y="141"/>
                  </a:lnTo>
                  <a:lnTo>
                    <a:pt x="32" y="141"/>
                  </a:lnTo>
                  <a:lnTo>
                    <a:pt x="32" y="141"/>
                  </a:lnTo>
                  <a:lnTo>
                    <a:pt x="64" y="141"/>
                  </a:lnTo>
                  <a:lnTo>
                    <a:pt x="80" y="141"/>
                  </a:lnTo>
                  <a:lnTo>
                    <a:pt x="80" y="110"/>
                  </a:lnTo>
                  <a:lnTo>
                    <a:pt x="80" y="95"/>
                  </a:lnTo>
                  <a:lnTo>
                    <a:pt x="80" y="95"/>
                  </a:lnTo>
                  <a:lnTo>
                    <a:pt x="80" y="95"/>
                  </a:lnTo>
                  <a:lnTo>
                    <a:pt x="80" y="95"/>
                  </a:lnTo>
                  <a:lnTo>
                    <a:pt x="95" y="32"/>
                  </a:lnTo>
                  <a:cubicBezTo>
                    <a:pt x="95" y="32"/>
                    <a:pt x="95" y="47"/>
                    <a:pt x="80" y="47"/>
                  </a:cubicBezTo>
                  <a:lnTo>
                    <a:pt x="64" y="47"/>
                  </a:lnTo>
                  <a:lnTo>
                    <a:pt x="32" y="4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1" name="Google Shape;1511;p38"/>
            <p:cNvSpPr/>
            <p:nvPr/>
          </p:nvSpPr>
          <p:spPr>
            <a:xfrm>
              <a:off x="3410016" y="1781734"/>
              <a:ext cx="4548" cy="3562"/>
            </a:xfrm>
            <a:custGeom>
              <a:avLst/>
              <a:gdLst/>
              <a:ahLst/>
              <a:cxnLst/>
              <a:rect l="l" t="t" r="r" b="b"/>
              <a:pathLst>
                <a:path w="143" h="112" extrusionOk="0">
                  <a:moveTo>
                    <a:pt x="111" y="0"/>
                  </a:moveTo>
                  <a:lnTo>
                    <a:pt x="111" y="0"/>
                  </a:lnTo>
                  <a:lnTo>
                    <a:pt x="111" y="0"/>
                  </a:lnTo>
                  <a:lnTo>
                    <a:pt x="0" y="32"/>
                  </a:lnTo>
                  <a:lnTo>
                    <a:pt x="16" y="48"/>
                  </a:lnTo>
                  <a:cubicBezTo>
                    <a:pt x="16" y="63"/>
                    <a:pt x="16" y="95"/>
                    <a:pt x="0" y="95"/>
                  </a:cubicBezTo>
                  <a:lnTo>
                    <a:pt x="0" y="95"/>
                  </a:lnTo>
                  <a:cubicBezTo>
                    <a:pt x="0" y="111"/>
                    <a:pt x="0" y="111"/>
                    <a:pt x="16" y="111"/>
                  </a:cubicBezTo>
                  <a:lnTo>
                    <a:pt x="16" y="111"/>
                  </a:lnTo>
                  <a:lnTo>
                    <a:pt x="111" y="63"/>
                  </a:lnTo>
                  <a:lnTo>
                    <a:pt x="126" y="32"/>
                  </a:lnTo>
                  <a:cubicBezTo>
                    <a:pt x="126" y="17"/>
                    <a:pt x="142" y="17"/>
                    <a:pt x="142" y="17"/>
                  </a:cubicBezTo>
                  <a:cubicBezTo>
                    <a:pt x="142" y="0"/>
                    <a:pt x="142" y="0"/>
                    <a:pt x="126" y="0"/>
                  </a:cubicBezTo>
                  <a:lnTo>
                    <a:pt x="126" y="0"/>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2" name="Google Shape;1512;p38"/>
            <p:cNvSpPr/>
            <p:nvPr/>
          </p:nvSpPr>
          <p:spPr>
            <a:xfrm>
              <a:off x="3392969" y="1804283"/>
              <a:ext cx="8555" cy="4548"/>
            </a:xfrm>
            <a:custGeom>
              <a:avLst/>
              <a:gdLst/>
              <a:ahLst/>
              <a:cxnLst/>
              <a:rect l="l" t="t" r="r" b="b"/>
              <a:pathLst>
                <a:path w="269" h="143" extrusionOk="0">
                  <a:moveTo>
                    <a:pt x="206" y="32"/>
                  </a:moveTo>
                  <a:cubicBezTo>
                    <a:pt x="189" y="48"/>
                    <a:pt x="189" y="48"/>
                    <a:pt x="174" y="48"/>
                  </a:cubicBezTo>
                  <a:lnTo>
                    <a:pt x="143" y="64"/>
                  </a:lnTo>
                  <a:lnTo>
                    <a:pt x="174" y="79"/>
                  </a:lnTo>
                  <a:cubicBezTo>
                    <a:pt x="174" y="95"/>
                    <a:pt x="189" y="111"/>
                    <a:pt x="189" y="127"/>
                  </a:cubicBezTo>
                  <a:cubicBezTo>
                    <a:pt x="206" y="127"/>
                    <a:pt x="206" y="142"/>
                    <a:pt x="221" y="142"/>
                  </a:cubicBezTo>
                  <a:lnTo>
                    <a:pt x="237" y="142"/>
                  </a:lnTo>
                  <a:cubicBezTo>
                    <a:pt x="252" y="127"/>
                    <a:pt x="269" y="111"/>
                    <a:pt x="252" y="95"/>
                  </a:cubicBezTo>
                  <a:lnTo>
                    <a:pt x="252" y="79"/>
                  </a:lnTo>
                  <a:cubicBezTo>
                    <a:pt x="237" y="79"/>
                    <a:pt x="237" y="64"/>
                    <a:pt x="237" y="64"/>
                  </a:cubicBezTo>
                  <a:lnTo>
                    <a:pt x="221" y="48"/>
                  </a:lnTo>
                  <a:lnTo>
                    <a:pt x="206" y="32"/>
                  </a:lnTo>
                  <a:close/>
                  <a:moveTo>
                    <a:pt x="17" y="32"/>
                  </a:moveTo>
                  <a:lnTo>
                    <a:pt x="17" y="48"/>
                  </a:lnTo>
                  <a:lnTo>
                    <a:pt x="0" y="48"/>
                  </a:lnTo>
                  <a:lnTo>
                    <a:pt x="0" y="64"/>
                  </a:lnTo>
                  <a:cubicBezTo>
                    <a:pt x="17" y="64"/>
                    <a:pt x="17" y="79"/>
                    <a:pt x="32" y="79"/>
                  </a:cubicBezTo>
                  <a:lnTo>
                    <a:pt x="48" y="79"/>
                  </a:lnTo>
                  <a:lnTo>
                    <a:pt x="48" y="64"/>
                  </a:lnTo>
                  <a:lnTo>
                    <a:pt x="48" y="64"/>
                  </a:lnTo>
                  <a:cubicBezTo>
                    <a:pt x="32" y="64"/>
                    <a:pt x="17" y="48"/>
                    <a:pt x="17" y="32"/>
                  </a:cubicBezTo>
                  <a:lnTo>
                    <a:pt x="17" y="32"/>
                  </a:lnTo>
                  <a:close/>
                  <a:moveTo>
                    <a:pt x="111" y="1"/>
                  </a:moveTo>
                  <a:lnTo>
                    <a:pt x="95" y="1"/>
                  </a:lnTo>
                  <a:lnTo>
                    <a:pt x="95" y="1"/>
                  </a:lnTo>
                  <a:cubicBezTo>
                    <a:pt x="95" y="16"/>
                    <a:pt x="80" y="16"/>
                    <a:pt x="80" y="16"/>
                  </a:cubicBezTo>
                  <a:lnTo>
                    <a:pt x="95" y="32"/>
                  </a:lnTo>
                  <a:lnTo>
                    <a:pt x="95" y="32"/>
                  </a:lnTo>
                  <a:lnTo>
                    <a:pt x="111" y="32"/>
                  </a:lnTo>
                  <a:lnTo>
                    <a:pt x="111"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3" name="Google Shape;1513;p38"/>
            <p:cNvSpPr/>
            <p:nvPr/>
          </p:nvSpPr>
          <p:spPr>
            <a:xfrm>
              <a:off x="3312792" y="1778713"/>
              <a:ext cx="5025" cy="4580"/>
            </a:xfrm>
            <a:custGeom>
              <a:avLst/>
              <a:gdLst/>
              <a:ahLst/>
              <a:cxnLst/>
              <a:rect l="l" t="t" r="r" b="b"/>
              <a:pathLst>
                <a:path w="158" h="144" extrusionOk="0">
                  <a:moveTo>
                    <a:pt x="80" y="112"/>
                  </a:moveTo>
                  <a:lnTo>
                    <a:pt x="80" y="112"/>
                  </a:lnTo>
                  <a:lnTo>
                    <a:pt x="80" y="112"/>
                  </a:lnTo>
                  <a:close/>
                  <a:moveTo>
                    <a:pt x="80" y="1"/>
                  </a:moveTo>
                  <a:lnTo>
                    <a:pt x="63" y="1"/>
                  </a:lnTo>
                  <a:lnTo>
                    <a:pt x="48" y="1"/>
                  </a:lnTo>
                  <a:lnTo>
                    <a:pt x="0" y="64"/>
                  </a:lnTo>
                  <a:lnTo>
                    <a:pt x="0" y="80"/>
                  </a:lnTo>
                  <a:lnTo>
                    <a:pt x="32" y="95"/>
                  </a:lnTo>
                  <a:cubicBezTo>
                    <a:pt x="48" y="95"/>
                    <a:pt x="48" y="112"/>
                    <a:pt x="48" y="112"/>
                  </a:cubicBezTo>
                  <a:lnTo>
                    <a:pt x="48" y="112"/>
                  </a:lnTo>
                  <a:lnTo>
                    <a:pt x="63" y="80"/>
                  </a:lnTo>
                  <a:cubicBezTo>
                    <a:pt x="80" y="95"/>
                    <a:pt x="80" y="95"/>
                    <a:pt x="80" y="112"/>
                  </a:cubicBezTo>
                  <a:lnTo>
                    <a:pt x="80" y="112"/>
                  </a:lnTo>
                  <a:cubicBezTo>
                    <a:pt x="80" y="127"/>
                    <a:pt x="95" y="143"/>
                    <a:pt x="111" y="143"/>
                  </a:cubicBezTo>
                  <a:lnTo>
                    <a:pt x="126" y="143"/>
                  </a:lnTo>
                  <a:cubicBezTo>
                    <a:pt x="143" y="143"/>
                    <a:pt x="158" y="127"/>
                    <a:pt x="143" y="95"/>
                  </a:cubicBezTo>
                  <a:lnTo>
                    <a:pt x="143" y="80"/>
                  </a:lnTo>
                  <a:cubicBezTo>
                    <a:pt x="143" y="64"/>
                    <a:pt x="126" y="49"/>
                    <a:pt x="111" y="32"/>
                  </a:cubicBezTo>
                  <a:lnTo>
                    <a:pt x="95" y="17"/>
                  </a:lnTo>
                  <a:cubicBezTo>
                    <a:pt x="95" y="1"/>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4" name="Google Shape;1514;p38"/>
            <p:cNvSpPr/>
            <p:nvPr/>
          </p:nvSpPr>
          <p:spPr>
            <a:xfrm>
              <a:off x="3315304" y="178224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5" name="Google Shape;1515;p38"/>
            <p:cNvSpPr/>
            <p:nvPr/>
          </p:nvSpPr>
          <p:spPr>
            <a:xfrm>
              <a:off x="3455622" y="1777727"/>
              <a:ext cx="32" cy="32"/>
            </a:xfrm>
            <a:custGeom>
              <a:avLst/>
              <a:gdLst/>
              <a:ahLst/>
              <a:cxnLst/>
              <a:rect l="l" t="t" r="r" b="b"/>
              <a:pathLst>
                <a:path w="1" h="1" extrusionOk="0">
                  <a:moveTo>
                    <a:pt x="0" y="0"/>
                  </a:moveTo>
                  <a:lnTo>
                    <a:pt x="0"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6" name="Google Shape;1516;p38"/>
            <p:cNvSpPr/>
            <p:nvPr/>
          </p:nvSpPr>
          <p:spPr>
            <a:xfrm>
              <a:off x="3451615" y="1775246"/>
              <a:ext cx="4039" cy="4039"/>
            </a:xfrm>
            <a:custGeom>
              <a:avLst/>
              <a:gdLst/>
              <a:ahLst/>
              <a:cxnLst/>
              <a:rect l="l" t="t" r="r" b="b"/>
              <a:pathLst>
                <a:path w="127" h="127" extrusionOk="0">
                  <a:moveTo>
                    <a:pt x="32" y="0"/>
                  </a:moveTo>
                  <a:lnTo>
                    <a:pt x="32" y="0"/>
                  </a:lnTo>
                  <a:lnTo>
                    <a:pt x="16" y="15"/>
                  </a:lnTo>
                  <a:cubicBezTo>
                    <a:pt x="0" y="32"/>
                    <a:pt x="0" y="47"/>
                    <a:pt x="16" y="63"/>
                  </a:cubicBezTo>
                  <a:lnTo>
                    <a:pt x="16" y="78"/>
                  </a:lnTo>
                  <a:cubicBezTo>
                    <a:pt x="0" y="95"/>
                    <a:pt x="16" y="110"/>
                    <a:pt x="32" y="110"/>
                  </a:cubicBezTo>
                  <a:lnTo>
                    <a:pt x="63" y="126"/>
                  </a:lnTo>
                  <a:lnTo>
                    <a:pt x="79" y="126"/>
                  </a:lnTo>
                  <a:cubicBezTo>
                    <a:pt x="95" y="126"/>
                    <a:pt x="95" y="126"/>
                    <a:pt x="110" y="110"/>
                  </a:cubicBezTo>
                  <a:lnTo>
                    <a:pt x="126" y="95"/>
                  </a:lnTo>
                  <a:lnTo>
                    <a:pt x="126" y="78"/>
                  </a:lnTo>
                  <a:lnTo>
                    <a:pt x="126" y="78"/>
                  </a:lnTo>
                  <a:cubicBezTo>
                    <a:pt x="126" y="63"/>
                    <a:pt x="126" y="47"/>
                    <a:pt x="110" y="47"/>
                  </a:cubicBezTo>
                  <a:lnTo>
                    <a:pt x="63"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7" name="Google Shape;1517;p38"/>
            <p:cNvSpPr/>
            <p:nvPr/>
          </p:nvSpPr>
          <p:spPr>
            <a:xfrm>
              <a:off x="3332828" y="1812806"/>
              <a:ext cx="4039" cy="4039"/>
            </a:xfrm>
            <a:custGeom>
              <a:avLst/>
              <a:gdLst/>
              <a:ahLst/>
              <a:cxnLst/>
              <a:rect l="l" t="t" r="r" b="b"/>
              <a:pathLst>
                <a:path w="127" h="127" extrusionOk="0">
                  <a:moveTo>
                    <a:pt x="64" y="0"/>
                  </a:moveTo>
                  <a:lnTo>
                    <a:pt x="49" y="0"/>
                  </a:lnTo>
                  <a:cubicBezTo>
                    <a:pt x="32" y="0"/>
                    <a:pt x="32" y="17"/>
                    <a:pt x="17" y="32"/>
                  </a:cubicBezTo>
                  <a:lnTo>
                    <a:pt x="17" y="32"/>
                  </a:lnTo>
                  <a:lnTo>
                    <a:pt x="17" y="48"/>
                  </a:lnTo>
                  <a:cubicBezTo>
                    <a:pt x="32" y="48"/>
                    <a:pt x="32" y="48"/>
                    <a:pt x="32" y="63"/>
                  </a:cubicBezTo>
                  <a:cubicBezTo>
                    <a:pt x="32" y="80"/>
                    <a:pt x="32" y="95"/>
                    <a:pt x="17" y="95"/>
                  </a:cubicBezTo>
                  <a:lnTo>
                    <a:pt x="1" y="95"/>
                  </a:lnTo>
                  <a:lnTo>
                    <a:pt x="1" y="95"/>
                  </a:lnTo>
                  <a:cubicBezTo>
                    <a:pt x="1" y="111"/>
                    <a:pt x="1" y="111"/>
                    <a:pt x="17" y="126"/>
                  </a:cubicBezTo>
                  <a:cubicBezTo>
                    <a:pt x="17" y="111"/>
                    <a:pt x="32" y="111"/>
                    <a:pt x="49" y="111"/>
                  </a:cubicBezTo>
                  <a:lnTo>
                    <a:pt x="64" y="111"/>
                  </a:lnTo>
                  <a:lnTo>
                    <a:pt x="80" y="111"/>
                  </a:lnTo>
                  <a:cubicBezTo>
                    <a:pt x="95" y="111"/>
                    <a:pt x="95" y="126"/>
                    <a:pt x="112" y="126"/>
                  </a:cubicBezTo>
                  <a:lnTo>
                    <a:pt x="112" y="126"/>
                  </a:lnTo>
                  <a:cubicBezTo>
                    <a:pt x="127" y="111"/>
                    <a:pt x="127" y="111"/>
                    <a:pt x="127" y="95"/>
                  </a:cubicBezTo>
                  <a:cubicBezTo>
                    <a:pt x="127" y="80"/>
                    <a:pt x="112" y="63"/>
                    <a:pt x="95" y="63"/>
                  </a:cubicBezTo>
                  <a:lnTo>
                    <a:pt x="80" y="63"/>
                  </a:lnTo>
                  <a:lnTo>
                    <a:pt x="95" y="48"/>
                  </a:lnTo>
                  <a:cubicBezTo>
                    <a:pt x="95" y="32"/>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8" name="Google Shape;1518;p38"/>
            <p:cNvSpPr/>
            <p:nvPr/>
          </p:nvSpPr>
          <p:spPr>
            <a:xfrm>
              <a:off x="3417012" y="1764210"/>
              <a:ext cx="3053" cy="6042"/>
            </a:xfrm>
            <a:custGeom>
              <a:avLst/>
              <a:gdLst/>
              <a:ahLst/>
              <a:cxnLst/>
              <a:rect l="l" t="t" r="r" b="b"/>
              <a:pathLst>
                <a:path w="96" h="190" extrusionOk="0">
                  <a:moveTo>
                    <a:pt x="32" y="0"/>
                  </a:moveTo>
                  <a:lnTo>
                    <a:pt x="1" y="0"/>
                  </a:lnTo>
                  <a:lnTo>
                    <a:pt x="17" y="158"/>
                  </a:lnTo>
                  <a:lnTo>
                    <a:pt x="17" y="158"/>
                  </a:lnTo>
                  <a:lnTo>
                    <a:pt x="32" y="158"/>
                  </a:lnTo>
                  <a:cubicBezTo>
                    <a:pt x="49" y="173"/>
                    <a:pt x="49" y="173"/>
                    <a:pt x="49" y="190"/>
                  </a:cubicBezTo>
                  <a:lnTo>
                    <a:pt x="49" y="190"/>
                  </a:lnTo>
                  <a:lnTo>
                    <a:pt x="64" y="190"/>
                  </a:lnTo>
                  <a:lnTo>
                    <a:pt x="64" y="190"/>
                  </a:lnTo>
                  <a:cubicBezTo>
                    <a:pt x="64" y="173"/>
                    <a:pt x="80" y="173"/>
                    <a:pt x="80" y="173"/>
                  </a:cubicBezTo>
                  <a:cubicBezTo>
                    <a:pt x="95" y="158"/>
                    <a:pt x="95" y="158"/>
                    <a:pt x="95" y="142"/>
                  </a:cubicBezTo>
                  <a:lnTo>
                    <a:pt x="80" y="47"/>
                  </a:lnTo>
                  <a:lnTo>
                    <a:pt x="64" y="64"/>
                  </a:lnTo>
                  <a:lnTo>
                    <a:pt x="49" y="64"/>
                  </a:lnTo>
                  <a:cubicBezTo>
                    <a:pt x="32" y="64"/>
                    <a:pt x="17" y="64"/>
                    <a:pt x="17" y="47"/>
                  </a:cubicBezTo>
                  <a:cubicBezTo>
                    <a:pt x="1" y="32"/>
                    <a:pt x="17" y="16"/>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9" name="Google Shape;1519;p38"/>
            <p:cNvSpPr/>
            <p:nvPr/>
          </p:nvSpPr>
          <p:spPr>
            <a:xfrm>
              <a:off x="3343864" y="1789272"/>
              <a:ext cx="3562" cy="2512"/>
            </a:xfrm>
            <a:custGeom>
              <a:avLst/>
              <a:gdLst/>
              <a:ahLst/>
              <a:cxnLst/>
              <a:rect l="l" t="t" r="r" b="b"/>
              <a:pathLst>
                <a:path w="112" h="79" extrusionOk="0">
                  <a:moveTo>
                    <a:pt x="80" y="0"/>
                  </a:moveTo>
                  <a:lnTo>
                    <a:pt x="80" y="0"/>
                  </a:lnTo>
                  <a:lnTo>
                    <a:pt x="63" y="0"/>
                  </a:lnTo>
                  <a:lnTo>
                    <a:pt x="63" y="0"/>
                  </a:lnTo>
                  <a:lnTo>
                    <a:pt x="0" y="32"/>
                  </a:lnTo>
                  <a:lnTo>
                    <a:pt x="0" y="32"/>
                  </a:lnTo>
                  <a:lnTo>
                    <a:pt x="48" y="47"/>
                  </a:lnTo>
                  <a:cubicBezTo>
                    <a:pt x="48" y="63"/>
                    <a:pt x="63" y="63"/>
                    <a:pt x="63" y="78"/>
                  </a:cubicBezTo>
                  <a:lnTo>
                    <a:pt x="80" y="78"/>
                  </a:lnTo>
                  <a:cubicBezTo>
                    <a:pt x="80" y="63"/>
                    <a:pt x="95" y="32"/>
                    <a:pt x="111" y="32"/>
                  </a:cubicBezTo>
                  <a:lnTo>
                    <a:pt x="111" y="32"/>
                  </a:lnTo>
                  <a:cubicBezTo>
                    <a:pt x="111" y="15"/>
                    <a:pt x="111"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0" name="Google Shape;1520;p38"/>
            <p:cNvSpPr/>
            <p:nvPr/>
          </p:nvSpPr>
          <p:spPr>
            <a:xfrm>
              <a:off x="3415518" y="1785741"/>
              <a:ext cx="5057" cy="2544"/>
            </a:xfrm>
            <a:custGeom>
              <a:avLst/>
              <a:gdLst/>
              <a:ahLst/>
              <a:cxnLst/>
              <a:rect l="l" t="t" r="r" b="b"/>
              <a:pathLst>
                <a:path w="159" h="80" extrusionOk="0">
                  <a:moveTo>
                    <a:pt x="111" y="0"/>
                  </a:moveTo>
                  <a:lnTo>
                    <a:pt x="79" y="0"/>
                  </a:lnTo>
                  <a:lnTo>
                    <a:pt x="79" y="0"/>
                  </a:lnTo>
                  <a:cubicBezTo>
                    <a:pt x="79" y="17"/>
                    <a:pt x="64" y="32"/>
                    <a:pt x="64" y="32"/>
                  </a:cubicBezTo>
                  <a:lnTo>
                    <a:pt x="32" y="48"/>
                  </a:lnTo>
                  <a:lnTo>
                    <a:pt x="16" y="48"/>
                  </a:lnTo>
                  <a:lnTo>
                    <a:pt x="1" y="48"/>
                  </a:lnTo>
                  <a:lnTo>
                    <a:pt x="1" y="80"/>
                  </a:lnTo>
                  <a:lnTo>
                    <a:pt x="1" y="80"/>
                  </a:lnTo>
                  <a:cubicBezTo>
                    <a:pt x="16" y="80"/>
                    <a:pt x="16" y="63"/>
                    <a:pt x="32" y="63"/>
                  </a:cubicBezTo>
                  <a:lnTo>
                    <a:pt x="32" y="63"/>
                  </a:lnTo>
                  <a:lnTo>
                    <a:pt x="48" y="63"/>
                  </a:lnTo>
                  <a:lnTo>
                    <a:pt x="64" y="80"/>
                  </a:lnTo>
                  <a:lnTo>
                    <a:pt x="159" y="17"/>
                  </a:lnTo>
                  <a:cubicBezTo>
                    <a:pt x="142" y="0"/>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1" name="Google Shape;1521;p38"/>
            <p:cNvSpPr/>
            <p:nvPr/>
          </p:nvSpPr>
          <p:spPr>
            <a:xfrm>
              <a:off x="3446081" y="1791752"/>
              <a:ext cx="2035" cy="2035"/>
            </a:xfrm>
            <a:custGeom>
              <a:avLst/>
              <a:gdLst/>
              <a:ahLst/>
              <a:cxnLst/>
              <a:rect l="l" t="t" r="r" b="b"/>
              <a:pathLst>
                <a:path w="64" h="64" extrusionOk="0">
                  <a:moveTo>
                    <a:pt x="48" y="0"/>
                  </a:moveTo>
                  <a:lnTo>
                    <a:pt x="32" y="0"/>
                  </a:lnTo>
                  <a:cubicBezTo>
                    <a:pt x="32" y="17"/>
                    <a:pt x="17" y="32"/>
                    <a:pt x="0" y="48"/>
                  </a:cubicBezTo>
                  <a:cubicBezTo>
                    <a:pt x="0" y="48"/>
                    <a:pt x="17" y="63"/>
                    <a:pt x="32" y="63"/>
                  </a:cubicBezTo>
                  <a:lnTo>
                    <a:pt x="32" y="48"/>
                  </a:lnTo>
                  <a:lnTo>
                    <a:pt x="63" y="48"/>
                  </a:lnTo>
                  <a:lnTo>
                    <a:pt x="63" y="48"/>
                  </a:lnTo>
                  <a:lnTo>
                    <a:pt x="63" y="48"/>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2" name="Google Shape;1522;p38"/>
            <p:cNvSpPr/>
            <p:nvPr/>
          </p:nvSpPr>
          <p:spPr>
            <a:xfrm>
              <a:off x="3190538" y="1788254"/>
              <a:ext cx="5534" cy="7537"/>
            </a:xfrm>
            <a:custGeom>
              <a:avLst/>
              <a:gdLst/>
              <a:ahLst/>
              <a:cxnLst/>
              <a:rect l="l" t="t" r="r" b="b"/>
              <a:pathLst>
                <a:path w="174" h="237" extrusionOk="0">
                  <a:moveTo>
                    <a:pt x="126" y="1"/>
                  </a:moveTo>
                  <a:lnTo>
                    <a:pt x="126" y="16"/>
                  </a:lnTo>
                  <a:cubicBezTo>
                    <a:pt x="126" y="32"/>
                    <a:pt x="111" y="47"/>
                    <a:pt x="95" y="47"/>
                  </a:cubicBezTo>
                  <a:lnTo>
                    <a:pt x="79" y="64"/>
                  </a:lnTo>
                  <a:lnTo>
                    <a:pt x="79" y="64"/>
                  </a:lnTo>
                  <a:cubicBezTo>
                    <a:pt x="79" y="79"/>
                    <a:pt x="63" y="79"/>
                    <a:pt x="48" y="79"/>
                  </a:cubicBezTo>
                  <a:lnTo>
                    <a:pt x="63" y="95"/>
                  </a:lnTo>
                  <a:cubicBezTo>
                    <a:pt x="79" y="110"/>
                    <a:pt x="79" y="127"/>
                    <a:pt x="63" y="142"/>
                  </a:cubicBezTo>
                  <a:cubicBezTo>
                    <a:pt x="48" y="142"/>
                    <a:pt x="48" y="158"/>
                    <a:pt x="32" y="158"/>
                  </a:cubicBezTo>
                  <a:lnTo>
                    <a:pt x="16" y="142"/>
                  </a:lnTo>
                  <a:lnTo>
                    <a:pt x="16" y="142"/>
                  </a:lnTo>
                  <a:cubicBezTo>
                    <a:pt x="0" y="158"/>
                    <a:pt x="0" y="173"/>
                    <a:pt x="16" y="190"/>
                  </a:cubicBezTo>
                  <a:lnTo>
                    <a:pt x="16" y="221"/>
                  </a:lnTo>
                  <a:lnTo>
                    <a:pt x="0" y="236"/>
                  </a:lnTo>
                  <a:cubicBezTo>
                    <a:pt x="16" y="221"/>
                    <a:pt x="32" y="205"/>
                    <a:pt x="48" y="205"/>
                  </a:cubicBezTo>
                  <a:lnTo>
                    <a:pt x="48" y="205"/>
                  </a:lnTo>
                  <a:lnTo>
                    <a:pt x="63" y="205"/>
                  </a:lnTo>
                  <a:lnTo>
                    <a:pt x="79" y="205"/>
                  </a:lnTo>
                  <a:lnTo>
                    <a:pt x="79" y="173"/>
                  </a:lnTo>
                  <a:cubicBezTo>
                    <a:pt x="79" y="158"/>
                    <a:pt x="79" y="158"/>
                    <a:pt x="95" y="142"/>
                  </a:cubicBezTo>
                  <a:lnTo>
                    <a:pt x="79" y="142"/>
                  </a:lnTo>
                  <a:cubicBezTo>
                    <a:pt x="79" y="110"/>
                    <a:pt x="79" y="95"/>
                    <a:pt x="95" y="95"/>
                  </a:cubicBezTo>
                  <a:lnTo>
                    <a:pt x="111" y="79"/>
                  </a:lnTo>
                  <a:lnTo>
                    <a:pt x="111" y="79"/>
                  </a:lnTo>
                  <a:cubicBezTo>
                    <a:pt x="126" y="79"/>
                    <a:pt x="142" y="95"/>
                    <a:pt x="142" y="95"/>
                  </a:cubicBezTo>
                  <a:cubicBezTo>
                    <a:pt x="142" y="110"/>
                    <a:pt x="158" y="110"/>
                    <a:pt x="158" y="110"/>
                  </a:cubicBezTo>
                  <a:lnTo>
                    <a:pt x="174" y="95"/>
                  </a:lnTo>
                  <a:cubicBezTo>
                    <a:pt x="158" y="79"/>
                    <a:pt x="158" y="79"/>
                    <a:pt x="158" y="64"/>
                  </a:cubicBezTo>
                  <a:lnTo>
                    <a:pt x="158" y="64"/>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3" name="Google Shape;1523;p38"/>
            <p:cNvSpPr/>
            <p:nvPr/>
          </p:nvSpPr>
          <p:spPr>
            <a:xfrm>
              <a:off x="3294759" y="1823811"/>
              <a:ext cx="5025" cy="2576"/>
            </a:xfrm>
            <a:custGeom>
              <a:avLst/>
              <a:gdLst/>
              <a:ahLst/>
              <a:cxnLst/>
              <a:rect l="l" t="t" r="r" b="b"/>
              <a:pathLst>
                <a:path w="158" h="81" extrusionOk="0">
                  <a:moveTo>
                    <a:pt x="17" y="1"/>
                  </a:moveTo>
                  <a:cubicBezTo>
                    <a:pt x="32" y="17"/>
                    <a:pt x="32" y="17"/>
                    <a:pt x="32" y="32"/>
                  </a:cubicBezTo>
                  <a:cubicBezTo>
                    <a:pt x="32" y="49"/>
                    <a:pt x="17" y="64"/>
                    <a:pt x="0" y="64"/>
                  </a:cubicBezTo>
                  <a:lnTo>
                    <a:pt x="0" y="64"/>
                  </a:lnTo>
                  <a:lnTo>
                    <a:pt x="0" y="80"/>
                  </a:lnTo>
                  <a:lnTo>
                    <a:pt x="32" y="80"/>
                  </a:lnTo>
                  <a:lnTo>
                    <a:pt x="32" y="80"/>
                  </a:lnTo>
                  <a:cubicBezTo>
                    <a:pt x="80" y="80"/>
                    <a:pt x="111" y="80"/>
                    <a:pt x="158" y="64"/>
                  </a:cubicBezTo>
                  <a:cubicBezTo>
                    <a:pt x="143" y="49"/>
                    <a:pt x="126" y="49"/>
                    <a:pt x="111" y="32"/>
                  </a:cubicBezTo>
                  <a:lnTo>
                    <a:pt x="95" y="32"/>
                  </a:lnTo>
                  <a:lnTo>
                    <a:pt x="80" y="32"/>
                  </a:lnTo>
                  <a:cubicBezTo>
                    <a:pt x="63" y="17"/>
                    <a:pt x="63" y="17"/>
                    <a:pt x="4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4" name="Google Shape;1524;p38"/>
            <p:cNvSpPr/>
            <p:nvPr/>
          </p:nvSpPr>
          <p:spPr>
            <a:xfrm>
              <a:off x="3113891" y="1792738"/>
              <a:ext cx="6520" cy="4039"/>
            </a:xfrm>
            <a:custGeom>
              <a:avLst/>
              <a:gdLst/>
              <a:ahLst/>
              <a:cxnLst/>
              <a:rect l="l" t="t" r="r" b="b"/>
              <a:pathLst>
                <a:path w="205" h="127" extrusionOk="0">
                  <a:moveTo>
                    <a:pt x="95" y="1"/>
                  </a:moveTo>
                  <a:lnTo>
                    <a:pt x="95" y="17"/>
                  </a:lnTo>
                  <a:cubicBezTo>
                    <a:pt x="95" y="32"/>
                    <a:pt x="78" y="49"/>
                    <a:pt x="63" y="49"/>
                  </a:cubicBezTo>
                  <a:lnTo>
                    <a:pt x="63" y="49"/>
                  </a:lnTo>
                  <a:cubicBezTo>
                    <a:pt x="47" y="49"/>
                    <a:pt x="32" y="32"/>
                    <a:pt x="32" y="32"/>
                  </a:cubicBezTo>
                  <a:cubicBezTo>
                    <a:pt x="15" y="32"/>
                    <a:pt x="15" y="49"/>
                    <a:pt x="0" y="49"/>
                  </a:cubicBezTo>
                  <a:lnTo>
                    <a:pt x="15" y="49"/>
                  </a:lnTo>
                  <a:lnTo>
                    <a:pt x="15" y="64"/>
                  </a:lnTo>
                  <a:lnTo>
                    <a:pt x="32" y="64"/>
                  </a:lnTo>
                  <a:lnTo>
                    <a:pt x="47" y="64"/>
                  </a:lnTo>
                  <a:lnTo>
                    <a:pt x="63" y="64"/>
                  </a:lnTo>
                  <a:lnTo>
                    <a:pt x="63" y="64"/>
                  </a:lnTo>
                  <a:lnTo>
                    <a:pt x="78" y="64"/>
                  </a:lnTo>
                  <a:lnTo>
                    <a:pt x="78" y="64"/>
                  </a:lnTo>
                  <a:cubicBezTo>
                    <a:pt x="95" y="80"/>
                    <a:pt x="110" y="95"/>
                    <a:pt x="110" y="112"/>
                  </a:cubicBezTo>
                  <a:lnTo>
                    <a:pt x="110" y="127"/>
                  </a:lnTo>
                  <a:lnTo>
                    <a:pt x="173" y="95"/>
                  </a:lnTo>
                  <a:lnTo>
                    <a:pt x="204" y="95"/>
                  </a:lnTo>
                  <a:lnTo>
                    <a:pt x="204" y="80"/>
                  </a:lnTo>
                  <a:cubicBezTo>
                    <a:pt x="204" y="64"/>
                    <a:pt x="204" y="49"/>
                    <a:pt x="189" y="49"/>
                  </a:cubicBezTo>
                  <a:cubicBezTo>
                    <a:pt x="189" y="32"/>
                    <a:pt x="189" y="32"/>
                    <a:pt x="173" y="32"/>
                  </a:cubicBezTo>
                  <a:cubicBezTo>
                    <a:pt x="158"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5" name="Google Shape;1525;p38"/>
            <p:cNvSpPr/>
            <p:nvPr/>
          </p:nvSpPr>
          <p:spPr>
            <a:xfrm>
              <a:off x="3265213" y="1807304"/>
              <a:ext cx="8523" cy="7060"/>
            </a:xfrm>
            <a:custGeom>
              <a:avLst/>
              <a:gdLst/>
              <a:ahLst/>
              <a:cxnLst/>
              <a:rect l="l" t="t" r="r" b="b"/>
              <a:pathLst>
                <a:path w="268" h="222" extrusionOk="0">
                  <a:moveTo>
                    <a:pt x="236" y="0"/>
                  </a:moveTo>
                  <a:lnTo>
                    <a:pt x="236" y="0"/>
                  </a:lnTo>
                  <a:lnTo>
                    <a:pt x="221" y="0"/>
                  </a:lnTo>
                  <a:cubicBezTo>
                    <a:pt x="204" y="0"/>
                    <a:pt x="173" y="16"/>
                    <a:pt x="158" y="47"/>
                  </a:cubicBezTo>
                  <a:lnTo>
                    <a:pt x="158" y="95"/>
                  </a:lnTo>
                  <a:lnTo>
                    <a:pt x="15" y="158"/>
                  </a:lnTo>
                  <a:cubicBezTo>
                    <a:pt x="0" y="173"/>
                    <a:pt x="0" y="190"/>
                    <a:pt x="0" y="205"/>
                  </a:cubicBezTo>
                  <a:cubicBezTo>
                    <a:pt x="0" y="221"/>
                    <a:pt x="15" y="221"/>
                    <a:pt x="32" y="221"/>
                  </a:cubicBezTo>
                  <a:lnTo>
                    <a:pt x="32" y="221"/>
                  </a:lnTo>
                  <a:lnTo>
                    <a:pt x="32" y="205"/>
                  </a:lnTo>
                  <a:cubicBezTo>
                    <a:pt x="32" y="190"/>
                    <a:pt x="47" y="173"/>
                    <a:pt x="63" y="173"/>
                  </a:cubicBezTo>
                  <a:lnTo>
                    <a:pt x="63" y="173"/>
                  </a:lnTo>
                  <a:lnTo>
                    <a:pt x="63" y="173"/>
                  </a:lnTo>
                  <a:cubicBezTo>
                    <a:pt x="95" y="173"/>
                    <a:pt x="110" y="173"/>
                    <a:pt x="126" y="190"/>
                  </a:cubicBezTo>
                  <a:lnTo>
                    <a:pt x="204" y="158"/>
                  </a:lnTo>
                  <a:cubicBezTo>
                    <a:pt x="221" y="158"/>
                    <a:pt x="221" y="142"/>
                    <a:pt x="221" y="142"/>
                  </a:cubicBezTo>
                  <a:lnTo>
                    <a:pt x="221" y="127"/>
                  </a:lnTo>
                  <a:cubicBezTo>
                    <a:pt x="221" y="127"/>
                    <a:pt x="221" y="110"/>
                    <a:pt x="236" y="110"/>
                  </a:cubicBezTo>
                  <a:lnTo>
                    <a:pt x="221" y="110"/>
                  </a:lnTo>
                  <a:lnTo>
                    <a:pt x="221" y="79"/>
                  </a:lnTo>
                  <a:cubicBezTo>
                    <a:pt x="221" y="79"/>
                    <a:pt x="221" y="63"/>
                    <a:pt x="252" y="63"/>
                  </a:cubicBezTo>
                  <a:cubicBezTo>
                    <a:pt x="267" y="63"/>
                    <a:pt x="267" y="32"/>
                    <a:pt x="267" y="16"/>
                  </a:cubicBezTo>
                  <a:cubicBezTo>
                    <a:pt x="267" y="0"/>
                    <a:pt x="252" y="0"/>
                    <a:pt x="23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6" name="Google Shape;1526;p38"/>
            <p:cNvSpPr/>
            <p:nvPr/>
          </p:nvSpPr>
          <p:spPr>
            <a:xfrm>
              <a:off x="3410016" y="1768218"/>
              <a:ext cx="6551" cy="5534"/>
            </a:xfrm>
            <a:custGeom>
              <a:avLst/>
              <a:gdLst/>
              <a:ahLst/>
              <a:cxnLst/>
              <a:rect l="l" t="t" r="r" b="b"/>
              <a:pathLst>
                <a:path w="206" h="174" extrusionOk="0">
                  <a:moveTo>
                    <a:pt x="174" y="1"/>
                  </a:moveTo>
                  <a:lnTo>
                    <a:pt x="158" y="1"/>
                  </a:lnTo>
                  <a:lnTo>
                    <a:pt x="158" y="1"/>
                  </a:lnTo>
                  <a:cubicBezTo>
                    <a:pt x="142" y="1"/>
                    <a:pt x="126" y="16"/>
                    <a:pt x="126" y="32"/>
                  </a:cubicBezTo>
                  <a:lnTo>
                    <a:pt x="126" y="32"/>
                  </a:lnTo>
                  <a:cubicBezTo>
                    <a:pt x="142" y="79"/>
                    <a:pt x="111" y="95"/>
                    <a:pt x="48" y="95"/>
                  </a:cubicBezTo>
                  <a:lnTo>
                    <a:pt x="32" y="110"/>
                  </a:lnTo>
                  <a:cubicBezTo>
                    <a:pt x="16" y="110"/>
                    <a:pt x="0" y="127"/>
                    <a:pt x="16" y="142"/>
                  </a:cubicBezTo>
                  <a:lnTo>
                    <a:pt x="16" y="158"/>
                  </a:lnTo>
                  <a:lnTo>
                    <a:pt x="32" y="158"/>
                  </a:lnTo>
                  <a:cubicBezTo>
                    <a:pt x="32" y="173"/>
                    <a:pt x="32" y="173"/>
                    <a:pt x="48" y="173"/>
                  </a:cubicBezTo>
                  <a:lnTo>
                    <a:pt x="48" y="173"/>
                  </a:lnTo>
                  <a:lnTo>
                    <a:pt x="63" y="173"/>
                  </a:lnTo>
                  <a:cubicBezTo>
                    <a:pt x="79" y="173"/>
                    <a:pt x="95" y="158"/>
                    <a:pt x="111" y="158"/>
                  </a:cubicBezTo>
                  <a:cubicBezTo>
                    <a:pt x="142" y="142"/>
                    <a:pt x="174" y="127"/>
                    <a:pt x="189" y="110"/>
                  </a:cubicBezTo>
                  <a:cubicBezTo>
                    <a:pt x="189" y="95"/>
                    <a:pt x="205" y="64"/>
                    <a:pt x="205" y="32"/>
                  </a:cubicBezTo>
                  <a:cubicBezTo>
                    <a:pt x="205" y="16"/>
                    <a:pt x="189" y="16"/>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7" name="Google Shape;1527;p38"/>
            <p:cNvSpPr/>
            <p:nvPr/>
          </p:nvSpPr>
          <p:spPr>
            <a:xfrm>
              <a:off x="3028689" y="1806287"/>
              <a:ext cx="4516" cy="5057"/>
            </a:xfrm>
            <a:custGeom>
              <a:avLst/>
              <a:gdLst/>
              <a:ahLst/>
              <a:cxnLst/>
              <a:rect l="l" t="t" r="r" b="b"/>
              <a:pathLst>
                <a:path w="142" h="159" extrusionOk="0">
                  <a:moveTo>
                    <a:pt x="142" y="1"/>
                  </a:moveTo>
                  <a:lnTo>
                    <a:pt x="127" y="32"/>
                  </a:lnTo>
                  <a:lnTo>
                    <a:pt x="110" y="48"/>
                  </a:lnTo>
                  <a:cubicBezTo>
                    <a:pt x="95" y="48"/>
                    <a:pt x="95" y="48"/>
                    <a:pt x="95" y="32"/>
                  </a:cubicBezTo>
                  <a:cubicBezTo>
                    <a:pt x="79" y="64"/>
                    <a:pt x="64" y="64"/>
                    <a:pt x="32" y="79"/>
                  </a:cubicBezTo>
                  <a:lnTo>
                    <a:pt x="16" y="95"/>
                  </a:lnTo>
                  <a:cubicBezTo>
                    <a:pt x="1" y="111"/>
                    <a:pt x="1" y="127"/>
                    <a:pt x="1" y="142"/>
                  </a:cubicBezTo>
                  <a:cubicBezTo>
                    <a:pt x="16" y="159"/>
                    <a:pt x="32" y="159"/>
                    <a:pt x="32" y="159"/>
                  </a:cubicBezTo>
                  <a:lnTo>
                    <a:pt x="47" y="159"/>
                  </a:lnTo>
                  <a:lnTo>
                    <a:pt x="64" y="142"/>
                  </a:lnTo>
                  <a:cubicBezTo>
                    <a:pt x="95" y="127"/>
                    <a:pt x="110" y="111"/>
                    <a:pt x="127" y="95"/>
                  </a:cubicBezTo>
                  <a:lnTo>
                    <a:pt x="127" y="79"/>
                  </a:lnTo>
                  <a:lnTo>
                    <a:pt x="142" y="48"/>
                  </a:lnTo>
                  <a:lnTo>
                    <a:pt x="14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8" name="Google Shape;1528;p38"/>
            <p:cNvSpPr/>
            <p:nvPr/>
          </p:nvSpPr>
          <p:spPr>
            <a:xfrm>
              <a:off x="3085300" y="1796269"/>
              <a:ext cx="2544" cy="3053"/>
            </a:xfrm>
            <a:custGeom>
              <a:avLst/>
              <a:gdLst/>
              <a:ahLst/>
              <a:cxnLst/>
              <a:rect l="l" t="t" r="r" b="b"/>
              <a:pathLst>
                <a:path w="80" h="96" extrusionOk="0">
                  <a:moveTo>
                    <a:pt x="32" y="1"/>
                  </a:moveTo>
                  <a:lnTo>
                    <a:pt x="32" y="1"/>
                  </a:lnTo>
                  <a:lnTo>
                    <a:pt x="17" y="1"/>
                  </a:lnTo>
                  <a:lnTo>
                    <a:pt x="17" y="1"/>
                  </a:lnTo>
                  <a:lnTo>
                    <a:pt x="32" y="32"/>
                  </a:lnTo>
                  <a:cubicBezTo>
                    <a:pt x="32" y="47"/>
                    <a:pt x="32" y="64"/>
                    <a:pt x="17" y="79"/>
                  </a:cubicBezTo>
                  <a:lnTo>
                    <a:pt x="0" y="79"/>
                  </a:lnTo>
                  <a:cubicBezTo>
                    <a:pt x="0" y="95"/>
                    <a:pt x="0" y="95"/>
                    <a:pt x="17" y="95"/>
                  </a:cubicBezTo>
                  <a:lnTo>
                    <a:pt x="32" y="95"/>
                  </a:lnTo>
                  <a:lnTo>
                    <a:pt x="63" y="95"/>
                  </a:lnTo>
                  <a:cubicBezTo>
                    <a:pt x="80" y="64"/>
                    <a:pt x="80" y="32"/>
                    <a:pt x="63" y="16"/>
                  </a:cubicBezTo>
                  <a:lnTo>
                    <a:pt x="63" y="16"/>
                  </a:lnTo>
                  <a:lnTo>
                    <a:pt x="63" y="16"/>
                  </a:lnTo>
                  <a:cubicBezTo>
                    <a:pt x="48"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9" name="Google Shape;1529;p38"/>
            <p:cNvSpPr/>
            <p:nvPr/>
          </p:nvSpPr>
          <p:spPr>
            <a:xfrm>
              <a:off x="3106863" y="1800276"/>
              <a:ext cx="3053" cy="4039"/>
            </a:xfrm>
            <a:custGeom>
              <a:avLst/>
              <a:gdLst/>
              <a:ahLst/>
              <a:cxnLst/>
              <a:rect l="l" t="t" r="r" b="b"/>
              <a:pathLst>
                <a:path w="96" h="127" extrusionOk="0">
                  <a:moveTo>
                    <a:pt x="47" y="1"/>
                  </a:moveTo>
                  <a:lnTo>
                    <a:pt x="16" y="48"/>
                  </a:lnTo>
                  <a:cubicBezTo>
                    <a:pt x="0" y="48"/>
                    <a:pt x="0" y="64"/>
                    <a:pt x="0" y="64"/>
                  </a:cubicBezTo>
                  <a:lnTo>
                    <a:pt x="32" y="111"/>
                  </a:lnTo>
                  <a:cubicBezTo>
                    <a:pt x="32" y="111"/>
                    <a:pt x="47" y="127"/>
                    <a:pt x="64" y="127"/>
                  </a:cubicBezTo>
                  <a:lnTo>
                    <a:pt x="79" y="111"/>
                  </a:lnTo>
                  <a:cubicBezTo>
                    <a:pt x="95" y="111"/>
                    <a:pt x="95" y="79"/>
                    <a:pt x="79"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0" name="Google Shape;1530;p38"/>
            <p:cNvSpPr/>
            <p:nvPr/>
          </p:nvSpPr>
          <p:spPr>
            <a:xfrm>
              <a:off x="3417521" y="1783738"/>
              <a:ext cx="6551" cy="6042"/>
            </a:xfrm>
            <a:custGeom>
              <a:avLst/>
              <a:gdLst/>
              <a:ahLst/>
              <a:cxnLst/>
              <a:rect l="l" t="t" r="r" b="b"/>
              <a:pathLst>
                <a:path w="206" h="190" extrusionOk="0">
                  <a:moveTo>
                    <a:pt x="142" y="0"/>
                  </a:moveTo>
                  <a:cubicBezTo>
                    <a:pt x="142" y="17"/>
                    <a:pt x="127" y="32"/>
                    <a:pt x="127" y="32"/>
                  </a:cubicBezTo>
                  <a:cubicBezTo>
                    <a:pt x="111" y="48"/>
                    <a:pt x="96" y="48"/>
                    <a:pt x="79" y="48"/>
                  </a:cubicBezTo>
                  <a:lnTo>
                    <a:pt x="111" y="63"/>
                  </a:lnTo>
                  <a:lnTo>
                    <a:pt x="96" y="80"/>
                  </a:lnTo>
                  <a:lnTo>
                    <a:pt x="1" y="143"/>
                  </a:lnTo>
                  <a:lnTo>
                    <a:pt x="16" y="143"/>
                  </a:lnTo>
                  <a:cubicBezTo>
                    <a:pt x="33" y="143"/>
                    <a:pt x="33" y="174"/>
                    <a:pt x="33" y="189"/>
                  </a:cubicBezTo>
                  <a:lnTo>
                    <a:pt x="33" y="189"/>
                  </a:lnTo>
                  <a:lnTo>
                    <a:pt x="33" y="189"/>
                  </a:lnTo>
                  <a:lnTo>
                    <a:pt x="33" y="189"/>
                  </a:lnTo>
                  <a:lnTo>
                    <a:pt x="48" y="189"/>
                  </a:lnTo>
                  <a:lnTo>
                    <a:pt x="48" y="189"/>
                  </a:lnTo>
                  <a:lnTo>
                    <a:pt x="64" y="174"/>
                  </a:lnTo>
                  <a:cubicBezTo>
                    <a:pt x="48" y="174"/>
                    <a:pt x="48" y="158"/>
                    <a:pt x="48" y="143"/>
                  </a:cubicBezTo>
                  <a:cubicBezTo>
                    <a:pt x="48" y="126"/>
                    <a:pt x="64" y="111"/>
                    <a:pt x="79" y="111"/>
                  </a:cubicBezTo>
                  <a:lnTo>
                    <a:pt x="79" y="111"/>
                  </a:lnTo>
                  <a:lnTo>
                    <a:pt x="96" y="111"/>
                  </a:lnTo>
                  <a:lnTo>
                    <a:pt x="142" y="126"/>
                  </a:lnTo>
                  <a:lnTo>
                    <a:pt x="142" y="126"/>
                  </a:lnTo>
                  <a:lnTo>
                    <a:pt x="190" y="95"/>
                  </a:lnTo>
                  <a:cubicBezTo>
                    <a:pt x="205" y="95"/>
                    <a:pt x="205" y="80"/>
                    <a:pt x="205" y="80"/>
                  </a:cubicBezTo>
                  <a:lnTo>
                    <a:pt x="205" y="63"/>
                  </a:lnTo>
                  <a:lnTo>
                    <a:pt x="190" y="63"/>
                  </a:lnTo>
                  <a:cubicBezTo>
                    <a:pt x="174" y="63"/>
                    <a:pt x="159" y="48"/>
                    <a:pt x="159" y="32"/>
                  </a:cubicBezTo>
                  <a:lnTo>
                    <a:pt x="15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1" name="Google Shape;1531;p38"/>
            <p:cNvSpPr/>
            <p:nvPr/>
          </p:nvSpPr>
          <p:spPr>
            <a:xfrm>
              <a:off x="3302296" y="1809785"/>
              <a:ext cx="4516" cy="4039"/>
            </a:xfrm>
            <a:custGeom>
              <a:avLst/>
              <a:gdLst/>
              <a:ahLst/>
              <a:cxnLst/>
              <a:rect l="l" t="t" r="r" b="b"/>
              <a:pathLst>
                <a:path w="142" h="127" extrusionOk="0">
                  <a:moveTo>
                    <a:pt x="78" y="1"/>
                  </a:moveTo>
                  <a:lnTo>
                    <a:pt x="78" y="1"/>
                  </a:lnTo>
                  <a:lnTo>
                    <a:pt x="63" y="1"/>
                  </a:lnTo>
                  <a:lnTo>
                    <a:pt x="15" y="32"/>
                  </a:lnTo>
                  <a:cubicBezTo>
                    <a:pt x="15" y="32"/>
                    <a:pt x="15" y="49"/>
                    <a:pt x="0" y="49"/>
                  </a:cubicBezTo>
                  <a:cubicBezTo>
                    <a:pt x="15" y="49"/>
                    <a:pt x="15" y="49"/>
                    <a:pt x="15" y="64"/>
                  </a:cubicBezTo>
                  <a:lnTo>
                    <a:pt x="15" y="80"/>
                  </a:lnTo>
                  <a:lnTo>
                    <a:pt x="15" y="95"/>
                  </a:lnTo>
                  <a:lnTo>
                    <a:pt x="32" y="80"/>
                  </a:lnTo>
                  <a:lnTo>
                    <a:pt x="47" y="80"/>
                  </a:lnTo>
                  <a:lnTo>
                    <a:pt x="47" y="80"/>
                  </a:lnTo>
                  <a:lnTo>
                    <a:pt x="78" y="80"/>
                  </a:lnTo>
                  <a:lnTo>
                    <a:pt x="78" y="112"/>
                  </a:lnTo>
                  <a:cubicBezTo>
                    <a:pt x="78" y="127"/>
                    <a:pt x="78" y="127"/>
                    <a:pt x="95" y="127"/>
                  </a:cubicBezTo>
                  <a:lnTo>
                    <a:pt x="95" y="127"/>
                  </a:lnTo>
                  <a:lnTo>
                    <a:pt x="95" y="127"/>
                  </a:lnTo>
                  <a:cubicBezTo>
                    <a:pt x="110" y="127"/>
                    <a:pt x="126" y="112"/>
                    <a:pt x="126" y="95"/>
                  </a:cubicBezTo>
                  <a:cubicBezTo>
                    <a:pt x="141" y="80"/>
                    <a:pt x="126" y="64"/>
                    <a:pt x="110" y="64"/>
                  </a:cubicBezTo>
                  <a:lnTo>
                    <a:pt x="110" y="64"/>
                  </a:lnTo>
                  <a:cubicBezTo>
                    <a:pt x="95" y="64"/>
                    <a:pt x="95" y="64"/>
                    <a:pt x="78" y="49"/>
                  </a:cubicBezTo>
                  <a:cubicBezTo>
                    <a:pt x="63" y="32"/>
                    <a:pt x="78" y="17"/>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2" name="Google Shape;1532;p38"/>
            <p:cNvSpPr/>
            <p:nvPr/>
          </p:nvSpPr>
          <p:spPr>
            <a:xfrm>
              <a:off x="3319311" y="1809785"/>
              <a:ext cx="7060" cy="7569"/>
            </a:xfrm>
            <a:custGeom>
              <a:avLst/>
              <a:gdLst/>
              <a:ahLst/>
              <a:cxnLst/>
              <a:rect l="l" t="t" r="r" b="b"/>
              <a:pathLst>
                <a:path w="222" h="238" extrusionOk="0">
                  <a:moveTo>
                    <a:pt x="111" y="1"/>
                  </a:moveTo>
                  <a:lnTo>
                    <a:pt x="111" y="1"/>
                  </a:lnTo>
                  <a:cubicBezTo>
                    <a:pt x="95" y="1"/>
                    <a:pt x="95" y="17"/>
                    <a:pt x="95" y="17"/>
                  </a:cubicBezTo>
                  <a:lnTo>
                    <a:pt x="1" y="80"/>
                  </a:lnTo>
                  <a:lnTo>
                    <a:pt x="1" y="80"/>
                  </a:lnTo>
                  <a:lnTo>
                    <a:pt x="79" y="112"/>
                  </a:lnTo>
                  <a:lnTo>
                    <a:pt x="95" y="95"/>
                  </a:lnTo>
                  <a:lnTo>
                    <a:pt x="95" y="112"/>
                  </a:lnTo>
                  <a:lnTo>
                    <a:pt x="95" y="112"/>
                  </a:lnTo>
                  <a:cubicBezTo>
                    <a:pt x="111" y="112"/>
                    <a:pt x="127" y="127"/>
                    <a:pt x="111" y="143"/>
                  </a:cubicBezTo>
                  <a:cubicBezTo>
                    <a:pt x="111" y="158"/>
                    <a:pt x="95" y="175"/>
                    <a:pt x="79" y="175"/>
                  </a:cubicBezTo>
                  <a:lnTo>
                    <a:pt x="79" y="175"/>
                  </a:lnTo>
                  <a:cubicBezTo>
                    <a:pt x="79" y="190"/>
                    <a:pt x="95" y="190"/>
                    <a:pt x="95" y="206"/>
                  </a:cubicBezTo>
                  <a:lnTo>
                    <a:pt x="127" y="221"/>
                  </a:lnTo>
                  <a:lnTo>
                    <a:pt x="190" y="221"/>
                  </a:lnTo>
                  <a:lnTo>
                    <a:pt x="190" y="221"/>
                  </a:lnTo>
                  <a:cubicBezTo>
                    <a:pt x="205" y="221"/>
                    <a:pt x="205" y="238"/>
                    <a:pt x="221" y="238"/>
                  </a:cubicBezTo>
                  <a:cubicBezTo>
                    <a:pt x="221" y="221"/>
                    <a:pt x="205" y="221"/>
                    <a:pt x="205" y="221"/>
                  </a:cubicBezTo>
                  <a:lnTo>
                    <a:pt x="174" y="175"/>
                  </a:lnTo>
                  <a:lnTo>
                    <a:pt x="158" y="158"/>
                  </a:lnTo>
                  <a:lnTo>
                    <a:pt x="158" y="64"/>
                  </a:lnTo>
                  <a:cubicBezTo>
                    <a:pt x="158" y="49"/>
                    <a:pt x="158" y="32"/>
                    <a:pt x="142" y="17"/>
                  </a:cubicBezTo>
                  <a:lnTo>
                    <a:pt x="12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3" name="Google Shape;1533;p38"/>
            <p:cNvSpPr/>
            <p:nvPr/>
          </p:nvSpPr>
          <p:spPr>
            <a:xfrm>
              <a:off x="3263210" y="1813792"/>
              <a:ext cx="4516" cy="5057"/>
            </a:xfrm>
            <a:custGeom>
              <a:avLst/>
              <a:gdLst/>
              <a:ahLst/>
              <a:cxnLst/>
              <a:rect l="l" t="t" r="r" b="b"/>
              <a:pathLst>
                <a:path w="142" h="159" extrusionOk="0">
                  <a:moveTo>
                    <a:pt x="32" y="1"/>
                  </a:moveTo>
                  <a:lnTo>
                    <a:pt x="32" y="1"/>
                  </a:lnTo>
                  <a:cubicBezTo>
                    <a:pt x="15" y="1"/>
                    <a:pt x="0" y="17"/>
                    <a:pt x="0" y="32"/>
                  </a:cubicBezTo>
                  <a:lnTo>
                    <a:pt x="0" y="95"/>
                  </a:lnTo>
                  <a:cubicBezTo>
                    <a:pt x="0" y="112"/>
                    <a:pt x="0" y="127"/>
                    <a:pt x="15" y="143"/>
                  </a:cubicBezTo>
                  <a:lnTo>
                    <a:pt x="32" y="143"/>
                  </a:lnTo>
                  <a:cubicBezTo>
                    <a:pt x="32" y="143"/>
                    <a:pt x="32" y="158"/>
                    <a:pt x="47" y="158"/>
                  </a:cubicBezTo>
                  <a:lnTo>
                    <a:pt x="63" y="143"/>
                  </a:lnTo>
                  <a:lnTo>
                    <a:pt x="78" y="127"/>
                  </a:lnTo>
                  <a:lnTo>
                    <a:pt x="110" y="143"/>
                  </a:lnTo>
                  <a:cubicBezTo>
                    <a:pt x="110" y="143"/>
                    <a:pt x="110" y="127"/>
                    <a:pt x="126" y="127"/>
                  </a:cubicBezTo>
                  <a:cubicBezTo>
                    <a:pt x="126" y="112"/>
                    <a:pt x="126" y="112"/>
                    <a:pt x="141" y="95"/>
                  </a:cubicBezTo>
                  <a:lnTo>
                    <a:pt x="141" y="95"/>
                  </a:lnTo>
                  <a:lnTo>
                    <a:pt x="141" y="80"/>
                  </a:lnTo>
                  <a:lnTo>
                    <a:pt x="141" y="80"/>
                  </a:lnTo>
                  <a:lnTo>
                    <a:pt x="95" y="64"/>
                  </a:lnTo>
                  <a:lnTo>
                    <a:pt x="78" y="49"/>
                  </a:lnTo>
                  <a:lnTo>
                    <a:pt x="78" y="49"/>
                  </a:lnTo>
                  <a:lnTo>
                    <a:pt x="78" y="49"/>
                  </a:lnTo>
                  <a:cubicBezTo>
                    <a:pt x="78" y="32"/>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4" name="Google Shape;1534;p38"/>
            <p:cNvSpPr/>
            <p:nvPr/>
          </p:nvSpPr>
          <p:spPr>
            <a:xfrm>
              <a:off x="3433041" y="1803297"/>
              <a:ext cx="4039" cy="3530"/>
            </a:xfrm>
            <a:custGeom>
              <a:avLst/>
              <a:gdLst/>
              <a:ahLst/>
              <a:cxnLst/>
              <a:rect l="l" t="t" r="r" b="b"/>
              <a:pathLst>
                <a:path w="127" h="111" extrusionOk="0">
                  <a:moveTo>
                    <a:pt x="32" y="0"/>
                  </a:moveTo>
                  <a:lnTo>
                    <a:pt x="32" y="16"/>
                  </a:lnTo>
                  <a:lnTo>
                    <a:pt x="17" y="32"/>
                  </a:lnTo>
                  <a:lnTo>
                    <a:pt x="17" y="16"/>
                  </a:lnTo>
                  <a:lnTo>
                    <a:pt x="17" y="32"/>
                  </a:lnTo>
                  <a:cubicBezTo>
                    <a:pt x="17" y="32"/>
                    <a:pt x="17" y="47"/>
                    <a:pt x="1" y="47"/>
                  </a:cubicBezTo>
                  <a:lnTo>
                    <a:pt x="32" y="47"/>
                  </a:lnTo>
                  <a:lnTo>
                    <a:pt x="49" y="47"/>
                  </a:lnTo>
                  <a:lnTo>
                    <a:pt x="49" y="47"/>
                  </a:lnTo>
                  <a:cubicBezTo>
                    <a:pt x="80" y="47"/>
                    <a:pt x="95" y="63"/>
                    <a:pt x="95" y="95"/>
                  </a:cubicBezTo>
                  <a:lnTo>
                    <a:pt x="80" y="95"/>
                  </a:lnTo>
                  <a:lnTo>
                    <a:pt x="95" y="110"/>
                  </a:lnTo>
                  <a:lnTo>
                    <a:pt x="95" y="95"/>
                  </a:lnTo>
                  <a:lnTo>
                    <a:pt x="95" y="95"/>
                  </a:lnTo>
                  <a:cubicBezTo>
                    <a:pt x="95" y="79"/>
                    <a:pt x="95" y="63"/>
                    <a:pt x="127" y="47"/>
                  </a:cubicBezTo>
                  <a:lnTo>
                    <a:pt x="127" y="47"/>
                  </a:lnTo>
                  <a:cubicBezTo>
                    <a:pt x="112" y="47"/>
                    <a:pt x="112" y="47"/>
                    <a:pt x="95"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5" name="Google Shape;1535;p38"/>
            <p:cNvSpPr/>
            <p:nvPr/>
          </p:nvSpPr>
          <p:spPr>
            <a:xfrm>
              <a:off x="3309293" y="1817323"/>
              <a:ext cx="6042" cy="3530"/>
            </a:xfrm>
            <a:custGeom>
              <a:avLst/>
              <a:gdLst/>
              <a:ahLst/>
              <a:cxnLst/>
              <a:rect l="l" t="t" r="r" b="b"/>
              <a:pathLst>
                <a:path w="190" h="111" extrusionOk="0">
                  <a:moveTo>
                    <a:pt x="190" y="1"/>
                  </a:moveTo>
                  <a:lnTo>
                    <a:pt x="173" y="1"/>
                  </a:lnTo>
                  <a:lnTo>
                    <a:pt x="173" y="16"/>
                  </a:lnTo>
                  <a:cubicBezTo>
                    <a:pt x="190" y="32"/>
                    <a:pt x="173" y="47"/>
                    <a:pt x="142" y="47"/>
                  </a:cubicBezTo>
                  <a:lnTo>
                    <a:pt x="142" y="47"/>
                  </a:lnTo>
                  <a:cubicBezTo>
                    <a:pt x="127" y="47"/>
                    <a:pt x="110" y="32"/>
                    <a:pt x="110" y="16"/>
                  </a:cubicBezTo>
                  <a:lnTo>
                    <a:pt x="110" y="1"/>
                  </a:lnTo>
                  <a:lnTo>
                    <a:pt x="64" y="1"/>
                  </a:lnTo>
                  <a:cubicBezTo>
                    <a:pt x="64" y="1"/>
                    <a:pt x="79" y="16"/>
                    <a:pt x="64" y="16"/>
                  </a:cubicBezTo>
                  <a:cubicBezTo>
                    <a:pt x="64" y="79"/>
                    <a:pt x="16" y="79"/>
                    <a:pt x="1" y="79"/>
                  </a:cubicBezTo>
                  <a:lnTo>
                    <a:pt x="1" y="79"/>
                  </a:lnTo>
                  <a:lnTo>
                    <a:pt x="1" y="95"/>
                  </a:lnTo>
                  <a:lnTo>
                    <a:pt x="1" y="110"/>
                  </a:lnTo>
                  <a:cubicBezTo>
                    <a:pt x="1" y="95"/>
                    <a:pt x="16" y="95"/>
                    <a:pt x="16" y="79"/>
                  </a:cubicBezTo>
                  <a:lnTo>
                    <a:pt x="32" y="79"/>
                  </a:lnTo>
                  <a:lnTo>
                    <a:pt x="32" y="79"/>
                  </a:lnTo>
                  <a:lnTo>
                    <a:pt x="47" y="79"/>
                  </a:lnTo>
                  <a:lnTo>
                    <a:pt x="47" y="79"/>
                  </a:lnTo>
                  <a:cubicBezTo>
                    <a:pt x="64" y="64"/>
                    <a:pt x="64" y="64"/>
                    <a:pt x="79" y="64"/>
                  </a:cubicBezTo>
                  <a:lnTo>
                    <a:pt x="79" y="64"/>
                  </a:lnTo>
                  <a:lnTo>
                    <a:pt x="95" y="64"/>
                  </a:lnTo>
                  <a:lnTo>
                    <a:pt x="190" y="64"/>
                  </a:lnTo>
                  <a:cubicBezTo>
                    <a:pt x="190" y="47"/>
                    <a:pt x="173" y="16"/>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6" name="Google Shape;1536;p38"/>
            <p:cNvSpPr/>
            <p:nvPr/>
          </p:nvSpPr>
          <p:spPr>
            <a:xfrm>
              <a:off x="3426045" y="1802279"/>
              <a:ext cx="8046" cy="3053"/>
            </a:xfrm>
            <a:custGeom>
              <a:avLst/>
              <a:gdLst/>
              <a:ahLst/>
              <a:cxnLst/>
              <a:rect l="l" t="t" r="r" b="b"/>
              <a:pathLst>
                <a:path w="253" h="96" extrusionOk="0">
                  <a:moveTo>
                    <a:pt x="206" y="1"/>
                  </a:moveTo>
                  <a:lnTo>
                    <a:pt x="206" y="1"/>
                  </a:lnTo>
                  <a:cubicBezTo>
                    <a:pt x="189" y="1"/>
                    <a:pt x="189" y="16"/>
                    <a:pt x="189" y="16"/>
                  </a:cubicBezTo>
                  <a:lnTo>
                    <a:pt x="143" y="16"/>
                  </a:lnTo>
                  <a:cubicBezTo>
                    <a:pt x="126" y="32"/>
                    <a:pt x="111" y="48"/>
                    <a:pt x="95" y="48"/>
                  </a:cubicBezTo>
                  <a:cubicBezTo>
                    <a:pt x="80" y="48"/>
                    <a:pt x="63" y="32"/>
                    <a:pt x="48" y="32"/>
                  </a:cubicBezTo>
                  <a:lnTo>
                    <a:pt x="48" y="32"/>
                  </a:lnTo>
                  <a:lnTo>
                    <a:pt x="48" y="32"/>
                  </a:lnTo>
                  <a:cubicBezTo>
                    <a:pt x="17" y="32"/>
                    <a:pt x="0" y="48"/>
                    <a:pt x="0" y="64"/>
                  </a:cubicBezTo>
                  <a:cubicBezTo>
                    <a:pt x="0" y="79"/>
                    <a:pt x="17" y="95"/>
                    <a:pt x="48" y="95"/>
                  </a:cubicBezTo>
                  <a:lnTo>
                    <a:pt x="48" y="95"/>
                  </a:lnTo>
                  <a:lnTo>
                    <a:pt x="63" y="95"/>
                  </a:lnTo>
                  <a:lnTo>
                    <a:pt x="95" y="95"/>
                  </a:lnTo>
                  <a:lnTo>
                    <a:pt x="95" y="95"/>
                  </a:lnTo>
                  <a:cubicBezTo>
                    <a:pt x="111" y="64"/>
                    <a:pt x="126" y="48"/>
                    <a:pt x="143" y="32"/>
                  </a:cubicBezTo>
                  <a:lnTo>
                    <a:pt x="158" y="32"/>
                  </a:lnTo>
                  <a:lnTo>
                    <a:pt x="174" y="32"/>
                  </a:lnTo>
                  <a:cubicBezTo>
                    <a:pt x="174" y="32"/>
                    <a:pt x="189" y="32"/>
                    <a:pt x="189" y="48"/>
                  </a:cubicBezTo>
                  <a:cubicBezTo>
                    <a:pt x="206" y="64"/>
                    <a:pt x="206" y="79"/>
                    <a:pt x="189" y="79"/>
                  </a:cubicBezTo>
                  <a:lnTo>
                    <a:pt x="189" y="79"/>
                  </a:lnTo>
                  <a:lnTo>
                    <a:pt x="206" y="79"/>
                  </a:lnTo>
                  <a:lnTo>
                    <a:pt x="221" y="79"/>
                  </a:lnTo>
                  <a:cubicBezTo>
                    <a:pt x="237" y="79"/>
                    <a:pt x="237" y="64"/>
                    <a:pt x="237" y="64"/>
                  </a:cubicBezTo>
                  <a:lnTo>
                    <a:pt x="237" y="48"/>
                  </a:lnTo>
                  <a:lnTo>
                    <a:pt x="237" y="64"/>
                  </a:lnTo>
                  <a:lnTo>
                    <a:pt x="252" y="48"/>
                  </a:lnTo>
                  <a:lnTo>
                    <a:pt x="252" y="32"/>
                  </a:lnTo>
                  <a:cubicBezTo>
                    <a:pt x="252" y="16"/>
                    <a:pt x="237"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7" name="Google Shape;1537;p38"/>
            <p:cNvSpPr/>
            <p:nvPr/>
          </p:nvSpPr>
          <p:spPr>
            <a:xfrm>
              <a:off x="3443060" y="1798749"/>
              <a:ext cx="3053" cy="4580"/>
            </a:xfrm>
            <a:custGeom>
              <a:avLst/>
              <a:gdLst/>
              <a:ahLst/>
              <a:cxnLst/>
              <a:rect l="l" t="t" r="r" b="b"/>
              <a:pathLst>
                <a:path w="96" h="144" extrusionOk="0">
                  <a:moveTo>
                    <a:pt x="95" y="1"/>
                  </a:moveTo>
                  <a:cubicBezTo>
                    <a:pt x="95" y="17"/>
                    <a:pt x="80" y="17"/>
                    <a:pt x="80" y="17"/>
                  </a:cubicBezTo>
                  <a:lnTo>
                    <a:pt x="80" y="49"/>
                  </a:lnTo>
                  <a:lnTo>
                    <a:pt x="32" y="49"/>
                  </a:lnTo>
                  <a:lnTo>
                    <a:pt x="32" y="64"/>
                  </a:lnTo>
                  <a:cubicBezTo>
                    <a:pt x="32" y="64"/>
                    <a:pt x="17" y="80"/>
                    <a:pt x="1" y="80"/>
                  </a:cubicBezTo>
                  <a:lnTo>
                    <a:pt x="1" y="80"/>
                  </a:lnTo>
                  <a:lnTo>
                    <a:pt x="1" y="80"/>
                  </a:lnTo>
                  <a:cubicBezTo>
                    <a:pt x="1" y="80"/>
                    <a:pt x="1" y="96"/>
                    <a:pt x="17" y="112"/>
                  </a:cubicBezTo>
                  <a:lnTo>
                    <a:pt x="32" y="143"/>
                  </a:lnTo>
                  <a:lnTo>
                    <a:pt x="32" y="143"/>
                  </a:lnTo>
                  <a:lnTo>
                    <a:pt x="49" y="143"/>
                  </a:lnTo>
                  <a:lnTo>
                    <a:pt x="95" y="112"/>
                  </a:lnTo>
                  <a:lnTo>
                    <a:pt x="95" y="112"/>
                  </a:lnTo>
                  <a:lnTo>
                    <a:pt x="95" y="112"/>
                  </a:lnTo>
                  <a:lnTo>
                    <a:pt x="95" y="64"/>
                  </a:lnTo>
                  <a:lnTo>
                    <a:pt x="95" y="49"/>
                  </a:lnTo>
                  <a:lnTo>
                    <a:pt x="95"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8" name="Google Shape;1538;p38"/>
            <p:cNvSpPr/>
            <p:nvPr/>
          </p:nvSpPr>
          <p:spPr>
            <a:xfrm>
              <a:off x="3443060" y="1805301"/>
              <a:ext cx="2576" cy="7060"/>
            </a:xfrm>
            <a:custGeom>
              <a:avLst/>
              <a:gdLst/>
              <a:ahLst/>
              <a:cxnLst/>
              <a:rect l="l" t="t" r="r" b="b"/>
              <a:pathLst>
                <a:path w="81" h="222" extrusionOk="0">
                  <a:moveTo>
                    <a:pt x="49" y="0"/>
                  </a:moveTo>
                  <a:lnTo>
                    <a:pt x="49" y="0"/>
                  </a:lnTo>
                  <a:lnTo>
                    <a:pt x="32" y="16"/>
                  </a:lnTo>
                  <a:cubicBezTo>
                    <a:pt x="17" y="32"/>
                    <a:pt x="1" y="32"/>
                    <a:pt x="1" y="63"/>
                  </a:cubicBezTo>
                  <a:lnTo>
                    <a:pt x="1" y="158"/>
                  </a:lnTo>
                  <a:cubicBezTo>
                    <a:pt x="1" y="173"/>
                    <a:pt x="17" y="173"/>
                    <a:pt x="17" y="190"/>
                  </a:cubicBezTo>
                  <a:lnTo>
                    <a:pt x="17" y="205"/>
                  </a:lnTo>
                  <a:cubicBezTo>
                    <a:pt x="17" y="205"/>
                    <a:pt x="32" y="221"/>
                    <a:pt x="49" y="221"/>
                  </a:cubicBezTo>
                  <a:lnTo>
                    <a:pt x="49" y="221"/>
                  </a:lnTo>
                  <a:cubicBezTo>
                    <a:pt x="64" y="221"/>
                    <a:pt x="64" y="221"/>
                    <a:pt x="80" y="205"/>
                  </a:cubicBezTo>
                  <a:lnTo>
                    <a:pt x="80" y="190"/>
                  </a:lnTo>
                  <a:lnTo>
                    <a:pt x="80" y="158"/>
                  </a:lnTo>
                  <a:lnTo>
                    <a:pt x="64" y="158"/>
                  </a:lnTo>
                  <a:lnTo>
                    <a:pt x="49" y="158"/>
                  </a:lnTo>
                  <a:cubicBezTo>
                    <a:pt x="49" y="158"/>
                    <a:pt x="32" y="158"/>
                    <a:pt x="17" y="142"/>
                  </a:cubicBezTo>
                  <a:cubicBezTo>
                    <a:pt x="17" y="126"/>
                    <a:pt x="17" y="110"/>
                    <a:pt x="32" y="95"/>
                  </a:cubicBezTo>
                  <a:lnTo>
                    <a:pt x="64" y="79"/>
                  </a:lnTo>
                  <a:cubicBezTo>
                    <a:pt x="49" y="63"/>
                    <a:pt x="32" y="47"/>
                    <a:pt x="32" y="32"/>
                  </a:cubicBezTo>
                  <a:cubicBezTo>
                    <a:pt x="49" y="16"/>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9" name="Google Shape;1539;p38"/>
            <p:cNvSpPr/>
            <p:nvPr/>
          </p:nvSpPr>
          <p:spPr>
            <a:xfrm>
              <a:off x="3269221" y="1774229"/>
              <a:ext cx="7537" cy="5534"/>
            </a:xfrm>
            <a:custGeom>
              <a:avLst/>
              <a:gdLst/>
              <a:ahLst/>
              <a:cxnLst/>
              <a:rect l="l" t="t" r="r" b="b"/>
              <a:pathLst>
                <a:path w="237" h="174" extrusionOk="0">
                  <a:moveTo>
                    <a:pt x="189" y="1"/>
                  </a:moveTo>
                  <a:lnTo>
                    <a:pt x="189" y="1"/>
                  </a:lnTo>
                  <a:lnTo>
                    <a:pt x="78" y="16"/>
                  </a:lnTo>
                  <a:lnTo>
                    <a:pt x="78" y="16"/>
                  </a:lnTo>
                  <a:cubicBezTo>
                    <a:pt x="63" y="16"/>
                    <a:pt x="47" y="32"/>
                    <a:pt x="47" y="47"/>
                  </a:cubicBezTo>
                  <a:lnTo>
                    <a:pt x="47" y="64"/>
                  </a:lnTo>
                  <a:lnTo>
                    <a:pt x="15" y="110"/>
                  </a:lnTo>
                  <a:cubicBezTo>
                    <a:pt x="0" y="127"/>
                    <a:pt x="0" y="142"/>
                    <a:pt x="15" y="158"/>
                  </a:cubicBezTo>
                  <a:cubicBezTo>
                    <a:pt x="15" y="173"/>
                    <a:pt x="32" y="173"/>
                    <a:pt x="32" y="173"/>
                  </a:cubicBezTo>
                  <a:cubicBezTo>
                    <a:pt x="47" y="173"/>
                    <a:pt x="63" y="158"/>
                    <a:pt x="63" y="158"/>
                  </a:cubicBezTo>
                  <a:lnTo>
                    <a:pt x="78" y="142"/>
                  </a:lnTo>
                  <a:lnTo>
                    <a:pt x="95" y="110"/>
                  </a:lnTo>
                  <a:lnTo>
                    <a:pt x="110" y="110"/>
                  </a:lnTo>
                  <a:lnTo>
                    <a:pt x="126" y="110"/>
                  </a:lnTo>
                  <a:lnTo>
                    <a:pt x="141" y="110"/>
                  </a:lnTo>
                  <a:lnTo>
                    <a:pt x="173" y="110"/>
                  </a:lnTo>
                  <a:cubicBezTo>
                    <a:pt x="205" y="95"/>
                    <a:pt x="221" y="79"/>
                    <a:pt x="221" y="47"/>
                  </a:cubicBezTo>
                  <a:cubicBezTo>
                    <a:pt x="236" y="47"/>
                    <a:pt x="236" y="32"/>
                    <a:pt x="221" y="16"/>
                  </a:cubicBezTo>
                  <a:lnTo>
                    <a:pt x="221" y="16"/>
                  </a:lnTo>
                  <a:cubicBezTo>
                    <a:pt x="205" y="16"/>
                    <a:pt x="205"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0" name="Google Shape;1540;p38"/>
            <p:cNvSpPr/>
            <p:nvPr/>
          </p:nvSpPr>
          <p:spPr>
            <a:xfrm>
              <a:off x="3317785" y="1766691"/>
              <a:ext cx="5057" cy="4039"/>
            </a:xfrm>
            <a:custGeom>
              <a:avLst/>
              <a:gdLst/>
              <a:ahLst/>
              <a:cxnLst/>
              <a:rect l="l" t="t" r="r" b="b"/>
              <a:pathLst>
                <a:path w="159" h="127" extrusionOk="0">
                  <a:moveTo>
                    <a:pt x="127" y="1"/>
                  </a:moveTo>
                  <a:lnTo>
                    <a:pt x="127" y="1"/>
                  </a:lnTo>
                  <a:cubicBezTo>
                    <a:pt x="112" y="1"/>
                    <a:pt x="96" y="1"/>
                    <a:pt x="96" y="17"/>
                  </a:cubicBezTo>
                  <a:cubicBezTo>
                    <a:pt x="64" y="17"/>
                    <a:pt x="33" y="17"/>
                    <a:pt x="17" y="49"/>
                  </a:cubicBezTo>
                  <a:cubicBezTo>
                    <a:pt x="1" y="64"/>
                    <a:pt x="1" y="95"/>
                    <a:pt x="1" y="127"/>
                  </a:cubicBezTo>
                  <a:cubicBezTo>
                    <a:pt x="17" y="95"/>
                    <a:pt x="49" y="95"/>
                    <a:pt x="64" y="95"/>
                  </a:cubicBezTo>
                  <a:lnTo>
                    <a:pt x="64" y="95"/>
                  </a:lnTo>
                  <a:lnTo>
                    <a:pt x="80" y="80"/>
                  </a:lnTo>
                  <a:cubicBezTo>
                    <a:pt x="80" y="80"/>
                    <a:pt x="96" y="64"/>
                    <a:pt x="112" y="64"/>
                  </a:cubicBezTo>
                  <a:lnTo>
                    <a:pt x="112" y="64"/>
                  </a:lnTo>
                  <a:lnTo>
                    <a:pt x="112" y="64"/>
                  </a:lnTo>
                  <a:cubicBezTo>
                    <a:pt x="127" y="64"/>
                    <a:pt x="127" y="64"/>
                    <a:pt x="143" y="80"/>
                  </a:cubicBezTo>
                  <a:lnTo>
                    <a:pt x="159" y="64"/>
                  </a:lnTo>
                  <a:lnTo>
                    <a:pt x="159" y="32"/>
                  </a:lnTo>
                  <a:cubicBezTo>
                    <a:pt x="159" y="17"/>
                    <a:pt x="143"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1" name="Google Shape;1541;p38"/>
            <p:cNvSpPr/>
            <p:nvPr/>
          </p:nvSpPr>
          <p:spPr>
            <a:xfrm>
              <a:off x="3407503" y="1772702"/>
              <a:ext cx="3530" cy="12053"/>
            </a:xfrm>
            <a:custGeom>
              <a:avLst/>
              <a:gdLst/>
              <a:ahLst/>
              <a:cxnLst/>
              <a:rect l="l" t="t" r="r" b="b"/>
              <a:pathLst>
                <a:path w="111" h="379" extrusionOk="0">
                  <a:moveTo>
                    <a:pt x="111" y="175"/>
                  </a:moveTo>
                  <a:lnTo>
                    <a:pt x="111" y="190"/>
                  </a:lnTo>
                  <a:lnTo>
                    <a:pt x="95" y="190"/>
                  </a:lnTo>
                  <a:lnTo>
                    <a:pt x="95" y="190"/>
                  </a:lnTo>
                  <a:cubicBezTo>
                    <a:pt x="95" y="221"/>
                    <a:pt x="79" y="238"/>
                    <a:pt x="64" y="238"/>
                  </a:cubicBezTo>
                  <a:lnTo>
                    <a:pt x="64" y="238"/>
                  </a:lnTo>
                  <a:lnTo>
                    <a:pt x="32" y="221"/>
                  </a:lnTo>
                  <a:cubicBezTo>
                    <a:pt x="32" y="238"/>
                    <a:pt x="16" y="253"/>
                    <a:pt x="1" y="269"/>
                  </a:cubicBezTo>
                  <a:lnTo>
                    <a:pt x="1" y="316"/>
                  </a:lnTo>
                  <a:lnTo>
                    <a:pt x="16" y="347"/>
                  </a:lnTo>
                  <a:lnTo>
                    <a:pt x="32" y="347"/>
                  </a:lnTo>
                  <a:lnTo>
                    <a:pt x="32" y="347"/>
                  </a:lnTo>
                  <a:cubicBezTo>
                    <a:pt x="48" y="347"/>
                    <a:pt x="64" y="347"/>
                    <a:pt x="79" y="379"/>
                  </a:cubicBezTo>
                  <a:lnTo>
                    <a:pt x="79" y="379"/>
                  </a:lnTo>
                  <a:cubicBezTo>
                    <a:pt x="95" y="379"/>
                    <a:pt x="95" y="347"/>
                    <a:pt x="95" y="332"/>
                  </a:cubicBezTo>
                  <a:lnTo>
                    <a:pt x="79" y="316"/>
                  </a:lnTo>
                  <a:lnTo>
                    <a:pt x="79" y="301"/>
                  </a:lnTo>
                  <a:cubicBezTo>
                    <a:pt x="95" y="284"/>
                    <a:pt x="95" y="253"/>
                    <a:pt x="111" y="238"/>
                  </a:cubicBezTo>
                  <a:lnTo>
                    <a:pt x="111" y="238"/>
                  </a:lnTo>
                  <a:lnTo>
                    <a:pt x="111" y="206"/>
                  </a:lnTo>
                  <a:lnTo>
                    <a:pt x="111" y="175"/>
                  </a:lnTo>
                  <a:close/>
                  <a:moveTo>
                    <a:pt x="79" y="1"/>
                  </a:moveTo>
                  <a:lnTo>
                    <a:pt x="64" y="1"/>
                  </a:lnTo>
                  <a:lnTo>
                    <a:pt x="64" y="1"/>
                  </a:lnTo>
                  <a:lnTo>
                    <a:pt x="64" y="1"/>
                  </a:lnTo>
                  <a:cubicBezTo>
                    <a:pt x="79" y="1"/>
                    <a:pt x="95" y="17"/>
                    <a:pt x="95" y="32"/>
                  </a:cubicBezTo>
                  <a:cubicBezTo>
                    <a:pt x="95" y="64"/>
                    <a:pt x="95" y="80"/>
                    <a:pt x="64" y="80"/>
                  </a:cubicBezTo>
                  <a:lnTo>
                    <a:pt x="48" y="80"/>
                  </a:lnTo>
                  <a:lnTo>
                    <a:pt x="48" y="80"/>
                  </a:lnTo>
                  <a:lnTo>
                    <a:pt x="48" y="112"/>
                  </a:lnTo>
                  <a:lnTo>
                    <a:pt x="48" y="112"/>
                  </a:lnTo>
                  <a:lnTo>
                    <a:pt x="95" y="112"/>
                  </a:lnTo>
                  <a:lnTo>
                    <a:pt x="111" y="112"/>
                  </a:lnTo>
                  <a:lnTo>
                    <a:pt x="111" y="64"/>
                  </a:lnTo>
                  <a:lnTo>
                    <a:pt x="111" y="32"/>
                  </a:lnTo>
                  <a:lnTo>
                    <a:pt x="111"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2" name="Google Shape;1542;p38"/>
            <p:cNvSpPr/>
            <p:nvPr/>
          </p:nvSpPr>
          <p:spPr>
            <a:xfrm>
              <a:off x="3188535" y="1799290"/>
              <a:ext cx="3530" cy="3021"/>
            </a:xfrm>
            <a:custGeom>
              <a:avLst/>
              <a:gdLst/>
              <a:ahLst/>
              <a:cxnLst/>
              <a:rect l="l" t="t" r="r" b="b"/>
              <a:pathLst>
                <a:path w="111" h="95" extrusionOk="0">
                  <a:moveTo>
                    <a:pt x="32" y="0"/>
                  </a:moveTo>
                  <a:lnTo>
                    <a:pt x="16" y="0"/>
                  </a:lnTo>
                  <a:lnTo>
                    <a:pt x="16" y="0"/>
                  </a:lnTo>
                  <a:lnTo>
                    <a:pt x="0" y="0"/>
                  </a:lnTo>
                  <a:lnTo>
                    <a:pt x="0" y="16"/>
                  </a:lnTo>
                  <a:lnTo>
                    <a:pt x="0" y="47"/>
                  </a:lnTo>
                  <a:lnTo>
                    <a:pt x="16" y="79"/>
                  </a:lnTo>
                  <a:cubicBezTo>
                    <a:pt x="32" y="79"/>
                    <a:pt x="48" y="95"/>
                    <a:pt x="48" y="95"/>
                  </a:cubicBezTo>
                  <a:cubicBezTo>
                    <a:pt x="63" y="95"/>
                    <a:pt x="63" y="95"/>
                    <a:pt x="63" y="79"/>
                  </a:cubicBezTo>
                  <a:lnTo>
                    <a:pt x="79" y="79"/>
                  </a:lnTo>
                  <a:cubicBezTo>
                    <a:pt x="95" y="63"/>
                    <a:pt x="111" y="47"/>
                    <a:pt x="111" y="32"/>
                  </a:cubicBezTo>
                  <a:lnTo>
                    <a:pt x="63" y="47"/>
                  </a:lnTo>
                  <a:lnTo>
                    <a:pt x="63" y="47"/>
                  </a:lnTo>
                  <a:cubicBezTo>
                    <a:pt x="48" y="47"/>
                    <a:pt x="32" y="32"/>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3" name="Google Shape;1543;p38"/>
            <p:cNvSpPr/>
            <p:nvPr/>
          </p:nvSpPr>
          <p:spPr>
            <a:xfrm>
              <a:off x="3392492" y="1774229"/>
              <a:ext cx="5025" cy="3530"/>
            </a:xfrm>
            <a:custGeom>
              <a:avLst/>
              <a:gdLst/>
              <a:ahLst/>
              <a:cxnLst/>
              <a:rect l="l" t="t" r="r" b="b"/>
              <a:pathLst>
                <a:path w="158" h="111" extrusionOk="0">
                  <a:moveTo>
                    <a:pt x="78" y="1"/>
                  </a:moveTo>
                  <a:lnTo>
                    <a:pt x="63" y="1"/>
                  </a:lnTo>
                  <a:cubicBezTo>
                    <a:pt x="47" y="16"/>
                    <a:pt x="47" y="16"/>
                    <a:pt x="32" y="16"/>
                  </a:cubicBezTo>
                  <a:lnTo>
                    <a:pt x="15" y="64"/>
                  </a:lnTo>
                  <a:lnTo>
                    <a:pt x="0" y="79"/>
                  </a:lnTo>
                  <a:lnTo>
                    <a:pt x="0" y="95"/>
                  </a:lnTo>
                  <a:lnTo>
                    <a:pt x="0" y="110"/>
                  </a:lnTo>
                  <a:lnTo>
                    <a:pt x="0" y="110"/>
                  </a:lnTo>
                  <a:lnTo>
                    <a:pt x="15" y="95"/>
                  </a:lnTo>
                  <a:cubicBezTo>
                    <a:pt x="32" y="79"/>
                    <a:pt x="47" y="79"/>
                    <a:pt x="78" y="79"/>
                  </a:cubicBezTo>
                  <a:lnTo>
                    <a:pt x="95" y="79"/>
                  </a:lnTo>
                  <a:lnTo>
                    <a:pt x="110" y="79"/>
                  </a:lnTo>
                  <a:cubicBezTo>
                    <a:pt x="126" y="79"/>
                    <a:pt x="141" y="79"/>
                    <a:pt x="141" y="64"/>
                  </a:cubicBezTo>
                  <a:cubicBezTo>
                    <a:pt x="158" y="47"/>
                    <a:pt x="141" y="32"/>
                    <a:pt x="126" y="16"/>
                  </a:cubicBezTo>
                  <a:cubicBezTo>
                    <a:pt x="110" y="16"/>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4" name="Google Shape;1544;p38"/>
            <p:cNvSpPr/>
            <p:nvPr/>
          </p:nvSpPr>
          <p:spPr>
            <a:xfrm>
              <a:off x="3430561" y="1772225"/>
              <a:ext cx="7060" cy="8523"/>
            </a:xfrm>
            <a:custGeom>
              <a:avLst/>
              <a:gdLst/>
              <a:ahLst/>
              <a:cxnLst/>
              <a:rect l="l" t="t" r="r" b="b"/>
              <a:pathLst>
                <a:path w="222" h="268" extrusionOk="0">
                  <a:moveTo>
                    <a:pt x="221" y="205"/>
                  </a:moveTo>
                  <a:lnTo>
                    <a:pt x="205" y="205"/>
                  </a:lnTo>
                  <a:cubicBezTo>
                    <a:pt x="190" y="205"/>
                    <a:pt x="173" y="205"/>
                    <a:pt x="158" y="221"/>
                  </a:cubicBezTo>
                  <a:lnTo>
                    <a:pt x="158" y="221"/>
                  </a:lnTo>
                  <a:cubicBezTo>
                    <a:pt x="173" y="236"/>
                    <a:pt x="173" y="236"/>
                    <a:pt x="173" y="253"/>
                  </a:cubicBezTo>
                  <a:cubicBezTo>
                    <a:pt x="190" y="268"/>
                    <a:pt x="205" y="268"/>
                    <a:pt x="205" y="268"/>
                  </a:cubicBezTo>
                  <a:lnTo>
                    <a:pt x="221" y="268"/>
                  </a:lnTo>
                  <a:lnTo>
                    <a:pt x="221" y="236"/>
                  </a:lnTo>
                  <a:lnTo>
                    <a:pt x="221" y="236"/>
                  </a:lnTo>
                  <a:cubicBezTo>
                    <a:pt x="221" y="221"/>
                    <a:pt x="205" y="221"/>
                    <a:pt x="221" y="205"/>
                  </a:cubicBezTo>
                  <a:lnTo>
                    <a:pt x="221" y="205"/>
                  </a:lnTo>
                  <a:close/>
                  <a:moveTo>
                    <a:pt x="47" y="1"/>
                  </a:moveTo>
                  <a:lnTo>
                    <a:pt x="32" y="1"/>
                  </a:lnTo>
                  <a:cubicBezTo>
                    <a:pt x="16" y="1"/>
                    <a:pt x="16" y="16"/>
                    <a:pt x="1" y="32"/>
                  </a:cubicBezTo>
                  <a:cubicBezTo>
                    <a:pt x="1" y="47"/>
                    <a:pt x="16" y="47"/>
                    <a:pt x="16" y="64"/>
                  </a:cubicBezTo>
                  <a:cubicBezTo>
                    <a:pt x="16" y="64"/>
                    <a:pt x="32" y="64"/>
                    <a:pt x="32" y="79"/>
                  </a:cubicBezTo>
                  <a:lnTo>
                    <a:pt x="110" y="79"/>
                  </a:lnTo>
                  <a:lnTo>
                    <a:pt x="110" y="95"/>
                  </a:lnTo>
                  <a:cubicBezTo>
                    <a:pt x="127" y="110"/>
                    <a:pt x="127" y="142"/>
                    <a:pt x="127" y="158"/>
                  </a:cubicBezTo>
                  <a:lnTo>
                    <a:pt x="127" y="158"/>
                  </a:lnTo>
                  <a:cubicBezTo>
                    <a:pt x="158" y="142"/>
                    <a:pt x="173" y="142"/>
                    <a:pt x="190" y="142"/>
                  </a:cubicBezTo>
                  <a:lnTo>
                    <a:pt x="205" y="142"/>
                  </a:lnTo>
                  <a:lnTo>
                    <a:pt x="190" y="127"/>
                  </a:lnTo>
                  <a:lnTo>
                    <a:pt x="190" y="79"/>
                  </a:lnTo>
                  <a:cubicBezTo>
                    <a:pt x="173" y="64"/>
                    <a:pt x="173" y="64"/>
                    <a:pt x="173" y="47"/>
                  </a:cubicBezTo>
                  <a:cubicBezTo>
                    <a:pt x="173" y="32"/>
                    <a:pt x="158" y="16"/>
                    <a:pt x="142" y="16"/>
                  </a:cubicBezTo>
                  <a:lnTo>
                    <a:pt x="127" y="16"/>
                  </a:lnTo>
                  <a:lnTo>
                    <a:pt x="127" y="16"/>
                  </a:lnTo>
                  <a:cubicBezTo>
                    <a:pt x="142" y="32"/>
                    <a:pt x="127" y="47"/>
                    <a:pt x="110" y="64"/>
                  </a:cubicBezTo>
                  <a:lnTo>
                    <a:pt x="95" y="64"/>
                  </a:lnTo>
                  <a:cubicBezTo>
                    <a:pt x="79" y="64"/>
                    <a:pt x="64" y="64"/>
                    <a:pt x="64" y="47"/>
                  </a:cubicBezTo>
                  <a:cubicBezTo>
                    <a:pt x="64" y="47"/>
                    <a:pt x="64" y="32"/>
                    <a:pt x="47"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5" name="Google Shape;1545;p38"/>
            <p:cNvSpPr/>
            <p:nvPr/>
          </p:nvSpPr>
          <p:spPr>
            <a:xfrm>
              <a:off x="3414023" y="1787268"/>
              <a:ext cx="8555" cy="5025"/>
            </a:xfrm>
            <a:custGeom>
              <a:avLst/>
              <a:gdLst/>
              <a:ahLst/>
              <a:cxnLst/>
              <a:rect l="l" t="t" r="r" b="b"/>
              <a:pathLst>
                <a:path w="269" h="158" extrusionOk="0">
                  <a:moveTo>
                    <a:pt x="189" y="0"/>
                  </a:moveTo>
                  <a:lnTo>
                    <a:pt x="189" y="0"/>
                  </a:lnTo>
                  <a:cubicBezTo>
                    <a:pt x="174" y="0"/>
                    <a:pt x="158" y="15"/>
                    <a:pt x="158" y="32"/>
                  </a:cubicBezTo>
                  <a:cubicBezTo>
                    <a:pt x="158" y="47"/>
                    <a:pt x="158" y="63"/>
                    <a:pt x="174" y="63"/>
                  </a:cubicBezTo>
                  <a:lnTo>
                    <a:pt x="158" y="78"/>
                  </a:lnTo>
                  <a:lnTo>
                    <a:pt x="158" y="78"/>
                  </a:lnTo>
                  <a:lnTo>
                    <a:pt x="158" y="78"/>
                  </a:lnTo>
                  <a:lnTo>
                    <a:pt x="143" y="78"/>
                  </a:lnTo>
                  <a:lnTo>
                    <a:pt x="143" y="78"/>
                  </a:lnTo>
                  <a:lnTo>
                    <a:pt x="143" y="78"/>
                  </a:lnTo>
                  <a:lnTo>
                    <a:pt x="143" y="110"/>
                  </a:lnTo>
                  <a:cubicBezTo>
                    <a:pt x="126" y="126"/>
                    <a:pt x="111" y="141"/>
                    <a:pt x="95" y="141"/>
                  </a:cubicBezTo>
                  <a:lnTo>
                    <a:pt x="95" y="141"/>
                  </a:lnTo>
                  <a:cubicBezTo>
                    <a:pt x="79" y="141"/>
                    <a:pt x="63" y="110"/>
                    <a:pt x="63" y="95"/>
                  </a:cubicBezTo>
                  <a:lnTo>
                    <a:pt x="63" y="95"/>
                  </a:lnTo>
                  <a:lnTo>
                    <a:pt x="32" y="95"/>
                  </a:lnTo>
                  <a:cubicBezTo>
                    <a:pt x="16" y="95"/>
                    <a:pt x="0" y="110"/>
                    <a:pt x="0" y="126"/>
                  </a:cubicBezTo>
                  <a:cubicBezTo>
                    <a:pt x="0" y="141"/>
                    <a:pt x="16" y="141"/>
                    <a:pt x="16" y="141"/>
                  </a:cubicBezTo>
                  <a:lnTo>
                    <a:pt x="16" y="141"/>
                  </a:lnTo>
                  <a:lnTo>
                    <a:pt x="16" y="141"/>
                  </a:lnTo>
                  <a:cubicBezTo>
                    <a:pt x="32" y="141"/>
                    <a:pt x="48" y="158"/>
                    <a:pt x="48" y="158"/>
                  </a:cubicBezTo>
                  <a:lnTo>
                    <a:pt x="79" y="158"/>
                  </a:lnTo>
                  <a:cubicBezTo>
                    <a:pt x="95" y="158"/>
                    <a:pt x="111" y="141"/>
                    <a:pt x="111" y="141"/>
                  </a:cubicBezTo>
                  <a:lnTo>
                    <a:pt x="143" y="141"/>
                  </a:lnTo>
                  <a:cubicBezTo>
                    <a:pt x="143" y="126"/>
                    <a:pt x="143" y="126"/>
                    <a:pt x="158" y="126"/>
                  </a:cubicBezTo>
                  <a:lnTo>
                    <a:pt x="158" y="126"/>
                  </a:lnTo>
                  <a:cubicBezTo>
                    <a:pt x="174" y="126"/>
                    <a:pt x="174" y="141"/>
                    <a:pt x="189" y="141"/>
                  </a:cubicBezTo>
                  <a:lnTo>
                    <a:pt x="189" y="141"/>
                  </a:lnTo>
                  <a:lnTo>
                    <a:pt x="252" y="95"/>
                  </a:lnTo>
                  <a:cubicBezTo>
                    <a:pt x="252" y="78"/>
                    <a:pt x="252" y="78"/>
                    <a:pt x="237" y="78"/>
                  </a:cubicBezTo>
                  <a:cubicBezTo>
                    <a:pt x="237" y="63"/>
                    <a:pt x="252" y="47"/>
                    <a:pt x="269" y="32"/>
                  </a:cubicBezTo>
                  <a:lnTo>
                    <a:pt x="252" y="15"/>
                  </a:lnTo>
                  <a:lnTo>
                    <a:pt x="252" y="15"/>
                  </a:lnTo>
                  <a:lnTo>
                    <a:pt x="20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6" name="Google Shape;1546;p38"/>
            <p:cNvSpPr/>
            <p:nvPr/>
          </p:nvSpPr>
          <p:spPr>
            <a:xfrm>
              <a:off x="3176004" y="1810803"/>
              <a:ext cx="6520" cy="7028"/>
            </a:xfrm>
            <a:custGeom>
              <a:avLst/>
              <a:gdLst/>
              <a:ahLst/>
              <a:cxnLst/>
              <a:rect l="l" t="t" r="r" b="b"/>
              <a:pathLst>
                <a:path w="205" h="221" extrusionOk="0">
                  <a:moveTo>
                    <a:pt x="110" y="0"/>
                  </a:moveTo>
                  <a:lnTo>
                    <a:pt x="110" y="0"/>
                  </a:lnTo>
                  <a:cubicBezTo>
                    <a:pt x="110" y="0"/>
                    <a:pt x="95" y="0"/>
                    <a:pt x="95" y="17"/>
                  </a:cubicBezTo>
                  <a:lnTo>
                    <a:pt x="79" y="32"/>
                  </a:lnTo>
                  <a:lnTo>
                    <a:pt x="79" y="32"/>
                  </a:lnTo>
                  <a:cubicBezTo>
                    <a:pt x="79" y="48"/>
                    <a:pt x="79" y="48"/>
                    <a:pt x="64" y="63"/>
                  </a:cubicBezTo>
                  <a:cubicBezTo>
                    <a:pt x="64" y="80"/>
                    <a:pt x="64" y="95"/>
                    <a:pt x="47" y="95"/>
                  </a:cubicBezTo>
                  <a:lnTo>
                    <a:pt x="32" y="95"/>
                  </a:lnTo>
                  <a:lnTo>
                    <a:pt x="16" y="95"/>
                  </a:lnTo>
                  <a:cubicBezTo>
                    <a:pt x="1" y="95"/>
                    <a:pt x="1" y="111"/>
                    <a:pt x="1" y="111"/>
                  </a:cubicBezTo>
                  <a:lnTo>
                    <a:pt x="16" y="189"/>
                  </a:lnTo>
                  <a:cubicBezTo>
                    <a:pt x="16" y="206"/>
                    <a:pt x="16" y="206"/>
                    <a:pt x="32" y="221"/>
                  </a:cubicBezTo>
                  <a:lnTo>
                    <a:pt x="47" y="189"/>
                  </a:lnTo>
                  <a:cubicBezTo>
                    <a:pt x="47" y="174"/>
                    <a:pt x="64" y="174"/>
                    <a:pt x="79" y="174"/>
                  </a:cubicBezTo>
                  <a:lnTo>
                    <a:pt x="79" y="174"/>
                  </a:lnTo>
                  <a:lnTo>
                    <a:pt x="95" y="174"/>
                  </a:lnTo>
                  <a:cubicBezTo>
                    <a:pt x="110" y="189"/>
                    <a:pt x="110" y="206"/>
                    <a:pt x="110" y="221"/>
                  </a:cubicBezTo>
                  <a:lnTo>
                    <a:pt x="95" y="221"/>
                  </a:lnTo>
                  <a:cubicBezTo>
                    <a:pt x="127" y="221"/>
                    <a:pt x="142" y="221"/>
                    <a:pt x="158" y="206"/>
                  </a:cubicBezTo>
                  <a:lnTo>
                    <a:pt x="158" y="206"/>
                  </a:lnTo>
                  <a:cubicBezTo>
                    <a:pt x="173" y="189"/>
                    <a:pt x="173" y="174"/>
                    <a:pt x="190" y="174"/>
                  </a:cubicBezTo>
                  <a:lnTo>
                    <a:pt x="190" y="174"/>
                  </a:lnTo>
                  <a:cubicBezTo>
                    <a:pt x="205" y="158"/>
                    <a:pt x="205" y="126"/>
                    <a:pt x="190" y="126"/>
                  </a:cubicBezTo>
                  <a:lnTo>
                    <a:pt x="173" y="126"/>
                  </a:lnTo>
                  <a:cubicBezTo>
                    <a:pt x="158" y="126"/>
                    <a:pt x="142" y="126"/>
                    <a:pt x="142" y="143"/>
                  </a:cubicBezTo>
                  <a:cubicBezTo>
                    <a:pt x="127" y="158"/>
                    <a:pt x="127" y="158"/>
                    <a:pt x="95" y="158"/>
                  </a:cubicBezTo>
                  <a:lnTo>
                    <a:pt x="79" y="158"/>
                  </a:lnTo>
                  <a:lnTo>
                    <a:pt x="79" y="126"/>
                  </a:lnTo>
                  <a:lnTo>
                    <a:pt x="142" y="63"/>
                  </a:lnTo>
                  <a:cubicBezTo>
                    <a:pt x="158" y="48"/>
                    <a:pt x="158" y="32"/>
                    <a:pt x="142" y="17"/>
                  </a:cubicBezTo>
                  <a:cubicBezTo>
                    <a:pt x="127" y="0"/>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7" name="Google Shape;1547;p38"/>
            <p:cNvSpPr/>
            <p:nvPr/>
          </p:nvSpPr>
          <p:spPr>
            <a:xfrm>
              <a:off x="3345390" y="1821330"/>
              <a:ext cx="5502" cy="1049"/>
            </a:xfrm>
            <a:custGeom>
              <a:avLst/>
              <a:gdLst/>
              <a:ahLst/>
              <a:cxnLst/>
              <a:rect l="l" t="t" r="r" b="b"/>
              <a:pathLst>
                <a:path w="173" h="33" extrusionOk="0">
                  <a:moveTo>
                    <a:pt x="95" y="1"/>
                  </a:moveTo>
                  <a:lnTo>
                    <a:pt x="78" y="1"/>
                  </a:lnTo>
                  <a:lnTo>
                    <a:pt x="78" y="1"/>
                  </a:lnTo>
                  <a:lnTo>
                    <a:pt x="63" y="1"/>
                  </a:lnTo>
                  <a:cubicBezTo>
                    <a:pt x="47" y="1"/>
                    <a:pt x="15" y="16"/>
                    <a:pt x="0" y="32"/>
                  </a:cubicBezTo>
                  <a:cubicBezTo>
                    <a:pt x="63" y="32"/>
                    <a:pt x="110" y="16"/>
                    <a:pt x="173" y="16"/>
                  </a:cubicBezTo>
                  <a:cubicBezTo>
                    <a:pt x="141"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8" name="Google Shape;1548;p38"/>
            <p:cNvSpPr/>
            <p:nvPr/>
          </p:nvSpPr>
          <p:spPr>
            <a:xfrm>
              <a:off x="3097831" y="1789272"/>
              <a:ext cx="6042" cy="4516"/>
            </a:xfrm>
            <a:custGeom>
              <a:avLst/>
              <a:gdLst/>
              <a:ahLst/>
              <a:cxnLst/>
              <a:rect l="l" t="t" r="r" b="b"/>
              <a:pathLst>
                <a:path w="190" h="142" extrusionOk="0">
                  <a:moveTo>
                    <a:pt x="32" y="0"/>
                  </a:moveTo>
                  <a:lnTo>
                    <a:pt x="32" y="0"/>
                  </a:lnTo>
                  <a:lnTo>
                    <a:pt x="32" y="0"/>
                  </a:lnTo>
                  <a:lnTo>
                    <a:pt x="16" y="63"/>
                  </a:lnTo>
                  <a:lnTo>
                    <a:pt x="1" y="63"/>
                  </a:lnTo>
                  <a:lnTo>
                    <a:pt x="1" y="110"/>
                  </a:lnTo>
                  <a:cubicBezTo>
                    <a:pt x="16" y="126"/>
                    <a:pt x="16" y="141"/>
                    <a:pt x="48" y="141"/>
                  </a:cubicBezTo>
                  <a:lnTo>
                    <a:pt x="48" y="141"/>
                  </a:lnTo>
                  <a:lnTo>
                    <a:pt x="95" y="141"/>
                  </a:lnTo>
                  <a:lnTo>
                    <a:pt x="95" y="126"/>
                  </a:lnTo>
                  <a:lnTo>
                    <a:pt x="127" y="126"/>
                  </a:lnTo>
                  <a:lnTo>
                    <a:pt x="127" y="126"/>
                  </a:lnTo>
                  <a:lnTo>
                    <a:pt x="142" y="126"/>
                  </a:lnTo>
                  <a:lnTo>
                    <a:pt x="142" y="126"/>
                  </a:lnTo>
                  <a:lnTo>
                    <a:pt x="158" y="126"/>
                  </a:lnTo>
                  <a:cubicBezTo>
                    <a:pt x="174" y="126"/>
                    <a:pt x="190" y="110"/>
                    <a:pt x="190" y="95"/>
                  </a:cubicBezTo>
                  <a:cubicBezTo>
                    <a:pt x="174" y="78"/>
                    <a:pt x="174" y="63"/>
                    <a:pt x="142" y="63"/>
                  </a:cubicBezTo>
                  <a:lnTo>
                    <a:pt x="142" y="63"/>
                  </a:lnTo>
                  <a:lnTo>
                    <a:pt x="79" y="63"/>
                  </a:lnTo>
                  <a:lnTo>
                    <a:pt x="64" y="32"/>
                  </a:lnTo>
                  <a:cubicBezTo>
                    <a:pt x="64"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9" name="Google Shape;1549;p38"/>
            <p:cNvSpPr/>
            <p:nvPr/>
          </p:nvSpPr>
          <p:spPr>
            <a:xfrm>
              <a:off x="3015141" y="1798272"/>
              <a:ext cx="2035" cy="4039"/>
            </a:xfrm>
            <a:custGeom>
              <a:avLst/>
              <a:gdLst/>
              <a:ahLst/>
              <a:cxnLst/>
              <a:rect l="l" t="t" r="r" b="b"/>
              <a:pathLst>
                <a:path w="64" h="127" extrusionOk="0">
                  <a:moveTo>
                    <a:pt x="17" y="64"/>
                  </a:moveTo>
                  <a:lnTo>
                    <a:pt x="17" y="79"/>
                  </a:lnTo>
                  <a:lnTo>
                    <a:pt x="17" y="95"/>
                  </a:lnTo>
                  <a:cubicBezTo>
                    <a:pt x="17" y="111"/>
                    <a:pt x="32" y="111"/>
                    <a:pt x="32" y="127"/>
                  </a:cubicBezTo>
                  <a:lnTo>
                    <a:pt x="64" y="111"/>
                  </a:lnTo>
                  <a:lnTo>
                    <a:pt x="64" y="79"/>
                  </a:lnTo>
                  <a:lnTo>
                    <a:pt x="64" y="79"/>
                  </a:lnTo>
                  <a:lnTo>
                    <a:pt x="64" y="79"/>
                  </a:lnTo>
                  <a:lnTo>
                    <a:pt x="48" y="79"/>
                  </a:lnTo>
                  <a:lnTo>
                    <a:pt x="32" y="79"/>
                  </a:lnTo>
                  <a:cubicBezTo>
                    <a:pt x="32" y="79"/>
                    <a:pt x="32" y="64"/>
                    <a:pt x="17" y="64"/>
                  </a:cubicBezTo>
                  <a:close/>
                  <a:moveTo>
                    <a:pt x="32" y="1"/>
                  </a:moveTo>
                  <a:lnTo>
                    <a:pt x="32" y="1"/>
                  </a:lnTo>
                  <a:cubicBezTo>
                    <a:pt x="17" y="1"/>
                    <a:pt x="1" y="16"/>
                    <a:pt x="1" y="32"/>
                  </a:cubicBezTo>
                  <a:lnTo>
                    <a:pt x="1" y="32"/>
                  </a:lnTo>
                  <a:lnTo>
                    <a:pt x="1" y="32"/>
                  </a:lnTo>
                  <a:lnTo>
                    <a:pt x="1" y="32"/>
                  </a:lnTo>
                  <a:cubicBezTo>
                    <a:pt x="1" y="16"/>
                    <a:pt x="17" y="16"/>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0" name="Google Shape;1550;p38"/>
            <p:cNvSpPr/>
            <p:nvPr/>
          </p:nvSpPr>
          <p:spPr>
            <a:xfrm>
              <a:off x="3415009" y="1779731"/>
              <a:ext cx="7060" cy="6042"/>
            </a:xfrm>
            <a:custGeom>
              <a:avLst/>
              <a:gdLst/>
              <a:ahLst/>
              <a:cxnLst/>
              <a:rect l="l" t="t" r="r" b="b"/>
              <a:pathLst>
                <a:path w="222" h="190" extrusionOk="0">
                  <a:moveTo>
                    <a:pt x="143" y="0"/>
                  </a:moveTo>
                  <a:lnTo>
                    <a:pt x="143" y="0"/>
                  </a:lnTo>
                  <a:lnTo>
                    <a:pt x="143" y="17"/>
                  </a:lnTo>
                  <a:cubicBezTo>
                    <a:pt x="158" y="32"/>
                    <a:pt x="143" y="48"/>
                    <a:pt x="127" y="63"/>
                  </a:cubicBezTo>
                  <a:lnTo>
                    <a:pt x="143" y="111"/>
                  </a:lnTo>
                  <a:cubicBezTo>
                    <a:pt x="127" y="126"/>
                    <a:pt x="95" y="126"/>
                    <a:pt x="80" y="126"/>
                  </a:cubicBezTo>
                  <a:lnTo>
                    <a:pt x="32" y="126"/>
                  </a:lnTo>
                  <a:lnTo>
                    <a:pt x="1" y="189"/>
                  </a:lnTo>
                  <a:lnTo>
                    <a:pt x="1" y="189"/>
                  </a:lnTo>
                  <a:lnTo>
                    <a:pt x="1" y="174"/>
                  </a:lnTo>
                  <a:lnTo>
                    <a:pt x="32" y="158"/>
                  </a:lnTo>
                  <a:lnTo>
                    <a:pt x="48" y="158"/>
                  </a:lnTo>
                  <a:lnTo>
                    <a:pt x="48" y="158"/>
                  </a:lnTo>
                  <a:cubicBezTo>
                    <a:pt x="64" y="158"/>
                    <a:pt x="80" y="158"/>
                    <a:pt x="80" y="174"/>
                  </a:cubicBezTo>
                  <a:cubicBezTo>
                    <a:pt x="95" y="174"/>
                    <a:pt x="95" y="189"/>
                    <a:pt x="95" y="189"/>
                  </a:cubicBezTo>
                  <a:lnTo>
                    <a:pt x="95" y="189"/>
                  </a:lnTo>
                  <a:lnTo>
                    <a:pt x="127" y="189"/>
                  </a:lnTo>
                  <a:cubicBezTo>
                    <a:pt x="143" y="189"/>
                    <a:pt x="158" y="189"/>
                    <a:pt x="158" y="174"/>
                  </a:cubicBezTo>
                  <a:cubicBezTo>
                    <a:pt x="175" y="174"/>
                    <a:pt x="190" y="174"/>
                    <a:pt x="206" y="158"/>
                  </a:cubicBezTo>
                  <a:cubicBezTo>
                    <a:pt x="206" y="158"/>
                    <a:pt x="221" y="143"/>
                    <a:pt x="221" y="126"/>
                  </a:cubicBezTo>
                  <a:lnTo>
                    <a:pt x="221" y="126"/>
                  </a:lnTo>
                  <a:lnTo>
                    <a:pt x="190" y="32"/>
                  </a:lnTo>
                  <a:lnTo>
                    <a:pt x="190" y="17"/>
                  </a:lnTo>
                  <a:lnTo>
                    <a:pt x="175" y="17"/>
                  </a:lnTo>
                  <a:cubicBezTo>
                    <a:pt x="158" y="17"/>
                    <a:pt x="158" y="0"/>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1" name="Google Shape;1551;p38"/>
            <p:cNvSpPr/>
            <p:nvPr/>
          </p:nvSpPr>
          <p:spPr>
            <a:xfrm>
              <a:off x="3443600" y="1793279"/>
              <a:ext cx="5025" cy="5025"/>
            </a:xfrm>
            <a:custGeom>
              <a:avLst/>
              <a:gdLst/>
              <a:ahLst/>
              <a:cxnLst/>
              <a:rect l="l" t="t" r="r" b="b"/>
              <a:pathLst>
                <a:path w="158" h="158" extrusionOk="0">
                  <a:moveTo>
                    <a:pt x="78" y="0"/>
                  </a:moveTo>
                  <a:cubicBezTo>
                    <a:pt x="63" y="0"/>
                    <a:pt x="47" y="15"/>
                    <a:pt x="32" y="15"/>
                  </a:cubicBezTo>
                  <a:lnTo>
                    <a:pt x="15" y="15"/>
                  </a:lnTo>
                  <a:cubicBezTo>
                    <a:pt x="15" y="15"/>
                    <a:pt x="0" y="15"/>
                    <a:pt x="0" y="0"/>
                  </a:cubicBezTo>
                  <a:cubicBezTo>
                    <a:pt x="0" y="15"/>
                    <a:pt x="0" y="32"/>
                    <a:pt x="15" y="47"/>
                  </a:cubicBezTo>
                  <a:lnTo>
                    <a:pt x="15" y="47"/>
                  </a:lnTo>
                  <a:lnTo>
                    <a:pt x="32" y="47"/>
                  </a:lnTo>
                  <a:lnTo>
                    <a:pt x="47" y="63"/>
                  </a:lnTo>
                  <a:cubicBezTo>
                    <a:pt x="78" y="78"/>
                    <a:pt x="95" y="95"/>
                    <a:pt x="95" y="110"/>
                  </a:cubicBezTo>
                  <a:lnTo>
                    <a:pt x="95" y="110"/>
                  </a:lnTo>
                  <a:lnTo>
                    <a:pt x="95" y="110"/>
                  </a:lnTo>
                  <a:cubicBezTo>
                    <a:pt x="110" y="126"/>
                    <a:pt x="110" y="126"/>
                    <a:pt x="110" y="141"/>
                  </a:cubicBezTo>
                  <a:lnTo>
                    <a:pt x="126" y="141"/>
                  </a:lnTo>
                  <a:cubicBezTo>
                    <a:pt x="126" y="141"/>
                    <a:pt x="141" y="141"/>
                    <a:pt x="141" y="158"/>
                  </a:cubicBezTo>
                  <a:lnTo>
                    <a:pt x="141" y="141"/>
                  </a:lnTo>
                  <a:cubicBezTo>
                    <a:pt x="158" y="110"/>
                    <a:pt x="158" y="95"/>
                    <a:pt x="158" y="63"/>
                  </a:cubicBezTo>
                  <a:lnTo>
                    <a:pt x="158" y="78"/>
                  </a:lnTo>
                  <a:lnTo>
                    <a:pt x="126" y="78"/>
                  </a:lnTo>
                  <a:lnTo>
                    <a:pt x="95" y="78"/>
                  </a:lnTo>
                  <a:cubicBezTo>
                    <a:pt x="95" y="63"/>
                    <a:pt x="78" y="47"/>
                    <a:pt x="95" y="32"/>
                  </a:cubicBezTo>
                  <a:lnTo>
                    <a:pt x="110" y="15"/>
                  </a:lnTo>
                  <a:cubicBezTo>
                    <a:pt x="95" y="15"/>
                    <a:pt x="78" y="0"/>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2" name="Google Shape;1552;p38"/>
            <p:cNvSpPr/>
            <p:nvPr/>
          </p:nvSpPr>
          <p:spPr>
            <a:xfrm>
              <a:off x="3394972" y="1813792"/>
              <a:ext cx="3021" cy="2576"/>
            </a:xfrm>
            <a:custGeom>
              <a:avLst/>
              <a:gdLst/>
              <a:ahLst/>
              <a:cxnLst/>
              <a:rect l="l" t="t" r="r" b="b"/>
              <a:pathLst>
                <a:path w="95" h="81" extrusionOk="0">
                  <a:moveTo>
                    <a:pt x="80" y="1"/>
                  </a:moveTo>
                  <a:cubicBezTo>
                    <a:pt x="80" y="17"/>
                    <a:pt x="63" y="32"/>
                    <a:pt x="48" y="32"/>
                  </a:cubicBezTo>
                  <a:lnTo>
                    <a:pt x="0" y="49"/>
                  </a:lnTo>
                  <a:lnTo>
                    <a:pt x="0" y="64"/>
                  </a:lnTo>
                  <a:cubicBezTo>
                    <a:pt x="0" y="64"/>
                    <a:pt x="0" y="80"/>
                    <a:pt x="17" y="80"/>
                  </a:cubicBezTo>
                  <a:lnTo>
                    <a:pt x="63" y="64"/>
                  </a:lnTo>
                  <a:cubicBezTo>
                    <a:pt x="80" y="64"/>
                    <a:pt x="95" y="49"/>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3" name="Google Shape;1553;p38"/>
            <p:cNvSpPr/>
            <p:nvPr/>
          </p:nvSpPr>
          <p:spPr>
            <a:xfrm>
              <a:off x="3421560" y="1807304"/>
              <a:ext cx="5025" cy="4039"/>
            </a:xfrm>
            <a:custGeom>
              <a:avLst/>
              <a:gdLst/>
              <a:ahLst/>
              <a:cxnLst/>
              <a:rect l="l" t="t" r="r" b="b"/>
              <a:pathLst>
                <a:path w="158" h="127" extrusionOk="0">
                  <a:moveTo>
                    <a:pt x="32" y="0"/>
                  </a:moveTo>
                  <a:cubicBezTo>
                    <a:pt x="15" y="0"/>
                    <a:pt x="0" y="16"/>
                    <a:pt x="0" y="32"/>
                  </a:cubicBezTo>
                  <a:lnTo>
                    <a:pt x="15" y="95"/>
                  </a:lnTo>
                  <a:cubicBezTo>
                    <a:pt x="15" y="95"/>
                    <a:pt x="15" y="110"/>
                    <a:pt x="32" y="110"/>
                  </a:cubicBezTo>
                  <a:cubicBezTo>
                    <a:pt x="32" y="127"/>
                    <a:pt x="47" y="127"/>
                    <a:pt x="47" y="127"/>
                  </a:cubicBezTo>
                  <a:lnTo>
                    <a:pt x="63" y="110"/>
                  </a:lnTo>
                  <a:lnTo>
                    <a:pt x="78" y="127"/>
                  </a:lnTo>
                  <a:lnTo>
                    <a:pt x="110" y="127"/>
                  </a:lnTo>
                  <a:cubicBezTo>
                    <a:pt x="141" y="127"/>
                    <a:pt x="158" y="127"/>
                    <a:pt x="158" y="110"/>
                  </a:cubicBezTo>
                  <a:lnTo>
                    <a:pt x="110" y="79"/>
                  </a:lnTo>
                  <a:cubicBezTo>
                    <a:pt x="110" y="79"/>
                    <a:pt x="95" y="95"/>
                    <a:pt x="78" y="95"/>
                  </a:cubicBezTo>
                  <a:lnTo>
                    <a:pt x="63" y="95"/>
                  </a:lnTo>
                  <a:cubicBezTo>
                    <a:pt x="47" y="79"/>
                    <a:pt x="47" y="63"/>
                    <a:pt x="47" y="47"/>
                  </a:cubicBezTo>
                  <a:lnTo>
                    <a:pt x="4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4" name="Google Shape;1554;p38"/>
            <p:cNvSpPr/>
            <p:nvPr/>
          </p:nvSpPr>
          <p:spPr>
            <a:xfrm>
              <a:off x="3352387" y="1814333"/>
              <a:ext cx="3053" cy="2512"/>
            </a:xfrm>
            <a:custGeom>
              <a:avLst/>
              <a:gdLst/>
              <a:ahLst/>
              <a:cxnLst/>
              <a:rect l="l" t="t" r="r" b="b"/>
              <a:pathLst>
                <a:path w="96" h="79" extrusionOk="0">
                  <a:moveTo>
                    <a:pt x="32" y="0"/>
                  </a:moveTo>
                  <a:lnTo>
                    <a:pt x="16" y="32"/>
                  </a:lnTo>
                  <a:lnTo>
                    <a:pt x="1" y="63"/>
                  </a:lnTo>
                  <a:lnTo>
                    <a:pt x="64" y="63"/>
                  </a:lnTo>
                  <a:lnTo>
                    <a:pt x="64" y="63"/>
                  </a:lnTo>
                  <a:lnTo>
                    <a:pt x="64" y="78"/>
                  </a:lnTo>
                  <a:lnTo>
                    <a:pt x="95" y="32"/>
                  </a:lnTo>
                  <a:lnTo>
                    <a:pt x="95"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5" name="Google Shape;1555;p38"/>
            <p:cNvSpPr/>
            <p:nvPr/>
          </p:nvSpPr>
          <p:spPr>
            <a:xfrm>
              <a:off x="3025700" y="1797763"/>
              <a:ext cx="3498" cy="4039"/>
            </a:xfrm>
            <a:custGeom>
              <a:avLst/>
              <a:gdLst/>
              <a:ahLst/>
              <a:cxnLst/>
              <a:rect l="l" t="t" r="r" b="b"/>
              <a:pathLst>
                <a:path w="110" h="127" extrusionOk="0">
                  <a:moveTo>
                    <a:pt x="32" y="0"/>
                  </a:moveTo>
                  <a:cubicBezTo>
                    <a:pt x="15" y="0"/>
                    <a:pt x="15" y="17"/>
                    <a:pt x="15" y="17"/>
                  </a:cubicBezTo>
                  <a:cubicBezTo>
                    <a:pt x="0" y="32"/>
                    <a:pt x="0" y="48"/>
                    <a:pt x="15" y="64"/>
                  </a:cubicBezTo>
                  <a:lnTo>
                    <a:pt x="32" y="80"/>
                  </a:lnTo>
                  <a:lnTo>
                    <a:pt x="32" y="111"/>
                  </a:lnTo>
                  <a:lnTo>
                    <a:pt x="32" y="127"/>
                  </a:lnTo>
                  <a:lnTo>
                    <a:pt x="32" y="127"/>
                  </a:lnTo>
                  <a:cubicBezTo>
                    <a:pt x="32" y="111"/>
                    <a:pt x="47" y="95"/>
                    <a:pt x="63" y="95"/>
                  </a:cubicBezTo>
                  <a:lnTo>
                    <a:pt x="63" y="95"/>
                  </a:lnTo>
                  <a:lnTo>
                    <a:pt x="63" y="95"/>
                  </a:lnTo>
                  <a:lnTo>
                    <a:pt x="95" y="95"/>
                  </a:lnTo>
                  <a:lnTo>
                    <a:pt x="110" y="95"/>
                  </a:lnTo>
                  <a:lnTo>
                    <a:pt x="110" y="64"/>
                  </a:lnTo>
                  <a:lnTo>
                    <a:pt x="110" y="64"/>
                  </a:lnTo>
                  <a:lnTo>
                    <a:pt x="95" y="64"/>
                  </a:lnTo>
                  <a:cubicBezTo>
                    <a:pt x="95" y="64"/>
                    <a:pt x="78" y="64"/>
                    <a:pt x="78" y="48"/>
                  </a:cubicBezTo>
                  <a:cubicBezTo>
                    <a:pt x="63" y="32"/>
                    <a:pt x="63" y="32"/>
                    <a:pt x="63" y="17"/>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6" name="Google Shape;1556;p38"/>
            <p:cNvSpPr/>
            <p:nvPr/>
          </p:nvSpPr>
          <p:spPr>
            <a:xfrm>
              <a:off x="3025700" y="1822348"/>
              <a:ext cx="1495" cy="1495"/>
            </a:xfrm>
            <a:custGeom>
              <a:avLst/>
              <a:gdLst/>
              <a:ahLst/>
              <a:cxnLst/>
              <a:rect l="l" t="t" r="r" b="b"/>
              <a:pathLst>
                <a:path w="47" h="47" extrusionOk="0">
                  <a:moveTo>
                    <a:pt x="15" y="0"/>
                  </a:moveTo>
                  <a:lnTo>
                    <a:pt x="15" y="15"/>
                  </a:lnTo>
                  <a:cubicBezTo>
                    <a:pt x="0" y="15"/>
                    <a:pt x="15" y="15"/>
                    <a:pt x="15" y="32"/>
                  </a:cubicBezTo>
                  <a:lnTo>
                    <a:pt x="15" y="32"/>
                  </a:lnTo>
                  <a:cubicBezTo>
                    <a:pt x="15" y="32"/>
                    <a:pt x="32" y="47"/>
                    <a:pt x="47" y="47"/>
                  </a:cubicBezTo>
                  <a:cubicBezTo>
                    <a:pt x="32" y="32"/>
                    <a:pt x="15" y="0"/>
                    <a:pt x="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7" name="Google Shape;1557;p38"/>
            <p:cNvSpPr/>
            <p:nvPr/>
          </p:nvSpPr>
          <p:spPr>
            <a:xfrm>
              <a:off x="3026177" y="1818817"/>
              <a:ext cx="4039" cy="6551"/>
            </a:xfrm>
            <a:custGeom>
              <a:avLst/>
              <a:gdLst/>
              <a:ahLst/>
              <a:cxnLst/>
              <a:rect l="l" t="t" r="r" b="b"/>
              <a:pathLst>
                <a:path w="127" h="206" extrusionOk="0">
                  <a:moveTo>
                    <a:pt x="95" y="0"/>
                  </a:moveTo>
                  <a:lnTo>
                    <a:pt x="95" y="0"/>
                  </a:lnTo>
                  <a:lnTo>
                    <a:pt x="63" y="0"/>
                  </a:lnTo>
                  <a:cubicBezTo>
                    <a:pt x="32" y="48"/>
                    <a:pt x="0" y="80"/>
                    <a:pt x="0" y="111"/>
                  </a:cubicBezTo>
                  <a:cubicBezTo>
                    <a:pt x="0" y="111"/>
                    <a:pt x="17" y="143"/>
                    <a:pt x="32" y="158"/>
                  </a:cubicBezTo>
                  <a:cubicBezTo>
                    <a:pt x="48" y="174"/>
                    <a:pt x="63" y="174"/>
                    <a:pt x="80" y="189"/>
                  </a:cubicBezTo>
                  <a:cubicBezTo>
                    <a:pt x="95" y="189"/>
                    <a:pt x="95" y="206"/>
                    <a:pt x="111" y="206"/>
                  </a:cubicBezTo>
                  <a:lnTo>
                    <a:pt x="111" y="174"/>
                  </a:lnTo>
                  <a:lnTo>
                    <a:pt x="95" y="174"/>
                  </a:lnTo>
                  <a:lnTo>
                    <a:pt x="80" y="174"/>
                  </a:lnTo>
                  <a:lnTo>
                    <a:pt x="63" y="174"/>
                  </a:lnTo>
                  <a:cubicBezTo>
                    <a:pt x="48" y="174"/>
                    <a:pt x="32" y="158"/>
                    <a:pt x="32" y="143"/>
                  </a:cubicBezTo>
                  <a:cubicBezTo>
                    <a:pt x="48" y="111"/>
                    <a:pt x="48" y="95"/>
                    <a:pt x="63" y="95"/>
                  </a:cubicBezTo>
                  <a:cubicBezTo>
                    <a:pt x="80" y="95"/>
                    <a:pt x="80" y="95"/>
                    <a:pt x="80" y="80"/>
                  </a:cubicBezTo>
                  <a:cubicBezTo>
                    <a:pt x="95" y="80"/>
                    <a:pt x="111" y="63"/>
                    <a:pt x="111" y="63"/>
                  </a:cubicBezTo>
                  <a:cubicBezTo>
                    <a:pt x="126" y="48"/>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8" name="Google Shape;1558;p38"/>
            <p:cNvSpPr/>
            <p:nvPr/>
          </p:nvSpPr>
          <p:spPr>
            <a:xfrm>
              <a:off x="3408012" y="1795283"/>
              <a:ext cx="4548" cy="5534"/>
            </a:xfrm>
            <a:custGeom>
              <a:avLst/>
              <a:gdLst/>
              <a:ahLst/>
              <a:cxnLst/>
              <a:rect l="l" t="t" r="r" b="b"/>
              <a:pathLst>
                <a:path w="143" h="174" extrusionOk="0">
                  <a:moveTo>
                    <a:pt x="79" y="0"/>
                  </a:moveTo>
                  <a:lnTo>
                    <a:pt x="79" y="15"/>
                  </a:lnTo>
                  <a:cubicBezTo>
                    <a:pt x="79" y="15"/>
                    <a:pt x="63" y="32"/>
                    <a:pt x="48" y="32"/>
                  </a:cubicBezTo>
                  <a:lnTo>
                    <a:pt x="32" y="32"/>
                  </a:lnTo>
                  <a:lnTo>
                    <a:pt x="32" y="32"/>
                  </a:lnTo>
                  <a:lnTo>
                    <a:pt x="32" y="32"/>
                  </a:lnTo>
                  <a:lnTo>
                    <a:pt x="16" y="32"/>
                  </a:lnTo>
                  <a:lnTo>
                    <a:pt x="0" y="32"/>
                  </a:lnTo>
                  <a:cubicBezTo>
                    <a:pt x="0" y="47"/>
                    <a:pt x="0" y="63"/>
                    <a:pt x="16" y="63"/>
                  </a:cubicBezTo>
                  <a:cubicBezTo>
                    <a:pt x="16" y="78"/>
                    <a:pt x="32" y="95"/>
                    <a:pt x="32" y="110"/>
                  </a:cubicBezTo>
                  <a:cubicBezTo>
                    <a:pt x="48" y="142"/>
                    <a:pt x="79" y="173"/>
                    <a:pt x="126" y="173"/>
                  </a:cubicBezTo>
                  <a:lnTo>
                    <a:pt x="142" y="173"/>
                  </a:lnTo>
                  <a:lnTo>
                    <a:pt x="142" y="158"/>
                  </a:lnTo>
                  <a:lnTo>
                    <a:pt x="142" y="110"/>
                  </a:lnTo>
                  <a:lnTo>
                    <a:pt x="142" y="110"/>
                  </a:lnTo>
                  <a:cubicBezTo>
                    <a:pt x="126" y="110"/>
                    <a:pt x="111" y="95"/>
                    <a:pt x="95" y="78"/>
                  </a:cubicBezTo>
                  <a:lnTo>
                    <a:pt x="95" y="63"/>
                  </a:lnTo>
                  <a:lnTo>
                    <a:pt x="95" y="63"/>
                  </a:lnTo>
                  <a:cubicBezTo>
                    <a:pt x="95" y="63"/>
                    <a:pt x="111" y="63"/>
                    <a:pt x="111" y="47"/>
                  </a:cubicBezTo>
                  <a:lnTo>
                    <a:pt x="95" y="47"/>
                  </a:lnTo>
                  <a:cubicBezTo>
                    <a:pt x="95" y="32"/>
                    <a:pt x="95" y="15"/>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9" name="Google Shape;1559;p38"/>
            <p:cNvSpPr/>
            <p:nvPr/>
          </p:nvSpPr>
          <p:spPr>
            <a:xfrm>
              <a:off x="3373918" y="1777250"/>
              <a:ext cx="3053" cy="3498"/>
            </a:xfrm>
            <a:custGeom>
              <a:avLst/>
              <a:gdLst/>
              <a:ahLst/>
              <a:cxnLst/>
              <a:rect l="l" t="t" r="r" b="b"/>
              <a:pathLst>
                <a:path w="96" h="110" extrusionOk="0">
                  <a:moveTo>
                    <a:pt x="49" y="0"/>
                  </a:moveTo>
                  <a:cubicBezTo>
                    <a:pt x="49" y="15"/>
                    <a:pt x="32" y="15"/>
                    <a:pt x="17" y="15"/>
                  </a:cubicBezTo>
                  <a:lnTo>
                    <a:pt x="1" y="32"/>
                  </a:lnTo>
                  <a:lnTo>
                    <a:pt x="1" y="32"/>
                  </a:lnTo>
                  <a:lnTo>
                    <a:pt x="1" y="47"/>
                  </a:lnTo>
                  <a:lnTo>
                    <a:pt x="17" y="95"/>
                  </a:lnTo>
                  <a:cubicBezTo>
                    <a:pt x="32" y="110"/>
                    <a:pt x="32" y="110"/>
                    <a:pt x="49" y="110"/>
                  </a:cubicBezTo>
                  <a:lnTo>
                    <a:pt x="64" y="110"/>
                  </a:lnTo>
                  <a:cubicBezTo>
                    <a:pt x="80" y="110"/>
                    <a:pt x="95" y="78"/>
                    <a:pt x="80" y="63"/>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0" name="Google Shape;1560;p38"/>
            <p:cNvSpPr/>
            <p:nvPr/>
          </p:nvSpPr>
          <p:spPr>
            <a:xfrm>
              <a:off x="3203069" y="1804283"/>
              <a:ext cx="4516" cy="4039"/>
            </a:xfrm>
            <a:custGeom>
              <a:avLst/>
              <a:gdLst/>
              <a:ahLst/>
              <a:cxnLst/>
              <a:rect l="l" t="t" r="r" b="b"/>
              <a:pathLst>
                <a:path w="142" h="127" extrusionOk="0">
                  <a:moveTo>
                    <a:pt x="79" y="111"/>
                  </a:moveTo>
                  <a:lnTo>
                    <a:pt x="79" y="111"/>
                  </a:lnTo>
                  <a:lnTo>
                    <a:pt x="79" y="111"/>
                  </a:lnTo>
                  <a:close/>
                  <a:moveTo>
                    <a:pt x="64" y="48"/>
                  </a:moveTo>
                  <a:lnTo>
                    <a:pt x="64" y="48"/>
                  </a:lnTo>
                  <a:lnTo>
                    <a:pt x="64" y="48"/>
                  </a:lnTo>
                  <a:close/>
                  <a:moveTo>
                    <a:pt x="47" y="1"/>
                  </a:moveTo>
                  <a:cubicBezTo>
                    <a:pt x="32" y="16"/>
                    <a:pt x="32" y="16"/>
                    <a:pt x="16" y="16"/>
                  </a:cubicBezTo>
                  <a:lnTo>
                    <a:pt x="16" y="16"/>
                  </a:lnTo>
                  <a:cubicBezTo>
                    <a:pt x="16" y="16"/>
                    <a:pt x="1" y="16"/>
                    <a:pt x="1" y="32"/>
                  </a:cubicBezTo>
                  <a:cubicBezTo>
                    <a:pt x="1" y="48"/>
                    <a:pt x="1" y="79"/>
                    <a:pt x="16" y="95"/>
                  </a:cubicBezTo>
                  <a:cubicBezTo>
                    <a:pt x="32" y="111"/>
                    <a:pt x="47" y="111"/>
                    <a:pt x="79" y="111"/>
                  </a:cubicBezTo>
                  <a:lnTo>
                    <a:pt x="79" y="111"/>
                  </a:lnTo>
                  <a:cubicBezTo>
                    <a:pt x="95" y="127"/>
                    <a:pt x="95" y="127"/>
                    <a:pt x="110" y="127"/>
                  </a:cubicBezTo>
                  <a:cubicBezTo>
                    <a:pt x="110" y="127"/>
                    <a:pt x="127" y="127"/>
                    <a:pt x="127" y="111"/>
                  </a:cubicBezTo>
                  <a:cubicBezTo>
                    <a:pt x="142" y="111"/>
                    <a:pt x="142" y="79"/>
                    <a:pt x="127" y="64"/>
                  </a:cubicBezTo>
                  <a:cubicBezTo>
                    <a:pt x="110" y="48"/>
                    <a:pt x="95" y="48"/>
                    <a:pt x="79" y="48"/>
                  </a:cubicBezTo>
                  <a:lnTo>
                    <a:pt x="79" y="48"/>
                  </a:lnTo>
                  <a:lnTo>
                    <a:pt x="79" y="48"/>
                  </a:lnTo>
                  <a:cubicBezTo>
                    <a:pt x="79" y="32"/>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1" name="Google Shape;1561;p38"/>
            <p:cNvSpPr/>
            <p:nvPr/>
          </p:nvSpPr>
          <p:spPr>
            <a:xfrm>
              <a:off x="3205073" y="1805778"/>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2" name="Google Shape;1562;p38"/>
            <p:cNvSpPr/>
            <p:nvPr/>
          </p:nvSpPr>
          <p:spPr>
            <a:xfrm>
              <a:off x="3205550" y="180778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3" name="Google Shape;1563;p38"/>
            <p:cNvSpPr/>
            <p:nvPr/>
          </p:nvSpPr>
          <p:spPr>
            <a:xfrm>
              <a:off x="3176481" y="1803774"/>
              <a:ext cx="3562" cy="3053"/>
            </a:xfrm>
            <a:custGeom>
              <a:avLst/>
              <a:gdLst/>
              <a:ahLst/>
              <a:cxnLst/>
              <a:rect l="l" t="t" r="r" b="b"/>
              <a:pathLst>
                <a:path w="112" h="96" extrusionOk="0">
                  <a:moveTo>
                    <a:pt x="49" y="1"/>
                  </a:moveTo>
                  <a:lnTo>
                    <a:pt x="49" y="1"/>
                  </a:lnTo>
                  <a:cubicBezTo>
                    <a:pt x="32" y="17"/>
                    <a:pt x="17" y="17"/>
                    <a:pt x="17" y="17"/>
                  </a:cubicBezTo>
                  <a:lnTo>
                    <a:pt x="1" y="17"/>
                  </a:lnTo>
                  <a:lnTo>
                    <a:pt x="1" y="32"/>
                  </a:lnTo>
                  <a:cubicBezTo>
                    <a:pt x="17" y="48"/>
                    <a:pt x="17" y="48"/>
                    <a:pt x="17" y="64"/>
                  </a:cubicBezTo>
                  <a:lnTo>
                    <a:pt x="17" y="95"/>
                  </a:lnTo>
                  <a:lnTo>
                    <a:pt x="32" y="95"/>
                  </a:lnTo>
                  <a:lnTo>
                    <a:pt x="80" y="95"/>
                  </a:lnTo>
                  <a:lnTo>
                    <a:pt x="80" y="95"/>
                  </a:lnTo>
                  <a:lnTo>
                    <a:pt x="112" y="95"/>
                  </a:lnTo>
                  <a:lnTo>
                    <a:pt x="112" y="95"/>
                  </a:lnTo>
                  <a:cubicBezTo>
                    <a:pt x="95" y="95"/>
                    <a:pt x="80" y="80"/>
                    <a:pt x="80"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4" name="Google Shape;1564;p38"/>
            <p:cNvSpPr/>
            <p:nvPr/>
          </p:nvSpPr>
          <p:spPr>
            <a:xfrm>
              <a:off x="3395958" y="1762684"/>
              <a:ext cx="6583" cy="5565"/>
            </a:xfrm>
            <a:custGeom>
              <a:avLst/>
              <a:gdLst/>
              <a:ahLst/>
              <a:cxnLst/>
              <a:rect l="l" t="t" r="r" b="b"/>
              <a:pathLst>
                <a:path w="207" h="175" extrusionOk="0">
                  <a:moveTo>
                    <a:pt x="112" y="1"/>
                  </a:moveTo>
                  <a:lnTo>
                    <a:pt x="64" y="17"/>
                  </a:lnTo>
                  <a:lnTo>
                    <a:pt x="49" y="17"/>
                  </a:lnTo>
                  <a:lnTo>
                    <a:pt x="32" y="17"/>
                  </a:lnTo>
                  <a:lnTo>
                    <a:pt x="17" y="64"/>
                  </a:lnTo>
                  <a:cubicBezTo>
                    <a:pt x="1" y="80"/>
                    <a:pt x="1" y="95"/>
                    <a:pt x="17" y="112"/>
                  </a:cubicBezTo>
                  <a:lnTo>
                    <a:pt x="32" y="112"/>
                  </a:lnTo>
                  <a:cubicBezTo>
                    <a:pt x="49" y="112"/>
                    <a:pt x="64" y="112"/>
                    <a:pt x="64" y="95"/>
                  </a:cubicBezTo>
                  <a:lnTo>
                    <a:pt x="80" y="80"/>
                  </a:lnTo>
                  <a:lnTo>
                    <a:pt x="127" y="112"/>
                  </a:lnTo>
                  <a:lnTo>
                    <a:pt x="112" y="127"/>
                  </a:lnTo>
                  <a:cubicBezTo>
                    <a:pt x="112" y="127"/>
                    <a:pt x="95" y="158"/>
                    <a:pt x="112" y="175"/>
                  </a:cubicBezTo>
                  <a:lnTo>
                    <a:pt x="112" y="175"/>
                  </a:lnTo>
                  <a:lnTo>
                    <a:pt x="143" y="175"/>
                  </a:lnTo>
                  <a:lnTo>
                    <a:pt x="158" y="175"/>
                  </a:lnTo>
                  <a:lnTo>
                    <a:pt x="175" y="158"/>
                  </a:lnTo>
                  <a:lnTo>
                    <a:pt x="175" y="143"/>
                  </a:lnTo>
                  <a:cubicBezTo>
                    <a:pt x="158" y="127"/>
                    <a:pt x="175" y="112"/>
                    <a:pt x="190" y="95"/>
                  </a:cubicBezTo>
                  <a:lnTo>
                    <a:pt x="206" y="95"/>
                  </a:lnTo>
                  <a:lnTo>
                    <a:pt x="206" y="95"/>
                  </a:lnTo>
                  <a:lnTo>
                    <a:pt x="206" y="95"/>
                  </a:lnTo>
                  <a:lnTo>
                    <a:pt x="206" y="8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5" name="Google Shape;1565;p38"/>
            <p:cNvSpPr/>
            <p:nvPr/>
          </p:nvSpPr>
          <p:spPr>
            <a:xfrm>
              <a:off x="3317785" y="1768695"/>
              <a:ext cx="8078" cy="5057"/>
            </a:xfrm>
            <a:custGeom>
              <a:avLst/>
              <a:gdLst/>
              <a:ahLst/>
              <a:cxnLst/>
              <a:rect l="l" t="t" r="r" b="b"/>
              <a:pathLst>
                <a:path w="254" h="159" extrusionOk="0">
                  <a:moveTo>
                    <a:pt x="112" y="1"/>
                  </a:moveTo>
                  <a:lnTo>
                    <a:pt x="112" y="1"/>
                  </a:lnTo>
                  <a:lnTo>
                    <a:pt x="112" y="1"/>
                  </a:lnTo>
                  <a:cubicBezTo>
                    <a:pt x="96" y="1"/>
                    <a:pt x="80" y="17"/>
                    <a:pt x="80" y="17"/>
                  </a:cubicBezTo>
                  <a:lnTo>
                    <a:pt x="80" y="32"/>
                  </a:lnTo>
                  <a:lnTo>
                    <a:pt x="80" y="32"/>
                  </a:lnTo>
                  <a:lnTo>
                    <a:pt x="64" y="32"/>
                  </a:lnTo>
                  <a:lnTo>
                    <a:pt x="64" y="32"/>
                  </a:lnTo>
                  <a:cubicBezTo>
                    <a:pt x="49" y="32"/>
                    <a:pt x="17" y="32"/>
                    <a:pt x="1" y="64"/>
                  </a:cubicBezTo>
                  <a:lnTo>
                    <a:pt x="1" y="64"/>
                  </a:lnTo>
                  <a:lnTo>
                    <a:pt x="1" y="95"/>
                  </a:lnTo>
                  <a:lnTo>
                    <a:pt x="17" y="143"/>
                  </a:lnTo>
                  <a:cubicBezTo>
                    <a:pt x="17" y="158"/>
                    <a:pt x="33" y="158"/>
                    <a:pt x="33" y="158"/>
                  </a:cubicBezTo>
                  <a:lnTo>
                    <a:pt x="33" y="143"/>
                  </a:lnTo>
                  <a:cubicBezTo>
                    <a:pt x="33" y="127"/>
                    <a:pt x="49" y="112"/>
                    <a:pt x="64" y="112"/>
                  </a:cubicBezTo>
                  <a:lnTo>
                    <a:pt x="64" y="112"/>
                  </a:lnTo>
                  <a:lnTo>
                    <a:pt x="80" y="112"/>
                  </a:lnTo>
                  <a:lnTo>
                    <a:pt x="96" y="127"/>
                  </a:lnTo>
                  <a:lnTo>
                    <a:pt x="112" y="127"/>
                  </a:lnTo>
                  <a:lnTo>
                    <a:pt x="112" y="127"/>
                  </a:lnTo>
                  <a:lnTo>
                    <a:pt x="143" y="158"/>
                  </a:lnTo>
                  <a:lnTo>
                    <a:pt x="143" y="158"/>
                  </a:lnTo>
                  <a:lnTo>
                    <a:pt x="143" y="158"/>
                  </a:lnTo>
                  <a:cubicBezTo>
                    <a:pt x="143" y="127"/>
                    <a:pt x="143" y="112"/>
                    <a:pt x="159" y="112"/>
                  </a:cubicBezTo>
                  <a:lnTo>
                    <a:pt x="175" y="112"/>
                  </a:lnTo>
                  <a:lnTo>
                    <a:pt x="175" y="112"/>
                  </a:lnTo>
                  <a:cubicBezTo>
                    <a:pt x="190" y="112"/>
                    <a:pt x="206" y="127"/>
                    <a:pt x="206" y="143"/>
                  </a:cubicBezTo>
                  <a:lnTo>
                    <a:pt x="206" y="143"/>
                  </a:lnTo>
                  <a:lnTo>
                    <a:pt x="206" y="143"/>
                  </a:lnTo>
                  <a:lnTo>
                    <a:pt x="238" y="143"/>
                  </a:lnTo>
                  <a:cubicBezTo>
                    <a:pt x="253" y="143"/>
                    <a:pt x="253" y="127"/>
                    <a:pt x="253" y="112"/>
                  </a:cubicBezTo>
                  <a:lnTo>
                    <a:pt x="238" y="112"/>
                  </a:lnTo>
                  <a:lnTo>
                    <a:pt x="238" y="112"/>
                  </a:lnTo>
                  <a:cubicBezTo>
                    <a:pt x="206" y="112"/>
                    <a:pt x="206" y="95"/>
                    <a:pt x="206" y="80"/>
                  </a:cubicBezTo>
                  <a:lnTo>
                    <a:pt x="190" y="80"/>
                  </a:lnTo>
                  <a:cubicBezTo>
                    <a:pt x="175" y="95"/>
                    <a:pt x="159" y="95"/>
                    <a:pt x="143" y="95"/>
                  </a:cubicBezTo>
                  <a:lnTo>
                    <a:pt x="112" y="95"/>
                  </a:lnTo>
                  <a:lnTo>
                    <a:pt x="112" y="95"/>
                  </a:lnTo>
                  <a:cubicBezTo>
                    <a:pt x="127" y="95"/>
                    <a:pt x="127" y="95"/>
                    <a:pt x="127" y="80"/>
                  </a:cubicBezTo>
                  <a:cubicBezTo>
                    <a:pt x="143" y="80"/>
                    <a:pt x="159" y="49"/>
                    <a:pt x="143" y="32"/>
                  </a:cubicBez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6" name="Google Shape;1566;p38"/>
            <p:cNvSpPr/>
            <p:nvPr/>
          </p:nvSpPr>
          <p:spPr>
            <a:xfrm>
              <a:off x="3245654" y="1797763"/>
              <a:ext cx="2544" cy="4548"/>
            </a:xfrm>
            <a:custGeom>
              <a:avLst/>
              <a:gdLst/>
              <a:ahLst/>
              <a:cxnLst/>
              <a:rect l="l" t="t" r="r" b="b"/>
              <a:pathLst>
                <a:path w="80" h="143" extrusionOk="0">
                  <a:moveTo>
                    <a:pt x="32" y="0"/>
                  </a:moveTo>
                  <a:lnTo>
                    <a:pt x="32" y="0"/>
                  </a:lnTo>
                  <a:lnTo>
                    <a:pt x="17" y="0"/>
                  </a:lnTo>
                  <a:cubicBezTo>
                    <a:pt x="32" y="17"/>
                    <a:pt x="32" y="32"/>
                    <a:pt x="17" y="48"/>
                  </a:cubicBezTo>
                  <a:lnTo>
                    <a:pt x="0" y="64"/>
                  </a:lnTo>
                  <a:lnTo>
                    <a:pt x="0" y="80"/>
                  </a:lnTo>
                  <a:lnTo>
                    <a:pt x="0" y="111"/>
                  </a:lnTo>
                  <a:lnTo>
                    <a:pt x="17" y="111"/>
                  </a:lnTo>
                  <a:lnTo>
                    <a:pt x="32" y="111"/>
                  </a:lnTo>
                  <a:cubicBezTo>
                    <a:pt x="48" y="127"/>
                    <a:pt x="63" y="127"/>
                    <a:pt x="63" y="143"/>
                  </a:cubicBezTo>
                  <a:cubicBezTo>
                    <a:pt x="80" y="143"/>
                    <a:pt x="80" y="127"/>
                    <a:pt x="80" y="127"/>
                  </a:cubicBezTo>
                  <a:lnTo>
                    <a:pt x="63" y="32"/>
                  </a:lnTo>
                  <a:cubicBezTo>
                    <a:pt x="63" y="17"/>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7" name="Google Shape;1567;p38"/>
            <p:cNvSpPr/>
            <p:nvPr/>
          </p:nvSpPr>
          <p:spPr>
            <a:xfrm>
              <a:off x="3432055" y="1776232"/>
              <a:ext cx="8046" cy="5534"/>
            </a:xfrm>
            <a:custGeom>
              <a:avLst/>
              <a:gdLst/>
              <a:ahLst/>
              <a:cxnLst/>
              <a:rect l="l" t="t" r="r" b="b"/>
              <a:pathLst>
                <a:path w="253" h="174" extrusionOk="0">
                  <a:moveTo>
                    <a:pt x="174" y="1"/>
                  </a:moveTo>
                  <a:lnTo>
                    <a:pt x="158" y="1"/>
                  </a:lnTo>
                  <a:lnTo>
                    <a:pt x="158" y="16"/>
                  </a:lnTo>
                  <a:lnTo>
                    <a:pt x="143" y="16"/>
                  </a:lnTo>
                  <a:cubicBezTo>
                    <a:pt x="126" y="16"/>
                    <a:pt x="111" y="16"/>
                    <a:pt x="80" y="32"/>
                  </a:cubicBezTo>
                  <a:lnTo>
                    <a:pt x="63" y="32"/>
                  </a:lnTo>
                  <a:cubicBezTo>
                    <a:pt x="48" y="47"/>
                    <a:pt x="32" y="47"/>
                    <a:pt x="17" y="47"/>
                  </a:cubicBezTo>
                  <a:lnTo>
                    <a:pt x="0" y="64"/>
                  </a:lnTo>
                  <a:lnTo>
                    <a:pt x="0" y="95"/>
                  </a:lnTo>
                  <a:lnTo>
                    <a:pt x="32" y="158"/>
                  </a:lnTo>
                  <a:cubicBezTo>
                    <a:pt x="48" y="173"/>
                    <a:pt x="48" y="173"/>
                    <a:pt x="63" y="173"/>
                  </a:cubicBezTo>
                  <a:lnTo>
                    <a:pt x="80" y="173"/>
                  </a:lnTo>
                  <a:cubicBezTo>
                    <a:pt x="95" y="158"/>
                    <a:pt x="111" y="142"/>
                    <a:pt x="95" y="127"/>
                  </a:cubicBezTo>
                  <a:lnTo>
                    <a:pt x="80" y="95"/>
                  </a:lnTo>
                  <a:lnTo>
                    <a:pt x="80" y="95"/>
                  </a:lnTo>
                  <a:lnTo>
                    <a:pt x="111" y="95"/>
                  </a:lnTo>
                  <a:cubicBezTo>
                    <a:pt x="126" y="79"/>
                    <a:pt x="143" y="79"/>
                    <a:pt x="158" y="79"/>
                  </a:cubicBezTo>
                  <a:lnTo>
                    <a:pt x="174" y="79"/>
                  </a:lnTo>
                  <a:lnTo>
                    <a:pt x="174" y="79"/>
                  </a:lnTo>
                  <a:cubicBezTo>
                    <a:pt x="158" y="95"/>
                    <a:pt x="174" y="95"/>
                    <a:pt x="174" y="110"/>
                  </a:cubicBezTo>
                  <a:cubicBezTo>
                    <a:pt x="174" y="95"/>
                    <a:pt x="189" y="95"/>
                    <a:pt x="206" y="95"/>
                  </a:cubicBezTo>
                  <a:lnTo>
                    <a:pt x="206" y="95"/>
                  </a:lnTo>
                  <a:lnTo>
                    <a:pt x="206" y="95"/>
                  </a:lnTo>
                  <a:lnTo>
                    <a:pt x="237" y="95"/>
                  </a:lnTo>
                  <a:cubicBezTo>
                    <a:pt x="252" y="64"/>
                    <a:pt x="237" y="32"/>
                    <a:pt x="221" y="32"/>
                  </a:cubicBezTo>
                  <a:cubicBezTo>
                    <a:pt x="221" y="16"/>
                    <a:pt x="206" y="1"/>
                    <a:pt x="17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8" name="Google Shape;1568;p38"/>
            <p:cNvSpPr/>
            <p:nvPr/>
          </p:nvSpPr>
          <p:spPr>
            <a:xfrm>
              <a:off x="3400506" y="1811789"/>
              <a:ext cx="5502" cy="6583"/>
            </a:xfrm>
            <a:custGeom>
              <a:avLst/>
              <a:gdLst/>
              <a:ahLst/>
              <a:cxnLst/>
              <a:rect l="l" t="t" r="r" b="b"/>
              <a:pathLst>
                <a:path w="173" h="207" extrusionOk="0">
                  <a:moveTo>
                    <a:pt x="141" y="1"/>
                  </a:moveTo>
                  <a:lnTo>
                    <a:pt x="141" y="1"/>
                  </a:lnTo>
                  <a:lnTo>
                    <a:pt x="63" y="1"/>
                  </a:lnTo>
                  <a:cubicBezTo>
                    <a:pt x="78" y="17"/>
                    <a:pt x="95" y="32"/>
                    <a:pt x="78" y="32"/>
                  </a:cubicBezTo>
                  <a:cubicBezTo>
                    <a:pt x="78" y="49"/>
                    <a:pt x="63" y="64"/>
                    <a:pt x="47" y="64"/>
                  </a:cubicBezTo>
                  <a:lnTo>
                    <a:pt x="47" y="64"/>
                  </a:lnTo>
                  <a:lnTo>
                    <a:pt x="32" y="64"/>
                  </a:lnTo>
                  <a:lnTo>
                    <a:pt x="32" y="64"/>
                  </a:lnTo>
                  <a:lnTo>
                    <a:pt x="15" y="95"/>
                  </a:lnTo>
                  <a:lnTo>
                    <a:pt x="32" y="95"/>
                  </a:lnTo>
                  <a:lnTo>
                    <a:pt x="32" y="95"/>
                  </a:lnTo>
                  <a:cubicBezTo>
                    <a:pt x="63" y="95"/>
                    <a:pt x="78" y="112"/>
                    <a:pt x="78" y="143"/>
                  </a:cubicBezTo>
                  <a:cubicBezTo>
                    <a:pt x="78" y="158"/>
                    <a:pt x="63" y="175"/>
                    <a:pt x="47" y="175"/>
                  </a:cubicBezTo>
                  <a:lnTo>
                    <a:pt x="0" y="175"/>
                  </a:lnTo>
                  <a:lnTo>
                    <a:pt x="0" y="175"/>
                  </a:lnTo>
                  <a:lnTo>
                    <a:pt x="0" y="206"/>
                  </a:lnTo>
                  <a:cubicBezTo>
                    <a:pt x="15" y="206"/>
                    <a:pt x="32" y="206"/>
                    <a:pt x="63" y="190"/>
                  </a:cubicBezTo>
                  <a:lnTo>
                    <a:pt x="63" y="190"/>
                  </a:lnTo>
                  <a:lnTo>
                    <a:pt x="95" y="64"/>
                  </a:lnTo>
                  <a:lnTo>
                    <a:pt x="141" y="64"/>
                  </a:lnTo>
                  <a:lnTo>
                    <a:pt x="141" y="49"/>
                  </a:lnTo>
                  <a:lnTo>
                    <a:pt x="173" y="49"/>
                  </a:lnTo>
                  <a:lnTo>
                    <a:pt x="173" y="49"/>
                  </a:lnTo>
                  <a:lnTo>
                    <a:pt x="173" y="32"/>
                  </a:lnTo>
                  <a:cubicBezTo>
                    <a:pt x="173" y="17"/>
                    <a:pt x="158"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9" name="Google Shape;1569;p38"/>
            <p:cNvSpPr/>
            <p:nvPr/>
          </p:nvSpPr>
          <p:spPr>
            <a:xfrm>
              <a:off x="3413514" y="1769712"/>
              <a:ext cx="7537" cy="8555"/>
            </a:xfrm>
            <a:custGeom>
              <a:avLst/>
              <a:gdLst/>
              <a:ahLst/>
              <a:cxnLst/>
              <a:rect l="l" t="t" r="r" b="b"/>
              <a:pathLst>
                <a:path w="237" h="269" extrusionOk="0">
                  <a:moveTo>
                    <a:pt x="205" y="0"/>
                  </a:moveTo>
                  <a:lnTo>
                    <a:pt x="205" y="0"/>
                  </a:lnTo>
                  <a:lnTo>
                    <a:pt x="190" y="0"/>
                  </a:lnTo>
                  <a:cubicBezTo>
                    <a:pt x="190" y="0"/>
                    <a:pt x="174" y="0"/>
                    <a:pt x="174" y="17"/>
                  </a:cubicBezTo>
                  <a:lnTo>
                    <a:pt x="174" y="32"/>
                  </a:lnTo>
                  <a:lnTo>
                    <a:pt x="159" y="48"/>
                  </a:lnTo>
                  <a:lnTo>
                    <a:pt x="174" y="48"/>
                  </a:lnTo>
                  <a:cubicBezTo>
                    <a:pt x="190" y="48"/>
                    <a:pt x="205" y="63"/>
                    <a:pt x="205" y="95"/>
                  </a:cubicBezTo>
                  <a:cubicBezTo>
                    <a:pt x="205" y="111"/>
                    <a:pt x="190" y="111"/>
                    <a:pt x="174" y="111"/>
                  </a:cubicBezTo>
                  <a:lnTo>
                    <a:pt x="159" y="111"/>
                  </a:lnTo>
                  <a:lnTo>
                    <a:pt x="159" y="111"/>
                  </a:lnTo>
                  <a:lnTo>
                    <a:pt x="142" y="189"/>
                  </a:lnTo>
                  <a:lnTo>
                    <a:pt x="95" y="158"/>
                  </a:lnTo>
                  <a:lnTo>
                    <a:pt x="79" y="158"/>
                  </a:lnTo>
                  <a:lnTo>
                    <a:pt x="64" y="158"/>
                  </a:lnTo>
                  <a:lnTo>
                    <a:pt x="64" y="158"/>
                  </a:lnTo>
                  <a:lnTo>
                    <a:pt x="1" y="174"/>
                  </a:lnTo>
                  <a:lnTo>
                    <a:pt x="1" y="174"/>
                  </a:lnTo>
                  <a:lnTo>
                    <a:pt x="1" y="174"/>
                  </a:lnTo>
                  <a:cubicBezTo>
                    <a:pt x="16" y="189"/>
                    <a:pt x="16" y="189"/>
                    <a:pt x="16" y="206"/>
                  </a:cubicBezTo>
                  <a:lnTo>
                    <a:pt x="16" y="237"/>
                  </a:lnTo>
                  <a:lnTo>
                    <a:pt x="64" y="221"/>
                  </a:lnTo>
                  <a:lnTo>
                    <a:pt x="111" y="237"/>
                  </a:lnTo>
                  <a:lnTo>
                    <a:pt x="127" y="237"/>
                  </a:lnTo>
                  <a:lnTo>
                    <a:pt x="127" y="237"/>
                  </a:lnTo>
                  <a:cubicBezTo>
                    <a:pt x="142" y="237"/>
                    <a:pt x="159" y="237"/>
                    <a:pt x="159" y="252"/>
                  </a:cubicBezTo>
                  <a:lnTo>
                    <a:pt x="174" y="269"/>
                  </a:lnTo>
                  <a:lnTo>
                    <a:pt x="174" y="269"/>
                  </a:lnTo>
                  <a:lnTo>
                    <a:pt x="190" y="269"/>
                  </a:lnTo>
                  <a:cubicBezTo>
                    <a:pt x="190" y="252"/>
                    <a:pt x="205" y="252"/>
                    <a:pt x="205" y="237"/>
                  </a:cubicBezTo>
                  <a:lnTo>
                    <a:pt x="205" y="206"/>
                  </a:lnTo>
                  <a:lnTo>
                    <a:pt x="190" y="221"/>
                  </a:lnTo>
                  <a:lnTo>
                    <a:pt x="190" y="221"/>
                  </a:lnTo>
                  <a:cubicBezTo>
                    <a:pt x="174" y="221"/>
                    <a:pt x="159" y="206"/>
                    <a:pt x="159" y="189"/>
                  </a:cubicBezTo>
                  <a:cubicBezTo>
                    <a:pt x="159" y="158"/>
                    <a:pt x="174" y="143"/>
                    <a:pt x="190" y="143"/>
                  </a:cubicBezTo>
                  <a:lnTo>
                    <a:pt x="222" y="143"/>
                  </a:lnTo>
                  <a:lnTo>
                    <a:pt x="222" y="111"/>
                  </a:lnTo>
                  <a:lnTo>
                    <a:pt x="222" y="80"/>
                  </a:lnTo>
                  <a:lnTo>
                    <a:pt x="237" y="80"/>
                  </a:lnTo>
                  <a:lnTo>
                    <a:pt x="237" y="32"/>
                  </a:lnTo>
                  <a:cubicBezTo>
                    <a:pt x="237" y="17"/>
                    <a:pt x="222"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0" name="Google Shape;1570;p38"/>
            <p:cNvSpPr/>
            <p:nvPr/>
          </p:nvSpPr>
          <p:spPr>
            <a:xfrm>
              <a:off x="3168467" y="1794742"/>
              <a:ext cx="7569" cy="5565"/>
            </a:xfrm>
            <a:custGeom>
              <a:avLst/>
              <a:gdLst/>
              <a:ahLst/>
              <a:cxnLst/>
              <a:rect l="l" t="t" r="r" b="b"/>
              <a:pathLst>
                <a:path w="238" h="175" extrusionOk="0">
                  <a:moveTo>
                    <a:pt x="190" y="143"/>
                  </a:moveTo>
                  <a:lnTo>
                    <a:pt x="190" y="159"/>
                  </a:lnTo>
                  <a:cubicBezTo>
                    <a:pt x="206" y="159"/>
                    <a:pt x="206" y="175"/>
                    <a:pt x="190" y="175"/>
                  </a:cubicBezTo>
                  <a:lnTo>
                    <a:pt x="221" y="159"/>
                  </a:lnTo>
                  <a:lnTo>
                    <a:pt x="206" y="159"/>
                  </a:lnTo>
                  <a:cubicBezTo>
                    <a:pt x="206" y="159"/>
                    <a:pt x="190" y="159"/>
                    <a:pt x="190" y="143"/>
                  </a:cubicBezTo>
                  <a:close/>
                  <a:moveTo>
                    <a:pt x="143" y="1"/>
                  </a:moveTo>
                  <a:lnTo>
                    <a:pt x="95" y="1"/>
                  </a:lnTo>
                  <a:cubicBezTo>
                    <a:pt x="64" y="1"/>
                    <a:pt x="32" y="17"/>
                    <a:pt x="17" y="32"/>
                  </a:cubicBezTo>
                  <a:lnTo>
                    <a:pt x="17" y="32"/>
                  </a:lnTo>
                  <a:cubicBezTo>
                    <a:pt x="1" y="49"/>
                    <a:pt x="1" y="80"/>
                    <a:pt x="17" y="80"/>
                  </a:cubicBezTo>
                  <a:cubicBezTo>
                    <a:pt x="17" y="95"/>
                    <a:pt x="32" y="95"/>
                    <a:pt x="32" y="95"/>
                  </a:cubicBezTo>
                  <a:lnTo>
                    <a:pt x="64" y="95"/>
                  </a:lnTo>
                  <a:cubicBezTo>
                    <a:pt x="80" y="80"/>
                    <a:pt x="80" y="64"/>
                    <a:pt x="158" y="64"/>
                  </a:cubicBezTo>
                  <a:lnTo>
                    <a:pt x="158" y="95"/>
                  </a:lnTo>
                  <a:cubicBezTo>
                    <a:pt x="158" y="95"/>
                    <a:pt x="158" y="112"/>
                    <a:pt x="175" y="112"/>
                  </a:cubicBezTo>
                  <a:lnTo>
                    <a:pt x="158" y="112"/>
                  </a:lnTo>
                  <a:cubicBezTo>
                    <a:pt x="158" y="127"/>
                    <a:pt x="143" y="127"/>
                    <a:pt x="143" y="143"/>
                  </a:cubicBezTo>
                  <a:lnTo>
                    <a:pt x="158" y="127"/>
                  </a:lnTo>
                  <a:lnTo>
                    <a:pt x="158" y="127"/>
                  </a:lnTo>
                  <a:cubicBezTo>
                    <a:pt x="175" y="127"/>
                    <a:pt x="175" y="127"/>
                    <a:pt x="190" y="143"/>
                  </a:cubicBezTo>
                  <a:cubicBezTo>
                    <a:pt x="175" y="127"/>
                    <a:pt x="175" y="112"/>
                    <a:pt x="190" y="112"/>
                  </a:cubicBezTo>
                  <a:cubicBezTo>
                    <a:pt x="190" y="95"/>
                    <a:pt x="206" y="95"/>
                    <a:pt x="206" y="95"/>
                  </a:cubicBezTo>
                  <a:lnTo>
                    <a:pt x="221" y="95"/>
                  </a:lnTo>
                  <a:lnTo>
                    <a:pt x="221" y="95"/>
                  </a:lnTo>
                  <a:lnTo>
                    <a:pt x="238" y="95"/>
                  </a:lnTo>
                  <a:cubicBezTo>
                    <a:pt x="238" y="80"/>
                    <a:pt x="238" y="80"/>
                    <a:pt x="221" y="80"/>
                  </a:cubicBezTo>
                  <a:lnTo>
                    <a:pt x="221" y="64"/>
                  </a:lnTo>
                  <a:lnTo>
                    <a:pt x="190" y="64"/>
                  </a:lnTo>
                  <a:lnTo>
                    <a:pt x="190" y="64"/>
                  </a:lnTo>
                  <a:cubicBezTo>
                    <a:pt x="175" y="64"/>
                    <a:pt x="175" y="64"/>
                    <a:pt x="158" y="4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1" name="Google Shape;1571;p38"/>
            <p:cNvSpPr/>
            <p:nvPr/>
          </p:nvSpPr>
          <p:spPr>
            <a:xfrm>
              <a:off x="3376463" y="1773720"/>
              <a:ext cx="4039" cy="6551"/>
            </a:xfrm>
            <a:custGeom>
              <a:avLst/>
              <a:gdLst/>
              <a:ahLst/>
              <a:cxnLst/>
              <a:rect l="l" t="t" r="r" b="b"/>
              <a:pathLst>
                <a:path w="127" h="206" extrusionOk="0">
                  <a:moveTo>
                    <a:pt x="32" y="0"/>
                  </a:moveTo>
                  <a:lnTo>
                    <a:pt x="32" y="0"/>
                  </a:lnTo>
                  <a:lnTo>
                    <a:pt x="15" y="0"/>
                  </a:lnTo>
                  <a:cubicBezTo>
                    <a:pt x="0" y="17"/>
                    <a:pt x="0" y="32"/>
                    <a:pt x="15" y="48"/>
                  </a:cubicBezTo>
                  <a:lnTo>
                    <a:pt x="47" y="95"/>
                  </a:lnTo>
                  <a:lnTo>
                    <a:pt x="47" y="95"/>
                  </a:lnTo>
                  <a:lnTo>
                    <a:pt x="63" y="174"/>
                  </a:lnTo>
                  <a:cubicBezTo>
                    <a:pt x="63" y="189"/>
                    <a:pt x="78" y="206"/>
                    <a:pt x="95" y="206"/>
                  </a:cubicBezTo>
                  <a:lnTo>
                    <a:pt x="110" y="206"/>
                  </a:lnTo>
                  <a:lnTo>
                    <a:pt x="126" y="189"/>
                  </a:lnTo>
                  <a:lnTo>
                    <a:pt x="126" y="158"/>
                  </a:lnTo>
                  <a:lnTo>
                    <a:pt x="126" y="143"/>
                  </a:lnTo>
                  <a:lnTo>
                    <a:pt x="126" y="111"/>
                  </a:lnTo>
                  <a:lnTo>
                    <a:pt x="126" y="111"/>
                  </a:lnTo>
                  <a:cubicBezTo>
                    <a:pt x="110" y="95"/>
                    <a:pt x="110" y="80"/>
                    <a:pt x="110" y="80"/>
                  </a:cubicBezTo>
                  <a:lnTo>
                    <a:pt x="110" y="48"/>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2" name="Google Shape;1572;p38"/>
            <p:cNvSpPr/>
            <p:nvPr/>
          </p:nvSpPr>
          <p:spPr>
            <a:xfrm>
              <a:off x="3208094" y="1793756"/>
              <a:ext cx="5025" cy="2035"/>
            </a:xfrm>
            <a:custGeom>
              <a:avLst/>
              <a:gdLst/>
              <a:ahLst/>
              <a:cxnLst/>
              <a:rect l="l" t="t" r="r" b="b"/>
              <a:pathLst>
                <a:path w="158" h="64" extrusionOk="0">
                  <a:moveTo>
                    <a:pt x="32" y="0"/>
                  </a:moveTo>
                  <a:lnTo>
                    <a:pt x="32" y="0"/>
                  </a:lnTo>
                  <a:cubicBezTo>
                    <a:pt x="15" y="0"/>
                    <a:pt x="15" y="0"/>
                    <a:pt x="0" y="17"/>
                  </a:cubicBezTo>
                  <a:lnTo>
                    <a:pt x="0" y="32"/>
                  </a:lnTo>
                  <a:cubicBezTo>
                    <a:pt x="0" y="48"/>
                    <a:pt x="15" y="63"/>
                    <a:pt x="32" y="63"/>
                  </a:cubicBezTo>
                  <a:lnTo>
                    <a:pt x="32" y="63"/>
                  </a:lnTo>
                  <a:lnTo>
                    <a:pt x="126" y="63"/>
                  </a:lnTo>
                  <a:lnTo>
                    <a:pt x="126" y="63"/>
                  </a:lnTo>
                  <a:cubicBezTo>
                    <a:pt x="141" y="63"/>
                    <a:pt x="158" y="48"/>
                    <a:pt x="158" y="32"/>
                  </a:cubicBezTo>
                  <a:cubicBezTo>
                    <a:pt x="158" y="17"/>
                    <a:pt x="158" y="0"/>
                    <a:pt x="126"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3" name="Google Shape;1573;p38"/>
            <p:cNvSpPr/>
            <p:nvPr/>
          </p:nvSpPr>
          <p:spPr>
            <a:xfrm>
              <a:off x="3265690" y="1820344"/>
              <a:ext cx="5025" cy="2512"/>
            </a:xfrm>
            <a:custGeom>
              <a:avLst/>
              <a:gdLst/>
              <a:ahLst/>
              <a:cxnLst/>
              <a:rect l="l" t="t" r="r" b="b"/>
              <a:pathLst>
                <a:path w="158" h="79" extrusionOk="0">
                  <a:moveTo>
                    <a:pt x="126" y="0"/>
                  </a:moveTo>
                  <a:lnTo>
                    <a:pt x="126" y="0"/>
                  </a:lnTo>
                  <a:lnTo>
                    <a:pt x="111" y="0"/>
                  </a:lnTo>
                  <a:lnTo>
                    <a:pt x="111" y="0"/>
                  </a:lnTo>
                  <a:lnTo>
                    <a:pt x="111" y="0"/>
                  </a:lnTo>
                  <a:cubicBezTo>
                    <a:pt x="95" y="0"/>
                    <a:pt x="95" y="15"/>
                    <a:pt x="80" y="15"/>
                  </a:cubicBezTo>
                  <a:lnTo>
                    <a:pt x="80" y="0"/>
                  </a:lnTo>
                  <a:lnTo>
                    <a:pt x="48" y="15"/>
                  </a:lnTo>
                  <a:lnTo>
                    <a:pt x="17" y="15"/>
                  </a:lnTo>
                  <a:cubicBezTo>
                    <a:pt x="0" y="15"/>
                    <a:pt x="0" y="32"/>
                    <a:pt x="0" y="63"/>
                  </a:cubicBezTo>
                  <a:cubicBezTo>
                    <a:pt x="0" y="63"/>
                    <a:pt x="0" y="78"/>
                    <a:pt x="17" y="78"/>
                  </a:cubicBezTo>
                  <a:lnTo>
                    <a:pt x="32" y="78"/>
                  </a:lnTo>
                  <a:cubicBezTo>
                    <a:pt x="32" y="63"/>
                    <a:pt x="48" y="63"/>
                    <a:pt x="48" y="63"/>
                  </a:cubicBezTo>
                  <a:lnTo>
                    <a:pt x="48" y="63"/>
                  </a:lnTo>
                  <a:cubicBezTo>
                    <a:pt x="63" y="63"/>
                    <a:pt x="63" y="63"/>
                    <a:pt x="80" y="78"/>
                  </a:cubicBezTo>
                  <a:lnTo>
                    <a:pt x="126" y="63"/>
                  </a:lnTo>
                  <a:cubicBezTo>
                    <a:pt x="143" y="63"/>
                    <a:pt x="158" y="47"/>
                    <a:pt x="158" y="32"/>
                  </a:cubicBezTo>
                  <a:cubicBezTo>
                    <a:pt x="158" y="15"/>
                    <a:pt x="143"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4" name="Google Shape;1574;p38"/>
            <p:cNvSpPr/>
            <p:nvPr/>
          </p:nvSpPr>
          <p:spPr>
            <a:xfrm>
              <a:off x="3034191" y="1822348"/>
              <a:ext cx="2544" cy="3498"/>
            </a:xfrm>
            <a:custGeom>
              <a:avLst/>
              <a:gdLst/>
              <a:ahLst/>
              <a:cxnLst/>
              <a:rect l="l" t="t" r="r" b="b"/>
              <a:pathLst>
                <a:path w="80" h="110" extrusionOk="0">
                  <a:moveTo>
                    <a:pt x="80" y="0"/>
                  </a:moveTo>
                  <a:lnTo>
                    <a:pt x="32" y="32"/>
                  </a:lnTo>
                  <a:lnTo>
                    <a:pt x="17" y="32"/>
                  </a:lnTo>
                  <a:lnTo>
                    <a:pt x="0" y="32"/>
                  </a:lnTo>
                  <a:lnTo>
                    <a:pt x="0" y="78"/>
                  </a:lnTo>
                  <a:cubicBezTo>
                    <a:pt x="0" y="95"/>
                    <a:pt x="17" y="110"/>
                    <a:pt x="32" y="110"/>
                  </a:cubicBezTo>
                  <a:lnTo>
                    <a:pt x="32" y="110"/>
                  </a:lnTo>
                  <a:cubicBezTo>
                    <a:pt x="48" y="110"/>
                    <a:pt x="63" y="95"/>
                    <a:pt x="63" y="78"/>
                  </a:cubicBezTo>
                  <a:lnTo>
                    <a:pt x="80"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5" name="Google Shape;1575;p38"/>
            <p:cNvSpPr/>
            <p:nvPr/>
          </p:nvSpPr>
          <p:spPr>
            <a:xfrm>
              <a:off x="3170470" y="1809785"/>
              <a:ext cx="5565" cy="2576"/>
            </a:xfrm>
            <a:custGeom>
              <a:avLst/>
              <a:gdLst/>
              <a:ahLst/>
              <a:cxnLst/>
              <a:rect l="l" t="t" r="r" b="b"/>
              <a:pathLst>
                <a:path w="175" h="81" extrusionOk="0">
                  <a:moveTo>
                    <a:pt x="32" y="1"/>
                  </a:moveTo>
                  <a:lnTo>
                    <a:pt x="32" y="1"/>
                  </a:lnTo>
                  <a:cubicBezTo>
                    <a:pt x="17" y="1"/>
                    <a:pt x="1" y="17"/>
                    <a:pt x="1" y="32"/>
                  </a:cubicBezTo>
                  <a:cubicBezTo>
                    <a:pt x="1" y="49"/>
                    <a:pt x="17" y="64"/>
                    <a:pt x="32" y="64"/>
                  </a:cubicBezTo>
                  <a:lnTo>
                    <a:pt x="127" y="80"/>
                  </a:lnTo>
                  <a:lnTo>
                    <a:pt x="127" y="80"/>
                  </a:lnTo>
                  <a:cubicBezTo>
                    <a:pt x="143" y="80"/>
                    <a:pt x="158" y="64"/>
                    <a:pt x="158" y="49"/>
                  </a:cubicBezTo>
                  <a:cubicBezTo>
                    <a:pt x="175" y="32"/>
                    <a:pt x="158" y="17"/>
                    <a:pt x="127"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6" name="Google Shape;1576;p38"/>
            <p:cNvSpPr/>
            <p:nvPr/>
          </p:nvSpPr>
          <p:spPr>
            <a:xfrm>
              <a:off x="3274723" y="1765196"/>
              <a:ext cx="2035" cy="2067"/>
            </a:xfrm>
            <a:custGeom>
              <a:avLst/>
              <a:gdLst/>
              <a:ahLst/>
              <a:cxnLst/>
              <a:rect l="l" t="t" r="r" b="b"/>
              <a:pathLst>
                <a:path w="64" h="65" extrusionOk="0">
                  <a:moveTo>
                    <a:pt x="32" y="1"/>
                  </a:moveTo>
                  <a:lnTo>
                    <a:pt x="16" y="1"/>
                  </a:lnTo>
                  <a:lnTo>
                    <a:pt x="0" y="1"/>
                  </a:lnTo>
                  <a:lnTo>
                    <a:pt x="0" y="1"/>
                  </a:lnTo>
                  <a:cubicBezTo>
                    <a:pt x="16" y="1"/>
                    <a:pt x="16" y="16"/>
                    <a:pt x="16" y="33"/>
                  </a:cubicBezTo>
                  <a:cubicBezTo>
                    <a:pt x="16" y="48"/>
                    <a:pt x="16" y="48"/>
                    <a:pt x="32" y="64"/>
                  </a:cubicBezTo>
                  <a:lnTo>
                    <a:pt x="32" y="64"/>
                  </a:lnTo>
                  <a:cubicBezTo>
                    <a:pt x="48" y="64"/>
                    <a:pt x="63" y="48"/>
                    <a:pt x="63" y="33"/>
                  </a:cubicBezTo>
                  <a:cubicBezTo>
                    <a:pt x="63"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7" name="Google Shape;1577;p38"/>
            <p:cNvSpPr/>
            <p:nvPr/>
          </p:nvSpPr>
          <p:spPr>
            <a:xfrm>
              <a:off x="3271224" y="1765196"/>
              <a:ext cx="8523" cy="7060"/>
            </a:xfrm>
            <a:custGeom>
              <a:avLst/>
              <a:gdLst/>
              <a:ahLst/>
              <a:cxnLst/>
              <a:rect l="l" t="t" r="r" b="b"/>
              <a:pathLst>
                <a:path w="268" h="222" extrusionOk="0">
                  <a:moveTo>
                    <a:pt x="95" y="1"/>
                  </a:moveTo>
                  <a:lnTo>
                    <a:pt x="95" y="1"/>
                  </a:lnTo>
                  <a:lnTo>
                    <a:pt x="78" y="1"/>
                  </a:lnTo>
                  <a:lnTo>
                    <a:pt x="15" y="33"/>
                  </a:lnTo>
                  <a:cubicBezTo>
                    <a:pt x="15" y="33"/>
                    <a:pt x="0" y="33"/>
                    <a:pt x="0" y="48"/>
                  </a:cubicBezTo>
                  <a:lnTo>
                    <a:pt x="15" y="48"/>
                  </a:lnTo>
                  <a:cubicBezTo>
                    <a:pt x="15" y="33"/>
                    <a:pt x="32" y="33"/>
                    <a:pt x="32" y="33"/>
                  </a:cubicBezTo>
                  <a:lnTo>
                    <a:pt x="32" y="33"/>
                  </a:lnTo>
                  <a:cubicBezTo>
                    <a:pt x="47" y="33"/>
                    <a:pt x="63" y="48"/>
                    <a:pt x="63" y="64"/>
                  </a:cubicBezTo>
                  <a:lnTo>
                    <a:pt x="63" y="79"/>
                  </a:lnTo>
                  <a:lnTo>
                    <a:pt x="63" y="79"/>
                  </a:lnTo>
                  <a:cubicBezTo>
                    <a:pt x="78" y="96"/>
                    <a:pt x="78" y="111"/>
                    <a:pt x="95" y="127"/>
                  </a:cubicBezTo>
                  <a:cubicBezTo>
                    <a:pt x="110" y="174"/>
                    <a:pt x="142" y="205"/>
                    <a:pt x="205" y="222"/>
                  </a:cubicBezTo>
                  <a:lnTo>
                    <a:pt x="221" y="222"/>
                  </a:lnTo>
                  <a:lnTo>
                    <a:pt x="236" y="222"/>
                  </a:lnTo>
                  <a:lnTo>
                    <a:pt x="252" y="205"/>
                  </a:lnTo>
                  <a:lnTo>
                    <a:pt x="268" y="159"/>
                  </a:lnTo>
                  <a:cubicBezTo>
                    <a:pt x="268" y="142"/>
                    <a:pt x="268" y="127"/>
                    <a:pt x="252" y="111"/>
                  </a:cubicBezTo>
                  <a:lnTo>
                    <a:pt x="236" y="111"/>
                  </a:lnTo>
                  <a:cubicBezTo>
                    <a:pt x="221" y="111"/>
                    <a:pt x="205" y="111"/>
                    <a:pt x="205" y="127"/>
                  </a:cubicBezTo>
                  <a:lnTo>
                    <a:pt x="205" y="142"/>
                  </a:lnTo>
                  <a:cubicBezTo>
                    <a:pt x="158" y="127"/>
                    <a:pt x="142" y="96"/>
                    <a:pt x="142" y="64"/>
                  </a:cubicBezTo>
                  <a:cubicBezTo>
                    <a:pt x="126" y="48"/>
                    <a:pt x="126" y="48"/>
                    <a:pt x="126" y="33"/>
                  </a:cubicBezTo>
                  <a:cubicBezTo>
                    <a:pt x="126" y="16"/>
                    <a:pt x="126" y="1"/>
                    <a:pt x="110" y="1"/>
                  </a:cubicBez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8" name="Google Shape;1578;p38"/>
            <p:cNvSpPr/>
            <p:nvPr/>
          </p:nvSpPr>
          <p:spPr>
            <a:xfrm>
              <a:off x="3393955" y="1790735"/>
              <a:ext cx="5057" cy="4580"/>
            </a:xfrm>
            <a:custGeom>
              <a:avLst/>
              <a:gdLst/>
              <a:ahLst/>
              <a:cxnLst/>
              <a:rect l="l" t="t" r="r" b="b"/>
              <a:pathLst>
                <a:path w="159" h="144" extrusionOk="0">
                  <a:moveTo>
                    <a:pt x="95" y="1"/>
                  </a:moveTo>
                  <a:lnTo>
                    <a:pt x="95" y="1"/>
                  </a:lnTo>
                  <a:lnTo>
                    <a:pt x="80" y="1"/>
                  </a:lnTo>
                  <a:lnTo>
                    <a:pt x="95" y="49"/>
                  </a:lnTo>
                  <a:cubicBezTo>
                    <a:pt x="95" y="64"/>
                    <a:pt x="80" y="80"/>
                    <a:pt x="64" y="80"/>
                  </a:cubicBezTo>
                  <a:lnTo>
                    <a:pt x="64" y="80"/>
                  </a:lnTo>
                  <a:lnTo>
                    <a:pt x="49" y="80"/>
                  </a:lnTo>
                  <a:lnTo>
                    <a:pt x="32" y="95"/>
                  </a:lnTo>
                  <a:lnTo>
                    <a:pt x="17" y="80"/>
                  </a:lnTo>
                  <a:lnTo>
                    <a:pt x="17" y="95"/>
                  </a:lnTo>
                  <a:cubicBezTo>
                    <a:pt x="1" y="95"/>
                    <a:pt x="1" y="112"/>
                    <a:pt x="17" y="127"/>
                  </a:cubicBezTo>
                  <a:lnTo>
                    <a:pt x="17" y="127"/>
                  </a:lnTo>
                  <a:lnTo>
                    <a:pt x="32" y="143"/>
                  </a:lnTo>
                  <a:lnTo>
                    <a:pt x="49" y="143"/>
                  </a:lnTo>
                  <a:cubicBezTo>
                    <a:pt x="49" y="143"/>
                    <a:pt x="64" y="143"/>
                    <a:pt x="64" y="127"/>
                  </a:cubicBezTo>
                  <a:lnTo>
                    <a:pt x="80" y="112"/>
                  </a:lnTo>
                  <a:lnTo>
                    <a:pt x="95" y="112"/>
                  </a:lnTo>
                  <a:lnTo>
                    <a:pt x="112" y="112"/>
                  </a:lnTo>
                  <a:lnTo>
                    <a:pt x="112" y="112"/>
                  </a:lnTo>
                  <a:lnTo>
                    <a:pt x="127" y="112"/>
                  </a:lnTo>
                  <a:lnTo>
                    <a:pt x="127" y="112"/>
                  </a:lnTo>
                  <a:lnTo>
                    <a:pt x="143" y="112"/>
                  </a:lnTo>
                  <a:lnTo>
                    <a:pt x="158" y="95"/>
                  </a:lnTo>
                  <a:lnTo>
                    <a:pt x="158" y="49"/>
                  </a:lnTo>
                  <a:cubicBezTo>
                    <a:pt x="158" y="32"/>
                    <a:pt x="158" y="32"/>
                    <a:pt x="143" y="17"/>
                  </a:cubicBezTo>
                  <a:lnTo>
                    <a:pt x="127" y="1"/>
                  </a:lnTo>
                  <a:lnTo>
                    <a:pt x="11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9" name="Google Shape;1579;p38"/>
            <p:cNvSpPr/>
            <p:nvPr/>
          </p:nvSpPr>
          <p:spPr>
            <a:xfrm>
              <a:off x="3119362" y="1795760"/>
              <a:ext cx="4039" cy="5057"/>
            </a:xfrm>
            <a:custGeom>
              <a:avLst/>
              <a:gdLst/>
              <a:ahLst/>
              <a:cxnLst/>
              <a:rect l="l" t="t" r="r" b="b"/>
              <a:pathLst>
                <a:path w="127" h="159" extrusionOk="0">
                  <a:moveTo>
                    <a:pt x="32" y="0"/>
                  </a:moveTo>
                  <a:lnTo>
                    <a:pt x="32" y="0"/>
                  </a:lnTo>
                  <a:lnTo>
                    <a:pt x="32" y="0"/>
                  </a:lnTo>
                  <a:lnTo>
                    <a:pt x="32" y="0"/>
                  </a:lnTo>
                  <a:lnTo>
                    <a:pt x="1" y="0"/>
                  </a:lnTo>
                  <a:lnTo>
                    <a:pt x="1" y="32"/>
                  </a:lnTo>
                  <a:lnTo>
                    <a:pt x="1" y="63"/>
                  </a:lnTo>
                  <a:lnTo>
                    <a:pt x="1" y="80"/>
                  </a:lnTo>
                  <a:lnTo>
                    <a:pt x="1" y="127"/>
                  </a:lnTo>
                  <a:lnTo>
                    <a:pt x="1" y="127"/>
                  </a:lnTo>
                  <a:lnTo>
                    <a:pt x="1" y="127"/>
                  </a:lnTo>
                  <a:lnTo>
                    <a:pt x="17" y="127"/>
                  </a:lnTo>
                  <a:cubicBezTo>
                    <a:pt x="32" y="127"/>
                    <a:pt x="49" y="143"/>
                    <a:pt x="49" y="158"/>
                  </a:cubicBezTo>
                  <a:lnTo>
                    <a:pt x="49" y="158"/>
                  </a:lnTo>
                  <a:lnTo>
                    <a:pt x="49" y="158"/>
                  </a:lnTo>
                  <a:lnTo>
                    <a:pt x="64" y="158"/>
                  </a:lnTo>
                  <a:lnTo>
                    <a:pt x="64" y="158"/>
                  </a:lnTo>
                  <a:cubicBezTo>
                    <a:pt x="80" y="158"/>
                    <a:pt x="112" y="143"/>
                    <a:pt x="112" y="127"/>
                  </a:cubicBezTo>
                  <a:cubicBezTo>
                    <a:pt x="127" y="111"/>
                    <a:pt x="127" y="80"/>
                    <a:pt x="112" y="48"/>
                  </a:cubicBezTo>
                  <a:cubicBezTo>
                    <a:pt x="95" y="32"/>
                    <a:pt x="95" y="17"/>
                    <a:pt x="80" y="17"/>
                  </a:cubicBezTo>
                  <a:lnTo>
                    <a:pt x="80"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0" name="Google Shape;1580;p38"/>
            <p:cNvSpPr/>
            <p:nvPr/>
          </p:nvSpPr>
          <p:spPr>
            <a:xfrm>
              <a:off x="3103842" y="1799290"/>
              <a:ext cx="4548" cy="3021"/>
            </a:xfrm>
            <a:custGeom>
              <a:avLst/>
              <a:gdLst/>
              <a:ahLst/>
              <a:cxnLst/>
              <a:rect l="l" t="t" r="r" b="b"/>
              <a:pathLst>
                <a:path w="143" h="95" extrusionOk="0">
                  <a:moveTo>
                    <a:pt x="95" y="0"/>
                  </a:moveTo>
                  <a:cubicBezTo>
                    <a:pt x="79" y="0"/>
                    <a:pt x="48" y="16"/>
                    <a:pt x="16" y="16"/>
                  </a:cubicBezTo>
                  <a:lnTo>
                    <a:pt x="1" y="16"/>
                  </a:lnTo>
                  <a:lnTo>
                    <a:pt x="48" y="79"/>
                  </a:lnTo>
                  <a:cubicBezTo>
                    <a:pt x="48" y="95"/>
                    <a:pt x="64" y="95"/>
                    <a:pt x="79" y="95"/>
                  </a:cubicBezTo>
                  <a:lnTo>
                    <a:pt x="79" y="95"/>
                  </a:lnTo>
                  <a:lnTo>
                    <a:pt x="95" y="95"/>
                  </a:lnTo>
                  <a:cubicBezTo>
                    <a:pt x="95" y="95"/>
                    <a:pt x="95" y="79"/>
                    <a:pt x="111" y="79"/>
                  </a:cubicBezTo>
                  <a:lnTo>
                    <a:pt x="142" y="32"/>
                  </a:lnTo>
                  <a:lnTo>
                    <a:pt x="142" y="16"/>
                  </a:lnTo>
                  <a:lnTo>
                    <a:pt x="142" y="16"/>
                  </a:lnTo>
                  <a:lnTo>
                    <a:pt x="111"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1" name="Google Shape;1581;p38"/>
            <p:cNvSpPr/>
            <p:nvPr/>
          </p:nvSpPr>
          <p:spPr>
            <a:xfrm>
              <a:off x="3435045" y="1789272"/>
              <a:ext cx="6583" cy="5025"/>
            </a:xfrm>
            <a:custGeom>
              <a:avLst/>
              <a:gdLst/>
              <a:ahLst/>
              <a:cxnLst/>
              <a:rect l="l" t="t" r="r" b="b"/>
              <a:pathLst>
                <a:path w="207" h="158" extrusionOk="0">
                  <a:moveTo>
                    <a:pt x="64" y="15"/>
                  </a:moveTo>
                  <a:lnTo>
                    <a:pt x="49" y="15"/>
                  </a:lnTo>
                  <a:lnTo>
                    <a:pt x="49" y="15"/>
                  </a:lnTo>
                  <a:lnTo>
                    <a:pt x="1" y="63"/>
                  </a:lnTo>
                  <a:lnTo>
                    <a:pt x="1" y="95"/>
                  </a:lnTo>
                  <a:lnTo>
                    <a:pt x="1" y="110"/>
                  </a:lnTo>
                  <a:lnTo>
                    <a:pt x="32" y="126"/>
                  </a:lnTo>
                  <a:lnTo>
                    <a:pt x="49" y="141"/>
                  </a:lnTo>
                  <a:cubicBezTo>
                    <a:pt x="49" y="158"/>
                    <a:pt x="64" y="158"/>
                    <a:pt x="64" y="158"/>
                  </a:cubicBezTo>
                  <a:cubicBezTo>
                    <a:pt x="80" y="158"/>
                    <a:pt x="80" y="141"/>
                    <a:pt x="95" y="141"/>
                  </a:cubicBezTo>
                  <a:lnTo>
                    <a:pt x="95" y="110"/>
                  </a:lnTo>
                  <a:lnTo>
                    <a:pt x="95" y="110"/>
                  </a:lnTo>
                  <a:lnTo>
                    <a:pt x="80" y="110"/>
                  </a:lnTo>
                  <a:cubicBezTo>
                    <a:pt x="64" y="110"/>
                    <a:pt x="49" y="95"/>
                    <a:pt x="49" y="78"/>
                  </a:cubicBezTo>
                  <a:cubicBezTo>
                    <a:pt x="49" y="63"/>
                    <a:pt x="64" y="47"/>
                    <a:pt x="80" y="32"/>
                  </a:cubicBezTo>
                  <a:cubicBezTo>
                    <a:pt x="64" y="32"/>
                    <a:pt x="64" y="32"/>
                    <a:pt x="64" y="15"/>
                  </a:cubicBezTo>
                  <a:close/>
                  <a:moveTo>
                    <a:pt x="158" y="0"/>
                  </a:moveTo>
                  <a:lnTo>
                    <a:pt x="143" y="0"/>
                  </a:lnTo>
                  <a:lnTo>
                    <a:pt x="127" y="0"/>
                  </a:lnTo>
                  <a:lnTo>
                    <a:pt x="127" y="15"/>
                  </a:lnTo>
                  <a:cubicBezTo>
                    <a:pt x="127" y="15"/>
                    <a:pt x="127" y="32"/>
                    <a:pt x="112" y="32"/>
                  </a:cubicBezTo>
                  <a:lnTo>
                    <a:pt x="143" y="32"/>
                  </a:lnTo>
                  <a:lnTo>
                    <a:pt x="158" y="32"/>
                  </a:lnTo>
                  <a:cubicBezTo>
                    <a:pt x="175" y="32"/>
                    <a:pt x="190" y="47"/>
                    <a:pt x="190" y="63"/>
                  </a:cubicBezTo>
                  <a:lnTo>
                    <a:pt x="190" y="63"/>
                  </a:lnTo>
                  <a:cubicBezTo>
                    <a:pt x="206" y="63"/>
                    <a:pt x="206" y="47"/>
                    <a:pt x="206" y="32"/>
                  </a:cubicBezTo>
                  <a:cubicBezTo>
                    <a:pt x="206" y="15"/>
                    <a:pt x="190" y="0"/>
                    <a:pt x="17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2" name="Google Shape;1582;p38"/>
            <p:cNvSpPr/>
            <p:nvPr/>
          </p:nvSpPr>
          <p:spPr>
            <a:xfrm>
              <a:off x="3301756" y="1818817"/>
              <a:ext cx="7060" cy="3562"/>
            </a:xfrm>
            <a:custGeom>
              <a:avLst/>
              <a:gdLst/>
              <a:ahLst/>
              <a:cxnLst/>
              <a:rect l="l" t="t" r="r" b="b"/>
              <a:pathLst>
                <a:path w="222" h="112" extrusionOk="0">
                  <a:moveTo>
                    <a:pt x="49" y="0"/>
                  </a:moveTo>
                  <a:lnTo>
                    <a:pt x="49" y="0"/>
                  </a:lnTo>
                  <a:cubicBezTo>
                    <a:pt x="32" y="0"/>
                    <a:pt x="17" y="17"/>
                    <a:pt x="17" y="17"/>
                  </a:cubicBezTo>
                  <a:cubicBezTo>
                    <a:pt x="1" y="48"/>
                    <a:pt x="17" y="63"/>
                    <a:pt x="32" y="63"/>
                  </a:cubicBezTo>
                  <a:lnTo>
                    <a:pt x="158" y="111"/>
                  </a:lnTo>
                  <a:lnTo>
                    <a:pt x="175" y="111"/>
                  </a:lnTo>
                  <a:cubicBezTo>
                    <a:pt x="190" y="111"/>
                    <a:pt x="206" y="95"/>
                    <a:pt x="206" y="80"/>
                  </a:cubicBezTo>
                  <a:cubicBezTo>
                    <a:pt x="221" y="63"/>
                    <a:pt x="206" y="48"/>
                    <a:pt x="190" y="48"/>
                  </a:cubicBezTo>
                  <a:lnTo>
                    <a:pt x="158" y="32"/>
                  </a:lnTo>
                  <a:lnTo>
                    <a:pt x="158" y="32"/>
                  </a:lnTo>
                  <a:lnTo>
                    <a:pt x="158" y="32"/>
                  </a:lnTo>
                  <a:cubicBezTo>
                    <a:pt x="143" y="32"/>
                    <a:pt x="127" y="32"/>
                    <a:pt x="127"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3" name="Google Shape;1583;p38"/>
            <p:cNvSpPr/>
            <p:nvPr/>
          </p:nvSpPr>
          <p:spPr>
            <a:xfrm>
              <a:off x="3421560" y="1787268"/>
              <a:ext cx="6520" cy="3021"/>
            </a:xfrm>
            <a:custGeom>
              <a:avLst/>
              <a:gdLst/>
              <a:ahLst/>
              <a:cxnLst/>
              <a:rect l="l" t="t" r="r" b="b"/>
              <a:pathLst>
                <a:path w="205" h="95" extrusionOk="0">
                  <a:moveTo>
                    <a:pt x="158" y="0"/>
                  </a:moveTo>
                  <a:lnTo>
                    <a:pt x="158" y="0"/>
                  </a:lnTo>
                  <a:lnTo>
                    <a:pt x="158" y="0"/>
                  </a:lnTo>
                  <a:lnTo>
                    <a:pt x="126" y="0"/>
                  </a:lnTo>
                  <a:lnTo>
                    <a:pt x="32" y="32"/>
                  </a:lnTo>
                  <a:lnTo>
                    <a:pt x="32" y="32"/>
                  </a:lnTo>
                  <a:cubicBezTo>
                    <a:pt x="15" y="47"/>
                    <a:pt x="0" y="63"/>
                    <a:pt x="0" y="78"/>
                  </a:cubicBezTo>
                  <a:cubicBezTo>
                    <a:pt x="15" y="78"/>
                    <a:pt x="15" y="78"/>
                    <a:pt x="15" y="95"/>
                  </a:cubicBezTo>
                  <a:lnTo>
                    <a:pt x="32" y="95"/>
                  </a:lnTo>
                  <a:lnTo>
                    <a:pt x="47" y="95"/>
                  </a:lnTo>
                  <a:lnTo>
                    <a:pt x="47" y="95"/>
                  </a:lnTo>
                  <a:lnTo>
                    <a:pt x="63" y="95"/>
                  </a:lnTo>
                  <a:lnTo>
                    <a:pt x="63" y="95"/>
                  </a:lnTo>
                  <a:lnTo>
                    <a:pt x="141" y="78"/>
                  </a:lnTo>
                  <a:lnTo>
                    <a:pt x="141" y="63"/>
                  </a:lnTo>
                  <a:cubicBezTo>
                    <a:pt x="141" y="47"/>
                    <a:pt x="158" y="32"/>
                    <a:pt x="173" y="32"/>
                  </a:cubicBezTo>
                  <a:lnTo>
                    <a:pt x="173" y="32"/>
                  </a:lnTo>
                  <a:lnTo>
                    <a:pt x="189" y="32"/>
                  </a:lnTo>
                  <a:lnTo>
                    <a:pt x="189" y="47"/>
                  </a:lnTo>
                  <a:cubicBezTo>
                    <a:pt x="189" y="32"/>
                    <a:pt x="204" y="32"/>
                    <a:pt x="189" y="15"/>
                  </a:cubicBezTo>
                  <a:cubicBezTo>
                    <a:pt x="189" y="0"/>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4" name="Google Shape;1584;p38"/>
            <p:cNvSpPr/>
            <p:nvPr/>
          </p:nvSpPr>
          <p:spPr>
            <a:xfrm>
              <a:off x="3085809" y="1790735"/>
              <a:ext cx="3053" cy="2576"/>
            </a:xfrm>
            <a:custGeom>
              <a:avLst/>
              <a:gdLst/>
              <a:ahLst/>
              <a:cxnLst/>
              <a:rect l="l" t="t" r="r" b="b"/>
              <a:pathLst>
                <a:path w="96" h="81" extrusionOk="0">
                  <a:moveTo>
                    <a:pt x="79" y="1"/>
                  </a:moveTo>
                  <a:lnTo>
                    <a:pt x="79" y="1"/>
                  </a:lnTo>
                  <a:lnTo>
                    <a:pt x="16" y="17"/>
                  </a:lnTo>
                  <a:lnTo>
                    <a:pt x="16" y="17"/>
                  </a:lnTo>
                  <a:lnTo>
                    <a:pt x="1" y="17"/>
                  </a:lnTo>
                  <a:lnTo>
                    <a:pt x="1" y="32"/>
                  </a:lnTo>
                  <a:lnTo>
                    <a:pt x="1" y="49"/>
                  </a:lnTo>
                  <a:lnTo>
                    <a:pt x="16" y="49"/>
                  </a:lnTo>
                  <a:lnTo>
                    <a:pt x="16" y="49"/>
                  </a:lnTo>
                  <a:cubicBezTo>
                    <a:pt x="1" y="64"/>
                    <a:pt x="16" y="80"/>
                    <a:pt x="16" y="80"/>
                  </a:cubicBezTo>
                  <a:lnTo>
                    <a:pt x="16" y="80"/>
                  </a:lnTo>
                  <a:lnTo>
                    <a:pt x="32" y="80"/>
                  </a:lnTo>
                  <a:lnTo>
                    <a:pt x="47" y="80"/>
                  </a:lnTo>
                  <a:lnTo>
                    <a:pt x="64" y="80"/>
                  </a:lnTo>
                  <a:cubicBezTo>
                    <a:pt x="64" y="80"/>
                    <a:pt x="79" y="80"/>
                    <a:pt x="79" y="64"/>
                  </a:cubicBezTo>
                  <a:lnTo>
                    <a:pt x="79" y="64"/>
                  </a:lnTo>
                  <a:lnTo>
                    <a:pt x="95" y="17"/>
                  </a:lnTo>
                  <a:lnTo>
                    <a:pt x="95"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5" name="Google Shape;1585;p38"/>
            <p:cNvSpPr/>
            <p:nvPr/>
          </p:nvSpPr>
          <p:spPr>
            <a:xfrm>
              <a:off x="3033174" y="1793279"/>
              <a:ext cx="5057" cy="2512"/>
            </a:xfrm>
            <a:custGeom>
              <a:avLst/>
              <a:gdLst/>
              <a:ahLst/>
              <a:cxnLst/>
              <a:rect l="l" t="t" r="r" b="b"/>
              <a:pathLst>
                <a:path w="159" h="79" extrusionOk="0">
                  <a:moveTo>
                    <a:pt x="112" y="0"/>
                  </a:moveTo>
                  <a:lnTo>
                    <a:pt x="112" y="0"/>
                  </a:lnTo>
                  <a:lnTo>
                    <a:pt x="32" y="0"/>
                  </a:lnTo>
                  <a:lnTo>
                    <a:pt x="32" y="0"/>
                  </a:lnTo>
                  <a:cubicBezTo>
                    <a:pt x="17" y="0"/>
                    <a:pt x="1" y="15"/>
                    <a:pt x="1" y="32"/>
                  </a:cubicBezTo>
                  <a:cubicBezTo>
                    <a:pt x="1" y="47"/>
                    <a:pt x="1" y="63"/>
                    <a:pt x="17" y="63"/>
                  </a:cubicBezTo>
                  <a:cubicBezTo>
                    <a:pt x="17" y="63"/>
                    <a:pt x="17" y="78"/>
                    <a:pt x="32" y="78"/>
                  </a:cubicBezTo>
                  <a:lnTo>
                    <a:pt x="32" y="78"/>
                  </a:lnTo>
                  <a:lnTo>
                    <a:pt x="95" y="63"/>
                  </a:lnTo>
                  <a:lnTo>
                    <a:pt x="112" y="63"/>
                  </a:lnTo>
                  <a:lnTo>
                    <a:pt x="127" y="63"/>
                  </a:lnTo>
                  <a:cubicBezTo>
                    <a:pt x="143" y="63"/>
                    <a:pt x="158" y="47"/>
                    <a:pt x="158" y="32"/>
                  </a:cubicBezTo>
                  <a:lnTo>
                    <a:pt x="143" y="32"/>
                  </a:lnTo>
                  <a:cubicBezTo>
                    <a:pt x="143" y="15"/>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6" name="Google Shape;1586;p38"/>
            <p:cNvSpPr/>
            <p:nvPr/>
          </p:nvSpPr>
          <p:spPr>
            <a:xfrm>
              <a:off x="3393478" y="1789749"/>
              <a:ext cx="3053" cy="4039"/>
            </a:xfrm>
            <a:custGeom>
              <a:avLst/>
              <a:gdLst/>
              <a:ahLst/>
              <a:cxnLst/>
              <a:rect l="l" t="t" r="r" b="b"/>
              <a:pathLst>
                <a:path w="96" h="127" extrusionOk="0">
                  <a:moveTo>
                    <a:pt x="95" y="0"/>
                  </a:moveTo>
                  <a:lnTo>
                    <a:pt x="95" y="17"/>
                  </a:lnTo>
                  <a:lnTo>
                    <a:pt x="95" y="17"/>
                  </a:lnTo>
                  <a:lnTo>
                    <a:pt x="95" y="0"/>
                  </a:lnTo>
                  <a:close/>
                  <a:moveTo>
                    <a:pt x="16" y="0"/>
                  </a:moveTo>
                  <a:cubicBezTo>
                    <a:pt x="16" y="0"/>
                    <a:pt x="16" y="17"/>
                    <a:pt x="1" y="32"/>
                  </a:cubicBezTo>
                  <a:cubicBezTo>
                    <a:pt x="1" y="48"/>
                    <a:pt x="1" y="80"/>
                    <a:pt x="16" y="95"/>
                  </a:cubicBezTo>
                  <a:cubicBezTo>
                    <a:pt x="16" y="111"/>
                    <a:pt x="32" y="111"/>
                    <a:pt x="32" y="111"/>
                  </a:cubicBezTo>
                  <a:lnTo>
                    <a:pt x="47" y="126"/>
                  </a:lnTo>
                  <a:lnTo>
                    <a:pt x="64" y="111"/>
                  </a:lnTo>
                  <a:cubicBezTo>
                    <a:pt x="47" y="111"/>
                    <a:pt x="47" y="95"/>
                    <a:pt x="32" y="80"/>
                  </a:cubicBezTo>
                  <a:lnTo>
                    <a:pt x="32" y="17"/>
                  </a:lnTo>
                  <a:cubicBezTo>
                    <a:pt x="32" y="17"/>
                    <a:pt x="16" y="17"/>
                    <a:pt x="16" y="0"/>
                  </a:cubicBezTo>
                  <a:close/>
                  <a:moveTo>
                    <a:pt x="95" y="0"/>
                  </a:move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7" name="Google Shape;1587;p38"/>
            <p:cNvSpPr/>
            <p:nvPr/>
          </p:nvSpPr>
          <p:spPr>
            <a:xfrm>
              <a:off x="3266199" y="1812806"/>
              <a:ext cx="3530" cy="4039"/>
            </a:xfrm>
            <a:custGeom>
              <a:avLst/>
              <a:gdLst/>
              <a:ahLst/>
              <a:cxnLst/>
              <a:rect l="l" t="t" r="r" b="b"/>
              <a:pathLst>
                <a:path w="111" h="127" extrusionOk="0">
                  <a:moveTo>
                    <a:pt x="32" y="63"/>
                  </a:moveTo>
                  <a:lnTo>
                    <a:pt x="32" y="63"/>
                  </a:lnTo>
                  <a:lnTo>
                    <a:pt x="32" y="63"/>
                  </a:lnTo>
                  <a:close/>
                  <a:moveTo>
                    <a:pt x="32" y="0"/>
                  </a:moveTo>
                  <a:lnTo>
                    <a:pt x="32" y="0"/>
                  </a:lnTo>
                  <a:cubicBezTo>
                    <a:pt x="16" y="0"/>
                    <a:pt x="1" y="17"/>
                    <a:pt x="1" y="32"/>
                  </a:cubicBezTo>
                  <a:lnTo>
                    <a:pt x="1" y="48"/>
                  </a:lnTo>
                  <a:cubicBezTo>
                    <a:pt x="16" y="63"/>
                    <a:pt x="16" y="63"/>
                    <a:pt x="32" y="63"/>
                  </a:cubicBezTo>
                  <a:lnTo>
                    <a:pt x="32" y="63"/>
                  </a:lnTo>
                  <a:lnTo>
                    <a:pt x="32" y="80"/>
                  </a:lnTo>
                  <a:lnTo>
                    <a:pt x="32" y="95"/>
                  </a:lnTo>
                  <a:cubicBezTo>
                    <a:pt x="32" y="95"/>
                    <a:pt x="32" y="111"/>
                    <a:pt x="47" y="111"/>
                  </a:cubicBezTo>
                  <a:lnTo>
                    <a:pt x="47" y="111"/>
                  </a:lnTo>
                  <a:lnTo>
                    <a:pt x="47" y="126"/>
                  </a:lnTo>
                  <a:lnTo>
                    <a:pt x="47" y="111"/>
                  </a:lnTo>
                  <a:cubicBezTo>
                    <a:pt x="64" y="95"/>
                    <a:pt x="64" y="80"/>
                    <a:pt x="79" y="80"/>
                  </a:cubicBezTo>
                  <a:lnTo>
                    <a:pt x="79" y="80"/>
                  </a:lnTo>
                  <a:lnTo>
                    <a:pt x="95" y="80"/>
                  </a:lnTo>
                  <a:cubicBezTo>
                    <a:pt x="95" y="95"/>
                    <a:pt x="95" y="95"/>
                    <a:pt x="110" y="95"/>
                  </a:cubicBezTo>
                  <a:lnTo>
                    <a:pt x="110" y="80"/>
                  </a:lnTo>
                  <a:lnTo>
                    <a:pt x="110" y="80"/>
                  </a:lnTo>
                  <a:cubicBezTo>
                    <a:pt x="110" y="63"/>
                    <a:pt x="110" y="32"/>
                    <a:pt x="95" y="17"/>
                  </a:cubicBezTo>
                  <a:cubicBezTo>
                    <a:pt x="79"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8" name="Google Shape;1588;p38"/>
            <p:cNvSpPr/>
            <p:nvPr/>
          </p:nvSpPr>
          <p:spPr>
            <a:xfrm>
              <a:off x="3267217" y="181481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9" name="Google Shape;1589;p38"/>
            <p:cNvSpPr/>
            <p:nvPr/>
          </p:nvSpPr>
          <p:spPr>
            <a:xfrm>
              <a:off x="3109344" y="1786727"/>
              <a:ext cx="6042" cy="8587"/>
            </a:xfrm>
            <a:custGeom>
              <a:avLst/>
              <a:gdLst/>
              <a:ahLst/>
              <a:cxnLst/>
              <a:rect l="l" t="t" r="r" b="b"/>
              <a:pathLst>
                <a:path w="190" h="270" extrusionOk="0">
                  <a:moveTo>
                    <a:pt x="143" y="1"/>
                  </a:moveTo>
                  <a:lnTo>
                    <a:pt x="143" y="1"/>
                  </a:lnTo>
                  <a:lnTo>
                    <a:pt x="143" y="1"/>
                  </a:lnTo>
                  <a:lnTo>
                    <a:pt x="143" y="17"/>
                  </a:lnTo>
                  <a:cubicBezTo>
                    <a:pt x="158" y="32"/>
                    <a:pt x="143" y="49"/>
                    <a:pt x="127" y="49"/>
                  </a:cubicBezTo>
                  <a:lnTo>
                    <a:pt x="112" y="64"/>
                  </a:lnTo>
                  <a:lnTo>
                    <a:pt x="127" y="158"/>
                  </a:lnTo>
                  <a:cubicBezTo>
                    <a:pt x="95" y="190"/>
                    <a:pt x="80" y="206"/>
                    <a:pt x="49" y="206"/>
                  </a:cubicBezTo>
                  <a:cubicBezTo>
                    <a:pt x="32" y="206"/>
                    <a:pt x="17" y="190"/>
                    <a:pt x="17" y="190"/>
                  </a:cubicBezTo>
                  <a:lnTo>
                    <a:pt x="1" y="206"/>
                  </a:lnTo>
                  <a:cubicBezTo>
                    <a:pt x="1" y="206"/>
                    <a:pt x="17" y="221"/>
                    <a:pt x="17" y="253"/>
                  </a:cubicBezTo>
                  <a:lnTo>
                    <a:pt x="32" y="269"/>
                  </a:lnTo>
                  <a:lnTo>
                    <a:pt x="32" y="269"/>
                  </a:lnTo>
                  <a:lnTo>
                    <a:pt x="49" y="269"/>
                  </a:lnTo>
                  <a:lnTo>
                    <a:pt x="95" y="253"/>
                  </a:lnTo>
                  <a:lnTo>
                    <a:pt x="112" y="253"/>
                  </a:lnTo>
                  <a:lnTo>
                    <a:pt x="112" y="253"/>
                  </a:lnTo>
                  <a:lnTo>
                    <a:pt x="127" y="253"/>
                  </a:lnTo>
                  <a:lnTo>
                    <a:pt x="143" y="238"/>
                  </a:lnTo>
                  <a:cubicBezTo>
                    <a:pt x="158" y="238"/>
                    <a:pt x="158" y="221"/>
                    <a:pt x="175" y="221"/>
                  </a:cubicBezTo>
                  <a:lnTo>
                    <a:pt x="175" y="206"/>
                  </a:lnTo>
                  <a:lnTo>
                    <a:pt x="175" y="175"/>
                  </a:lnTo>
                  <a:cubicBezTo>
                    <a:pt x="158" y="158"/>
                    <a:pt x="175" y="143"/>
                    <a:pt x="190" y="143"/>
                  </a:cubicBezTo>
                  <a:lnTo>
                    <a:pt x="175" y="32"/>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0" name="Google Shape;1590;p38"/>
            <p:cNvSpPr/>
            <p:nvPr/>
          </p:nvSpPr>
          <p:spPr>
            <a:xfrm>
              <a:off x="3298766" y="1810803"/>
              <a:ext cx="4039" cy="2035"/>
            </a:xfrm>
            <a:custGeom>
              <a:avLst/>
              <a:gdLst/>
              <a:ahLst/>
              <a:cxnLst/>
              <a:rect l="l" t="t" r="r" b="b"/>
              <a:pathLst>
                <a:path w="127" h="64" extrusionOk="0">
                  <a:moveTo>
                    <a:pt x="95" y="0"/>
                  </a:moveTo>
                  <a:lnTo>
                    <a:pt x="95" y="0"/>
                  </a:lnTo>
                  <a:lnTo>
                    <a:pt x="80" y="0"/>
                  </a:lnTo>
                  <a:lnTo>
                    <a:pt x="0" y="32"/>
                  </a:lnTo>
                  <a:lnTo>
                    <a:pt x="0" y="32"/>
                  </a:lnTo>
                  <a:lnTo>
                    <a:pt x="48" y="63"/>
                  </a:lnTo>
                  <a:lnTo>
                    <a:pt x="48" y="63"/>
                  </a:lnTo>
                  <a:lnTo>
                    <a:pt x="63" y="63"/>
                  </a:lnTo>
                  <a:lnTo>
                    <a:pt x="95" y="63"/>
                  </a:lnTo>
                  <a:lnTo>
                    <a:pt x="95" y="63"/>
                  </a:lnTo>
                  <a:cubicBezTo>
                    <a:pt x="111" y="63"/>
                    <a:pt x="111" y="63"/>
                    <a:pt x="126" y="48"/>
                  </a:cubicBezTo>
                  <a:lnTo>
                    <a:pt x="126" y="32"/>
                  </a:lnTo>
                  <a:cubicBezTo>
                    <a:pt x="126" y="17"/>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1" name="Google Shape;1591;p38"/>
            <p:cNvSpPr/>
            <p:nvPr/>
          </p:nvSpPr>
          <p:spPr>
            <a:xfrm>
              <a:off x="3325322" y="1814333"/>
              <a:ext cx="10558" cy="9032"/>
            </a:xfrm>
            <a:custGeom>
              <a:avLst/>
              <a:gdLst/>
              <a:ahLst/>
              <a:cxnLst/>
              <a:rect l="l" t="t" r="r" b="b"/>
              <a:pathLst>
                <a:path w="332" h="284" extrusionOk="0">
                  <a:moveTo>
                    <a:pt x="205" y="78"/>
                  </a:moveTo>
                  <a:lnTo>
                    <a:pt x="205" y="78"/>
                  </a:lnTo>
                  <a:lnTo>
                    <a:pt x="190" y="78"/>
                  </a:lnTo>
                  <a:cubicBezTo>
                    <a:pt x="190" y="95"/>
                    <a:pt x="174" y="95"/>
                    <a:pt x="174" y="95"/>
                  </a:cubicBezTo>
                  <a:cubicBezTo>
                    <a:pt x="174" y="95"/>
                    <a:pt x="174" y="110"/>
                    <a:pt x="159" y="110"/>
                  </a:cubicBezTo>
                  <a:lnTo>
                    <a:pt x="142" y="126"/>
                  </a:lnTo>
                  <a:lnTo>
                    <a:pt x="159" y="173"/>
                  </a:lnTo>
                  <a:cubicBezTo>
                    <a:pt x="159" y="173"/>
                    <a:pt x="174" y="189"/>
                    <a:pt x="190" y="189"/>
                  </a:cubicBezTo>
                  <a:lnTo>
                    <a:pt x="253" y="221"/>
                  </a:lnTo>
                  <a:lnTo>
                    <a:pt x="253" y="252"/>
                  </a:lnTo>
                  <a:lnTo>
                    <a:pt x="32" y="221"/>
                  </a:lnTo>
                  <a:lnTo>
                    <a:pt x="32" y="221"/>
                  </a:lnTo>
                  <a:cubicBezTo>
                    <a:pt x="16" y="221"/>
                    <a:pt x="1" y="221"/>
                    <a:pt x="1" y="236"/>
                  </a:cubicBezTo>
                  <a:cubicBezTo>
                    <a:pt x="1" y="252"/>
                    <a:pt x="1" y="284"/>
                    <a:pt x="32" y="284"/>
                  </a:cubicBezTo>
                  <a:lnTo>
                    <a:pt x="79" y="284"/>
                  </a:lnTo>
                  <a:cubicBezTo>
                    <a:pt x="174" y="284"/>
                    <a:pt x="253" y="284"/>
                    <a:pt x="331" y="267"/>
                  </a:cubicBezTo>
                  <a:lnTo>
                    <a:pt x="316" y="204"/>
                  </a:lnTo>
                  <a:lnTo>
                    <a:pt x="300" y="204"/>
                  </a:lnTo>
                  <a:cubicBezTo>
                    <a:pt x="300" y="221"/>
                    <a:pt x="285" y="221"/>
                    <a:pt x="285" y="221"/>
                  </a:cubicBezTo>
                  <a:cubicBezTo>
                    <a:pt x="268" y="221"/>
                    <a:pt x="253" y="204"/>
                    <a:pt x="253" y="204"/>
                  </a:cubicBezTo>
                  <a:cubicBezTo>
                    <a:pt x="237" y="189"/>
                    <a:pt x="253" y="158"/>
                    <a:pt x="268" y="158"/>
                  </a:cubicBezTo>
                  <a:lnTo>
                    <a:pt x="268" y="158"/>
                  </a:lnTo>
                  <a:lnTo>
                    <a:pt x="253" y="141"/>
                  </a:lnTo>
                  <a:lnTo>
                    <a:pt x="237" y="158"/>
                  </a:lnTo>
                  <a:lnTo>
                    <a:pt x="222" y="158"/>
                  </a:lnTo>
                  <a:cubicBezTo>
                    <a:pt x="205" y="158"/>
                    <a:pt x="205" y="141"/>
                    <a:pt x="190" y="126"/>
                  </a:cubicBezTo>
                  <a:cubicBezTo>
                    <a:pt x="190" y="110"/>
                    <a:pt x="205" y="95"/>
                    <a:pt x="205" y="95"/>
                  </a:cubicBezTo>
                  <a:lnTo>
                    <a:pt x="205" y="78"/>
                  </a:lnTo>
                  <a:close/>
                  <a:moveTo>
                    <a:pt x="127" y="0"/>
                  </a:moveTo>
                  <a:lnTo>
                    <a:pt x="127" y="15"/>
                  </a:lnTo>
                  <a:lnTo>
                    <a:pt x="127" y="32"/>
                  </a:lnTo>
                  <a:lnTo>
                    <a:pt x="127" y="32"/>
                  </a:lnTo>
                  <a:lnTo>
                    <a:pt x="127" y="47"/>
                  </a:lnTo>
                  <a:lnTo>
                    <a:pt x="127" y="47"/>
                  </a:lnTo>
                  <a:cubicBezTo>
                    <a:pt x="142" y="47"/>
                    <a:pt x="142" y="32"/>
                    <a:pt x="142" y="32"/>
                  </a:cubicBezTo>
                  <a:lnTo>
                    <a:pt x="159" y="32"/>
                  </a:lnTo>
                  <a:cubicBezTo>
                    <a:pt x="142" y="32"/>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2" name="Google Shape;1592;p38"/>
            <p:cNvSpPr/>
            <p:nvPr/>
          </p:nvSpPr>
          <p:spPr>
            <a:xfrm>
              <a:off x="3167004" y="1800785"/>
              <a:ext cx="7505" cy="5534"/>
            </a:xfrm>
            <a:custGeom>
              <a:avLst/>
              <a:gdLst/>
              <a:ahLst/>
              <a:cxnLst/>
              <a:rect l="l" t="t" r="r" b="b"/>
              <a:pathLst>
                <a:path w="236" h="174" extrusionOk="0">
                  <a:moveTo>
                    <a:pt x="221" y="111"/>
                  </a:moveTo>
                  <a:lnTo>
                    <a:pt x="126" y="126"/>
                  </a:lnTo>
                  <a:lnTo>
                    <a:pt x="126" y="126"/>
                  </a:lnTo>
                  <a:lnTo>
                    <a:pt x="110" y="126"/>
                  </a:lnTo>
                  <a:lnTo>
                    <a:pt x="78" y="126"/>
                  </a:lnTo>
                  <a:lnTo>
                    <a:pt x="78" y="142"/>
                  </a:lnTo>
                  <a:cubicBezTo>
                    <a:pt x="95" y="142"/>
                    <a:pt x="95" y="158"/>
                    <a:pt x="95" y="158"/>
                  </a:cubicBezTo>
                  <a:cubicBezTo>
                    <a:pt x="110" y="174"/>
                    <a:pt x="110" y="174"/>
                    <a:pt x="126" y="174"/>
                  </a:cubicBezTo>
                  <a:lnTo>
                    <a:pt x="126" y="174"/>
                  </a:lnTo>
                  <a:lnTo>
                    <a:pt x="204" y="142"/>
                  </a:lnTo>
                  <a:cubicBezTo>
                    <a:pt x="221" y="142"/>
                    <a:pt x="221" y="126"/>
                    <a:pt x="221" y="126"/>
                  </a:cubicBezTo>
                  <a:lnTo>
                    <a:pt x="221" y="111"/>
                  </a:lnTo>
                  <a:close/>
                  <a:moveTo>
                    <a:pt x="78" y="16"/>
                  </a:moveTo>
                  <a:lnTo>
                    <a:pt x="78" y="16"/>
                  </a:lnTo>
                  <a:cubicBezTo>
                    <a:pt x="63" y="16"/>
                    <a:pt x="63" y="32"/>
                    <a:pt x="47" y="32"/>
                  </a:cubicBezTo>
                  <a:lnTo>
                    <a:pt x="47" y="32"/>
                  </a:lnTo>
                  <a:cubicBezTo>
                    <a:pt x="47" y="32"/>
                    <a:pt x="32" y="32"/>
                    <a:pt x="32" y="16"/>
                  </a:cubicBezTo>
                  <a:cubicBezTo>
                    <a:pt x="15" y="32"/>
                    <a:pt x="0" y="48"/>
                    <a:pt x="0" y="63"/>
                  </a:cubicBezTo>
                  <a:lnTo>
                    <a:pt x="15" y="79"/>
                  </a:lnTo>
                  <a:lnTo>
                    <a:pt x="32" y="79"/>
                  </a:lnTo>
                  <a:lnTo>
                    <a:pt x="95" y="63"/>
                  </a:lnTo>
                  <a:lnTo>
                    <a:pt x="95" y="48"/>
                  </a:lnTo>
                  <a:lnTo>
                    <a:pt x="110" y="48"/>
                  </a:lnTo>
                  <a:lnTo>
                    <a:pt x="110" y="48"/>
                  </a:lnTo>
                  <a:lnTo>
                    <a:pt x="110" y="48"/>
                  </a:lnTo>
                  <a:lnTo>
                    <a:pt x="141" y="48"/>
                  </a:lnTo>
                  <a:lnTo>
                    <a:pt x="126" y="48"/>
                  </a:lnTo>
                  <a:lnTo>
                    <a:pt x="126" y="48"/>
                  </a:lnTo>
                  <a:lnTo>
                    <a:pt x="126" y="48"/>
                  </a:lnTo>
                  <a:cubicBezTo>
                    <a:pt x="110" y="48"/>
                    <a:pt x="110" y="32"/>
                    <a:pt x="95" y="32"/>
                  </a:cubicBezTo>
                  <a:lnTo>
                    <a:pt x="78" y="16"/>
                  </a:lnTo>
                  <a:close/>
                  <a:moveTo>
                    <a:pt x="236" y="0"/>
                  </a:moveTo>
                  <a:lnTo>
                    <a:pt x="221" y="0"/>
                  </a:lnTo>
                  <a:lnTo>
                    <a:pt x="158" y="32"/>
                  </a:lnTo>
                  <a:lnTo>
                    <a:pt x="158" y="48"/>
                  </a:lnTo>
                  <a:lnTo>
                    <a:pt x="236" y="48"/>
                  </a:lnTo>
                  <a:lnTo>
                    <a:pt x="236"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3" name="Google Shape;1593;p38"/>
            <p:cNvSpPr/>
            <p:nvPr/>
          </p:nvSpPr>
          <p:spPr>
            <a:xfrm>
              <a:off x="3442074" y="1778236"/>
              <a:ext cx="4548" cy="6520"/>
            </a:xfrm>
            <a:custGeom>
              <a:avLst/>
              <a:gdLst/>
              <a:ahLst/>
              <a:cxnLst/>
              <a:rect l="l" t="t" r="r" b="b"/>
              <a:pathLst>
                <a:path w="143" h="205" extrusionOk="0">
                  <a:moveTo>
                    <a:pt x="48" y="1"/>
                  </a:moveTo>
                  <a:lnTo>
                    <a:pt x="32" y="32"/>
                  </a:lnTo>
                  <a:cubicBezTo>
                    <a:pt x="32" y="32"/>
                    <a:pt x="17" y="47"/>
                    <a:pt x="0" y="47"/>
                  </a:cubicBezTo>
                  <a:lnTo>
                    <a:pt x="0" y="47"/>
                  </a:lnTo>
                  <a:lnTo>
                    <a:pt x="0" y="47"/>
                  </a:lnTo>
                  <a:lnTo>
                    <a:pt x="0" y="47"/>
                  </a:lnTo>
                  <a:lnTo>
                    <a:pt x="0" y="79"/>
                  </a:lnTo>
                  <a:cubicBezTo>
                    <a:pt x="0" y="95"/>
                    <a:pt x="0" y="110"/>
                    <a:pt x="17" y="110"/>
                  </a:cubicBezTo>
                  <a:lnTo>
                    <a:pt x="17" y="127"/>
                  </a:lnTo>
                  <a:cubicBezTo>
                    <a:pt x="17" y="142"/>
                    <a:pt x="32" y="158"/>
                    <a:pt x="32" y="158"/>
                  </a:cubicBezTo>
                  <a:lnTo>
                    <a:pt x="48" y="142"/>
                  </a:lnTo>
                  <a:lnTo>
                    <a:pt x="63" y="142"/>
                  </a:lnTo>
                  <a:lnTo>
                    <a:pt x="63" y="142"/>
                  </a:lnTo>
                  <a:cubicBezTo>
                    <a:pt x="80" y="158"/>
                    <a:pt x="95" y="173"/>
                    <a:pt x="95" y="190"/>
                  </a:cubicBezTo>
                  <a:lnTo>
                    <a:pt x="95" y="190"/>
                  </a:lnTo>
                  <a:lnTo>
                    <a:pt x="111" y="205"/>
                  </a:lnTo>
                  <a:lnTo>
                    <a:pt x="111" y="205"/>
                  </a:lnTo>
                  <a:lnTo>
                    <a:pt x="111" y="205"/>
                  </a:lnTo>
                  <a:cubicBezTo>
                    <a:pt x="143" y="205"/>
                    <a:pt x="143" y="173"/>
                    <a:pt x="143" y="158"/>
                  </a:cubicBezTo>
                  <a:cubicBezTo>
                    <a:pt x="143" y="142"/>
                    <a:pt x="126" y="127"/>
                    <a:pt x="111" y="127"/>
                  </a:cubicBezTo>
                  <a:lnTo>
                    <a:pt x="111" y="142"/>
                  </a:lnTo>
                  <a:lnTo>
                    <a:pt x="95" y="142"/>
                  </a:lnTo>
                  <a:lnTo>
                    <a:pt x="95" y="142"/>
                  </a:lnTo>
                  <a:lnTo>
                    <a:pt x="95" y="110"/>
                  </a:lnTo>
                  <a:cubicBezTo>
                    <a:pt x="95" y="95"/>
                    <a:pt x="95" y="79"/>
                    <a:pt x="80" y="47"/>
                  </a:cubicBezTo>
                  <a:lnTo>
                    <a:pt x="80" y="32"/>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4" name="Google Shape;1594;p38"/>
            <p:cNvSpPr/>
            <p:nvPr/>
          </p:nvSpPr>
          <p:spPr>
            <a:xfrm>
              <a:off x="3318326" y="1778713"/>
              <a:ext cx="5534" cy="9064"/>
            </a:xfrm>
            <a:custGeom>
              <a:avLst/>
              <a:gdLst/>
              <a:ahLst/>
              <a:cxnLst/>
              <a:rect l="l" t="t" r="r" b="b"/>
              <a:pathLst>
                <a:path w="174" h="285" extrusionOk="0">
                  <a:moveTo>
                    <a:pt x="95" y="1"/>
                  </a:moveTo>
                  <a:lnTo>
                    <a:pt x="79" y="17"/>
                  </a:lnTo>
                  <a:cubicBezTo>
                    <a:pt x="95" y="32"/>
                    <a:pt x="79" y="49"/>
                    <a:pt x="63" y="49"/>
                  </a:cubicBezTo>
                  <a:lnTo>
                    <a:pt x="47" y="49"/>
                  </a:lnTo>
                  <a:lnTo>
                    <a:pt x="47" y="49"/>
                  </a:lnTo>
                  <a:lnTo>
                    <a:pt x="0" y="190"/>
                  </a:lnTo>
                  <a:cubicBezTo>
                    <a:pt x="0" y="206"/>
                    <a:pt x="0" y="221"/>
                    <a:pt x="16" y="221"/>
                  </a:cubicBezTo>
                  <a:cubicBezTo>
                    <a:pt x="16" y="238"/>
                    <a:pt x="32" y="238"/>
                    <a:pt x="32" y="238"/>
                  </a:cubicBezTo>
                  <a:lnTo>
                    <a:pt x="32" y="238"/>
                  </a:lnTo>
                  <a:lnTo>
                    <a:pt x="32" y="238"/>
                  </a:lnTo>
                  <a:cubicBezTo>
                    <a:pt x="47" y="253"/>
                    <a:pt x="47" y="269"/>
                    <a:pt x="79" y="284"/>
                  </a:cubicBezTo>
                  <a:lnTo>
                    <a:pt x="95" y="284"/>
                  </a:lnTo>
                  <a:cubicBezTo>
                    <a:pt x="110" y="284"/>
                    <a:pt x="126" y="284"/>
                    <a:pt x="126" y="269"/>
                  </a:cubicBezTo>
                  <a:lnTo>
                    <a:pt x="126" y="238"/>
                  </a:lnTo>
                  <a:lnTo>
                    <a:pt x="142" y="238"/>
                  </a:lnTo>
                  <a:cubicBezTo>
                    <a:pt x="173" y="238"/>
                    <a:pt x="173" y="221"/>
                    <a:pt x="173" y="206"/>
                  </a:cubicBezTo>
                  <a:lnTo>
                    <a:pt x="173" y="175"/>
                  </a:lnTo>
                  <a:lnTo>
                    <a:pt x="173" y="158"/>
                  </a:lnTo>
                  <a:cubicBezTo>
                    <a:pt x="158" y="143"/>
                    <a:pt x="158" y="143"/>
                    <a:pt x="142" y="143"/>
                  </a:cubicBezTo>
                  <a:lnTo>
                    <a:pt x="142" y="143"/>
                  </a:lnTo>
                  <a:lnTo>
                    <a:pt x="126" y="143"/>
                  </a:lnTo>
                  <a:lnTo>
                    <a:pt x="126" y="143"/>
                  </a:lnTo>
                  <a:lnTo>
                    <a:pt x="126" y="143"/>
                  </a:lnTo>
                  <a:lnTo>
                    <a:pt x="95" y="143"/>
                  </a:lnTo>
                  <a:lnTo>
                    <a:pt x="110" y="32"/>
                  </a:lnTo>
                  <a:cubicBezTo>
                    <a:pt x="126" y="17"/>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5" name="Google Shape;1595;p38"/>
            <p:cNvSpPr/>
            <p:nvPr/>
          </p:nvSpPr>
          <p:spPr>
            <a:xfrm>
              <a:off x="3421020" y="1804792"/>
              <a:ext cx="4580" cy="5534"/>
            </a:xfrm>
            <a:custGeom>
              <a:avLst/>
              <a:gdLst/>
              <a:ahLst/>
              <a:cxnLst/>
              <a:rect l="l" t="t" r="r" b="b"/>
              <a:pathLst>
                <a:path w="144" h="174" extrusionOk="0">
                  <a:moveTo>
                    <a:pt x="32" y="0"/>
                  </a:moveTo>
                  <a:lnTo>
                    <a:pt x="32" y="0"/>
                  </a:lnTo>
                  <a:lnTo>
                    <a:pt x="17" y="0"/>
                  </a:lnTo>
                  <a:cubicBezTo>
                    <a:pt x="1" y="16"/>
                    <a:pt x="1" y="16"/>
                    <a:pt x="1" y="32"/>
                  </a:cubicBezTo>
                  <a:cubicBezTo>
                    <a:pt x="17" y="32"/>
                    <a:pt x="17" y="48"/>
                    <a:pt x="17" y="48"/>
                  </a:cubicBezTo>
                  <a:lnTo>
                    <a:pt x="17" y="48"/>
                  </a:lnTo>
                  <a:lnTo>
                    <a:pt x="32" y="79"/>
                  </a:lnTo>
                  <a:lnTo>
                    <a:pt x="49" y="79"/>
                  </a:lnTo>
                  <a:lnTo>
                    <a:pt x="64" y="111"/>
                  </a:lnTo>
                  <a:lnTo>
                    <a:pt x="64" y="126"/>
                  </a:lnTo>
                  <a:cubicBezTo>
                    <a:pt x="64" y="142"/>
                    <a:pt x="64" y="158"/>
                    <a:pt x="80" y="174"/>
                  </a:cubicBezTo>
                  <a:lnTo>
                    <a:pt x="95" y="174"/>
                  </a:lnTo>
                  <a:cubicBezTo>
                    <a:pt x="112" y="174"/>
                    <a:pt x="127" y="158"/>
                    <a:pt x="127" y="158"/>
                  </a:cubicBezTo>
                  <a:lnTo>
                    <a:pt x="127" y="158"/>
                  </a:lnTo>
                  <a:lnTo>
                    <a:pt x="143" y="126"/>
                  </a:lnTo>
                  <a:lnTo>
                    <a:pt x="143" y="79"/>
                  </a:lnTo>
                  <a:lnTo>
                    <a:pt x="80" y="32"/>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6" name="Google Shape;1596;p38"/>
            <p:cNvSpPr/>
            <p:nvPr/>
          </p:nvSpPr>
          <p:spPr>
            <a:xfrm>
              <a:off x="3404991" y="1788731"/>
              <a:ext cx="6551" cy="7569"/>
            </a:xfrm>
            <a:custGeom>
              <a:avLst/>
              <a:gdLst/>
              <a:ahLst/>
              <a:cxnLst/>
              <a:rect l="l" t="t" r="r" b="b"/>
              <a:pathLst>
                <a:path w="206" h="238" extrusionOk="0">
                  <a:moveTo>
                    <a:pt x="32" y="1"/>
                  </a:moveTo>
                  <a:lnTo>
                    <a:pt x="0" y="32"/>
                  </a:lnTo>
                  <a:lnTo>
                    <a:pt x="0" y="49"/>
                  </a:lnTo>
                  <a:lnTo>
                    <a:pt x="17" y="32"/>
                  </a:lnTo>
                  <a:lnTo>
                    <a:pt x="32" y="32"/>
                  </a:lnTo>
                  <a:lnTo>
                    <a:pt x="32" y="32"/>
                  </a:lnTo>
                  <a:cubicBezTo>
                    <a:pt x="48" y="32"/>
                    <a:pt x="63" y="32"/>
                    <a:pt x="63" y="49"/>
                  </a:cubicBezTo>
                  <a:cubicBezTo>
                    <a:pt x="80" y="64"/>
                    <a:pt x="63" y="80"/>
                    <a:pt x="48" y="95"/>
                  </a:cubicBezTo>
                  <a:cubicBezTo>
                    <a:pt x="32" y="95"/>
                    <a:pt x="32" y="112"/>
                    <a:pt x="32" y="112"/>
                  </a:cubicBezTo>
                  <a:lnTo>
                    <a:pt x="32" y="127"/>
                  </a:lnTo>
                  <a:lnTo>
                    <a:pt x="48" y="143"/>
                  </a:lnTo>
                  <a:lnTo>
                    <a:pt x="63" y="143"/>
                  </a:lnTo>
                  <a:lnTo>
                    <a:pt x="127" y="158"/>
                  </a:lnTo>
                  <a:lnTo>
                    <a:pt x="127" y="158"/>
                  </a:lnTo>
                  <a:cubicBezTo>
                    <a:pt x="127" y="175"/>
                    <a:pt x="143" y="175"/>
                    <a:pt x="143" y="190"/>
                  </a:cubicBezTo>
                  <a:cubicBezTo>
                    <a:pt x="143" y="206"/>
                    <a:pt x="143" y="221"/>
                    <a:pt x="127" y="238"/>
                  </a:cubicBezTo>
                  <a:lnTo>
                    <a:pt x="127" y="238"/>
                  </a:lnTo>
                  <a:lnTo>
                    <a:pt x="143" y="238"/>
                  </a:lnTo>
                  <a:cubicBezTo>
                    <a:pt x="158" y="238"/>
                    <a:pt x="174" y="221"/>
                    <a:pt x="174" y="221"/>
                  </a:cubicBezTo>
                  <a:lnTo>
                    <a:pt x="174" y="206"/>
                  </a:lnTo>
                  <a:lnTo>
                    <a:pt x="190" y="175"/>
                  </a:lnTo>
                  <a:cubicBezTo>
                    <a:pt x="190" y="158"/>
                    <a:pt x="174" y="158"/>
                    <a:pt x="174" y="143"/>
                  </a:cubicBezTo>
                  <a:cubicBezTo>
                    <a:pt x="174" y="127"/>
                    <a:pt x="190" y="112"/>
                    <a:pt x="206" y="112"/>
                  </a:cubicBezTo>
                  <a:cubicBezTo>
                    <a:pt x="206" y="95"/>
                    <a:pt x="190" y="95"/>
                    <a:pt x="190" y="95"/>
                  </a:cubicBezTo>
                  <a:lnTo>
                    <a:pt x="95" y="80"/>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7" name="Google Shape;1597;p38"/>
            <p:cNvSpPr/>
            <p:nvPr/>
          </p:nvSpPr>
          <p:spPr>
            <a:xfrm>
              <a:off x="3085300" y="1808799"/>
              <a:ext cx="3562" cy="2544"/>
            </a:xfrm>
            <a:custGeom>
              <a:avLst/>
              <a:gdLst/>
              <a:ahLst/>
              <a:cxnLst/>
              <a:rect l="l" t="t" r="r" b="b"/>
              <a:pathLst>
                <a:path w="112" h="80" extrusionOk="0">
                  <a:moveTo>
                    <a:pt x="32" y="0"/>
                  </a:moveTo>
                  <a:lnTo>
                    <a:pt x="32" y="0"/>
                  </a:lnTo>
                  <a:lnTo>
                    <a:pt x="0" y="0"/>
                  </a:lnTo>
                  <a:cubicBezTo>
                    <a:pt x="17" y="0"/>
                    <a:pt x="32" y="16"/>
                    <a:pt x="32" y="32"/>
                  </a:cubicBezTo>
                  <a:cubicBezTo>
                    <a:pt x="48" y="32"/>
                    <a:pt x="48" y="48"/>
                    <a:pt x="48" y="48"/>
                  </a:cubicBezTo>
                  <a:lnTo>
                    <a:pt x="63" y="80"/>
                  </a:lnTo>
                  <a:lnTo>
                    <a:pt x="80" y="80"/>
                  </a:lnTo>
                  <a:lnTo>
                    <a:pt x="95" y="48"/>
                  </a:lnTo>
                  <a:cubicBezTo>
                    <a:pt x="95" y="32"/>
                    <a:pt x="111" y="32"/>
                    <a:pt x="111" y="32"/>
                  </a:cubicBezTo>
                  <a:lnTo>
                    <a:pt x="111" y="32"/>
                  </a:lnTo>
                  <a:cubicBezTo>
                    <a:pt x="95" y="16"/>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8" name="Google Shape;1598;p38"/>
            <p:cNvSpPr/>
            <p:nvPr/>
          </p:nvSpPr>
          <p:spPr>
            <a:xfrm>
              <a:off x="3096336" y="1784247"/>
              <a:ext cx="6551" cy="4039"/>
            </a:xfrm>
            <a:custGeom>
              <a:avLst/>
              <a:gdLst/>
              <a:ahLst/>
              <a:cxnLst/>
              <a:rect l="l" t="t" r="r" b="b"/>
              <a:pathLst>
                <a:path w="206" h="127" extrusionOk="0">
                  <a:moveTo>
                    <a:pt x="158" y="1"/>
                  </a:moveTo>
                  <a:cubicBezTo>
                    <a:pt x="111" y="1"/>
                    <a:pt x="79" y="16"/>
                    <a:pt x="32" y="16"/>
                  </a:cubicBezTo>
                  <a:lnTo>
                    <a:pt x="16" y="47"/>
                  </a:lnTo>
                  <a:cubicBezTo>
                    <a:pt x="0" y="64"/>
                    <a:pt x="0" y="79"/>
                    <a:pt x="16" y="95"/>
                  </a:cubicBezTo>
                  <a:cubicBezTo>
                    <a:pt x="16" y="95"/>
                    <a:pt x="32" y="95"/>
                    <a:pt x="32" y="110"/>
                  </a:cubicBezTo>
                  <a:lnTo>
                    <a:pt x="111" y="64"/>
                  </a:lnTo>
                  <a:lnTo>
                    <a:pt x="126" y="64"/>
                  </a:lnTo>
                  <a:lnTo>
                    <a:pt x="126" y="64"/>
                  </a:lnTo>
                  <a:cubicBezTo>
                    <a:pt x="142" y="64"/>
                    <a:pt x="158" y="64"/>
                    <a:pt x="158" y="79"/>
                  </a:cubicBezTo>
                  <a:cubicBezTo>
                    <a:pt x="174" y="95"/>
                    <a:pt x="158" y="110"/>
                    <a:pt x="158" y="127"/>
                  </a:cubicBezTo>
                  <a:lnTo>
                    <a:pt x="158" y="127"/>
                  </a:lnTo>
                  <a:lnTo>
                    <a:pt x="158" y="127"/>
                  </a:lnTo>
                  <a:cubicBezTo>
                    <a:pt x="174" y="127"/>
                    <a:pt x="189" y="110"/>
                    <a:pt x="189" y="95"/>
                  </a:cubicBezTo>
                  <a:cubicBezTo>
                    <a:pt x="205" y="47"/>
                    <a:pt x="189"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9" name="Google Shape;1599;p38"/>
            <p:cNvSpPr/>
            <p:nvPr/>
          </p:nvSpPr>
          <p:spPr>
            <a:xfrm>
              <a:off x="3400506" y="1804792"/>
              <a:ext cx="4516" cy="3021"/>
            </a:xfrm>
            <a:custGeom>
              <a:avLst/>
              <a:gdLst/>
              <a:ahLst/>
              <a:cxnLst/>
              <a:rect l="l" t="t" r="r" b="b"/>
              <a:pathLst>
                <a:path w="142" h="95" extrusionOk="0">
                  <a:moveTo>
                    <a:pt x="32" y="0"/>
                  </a:moveTo>
                  <a:lnTo>
                    <a:pt x="0" y="16"/>
                  </a:lnTo>
                  <a:lnTo>
                    <a:pt x="0" y="16"/>
                  </a:lnTo>
                  <a:lnTo>
                    <a:pt x="0" y="48"/>
                  </a:lnTo>
                  <a:cubicBezTo>
                    <a:pt x="0" y="48"/>
                    <a:pt x="0" y="63"/>
                    <a:pt x="15" y="63"/>
                  </a:cubicBezTo>
                  <a:lnTo>
                    <a:pt x="15" y="63"/>
                  </a:lnTo>
                  <a:lnTo>
                    <a:pt x="95" y="95"/>
                  </a:lnTo>
                  <a:lnTo>
                    <a:pt x="110" y="95"/>
                  </a:lnTo>
                  <a:cubicBezTo>
                    <a:pt x="110" y="95"/>
                    <a:pt x="126" y="95"/>
                    <a:pt x="141" y="79"/>
                  </a:cubicBezTo>
                  <a:cubicBezTo>
                    <a:pt x="141" y="63"/>
                    <a:pt x="126" y="48"/>
                    <a:pt x="110" y="32"/>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0" name="Google Shape;1600;p38"/>
            <p:cNvSpPr/>
            <p:nvPr/>
          </p:nvSpPr>
          <p:spPr>
            <a:xfrm>
              <a:off x="3020166" y="1794265"/>
              <a:ext cx="6551" cy="7537"/>
            </a:xfrm>
            <a:custGeom>
              <a:avLst/>
              <a:gdLst/>
              <a:ahLst/>
              <a:cxnLst/>
              <a:rect l="l" t="t" r="r" b="b"/>
              <a:pathLst>
                <a:path w="206" h="237" extrusionOk="0">
                  <a:moveTo>
                    <a:pt x="111" y="158"/>
                  </a:moveTo>
                  <a:lnTo>
                    <a:pt x="95" y="158"/>
                  </a:lnTo>
                  <a:lnTo>
                    <a:pt x="95" y="158"/>
                  </a:lnTo>
                  <a:cubicBezTo>
                    <a:pt x="111" y="158"/>
                    <a:pt x="111" y="174"/>
                    <a:pt x="111" y="174"/>
                  </a:cubicBezTo>
                  <a:cubicBezTo>
                    <a:pt x="126" y="190"/>
                    <a:pt x="111" y="221"/>
                    <a:pt x="95" y="221"/>
                  </a:cubicBezTo>
                  <a:lnTo>
                    <a:pt x="80" y="221"/>
                  </a:lnTo>
                  <a:lnTo>
                    <a:pt x="80" y="237"/>
                  </a:lnTo>
                  <a:lnTo>
                    <a:pt x="95" y="237"/>
                  </a:lnTo>
                  <a:lnTo>
                    <a:pt x="95" y="237"/>
                  </a:lnTo>
                  <a:lnTo>
                    <a:pt x="174" y="237"/>
                  </a:lnTo>
                  <a:cubicBezTo>
                    <a:pt x="189" y="237"/>
                    <a:pt x="206" y="205"/>
                    <a:pt x="206" y="190"/>
                  </a:cubicBezTo>
                  <a:cubicBezTo>
                    <a:pt x="189" y="174"/>
                    <a:pt x="189" y="158"/>
                    <a:pt x="158" y="158"/>
                  </a:cubicBezTo>
                  <a:lnTo>
                    <a:pt x="158" y="158"/>
                  </a:lnTo>
                  <a:lnTo>
                    <a:pt x="126" y="174"/>
                  </a:lnTo>
                  <a:lnTo>
                    <a:pt x="111" y="158"/>
                  </a:lnTo>
                  <a:close/>
                  <a:moveTo>
                    <a:pt x="32" y="1"/>
                  </a:moveTo>
                  <a:lnTo>
                    <a:pt x="32" y="1"/>
                  </a:lnTo>
                  <a:lnTo>
                    <a:pt x="32" y="1"/>
                  </a:lnTo>
                  <a:cubicBezTo>
                    <a:pt x="17" y="1"/>
                    <a:pt x="0" y="16"/>
                    <a:pt x="0" y="47"/>
                  </a:cubicBezTo>
                  <a:lnTo>
                    <a:pt x="0" y="47"/>
                  </a:lnTo>
                  <a:lnTo>
                    <a:pt x="32" y="110"/>
                  </a:lnTo>
                  <a:lnTo>
                    <a:pt x="32" y="110"/>
                  </a:lnTo>
                  <a:cubicBezTo>
                    <a:pt x="32" y="127"/>
                    <a:pt x="48" y="127"/>
                    <a:pt x="48" y="142"/>
                  </a:cubicBezTo>
                  <a:lnTo>
                    <a:pt x="48" y="158"/>
                  </a:lnTo>
                  <a:lnTo>
                    <a:pt x="48" y="174"/>
                  </a:lnTo>
                  <a:cubicBezTo>
                    <a:pt x="48" y="158"/>
                    <a:pt x="63" y="158"/>
                    <a:pt x="63" y="158"/>
                  </a:cubicBezTo>
                  <a:lnTo>
                    <a:pt x="80" y="158"/>
                  </a:lnTo>
                  <a:cubicBezTo>
                    <a:pt x="63" y="158"/>
                    <a:pt x="63" y="158"/>
                    <a:pt x="63" y="142"/>
                  </a:cubicBezTo>
                  <a:cubicBezTo>
                    <a:pt x="48" y="127"/>
                    <a:pt x="48" y="110"/>
                    <a:pt x="63" y="95"/>
                  </a:cubicBezTo>
                  <a:lnTo>
                    <a:pt x="63" y="95"/>
                  </a:lnTo>
                  <a:cubicBezTo>
                    <a:pt x="48" y="95"/>
                    <a:pt x="32" y="79"/>
                    <a:pt x="32" y="64"/>
                  </a:cubicBezTo>
                  <a:cubicBezTo>
                    <a:pt x="32" y="64"/>
                    <a:pt x="32" y="47"/>
                    <a:pt x="48" y="32"/>
                  </a:cubicBez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1" name="Google Shape;1601;p38"/>
            <p:cNvSpPr/>
            <p:nvPr/>
          </p:nvSpPr>
          <p:spPr>
            <a:xfrm>
              <a:off x="3095318" y="1786250"/>
              <a:ext cx="6551" cy="3053"/>
            </a:xfrm>
            <a:custGeom>
              <a:avLst/>
              <a:gdLst/>
              <a:ahLst/>
              <a:cxnLst/>
              <a:rect l="l" t="t" r="r" b="b"/>
              <a:pathLst>
                <a:path w="206" h="96" extrusionOk="0">
                  <a:moveTo>
                    <a:pt x="158" y="1"/>
                  </a:moveTo>
                  <a:lnTo>
                    <a:pt x="158" y="1"/>
                  </a:lnTo>
                  <a:lnTo>
                    <a:pt x="143" y="1"/>
                  </a:lnTo>
                  <a:lnTo>
                    <a:pt x="64" y="47"/>
                  </a:lnTo>
                  <a:lnTo>
                    <a:pt x="17" y="64"/>
                  </a:lnTo>
                  <a:lnTo>
                    <a:pt x="0" y="95"/>
                  </a:lnTo>
                  <a:lnTo>
                    <a:pt x="32" y="95"/>
                  </a:lnTo>
                  <a:lnTo>
                    <a:pt x="48" y="79"/>
                  </a:lnTo>
                  <a:cubicBezTo>
                    <a:pt x="48" y="64"/>
                    <a:pt x="64" y="47"/>
                    <a:pt x="80" y="47"/>
                  </a:cubicBezTo>
                  <a:lnTo>
                    <a:pt x="95" y="47"/>
                  </a:lnTo>
                  <a:cubicBezTo>
                    <a:pt x="111" y="64"/>
                    <a:pt x="111" y="79"/>
                    <a:pt x="111" y="95"/>
                  </a:cubicBezTo>
                  <a:lnTo>
                    <a:pt x="174" y="64"/>
                  </a:lnTo>
                  <a:lnTo>
                    <a:pt x="190" y="64"/>
                  </a:lnTo>
                  <a:cubicBezTo>
                    <a:pt x="190" y="47"/>
                    <a:pt x="206" y="32"/>
                    <a:pt x="190" y="16"/>
                  </a:cubicBezTo>
                  <a:cubicBezTo>
                    <a:pt x="190" y="1"/>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2" name="Google Shape;1602;p38"/>
            <p:cNvSpPr/>
            <p:nvPr/>
          </p:nvSpPr>
          <p:spPr>
            <a:xfrm>
              <a:off x="3057758" y="1831348"/>
              <a:ext cx="3530" cy="4039"/>
            </a:xfrm>
            <a:custGeom>
              <a:avLst/>
              <a:gdLst/>
              <a:ahLst/>
              <a:cxnLst/>
              <a:rect l="l" t="t" r="r" b="b"/>
              <a:pathLst>
                <a:path w="111" h="127" extrusionOk="0">
                  <a:moveTo>
                    <a:pt x="32" y="1"/>
                  </a:moveTo>
                  <a:lnTo>
                    <a:pt x="32" y="1"/>
                  </a:lnTo>
                  <a:cubicBezTo>
                    <a:pt x="16" y="1"/>
                    <a:pt x="0" y="16"/>
                    <a:pt x="0" y="32"/>
                  </a:cubicBezTo>
                  <a:lnTo>
                    <a:pt x="16" y="79"/>
                  </a:lnTo>
                  <a:cubicBezTo>
                    <a:pt x="16" y="95"/>
                    <a:pt x="16" y="95"/>
                    <a:pt x="32" y="110"/>
                  </a:cubicBezTo>
                  <a:lnTo>
                    <a:pt x="47" y="110"/>
                  </a:lnTo>
                  <a:lnTo>
                    <a:pt x="63" y="127"/>
                  </a:lnTo>
                  <a:cubicBezTo>
                    <a:pt x="79" y="127"/>
                    <a:pt x="79" y="127"/>
                    <a:pt x="79" y="110"/>
                  </a:cubicBezTo>
                  <a:cubicBezTo>
                    <a:pt x="95" y="110"/>
                    <a:pt x="95" y="110"/>
                    <a:pt x="95" y="95"/>
                  </a:cubicBezTo>
                  <a:lnTo>
                    <a:pt x="110" y="64"/>
                  </a:lnTo>
                  <a:cubicBezTo>
                    <a:pt x="110" y="32"/>
                    <a:pt x="110" y="16"/>
                    <a:pt x="95" y="16"/>
                  </a:cubicBezTo>
                  <a:lnTo>
                    <a:pt x="79" y="16"/>
                  </a:lnTo>
                  <a:lnTo>
                    <a:pt x="63" y="16"/>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3" name="Google Shape;1603;p38"/>
            <p:cNvSpPr/>
            <p:nvPr/>
          </p:nvSpPr>
          <p:spPr>
            <a:xfrm>
              <a:off x="3106863" y="1791752"/>
              <a:ext cx="3530" cy="8046"/>
            </a:xfrm>
            <a:custGeom>
              <a:avLst/>
              <a:gdLst/>
              <a:ahLst/>
              <a:cxnLst/>
              <a:rect l="l" t="t" r="r" b="b"/>
              <a:pathLst>
                <a:path w="111" h="253" extrusionOk="0">
                  <a:moveTo>
                    <a:pt x="79" y="0"/>
                  </a:moveTo>
                  <a:cubicBezTo>
                    <a:pt x="64" y="0"/>
                    <a:pt x="64" y="17"/>
                    <a:pt x="47" y="17"/>
                  </a:cubicBezTo>
                  <a:cubicBezTo>
                    <a:pt x="47" y="17"/>
                    <a:pt x="32" y="17"/>
                    <a:pt x="32" y="0"/>
                  </a:cubicBezTo>
                  <a:cubicBezTo>
                    <a:pt x="32" y="17"/>
                    <a:pt x="16" y="17"/>
                    <a:pt x="16" y="17"/>
                  </a:cubicBezTo>
                  <a:lnTo>
                    <a:pt x="16" y="32"/>
                  </a:lnTo>
                  <a:cubicBezTo>
                    <a:pt x="32" y="48"/>
                    <a:pt x="47" y="48"/>
                    <a:pt x="47" y="63"/>
                  </a:cubicBezTo>
                  <a:cubicBezTo>
                    <a:pt x="47" y="80"/>
                    <a:pt x="47" y="95"/>
                    <a:pt x="32" y="95"/>
                  </a:cubicBezTo>
                  <a:lnTo>
                    <a:pt x="32" y="111"/>
                  </a:lnTo>
                  <a:lnTo>
                    <a:pt x="32" y="111"/>
                  </a:lnTo>
                  <a:lnTo>
                    <a:pt x="16" y="126"/>
                  </a:lnTo>
                  <a:lnTo>
                    <a:pt x="16" y="158"/>
                  </a:lnTo>
                  <a:lnTo>
                    <a:pt x="16" y="158"/>
                  </a:lnTo>
                  <a:cubicBezTo>
                    <a:pt x="16" y="174"/>
                    <a:pt x="32" y="174"/>
                    <a:pt x="32" y="189"/>
                  </a:cubicBezTo>
                  <a:cubicBezTo>
                    <a:pt x="47" y="206"/>
                    <a:pt x="32" y="221"/>
                    <a:pt x="16" y="237"/>
                  </a:cubicBezTo>
                  <a:lnTo>
                    <a:pt x="0" y="237"/>
                  </a:lnTo>
                  <a:lnTo>
                    <a:pt x="16" y="253"/>
                  </a:lnTo>
                  <a:lnTo>
                    <a:pt x="47" y="253"/>
                  </a:lnTo>
                  <a:lnTo>
                    <a:pt x="47" y="253"/>
                  </a:lnTo>
                  <a:lnTo>
                    <a:pt x="64" y="253"/>
                  </a:lnTo>
                  <a:lnTo>
                    <a:pt x="110" y="206"/>
                  </a:lnTo>
                  <a:lnTo>
                    <a:pt x="110" y="174"/>
                  </a:lnTo>
                  <a:cubicBezTo>
                    <a:pt x="110" y="158"/>
                    <a:pt x="95" y="158"/>
                    <a:pt x="95" y="143"/>
                  </a:cubicBezTo>
                  <a:cubicBezTo>
                    <a:pt x="95" y="126"/>
                    <a:pt x="95" y="126"/>
                    <a:pt x="110" y="111"/>
                  </a:cubicBezTo>
                  <a:lnTo>
                    <a:pt x="110" y="111"/>
                  </a:lnTo>
                  <a:lnTo>
                    <a:pt x="95" y="95"/>
                  </a:lnTo>
                  <a:cubicBezTo>
                    <a:pt x="95" y="63"/>
                    <a:pt x="79" y="48"/>
                    <a:pt x="79" y="48"/>
                  </a:cubicBezTo>
                  <a:lnTo>
                    <a:pt x="95" y="32"/>
                  </a:lnTo>
                  <a:lnTo>
                    <a:pt x="95" y="32"/>
                  </a:lnTo>
                  <a:cubicBezTo>
                    <a:pt x="95" y="17"/>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4" name="Google Shape;1604;p38"/>
            <p:cNvSpPr/>
            <p:nvPr/>
          </p:nvSpPr>
          <p:spPr>
            <a:xfrm>
              <a:off x="3342369" y="1818340"/>
              <a:ext cx="5534" cy="4039"/>
            </a:xfrm>
            <a:custGeom>
              <a:avLst/>
              <a:gdLst/>
              <a:ahLst/>
              <a:cxnLst/>
              <a:rect l="l" t="t" r="r" b="b"/>
              <a:pathLst>
                <a:path w="174" h="127" extrusionOk="0">
                  <a:moveTo>
                    <a:pt x="142" y="0"/>
                  </a:moveTo>
                  <a:lnTo>
                    <a:pt x="142" y="0"/>
                  </a:lnTo>
                  <a:lnTo>
                    <a:pt x="127" y="0"/>
                  </a:lnTo>
                  <a:lnTo>
                    <a:pt x="127" y="0"/>
                  </a:lnTo>
                  <a:lnTo>
                    <a:pt x="64" y="32"/>
                  </a:lnTo>
                  <a:lnTo>
                    <a:pt x="79" y="32"/>
                  </a:lnTo>
                  <a:cubicBezTo>
                    <a:pt x="79" y="47"/>
                    <a:pt x="79" y="78"/>
                    <a:pt x="64" y="78"/>
                  </a:cubicBezTo>
                  <a:cubicBezTo>
                    <a:pt x="64" y="95"/>
                    <a:pt x="47" y="95"/>
                    <a:pt x="47" y="95"/>
                  </a:cubicBezTo>
                  <a:cubicBezTo>
                    <a:pt x="32" y="95"/>
                    <a:pt x="16" y="78"/>
                    <a:pt x="16" y="78"/>
                  </a:cubicBezTo>
                  <a:lnTo>
                    <a:pt x="1" y="63"/>
                  </a:lnTo>
                  <a:lnTo>
                    <a:pt x="1" y="63"/>
                  </a:lnTo>
                  <a:lnTo>
                    <a:pt x="1" y="110"/>
                  </a:lnTo>
                  <a:lnTo>
                    <a:pt x="1" y="126"/>
                  </a:lnTo>
                  <a:lnTo>
                    <a:pt x="16" y="126"/>
                  </a:lnTo>
                  <a:lnTo>
                    <a:pt x="64" y="126"/>
                  </a:lnTo>
                  <a:lnTo>
                    <a:pt x="64" y="95"/>
                  </a:lnTo>
                  <a:lnTo>
                    <a:pt x="127" y="78"/>
                  </a:lnTo>
                  <a:lnTo>
                    <a:pt x="158" y="63"/>
                  </a:lnTo>
                  <a:cubicBezTo>
                    <a:pt x="173" y="63"/>
                    <a:pt x="173" y="47"/>
                    <a:pt x="173" y="32"/>
                  </a:cubicBezTo>
                  <a:cubicBezTo>
                    <a:pt x="158" y="32"/>
                    <a:pt x="142" y="32"/>
                    <a:pt x="142" y="0"/>
                  </a:cubicBez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5" name="Google Shape;1605;p38"/>
            <p:cNvSpPr/>
            <p:nvPr/>
          </p:nvSpPr>
          <p:spPr>
            <a:xfrm>
              <a:off x="3180488" y="1796269"/>
              <a:ext cx="2576" cy="1527"/>
            </a:xfrm>
            <a:custGeom>
              <a:avLst/>
              <a:gdLst/>
              <a:ahLst/>
              <a:cxnLst/>
              <a:rect l="l" t="t" r="r" b="b"/>
              <a:pathLst>
                <a:path w="81" h="48" extrusionOk="0">
                  <a:moveTo>
                    <a:pt x="80" y="1"/>
                  </a:moveTo>
                  <a:cubicBezTo>
                    <a:pt x="64" y="1"/>
                    <a:pt x="32" y="16"/>
                    <a:pt x="17" y="16"/>
                  </a:cubicBezTo>
                  <a:cubicBezTo>
                    <a:pt x="17" y="32"/>
                    <a:pt x="1" y="47"/>
                    <a:pt x="1" y="47"/>
                  </a:cubicBezTo>
                  <a:lnTo>
                    <a:pt x="17" y="47"/>
                  </a:lnTo>
                  <a:lnTo>
                    <a:pt x="49" y="47"/>
                  </a:lnTo>
                  <a:lnTo>
                    <a:pt x="64" y="47"/>
                  </a:lnTo>
                  <a:lnTo>
                    <a:pt x="80" y="47"/>
                  </a:ln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6" name="Google Shape;1606;p38"/>
            <p:cNvSpPr/>
            <p:nvPr/>
          </p:nvSpPr>
          <p:spPr>
            <a:xfrm>
              <a:off x="3100852" y="1796269"/>
              <a:ext cx="7537" cy="3530"/>
            </a:xfrm>
            <a:custGeom>
              <a:avLst/>
              <a:gdLst/>
              <a:ahLst/>
              <a:cxnLst/>
              <a:rect l="l" t="t" r="r" b="b"/>
              <a:pathLst>
                <a:path w="237" h="111" extrusionOk="0">
                  <a:moveTo>
                    <a:pt x="32" y="1"/>
                  </a:moveTo>
                  <a:lnTo>
                    <a:pt x="32" y="1"/>
                  </a:lnTo>
                  <a:lnTo>
                    <a:pt x="16" y="1"/>
                  </a:lnTo>
                  <a:lnTo>
                    <a:pt x="16" y="1"/>
                  </a:lnTo>
                  <a:lnTo>
                    <a:pt x="16" y="16"/>
                  </a:lnTo>
                  <a:lnTo>
                    <a:pt x="0" y="16"/>
                  </a:lnTo>
                  <a:cubicBezTo>
                    <a:pt x="0" y="32"/>
                    <a:pt x="0" y="47"/>
                    <a:pt x="16" y="47"/>
                  </a:cubicBezTo>
                  <a:cubicBezTo>
                    <a:pt x="32" y="95"/>
                    <a:pt x="63" y="111"/>
                    <a:pt x="95" y="111"/>
                  </a:cubicBezTo>
                  <a:lnTo>
                    <a:pt x="110" y="111"/>
                  </a:lnTo>
                  <a:cubicBezTo>
                    <a:pt x="142" y="111"/>
                    <a:pt x="173" y="95"/>
                    <a:pt x="189" y="95"/>
                  </a:cubicBezTo>
                  <a:lnTo>
                    <a:pt x="205" y="95"/>
                  </a:lnTo>
                  <a:cubicBezTo>
                    <a:pt x="221" y="79"/>
                    <a:pt x="236" y="64"/>
                    <a:pt x="221" y="47"/>
                  </a:cubicBezTo>
                  <a:cubicBezTo>
                    <a:pt x="221" y="32"/>
                    <a:pt x="205" y="32"/>
                    <a:pt x="205" y="16"/>
                  </a:cubicBezTo>
                  <a:cubicBezTo>
                    <a:pt x="189" y="32"/>
                    <a:pt x="189" y="47"/>
                    <a:pt x="173" y="47"/>
                  </a:cubicBezTo>
                  <a:lnTo>
                    <a:pt x="173" y="47"/>
                  </a:lnTo>
                  <a:lnTo>
                    <a:pt x="110" y="47"/>
                  </a:lnTo>
                  <a:lnTo>
                    <a:pt x="95" y="32"/>
                  </a:lnTo>
                  <a:cubicBezTo>
                    <a:pt x="79" y="32"/>
                    <a:pt x="79" y="32"/>
                    <a:pt x="63" y="16"/>
                  </a:cubicBezTo>
                  <a:lnTo>
                    <a:pt x="63" y="16"/>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7" name="Google Shape;1607;p38"/>
            <p:cNvSpPr/>
            <p:nvPr/>
          </p:nvSpPr>
          <p:spPr>
            <a:xfrm>
              <a:off x="3089816" y="1804283"/>
              <a:ext cx="4516" cy="5057"/>
            </a:xfrm>
            <a:custGeom>
              <a:avLst/>
              <a:gdLst/>
              <a:ahLst/>
              <a:cxnLst/>
              <a:rect l="l" t="t" r="r" b="b"/>
              <a:pathLst>
                <a:path w="142" h="159" extrusionOk="0">
                  <a:moveTo>
                    <a:pt x="64" y="1"/>
                  </a:moveTo>
                  <a:lnTo>
                    <a:pt x="64" y="1"/>
                  </a:lnTo>
                  <a:cubicBezTo>
                    <a:pt x="47" y="1"/>
                    <a:pt x="32" y="1"/>
                    <a:pt x="32" y="16"/>
                  </a:cubicBezTo>
                  <a:cubicBezTo>
                    <a:pt x="32" y="32"/>
                    <a:pt x="32" y="48"/>
                    <a:pt x="47" y="64"/>
                  </a:cubicBezTo>
                  <a:lnTo>
                    <a:pt x="16" y="111"/>
                  </a:lnTo>
                  <a:cubicBezTo>
                    <a:pt x="1" y="127"/>
                    <a:pt x="16" y="142"/>
                    <a:pt x="32" y="158"/>
                  </a:cubicBezTo>
                  <a:lnTo>
                    <a:pt x="47" y="158"/>
                  </a:lnTo>
                  <a:cubicBezTo>
                    <a:pt x="64" y="158"/>
                    <a:pt x="64" y="158"/>
                    <a:pt x="79" y="142"/>
                  </a:cubicBezTo>
                  <a:lnTo>
                    <a:pt x="127" y="48"/>
                  </a:lnTo>
                  <a:cubicBezTo>
                    <a:pt x="142" y="48"/>
                    <a:pt x="142" y="32"/>
                    <a:pt x="127" y="16"/>
                  </a:cubicBezTo>
                  <a:lnTo>
                    <a:pt x="110"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8" name="Google Shape;1608;p38"/>
            <p:cNvSpPr/>
            <p:nvPr/>
          </p:nvSpPr>
          <p:spPr>
            <a:xfrm>
              <a:off x="3367430" y="1768218"/>
              <a:ext cx="3021" cy="4039"/>
            </a:xfrm>
            <a:custGeom>
              <a:avLst/>
              <a:gdLst/>
              <a:ahLst/>
              <a:cxnLst/>
              <a:rect l="l" t="t" r="r" b="b"/>
              <a:pathLst>
                <a:path w="95" h="127" extrusionOk="0">
                  <a:moveTo>
                    <a:pt x="32" y="1"/>
                  </a:moveTo>
                  <a:lnTo>
                    <a:pt x="32" y="1"/>
                  </a:lnTo>
                  <a:cubicBezTo>
                    <a:pt x="16" y="1"/>
                    <a:pt x="0" y="16"/>
                    <a:pt x="0" y="47"/>
                  </a:cubicBezTo>
                  <a:lnTo>
                    <a:pt x="16" y="95"/>
                  </a:lnTo>
                  <a:cubicBezTo>
                    <a:pt x="16" y="110"/>
                    <a:pt x="16" y="127"/>
                    <a:pt x="32" y="127"/>
                  </a:cubicBezTo>
                  <a:lnTo>
                    <a:pt x="47" y="127"/>
                  </a:lnTo>
                  <a:lnTo>
                    <a:pt x="63" y="127"/>
                  </a:lnTo>
                  <a:lnTo>
                    <a:pt x="79" y="95"/>
                  </a:lnTo>
                  <a:cubicBezTo>
                    <a:pt x="95" y="95"/>
                    <a:pt x="95" y="64"/>
                    <a:pt x="79" y="47"/>
                  </a:cubicBezTo>
                  <a:lnTo>
                    <a:pt x="79" y="47"/>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9" name="Google Shape;1609;p38"/>
            <p:cNvSpPr/>
            <p:nvPr/>
          </p:nvSpPr>
          <p:spPr>
            <a:xfrm>
              <a:off x="3332828" y="1771716"/>
              <a:ext cx="4039" cy="4039"/>
            </a:xfrm>
            <a:custGeom>
              <a:avLst/>
              <a:gdLst/>
              <a:ahLst/>
              <a:cxnLst/>
              <a:rect l="l" t="t" r="r" b="b"/>
              <a:pathLst>
                <a:path w="127" h="127" extrusionOk="0">
                  <a:moveTo>
                    <a:pt x="49" y="0"/>
                  </a:moveTo>
                  <a:lnTo>
                    <a:pt x="32" y="0"/>
                  </a:lnTo>
                  <a:lnTo>
                    <a:pt x="17" y="17"/>
                  </a:lnTo>
                  <a:lnTo>
                    <a:pt x="1" y="48"/>
                  </a:lnTo>
                  <a:cubicBezTo>
                    <a:pt x="1" y="48"/>
                    <a:pt x="17" y="48"/>
                    <a:pt x="17" y="63"/>
                  </a:cubicBezTo>
                  <a:cubicBezTo>
                    <a:pt x="32" y="63"/>
                    <a:pt x="32" y="80"/>
                    <a:pt x="32" y="80"/>
                  </a:cubicBezTo>
                  <a:lnTo>
                    <a:pt x="32" y="111"/>
                  </a:lnTo>
                  <a:lnTo>
                    <a:pt x="32" y="126"/>
                  </a:lnTo>
                  <a:lnTo>
                    <a:pt x="95" y="111"/>
                  </a:lnTo>
                  <a:cubicBezTo>
                    <a:pt x="112" y="111"/>
                    <a:pt x="127" y="95"/>
                    <a:pt x="127" y="80"/>
                  </a:cubicBezTo>
                  <a:lnTo>
                    <a:pt x="95" y="80"/>
                  </a:lnTo>
                  <a:lnTo>
                    <a:pt x="95" y="80"/>
                  </a:lnTo>
                  <a:cubicBezTo>
                    <a:pt x="80" y="80"/>
                    <a:pt x="64" y="63"/>
                    <a:pt x="49" y="48"/>
                  </a:cubicBezTo>
                  <a:cubicBezTo>
                    <a:pt x="49" y="32"/>
                    <a:pt x="64" y="32"/>
                    <a:pt x="64" y="17"/>
                  </a:cubicBezTo>
                  <a:lnTo>
                    <a:pt x="64" y="17"/>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0" name="Google Shape;1610;p38"/>
            <p:cNvSpPr/>
            <p:nvPr/>
          </p:nvSpPr>
          <p:spPr>
            <a:xfrm>
              <a:off x="3322333" y="1772225"/>
              <a:ext cx="2512" cy="3530"/>
            </a:xfrm>
            <a:custGeom>
              <a:avLst/>
              <a:gdLst/>
              <a:ahLst/>
              <a:cxnLst/>
              <a:rect l="l" t="t" r="r" b="b"/>
              <a:pathLst>
                <a:path w="79" h="111" extrusionOk="0">
                  <a:moveTo>
                    <a:pt x="32" y="1"/>
                  </a:moveTo>
                  <a:lnTo>
                    <a:pt x="32" y="1"/>
                  </a:lnTo>
                  <a:lnTo>
                    <a:pt x="16" y="1"/>
                  </a:lnTo>
                  <a:cubicBezTo>
                    <a:pt x="0" y="1"/>
                    <a:pt x="0" y="16"/>
                    <a:pt x="0" y="47"/>
                  </a:cubicBezTo>
                  <a:lnTo>
                    <a:pt x="0" y="47"/>
                  </a:lnTo>
                  <a:lnTo>
                    <a:pt x="16" y="110"/>
                  </a:lnTo>
                  <a:lnTo>
                    <a:pt x="47" y="95"/>
                  </a:lnTo>
                  <a:lnTo>
                    <a:pt x="47" y="95"/>
                  </a:lnTo>
                  <a:lnTo>
                    <a:pt x="63" y="95"/>
                  </a:lnTo>
                  <a:lnTo>
                    <a:pt x="79" y="95"/>
                  </a:lnTo>
                  <a:lnTo>
                    <a:pt x="79" y="95"/>
                  </a:lnTo>
                  <a:lnTo>
                    <a:pt x="63" y="32"/>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1" name="Google Shape;1611;p38"/>
            <p:cNvSpPr/>
            <p:nvPr/>
          </p:nvSpPr>
          <p:spPr>
            <a:xfrm>
              <a:off x="3322810" y="1778713"/>
              <a:ext cx="5057" cy="2576"/>
            </a:xfrm>
            <a:custGeom>
              <a:avLst/>
              <a:gdLst/>
              <a:ahLst/>
              <a:cxnLst/>
              <a:rect l="l" t="t" r="r" b="b"/>
              <a:pathLst>
                <a:path w="159" h="81" extrusionOk="0">
                  <a:moveTo>
                    <a:pt x="127" y="1"/>
                  </a:moveTo>
                  <a:lnTo>
                    <a:pt x="95" y="17"/>
                  </a:lnTo>
                  <a:cubicBezTo>
                    <a:pt x="80" y="32"/>
                    <a:pt x="80" y="32"/>
                    <a:pt x="64" y="32"/>
                  </a:cubicBezTo>
                  <a:lnTo>
                    <a:pt x="48" y="17"/>
                  </a:lnTo>
                  <a:lnTo>
                    <a:pt x="32" y="1"/>
                  </a:lnTo>
                  <a:lnTo>
                    <a:pt x="1" y="1"/>
                  </a:lnTo>
                  <a:lnTo>
                    <a:pt x="1" y="1"/>
                  </a:lnTo>
                  <a:lnTo>
                    <a:pt x="1" y="1"/>
                  </a:lnTo>
                  <a:lnTo>
                    <a:pt x="1" y="1"/>
                  </a:lnTo>
                  <a:lnTo>
                    <a:pt x="127" y="80"/>
                  </a:lnTo>
                  <a:lnTo>
                    <a:pt x="127" y="32"/>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2" name="Google Shape;1612;p38"/>
            <p:cNvSpPr/>
            <p:nvPr/>
          </p:nvSpPr>
          <p:spPr>
            <a:xfrm>
              <a:off x="3245654" y="1805778"/>
              <a:ext cx="3562" cy="4039"/>
            </a:xfrm>
            <a:custGeom>
              <a:avLst/>
              <a:gdLst/>
              <a:ahLst/>
              <a:cxnLst/>
              <a:rect l="l" t="t" r="r" b="b"/>
              <a:pathLst>
                <a:path w="112" h="127" extrusionOk="0">
                  <a:moveTo>
                    <a:pt x="80" y="1"/>
                  </a:moveTo>
                  <a:cubicBezTo>
                    <a:pt x="63" y="17"/>
                    <a:pt x="48" y="32"/>
                    <a:pt x="17" y="32"/>
                  </a:cubicBezTo>
                  <a:lnTo>
                    <a:pt x="17" y="32"/>
                  </a:lnTo>
                  <a:lnTo>
                    <a:pt x="17" y="32"/>
                  </a:lnTo>
                  <a:lnTo>
                    <a:pt x="0" y="32"/>
                  </a:lnTo>
                  <a:lnTo>
                    <a:pt x="0" y="32"/>
                  </a:lnTo>
                  <a:lnTo>
                    <a:pt x="0" y="64"/>
                  </a:lnTo>
                  <a:lnTo>
                    <a:pt x="48" y="111"/>
                  </a:lnTo>
                  <a:cubicBezTo>
                    <a:pt x="48" y="127"/>
                    <a:pt x="63" y="127"/>
                    <a:pt x="63" y="127"/>
                  </a:cubicBezTo>
                  <a:lnTo>
                    <a:pt x="95" y="127"/>
                  </a:lnTo>
                  <a:cubicBezTo>
                    <a:pt x="111" y="111"/>
                    <a:pt x="111" y="95"/>
                    <a:pt x="95" y="80"/>
                  </a:cubicBezTo>
                  <a:lnTo>
                    <a:pt x="80" y="64"/>
                  </a:lnTo>
                  <a:cubicBezTo>
                    <a:pt x="95" y="48"/>
                    <a:pt x="95" y="48"/>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3" name="Google Shape;1613;p38"/>
            <p:cNvSpPr/>
            <p:nvPr/>
          </p:nvSpPr>
          <p:spPr>
            <a:xfrm>
              <a:off x="3031711" y="1819803"/>
              <a:ext cx="3021" cy="4039"/>
            </a:xfrm>
            <a:custGeom>
              <a:avLst/>
              <a:gdLst/>
              <a:ahLst/>
              <a:cxnLst/>
              <a:rect l="l" t="t" r="r" b="b"/>
              <a:pathLst>
                <a:path w="95" h="127" extrusionOk="0">
                  <a:moveTo>
                    <a:pt x="32" y="1"/>
                  </a:moveTo>
                  <a:lnTo>
                    <a:pt x="32" y="1"/>
                  </a:lnTo>
                  <a:lnTo>
                    <a:pt x="15" y="1"/>
                  </a:lnTo>
                  <a:lnTo>
                    <a:pt x="32" y="1"/>
                  </a:lnTo>
                  <a:cubicBezTo>
                    <a:pt x="47" y="17"/>
                    <a:pt x="47" y="32"/>
                    <a:pt x="32" y="49"/>
                  </a:cubicBezTo>
                  <a:lnTo>
                    <a:pt x="0" y="95"/>
                  </a:lnTo>
                  <a:lnTo>
                    <a:pt x="0" y="112"/>
                  </a:lnTo>
                  <a:cubicBezTo>
                    <a:pt x="15" y="127"/>
                    <a:pt x="15" y="127"/>
                    <a:pt x="32" y="127"/>
                  </a:cubicBezTo>
                  <a:lnTo>
                    <a:pt x="47" y="127"/>
                  </a:lnTo>
                  <a:cubicBezTo>
                    <a:pt x="63" y="127"/>
                    <a:pt x="63" y="127"/>
                    <a:pt x="63" y="112"/>
                  </a:cubicBezTo>
                  <a:lnTo>
                    <a:pt x="63" y="95"/>
                  </a:lnTo>
                  <a:cubicBezTo>
                    <a:pt x="47" y="95"/>
                    <a:pt x="63" y="64"/>
                    <a:pt x="78" y="49"/>
                  </a:cubicBezTo>
                  <a:lnTo>
                    <a:pt x="95" y="32"/>
                  </a:lnTo>
                  <a:cubicBezTo>
                    <a:pt x="95" y="17"/>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4" name="Google Shape;1614;p38"/>
            <p:cNvSpPr/>
            <p:nvPr/>
          </p:nvSpPr>
          <p:spPr>
            <a:xfrm>
              <a:off x="3419557" y="1792261"/>
              <a:ext cx="5502" cy="4516"/>
            </a:xfrm>
            <a:custGeom>
              <a:avLst/>
              <a:gdLst/>
              <a:ahLst/>
              <a:cxnLst/>
              <a:rect l="l" t="t" r="r" b="b"/>
              <a:pathLst>
                <a:path w="173" h="142" extrusionOk="0">
                  <a:moveTo>
                    <a:pt x="110" y="1"/>
                  </a:moveTo>
                  <a:cubicBezTo>
                    <a:pt x="95" y="16"/>
                    <a:pt x="95" y="16"/>
                    <a:pt x="95" y="32"/>
                  </a:cubicBezTo>
                  <a:lnTo>
                    <a:pt x="95" y="64"/>
                  </a:lnTo>
                  <a:cubicBezTo>
                    <a:pt x="95" y="64"/>
                    <a:pt x="78" y="64"/>
                    <a:pt x="78" y="79"/>
                  </a:cubicBezTo>
                  <a:lnTo>
                    <a:pt x="78" y="79"/>
                  </a:lnTo>
                  <a:cubicBezTo>
                    <a:pt x="63" y="64"/>
                    <a:pt x="63" y="47"/>
                    <a:pt x="47" y="47"/>
                  </a:cubicBezTo>
                  <a:lnTo>
                    <a:pt x="32" y="47"/>
                  </a:lnTo>
                  <a:cubicBezTo>
                    <a:pt x="15" y="64"/>
                    <a:pt x="0" y="79"/>
                    <a:pt x="15" y="95"/>
                  </a:cubicBezTo>
                  <a:cubicBezTo>
                    <a:pt x="15" y="110"/>
                    <a:pt x="32" y="142"/>
                    <a:pt x="63" y="142"/>
                  </a:cubicBezTo>
                  <a:lnTo>
                    <a:pt x="63" y="142"/>
                  </a:lnTo>
                  <a:lnTo>
                    <a:pt x="63" y="142"/>
                  </a:lnTo>
                  <a:cubicBezTo>
                    <a:pt x="63" y="127"/>
                    <a:pt x="78" y="127"/>
                    <a:pt x="95" y="110"/>
                  </a:cubicBezTo>
                  <a:lnTo>
                    <a:pt x="95" y="110"/>
                  </a:lnTo>
                  <a:lnTo>
                    <a:pt x="95" y="110"/>
                  </a:lnTo>
                  <a:lnTo>
                    <a:pt x="126" y="127"/>
                  </a:lnTo>
                  <a:lnTo>
                    <a:pt x="126" y="127"/>
                  </a:lnTo>
                  <a:lnTo>
                    <a:pt x="126" y="127"/>
                  </a:lnTo>
                  <a:lnTo>
                    <a:pt x="126" y="79"/>
                  </a:lnTo>
                  <a:cubicBezTo>
                    <a:pt x="141" y="64"/>
                    <a:pt x="141" y="47"/>
                    <a:pt x="158" y="47"/>
                  </a:cubicBezTo>
                  <a:lnTo>
                    <a:pt x="173" y="47"/>
                  </a:lnTo>
                  <a:lnTo>
                    <a:pt x="173"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5" name="Google Shape;1615;p38"/>
            <p:cNvSpPr/>
            <p:nvPr/>
          </p:nvSpPr>
          <p:spPr>
            <a:xfrm>
              <a:off x="3419016" y="1810803"/>
              <a:ext cx="4580" cy="3021"/>
            </a:xfrm>
            <a:custGeom>
              <a:avLst/>
              <a:gdLst/>
              <a:ahLst/>
              <a:cxnLst/>
              <a:rect l="l" t="t" r="r" b="b"/>
              <a:pathLst>
                <a:path w="144" h="95" extrusionOk="0">
                  <a:moveTo>
                    <a:pt x="32" y="0"/>
                  </a:moveTo>
                  <a:lnTo>
                    <a:pt x="32" y="0"/>
                  </a:lnTo>
                  <a:cubicBezTo>
                    <a:pt x="17" y="0"/>
                    <a:pt x="1" y="0"/>
                    <a:pt x="1" y="17"/>
                  </a:cubicBezTo>
                  <a:cubicBezTo>
                    <a:pt x="1" y="32"/>
                    <a:pt x="1" y="63"/>
                    <a:pt x="32" y="63"/>
                  </a:cubicBezTo>
                  <a:lnTo>
                    <a:pt x="95" y="95"/>
                  </a:lnTo>
                  <a:lnTo>
                    <a:pt x="112" y="63"/>
                  </a:lnTo>
                  <a:lnTo>
                    <a:pt x="112" y="48"/>
                  </a:lnTo>
                  <a:cubicBezTo>
                    <a:pt x="127" y="32"/>
                    <a:pt x="127" y="32"/>
                    <a:pt x="143" y="32"/>
                  </a:cubicBezTo>
                  <a:lnTo>
                    <a:pt x="143" y="32"/>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6" name="Google Shape;1616;p38"/>
            <p:cNvSpPr/>
            <p:nvPr/>
          </p:nvSpPr>
          <p:spPr>
            <a:xfrm>
              <a:off x="3081293" y="1812329"/>
              <a:ext cx="4039" cy="3021"/>
            </a:xfrm>
            <a:custGeom>
              <a:avLst/>
              <a:gdLst/>
              <a:ahLst/>
              <a:cxnLst/>
              <a:rect l="l" t="t" r="r" b="b"/>
              <a:pathLst>
                <a:path w="127" h="95" extrusionOk="0">
                  <a:moveTo>
                    <a:pt x="63" y="0"/>
                  </a:moveTo>
                  <a:lnTo>
                    <a:pt x="17" y="32"/>
                  </a:lnTo>
                  <a:cubicBezTo>
                    <a:pt x="17" y="32"/>
                    <a:pt x="0" y="32"/>
                    <a:pt x="0" y="47"/>
                  </a:cubicBezTo>
                  <a:lnTo>
                    <a:pt x="0" y="63"/>
                  </a:lnTo>
                  <a:lnTo>
                    <a:pt x="0" y="63"/>
                  </a:lnTo>
                  <a:lnTo>
                    <a:pt x="17" y="63"/>
                  </a:lnTo>
                  <a:cubicBezTo>
                    <a:pt x="17" y="63"/>
                    <a:pt x="32" y="63"/>
                    <a:pt x="48" y="78"/>
                  </a:cubicBezTo>
                  <a:lnTo>
                    <a:pt x="48" y="95"/>
                  </a:lnTo>
                  <a:lnTo>
                    <a:pt x="48" y="78"/>
                  </a:lnTo>
                  <a:lnTo>
                    <a:pt x="126" y="47"/>
                  </a:lnTo>
                  <a:lnTo>
                    <a:pt x="80" y="15"/>
                  </a:lnTo>
                  <a:cubicBezTo>
                    <a:pt x="80" y="15"/>
                    <a:pt x="63"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7" name="Google Shape;1617;p38"/>
            <p:cNvSpPr/>
            <p:nvPr/>
          </p:nvSpPr>
          <p:spPr>
            <a:xfrm>
              <a:off x="3136917" y="1831825"/>
              <a:ext cx="4516" cy="3053"/>
            </a:xfrm>
            <a:custGeom>
              <a:avLst/>
              <a:gdLst/>
              <a:ahLst/>
              <a:cxnLst/>
              <a:rect l="l" t="t" r="r" b="b"/>
              <a:pathLst>
                <a:path w="142" h="96" extrusionOk="0">
                  <a:moveTo>
                    <a:pt x="32" y="1"/>
                  </a:moveTo>
                  <a:lnTo>
                    <a:pt x="32" y="1"/>
                  </a:lnTo>
                  <a:lnTo>
                    <a:pt x="32" y="1"/>
                  </a:lnTo>
                  <a:cubicBezTo>
                    <a:pt x="16" y="1"/>
                    <a:pt x="1" y="17"/>
                    <a:pt x="1" y="32"/>
                  </a:cubicBezTo>
                  <a:cubicBezTo>
                    <a:pt x="1" y="49"/>
                    <a:pt x="1" y="80"/>
                    <a:pt x="32" y="95"/>
                  </a:cubicBezTo>
                  <a:lnTo>
                    <a:pt x="64" y="95"/>
                  </a:lnTo>
                  <a:lnTo>
                    <a:pt x="79" y="95"/>
                  </a:lnTo>
                  <a:lnTo>
                    <a:pt x="95" y="95"/>
                  </a:lnTo>
                  <a:lnTo>
                    <a:pt x="95" y="95"/>
                  </a:lnTo>
                  <a:cubicBezTo>
                    <a:pt x="110" y="95"/>
                    <a:pt x="127" y="80"/>
                    <a:pt x="127" y="64"/>
                  </a:cubicBezTo>
                  <a:cubicBezTo>
                    <a:pt x="142" y="49"/>
                    <a:pt x="127" y="32"/>
                    <a:pt x="110" y="32"/>
                  </a:cubicBezTo>
                  <a:lnTo>
                    <a:pt x="95" y="17"/>
                  </a:lnTo>
                  <a:cubicBezTo>
                    <a:pt x="79" y="17"/>
                    <a:pt x="79" y="32"/>
                    <a:pt x="64" y="32"/>
                  </a:cubicBez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8" name="Google Shape;1618;p38"/>
            <p:cNvSpPr/>
            <p:nvPr/>
          </p:nvSpPr>
          <p:spPr>
            <a:xfrm>
              <a:off x="3096336" y="1793279"/>
              <a:ext cx="6551" cy="4039"/>
            </a:xfrm>
            <a:custGeom>
              <a:avLst/>
              <a:gdLst/>
              <a:ahLst/>
              <a:cxnLst/>
              <a:rect l="l" t="t" r="r" b="b"/>
              <a:pathLst>
                <a:path w="206" h="127" extrusionOk="0">
                  <a:moveTo>
                    <a:pt x="174" y="0"/>
                  </a:moveTo>
                  <a:lnTo>
                    <a:pt x="174" y="0"/>
                  </a:lnTo>
                  <a:lnTo>
                    <a:pt x="142" y="0"/>
                  </a:lnTo>
                  <a:lnTo>
                    <a:pt x="142" y="15"/>
                  </a:lnTo>
                  <a:lnTo>
                    <a:pt x="111" y="47"/>
                  </a:lnTo>
                  <a:lnTo>
                    <a:pt x="16" y="32"/>
                  </a:lnTo>
                  <a:lnTo>
                    <a:pt x="0" y="95"/>
                  </a:lnTo>
                  <a:lnTo>
                    <a:pt x="0" y="95"/>
                  </a:lnTo>
                  <a:lnTo>
                    <a:pt x="111" y="126"/>
                  </a:lnTo>
                  <a:lnTo>
                    <a:pt x="126" y="126"/>
                  </a:lnTo>
                  <a:cubicBezTo>
                    <a:pt x="126" y="126"/>
                    <a:pt x="142" y="126"/>
                    <a:pt x="142" y="110"/>
                  </a:cubicBezTo>
                  <a:lnTo>
                    <a:pt x="158" y="110"/>
                  </a:lnTo>
                  <a:lnTo>
                    <a:pt x="158" y="95"/>
                  </a:lnTo>
                  <a:lnTo>
                    <a:pt x="174" y="78"/>
                  </a:lnTo>
                  <a:lnTo>
                    <a:pt x="174" y="78"/>
                  </a:lnTo>
                  <a:cubicBezTo>
                    <a:pt x="158" y="63"/>
                    <a:pt x="158" y="47"/>
                    <a:pt x="158" y="32"/>
                  </a:cubicBezTo>
                  <a:cubicBezTo>
                    <a:pt x="174" y="32"/>
                    <a:pt x="174" y="15"/>
                    <a:pt x="189" y="15"/>
                  </a:cubicBezTo>
                  <a:lnTo>
                    <a:pt x="205" y="32"/>
                  </a:lnTo>
                  <a:cubicBezTo>
                    <a:pt x="205" y="15"/>
                    <a:pt x="205" y="15"/>
                    <a:pt x="189" y="0"/>
                  </a:cubicBezTo>
                  <a:lnTo>
                    <a:pt x="18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9" name="Google Shape;1619;p38"/>
            <p:cNvSpPr/>
            <p:nvPr/>
          </p:nvSpPr>
          <p:spPr>
            <a:xfrm>
              <a:off x="3248167" y="1821807"/>
              <a:ext cx="2512" cy="4039"/>
            </a:xfrm>
            <a:custGeom>
              <a:avLst/>
              <a:gdLst/>
              <a:ahLst/>
              <a:cxnLst/>
              <a:rect l="l" t="t" r="r" b="b"/>
              <a:pathLst>
                <a:path w="79" h="127" extrusionOk="0">
                  <a:moveTo>
                    <a:pt x="32" y="1"/>
                  </a:moveTo>
                  <a:lnTo>
                    <a:pt x="32" y="1"/>
                  </a:lnTo>
                  <a:cubicBezTo>
                    <a:pt x="16" y="1"/>
                    <a:pt x="1" y="17"/>
                    <a:pt x="1" y="32"/>
                  </a:cubicBezTo>
                  <a:lnTo>
                    <a:pt x="16" y="112"/>
                  </a:lnTo>
                  <a:lnTo>
                    <a:pt x="16" y="112"/>
                  </a:lnTo>
                  <a:lnTo>
                    <a:pt x="16" y="127"/>
                  </a:lnTo>
                  <a:lnTo>
                    <a:pt x="16" y="127"/>
                  </a:lnTo>
                  <a:lnTo>
                    <a:pt x="16" y="127"/>
                  </a:lnTo>
                  <a:cubicBezTo>
                    <a:pt x="32" y="112"/>
                    <a:pt x="32" y="112"/>
                    <a:pt x="47" y="112"/>
                  </a:cubicBezTo>
                  <a:lnTo>
                    <a:pt x="64" y="112"/>
                  </a:lnTo>
                  <a:cubicBezTo>
                    <a:pt x="79" y="112"/>
                    <a:pt x="79" y="127"/>
                    <a:pt x="79" y="127"/>
                  </a:cubicBezTo>
                  <a:lnTo>
                    <a:pt x="79" y="112"/>
                  </a:lnTo>
                  <a:lnTo>
                    <a:pt x="79"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0" name="Google Shape;1620;p38"/>
            <p:cNvSpPr/>
            <p:nvPr/>
          </p:nvSpPr>
          <p:spPr>
            <a:xfrm>
              <a:off x="3121906" y="1790735"/>
              <a:ext cx="3021" cy="4580"/>
            </a:xfrm>
            <a:custGeom>
              <a:avLst/>
              <a:gdLst/>
              <a:ahLst/>
              <a:cxnLst/>
              <a:rect l="l" t="t" r="r" b="b"/>
              <a:pathLst>
                <a:path w="95" h="144" extrusionOk="0">
                  <a:moveTo>
                    <a:pt x="47" y="1"/>
                  </a:moveTo>
                  <a:lnTo>
                    <a:pt x="47" y="1"/>
                  </a:lnTo>
                  <a:cubicBezTo>
                    <a:pt x="32" y="1"/>
                    <a:pt x="15" y="1"/>
                    <a:pt x="15" y="17"/>
                  </a:cubicBezTo>
                  <a:lnTo>
                    <a:pt x="15" y="32"/>
                  </a:lnTo>
                  <a:lnTo>
                    <a:pt x="15" y="32"/>
                  </a:lnTo>
                  <a:lnTo>
                    <a:pt x="15" y="49"/>
                  </a:lnTo>
                  <a:lnTo>
                    <a:pt x="0" y="112"/>
                  </a:lnTo>
                  <a:lnTo>
                    <a:pt x="0" y="112"/>
                  </a:lnTo>
                  <a:cubicBezTo>
                    <a:pt x="0" y="127"/>
                    <a:pt x="15" y="143"/>
                    <a:pt x="32" y="143"/>
                  </a:cubicBezTo>
                  <a:lnTo>
                    <a:pt x="47" y="143"/>
                  </a:lnTo>
                  <a:cubicBezTo>
                    <a:pt x="63" y="143"/>
                    <a:pt x="78" y="143"/>
                    <a:pt x="78" y="127"/>
                  </a:cubicBezTo>
                  <a:lnTo>
                    <a:pt x="95" y="32"/>
                  </a:lnTo>
                  <a:cubicBezTo>
                    <a:pt x="95" y="17"/>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1" name="Google Shape;1621;p38"/>
            <p:cNvSpPr/>
            <p:nvPr/>
          </p:nvSpPr>
          <p:spPr>
            <a:xfrm>
              <a:off x="3376940" y="1781734"/>
              <a:ext cx="7028" cy="4548"/>
            </a:xfrm>
            <a:custGeom>
              <a:avLst/>
              <a:gdLst/>
              <a:ahLst/>
              <a:cxnLst/>
              <a:rect l="l" t="t" r="r" b="b"/>
              <a:pathLst>
                <a:path w="221" h="143" extrusionOk="0">
                  <a:moveTo>
                    <a:pt x="174" y="0"/>
                  </a:moveTo>
                  <a:lnTo>
                    <a:pt x="174" y="0"/>
                  </a:lnTo>
                  <a:cubicBezTo>
                    <a:pt x="158" y="0"/>
                    <a:pt x="158" y="17"/>
                    <a:pt x="143" y="17"/>
                  </a:cubicBezTo>
                  <a:lnTo>
                    <a:pt x="126" y="80"/>
                  </a:lnTo>
                  <a:lnTo>
                    <a:pt x="48" y="63"/>
                  </a:lnTo>
                  <a:cubicBezTo>
                    <a:pt x="48" y="80"/>
                    <a:pt x="32" y="80"/>
                    <a:pt x="32" y="80"/>
                  </a:cubicBezTo>
                  <a:cubicBezTo>
                    <a:pt x="32" y="95"/>
                    <a:pt x="17" y="95"/>
                    <a:pt x="17" y="95"/>
                  </a:cubicBezTo>
                  <a:lnTo>
                    <a:pt x="0" y="80"/>
                  </a:lnTo>
                  <a:lnTo>
                    <a:pt x="0" y="95"/>
                  </a:lnTo>
                  <a:cubicBezTo>
                    <a:pt x="0" y="111"/>
                    <a:pt x="0" y="126"/>
                    <a:pt x="32" y="126"/>
                  </a:cubicBezTo>
                  <a:lnTo>
                    <a:pt x="95" y="143"/>
                  </a:lnTo>
                  <a:lnTo>
                    <a:pt x="126" y="143"/>
                  </a:lnTo>
                  <a:lnTo>
                    <a:pt x="143" y="143"/>
                  </a:lnTo>
                  <a:lnTo>
                    <a:pt x="158" y="143"/>
                  </a:lnTo>
                  <a:cubicBezTo>
                    <a:pt x="158" y="143"/>
                    <a:pt x="174" y="143"/>
                    <a:pt x="174" y="126"/>
                  </a:cubicBezTo>
                  <a:lnTo>
                    <a:pt x="206" y="48"/>
                  </a:lnTo>
                  <a:cubicBezTo>
                    <a:pt x="221" y="32"/>
                    <a:pt x="206" y="17"/>
                    <a:pt x="18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2" name="Google Shape;1622;p38"/>
            <p:cNvSpPr/>
            <p:nvPr/>
          </p:nvSpPr>
          <p:spPr>
            <a:xfrm>
              <a:off x="3212101" y="1814333"/>
              <a:ext cx="5025" cy="3021"/>
            </a:xfrm>
            <a:custGeom>
              <a:avLst/>
              <a:gdLst/>
              <a:ahLst/>
              <a:cxnLst/>
              <a:rect l="l" t="t" r="r" b="b"/>
              <a:pathLst>
                <a:path w="158" h="95" extrusionOk="0">
                  <a:moveTo>
                    <a:pt x="78" y="0"/>
                  </a:moveTo>
                  <a:lnTo>
                    <a:pt x="78" y="0"/>
                  </a:lnTo>
                  <a:lnTo>
                    <a:pt x="63" y="0"/>
                  </a:lnTo>
                  <a:lnTo>
                    <a:pt x="15" y="15"/>
                  </a:lnTo>
                  <a:cubicBezTo>
                    <a:pt x="0" y="32"/>
                    <a:pt x="0" y="47"/>
                    <a:pt x="15" y="63"/>
                  </a:cubicBezTo>
                  <a:cubicBezTo>
                    <a:pt x="15" y="78"/>
                    <a:pt x="32" y="78"/>
                    <a:pt x="32" y="78"/>
                  </a:cubicBezTo>
                  <a:lnTo>
                    <a:pt x="63" y="78"/>
                  </a:lnTo>
                  <a:lnTo>
                    <a:pt x="78" y="63"/>
                  </a:lnTo>
                  <a:lnTo>
                    <a:pt x="95" y="78"/>
                  </a:lnTo>
                  <a:cubicBezTo>
                    <a:pt x="110" y="95"/>
                    <a:pt x="110" y="95"/>
                    <a:pt x="126" y="95"/>
                  </a:cubicBezTo>
                  <a:lnTo>
                    <a:pt x="141" y="78"/>
                  </a:lnTo>
                  <a:cubicBezTo>
                    <a:pt x="158" y="63"/>
                    <a:pt x="158" y="32"/>
                    <a:pt x="141"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3" name="Google Shape;1623;p38"/>
            <p:cNvSpPr/>
            <p:nvPr/>
          </p:nvSpPr>
          <p:spPr>
            <a:xfrm>
              <a:off x="3436063" y="1804792"/>
              <a:ext cx="6551" cy="2544"/>
            </a:xfrm>
            <a:custGeom>
              <a:avLst/>
              <a:gdLst/>
              <a:ahLst/>
              <a:cxnLst/>
              <a:rect l="l" t="t" r="r" b="b"/>
              <a:pathLst>
                <a:path w="206" h="80" extrusionOk="0">
                  <a:moveTo>
                    <a:pt x="174" y="0"/>
                  </a:moveTo>
                  <a:lnTo>
                    <a:pt x="174" y="0"/>
                  </a:lnTo>
                  <a:lnTo>
                    <a:pt x="111" y="16"/>
                  </a:lnTo>
                  <a:lnTo>
                    <a:pt x="111" y="16"/>
                  </a:lnTo>
                  <a:cubicBezTo>
                    <a:pt x="95" y="16"/>
                    <a:pt x="95" y="16"/>
                    <a:pt x="80" y="0"/>
                  </a:cubicBezTo>
                  <a:lnTo>
                    <a:pt x="32" y="0"/>
                  </a:lnTo>
                  <a:lnTo>
                    <a:pt x="32" y="0"/>
                  </a:lnTo>
                  <a:cubicBezTo>
                    <a:pt x="0" y="16"/>
                    <a:pt x="0" y="32"/>
                    <a:pt x="0" y="48"/>
                  </a:cubicBezTo>
                  <a:lnTo>
                    <a:pt x="0" y="48"/>
                  </a:lnTo>
                  <a:cubicBezTo>
                    <a:pt x="0" y="63"/>
                    <a:pt x="17" y="79"/>
                    <a:pt x="32" y="79"/>
                  </a:cubicBezTo>
                  <a:lnTo>
                    <a:pt x="32" y="79"/>
                  </a:lnTo>
                  <a:cubicBezTo>
                    <a:pt x="32" y="63"/>
                    <a:pt x="32" y="48"/>
                    <a:pt x="48" y="32"/>
                  </a:cubicBezTo>
                  <a:lnTo>
                    <a:pt x="63" y="32"/>
                  </a:lnTo>
                  <a:lnTo>
                    <a:pt x="63" y="32"/>
                  </a:lnTo>
                  <a:cubicBezTo>
                    <a:pt x="80" y="32"/>
                    <a:pt x="80" y="32"/>
                    <a:pt x="95" y="48"/>
                  </a:cubicBezTo>
                  <a:lnTo>
                    <a:pt x="111" y="63"/>
                  </a:lnTo>
                  <a:lnTo>
                    <a:pt x="174" y="63"/>
                  </a:lnTo>
                  <a:cubicBezTo>
                    <a:pt x="189" y="63"/>
                    <a:pt x="206" y="48"/>
                    <a:pt x="206" y="16"/>
                  </a:cubicBezTo>
                  <a:cubicBezTo>
                    <a:pt x="206" y="16"/>
                    <a:pt x="189"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4" name="Google Shape;1624;p38"/>
            <p:cNvSpPr/>
            <p:nvPr/>
          </p:nvSpPr>
          <p:spPr>
            <a:xfrm>
              <a:off x="3434568" y="1797286"/>
              <a:ext cx="5057" cy="7028"/>
            </a:xfrm>
            <a:custGeom>
              <a:avLst/>
              <a:gdLst/>
              <a:ahLst/>
              <a:cxnLst/>
              <a:rect l="l" t="t" r="r" b="b"/>
              <a:pathLst>
                <a:path w="159" h="221" extrusionOk="0">
                  <a:moveTo>
                    <a:pt x="64" y="0"/>
                  </a:moveTo>
                  <a:lnTo>
                    <a:pt x="47" y="0"/>
                  </a:lnTo>
                  <a:lnTo>
                    <a:pt x="47" y="0"/>
                  </a:lnTo>
                  <a:cubicBezTo>
                    <a:pt x="32" y="0"/>
                    <a:pt x="32" y="15"/>
                    <a:pt x="16" y="15"/>
                  </a:cubicBezTo>
                  <a:lnTo>
                    <a:pt x="1" y="63"/>
                  </a:lnTo>
                  <a:cubicBezTo>
                    <a:pt x="1" y="95"/>
                    <a:pt x="16" y="110"/>
                    <a:pt x="32" y="110"/>
                  </a:cubicBezTo>
                  <a:lnTo>
                    <a:pt x="47" y="110"/>
                  </a:lnTo>
                  <a:cubicBezTo>
                    <a:pt x="47" y="110"/>
                    <a:pt x="64" y="110"/>
                    <a:pt x="64" y="95"/>
                  </a:cubicBezTo>
                  <a:lnTo>
                    <a:pt x="95" y="142"/>
                  </a:lnTo>
                  <a:lnTo>
                    <a:pt x="79" y="173"/>
                  </a:lnTo>
                  <a:cubicBezTo>
                    <a:pt x="79" y="205"/>
                    <a:pt x="95" y="221"/>
                    <a:pt x="110" y="221"/>
                  </a:cubicBezTo>
                  <a:lnTo>
                    <a:pt x="110" y="221"/>
                  </a:lnTo>
                  <a:lnTo>
                    <a:pt x="127" y="221"/>
                  </a:lnTo>
                  <a:cubicBezTo>
                    <a:pt x="127" y="205"/>
                    <a:pt x="127" y="189"/>
                    <a:pt x="142" y="189"/>
                  </a:cubicBezTo>
                  <a:lnTo>
                    <a:pt x="158" y="173"/>
                  </a:lnTo>
                  <a:lnTo>
                    <a:pt x="158" y="142"/>
                  </a:lnTo>
                  <a:lnTo>
                    <a:pt x="158" y="126"/>
                  </a:lnTo>
                  <a:lnTo>
                    <a:pt x="110" y="32"/>
                  </a:lnTo>
                  <a:lnTo>
                    <a:pt x="95" y="15"/>
                  </a:lnTo>
                  <a:lnTo>
                    <a:pt x="7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5" name="Google Shape;1625;p38"/>
            <p:cNvSpPr/>
            <p:nvPr/>
          </p:nvSpPr>
          <p:spPr>
            <a:xfrm>
              <a:off x="3048726" y="1804283"/>
              <a:ext cx="3530" cy="6042"/>
            </a:xfrm>
            <a:custGeom>
              <a:avLst/>
              <a:gdLst/>
              <a:ahLst/>
              <a:cxnLst/>
              <a:rect l="l" t="t" r="r" b="b"/>
              <a:pathLst>
                <a:path w="111" h="190" extrusionOk="0">
                  <a:moveTo>
                    <a:pt x="32" y="1"/>
                  </a:moveTo>
                  <a:lnTo>
                    <a:pt x="16" y="64"/>
                  </a:lnTo>
                  <a:cubicBezTo>
                    <a:pt x="16" y="79"/>
                    <a:pt x="16" y="95"/>
                    <a:pt x="32" y="95"/>
                  </a:cubicBezTo>
                  <a:cubicBezTo>
                    <a:pt x="32" y="111"/>
                    <a:pt x="47" y="111"/>
                    <a:pt x="47" y="127"/>
                  </a:cubicBezTo>
                  <a:lnTo>
                    <a:pt x="32" y="127"/>
                  </a:lnTo>
                  <a:cubicBezTo>
                    <a:pt x="16" y="127"/>
                    <a:pt x="1" y="142"/>
                    <a:pt x="1" y="174"/>
                  </a:cubicBezTo>
                  <a:cubicBezTo>
                    <a:pt x="1" y="190"/>
                    <a:pt x="16" y="190"/>
                    <a:pt x="32" y="190"/>
                  </a:cubicBezTo>
                  <a:lnTo>
                    <a:pt x="47" y="190"/>
                  </a:lnTo>
                  <a:cubicBezTo>
                    <a:pt x="64" y="190"/>
                    <a:pt x="95" y="174"/>
                    <a:pt x="111" y="142"/>
                  </a:cubicBezTo>
                  <a:lnTo>
                    <a:pt x="111" y="111"/>
                  </a:lnTo>
                  <a:lnTo>
                    <a:pt x="111" y="111"/>
                  </a:lnTo>
                  <a:lnTo>
                    <a:pt x="95" y="111"/>
                  </a:lnTo>
                  <a:cubicBezTo>
                    <a:pt x="79" y="95"/>
                    <a:pt x="64" y="79"/>
                    <a:pt x="79" y="64"/>
                  </a:cubicBezTo>
                  <a:lnTo>
                    <a:pt x="79" y="64"/>
                  </a:lnTo>
                  <a:lnTo>
                    <a:pt x="79" y="48"/>
                  </a:lnTo>
                  <a:lnTo>
                    <a:pt x="7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6" name="Google Shape;1626;p38"/>
            <p:cNvSpPr/>
            <p:nvPr/>
          </p:nvSpPr>
          <p:spPr>
            <a:xfrm>
              <a:off x="3106863" y="1811789"/>
              <a:ext cx="5057" cy="3053"/>
            </a:xfrm>
            <a:custGeom>
              <a:avLst/>
              <a:gdLst/>
              <a:ahLst/>
              <a:cxnLst/>
              <a:rect l="l" t="t" r="r" b="b"/>
              <a:pathLst>
                <a:path w="159" h="96" extrusionOk="0">
                  <a:moveTo>
                    <a:pt x="95" y="1"/>
                  </a:moveTo>
                  <a:lnTo>
                    <a:pt x="95" y="1"/>
                  </a:lnTo>
                  <a:lnTo>
                    <a:pt x="95" y="1"/>
                  </a:lnTo>
                  <a:cubicBezTo>
                    <a:pt x="64" y="1"/>
                    <a:pt x="47" y="17"/>
                    <a:pt x="47" y="32"/>
                  </a:cubicBezTo>
                  <a:lnTo>
                    <a:pt x="32" y="32"/>
                  </a:lnTo>
                  <a:cubicBezTo>
                    <a:pt x="16" y="32"/>
                    <a:pt x="0" y="64"/>
                    <a:pt x="16" y="80"/>
                  </a:cubicBezTo>
                  <a:cubicBezTo>
                    <a:pt x="16" y="95"/>
                    <a:pt x="32" y="95"/>
                    <a:pt x="47" y="95"/>
                  </a:cubicBezTo>
                  <a:lnTo>
                    <a:pt x="47" y="95"/>
                  </a:lnTo>
                  <a:lnTo>
                    <a:pt x="47" y="95"/>
                  </a:lnTo>
                  <a:cubicBezTo>
                    <a:pt x="47" y="80"/>
                    <a:pt x="64" y="80"/>
                    <a:pt x="79" y="80"/>
                  </a:cubicBezTo>
                  <a:lnTo>
                    <a:pt x="79" y="80"/>
                  </a:lnTo>
                  <a:lnTo>
                    <a:pt x="95" y="80"/>
                  </a:lnTo>
                  <a:lnTo>
                    <a:pt x="95" y="64"/>
                  </a:lnTo>
                  <a:lnTo>
                    <a:pt x="95" y="64"/>
                  </a:lnTo>
                  <a:lnTo>
                    <a:pt x="95" y="64"/>
                  </a:lnTo>
                  <a:cubicBezTo>
                    <a:pt x="110" y="80"/>
                    <a:pt x="110" y="80"/>
                    <a:pt x="127" y="80"/>
                  </a:cubicBezTo>
                  <a:cubicBezTo>
                    <a:pt x="127" y="80"/>
                    <a:pt x="142" y="80"/>
                    <a:pt x="142" y="64"/>
                  </a:cubicBezTo>
                  <a:cubicBezTo>
                    <a:pt x="158" y="49"/>
                    <a:pt x="158" y="32"/>
                    <a:pt x="142" y="17"/>
                  </a:cubicBezTo>
                  <a:cubicBezTo>
                    <a:pt x="127"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7" name="Google Shape;1627;p38"/>
            <p:cNvSpPr/>
            <p:nvPr/>
          </p:nvSpPr>
          <p:spPr>
            <a:xfrm>
              <a:off x="3432055" y="1761189"/>
              <a:ext cx="5565" cy="3053"/>
            </a:xfrm>
            <a:custGeom>
              <a:avLst/>
              <a:gdLst/>
              <a:ahLst/>
              <a:cxnLst/>
              <a:rect l="l" t="t" r="r" b="b"/>
              <a:pathLst>
                <a:path w="175" h="96" extrusionOk="0">
                  <a:moveTo>
                    <a:pt x="80" y="1"/>
                  </a:moveTo>
                  <a:cubicBezTo>
                    <a:pt x="63" y="16"/>
                    <a:pt x="48" y="16"/>
                    <a:pt x="32" y="32"/>
                  </a:cubicBezTo>
                  <a:cubicBezTo>
                    <a:pt x="17" y="32"/>
                    <a:pt x="0" y="48"/>
                    <a:pt x="17" y="64"/>
                  </a:cubicBezTo>
                  <a:cubicBezTo>
                    <a:pt x="17" y="79"/>
                    <a:pt x="32" y="95"/>
                    <a:pt x="48" y="95"/>
                  </a:cubicBezTo>
                  <a:cubicBezTo>
                    <a:pt x="48" y="95"/>
                    <a:pt x="63" y="95"/>
                    <a:pt x="63" y="79"/>
                  </a:cubicBezTo>
                  <a:lnTo>
                    <a:pt x="95" y="79"/>
                  </a:lnTo>
                  <a:lnTo>
                    <a:pt x="111" y="79"/>
                  </a:lnTo>
                  <a:cubicBezTo>
                    <a:pt x="111" y="95"/>
                    <a:pt x="126" y="95"/>
                    <a:pt x="126" y="95"/>
                  </a:cubicBezTo>
                  <a:cubicBezTo>
                    <a:pt x="126" y="95"/>
                    <a:pt x="143" y="79"/>
                    <a:pt x="158" y="79"/>
                  </a:cubicBezTo>
                  <a:lnTo>
                    <a:pt x="158" y="79"/>
                  </a:lnTo>
                  <a:lnTo>
                    <a:pt x="174" y="79"/>
                  </a:lnTo>
                  <a:lnTo>
                    <a:pt x="174" y="48"/>
                  </a:lnTo>
                  <a:cubicBezTo>
                    <a:pt x="158" y="32"/>
                    <a:pt x="143" y="16"/>
                    <a:pt x="126" y="16"/>
                  </a:cubicBezTo>
                  <a:lnTo>
                    <a:pt x="126" y="16"/>
                  </a:lnTo>
                  <a:lnTo>
                    <a:pt x="111" y="16"/>
                  </a:lnTo>
                  <a:lnTo>
                    <a:pt x="80"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8" name="Google Shape;1628;p38"/>
            <p:cNvSpPr/>
            <p:nvPr/>
          </p:nvSpPr>
          <p:spPr>
            <a:xfrm>
              <a:off x="3309293" y="1819803"/>
              <a:ext cx="4039" cy="4580"/>
            </a:xfrm>
            <a:custGeom>
              <a:avLst/>
              <a:gdLst/>
              <a:ahLst/>
              <a:cxnLst/>
              <a:rect l="l" t="t" r="r" b="b"/>
              <a:pathLst>
                <a:path w="127" h="144" extrusionOk="0">
                  <a:moveTo>
                    <a:pt x="32" y="1"/>
                  </a:moveTo>
                  <a:lnTo>
                    <a:pt x="32" y="1"/>
                  </a:lnTo>
                  <a:lnTo>
                    <a:pt x="16" y="1"/>
                  </a:lnTo>
                  <a:cubicBezTo>
                    <a:pt x="16" y="17"/>
                    <a:pt x="1" y="17"/>
                    <a:pt x="1" y="32"/>
                  </a:cubicBezTo>
                  <a:cubicBezTo>
                    <a:pt x="1" y="32"/>
                    <a:pt x="1" y="49"/>
                    <a:pt x="16" y="49"/>
                  </a:cubicBezTo>
                  <a:lnTo>
                    <a:pt x="16" y="64"/>
                  </a:lnTo>
                  <a:lnTo>
                    <a:pt x="47" y="64"/>
                  </a:lnTo>
                  <a:lnTo>
                    <a:pt x="47" y="64"/>
                  </a:lnTo>
                  <a:lnTo>
                    <a:pt x="47" y="64"/>
                  </a:lnTo>
                  <a:cubicBezTo>
                    <a:pt x="64" y="64"/>
                    <a:pt x="79" y="64"/>
                    <a:pt x="79" y="80"/>
                  </a:cubicBezTo>
                  <a:cubicBezTo>
                    <a:pt x="95" y="112"/>
                    <a:pt x="79" y="127"/>
                    <a:pt x="64" y="127"/>
                  </a:cubicBezTo>
                  <a:lnTo>
                    <a:pt x="47" y="127"/>
                  </a:lnTo>
                  <a:lnTo>
                    <a:pt x="64" y="127"/>
                  </a:lnTo>
                  <a:cubicBezTo>
                    <a:pt x="64" y="143"/>
                    <a:pt x="79" y="143"/>
                    <a:pt x="79" y="143"/>
                  </a:cubicBezTo>
                  <a:lnTo>
                    <a:pt x="110" y="143"/>
                  </a:lnTo>
                  <a:cubicBezTo>
                    <a:pt x="127" y="127"/>
                    <a:pt x="127" y="112"/>
                    <a:pt x="110" y="95"/>
                  </a:cubicBezTo>
                  <a:lnTo>
                    <a:pt x="110" y="80"/>
                  </a:lnTo>
                  <a:lnTo>
                    <a:pt x="95" y="80"/>
                  </a:lnTo>
                  <a:lnTo>
                    <a:pt x="47" y="49"/>
                  </a:lnTo>
                  <a:cubicBezTo>
                    <a:pt x="47" y="32"/>
                    <a:pt x="32"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9" name="Google Shape;1629;p38"/>
            <p:cNvSpPr/>
            <p:nvPr/>
          </p:nvSpPr>
          <p:spPr>
            <a:xfrm>
              <a:off x="3041729" y="1819326"/>
              <a:ext cx="4516" cy="4039"/>
            </a:xfrm>
            <a:custGeom>
              <a:avLst/>
              <a:gdLst/>
              <a:ahLst/>
              <a:cxnLst/>
              <a:rect l="l" t="t" r="r" b="b"/>
              <a:pathLst>
                <a:path w="142" h="127" extrusionOk="0">
                  <a:moveTo>
                    <a:pt x="95" y="1"/>
                  </a:moveTo>
                  <a:lnTo>
                    <a:pt x="95" y="1"/>
                  </a:lnTo>
                  <a:cubicBezTo>
                    <a:pt x="95" y="1"/>
                    <a:pt x="78" y="1"/>
                    <a:pt x="78" y="16"/>
                  </a:cubicBezTo>
                  <a:lnTo>
                    <a:pt x="15" y="64"/>
                  </a:lnTo>
                  <a:cubicBezTo>
                    <a:pt x="0" y="64"/>
                    <a:pt x="0" y="64"/>
                    <a:pt x="0" y="79"/>
                  </a:cubicBezTo>
                  <a:lnTo>
                    <a:pt x="0" y="110"/>
                  </a:lnTo>
                  <a:cubicBezTo>
                    <a:pt x="15" y="110"/>
                    <a:pt x="15" y="127"/>
                    <a:pt x="32" y="127"/>
                  </a:cubicBezTo>
                  <a:cubicBezTo>
                    <a:pt x="47" y="127"/>
                    <a:pt x="47" y="127"/>
                    <a:pt x="47" y="110"/>
                  </a:cubicBezTo>
                  <a:lnTo>
                    <a:pt x="95" y="79"/>
                  </a:lnTo>
                  <a:lnTo>
                    <a:pt x="126" y="64"/>
                  </a:lnTo>
                  <a:cubicBezTo>
                    <a:pt x="141" y="47"/>
                    <a:pt x="141" y="32"/>
                    <a:pt x="126" y="16"/>
                  </a:cubicBez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0" name="Google Shape;1630;p38"/>
            <p:cNvSpPr/>
            <p:nvPr/>
          </p:nvSpPr>
          <p:spPr>
            <a:xfrm>
              <a:off x="3267694" y="1765705"/>
              <a:ext cx="4548" cy="5565"/>
            </a:xfrm>
            <a:custGeom>
              <a:avLst/>
              <a:gdLst/>
              <a:ahLst/>
              <a:cxnLst/>
              <a:rect l="l" t="t" r="r" b="b"/>
              <a:pathLst>
                <a:path w="143" h="175" extrusionOk="0">
                  <a:moveTo>
                    <a:pt x="143" y="95"/>
                  </a:moveTo>
                  <a:lnTo>
                    <a:pt x="95" y="126"/>
                  </a:lnTo>
                  <a:cubicBezTo>
                    <a:pt x="95" y="126"/>
                    <a:pt x="95" y="143"/>
                    <a:pt x="80" y="158"/>
                  </a:cubicBezTo>
                  <a:lnTo>
                    <a:pt x="80" y="174"/>
                  </a:lnTo>
                  <a:lnTo>
                    <a:pt x="95" y="174"/>
                  </a:lnTo>
                  <a:lnTo>
                    <a:pt x="95" y="174"/>
                  </a:lnTo>
                  <a:lnTo>
                    <a:pt x="95" y="174"/>
                  </a:lnTo>
                  <a:cubicBezTo>
                    <a:pt x="111" y="174"/>
                    <a:pt x="111" y="158"/>
                    <a:pt x="126" y="143"/>
                  </a:cubicBezTo>
                  <a:lnTo>
                    <a:pt x="126" y="111"/>
                  </a:lnTo>
                  <a:lnTo>
                    <a:pt x="126" y="111"/>
                  </a:lnTo>
                  <a:lnTo>
                    <a:pt x="143" y="95"/>
                  </a:lnTo>
                  <a:close/>
                  <a:moveTo>
                    <a:pt x="63" y="0"/>
                  </a:moveTo>
                  <a:lnTo>
                    <a:pt x="63" y="0"/>
                  </a:lnTo>
                  <a:lnTo>
                    <a:pt x="17" y="32"/>
                  </a:lnTo>
                  <a:cubicBezTo>
                    <a:pt x="0" y="32"/>
                    <a:pt x="0" y="63"/>
                    <a:pt x="17" y="80"/>
                  </a:cubicBezTo>
                  <a:lnTo>
                    <a:pt x="32" y="111"/>
                  </a:lnTo>
                  <a:lnTo>
                    <a:pt x="32" y="111"/>
                  </a:lnTo>
                  <a:lnTo>
                    <a:pt x="32" y="111"/>
                  </a:lnTo>
                  <a:cubicBezTo>
                    <a:pt x="32" y="95"/>
                    <a:pt x="32" y="80"/>
                    <a:pt x="48" y="63"/>
                  </a:cubicBezTo>
                  <a:lnTo>
                    <a:pt x="111" y="32"/>
                  </a:lnTo>
                  <a:lnTo>
                    <a:pt x="111" y="17"/>
                  </a:lnTo>
                  <a:lnTo>
                    <a:pt x="95" y="17"/>
                  </a:ln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1" name="Google Shape;1631;p38"/>
            <p:cNvSpPr/>
            <p:nvPr/>
          </p:nvSpPr>
          <p:spPr>
            <a:xfrm>
              <a:off x="3183510" y="1831825"/>
              <a:ext cx="5057" cy="2576"/>
            </a:xfrm>
            <a:custGeom>
              <a:avLst/>
              <a:gdLst/>
              <a:ahLst/>
              <a:cxnLst/>
              <a:rect l="l" t="t" r="r" b="b"/>
              <a:pathLst>
                <a:path w="159" h="81" extrusionOk="0">
                  <a:moveTo>
                    <a:pt x="111" y="1"/>
                  </a:moveTo>
                  <a:lnTo>
                    <a:pt x="111" y="1"/>
                  </a:lnTo>
                  <a:lnTo>
                    <a:pt x="32" y="1"/>
                  </a:lnTo>
                  <a:cubicBezTo>
                    <a:pt x="17" y="1"/>
                    <a:pt x="0" y="17"/>
                    <a:pt x="0" y="49"/>
                  </a:cubicBezTo>
                  <a:cubicBezTo>
                    <a:pt x="0" y="64"/>
                    <a:pt x="17" y="80"/>
                    <a:pt x="48" y="80"/>
                  </a:cubicBezTo>
                  <a:lnTo>
                    <a:pt x="48" y="80"/>
                  </a:lnTo>
                  <a:lnTo>
                    <a:pt x="127" y="64"/>
                  </a:lnTo>
                  <a:cubicBezTo>
                    <a:pt x="143" y="64"/>
                    <a:pt x="158" y="49"/>
                    <a:pt x="158" y="32"/>
                  </a:cubicBezTo>
                  <a:cubicBezTo>
                    <a:pt x="143" y="17"/>
                    <a:pt x="143"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2" name="Google Shape;1632;p38"/>
            <p:cNvSpPr/>
            <p:nvPr/>
          </p:nvSpPr>
          <p:spPr>
            <a:xfrm>
              <a:off x="3021693" y="1792261"/>
              <a:ext cx="4516" cy="7060"/>
            </a:xfrm>
            <a:custGeom>
              <a:avLst/>
              <a:gdLst/>
              <a:ahLst/>
              <a:cxnLst/>
              <a:rect l="l" t="t" r="r" b="b"/>
              <a:pathLst>
                <a:path w="142" h="222" extrusionOk="0">
                  <a:moveTo>
                    <a:pt x="110" y="1"/>
                  </a:moveTo>
                  <a:lnTo>
                    <a:pt x="63" y="1"/>
                  </a:lnTo>
                  <a:lnTo>
                    <a:pt x="63" y="32"/>
                  </a:lnTo>
                  <a:lnTo>
                    <a:pt x="63" y="64"/>
                  </a:lnTo>
                  <a:cubicBezTo>
                    <a:pt x="78" y="64"/>
                    <a:pt x="78" y="64"/>
                    <a:pt x="95" y="79"/>
                  </a:cubicBezTo>
                  <a:lnTo>
                    <a:pt x="95" y="110"/>
                  </a:lnTo>
                  <a:cubicBezTo>
                    <a:pt x="110" y="110"/>
                    <a:pt x="126" y="127"/>
                    <a:pt x="110" y="142"/>
                  </a:cubicBezTo>
                  <a:cubicBezTo>
                    <a:pt x="110" y="158"/>
                    <a:pt x="95" y="173"/>
                    <a:pt x="78" y="173"/>
                  </a:cubicBezTo>
                  <a:lnTo>
                    <a:pt x="78" y="173"/>
                  </a:lnTo>
                  <a:lnTo>
                    <a:pt x="15" y="158"/>
                  </a:lnTo>
                  <a:cubicBezTo>
                    <a:pt x="0" y="173"/>
                    <a:pt x="0" y="190"/>
                    <a:pt x="15" y="205"/>
                  </a:cubicBezTo>
                  <a:cubicBezTo>
                    <a:pt x="15" y="221"/>
                    <a:pt x="15" y="221"/>
                    <a:pt x="32" y="221"/>
                  </a:cubicBezTo>
                  <a:lnTo>
                    <a:pt x="32" y="221"/>
                  </a:lnTo>
                  <a:lnTo>
                    <a:pt x="32" y="221"/>
                  </a:lnTo>
                  <a:lnTo>
                    <a:pt x="47" y="221"/>
                  </a:lnTo>
                  <a:lnTo>
                    <a:pt x="47" y="221"/>
                  </a:lnTo>
                  <a:lnTo>
                    <a:pt x="63" y="221"/>
                  </a:lnTo>
                  <a:cubicBezTo>
                    <a:pt x="141" y="173"/>
                    <a:pt x="141" y="95"/>
                    <a:pt x="141" y="32"/>
                  </a:cubicBezTo>
                  <a:cubicBezTo>
                    <a:pt x="126" y="32"/>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3" name="Google Shape;1633;p38"/>
            <p:cNvSpPr/>
            <p:nvPr/>
          </p:nvSpPr>
          <p:spPr>
            <a:xfrm>
              <a:off x="3120888" y="1812329"/>
              <a:ext cx="4516" cy="5502"/>
            </a:xfrm>
            <a:custGeom>
              <a:avLst/>
              <a:gdLst/>
              <a:ahLst/>
              <a:cxnLst/>
              <a:rect l="l" t="t" r="r" b="b"/>
              <a:pathLst>
                <a:path w="142" h="173" extrusionOk="0">
                  <a:moveTo>
                    <a:pt x="32" y="0"/>
                  </a:moveTo>
                  <a:lnTo>
                    <a:pt x="32" y="0"/>
                  </a:lnTo>
                  <a:lnTo>
                    <a:pt x="16" y="0"/>
                  </a:lnTo>
                  <a:cubicBezTo>
                    <a:pt x="1" y="15"/>
                    <a:pt x="1" y="32"/>
                    <a:pt x="16" y="47"/>
                  </a:cubicBezTo>
                  <a:lnTo>
                    <a:pt x="16" y="47"/>
                  </a:lnTo>
                  <a:lnTo>
                    <a:pt x="32" y="95"/>
                  </a:lnTo>
                  <a:lnTo>
                    <a:pt x="64" y="158"/>
                  </a:lnTo>
                  <a:cubicBezTo>
                    <a:pt x="64" y="158"/>
                    <a:pt x="79" y="158"/>
                    <a:pt x="79" y="173"/>
                  </a:cubicBezTo>
                  <a:lnTo>
                    <a:pt x="79" y="173"/>
                  </a:lnTo>
                  <a:lnTo>
                    <a:pt x="95" y="173"/>
                  </a:lnTo>
                  <a:lnTo>
                    <a:pt x="110" y="173"/>
                  </a:lnTo>
                  <a:cubicBezTo>
                    <a:pt x="127" y="158"/>
                    <a:pt x="142" y="141"/>
                    <a:pt x="127" y="126"/>
                  </a:cubicBezTo>
                  <a:lnTo>
                    <a:pt x="64" y="15"/>
                  </a:lnTo>
                  <a:cubicBezTo>
                    <a:pt x="64"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4" name="Google Shape;1634;p38"/>
            <p:cNvSpPr/>
            <p:nvPr/>
          </p:nvSpPr>
          <p:spPr>
            <a:xfrm>
              <a:off x="3321824" y="1816814"/>
              <a:ext cx="4548" cy="2544"/>
            </a:xfrm>
            <a:custGeom>
              <a:avLst/>
              <a:gdLst/>
              <a:ahLst/>
              <a:cxnLst/>
              <a:rect l="l" t="t" r="r" b="b"/>
              <a:pathLst>
                <a:path w="143" h="80" extrusionOk="0">
                  <a:moveTo>
                    <a:pt x="111" y="0"/>
                  </a:moveTo>
                  <a:lnTo>
                    <a:pt x="111" y="0"/>
                  </a:lnTo>
                  <a:lnTo>
                    <a:pt x="48" y="0"/>
                  </a:lnTo>
                  <a:lnTo>
                    <a:pt x="32" y="0"/>
                  </a:lnTo>
                  <a:lnTo>
                    <a:pt x="32" y="0"/>
                  </a:lnTo>
                  <a:cubicBezTo>
                    <a:pt x="16" y="0"/>
                    <a:pt x="0" y="17"/>
                    <a:pt x="0" y="48"/>
                  </a:cubicBezTo>
                  <a:lnTo>
                    <a:pt x="0" y="48"/>
                  </a:lnTo>
                  <a:cubicBezTo>
                    <a:pt x="16" y="48"/>
                    <a:pt x="32" y="63"/>
                    <a:pt x="32" y="63"/>
                  </a:cubicBezTo>
                  <a:cubicBezTo>
                    <a:pt x="32" y="63"/>
                    <a:pt x="32" y="80"/>
                    <a:pt x="48" y="80"/>
                  </a:cubicBezTo>
                  <a:lnTo>
                    <a:pt x="111" y="80"/>
                  </a:lnTo>
                  <a:cubicBezTo>
                    <a:pt x="126" y="80"/>
                    <a:pt x="142" y="63"/>
                    <a:pt x="142" y="48"/>
                  </a:cubicBezTo>
                  <a:lnTo>
                    <a:pt x="142" y="48"/>
                  </a:lnTo>
                  <a:lnTo>
                    <a:pt x="142" y="17"/>
                  </a:lnTo>
                  <a:lnTo>
                    <a:pt x="142" y="17"/>
                  </a:lnTo>
                  <a:cubicBezTo>
                    <a:pt x="126" y="17"/>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5" name="Google Shape;1635;p38"/>
            <p:cNvSpPr/>
            <p:nvPr/>
          </p:nvSpPr>
          <p:spPr>
            <a:xfrm>
              <a:off x="3416026" y="1752189"/>
              <a:ext cx="4548" cy="3021"/>
            </a:xfrm>
            <a:custGeom>
              <a:avLst/>
              <a:gdLst/>
              <a:ahLst/>
              <a:cxnLst/>
              <a:rect l="l" t="t" r="r" b="b"/>
              <a:pathLst>
                <a:path w="143" h="95" extrusionOk="0">
                  <a:moveTo>
                    <a:pt x="111" y="0"/>
                  </a:moveTo>
                  <a:lnTo>
                    <a:pt x="111" y="0"/>
                  </a:lnTo>
                  <a:lnTo>
                    <a:pt x="95" y="0"/>
                  </a:lnTo>
                  <a:lnTo>
                    <a:pt x="32" y="32"/>
                  </a:lnTo>
                  <a:cubicBezTo>
                    <a:pt x="16" y="47"/>
                    <a:pt x="0" y="63"/>
                    <a:pt x="16" y="79"/>
                  </a:cubicBezTo>
                  <a:lnTo>
                    <a:pt x="16" y="79"/>
                  </a:lnTo>
                  <a:cubicBezTo>
                    <a:pt x="32" y="95"/>
                    <a:pt x="32" y="95"/>
                    <a:pt x="48" y="95"/>
                  </a:cubicBezTo>
                  <a:lnTo>
                    <a:pt x="63" y="95"/>
                  </a:lnTo>
                  <a:lnTo>
                    <a:pt x="95" y="79"/>
                  </a:lnTo>
                  <a:lnTo>
                    <a:pt x="111" y="63"/>
                  </a:lnTo>
                  <a:lnTo>
                    <a:pt x="126" y="63"/>
                  </a:lnTo>
                  <a:lnTo>
                    <a:pt x="126" y="63"/>
                  </a:lnTo>
                  <a:lnTo>
                    <a:pt x="126" y="63"/>
                  </a:lnTo>
                  <a:lnTo>
                    <a:pt x="143" y="63"/>
                  </a:lnTo>
                  <a:cubicBezTo>
                    <a:pt x="126" y="47"/>
                    <a:pt x="143" y="32"/>
                    <a:pt x="143" y="32"/>
                  </a:cubicBezTo>
                  <a:lnTo>
                    <a:pt x="143" y="15"/>
                  </a:lnTo>
                  <a:cubicBezTo>
                    <a:pt x="143" y="15"/>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6" name="Google Shape;1636;p38"/>
            <p:cNvSpPr/>
            <p:nvPr/>
          </p:nvSpPr>
          <p:spPr>
            <a:xfrm>
              <a:off x="3199539" y="1799290"/>
              <a:ext cx="2576" cy="4039"/>
            </a:xfrm>
            <a:custGeom>
              <a:avLst/>
              <a:gdLst/>
              <a:ahLst/>
              <a:cxnLst/>
              <a:rect l="l" t="t" r="r" b="b"/>
              <a:pathLst>
                <a:path w="81" h="127" extrusionOk="0">
                  <a:moveTo>
                    <a:pt x="49" y="0"/>
                  </a:moveTo>
                  <a:lnTo>
                    <a:pt x="49" y="0"/>
                  </a:lnTo>
                  <a:cubicBezTo>
                    <a:pt x="32" y="0"/>
                    <a:pt x="17" y="0"/>
                    <a:pt x="17" y="16"/>
                  </a:cubicBezTo>
                  <a:lnTo>
                    <a:pt x="1" y="95"/>
                  </a:lnTo>
                  <a:cubicBezTo>
                    <a:pt x="1" y="110"/>
                    <a:pt x="17" y="126"/>
                    <a:pt x="32" y="126"/>
                  </a:cubicBezTo>
                  <a:lnTo>
                    <a:pt x="32" y="126"/>
                  </a:lnTo>
                  <a:cubicBezTo>
                    <a:pt x="49" y="126"/>
                    <a:pt x="64" y="126"/>
                    <a:pt x="80" y="95"/>
                  </a:cubicBezTo>
                  <a:lnTo>
                    <a:pt x="80" y="32"/>
                  </a:lnTo>
                  <a:cubicBezTo>
                    <a:pt x="80"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7" name="Google Shape;1637;p38"/>
            <p:cNvSpPr/>
            <p:nvPr/>
          </p:nvSpPr>
          <p:spPr>
            <a:xfrm>
              <a:off x="3356872" y="1755178"/>
              <a:ext cx="6583" cy="2035"/>
            </a:xfrm>
            <a:custGeom>
              <a:avLst/>
              <a:gdLst/>
              <a:ahLst/>
              <a:cxnLst/>
              <a:rect l="l" t="t" r="r" b="b"/>
              <a:pathLst>
                <a:path w="207" h="64" extrusionOk="0">
                  <a:moveTo>
                    <a:pt x="206" y="1"/>
                  </a:moveTo>
                  <a:cubicBezTo>
                    <a:pt x="143" y="16"/>
                    <a:pt x="80" y="16"/>
                    <a:pt x="1" y="32"/>
                  </a:cubicBezTo>
                  <a:lnTo>
                    <a:pt x="80" y="64"/>
                  </a:lnTo>
                  <a:lnTo>
                    <a:pt x="95" y="64"/>
                  </a:lnTo>
                  <a:lnTo>
                    <a:pt x="127" y="64"/>
                  </a:lnTo>
                  <a:lnTo>
                    <a:pt x="190" y="32"/>
                  </a:lnTo>
                  <a:cubicBezTo>
                    <a:pt x="190" y="16"/>
                    <a:pt x="206" y="16"/>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8" name="Google Shape;1638;p38"/>
            <p:cNvSpPr/>
            <p:nvPr/>
          </p:nvSpPr>
          <p:spPr>
            <a:xfrm>
              <a:off x="3371438" y="1780239"/>
              <a:ext cx="5057" cy="3530"/>
            </a:xfrm>
            <a:custGeom>
              <a:avLst/>
              <a:gdLst/>
              <a:ahLst/>
              <a:cxnLst/>
              <a:rect l="l" t="t" r="r" b="b"/>
              <a:pathLst>
                <a:path w="159" h="111" extrusionOk="0">
                  <a:moveTo>
                    <a:pt x="158" y="110"/>
                  </a:moveTo>
                  <a:lnTo>
                    <a:pt x="158" y="110"/>
                  </a:lnTo>
                  <a:lnTo>
                    <a:pt x="158" y="110"/>
                  </a:lnTo>
                  <a:lnTo>
                    <a:pt x="158" y="110"/>
                  </a:lnTo>
                  <a:close/>
                  <a:moveTo>
                    <a:pt x="63" y="1"/>
                  </a:moveTo>
                  <a:lnTo>
                    <a:pt x="63" y="1"/>
                  </a:lnTo>
                  <a:cubicBezTo>
                    <a:pt x="47" y="1"/>
                    <a:pt x="47" y="1"/>
                    <a:pt x="32" y="16"/>
                  </a:cubicBezTo>
                  <a:lnTo>
                    <a:pt x="16" y="47"/>
                  </a:lnTo>
                  <a:cubicBezTo>
                    <a:pt x="0" y="47"/>
                    <a:pt x="0" y="64"/>
                    <a:pt x="16" y="79"/>
                  </a:cubicBezTo>
                  <a:cubicBezTo>
                    <a:pt x="16" y="95"/>
                    <a:pt x="32" y="95"/>
                    <a:pt x="47" y="95"/>
                  </a:cubicBezTo>
                  <a:lnTo>
                    <a:pt x="79" y="95"/>
                  </a:lnTo>
                  <a:cubicBezTo>
                    <a:pt x="79" y="95"/>
                    <a:pt x="79" y="79"/>
                    <a:pt x="95" y="64"/>
                  </a:cubicBezTo>
                  <a:lnTo>
                    <a:pt x="110" y="47"/>
                  </a:lnTo>
                  <a:lnTo>
                    <a:pt x="127" y="47"/>
                  </a:lnTo>
                  <a:lnTo>
                    <a:pt x="142" y="64"/>
                  </a:lnTo>
                  <a:lnTo>
                    <a:pt x="142" y="47"/>
                  </a:lnTo>
                  <a:lnTo>
                    <a:pt x="142" y="32"/>
                  </a:lnTo>
                  <a:lnTo>
                    <a:pt x="95" y="32"/>
                  </a:lnTo>
                  <a:cubicBezTo>
                    <a:pt x="95" y="16"/>
                    <a:pt x="95"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9" name="Google Shape;1639;p38"/>
            <p:cNvSpPr/>
            <p:nvPr/>
          </p:nvSpPr>
          <p:spPr>
            <a:xfrm>
              <a:off x="3412528" y="1793756"/>
              <a:ext cx="5534" cy="8555"/>
            </a:xfrm>
            <a:custGeom>
              <a:avLst/>
              <a:gdLst/>
              <a:ahLst/>
              <a:cxnLst/>
              <a:rect l="l" t="t" r="r" b="b"/>
              <a:pathLst>
                <a:path w="174" h="269" extrusionOk="0">
                  <a:moveTo>
                    <a:pt x="173" y="0"/>
                  </a:moveTo>
                  <a:lnTo>
                    <a:pt x="158" y="17"/>
                  </a:lnTo>
                  <a:cubicBezTo>
                    <a:pt x="158" y="48"/>
                    <a:pt x="142" y="63"/>
                    <a:pt x="126" y="63"/>
                  </a:cubicBezTo>
                  <a:lnTo>
                    <a:pt x="110" y="48"/>
                  </a:lnTo>
                  <a:lnTo>
                    <a:pt x="95" y="63"/>
                  </a:lnTo>
                  <a:cubicBezTo>
                    <a:pt x="63" y="80"/>
                    <a:pt x="32" y="80"/>
                    <a:pt x="0" y="126"/>
                  </a:cubicBezTo>
                  <a:lnTo>
                    <a:pt x="0" y="158"/>
                  </a:lnTo>
                  <a:lnTo>
                    <a:pt x="0" y="206"/>
                  </a:lnTo>
                  <a:lnTo>
                    <a:pt x="0" y="221"/>
                  </a:lnTo>
                  <a:cubicBezTo>
                    <a:pt x="16" y="221"/>
                    <a:pt x="16" y="237"/>
                    <a:pt x="16" y="237"/>
                  </a:cubicBezTo>
                  <a:lnTo>
                    <a:pt x="110" y="269"/>
                  </a:lnTo>
                  <a:lnTo>
                    <a:pt x="126" y="269"/>
                  </a:lnTo>
                  <a:lnTo>
                    <a:pt x="126" y="253"/>
                  </a:lnTo>
                  <a:cubicBezTo>
                    <a:pt x="126" y="237"/>
                    <a:pt x="126" y="221"/>
                    <a:pt x="158" y="221"/>
                  </a:cubicBezTo>
                  <a:lnTo>
                    <a:pt x="158" y="221"/>
                  </a:lnTo>
                  <a:lnTo>
                    <a:pt x="158" y="221"/>
                  </a:lnTo>
                  <a:lnTo>
                    <a:pt x="158" y="221"/>
                  </a:lnTo>
                  <a:cubicBezTo>
                    <a:pt x="158" y="221"/>
                    <a:pt x="158" y="206"/>
                    <a:pt x="142" y="206"/>
                  </a:cubicBezTo>
                  <a:lnTo>
                    <a:pt x="95" y="190"/>
                  </a:lnTo>
                  <a:lnTo>
                    <a:pt x="79" y="190"/>
                  </a:lnTo>
                  <a:lnTo>
                    <a:pt x="79" y="190"/>
                  </a:lnTo>
                  <a:cubicBezTo>
                    <a:pt x="63" y="190"/>
                    <a:pt x="63" y="190"/>
                    <a:pt x="47" y="174"/>
                  </a:cubicBezTo>
                  <a:lnTo>
                    <a:pt x="32" y="143"/>
                  </a:lnTo>
                  <a:cubicBezTo>
                    <a:pt x="16" y="126"/>
                    <a:pt x="32" y="95"/>
                    <a:pt x="47" y="95"/>
                  </a:cubicBezTo>
                  <a:lnTo>
                    <a:pt x="63" y="80"/>
                  </a:lnTo>
                  <a:lnTo>
                    <a:pt x="79" y="95"/>
                  </a:lnTo>
                  <a:cubicBezTo>
                    <a:pt x="79" y="80"/>
                    <a:pt x="95" y="80"/>
                    <a:pt x="95" y="80"/>
                  </a:cubicBezTo>
                  <a:lnTo>
                    <a:pt x="95" y="80"/>
                  </a:lnTo>
                  <a:lnTo>
                    <a:pt x="110" y="80"/>
                  </a:lnTo>
                  <a:cubicBezTo>
                    <a:pt x="126" y="95"/>
                    <a:pt x="142" y="111"/>
                    <a:pt x="142" y="126"/>
                  </a:cubicBezTo>
                  <a:lnTo>
                    <a:pt x="126" y="126"/>
                  </a:lnTo>
                  <a:lnTo>
                    <a:pt x="142" y="126"/>
                  </a:lnTo>
                  <a:cubicBezTo>
                    <a:pt x="158" y="126"/>
                    <a:pt x="158" y="111"/>
                    <a:pt x="173" y="95"/>
                  </a:cubicBezTo>
                  <a:lnTo>
                    <a:pt x="17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0" name="Google Shape;1640;p38"/>
            <p:cNvSpPr/>
            <p:nvPr/>
          </p:nvSpPr>
          <p:spPr>
            <a:xfrm>
              <a:off x="3159466" y="1811789"/>
              <a:ext cx="4548" cy="2035"/>
            </a:xfrm>
            <a:custGeom>
              <a:avLst/>
              <a:gdLst/>
              <a:ahLst/>
              <a:cxnLst/>
              <a:rect l="l" t="t" r="r" b="b"/>
              <a:pathLst>
                <a:path w="143" h="64" extrusionOk="0">
                  <a:moveTo>
                    <a:pt x="32" y="49"/>
                  </a:moveTo>
                  <a:lnTo>
                    <a:pt x="17" y="64"/>
                  </a:lnTo>
                  <a:lnTo>
                    <a:pt x="17" y="64"/>
                  </a:lnTo>
                  <a:lnTo>
                    <a:pt x="0" y="64"/>
                  </a:lnTo>
                  <a:lnTo>
                    <a:pt x="32" y="64"/>
                  </a:lnTo>
                  <a:lnTo>
                    <a:pt x="32" y="64"/>
                  </a:lnTo>
                  <a:lnTo>
                    <a:pt x="32" y="64"/>
                  </a:lnTo>
                  <a:lnTo>
                    <a:pt x="32" y="49"/>
                  </a:lnTo>
                  <a:close/>
                  <a:moveTo>
                    <a:pt x="111" y="1"/>
                  </a:moveTo>
                  <a:lnTo>
                    <a:pt x="111" y="1"/>
                  </a:lnTo>
                  <a:lnTo>
                    <a:pt x="32" y="1"/>
                  </a:lnTo>
                  <a:lnTo>
                    <a:pt x="32" y="1"/>
                  </a:lnTo>
                  <a:cubicBezTo>
                    <a:pt x="48" y="1"/>
                    <a:pt x="48" y="17"/>
                    <a:pt x="48" y="17"/>
                  </a:cubicBezTo>
                  <a:lnTo>
                    <a:pt x="48" y="32"/>
                  </a:lnTo>
                  <a:lnTo>
                    <a:pt x="48" y="32"/>
                  </a:lnTo>
                  <a:lnTo>
                    <a:pt x="63" y="32"/>
                  </a:lnTo>
                  <a:lnTo>
                    <a:pt x="63" y="32"/>
                  </a:lnTo>
                  <a:cubicBezTo>
                    <a:pt x="80" y="32"/>
                    <a:pt x="80" y="32"/>
                    <a:pt x="95" y="49"/>
                  </a:cubicBezTo>
                  <a:cubicBezTo>
                    <a:pt x="95" y="49"/>
                    <a:pt x="111" y="49"/>
                    <a:pt x="111" y="64"/>
                  </a:cubicBezTo>
                  <a:cubicBezTo>
                    <a:pt x="111" y="49"/>
                    <a:pt x="126" y="49"/>
                    <a:pt x="126" y="32"/>
                  </a:cubicBezTo>
                  <a:lnTo>
                    <a:pt x="143" y="32"/>
                  </a:lnTo>
                  <a:lnTo>
                    <a:pt x="143" y="32"/>
                  </a:lnTo>
                  <a:lnTo>
                    <a:pt x="143" y="32"/>
                  </a:lnTo>
                  <a:cubicBezTo>
                    <a:pt x="143" y="17"/>
                    <a:pt x="126"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1" name="Google Shape;1641;p38"/>
            <p:cNvSpPr/>
            <p:nvPr/>
          </p:nvSpPr>
          <p:spPr>
            <a:xfrm>
              <a:off x="3086286" y="1812806"/>
              <a:ext cx="3053" cy="2035"/>
            </a:xfrm>
            <a:custGeom>
              <a:avLst/>
              <a:gdLst/>
              <a:ahLst/>
              <a:cxnLst/>
              <a:rect l="l" t="t" r="r" b="b"/>
              <a:pathLst>
                <a:path w="96" h="64" extrusionOk="0">
                  <a:moveTo>
                    <a:pt x="95" y="0"/>
                  </a:moveTo>
                  <a:lnTo>
                    <a:pt x="80" y="0"/>
                  </a:lnTo>
                  <a:lnTo>
                    <a:pt x="80" y="17"/>
                  </a:lnTo>
                  <a:cubicBezTo>
                    <a:pt x="80" y="17"/>
                    <a:pt x="64" y="32"/>
                    <a:pt x="49" y="32"/>
                  </a:cubicBezTo>
                  <a:lnTo>
                    <a:pt x="49" y="17"/>
                  </a:lnTo>
                  <a:lnTo>
                    <a:pt x="32" y="17"/>
                  </a:lnTo>
                  <a:cubicBezTo>
                    <a:pt x="32" y="32"/>
                    <a:pt x="17" y="32"/>
                    <a:pt x="17" y="32"/>
                  </a:cubicBezTo>
                  <a:lnTo>
                    <a:pt x="1" y="32"/>
                  </a:lnTo>
                  <a:lnTo>
                    <a:pt x="1" y="32"/>
                  </a:lnTo>
                  <a:lnTo>
                    <a:pt x="17" y="48"/>
                  </a:lnTo>
                  <a:cubicBezTo>
                    <a:pt x="17" y="63"/>
                    <a:pt x="32" y="63"/>
                    <a:pt x="49" y="63"/>
                  </a:cubicBezTo>
                  <a:lnTo>
                    <a:pt x="49" y="63"/>
                  </a:lnTo>
                  <a:cubicBezTo>
                    <a:pt x="64" y="63"/>
                    <a:pt x="64" y="63"/>
                    <a:pt x="80" y="4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2" name="Google Shape;1642;p38"/>
            <p:cNvSpPr/>
            <p:nvPr/>
          </p:nvSpPr>
          <p:spPr>
            <a:xfrm>
              <a:off x="3427571" y="1804792"/>
              <a:ext cx="8523" cy="3530"/>
            </a:xfrm>
            <a:custGeom>
              <a:avLst/>
              <a:gdLst/>
              <a:ahLst/>
              <a:cxnLst/>
              <a:rect l="l" t="t" r="r" b="b"/>
              <a:pathLst>
                <a:path w="268" h="111" extrusionOk="0">
                  <a:moveTo>
                    <a:pt x="47" y="16"/>
                  </a:moveTo>
                  <a:lnTo>
                    <a:pt x="47" y="16"/>
                  </a:lnTo>
                  <a:cubicBezTo>
                    <a:pt x="32" y="16"/>
                    <a:pt x="15" y="48"/>
                    <a:pt x="0" y="63"/>
                  </a:cubicBezTo>
                  <a:lnTo>
                    <a:pt x="0" y="63"/>
                  </a:lnTo>
                  <a:lnTo>
                    <a:pt x="47" y="79"/>
                  </a:lnTo>
                  <a:cubicBezTo>
                    <a:pt x="47" y="79"/>
                    <a:pt x="63" y="95"/>
                    <a:pt x="63" y="111"/>
                  </a:cubicBezTo>
                  <a:lnTo>
                    <a:pt x="63" y="111"/>
                  </a:lnTo>
                  <a:lnTo>
                    <a:pt x="78" y="111"/>
                  </a:lnTo>
                  <a:lnTo>
                    <a:pt x="78" y="111"/>
                  </a:lnTo>
                  <a:lnTo>
                    <a:pt x="78" y="111"/>
                  </a:lnTo>
                  <a:lnTo>
                    <a:pt x="78" y="95"/>
                  </a:lnTo>
                  <a:cubicBezTo>
                    <a:pt x="63" y="79"/>
                    <a:pt x="47" y="48"/>
                    <a:pt x="47" y="32"/>
                  </a:cubicBezTo>
                  <a:lnTo>
                    <a:pt x="47" y="16"/>
                  </a:lnTo>
                  <a:close/>
                  <a:moveTo>
                    <a:pt x="221" y="0"/>
                  </a:moveTo>
                  <a:lnTo>
                    <a:pt x="221" y="0"/>
                  </a:lnTo>
                  <a:lnTo>
                    <a:pt x="204" y="0"/>
                  </a:lnTo>
                  <a:lnTo>
                    <a:pt x="173" y="0"/>
                  </a:lnTo>
                  <a:lnTo>
                    <a:pt x="158" y="0"/>
                  </a:lnTo>
                  <a:lnTo>
                    <a:pt x="141" y="0"/>
                  </a:lnTo>
                  <a:lnTo>
                    <a:pt x="141" y="0"/>
                  </a:lnTo>
                  <a:lnTo>
                    <a:pt x="141" y="16"/>
                  </a:lnTo>
                  <a:cubicBezTo>
                    <a:pt x="126" y="16"/>
                    <a:pt x="110" y="32"/>
                    <a:pt x="110" y="32"/>
                  </a:cubicBezTo>
                  <a:cubicBezTo>
                    <a:pt x="110" y="32"/>
                    <a:pt x="110" y="48"/>
                    <a:pt x="126" y="48"/>
                  </a:cubicBezTo>
                  <a:lnTo>
                    <a:pt x="126" y="63"/>
                  </a:lnTo>
                  <a:cubicBezTo>
                    <a:pt x="141" y="48"/>
                    <a:pt x="141" y="48"/>
                    <a:pt x="158" y="48"/>
                  </a:cubicBezTo>
                  <a:lnTo>
                    <a:pt x="173" y="48"/>
                  </a:lnTo>
                  <a:lnTo>
                    <a:pt x="189" y="48"/>
                  </a:lnTo>
                  <a:cubicBezTo>
                    <a:pt x="204" y="48"/>
                    <a:pt x="221" y="48"/>
                    <a:pt x="221" y="79"/>
                  </a:cubicBezTo>
                  <a:lnTo>
                    <a:pt x="221" y="79"/>
                  </a:lnTo>
                  <a:lnTo>
                    <a:pt x="221" y="79"/>
                  </a:lnTo>
                  <a:cubicBezTo>
                    <a:pt x="236" y="79"/>
                    <a:pt x="252" y="63"/>
                    <a:pt x="252" y="48"/>
                  </a:cubicBezTo>
                  <a:lnTo>
                    <a:pt x="267" y="48"/>
                  </a:lnTo>
                  <a:cubicBezTo>
                    <a:pt x="267" y="16"/>
                    <a:pt x="252"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3" name="Google Shape;1643;p38"/>
            <p:cNvSpPr/>
            <p:nvPr/>
          </p:nvSpPr>
          <p:spPr>
            <a:xfrm>
              <a:off x="3379452" y="1753174"/>
              <a:ext cx="4516" cy="4039"/>
            </a:xfrm>
            <a:custGeom>
              <a:avLst/>
              <a:gdLst/>
              <a:ahLst/>
              <a:cxnLst/>
              <a:rect l="l" t="t" r="r" b="b"/>
              <a:pathLst>
                <a:path w="142" h="127" extrusionOk="0">
                  <a:moveTo>
                    <a:pt x="110" y="1"/>
                  </a:moveTo>
                  <a:lnTo>
                    <a:pt x="110" y="1"/>
                  </a:lnTo>
                  <a:lnTo>
                    <a:pt x="79" y="1"/>
                  </a:lnTo>
                  <a:lnTo>
                    <a:pt x="16" y="79"/>
                  </a:lnTo>
                  <a:cubicBezTo>
                    <a:pt x="1" y="95"/>
                    <a:pt x="1" y="111"/>
                    <a:pt x="16" y="127"/>
                  </a:cubicBezTo>
                  <a:lnTo>
                    <a:pt x="32" y="127"/>
                  </a:lnTo>
                  <a:lnTo>
                    <a:pt x="64" y="127"/>
                  </a:lnTo>
                  <a:lnTo>
                    <a:pt x="127" y="48"/>
                  </a:lnTo>
                  <a:cubicBezTo>
                    <a:pt x="142" y="48"/>
                    <a:pt x="142" y="16"/>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4" name="Google Shape;1644;p38"/>
            <p:cNvSpPr/>
            <p:nvPr/>
          </p:nvSpPr>
          <p:spPr>
            <a:xfrm>
              <a:off x="3384477" y="1804283"/>
              <a:ext cx="4039" cy="3053"/>
            </a:xfrm>
            <a:custGeom>
              <a:avLst/>
              <a:gdLst/>
              <a:ahLst/>
              <a:cxnLst/>
              <a:rect l="l" t="t" r="r" b="b"/>
              <a:pathLst>
                <a:path w="127" h="96" extrusionOk="0">
                  <a:moveTo>
                    <a:pt x="95" y="1"/>
                  </a:moveTo>
                  <a:lnTo>
                    <a:pt x="95" y="1"/>
                  </a:lnTo>
                  <a:lnTo>
                    <a:pt x="95" y="1"/>
                  </a:lnTo>
                  <a:cubicBezTo>
                    <a:pt x="78" y="1"/>
                    <a:pt x="63" y="16"/>
                    <a:pt x="63" y="32"/>
                  </a:cubicBezTo>
                  <a:lnTo>
                    <a:pt x="47" y="32"/>
                  </a:lnTo>
                  <a:cubicBezTo>
                    <a:pt x="47" y="32"/>
                    <a:pt x="32" y="32"/>
                    <a:pt x="15" y="48"/>
                  </a:cubicBezTo>
                  <a:cubicBezTo>
                    <a:pt x="0" y="48"/>
                    <a:pt x="0" y="79"/>
                    <a:pt x="15" y="95"/>
                  </a:cubicBezTo>
                  <a:lnTo>
                    <a:pt x="47" y="95"/>
                  </a:lnTo>
                  <a:lnTo>
                    <a:pt x="63" y="95"/>
                  </a:lnTo>
                  <a:lnTo>
                    <a:pt x="63" y="95"/>
                  </a:lnTo>
                  <a:lnTo>
                    <a:pt x="78" y="95"/>
                  </a:lnTo>
                  <a:lnTo>
                    <a:pt x="110" y="95"/>
                  </a:lnTo>
                  <a:cubicBezTo>
                    <a:pt x="110" y="79"/>
                    <a:pt x="110" y="79"/>
                    <a:pt x="126" y="79"/>
                  </a:cubicBezTo>
                  <a:cubicBezTo>
                    <a:pt x="110" y="79"/>
                    <a:pt x="126" y="64"/>
                    <a:pt x="126" y="64"/>
                  </a:cubicBezTo>
                  <a:lnTo>
                    <a:pt x="126" y="48"/>
                  </a:lnTo>
                  <a:lnTo>
                    <a:pt x="126" y="32"/>
                  </a:lnTo>
                  <a:cubicBezTo>
                    <a:pt x="126" y="16"/>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5" name="Google Shape;1645;p38"/>
            <p:cNvSpPr/>
            <p:nvPr/>
          </p:nvSpPr>
          <p:spPr>
            <a:xfrm>
              <a:off x="3026686" y="1799767"/>
              <a:ext cx="11067" cy="6042"/>
            </a:xfrm>
            <a:custGeom>
              <a:avLst/>
              <a:gdLst/>
              <a:ahLst/>
              <a:cxnLst/>
              <a:rect l="l" t="t" r="r" b="b"/>
              <a:pathLst>
                <a:path w="348" h="190" extrusionOk="0">
                  <a:moveTo>
                    <a:pt x="316" y="1"/>
                  </a:moveTo>
                  <a:lnTo>
                    <a:pt x="299" y="1"/>
                  </a:lnTo>
                  <a:cubicBezTo>
                    <a:pt x="284" y="17"/>
                    <a:pt x="268" y="17"/>
                    <a:pt x="253" y="17"/>
                  </a:cubicBezTo>
                  <a:cubicBezTo>
                    <a:pt x="221" y="17"/>
                    <a:pt x="205" y="17"/>
                    <a:pt x="190" y="32"/>
                  </a:cubicBezTo>
                  <a:lnTo>
                    <a:pt x="110" y="32"/>
                  </a:lnTo>
                  <a:lnTo>
                    <a:pt x="95" y="32"/>
                  </a:lnTo>
                  <a:lnTo>
                    <a:pt x="95" y="32"/>
                  </a:lnTo>
                  <a:lnTo>
                    <a:pt x="79" y="32"/>
                  </a:lnTo>
                  <a:lnTo>
                    <a:pt x="64" y="32"/>
                  </a:lnTo>
                  <a:lnTo>
                    <a:pt x="32" y="32"/>
                  </a:lnTo>
                  <a:lnTo>
                    <a:pt x="32" y="32"/>
                  </a:lnTo>
                  <a:lnTo>
                    <a:pt x="32" y="32"/>
                  </a:lnTo>
                  <a:cubicBezTo>
                    <a:pt x="16" y="32"/>
                    <a:pt x="1" y="48"/>
                    <a:pt x="1" y="64"/>
                  </a:cubicBezTo>
                  <a:lnTo>
                    <a:pt x="1" y="64"/>
                  </a:lnTo>
                  <a:cubicBezTo>
                    <a:pt x="1" y="80"/>
                    <a:pt x="16" y="95"/>
                    <a:pt x="32" y="95"/>
                  </a:cubicBezTo>
                  <a:lnTo>
                    <a:pt x="47" y="95"/>
                  </a:lnTo>
                  <a:cubicBezTo>
                    <a:pt x="64" y="95"/>
                    <a:pt x="79" y="111"/>
                    <a:pt x="95" y="111"/>
                  </a:cubicBezTo>
                  <a:lnTo>
                    <a:pt x="110" y="111"/>
                  </a:lnTo>
                  <a:lnTo>
                    <a:pt x="127" y="95"/>
                  </a:lnTo>
                  <a:lnTo>
                    <a:pt x="190" y="95"/>
                  </a:lnTo>
                  <a:lnTo>
                    <a:pt x="221" y="95"/>
                  </a:lnTo>
                  <a:cubicBezTo>
                    <a:pt x="236" y="80"/>
                    <a:pt x="236" y="80"/>
                    <a:pt x="253" y="80"/>
                  </a:cubicBezTo>
                  <a:lnTo>
                    <a:pt x="268" y="80"/>
                  </a:lnTo>
                  <a:lnTo>
                    <a:pt x="268" y="143"/>
                  </a:lnTo>
                  <a:lnTo>
                    <a:pt x="268" y="143"/>
                  </a:lnTo>
                  <a:lnTo>
                    <a:pt x="268" y="143"/>
                  </a:lnTo>
                  <a:lnTo>
                    <a:pt x="284" y="143"/>
                  </a:lnTo>
                  <a:cubicBezTo>
                    <a:pt x="299" y="143"/>
                    <a:pt x="316" y="174"/>
                    <a:pt x="299" y="190"/>
                  </a:cubicBezTo>
                  <a:cubicBezTo>
                    <a:pt x="316" y="190"/>
                    <a:pt x="331" y="174"/>
                    <a:pt x="331" y="158"/>
                  </a:cubicBezTo>
                  <a:lnTo>
                    <a:pt x="331" y="143"/>
                  </a:lnTo>
                  <a:lnTo>
                    <a:pt x="331" y="127"/>
                  </a:lnTo>
                  <a:lnTo>
                    <a:pt x="331" y="111"/>
                  </a:lnTo>
                  <a:cubicBezTo>
                    <a:pt x="316" y="111"/>
                    <a:pt x="316" y="95"/>
                    <a:pt x="316" y="80"/>
                  </a:cubicBezTo>
                  <a:cubicBezTo>
                    <a:pt x="331" y="64"/>
                    <a:pt x="331" y="64"/>
                    <a:pt x="347" y="64"/>
                  </a:cubicBezTo>
                  <a:lnTo>
                    <a:pt x="347" y="48"/>
                  </a:lnTo>
                  <a:cubicBezTo>
                    <a:pt x="347" y="32"/>
                    <a:pt x="347" y="17"/>
                    <a:pt x="33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6" name="Google Shape;1646;p38"/>
            <p:cNvSpPr/>
            <p:nvPr/>
          </p:nvSpPr>
          <p:spPr>
            <a:xfrm>
              <a:off x="3289734" y="1823811"/>
              <a:ext cx="6042" cy="2576"/>
            </a:xfrm>
            <a:custGeom>
              <a:avLst/>
              <a:gdLst/>
              <a:ahLst/>
              <a:cxnLst/>
              <a:rect l="l" t="t" r="r" b="b"/>
              <a:pathLst>
                <a:path w="190" h="81" extrusionOk="0">
                  <a:moveTo>
                    <a:pt x="158" y="1"/>
                  </a:moveTo>
                  <a:lnTo>
                    <a:pt x="158" y="1"/>
                  </a:lnTo>
                  <a:lnTo>
                    <a:pt x="32" y="17"/>
                  </a:lnTo>
                  <a:cubicBezTo>
                    <a:pt x="17" y="17"/>
                    <a:pt x="1" y="32"/>
                    <a:pt x="1" y="49"/>
                  </a:cubicBezTo>
                  <a:cubicBezTo>
                    <a:pt x="1" y="64"/>
                    <a:pt x="17" y="80"/>
                    <a:pt x="32" y="80"/>
                  </a:cubicBezTo>
                  <a:lnTo>
                    <a:pt x="32" y="80"/>
                  </a:lnTo>
                  <a:lnTo>
                    <a:pt x="158" y="64"/>
                  </a:lnTo>
                  <a:lnTo>
                    <a:pt x="158" y="64"/>
                  </a:lnTo>
                  <a:cubicBezTo>
                    <a:pt x="175" y="64"/>
                    <a:pt x="190" y="49"/>
                    <a:pt x="190" y="32"/>
                  </a:cubicBezTo>
                  <a:cubicBezTo>
                    <a:pt x="190" y="17"/>
                    <a:pt x="190" y="17"/>
                    <a:pt x="17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7" name="Google Shape;1647;p38"/>
            <p:cNvSpPr/>
            <p:nvPr/>
          </p:nvSpPr>
          <p:spPr>
            <a:xfrm>
              <a:off x="3101329" y="1792738"/>
              <a:ext cx="5057" cy="4039"/>
            </a:xfrm>
            <a:custGeom>
              <a:avLst/>
              <a:gdLst/>
              <a:ahLst/>
              <a:cxnLst/>
              <a:rect l="l" t="t" r="r" b="b"/>
              <a:pathLst>
                <a:path w="159" h="127" extrusionOk="0">
                  <a:moveTo>
                    <a:pt x="111" y="1"/>
                  </a:moveTo>
                  <a:lnTo>
                    <a:pt x="95" y="1"/>
                  </a:lnTo>
                  <a:cubicBezTo>
                    <a:pt x="95" y="1"/>
                    <a:pt x="80" y="1"/>
                    <a:pt x="80" y="17"/>
                  </a:cubicBezTo>
                  <a:cubicBezTo>
                    <a:pt x="64" y="17"/>
                    <a:pt x="64" y="32"/>
                    <a:pt x="80" y="49"/>
                  </a:cubicBezTo>
                  <a:lnTo>
                    <a:pt x="64" y="49"/>
                  </a:lnTo>
                  <a:lnTo>
                    <a:pt x="48" y="49"/>
                  </a:lnTo>
                  <a:lnTo>
                    <a:pt x="48" y="49"/>
                  </a:lnTo>
                  <a:lnTo>
                    <a:pt x="32" y="32"/>
                  </a:lnTo>
                  <a:cubicBezTo>
                    <a:pt x="17" y="32"/>
                    <a:pt x="17" y="49"/>
                    <a:pt x="1" y="49"/>
                  </a:cubicBezTo>
                  <a:cubicBezTo>
                    <a:pt x="1" y="64"/>
                    <a:pt x="1" y="80"/>
                    <a:pt x="17" y="95"/>
                  </a:cubicBezTo>
                  <a:lnTo>
                    <a:pt x="17" y="95"/>
                  </a:lnTo>
                  <a:cubicBezTo>
                    <a:pt x="17" y="112"/>
                    <a:pt x="17" y="112"/>
                    <a:pt x="32" y="112"/>
                  </a:cubicBezTo>
                  <a:cubicBezTo>
                    <a:pt x="32" y="112"/>
                    <a:pt x="48" y="112"/>
                    <a:pt x="48" y="127"/>
                  </a:cubicBezTo>
                  <a:lnTo>
                    <a:pt x="64" y="127"/>
                  </a:lnTo>
                  <a:lnTo>
                    <a:pt x="64" y="127"/>
                  </a:lnTo>
                  <a:lnTo>
                    <a:pt x="64" y="112"/>
                  </a:lnTo>
                  <a:cubicBezTo>
                    <a:pt x="64" y="95"/>
                    <a:pt x="80" y="95"/>
                    <a:pt x="95" y="80"/>
                  </a:cubicBezTo>
                  <a:lnTo>
                    <a:pt x="95" y="80"/>
                  </a:lnTo>
                  <a:lnTo>
                    <a:pt x="158" y="95"/>
                  </a:lnTo>
                  <a:lnTo>
                    <a:pt x="158" y="80"/>
                  </a:lnTo>
                  <a:lnTo>
                    <a:pt x="143" y="80"/>
                  </a:lnTo>
                  <a:lnTo>
                    <a:pt x="143" y="80"/>
                  </a:lnTo>
                  <a:cubicBezTo>
                    <a:pt x="127" y="80"/>
                    <a:pt x="111" y="80"/>
                    <a:pt x="111" y="64"/>
                  </a:cubicBezTo>
                  <a:cubicBezTo>
                    <a:pt x="95" y="64"/>
                    <a:pt x="95" y="49"/>
                    <a:pt x="95" y="49"/>
                  </a:cubicBezTo>
                  <a:lnTo>
                    <a:pt x="11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8" name="Google Shape;1648;p38"/>
            <p:cNvSpPr/>
            <p:nvPr/>
          </p:nvSpPr>
          <p:spPr>
            <a:xfrm>
              <a:off x="3157971" y="1821330"/>
              <a:ext cx="3053" cy="4516"/>
            </a:xfrm>
            <a:custGeom>
              <a:avLst/>
              <a:gdLst/>
              <a:ahLst/>
              <a:cxnLst/>
              <a:rect l="l" t="t" r="r" b="b"/>
              <a:pathLst>
                <a:path w="96" h="142" extrusionOk="0">
                  <a:moveTo>
                    <a:pt x="47" y="1"/>
                  </a:moveTo>
                  <a:lnTo>
                    <a:pt x="47" y="1"/>
                  </a:lnTo>
                  <a:lnTo>
                    <a:pt x="47" y="1"/>
                  </a:lnTo>
                  <a:lnTo>
                    <a:pt x="47" y="32"/>
                  </a:lnTo>
                  <a:cubicBezTo>
                    <a:pt x="64" y="47"/>
                    <a:pt x="47" y="64"/>
                    <a:pt x="32" y="79"/>
                  </a:cubicBezTo>
                  <a:lnTo>
                    <a:pt x="16" y="79"/>
                  </a:lnTo>
                  <a:lnTo>
                    <a:pt x="1" y="79"/>
                  </a:lnTo>
                  <a:lnTo>
                    <a:pt x="16" y="95"/>
                  </a:lnTo>
                  <a:lnTo>
                    <a:pt x="1" y="95"/>
                  </a:lnTo>
                  <a:cubicBezTo>
                    <a:pt x="1" y="110"/>
                    <a:pt x="1" y="142"/>
                    <a:pt x="16" y="142"/>
                  </a:cubicBezTo>
                  <a:lnTo>
                    <a:pt x="32" y="142"/>
                  </a:lnTo>
                  <a:cubicBezTo>
                    <a:pt x="47" y="142"/>
                    <a:pt x="64" y="142"/>
                    <a:pt x="64" y="127"/>
                  </a:cubicBezTo>
                  <a:lnTo>
                    <a:pt x="95" y="64"/>
                  </a:lnTo>
                  <a:lnTo>
                    <a:pt x="95" y="32"/>
                  </a:lnTo>
                  <a:cubicBezTo>
                    <a:pt x="95" y="16"/>
                    <a:pt x="79" y="16"/>
                    <a:pt x="79"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9" name="Google Shape;1649;p38"/>
            <p:cNvSpPr/>
            <p:nvPr/>
          </p:nvSpPr>
          <p:spPr>
            <a:xfrm>
              <a:off x="3307767" y="1821807"/>
              <a:ext cx="4580" cy="2576"/>
            </a:xfrm>
            <a:custGeom>
              <a:avLst/>
              <a:gdLst/>
              <a:ahLst/>
              <a:cxnLst/>
              <a:rect l="l" t="t" r="r" b="b"/>
              <a:pathLst>
                <a:path w="144" h="81" extrusionOk="0">
                  <a:moveTo>
                    <a:pt x="95" y="1"/>
                  </a:moveTo>
                  <a:lnTo>
                    <a:pt x="95" y="1"/>
                  </a:lnTo>
                  <a:lnTo>
                    <a:pt x="95" y="1"/>
                  </a:lnTo>
                  <a:lnTo>
                    <a:pt x="64" y="1"/>
                  </a:lnTo>
                  <a:lnTo>
                    <a:pt x="17" y="17"/>
                  </a:lnTo>
                  <a:lnTo>
                    <a:pt x="1" y="17"/>
                  </a:lnTo>
                  <a:cubicBezTo>
                    <a:pt x="17" y="17"/>
                    <a:pt x="32" y="32"/>
                    <a:pt x="32" y="49"/>
                  </a:cubicBezTo>
                  <a:cubicBezTo>
                    <a:pt x="32" y="64"/>
                    <a:pt x="17" y="80"/>
                    <a:pt x="17" y="80"/>
                  </a:cubicBezTo>
                  <a:lnTo>
                    <a:pt x="17" y="80"/>
                  </a:lnTo>
                  <a:lnTo>
                    <a:pt x="32" y="80"/>
                  </a:lnTo>
                  <a:lnTo>
                    <a:pt x="95" y="64"/>
                  </a:lnTo>
                  <a:lnTo>
                    <a:pt x="112" y="64"/>
                  </a:lnTo>
                  <a:cubicBezTo>
                    <a:pt x="127" y="64"/>
                    <a:pt x="143" y="49"/>
                    <a:pt x="127" y="17"/>
                  </a:cubicBezTo>
                  <a:cubicBezTo>
                    <a:pt x="127"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0" name="Google Shape;1650;p38"/>
            <p:cNvSpPr/>
            <p:nvPr/>
          </p:nvSpPr>
          <p:spPr>
            <a:xfrm>
              <a:off x="3228607" y="1797763"/>
              <a:ext cx="3562" cy="3053"/>
            </a:xfrm>
            <a:custGeom>
              <a:avLst/>
              <a:gdLst/>
              <a:ahLst/>
              <a:cxnLst/>
              <a:rect l="l" t="t" r="r" b="b"/>
              <a:pathLst>
                <a:path w="112" h="96" extrusionOk="0">
                  <a:moveTo>
                    <a:pt x="80" y="0"/>
                  </a:moveTo>
                  <a:lnTo>
                    <a:pt x="64" y="0"/>
                  </a:lnTo>
                  <a:lnTo>
                    <a:pt x="64" y="0"/>
                  </a:lnTo>
                  <a:cubicBezTo>
                    <a:pt x="64" y="0"/>
                    <a:pt x="32" y="0"/>
                    <a:pt x="17" y="32"/>
                  </a:cubicBezTo>
                  <a:cubicBezTo>
                    <a:pt x="0" y="48"/>
                    <a:pt x="17" y="80"/>
                    <a:pt x="17" y="95"/>
                  </a:cubicBezTo>
                  <a:lnTo>
                    <a:pt x="17" y="95"/>
                  </a:lnTo>
                  <a:cubicBezTo>
                    <a:pt x="17" y="80"/>
                    <a:pt x="32" y="80"/>
                    <a:pt x="32" y="80"/>
                  </a:cubicBezTo>
                  <a:lnTo>
                    <a:pt x="48" y="64"/>
                  </a:lnTo>
                  <a:lnTo>
                    <a:pt x="48" y="64"/>
                  </a:lnTo>
                  <a:lnTo>
                    <a:pt x="64" y="64"/>
                  </a:lnTo>
                  <a:lnTo>
                    <a:pt x="80" y="80"/>
                  </a:lnTo>
                  <a:lnTo>
                    <a:pt x="95" y="80"/>
                  </a:lnTo>
                  <a:cubicBezTo>
                    <a:pt x="95" y="64"/>
                    <a:pt x="80" y="64"/>
                    <a:pt x="80" y="64"/>
                  </a:cubicBezTo>
                  <a:cubicBezTo>
                    <a:pt x="95" y="64"/>
                    <a:pt x="111" y="48"/>
                    <a:pt x="111" y="32"/>
                  </a:cubicBez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1" name="Google Shape;1651;p38"/>
            <p:cNvSpPr/>
            <p:nvPr/>
          </p:nvSpPr>
          <p:spPr>
            <a:xfrm>
              <a:off x="3157463" y="1799767"/>
              <a:ext cx="7569" cy="7060"/>
            </a:xfrm>
            <a:custGeom>
              <a:avLst/>
              <a:gdLst/>
              <a:ahLst/>
              <a:cxnLst/>
              <a:rect l="l" t="t" r="r" b="b"/>
              <a:pathLst>
                <a:path w="238" h="222" extrusionOk="0">
                  <a:moveTo>
                    <a:pt x="221" y="1"/>
                  </a:moveTo>
                  <a:lnTo>
                    <a:pt x="174" y="17"/>
                  </a:lnTo>
                  <a:lnTo>
                    <a:pt x="158" y="17"/>
                  </a:lnTo>
                  <a:lnTo>
                    <a:pt x="126" y="17"/>
                  </a:lnTo>
                  <a:cubicBezTo>
                    <a:pt x="95" y="32"/>
                    <a:pt x="48" y="64"/>
                    <a:pt x="48" y="143"/>
                  </a:cubicBezTo>
                  <a:lnTo>
                    <a:pt x="32" y="143"/>
                  </a:lnTo>
                  <a:cubicBezTo>
                    <a:pt x="32" y="158"/>
                    <a:pt x="17" y="158"/>
                    <a:pt x="17" y="158"/>
                  </a:cubicBezTo>
                  <a:cubicBezTo>
                    <a:pt x="0" y="174"/>
                    <a:pt x="0" y="190"/>
                    <a:pt x="17" y="206"/>
                  </a:cubicBezTo>
                  <a:cubicBezTo>
                    <a:pt x="17" y="221"/>
                    <a:pt x="32" y="221"/>
                    <a:pt x="32" y="221"/>
                  </a:cubicBezTo>
                  <a:lnTo>
                    <a:pt x="48" y="221"/>
                  </a:lnTo>
                  <a:lnTo>
                    <a:pt x="48" y="221"/>
                  </a:lnTo>
                  <a:cubicBezTo>
                    <a:pt x="48" y="206"/>
                    <a:pt x="48" y="206"/>
                    <a:pt x="32" y="206"/>
                  </a:cubicBezTo>
                  <a:cubicBezTo>
                    <a:pt x="32" y="190"/>
                    <a:pt x="32" y="158"/>
                    <a:pt x="48" y="158"/>
                  </a:cubicBezTo>
                  <a:lnTo>
                    <a:pt x="63" y="158"/>
                  </a:lnTo>
                  <a:lnTo>
                    <a:pt x="63" y="158"/>
                  </a:lnTo>
                  <a:cubicBezTo>
                    <a:pt x="80" y="158"/>
                    <a:pt x="95" y="158"/>
                    <a:pt x="95" y="174"/>
                  </a:cubicBezTo>
                  <a:lnTo>
                    <a:pt x="111" y="174"/>
                  </a:lnTo>
                  <a:cubicBezTo>
                    <a:pt x="111" y="174"/>
                    <a:pt x="126" y="158"/>
                    <a:pt x="126" y="143"/>
                  </a:cubicBezTo>
                  <a:cubicBezTo>
                    <a:pt x="111" y="95"/>
                    <a:pt x="143" y="80"/>
                    <a:pt x="189" y="64"/>
                  </a:cubicBezTo>
                  <a:cubicBezTo>
                    <a:pt x="189" y="48"/>
                    <a:pt x="206" y="48"/>
                    <a:pt x="206" y="48"/>
                  </a:cubicBezTo>
                  <a:cubicBezTo>
                    <a:pt x="221" y="32"/>
                    <a:pt x="237" y="17"/>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2" name="Google Shape;1652;p38"/>
            <p:cNvSpPr/>
            <p:nvPr/>
          </p:nvSpPr>
          <p:spPr>
            <a:xfrm>
              <a:off x="3303759" y="1779731"/>
              <a:ext cx="5057" cy="3562"/>
            </a:xfrm>
            <a:custGeom>
              <a:avLst/>
              <a:gdLst/>
              <a:ahLst/>
              <a:cxnLst/>
              <a:rect l="l" t="t" r="r" b="b"/>
              <a:pathLst>
                <a:path w="159" h="112" extrusionOk="0">
                  <a:moveTo>
                    <a:pt x="64" y="0"/>
                  </a:moveTo>
                  <a:lnTo>
                    <a:pt x="64" y="0"/>
                  </a:lnTo>
                  <a:lnTo>
                    <a:pt x="49" y="0"/>
                  </a:lnTo>
                  <a:lnTo>
                    <a:pt x="1" y="48"/>
                  </a:lnTo>
                  <a:cubicBezTo>
                    <a:pt x="1" y="63"/>
                    <a:pt x="17" y="63"/>
                    <a:pt x="17" y="80"/>
                  </a:cubicBezTo>
                  <a:cubicBezTo>
                    <a:pt x="17" y="95"/>
                    <a:pt x="17" y="111"/>
                    <a:pt x="1" y="111"/>
                  </a:cubicBezTo>
                  <a:lnTo>
                    <a:pt x="17" y="111"/>
                  </a:lnTo>
                  <a:lnTo>
                    <a:pt x="49" y="111"/>
                  </a:lnTo>
                  <a:lnTo>
                    <a:pt x="80" y="63"/>
                  </a:lnTo>
                  <a:lnTo>
                    <a:pt x="112" y="95"/>
                  </a:lnTo>
                  <a:lnTo>
                    <a:pt x="127" y="95"/>
                  </a:lnTo>
                  <a:cubicBezTo>
                    <a:pt x="143" y="95"/>
                    <a:pt x="143" y="80"/>
                    <a:pt x="158" y="80"/>
                  </a:cubicBezTo>
                  <a:cubicBezTo>
                    <a:pt x="158" y="63"/>
                    <a:pt x="158" y="32"/>
                    <a:pt x="143" y="32"/>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3" name="Google Shape;1653;p38"/>
            <p:cNvSpPr/>
            <p:nvPr/>
          </p:nvSpPr>
          <p:spPr>
            <a:xfrm>
              <a:off x="3173015" y="1791752"/>
              <a:ext cx="8523" cy="5025"/>
            </a:xfrm>
            <a:custGeom>
              <a:avLst/>
              <a:gdLst/>
              <a:ahLst/>
              <a:cxnLst/>
              <a:rect l="l" t="t" r="r" b="b"/>
              <a:pathLst>
                <a:path w="268" h="158" extrusionOk="0">
                  <a:moveTo>
                    <a:pt x="252" y="0"/>
                  </a:moveTo>
                  <a:lnTo>
                    <a:pt x="252" y="17"/>
                  </a:lnTo>
                  <a:lnTo>
                    <a:pt x="173" y="17"/>
                  </a:lnTo>
                  <a:lnTo>
                    <a:pt x="173" y="63"/>
                  </a:lnTo>
                  <a:cubicBezTo>
                    <a:pt x="158" y="63"/>
                    <a:pt x="141" y="80"/>
                    <a:pt x="141" y="80"/>
                  </a:cubicBezTo>
                  <a:cubicBezTo>
                    <a:pt x="126" y="80"/>
                    <a:pt x="126" y="63"/>
                    <a:pt x="110" y="63"/>
                  </a:cubicBezTo>
                  <a:cubicBezTo>
                    <a:pt x="110" y="48"/>
                    <a:pt x="95" y="32"/>
                    <a:pt x="110" y="17"/>
                  </a:cubicBezTo>
                  <a:lnTo>
                    <a:pt x="95" y="32"/>
                  </a:lnTo>
                  <a:lnTo>
                    <a:pt x="78" y="32"/>
                  </a:lnTo>
                  <a:lnTo>
                    <a:pt x="78" y="32"/>
                  </a:lnTo>
                  <a:lnTo>
                    <a:pt x="63" y="32"/>
                  </a:lnTo>
                  <a:lnTo>
                    <a:pt x="32" y="32"/>
                  </a:lnTo>
                  <a:cubicBezTo>
                    <a:pt x="15" y="48"/>
                    <a:pt x="0" y="48"/>
                    <a:pt x="0" y="63"/>
                  </a:cubicBezTo>
                  <a:lnTo>
                    <a:pt x="0" y="63"/>
                  </a:lnTo>
                  <a:lnTo>
                    <a:pt x="0" y="80"/>
                  </a:lnTo>
                  <a:lnTo>
                    <a:pt x="0" y="95"/>
                  </a:lnTo>
                  <a:lnTo>
                    <a:pt x="15" y="143"/>
                  </a:lnTo>
                  <a:cubicBezTo>
                    <a:pt x="32" y="158"/>
                    <a:pt x="32" y="158"/>
                    <a:pt x="47" y="158"/>
                  </a:cubicBezTo>
                  <a:lnTo>
                    <a:pt x="47" y="158"/>
                  </a:lnTo>
                  <a:lnTo>
                    <a:pt x="78" y="158"/>
                  </a:lnTo>
                  <a:lnTo>
                    <a:pt x="78" y="143"/>
                  </a:lnTo>
                  <a:lnTo>
                    <a:pt x="78" y="143"/>
                  </a:lnTo>
                  <a:cubicBezTo>
                    <a:pt x="47" y="143"/>
                    <a:pt x="47" y="126"/>
                    <a:pt x="47" y="111"/>
                  </a:cubicBezTo>
                  <a:cubicBezTo>
                    <a:pt x="47" y="95"/>
                    <a:pt x="63" y="80"/>
                    <a:pt x="78" y="80"/>
                  </a:cubicBezTo>
                  <a:lnTo>
                    <a:pt x="78" y="80"/>
                  </a:lnTo>
                  <a:cubicBezTo>
                    <a:pt x="110" y="80"/>
                    <a:pt x="126" y="80"/>
                    <a:pt x="141" y="95"/>
                  </a:cubicBezTo>
                  <a:lnTo>
                    <a:pt x="252" y="80"/>
                  </a:lnTo>
                  <a:lnTo>
                    <a:pt x="236" y="80"/>
                  </a:lnTo>
                  <a:cubicBezTo>
                    <a:pt x="236" y="63"/>
                    <a:pt x="236" y="32"/>
                    <a:pt x="267" y="17"/>
                  </a:cubicBezTo>
                  <a:cubicBezTo>
                    <a:pt x="267" y="0"/>
                    <a:pt x="252" y="0"/>
                    <a:pt x="25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4" name="Google Shape;1654;p38"/>
            <p:cNvSpPr/>
            <p:nvPr/>
          </p:nvSpPr>
          <p:spPr>
            <a:xfrm>
              <a:off x="3184019" y="1790258"/>
              <a:ext cx="3053" cy="2512"/>
            </a:xfrm>
            <a:custGeom>
              <a:avLst/>
              <a:gdLst/>
              <a:ahLst/>
              <a:cxnLst/>
              <a:rect l="l" t="t" r="r" b="b"/>
              <a:pathLst>
                <a:path w="96" h="79" extrusionOk="0">
                  <a:moveTo>
                    <a:pt x="95" y="1"/>
                  </a:moveTo>
                  <a:lnTo>
                    <a:pt x="32" y="16"/>
                  </a:lnTo>
                  <a:lnTo>
                    <a:pt x="32" y="16"/>
                  </a:lnTo>
                  <a:lnTo>
                    <a:pt x="16" y="16"/>
                  </a:lnTo>
                  <a:cubicBezTo>
                    <a:pt x="1" y="32"/>
                    <a:pt x="1" y="47"/>
                    <a:pt x="1" y="79"/>
                  </a:cubicBezTo>
                  <a:cubicBezTo>
                    <a:pt x="16" y="64"/>
                    <a:pt x="32" y="64"/>
                    <a:pt x="48" y="64"/>
                  </a:cubicBezTo>
                  <a:lnTo>
                    <a:pt x="64" y="64"/>
                  </a:lnTo>
                  <a:cubicBezTo>
                    <a:pt x="64" y="47"/>
                    <a:pt x="79" y="47"/>
                    <a:pt x="79" y="32"/>
                  </a:cubicBezTo>
                  <a:cubicBezTo>
                    <a:pt x="95" y="32"/>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5" name="Google Shape;1655;p38"/>
            <p:cNvSpPr/>
            <p:nvPr/>
          </p:nvSpPr>
          <p:spPr>
            <a:xfrm>
              <a:off x="3180488" y="1791752"/>
              <a:ext cx="9064" cy="2544"/>
            </a:xfrm>
            <a:custGeom>
              <a:avLst/>
              <a:gdLst/>
              <a:ahLst/>
              <a:cxnLst/>
              <a:rect l="l" t="t" r="r" b="b"/>
              <a:pathLst>
                <a:path w="285" h="80" extrusionOk="0">
                  <a:moveTo>
                    <a:pt x="222" y="63"/>
                  </a:moveTo>
                  <a:lnTo>
                    <a:pt x="222" y="63"/>
                  </a:lnTo>
                  <a:lnTo>
                    <a:pt x="222" y="63"/>
                  </a:lnTo>
                  <a:close/>
                  <a:moveTo>
                    <a:pt x="49" y="0"/>
                  </a:moveTo>
                  <a:lnTo>
                    <a:pt x="49" y="0"/>
                  </a:lnTo>
                  <a:lnTo>
                    <a:pt x="32" y="0"/>
                  </a:lnTo>
                  <a:lnTo>
                    <a:pt x="32" y="17"/>
                  </a:lnTo>
                  <a:cubicBezTo>
                    <a:pt x="1" y="32"/>
                    <a:pt x="1" y="63"/>
                    <a:pt x="1" y="80"/>
                  </a:cubicBezTo>
                  <a:lnTo>
                    <a:pt x="17" y="80"/>
                  </a:lnTo>
                  <a:lnTo>
                    <a:pt x="17" y="80"/>
                  </a:lnTo>
                  <a:cubicBezTo>
                    <a:pt x="32" y="80"/>
                    <a:pt x="64" y="80"/>
                    <a:pt x="95" y="63"/>
                  </a:cubicBezTo>
                  <a:lnTo>
                    <a:pt x="95" y="63"/>
                  </a:lnTo>
                  <a:lnTo>
                    <a:pt x="95" y="48"/>
                  </a:lnTo>
                  <a:cubicBezTo>
                    <a:pt x="95" y="32"/>
                    <a:pt x="112" y="32"/>
                    <a:pt x="127" y="32"/>
                  </a:cubicBezTo>
                  <a:lnTo>
                    <a:pt x="127" y="32"/>
                  </a:lnTo>
                  <a:lnTo>
                    <a:pt x="143" y="32"/>
                  </a:lnTo>
                  <a:lnTo>
                    <a:pt x="143" y="32"/>
                  </a:lnTo>
                  <a:lnTo>
                    <a:pt x="143" y="32"/>
                  </a:lnTo>
                  <a:lnTo>
                    <a:pt x="159" y="32"/>
                  </a:lnTo>
                  <a:lnTo>
                    <a:pt x="159" y="32"/>
                  </a:lnTo>
                  <a:cubicBezTo>
                    <a:pt x="175" y="32"/>
                    <a:pt x="190" y="32"/>
                    <a:pt x="190" y="48"/>
                  </a:cubicBezTo>
                  <a:lnTo>
                    <a:pt x="206" y="80"/>
                  </a:lnTo>
                  <a:lnTo>
                    <a:pt x="206" y="80"/>
                  </a:lnTo>
                  <a:cubicBezTo>
                    <a:pt x="206" y="80"/>
                    <a:pt x="206" y="63"/>
                    <a:pt x="222" y="63"/>
                  </a:cubicBezTo>
                  <a:lnTo>
                    <a:pt x="222" y="80"/>
                  </a:lnTo>
                  <a:lnTo>
                    <a:pt x="269" y="63"/>
                  </a:lnTo>
                  <a:lnTo>
                    <a:pt x="269" y="63"/>
                  </a:lnTo>
                  <a:lnTo>
                    <a:pt x="269" y="63"/>
                  </a:lnTo>
                  <a:cubicBezTo>
                    <a:pt x="269" y="63"/>
                    <a:pt x="285" y="63"/>
                    <a:pt x="285" y="80"/>
                  </a:cubicBezTo>
                  <a:cubicBezTo>
                    <a:pt x="285" y="48"/>
                    <a:pt x="285" y="32"/>
                    <a:pt x="253" y="17"/>
                  </a:cubicBezTo>
                  <a:cubicBezTo>
                    <a:pt x="253" y="0"/>
                    <a:pt x="238" y="0"/>
                    <a:pt x="222" y="0"/>
                  </a:cubicBezTo>
                  <a:lnTo>
                    <a:pt x="190" y="0"/>
                  </a:lnTo>
                  <a:lnTo>
                    <a:pt x="175" y="17"/>
                  </a:lnTo>
                  <a:lnTo>
                    <a:pt x="159" y="17"/>
                  </a:lnTo>
                  <a:cubicBezTo>
                    <a:pt x="143" y="17"/>
                    <a:pt x="127" y="17"/>
                    <a:pt x="112" y="32"/>
                  </a:cubicBezTo>
                  <a:lnTo>
                    <a:pt x="80" y="32"/>
                  </a:ln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6" name="Google Shape;1656;p38"/>
            <p:cNvSpPr/>
            <p:nvPr/>
          </p:nvSpPr>
          <p:spPr>
            <a:xfrm>
              <a:off x="3187517" y="179375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7" name="Google Shape;1657;p38"/>
            <p:cNvSpPr/>
            <p:nvPr/>
          </p:nvSpPr>
          <p:spPr>
            <a:xfrm>
              <a:off x="3395958" y="1794265"/>
              <a:ext cx="6583" cy="4516"/>
            </a:xfrm>
            <a:custGeom>
              <a:avLst/>
              <a:gdLst/>
              <a:ahLst/>
              <a:cxnLst/>
              <a:rect l="l" t="t" r="r" b="b"/>
              <a:pathLst>
                <a:path w="207" h="142" extrusionOk="0">
                  <a:moveTo>
                    <a:pt x="64" y="1"/>
                  </a:moveTo>
                  <a:lnTo>
                    <a:pt x="64" y="1"/>
                  </a:lnTo>
                  <a:lnTo>
                    <a:pt x="49" y="1"/>
                  </a:lnTo>
                  <a:lnTo>
                    <a:pt x="49" y="1"/>
                  </a:lnTo>
                  <a:lnTo>
                    <a:pt x="32" y="1"/>
                  </a:lnTo>
                  <a:cubicBezTo>
                    <a:pt x="17" y="16"/>
                    <a:pt x="17" y="16"/>
                    <a:pt x="17" y="32"/>
                  </a:cubicBezTo>
                  <a:lnTo>
                    <a:pt x="1" y="95"/>
                  </a:lnTo>
                  <a:cubicBezTo>
                    <a:pt x="1" y="110"/>
                    <a:pt x="1" y="110"/>
                    <a:pt x="17" y="127"/>
                  </a:cubicBezTo>
                  <a:cubicBezTo>
                    <a:pt x="17" y="127"/>
                    <a:pt x="32" y="142"/>
                    <a:pt x="49" y="142"/>
                  </a:cubicBezTo>
                  <a:lnTo>
                    <a:pt x="49" y="142"/>
                  </a:lnTo>
                  <a:lnTo>
                    <a:pt x="80" y="142"/>
                  </a:lnTo>
                  <a:lnTo>
                    <a:pt x="80" y="142"/>
                  </a:lnTo>
                  <a:lnTo>
                    <a:pt x="95" y="142"/>
                  </a:lnTo>
                  <a:lnTo>
                    <a:pt x="112" y="142"/>
                  </a:lnTo>
                  <a:lnTo>
                    <a:pt x="112" y="142"/>
                  </a:lnTo>
                  <a:lnTo>
                    <a:pt x="112" y="127"/>
                  </a:lnTo>
                  <a:cubicBezTo>
                    <a:pt x="127" y="127"/>
                    <a:pt x="127" y="110"/>
                    <a:pt x="143" y="110"/>
                  </a:cubicBezTo>
                  <a:lnTo>
                    <a:pt x="143" y="110"/>
                  </a:lnTo>
                  <a:cubicBezTo>
                    <a:pt x="143" y="110"/>
                    <a:pt x="158" y="110"/>
                    <a:pt x="158" y="127"/>
                  </a:cubicBezTo>
                  <a:lnTo>
                    <a:pt x="175" y="127"/>
                  </a:lnTo>
                  <a:lnTo>
                    <a:pt x="175" y="127"/>
                  </a:lnTo>
                  <a:cubicBezTo>
                    <a:pt x="190" y="110"/>
                    <a:pt x="206" y="95"/>
                    <a:pt x="190" y="79"/>
                  </a:cubicBezTo>
                  <a:cubicBezTo>
                    <a:pt x="175" y="64"/>
                    <a:pt x="175" y="64"/>
                    <a:pt x="158" y="64"/>
                  </a:cubicBezTo>
                  <a:lnTo>
                    <a:pt x="143" y="64"/>
                  </a:lnTo>
                  <a:cubicBezTo>
                    <a:pt x="127" y="79"/>
                    <a:pt x="112" y="79"/>
                    <a:pt x="112" y="79"/>
                  </a:cubicBezTo>
                  <a:lnTo>
                    <a:pt x="112" y="47"/>
                  </a:lnTo>
                  <a:lnTo>
                    <a:pt x="95" y="32"/>
                  </a:ln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8" name="Google Shape;1658;p38"/>
            <p:cNvSpPr/>
            <p:nvPr/>
          </p:nvSpPr>
          <p:spPr>
            <a:xfrm>
              <a:off x="3021693" y="1807304"/>
              <a:ext cx="2512" cy="2035"/>
            </a:xfrm>
            <a:custGeom>
              <a:avLst/>
              <a:gdLst/>
              <a:ahLst/>
              <a:cxnLst/>
              <a:rect l="l" t="t" r="r" b="b"/>
              <a:pathLst>
                <a:path w="79" h="64" extrusionOk="0">
                  <a:moveTo>
                    <a:pt x="78" y="0"/>
                  </a:moveTo>
                  <a:lnTo>
                    <a:pt x="0" y="32"/>
                  </a:lnTo>
                  <a:lnTo>
                    <a:pt x="0" y="32"/>
                  </a:lnTo>
                  <a:lnTo>
                    <a:pt x="0" y="63"/>
                  </a:lnTo>
                  <a:lnTo>
                    <a:pt x="0" y="63"/>
                  </a:lnTo>
                  <a:lnTo>
                    <a:pt x="0" y="63"/>
                  </a:lnTo>
                  <a:lnTo>
                    <a:pt x="15" y="63"/>
                  </a:lnTo>
                  <a:lnTo>
                    <a:pt x="63" y="63"/>
                  </a:lnTo>
                  <a:cubicBezTo>
                    <a:pt x="78" y="32"/>
                    <a:pt x="78" y="16"/>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9" name="Google Shape;1659;p38"/>
            <p:cNvSpPr/>
            <p:nvPr/>
          </p:nvSpPr>
          <p:spPr>
            <a:xfrm>
              <a:off x="3111888" y="1794742"/>
              <a:ext cx="6042" cy="5057"/>
            </a:xfrm>
            <a:custGeom>
              <a:avLst/>
              <a:gdLst/>
              <a:ahLst/>
              <a:cxnLst/>
              <a:rect l="l" t="t" r="r" b="b"/>
              <a:pathLst>
                <a:path w="190" h="159" extrusionOk="0">
                  <a:moveTo>
                    <a:pt x="110" y="1"/>
                  </a:moveTo>
                  <a:lnTo>
                    <a:pt x="95" y="1"/>
                  </a:lnTo>
                  <a:lnTo>
                    <a:pt x="78" y="1"/>
                  </a:lnTo>
                  <a:cubicBezTo>
                    <a:pt x="78" y="1"/>
                    <a:pt x="63" y="1"/>
                    <a:pt x="63" y="17"/>
                  </a:cubicBezTo>
                  <a:lnTo>
                    <a:pt x="63" y="17"/>
                  </a:lnTo>
                  <a:lnTo>
                    <a:pt x="63" y="17"/>
                  </a:lnTo>
                  <a:lnTo>
                    <a:pt x="63" y="17"/>
                  </a:lnTo>
                  <a:lnTo>
                    <a:pt x="63" y="17"/>
                  </a:lnTo>
                  <a:cubicBezTo>
                    <a:pt x="95" y="17"/>
                    <a:pt x="95" y="32"/>
                    <a:pt x="95" y="49"/>
                  </a:cubicBezTo>
                  <a:lnTo>
                    <a:pt x="95" y="112"/>
                  </a:lnTo>
                  <a:cubicBezTo>
                    <a:pt x="78" y="127"/>
                    <a:pt x="63" y="143"/>
                    <a:pt x="47" y="143"/>
                  </a:cubicBezTo>
                  <a:lnTo>
                    <a:pt x="47" y="143"/>
                  </a:lnTo>
                  <a:cubicBezTo>
                    <a:pt x="32" y="143"/>
                    <a:pt x="15" y="127"/>
                    <a:pt x="15" y="95"/>
                  </a:cubicBezTo>
                  <a:cubicBezTo>
                    <a:pt x="0" y="112"/>
                    <a:pt x="0" y="127"/>
                    <a:pt x="15" y="143"/>
                  </a:cubicBezTo>
                  <a:cubicBezTo>
                    <a:pt x="15" y="159"/>
                    <a:pt x="32" y="159"/>
                    <a:pt x="47" y="159"/>
                  </a:cubicBezTo>
                  <a:lnTo>
                    <a:pt x="47" y="159"/>
                  </a:lnTo>
                  <a:lnTo>
                    <a:pt x="63" y="159"/>
                  </a:lnTo>
                  <a:lnTo>
                    <a:pt x="126" y="127"/>
                  </a:lnTo>
                  <a:lnTo>
                    <a:pt x="158" y="112"/>
                  </a:lnTo>
                  <a:cubicBezTo>
                    <a:pt x="173" y="95"/>
                    <a:pt x="173" y="95"/>
                    <a:pt x="173" y="80"/>
                  </a:cubicBezTo>
                  <a:cubicBezTo>
                    <a:pt x="189" y="80"/>
                    <a:pt x="189" y="64"/>
                    <a:pt x="173" y="64"/>
                  </a:cubicBezTo>
                  <a:lnTo>
                    <a:pt x="173" y="64"/>
                  </a:lnTo>
                  <a:lnTo>
                    <a:pt x="173" y="49"/>
                  </a:lnTo>
                  <a:cubicBezTo>
                    <a:pt x="173" y="32"/>
                    <a:pt x="158" y="17"/>
                    <a:pt x="141" y="1"/>
                  </a:cubicBezTo>
                  <a:lnTo>
                    <a:pt x="126" y="1"/>
                  </a:lnTo>
                  <a:lnTo>
                    <a:pt x="126"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0" name="Google Shape;1660;p38"/>
            <p:cNvSpPr/>
            <p:nvPr/>
          </p:nvSpPr>
          <p:spPr>
            <a:xfrm>
              <a:off x="3016159" y="1797286"/>
              <a:ext cx="5565" cy="2512"/>
            </a:xfrm>
            <a:custGeom>
              <a:avLst/>
              <a:gdLst/>
              <a:ahLst/>
              <a:cxnLst/>
              <a:rect l="l" t="t" r="r" b="b"/>
              <a:pathLst>
                <a:path w="175" h="79" extrusionOk="0">
                  <a:moveTo>
                    <a:pt x="48" y="0"/>
                  </a:moveTo>
                  <a:lnTo>
                    <a:pt x="32" y="0"/>
                  </a:lnTo>
                  <a:cubicBezTo>
                    <a:pt x="32" y="0"/>
                    <a:pt x="16" y="0"/>
                    <a:pt x="16" y="15"/>
                  </a:cubicBezTo>
                  <a:lnTo>
                    <a:pt x="0" y="32"/>
                  </a:lnTo>
                  <a:lnTo>
                    <a:pt x="0" y="32"/>
                  </a:lnTo>
                  <a:lnTo>
                    <a:pt x="16" y="32"/>
                  </a:lnTo>
                  <a:lnTo>
                    <a:pt x="16" y="32"/>
                  </a:lnTo>
                  <a:lnTo>
                    <a:pt x="32" y="32"/>
                  </a:lnTo>
                  <a:lnTo>
                    <a:pt x="48" y="32"/>
                  </a:lnTo>
                  <a:cubicBezTo>
                    <a:pt x="63" y="32"/>
                    <a:pt x="95" y="32"/>
                    <a:pt x="111" y="63"/>
                  </a:cubicBezTo>
                  <a:cubicBezTo>
                    <a:pt x="126" y="79"/>
                    <a:pt x="126" y="79"/>
                    <a:pt x="143" y="79"/>
                  </a:cubicBezTo>
                  <a:lnTo>
                    <a:pt x="158" y="79"/>
                  </a:lnTo>
                  <a:lnTo>
                    <a:pt x="158" y="79"/>
                  </a:lnTo>
                  <a:lnTo>
                    <a:pt x="174" y="63"/>
                  </a:lnTo>
                  <a:lnTo>
                    <a:pt x="174" y="47"/>
                  </a:lnTo>
                  <a:cubicBezTo>
                    <a:pt x="174" y="32"/>
                    <a:pt x="158" y="32"/>
                    <a:pt x="158" y="15"/>
                  </a:cubicBezTo>
                  <a:lnTo>
                    <a:pt x="143" y="15"/>
                  </a:lnTo>
                  <a:lnTo>
                    <a:pt x="126"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1" name="Google Shape;1661;p38"/>
            <p:cNvSpPr/>
            <p:nvPr/>
          </p:nvSpPr>
          <p:spPr>
            <a:xfrm>
              <a:off x="3104350" y="1787745"/>
              <a:ext cx="3530" cy="3021"/>
            </a:xfrm>
            <a:custGeom>
              <a:avLst/>
              <a:gdLst/>
              <a:ahLst/>
              <a:cxnLst/>
              <a:rect l="l" t="t" r="r" b="b"/>
              <a:pathLst>
                <a:path w="111" h="95" extrusionOk="0">
                  <a:moveTo>
                    <a:pt x="79" y="0"/>
                  </a:moveTo>
                  <a:lnTo>
                    <a:pt x="32" y="63"/>
                  </a:lnTo>
                  <a:cubicBezTo>
                    <a:pt x="32" y="63"/>
                    <a:pt x="16" y="80"/>
                    <a:pt x="0" y="80"/>
                  </a:cubicBezTo>
                  <a:lnTo>
                    <a:pt x="0" y="80"/>
                  </a:lnTo>
                  <a:lnTo>
                    <a:pt x="16" y="80"/>
                  </a:lnTo>
                  <a:lnTo>
                    <a:pt x="16" y="95"/>
                  </a:lnTo>
                  <a:lnTo>
                    <a:pt x="32" y="95"/>
                  </a:lnTo>
                  <a:lnTo>
                    <a:pt x="48" y="95"/>
                  </a:lnTo>
                  <a:lnTo>
                    <a:pt x="63" y="95"/>
                  </a:lnTo>
                  <a:lnTo>
                    <a:pt x="63" y="95"/>
                  </a:lnTo>
                  <a:lnTo>
                    <a:pt x="63" y="80"/>
                  </a:lnTo>
                  <a:cubicBezTo>
                    <a:pt x="48" y="80"/>
                    <a:pt x="48" y="48"/>
                    <a:pt x="63" y="32"/>
                  </a:cubicBezTo>
                  <a:lnTo>
                    <a:pt x="79" y="32"/>
                  </a:lnTo>
                  <a:lnTo>
                    <a:pt x="79" y="32"/>
                  </a:lnTo>
                  <a:lnTo>
                    <a:pt x="111" y="32"/>
                  </a:lnTo>
                  <a:lnTo>
                    <a:pt x="111" y="32"/>
                  </a:lnTo>
                  <a:cubicBezTo>
                    <a:pt x="95" y="17"/>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2" name="Google Shape;1662;p38"/>
            <p:cNvSpPr/>
            <p:nvPr/>
          </p:nvSpPr>
          <p:spPr>
            <a:xfrm>
              <a:off x="3399488" y="1797286"/>
              <a:ext cx="6042" cy="4039"/>
            </a:xfrm>
            <a:custGeom>
              <a:avLst/>
              <a:gdLst/>
              <a:ahLst/>
              <a:cxnLst/>
              <a:rect l="l" t="t" r="r" b="b"/>
              <a:pathLst>
                <a:path w="190" h="127" extrusionOk="0">
                  <a:moveTo>
                    <a:pt x="1" y="126"/>
                  </a:moveTo>
                  <a:lnTo>
                    <a:pt x="1" y="126"/>
                  </a:lnTo>
                  <a:lnTo>
                    <a:pt x="1" y="126"/>
                  </a:lnTo>
                  <a:lnTo>
                    <a:pt x="1" y="126"/>
                  </a:lnTo>
                  <a:close/>
                  <a:moveTo>
                    <a:pt x="142" y="0"/>
                  </a:moveTo>
                  <a:cubicBezTo>
                    <a:pt x="127" y="0"/>
                    <a:pt x="110" y="0"/>
                    <a:pt x="110" y="15"/>
                  </a:cubicBezTo>
                  <a:cubicBezTo>
                    <a:pt x="110" y="47"/>
                    <a:pt x="95" y="63"/>
                    <a:pt x="79" y="63"/>
                  </a:cubicBezTo>
                  <a:cubicBezTo>
                    <a:pt x="79" y="79"/>
                    <a:pt x="79" y="79"/>
                    <a:pt x="64" y="79"/>
                  </a:cubicBezTo>
                  <a:lnTo>
                    <a:pt x="64" y="79"/>
                  </a:lnTo>
                  <a:lnTo>
                    <a:pt x="64" y="79"/>
                  </a:lnTo>
                  <a:lnTo>
                    <a:pt x="32" y="110"/>
                  </a:lnTo>
                  <a:lnTo>
                    <a:pt x="32" y="110"/>
                  </a:lnTo>
                  <a:lnTo>
                    <a:pt x="79" y="110"/>
                  </a:lnTo>
                  <a:lnTo>
                    <a:pt x="95" y="110"/>
                  </a:lnTo>
                  <a:cubicBezTo>
                    <a:pt x="95" y="110"/>
                    <a:pt x="110" y="110"/>
                    <a:pt x="110" y="126"/>
                  </a:cubicBezTo>
                  <a:cubicBezTo>
                    <a:pt x="142" y="110"/>
                    <a:pt x="158" y="79"/>
                    <a:pt x="173" y="32"/>
                  </a:cubicBezTo>
                  <a:cubicBezTo>
                    <a:pt x="190" y="32"/>
                    <a:pt x="173" y="15"/>
                    <a:pt x="173" y="0"/>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3" name="Google Shape;1663;p38"/>
            <p:cNvSpPr/>
            <p:nvPr/>
          </p:nvSpPr>
          <p:spPr>
            <a:xfrm>
              <a:off x="3015141" y="1798272"/>
              <a:ext cx="9064" cy="3530"/>
            </a:xfrm>
            <a:custGeom>
              <a:avLst/>
              <a:gdLst/>
              <a:ahLst/>
              <a:cxnLst/>
              <a:rect l="l" t="t" r="r" b="b"/>
              <a:pathLst>
                <a:path w="285" h="111" extrusionOk="0">
                  <a:moveTo>
                    <a:pt x="80" y="64"/>
                  </a:moveTo>
                  <a:lnTo>
                    <a:pt x="80" y="64"/>
                  </a:lnTo>
                  <a:lnTo>
                    <a:pt x="80" y="64"/>
                  </a:lnTo>
                  <a:close/>
                  <a:moveTo>
                    <a:pt x="32" y="1"/>
                  </a:moveTo>
                  <a:lnTo>
                    <a:pt x="32" y="1"/>
                  </a:lnTo>
                  <a:lnTo>
                    <a:pt x="32" y="1"/>
                  </a:lnTo>
                  <a:cubicBezTo>
                    <a:pt x="17" y="16"/>
                    <a:pt x="1" y="16"/>
                    <a:pt x="1" y="32"/>
                  </a:cubicBezTo>
                  <a:lnTo>
                    <a:pt x="1" y="32"/>
                  </a:lnTo>
                  <a:cubicBezTo>
                    <a:pt x="17" y="48"/>
                    <a:pt x="17" y="64"/>
                    <a:pt x="17" y="64"/>
                  </a:cubicBezTo>
                  <a:cubicBezTo>
                    <a:pt x="32" y="64"/>
                    <a:pt x="32" y="79"/>
                    <a:pt x="32" y="79"/>
                  </a:cubicBezTo>
                  <a:lnTo>
                    <a:pt x="48" y="79"/>
                  </a:lnTo>
                  <a:lnTo>
                    <a:pt x="64" y="79"/>
                  </a:lnTo>
                  <a:lnTo>
                    <a:pt x="64" y="79"/>
                  </a:lnTo>
                  <a:lnTo>
                    <a:pt x="80" y="79"/>
                  </a:lnTo>
                  <a:lnTo>
                    <a:pt x="95" y="79"/>
                  </a:lnTo>
                  <a:lnTo>
                    <a:pt x="112" y="95"/>
                  </a:lnTo>
                  <a:cubicBezTo>
                    <a:pt x="127" y="95"/>
                    <a:pt x="127" y="111"/>
                    <a:pt x="127" y="111"/>
                  </a:cubicBezTo>
                  <a:lnTo>
                    <a:pt x="175" y="111"/>
                  </a:lnTo>
                  <a:lnTo>
                    <a:pt x="238" y="111"/>
                  </a:lnTo>
                  <a:lnTo>
                    <a:pt x="238" y="95"/>
                  </a:lnTo>
                  <a:lnTo>
                    <a:pt x="253" y="95"/>
                  </a:lnTo>
                  <a:cubicBezTo>
                    <a:pt x="269" y="95"/>
                    <a:pt x="284" y="64"/>
                    <a:pt x="269" y="48"/>
                  </a:cubicBezTo>
                  <a:cubicBezTo>
                    <a:pt x="269" y="48"/>
                    <a:pt x="269" y="32"/>
                    <a:pt x="253" y="32"/>
                  </a:cubicBezTo>
                  <a:lnTo>
                    <a:pt x="238" y="32"/>
                  </a:lnTo>
                  <a:lnTo>
                    <a:pt x="238" y="32"/>
                  </a:lnTo>
                  <a:lnTo>
                    <a:pt x="238" y="32"/>
                  </a:lnTo>
                  <a:lnTo>
                    <a:pt x="221" y="32"/>
                  </a:lnTo>
                  <a:cubicBezTo>
                    <a:pt x="221" y="32"/>
                    <a:pt x="206" y="32"/>
                    <a:pt x="206" y="48"/>
                  </a:cubicBezTo>
                  <a:lnTo>
                    <a:pt x="190" y="48"/>
                  </a:lnTo>
                  <a:lnTo>
                    <a:pt x="175" y="48"/>
                  </a:lnTo>
                  <a:cubicBezTo>
                    <a:pt x="158" y="48"/>
                    <a:pt x="158" y="48"/>
                    <a:pt x="143" y="32"/>
                  </a:cubicBezTo>
                  <a:cubicBezTo>
                    <a:pt x="127" y="1"/>
                    <a:pt x="95" y="1"/>
                    <a:pt x="80" y="1"/>
                  </a:cubicBezTo>
                  <a:lnTo>
                    <a:pt x="64" y="1"/>
                  </a:ln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4" name="Google Shape;1664;p38"/>
            <p:cNvSpPr/>
            <p:nvPr/>
          </p:nvSpPr>
          <p:spPr>
            <a:xfrm>
              <a:off x="3017654" y="1800276"/>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5" name="Google Shape;1665;p38"/>
            <p:cNvSpPr/>
            <p:nvPr/>
          </p:nvSpPr>
          <p:spPr>
            <a:xfrm>
              <a:off x="3407503" y="1783738"/>
              <a:ext cx="2544" cy="5565"/>
            </a:xfrm>
            <a:custGeom>
              <a:avLst/>
              <a:gdLst/>
              <a:ahLst/>
              <a:cxnLst/>
              <a:rect l="l" t="t" r="r" b="b"/>
              <a:pathLst>
                <a:path w="80" h="175" extrusionOk="0">
                  <a:moveTo>
                    <a:pt x="32" y="0"/>
                  </a:moveTo>
                  <a:lnTo>
                    <a:pt x="32" y="0"/>
                  </a:lnTo>
                  <a:lnTo>
                    <a:pt x="16" y="0"/>
                  </a:lnTo>
                  <a:cubicBezTo>
                    <a:pt x="1" y="0"/>
                    <a:pt x="1" y="17"/>
                    <a:pt x="1" y="32"/>
                  </a:cubicBezTo>
                  <a:lnTo>
                    <a:pt x="16" y="95"/>
                  </a:lnTo>
                  <a:lnTo>
                    <a:pt x="32" y="111"/>
                  </a:lnTo>
                  <a:cubicBezTo>
                    <a:pt x="48" y="111"/>
                    <a:pt x="64" y="126"/>
                    <a:pt x="64" y="143"/>
                  </a:cubicBezTo>
                  <a:cubicBezTo>
                    <a:pt x="64" y="158"/>
                    <a:pt x="48" y="158"/>
                    <a:pt x="48" y="174"/>
                  </a:cubicBezTo>
                  <a:lnTo>
                    <a:pt x="48" y="174"/>
                  </a:lnTo>
                  <a:lnTo>
                    <a:pt x="48" y="174"/>
                  </a:lnTo>
                  <a:cubicBezTo>
                    <a:pt x="64" y="174"/>
                    <a:pt x="79" y="158"/>
                    <a:pt x="79" y="126"/>
                  </a:cubicBezTo>
                  <a:lnTo>
                    <a:pt x="79" y="32"/>
                  </a:lnTo>
                  <a:lnTo>
                    <a:pt x="79" y="32"/>
                  </a:lnTo>
                  <a:lnTo>
                    <a:pt x="79" y="32"/>
                  </a:lnTo>
                  <a:cubicBezTo>
                    <a:pt x="64"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6" name="Google Shape;1666;p38"/>
            <p:cNvSpPr/>
            <p:nvPr/>
          </p:nvSpPr>
          <p:spPr>
            <a:xfrm>
              <a:off x="3398980" y="1772225"/>
              <a:ext cx="6551" cy="5057"/>
            </a:xfrm>
            <a:custGeom>
              <a:avLst/>
              <a:gdLst/>
              <a:ahLst/>
              <a:cxnLst/>
              <a:rect l="l" t="t" r="r" b="b"/>
              <a:pathLst>
                <a:path w="206" h="159" extrusionOk="0">
                  <a:moveTo>
                    <a:pt x="158" y="1"/>
                  </a:moveTo>
                  <a:lnTo>
                    <a:pt x="143" y="1"/>
                  </a:lnTo>
                  <a:lnTo>
                    <a:pt x="48" y="16"/>
                  </a:lnTo>
                  <a:cubicBezTo>
                    <a:pt x="32" y="16"/>
                    <a:pt x="17" y="32"/>
                    <a:pt x="17" y="47"/>
                  </a:cubicBezTo>
                  <a:cubicBezTo>
                    <a:pt x="17" y="64"/>
                    <a:pt x="32" y="79"/>
                    <a:pt x="32" y="79"/>
                  </a:cubicBezTo>
                  <a:lnTo>
                    <a:pt x="32" y="64"/>
                  </a:lnTo>
                  <a:cubicBezTo>
                    <a:pt x="48" y="47"/>
                    <a:pt x="48" y="47"/>
                    <a:pt x="63" y="47"/>
                  </a:cubicBezTo>
                  <a:lnTo>
                    <a:pt x="63" y="47"/>
                  </a:lnTo>
                  <a:lnTo>
                    <a:pt x="80" y="47"/>
                  </a:lnTo>
                  <a:lnTo>
                    <a:pt x="143" y="64"/>
                  </a:lnTo>
                  <a:cubicBezTo>
                    <a:pt x="158" y="79"/>
                    <a:pt x="174" y="95"/>
                    <a:pt x="158" y="110"/>
                  </a:cubicBezTo>
                  <a:cubicBezTo>
                    <a:pt x="158" y="127"/>
                    <a:pt x="143" y="142"/>
                    <a:pt x="126" y="142"/>
                  </a:cubicBezTo>
                  <a:lnTo>
                    <a:pt x="111" y="127"/>
                  </a:lnTo>
                  <a:lnTo>
                    <a:pt x="48" y="110"/>
                  </a:lnTo>
                  <a:cubicBezTo>
                    <a:pt x="48" y="110"/>
                    <a:pt x="48" y="95"/>
                    <a:pt x="32" y="95"/>
                  </a:cubicBezTo>
                  <a:lnTo>
                    <a:pt x="32" y="95"/>
                  </a:lnTo>
                  <a:lnTo>
                    <a:pt x="32" y="95"/>
                  </a:lnTo>
                  <a:cubicBezTo>
                    <a:pt x="17" y="95"/>
                    <a:pt x="0" y="110"/>
                    <a:pt x="0" y="127"/>
                  </a:cubicBezTo>
                  <a:cubicBezTo>
                    <a:pt x="0" y="142"/>
                    <a:pt x="17" y="158"/>
                    <a:pt x="32" y="158"/>
                  </a:cubicBezTo>
                  <a:lnTo>
                    <a:pt x="48" y="158"/>
                  </a:lnTo>
                  <a:cubicBezTo>
                    <a:pt x="111" y="158"/>
                    <a:pt x="174" y="142"/>
                    <a:pt x="189" y="110"/>
                  </a:cubicBezTo>
                  <a:lnTo>
                    <a:pt x="189" y="110"/>
                  </a:lnTo>
                  <a:lnTo>
                    <a:pt x="189" y="110"/>
                  </a:lnTo>
                  <a:cubicBezTo>
                    <a:pt x="174" y="110"/>
                    <a:pt x="158" y="79"/>
                    <a:pt x="174" y="64"/>
                  </a:cubicBezTo>
                  <a:cubicBezTo>
                    <a:pt x="174" y="47"/>
                    <a:pt x="189" y="47"/>
                    <a:pt x="206" y="47"/>
                  </a:cubicBezTo>
                  <a:lnTo>
                    <a:pt x="206" y="47"/>
                  </a:lnTo>
                  <a:lnTo>
                    <a:pt x="206" y="47"/>
                  </a:lnTo>
                  <a:lnTo>
                    <a:pt x="206" y="47"/>
                  </a:lnTo>
                  <a:lnTo>
                    <a:pt x="174" y="16"/>
                  </a:lnTo>
                  <a:cubicBezTo>
                    <a:pt x="174" y="1"/>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7" name="Google Shape;1667;p38"/>
            <p:cNvSpPr/>
            <p:nvPr/>
          </p:nvSpPr>
          <p:spPr>
            <a:xfrm>
              <a:off x="3293741" y="1819326"/>
              <a:ext cx="7060" cy="4039"/>
            </a:xfrm>
            <a:custGeom>
              <a:avLst/>
              <a:gdLst/>
              <a:ahLst/>
              <a:cxnLst/>
              <a:rect l="l" t="t" r="r" b="b"/>
              <a:pathLst>
                <a:path w="222" h="127" extrusionOk="0">
                  <a:moveTo>
                    <a:pt x="32" y="64"/>
                  </a:moveTo>
                  <a:cubicBezTo>
                    <a:pt x="17" y="64"/>
                    <a:pt x="1" y="64"/>
                    <a:pt x="1" y="79"/>
                  </a:cubicBezTo>
                  <a:cubicBezTo>
                    <a:pt x="1" y="110"/>
                    <a:pt x="17" y="127"/>
                    <a:pt x="32" y="127"/>
                  </a:cubicBezTo>
                  <a:lnTo>
                    <a:pt x="64" y="127"/>
                  </a:lnTo>
                  <a:cubicBezTo>
                    <a:pt x="80" y="127"/>
                    <a:pt x="95" y="127"/>
                    <a:pt x="112" y="110"/>
                  </a:cubicBezTo>
                  <a:lnTo>
                    <a:pt x="112" y="110"/>
                  </a:lnTo>
                  <a:cubicBezTo>
                    <a:pt x="95" y="110"/>
                    <a:pt x="95" y="127"/>
                    <a:pt x="80" y="127"/>
                  </a:cubicBezTo>
                  <a:lnTo>
                    <a:pt x="64" y="127"/>
                  </a:lnTo>
                  <a:cubicBezTo>
                    <a:pt x="49" y="110"/>
                    <a:pt x="49" y="95"/>
                    <a:pt x="49" y="79"/>
                  </a:cubicBezTo>
                  <a:lnTo>
                    <a:pt x="49" y="64"/>
                  </a:lnTo>
                  <a:lnTo>
                    <a:pt x="49" y="64"/>
                  </a:lnTo>
                  <a:lnTo>
                    <a:pt x="32" y="64"/>
                  </a:lnTo>
                  <a:close/>
                  <a:moveTo>
                    <a:pt x="127" y="1"/>
                  </a:moveTo>
                  <a:lnTo>
                    <a:pt x="127" y="32"/>
                  </a:lnTo>
                  <a:lnTo>
                    <a:pt x="127" y="47"/>
                  </a:lnTo>
                  <a:cubicBezTo>
                    <a:pt x="127" y="47"/>
                    <a:pt x="127" y="32"/>
                    <a:pt x="143" y="32"/>
                  </a:cubicBezTo>
                  <a:lnTo>
                    <a:pt x="143" y="32"/>
                  </a:lnTo>
                  <a:lnTo>
                    <a:pt x="158" y="47"/>
                  </a:lnTo>
                  <a:cubicBezTo>
                    <a:pt x="158" y="32"/>
                    <a:pt x="158" y="32"/>
                    <a:pt x="175" y="32"/>
                  </a:cubicBezTo>
                  <a:lnTo>
                    <a:pt x="175" y="32"/>
                  </a:lnTo>
                  <a:cubicBezTo>
                    <a:pt x="175" y="32"/>
                    <a:pt x="190" y="32"/>
                    <a:pt x="190" y="47"/>
                  </a:cubicBezTo>
                  <a:cubicBezTo>
                    <a:pt x="206" y="64"/>
                    <a:pt x="206" y="79"/>
                    <a:pt x="206" y="79"/>
                  </a:cubicBezTo>
                  <a:lnTo>
                    <a:pt x="206" y="79"/>
                  </a:lnTo>
                  <a:cubicBezTo>
                    <a:pt x="221" y="47"/>
                    <a:pt x="206" y="32"/>
                    <a:pt x="190" y="32"/>
                  </a:cubicBezTo>
                  <a:lnTo>
                    <a:pt x="143"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8" name="Google Shape;1668;p38"/>
            <p:cNvSpPr/>
            <p:nvPr/>
          </p:nvSpPr>
          <p:spPr>
            <a:xfrm>
              <a:off x="3404991" y="1776232"/>
              <a:ext cx="5565" cy="5534"/>
            </a:xfrm>
            <a:custGeom>
              <a:avLst/>
              <a:gdLst/>
              <a:ahLst/>
              <a:cxnLst/>
              <a:rect l="l" t="t" r="r" b="b"/>
              <a:pathLst>
                <a:path w="175" h="174" extrusionOk="0">
                  <a:moveTo>
                    <a:pt x="32" y="47"/>
                  </a:moveTo>
                  <a:lnTo>
                    <a:pt x="32" y="47"/>
                  </a:lnTo>
                  <a:cubicBezTo>
                    <a:pt x="17" y="47"/>
                    <a:pt x="0" y="64"/>
                    <a:pt x="0" y="79"/>
                  </a:cubicBezTo>
                  <a:lnTo>
                    <a:pt x="0" y="142"/>
                  </a:lnTo>
                  <a:cubicBezTo>
                    <a:pt x="0" y="158"/>
                    <a:pt x="17" y="173"/>
                    <a:pt x="32" y="173"/>
                  </a:cubicBezTo>
                  <a:lnTo>
                    <a:pt x="32" y="173"/>
                  </a:lnTo>
                  <a:cubicBezTo>
                    <a:pt x="48" y="173"/>
                    <a:pt x="63" y="158"/>
                    <a:pt x="63" y="142"/>
                  </a:cubicBezTo>
                  <a:lnTo>
                    <a:pt x="63" y="95"/>
                  </a:lnTo>
                  <a:lnTo>
                    <a:pt x="63" y="79"/>
                  </a:lnTo>
                  <a:lnTo>
                    <a:pt x="63" y="79"/>
                  </a:lnTo>
                  <a:lnTo>
                    <a:pt x="63" y="79"/>
                  </a:lnTo>
                  <a:cubicBezTo>
                    <a:pt x="48" y="79"/>
                    <a:pt x="32" y="64"/>
                    <a:pt x="32" y="47"/>
                  </a:cubicBezTo>
                  <a:lnTo>
                    <a:pt x="32" y="47"/>
                  </a:lnTo>
                  <a:close/>
                  <a:moveTo>
                    <a:pt x="127" y="1"/>
                  </a:moveTo>
                  <a:lnTo>
                    <a:pt x="127" y="1"/>
                  </a:lnTo>
                  <a:lnTo>
                    <a:pt x="111" y="1"/>
                  </a:lnTo>
                  <a:lnTo>
                    <a:pt x="95" y="1"/>
                  </a:lnTo>
                  <a:lnTo>
                    <a:pt x="95" y="32"/>
                  </a:lnTo>
                  <a:lnTo>
                    <a:pt x="95" y="47"/>
                  </a:lnTo>
                  <a:lnTo>
                    <a:pt x="95" y="47"/>
                  </a:lnTo>
                  <a:lnTo>
                    <a:pt x="95" y="47"/>
                  </a:lnTo>
                  <a:lnTo>
                    <a:pt x="143" y="47"/>
                  </a:lnTo>
                  <a:cubicBezTo>
                    <a:pt x="143" y="32"/>
                    <a:pt x="143" y="16"/>
                    <a:pt x="158" y="16"/>
                  </a:cubicBezTo>
                  <a:lnTo>
                    <a:pt x="17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9" name="Google Shape;1669;p38"/>
            <p:cNvSpPr/>
            <p:nvPr/>
          </p:nvSpPr>
          <p:spPr>
            <a:xfrm>
              <a:off x="3254177" y="1768695"/>
              <a:ext cx="3053" cy="4039"/>
            </a:xfrm>
            <a:custGeom>
              <a:avLst/>
              <a:gdLst/>
              <a:ahLst/>
              <a:cxnLst/>
              <a:rect l="l" t="t" r="r" b="b"/>
              <a:pathLst>
                <a:path w="96" h="127" extrusionOk="0">
                  <a:moveTo>
                    <a:pt x="64" y="1"/>
                  </a:moveTo>
                  <a:lnTo>
                    <a:pt x="64" y="1"/>
                  </a:lnTo>
                  <a:cubicBezTo>
                    <a:pt x="32" y="1"/>
                    <a:pt x="16" y="17"/>
                    <a:pt x="32" y="32"/>
                  </a:cubicBezTo>
                  <a:lnTo>
                    <a:pt x="32" y="64"/>
                  </a:lnTo>
                  <a:lnTo>
                    <a:pt x="32" y="64"/>
                  </a:lnTo>
                  <a:cubicBezTo>
                    <a:pt x="16" y="64"/>
                    <a:pt x="1" y="95"/>
                    <a:pt x="16" y="112"/>
                  </a:cubicBezTo>
                  <a:cubicBezTo>
                    <a:pt x="16" y="127"/>
                    <a:pt x="32" y="127"/>
                    <a:pt x="47" y="127"/>
                  </a:cubicBezTo>
                  <a:lnTo>
                    <a:pt x="64" y="127"/>
                  </a:lnTo>
                  <a:lnTo>
                    <a:pt x="79" y="112"/>
                  </a:lnTo>
                  <a:cubicBezTo>
                    <a:pt x="95" y="112"/>
                    <a:pt x="95" y="95"/>
                    <a:pt x="95" y="80"/>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0" name="Google Shape;1670;p38"/>
            <p:cNvSpPr/>
            <p:nvPr/>
          </p:nvSpPr>
          <p:spPr>
            <a:xfrm>
              <a:off x="3026177" y="1793279"/>
              <a:ext cx="5025" cy="3021"/>
            </a:xfrm>
            <a:custGeom>
              <a:avLst/>
              <a:gdLst/>
              <a:ahLst/>
              <a:cxnLst/>
              <a:rect l="l" t="t" r="r" b="b"/>
              <a:pathLst>
                <a:path w="158" h="95" extrusionOk="0">
                  <a:moveTo>
                    <a:pt x="95" y="0"/>
                  </a:moveTo>
                  <a:lnTo>
                    <a:pt x="80" y="0"/>
                  </a:lnTo>
                  <a:cubicBezTo>
                    <a:pt x="63" y="0"/>
                    <a:pt x="48" y="15"/>
                    <a:pt x="48" y="32"/>
                  </a:cubicBezTo>
                  <a:lnTo>
                    <a:pt x="32" y="32"/>
                  </a:lnTo>
                  <a:cubicBezTo>
                    <a:pt x="17" y="47"/>
                    <a:pt x="0" y="63"/>
                    <a:pt x="17" y="78"/>
                  </a:cubicBezTo>
                  <a:lnTo>
                    <a:pt x="17" y="95"/>
                  </a:lnTo>
                  <a:lnTo>
                    <a:pt x="32" y="95"/>
                  </a:lnTo>
                  <a:lnTo>
                    <a:pt x="48" y="95"/>
                  </a:lnTo>
                  <a:lnTo>
                    <a:pt x="48" y="95"/>
                  </a:lnTo>
                  <a:lnTo>
                    <a:pt x="63" y="95"/>
                  </a:lnTo>
                  <a:cubicBezTo>
                    <a:pt x="80" y="95"/>
                    <a:pt x="80" y="78"/>
                    <a:pt x="95" y="78"/>
                  </a:cubicBezTo>
                  <a:lnTo>
                    <a:pt x="95" y="78"/>
                  </a:lnTo>
                  <a:lnTo>
                    <a:pt x="111" y="78"/>
                  </a:lnTo>
                  <a:lnTo>
                    <a:pt x="143" y="78"/>
                  </a:lnTo>
                  <a:cubicBezTo>
                    <a:pt x="143" y="63"/>
                    <a:pt x="158" y="47"/>
                    <a:pt x="143" y="32"/>
                  </a:cubicBezTo>
                  <a:cubicBezTo>
                    <a:pt x="126" y="15"/>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1" name="Google Shape;1671;p38"/>
            <p:cNvSpPr/>
            <p:nvPr/>
          </p:nvSpPr>
          <p:spPr>
            <a:xfrm>
              <a:off x="3049203" y="1823811"/>
              <a:ext cx="4071" cy="3562"/>
            </a:xfrm>
            <a:custGeom>
              <a:avLst/>
              <a:gdLst/>
              <a:ahLst/>
              <a:cxnLst/>
              <a:rect l="l" t="t" r="r" b="b"/>
              <a:pathLst>
                <a:path w="128" h="112" extrusionOk="0">
                  <a:moveTo>
                    <a:pt x="80" y="1"/>
                  </a:moveTo>
                  <a:cubicBezTo>
                    <a:pt x="64" y="1"/>
                    <a:pt x="49" y="1"/>
                    <a:pt x="32" y="17"/>
                  </a:cubicBezTo>
                  <a:lnTo>
                    <a:pt x="32" y="17"/>
                  </a:lnTo>
                  <a:lnTo>
                    <a:pt x="17" y="17"/>
                  </a:lnTo>
                  <a:lnTo>
                    <a:pt x="17" y="32"/>
                  </a:lnTo>
                  <a:cubicBezTo>
                    <a:pt x="17" y="49"/>
                    <a:pt x="1" y="80"/>
                    <a:pt x="32" y="95"/>
                  </a:cubicBezTo>
                  <a:cubicBezTo>
                    <a:pt x="32" y="112"/>
                    <a:pt x="64" y="112"/>
                    <a:pt x="80" y="112"/>
                  </a:cubicBezTo>
                  <a:lnTo>
                    <a:pt x="96" y="112"/>
                  </a:lnTo>
                  <a:lnTo>
                    <a:pt x="112" y="95"/>
                  </a:lnTo>
                  <a:cubicBezTo>
                    <a:pt x="112" y="80"/>
                    <a:pt x="127" y="80"/>
                    <a:pt x="112" y="80"/>
                  </a:cubicBezTo>
                  <a:cubicBezTo>
                    <a:pt x="112" y="64"/>
                    <a:pt x="112" y="49"/>
                    <a:pt x="80" y="49"/>
                  </a:cubicBezTo>
                  <a:cubicBezTo>
                    <a:pt x="96" y="49"/>
                    <a:pt x="96" y="32"/>
                    <a:pt x="96" y="32"/>
                  </a:cubicBezTo>
                  <a:cubicBezTo>
                    <a:pt x="96"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2" name="Google Shape;1672;p38"/>
            <p:cNvSpPr/>
            <p:nvPr/>
          </p:nvSpPr>
          <p:spPr>
            <a:xfrm>
              <a:off x="3346376" y="1790258"/>
              <a:ext cx="4039" cy="1527"/>
            </a:xfrm>
            <a:custGeom>
              <a:avLst/>
              <a:gdLst/>
              <a:ahLst/>
              <a:cxnLst/>
              <a:rect l="l" t="t" r="r" b="b"/>
              <a:pathLst>
                <a:path w="127" h="48" extrusionOk="0">
                  <a:moveTo>
                    <a:pt x="47" y="1"/>
                  </a:moveTo>
                  <a:lnTo>
                    <a:pt x="47" y="1"/>
                  </a:lnTo>
                  <a:lnTo>
                    <a:pt x="32" y="1"/>
                  </a:lnTo>
                  <a:lnTo>
                    <a:pt x="32" y="1"/>
                  </a:lnTo>
                  <a:cubicBezTo>
                    <a:pt x="16" y="1"/>
                    <a:pt x="1" y="32"/>
                    <a:pt x="1" y="47"/>
                  </a:cubicBezTo>
                  <a:lnTo>
                    <a:pt x="79" y="32"/>
                  </a:lnTo>
                  <a:lnTo>
                    <a:pt x="79" y="32"/>
                  </a:lnTo>
                  <a:cubicBezTo>
                    <a:pt x="95" y="32"/>
                    <a:pt x="110" y="47"/>
                    <a:pt x="110" y="47"/>
                  </a:cubicBezTo>
                  <a:cubicBezTo>
                    <a:pt x="127" y="32"/>
                    <a:pt x="110" y="16"/>
                    <a:pt x="95" y="16"/>
                  </a:cubicBezTo>
                  <a:cubicBezTo>
                    <a:pt x="95" y="1"/>
                    <a:pt x="79"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3" name="Google Shape;1673;p38"/>
            <p:cNvSpPr/>
            <p:nvPr/>
          </p:nvSpPr>
          <p:spPr>
            <a:xfrm>
              <a:off x="3391474" y="1798749"/>
              <a:ext cx="7060" cy="3053"/>
            </a:xfrm>
            <a:custGeom>
              <a:avLst/>
              <a:gdLst/>
              <a:ahLst/>
              <a:cxnLst/>
              <a:rect l="l" t="t" r="r" b="b"/>
              <a:pathLst>
                <a:path w="222" h="96" extrusionOk="0">
                  <a:moveTo>
                    <a:pt x="32" y="1"/>
                  </a:moveTo>
                  <a:lnTo>
                    <a:pt x="32" y="1"/>
                  </a:lnTo>
                  <a:cubicBezTo>
                    <a:pt x="16" y="1"/>
                    <a:pt x="1" y="17"/>
                    <a:pt x="1" y="33"/>
                  </a:cubicBezTo>
                  <a:lnTo>
                    <a:pt x="16" y="49"/>
                  </a:lnTo>
                  <a:lnTo>
                    <a:pt x="16" y="80"/>
                  </a:lnTo>
                  <a:lnTo>
                    <a:pt x="32" y="80"/>
                  </a:lnTo>
                  <a:cubicBezTo>
                    <a:pt x="32" y="80"/>
                    <a:pt x="47" y="80"/>
                    <a:pt x="64" y="96"/>
                  </a:cubicBezTo>
                  <a:cubicBezTo>
                    <a:pt x="64" y="80"/>
                    <a:pt x="79" y="80"/>
                    <a:pt x="79" y="80"/>
                  </a:cubicBezTo>
                  <a:lnTo>
                    <a:pt x="95" y="80"/>
                  </a:lnTo>
                  <a:cubicBezTo>
                    <a:pt x="110" y="80"/>
                    <a:pt x="110" y="80"/>
                    <a:pt x="127" y="96"/>
                  </a:cubicBezTo>
                  <a:cubicBezTo>
                    <a:pt x="158" y="96"/>
                    <a:pt x="173" y="80"/>
                    <a:pt x="205" y="80"/>
                  </a:cubicBezTo>
                  <a:cubicBezTo>
                    <a:pt x="205" y="64"/>
                    <a:pt x="221" y="64"/>
                    <a:pt x="221" y="64"/>
                  </a:cubicBezTo>
                  <a:lnTo>
                    <a:pt x="221" y="64"/>
                  </a:lnTo>
                  <a:cubicBezTo>
                    <a:pt x="205" y="49"/>
                    <a:pt x="190" y="33"/>
                    <a:pt x="205" y="17"/>
                  </a:cubicBezTo>
                  <a:cubicBezTo>
                    <a:pt x="205" y="1"/>
                    <a:pt x="221" y="1"/>
                    <a:pt x="221" y="1"/>
                  </a:cubicBezTo>
                  <a:lnTo>
                    <a:pt x="221" y="1"/>
                  </a:lnTo>
                  <a:lnTo>
                    <a:pt x="190" y="1"/>
                  </a:lnTo>
                  <a:lnTo>
                    <a:pt x="190" y="1"/>
                  </a:lnTo>
                  <a:cubicBezTo>
                    <a:pt x="158" y="17"/>
                    <a:pt x="127" y="17"/>
                    <a:pt x="110" y="33"/>
                  </a:cubicBezTo>
                  <a:lnTo>
                    <a:pt x="110" y="1"/>
                  </a:lnTo>
                  <a:lnTo>
                    <a:pt x="110" y="1"/>
                  </a:lnTo>
                  <a:lnTo>
                    <a:pt x="110" y="1"/>
                  </a:lnTo>
                  <a:cubicBezTo>
                    <a:pt x="95" y="17"/>
                    <a:pt x="95" y="17"/>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4" name="Google Shape;1674;p38"/>
            <p:cNvSpPr/>
            <p:nvPr/>
          </p:nvSpPr>
          <p:spPr>
            <a:xfrm>
              <a:off x="3306304" y="1814333"/>
              <a:ext cx="6520" cy="2035"/>
            </a:xfrm>
            <a:custGeom>
              <a:avLst/>
              <a:gdLst/>
              <a:ahLst/>
              <a:cxnLst/>
              <a:rect l="l" t="t" r="r" b="b"/>
              <a:pathLst>
                <a:path w="205" h="64" extrusionOk="0">
                  <a:moveTo>
                    <a:pt x="158" y="15"/>
                  </a:moveTo>
                  <a:lnTo>
                    <a:pt x="158" y="32"/>
                  </a:lnTo>
                  <a:lnTo>
                    <a:pt x="126" y="32"/>
                  </a:lnTo>
                  <a:cubicBezTo>
                    <a:pt x="141" y="47"/>
                    <a:pt x="141" y="47"/>
                    <a:pt x="141" y="63"/>
                  </a:cubicBezTo>
                  <a:lnTo>
                    <a:pt x="189" y="47"/>
                  </a:lnTo>
                  <a:lnTo>
                    <a:pt x="204" y="47"/>
                  </a:lnTo>
                  <a:lnTo>
                    <a:pt x="204" y="32"/>
                  </a:lnTo>
                  <a:lnTo>
                    <a:pt x="189" y="32"/>
                  </a:lnTo>
                  <a:cubicBezTo>
                    <a:pt x="173" y="15"/>
                    <a:pt x="173" y="15"/>
                    <a:pt x="158" y="15"/>
                  </a:cubicBezTo>
                  <a:close/>
                  <a:moveTo>
                    <a:pt x="95" y="0"/>
                  </a:moveTo>
                  <a:lnTo>
                    <a:pt x="32" y="0"/>
                  </a:lnTo>
                  <a:cubicBezTo>
                    <a:pt x="0" y="0"/>
                    <a:pt x="0" y="15"/>
                    <a:pt x="0" y="32"/>
                  </a:cubicBezTo>
                  <a:lnTo>
                    <a:pt x="0" y="32"/>
                  </a:lnTo>
                  <a:cubicBezTo>
                    <a:pt x="0" y="32"/>
                    <a:pt x="15" y="32"/>
                    <a:pt x="15" y="47"/>
                  </a:cubicBezTo>
                  <a:lnTo>
                    <a:pt x="47" y="47"/>
                  </a:lnTo>
                  <a:lnTo>
                    <a:pt x="78" y="32"/>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5" name="Google Shape;1675;p38"/>
            <p:cNvSpPr/>
            <p:nvPr/>
          </p:nvSpPr>
          <p:spPr>
            <a:xfrm>
              <a:off x="3323319" y="1765705"/>
              <a:ext cx="3053" cy="6551"/>
            </a:xfrm>
            <a:custGeom>
              <a:avLst/>
              <a:gdLst/>
              <a:ahLst/>
              <a:cxnLst/>
              <a:rect l="l" t="t" r="r" b="b"/>
              <a:pathLst>
                <a:path w="96" h="206" extrusionOk="0">
                  <a:moveTo>
                    <a:pt x="79" y="0"/>
                  </a:moveTo>
                  <a:cubicBezTo>
                    <a:pt x="79" y="17"/>
                    <a:pt x="79" y="17"/>
                    <a:pt x="64" y="17"/>
                  </a:cubicBezTo>
                  <a:lnTo>
                    <a:pt x="64" y="17"/>
                  </a:lnTo>
                  <a:lnTo>
                    <a:pt x="48" y="17"/>
                  </a:lnTo>
                  <a:lnTo>
                    <a:pt x="48" y="17"/>
                  </a:lnTo>
                  <a:cubicBezTo>
                    <a:pt x="1" y="63"/>
                    <a:pt x="16" y="95"/>
                    <a:pt x="16" y="143"/>
                  </a:cubicBezTo>
                  <a:cubicBezTo>
                    <a:pt x="32" y="143"/>
                    <a:pt x="32" y="158"/>
                    <a:pt x="32" y="174"/>
                  </a:cubicBezTo>
                  <a:lnTo>
                    <a:pt x="32" y="174"/>
                  </a:lnTo>
                  <a:cubicBezTo>
                    <a:pt x="32" y="189"/>
                    <a:pt x="32" y="206"/>
                    <a:pt x="64" y="206"/>
                  </a:cubicBezTo>
                  <a:lnTo>
                    <a:pt x="64" y="206"/>
                  </a:lnTo>
                  <a:lnTo>
                    <a:pt x="79" y="206"/>
                  </a:lnTo>
                  <a:cubicBezTo>
                    <a:pt x="95" y="206"/>
                    <a:pt x="95" y="206"/>
                    <a:pt x="95" y="189"/>
                  </a:cubicBezTo>
                  <a:lnTo>
                    <a:pt x="95" y="189"/>
                  </a:lnTo>
                  <a:lnTo>
                    <a:pt x="95" y="158"/>
                  </a:lnTo>
                  <a:lnTo>
                    <a:pt x="95" y="126"/>
                  </a:lnTo>
                  <a:cubicBezTo>
                    <a:pt x="79" y="95"/>
                    <a:pt x="79" y="80"/>
                    <a:pt x="95" y="63"/>
                  </a:cubicBezTo>
                  <a:lnTo>
                    <a:pt x="95" y="63"/>
                  </a:lnTo>
                  <a:lnTo>
                    <a:pt x="95" y="48"/>
                  </a:lnTo>
                  <a:cubicBezTo>
                    <a:pt x="79" y="48"/>
                    <a:pt x="79" y="32"/>
                    <a:pt x="95" y="17"/>
                  </a:cubicBezTo>
                  <a:lnTo>
                    <a:pt x="95" y="17"/>
                  </a:lnTo>
                  <a:cubicBezTo>
                    <a:pt x="95" y="0"/>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6" name="Google Shape;1676;p38"/>
            <p:cNvSpPr/>
            <p:nvPr/>
          </p:nvSpPr>
          <p:spPr>
            <a:xfrm>
              <a:off x="3169484" y="1820821"/>
              <a:ext cx="4039" cy="4548"/>
            </a:xfrm>
            <a:custGeom>
              <a:avLst/>
              <a:gdLst/>
              <a:ahLst/>
              <a:cxnLst/>
              <a:rect l="l" t="t" r="r" b="b"/>
              <a:pathLst>
                <a:path w="127" h="143" extrusionOk="0">
                  <a:moveTo>
                    <a:pt x="63" y="0"/>
                  </a:moveTo>
                  <a:lnTo>
                    <a:pt x="63" y="0"/>
                  </a:lnTo>
                  <a:lnTo>
                    <a:pt x="48" y="17"/>
                  </a:lnTo>
                  <a:lnTo>
                    <a:pt x="17" y="48"/>
                  </a:lnTo>
                  <a:cubicBezTo>
                    <a:pt x="32" y="48"/>
                    <a:pt x="32" y="63"/>
                    <a:pt x="32" y="80"/>
                  </a:cubicBezTo>
                  <a:lnTo>
                    <a:pt x="0" y="143"/>
                  </a:lnTo>
                  <a:lnTo>
                    <a:pt x="0" y="143"/>
                  </a:lnTo>
                  <a:lnTo>
                    <a:pt x="17" y="143"/>
                  </a:lnTo>
                  <a:lnTo>
                    <a:pt x="32" y="143"/>
                  </a:lnTo>
                  <a:lnTo>
                    <a:pt x="32" y="143"/>
                  </a:lnTo>
                  <a:lnTo>
                    <a:pt x="95" y="126"/>
                  </a:lnTo>
                  <a:cubicBezTo>
                    <a:pt x="126" y="126"/>
                    <a:pt x="126" y="111"/>
                    <a:pt x="126" y="95"/>
                  </a:cubicBezTo>
                  <a:cubicBezTo>
                    <a:pt x="126" y="80"/>
                    <a:pt x="111" y="63"/>
                    <a:pt x="95" y="63"/>
                  </a:cubicBezTo>
                  <a:lnTo>
                    <a:pt x="95" y="63"/>
                  </a:lnTo>
                  <a:cubicBezTo>
                    <a:pt x="111" y="48"/>
                    <a:pt x="111" y="32"/>
                    <a:pt x="95" y="17"/>
                  </a:cubicBezTo>
                  <a:cubicBezTo>
                    <a:pt x="80"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7" name="Google Shape;1677;p38"/>
            <p:cNvSpPr/>
            <p:nvPr/>
          </p:nvSpPr>
          <p:spPr>
            <a:xfrm>
              <a:off x="3415518" y="1754192"/>
              <a:ext cx="6551" cy="8523"/>
            </a:xfrm>
            <a:custGeom>
              <a:avLst/>
              <a:gdLst/>
              <a:ahLst/>
              <a:cxnLst/>
              <a:rect l="l" t="t" r="r" b="b"/>
              <a:pathLst>
                <a:path w="206" h="268" extrusionOk="0">
                  <a:moveTo>
                    <a:pt x="205" y="110"/>
                  </a:moveTo>
                  <a:lnTo>
                    <a:pt x="190" y="110"/>
                  </a:lnTo>
                  <a:cubicBezTo>
                    <a:pt x="174" y="110"/>
                    <a:pt x="142" y="126"/>
                    <a:pt x="127" y="126"/>
                  </a:cubicBezTo>
                  <a:lnTo>
                    <a:pt x="127" y="158"/>
                  </a:lnTo>
                  <a:cubicBezTo>
                    <a:pt x="111" y="173"/>
                    <a:pt x="111" y="189"/>
                    <a:pt x="96" y="189"/>
                  </a:cubicBezTo>
                  <a:lnTo>
                    <a:pt x="96" y="189"/>
                  </a:lnTo>
                  <a:lnTo>
                    <a:pt x="64" y="189"/>
                  </a:lnTo>
                  <a:lnTo>
                    <a:pt x="48" y="189"/>
                  </a:lnTo>
                  <a:cubicBezTo>
                    <a:pt x="32" y="189"/>
                    <a:pt x="16" y="189"/>
                    <a:pt x="16" y="205"/>
                  </a:cubicBezTo>
                  <a:cubicBezTo>
                    <a:pt x="1" y="221"/>
                    <a:pt x="16" y="252"/>
                    <a:pt x="32" y="252"/>
                  </a:cubicBezTo>
                  <a:lnTo>
                    <a:pt x="32" y="252"/>
                  </a:lnTo>
                  <a:lnTo>
                    <a:pt x="79" y="252"/>
                  </a:lnTo>
                  <a:lnTo>
                    <a:pt x="79" y="252"/>
                  </a:lnTo>
                  <a:lnTo>
                    <a:pt x="79" y="236"/>
                  </a:lnTo>
                  <a:cubicBezTo>
                    <a:pt x="96" y="236"/>
                    <a:pt x="111" y="252"/>
                    <a:pt x="111" y="268"/>
                  </a:cubicBezTo>
                  <a:cubicBezTo>
                    <a:pt x="127" y="268"/>
                    <a:pt x="127" y="252"/>
                    <a:pt x="127" y="252"/>
                  </a:cubicBezTo>
                  <a:cubicBezTo>
                    <a:pt x="159" y="236"/>
                    <a:pt x="174" y="205"/>
                    <a:pt x="190" y="173"/>
                  </a:cubicBezTo>
                  <a:cubicBezTo>
                    <a:pt x="190" y="158"/>
                    <a:pt x="190" y="126"/>
                    <a:pt x="205" y="126"/>
                  </a:cubicBezTo>
                  <a:lnTo>
                    <a:pt x="205" y="110"/>
                  </a:lnTo>
                  <a:lnTo>
                    <a:pt x="205" y="110"/>
                  </a:lnTo>
                  <a:close/>
                  <a:moveTo>
                    <a:pt x="142" y="0"/>
                  </a:moveTo>
                  <a:lnTo>
                    <a:pt x="142" y="0"/>
                  </a:lnTo>
                  <a:lnTo>
                    <a:pt x="127" y="0"/>
                  </a:lnTo>
                  <a:lnTo>
                    <a:pt x="111" y="16"/>
                  </a:lnTo>
                  <a:lnTo>
                    <a:pt x="111" y="47"/>
                  </a:lnTo>
                  <a:lnTo>
                    <a:pt x="111" y="47"/>
                  </a:lnTo>
                  <a:lnTo>
                    <a:pt x="127" y="47"/>
                  </a:lnTo>
                  <a:lnTo>
                    <a:pt x="174" y="47"/>
                  </a:lnTo>
                  <a:lnTo>
                    <a:pt x="190" y="47"/>
                  </a:lnTo>
                  <a:lnTo>
                    <a:pt x="174" y="16"/>
                  </a:lnTo>
                  <a:cubicBezTo>
                    <a:pt x="174" y="16"/>
                    <a:pt x="159" y="16"/>
                    <a:pt x="159" y="0"/>
                  </a:cubicBezTo>
                  <a:lnTo>
                    <a:pt x="159"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8" name="Google Shape;1678;p38"/>
            <p:cNvSpPr/>
            <p:nvPr/>
          </p:nvSpPr>
          <p:spPr>
            <a:xfrm>
              <a:off x="3432564" y="1786250"/>
              <a:ext cx="3053" cy="1527"/>
            </a:xfrm>
            <a:custGeom>
              <a:avLst/>
              <a:gdLst/>
              <a:ahLst/>
              <a:cxnLst/>
              <a:rect l="l" t="t" r="r" b="b"/>
              <a:pathLst>
                <a:path w="96" h="48" extrusionOk="0">
                  <a:moveTo>
                    <a:pt x="1" y="1"/>
                  </a:moveTo>
                  <a:lnTo>
                    <a:pt x="16" y="32"/>
                  </a:lnTo>
                  <a:lnTo>
                    <a:pt x="16" y="32"/>
                  </a:lnTo>
                  <a:lnTo>
                    <a:pt x="16" y="32"/>
                  </a:lnTo>
                  <a:lnTo>
                    <a:pt x="32" y="32"/>
                  </a:lnTo>
                  <a:lnTo>
                    <a:pt x="95" y="47"/>
                  </a:lnTo>
                  <a:lnTo>
                    <a:pt x="95" y="32"/>
                  </a:lnTo>
                  <a:lnTo>
                    <a:pt x="95" y="16"/>
                  </a:lnTo>
                  <a:lnTo>
                    <a:pt x="64" y="16"/>
                  </a:lnTo>
                  <a:lnTo>
                    <a:pt x="47" y="16"/>
                  </a:lnTo>
                  <a:lnTo>
                    <a:pt x="32" y="16"/>
                  </a:lnTo>
                  <a:lnTo>
                    <a:pt x="16" y="16"/>
                  </a:lnTo>
                  <a:cubicBezTo>
                    <a:pt x="1" y="16"/>
                    <a:pt x="1" y="1"/>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9" name="Google Shape;1679;p38"/>
            <p:cNvSpPr/>
            <p:nvPr/>
          </p:nvSpPr>
          <p:spPr>
            <a:xfrm>
              <a:off x="3051206" y="1819326"/>
              <a:ext cx="3562" cy="2512"/>
            </a:xfrm>
            <a:custGeom>
              <a:avLst/>
              <a:gdLst/>
              <a:ahLst/>
              <a:cxnLst/>
              <a:rect l="l" t="t" r="r" b="b"/>
              <a:pathLst>
                <a:path w="112" h="79" extrusionOk="0">
                  <a:moveTo>
                    <a:pt x="33" y="1"/>
                  </a:moveTo>
                  <a:lnTo>
                    <a:pt x="17" y="16"/>
                  </a:lnTo>
                  <a:cubicBezTo>
                    <a:pt x="1" y="16"/>
                    <a:pt x="1" y="32"/>
                    <a:pt x="1" y="47"/>
                  </a:cubicBezTo>
                  <a:lnTo>
                    <a:pt x="17" y="64"/>
                  </a:lnTo>
                  <a:lnTo>
                    <a:pt x="33" y="64"/>
                  </a:lnTo>
                  <a:lnTo>
                    <a:pt x="49" y="64"/>
                  </a:lnTo>
                  <a:cubicBezTo>
                    <a:pt x="64" y="64"/>
                    <a:pt x="96" y="79"/>
                    <a:pt x="112" y="79"/>
                  </a:cubicBezTo>
                  <a:lnTo>
                    <a:pt x="112" y="79"/>
                  </a:lnTo>
                  <a:lnTo>
                    <a:pt x="80" y="32"/>
                  </a:lnTo>
                  <a:lnTo>
                    <a:pt x="64" y="47"/>
                  </a:lnTo>
                  <a:cubicBezTo>
                    <a:pt x="49" y="47"/>
                    <a:pt x="49" y="32"/>
                    <a:pt x="49" y="32"/>
                  </a:cubicBezTo>
                  <a:cubicBezTo>
                    <a:pt x="33" y="32"/>
                    <a:pt x="33" y="16"/>
                    <a:pt x="3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0" name="Google Shape;1680;p38"/>
            <p:cNvSpPr/>
            <p:nvPr/>
          </p:nvSpPr>
          <p:spPr>
            <a:xfrm>
              <a:off x="3072801" y="1793756"/>
              <a:ext cx="5025" cy="5025"/>
            </a:xfrm>
            <a:custGeom>
              <a:avLst/>
              <a:gdLst/>
              <a:ahLst/>
              <a:cxnLst/>
              <a:rect l="l" t="t" r="r" b="b"/>
              <a:pathLst>
                <a:path w="158" h="158" extrusionOk="0">
                  <a:moveTo>
                    <a:pt x="32" y="0"/>
                  </a:moveTo>
                  <a:lnTo>
                    <a:pt x="32" y="0"/>
                  </a:lnTo>
                  <a:cubicBezTo>
                    <a:pt x="32" y="0"/>
                    <a:pt x="15" y="0"/>
                    <a:pt x="15" y="17"/>
                  </a:cubicBezTo>
                  <a:cubicBezTo>
                    <a:pt x="0" y="32"/>
                    <a:pt x="0" y="48"/>
                    <a:pt x="15" y="63"/>
                  </a:cubicBezTo>
                  <a:lnTo>
                    <a:pt x="63" y="95"/>
                  </a:lnTo>
                  <a:lnTo>
                    <a:pt x="63" y="95"/>
                  </a:lnTo>
                  <a:cubicBezTo>
                    <a:pt x="47" y="111"/>
                    <a:pt x="63" y="143"/>
                    <a:pt x="78" y="143"/>
                  </a:cubicBezTo>
                  <a:cubicBezTo>
                    <a:pt x="78" y="158"/>
                    <a:pt x="95" y="158"/>
                    <a:pt x="95" y="158"/>
                  </a:cubicBezTo>
                  <a:cubicBezTo>
                    <a:pt x="110" y="158"/>
                    <a:pt x="110" y="143"/>
                    <a:pt x="126" y="143"/>
                  </a:cubicBezTo>
                  <a:lnTo>
                    <a:pt x="141" y="111"/>
                  </a:lnTo>
                  <a:cubicBezTo>
                    <a:pt x="158" y="95"/>
                    <a:pt x="141" y="80"/>
                    <a:pt x="141" y="63"/>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1" name="Google Shape;1681;p38"/>
            <p:cNvSpPr/>
            <p:nvPr/>
          </p:nvSpPr>
          <p:spPr>
            <a:xfrm>
              <a:off x="3396499" y="1760680"/>
              <a:ext cx="5025" cy="2544"/>
            </a:xfrm>
            <a:custGeom>
              <a:avLst/>
              <a:gdLst/>
              <a:ahLst/>
              <a:cxnLst/>
              <a:rect l="l" t="t" r="r" b="b"/>
              <a:pathLst>
                <a:path w="158" h="80" extrusionOk="0">
                  <a:moveTo>
                    <a:pt x="110" y="1"/>
                  </a:moveTo>
                  <a:lnTo>
                    <a:pt x="110" y="1"/>
                  </a:lnTo>
                  <a:lnTo>
                    <a:pt x="110" y="1"/>
                  </a:lnTo>
                  <a:lnTo>
                    <a:pt x="32" y="17"/>
                  </a:lnTo>
                  <a:cubicBezTo>
                    <a:pt x="15" y="17"/>
                    <a:pt x="0" y="32"/>
                    <a:pt x="0" y="48"/>
                  </a:cubicBezTo>
                  <a:cubicBezTo>
                    <a:pt x="0" y="64"/>
                    <a:pt x="15" y="80"/>
                    <a:pt x="15" y="80"/>
                  </a:cubicBezTo>
                  <a:lnTo>
                    <a:pt x="32" y="80"/>
                  </a:lnTo>
                  <a:lnTo>
                    <a:pt x="47" y="80"/>
                  </a:lnTo>
                  <a:lnTo>
                    <a:pt x="95" y="64"/>
                  </a:lnTo>
                  <a:lnTo>
                    <a:pt x="126" y="64"/>
                  </a:lnTo>
                  <a:cubicBezTo>
                    <a:pt x="141" y="64"/>
                    <a:pt x="158" y="48"/>
                    <a:pt x="141" y="32"/>
                  </a:cubicBezTo>
                  <a:cubicBezTo>
                    <a:pt x="141" y="17"/>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2" name="Google Shape;1682;p38"/>
            <p:cNvSpPr/>
            <p:nvPr/>
          </p:nvSpPr>
          <p:spPr>
            <a:xfrm>
              <a:off x="3446081" y="1797763"/>
              <a:ext cx="2544" cy="3053"/>
            </a:xfrm>
            <a:custGeom>
              <a:avLst/>
              <a:gdLst/>
              <a:ahLst/>
              <a:cxnLst/>
              <a:rect l="l" t="t" r="r" b="b"/>
              <a:pathLst>
                <a:path w="80" h="96" extrusionOk="0">
                  <a:moveTo>
                    <a:pt x="48" y="0"/>
                  </a:moveTo>
                  <a:lnTo>
                    <a:pt x="32" y="0"/>
                  </a:lnTo>
                  <a:cubicBezTo>
                    <a:pt x="48" y="0"/>
                    <a:pt x="48" y="17"/>
                    <a:pt x="48" y="17"/>
                  </a:cubicBezTo>
                  <a:cubicBezTo>
                    <a:pt x="32" y="32"/>
                    <a:pt x="17" y="48"/>
                    <a:pt x="0" y="48"/>
                  </a:cubicBezTo>
                  <a:lnTo>
                    <a:pt x="0" y="48"/>
                  </a:lnTo>
                  <a:lnTo>
                    <a:pt x="0" y="80"/>
                  </a:lnTo>
                  <a:cubicBezTo>
                    <a:pt x="17" y="64"/>
                    <a:pt x="17" y="64"/>
                    <a:pt x="32" y="64"/>
                  </a:cubicBezTo>
                  <a:lnTo>
                    <a:pt x="32" y="64"/>
                  </a:lnTo>
                  <a:cubicBezTo>
                    <a:pt x="48" y="64"/>
                    <a:pt x="63" y="80"/>
                    <a:pt x="63" y="95"/>
                  </a:cubicBezTo>
                  <a:lnTo>
                    <a:pt x="63" y="95"/>
                  </a:lnTo>
                  <a:cubicBezTo>
                    <a:pt x="63" y="95"/>
                    <a:pt x="80" y="95"/>
                    <a:pt x="80" y="80"/>
                  </a:cubicBezTo>
                  <a:lnTo>
                    <a:pt x="80" y="32"/>
                  </a:lnTo>
                  <a:cubicBezTo>
                    <a:pt x="80" y="17"/>
                    <a:pt x="80" y="17"/>
                    <a:pt x="63" y="17"/>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3" name="Google Shape;1683;p38"/>
            <p:cNvSpPr/>
            <p:nvPr/>
          </p:nvSpPr>
          <p:spPr>
            <a:xfrm>
              <a:off x="3406994" y="1802788"/>
              <a:ext cx="3562" cy="3530"/>
            </a:xfrm>
            <a:custGeom>
              <a:avLst/>
              <a:gdLst/>
              <a:ahLst/>
              <a:cxnLst/>
              <a:rect l="l" t="t" r="r" b="b"/>
              <a:pathLst>
                <a:path w="112" h="111" extrusionOk="0">
                  <a:moveTo>
                    <a:pt x="32" y="0"/>
                  </a:moveTo>
                  <a:lnTo>
                    <a:pt x="32" y="0"/>
                  </a:lnTo>
                  <a:cubicBezTo>
                    <a:pt x="17" y="0"/>
                    <a:pt x="17" y="0"/>
                    <a:pt x="17" y="16"/>
                  </a:cubicBezTo>
                  <a:cubicBezTo>
                    <a:pt x="0" y="16"/>
                    <a:pt x="0" y="32"/>
                    <a:pt x="0" y="32"/>
                  </a:cubicBezTo>
                  <a:lnTo>
                    <a:pt x="0" y="79"/>
                  </a:lnTo>
                  <a:cubicBezTo>
                    <a:pt x="0" y="95"/>
                    <a:pt x="17" y="111"/>
                    <a:pt x="32" y="111"/>
                  </a:cubicBezTo>
                  <a:lnTo>
                    <a:pt x="32" y="111"/>
                  </a:lnTo>
                  <a:cubicBezTo>
                    <a:pt x="48" y="111"/>
                    <a:pt x="64" y="95"/>
                    <a:pt x="64" y="79"/>
                  </a:cubicBezTo>
                  <a:lnTo>
                    <a:pt x="64" y="79"/>
                  </a:lnTo>
                  <a:cubicBezTo>
                    <a:pt x="64" y="95"/>
                    <a:pt x="80" y="95"/>
                    <a:pt x="80" y="95"/>
                  </a:cubicBezTo>
                  <a:cubicBezTo>
                    <a:pt x="95" y="95"/>
                    <a:pt x="111" y="79"/>
                    <a:pt x="111" y="63"/>
                  </a:cubicBezTo>
                  <a:cubicBezTo>
                    <a:pt x="111" y="48"/>
                    <a:pt x="111" y="32"/>
                    <a:pt x="95" y="16"/>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4" name="Google Shape;1684;p38"/>
            <p:cNvSpPr/>
            <p:nvPr/>
          </p:nvSpPr>
          <p:spPr>
            <a:xfrm>
              <a:off x="3246640" y="1813315"/>
              <a:ext cx="4039" cy="3053"/>
            </a:xfrm>
            <a:custGeom>
              <a:avLst/>
              <a:gdLst/>
              <a:ahLst/>
              <a:cxnLst/>
              <a:rect l="l" t="t" r="r" b="b"/>
              <a:pathLst>
                <a:path w="127" h="96" extrusionOk="0">
                  <a:moveTo>
                    <a:pt x="1" y="32"/>
                  </a:moveTo>
                  <a:lnTo>
                    <a:pt x="1" y="32"/>
                  </a:lnTo>
                  <a:lnTo>
                    <a:pt x="1" y="32"/>
                  </a:lnTo>
                  <a:lnTo>
                    <a:pt x="1" y="32"/>
                  </a:lnTo>
                  <a:close/>
                  <a:moveTo>
                    <a:pt x="1" y="32"/>
                  </a:moveTo>
                  <a:lnTo>
                    <a:pt x="1" y="32"/>
                  </a:lnTo>
                  <a:lnTo>
                    <a:pt x="1" y="32"/>
                  </a:lnTo>
                  <a:close/>
                  <a:moveTo>
                    <a:pt x="1" y="32"/>
                  </a:moveTo>
                  <a:lnTo>
                    <a:pt x="1" y="32"/>
                  </a:lnTo>
                  <a:lnTo>
                    <a:pt x="1" y="32"/>
                  </a:lnTo>
                  <a:close/>
                  <a:moveTo>
                    <a:pt x="1" y="16"/>
                  </a:moveTo>
                  <a:lnTo>
                    <a:pt x="1" y="32"/>
                  </a:lnTo>
                  <a:lnTo>
                    <a:pt x="1" y="16"/>
                  </a:lnTo>
                  <a:lnTo>
                    <a:pt x="1" y="16"/>
                  </a:lnTo>
                  <a:close/>
                  <a:moveTo>
                    <a:pt x="49" y="1"/>
                  </a:moveTo>
                  <a:lnTo>
                    <a:pt x="49" y="16"/>
                  </a:lnTo>
                  <a:cubicBezTo>
                    <a:pt x="49" y="16"/>
                    <a:pt x="64" y="16"/>
                    <a:pt x="64" y="32"/>
                  </a:cubicBezTo>
                  <a:lnTo>
                    <a:pt x="80" y="95"/>
                  </a:lnTo>
                  <a:lnTo>
                    <a:pt x="80" y="95"/>
                  </a:lnTo>
                  <a:lnTo>
                    <a:pt x="112" y="79"/>
                  </a:lnTo>
                  <a:cubicBezTo>
                    <a:pt x="127" y="64"/>
                    <a:pt x="127" y="47"/>
                    <a:pt x="127" y="47"/>
                  </a:cubicBezTo>
                  <a:cubicBezTo>
                    <a:pt x="127" y="32"/>
                    <a:pt x="112" y="16"/>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5" name="Google Shape;1685;p38"/>
            <p:cNvSpPr/>
            <p:nvPr/>
          </p:nvSpPr>
          <p:spPr>
            <a:xfrm>
              <a:off x="3162456" y="1821330"/>
              <a:ext cx="4039" cy="4039"/>
            </a:xfrm>
            <a:custGeom>
              <a:avLst/>
              <a:gdLst/>
              <a:ahLst/>
              <a:cxnLst/>
              <a:rect l="l" t="t" r="r" b="b"/>
              <a:pathLst>
                <a:path w="127" h="127" extrusionOk="0">
                  <a:moveTo>
                    <a:pt x="112" y="1"/>
                  </a:moveTo>
                  <a:cubicBezTo>
                    <a:pt x="112" y="16"/>
                    <a:pt x="95" y="47"/>
                    <a:pt x="80" y="47"/>
                  </a:cubicBezTo>
                  <a:lnTo>
                    <a:pt x="80" y="47"/>
                  </a:lnTo>
                  <a:lnTo>
                    <a:pt x="49" y="47"/>
                  </a:lnTo>
                  <a:lnTo>
                    <a:pt x="49" y="47"/>
                  </a:lnTo>
                  <a:lnTo>
                    <a:pt x="49" y="47"/>
                  </a:lnTo>
                  <a:lnTo>
                    <a:pt x="49" y="47"/>
                  </a:lnTo>
                  <a:cubicBezTo>
                    <a:pt x="32" y="64"/>
                    <a:pt x="17" y="64"/>
                    <a:pt x="17" y="79"/>
                  </a:cubicBezTo>
                  <a:cubicBezTo>
                    <a:pt x="1" y="79"/>
                    <a:pt x="1" y="110"/>
                    <a:pt x="1" y="127"/>
                  </a:cubicBezTo>
                  <a:lnTo>
                    <a:pt x="32" y="127"/>
                  </a:lnTo>
                  <a:lnTo>
                    <a:pt x="49" y="127"/>
                  </a:lnTo>
                  <a:lnTo>
                    <a:pt x="64" y="127"/>
                  </a:lnTo>
                  <a:cubicBezTo>
                    <a:pt x="80" y="110"/>
                    <a:pt x="112" y="110"/>
                    <a:pt x="127" y="79"/>
                  </a:cubicBezTo>
                  <a:cubicBezTo>
                    <a:pt x="127" y="47"/>
                    <a:pt x="112" y="16"/>
                    <a:pt x="11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6" name="Google Shape;1686;p38"/>
            <p:cNvSpPr/>
            <p:nvPr/>
          </p:nvSpPr>
          <p:spPr>
            <a:xfrm>
              <a:off x="3426045" y="1792261"/>
              <a:ext cx="7028" cy="4516"/>
            </a:xfrm>
            <a:custGeom>
              <a:avLst/>
              <a:gdLst/>
              <a:ahLst/>
              <a:cxnLst/>
              <a:rect l="l" t="t" r="r" b="b"/>
              <a:pathLst>
                <a:path w="221" h="142" extrusionOk="0">
                  <a:moveTo>
                    <a:pt x="143" y="1"/>
                  </a:moveTo>
                  <a:lnTo>
                    <a:pt x="143" y="1"/>
                  </a:lnTo>
                  <a:lnTo>
                    <a:pt x="126" y="1"/>
                  </a:lnTo>
                  <a:cubicBezTo>
                    <a:pt x="111" y="16"/>
                    <a:pt x="95" y="16"/>
                    <a:pt x="95" y="16"/>
                  </a:cubicBezTo>
                  <a:lnTo>
                    <a:pt x="95" y="32"/>
                  </a:lnTo>
                  <a:cubicBezTo>
                    <a:pt x="111" y="47"/>
                    <a:pt x="111" y="79"/>
                    <a:pt x="95" y="79"/>
                  </a:cubicBezTo>
                  <a:lnTo>
                    <a:pt x="80" y="79"/>
                  </a:lnTo>
                  <a:cubicBezTo>
                    <a:pt x="80" y="95"/>
                    <a:pt x="63" y="110"/>
                    <a:pt x="63" y="110"/>
                  </a:cubicBezTo>
                  <a:lnTo>
                    <a:pt x="48" y="127"/>
                  </a:lnTo>
                  <a:cubicBezTo>
                    <a:pt x="32" y="127"/>
                    <a:pt x="17" y="110"/>
                    <a:pt x="17" y="95"/>
                  </a:cubicBezTo>
                  <a:lnTo>
                    <a:pt x="17" y="95"/>
                  </a:lnTo>
                  <a:cubicBezTo>
                    <a:pt x="0" y="110"/>
                    <a:pt x="0" y="110"/>
                    <a:pt x="0" y="127"/>
                  </a:cubicBezTo>
                  <a:lnTo>
                    <a:pt x="63" y="142"/>
                  </a:lnTo>
                  <a:cubicBezTo>
                    <a:pt x="80" y="110"/>
                    <a:pt x="111" y="95"/>
                    <a:pt x="143" y="64"/>
                  </a:cubicBezTo>
                  <a:lnTo>
                    <a:pt x="143" y="64"/>
                  </a:lnTo>
                  <a:lnTo>
                    <a:pt x="158" y="79"/>
                  </a:lnTo>
                  <a:lnTo>
                    <a:pt x="174" y="79"/>
                  </a:lnTo>
                  <a:cubicBezTo>
                    <a:pt x="189" y="79"/>
                    <a:pt x="206" y="79"/>
                    <a:pt x="206" y="64"/>
                  </a:cubicBezTo>
                  <a:cubicBezTo>
                    <a:pt x="221" y="47"/>
                    <a:pt x="206" y="32"/>
                    <a:pt x="189" y="16"/>
                  </a:cubicBezTo>
                  <a:lnTo>
                    <a:pt x="189" y="16"/>
                  </a:lnTo>
                  <a:cubicBezTo>
                    <a:pt x="174"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7" name="Google Shape;1687;p38"/>
            <p:cNvSpPr/>
            <p:nvPr/>
          </p:nvSpPr>
          <p:spPr>
            <a:xfrm>
              <a:off x="3166463" y="1817800"/>
              <a:ext cx="4039" cy="6042"/>
            </a:xfrm>
            <a:custGeom>
              <a:avLst/>
              <a:gdLst/>
              <a:ahLst/>
              <a:cxnLst/>
              <a:rect l="l" t="t" r="r" b="b"/>
              <a:pathLst>
                <a:path w="127" h="190" extrusionOk="0">
                  <a:moveTo>
                    <a:pt x="95" y="1"/>
                  </a:moveTo>
                  <a:lnTo>
                    <a:pt x="95" y="1"/>
                  </a:lnTo>
                  <a:cubicBezTo>
                    <a:pt x="80" y="17"/>
                    <a:pt x="64" y="17"/>
                    <a:pt x="64" y="32"/>
                  </a:cubicBezTo>
                  <a:lnTo>
                    <a:pt x="17" y="158"/>
                  </a:lnTo>
                  <a:cubicBezTo>
                    <a:pt x="1" y="158"/>
                    <a:pt x="17" y="190"/>
                    <a:pt x="32" y="190"/>
                  </a:cubicBezTo>
                  <a:lnTo>
                    <a:pt x="32" y="190"/>
                  </a:lnTo>
                  <a:lnTo>
                    <a:pt x="64" y="143"/>
                  </a:lnTo>
                  <a:cubicBezTo>
                    <a:pt x="64" y="127"/>
                    <a:pt x="80" y="127"/>
                    <a:pt x="80" y="127"/>
                  </a:cubicBezTo>
                  <a:lnTo>
                    <a:pt x="95" y="127"/>
                  </a:lnTo>
                  <a:lnTo>
                    <a:pt x="95" y="127"/>
                  </a:lnTo>
                  <a:lnTo>
                    <a:pt x="127" y="49"/>
                  </a:lnTo>
                  <a:cubicBezTo>
                    <a:pt x="127" y="32"/>
                    <a:pt x="127" y="17"/>
                    <a:pt x="112" y="17"/>
                  </a:cubicBezTo>
                  <a:cubicBezTo>
                    <a:pt x="95" y="17"/>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8" name="Google Shape;1688;p38"/>
            <p:cNvSpPr/>
            <p:nvPr/>
          </p:nvSpPr>
          <p:spPr>
            <a:xfrm>
              <a:off x="3134405" y="1826355"/>
              <a:ext cx="5025" cy="6042"/>
            </a:xfrm>
            <a:custGeom>
              <a:avLst/>
              <a:gdLst/>
              <a:ahLst/>
              <a:cxnLst/>
              <a:rect l="l" t="t" r="r" b="b"/>
              <a:pathLst>
                <a:path w="158" h="190" extrusionOk="0">
                  <a:moveTo>
                    <a:pt x="111" y="0"/>
                  </a:moveTo>
                  <a:lnTo>
                    <a:pt x="111" y="0"/>
                  </a:lnTo>
                  <a:cubicBezTo>
                    <a:pt x="95" y="0"/>
                    <a:pt x="95" y="15"/>
                    <a:pt x="80" y="15"/>
                  </a:cubicBezTo>
                  <a:lnTo>
                    <a:pt x="63" y="47"/>
                  </a:lnTo>
                  <a:cubicBezTo>
                    <a:pt x="63" y="63"/>
                    <a:pt x="63" y="63"/>
                    <a:pt x="48" y="78"/>
                  </a:cubicBezTo>
                  <a:lnTo>
                    <a:pt x="48" y="78"/>
                  </a:lnTo>
                  <a:lnTo>
                    <a:pt x="17" y="141"/>
                  </a:lnTo>
                  <a:cubicBezTo>
                    <a:pt x="0" y="158"/>
                    <a:pt x="17" y="173"/>
                    <a:pt x="32" y="189"/>
                  </a:cubicBezTo>
                  <a:lnTo>
                    <a:pt x="48" y="189"/>
                  </a:lnTo>
                  <a:cubicBezTo>
                    <a:pt x="63" y="189"/>
                    <a:pt x="63" y="173"/>
                    <a:pt x="80" y="173"/>
                  </a:cubicBezTo>
                  <a:lnTo>
                    <a:pt x="143" y="47"/>
                  </a:lnTo>
                  <a:cubicBezTo>
                    <a:pt x="158" y="32"/>
                    <a:pt x="143" y="15"/>
                    <a:pt x="126" y="15"/>
                  </a:cubicBezTo>
                  <a:cubicBezTo>
                    <a:pt x="126" y="0"/>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9" name="Google Shape;1689;p38"/>
            <p:cNvSpPr/>
            <p:nvPr/>
          </p:nvSpPr>
          <p:spPr>
            <a:xfrm>
              <a:off x="3252651" y="1806287"/>
              <a:ext cx="4039" cy="4039"/>
            </a:xfrm>
            <a:custGeom>
              <a:avLst/>
              <a:gdLst/>
              <a:ahLst/>
              <a:cxnLst/>
              <a:rect l="l" t="t" r="r" b="b"/>
              <a:pathLst>
                <a:path w="127" h="127" extrusionOk="0">
                  <a:moveTo>
                    <a:pt x="80" y="1"/>
                  </a:moveTo>
                  <a:lnTo>
                    <a:pt x="80" y="1"/>
                  </a:lnTo>
                  <a:cubicBezTo>
                    <a:pt x="64" y="16"/>
                    <a:pt x="64" y="16"/>
                    <a:pt x="49" y="16"/>
                  </a:cubicBezTo>
                  <a:lnTo>
                    <a:pt x="17" y="64"/>
                  </a:lnTo>
                  <a:cubicBezTo>
                    <a:pt x="1" y="79"/>
                    <a:pt x="1" y="111"/>
                    <a:pt x="17" y="111"/>
                  </a:cubicBezTo>
                  <a:cubicBezTo>
                    <a:pt x="17" y="127"/>
                    <a:pt x="32" y="127"/>
                    <a:pt x="32" y="127"/>
                  </a:cubicBezTo>
                  <a:cubicBezTo>
                    <a:pt x="49" y="127"/>
                    <a:pt x="64" y="127"/>
                    <a:pt x="64" y="111"/>
                  </a:cubicBezTo>
                  <a:lnTo>
                    <a:pt x="112" y="64"/>
                  </a:lnTo>
                  <a:cubicBezTo>
                    <a:pt x="127" y="48"/>
                    <a:pt x="112" y="32"/>
                    <a:pt x="95" y="16"/>
                  </a:cubicBez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0" name="Google Shape;1690;p38"/>
            <p:cNvSpPr/>
            <p:nvPr/>
          </p:nvSpPr>
          <p:spPr>
            <a:xfrm>
              <a:off x="3442582" y="1782720"/>
              <a:ext cx="3530" cy="4039"/>
            </a:xfrm>
            <a:custGeom>
              <a:avLst/>
              <a:gdLst/>
              <a:ahLst/>
              <a:cxnLst/>
              <a:rect l="l" t="t" r="r" b="b"/>
              <a:pathLst>
                <a:path w="111" h="127" extrusionOk="0">
                  <a:moveTo>
                    <a:pt x="47" y="1"/>
                  </a:moveTo>
                  <a:lnTo>
                    <a:pt x="32" y="1"/>
                  </a:lnTo>
                  <a:lnTo>
                    <a:pt x="16" y="17"/>
                  </a:lnTo>
                  <a:cubicBezTo>
                    <a:pt x="16" y="17"/>
                    <a:pt x="16" y="32"/>
                    <a:pt x="1" y="32"/>
                  </a:cubicBezTo>
                  <a:lnTo>
                    <a:pt x="1" y="64"/>
                  </a:lnTo>
                  <a:cubicBezTo>
                    <a:pt x="1" y="80"/>
                    <a:pt x="1" y="95"/>
                    <a:pt x="16" y="95"/>
                  </a:cubicBezTo>
                  <a:lnTo>
                    <a:pt x="47" y="112"/>
                  </a:lnTo>
                  <a:lnTo>
                    <a:pt x="64" y="112"/>
                  </a:lnTo>
                  <a:lnTo>
                    <a:pt x="64" y="112"/>
                  </a:lnTo>
                  <a:lnTo>
                    <a:pt x="64" y="112"/>
                  </a:lnTo>
                  <a:cubicBezTo>
                    <a:pt x="79" y="112"/>
                    <a:pt x="79" y="112"/>
                    <a:pt x="95" y="127"/>
                  </a:cubicBezTo>
                  <a:cubicBezTo>
                    <a:pt x="95" y="112"/>
                    <a:pt x="110" y="112"/>
                    <a:pt x="110" y="112"/>
                  </a:cubicBezTo>
                  <a:cubicBezTo>
                    <a:pt x="110" y="95"/>
                    <a:pt x="110" y="64"/>
                    <a:pt x="95" y="64"/>
                  </a:cubicBezTo>
                  <a:lnTo>
                    <a:pt x="95" y="64"/>
                  </a:lnTo>
                  <a:lnTo>
                    <a:pt x="79" y="49"/>
                  </a:lnTo>
                  <a:lnTo>
                    <a:pt x="79" y="49"/>
                  </a:lnTo>
                  <a:cubicBezTo>
                    <a:pt x="79" y="32"/>
                    <a:pt x="64"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1" name="Google Shape;1691;p38"/>
            <p:cNvSpPr/>
            <p:nvPr/>
          </p:nvSpPr>
          <p:spPr>
            <a:xfrm>
              <a:off x="3410524" y="1791752"/>
              <a:ext cx="5534" cy="2544"/>
            </a:xfrm>
            <a:custGeom>
              <a:avLst/>
              <a:gdLst/>
              <a:ahLst/>
              <a:cxnLst/>
              <a:rect l="l" t="t" r="r" b="b"/>
              <a:pathLst>
                <a:path w="174" h="80" extrusionOk="0">
                  <a:moveTo>
                    <a:pt x="126" y="0"/>
                  </a:moveTo>
                  <a:lnTo>
                    <a:pt x="126" y="0"/>
                  </a:lnTo>
                  <a:lnTo>
                    <a:pt x="126" y="0"/>
                  </a:lnTo>
                  <a:lnTo>
                    <a:pt x="32" y="17"/>
                  </a:lnTo>
                  <a:lnTo>
                    <a:pt x="32" y="17"/>
                  </a:lnTo>
                  <a:cubicBezTo>
                    <a:pt x="16" y="17"/>
                    <a:pt x="0" y="32"/>
                    <a:pt x="0" y="48"/>
                  </a:cubicBezTo>
                  <a:cubicBezTo>
                    <a:pt x="0" y="63"/>
                    <a:pt x="16" y="63"/>
                    <a:pt x="16" y="80"/>
                  </a:cubicBezTo>
                  <a:lnTo>
                    <a:pt x="47" y="80"/>
                  </a:lnTo>
                  <a:lnTo>
                    <a:pt x="47" y="80"/>
                  </a:lnTo>
                  <a:lnTo>
                    <a:pt x="63" y="80"/>
                  </a:lnTo>
                  <a:cubicBezTo>
                    <a:pt x="63" y="63"/>
                    <a:pt x="79" y="63"/>
                    <a:pt x="95" y="63"/>
                  </a:cubicBezTo>
                  <a:lnTo>
                    <a:pt x="142" y="48"/>
                  </a:lnTo>
                  <a:lnTo>
                    <a:pt x="142" y="48"/>
                  </a:lnTo>
                  <a:cubicBezTo>
                    <a:pt x="142" y="48"/>
                    <a:pt x="142" y="63"/>
                    <a:pt x="158" y="63"/>
                  </a:cubicBezTo>
                  <a:cubicBezTo>
                    <a:pt x="158" y="48"/>
                    <a:pt x="158" y="48"/>
                    <a:pt x="173" y="32"/>
                  </a:cubicBezTo>
                  <a:lnTo>
                    <a:pt x="173" y="32"/>
                  </a:lnTo>
                  <a:lnTo>
                    <a:pt x="158" y="17"/>
                  </a:lnTo>
                  <a:cubicBezTo>
                    <a:pt x="158" y="17"/>
                    <a:pt x="142"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2" name="Google Shape;1692;p38"/>
            <p:cNvSpPr/>
            <p:nvPr/>
          </p:nvSpPr>
          <p:spPr>
            <a:xfrm>
              <a:off x="3421560" y="1795760"/>
              <a:ext cx="9032" cy="7060"/>
            </a:xfrm>
            <a:custGeom>
              <a:avLst/>
              <a:gdLst/>
              <a:ahLst/>
              <a:cxnLst/>
              <a:rect l="l" t="t" r="r" b="b"/>
              <a:pathLst>
                <a:path w="284" h="222" extrusionOk="0">
                  <a:moveTo>
                    <a:pt x="32" y="0"/>
                  </a:moveTo>
                  <a:lnTo>
                    <a:pt x="32" y="0"/>
                  </a:lnTo>
                  <a:cubicBezTo>
                    <a:pt x="15" y="17"/>
                    <a:pt x="0" y="17"/>
                    <a:pt x="0" y="32"/>
                  </a:cubicBezTo>
                  <a:lnTo>
                    <a:pt x="0" y="32"/>
                  </a:lnTo>
                  <a:lnTo>
                    <a:pt x="0" y="63"/>
                  </a:lnTo>
                  <a:lnTo>
                    <a:pt x="15" y="80"/>
                  </a:lnTo>
                  <a:cubicBezTo>
                    <a:pt x="15" y="63"/>
                    <a:pt x="15" y="63"/>
                    <a:pt x="32" y="63"/>
                  </a:cubicBezTo>
                  <a:lnTo>
                    <a:pt x="32" y="63"/>
                  </a:lnTo>
                  <a:cubicBezTo>
                    <a:pt x="47" y="63"/>
                    <a:pt x="47" y="80"/>
                    <a:pt x="63" y="80"/>
                  </a:cubicBezTo>
                  <a:lnTo>
                    <a:pt x="63" y="127"/>
                  </a:lnTo>
                  <a:cubicBezTo>
                    <a:pt x="78" y="127"/>
                    <a:pt x="78" y="143"/>
                    <a:pt x="78" y="158"/>
                  </a:cubicBezTo>
                  <a:lnTo>
                    <a:pt x="110" y="206"/>
                  </a:lnTo>
                  <a:cubicBezTo>
                    <a:pt x="126" y="206"/>
                    <a:pt x="126" y="221"/>
                    <a:pt x="141" y="221"/>
                  </a:cubicBezTo>
                  <a:cubicBezTo>
                    <a:pt x="141" y="221"/>
                    <a:pt x="158" y="221"/>
                    <a:pt x="158" y="206"/>
                  </a:cubicBezTo>
                  <a:cubicBezTo>
                    <a:pt x="141" y="206"/>
                    <a:pt x="126" y="190"/>
                    <a:pt x="126" y="174"/>
                  </a:cubicBezTo>
                  <a:cubicBezTo>
                    <a:pt x="141" y="158"/>
                    <a:pt x="141" y="143"/>
                    <a:pt x="158" y="143"/>
                  </a:cubicBezTo>
                  <a:lnTo>
                    <a:pt x="110" y="80"/>
                  </a:lnTo>
                  <a:lnTo>
                    <a:pt x="236" y="95"/>
                  </a:lnTo>
                  <a:lnTo>
                    <a:pt x="236" y="95"/>
                  </a:lnTo>
                  <a:cubicBezTo>
                    <a:pt x="252" y="95"/>
                    <a:pt x="267" y="80"/>
                    <a:pt x="267" y="63"/>
                  </a:cubicBezTo>
                  <a:cubicBezTo>
                    <a:pt x="284" y="48"/>
                    <a:pt x="267" y="32"/>
                    <a:pt x="236" y="32"/>
                  </a:cubicBezTo>
                  <a:lnTo>
                    <a:pt x="204" y="32"/>
                  </a:lnTo>
                  <a:lnTo>
                    <a:pt x="141" y="17"/>
                  </a:lnTo>
                  <a:lnTo>
                    <a:pt x="141" y="17"/>
                  </a:lnTo>
                  <a:lnTo>
                    <a:pt x="141" y="32"/>
                  </a:lnTo>
                  <a:cubicBezTo>
                    <a:pt x="141" y="48"/>
                    <a:pt x="126" y="63"/>
                    <a:pt x="110" y="63"/>
                  </a:cubicBezTo>
                  <a:lnTo>
                    <a:pt x="110" y="63"/>
                  </a:lnTo>
                  <a:cubicBezTo>
                    <a:pt x="78" y="63"/>
                    <a:pt x="63" y="48"/>
                    <a:pt x="63" y="32"/>
                  </a:cubicBezTo>
                  <a:lnTo>
                    <a:pt x="63" y="17"/>
                  </a:lnTo>
                  <a:lnTo>
                    <a:pt x="63" y="17"/>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3" name="Google Shape;1693;p38"/>
            <p:cNvSpPr/>
            <p:nvPr/>
          </p:nvSpPr>
          <p:spPr>
            <a:xfrm>
              <a:off x="3436572" y="1790258"/>
              <a:ext cx="4516" cy="2512"/>
            </a:xfrm>
            <a:custGeom>
              <a:avLst/>
              <a:gdLst/>
              <a:ahLst/>
              <a:cxnLst/>
              <a:rect l="l" t="t" r="r" b="b"/>
              <a:pathLst>
                <a:path w="142" h="79" extrusionOk="0">
                  <a:moveTo>
                    <a:pt x="110" y="1"/>
                  </a:moveTo>
                  <a:lnTo>
                    <a:pt x="95" y="1"/>
                  </a:lnTo>
                  <a:lnTo>
                    <a:pt x="64" y="1"/>
                  </a:lnTo>
                  <a:lnTo>
                    <a:pt x="47" y="16"/>
                  </a:lnTo>
                  <a:lnTo>
                    <a:pt x="47" y="16"/>
                  </a:lnTo>
                  <a:cubicBezTo>
                    <a:pt x="32" y="16"/>
                    <a:pt x="32" y="16"/>
                    <a:pt x="32" y="1"/>
                  </a:cubicBezTo>
                  <a:cubicBezTo>
                    <a:pt x="16" y="16"/>
                    <a:pt x="1" y="32"/>
                    <a:pt x="1" y="47"/>
                  </a:cubicBezTo>
                  <a:cubicBezTo>
                    <a:pt x="1" y="64"/>
                    <a:pt x="16" y="79"/>
                    <a:pt x="32" y="79"/>
                  </a:cubicBezTo>
                  <a:lnTo>
                    <a:pt x="47" y="79"/>
                  </a:lnTo>
                  <a:lnTo>
                    <a:pt x="47" y="79"/>
                  </a:lnTo>
                  <a:lnTo>
                    <a:pt x="47" y="79"/>
                  </a:lnTo>
                  <a:lnTo>
                    <a:pt x="110" y="64"/>
                  </a:lnTo>
                  <a:cubicBezTo>
                    <a:pt x="127" y="64"/>
                    <a:pt x="142" y="47"/>
                    <a:pt x="142" y="32"/>
                  </a:cubicBezTo>
                  <a:lnTo>
                    <a:pt x="142" y="32"/>
                  </a:lnTo>
                  <a:cubicBezTo>
                    <a:pt x="142" y="16"/>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4" name="Google Shape;1694;p38"/>
            <p:cNvSpPr/>
            <p:nvPr/>
          </p:nvSpPr>
          <p:spPr>
            <a:xfrm>
              <a:off x="3380947" y="1791275"/>
              <a:ext cx="3562" cy="3498"/>
            </a:xfrm>
            <a:custGeom>
              <a:avLst/>
              <a:gdLst/>
              <a:ahLst/>
              <a:cxnLst/>
              <a:rect l="l" t="t" r="r" b="b"/>
              <a:pathLst>
                <a:path w="112" h="110" extrusionOk="0">
                  <a:moveTo>
                    <a:pt x="63" y="0"/>
                  </a:moveTo>
                  <a:lnTo>
                    <a:pt x="63" y="0"/>
                  </a:lnTo>
                  <a:lnTo>
                    <a:pt x="17" y="32"/>
                  </a:lnTo>
                  <a:lnTo>
                    <a:pt x="0" y="47"/>
                  </a:lnTo>
                  <a:lnTo>
                    <a:pt x="0" y="47"/>
                  </a:lnTo>
                  <a:lnTo>
                    <a:pt x="0" y="63"/>
                  </a:lnTo>
                  <a:lnTo>
                    <a:pt x="0" y="63"/>
                  </a:lnTo>
                  <a:cubicBezTo>
                    <a:pt x="17" y="63"/>
                    <a:pt x="32" y="63"/>
                    <a:pt x="32" y="78"/>
                  </a:cubicBezTo>
                  <a:cubicBezTo>
                    <a:pt x="32" y="78"/>
                    <a:pt x="48" y="95"/>
                    <a:pt x="32" y="110"/>
                  </a:cubicBezTo>
                  <a:cubicBezTo>
                    <a:pt x="48" y="110"/>
                    <a:pt x="48" y="95"/>
                    <a:pt x="48" y="95"/>
                  </a:cubicBezTo>
                  <a:lnTo>
                    <a:pt x="48" y="95"/>
                  </a:lnTo>
                  <a:lnTo>
                    <a:pt x="111" y="47"/>
                  </a:lnTo>
                  <a:lnTo>
                    <a:pt x="111" y="32"/>
                  </a:lnTo>
                  <a:lnTo>
                    <a:pt x="111" y="32"/>
                  </a:lnTo>
                  <a:lnTo>
                    <a:pt x="95" y="32"/>
                  </a:lnTo>
                  <a:cubicBezTo>
                    <a:pt x="80" y="32"/>
                    <a:pt x="80" y="32"/>
                    <a:pt x="63"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5" name="Google Shape;1695;p38"/>
            <p:cNvSpPr/>
            <p:nvPr/>
          </p:nvSpPr>
          <p:spPr>
            <a:xfrm>
              <a:off x="3165986" y="1821807"/>
              <a:ext cx="4516" cy="4580"/>
            </a:xfrm>
            <a:custGeom>
              <a:avLst/>
              <a:gdLst/>
              <a:ahLst/>
              <a:cxnLst/>
              <a:rect l="l" t="t" r="r" b="b"/>
              <a:pathLst>
                <a:path w="142" h="144" extrusionOk="0">
                  <a:moveTo>
                    <a:pt x="110" y="1"/>
                  </a:moveTo>
                  <a:lnTo>
                    <a:pt x="95" y="1"/>
                  </a:lnTo>
                  <a:cubicBezTo>
                    <a:pt x="95" y="1"/>
                    <a:pt x="79" y="1"/>
                    <a:pt x="79" y="17"/>
                  </a:cubicBezTo>
                  <a:lnTo>
                    <a:pt x="47" y="64"/>
                  </a:lnTo>
                  <a:lnTo>
                    <a:pt x="47" y="64"/>
                  </a:lnTo>
                  <a:lnTo>
                    <a:pt x="32" y="64"/>
                  </a:lnTo>
                  <a:cubicBezTo>
                    <a:pt x="16" y="64"/>
                    <a:pt x="1" y="95"/>
                    <a:pt x="1" y="112"/>
                  </a:cubicBezTo>
                  <a:cubicBezTo>
                    <a:pt x="1" y="127"/>
                    <a:pt x="16" y="143"/>
                    <a:pt x="32" y="143"/>
                  </a:cubicBezTo>
                  <a:lnTo>
                    <a:pt x="47" y="143"/>
                  </a:lnTo>
                  <a:lnTo>
                    <a:pt x="79" y="127"/>
                  </a:lnTo>
                  <a:cubicBezTo>
                    <a:pt x="95" y="127"/>
                    <a:pt x="95" y="112"/>
                    <a:pt x="110" y="112"/>
                  </a:cubicBezTo>
                  <a:lnTo>
                    <a:pt x="110" y="112"/>
                  </a:lnTo>
                  <a:lnTo>
                    <a:pt x="110" y="112"/>
                  </a:lnTo>
                  <a:lnTo>
                    <a:pt x="142" y="49"/>
                  </a:lnTo>
                  <a:cubicBezTo>
                    <a:pt x="142" y="32"/>
                    <a:pt x="142" y="17"/>
                    <a:pt x="127" y="17"/>
                  </a:cubicBezTo>
                  <a:lnTo>
                    <a:pt x="127" y="1"/>
                  </a:ln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6" name="Google Shape;1696;p38"/>
            <p:cNvSpPr/>
            <p:nvPr/>
          </p:nvSpPr>
          <p:spPr>
            <a:xfrm>
              <a:off x="3356872" y="1803774"/>
              <a:ext cx="4580" cy="3562"/>
            </a:xfrm>
            <a:custGeom>
              <a:avLst/>
              <a:gdLst/>
              <a:ahLst/>
              <a:cxnLst/>
              <a:rect l="l" t="t" r="r" b="b"/>
              <a:pathLst>
                <a:path w="144" h="112" extrusionOk="0">
                  <a:moveTo>
                    <a:pt x="95" y="1"/>
                  </a:moveTo>
                  <a:lnTo>
                    <a:pt x="95" y="1"/>
                  </a:lnTo>
                  <a:lnTo>
                    <a:pt x="80" y="1"/>
                  </a:lnTo>
                  <a:lnTo>
                    <a:pt x="64" y="17"/>
                  </a:lnTo>
                  <a:lnTo>
                    <a:pt x="17" y="48"/>
                  </a:lnTo>
                  <a:cubicBezTo>
                    <a:pt x="17" y="48"/>
                    <a:pt x="17" y="64"/>
                    <a:pt x="1" y="64"/>
                  </a:cubicBezTo>
                  <a:cubicBezTo>
                    <a:pt x="17" y="80"/>
                    <a:pt x="17" y="95"/>
                    <a:pt x="17" y="95"/>
                  </a:cubicBezTo>
                  <a:cubicBezTo>
                    <a:pt x="32" y="111"/>
                    <a:pt x="32" y="111"/>
                    <a:pt x="49" y="111"/>
                  </a:cubicBezTo>
                  <a:cubicBezTo>
                    <a:pt x="49" y="111"/>
                    <a:pt x="64" y="111"/>
                    <a:pt x="64" y="95"/>
                  </a:cubicBezTo>
                  <a:lnTo>
                    <a:pt x="127" y="48"/>
                  </a:lnTo>
                  <a:cubicBezTo>
                    <a:pt x="143" y="48"/>
                    <a:pt x="143" y="17"/>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7" name="Google Shape;1697;p38"/>
            <p:cNvSpPr/>
            <p:nvPr/>
          </p:nvSpPr>
          <p:spPr>
            <a:xfrm>
              <a:off x="3298289" y="1780716"/>
              <a:ext cx="3021" cy="4039"/>
            </a:xfrm>
            <a:custGeom>
              <a:avLst/>
              <a:gdLst/>
              <a:ahLst/>
              <a:cxnLst/>
              <a:rect l="l" t="t" r="r" b="b"/>
              <a:pathLst>
                <a:path w="95" h="127" extrusionOk="0">
                  <a:moveTo>
                    <a:pt x="63" y="1"/>
                  </a:moveTo>
                  <a:lnTo>
                    <a:pt x="63" y="1"/>
                  </a:lnTo>
                  <a:lnTo>
                    <a:pt x="47" y="1"/>
                  </a:lnTo>
                  <a:cubicBezTo>
                    <a:pt x="32" y="17"/>
                    <a:pt x="32" y="17"/>
                    <a:pt x="32" y="32"/>
                  </a:cubicBezTo>
                  <a:lnTo>
                    <a:pt x="32" y="32"/>
                  </a:lnTo>
                  <a:cubicBezTo>
                    <a:pt x="15" y="49"/>
                    <a:pt x="0" y="49"/>
                    <a:pt x="0" y="80"/>
                  </a:cubicBezTo>
                  <a:cubicBezTo>
                    <a:pt x="0" y="112"/>
                    <a:pt x="32" y="127"/>
                    <a:pt x="32" y="127"/>
                  </a:cubicBezTo>
                  <a:lnTo>
                    <a:pt x="47" y="127"/>
                  </a:lnTo>
                  <a:cubicBezTo>
                    <a:pt x="63" y="127"/>
                    <a:pt x="78" y="127"/>
                    <a:pt x="78" y="112"/>
                  </a:cubicBezTo>
                  <a:lnTo>
                    <a:pt x="78" y="112"/>
                  </a:lnTo>
                  <a:lnTo>
                    <a:pt x="78" y="112"/>
                  </a:lnTo>
                  <a:cubicBezTo>
                    <a:pt x="63" y="112"/>
                    <a:pt x="63" y="112"/>
                    <a:pt x="47" y="95"/>
                  </a:cubicBezTo>
                  <a:cubicBezTo>
                    <a:pt x="47" y="64"/>
                    <a:pt x="63" y="49"/>
                    <a:pt x="78" y="49"/>
                  </a:cubicBezTo>
                  <a:lnTo>
                    <a:pt x="95" y="32"/>
                  </a:lnTo>
                  <a:lnTo>
                    <a:pt x="95" y="17"/>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8" name="Google Shape;1698;p38"/>
            <p:cNvSpPr/>
            <p:nvPr/>
          </p:nvSpPr>
          <p:spPr>
            <a:xfrm>
              <a:off x="3183510" y="1793756"/>
              <a:ext cx="6551" cy="6042"/>
            </a:xfrm>
            <a:custGeom>
              <a:avLst/>
              <a:gdLst/>
              <a:ahLst/>
              <a:cxnLst/>
              <a:rect l="l" t="t" r="r" b="b"/>
              <a:pathLst>
                <a:path w="206" h="190" extrusionOk="0">
                  <a:moveTo>
                    <a:pt x="174" y="0"/>
                  </a:moveTo>
                  <a:lnTo>
                    <a:pt x="174" y="0"/>
                  </a:lnTo>
                  <a:lnTo>
                    <a:pt x="174" y="0"/>
                  </a:lnTo>
                  <a:lnTo>
                    <a:pt x="127" y="17"/>
                  </a:lnTo>
                  <a:lnTo>
                    <a:pt x="111" y="17"/>
                  </a:lnTo>
                  <a:lnTo>
                    <a:pt x="111" y="48"/>
                  </a:lnTo>
                  <a:cubicBezTo>
                    <a:pt x="127" y="63"/>
                    <a:pt x="111" y="80"/>
                    <a:pt x="95" y="95"/>
                  </a:cubicBezTo>
                  <a:lnTo>
                    <a:pt x="80" y="95"/>
                  </a:lnTo>
                  <a:cubicBezTo>
                    <a:pt x="64" y="95"/>
                    <a:pt x="64" y="80"/>
                    <a:pt x="48" y="63"/>
                  </a:cubicBezTo>
                  <a:lnTo>
                    <a:pt x="48" y="63"/>
                  </a:lnTo>
                  <a:lnTo>
                    <a:pt x="48" y="80"/>
                  </a:lnTo>
                  <a:lnTo>
                    <a:pt x="17" y="143"/>
                  </a:lnTo>
                  <a:cubicBezTo>
                    <a:pt x="0" y="158"/>
                    <a:pt x="0" y="174"/>
                    <a:pt x="17" y="190"/>
                  </a:cubicBezTo>
                  <a:lnTo>
                    <a:pt x="32" y="190"/>
                  </a:lnTo>
                  <a:lnTo>
                    <a:pt x="32" y="190"/>
                  </a:lnTo>
                  <a:cubicBezTo>
                    <a:pt x="48" y="190"/>
                    <a:pt x="64" y="190"/>
                    <a:pt x="64" y="174"/>
                  </a:cubicBezTo>
                  <a:lnTo>
                    <a:pt x="80" y="174"/>
                  </a:lnTo>
                  <a:lnTo>
                    <a:pt x="80" y="174"/>
                  </a:lnTo>
                  <a:cubicBezTo>
                    <a:pt x="64" y="174"/>
                    <a:pt x="64" y="158"/>
                    <a:pt x="64" y="158"/>
                  </a:cubicBezTo>
                  <a:cubicBezTo>
                    <a:pt x="48" y="143"/>
                    <a:pt x="64" y="111"/>
                    <a:pt x="80" y="111"/>
                  </a:cubicBezTo>
                  <a:lnTo>
                    <a:pt x="95" y="95"/>
                  </a:lnTo>
                  <a:cubicBezTo>
                    <a:pt x="95" y="95"/>
                    <a:pt x="111" y="95"/>
                    <a:pt x="127" y="80"/>
                  </a:cubicBezTo>
                  <a:lnTo>
                    <a:pt x="127" y="80"/>
                  </a:lnTo>
                  <a:lnTo>
                    <a:pt x="190" y="80"/>
                  </a:lnTo>
                  <a:cubicBezTo>
                    <a:pt x="190" y="63"/>
                    <a:pt x="206" y="63"/>
                    <a:pt x="206" y="48"/>
                  </a:cubicBezTo>
                  <a:lnTo>
                    <a:pt x="206" y="32"/>
                  </a:lnTo>
                  <a:cubicBezTo>
                    <a:pt x="206" y="17"/>
                    <a:pt x="206" y="17"/>
                    <a:pt x="190" y="17"/>
                  </a:cubicBezTo>
                  <a:cubicBezTo>
                    <a:pt x="190" y="0"/>
                    <a:pt x="174"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9" name="Google Shape;1699;p38"/>
            <p:cNvSpPr/>
            <p:nvPr/>
          </p:nvSpPr>
          <p:spPr>
            <a:xfrm>
              <a:off x="3330824" y="1779731"/>
              <a:ext cx="3562" cy="4548"/>
            </a:xfrm>
            <a:custGeom>
              <a:avLst/>
              <a:gdLst/>
              <a:ahLst/>
              <a:cxnLst/>
              <a:rect l="l" t="t" r="r" b="b"/>
              <a:pathLst>
                <a:path w="112" h="143" extrusionOk="0">
                  <a:moveTo>
                    <a:pt x="64" y="0"/>
                  </a:moveTo>
                  <a:cubicBezTo>
                    <a:pt x="64" y="17"/>
                    <a:pt x="49" y="17"/>
                    <a:pt x="49" y="17"/>
                  </a:cubicBezTo>
                  <a:lnTo>
                    <a:pt x="32" y="17"/>
                  </a:lnTo>
                  <a:lnTo>
                    <a:pt x="17" y="0"/>
                  </a:lnTo>
                  <a:lnTo>
                    <a:pt x="17" y="17"/>
                  </a:lnTo>
                  <a:lnTo>
                    <a:pt x="1" y="63"/>
                  </a:lnTo>
                  <a:lnTo>
                    <a:pt x="1" y="95"/>
                  </a:lnTo>
                  <a:lnTo>
                    <a:pt x="49" y="143"/>
                  </a:lnTo>
                  <a:lnTo>
                    <a:pt x="80" y="143"/>
                  </a:lnTo>
                  <a:lnTo>
                    <a:pt x="95" y="143"/>
                  </a:lnTo>
                  <a:cubicBezTo>
                    <a:pt x="112" y="126"/>
                    <a:pt x="112" y="95"/>
                    <a:pt x="95" y="95"/>
                  </a:cubicBezTo>
                  <a:lnTo>
                    <a:pt x="64" y="63"/>
                  </a:lnTo>
                  <a:lnTo>
                    <a:pt x="80" y="48"/>
                  </a:lnTo>
                  <a:cubicBezTo>
                    <a:pt x="80" y="32"/>
                    <a:pt x="80" y="17"/>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0" name="Google Shape;1700;p38"/>
            <p:cNvSpPr/>
            <p:nvPr/>
          </p:nvSpPr>
          <p:spPr>
            <a:xfrm>
              <a:off x="3396976" y="1784247"/>
              <a:ext cx="5565" cy="3053"/>
            </a:xfrm>
            <a:custGeom>
              <a:avLst/>
              <a:gdLst/>
              <a:ahLst/>
              <a:cxnLst/>
              <a:rect l="l" t="t" r="r" b="b"/>
              <a:pathLst>
                <a:path w="175" h="96" extrusionOk="0">
                  <a:moveTo>
                    <a:pt x="143" y="1"/>
                  </a:moveTo>
                  <a:lnTo>
                    <a:pt x="126" y="1"/>
                  </a:lnTo>
                  <a:lnTo>
                    <a:pt x="111" y="16"/>
                  </a:lnTo>
                  <a:cubicBezTo>
                    <a:pt x="95" y="32"/>
                    <a:pt x="95" y="32"/>
                    <a:pt x="80" y="32"/>
                  </a:cubicBezTo>
                  <a:lnTo>
                    <a:pt x="48" y="32"/>
                  </a:lnTo>
                  <a:lnTo>
                    <a:pt x="17" y="32"/>
                  </a:lnTo>
                  <a:lnTo>
                    <a:pt x="17" y="32"/>
                  </a:lnTo>
                  <a:lnTo>
                    <a:pt x="17" y="32"/>
                  </a:lnTo>
                  <a:lnTo>
                    <a:pt x="0" y="95"/>
                  </a:lnTo>
                  <a:lnTo>
                    <a:pt x="17" y="95"/>
                  </a:lnTo>
                  <a:lnTo>
                    <a:pt x="32" y="95"/>
                  </a:lnTo>
                  <a:lnTo>
                    <a:pt x="63" y="95"/>
                  </a:lnTo>
                  <a:lnTo>
                    <a:pt x="80" y="95"/>
                  </a:lnTo>
                  <a:cubicBezTo>
                    <a:pt x="95" y="95"/>
                    <a:pt x="126" y="95"/>
                    <a:pt x="143" y="79"/>
                  </a:cubicBezTo>
                  <a:lnTo>
                    <a:pt x="158" y="64"/>
                  </a:lnTo>
                  <a:cubicBezTo>
                    <a:pt x="174" y="47"/>
                    <a:pt x="174" y="16"/>
                    <a:pt x="158" y="16"/>
                  </a:cubicBezTo>
                  <a:cubicBezTo>
                    <a:pt x="158" y="1"/>
                    <a:pt x="143"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1" name="Google Shape;1701;p38"/>
            <p:cNvSpPr/>
            <p:nvPr/>
          </p:nvSpPr>
          <p:spPr>
            <a:xfrm>
              <a:off x="3027163" y="1819803"/>
              <a:ext cx="6042" cy="4580"/>
            </a:xfrm>
            <a:custGeom>
              <a:avLst/>
              <a:gdLst/>
              <a:ahLst/>
              <a:cxnLst/>
              <a:rect l="l" t="t" r="r" b="b"/>
              <a:pathLst>
                <a:path w="190" h="144" extrusionOk="0">
                  <a:moveTo>
                    <a:pt x="143" y="1"/>
                  </a:moveTo>
                  <a:lnTo>
                    <a:pt x="143" y="1"/>
                  </a:lnTo>
                  <a:cubicBezTo>
                    <a:pt x="143" y="1"/>
                    <a:pt x="127" y="1"/>
                    <a:pt x="127" y="17"/>
                  </a:cubicBezTo>
                  <a:lnTo>
                    <a:pt x="80" y="64"/>
                  </a:lnTo>
                  <a:lnTo>
                    <a:pt x="64" y="49"/>
                  </a:lnTo>
                  <a:lnTo>
                    <a:pt x="49" y="49"/>
                  </a:lnTo>
                  <a:cubicBezTo>
                    <a:pt x="49" y="64"/>
                    <a:pt x="49" y="64"/>
                    <a:pt x="32" y="64"/>
                  </a:cubicBezTo>
                  <a:cubicBezTo>
                    <a:pt x="17" y="64"/>
                    <a:pt x="17" y="80"/>
                    <a:pt x="1" y="112"/>
                  </a:cubicBezTo>
                  <a:cubicBezTo>
                    <a:pt x="1" y="127"/>
                    <a:pt x="17" y="143"/>
                    <a:pt x="32" y="143"/>
                  </a:cubicBezTo>
                  <a:lnTo>
                    <a:pt x="49" y="143"/>
                  </a:lnTo>
                  <a:lnTo>
                    <a:pt x="64" y="143"/>
                  </a:lnTo>
                  <a:lnTo>
                    <a:pt x="64" y="127"/>
                  </a:lnTo>
                  <a:lnTo>
                    <a:pt x="95" y="127"/>
                  </a:lnTo>
                  <a:lnTo>
                    <a:pt x="127" y="127"/>
                  </a:lnTo>
                  <a:cubicBezTo>
                    <a:pt x="127" y="127"/>
                    <a:pt x="143" y="112"/>
                    <a:pt x="143" y="95"/>
                  </a:cubicBezTo>
                  <a:lnTo>
                    <a:pt x="143" y="95"/>
                  </a:lnTo>
                  <a:lnTo>
                    <a:pt x="175" y="49"/>
                  </a:lnTo>
                  <a:cubicBezTo>
                    <a:pt x="190" y="32"/>
                    <a:pt x="190" y="17"/>
                    <a:pt x="175" y="1"/>
                  </a:cubicBez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2" name="Google Shape;1702;p38"/>
            <p:cNvSpPr/>
            <p:nvPr/>
          </p:nvSpPr>
          <p:spPr>
            <a:xfrm>
              <a:off x="3146427" y="1836373"/>
              <a:ext cx="4039" cy="3498"/>
            </a:xfrm>
            <a:custGeom>
              <a:avLst/>
              <a:gdLst/>
              <a:ahLst/>
              <a:cxnLst/>
              <a:rect l="l" t="t" r="r" b="b"/>
              <a:pathLst>
                <a:path w="127" h="110" extrusionOk="0">
                  <a:moveTo>
                    <a:pt x="48" y="0"/>
                  </a:moveTo>
                  <a:lnTo>
                    <a:pt x="32" y="0"/>
                  </a:lnTo>
                  <a:cubicBezTo>
                    <a:pt x="17" y="0"/>
                    <a:pt x="1" y="32"/>
                    <a:pt x="1" y="47"/>
                  </a:cubicBezTo>
                  <a:lnTo>
                    <a:pt x="17" y="78"/>
                  </a:lnTo>
                  <a:cubicBezTo>
                    <a:pt x="17" y="78"/>
                    <a:pt x="17" y="95"/>
                    <a:pt x="32" y="95"/>
                  </a:cubicBezTo>
                  <a:cubicBezTo>
                    <a:pt x="32" y="95"/>
                    <a:pt x="32" y="110"/>
                    <a:pt x="48" y="110"/>
                  </a:cubicBezTo>
                  <a:lnTo>
                    <a:pt x="48" y="95"/>
                  </a:lnTo>
                  <a:lnTo>
                    <a:pt x="95" y="95"/>
                  </a:lnTo>
                  <a:cubicBezTo>
                    <a:pt x="111" y="78"/>
                    <a:pt x="127" y="63"/>
                    <a:pt x="111" y="47"/>
                  </a:cubicBezTo>
                  <a:cubicBezTo>
                    <a:pt x="111" y="32"/>
                    <a:pt x="95" y="32"/>
                    <a:pt x="80" y="32"/>
                  </a:cubicBez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3" name="Google Shape;1703;p38"/>
            <p:cNvSpPr/>
            <p:nvPr/>
          </p:nvSpPr>
          <p:spPr>
            <a:xfrm>
              <a:off x="3338839" y="1809308"/>
              <a:ext cx="3053" cy="4516"/>
            </a:xfrm>
            <a:custGeom>
              <a:avLst/>
              <a:gdLst/>
              <a:ahLst/>
              <a:cxnLst/>
              <a:rect l="l" t="t" r="r" b="b"/>
              <a:pathLst>
                <a:path w="96" h="142" extrusionOk="0">
                  <a:moveTo>
                    <a:pt x="64" y="110"/>
                  </a:moveTo>
                  <a:lnTo>
                    <a:pt x="64" y="110"/>
                  </a:lnTo>
                  <a:lnTo>
                    <a:pt x="64" y="110"/>
                  </a:lnTo>
                  <a:close/>
                  <a:moveTo>
                    <a:pt x="32" y="0"/>
                  </a:moveTo>
                  <a:lnTo>
                    <a:pt x="32" y="0"/>
                  </a:lnTo>
                  <a:lnTo>
                    <a:pt x="17" y="0"/>
                  </a:lnTo>
                  <a:lnTo>
                    <a:pt x="1" y="47"/>
                  </a:lnTo>
                  <a:lnTo>
                    <a:pt x="17" y="64"/>
                  </a:lnTo>
                  <a:lnTo>
                    <a:pt x="17" y="79"/>
                  </a:lnTo>
                  <a:lnTo>
                    <a:pt x="17" y="79"/>
                  </a:lnTo>
                  <a:lnTo>
                    <a:pt x="17" y="79"/>
                  </a:lnTo>
                  <a:lnTo>
                    <a:pt x="32" y="127"/>
                  </a:lnTo>
                  <a:lnTo>
                    <a:pt x="32" y="142"/>
                  </a:lnTo>
                  <a:lnTo>
                    <a:pt x="80" y="127"/>
                  </a:lnTo>
                  <a:lnTo>
                    <a:pt x="80" y="110"/>
                  </a:lnTo>
                  <a:cubicBezTo>
                    <a:pt x="80" y="110"/>
                    <a:pt x="95" y="110"/>
                    <a:pt x="95" y="95"/>
                  </a:cubicBezTo>
                  <a:lnTo>
                    <a:pt x="95" y="64"/>
                  </a:lnTo>
                  <a:lnTo>
                    <a:pt x="64" y="16"/>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4" name="Google Shape;1704;p38"/>
            <p:cNvSpPr/>
            <p:nvPr/>
          </p:nvSpPr>
          <p:spPr>
            <a:xfrm>
              <a:off x="3229116" y="1799767"/>
              <a:ext cx="3053" cy="6042"/>
            </a:xfrm>
            <a:custGeom>
              <a:avLst/>
              <a:gdLst/>
              <a:ahLst/>
              <a:cxnLst/>
              <a:rect l="l" t="t" r="r" b="b"/>
              <a:pathLst>
                <a:path w="96" h="190" extrusionOk="0">
                  <a:moveTo>
                    <a:pt x="32" y="1"/>
                  </a:moveTo>
                  <a:lnTo>
                    <a:pt x="32" y="1"/>
                  </a:lnTo>
                  <a:lnTo>
                    <a:pt x="16" y="17"/>
                  </a:lnTo>
                  <a:cubicBezTo>
                    <a:pt x="16" y="17"/>
                    <a:pt x="1" y="17"/>
                    <a:pt x="1" y="32"/>
                  </a:cubicBezTo>
                  <a:lnTo>
                    <a:pt x="1" y="32"/>
                  </a:lnTo>
                  <a:lnTo>
                    <a:pt x="1" y="158"/>
                  </a:lnTo>
                  <a:lnTo>
                    <a:pt x="1" y="174"/>
                  </a:lnTo>
                  <a:cubicBezTo>
                    <a:pt x="16" y="190"/>
                    <a:pt x="16" y="190"/>
                    <a:pt x="32" y="190"/>
                  </a:cubicBezTo>
                  <a:lnTo>
                    <a:pt x="48" y="190"/>
                  </a:lnTo>
                  <a:lnTo>
                    <a:pt x="48" y="190"/>
                  </a:lnTo>
                  <a:cubicBezTo>
                    <a:pt x="64" y="190"/>
                    <a:pt x="64" y="190"/>
                    <a:pt x="79" y="174"/>
                  </a:cubicBezTo>
                  <a:lnTo>
                    <a:pt x="64" y="174"/>
                  </a:lnTo>
                  <a:cubicBezTo>
                    <a:pt x="48" y="158"/>
                    <a:pt x="64" y="143"/>
                    <a:pt x="64" y="127"/>
                  </a:cubicBezTo>
                  <a:lnTo>
                    <a:pt x="79" y="111"/>
                  </a:lnTo>
                  <a:lnTo>
                    <a:pt x="79" y="111"/>
                  </a:lnTo>
                  <a:lnTo>
                    <a:pt x="79" y="111"/>
                  </a:lnTo>
                  <a:lnTo>
                    <a:pt x="79" y="95"/>
                  </a:lnTo>
                  <a:lnTo>
                    <a:pt x="95" y="48"/>
                  </a:lnTo>
                  <a:lnTo>
                    <a:pt x="95" y="32"/>
                  </a:lnTo>
                  <a:lnTo>
                    <a:pt x="79" y="17"/>
                  </a:lnTo>
                  <a:lnTo>
                    <a:pt x="64"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5" name="Google Shape;1705;p38"/>
            <p:cNvSpPr/>
            <p:nvPr/>
          </p:nvSpPr>
          <p:spPr>
            <a:xfrm>
              <a:off x="3414023" y="1804283"/>
              <a:ext cx="7569" cy="3530"/>
            </a:xfrm>
            <a:custGeom>
              <a:avLst/>
              <a:gdLst/>
              <a:ahLst/>
              <a:cxnLst/>
              <a:rect l="l" t="t" r="r" b="b"/>
              <a:pathLst>
                <a:path w="238" h="111" extrusionOk="0">
                  <a:moveTo>
                    <a:pt x="48" y="1"/>
                  </a:moveTo>
                  <a:lnTo>
                    <a:pt x="48" y="1"/>
                  </a:lnTo>
                  <a:lnTo>
                    <a:pt x="48" y="1"/>
                  </a:lnTo>
                  <a:close/>
                  <a:moveTo>
                    <a:pt x="32" y="1"/>
                  </a:moveTo>
                  <a:lnTo>
                    <a:pt x="32" y="1"/>
                  </a:lnTo>
                  <a:lnTo>
                    <a:pt x="16" y="1"/>
                  </a:lnTo>
                  <a:lnTo>
                    <a:pt x="0" y="16"/>
                  </a:lnTo>
                  <a:lnTo>
                    <a:pt x="0" y="32"/>
                  </a:lnTo>
                  <a:cubicBezTo>
                    <a:pt x="0" y="48"/>
                    <a:pt x="0" y="64"/>
                    <a:pt x="16" y="64"/>
                  </a:cubicBezTo>
                  <a:lnTo>
                    <a:pt x="32" y="79"/>
                  </a:lnTo>
                  <a:cubicBezTo>
                    <a:pt x="32" y="64"/>
                    <a:pt x="32" y="64"/>
                    <a:pt x="48" y="64"/>
                  </a:cubicBezTo>
                  <a:lnTo>
                    <a:pt x="63" y="48"/>
                  </a:lnTo>
                  <a:lnTo>
                    <a:pt x="79" y="48"/>
                  </a:lnTo>
                  <a:lnTo>
                    <a:pt x="79" y="48"/>
                  </a:lnTo>
                  <a:cubicBezTo>
                    <a:pt x="95" y="48"/>
                    <a:pt x="95" y="64"/>
                    <a:pt x="111" y="64"/>
                  </a:cubicBezTo>
                  <a:lnTo>
                    <a:pt x="111" y="79"/>
                  </a:lnTo>
                  <a:lnTo>
                    <a:pt x="111" y="79"/>
                  </a:lnTo>
                  <a:cubicBezTo>
                    <a:pt x="126" y="79"/>
                    <a:pt x="126" y="95"/>
                    <a:pt x="143" y="95"/>
                  </a:cubicBezTo>
                  <a:lnTo>
                    <a:pt x="174" y="95"/>
                  </a:lnTo>
                  <a:cubicBezTo>
                    <a:pt x="174" y="95"/>
                    <a:pt x="189" y="95"/>
                    <a:pt x="189" y="111"/>
                  </a:cubicBezTo>
                  <a:lnTo>
                    <a:pt x="206" y="111"/>
                  </a:lnTo>
                  <a:cubicBezTo>
                    <a:pt x="221" y="111"/>
                    <a:pt x="221" y="95"/>
                    <a:pt x="237" y="79"/>
                  </a:cubicBezTo>
                  <a:lnTo>
                    <a:pt x="237" y="64"/>
                  </a:lnTo>
                  <a:cubicBezTo>
                    <a:pt x="237" y="64"/>
                    <a:pt x="237" y="48"/>
                    <a:pt x="221" y="48"/>
                  </a:cubicBezTo>
                  <a:lnTo>
                    <a:pt x="206" y="32"/>
                  </a:lnTo>
                  <a:lnTo>
                    <a:pt x="206" y="32"/>
                  </a:lnTo>
                  <a:lnTo>
                    <a:pt x="206" y="64"/>
                  </a:lnTo>
                  <a:lnTo>
                    <a:pt x="174" y="95"/>
                  </a:lnTo>
                  <a:lnTo>
                    <a:pt x="174" y="95"/>
                  </a:lnTo>
                  <a:lnTo>
                    <a:pt x="158" y="95"/>
                  </a:lnTo>
                  <a:lnTo>
                    <a:pt x="126" y="79"/>
                  </a:lnTo>
                  <a:cubicBezTo>
                    <a:pt x="111" y="64"/>
                    <a:pt x="111" y="64"/>
                    <a:pt x="111" y="48"/>
                  </a:cubicBezTo>
                  <a:lnTo>
                    <a:pt x="111" y="16"/>
                  </a:lnTo>
                  <a:lnTo>
                    <a:pt x="79" y="16"/>
                  </a:ln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6" name="Google Shape;1706;p38"/>
            <p:cNvSpPr/>
            <p:nvPr/>
          </p:nvSpPr>
          <p:spPr>
            <a:xfrm>
              <a:off x="3415518" y="180428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7" name="Google Shape;1707;p38"/>
            <p:cNvSpPr/>
            <p:nvPr/>
          </p:nvSpPr>
          <p:spPr>
            <a:xfrm>
              <a:off x="3422546" y="1769712"/>
              <a:ext cx="4516" cy="4039"/>
            </a:xfrm>
            <a:custGeom>
              <a:avLst/>
              <a:gdLst/>
              <a:ahLst/>
              <a:cxnLst/>
              <a:rect l="l" t="t" r="r" b="b"/>
              <a:pathLst>
                <a:path w="142" h="127" extrusionOk="0">
                  <a:moveTo>
                    <a:pt x="47" y="0"/>
                  </a:moveTo>
                  <a:lnTo>
                    <a:pt x="47" y="0"/>
                  </a:lnTo>
                  <a:cubicBezTo>
                    <a:pt x="32" y="17"/>
                    <a:pt x="16" y="17"/>
                    <a:pt x="16" y="17"/>
                  </a:cubicBezTo>
                  <a:cubicBezTo>
                    <a:pt x="1" y="32"/>
                    <a:pt x="1" y="63"/>
                    <a:pt x="16" y="63"/>
                  </a:cubicBezTo>
                  <a:lnTo>
                    <a:pt x="79" y="111"/>
                  </a:lnTo>
                  <a:cubicBezTo>
                    <a:pt x="79" y="126"/>
                    <a:pt x="95" y="126"/>
                    <a:pt x="95" y="126"/>
                  </a:cubicBezTo>
                  <a:cubicBezTo>
                    <a:pt x="95" y="111"/>
                    <a:pt x="110" y="95"/>
                    <a:pt x="110" y="95"/>
                  </a:cubicBezTo>
                  <a:lnTo>
                    <a:pt x="127" y="95"/>
                  </a:lnTo>
                  <a:lnTo>
                    <a:pt x="127" y="95"/>
                  </a:lnTo>
                  <a:lnTo>
                    <a:pt x="142" y="95"/>
                  </a:lnTo>
                  <a:cubicBezTo>
                    <a:pt x="142" y="80"/>
                    <a:pt x="142" y="63"/>
                    <a:pt x="127" y="63"/>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8" name="Google Shape;1708;p38"/>
            <p:cNvSpPr/>
            <p:nvPr/>
          </p:nvSpPr>
          <p:spPr>
            <a:xfrm>
              <a:off x="3429034" y="1779254"/>
              <a:ext cx="3562" cy="3498"/>
            </a:xfrm>
            <a:custGeom>
              <a:avLst/>
              <a:gdLst/>
              <a:ahLst/>
              <a:cxnLst/>
              <a:rect l="l" t="t" r="r" b="b"/>
              <a:pathLst>
                <a:path w="112" h="110" extrusionOk="0">
                  <a:moveTo>
                    <a:pt x="49" y="0"/>
                  </a:moveTo>
                  <a:lnTo>
                    <a:pt x="32" y="0"/>
                  </a:lnTo>
                  <a:cubicBezTo>
                    <a:pt x="17" y="0"/>
                    <a:pt x="17" y="0"/>
                    <a:pt x="1" y="15"/>
                  </a:cubicBezTo>
                  <a:cubicBezTo>
                    <a:pt x="1" y="32"/>
                    <a:pt x="1" y="47"/>
                    <a:pt x="17" y="63"/>
                  </a:cubicBezTo>
                  <a:lnTo>
                    <a:pt x="17" y="95"/>
                  </a:lnTo>
                  <a:cubicBezTo>
                    <a:pt x="17" y="95"/>
                    <a:pt x="17" y="110"/>
                    <a:pt x="32" y="110"/>
                  </a:cubicBezTo>
                  <a:lnTo>
                    <a:pt x="64" y="78"/>
                  </a:lnTo>
                  <a:lnTo>
                    <a:pt x="80" y="78"/>
                  </a:lnTo>
                  <a:lnTo>
                    <a:pt x="80" y="78"/>
                  </a:lnTo>
                  <a:lnTo>
                    <a:pt x="95" y="78"/>
                  </a:lnTo>
                  <a:cubicBezTo>
                    <a:pt x="95" y="78"/>
                    <a:pt x="112" y="63"/>
                    <a:pt x="112" y="47"/>
                  </a:cubicBezTo>
                  <a:cubicBezTo>
                    <a:pt x="95" y="15"/>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9" name="Google Shape;1709;p38"/>
            <p:cNvSpPr/>
            <p:nvPr/>
          </p:nvSpPr>
          <p:spPr>
            <a:xfrm>
              <a:off x="3385940" y="1772702"/>
              <a:ext cx="5565" cy="4580"/>
            </a:xfrm>
            <a:custGeom>
              <a:avLst/>
              <a:gdLst/>
              <a:ahLst/>
              <a:cxnLst/>
              <a:rect l="l" t="t" r="r" b="b"/>
              <a:pathLst>
                <a:path w="175" h="144" extrusionOk="0">
                  <a:moveTo>
                    <a:pt x="112" y="1"/>
                  </a:moveTo>
                  <a:lnTo>
                    <a:pt x="112" y="1"/>
                  </a:lnTo>
                  <a:cubicBezTo>
                    <a:pt x="112" y="1"/>
                    <a:pt x="95" y="1"/>
                    <a:pt x="95" y="17"/>
                  </a:cubicBezTo>
                  <a:cubicBezTo>
                    <a:pt x="80" y="32"/>
                    <a:pt x="80" y="49"/>
                    <a:pt x="95" y="64"/>
                  </a:cubicBezTo>
                  <a:lnTo>
                    <a:pt x="95" y="64"/>
                  </a:lnTo>
                  <a:lnTo>
                    <a:pt x="95" y="64"/>
                  </a:lnTo>
                  <a:cubicBezTo>
                    <a:pt x="80" y="64"/>
                    <a:pt x="80" y="80"/>
                    <a:pt x="80" y="80"/>
                  </a:cubicBezTo>
                  <a:lnTo>
                    <a:pt x="80" y="80"/>
                  </a:lnTo>
                  <a:lnTo>
                    <a:pt x="49" y="80"/>
                  </a:lnTo>
                  <a:lnTo>
                    <a:pt x="32" y="80"/>
                  </a:lnTo>
                  <a:lnTo>
                    <a:pt x="32" y="80"/>
                  </a:lnTo>
                  <a:cubicBezTo>
                    <a:pt x="17" y="80"/>
                    <a:pt x="1" y="80"/>
                    <a:pt x="1" y="112"/>
                  </a:cubicBezTo>
                  <a:lnTo>
                    <a:pt x="1" y="127"/>
                  </a:lnTo>
                  <a:lnTo>
                    <a:pt x="32" y="127"/>
                  </a:lnTo>
                  <a:lnTo>
                    <a:pt x="32" y="127"/>
                  </a:lnTo>
                  <a:lnTo>
                    <a:pt x="49" y="127"/>
                  </a:lnTo>
                  <a:lnTo>
                    <a:pt x="95" y="143"/>
                  </a:lnTo>
                  <a:lnTo>
                    <a:pt x="95" y="143"/>
                  </a:lnTo>
                  <a:lnTo>
                    <a:pt x="112" y="143"/>
                  </a:lnTo>
                  <a:lnTo>
                    <a:pt x="112" y="143"/>
                  </a:lnTo>
                  <a:cubicBezTo>
                    <a:pt x="112" y="127"/>
                    <a:pt x="112" y="127"/>
                    <a:pt x="127" y="112"/>
                  </a:cubicBezTo>
                  <a:cubicBezTo>
                    <a:pt x="112" y="112"/>
                    <a:pt x="95" y="95"/>
                    <a:pt x="95" y="80"/>
                  </a:cubicBezTo>
                  <a:cubicBezTo>
                    <a:pt x="95" y="64"/>
                    <a:pt x="112" y="49"/>
                    <a:pt x="127" y="49"/>
                  </a:cubicBezTo>
                  <a:lnTo>
                    <a:pt x="143" y="49"/>
                  </a:lnTo>
                  <a:lnTo>
                    <a:pt x="175" y="49"/>
                  </a:lnTo>
                  <a:lnTo>
                    <a:pt x="175" y="49"/>
                  </a:ln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0" name="Google Shape;1710;p38"/>
            <p:cNvSpPr/>
            <p:nvPr/>
          </p:nvSpPr>
          <p:spPr>
            <a:xfrm>
              <a:off x="3017654" y="1804792"/>
              <a:ext cx="4071" cy="6042"/>
            </a:xfrm>
            <a:custGeom>
              <a:avLst/>
              <a:gdLst/>
              <a:ahLst/>
              <a:cxnLst/>
              <a:rect l="l" t="t" r="r" b="b"/>
              <a:pathLst>
                <a:path w="128" h="190" extrusionOk="0">
                  <a:moveTo>
                    <a:pt x="33" y="0"/>
                  </a:moveTo>
                  <a:lnTo>
                    <a:pt x="33" y="16"/>
                  </a:lnTo>
                  <a:cubicBezTo>
                    <a:pt x="16" y="32"/>
                    <a:pt x="16" y="48"/>
                    <a:pt x="33" y="63"/>
                  </a:cubicBezTo>
                  <a:cubicBezTo>
                    <a:pt x="48" y="63"/>
                    <a:pt x="64" y="79"/>
                    <a:pt x="64" y="79"/>
                  </a:cubicBezTo>
                  <a:lnTo>
                    <a:pt x="48" y="79"/>
                  </a:lnTo>
                  <a:lnTo>
                    <a:pt x="33" y="79"/>
                  </a:lnTo>
                  <a:cubicBezTo>
                    <a:pt x="16" y="79"/>
                    <a:pt x="1" y="111"/>
                    <a:pt x="16" y="126"/>
                  </a:cubicBezTo>
                  <a:lnTo>
                    <a:pt x="16" y="142"/>
                  </a:lnTo>
                  <a:cubicBezTo>
                    <a:pt x="33" y="158"/>
                    <a:pt x="33" y="174"/>
                    <a:pt x="48" y="189"/>
                  </a:cubicBezTo>
                  <a:lnTo>
                    <a:pt x="48" y="189"/>
                  </a:lnTo>
                  <a:lnTo>
                    <a:pt x="64" y="189"/>
                  </a:lnTo>
                  <a:lnTo>
                    <a:pt x="64" y="189"/>
                  </a:lnTo>
                  <a:lnTo>
                    <a:pt x="64" y="174"/>
                  </a:lnTo>
                  <a:lnTo>
                    <a:pt x="64" y="174"/>
                  </a:lnTo>
                  <a:lnTo>
                    <a:pt x="64" y="174"/>
                  </a:lnTo>
                  <a:cubicBezTo>
                    <a:pt x="48" y="158"/>
                    <a:pt x="48" y="126"/>
                    <a:pt x="64" y="111"/>
                  </a:cubicBezTo>
                  <a:lnTo>
                    <a:pt x="79" y="111"/>
                  </a:lnTo>
                  <a:lnTo>
                    <a:pt x="79" y="111"/>
                  </a:lnTo>
                  <a:cubicBezTo>
                    <a:pt x="96" y="111"/>
                    <a:pt x="111" y="111"/>
                    <a:pt x="111" y="126"/>
                  </a:cubicBezTo>
                  <a:lnTo>
                    <a:pt x="127" y="142"/>
                  </a:lnTo>
                  <a:lnTo>
                    <a:pt x="127" y="111"/>
                  </a:lnTo>
                  <a:lnTo>
                    <a:pt x="111" y="111"/>
                  </a:lnTo>
                  <a:cubicBezTo>
                    <a:pt x="111" y="111"/>
                    <a:pt x="96" y="111"/>
                    <a:pt x="79" y="95"/>
                  </a:cubicBezTo>
                  <a:lnTo>
                    <a:pt x="79" y="63"/>
                  </a:lnTo>
                  <a:lnTo>
                    <a:pt x="79" y="48"/>
                  </a:lnTo>
                  <a:cubicBezTo>
                    <a:pt x="79" y="32"/>
                    <a:pt x="79" y="32"/>
                    <a:pt x="96" y="16"/>
                  </a:cubicBezTo>
                  <a:lnTo>
                    <a:pt x="96" y="16"/>
                  </a:lnTo>
                  <a:lnTo>
                    <a:pt x="79" y="16"/>
                  </a:lnTo>
                  <a:lnTo>
                    <a:pt x="64" y="16"/>
                  </a:lnTo>
                  <a:lnTo>
                    <a:pt x="48" y="16"/>
                  </a:lnTo>
                  <a:cubicBezTo>
                    <a:pt x="33" y="16"/>
                    <a:pt x="33" y="16"/>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1" name="Google Shape;1711;p38"/>
            <p:cNvSpPr/>
            <p:nvPr/>
          </p:nvSpPr>
          <p:spPr>
            <a:xfrm>
              <a:off x="3419557" y="1764687"/>
              <a:ext cx="2512" cy="2035"/>
            </a:xfrm>
            <a:custGeom>
              <a:avLst/>
              <a:gdLst/>
              <a:ahLst/>
              <a:cxnLst/>
              <a:rect l="l" t="t" r="r" b="b"/>
              <a:pathLst>
                <a:path w="79" h="64" extrusionOk="0">
                  <a:moveTo>
                    <a:pt x="63" y="1"/>
                  </a:moveTo>
                  <a:lnTo>
                    <a:pt x="0" y="32"/>
                  </a:lnTo>
                  <a:lnTo>
                    <a:pt x="0" y="32"/>
                  </a:lnTo>
                  <a:lnTo>
                    <a:pt x="63" y="64"/>
                  </a:lnTo>
                  <a:lnTo>
                    <a:pt x="63" y="64"/>
                  </a:lnTo>
                  <a:lnTo>
                    <a:pt x="78" y="64"/>
                  </a:lnTo>
                  <a:cubicBezTo>
                    <a:pt x="63" y="49"/>
                    <a:pt x="63"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2" name="Google Shape;1712;p38"/>
            <p:cNvSpPr/>
            <p:nvPr/>
          </p:nvSpPr>
          <p:spPr>
            <a:xfrm>
              <a:off x="3048726" y="1820344"/>
              <a:ext cx="3530" cy="2035"/>
            </a:xfrm>
            <a:custGeom>
              <a:avLst/>
              <a:gdLst/>
              <a:ahLst/>
              <a:cxnLst/>
              <a:rect l="l" t="t" r="r" b="b"/>
              <a:pathLst>
                <a:path w="111" h="64" extrusionOk="0">
                  <a:moveTo>
                    <a:pt x="32" y="0"/>
                  </a:moveTo>
                  <a:lnTo>
                    <a:pt x="32" y="0"/>
                  </a:lnTo>
                  <a:cubicBezTo>
                    <a:pt x="16" y="15"/>
                    <a:pt x="1" y="15"/>
                    <a:pt x="1" y="32"/>
                  </a:cubicBezTo>
                  <a:lnTo>
                    <a:pt x="1" y="63"/>
                  </a:lnTo>
                  <a:cubicBezTo>
                    <a:pt x="16" y="63"/>
                    <a:pt x="16" y="63"/>
                    <a:pt x="32" y="47"/>
                  </a:cubicBezTo>
                  <a:cubicBezTo>
                    <a:pt x="47" y="47"/>
                    <a:pt x="79" y="47"/>
                    <a:pt x="95" y="32"/>
                  </a:cubicBezTo>
                  <a:lnTo>
                    <a:pt x="111" y="32"/>
                  </a:lnTo>
                  <a:lnTo>
                    <a:pt x="95" y="32"/>
                  </a:lnTo>
                  <a:lnTo>
                    <a:pt x="79" y="15"/>
                  </a:lnTo>
                  <a:lnTo>
                    <a:pt x="4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3" name="Google Shape;1713;p38"/>
            <p:cNvSpPr/>
            <p:nvPr/>
          </p:nvSpPr>
          <p:spPr>
            <a:xfrm>
              <a:off x="3268203" y="1763702"/>
              <a:ext cx="5534" cy="2544"/>
            </a:xfrm>
            <a:custGeom>
              <a:avLst/>
              <a:gdLst/>
              <a:ahLst/>
              <a:cxnLst/>
              <a:rect l="l" t="t" r="r" b="b"/>
              <a:pathLst>
                <a:path w="174" h="80" extrusionOk="0">
                  <a:moveTo>
                    <a:pt x="173" y="0"/>
                  </a:moveTo>
                  <a:cubicBezTo>
                    <a:pt x="110" y="0"/>
                    <a:pt x="47" y="16"/>
                    <a:pt x="1" y="16"/>
                  </a:cubicBezTo>
                  <a:lnTo>
                    <a:pt x="1" y="32"/>
                  </a:lnTo>
                  <a:lnTo>
                    <a:pt x="47" y="63"/>
                  </a:lnTo>
                  <a:lnTo>
                    <a:pt x="64" y="80"/>
                  </a:lnTo>
                  <a:lnTo>
                    <a:pt x="79" y="80"/>
                  </a:lnTo>
                  <a:lnTo>
                    <a:pt x="95" y="80"/>
                  </a:lnTo>
                  <a:lnTo>
                    <a:pt x="110" y="80"/>
                  </a:lnTo>
                  <a:lnTo>
                    <a:pt x="158" y="32"/>
                  </a:lnTo>
                  <a:cubicBezTo>
                    <a:pt x="173" y="32"/>
                    <a:pt x="173"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4" name="Google Shape;1714;p38"/>
            <p:cNvSpPr/>
            <p:nvPr/>
          </p:nvSpPr>
          <p:spPr>
            <a:xfrm>
              <a:off x="3324813" y="1773243"/>
              <a:ext cx="9064" cy="4039"/>
            </a:xfrm>
            <a:custGeom>
              <a:avLst/>
              <a:gdLst/>
              <a:ahLst/>
              <a:cxnLst/>
              <a:rect l="l" t="t" r="r" b="b"/>
              <a:pathLst>
                <a:path w="285" h="127" extrusionOk="0">
                  <a:moveTo>
                    <a:pt x="238" y="0"/>
                  </a:moveTo>
                  <a:lnTo>
                    <a:pt x="238" y="0"/>
                  </a:lnTo>
                  <a:lnTo>
                    <a:pt x="238" y="0"/>
                  </a:lnTo>
                  <a:lnTo>
                    <a:pt x="158" y="32"/>
                  </a:lnTo>
                  <a:cubicBezTo>
                    <a:pt x="143" y="15"/>
                    <a:pt x="127" y="15"/>
                    <a:pt x="127" y="15"/>
                  </a:cubicBezTo>
                  <a:cubicBezTo>
                    <a:pt x="80" y="15"/>
                    <a:pt x="48" y="32"/>
                    <a:pt x="17" y="47"/>
                  </a:cubicBezTo>
                  <a:cubicBezTo>
                    <a:pt x="1" y="47"/>
                    <a:pt x="1" y="47"/>
                    <a:pt x="1" y="63"/>
                  </a:cubicBezTo>
                  <a:lnTo>
                    <a:pt x="1" y="63"/>
                  </a:lnTo>
                  <a:lnTo>
                    <a:pt x="1" y="63"/>
                  </a:lnTo>
                  <a:lnTo>
                    <a:pt x="17" y="78"/>
                  </a:lnTo>
                  <a:lnTo>
                    <a:pt x="17" y="110"/>
                  </a:lnTo>
                  <a:lnTo>
                    <a:pt x="17" y="126"/>
                  </a:lnTo>
                  <a:lnTo>
                    <a:pt x="95" y="78"/>
                  </a:lnTo>
                  <a:lnTo>
                    <a:pt x="111" y="63"/>
                  </a:lnTo>
                  <a:lnTo>
                    <a:pt x="111" y="63"/>
                  </a:lnTo>
                  <a:cubicBezTo>
                    <a:pt x="127" y="63"/>
                    <a:pt x="143" y="78"/>
                    <a:pt x="143" y="78"/>
                  </a:cubicBezTo>
                  <a:cubicBezTo>
                    <a:pt x="143" y="95"/>
                    <a:pt x="158" y="95"/>
                    <a:pt x="158" y="95"/>
                  </a:cubicBezTo>
                  <a:lnTo>
                    <a:pt x="158" y="95"/>
                  </a:lnTo>
                  <a:lnTo>
                    <a:pt x="158" y="95"/>
                  </a:lnTo>
                  <a:lnTo>
                    <a:pt x="158" y="78"/>
                  </a:lnTo>
                  <a:cubicBezTo>
                    <a:pt x="143" y="63"/>
                    <a:pt x="158" y="47"/>
                    <a:pt x="175" y="32"/>
                  </a:cubicBezTo>
                  <a:lnTo>
                    <a:pt x="175" y="32"/>
                  </a:lnTo>
                  <a:lnTo>
                    <a:pt x="190" y="32"/>
                  </a:lnTo>
                  <a:cubicBezTo>
                    <a:pt x="190" y="32"/>
                    <a:pt x="206" y="32"/>
                    <a:pt x="221" y="47"/>
                  </a:cubicBezTo>
                  <a:lnTo>
                    <a:pt x="221" y="47"/>
                  </a:lnTo>
                  <a:lnTo>
                    <a:pt x="221" y="47"/>
                  </a:lnTo>
                  <a:cubicBezTo>
                    <a:pt x="221" y="32"/>
                    <a:pt x="238" y="15"/>
                    <a:pt x="253" y="15"/>
                  </a:cubicBezTo>
                  <a:cubicBezTo>
                    <a:pt x="253" y="15"/>
                    <a:pt x="269" y="15"/>
                    <a:pt x="269" y="32"/>
                  </a:cubicBezTo>
                  <a:lnTo>
                    <a:pt x="284" y="32"/>
                  </a:lnTo>
                  <a:cubicBezTo>
                    <a:pt x="284" y="32"/>
                    <a:pt x="284" y="15"/>
                    <a:pt x="269" y="15"/>
                  </a:cubicBezTo>
                  <a:cubicBezTo>
                    <a:pt x="269" y="0"/>
                    <a:pt x="253" y="0"/>
                    <a:pt x="25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5" name="Google Shape;1715;p38"/>
            <p:cNvSpPr/>
            <p:nvPr/>
          </p:nvSpPr>
          <p:spPr>
            <a:xfrm>
              <a:off x="3420543" y="1761698"/>
              <a:ext cx="8046" cy="3530"/>
            </a:xfrm>
            <a:custGeom>
              <a:avLst/>
              <a:gdLst/>
              <a:ahLst/>
              <a:cxnLst/>
              <a:rect l="l" t="t" r="r" b="b"/>
              <a:pathLst>
                <a:path w="253" h="111" extrusionOk="0">
                  <a:moveTo>
                    <a:pt x="47" y="0"/>
                  </a:moveTo>
                  <a:lnTo>
                    <a:pt x="32" y="0"/>
                  </a:lnTo>
                  <a:lnTo>
                    <a:pt x="16" y="16"/>
                  </a:lnTo>
                  <a:cubicBezTo>
                    <a:pt x="16" y="16"/>
                    <a:pt x="16" y="32"/>
                    <a:pt x="1" y="32"/>
                  </a:cubicBezTo>
                  <a:lnTo>
                    <a:pt x="16" y="32"/>
                  </a:lnTo>
                  <a:lnTo>
                    <a:pt x="16" y="32"/>
                  </a:lnTo>
                  <a:cubicBezTo>
                    <a:pt x="16" y="32"/>
                    <a:pt x="32" y="32"/>
                    <a:pt x="32" y="48"/>
                  </a:cubicBezTo>
                  <a:cubicBezTo>
                    <a:pt x="47" y="32"/>
                    <a:pt x="47" y="32"/>
                    <a:pt x="64" y="32"/>
                  </a:cubicBezTo>
                  <a:lnTo>
                    <a:pt x="64" y="32"/>
                  </a:lnTo>
                  <a:lnTo>
                    <a:pt x="64" y="32"/>
                  </a:lnTo>
                  <a:cubicBezTo>
                    <a:pt x="79" y="32"/>
                    <a:pt x="95" y="48"/>
                    <a:pt x="95" y="63"/>
                  </a:cubicBezTo>
                  <a:lnTo>
                    <a:pt x="95" y="95"/>
                  </a:lnTo>
                  <a:lnTo>
                    <a:pt x="95" y="95"/>
                  </a:lnTo>
                  <a:lnTo>
                    <a:pt x="110" y="95"/>
                  </a:lnTo>
                  <a:lnTo>
                    <a:pt x="127" y="95"/>
                  </a:lnTo>
                  <a:lnTo>
                    <a:pt x="142" y="95"/>
                  </a:lnTo>
                  <a:lnTo>
                    <a:pt x="158" y="95"/>
                  </a:lnTo>
                  <a:cubicBezTo>
                    <a:pt x="158" y="111"/>
                    <a:pt x="190" y="111"/>
                    <a:pt x="205" y="111"/>
                  </a:cubicBezTo>
                  <a:lnTo>
                    <a:pt x="221" y="111"/>
                  </a:lnTo>
                  <a:cubicBezTo>
                    <a:pt x="236" y="111"/>
                    <a:pt x="253" y="95"/>
                    <a:pt x="236" y="79"/>
                  </a:cubicBezTo>
                  <a:cubicBezTo>
                    <a:pt x="236" y="63"/>
                    <a:pt x="221" y="48"/>
                    <a:pt x="205" y="48"/>
                  </a:cubicBezTo>
                  <a:lnTo>
                    <a:pt x="205" y="48"/>
                  </a:lnTo>
                  <a:lnTo>
                    <a:pt x="190" y="48"/>
                  </a:lnTo>
                  <a:cubicBezTo>
                    <a:pt x="173" y="32"/>
                    <a:pt x="158" y="32"/>
                    <a:pt x="127" y="32"/>
                  </a:cubicBezTo>
                  <a:lnTo>
                    <a:pt x="95" y="32"/>
                  </a:lnTo>
                  <a:lnTo>
                    <a:pt x="79" y="32"/>
                  </a:lnTo>
                  <a:lnTo>
                    <a:pt x="79" y="32"/>
                  </a:lnTo>
                  <a:cubicBezTo>
                    <a:pt x="64" y="32"/>
                    <a:pt x="64" y="32"/>
                    <a:pt x="64" y="16"/>
                  </a:cubicBezTo>
                  <a:cubicBezTo>
                    <a:pt x="47" y="16"/>
                    <a:pt x="47" y="16"/>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6" name="Google Shape;1716;p38"/>
            <p:cNvSpPr/>
            <p:nvPr/>
          </p:nvSpPr>
          <p:spPr>
            <a:xfrm>
              <a:off x="3020166" y="1804283"/>
              <a:ext cx="6042" cy="4039"/>
            </a:xfrm>
            <a:custGeom>
              <a:avLst/>
              <a:gdLst/>
              <a:ahLst/>
              <a:cxnLst/>
              <a:rect l="l" t="t" r="r" b="b"/>
              <a:pathLst>
                <a:path w="190" h="127" extrusionOk="0">
                  <a:moveTo>
                    <a:pt x="158" y="1"/>
                  </a:moveTo>
                  <a:lnTo>
                    <a:pt x="158" y="1"/>
                  </a:lnTo>
                  <a:lnTo>
                    <a:pt x="158" y="1"/>
                  </a:lnTo>
                  <a:cubicBezTo>
                    <a:pt x="143" y="16"/>
                    <a:pt x="143" y="32"/>
                    <a:pt x="126" y="32"/>
                  </a:cubicBezTo>
                  <a:lnTo>
                    <a:pt x="111" y="32"/>
                  </a:lnTo>
                  <a:lnTo>
                    <a:pt x="111" y="32"/>
                  </a:lnTo>
                  <a:lnTo>
                    <a:pt x="80" y="32"/>
                  </a:lnTo>
                  <a:cubicBezTo>
                    <a:pt x="80" y="48"/>
                    <a:pt x="95" y="48"/>
                    <a:pt x="95" y="64"/>
                  </a:cubicBezTo>
                  <a:cubicBezTo>
                    <a:pt x="95" y="79"/>
                    <a:pt x="80" y="95"/>
                    <a:pt x="63" y="95"/>
                  </a:cubicBezTo>
                  <a:lnTo>
                    <a:pt x="32" y="95"/>
                  </a:lnTo>
                  <a:lnTo>
                    <a:pt x="32" y="95"/>
                  </a:lnTo>
                  <a:cubicBezTo>
                    <a:pt x="17" y="95"/>
                    <a:pt x="17" y="95"/>
                    <a:pt x="0" y="79"/>
                  </a:cubicBezTo>
                  <a:lnTo>
                    <a:pt x="0" y="111"/>
                  </a:lnTo>
                  <a:cubicBezTo>
                    <a:pt x="17" y="127"/>
                    <a:pt x="32" y="127"/>
                    <a:pt x="32" y="127"/>
                  </a:cubicBezTo>
                  <a:lnTo>
                    <a:pt x="48" y="127"/>
                  </a:lnTo>
                  <a:lnTo>
                    <a:pt x="48" y="127"/>
                  </a:lnTo>
                  <a:lnTo>
                    <a:pt x="126" y="95"/>
                  </a:lnTo>
                  <a:lnTo>
                    <a:pt x="158" y="79"/>
                  </a:lnTo>
                  <a:cubicBezTo>
                    <a:pt x="158" y="64"/>
                    <a:pt x="158" y="64"/>
                    <a:pt x="174" y="64"/>
                  </a:cubicBezTo>
                  <a:lnTo>
                    <a:pt x="189" y="48"/>
                  </a:lnTo>
                  <a:lnTo>
                    <a:pt x="189" y="16"/>
                  </a:lnTo>
                  <a:cubicBezTo>
                    <a:pt x="189" y="16"/>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7" name="Google Shape;1717;p38"/>
            <p:cNvSpPr/>
            <p:nvPr/>
          </p:nvSpPr>
          <p:spPr>
            <a:xfrm>
              <a:off x="3338362" y="1812806"/>
              <a:ext cx="4516" cy="3021"/>
            </a:xfrm>
            <a:custGeom>
              <a:avLst/>
              <a:gdLst/>
              <a:ahLst/>
              <a:cxnLst/>
              <a:rect l="l" t="t" r="r" b="b"/>
              <a:pathLst>
                <a:path w="142" h="95" extrusionOk="0">
                  <a:moveTo>
                    <a:pt x="127" y="0"/>
                  </a:moveTo>
                  <a:lnTo>
                    <a:pt x="95" y="17"/>
                  </a:lnTo>
                  <a:lnTo>
                    <a:pt x="47" y="32"/>
                  </a:lnTo>
                  <a:cubicBezTo>
                    <a:pt x="47" y="48"/>
                    <a:pt x="32" y="63"/>
                    <a:pt x="16" y="63"/>
                  </a:cubicBezTo>
                  <a:lnTo>
                    <a:pt x="16" y="63"/>
                  </a:lnTo>
                  <a:lnTo>
                    <a:pt x="1" y="63"/>
                  </a:lnTo>
                  <a:lnTo>
                    <a:pt x="1" y="80"/>
                  </a:lnTo>
                  <a:cubicBezTo>
                    <a:pt x="1" y="95"/>
                    <a:pt x="1" y="95"/>
                    <a:pt x="16" y="95"/>
                  </a:cubicBezTo>
                  <a:lnTo>
                    <a:pt x="32" y="95"/>
                  </a:lnTo>
                  <a:cubicBezTo>
                    <a:pt x="32" y="95"/>
                    <a:pt x="32" y="80"/>
                    <a:pt x="47" y="80"/>
                  </a:cubicBezTo>
                  <a:lnTo>
                    <a:pt x="64" y="63"/>
                  </a:lnTo>
                  <a:lnTo>
                    <a:pt x="79" y="63"/>
                  </a:lnTo>
                  <a:lnTo>
                    <a:pt x="79" y="63"/>
                  </a:lnTo>
                  <a:cubicBezTo>
                    <a:pt x="95" y="63"/>
                    <a:pt x="95" y="63"/>
                    <a:pt x="110" y="80"/>
                  </a:cubicBezTo>
                  <a:lnTo>
                    <a:pt x="110" y="80"/>
                  </a:lnTo>
                  <a:lnTo>
                    <a:pt x="142" y="63"/>
                  </a:lnTo>
                  <a:lnTo>
                    <a:pt x="127" y="63"/>
                  </a:lnTo>
                  <a:cubicBezTo>
                    <a:pt x="110" y="48"/>
                    <a:pt x="110" y="48"/>
                    <a:pt x="110" y="32"/>
                  </a:cubicBezTo>
                  <a:cubicBezTo>
                    <a:pt x="110" y="17"/>
                    <a:pt x="110"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8" name="Google Shape;1718;p38"/>
            <p:cNvSpPr/>
            <p:nvPr/>
          </p:nvSpPr>
          <p:spPr>
            <a:xfrm>
              <a:off x="3182015" y="1804792"/>
              <a:ext cx="3053" cy="4548"/>
            </a:xfrm>
            <a:custGeom>
              <a:avLst/>
              <a:gdLst/>
              <a:ahLst/>
              <a:cxnLst/>
              <a:rect l="l" t="t" r="r" b="b"/>
              <a:pathLst>
                <a:path w="96" h="143" extrusionOk="0">
                  <a:moveTo>
                    <a:pt x="16" y="0"/>
                  </a:moveTo>
                  <a:lnTo>
                    <a:pt x="16" y="0"/>
                  </a:lnTo>
                  <a:lnTo>
                    <a:pt x="16" y="0"/>
                  </a:lnTo>
                  <a:cubicBezTo>
                    <a:pt x="1" y="0"/>
                    <a:pt x="1" y="0"/>
                    <a:pt x="1" y="16"/>
                  </a:cubicBezTo>
                  <a:lnTo>
                    <a:pt x="16" y="95"/>
                  </a:lnTo>
                  <a:lnTo>
                    <a:pt x="16" y="111"/>
                  </a:lnTo>
                  <a:lnTo>
                    <a:pt x="47" y="142"/>
                  </a:lnTo>
                  <a:lnTo>
                    <a:pt x="64" y="142"/>
                  </a:lnTo>
                  <a:cubicBezTo>
                    <a:pt x="79" y="126"/>
                    <a:pt x="95" y="111"/>
                    <a:pt x="79" y="95"/>
                  </a:cubicBezTo>
                  <a:lnTo>
                    <a:pt x="47" y="16"/>
                  </a:lnTo>
                  <a:cubicBezTo>
                    <a:pt x="47" y="16"/>
                    <a:pt x="32" y="0"/>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9" name="Google Shape;1719;p38"/>
            <p:cNvSpPr/>
            <p:nvPr/>
          </p:nvSpPr>
          <p:spPr>
            <a:xfrm>
              <a:off x="3036704" y="1799767"/>
              <a:ext cx="5534" cy="4548"/>
            </a:xfrm>
            <a:custGeom>
              <a:avLst/>
              <a:gdLst/>
              <a:ahLst/>
              <a:cxnLst/>
              <a:rect l="l" t="t" r="r" b="b"/>
              <a:pathLst>
                <a:path w="174" h="143" extrusionOk="0">
                  <a:moveTo>
                    <a:pt x="110" y="1"/>
                  </a:moveTo>
                  <a:lnTo>
                    <a:pt x="110" y="1"/>
                  </a:lnTo>
                  <a:lnTo>
                    <a:pt x="95" y="1"/>
                  </a:lnTo>
                  <a:lnTo>
                    <a:pt x="95" y="1"/>
                  </a:lnTo>
                  <a:cubicBezTo>
                    <a:pt x="79" y="1"/>
                    <a:pt x="64" y="17"/>
                    <a:pt x="64" y="32"/>
                  </a:cubicBezTo>
                  <a:lnTo>
                    <a:pt x="47" y="64"/>
                  </a:lnTo>
                  <a:lnTo>
                    <a:pt x="47" y="64"/>
                  </a:lnTo>
                  <a:lnTo>
                    <a:pt x="32" y="64"/>
                  </a:lnTo>
                  <a:lnTo>
                    <a:pt x="32" y="64"/>
                  </a:lnTo>
                  <a:cubicBezTo>
                    <a:pt x="16" y="64"/>
                    <a:pt x="16" y="64"/>
                    <a:pt x="1" y="80"/>
                  </a:cubicBezTo>
                  <a:cubicBezTo>
                    <a:pt x="1" y="95"/>
                    <a:pt x="1" y="111"/>
                    <a:pt x="16" y="111"/>
                  </a:cubicBezTo>
                  <a:cubicBezTo>
                    <a:pt x="1" y="95"/>
                    <a:pt x="16" y="80"/>
                    <a:pt x="32" y="80"/>
                  </a:cubicBezTo>
                  <a:lnTo>
                    <a:pt x="47" y="80"/>
                  </a:lnTo>
                  <a:lnTo>
                    <a:pt x="47" y="80"/>
                  </a:lnTo>
                  <a:cubicBezTo>
                    <a:pt x="64" y="80"/>
                    <a:pt x="64" y="80"/>
                    <a:pt x="79" y="95"/>
                  </a:cubicBezTo>
                  <a:lnTo>
                    <a:pt x="95" y="127"/>
                  </a:lnTo>
                  <a:lnTo>
                    <a:pt x="95" y="143"/>
                  </a:lnTo>
                  <a:lnTo>
                    <a:pt x="110" y="127"/>
                  </a:lnTo>
                  <a:lnTo>
                    <a:pt x="110" y="95"/>
                  </a:lnTo>
                  <a:lnTo>
                    <a:pt x="127" y="111"/>
                  </a:lnTo>
                  <a:lnTo>
                    <a:pt x="142" y="111"/>
                  </a:lnTo>
                  <a:cubicBezTo>
                    <a:pt x="173" y="95"/>
                    <a:pt x="173" y="80"/>
                    <a:pt x="158" y="64"/>
                  </a:cubicBezTo>
                  <a:lnTo>
                    <a:pt x="142" y="17"/>
                  </a:lnTo>
                  <a:cubicBezTo>
                    <a:pt x="142" y="1"/>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0" name="Google Shape;1720;p38"/>
            <p:cNvSpPr/>
            <p:nvPr/>
          </p:nvSpPr>
          <p:spPr>
            <a:xfrm>
              <a:off x="3443600" y="1804283"/>
              <a:ext cx="4039" cy="6042"/>
            </a:xfrm>
            <a:custGeom>
              <a:avLst/>
              <a:gdLst/>
              <a:ahLst/>
              <a:cxnLst/>
              <a:rect l="l" t="t" r="r" b="b"/>
              <a:pathLst>
                <a:path w="127" h="190" extrusionOk="0">
                  <a:moveTo>
                    <a:pt x="95" y="1"/>
                  </a:moveTo>
                  <a:lnTo>
                    <a:pt x="63" y="16"/>
                  </a:lnTo>
                  <a:cubicBezTo>
                    <a:pt x="63" y="32"/>
                    <a:pt x="63" y="32"/>
                    <a:pt x="47" y="32"/>
                  </a:cubicBezTo>
                  <a:lnTo>
                    <a:pt x="47" y="32"/>
                  </a:lnTo>
                  <a:lnTo>
                    <a:pt x="32" y="32"/>
                  </a:lnTo>
                  <a:cubicBezTo>
                    <a:pt x="32" y="32"/>
                    <a:pt x="32" y="48"/>
                    <a:pt x="15" y="64"/>
                  </a:cubicBezTo>
                  <a:cubicBezTo>
                    <a:pt x="15" y="79"/>
                    <a:pt x="32" y="95"/>
                    <a:pt x="47" y="111"/>
                  </a:cubicBezTo>
                  <a:lnTo>
                    <a:pt x="15" y="127"/>
                  </a:lnTo>
                  <a:cubicBezTo>
                    <a:pt x="0" y="142"/>
                    <a:pt x="0" y="158"/>
                    <a:pt x="0" y="174"/>
                  </a:cubicBezTo>
                  <a:cubicBezTo>
                    <a:pt x="15" y="190"/>
                    <a:pt x="32" y="190"/>
                    <a:pt x="32" y="190"/>
                  </a:cubicBezTo>
                  <a:lnTo>
                    <a:pt x="47" y="190"/>
                  </a:lnTo>
                  <a:lnTo>
                    <a:pt x="63" y="190"/>
                  </a:lnTo>
                  <a:lnTo>
                    <a:pt x="95" y="158"/>
                  </a:lnTo>
                  <a:lnTo>
                    <a:pt x="95" y="142"/>
                  </a:lnTo>
                  <a:cubicBezTo>
                    <a:pt x="110" y="142"/>
                    <a:pt x="110" y="127"/>
                    <a:pt x="126" y="127"/>
                  </a:cubicBezTo>
                  <a:cubicBezTo>
                    <a:pt x="126" y="95"/>
                    <a:pt x="110" y="79"/>
                    <a:pt x="95" y="64"/>
                  </a:cubicBezTo>
                  <a:lnTo>
                    <a:pt x="95" y="64"/>
                  </a:lnTo>
                  <a:lnTo>
                    <a:pt x="95" y="64"/>
                  </a:lnTo>
                  <a:cubicBezTo>
                    <a:pt x="110" y="64"/>
                    <a:pt x="126" y="32"/>
                    <a:pt x="110" y="16"/>
                  </a:cubicBezTo>
                  <a:cubicBezTo>
                    <a:pt x="110" y="16"/>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1" name="Google Shape;1721;p38"/>
            <p:cNvSpPr/>
            <p:nvPr/>
          </p:nvSpPr>
          <p:spPr>
            <a:xfrm>
              <a:off x="3309293" y="1813315"/>
              <a:ext cx="6042" cy="5534"/>
            </a:xfrm>
            <a:custGeom>
              <a:avLst/>
              <a:gdLst/>
              <a:ahLst/>
              <a:cxnLst/>
              <a:rect l="l" t="t" r="r" b="b"/>
              <a:pathLst>
                <a:path w="190" h="174" extrusionOk="0">
                  <a:moveTo>
                    <a:pt x="110" y="1"/>
                  </a:moveTo>
                  <a:cubicBezTo>
                    <a:pt x="127" y="1"/>
                    <a:pt x="127" y="16"/>
                    <a:pt x="110" y="16"/>
                  </a:cubicBezTo>
                  <a:cubicBezTo>
                    <a:pt x="110" y="32"/>
                    <a:pt x="95" y="47"/>
                    <a:pt x="79" y="47"/>
                  </a:cubicBezTo>
                  <a:lnTo>
                    <a:pt x="64" y="32"/>
                  </a:lnTo>
                  <a:lnTo>
                    <a:pt x="16" y="16"/>
                  </a:lnTo>
                  <a:lnTo>
                    <a:pt x="16" y="1"/>
                  </a:lnTo>
                  <a:cubicBezTo>
                    <a:pt x="16" y="16"/>
                    <a:pt x="16" y="16"/>
                    <a:pt x="1" y="16"/>
                  </a:cubicBezTo>
                  <a:lnTo>
                    <a:pt x="1" y="32"/>
                  </a:lnTo>
                  <a:lnTo>
                    <a:pt x="1" y="47"/>
                  </a:lnTo>
                  <a:lnTo>
                    <a:pt x="1" y="47"/>
                  </a:lnTo>
                  <a:lnTo>
                    <a:pt x="1" y="47"/>
                  </a:lnTo>
                  <a:cubicBezTo>
                    <a:pt x="16" y="47"/>
                    <a:pt x="32" y="47"/>
                    <a:pt x="32" y="64"/>
                  </a:cubicBezTo>
                  <a:lnTo>
                    <a:pt x="32" y="64"/>
                  </a:lnTo>
                  <a:lnTo>
                    <a:pt x="64" y="64"/>
                  </a:lnTo>
                  <a:lnTo>
                    <a:pt x="64" y="47"/>
                  </a:lnTo>
                  <a:cubicBezTo>
                    <a:pt x="79" y="47"/>
                    <a:pt x="79" y="47"/>
                    <a:pt x="95" y="64"/>
                  </a:cubicBezTo>
                  <a:lnTo>
                    <a:pt x="110" y="64"/>
                  </a:lnTo>
                  <a:lnTo>
                    <a:pt x="110" y="79"/>
                  </a:lnTo>
                  <a:lnTo>
                    <a:pt x="110" y="127"/>
                  </a:lnTo>
                  <a:lnTo>
                    <a:pt x="110" y="142"/>
                  </a:lnTo>
                  <a:cubicBezTo>
                    <a:pt x="110" y="158"/>
                    <a:pt x="127" y="173"/>
                    <a:pt x="142" y="173"/>
                  </a:cubicBezTo>
                  <a:lnTo>
                    <a:pt x="142" y="173"/>
                  </a:lnTo>
                  <a:cubicBezTo>
                    <a:pt x="173" y="173"/>
                    <a:pt x="190" y="158"/>
                    <a:pt x="173" y="142"/>
                  </a:cubicBezTo>
                  <a:lnTo>
                    <a:pt x="173" y="127"/>
                  </a:lnTo>
                  <a:lnTo>
                    <a:pt x="173" y="32"/>
                  </a:lnTo>
                  <a:cubicBezTo>
                    <a:pt x="173" y="16"/>
                    <a:pt x="158" y="16"/>
                    <a:pt x="142" y="1"/>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2" name="Google Shape;1722;p38"/>
            <p:cNvSpPr/>
            <p:nvPr/>
          </p:nvSpPr>
          <p:spPr>
            <a:xfrm>
              <a:off x="3320329" y="1775246"/>
              <a:ext cx="5025" cy="3498"/>
            </a:xfrm>
            <a:custGeom>
              <a:avLst/>
              <a:gdLst/>
              <a:ahLst/>
              <a:cxnLst/>
              <a:rect l="l" t="t" r="r" b="b"/>
              <a:pathLst>
                <a:path w="158" h="110" extrusionOk="0">
                  <a:moveTo>
                    <a:pt x="126" y="0"/>
                  </a:moveTo>
                  <a:lnTo>
                    <a:pt x="110" y="0"/>
                  </a:lnTo>
                  <a:lnTo>
                    <a:pt x="110" y="0"/>
                  </a:lnTo>
                  <a:lnTo>
                    <a:pt x="79" y="15"/>
                  </a:lnTo>
                  <a:lnTo>
                    <a:pt x="47" y="15"/>
                  </a:lnTo>
                  <a:lnTo>
                    <a:pt x="32" y="15"/>
                  </a:lnTo>
                  <a:lnTo>
                    <a:pt x="32" y="15"/>
                  </a:lnTo>
                  <a:cubicBezTo>
                    <a:pt x="16" y="15"/>
                    <a:pt x="16" y="15"/>
                    <a:pt x="16" y="32"/>
                  </a:cubicBezTo>
                  <a:lnTo>
                    <a:pt x="16" y="32"/>
                  </a:lnTo>
                  <a:lnTo>
                    <a:pt x="0" y="32"/>
                  </a:lnTo>
                  <a:lnTo>
                    <a:pt x="0" y="32"/>
                  </a:lnTo>
                  <a:cubicBezTo>
                    <a:pt x="0" y="47"/>
                    <a:pt x="16" y="47"/>
                    <a:pt x="16" y="63"/>
                  </a:cubicBezTo>
                  <a:lnTo>
                    <a:pt x="32" y="95"/>
                  </a:lnTo>
                  <a:lnTo>
                    <a:pt x="32" y="95"/>
                  </a:lnTo>
                  <a:lnTo>
                    <a:pt x="32" y="95"/>
                  </a:lnTo>
                  <a:cubicBezTo>
                    <a:pt x="47" y="110"/>
                    <a:pt x="63" y="110"/>
                    <a:pt x="79" y="110"/>
                  </a:cubicBezTo>
                  <a:lnTo>
                    <a:pt x="79" y="110"/>
                  </a:lnTo>
                  <a:lnTo>
                    <a:pt x="79" y="110"/>
                  </a:lnTo>
                  <a:lnTo>
                    <a:pt x="110" y="110"/>
                  </a:lnTo>
                  <a:cubicBezTo>
                    <a:pt x="110" y="95"/>
                    <a:pt x="126" y="78"/>
                    <a:pt x="126" y="78"/>
                  </a:cubicBezTo>
                  <a:lnTo>
                    <a:pt x="158" y="63"/>
                  </a:lnTo>
                  <a:lnTo>
                    <a:pt x="158" y="47"/>
                  </a:lnTo>
                  <a:lnTo>
                    <a:pt x="158" y="15"/>
                  </a:lnTo>
                  <a:lnTo>
                    <a:pt x="142"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3" name="Google Shape;1723;p38"/>
            <p:cNvSpPr/>
            <p:nvPr/>
          </p:nvSpPr>
          <p:spPr>
            <a:xfrm>
              <a:off x="3013137" y="1799290"/>
              <a:ext cx="3053" cy="6042"/>
            </a:xfrm>
            <a:custGeom>
              <a:avLst/>
              <a:gdLst/>
              <a:ahLst/>
              <a:cxnLst/>
              <a:rect l="l" t="t" r="r" b="b"/>
              <a:pathLst>
                <a:path w="96" h="190" extrusionOk="0">
                  <a:moveTo>
                    <a:pt x="48" y="0"/>
                  </a:moveTo>
                  <a:lnTo>
                    <a:pt x="48" y="0"/>
                  </a:lnTo>
                  <a:cubicBezTo>
                    <a:pt x="32" y="0"/>
                    <a:pt x="17" y="16"/>
                    <a:pt x="17" y="16"/>
                  </a:cubicBezTo>
                  <a:lnTo>
                    <a:pt x="17" y="32"/>
                  </a:lnTo>
                  <a:cubicBezTo>
                    <a:pt x="1" y="47"/>
                    <a:pt x="1" y="63"/>
                    <a:pt x="1" y="79"/>
                  </a:cubicBezTo>
                  <a:cubicBezTo>
                    <a:pt x="17" y="110"/>
                    <a:pt x="48" y="142"/>
                    <a:pt x="80" y="189"/>
                  </a:cubicBezTo>
                  <a:cubicBezTo>
                    <a:pt x="95" y="158"/>
                    <a:pt x="95" y="142"/>
                    <a:pt x="95" y="110"/>
                  </a:cubicBezTo>
                  <a:lnTo>
                    <a:pt x="95" y="95"/>
                  </a:lnTo>
                  <a:cubicBezTo>
                    <a:pt x="95" y="79"/>
                    <a:pt x="80" y="79"/>
                    <a:pt x="80" y="63"/>
                  </a:cubicBezTo>
                  <a:lnTo>
                    <a:pt x="80" y="47"/>
                  </a:lnTo>
                  <a:lnTo>
                    <a:pt x="80" y="32"/>
                  </a:lnTo>
                  <a:cubicBezTo>
                    <a:pt x="80" y="32"/>
                    <a:pt x="80" y="16"/>
                    <a:pt x="64" y="0"/>
                  </a:cubicBezTo>
                  <a:lnTo>
                    <a:pt x="64"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4" name="Google Shape;1724;p38"/>
            <p:cNvSpPr/>
            <p:nvPr/>
          </p:nvSpPr>
          <p:spPr>
            <a:xfrm>
              <a:off x="3179025" y="1783261"/>
              <a:ext cx="3021" cy="2512"/>
            </a:xfrm>
            <a:custGeom>
              <a:avLst/>
              <a:gdLst/>
              <a:ahLst/>
              <a:cxnLst/>
              <a:rect l="l" t="t" r="r" b="b"/>
              <a:pathLst>
                <a:path w="95" h="79" extrusionOk="0">
                  <a:moveTo>
                    <a:pt x="95" y="0"/>
                  </a:moveTo>
                  <a:cubicBezTo>
                    <a:pt x="78" y="0"/>
                    <a:pt x="63" y="15"/>
                    <a:pt x="47" y="15"/>
                  </a:cubicBezTo>
                  <a:cubicBezTo>
                    <a:pt x="32" y="15"/>
                    <a:pt x="32" y="15"/>
                    <a:pt x="15" y="0"/>
                  </a:cubicBezTo>
                  <a:lnTo>
                    <a:pt x="0" y="47"/>
                  </a:lnTo>
                  <a:cubicBezTo>
                    <a:pt x="0" y="63"/>
                    <a:pt x="15" y="78"/>
                    <a:pt x="32" y="78"/>
                  </a:cubicBezTo>
                  <a:lnTo>
                    <a:pt x="47" y="78"/>
                  </a:lnTo>
                  <a:lnTo>
                    <a:pt x="63" y="78"/>
                  </a:lnTo>
                  <a:lnTo>
                    <a:pt x="78" y="63"/>
                  </a:lnTo>
                  <a:lnTo>
                    <a:pt x="78" y="32"/>
                  </a:lnTo>
                  <a:lnTo>
                    <a:pt x="78"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5" name="Google Shape;1725;p38"/>
            <p:cNvSpPr/>
            <p:nvPr/>
          </p:nvSpPr>
          <p:spPr>
            <a:xfrm>
              <a:off x="3327835" y="1766214"/>
              <a:ext cx="3562" cy="4039"/>
            </a:xfrm>
            <a:custGeom>
              <a:avLst/>
              <a:gdLst/>
              <a:ahLst/>
              <a:cxnLst/>
              <a:rect l="l" t="t" r="r" b="b"/>
              <a:pathLst>
                <a:path w="112" h="127" extrusionOk="0">
                  <a:moveTo>
                    <a:pt x="63" y="1"/>
                  </a:moveTo>
                  <a:lnTo>
                    <a:pt x="63" y="1"/>
                  </a:lnTo>
                  <a:cubicBezTo>
                    <a:pt x="48" y="16"/>
                    <a:pt x="32" y="16"/>
                    <a:pt x="32" y="32"/>
                  </a:cubicBezTo>
                  <a:lnTo>
                    <a:pt x="0" y="64"/>
                  </a:lnTo>
                  <a:lnTo>
                    <a:pt x="0" y="79"/>
                  </a:lnTo>
                  <a:cubicBezTo>
                    <a:pt x="0" y="95"/>
                    <a:pt x="0" y="110"/>
                    <a:pt x="16" y="110"/>
                  </a:cubicBezTo>
                  <a:lnTo>
                    <a:pt x="32" y="110"/>
                  </a:lnTo>
                  <a:lnTo>
                    <a:pt x="48" y="110"/>
                  </a:lnTo>
                  <a:cubicBezTo>
                    <a:pt x="63" y="127"/>
                    <a:pt x="63" y="127"/>
                    <a:pt x="80" y="127"/>
                  </a:cubicBezTo>
                  <a:lnTo>
                    <a:pt x="95" y="127"/>
                  </a:lnTo>
                  <a:cubicBezTo>
                    <a:pt x="95" y="127"/>
                    <a:pt x="111" y="110"/>
                    <a:pt x="111" y="95"/>
                  </a:cubicBezTo>
                  <a:lnTo>
                    <a:pt x="111" y="79"/>
                  </a:lnTo>
                  <a:lnTo>
                    <a:pt x="95" y="32"/>
                  </a:lnTo>
                  <a:cubicBezTo>
                    <a:pt x="95"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6" name="Google Shape;1726;p38"/>
            <p:cNvSpPr/>
            <p:nvPr/>
          </p:nvSpPr>
          <p:spPr>
            <a:xfrm>
              <a:off x="3439052" y="1772702"/>
              <a:ext cx="5565" cy="7060"/>
            </a:xfrm>
            <a:custGeom>
              <a:avLst/>
              <a:gdLst/>
              <a:ahLst/>
              <a:cxnLst/>
              <a:rect l="l" t="t" r="r" b="b"/>
              <a:pathLst>
                <a:path w="175" h="222" extrusionOk="0">
                  <a:moveTo>
                    <a:pt x="32" y="1"/>
                  </a:moveTo>
                  <a:lnTo>
                    <a:pt x="32" y="1"/>
                  </a:lnTo>
                  <a:cubicBezTo>
                    <a:pt x="17" y="1"/>
                    <a:pt x="1" y="17"/>
                    <a:pt x="1" y="17"/>
                  </a:cubicBezTo>
                  <a:cubicBezTo>
                    <a:pt x="1" y="32"/>
                    <a:pt x="1" y="64"/>
                    <a:pt x="17" y="64"/>
                  </a:cubicBezTo>
                  <a:lnTo>
                    <a:pt x="32" y="64"/>
                  </a:lnTo>
                  <a:lnTo>
                    <a:pt x="17" y="95"/>
                  </a:lnTo>
                  <a:cubicBezTo>
                    <a:pt x="1" y="112"/>
                    <a:pt x="1" y="127"/>
                    <a:pt x="17" y="143"/>
                  </a:cubicBezTo>
                  <a:lnTo>
                    <a:pt x="64" y="206"/>
                  </a:lnTo>
                  <a:cubicBezTo>
                    <a:pt x="80" y="221"/>
                    <a:pt x="80" y="221"/>
                    <a:pt x="95" y="221"/>
                  </a:cubicBezTo>
                  <a:lnTo>
                    <a:pt x="95" y="221"/>
                  </a:lnTo>
                  <a:lnTo>
                    <a:pt x="95" y="221"/>
                  </a:lnTo>
                  <a:lnTo>
                    <a:pt x="95" y="221"/>
                  </a:lnTo>
                  <a:cubicBezTo>
                    <a:pt x="112" y="221"/>
                    <a:pt x="127" y="206"/>
                    <a:pt x="127" y="206"/>
                  </a:cubicBezTo>
                  <a:lnTo>
                    <a:pt x="143" y="175"/>
                  </a:lnTo>
                  <a:lnTo>
                    <a:pt x="158" y="127"/>
                  </a:lnTo>
                  <a:cubicBezTo>
                    <a:pt x="175" y="112"/>
                    <a:pt x="175" y="95"/>
                    <a:pt x="158" y="80"/>
                  </a:cubicBezTo>
                  <a:lnTo>
                    <a:pt x="143" y="80"/>
                  </a:lnTo>
                  <a:cubicBezTo>
                    <a:pt x="143" y="95"/>
                    <a:pt x="143" y="95"/>
                    <a:pt x="127" y="112"/>
                  </a:cubicBezTo>
                  <a:lnTo>
                    <a:pt x="95" y="127"/>
                  </a:lnTo>
                  <a:lnTo>
                    <a:pt x="95" y="127"/>
                  </a:lnTo>
                  <a:lnTo>
                    <a:pt x="80" y="127"/>
                  </a:lnTo>
                  <a:lnTo>
                    <a:pt x="80" y="127"/>
                  </a:lnTo>
                  <a:lnTo>
                    <a:pt x="64" y="127"/>
                  </a:lnTo>
                  <a:cubicBezTo>
                    <a:pt x="64" y="127"/>
                    <a:pt x="49" y="127"/>
                    <a:pt x="32" y="112"/>
                  </a:cubicBezTo>
                  <a:cubicBezTo>
                    <a:pt x="32" y="95"/>
                    <a:pt x="32" y="64"/>
                    <a:pt x="64" y="64"/>
                  </a:cubicBezTo>
                  <a:lnTo>
                    <a:pt x="95" y="49"/>
                  </a:lnTo>
                  <a:lnTo>
                    <a:pt x="95" y="49"/>
                  </a:ln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7" name="Google Shape;1727;p38"/>
            <p:cNvSpPr/>
            <p:nvPr/>
          </p:nvSpPr>
          <p:spPr>
            <a:xfrm>
              <a:off x="3180011" y="1801771"/>
              <a:ext cx="2512" cy="7060"/>
            </a:xfrm>
            <a:custGeom>
              <a:avLst/>
              <a:gdLst/>
              <a:ahLst/>
              <a:cxnLst/>
              <a:rect l="l" t="t" r="r" b="b"/>
              <a:pathLst>
                <a:path w="79" h="222" extrusionOk="0">
                  <a:moveTo>
                    <a:pt x="32" y="1"/>
                  </a:moveTo>
                  <a:lnTo>
                    <a:pt x="32" y="1"/>
                  </a:lnTo>
                  <a:cubicBezTo>
                    <a:pt x="47" y="17"/>
                    <a:pt x="32" y="32"/>
                    <a:pt x="16" y="48"/>
                  </a:cubicBezTo>
                  <a:lnTo>
                    <a:pt x="1" y="48"/>
                  </a:lnTo>
                  <a:lnTo>
                    <a:pt x="32" y="95"/>
                  </a:lnTo>
                  <a:cubicBezTo>
                    <a:pt x="32" y="111"/>
                    <a:pt x="32" y="143"/>
                    <a:pt x="16" y="143"/>
                  </a:cubicBezTo>
                  <a:lnTo>
                    <a:pt x="1" y="158"/>
                  </a:lnTo>
                  <a:lnTo>
                    <a:pt x="1" y="190"/>
                  </a:lnTo>
                  <a:cubicBezTo>
                    <a:pt x="1" y="206"/>
                    <a:pt x="16" y="221"/>
                    <a:pt x="32" y="221"/>
                  </a:cubicBezTo>
                  <a:lnTo>
                    <a:pt x="32" y="221"/>
                  </a:lnTo>
                  <a:cubicBezTo>
                    <a:pt x="64" y="221"/>
                    <a:pt x="79" y="206"/>
                    <a:pt x="79" y="190"/>
                  </a:cubicBezTo>
                  <a:lnTo>
                    <a:pt x="79" y="190"/>
                  </a:lnTo>
                  <a:lnTo>
                    <a:pt x="64" y="111"/>
                  </a:lnTo>
                  <a:lnTo>
                    <a:pt x="64"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8" name="Google Shape;1728;p38"/>
            <p:cNvSpPr/>
            <p:nvPr/>
          </p:nvSpPr>
          <p:spPr>
            <a:xfrm>
              <a:off x="3170470" y="1801771"/>
              <a:ext cx="5565" cy="3053"/>
            </a:xfrm>
            <a:custGeom>
              <a:avLst/>
              <a:gdLst/>
              <a:ahLst/>
              <a:cxnLst/>
              <a:rect l="l" t="t" r="r" b="b"/>
              <a:pathLst>
                <a:path w="175" h="96" extrusionOk="0">
                  <a:moveTo>
                    <a:pt x="143" y="1"/>
                  </a:moveTo>
                  <a:lnTo>
                    <a:pt x="143" y="1"/>
                  </a:lnTo>
                  <a:lnTo>
                    <a:pt x="127" y="17"/>
                  </a:lnTo>
                  <a:lnTo>
                    <a:pt x="49" y="17"/>
                  </a:lnTo>
                  <a:lnTo>
                    <a:pt x="32" y="17"/>
                  </a:lnTo>
                  <a:lnTo>
                    <a:pt x="1" y="17"/>
                  </a:lnTo>
                  <a:lnTo>
                    <a:pt x="1" y="17"/>
                  </a:lnTo>
                  <a:cubicBezTo>
                    <a:pt x="17" y="17"/>
                    <a:pt x="17" y="32"/>
                    <a:pt x="32" y="48"/>
                  </a:cubicBezTo>
                  <a:cubicBezTo>
                    <a:pt x="32" y="64"/>
                    <a:pt x="32" y="80"/>
                    <a:pt x="1" y="95"/>
                  </a:cubicBezTo>
                  <a:lnTo>
                    <a:pt x="1" y="95"/>
                  </a:lnTo>
                  <a:lnTo>
                    <a:pt x="17" y="95"/>
                  </a:lnTo>
                  <a:lnTo>
                    <a:pt x="17" y="95"/>
                  </a:lnTo>
                  <a:lnTo>
                    <a:pt x="112" y="80"/>
                  </a:lnTo>
                  <a:lnTo>
                    <a:pt x="158" y="80"/>
                  </a:lnTo>
                  <a:lnTo>
                    <a:pt x="175" y="64"/>
                  </a:lnTo>
                  <a:cubicBezTo>
                    <a:pt x="158" y="64"/>
                    <a:pt x="158" y="48"/>
                    <a:pt x="158" y="32"/>
                  </a:cubicBezTo>
                  <a:lnTo>
                    <a:pt x="175" y="17"/>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9" name="Google Shape;1729;p38"/>
            <p:cNvSpPr/>
            <p:nvPr/>
          </p:nvSpPr>
          <p:spPr>
            <a:xfrm>
              <a:off x="3158448" y="1804792"/>
              <a:ext cx="5565" cy="3021"/>
            </a:xfrm>
            <a:custGeom>
              <a:avLst/>
              <a:gdLst/>
              <a:ahLst/>
              <a:cxnLst/>
              <a:rect l="l" t="t" r="r" b="b"/>
              <a:pathLst>
                <a:path w="175" h="95" extrusionOk="0">
                  <a:moveTo>
                    <a:pt x="32" y="0"/>
                  </a:moveTo>
                  <a:lnTo>
                    <a:pt x="32" y="0"/>
                  </a:lnTo>
                  <a:lnTo>
                    <a:pt x="17" y="0"/>
                  </a:lnTo>
                  <a:cubicBezTo>
                    <a:pt x="1" y="0"/>
                    <a:pt x="1" y="32"/>
                    <a:pt x="1" y="48"/>
                  </a:cubicBezTo>
                  <a:cubicBezTo>
                    <a:pt x="17" y="48"/>
                    <a:pt x="17" y="48"/>
                    <a:pt x="17" y="63"/>
                  </a:cubicBezTo>
                  <a:lnTo>
                    <a:pt x="17" y="63"/>
                  </a:lnTo>
                  <a:lnTo>
                    <a:pt x="17" y="48"/>
                  </a:lnTo>
                  <a:cubicBezTo>
                    <a:pt x="32" y="32"/>
                    <a:pt x="32" y="16"/>
                    <a:pt x="49" y="16"/>
                  </a:cubicBezTo>
                  <a:lnTo>
                    <a:pt x="49" y="16"/>
                  </a:lnTo>
                  <a:cubicBezTo>
                    <a:pt x="64" y="16"/>
                    <a:pt x="64" y="16"/>
                    <a:pt x="64" y="32"/>
                  </a:cubicBezTo>
                  <a:cubicBezTo>
                    <a:pt x="80" y="32"/>
                    <a:pt x="95" y="48"/>
                    <a:pt x="80" y="63"/>
                  </a:cubicBezTo>
                  <a:lnTo>
                    <a:pt x="80" y="95"/>
                  </a:lnTo>
                  <a:lnTo>
                    <a:pt x="95" y="95"/>
                  </a:lnTo>
                  <a:lnTo>
                    <a:pt x="95" y="95"/>
                  </a:lnTo>
                  <a:lnTo>
                    <a:pt x="95" y="63"/>
                  </a:lnTo>
                  <a:cubicBezTo>
                    <a:pt x="95" y="48"/>
                    <a:pt x="112" y="32"/>
                    <a:pt x="127" y="32"/>
                  </a:cubicBezTo>
                  <a:lnTo>
                    <a:pt x="127" y="32"/>
                  </a:lnTo>
                  <a:lnTo>
                    <a:pt x="127" y="32"/>
                  </a:lnTo>
                  <a:lnTo>
                    <a:pt x="158" y="48"/>
                  </a:lnTo>
                  <a:lnTo>
                    <a:pt x="175" y="48"/>
                  </a:lnTo>
                  <a:lnTo>
                    <a:pt x="158" y="32"/>
                  </a:lnTo>
                  <a:cubicBezTo>
                    <a:pt x="158" y="16"/>
                    <a:pt x="143" y="16"/>
                    <a:pt x="127" y="16"/>
                  </a:cubicBezTo>
                  <a:lnTo>
                    <a:pt x="112" y="16"/>
                  </a:lnTo>
                  <a:cubicBezTo>
                    <a:pt x="112" y="32"/>
                    <a:pt x="95" y="32"/>
                    <a:pt x="95" y="32"/>
                  </a:cubicBezTo>
                  <a:cubicBezTo>
                    <a:pt x="80" y="32"/>
                    <a:pt x="80" y="32"/>
                    <a:pt x="80" y="16"/>
                  </a:cubicBezTo>
                  <a:lnTo>
                    <a:pt x="64" y="16"/>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0" name="Google Shape;1730;p38"/>
            <p:cNvSpPr/>
            <p:nvPr/>
          </p:nvSpPr>
          <p:spPr>
            <a:xfrm>
              <a:off x="3110361" y="1786250"/>
              <a:ext cx="4039" cy="3053"/>
            </a:xfrm>
            <a:custGeom>
              <a:avLst/>
              <a:gdLst/>
              <a:ahLst/>
              <a:cxnLst/>
              <a:rect l="l" t="t" r="r" b="b"/>
              <a:pathLst>
                <a:path w="127" h="96" extrusionOk="0">
                  <a:moveTo>
                    <a:pt x="95" y="1"/>
                  </a:moveTo>
                  <a:lnTo>
                    <a:pt x="80" y="1"/>
                  </a:lnTo>
                  <a:lnTo>
                    <a:pt x="63" y="1"/>
                  </a:lnTo>
                  <a:cubicBezTo>
                    <a:pt x="48" y="16"/>
                    <a:pt x="32" y="16"/>
                    <a:pt x="17" y="16"/>
                  </a:cubicBezTo>
                  <a:lnTo>
                    <a:pt x="17" y="47"/>
                  </a:lnTo>
                  <a:cubicBezTo>
                    <a:pt x="17" y="64"/>
                    <a:pt x="17" y="79"/>
                    <a:pt x="0" y="79"/>
                  </a:cubicBezTo>
                  <a:cubicBezTo>
                    <a:pt x="0" y="95"/>
                    <a:pt x="17" y="95"/>
                    <a:pt x="17" y="95"/>
                  </a:cubicBezTo>
                  <a:lnTo>
                    <a:pt x="32" y="95"/>
                  </a:lnTo>
                  <a:lnTo>
                    <a:pt x="80" y="79"/>
                  </a:lnTo>
                  <a:lnTo>
                    <a:pt x="80" y="79"/>
                  </a:lnTo>
                  <a:lnTo>
                    <a:pt x="95" y="64"/>
                  </a:lnTo>
                  <a:cubicBezTo>
                    <a:pt x="111" y="64"/>
                    <a:pt x="126" y="47"/>
                    <a:pt x="111" y="32"/>
                  </a:cubicBezTo>
                  <a:lnTo>
                    <a:pt x="111" y="16"/>
                  </a:lnTo>
                  <a:lnTo>
                    <a:pt x="111" y="16"/>
                  </a:lnTo>
                  <a:cubicBezTo>
                    <a:pt x="111" y="1"/>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1" name="Google Shape;1731;p38"/>
            <p:cNvSpPr/>
            <p:nvPr/>
          </p:nvSpPr>
          <p:spPr>
            <a:xfrm>
              <a:off x="3245654" y="1824828"/>
              <a:ext cx="5025" cy="3562"/>
            </a:xfrm>
            <a:custGeom>
              <a:avLst/>
              <a:gdLst/>
              <a:ahLst/>
              <a:cxnLst/>
              <a:rect l="l" t="t" r="r" b="b"/>
              <a:pathLst>
                <a:path w="158" h="112" extrusionOk="0">
                  <a:moveTo>
                    <a:pt x="32" y="0"/>
                  </a:moveTo>
                  <a:lnTo>
                    <a:pt x="32" y="0"/>
                  </a:lnTo>
                  <a:lnTo>
                    <a:pt x="17" y="0"/>
                  </a:lnTo>
                  <a:cubicBezTo>
                    <a:pt x="0" y="0"/>
                    <a:pt x="0" y="17"/>
                    <a:pt x="0" y="32"/>
                  </a:cubicBezTo>
                  <a:cubicBezTo>
                    <a:pt x="0" y="48"/>
                    <a:pt x="17" y="63"/>
                    <a:pt x="32" y="63"/>
                  </a:cubicBezTo>
                  <a:lnTo>
                    <a:pt x="32" y="63"/>
                  </a:lnTo>
                  <a:lnTo>
                    <a:pt x="48" y="63"/>
                  </a:lnTo>
                  <a:cubicBezTo>
                    <a:pt x="48" y="80"/>
                    <a:pt x="63" y="111"/>
                    <a:pt x="95" y="111"/>
                  </a:cubicBezTo>
                  <a:lnTo>
                    <a:pt x="95" y="111"/>
                  </a:lnTo>
                  <a:cubicBezTo>
                    <a:pt x="126" y="111"/>
                    <a:pt x="143" y="80"/>
                    <a:pt x="158" y="63"/>
                  </a:cubicBezTo>
                  <a:lnTo>
                    <a:pt x="158" y="32"/>
                  </a:lnTo>
                  <a:cubicBezTo>
                    <a:pt x="158" y="32"/>
                    <a:pt x="158" y="17"/>
                    <a:pt x="143" y="17"/>
                  </a:cubicBezTo>
                  <a:lnTo>
                    <a:pt x="126" y="17"/>
                  </a:lnTo>
                  <a:cubicBezTo>
                    <a:pt x="111" y="17"/>
                    <a:pt x="111" y="17"/>
                    <a:pt x="95" y="32"/>
                  </a:cubicBezTo>
                  <a:lnTo>
                    <a:pt x="95" y="32"/>
                  </a:lnTo>
                  <a:lnTo>
                    <a:pt x="95" y="32"/>
                  </a:lnTo>
                  <a:lnTo>
                    <a:pt x="95" y="17"/>
                  </a:lnTo>
                  <a:cubicBezTo>
                    <a:pt x="80" y="17"/>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2" name="Google Shape;1732;p38"/>
            <p:cNvSpPr/>
            <p:nvPr/>
          </p:nvSpPr>
          <p:spPr>
            <a:xfrm>
              <a:off x="3053751" y="1809308"/>
              <a:ext cx="5025" cy="4516"/>
            </a:xfrm>
            <a:custGeom>
              <a:avLst/>
              <a:gdLst/>
              <a:ahLst/>
              <a:cxnLst/>
              <a:rect l="l" t="t" r="r" b="b"/>
              <a:pathLst>
                <a:path w="158" h="142" extrusionOk="0">
                  <a:moveTo>
                    <a:pt x="126" y="0"/>
                  </a:moveTo>
                  <a:lnTo>
                    <a:pt x="126" y="0"/>
                  </a:lnTo>
                  <a:lnTo>
                    <a:pt x="95" y="0"/>
                  </a:lnTo>
                  <a:lnTo>
                    <a:pt x="16" y="95"/>
                  </a:lnTo>
                  <a:cubicBezTo>
                    <a:pt x="0" y="110"/>
                    <a:pt x="0" y="127"/>
                    <a:pt x="16" y="142"/>
                  </a:cubicBezTo>
                  <a:lnTo>
                    <a:pt x="32" y="142"/>
                  </a:lnTo>
                  <a:lnTo>
                    <a:pt x="63" y="142"/>
                  </a:lnTo>
                  <a:lnTo>
                    <a:pt x="142" y="47"/>
                  </a:lnTo>
                  <a:cubicBezTo>
                    <a:pt x="158" y="47"/>
                    <a:pt x="158" y="16"/>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3" name="Google Shape;1733;p38"/>
            <p:cNvSpPr/>
            <p:nvPr/>
          </p:nvSpPr>
          <p:spPr>
            <a:xfrm>
              <a:off x="3337853" y="1788254"/>
              <a:ext cx="4039" cy="2512"/>
            </a:xfrm>
            <a:custGeom>
              <a:avLst/>
              <a:gdLst/>
              <a:ahLst/>
              <a:cxnLst/>
              <a:rect l="l" t="t" r="r" b="b"/>
              <a:pathLst>
                <a:path w="127" h="79" extrusionOk="0">
                  <a:moveTo>
                    <a:pt x="95" y="1"/>
                  </a:moveTo>
                  <a:lnTo>
                    <a:pt x="95" y="1"/>
                  </a:lnTo>
                  <a:lnTo>
                    <a:pt x="32" y="16"/>
                  </a:lnTo>
                  <a:cubicBezTo>
                    <a:pt x="17" y="16"/>
                    <a:pt x="0" y="32"/>
                    <a:pt x="0" y="47"/>
                  </a:cubicBezTo>
                  <a:cubicBezTo>
                    <a:pt x="0" y="64"/>
                    <a:pt x="0" y="64"/>
                    <a:pt x="17" y="79"/>
                  </a:cubicBezTo>
                  <a:lnTo>
                    <a:pt x="17" y="79"/>
                  </a:lnTo>
                  <a:lnTo>
                    <a:pt x="32" y="64"/>
                  </a:lnTo>
                  <a:cubicBezTo>
                    <a:pt x="48" y="64"/>
                    <a:pt x="48" y="47"/>
                    <a:pt x="63" y="47"/>
                  </a:cubicBezTo>
                  <a:lnTo>
                    <a:pt x="63" y="47"/>
                  </a:lnTo>
                  <a:lnTo>
                    <a:pt x="63" y="47"/>
                  </a:lnTo>
                  <a:lnTo>
                    <a:pt x="63" y="47"/>
                  </a:lnTo>
                  <a:cubicBezTo>
                    <a:pt x="63" y="32"/>
                    <a:pt x="80" y="32"/>
                    <a:pt x="95" y="32"/>
                  </a:cubicBezTo>
                  <a:lnTo>
                    <a:pt x="95" y="32"/>
                  </a:lnTo>
                  <a:lnTo>
                    <a:pt x="111" y="32"/>
                  </a:lnTo>
                  <a:cubicBezTo>
                    <a:pt x="111" y="32"/>
                    <a:pt x="111" y="16"/>
                    <a:pt x="126" y="16"/>
                  </a:cubicBezTo>
                  <a:lnTo>
                    <a:pt x="126" y="16"/>
                  </a:lnTo>
                  <a:lnTo>
                    <a:pt x="126" y="16"/>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4" name="Google Shape;1734;p38"/>
            <p:cNvSpPr/>
            <p:nvPr/>
          </p:nvSpPr>
          <p:spPr>
            <a:xfrm>
              <a:off x="3399488" y="1784724"/>
              <a:ext cx="5534" cy="4580"/>
            </a:xfrm>
            <a:custGeom>
              <a:avLst/>
              <a:gdLst/>
              <a:ahLst/>
              <a:cxnLst/>
              <a:rect l="l" t="t" r="r" b="b"/>
              <a:pathLst>
                <a:path w="174" h="144" extrusionOk="0">
                  <a:moveTo>
                    <a:pt x="142" y="1"/>
                  </a:moveTo>
                  <a:lnTo>
                    <a:pt x="127" y="1"/>
                  </a:lnTo>
                  <a:cubicBezTo>
                    <a:pt x="127" y="1"/>
                    <a:pt x="110" y="17"/>
                    <a:pt x="110" y="32"/>
                  </a:cubicBezTo>
                  <a:lnTo>
                    <a:pt x="79" y="80"/>
                  </a:lnTo>
                  <a:lnTo>
                    <a:pt x="64" y="80"/>
                  </a:lnTo>
                  <a:lnTo>
                    <a:pt x="47" y="80"/>
                  </a:lnTo>
                  <a:cubicBezTo>
                    <a:pt x="16" y="80"/>
                    <a:pt x="1" y="95"/>
                    <a:pt x="16" y="127"/>
                  </a:cubicBezTo>
                  <a:cubicBezTo>
                    <a:pt x="16" y="143"/>
                    <a:pt x="32" y="143"/>
                    <a:pt x="47" y="143"/>
                  </a:cubicBezTo>
                  <a:lnTo>
                    <a:pt x="47" y="143"/>
                  </a:lnTo>
                  <a:lnTo>
                    <a:pt x="47" y="143"/>
                  </a:lnTo>
                  <a:lnTo>
                    <a:pt x="79" y="143"/>
                  </a:lnTo>
                  <a:lnTo>
                    <a:pt x="158" y="95"/>
                  </a:lnTo>
                  <a:lnTo>
                    <a:pt x="158" y="64"/>
                  </a:lnTo>
                  <a:lnTo>
                    <a:pt x="173" y="49"/>
                  </a:lnTo>
                  <a:lnTo>
                    <a:pt x="173" y="49"/>
                  </a:lnTo>
                  <a:cubicBezTo>
                    <a:pt x="173" y="32"/>
                    <a:pt x="173" y="17"/>
                    <a:pt x="14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5" name="Google Shape;1735;p38"/>
            <p:cNvSpPr/>
            <p:nvPr/>
          </p:nvSpPr>
          <p:spPr>
            <a:xfrm>
              <a:off x="3174000" y="1797763"/>
              <a:ext cx="9541" cy="2544"/>
            </a:xfrm>
            <a:custGeom>
              <a:avLst/>
              <a:gdLst/>
              <a:ahLst/>
              <a:cxnLst/>
              <a:rect l="l" t="t" r="r" b="b"/>
              <a:pathLst>
                <a:path w="300" h="80" extrusionOk="0">
                  <a:moveTo>
                    <a:pt x="47" y="0"/>
                  </a:moveTo>
                  <a:lnTo>
                    <a:pt x="32" y="0"/>
                  </a:lnTo>
                  <a:cubicBezTo>
                    <a:pt x="32" y="0"/>
                    <a:pt x="16" y="0"/>
                    <a:pt x="16" y="17"/>
                  </a:cubicBezTo>
                  <a:cubicBezTo>
                    <a:pt x="1" y="17"/>
                    <a:pt x="1" y="32"/>
                    <a:pt x="16" y="48"/>
                  </a:cubicBezTo>
                  <a:lnTo>
                    <a:pt x="16" y="48"/>
                  </a:lnTo>
                  <a:cubicBezTo>
                    <a:pt x="16" y="64"/>
                    <a:pt x="32" y="64"/>
                    <a:pt x="32" y="64"/>
                  </a:cubicBezTo>
                  <a:lnTo>
                    <a:pt x="47" y="64"/>
                  </a:lnTo>
                  <a:cubicBezTo>
                    <a:pt x="79" y="80"/>
                    <a:pt x="110" y="80"/>
                    <a:pt x="142" y="80"/>
                  </a:cubicBezTo>
                  <a:lnTo>
                    <a:pt x="205" y="80"/>
                  </a:lnTo>
                  <a:cubicBezTo>
                    <a:pt x="221" y="80"/>
                    <a:pt x="236" y="80"/>
                    <a:pt x="253" y="64"/>
                  </a:cubicBezTo>
                  <a:lnTo>
                    <a:pt x="253" y="64"/>
                  </a:lnTo>
                  <a:lnTo>
                    <a:pt x="268" y="64"/>
                  </a:lnTo>
                  <a:lnTo>
                    <a:pt x="284" y="64"/>
                  </a:lnTo>
                  <a:cubicBezTo>
                    <a:pt x="284" y="48"/>
                    <a:pt x="299" y="48"/>
                    <a:pt x="299" y="32"/>
                  </a:cubicBezTo>
                  <a:cubicBezTo>
                    <a:pt x="299" y="17"/>
                    <a:pt x="284" y="17"/>
                    <a:pt x="284" y="0"/>
                  </a:cubicBezTo>
                  <a:lnTo>
                    <a:pt x="268" y="0"/>
                  </a:lnTo>
                  <a:lnTo>
                    <a:pt x="253" y="0"/>
                  </a:lnTo>
                  <a:lnTo>
                    <a:pt x="221" y="0"/>
                  </a:lnTo>
                  <a:lnTo>
                    <a:pt x="205" y="0"/>
                  </a:lnTo>
                  <a:cubicBezTo>
                    <a:pt x="173" y="17"/>
                    <a:pt x="158" y="32"/>
                    <a:pt x="142" y="32"/>
                  </a:cubicBezTo>
                  <a:cubicBezTo>
                    <a:pt x="127" y="32"/>
                    <a:pt x="127" y="48"/>
                    <a:pt x="110" y="48"/>
                  </a:cubicBezTo>
                  <a:lnTo>
                    <a:pt x="95" y="48"/>
                  </a:lnTo>
                  <a:cubicBezTo>
                    <a:pt x="95" y="48"/>
                    <a:pt x="79" y="48"/>
                    <a:pt x="64" y="32"/>
                  </a:cubicBezTo>
                  <a:lnTo>
                    <a:pt x="64" y="0"/>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6" name="Google Shape;1736;p38"/>
            <p:cNvSpPr/>
            <p:nvPr/>
          </p:nvSpPr>
          <p:spPr>
            <a:xfrm>
              <a:off x="3420034" y="1751648"/>
              <a:ext cx="5025" cy="3562"/>
            </a:xfrm>
            <a:custGeom>
              <a:avLst/>
              <a:gdLst/>
              <a:ahLst/>
              <a:cxnLst/>
              <a:rect l="l" t="t" r="r" b="b"/>
              <a:pathLst>
                <a:path w="158" h="112" extrusionOk="0">
                  <a:moveTo>
                    <a:pt x="95" y="1"/>
                  </a:moveTo>
                  <a:lnTo>
                    <a:pt x="95" y="1"/>
                  </a:lnTo>
                  <a:cubicBezTo>
                    <a:pt x="63" y="1"/>
                    <a:pt x="48" y="17"/>
                    <a:pt x="32" y="32"/>
                  </a:cubicBezTo>
                  <a:lnTo>
                    <a:pt x="32" y="32"/>
                  </a:lnTo>
                  <a:lnTo>
                    <a:pt x="17" y="49"/>
                  </a:lnTo>
                  <a:cubicBezTo>
                    <a:pt x="17" y="49"/>
                    <a:pt x="0" y="64"/>
                    <a:pt x="17" y="80"/>
                  </a:cubicBezTo>
                  <a:lnTo>
                    <a:pt x="17" y="80"/>
                  </a:lnTo>
                  <a:lnTo>
                    <a:pt x="17" y="80"/>
                  </a:lnTo>
                  <a:cubicBezTo>
                    <a:pt x="17" y="96"/>
                    <a:pt x="32" y="96"/>
                    <a:pt x="32" y="96"/>
                  </a:cubicBezTo>
                  <a:lnTo>
                    <a:pt x="48" y="96"/>
                  </a:lnTo>
                  <a:lnTo>
                    <a:pt x="63" y="96"/>
                  </a:lnTo>
                  <a:cubicBezTo>
                    <a:pt x="63" y="96"/>
                    <a:pt x="80" y="96"/>
                    <a:pt x="80" y="80"/>
                  </a:cubicBezTo>
                  <a:lnTo>
                    <a:pt x="80" y="80"/>
                  </a:lnTo>
                  <a:lnTo>
                    <a:pt x="95" y="80"/>
                  </a:lnTo>
                  <a:lnTo>
                    <a:pt x="80" y="80"/>
                  </a:lnTo>
                  <a:lnTo>
                    <a:pt x="63" y="112"/>
                  </a:lnTo>
                  <a:lnTo>
                    <a:pt x="95" y="112"/>
                  </a:lnTo>
                  <a:lnTo>
                    <a:pt x="95" y="112"/>
                  </a:lnTo>
                  <a:cubicBezTo>
                    <a:pt x="95" y="112"/>
                    <a:pt x="95" y="96"/>
                    <a:pt x="111" y="96"/>
                  </a:cubicBezTo>
                  <a:cubicBezTo>
                    <a:pt x="111" y="80"/>
                    <a:pt x="95" y="80"/>
                    <a:pt x="111" y="64"/>
                  </a:cubicBezTo>
                  <a:cubicBezTo>
                    <a:pt x="111" y="49"/>
                    <a:pt x="111" y="32"/>
                    <a:pt x="126" y="32"/>
                  </a:cubicBezTo>
                  <a:lnTo>
                    <a:pt x="143" y="32"/>
                  </a:lnTo>
                  <a:lnTo>
                    <a:pt x="158" y="32"/>
                  </a:lnTo>
                  <a:cubicBezTo>
                    <a:pt x="143" y="17"/>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7" name="Google Shape;1737;p38"/>
            <p:cNvSpPr/>
            <p:nvPr/>
          </p:nvSpPr>
          <p:spPr>
            <a:xfrm>
              <a:off x="3403973" y="1773720"/>
              <a:ext cx="4039" cy="5025"/>
            </a:xfrm>
            <a:custGeom>
              <a:avLst/>
              <a:gdLst/>
              <a:ahLst/>
              <a:cxnLst/>
              <a:rect l="l" t="t" r="r" b="b"/>
              <a:pathLst>
                <a:path w="127" h="158" extrusionOk="0">
                  <a:moveTo>
                    <a:pt x="49" y="0"/>
                  </a:moveTo>
                  <a:lnTo>
                    <a:pt x="49" y="0"/>
                  </a:lnTo>
                  <a:cubicBezTo>
                    <a:pt x="32" y="0"/>
                    <a:pt x="17" y="0"/>
                    <a:pt x="17" y="17"/>
                  </a:cubicBezTo>
                  <a:cubicBezTo>
                    <a:pt x="1" y="32"/>
                    <a:pt x="17" y="63"/>
                    <a:pt x="32" y="63"/>
                  </a:cubicBezTo>
                  <a:lnTo>
                    <a:pt x="32" y="63"/>
                  </a:lnTo>
                  <a:lnTo>
                    <a:pt x="49" y="63"/>
                  </a:lnTo>
                  <a:lnTo>
                    <a:pt x="64" y="126"/>
                  </a:lnTo>
                  <a:lnTo>
                    <a:pt x="64" y="126"/>
                  </a:lnTo>
                  <a:cubicBezTo>
                    <a:pt x="64" y="143"/>
                    <a:pt x="80" y="158"/>
                    <a:pt x="95" y="158"/>
                  </a:cubicBezTo>
                  <a:lnTo>
                    <a:pt x="95" y="158"/>
                  </a:lnTo>
                  <a:cubicBezTo>
                    <a:pt x="95" y="143"/>
                    <a:pt x="112" y="126"/>
                    <a:pt x="127" y="126"/>
                  </a:cubicBezTo>
                  <a:lnTo>
                    <a:pt x="127" y="126"/>
                  </a:lnTo>
                  <a:lnTo>
                    <a:pt x="127" y="111"/>
                  </a:lnTo>
                  <a:lnTo>
                    <a:pt x="127" y="80"/>
                  </a:lnTo>
                  <a:lnTo>
                    <a:pt x="112" y="32"/>
                  </a:lnTo>
                  <a:cubicBezTo>
                    <a:pt x="112" y="17"/>
                    <a:pt x="95" y="17"/>
                    <a:pt x="80" y="0"/>
                  </a:cubicBez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8" name="Google Shape;1738;p38"/>
            <p:cNvSpPr/>
            <p:nvPr/>
          </p:nvSpPr>
          <p:spPr>
            <a:xfrm>
              <a:off x="3334355" y="1771716"/>
              <a:ext cx="4516" cy="2544"/>
            </a:xfrm>
            <a:custGeom>
              <a:avLst/>
              <a:gdLst/>
              <a:ahLst/>
              <a:cxnLst/>
              <a:rect l="l" t="t" r="r" b="b"/>
              <a:pathLst>
                <a:path w="142" h="80" extrusionOk="0">
                  <a:moveTo>
                    <a:pt x="110" y="0"/>
                  </a:moveTo>
                  <a:lnTo>
                    <a:pt x="95" y="0"/>
                  </a:lnTo>
                  <a:lnTo>
                    <a:pt x="32" y="17"/>
                  </a:lnTo>
                  <a:lnTo>
                    <a:pt x="16" y="17"/>
                  </a:lnTo>
                  <a:cubicBezTo>
                    <a:pt x="16" y="32"/>
                    <a:pt x="1" y="32"/>
                    <a:pt x="1" y="48"/>
                  </a:cubicBezTo>
                  <a:cubicBezTo>
                    <a:pt x="16" y="63"/>
                    <a:pt x="32" y="80"/>
                    <a:pt x="47" y="80"/>
                  </a:cubicBezTo>
                  <a:lnTo>
                    <a:pt x="47" y="80"/>
                  </a:lnTo>
                  <a:lnTo>
                    <a:pt x="79" y="80"/>
                  </a:lnTo>
                  <a:lnTo>
                    <a:pt x="110" y="80"/>
                  </a:lnTo>
                  <a:cubicBezTo>
                    <a:pt x="127" y="80"/>
                    <a:pt x="142" y="63"/>
                    <a:pt x="142" y="32"/>
                  </a:cubicBezTo>
                  <a:cubicBezTo>
                    <a:pt x="142" y="17"/>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9" name="Google Shape;1739;p38"/>
            <p:cNvSpPr/>
            <p:nvPr/>
          </p:nvSpPr>
          <p:spPr>
            <a:xfrm>
              <a:off x="3300770" y="1822825"/>
              <a:ext cx="3562" cy="2544"/>
            </a:xfrm>
            <a:custGeom>
              <a:avLst/>
              <a:gdLst/>
              <a:ahLst/>
              <a:cxnLst/>
              <a:rect l="l" t="t" r="r" b="b"/>
              <a:pathLst>
                <a:path w="112" h="80" extrusionOk="0">
                  <a:moveTo>
                    <a:pt x="63" y="0"/>
                  </a:moveTo>
                  <a:lnTo>
                    <a:pt x="17" y="0"/>
                  </a:lnTo>
                  <a:cubicBezTo>
                    <a:pt x="0" y="0"/>
                    <a:pt x="0" y="0"/>
                    <a:pt x="0" y="17"/>
                  </a:cubicBezTo>
                  <a:cubicBezTo>
                    <a:pt x="17" y="17"/>
                    <a:pt x="17" y="32"/>
                    <a:pt x="17" y="48"/>
                  </a:cubicBezTo>
                  <a:cubicBezTo>
                    <a:pt x="17" y="63"/>
                    <a:pt x="0" y="63"/>
                    <a:pt x="0" y="63"/>
                  </a:cubicBezTo>
                  <a:cubicBezTo>
                    <a:pt x="0" y="63"/>
                    <a:pt x="0" y="80"/>
                    <a:pt x="17" y="80"/>
                  </a:cubicBezTo>
                  <a:lnTo>
                    <a:pt x="17" y="80"/>
                  </a:lnTo>
                  <a:lnTo>
                    <a:pt x="80" y="63"/>
                  </a:lnTo>
                  <a:cubicBezTo>
                    <a:pt x="95" y="63"/>
                    <a:pt x="111" y="48"/>
                    <a:pt x="111" y="32"/>
                  </a:cubicBezTo>
                  <a:lnTo>
                    <a:pt x="95" y="32"/>
                  </a:lnTo>
                  <a:cubicBezTo>
                    <a:pt x="80" y="32"/>
                    <a:pt x="63"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0" name="Google Shape;1740;p38"/>
            <p:cNvSpPr/>
            <p:nvPr/>
          </p:nvSpPr>
          <p:spPr>
            <a:xfrm>
              <a:off x="3432564" y="1753174"/>
              <a:ext cx="3530" cy="4548"/>
            </a:xfrm>
            <a:custGeom>
              <a:avLst/>
              <a:gdLst/>
              <a:ahLst/>
              <a:cxnLst/>
              <a:rect l="l" t="t" r="r" b="b"/>
              <a:pathLst>
                <a:path w="111" h="143" extrusionOk="0">
                  <a:moveTo>
                    <a:pt x="32" y="1"/>
                  </a:moveTo>
                  <a:lnTo>
                    <a:pt x="32" y="1"/>
                  </a:lnTo>
                  <a:lnTo>
                    <a:pt x="16" y="1"/>
                  </a:lnTo>
                  <a:cubicBezTo>
                    <a:pt x="1" y="16"/>
                    <a:pt x="1" y="32"/>
                    <a:pt x="1" y="48"/>
                  </a:cubicBezTo>
                  <a:lnTo>
                    <a:pt x="47" y="142"/>
                  </a:lnTo>
                  <a:lnTo>
                    <a:pt x="64" y="142"/>
                  </a:lnTo>
                  <a:lnTo>
                    <a:pt x="79" y="142"/>
                  </a:lnTo>
                  <a:lnTo>
                    <a:pt x="79" y="142"/>
                  </a:lnTo>
                  <a:lnTo>
                    <a:pt x="79" y="142"/>
                  </a:lnTo>
                  <a:lnTo>
                    <a:pt x="110" y="142"/>
                  </a:lnTo>
                  <a:cubicBezTo>
                    <a:pt x="95" y="127"/>
                    <a:pt x="110" y="127"/>
                    <a:pt x="110" y="111"/>
                  </a:cubicBezTo>
                  <a:lnTo>
                    <a:pt x="110" y="111"/>
                  </a:lnTo>
                  <a:lnTo>
                    <a:pt x="110" y="111"/>
                  </a:lnTo>
                  <a:lnTo>
                    <a:pt x="110" y="95"/>
                  </a:lnTo>
                  <a:cubicBezTo>
                    <a:pt x="95" y="95"/>
                    <a:pt x="79" y="79"/>
                    <a:pt x="79" y="79"/>
                  </a:cubicBezTo>
                  <a:cubicBezTo>
                    <a:pt x="47" y="64"/>
                    <a:pt x="47" y="32"/>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1" name="Google Shape;1741;p38"/>
            <p:cNvSpPr/>
            <p:nvPr/>
          </p:nvSpPr>
          <p:spPr>
            <a:xfrm>
              <a:off x="3423564" y="1793756"/>
              <a:ext cx="2512" cy="4039"/>
            </a:xfrm>
            <a:custGeom>
              <a:avLst/>
              <a:gdLst/>
              <a:ahLst/>
              <a:cxnLst/>
              <a:rect l="l" t="t" r="r" b="b"/>
              <a:pathLst>
                <a:path w="79" h="127" extrusionOk="0">
                  <a:moveTo>
                    <a:pt x="47" y="0"/>
                  </a:moveTo>
                  <a:lnTo>
                    <a:pt x="47" y="0"/>
                  </a:lnTo>
                  <a:lnTo>
                    <a:pt x="32" y="0"/>
                  </a:lnTo>
                  <a:cubicBezTo>
                    <a:pt x="15" y="0"/>
                    <a:pt x="15" y="17"/>
                    <a:pt x="0" y="32"/>
                  </a:cubicBezTo>
                  <a:lnTo>
                    <a:pt x="0" y="80"/>
                  </a:lnTo>
                  <a:lnTo>
                    <a:pt x="0" y="80"/>
                  </a:lnTo>
                  <a:lnTo>
                    <a:pt x="0" y="95"/>
                  </a:lnTo>
                  <a:cubicBezTo>
                    <a:pt x="0" y="111"/>
                    <a:pt x="15" y="126"/>
                    <a:pt x="47" y="126"/>
                  </a:cubicBezTo>
                  <a:lnTo>
                    <a:pt x="47" y="126"/>
                  </a:lnTo>
                  <a:cubicBezTo>
                    <a:pt x="63" y="126"/>
                    <a:pt x="78" y="111"/>
                    <a:pt x="78" y="95"/>
                  </a:cubicBezTo>
                  <a:lnTo>
                    <a:pt x="78" y="80"/>
                  </a:lnTo>
                  <a:lnTo>
                    <a:pt x="78" y="32"/>
                  </a:lnTo>
                  <a:lnTo>
                    <a:pt x="78" y="32"/>
                  </a:lnTo>
                  <a:lnTo>
                    <a:pt x="63" y="17"/>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2" name="Google Shape;1742;p38"/>
            <p:cNvSpPr/>
            <p:nvPr/>
          </p:nvSpPr>
          <p:spPr>
            <a:xfrm>
              <a:off x="3394495" y="1789749"/>
              <a:ext cx="2512" cy="3562"/>
            </a:xfrm>
            <a:custGeom>
              <a:avLst/>
              <a:gdLst/>
              <a:ahLst/>
              <a:cxnLst/>
              <a:rect l="l" t="t" r="r" b="b"/>
              <a:pathLst>
                <a:path w="79" h="112" extrusionOk="0">
                  <a:moveTo>
                    <a:pt x="63" y="0"/>
                  </a:moveTo>
                  <a:lnTo>
                    <a:pt x="63" y="0"/>
                  </a:lnTo>
                  <a:cubicBezTo>
                    <a:pt x="63" y="17"/>
                    <a:pt x="47" y="32"/>
                    <a:pt x="32" y="32"/>
                  </a:cubicBezTo>
                  <a:lnTo>
                    <a:pt x="15" y="32"/>
                  </a:lnTo>
                  <a:cubicBezTo>
                    <a:pt x="15" y="32"/>
                    <a:pt x="0" y="32"/>
                    <a:pt x="0" y="17"/>
                  </a:cubicBezTo>
                  <a:lnTo>
                    <a:pt x="0" y="80"/>
                  </a:lnTo>
                  <a:cubicBezTo>
                    <a:pt x="15" y="95"/>
                    <a:pt x="15" y="111"/>
                    <a:pt x="32" y="111"/>
                  </a:cubicBezTo>
                  <a:lnTo>
                    <a:pt x="47" y="111"/>
                  </a:lnTo>
                  <a:lnTo>
                    <a:pt x="47" y="111"/>
                  </a:lnTo>
                  <a:cubicBezTo>
                    <a:pt x="63" y="111"/>
                    <a:pt x="78" y="95"/>
                    <a:pt x="78" y="80"/>
                  </a:cubicBezTo>
                  <a:lnTo>
                    <a:pt x="63" y="32"/>
                  </a:lnTo>
                  <a:lnTo>
                    <a:pt x="63" y="17"/>
                  </a:lnTo>
                  <a:lnTo>
                    <a:pt x="63" y="17"/>
                  </a:lnTo>
                  <a:lnTo>
                    <a:pt x="63" y="0"/>
                  </a:lnTo>
                  <a:lnTo>
                    <a:pt x="63" y="0"/>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3" name="Google Shape;1743;p38"/>
            <p:cNvSpPr/>
            <p:nvPr/>
          </p:nvSpPr>
          <p:spPr>
            <a:xfrm>
              <a:off x="3109884" y="1794742"/>
              <a:ext cx="4039" cy="2576"/>
            </a:xfrm>
            <a:custGeom>
              <a:avLst/>
              <a:gdLst/>
              <a:ahLst/>
              <a:cxnLst/>
              <a:rect l="l" t="t" r="r" b="b"/>
              <a:pathLst>
                <a:path w="127" h="81" extrusionOk="0">
                  <a:moveTo>
                    <a:pt x="95" y="1"/>
                  </a:moveTo>
                  <a:lnTo>
                    <a:pt x="95" y="1"/>
                  </a:lnTo>
                  <a:lnTo>
                    <a:pt x="78" y="1"/>
                  </a:lnTo>
                  <a:lnTo>
                    <a:pt x="32" y="17"/>
                  </a:lnTo>
                  <a:lnTo>
                    <a:pt x="15" y="17"/>
                  </a:lnTo>
                  <a:lnTo>
                    <a:pt x="15" y="17"/>
                  </a:lnTo>
                  <a:cubicBezTo>
                    <a:pt x="0" y="32"/>
                    <a:pt x="0" y="32"/>
                    <a:pt x="0" y="49"/>
                  </a:cubicBezTo>
                  <a:cubicBezTo>
                    <a:pt x="0" y="64"/>
                    <a:pt x="15" y="64"/>
                    <a:pt x="15" y="80"/>
                  </a:cubicBezTo>
                  <a:lnTo>
                    <a:pt x="32" y="80"/>
                  </a:lnTo>
                  <a:lnTo>
                    <a:pt x="47" y="80"/>
                  </a:lnTo>
                  <a:lnTo>
                    <a:pt x="63" y="64"/>
                  </a:lnTo>
                  <a:lnTo>
                    <a:pt x="95" y="64"/>
                  </a:lnTo>
                  <a:lnTo>
                    <a:pt x="95" y="49"/>
                  </a:lnTo>
                  <a:cubicBezTo>
                    <a:pt x="95" y="32"/>
                    <a:pt x="110" y="17"/>
                    <a:pt x="126" y="17"/>
                  </a:cubicBezTo>
                  <a:lnTo>
                    <a:pt x="126" y="17"/>
                  </a:lnTo>
                  <a:lnTo>
                    <a:pt x="126" y="17"/>
                  </a:lnTo>
                  <a:cubicBezTo>
                    <a:pt x="126" y="1"/>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4" name="Google Shape;1744;p38"/>
            <p:cNvSpPr/>
            <p:nvPr/>
          </p:nvSpPr>
          <p:spPr>
            <a:xfrm>
              <a:off x="3056740" y="1799767"/>
              <a:ext cx="2544" cy="3562"/>
            </a:xfrm>
            <a:custGeom>
              <a:avLst/>
              <a:gdLst/>
              <a:ahLst/>
              <a:cxnLst/>
              <a:rect l="l" t="t" r="r" b="b"/>
              <a:pathLst>
                <a:path w="80" h="112" extrusionOk="0">
                  <a:moveTo>
                    <a:pt x="64" y="1"/>
                  </a:moveTo>
                  <a:lnTo>
                    <a:pt x="64" y="1"/>
                  </a:lnTo>
                  <a:cubicBezTo>
                    <a:pt x="48" y="17"/>
                    <a:pt x="32" y="32"/>
                    <a:pt x="16" y="32"/>
                  </a:cubicBezTo>
                  <a:lnTo>
                    <a:pt x="1" y="80"/>
                  </a:lnTo>
                  <a:cubicBezTo>
                    <a:pt x="1" y="95"/>
                    <a:pt x="16" y="111"/>
                    <a:pt x="32" y="111"/>
                  </a:cubicBezTo>
                  <a:lnTo>
                    <a:pt x="32" y="111"/>
                  </a:lnTo>
                  <a:cubicBezTo>
                    <a:pt x="48" y="111"/>
                    <a:pt x="64" y="111"/>
                    <a:pt x="64" y="80"/>
                  </a:cubicBezTo>
                  <a:lnTo>
                    <a:pt x="79"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5" name="Google Shape;1745;p38"/>
            <p:cNvSpPr/>
            <p:nvPr/>
          </p:nvSpPr>
          <p:spPr>
            <a:xfrm>
              <a:off x="3412019" y="1756673"/>
              <a:ext cx="4039" cy="2035"/>
            </a:xfrm>
            <a:custGeom>
              <a:avLst/>
              <a:gdLst/>
              <a:ahLst/>
              <a:cxnLst/>
              <a:rect l="l" t="t" r="r" b="b"/>
              <a:pathLst>
                <a:path w="127" h="64" extrusionOk="0">
                  <a:moveTo>
                    <a:pt x="32" y="1"/>
                  </a:moveTo>
                  <a:lnTo>
                    <a:pt x="32" y="1"/>
                  </a:lnTo>
                  <a:cubicBezTo>
                    <a:pt x="16" y="1"/>
                    <a:pt x="0" y="17"/>
                    <a:pt x="0" y="32"/>
                  </a:cubicBezTo>
                  <a:cubicBezTo>
                    <a:pt x="0" y="48"/>
                    <a:pt x="0" y="48"/>
                    <a:pt x="16" y="48"/>
                  </a:cubicBezTo>
                  <a:cubicBezTo>
                    <a:pt x="16" y="64"/>
                    <a:pt x="16" y="64"/>
                    <a:pt x="32" y="64"/>
                  </a:cubicBezTo>
                  <a:lnTo>
                    <a:pt x="32" y="64"/>
                  </a:lnTo>
                  <a:lnTo>
                    <a:pt x="95" y="64"/>
                  </a:lnTo>
                  <a:lnTo>
                    <a:pt x="95" y="64"/>
                  </a:lnTo>
                  <a:cubicBezTo>
                    <a:pt x="111" y="64"/>
                    <a:pt x="126" y="48"/>
                    <a:pt x="126" y="32"/>
                  </a:cubicBezTo>
                  <a:lnTo>
                    <a:pt x="126" y="17"/>
                  </a:lnTo>
                  <a:cubicBezTo>
                    <a:pt x="126" y="1"/>
                    <a:pt x="111" y="1"/>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6" name="Google Shape;1746;p38"/>
            <p:cNvSpPr/>
            <p:nvPr/>
          </p:nvSpPr>
          <p:spPr>
            <a:xfrm>
              <a:off x="3304300" y="1807781"/>
              <a:ext cx="5025" cy="4039"/>
            </a:xfrm>
            <a:custGeom>
              <a:avLst/>
              <a:gdLst/>
              <a:ahLst/>
              <a:cxnLst/>
              <a:rect l="l" t="t" r="r" b="b"/>
              <a:pathLst>
                <a:path w="158" h="127" extrusionOk="0">
                  <a:moveTo>
                    <a:pt x="126" y="1"/>
                  </a:moveTo>
                  <a:lnTo>
                    <a:pt x="110" y="1"/>
                  </a:lnTo>
                  <a:cubicBezTo>
                    <a:pt x="110" y="1"/>
                    <a:pt x="110" y="17"/>
                    <a:pt x="95" y="17"/>
                  </a:cubicBezTo>
                  <a:lnTo>
                    <a:pt x="32" y="64"/>
                  </a:lnTo>
                  <a:lnTo>
                    <a:pt x="32" y="64"/>
                  </a:lnTo>
                  <a:cubicBezTo>
                    <a:pt x="15" y="80"/>
                    <a:pt x="0" y="95"/>
                    <a:pt x="15" y="112"/>
                  </a:cubicBezTo>
                  <a:cubicBezTo>
                    <a:pt x="32" y="127"/>
                    <a:pt x="32" y="127"/>
                    <a:pt x="47" y="127"/>
                  </a:cubicBezTo>
                  <a:lnTo>
                    <a:pt x="47" y="127"/>
                  </a:lnTo>
                  <a:lnTo>
                    <a:pt x="63" y="127"/>
                  </a:lnTo>
                  <a:lnTo>
                    <a:pt x="141" y="64"/>
                  </a:lnTo>
                  <a:cubicBezTo>
                    <a:pt x="158" y="48"/>
                    <a:pt x="158" y="32"/>
                    <a:pt x="14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7" name="Google Shape;1747;p38"/>
            <p:cNvSpPr/>
            <p:nvPr/>
          </p:nvSpPr>
          <p:spPr>
            <a:xfrm>
              <a:off x="3190538" y="1784724"/>
              <a:ext cx="4039" cy="5565"/>
            </a:xfrm>
            <a:custGeom>
              <a:avLst/>
              <a:gdLst/>
              <a:ahLst/>
              <a:cxnLst/>
              <a:rect l="l" t="t" r="r" b="b"/>
              <a:pathLst>
                <a:path w="127" h="175" extrusionOk="0">
                  <a:moveTo>
                    <a:pt x="0" y="112"/>
                  </a:moveTo>
                  <a:lnTo>
                    <a:pt x="0" y="127"/>
                  </a:lnTo>
                  <a:lnTo>
                    <a:pt x="0" y="112"/>
                  </a:lnTo>
                  <a:lnTo>
                    <a:pt x="0" y="112"/>
                  </a:lnTo>
                  <a:close/>
                  <a:moveTo>
                    <a:pt x="111" y="1"/>
                  </a:moveTo>
                  <a:lnTo>
                    <a:pt x="48" y="49"/>
                  </a:lnTo>
                  <a:cubicBezTo>
                    <a:pt x="32" y="49"/>
                    <a:pt x="32" y="64"/>
                    <a:pt x="32" y="80"/>
                  </a:cubicBezTo>
                  <a:lnTo>
                    <a:pt x="32" y="80"/>
                  </a:lnTo>
                  <a:lnTo>
                    <a:pt x="79" y="64"/>
                  </a:lnTo>
                  <a:lnTo>
                    <a:pt x="79" y="64"/>
                  </a:lnTo>
                  <a:lnTo>
                    <a:pt x="95" y="64"/>
                  </a:lnTo>
                  <a:lnTo>
                    <a:pt x="126" y="95"/>
                  </a:lnTo>
                  <a:cubicBezTo>
                    <a:pt x="126" y="112"/>
                    <a:pt x="111" y="127"/>
                    <a:pt x="95" y="127"/>
                  </a:cubicBezTo>
                  <a:lnTo>
                    <a:pt x="63" y="143"/>
                  </a:lnTo>
                  <a:lnTo>
                    <a:pt x="63" y="158"/>
                  </a:lnTo>
                  <a:lnTo>
                    <a:pt x="63" y="175"/>
                  </a:lnTo>
                  <a:lnTo>
                    <a:pt x="79" y="175"/>
                  </a:lnTo>
                  <a:lnTo>
                    <a:pt x="95" y="158"/>
                  </a:lnTo>
                  <a:cubicBezTo>
                    <a:pt x="111" y="158"/>
                    <a:pt x="126" y="143"/>
                    <a:pt x="126" y="127"/>
                  </a:cubicBezTo>
                  <a:lnTo>
                    <a:pt x="126" y="112"/>
                  </a:lnTo>
                  <a:lnTo>
                    <a:pt x="126" y="80"/>
                  </a:lnTo>
                  <a:lnTo>
                    <a:pt x="126" y="80"/>
                  </a:lnTo>
                  <a:lnTo>
                    <a:pt x="126" y="64"/>
                  </a:lnTo>
                  <a:cubicBezTo>
                    <a:pt x="126" y="64"/>
                    <a:pt x="111" y="49"/>
                    <a:pt x="111"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8" name="Google Shape;1748;p38"/>
            <p:cNvSpPr/>
            <p:nvPr/>
          </p:nvSpPr>
          <p:spPr>
            <a:xfrm>
              <a:off x="3090834" y="1792261"/>
              <a:ext cx="4516" cy="4516"/>
            </a:xfrm>
            <a:custGeom>
              <a:avLst/>
              <a:gdLst/>
              <a:ahLst/>
              <a:cxnLst/>
              <a:rect l="l" t="t" r="r" b="b"/>
              <a:pathLst>
                <a:path w="142" h="142" extrusionOk="0">
                  <a:moveTo>
                    <a:pt x="110" y="1"/>
                  </a:moveTo>
                  <a:lnTo>
                    <a:pt x="110" y="1"/>
                  </a:lnTo>
                  <a:lnTo>
                    <a:pt x="110" y="1"/>
                  </a:lnTo>
                  <a:cubicBezTo>
                    <a:pt x="95" y="1"/>
                    <a:pt x="95" y="16"/>
                    <a:pt x="95" y="16"/>
                  </a:cubicBezTo>
                  <a:lnTo>
                    <a:pt x="78" y="16"/>
                  </a:lnTo>
                  <a:cubicBezTo>
                    <a:pt x="63" y="32"/>
                    <a:pt x="0" y="64"/>
                    <a:pt x="32" y="127"/>
                  </a:cubicBezTo>
                  <a:cubicBezTo>
                    <a:pt x="47" y="142"/>
                    <a:pt x="63" y="142"/>
                    <a:pt x="63" y="142"/>
                  </a:cubicBezTo>
                  <a:lnTo>
                    <a:pt x="78" y="142"/>
                  </a:lnTo>
                  <a:lnTo>
                    <a:pt x="95" y="142"/>
                  </a:lnTo>
                  <a:lnTo>
                    <a:pt x="63" y="79"/>
                  </a:lnTo>
                  <a:cubicBezTo>
                    <a:pt x="63" y="64"/>
                    <a:pt x="63" y="47"/>
                    <a:pt x="78" y="32"/>
                  </a:cubicBezTo>
                  <a:lnTo>
                    <a:pt x="95" y="32"/>
                  </a:lnTo>
                  <a:lnTo>
                    <a:pt x="95" y="32"/>
                  </a:lnTo>
                  <a:cubicBezTo>
                    <a:pt x="110" y="32"/>
                    <a:pt x="110" y="32"/>
                    <a:pt x="110" y="47"/>
                  </a:cubicBezTo>
                  <a:cubicBezTo>
                    <a:pt x="126" y="32"/>
                    <a:pt x="126" y="16"/>
                    <a:pt x="141" y="16"/>
                  </a:cubicBezTo>
                  <a:lnTo>
                    <a:pt x="141" y="16"/>
                  </a:lnTo>
                  <a:lnTo>
                    <a:pt x="141"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9" name="Google Shape;1749;p38"/>
            <p:cNvSpPr/>
            <p:nvPr/>
          </p:nvSpPr>
          <p:spPr>
            <a:xfrm>
              <a:off x="3193528" y="1782243"/>
              <a:ext cx="4580" cy="5057"/>
            </a:xfrm>
            <a:custGeom>
              <a:avLst/>
              <a:gdLst/>
              <a:ahLst/>
              <a:cxnLst/>
              <a:rect l="l" t="t" r="r" b="b"/>
              <a:pathLst>
                <a:path w="144" h="159" extrusionOk="0">
                  <a:moveTo>
                    <a:pt x="48" y="1"/>
                  </a:moveTo>
                  <a:lnTo>
                    <a:pt x="32" y="1"/>
                  </a:lnTo>
                  <a:cubicBezTo>
                    <a:pt x="17" y="1"/>
                    <a:pt x="1" y="16"/>
                    <a:pt x="1" y="32"/>
                  </a:cubicBezTo>
                  <a:lnTo>
                    <a:pt x="1" y="64"/>
                  </a:lnTo>
                  <a:cubicBezTo>
                    <a:pt x="17" y="64"/>
                    <a:pt x="17" y="79"/>
                    <a:pt x="17" y="79"/>
                  </a:cubicBezTo>
                  <a:lnTo>
                    <a:pt x="17" y="110"/>
                  </a:lnTo>
                  <a:cubicBezTo>
                    <a:pt x="17" y="127"/>
                    <a:pt x="32" y="142"/>
                    <a:pt x="32" y="142"/>
                  </a:cubicBezTo>
                  <a:cubicBezTo>
                    <a:pt x="48" y="158"/>
                    <a:pt x="48" y="158"/>
                    <a:pt x="64" y="158"/>
                  </a:cubicBezTo>
                  <a:lnTo>
                    <a:pt x="64" y="158"/>
                  </a:lnTo>
                  <a:lnTo>
                    <a:pt x="80" y="158"/>
                  </a:lnTo>
                  <a:lnTo>
                    <a:pt x="95" y="158"/>
                  </a:lnTo>
                  <a:lnTo>
                    <a:pt x="95" y="158"/>
                  </a:lnTo>
                  <a:lnTo>
                    <a:pt x="112" y="158"/>
                  </a:lnTo>
                  <a:cubicBezTo>
                    <a:pt x="112" y="158"/>
                    <a:pt x="127" y="158"/>
                    <a:pt x="127" y="142"/>
                  </a:cubicBezTo>
                  <a:cubicBezTo>
                    <a:pt x="127" y="142"/>
                    <a:pt x="143" y="142"/>
                    <a:pt x="143" y="127"/>
                  </a:cubicBezTo>
                  <a:lnTo>
                    <a:pt x="127" y="142"/>
                  </a:lnTo>
                  <a:lnTo>
                    <a:pt x="112" y="142"/>
                  </a:lnTo>
                  <a:cubicBezTo>
                    <a:pt x="95" y="142"/>
                    <a:pt x="80" y="127"/>
                    <a:pt x="80" y="110"/>
                  </a:cubicBezTo>
                  <a:lnTo>
                    <a:pt x="80" y="95"/>
                  </a:lnTo>
                  <a:lnTo>
                    <a:pt x="80" y="47"/>
                  </a:lnTo>
                  <a:lnTo>
                    <a:pt x="80" y="32"/>
                  </a:lnTo>
                  <a:lnTo>
                    <a:pt x="80"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0" name="Google Shape;1750;p38"/>
            <p:cNvSpPr/>
            <p:nvPr/>
          </p:nvSpPr>
          <p:spPr>
            <a:xfrm>
              <a:off x="3392492" y="1812806"/>
              <a:ext cx="5025" cy="6042"/>
            </a:xfrm>
            <a:custGeom>
              <a:avLst/>
              <a:gdLst/>
              <a:ahLst/>
              <a:cxnLst/>
              <a:rect l="l" t="t" r="r" b="b"/>
              <a:pathLst>
                <a:path w="158" h="190" extrusionOk="0">
                  <a:moveTo>
                    <a:pt x="95" y="174"/>
                  </a:moveTo>
                  <a:lnTo>
                    <a:pt x="95" y="189"/>
                  </a:lnTo>
                  <a:lnTo>
                    <a:pt x="95" y="189"/>
                  </a:lnTo>
                  <a:lnTo>
                    <a:pt x="95" y="174"/>
                  </a:lnTo>
                  <a:close/>
                  <a:moveTo>
                    <a:pt x="47" y="48"/>
                  </a:moveTo>
                  <a:lnTo>
                    <a:pt x="47" y="48"/>
                  </a:lnTo>
                  <a:lnTo>
                    <a:pt x="47" y="48"/>
                  </a:lnTo>
                  <a:close/>
                  <a:moveTo>
                    <a:pt x="126" y="0"/>
                  </a:moveTo>
                  <a:lnTo>
                    <a:pt x="110" y="0"/>
                  </a:lnTo>
                  <a:lnTo>
                    <a:pt x="110" y="0"/>
                  </a:lnTo>
                  <a:lnTo>
                    <a:pt x="47" y="17"/>
                  </a:lnTo>
                  <a:cubicBezTo>
                    <a:pt x="32" y="17"/>
                    <a:pt x="32" y="17"/>
                    <a:pt x="32" y="32"/>
                  </a:cubicBezTo>
                  <a:cubicBezTo>
                    <a:pt x="0" y="63"/>
                    <a:pt x="0" y="80"/>
                    <a:pt x="0" y="111"/>
                  </a:cubicBezTo>
                  <a:lnTo>
                    <a:pt x="32" y="111"/>
                  </a:lnTo>
                  <a:lnTo>
                    <a:pt x="32" y="111"/>
                  </a:lnTo>
                  <a:cubicBezTo>
                    <a:pt x="47" y="126"/>
                    <a:pt x="95" y="126"/>
                    <a:pt x="95" y="174"/>
                  </a:cubicBezTo>
                  <a:lnTo>
                    <a:pt x="95" y="174"/>
                  </a:lnTo>
                  <a:lnTo>
                    <a:pt x="126" y="174"/>
                  </a:lnTo>
                  <a:lnTo>
                    <a:pt x="141" y="174"/>
                  </a:lnTo>
                  <a:cubicBezTo>
                    <a:pt x="141" y="143"/>
                    <a:pt x="141" y="126"/>
                    <a:pt x="126" y="126"/>
                  </a:cubicBezTo>
                  <a:cubicBezTo>
                    <a:pt x="110" y="126"/>
                    <a:pt x="110" y="111"/>
                    <a:pt x="95" y="111"/>
                  </a:cubicBezTo>
                  <a:cubicBezTo>
                    <a:pt x="78" y="111"/>
                    <a:pt x="78" y="95"/>
                    <a:pt x="78" y="95"/>
                  </a:cubicBezTo>
                  <a:lnTo>
                    <a:pt x="78" y="80"/>
                  </a:lnTo>
                  <a:lnTo>
                    <a:pt x="126" y="63"/>
                  </a:lnTo>
                  <a:cubicBezTo>
                    <a:pt x="141" y="63"/>
                    <a:pt x="158" y="48"/>
                    <a:pt x="158" y="32"/>
                  </a:cubicBezTo>
                  <a:lnTo>
                    <a:pt x="158" y="17"/>
                  </a:ln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1" name="Google Shape;1751;p38"/>
            <p:cNvSpPr/>
            <p:nvPr/>
          </p:nvSpPr>
          <p:spPr>
            <a:xfrm>
              <a:off x="3393955" y="1814333"/>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2" name="Google Shape;1752;p38"/>
            <p:cNvSpPr/>
            <p:nvPr/>
          </p:nvSpPr>
          <p:spPr>
            <a:xfrm>
              <a:off x="3297271" y="1820344"/>
              <a:ext cx="3053" cy="2512"/>
            </a:xfrm>
            <a:custGeom>
              <a:avLst/>
              <a:gdLst/>
              <a:ahLst/>
              <a:cxnLst/>
              <a:rect l="l" t="t" r="r" b="b"/>
              <a:pathLst>
                <a:path w="96" h="79" extrusionOk="0">
                  <a:moveTo>
                    <a:pt x="64" y="0"/>
                  </a:moveTo>
                  <a:lnTo>
                    <a:pt x="64" y="0"/>
                  </a:lnTo>
                  <a:cubicBezTo>
                    <a:pt x="47" y="0"/>
                    <a:pt x="47" y="0"/>
                    <a:pt x="47" y="15"/>
                  </a:cubicBezTo>
                  <a:lnTo>
                    <a:pt x="32" y="0"/>
                  </a:lnTo>
                  <a:lnTo>
                    <a:pt x="32" y="0"/>
                  </a:lnTo>
                  <a:cubicBezTo>
                    <a:pt x="16" y="0"/>
                    <a:pt x="16" y="15"/>
                    <a:pt x="16" y="15"/>
                  </a:cubicBezTo>
                  <a:lnTo>
                    <a:pt x="1" y="63"/>
                  </a:lnTo>
                  <a:lnTo>
                    <a:pt x="1" y="78"/>
                  </a:lnTo>
                  <a:lnTo>
                    <a:pt x="1" y="78"/>
                  </a:lnTo>
                  <a:lnTo>
                    <a:pt x="1" y="78"/>
                  </a:lnTo>
                  <a:lnTo>
                    <a:pt x="32" y="78"/>
                  </a:lnTo>
                  <a:lnTo>
                    <a:pt x="32" y="78"/>
                  </a:lnTo>
                  <a:lnTo>
                    <a:pt x="32" y="78"/>
                  </a:lnTo>
                  <a:lnTo>
                    <a:pt x="64" y="78"/>
                  </a:lnTo>
                  <a:lnTo>
                    <a:pt x="79" y="63"/>
                  </a:lnTo>
                  <a:cubicBezTo>
                    <a:pt x="79" y="63"/>
                    <a:pt x="95" y="63"/>
                    <a:pt x="95" y="47"/>
                  </a:cubicBezTo>
                  <a:cubicBezTo>
                    <a:pt x="95" y="47"/>
                    <a:pt x="95" y="32"/>
                    <a:pt x="79" y="15"/>
                  </a:cubicBezTo>
                  <a:cubicBezTo>
                    <a:pt x="79"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3" name="Google Shape;1753;p38"/>
            <p:cNvSpPr/>
            <p:nvPr/>
          </p:nvSpPr>
          <p:spPr>
            <a:xfrm>
              <a:off x="3127376" y="1825337"/>
              <a:ext cx="3053" cy="4516"/>
            </a:xfrm>
            <a:custGeom>
              <a:avLst/>
              <a:gdLst/>
              <a:ahLst/>
              <a:cxnLst/>
              <a:rect l="l" t="t" r="r" b="b"/>
              <a:pathLst>
                <a:path w="96" h="142" extrusionOk="0">
                  <a:moveTo>
                    <a:pt x="64" y="1"/>
                  </a:moveTo>
                  <a:lnTo>
                    <a:pt x="64" y="1"/>
                  </a:lnTo>
                  <a:lnTo>
                    <a:pt x="32" y="1"/>
                  </a:lnTo>
                  <a:lnTo>
                    <a:pt x="32" y="1"/>
                  </a:lnTo>
                  <a:cubicBezTo>
                    <a:pt x="17" y="1"/>
                    <a:pt x="1" y="16"/>
                    <a:pt x="1" y="32"/>
                  </a:cubicBezTo>
                  <a:cubicBezTo>
                    <a:pt x="1" y="64"/>
                    <a:pt x="17" y="64"/>
                    <a:pt x="32" y="79"/>
                  </a:cubicBezTo>
                  <a:lnTo>
                    <a:pt x="17" y="110"/>
                  </a:lnTo>
                  <a:cubicBezTo>
                    <a:pt x="17" y="127"/>
                    <a:pt x="32" y="142"/>
                    <a:pt x="49" y="142"/>
                  </a:cubicBezTo>
                  <a:lnTo>
                    <a:pt x="64" y="142"/>
                  </a:lnTo>
                  <a:cubicBezTo>
                    <a:pt x="80" y="142"/>
                    <a:pt x="95" y="142"/>
                    <a:pt x="95" y="110"/>
                  </a:cubicBezTo>
                  <a:lnTo>
                    <a:pt x="95" y="47"/>
                  </a:lnTo>
                  <a:lnTo>
                    <a:pt x="95" y="16"/>
                  </a:lnTo>
                  <a:cubicBezTo>
                    <a:pt x="80" y="1"/>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4" name="Google Shape;1754;p38"/>
            <p:cNvSpPr/>
            <p:nvPr/>
          </p:nvSpPr>
          <p:spPr>
            <a:xfrm>
              <a:off x="3412019" y="1761189"/>
              <a:ext cx="4039" cy="5534"/>
            </a:xfrm>
            <a:custGeom>
              <a:avLst/>
              <a:gdLst/>
              <a:ahLst/>
              <a:cxnLst/>
              <a:rect l="l" t="t" r="r" b="b"/>
              <a:pathLst>
                <a:path w="127" h="174" extrusionOk="0">
                  <a:moveTo>
                    <a:pt x="95" y="111"/>
                  </a:moveTo>
                  <a:lnTo>
                    <a:pt x="16" y="127"/>
                  </a:lnTo>
                  <a:lnTo>
                    <a:pt x="63" y="174"/>
                  </a:lnTo>
                  <a:lnTo>
                    <a:pt x="79" y="174"/>
                  </a:lnTo>
                  <a:lnTo>
                    <a:pt x="79" y="174"/>
                  </a:lnTo>
                  <a:lnTo>
                    <a:pt x="95" y="174"/>
                  </a:lnTo>
                  <a:lnTo>
                    <a:pt x="111" y="174"/>
                  </a:lnTo>
                  <a:cubicBezTo>
                    <a:pt x="126" y="159"/>
                    <a:pt x="126" y="142"/>
                    <a:pt x="111" y="127"/>
                  </a:cubicBezTo>
                  <a:cubicBezTo>
                    <a:pt x="111" y="111"/>
                    <a:pt x="95" y="111"/>
                    <a:pt x="95" y="111"/>
                  </a:cubicBezTo>
                  <a:close/>
                  <a:moveTo>
                    <a:pt x="16" y="1"/>
                  </a:moveTo>
                  <a:cubicBezTo>
                    <a:pt x="16" y="1"/>
                    <a:pt x="0" y="1"/>
                    <a:pt x="0" y="16"/>
                  </a:cubicBezTo>
                  <a:lnTo>
                    <a:pt x="0" y="64"/>
                  </a:lnTo>
                  <a:lnTo>
                    <a:pt x="32" y="48"/>
                  </a:lnTo>
                  <a:cubicBezTo>
                    <a:pt x="16" y="48"/>
                    <a:pt x="32" y="48"/>
                    <a:pt x="32" y="32"/>
                  </a:cubicBezTo>
                  <a:cubicBezTo>
                    <a:pt x="32" y="16"/>
                    <a:pt x="32" y="16"/>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5" name="Google Shape;1755;p38"/>
            <p:cNvSpPr/>
            <p:nvPr/>
          </p:nvSpPr>
          <p:spPr>
            <a:xfrm>
              <a:off x="3332828" y="1816814"/>
              <a:ext cx="6583" cy="4548"/>
            </a:xfrm>
            <a:custGeom>
              <a:avLst/>
              <a:gdLst/>
              <a:ahLst/>
              <a:cxnLst/>
              <a:rect l="l" t="t" r="r" b="b"/>
              <a:pathLst>
                <a:path w="207" h="143" extrusionOk="0">
                  <a:moveTo>
                    <a:pt x="175" y="0"/>
                  </a:moveTo>
                  <a:lnTo>
                    <a:pt x="175" y="0"/>
                  </a:lnTo>
                  <a:lnTo>
                    <a:pt x="158" y="0"/>
                  </a:lnTo>
                  <a:lnTo>
                    <a:pt x="127" y="17"/>
                  </a:lnTo>
                  <a:lnTo>
                    <a:pt x="112" y="17"/>
                  </a:lnTo>
                  <a:cubicBezTo>
                    <a:pt x="127" y="32"/>
                    <a:pt x="127" y="32"/>
                    <a:pt x="127" y="48"/>
                  </a:cubicBezTo>
                  <a:cubicBezTo>
                    <a:pt x="143" y="63"/>
                    <a:pt x="127" y="80"/>
                    <a:pt x="112" y="80"/>
                  </a:cubicBezTo>
                  <a:lnTo>
                    <a:pt x="95" y="80"/>
                  </a:lnTo>
                  <a:cubicBezTo>
                    <a:pt x="80" y="80"/>
                    <a:pt x="64" y="80"/>
                    <a:pt x="64" y="63"/>
                  </a:cubicBezTo>
                  <a:lnTo>
                    <a:pt x="64" y="63"/>
                  </a:lnTo>
                  <a:lnTo>
                    <a:pt x="32" y="80"/>
                  </a:lnTo>
                  <a:lnTo>
                    <a:pt x="32" y="80"/>
                  </a:lnTo>
                  <a:cubicBezTo>
                    <a:pt x="17" y="80"/>
                    <a:pt x="1" y="111"/>
                    <a:pt x="17" y="126"/>
                  </a:cubicBezTo>
                  <a:cubicBezTo>
                    <a:pt x="17" y="126"/>
                    <a:pt x="32" y="143"/>
                    <a:pt x="49" y="143"/>
                  </a:cubicBezTo>
                  <a:cubicBezTo>
                    <a:pt x="49" y="143"/>
                    <a:pt x="64" y="143"/>
                    <a:pt x="64" y="126"/>
                  </a:cubicBezTo>
                  <a:lnTo>
                    <a:pt x="80" y="126"/>
                  </a:lnTo>
                  <a:lnTo>
                    <a:pt x="190" y="63"/>
                  </a:lnTo>
                  <a:lnTo>
                    <a:pt x="190" y="48"/>
                  </a:lnTo>
                  <a:lnTo>
                    <a:pt x="206" y="0"/>
                  </a:lnTo>
                  <a:lnTo>
                    <a:pt x="17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6" name="Google Shape;1756;p38"/>
            <p:cNvSpPr/>
            <p:nvPr/>
          </p:nvSpPr>
          <p:spPr>
            <a:xfrm>
              <a:off x="3189521" y="1798272"/>
              <a:ext cx="3053" cy="2544"/>
            </a:xfrm>
            <a:custGeom>
              <a:avLst/>
              <a:gdLst/>
              <a:ahLst/>
              <a:cxnLst/>
              <a:rect l="l" t="t" r="r" b="b"/>
              <a:pathLst>
                <a:path w="96" h="80" extrusionOk="0">
                  <a:moveTo>
                    <a:pt x="48" y="1"/>
                  </a:moveTo>
                  <a:lnTo>
                    <a:pt x="48" y="1"/>
                  </a:lnTo>
                  <a:cubicBezTo>
                    <a:pt x="48" y="16"/>
                    <a:pt x="17" y="32"/>
                    <a:pt x="1" y="32"/>
                  </a:cubicBezTo>
                  <a:lnTo>
                    <a:pt x="1" y="48"/>
                  </a:lnTo>
                  <a:cubicBezTo>
                    <a:pt x="1" y="64"/>
                    <a:pt x="17" y="79"/>
                    <a:pt x="32" y="79"/>
                  </a:cubicBezTo>
                  <a:lnTo>
                    <a:pt x="32" y="79"/>
                  </a:lnTo>
                  <a:lnTo>
                    <a:pt x="80" y="64"/>
                  </a:lnTo>
                  <a:lnTo>
                    <a:pt x="95" y="64"/>
                  </a:lnTo>
                  <a:lnTo>
                    <a:pt x="95" y="64"/>
                  </a:lnTo>
                  <a:cubicBezTo>
                    <a:pt x="80" y="48"/>
                    <a:pt x="64" y="32"/>
                    <a:pt x="80" y="16"/>
                  </a:cubicBezTo>
                  <a:lnTo>
                    <a:pt x="95" y="16"/>
                  </a:lnTo>
                  <a:cubicBezTo>
                    <a:pt x="80" y="16"/>
                    <a:pt x="64" y="16"/>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7" name="Google Shape;1757;p38"/>
            <p:cNvSpPr/>
            <p:nvPr/>
          </p:nvSpPr>
          <p:spPr>
            <a:xfrm>
              <a:off x="3081802" y="1808799"/>
              <a:ext cx="5534" cy="5025"/>
            </a:xfrm>
            <a:custGeom>
              <a:avLst/>
              <a:gdLst/>
              <a:ahLst/>
              <a:cxnLst/>
              <a:rect l="l" t="t" r="r" b="b"/>
              <a:pathLst>
                <a:path w="174" h="158" extrusionOk="0">
                  <a:moveTo>
                    <a:pt x="95" y="0"/>
                  </a:moveTo>
                  <a:lnTo>
                    <a:pt x="95" y="16"/>
                  </a:lnTo>
                  <a:cubicBezTo>
                    <a:pt x="110" y="32"/>
                    <a:pt x="95" y="48"/>
                    <a:pt x="79" y="48"/>
                  </a:cubicBezTo>
                  <a:cubicBezTo>
                    <a:pt x="79" y="63"/>
                    <a:pt x="79" y="63"/>
                    <a:pt x="64" y="63"/>
                  </a:cubicBezTo>
                  <a:cubicBezTo>
                    <a:pt x="64" y="63"/>
                    <a:pt x="64" y="48"/>
                    <a:pt x="47" y="48"/>
                  </a:cubicBezTo>
                  <a:cubicBezTo>
                    <a:pt x="47" y="63"/>
                    <a:pt x="47" y="80"/>
                    <a:pt x="32" y="80"/>
                  </a:cubicBezTo>
                  <a:lnTo>
                    <a:pt x="16" y="80"/>
                  </a:lnTo>
                  <a:lnTo>
                    <a:pt x="1" y="80"/>
                  </a:lnTo>
                  <a:cubicBezTo>
                    <a:pt x="1" y="95"/>
                    <a:pt x="16" y="95"/>
                    <a:pt x="32" y="95"/>
                  </a:cubicBezTo>
                  <a:lnTo>
                    <a:pt x="32" y="95"/>
                  </a:lnTo>
                  <a:lnTo>
                    <a:pt x="47" y="95"/>
                  </a:lnTo>
                  <a:lnTo>
                    <a:pt x="47" y="111"/>
                  </a:lnTo>
                  <a:lnTo>
                    <a:pt x="47" y="111"/>
                  </a:lnTo>
                  <a:cubicBezTo>
                    <a:pt x="47" y="126"/>
                    <a:pt x="64" y="126"/>
                    <a:pt x="64" y="126"/>
                  </a:cubicBezTo>
                  <a:lnTo>
                    <a:pt x="110" y="158"/>
                  </a:lnTo>
                  <a:lnTo>
                    <a:pt x="142" y="158"/>
                  </a:lnTo>
                  <a:lnTo>
                    <a:pt x="142" y="158"/>
                  </a:lnTo>
                  <a:lnTo>
                    <a:pt x="158" y="158"/>
                  </a:lnTo>
                  <a:cubicBezTo>
                    <a:pt x="158" y="158"/>
                    <a:pt x="173" y="158"/>
                    <a:pt x="173" y="143"/>
                  </a:cubicBezTo>
                  <a:lnTo>
                    <a:pt x="158" y="143"/>
                  </a:lnTo>
                  <a:cubicBezTo>
                    <a:pt x="127" y="126"/>
                    <a:pt x="127" y="111"/>
                    <a:pt x="127" y="95"/>
                  </a:cubicBezTo>
                  <a:cubicBezTo>
                    <a:pt x="142" y="80"/>
                    <a:pt x="142" y="80"/>
                    <a:pt x="158" y="80"/>
                  </a:cubicBezTo>
                  <a:lnTo>
                    <a:pt x="173" y="80"/>
                  </a:lnTo>
                  <a:lnTo>
                    <a:pt x="173" y="80"/>
                  </a:lnTo>
                  <a:lnTo>
                    <a:pt x="158" y="48"/>
                  </a:lnTo>
                  <a:cubicBezTo>
                    <a:pt x="158" y="48"/>
                    <a:pt x="158" y="32"/>
                    <a:pt x="142" y="32"/>
                  </a:cubicBezTo>
                  <a:cubicBezTo>
                    <a:pt x="142" y="16"/>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8" name="Google Shape;1758;p38"/>
            <p:cNvSpPr/>
            <p:nvPr/>
          </p:nvSpPr>
          <p:spPr>
            <a:xfrm>
              <a:off x="3425568" y="1772702"/>
              <a:ext cx="4516" cy="2576"/>
            </a:xfrm>
            <a:custGeom>
              <a:avLst/>
              <a:gdLst/>
              <a:ahLst/>
              <a:cxnLst/>
              <a:rect l="l" t="t" r="r" b="b"/>
              <a:pathLst>
                <a:path w="142" h="81" extrusionOk="0">
                  <a:moveTo>
                    <a:pt x="32" y="1"/>
                  </a:moveTo>
                  <a:lnTo>
                    <a:pt x="32" y="1"/>
                  </a:lnTo>
                  <a:lnTo>
                    <a:pt x="15" y="1"/>
                  </a:lnTo>
                  <a:cubicBezTo>
                    <a:pt x="15" y="1"/>
                    <a:pt x="0" y="17"/>
                    <a:pt x="0" y="32"/>
                  </a:cubicBezTo>
                  <a:lnTo>
                    <a:pt x="0" y="49"/>
                  </a:lnTo>
                  <a:cubicBezTo>
                    <a:pt x="15" y="64"/>
                    <a:pt x="15" y="80"/>
                    <a:pt x="47" y="80"/>
                  </a:cubicBezTo>
                  <a:lnTo>
                    <a:pt x="47" y="80"/>
                  </a:lnTo>
                  <a:lnTo>
                    <a:pt x="126" y="80"/>
                  </a:lnTo>
                  <a:cubicBezTo>
                    <a:pt x="141" y="64"/>
                    <a:pt x="141" y="64"/>
                    <a:pt x="141" y="32"/>
                  </a:cubicBezTo>
                  <a:lnTo>
                    <a:pt x="141" y="32"/>
                  </a:lnTo>
                  <a:cubicBezTo>
                    <a:pt x="141" y="17"/>
                    <a:pt x="126" y="1"/>
                    <a:pt x="110" y="1"/>
                  </a:cubicBezTo>
                  <a:lnTo>
                    <a:pt x="110" y="1"/>
                  </a:lnTo>
                  <a:lnTo>
                    <a:pt x="95" y="1"/>
                  </a:lnTo>
                  <a:lnTo>
                    <a:pt x="63" y="17"/>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9" name="Google Shape;1759;p38"/>
            <p:cNvSpPr/>
            <p:nvPr/>
          </p:nvSpPr>
          <p:spPr>
            <a:xfrm>
              <a:off x="3167481" y="1797763"/>
              <a:ext cx="7569" cy="4548"/>
            </a:xfrm>
            <a:custGeom>
              <a:avLst/>
              <a:gdLst/>
              <a:ahLst/>
              <a:cxnLst/>
              <a:rect l="l" t="t" r="r" b="b"/>
              <a:pathLst>
                <a:path w="238" h="143" extrusionOk="0">
                  <a:moveTo>
                    <a:pt x="32" y="0"/>
                  </a:moveTo>
                  <a:lnTo>
                    <a:pt x="32" y="0"/>
                  </a:lnTo>
                  <a:lnTo>
                    <a:pt x="32" y="0"/>
                  </a:lnTo>
                  <a:cubicBezTo>
                    <a:pt x="17" y="0"/>
                    <a:pt x="0" y="17"/>
                    <a:pt x="0" y="32"/>
                  </a:cubicBezTo>
                  <a:lnTo>
                    <a:pt x="0" y="80"/>
                  </a:lnTo>
                  <a:cubicBezTo>
                    <a:pt x="0" y="95"/>
                    <a:pt x="0" y="111"/>
                    <a:pt x="17" y="111"/>
                  </a:cubicBezTo>
                  <a:cubicBezTo>
                    <a:pt x="17" y="127"/>
                    <a:pt x="32" y="127"/>
                    <a:pt x="32" y="127"/>
                  </a:cubicBezTo>
                  <a:lnTo>
                    <a:pt x="32" y="127"/>
                  </a:lnTo>
                  <a:cubicBezTo>
                    <a:pt x="48" y="127"/>
                    <a:pt x="48" y="111"/>
                    <a:pt x="63" y="111"/>
                  </a:cubicBezTo>
                  <a:lnTo>
                    <a:pt x="63" y="111"/>
                  </a:lnTo>
                  <a:lnTo>
                    <a:pt x="63" y="111"/>
                  </a:lnTo>
                  <a:lnTo>
                    <a:pt x="80" y="127"/>
                  </a:lnTo>
                  <a:cubicBezTo>
                    <a:pt x="95" y="127"/>
                    <a:pt x="95" y="143"/>
                    <a:pt x="111" y="143"/>
                  </a:cubicBezTo>
                  <a:lnTo>
                    <a:pt x="111" y="143"/>
                  </a:lnTo>
                  <a:cubicBezTo>
                    <a:pt x="126" y="143"/>
                    <a:pt x="126" y="127"/>
                    <a:pt x="126" y="127"/>
                  </a:cubicBezTo>
                  <a:lnTo>
                    <a:pt x="143" y="127"/>
                  </a:lnTo>
                  <a:lnTo>
                    <a:pt x="206" y="95"/>
                  </a:lnTo>
                  <a:lnTo>
                    <a:pt x="221" y="95"/>
                  </a:lnTo>
                  <a:lnTo>
                    <a:pt x="221" y="80"/>
                  </a:lnTo>
                  <a:cubicBezTo>
                    <a:pt x="237" y="80"/>
                    <a:pt x="237" y="64"/>
                    <a:pt x="221" y="64"/>
                  </a:cubicBezTo>
                  <a:lnTo>
                    <a:pt x="221" y="48"/>
                  </a:lnTo>
                  <a:lnTo>
                    <a:pt x="221" y="48"/>
                  </a:lnTo>
                  <a:cubicBezTo>
                    <a:pt x="206" y="32"/>
                    <a:pt x="206" y="32"/>
                    <a:pt x="189" y="32"/>
                  </a:cubicBezTo>
                  <a:lnTo>
                    <a:pt x="189" y="32"/>
                  </a:lnTo>
                  <a:lnTo>
                    <a:pt x="174" y="48"/>
                  </a:lnTo>
                  <a:lnTo>
                    <a:pt x="111" y="64"/>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0" name="Google Shape;1760;p38"/>
            <p:cNvSpPr/>
            <p:nvPr/>
          </p:nvSpPr>
          <p:spPr>
            <a:xfrm>
              <a:off x="3409507" y="1775246"/>
              <a:ext cx="4548" cy="3498"/>
            </a:xfrm>
            <a:custGeom>
              <a:avLst/>
              <a:gdLst/>
              <a:ahLst/>
              <a:cxnLst/>
              <a:rect l="l" t="t" r="r" b="b"/>
              <a:pathLst>
                <a:path w="143" h="110" extrusionOk="0">
                  <a:moveTo>
                    <a:pt x="111" y="0"/>
                  </a:moveTo>
                  <a:lnTo>
                    <a:pt x="111" y="0"/>
                  </a:lnTo>
                  <a:lnTo>
                    <a:pt x="95" y="0"/>
                  </a:lnTo>
                  <a:lnTo>
                    <a:pt x="48" y="32"/>
                  </a:lnTo>
                  <a:lnTo>
                    <a:pt x="32" y="32"/>
                  </a:lnTo>
                  <a:lnTo>
                    <a:pt x="16" y="47"/>
                  </a:lnTo>
                  <a:cubicBezTo>
                    <a:pt x="1" y="47"/>
                    <a:pt x="1" y="63"/>
                    <a:pt x="1" y="78"/>
                  </a:cubicBezTo>
                  <a:lnTo>
                    <a:pt x="1" y="78"/>
                  </a:lnTo>
                  <a:cubicBezTo>
                    <a:pt x="16" y="78"/>
                    <a:pt x="32" y="95"/>
                    <a:pt x="32" y="110"/>
                  </a:cubicBezTo>
                  <a:lnTo>
                    <a:pt x="48" y="110"/>
                  </a:lnTo>
                  <a:lnTo>
                    <a:pt x="48" y="95"/>
                  </a:lnTo>
                  <a:lnTo>
                    <a:pt x="48" y="95"/>
                  </a:lnTo>
                  <a:lnTo>
                    <a:pt x="64" y="110"/>
                  </a:lnTo>
                  <a:lnTo>
                    <a:pt x="79" y="110"/>
                  </a:lnTo>
                  <a:lnTo>
                    <a:pt x="79" y="110"/>
                  </a:lnTo>
                  <a:lnTo>
                    <a:pt x="79" y="95"/>
                  </a:lnTo>
                  <a:cubicBezTo>
                    <a:pt x="79" y="78"/>
                    <a:pt x="95" y="63"/>
                    <a:pt x="111" y="63"/>
                  </a:cubicBezTo>
                  <a:lnTo>
                    <a:pt x="111" y="63"/>
                  </a:lnTo>
                  <a:lnTo>
                    <a:pt x="127" y="63"/>
                  </a:lnTo>
                  <a:lnTo>
                    <a:pt x="142" y="78"/>
                  </a:lnTo>
                  <a:lnTo>
                    <a:pt x="142" y="63"/>
                  </a:lnTo>
                  <a:lnTo>
                    <a:pt x="142" y="32"/>
                  </a:lnTo>
                  <a:cubicBezTo>
                    <a:pt x="142" y="15"/>
                    <a:pt x="142" y="15"/>
                    <a:pt x="127" y="0"/>
                  </a:cubicBezTo>
                  <a:lnTo>
                    <a:pt x="12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1" name="Google Shape;1761;p38"/>
            <p:cNvSpPr/>
            <p:nvPr/>
          </p:nvSpPr>
          <p:spPr>
            <a:xfrm>
              <a:off x="3403496" y="1793279"/>
              <a:ext cx="4039" cy="2035"/>
            </a:xfrm>
            <a:custGeom>
              <a:avLst/>
              <a:gdLst/>
              <a:ahLst/>
              <a:cxnLst/>
              <a:rect l="l" t="t" r="r" b="b"/>
              <a:pathLst>
                <a:path w="127" h="64" extrusionOk="0">
                  <a:moveTo>
                    <a:pt x="16" y="47"/>
                  </a:moveTo>
                  <a:lnTo>
                    <a:pt x="1" y="63"/>
                  </a:lnTo>
                  <a:lnTo>
                    <a:pt x="16" y="63"/>
                  </a:lnTo>
                  <a:lnTo>
                    <a:pt x="16" y="47"/>
                  </a:lnTo>
                  <a:close/>
                  <a:moveTo>
                    <a:pt x="79" y="0"/>
                  </a:moveTo>
                  <a:lnTo>
                    <a:pt x="79" y="15"/>
                  </a:lnTo>
                  <a:lnTo>
                    <a:pt x="79" y="47"/>
                  </a:lnTo>
                  <a:lnTo>
                    <a:pt x="127" y="32"/>
                  </a:lnTo>
                  <a:lnTo>
                    <a:pt x="110" y="15"/>
                  </a:lnTo>
                  <a:lnTo>
                    <a:pt x="110" y="0"/>
                  </a:lnTo>
                  <a:lnTo>
                    <a:pt x="95" y="0"/>
                  </a:ln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2" name="Google Shape;1762;p38"/>
            <p:cNvSpPr/>
            <p:nvPr/>
          </p:nvSpPr>
          <p:spPr>
            <a:xfrm>
              <a:off x="3072801" y="1809308"/>
              <a:ext cx="2512" cy="4516"/>
            </a:xfrm>
            <a:custGeom>
              <a:avLst/>
              <a:gdLst/>
              <a:ahLst/>
              <a:cxnLst/>
              <a:rect l="l" t="t" r="r" b="b"/>
              <a:pathLst>
                <a:path w="79" h="142" extrusionOk="0">
                  <a:moveTo>
                    <a:pt x="47" y="0"/>
                  </a:moveTo>
                  <a:lnTo>
                    <a:pt x="32" y="0"/>
                  </a:lnTo>
                  <a:cubicBezTo>
                    <a:pt x="15" y="0"/>
                    <a:pt x="15" y="16"/>
                    <a:pt x="15" y="32"/>
                  </a:cubicBezTo>
                  <a:lnTo>
                    <a:pt x="0" y="95"/>
                  </a:lnTo>
                  <a:cubicBezTo>
                    <a:pt x="0" y="110"/>
                    <a:pt x="15" y="127"/>
                    <a:pt x="32" y="142"/>
                  </a:cubicBezTo>
                  <a:lnTo>
                    <a:pt x="32" y="142"/>
                  </a:lnTo>
                  <a:cubicBezTo>
                    <a:pt x="47" y="142"/>
                    <a:pt x="63" y="127"/>
                    <a:pt x="63" y="110"/>
                  </a:cubicBezTo>
                  <a:lnTo>
                    <a:pt x="78" y="47"/>
                  </a:lnTo>
                  <a:cubicBezTo>
                    <a:pt x="78" y="32"/>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3" name="Google Shape;1763;p38"/>
            <p:cNvSpPr/>
            <p:nvPr/>
          </p:nvSpPr>
          <p:spPr>
            <a:xfrm>
              <a:off x="3019148" y="1808290"/>
              <a:ext cx="3562" cy="5534"/>
            </a:xfrm>
            <a:custGeom>
              <a:avLst/>
              <a:gdLst/>
              <a:ahLst/>
              <a:cxnLst/>
              <a:rect l="l" t="t" r="r" b="b"/>
              <a:pathLst>
                <a:path w="112" h="174" extrusionOk="0">
                  <a:moveTo>
                    <a:pt x="32" y="1"/>
                  </a:moveTo>
                  <a:lnTo>
                    <a:pt x="32" y="1"/>
                  </a:lnTo>
                  <a:lnTo>
                    <a:pt x="17" y="1"/>
                  </a:lnTo>
                  <a:cubicBezTo>
                    <a:pt x="1" y="16"/>
                    <a:pt x="1" y="48"/>
                    <a:pt x="17" y="64"/>
                  </a:cubicBezTo>
                  <a:lnTo>
                    <a:pt x="17" y="64"/>
                  </a:lnTo>
                  <a:lnTo>
                    <a:pt x="17" y="64"/>
                  </a:lnTo>
                  <a:lnTo>
                    <a:pt x="17" y="79"/>
                  </a:lnTo>
                  <a:cubicBezTo>
                    <a:pt x="17" y="96"/>
                    <a:pt x="1" y="96"/>
                    <a:pt x="1" y="96"/>
                  </a:cubicBezTo>
                  <a:cubicBezTo>
                    <a:pt x="17" y="127"/>
                    <a:pt x="32" y="142"/>
                    <a:pt x="32" y="174"/>
                  </a:cubicBezTo>
                  <a:cubicBezTo>
                    <a:pt x="64" y="142"/>
                    <a:pt x="80" y="111"/>
                    <a:pt x="95" y="96"/>
                  </a:cubicBezTo>
                  <a:cubicBezTo>
                    <a:pt x="112" y="64"/>
                    <a:pt x="95" y="48"/>
                    <a:pt x="80" y="32"/>
                  </a:cubicBezTo>
                  <a:lnTo>
                    <a:pt x="80" y="32"/>
                  </a:lnTo>
                  <a:lnTo>
                    <a:pt x="80" y="32"/>
                  </a:lnTo>
                  <a:lnTo>
                    <a:pt x="64" y="16"/>
                  </a:lnTo>
                  <a:cubicBezTo>
                    <a:pt x="64"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4" name="Google Shape;1764;p38"/>
            <p:cNvSpPr/>
            <p:nvPr/>
          </p:nvSpPr>
          <p:spPr>
            <a:xfrm>
              <a:off x="3180488" y="1816337"/>
              <a:ext cx="3053" cy="6042"/>
            </a:xfrm>
            <a:custGeom>
              <a:avLst/>
              <a:gdLst/>
              <a:ahLst/>
              <a:cxnLst/>
              <a:rect l="l" t="t" r="r" b="b"/>
              <a:pathLst>
                <a:path w="96" h="190" extrusionOk="0">
                  <a:moveTo>
                    <a:pt x="49" y="0"/>
                  </a:moveTo>
                  <a:lnTo>
                    <a:pt x="49" y="0"/>
                  </a:lnTo>
                  <a:lnTo>
                    <a:pt x="49" y="0"/>
                  </a:lnTo>
                  <a:cubicBezTo>
                    <a:pt x="32" y="0"/>
                    <a:pt x="32" y="15"/>
                    <a:pt x="17" y="32"/>
                  </a:cubicBezTo>
                  <a:lnTo>
                    <a:pt x="17" y="32"/>
                  </a:lnTo>
                  <a:lnTo>
                    <a:pt x="17" y="63"/>
                  </a:lnTo>
                  <a:lnTo>
                    <a:pt x="17" y="63"/>
                  </a:lnTo>
                  <a:lnTo>
                    <a:pt x="17" y="63"/>
                  </a:lnTo>
                  <a:cubicBezTo>
                    <a:pt x="32" y="63"/>
                    <a:pt x="49" y="63"/>
                    <a:pt x="49" y="78"/>
                  </a:cubicBezTo>
                  <a:cubicBezTo>
                    <a:pt x="64" y="95"/>
                    <a:pt x="49" y="110"/>
                    <a:pt x="32" y="126"/>
                  </a:cubicBezTo>
                  <a:lnTo>
                    <a:pt x="1" y="126"/>
                  </a:lnTo>
                  <a:cubicBezTo>
                    <a:pt x="17" y="141"/>
                    <a:pt x="17" y="158"/>
                    <a:pt x="1" y="173"/>
                  </a:cubicBezTo>
                  <a:lnTo>
                    <a:pt x="1" y="173"/>
                  </a:lnTo>
                  <a:lnTo>
                    <a:pt x="1" y="189"/>
                  </a:lnTo>
                  <a:lnTo>
                    <a:pt x="17" y="189"/>
                  </a:lnTo>
                  <a:cubicBezTo>
                    <a:pt x="32" y="189"/>
                    <a:pt x="49" y="173"/>
                    <a:pt x="49" y="158"/>
                  </a:cubicBezTo>
                  <a:lnTo>
                    <a:pt x="80" y="47"/>
                  </a:lnTo>
                  <a:cubicBezTo>
                    <a:pt x="95" y="32"/>
                    <a:pt x="80" y="15"/>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5" name="Google Shape;1765;p38"/>
            <p:cNvSpPr/>
            <p:nvPr/>
          </p:nvSpPr>
          <p:spPr>
            <a:xfrm>
              <a:off x="3190538" y="1794742"/>
              <a:ext cx="5534" cy="4580"/>
            </a:xfrm>
            <a:custGeom>
              <a:avLst/>
              <a:gdLst/>
              <a:ahLst/>
              <a:cxnLst/>
              <a:rect l="l" t="t" r="r" b="b"/>
              <a:pathLst>
                <a:path w="174" h="144" extrusionOk="0">
                  <a:moveTo>
                    <a:pt x="63" y="1"/>
                  </a:moveTo>
                  <a:lnTo>
                    <a:pt x="48" y="1"/>
                  </a:lnTo>
                  <a:lnTo>
                    <a:pt x="48" y="1"/>
                  </a:lnTo>
                  <a:cubicBezTo>
                    <a:pt x="32" y="1"/>
                    <a:pt x="16" y="17"/>
                    <a:pt x="0" y="32"/>
                  </a:cubicBezTo>
                  <a:lnTo>
                    <a:pt x="0" y="32"/>
                  </a:lnTo>
                  <a:lnTo>
                    <a:pt x="0" y="32"/>
                  </a:lnTo>
                  <a:lnTo>
                    <a:pt x="0" y="49"/>
                  </a:lnTo>
                  <a:cubicBezTo>
                    <a:pt x="0" y="49"/>
                    <a:pt x="16" y="49"/>
                    <a:pt x="16" y="32"/>
                  </a:cubicBezTo>
                  <a:lnTo>
                    <a:pt x="32" y="32"/>
                  </a:lnTo>
                  <a:lnTo>
                    <a:pt x="32" y="32"/>
                  </a:lnTo>
                  <a:cubicBezTo>
                    <a:pt x="48" y="32"/>
                    <a:pt x="63" y="49"/>
                    <a:pt x="63" y="49"/>
                  </a:cubicBezTo>
                  <a:cubicBezTo>
                    <a:pt x="63" y="80"/>
                    <a:pt x="63" y="95"/>
                    <a:pt x="48" y="95"/>
                  </a:cubicBezTo>
                  <a:cubicBezTo>
                    <a:pt x="32" y="95"/>
                    <a:pt x="32" y="112"/>
                    <a:pt x="16" y="112"/>
                  </a:cubicBezTo>
                  <a:lnTo>
                    <a:pt x="32" y="112"/>
                  </a:lnTo>
                  <a:cubicBezTo>
                    <a:pt x="32" y="127"/>
                    <a:pt x="48" y="127"/>
                    <a:pt x="63" y="127"/>
                  </a:cubicBezTo>
                  <a:cubicBezTo>
                    <a:pt x="63" y="127"/>
                    <a:pt x="63" y="112"/>
                    <a:pt x="79" y="112"/>
                  </a:cubicBezTo>
                  <a:lnTo>
                    <a:pt x="79" y="112"/>
                  </a:lnTo>
                  <a:cubicBezTo>
                    <a:pt x="79" y="112"/>
                    <a:pt x="95" y="112"/>
                    <a:pt x="95" y="127"/>
                  </a:cubicBezTo>
                  <a:lnTo>
                    <a:pt x="126" y="143"/>
                  </a:lnTo>
                  <a:lnTo>
                    <a:pt x="126" y="143"/>
                  </a:lnTo>
                  <a:lnTo>
                    <a:pt x="158" y="95"/>
                  </a:lnTo>
                  <a:cubicBezTo>
                    <a:pt x="174" y="95"/>
                    <a:pt x="174" y="80"/>
                    <a:pt x="174" y="64"/>
                  </a:cubicBezTo>
                  <a:cubicBezTo>
                    <a:pt x="174" y="49"/>
                    <a:pt x="158" y="49"/>
                    <a:pt x="142" y="49"/>
                  </a:cubicBezTo>
                  <a:lnTo>
                    <a:pt x="126" y="49"/>
                  </a:lnTo>
                  <a:lnTo>
                    <a:pt x="126" y="32"/>
                  </a:lnTo>
                  <a:lnTo>
                    <a:pt x="126" y="32"/>
                  </a:lnTo>
                  <a:cubicBezTo>
                    <a:pt x="111"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6" name="Google Shape;1766;p38"/>
            <p:cNvSpPr/>
            <p:nvPr/>
          </p:nvSpPr>
          <p:spPr>
            <a:xfrm>
              <a:off x="3082819" y="1806287"/>
              <a:ext cx="2512" cy="4548"/>
            </a:xfrm>
            <a:custGeom>
              <a:avLst/>
              <a:gdLst/>
              <a:ahLst/>
              <a:cxnLst/>
              <a:rect l="l" t="t" r="r" b="b"/>
              <a:pathLst>
                <a:path w="79" h="143" extrusionOk="0">
                  <a:moveTo>
                    <a:pt x="15" y="1"/>
                  </a:moveTo>
                  <a:lnTo>
                    <a:pt x="15" y="1"/>
                  </a:lnTo>
                  <a:lnTo>
                    <a:pt x="0" y="16"/>
                  </a:lnTo>
                  <a:lnTo>
                    <a:pt x="0" y="16"/>
                  </a:lnTo>
                  <a:lnTo>
                    <a:pt x="15" y="32"/>
                  </a:lnTo>
                  <a:cubicBezTo>
                    <a:pt x="32" y="48"/>
                    <a:pt x="15" y="79"/>
                    <a:pt x="0" y="95"/>
                  </a:cubicBezTo>
                  <a:lnTo>
                    <a:pt x="0" y="95"/>
                  </a:lnTo>
                  <a:lnTo>
                    <a:pt x="0" y="95"/>
                  </a:lnTo>
                  <a:lnTo>
                    <a:pt x="15" y="111"/>
                  </a:lnTo>
                  <a:lnTo>
                    <a:pt x="15" y="127"/>
                  </a:lnTo>
                  <a:cubicBezTo>
                    <a:pt x="32" y="127"/>
                    <a:pt x="32" y="142"/>
                    <a:pt x="32" y="142"/>
                  </a:cubicBezTo>
                  <a:cubicBezTo>
                    <a:pt x="47" y="142"/>
                    <a:pt x="47" y="142"/>
                    <a:pt x="47" y="127"/>
                  </a:cubicBezTo>
                  <a:cubicBezTo>
                    <a:pt x="63" y="127"/>
                    <a:pt x="78" y="111"/>
                    <a:pt x="63" y="95"/>
                  </a:cubicBezTo>
                  <a:lnTo>
                    <a:pt x="63" y="79"/>
                  </a:lnTo>
                  <a:lnTo>
                    <a:pt x="47" y="32"/>
                  </a:lnTo>
                  <a:cubicBezTo>
                    <a:pt x="47" y="16"/>
                    <a:pt x="32" y="1"/>
                    <a:pt x="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7" name="Google Shape;1767;p38"/>
            <p:cNvSpPr/>
            <p:nvPr/>
          </p:nvSpPr>
          <p:spPr>
            <a:xfrm>
              <a:off x="3133928" y="1800276"/>
              <a:ext cx="3021" cy="4039"/>
            </a:xfrm>
            <a:custGeom>
              <a:avLst/>
              <a:gdLst/>
              <a:ahLst/>
              <a:cxnLst/>
              <a:rect l="l" t="t" r="r" b="b"/>
              <a:pathLst>
                <a:path w="95" h="127" extrusionOk="0">
                  <a:moveTo>
                    <a:pt x="32" y="1"/>
                  </a:moveTo>
                  <a:lnTo>
                    <a:pt x="32" y="1"/>
                  </a:lnTo>
                  <a:lnTo>
                    <a:pt x="32" y="1"/>
                  </a:lnTo>
                  <a:cubicBezTo>
                    <a:pt x="0" y="16"/>
                    <a:pt x="0" y="32"/>
                    <a:pt x="0" y="48"/>
                  </a:cubicBezTo>
                  <a:lnTo>
                    <a:pt x="32" y="111"/>
                  </a:lnTo>
                  <a:cubicBezTo>
                    <a:pt x="32" y="127"/>
                    <a:pt x="47" y="127"/>
                    <a:pt x="63" y="127"/>
                  </a:cubicBezTo>
                  <a:lnTo>
                    <a:pt x="63" y="127"/>
                  </a:lnTo>
                  <a:cubicBezTo>
                    <a:pt x="95" y="127"/>
                    <a:pt x="95" y="111"/>
                    <a:pt x="95" y="95"/>
                  </a:cubicBez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8" name="Google Shape;1768;p38"/>
            <p:cNvSpPr/>
            <p:nvPr/>
          </p:nvSpPr>
          <p:spPr>
            <a:xfrm>
              <a:off x="3280225" y="1803774"/>
              <a:ext cx="6074" cy="2544"/>
            </a:xfrm>
            <a:custGeom>
              <a:avLst/>
              <a:gdLst/>
              <a:ahLst/>
              <a:cxnLst/>
              <a:rect l="l" t="t" r="r" b="b"/>
              <a:pathLst>
                <a:path w="191" h="80" extrusionOk="0">
                  <a:moveTo>
                    <a:pt x="142" y="1"/>
                  </a:moveTo>
                  <a:lnTo>
                    <a:pt x="32" y="17"/>
                  </a:lnTo>
                  <a:cubicBezTo>
                    <a:pt x="16" y="17"/>
                    <a:pt x="1" y="32"/>
                    <a:pt x="1" y="48"/>
                  </a:cubicBezTo>
                  <a:cubicBezTo>
                    <a:pt x="1" y="80"/>
                    <a:pt x="16" y="80"/>
                    <a:pt x="32" y="80"/>
                  </a:cubicBezTo>
                  <a:lnTo>
                    <a:pt x="32" y="80"/>
                  </a:lnTo>
                  <a:lnTo>
                    <a:pt x="159" y="80"/>
                  </a:lnTo>
                  <a:lnTo>
                    <a:pt x="174" y="80"/>
                  </a:lnTo>
                  <a:cubicBezTo>
                    <a:pt x="190" y="64"/>
                    <a:pt x="190" y="48"/>
                    <a:pt x="190" y="32"/>
                  </a:cubicBezTo>
                  <a:lnTo>
                    <a:pt x="190" y="32"/>
                  </a:lnTo>
                  <a:lnTo>
                    <a:pt x="159" y="32"/>
                  </a:lnTo>
                  <a:lnTo>
                    <a:pt x="14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9" name="Google Shape;1769;p38"/>
            <p:cNvSpPr/>
            <p:nvPr/>
          </p:nvSpPr>
          <p:spPr>
            <a:xfrm>
              <a:off x="3099325" y="1810803"/>
              <a:ext cx="2544" cy="4039"/>
            </a:xfrm>
            <a:custGeom>
              <a:avLst/>
              <a:gdLst/>
              <a:ahLst/>
              <a:cxnLst/>
              <a:rect l="l" t="t" r="r" b="b"/>
              <a:pathLst>
                <a:path w="80" h="127" extrusionOk="0">
                  <a:moveTo>
                    <a:pt x="32" y="0"/>
                  </a:moveTo>
                  <a:lnTo>
                    <a:pt x="32" y="0"/>
                  </a:lnTo>
                  <a:cubicBezTo>
                    <a:pt x="17" y="0"/>
                    <a:pt x="1" y="17"/>
                    <a:pt x="1" y="32"/>
                  </a:cubicBezTo>
                  <a:lnTo>
                    <a:pt x="17" y="95"/>
                  </a:lnTo>
                  <a:cubicBezTo>
                    <a:pt x="17" y="111"/>
                    <a:pt x="32" y="126"/>
                    <a:pt x="48" y="126"/>
                  </a:cubicBezTo>
                  <a:lnTo>
                    <a:pt x="48" y="126"/>
                  </a:lnTo>
                  <a:cubicBezTo>
                    <a:pt x="64" y="126"/>
                    <a:pt x="80" y="111"/>
                    <a:pt x="80" y="80"/>
                  </a:cubicBezTo>
                  <a:lnTo>
                    <a:pt x="80" y="32"/>
                  </a:lnTo>
                  <a:cubicBezTo>
                    <a:pt x="80"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0" name="Google Shape;1770;p38"/>
            <p:cNvSpPr/>
            <p:nvPr/>
          </p:nvSpPr>
          <p:spPr>
            <a:xfrm>
              <a:off x="3322333" y="1786727"/>
              <a:ext cx="4039" cy="3562"/>
            </a:xfrm>
            <a:custGeom>
              <a:avLst/>
              <a:gdLst/>
              <a:ahLst/>
              <a:cxnLst/>
              <a:rect l="l" t="t" r="r" b="b"/>
              <a:pathLst>
                <a:path w="127" h="112" extrusionOk="0">
                  <a:moveTo>
                    <a:pt x="32" y="1"/>
                  </a:moveTo>
                  <a:lnTo>
                    <a:pt x="32" y="1"/>
                  </a:lnTo>
                  <a:cubicBezTo>
                    <a:pt x="16" y="1"/>
                    <a:pt x="16" y="17"/>
                    <a:pt x="0" y="17"/>
                  </a:cubicBezTo>
                  <a:lnTo>
                    <a:pt x="0" y="49"/>
                  </a:lnTo>
                  <a:cubicBezTo>
                    <a:pt x="0" y="49"/>
                    <a:pt x="0" y="64"/>
                    <a:pt x="16" y="80"/>
                  </a:cubicBezTo>
                  <a:lnTo>
                    <a:pt x="79" y="112"/>
                  </a:lnTo>
                  <a:lnTo>
                    <a:pt x="95" y="112"/>
                  </a:lnTo>
                  <a:cubicBezTo>
                    <a:pt x="95" y="112"/>
                    <a:pt x="110" y="112"/>
                    <a:pt x="126" y="95"/>
                  </a:cubicBezTo>
                  <a:lnTo>
                    <a:pt x="126" y="95"/>
                  </a:lnTo>
                  <a:lnTo>
                    <a:pt x="110" y="95"/>
                  </a:lnTo>
                  <a:lnTo>
                    <a:pt x="95" y="95"/>
                  </a:lnTo>
                  <a:cubicBezTo>
                    <a:pt x="79" y="95"/>
                    <a:pt x="63" y="80"/>
                    <a:pt x="63" y="64"/>
                  </a:cubicBezTo>
                  <a:cubicBezTo>
                    <a:pt x="63" y="49"/>
                    <a:pt x="79" y="49"/>
                    <a:pt x="79" y="49"/>
                  </a:cubicBezTo>
                  <a:cubicBezTo>
                    <a:pt x="79" y="17"/>
                    <a:pt x="79" y="17"/>
                    <a:pt x="63"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1" name="Google Shape;1771;p38"/>
            <p:cNvSpPr/>
            <p:nvPr/>
          </p:nvSpPr>
          <p:spPr>
            <a:xfrm>
              <a:off x="3171011" y="1804792"/>
              <a:ext cx="6042" cy="3530"/>
            </a:xfrm>
            <a:custGeom>
              <a:avLst/>
              <a:gdLst/>
              <a:ahLst/>
              <a:cxnLst/>
              <a:rect l="l" t="t" r="r" b="b"/>
              <a:pathLst>
                <a:path w="190" h="111" extrusionOk="0">
                  <a:moveTo>
                    <a:pt x="158" y="0"/>
                  </a:moveTo>
                  <a:lnTo>
                    <a:pt x="158" y="0"/>
                  </a:lnTo>
                  <a:lnTo>
                    <a:pt x="141" y="0"/>
                  </a:lnTo>
                  <a:lnTo>
                    <a:pt x="32" y="32"/>
                  </a:lnTo>
                  <a:cubicBezTo>
                    <a:pt x="15" y="48"/>
                    <a:pt x="0" y="63"/>
                    <a:pt x="15" y="79"/>
                  </a:cubicBezTo>
                  <a:cubicBezTo>
                    <a:pt x="15" y="95"/>
                    <a:pt x="32" y="111"/>
                    <a:pt x="47" y="111"/>
                  </a:cubicBezTo>
                  <a:lnTo>
                    <a:pt x="47" y="111"/>
                  </a:lnTo>
                  <a:lnTo>
                    <a:pt x="173" y="63"/>
                  </a:lnTo>
                  <a:lnTo>
                    <a:pt x="189" y="63"/>
                  </a:lnTo>
                  <a:lnTo>
                    <a:pt x="189" y="32"/>
                  </a:lnTo>
                  <a:cubicBezTo>
                    <a:pt x="189" y="16"/>
                    <a:pt x="189"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2" name="Google Shape;1772;p38"/>
            <p:cNvSpPr/>
            <p:nvPr/>
          </p:nvSpPr>
          <p:spPr>
            <a:xfrm>
              <a:off x="3294282" y="1791752"/>
              <a:ext cx="3498" cy="4039"/>
            </a:xfrm>
            <a:custGeom>
              <a:avLst/>
              <a:gdLst/>
              <a:ahLst/>
              <a:cxnLst/>
              <a:rect l="l" t="t" r="r" b="b"/>
              <a:pathLst>
                <a:path w="110" h="127" extrusionOk="0">
                  <a:moveTo>
                    <a:pt x="63" y="0"/>
                  </a:moveTo>
                  <a:lnTo>
                    <a:pt x="63" y="0"/>
                  </a:lnTo>
                  <a:cubicBezTo>
                    <a:pt x="47" y="0"/>
                    <a:pt x="47" y="17"/>
                    <a:pt x="32" y="32"/>
                  </a:cubicBezTo>
                  <a:lnTo>
                    <a:pt x="15" y="80"/>
                  </a:lnTo>
                  <a:cubicBezTo>
                    <a:pt x="0" y="95"/>
                    <a:pt x="15" y="111"/>
                    <a:pt x="32" y="126"/>
                  </a:cubicBezTo>
                  <a:lnTo>
                    <a:pt x="47" y="126"/>
                  </a:lnTo>
                  <a:cubicBezTo>
                    <a:pt x="63" y="126"/>
                    <a:pt x="63" y="111"/>
                    <a:pt x="78" y="111"/>
                  </a:cubicBezTo>
                  <a:lnTo>
                    <a:pt x="95" y="63"/>
                  </a:lnTo>
                  <a:cubicBezTo>
                    <a:pt x="110" y="32"/>
                    <a:pt x="95" y="17"/>
                    <a:pt x="78" y="17"/>
                  </a:cubicBezTo>
                  <a:cubicBezTo>
                    <a:pt x="78" y="0"/>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3" name="Google Shape;1773;p38"/>
            <p:cNvSpPr/>
            <p:nvPr/>
          </p:nvSpPr>
          <p:spPr>
            <a:xfrm>
              <a:off x="3037722" y="1818817"/>
              <a:ext cx="3498" cy="3021"/>
            </a:xfrm>
            <a:custGeom>
              <a:avLst/>
              <a:gdLst/>
              <a:ahLst/>
              <a:cxnLst/>
              <a:rect l="l" t="t" r="r" b="b"/>
              <a:pathLst>
                <a:path w="110" h="95" extrusionOk="0">
                  <a:moveTo>
                    <a:pt x="32" y="0"/>
                  </a:moveTo>
                  <a:lnTo>
                    <a:pt x="32" y="0"/>
                  </a:lnTo>
                  <a:cubicBezTo>
                    <a:pt x="15" y="0"/>
                    <a:pt x="0" y="17"/>
                    <a:pt x="0" y="32"/>
                  </a:cubicBezTo>
                  <a:lnTo>
                    <a:pt x="0" y="32"/>
                  </a:lnTo>
                  <a:lnTo>
                    <a:pt x="0" y="32"/>
                  </a:lnTo>
                  <a:lnTo>
                    <a:pt x="0" y="32"/>
                  </a:lnTo>
                  <a:cubicBezTo>
                    <a:pt x="15" y="32"/>
                    <a:pt x="32" y="48"/>
                    <a:pt x="32" y="48"/>
                  </a:cubicBezTo>
                  <a:lnTo>
                    <a:pt x="63" y="95"/>
                  </a:lnTo>
                  <a:lnTo>
                    <a:pt x="78" y="95"/>
                  </a:lnTo>
                  <a:lnTo>
                    <a:pt x="78" y="80"/>
                  </a:lnTo>
                  <a:lnTo>
                    <a:pt x="95" y="63"/>
                  </a:lnTo>
                  <a:cubicBezTo>
                    <a:pt x="110" y="48"/>
                    <a:pt x="110" y="32"/>
                    <a:pt x="95" y="32"/>
                  </a:cubicBezTo>
                  <a:cubicBezTo>
                    <a:pt x="95" y="17"/>
                    <a:pt x="78" y="17"/>
                    <a:pt x="78" y="17"/>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4" name="Google Shape;1774;p38"/>
            <p:cNvSpPr/>
            <p:nvPr/>
          </p:nvSpPr>
          <p:spPr>
            <a:xfrm>
              <a:off x="3153964" y="1816337"/>
              <a:ext cx="4039" cy="4516"/>
            </a:xfrm>
            <a:custGeom>
              <a:avLst/>
              <a:gdLst/>
              <a:ahLst/>
              <a:cxnLst/>
              <a:rect l="l" t="t" r="r" b="b"/>
              <a:pathLst>
                <a:path w="127" h="142" extrusionOk="0">
                  <a:moveTo>
                    <a:pt x="79" y="0"/>
                  </a:moveTo>
                  <a:lnTo>
                    <a:pt x="79" y="0"/>
                  </a:lnTo>
                  <a:cubicBezTo>
                    <a:pt x="79" y="15"/>
                    <a:pt x="64" y="15"/>
                    <a:pt x="64" y="15"/>
                  </a:cubicBezTo>
                  <a:lnTo>
                    <a:pt x="64" y="15"/>
                  </a:lnTo>
                  <a:cubicBezTo>
                    <a:pt x="47" y="15"/>
                    <a:pt x="47" y="32"/>
                    <a:pt x="47" y="47"/>
                  </a:cubicBezTo>
                  <a:lnTo>
                    <a:pt x="47" y="63"/>
                  </a:lnTo>
                  <a:lnTo>
                    <a:pt x="16" y="78"/>
                  </a:lnTo>
                  <a:cubicBezTo>
                    <a:pt x="1" y="95"/>
                    <a:pt x="1" y="110"/>
                    <a:pt x="16" y="126"/>
                  </a:cubicBezTo>
                  <a:cubicBezTo>
                    <a:pt x="16" y="141"/>
                    <a:pt x="32" y="141"/>
                    <a:pt x="32" y="141"/>
                  </a:cubicBezTo>
                  <a:lnTo>
                    <a:pt x="47" y="141"/>
                  </a:lnTo>
                  <a:lnTo>
                    <a:pt x="64" y="141"/>
                  </a:lnTo>
                  <a:lnTo>
                    <a:pt x="110" y="95"/>
                  </a:lnTo>
                  <a:cubicBezTo>
                    <a:pt x="127" y="95"/>
                    <a:pt x="127" y="78"/>
                    <a:pt x="127" y="78"/>
                  </a:cubicBezTo>
                  <a:lnTo>
                    <a:pt x="127" y="63"/>
                  </a:lnTo>
                  <a:lnTo>
                    <a:pt x="110" y="32"/>
                  </a:lnTo>
                  <a:cubicBezTo>
                    <a:pt x="110" y="15"/>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5" name="Google Shape;1775;p38"/>
            <p:cNvSpPr/>
            <p:nvPr/>
          </p:nvSpPr>
          <p:spPr>
            <a:xfrm>
              <a:off x="3085809" y="1809785"/>
              <a:ext cx="5057" cy="4039"/>
            </a:xfrm>
            <a:custGeom>
              <a:avLst/>
              <a:gdLst/>
              <a:ahLst/>
              <a:cxnLst/>
              <a:rect l="l" t="t" r="r" b="b"/>
              <a:pathLst>
                <a:path w="159" h="127" extrusionOk="0">
                  <a:moveTo>
                    <a:pt x="110" y="1"/>
                  </a:moveTo>
                  <a:lnTo>
                    <a:pt x="95" y="1"/>
                  </a:lnTo>
                  <a:lnTo>
                    <a:pt x="95" y="1"/>
                  </a:lnTo>
                  <a:lnTo>
                    <a:pt x="95" y="1"/>
                  </a:lnTo>
                  <a:cubicBezTo>
                    <a:pt x="95" y="1"/>
                    <a:pt x="79" y="1"/>
                    <a:pt x="79" y="17"/>
                  </a:cubicBezTo>
                  <a:lnTo>
                    <a:pt x="64" y="49"/>
                  </a:lnTo>
                  <a:lnTo>
                    <a:pt x="47" y="49"/>
                  </a:lnTo>
                  <a:lnTo>
                    <a:pt x="47" y="49"/>
                  </a:lnTo>
                  <a:lnTo>
                    <a:pt x="32" y="49"/>
                  </a:lnTo>
                  <a:cubicBezTo>
                    <a:pt x="16" y="49"/>
                    <a:pt x="16" y="49"/>
                    <a:pt x="1" y="64"/>
                  </a:cubicBezTo>
                  <a:cubicBezTo>
                    <a:pt x="1" y="80"/>
                    <a:pt x="1" y="95"/>
                    <a:pt x="32" y="112"/>
                  </a:cubicBezTo>
                  <a:lnTo>
                    <a:pt x="47" y="112"/>
                  </a:lnTo>
                  <a:lnTo>
                    <a:pt x="64" y="112"/>
                  </a:lnTo>
                  <a:lnTo>
                    <a:pt x="64" y="127"/>
                  </a:lnTo>
                  <a:cubicBezTo>
                    <a:pt x="79" y="127"/>
                    <a:pt x="95" y="112"/>
                    <a:pt x="95" y="112"/>
                  </a:cubicBezTo>
                  <a:lnTo>
                    <a:pt x="95" y="95"/>
                  </a:lnTo>
                  <a:lnTo>
                    <a:pt x="110" y="95"/>
                  </a:lnTo>
                  <a:lnTo>
                    <a:pt x="127" y="95"/>
                  </a:lnTo>
                  <a:lnTo>
                    <a:pt x="142" y="80"/>
                  </a:lnTo>
                  <a:cubicBezTo>
                    <a:pt x="158" y="64"/>
                    <a:pt x="158" y="64"/>
                    <a:pt x="158" y="49"/>
                  </a:cubicBezTo>
                  <a:cubicBezTo>
                    <a:pt x="158" y="32"/>
                    <a:pt x="158" y="32"/>
                    <a:pt x="142" y="17"/>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6" name="Google Shape;1776;p38"/>
            <p:cNvSpPr/>
            <p:nvPr/>
          </p:nvSpPr>
          <p:spPr>
            <a:xfrm>
              <a:off x="3167004" y="1802279"/>
              <a:ext cx="4516" cy="3053"/>
            </a:xfrm>
            <a:custGeom>
              <a:avLst/>
              <a:gdLst/>
              <a:ahLst/>
              <a:cxnLst/>
              <a:rect l="l" t="t" r="r" b="b"/>
              <a:pathLst>
                <a:path w="142" h="96" extrusionOk="0">
                  <a:moveTo>
                    <a:pt x="110" y="1"/>
                  </a:moveTo>
                  <a:lnTo>
                    <a:pt x="95" y="1"/>
                  </a:lnTo>
                  <a:lnTo>
                    <a:pt x="95" y="16"/>
                  </a:lnTo>
                  <a:lnTo>
                    <a:pt x="32" y="32"/>
                  </a:lnTo>
                  <a:lnTo>
                    <a:pt x="15" y="32"/>
                  </a:lnTo>
                  <a:cubicBezTo>
                    <a:pt x="15" y="48"/>
                    <a:pt x="0" y="64"/>
                    <a:pt x="15" y="79"/>
                  </a:cubicBezTo>
                  <a:cubicBezTo>
                    <a:pt x="15" y="95"/>
                    <a:pt x="32" y="95"/>
                    <a:pt x="47" y="95"/>
                  </a:cubicBezTo>
                  <a:lnTo>
                    <a:pt x="63" y="95"/>
                  </a:lnTo>
                  <a:lnTo>
                    <a:pt x="78" y="79"/>
                  </a:lnTo>
                  <a:lnTo>
                    <a:pt x="110" y="79"/>
                  </a:lnTo>
                  <a:lnTo>
                    <a:pt x="110" y="79"/>
                  </a:lnTo>
                  <a:cubicBezTo>
                    <a:pt x="141" y="64"/>
                    <a:pt x="141" y="48"/>
                    <a:pt x="141" y="32"/>
                  </a:cubicBezTo>
                  <a:cubicBezTo>
                    <a:pt x="126" y="16"/>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7" name="Google Shape;1777;p38"/>
            <p:cNvSpPr/>
            <p:nvPr/>
          </p:nvSpPr>
          <p:spPr>
            <a:xfrm>
              <a:off x="3411001" y="1778713"/>
              <a:ext cx="2035" cy="2035"/>
            </a:xfrm>
            <a:custGeom>
              <a:avLst/>
              <a:gdLst/>
              <a:ahLst/>
              <a:cxnLst/>
              <a:rect l="l" t="t" r="r" b="b"/>
              <a:pathLst>
                <a:path w="64" h="64" extrusionOk="0">
                  <a:moveTo>
                    <a:pt x="32" y="1"/>
                  </a:moveTo>
                  <a:lnTo>
                    <a:pt x="32" y="1"/>
                  </a:lnTo>
                  <a:lnTo>
                    <a:pt x="17" y="1"/>
                  </a:lnTo>
                  <a:lnTo>
                    <a:pt x="1" y="17"/>
                  </a:lnTo>
                  <a:lnTo>
                    <a:pt x="1" y="49"/>
                  </a:lnTo>
                  <a:lnTo>
                    <a:pt x="1" y="49"/>
                  </a:lnTo>
                  <a:cubicBezTo>
                    <a:pt x="1" y="64"/>
                    <a:pt x="17" y="64"/>
                    <a:pt x="32" y="64"/>
                  </a:cubicBezTo>
                  <a:lnTo>
                    <a:pt x="32" y="64"/>
                  </a:lnTo>
                  <a:lnTo>
                    <a:pt x="64" y="64"/>
                  </a:lnTo>
                  <a:lnTo>
                    <a:pt x="64" y="64"/>
                  </a:lnTo>
                  <a:lnTo>
                    <a:pt x="64" y="32"/>
                  </a:lnTo>
                  <a:lnTo>
                    <a:pt x="48" y="17"/>
                  </a:lnTo>
                  <a:cubicBezTo>
                    <a:pt x="48" y="17"/>
                    <a:pt x="32" y="17"/>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8" name="Google Shape;1778;p38"/>
            <p:cNvSpPr/>
            <p:nvPr/>
          </p:nvSpPr>
          <p:spPr>
            <a:xfrm>
              <a:off x="3415518" y="1791275"/>
              <a:ext cx="4548" cy="4516"/>
            </a:xfrm>
            <a:custGeom>
              <a:avLst/>
              <a:gdLst/>
              <a:ahLst/>
              <a:cxnLst/>
              <a:rect l="l" t="t" r="r" b="b"/>
              <a:pathLst>
                <a:path w="143" h="142" extrusionOk="0">
                  <a:moveTo>
                    <a:pt x="111" y="0"/>
                  </a:moveTo>
                  <a:lnTo>
                    <a:pt x="111" y="0"/>
                  </a:lnTo>
                  <a:cubicBezTo>
                    <a:pt x="96" y="0"/>
                    <a:pt x="96" y="0"/>
                    <a:pt x="96" y="15"/>
                  </a:cubicBezTo>
                  <a:lnTo>
                    <a:pt x="64" y="15"/>
                  </a:lnTo>
                  <a:cubicBezTo>
                    <a:pt x="64" y="15"/>
                    <a:pt x="48" y="32"/>
                    <a:pt x="32" y="32"/>
                  </a:cubicBezTo>
                  <a:cubicBezTo>
                    <a:pt x="16" y="32"/>
                    <a:pt x="16" y="47"/>
                    <a:pt x="16" y="47"/>
                  </a:cubicBezTo>
                  <a:cubicBezTo>
                    <a:pt x="1" y="63"/>
                    <a:pt x="1" y="63"/>
                    <a:pt x="1" y="78"/>
                  </a:cubicBezTo>
                  <a:lnTo>
                    <a:pt x="16" y="95"/>
                  </a:lnTo>
                  <a:cubicBezTo>
                    <a:pt x="16" y="110"/>
                    <a:pt x="16" y="126"/>
                    <a:pt x="1" y="126"/>
                  </a:cubicBezTo>
                  <a:lnTo>
                    <a:pt x="16" y="126"/>
                  </a:lnTo>
                  <a:lnTo>
                    <a:pt x="32" y="141"/>
                  </a:lnTo>
                  <a:cubicBezTo>
                    <a:pt x="48" y="141"/>
                    <a:pt x="64" y="126"/>
                    <a:pt x="64" y="95"/>
                  </a:cubicBezTo>
                  <a:lnTo>
                    <a:pt x="79" y="78"/>
                  </a:lnTo>
                  <a:lnTo>
                    <a:pt x="96" y="78"/>
                  </a:lnTo>
                  <a:cubicBezTo>
                    <a:pt x="96" y="78"/>
                    <a:pt x="111" y="78"/>
                    <a:pt x="127" y="63"/>
                  </a:cubicBezTo>
                  <a:cubicBezTo>
                    <a:pt x="142" y="63"/>
                    <a:pt x="142" y="32"/>
                    <a:pt x="142" y="15"/>
                  </a:cubicBezTo>
                  <a:lnTo>
                    <a:pt x="142" y="15"/>
                  </a:lnTo>
                  <a:cubicBezTo>
                    <a:pt x="127" y="15"/>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9" name="Google Shape;1779;p38"/>
            <p:cNvSpPr/>
            <p:nvPr/>
          </p:nvSpPr>
          <p:spPr>
            <a:xfrm>
              <a:off x="3178008" y="1801294"/>
              <a:ext cx="3530" cy="5534"/>
            </a:xfrm>
            <a:custGeom>
              <a:avLst/>
              <a:gdLst/>
              <a:ahLst/>
              <a:cxnLst/>
              <a:rect l="l" t="t" r="r" b="b"/>
              <a:pathLst>
                <a:path w="111" h="174" extrusionOk="0">
                  <a:moveTo>
                    <a:pt x="64" y="0"/>
                  </a:moveTo>
                  <a:lnTo>
                    <a:pt x="64" y="0"/>
                  </a:lnTo>
                  <a:lnTo>
                    <a:pt x="47" y="0"/>
                  </a:lnTo>
                  <a:lnTo>
                    <a:pt x="1" y="32"/>
                  </a:lnTo>
                  <a:cubicBezTo>
                    <a:pt x="16" y="32"/>
                    <a:pt x="16" y="32"/>
                    <a:pt x="1" y="47"/>
                  </a:cubicBezTo>
                  <a:lnTo>
                    <a:pt x="1" y="79"/>
                  </a:lnTo>
                  <a:lnTo>
                    <a:pt x="32" y="142"/>
                  </a:lnTo>
                  <a:cubicBezTo>
                    <a:pt x="32" y="158"/>
                    <a:pt x="47" y="173"/>
                    <a:pt x="64" y="173"/>
                  </a:cubicBezTo>
                  <a:lnTo>
                    <a:pt x="64" y="173"/>
                  </a:lnTo>
                  <a:lnTo>
                    <a:pt x="64" y="173"/>
                  </a:lnTo>
                  <a:lnTo>
                    <a:pt x="79" y="158"/>
                  </a:lnTo>
                  <a:cubicBezTo>
                    <a:pt x="95" y="158"/>
                    <a:pt x="95" y="126"/>
                    <a:pt x="95" y="110"/>
                  </a:cubicBezTo>
                  <a:lnTo>
                    <a:pt x="64" y="63"/>
                  </a:lnTo>
                  <a:lnTo>
                    <a:pt x="79" y="63"/>
                  </a:lnTo>
                  <a:cubicBezTo>
                    <a:pt x="95" y="47"/>
                    <a:pt x="110" y="32"/>
                    <a:pt x="95" y="16"/>
                  </a:cubicBezTo>
                  <a:lnTo>
                    <a:pt x="95" y="16"/>
                  </a:ln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0" name="Google Shape;1780;p38"/>
            <p:cNvSpPr/>
            <p:nvPr/>
          </p:nvSpPr>
          <p:spPr>
            <a:xfrm>
              <a:off x="3157463" y="1809308"/>
              <a:ext cx="4039" cy="2512"/>
            </a:xfrm>
            <a:custGeom>
              <a:avLst/>
              <a:gdLst/>
              <a:ahLst/>
              <a:cxnLst/>
              <a:rect l="l" t="t" r="r" b="b"/>
              <a:pathLst>
                <a:path w="127" h="79" extrusionOk="0">
                  <a:moveTo>
                    <a:pt x="32" y="0"/>
                  </a:moveTo>
                  <a:lnTo>
                    <a:pt x="32" y="0"/>
                  </a:lnTo>
                  <a:lnTo>
                    <a:pt x="17" y="0"/>
                  </a:lnTo>
                  <a:lnTo>
                    <a:pt x="0" y="0"/>
                  </a:lnTo>
                  <a:lnTo>
                    <a:pt x="17" y="16"/>
                  </a:lnTo>
                  <a:lnTo>
                    <a:pt x="32" y="47"/>
                  </a:lnTo>
                  <a:lnTo>
                    <a:pt x="17" y="64"/>
                  </a:lnTo>
                  <a:lnTo>
                    <a:pt x="17" y="64"/>
                  </a:lnTo>
                  <a:lnTo>
                    <a:pt x="80" y="64"/>
                  </a:lnTo>
                  <a:cubicBezTo>
                    <a:pt x="80" y="64"/>
                    <a:pt x="95" y="64"/>
                    <a:pt x="95" y="79"/>
                  </a:cubicBezTo>
                  <a:lnTo>
                    <a:pt x="95" y="79"/>
                  </a:lnTo>
                  <a:lnTo>
                    <a:pt x="111" y="64"/>
                  </a:lnTo>
                  <a:cubicBezTo>
                    <a:pt x="126" y="47"/>
                    <a:pt x="126" y="32"/>
                    <a:pt x="111" y="16"/>
                  </a:cubicBezTo>
                  <a:lnTo>
                    <a:pt x="95" y="16"/>
                  </a:lnTo>
                  <a:lnTo>
                    <a:pt x="95" y="16"/>
                  </a:lnTo>
                  <a:lnTo>
                    <a:pt x="95" y="16"/>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1" name="Google Shape;1781;p38"/>
            <p:cNvSpPr/>
            <p:nvPr/>
          </p:nvSpPr>
          <p:spPr>
            <a:xfrm>
              <a:off x="3323828" y="1775246"/>
              <a:ext cx="6042" cy="4516"/>
            </a:xfrm>
            <a:custGeom>
              <a:avLst/>
              <a:gdLst/>
              <a:ahLst/>
              <a:cxnLst/>
              <a:rect l="l" t="t" r="r" b="b"/>
              <a:pathLst>
                <a:path w="190" h="142" extrusionOk="0">
                  <a:moveTo>
                    <a:pt x="142" y="0"/>
                  </a:moveTo>
                  <a:lnTo>
                    <a:pt x="142" y="0"/>
                  </a:lnTo>
                  <a:lnTo>
                    <a:pt x="126" y="15"/>
                  </a:lnTo>
                  <a:lnTo>
                    <a:pt x="48" y="63"/>
                  </a:lnTo>
                  <a:lnTo>
                    <a:pt x="16" y="78"/>
                  </a:lnTo>
                  <a:cubicBezTo>
                    <a:pt x="16" y="78"/>
                    <a:pt x="0" y="95"/>
                    <a:pt x="0" y="110"/>
                  </a:cubicBezTo>
                  <a:lnTo>
                    <a:pt x="16" y="126"/>
                  </a:lnTo>
                  <a:lnTo>
                    <a:pt x="32" y="141"/>
                  </a:lnTo>
                  <a:cubicBezTo>
                    <a:pt x="48" y="141"/>
                    <a:pt x="48" y="141"/>
                    <a:pt x="63" y="126"/>
                  </a:cubicBezTo>
                  <a:lnTo>
                    <a:pt x="95" y="110"/>
                  </a:lnTo>
                  <a:lnTo>
                    <a:pt x="142" y="78"/>
                  </a:lnTo>
                  <a:cubicBezTo>
                    <a:pt x="126" y="78"/>
                    <a:pt x="126" y="63"/>
                    <a:pt x="142" y="47"/>
                  </a:cubicBezTo>
                  <a:lnTo>
                    <a:pt x="158" y="32"/>
                  </a:lnTo>
                  <a:lnTo>
                    <a:pt x="174" y="32"/>
                  </a:lnTo>
                  <a:lnTo>
                    <a:pt x="189" y="32"/>
                  </a:lnTo>
                  <a:lnTo>
                    <a:pt x="189" y="32"/>
                  </a:lnTo>
                  <a:cubicBezTo>
                    <a:pt x="189" y="32"/>
                    <a:pt x="174" y="32"/>
                    <a:pt x="174" y="15"/>
                  </a:cubicBezTo>
                  <a:cubicBezTo>
                    <a:pt x="174" y="15"/>
                    <a:pt x="158" y="0"/>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2" name="Google Shape;1782;p38"/>
            <p:cNvSpPr/>
            <p:nvPr/>
          </p:nvSpPr>
          <p:spPr>
            <a:xfrm>
              <a:off x="3432055" y="1787268"/>
              <a:ext cx="5025" cy="2512"/>
            </a:xfrm>
            <a:custGeom>
              <a:avLst/>
              <a:gdLst/>
              <a:ahLst/>
              <a:cxnLst/>
              <a:rect l="l" t="t" r="r" b="b"/>
              <a:pathLst>
                <a:path w="158" h="79" extrusionOk="0">
                  <a:moveTo>
                    <a:pt x="32" y="0"/>
                  </a:moveTo>
                  <a:lnTo>
                    <a:pt x="32" y="0"/>
                  </a:lnTo>
                  <a:lnTo>
                    <a:pt x="32" y="0"/>
                  </a:lnTo>
                  <a:cubicBezTo>
                    <a:pt x="17" y="0"/>
                    <a:pt x="0" y="15"/>
                    <a:pt x="0" y="32"/>
                  </a:cubicBezTo>
                  <a:cubicBezTo>
                    <a:pt x="0" y="47"/>
                    <a:pt x="17" y="63"/>
                    <a:pt x="32" y="63"/>
                  </a:cubicBezTo>
                  <a:lnTo>
                    <a:pt x="143" y="78"/>
                  </a:lnTo>
                  <a:lnTo>
                    <a:pt x="143" y="78"/>
                  </a:lnTo>
                  <a:lnTo>
                    <a:pt x="143" y="78"/>
                  </a:lnTo>
                  <a:lnTo>
                    <a:pt x="158" y="78"/>
                  </a:lnTo>
                  <a:lnTo>
                    <a:pt x="158" y="63"/>
                  </a:lnTo>
                  <a:lnTo>
                    <a:pt x="158" y="32"/>
                  </a:lnTo>
                  <a:lnTo>
                    <a:pt x="158" y="32"/>
                  </a:lnTo>
                  <a:cubicBezTo>
                    <a:pt x="158" y="15"/>
                    <a:pt x="143" y="15"/>
                    <a:pt x="143" y="15"/>
                  </a:cubicBezTo>
                  <a:lnTo>
                    <a:pt x="111"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3" name="Google Shape;1783;p38"/>
            <p:cNvSpPr/>
            <p:nvPr/>
          </p:nvSpPr>
          <p:spPr>
            <a:xfrm>
              <a:off x="3421560" y="1762684"/>
              <a:ext cx="3498" cy="6042"/>
            </a:xfrm>
            <a:custGeom>
              <a:avLst/>
              <a:gdLst/>
              <a:ahLst/>
              <a:cxnLst/>
              <a:rect l="l" t="t" r="r" b="b"/>
              <a:pathLst>
                <a:path w="110" h="190" extrusionOk="0">
                  <a:moveTo>
                    <a:pt x="32" y="1"/>
                  </a:moveTo>
                  <a:lnTo>
                    <a:pt x="32" y="1"/>
                  </a:lnTo>
                  <a:lnTo>
                    <a:pt x="32" y="1"/>
                  </a:lnTo>
                  <a:cubicBezTo>
                    <a:pt x="15" y="1"/>
                    <a:pt x="15" y="1"/>
                    <a:pt x="0" y="17"/>
                  </a:cubicBezTo>
                  <a:lnTo>
                    <a:pt x="15" y="17"/>
                  </a:lnTo>
                  <a:cubicBezTo>
                    <a:pt x="15" y="32"/>
                    <a:pt x="15" y="48"/>
                    <a:pt x="0" y="64"/>
                  </a:cubicBezTo>
                  <a:lnTo>
                    <a:pt x="0" y="64"/>
                  </a:lnTo>
                  <a:cubicBezTo>
                    <a:pt x="0" y="80"/>
                    <a:pt x="0" y="112"/>
                    <a:pt x="15" y="127"/>
                  </a:cubicBezTo>
                  <a:cubicBezTo>
                    <a:pt x="15" y="112"/>
                    <a:pt x="15" y="112"/>
                    <a:pt x="32" y="112"/>
                  </a:cubicBezTo>
                  <a:lnTo>
                    <a:pt x="47" y="112"/>
                  </a:lnTo>
                  <a:cubicBezTo>
                    <a:pt x="63" y="112"/>
                    <a:pt x="78" y="127"/>
                    <a:pt x="78" y="143"/>
                  </a:cubicBezTo>
                  <a:lnTo>
                    <a:pt x="78" y="190"/>
                  </a:lnTo>
                  <a:lnTo>
                    <a:pt x="78" y="190"/>
                  </a:lnTo>
                  <a:cubicBezTo>
                    <a:pt x="78" y="175"/>
                    <a:pt x="78" y="158"/>
                    <a:pt x="95" y="158"/>
                  </a:cubicBezTo>
                  <a:lnTo>
                    <a:pt x="110" y="143"/>
                  </a:lnTo>
                  <a:lnTo>
                    <a:pt x="95" y="143"/>
                  </a:lnTo>
                  <a:lnTo>
                    <a:pt x="78" y="127"/>
                  </a:lnTo>
                  <a:lnTo>
                    <a:pt x="63" y="112"/>
                  </a:lnTo>
                  <a:cubicBezTo>
                    <a:pt x="47" y="112"/>
                    <a:pt x="47" y="80"/>
                    <a:pt x="63" y="64"/>
                  </a:cubicBezTo>
                  <a:lnTo>
                    <a:pt x="63" y="64"/>
                  </a:lnTo>
                  <a:lnTo>
                    <a:pt x="63" y="64"/>
                  </a:lnTo>
                  <a:lnTo>
                    <a:pt x="63" y="32"/>
                  </a:ln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4" name="Google Shape;1784;p38"/>
            <p:cNvSpPr/>
            <p:nvPr/>
          </p:nvSpPr>
          <p:spPr>
            <a:xfrm>
              <a:off x="3421560" y="1809785"/>
              <a:ext cx="7028" cy="6042"/>
            </a:xfrm>
            <a:custGeom>
              <a:avLst/>
              <a:gdLst/>
              <a:ahLst/>
              <a:cxnLst/>
              <a:rect l="l" t="t" r="r" b="b"/>
              <a:pathLst>
                <a:path w="221" h="190" extrusionOk="0">
                  <a:moveTo>
                    <a:pt x="189" y="1"/>
                  </a:moveTo>
                  <a:lnTo>
                    <a:pt x="189" y="1"/>
                  </a:lnTo>
                  <a:cubicBezTo>
                    <a:pt x="173" y="1"/>
                    <a:pt x="158" y="17"/>
                    <a:pt x="158" y="32"/>
                  </a:cubicBezTo>
                  <a:lnTo>
                    <a:pt x="158" y="32"/>
                  </a:lnTo>
                  <a:cubicBezTo>
                    <a:pt x="158" y="49"/>
                    <a:pt x="141" y="49"/>
                    <a:pt x="110" y="49"/>
                  </a:cubicBezTo>
                  <a:lnTo>
                    <a:pt x="78" y="49"/>
                  </a:lnTo>
                  <a:lnTo>
                    <a:pt x="63" y="64"/>
                  </a:lnTo>
                  <a:cubicBezTo>
                    <a:pt x="47" y="64"/>
                    <a:pt x="47" y="64"/>
                    <a:pt x="32" y="80"/>
                  </a:cubicBezTo>
                  <a:lnTo>
                    <a:pt x="32" y="95"/>
                  </a:lnTo>
                  <a:lnTo>
                    <a:pt x="15" y="127"/>
                  </a:lnTo>
                  <a:lnTo>
                    <a:pt x="15" y="158"/>
                  </a:lnTo>
                  <a:cubicBezTo>
                    <a:pt x="0" y="175"/>
                    <a:pt x="15" y="190"/>
                    <a:pt x="32" y="190"/>
                  </a:cubicBezTo>
                  <a:lnTo>
                    <a:pt x="47" y="190"/>
                  </a:lnTo>
                  <a:cubicBezTo>
                    <a:pt x="63" y="190"/>
                    <a:pt x="78" y="190"/>
                    <a:pt x="78" y="175"/>
                  </a:cubicBezTo>
                  <a:lnTo>
                    <a:pt x="95" y="127"/>
                  </a:lnTo>
                  <a:cubicBezTo>
                    <a:pt x="95" y="127"/>
                    <a:pt x="110" y="112"/>
                    <a:pt x="126" y="112"/>
                  </a:cubicBezTo>
                  <a:cubicBezTo>
                    <a:pt x="158" y="112"/>
                    <a:pt x="204" y="112"/>
                    <a:pt x="221" y="49"/>
                  </a:cubicBezTo>
                  <a:lnTo>
                    <a:pt x="221" y="49"/>
                  </a:lnTo>
                  <a:lnTo>
                    <a:pt x="221" y="17"/>
                  </a:lnTo>
                  <a:cubicBezTo>
                    <a:pt x="204" y="17"/>
                    <a:pt x="204"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5" name="Google Shape;1785;p38"/>
            <p:cNvSpPr/>
            <p:nvPr/>
          </p:nvSpPr>
          <p:spPr>
            <a:xfrm>
              <a:off x="3278730" y="1779254"/>
              <a:ext cx="5025" cy="5502"/>
            </a:xfrm>
            <a:custGeom>
              <a:avLst/>
              <a:gdLst/>
              <a:ahLst/>
              <a:cxnLst/>
              <a:rect l="l" t="t" r="r" b="b"/>
              <a:pathLst>
                <a:path w="158" h="173" extrusionOk="0">
                  <a:moveTo>
                    <a:pt x="48" y="0"/>
                  </a:moveTo>
                  <a:lnTo>
                    <a:pt x="32" y="0"/>
                  </a:lnTo>
                  <a:lnTo>
                    <a:pt x="16" y="15"/>
                  </a:lnTo>
                  <a:lnTo>
                    <a:pt x="0" y="32"/>
                  </a:lnTo>
                  <a:cubicBezTo>
                    <a:pt x="0" y="47"/>
                    <a:pt x="0" y="47"/>
                    <a:pt x="16" y="63"/>
                  </a:cubicBezTo>
                  <a:lnTo>
                    <a:pt x="32" y="78"/>
                  </a:lnTo>
                  <a:lnTo>
                    <a:pt x="63" y="141"/>
                  </a:lnTo>
                  <a:lnTo>
                    <a:pt x="79" y="158"/>
                  </a:lnTo>
                  <a:cubicBezTo>
                    <a:pt x="79" y="173"/>
                    <a:pt x="95" y="173"/>
                    <a:pt x="111" y="173"/>
                  </a:cubicBezTo>
                  <a:lnTo>
                    <a:pt x="111" y="173"/>
                  </a:lnTo>
                  <a:cubicBezTo>
                    <a:pt x="126" y="173"/>
                    <a:pt x="142" y="158"/>
                    <a:pt x="142" y="141"/>
                  </a:cubicBezTo>
                  <a:lnTo>
                    <a:pt x="158" y="95"/>
                  </a:lnTo>
                  <a:cubicBezTo>
                    <a:pt x="158" y="78"/>
                    <a:pt x="142" y="63"/>
                    <a:pt x="126" y="63"/>
                  </a:cubicBezTo>
                  <a:lnTo>
                    <a:pt x="111" y="63"/>
                  </a:lnTo>
                  <a:lnTo>
                    <a:pt x="95" y="63"/>
                  </a:lnTo>
                  <a:lnTo>
                    <a:pt x="95" y="63"/>
                  </a:lnTo>
                  <a:lnTo>
                    <a:pt x="63"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6" name="Google Shape;1786;p38"/>
            <p:cNvSpPr/>
            <p:nvPr/>
          </p:nvSpPr>
          <p:spPr>
            <a:xfrm>
              <a:off x="3183510" y="1787745"/>
              <a:ext cx="4548" cy="3021"/>
            </a:xfrm>
            <a:custGeom>
              <a:avLst/>
              <a:gdLst/>
              <a:ahLst/>
              <a:cxnLst/>
              <a:rect l="l" t="t" r="r" b="b"/>
              <a:pathLst>
                <a:path w="143" h="95" extrusionOk="0">
                  <a:moveTo>
                    <a:pt x="95" y="0"/>
                  </a:moveTo>
                  <a:lnTo>
                    <a:pt x="95" y="0"/>
                  </a:lnTo>
                  <a:lnTo>
                    <a:pt x="95" y="17"/>
                  </a:lnTo>
                  <a:lnTo>
                    <a:pt x="32" y="32"/>
                  </a:lnTo>
                  <a:cubicBezTo>
                    <a:pt x="17" y="32"/>
                    <a:pt x="0" y="63"/>
                    <a:pt x="17" y="80"/>
                  </a:cubicBezTo>
                  <a:cubicBezTo>
                    <a:pt x="17" y="80"/>
                    <a:pt x="17" y="95"/>
                    <a:pt x="32" y="95"/>
                  </a:cubicBezTo>
                  <a:lnTo>
                    <a:pt x="48" y="95"/>
                  </a:lnTo>
                  <a:lnTo>
                    <a:pt x="48" y="95"/>
                  </a:lnTo>
                  <a:lnTo>
                    <a:pt x="111" y="80"/>
                  </a:lnTo>
                  <a:lnTo>
                    <a:pt x="111" y="80"/>
                  </a:lnTo>
                  <a:cubicBezTo>
                    <a:pt x="127" y="63"/>
                    <a:pt x="143" y="48"/>
                    <a:pt x="127" y="32"/>
                  </a:cubicBezTo>
                  <a:cubicBezTo>
                    <a:pt x="127" y="17"/>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7" name="Google Shape;1787;p38"/>
            <p:cNvSpPr/>
            <p:nvPr/>
          </p:nvSpPr>
          <p:spPr>
            <a:xfrm>
              <a:off x="3441597" y="1786250"/>
              <a:ext cx="4516" cy="3053"/>
            </a:xfrm>
            <a:custGeom>
              <a:avLst/>
              <a:gdLst/>
              <a:ahLst/>
              <a:cxnLst/>
              <a:rect l="l" t="t" r="r" b="b"/>
              <a:pathLst>
                <a:path w="142" h="96" extrusionOk="0">
                  <a:moveTo>
                    <a:pt x="95" y="1"/>
                  </a:moveTo>
                  <a:lnTo>
                    <a:pt x="95" y="1"/>
                  </a:lnTo>
                  <a:lnTo>
                    <a:pt x="95" y="1"/>
                  </a:lnTo>
                  <a:lnTo>
                    <a:pt x="78" y="1"/>
                  </a:lnTo>
                  <a:lnTo>
                    <a:pt x="32" y="32"/>
                  </a:lnTo>
                  <a:cubicBezTo>
                    <a:pt x="15" y="32"/>
                    <a:pt x="0" y="47"/>
                    <a:pt x="0" y="64"/>
                  </a:cubicBezTo>
                  <a:lnTo>
                    <a:pt x="32" y="95"/>
                  </a:lnTo>
                  <a:lnTo>
                    <a:pt x="47" y="95"/>
                  </a:lnTo>
                  <a:lnTo>
                    <a:pt x="110" y="64"/>
                  </a:lnTo>
                  <a:cubicBezTo>
                    <a:pt x="126" y="64"/>
                    <a:pt x="141" y="47"/>
                    <a:pt x="126" y="16"/>
                  </a:cubicBezTo>
                  <a:lnTo>
                    <a:pt x="126"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8" name="Google Shape;1788;p38"/>
            <p:cNvSpPr/>
            <p:nvPr/>
          </p:nvSpPr>
          <p:spPr>
            <a:xfrm>
              <a:off x="3057758" y="1825337"/>
              <a:ext cx="7060" cy="4039"/>
            </a:xfrm>
            <a:custGeom>
              <a:avLst/>
              <a:gdLst/>
              <a:ahLst/>
              <a:cxnLst/>
              <a:rect l="l" t="t" r="r" b="b"/>
              <a:pathLst>
                <a:path w="222" h="127" extrusionOk="0">
                  <a:moveTo>
                    <a:pt x="79" y="1"/>
                  </a:moveTo>
                  <a:lnTo>
                    <a:pt x="79" y="16"/>
                  </a:lnTo>
                  <a:lnTo>
                    <a:pt x="79" y="47"/>
                  </a:lnTo>
                  <a:lnTo>
                    <a:pt x="79" y="79"/>
                  </a:lnTo>
                  <a:lnTo>
                    <a:pt x="110" y="79"/>
                  </a:lnTo>
                  <a:lnTo>
                    <a:pt x="126" y="79"/>
                  </a:lnTo>
                  <a:lnTo>
                    <a:pt x="158" y="95"/>
                  </a:lnTo>
                  <a:lnTo>
                    <a:pt x="158" y="110"/>
                  </a:lnTo>
                  <a:cubicBezTo>
                    <a:pt x="173" y="110"/>
                    <a:pt x="173" y="127"/>
                    <a:pt x="190" y="127"/>
                  </a:cubicBezTo>
                  <a:lnTo>
                    <a:pt x="205" y="110"/>
                  </a:lnTo>
                  <a:lnTo>
                    <a:pt x="205" y="110"/>
                  </a:lnTo>
                  <a:lnTo>
                    <a:pt x="205" y="110"/>
                  </a:lnTo>
                  <a:cubicBezTo>
                    <a:pt x="205" y="95"/>
                    <a:pt x="205" y="95"/>
                    <a:pt x="221" y="79"/>
                  </a:cubicBezTo>
                  <a:lnTo>
                    <a:pt x="221" y="79"/>
                  </a:lnTo>
                  <a:lnTo>
                    <a:pt x="221" y="79"/>
                  </a:lnTo>
                  <a:cubicBezTo>
                    <a:pt x="205" y="32"/>
                    <a:pt x="173" y="32"/>
                    <a:pt x="142" y="16"/>
                  </a:cubicBezTo>
                  <a:lnTo>
                    <a:pt x="126" y="16"/>
                  </a:lnTo>
                  <a:cubicBezTo>
                    <a:pt x="110" y="16"/>
                    <a:pt x="95" y="1"/>
                    <a:pt x="79" y="1"/>
                  </a:cubicBezTo>
                  <a:close/>
                  <a:moveTo>
                    <a:pt x="32" y="1"/>
                  </a:moveTo>
                  <a:cubicBezTo>
                    <a:pt x="16" y="1"/>
                    <a:pt x="16" y="16"/>
                    <a:pt x="16" y="32"/>
                  </a:cubicBezTo>
                  <a:cubicBezTo>
                    <a:pt x="0" y="32"/>
                    <a:pt x="16" y="47"/>
                    <a:pt x="16" y="47"/>
                  </a:cubicBezTo>
                  <a:lnTo>
                    <a:pt x="16" y="32"/>
                  </a:lnTo>
                  <a:cubicBezTo>
                    <a:pt x="16" y="32"/>
                    <a:pt x="16" y="16"/>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9" name="Google Shape;1789;p38"/>
            <p:cNvSpPr/>
            <p:nvPr/>
          </p:nvSpPr>
          <p:spPr>
            <a:xfrm>
              <a:off x="3185036" y="1792738"/>
              <a:ext cx="2512" cy="4039"/>
            </a:xfrm>
            <a:custGeom>
              <a:avLst/>
              <a:gdLst/>
              <a:ahLst/>
              <a:cxnLst/>
              <a:rect l="l" t="t" r="r" b="b"/>
              <a:pathLst>
                <a:path w="79" h="127" extrusionOk="0">
                  <a:moveTo>
                    <a:pt x="16" y="1"/>
                  </a:moveTo>
                  <a:lnTo>
                    <a:pt x="16" y="1"/>
                  </a:lnTo>
                  <a:lnTo>
                    <a:pt x="0" y="1"/>
                  </a:lnTo>
                  <a:lnTo>
                    <a:pt x="0" y="1"/>
                  </a:lnTo>
                  <a:cubicBezTo>
                    <a:pt x="16" y="1"/>
                    <a:pt x="16" y="32"/>
                    <a:pt x="16" y="49"/>
                  </a:cubicBezTo>
                  <a:lnTo>
                    <a:pt x="16" y="49"/>
                  </a:lnTo>
                  <a:cubicBezTo>
                    <a:pt x="16" y="64"/>
                    <a:pt x="0" y="80"/>
                    <a:pt x="0" y="80"/>
                  </a:cubicBezTo>
                  <a:lnTo>
                    <a:pt x="0" y="95"/>
                  </a:lnTo>
                  <a:lnTo>
                    <a:pt x="0" y="95"/>
                  </a:lnTo>
                  <a:cubicBezTo>
                    <a:pt x="16" y="112"/>
                    <a:pt x="16" y="127"/>
                    <a:pt x="32" y="127"/>
                  </a:cubicBezTo>
                  <a:lnTo>
                    <a:pt x="47" y="127"/>
                  </a:lnTo>
                  <a:cubicBezTo>
                    <a:pt x="63" y="112"/>
                    <a:pt x="79" y="95"/>
                    <a:pt x="63" y="80"/>
                  </a:cubicBezTo>
                  <a:lnTo>
                    <a:pt x="63" y="49"/>
                  </a:lnTo>
                  <a:lnTo>
                    <a:pt x="63" y="49"/>
                  </a:lnTo>
                  <a:lnTo>
                    <a:pt x="47" y="17"/>
                  </a:lnTo>
                  <a:cubicBezTo>
                    <a:pt x="47" y="1"/>
                    <a:pt x="32" y="1"/>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0" name="Google Shape;1790;p38"/>
            <p:cNvSpPr/>
            <p:nvPr/>
          </p:nvSpPr>
          <p:spPr>
            <a:xfrm>
              <a:off x="3408012" y="1772702"/>
              <a:ext cx="2544" cy="2576"/>
            </a:xfrm>
            <a:custGeom>
              <a:avLst/>
              <a:gdLst/>
              <a:ahLst/>
              <a:cxnLst/>
              <a:rect l="l" t="t" r="r" b="b"/>
              <a:pathLst>
                <a:path w="80" h="81" extrusionOk="0">
                  <a:moveTo>
                    <a:pt x="48" y="1"/>
                  </a:moveTo>
                  <a:lnTo>
                    <a:pt x="48" y="1"/>
                  </a:lnTo>
                  <a:lnTo>
                    <a:pt x="48" y="1"/>
                  </a:lnTo>
                  <a:lnTo>
                    <a:pt x="48" y="1"/>
                  </a:lnTo>
                  <a:cubicBezTo>
                    <a:pt x="63" y="17"/>
                    <a:pt x="48" y="49"/>
                    <a:pt x="32" y="49"/>
                  </a:cubicBezTo>
                  <a:cubicBezTo>
                    <a:pt x="32" y="64"/>
                    <a:pt x="32" y="64"/>
                    <a:pt x="16" y="64"/>
                  </a:cubicBezTo>
                  <a:cubicBezTo>
                    <a:pt x="16" y="64"/>
                    <a:pt x="0" y="64"/>
                    <a:pt x="0" y="49"/>
                  </a:cubicBezTo>
                  <a:cubicBezTo>
                    <a:pt x="0" y="64"/>
                    <a:pt x="16" y="80"/>
                    <a:pt x="32" y="80"/>
                  </a:cubicBezTo>
                  <a:lnTo>
                    <a:pt x="32" y="80"/>
                  </a:lnTo>
                  <a:lnTo>
                    <a:pt x="32" y="80"/>
                  </a:lnTo>
                  <a:lnTo>
                    <a:pt x="48" y="80"/>
                  </a:lnTo>
                  <a:cubicBezTo>
                    <a:pt x="79" y="80"/>
                    <a:pt x="79" y="64"/>
                    <a:pt x="79" y="32"/>
                  </a:cubicBezTo>
                  <a:cubicBezTo>
                    <a:pt x="79"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1" name="Google Shape;1791;p38"/>
            <p:cNvSpPr/>
            <p:nvPr/>
          </p:nvSpPr>
          <p:spPr>
            <a:xfrm>
              <a:off x="3160993" y="1795760"/>
              <a:ext cx="6520" cy="4548"/>
            </a:xfrm>
            <a:custGeom>
              <a:avLst/>
              <a:gdLst/>
              <a:ahLst/>
              <a:cxnLst/>
              <a:rect l="l" t="t" r="r" b="b"/>
              <a:pathLst>
                <a:path w="205" h="143" extrusionOk="0">
                  <a:moveTo>
                    <a:pt x="158" y="0"/>
                  </a:moveTo>
                  <a:lnTo>
                    <a:pt x="158" y="0"/>
                  </a:lnTo>
                  <a:cubicBezTo>
                    <a:pt x="158" y="17"/>
                    <a:pt x="158" y="17"/>
                    <a:pt x="141" y="17"/>
                  </a:cubicBezTo>
                  <a:lnTo>
                    <a:pt x="32" y="95"/>
                  </a:lnTo>
                  <a:cubicBezTo>
                    <a:pt x="15" y="95"/>
                    <a:pt x="0" y="111"/>
                    <a:pt x="15" y="143"/>
                  </a:cubicBezTo>
                  <a:lnTo>
                    <a:pt x="15" y="143"/>
                  </a:lnTo>
                  <a:lnTo>
                    <a:pt x="47" y="143"/>
                  </a:lnTo>
                  <a:lnTo>
                    <a:pt x="63" y="143"/>
                  </a:lnTo>
                  <a:lnTo>
                    <a:pt x="110" y="127"/>
                  </a:lnTo>
                  <a:lnTo>
                    <a:pt x="189" y="63"/>
                  </a:lnTo>
                  <a:cubicBezTo>
                    <a:pt x="204" y="63"/>
                    <a:pt x="204" y="32"/>
                    <a:pt x="189" y="17"/>
                  </a:cubicBezTo>
                  <a:cubicBezTo>
                    <a:pt x="189" y="17"/>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2" name="Google Shape;1792;p38"/>
            <p:cNvSpPr/>
            <p:nvPr/>
          </p:nvSpPr>
          <p:spPr>
            <a:xfrm>
              <a:off x="3274214" y="1804283"/>
              <a:ext cx="4548" cy="2544"/>
            </a:xfrm>
            <a:custGeom>
              <a:avLst/>
              <a:gdLst/>
              <a:ahLst/>
              <a:cxnLst/>
              <a:rect l="l" t="t" r="r" b="b"/>
              <a:pathLst>
                <a:path w="143" h="80" extrusionOk="0">
                  <a:moveTo>
                    <a:pt x="32" y="1"/>
                  </a:moveTo>
                  <a:lnTo>
                    <a:pt x="32" y="1"/>
                  </a:lnTo>
                  <a:cubicBezTo>
                    <a:pt x="16" y="1"/>
                    <a:pt x="1" y="16"/>
                    <a:pt x="1" y="32"/>
                  </a:cubicBezTo>
                  <a:cubicBezTo>
                    <a:pt x="1" y="48"/>
                    <a:pt x="16" y="64"/>
                    <a:pt x="32" y="79"/>
                  </a:cubicBezTo>
                  <a:lnTo>
                    <a:pt x="95" y="79"/>
                  </a:lnTo>
                  <a:lnTo>
                    <a:pt x="95" y="79"/>
                  </a:lnTo>
                  <a:cubicBezTo>
                    <a:pt x="111" y="79"/>
                    <a:pt x="127" y="64"/>
                    <a:pt x="142" y="48"/>
                  </a:cubicBezTo>
                  <a:cubicBezTo>
                    <a:pt x="142" y="32"/>
                    <a:pt x="127" y="16"/>
                    <a:pt x="111"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3" name="Google Shape;1793;p38"/>
            <p:cNvSpPr/>
            <p:nvPr/>
          </p:nvSpPr>
          <p:spPr>
            <a:xfrm>
              <a:off x="3398980" y="1791275"/>
              <a:ext cx="4039" cy="3021"/>
            </a:xfrm>
            <a:custGeom>
              <a:avLst/>
              <a:gdLst/>
              <a:ahLst/>
              <a:cxnLst/>
              <a:rect l="l" t="t" r="r" b="b"/>
              <a:pathLst>
                <a:path w="127" h="95" extrusionOk="0">
                  <a:moveTo>
                    <a:pt x="48" y="0"/>
                  </a:moveTo>
                  <a:lnTo>
                    <a:pt x="32" y="0"/>
                  </a:lnTo>
                  <a:cubicBezTo>
                    <a:pt x="32" y="0"/>
                    <a:pt x="17" y="15"/>
                    <a:pt x="17" y="32"/>
                  </a:cubicBezTo>
                  <a:cubicBezTo>
                    <a:pt x="0" y="47"/>
                    <a:pt x="17" y="63"/>
                    <a:pt x="32" y="63"/>
                  </a:cubicBezTo>
                  <a:lnTo>
                    <a:pt x="48" y="78"/>
                  </a:lnTo>
                  <a:lnTo>
                    <a:pt x="80" y="95"/>
                  </a:lnTo>
                  <a:lnTo>
                    <a:pt x="126" y="32"/>
                  </a:lnTo>
                  <a:lnTo>
                    <a:pt x="111" y="32"/>
                  </a:lnTo>
                  <a:lnTo>
                    <a:pt x="63"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4" name="Google Shape;1794;p38"/>
            <p:cNvSpPr/>
            <p:nvPr/>
          </p:nvSpPr>
          <p:spPr>
            <a:xfrm>
              <a:off x="3406517" y="1769712"/>
              <a:ext cx="3530" cy="5025"/>
            </a:xfrm>
            <a:custGeom>
              <a:avLst/>
              <a:gdLst/>
              <a:ahLst/>
              <a:cxnLst/>
              <a:rect l="l" t="t" r="r" b="b"/>
              <a:pathLst>
                <a:path w="111" h="158" extrusionOk="0">
                  <a:moveTo>
                    <a:pt x="63" y="0"/>
                  </a:moveTo>
                  <a:lnTo>
                    <a:pt x="63" y="0"/>
                  </a:lnTo>
                  <a:lnTo>
                    <a:pt x="47" y="0"/>
                  </a:lnTo>
                  <a:cubicBezTo>
                    <a:pt x="32" y="17"/>
                    <a:pt x="15" y="32"/>
                    <a:pt x="15" y="48"/>
                  </a:cubicBezTo>
                  <a:lnTo>
                    <a:pt x="15" y="63"/>
                  </a:lnTo>
                  <a:cubicBezTo>
                    <a:pt x="0" y="95"/>
                    <a:pt x="15" y="126"/>
                    <a:pt x="32" y="143"/>
                  </a:cubicBezTo>
                  <a:lnTo>
                    <a:pt x="47" y="143"/>
                  </a:lnTo>
                  <a:cubicBezTo>
                    <a:pt x="47" y="158"/>
                    <a:pt x="63" y="158"/>
                    <a:pt x="63" y="158"/>
                  </a:cubicBezTo>
                  <a:cubicBezTo>
                    <a:pt x="79" y="158"/>
                    <a:pt x="79" y="158"/>
                    <a:pt x="79" y="143"/>
                  </a:cubicBezTo>
                  <a:cubicBezTo>
                    <a:pt x="95" y="143"/>
                    <a:pt x="110" y="111"/>
                    <a:pt x="95" y="95"/>
                  </a:cubicBezTo>
                  <a:lnTo>
                    <a:pt x="95" y="95"/>
                  </a:lnTo>
                  <a:lnTo>
                    <a:pt x="79" y="80"/>
                  </a:lnTo>
                  <a:lnTo>
                    <a:pt x="95" y="63"/>
                  </a:lnTo>
                  <a:cubicBezTo>
                    <a:pt x="110" y="63"/>
                    <a:pt x="110" y="32"/>
                    <a:pt x="95" y="17"/>
                  </a:cubicBezTo>
                  <a:lnTo>
                    <a:pt x="95" y="17"/>
                  </a:lnTo>
                  <a:cubicBezTo>
                    <a:pt x="95" y="0"/>
                    <a:pt x="79"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5" name="Google Shape;1795;p38"/>
            <p:cNvSpPr/>
            <p:nvPr/>
          </p:nvSpPr>
          <p:spPr>
            <a:xfrm>
              <a:off x="3379929" y="1771239"/>
              <a:ext cx="3053" cy="6042"/>
            </a:xfrm>
            <a:custGeom>
              <a:avLst/>
              <a:gdLst/>
              <a:ahLst/>
              <a:cxnLst/>
              <a:rect l="l" t="t" r="r" b="b"/>
              <a:pathLst>
                <a:path w="96" h="190" extrusionOk="0">
                  <a:moveTo>
                    <a:pt x="64" y="0"/>
                  </a:moveTo>
                  <a:lnTo>
                    <a:pt x="49" y="0"/>
                  </a:lnTo>
                  <a:lnTo>
                    <a:pt x="32" y="15"/>
                  </a:lnTo>
                  <a:lnTo>
                    <a:pt x="1" y="126"/>
                  </a:lnTo>
                  <a:lnTo>
                    <a:pt x="1" y="158"/>
                  </a:lnTo>
                  <a:cubicBezTo>
                    <a:pt x="1" y="158"/>
                    <a:pt x="1" y="173"/>
                    <a:pt x="17" y="189"/>
                  </a:cubicBezTo>
                  <a:lnTo>
                    <a:pt x="32" y="189"/>
                  </a:lnTo>
                  <a:lnTo>
                    <a:pt x="32" y="189"/>
                  </a:lnTo>
                  <a:cubicBezTo>
                    <a:pt x="49" y="189"/>
                    <a:pt x="64" y="173"/>
                    <a:pt x="64" y="158"/>
                  </a:cubicBezTo>
                  <a:lnTo>
                    <a:pt x="95" y="32"/>
                  </a:lnTo>
                  <a:cubicBezTo>
                    <a:pt x="95" y="15"/>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6" name="Google Shape;1796;p38"/>
            <p:cNvSpPr/>
            <p:nvPr/>
          </p:nvSpPr>
          <p:spPr>
            <a:xfrm>
              <a:off x="3061256" y="1829344"/>
              <a:ext cx="4039" cy="4516"/>
            </a:xfrm>
            <a:custGeom>
              <a:avLst/>
              <a:gdLst/>
              <a:ahLst/>
              <a:cxnLst/>
              <a:rect l="l" t="t" r="r" b="b"/>
              <a:pathLst>
                <a:path w="127" h="142" extrusionOk="0">
                  <a:moveTo>
                    <a:pt x="95" y="1"/>
                  </a:moveTo>
                  <a:lnTo>
                    <a:pt x="95" y="1"/>
                  </a:lnTo>
                  <a:lnTo>
                    <a:pt x="95" y="1"/>
                  </a:lnTo>
                  <a:cubicBezTo>
                    <a:pt x="80" y="1"/>
                    <a:pt x="63" y="16"/>
                    <a:pt x="63" y="32"/>
                  </a:cubicBezTo>
                  <a:cubicBezTo>
                    <a:pt x="48" y="32"/>
                    <a:pt x="48" y="16"/>
                    <a:pt x="48" y="16"/>
                  </a:cubicBezTo>
                  <a:lnTo>
                    <a:pt x="32" y="16"/>
                  </a:lnTo>
                  <a:lnTo>
                    <a:pt x="16" y="32"/>
                  </a:lnTo>
                  <a:cubicBezTo>
                    <a:pt x="16" y="47"/>
                    <a:pt x="0" y="47"/>
                    <a:pt x="0" y="64"/>
                  </a:cubicBezTo>
                  <a:lnTo>
                    <a:pt x="16" y="110"/>
                  </a:lnTo>
                  <a:cubicBezTo>
                    <a:pt x="16" y="127"/>
                    <a:pt x="32" y="142"/>
                    <a:pt x="48" y="142"/>
                  </a:cubicBezTo>
                  <a:lnTo>
                    <a:pt x="48" y="142"/>
                  </a:lnTo>
                  <a:cubicBezTo>
                    <a:pt x="80" y="142"/>
                    <a:pt x="95" y="127"/>
                    <a:pt x="111" y="110"/>
                  </a:cubicBezTo>
                  <a:cubicBezTo>
                    <a:pt x="126" y="95"/>
                    <a:pt x="126" y="79"/>
                    <a:pt x="126" y="79"/>
                  </a:cubicBezTo>
                  <a:lnTo>
                    <a:pt x="126" y="32"/>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7" name="Google Shape;1797;p38"/>
            <p:cNvSpPr/>
            <p:nvPr/>
          </p:nvSpPr>
          <p:spPr>
            <a:xfrm>
              <a:off x="3120379" y="1824351"/>
              <a:ext cx="4039" cy="3498"/>
            </a:xfrm>
            <a:custGeom>
              <a:avLst/>
              <a:gdLst/>
              <a:ahLst/>
              <a:cxnLst/>
              <a:rect l="l" t="t" r="r" b="b"/>
              <a:pathLst>
                <a:path w="127" h="110" extrusionOk="0">
                  <a:moveTo>
                    <a:pt x="48" y="0"/>
                  </a:moveTo>
                  <a:lnTo>
                    <a:pt x="48" y="0"/>
                  </a:lnTo>
                  <a:lnTo>
                    <a:pt x="32" y="0"/>
                  </a:lnTo>
                  <a:cubicBezTo>
                    <a:pt x="17" y="15"/>
                    <a:pt x="0" y="32"/>
                    <a:pt x="17" y="47"/>
                  </a:cubicBezTo>
                  <a:lnTo>
                    <a:pt x="48" y="78"/>
                  </a:lnTo>
                  <a:lnTo>
                    <a:pt x="48" y="95"/>
                  </a:lnTo>
                  <a:cubicBezTo>
                    <a:pt x="63" y="110"/>
                    <a:pt x="80" y="110"/>
                    <a:pt x="80" y="110"/>
                  </a:cubicBezTo>
                  <a:lnTo>
                    <a:pt x="111" y="110"/>
                  </a:lnTo>
                  <a:cubicBezTo>
                    <a:pt x="111" y="95"/>
                    <a:pt x="126" y="78"/>
                    <a:pt x="111" y="63"/>
                  </a:cubicBezTo>
                  <a:cubicBezTo>
                    <a:pt x="111" y="78"/>
                    <a:pt x="95" y="78"/>
                    <a:pt x="95" y="78"/>
                  </a:cubicBezTo>
                  <a:cubicBezTo>
                    <a:pt x="95" y="78"/>
                    <a:pt x="80" y="78"/>
                    <a:pt x="80" y="63"/>
                  </a:cubicBezTo>
                  <a:lnTo>
                    <a:pt x="63" y="47"/>
                  </a:lnTo>
                  <a:cubicBezTo>
                    <a:pt x="48" y="47"/>
                    <a:pt x="32" y="15"/>
                    <a:pt x="48"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8" name="Google Shape;1798;p38"/>
            <p:cNvSpPr/>
            <p:nvPr/>
          </p:nvSpPr>
          <p:spPr>
            <a:xfrm>
              <a:off x="3403496" y="1789749"/>
              <a:ext cx="6042" cy="7569"/>
            </a:xfrm>
            <a:custGeom>
              <a:avLst/>
              <a:gdLst/>
              <a:ahLst/>
              <a:cxnLst/>
              <a:rect l="l" t="t" r="r" b="b"/>
              <a:pathLst>
                <a:path w="190" h="238" extrusionOk="0">
                  <a:moveTo>
                    <a:pt x="79" y="0"/>
                  </a:moveTo>
                  <a:lnTo>
                    <a:pt x="79" y="0"/>
                  </a:lnTo>
                  <a:lnTo>
                    <a:pt x="64" y="0"/>
                  </a:lnTo>
                  <a:lnTo>
                    <a:pt x="47" y="17"/>
                  </a:lnTo>
                  <a:cubicBezTo>
                    <a:pt x="32" y="32"/>
                    <a:pt x="16" y="48"/>
                    <a:pt x="16" y="63"/>
                  </a:cubicBezTo>
                  <a:lnTo>
                    <a:pt x="32" y="63"/>
                  </a:lnTo>
                  <a:lnTo>
                    <a:pt x="32" y="63"/>
                  </a:lnTo>
                  <a:lnTo>
                    <a:pt x="64" y="63"/>
                  </a:lnTo>
                  <a:cubicBezTo>
                    <a:pt x="79" y="80"/>
                    <a:pt x="64" y="111"/>
                    <a:pt x="64" y="111"/>
                  </a:cubicBezTo>
                  <a:lnTo>
                    <a:pt x="16" y="158"/>
                  </a:lnTo>
                  <a:lnTo>
                    <a:pt x="16" y="174"/>
                  </a:lnTo>
                  <a:cubicBezTo>
                    <a:pt x="16" y="174"/>
                    <a:pt x="16" y="189"/>
                    <a:pt x="1" y="189"/>
                  </a:cubicBezTo>
                  <a:lnTo>
                    <a:pt x="1" y="221"/>
                  </a:lnTo>
                  <a:cubicBezTo>
                    <a:pt x="1" y="237"/>
                    <a:pt x="1" y="237"/>
                    <a:pt x="16" y="237"/>
                  </a:cubicBezTo>
                  <a:lnTo>
                    <a:pt x="32" y="237"/>
                  </a:lnTo>
                  <a:lnTo>
                    <a:pt x="47" y="237"/>
                  </a:lnTo>
                  <a:lnTo>
                    <a:pt x="47" y="237"/>
                  </a:lnTo>
                  <a:lnTo>
                    <a:pt x="158" y="206"/>
                  </a:lnTo>
                  <a:lnTo>
                    <a:pt x="174" y="206"/>
                  </a:lnTo>
                  <a:lnTo>
                    <a:pt x="174" y="206"/>
                  </a:lnTo>
                  <a:cubicBezTo>
                    <a:pt x="190" y="189"/>
                    <a:pt x="190" y="174"/>
                    <a:pt x="190" y="158"/>
                  </a:cubicBezTo>
                  <a:cubicBezTo>
                    <a:pt x="190" y="143"/>
                    <a:pt x="174" y="143"/>
                    <a:pt x="174" y="126"/>
                  </a:cubicBezTo>
                  <a:lnTo>
                    <a:pt x="158" y="126"/>
                  </a:lnTo>
                  <a:lnTo>
                    <a:pt x="142" y="126"/>
                  </a:lnTo>
                  <a:lnTo>
                    <a:pt x="127" y="143"/>
                  </a:lnTo>
                  <a:lnTo>
                    <a:pt x="79" y="158"/>
                  </a:lnTo>
                  <a:lnTo>
                    <a:pt x="79" y="126"/>
                  </a:lnTo>
                  <a:lnTo>
                    <a:pt x="79" y="111"/>
                  </a:lnTo>
                  <a:lnTo>
                    <a:pt x="79" y="80"/>
                  </a:lnTo>
                  <a:cubicBezTo>
                    <a:pt x="79" y="80"/>
                    <a:pt x="79" y="63"/>
                    <a:pt x="95" y="63"/>
                  </a:cubicBezTo>
                  <a:cubicBezTo>
                    <a:pt x="110" y="48"/>
                    <a:pt x="127" y="32"/>
                    <a:pt x="110" y="17"/>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9" name="Google Shape;1799;p38"/>
            <p:cNvSpPr/>
            <p:nvPr/>
          </p:nvSpPr>
          <p:spPr>
            <a:xfrm>
              <a:off x="3160993" y="1815319"/>
              <a:ext cx="4039" cy="4516"/>
            </a:xfrm>
            <a:custGeom>
              <a:avLst/>
              <a:gdLst/>
              <a:ahLst/>
              <a:cxnLst/>
              <a:rect l="l" t="t" r="r" b="b"/>
              <a:pathLst>
                <a:path w="127" h="142" extrusionOk="0">
                  <a:moveTo>
                    <a:pt x="63" y="1"/>
                  </a:moveTo>
                  <a:cubicBezTo>
                    <a:pt x="78" y="1"/>
                    <a:pt x="63" y="16"/>
                    <a:pt x="63" y="16"/>
                  </a:cubicBezTo>
                  <a:cubicBezTo>
                    <a:pt x="63" y="32"/>
                    <a:pt x="47" y="32"/>
                    <a:pt x="47" y="32"/>
                  </a:cubicBezTo>
                  <a:lnTo>
                    <a:pt x="32" y="32"/>
                  </a:lnTo>
                  <a:lnTo>
                    <a:pt x="15" y="47"/>
                  </a:lnTo>
                  <a:lnTo>
                    <a:pt x="0" y="79"/>
                  </a:lnTo>
                  <a:cubicBezTo>
                    <a:pt x="0" y="95"/>
                    <a:pt x="0" y="110"/>
                    <a:pt x="15" y="110"/>
                  </a:cubicBezTo>
                  <a:lnTo>
                    <a:pt x="32" y="142"/>
                  </a:lnTo>
                  <a:lnTo>
                    <a:pt x="47" y="142"/>
                  </a:lnTo>
                  <a:lnTo>
                    <a:pt x="63" y="142"/>
                  </a:lnTo>
                  <a:lnTo>
                    <a:pt x="95" y="142"/>
                  </a:lnTo>
                  <a:lnTo>
                    <a:pt x="110" y="142"/>
                  </a:lnTo>
                  <a:lnTo>
                    <a:pt x="110" y="142"/>
                  </a:lnTo>
                  <a:lnTo>
                    <a:pt x="126" y="142"/>
                  </a:lnTo>
                  <a:cubicBezTo>
                    <a:pt x="126" y="142"/>
                    <a:pt x="126" y="127"/>
                    <a:pt x="110" y="127"/>
                  </a:cubicBezTo>
                  <a:lnTo>
                    <a:pt x="78" y="79"/>
                  </a:lnTo>
                  <a:lnTo>
                    <a:pt x="95" y="32"/>
                  </a:lnTo>
                  <a:cubicBezTo>
                    <a:pt x="110" y="32"/>
                    <a:pt x="110" y="16"/>
                    <a:pt x="95" y="16"/>
                  </a:cubicBezTo>
                  <a:lnTo>
                    <a:pt x="95" y="16"/>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0" name="Google Shape;1800;p38"/>
            <p:cNvSpPr/>
            <p:nvPr/>
          </p:nvSpPr>
          <p:spPr>
            <a:xfrm>
              <a:off x="3391951" y="1794742"/>
              <a:ext cx="3053" cy="4580"/>
            </a:xfrm>
            <a:custGeom>
              <a:avLst/>
              <a:gdLst/>
              <a:ahLst/>
              <a:cxnLst/>
              <a:rect l="l" t="t" r="r" b="b"/>
              <a:pathLst>
                <a:path w="96" h="144" extrusionOk="0">
                  <a:moveTo>
                    <a:pt x="64" y="80"/>
                  </a:moveTo>
                  <a:lnTo>
                    <a:pt x="64" y="80"/>
                  </a:lnTo>
                  <a:lnTo>
                    <a:pt x="64" y="80"/>
                  </a:lnTo>
                  <a:close/>
                  <a:moveTo>
                    <a:pt x="64" y="1"/>
                  </a:moveTo>
                  <a:lnTo>
                    <a:pt x="64" y="1"/>
                  </a:lnTo>
                  <a:cubicBezTo>
                    <a:pt x="49" y="1"/>
                    <a:pt x="32" y="1"/>
                    <a:pt x="32" y="17"/>
                  </a:cubicBezTo>
                  <a:cubicBezTo>
                    <a:pt x="32" y="17"/>
                    <a:pt x="32" y="32"/>
                    <a:pt x="17" y="32"/>
                  </a:cubicBezTo>
                  <a:cubicBezTo>
                    <a:pt x="17" y="49"/>
                    <a:pt x="1" y="64"/>
                    <a:pt x="1" y="95"/>
                  </a:cubicBezTo>
                  <a:cubicBezTo>
                    <a:pt x="1" y="112"/>
                    <a:pt x="17" y="112"/>
                    <a:pt x="17" y="127"/>
                  </a:cubicBezTo>
                  <a:cubicBezTo>
                    <a:pt x="32" y="127"/>
                    <a:pt x="32" y="127"/>
                    <a:pt x="49" y="143"/>
                  </a:cubicBezTo>
                  <a:lnTo>
                    <a:pt x="64" y="143"/>
                  </a:lnTo>
                  <a:cubicBezTo>
                    <a:pt x="80" y="143"/>
                    <a:pt x="80" y="143"/>
                    <a:pt x="95" y="127"/>
                  </a:cubicBezTo>
                  <a:lnTo>
                    <a:pt x="95" y="127"/>
                  </a:lnTo>
                  <a:cubicBezTo>
                    <a:pt x="95" y="112"/>
                    <a:pt x="95" y="80"/>
                    <a:pt x="80" y="80"/>
                  </a:cubicBezTo>
                  <a:lnTo>
                    <a:pt x="80" y="80"/>
                  </a:lnTo>
                  <a:lnTo>
                    <a:pt x="80" y="64"/>
                  </a:lnTo>
                  <a:lnTo>
                    <a:pt x="95" y="49"/>
                  </a:lnTo>
                  <a:lnTo>
                    <a:pt x="95" y="17"/>
                  </a:lnTo>
                  <a:lnTo>
                    <a:pt x="80" y="1"/>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1" name="Google Shape;1801;p38"/>
            <p:cNvSpPr/>
            <p:nvPr/>
          </p:nvSpPr>
          <p:spPr>
            <a:xfrm>
              <a:off x="3393955" y="179728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2" name="Google Shape;1802;p38"/>
            <p:cNvSpPr/>
            <p:nvPr/>
          </p:nvSpPr>
          <p:spPr>
            <a:xfrm>
              <a:off x="3334832" y="1809785"/>
              <a:ext cx="5057" cy="5057"/>
            </a:xfrm>
            <a:custGeom>
              <a:avLst/>
              <a:gdLst/>
              <a:ahLst/>
              <a:cxnLst/>
              <a:rect l="l" t="t" r="r" b="b"/>
              <a:pathLst>
                <a:path w="159" h="159" extrusionOk="0">
                  <a:moveTo>
                    <a:pt x="64" y="1"/>
                  </a:moveTo>
                  <a:lnTo>
                    <a:pt x="17" y="32"/>
                  </a:lnTo>
                  <a:lnTo>
                    <a:pt x="32" y="49"/>
                  </a:lnTo>
                  <a:cubicBezTo>
                    <a:pt x="32" y="64"/>
                    <a:pt x="17" y="80"/>
                    <a:pt x="1" y="95"/>
                  </a:cubicBezTo>
                  <a:lnTo>
                    <a:pt x="32" y="95"/>
                  </a:lnTo>
                  <a:lnTo>
                    <a:pt x="49" y="95"/>
                  </a:lnTo>
                  <a:lnTo>
                    <a:pt x="64" y="80"/>
                  </a:lnTo>
                  <a:lnTo>
                    <a:pt x="80" y="127"/>
                  </a:lnTo>
                  <a:lnTo>
                    <a:pt x="80" y="127"/>
                  </a:lnTo>
                  <a:lnTo>
                    <a:pt x="80" y="127"/>
                  </a:lnTo>
                  <a:cubicBezTo>
                    <a:pt x="95" y="143"/>
                    <a:pt x="95" y="158"/>
                    <a:pt x="112" y="158"/>
                  </a:cubicBezTo>
                  <a:lnTo>
                    <a:pt x="127" y="158"/>
                  </a:lnTo>
                  <a:lnTo>
                    <a:pt x="127" y="158"/>
                  </a:lnTo>
                  <a:cubicBezTo>
                    <a:pt x="143" y="158"/>
                    <a:pt x="158" y="143"/>
                    <a:pt x="158" y="127"/>
                  </a:cubicBezTo>
                  <a:lnTo>
                    <a:pt x="158" y="112"/>
                  </a:lnTo>
                  <a:lnTo>
                    <a:pt x="143" y="64"/>
                  </a:lnTo>
                  <a:lnTo>
                    <a:pt x="143" y="64"/>
                  </a:lnTo>
                  <a:lnTo>
                    <a:pt x="143" y="49"/>
                  </a:lnTo>
                  <a:lnTo>
                    <a:pt x="127" y="32"/>
                  </a:lnTo>
                  <a:lnTo>
                    <a:pt x="127" y="49"/>
                  </a:lnTo>
                  <a:cubicBezTo>
                    <a:pt x="127" y="64"/>
                    <a:pt x="112" y="64"/>
                    <a:pt x="95" y="64"/>
                  </a:cubicBezTo>
                  <a:lnTo>
                    <a:pt x="95" y="64"/>
                  </a:lnTo>
                  <a:cubicBezTo>
                    <a:pt x="64" y="64"/>
                    <a:pt x="64" y="49"/>
                    <a:pt x="64"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3" name="Google Shape;1803;p38"/>
            <p:cNvSpPr/>
            <p:nvPr/>
          </p:nvSpPr>
          <p:spPr>
            <a:xfrm>
              <a:off x="3353405" y="1813315"/>
              <a:ext cx="3498" cy="2035"/>
            </a:xfrm>
            <a:custGeom>
              <a:avLst/>
              <a:gdLst/>
              <a:ahLst/>
              <a:cxnLst/>
              <a:rect l="l" t="t" r="r" b="b"/>
              <a:pathLst>
                <a:path w="110" h="64" extrusionOk="0">
                  <a:moveTo>
                    <a:pt x="78" y="1"/>
                  </a:moveTo>
                  <a:lnTo>
                    <a:pt x="63" y="16"/>
                  </a:lnTo>
                  <a:lnTo>
                    <a:pt x="0" y="16"/>
                  </a:lnTo>
                  <a:lnTo>
                    <a:pt x="0" y="32"/>
                  </a:lnTo>
                  <a:lnTo>
                    <a:pt x="0" y="32"/>
                  </a:lnTo>
                  <a:lnTo>
                    <a:pt x="63" y="64"/>
                  </a:lnTo>
                  <a:lnTo>
                    <a:pt x="63" y="64"/>
                  </a:lnTo>
                  <a:lnTo>
                    <a:pt x="78" y="64"/>
                  </a:lnTo>
                  <a:cubicBezTo>
                    <a:pt x="95" y="64"/>
                    <a:pt x="95" y="64"/>
                    <a:pt x="110" y="47"/>
                  </a:cubicBezTo>
                  <a:cubicBezTo>
                    <a:pt x="110" y="32"/>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4" name="Google Shape;1804;p38"/>
            <p:cNvSpPr/>
            <p:nvPr/>
          </p:nvSpPr>
          <p:spPr>
            <a:xfrm>
              <a:off x="3295745" y="1814333"/>
              <a:ext cx="6042" cy="4516"/>
            </a:xfrm>
            <a:custGeom>
              <a:avLst/>
              <a:gdLst/>
              <a:ahLst/>
              <a:cxnLst/>
              <a:rect l="l" t="t" r="r" b="b"/>
              <a:pathLst>
                <a:path w="190" h="142" extrusionOk="0">
                  <a:moveTo>
                    <a:pt x="95" y="0"/>
                  </a:moveTo>
                  <a:lnTo>
                    <a:pt x="95" y="15"/>
                  </a:lnTo>
                  <a:lnTo>
                    <a:pt x="95" y="32"/>
                  </a:lnTo>
                  <a:lnTo>
                    <a:pt x="95" y="32"/>
                  </a:lnTo>
                  <a:lnTo>
                    <a:pt x="95" y="63"/>
                  </a:lnTo>
                  <a:lnTo>
                    <a:pt x="64" y="95"/>
                  </a:lnTo>
                  <a:cubicBezTo>
                    <a:pt x="49" y="95"/>
                    <a:pt x="49" y="95"/>
                    <a:pt x="49" y="78"/>
                  </a:cubicBezTo>
                  <a:lnTo>
                    <a:pt x="17" y="78"/>
                  </a:lnTo>
                  <a:lnTo>
                    <a:pt x="17" y="78"/>
                  </a:lnTo>
                  <a:cubicBezTo>
                    <a:pt x="17" y="95"/>
                    <a:pt x="17" y="110"/>
                    <a:pt x="1" y="110"/>
                  </a:cubicBezTo>
                  <a:lnTo>
                    <a:pt x="1" y="126"/>
                  </a:lnTo>
                  <a:cubicBezTo>
                    <a:pt x="17" y="126"/>
                    <a:pt x="17" y="141"/>
                    <a:pt x="32" y="141"/>
                  </a:cubicBezTo>
                  <a:cubicBezTo>
                    <a:pt x="49" y="141"/>
                    <a:pt x="49" y="126"/>
                    <a:pt x="64" y="126"/>
                  </a:cubicBezTo>
                  <a:lnTo>
                    <a:pt x="64" y="110"/>
                  </a:lnTo>
                  <a:cubicBezTo>
                    <a:pt x="80" y="110"/>
                    <a:pt x="80" y="95"/>
                    <a:pt x="95" y="95"/>
                  </a:cubicBezTo>
                  <a:lnTo>
                    <a:pt x="95" y="95"/>
                  </a:lnTo>
                  <a:lnTo>
                    <a:pt x="143" y="47"/>
                  </a:lnTo>
                  <a:cubicBezTo>
                    <a:pt x="158" y="47"/>
                    <a:pt x="175" y="32"/>
                    <a:pt x="175" y="32"/>
                  </a:cubicBezTo>
                  <a:lnTo>
                    <a:pt x="190" y="32"/>
                  </a:lnTo>
                  <a:lnTo>
                    <a:pt x="175" y="15"/>
                  </a:lnTo>
                  <a:cubicBezTo>
                    <a:pt x="175" y="32"/>
                    <a:pt x="158" y="32"/>
                    <a:pt x="158" y="32"/>
                  </a:cubicBezTo>
                  <a:lnTo>
                    <a:pt x="143" y="32"/>
                  </a:lnTo>
                  <a:lnTo>
                    <a:pt x="12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5" name="Google Shape;1805;p38"/>
            <p:cNvSpPr/>
            <p:nvPr/>
          </p:nvSpPr>
          <p:spPr>
            <a:xfrm>
              <a:off x="3316322" y="1814333"/>
              <a:ext cx="5025" cy="2512"/>
            </a:xfrm>
            <a:custGeom>
              <a:avLst/>
              <a:gdLst/>
              <a:ahLst/>
              <a:cxnLst/>
              <a:rect l="l" t="t" r="r" b="b"/>
              <a:pathLst>
                <a:path w="158" h="79" extrusionOk="0">
                  <a:moveTo>
                    <a:pt x="79" y="0"/>
                  </a:moveTo>
                  <a:lnTo>
                    <a:pt x="32" y="15"/>
                  </a:lnTo>
                  <a:cubicBezTo>
                    <a:pt x="15" y="15"/>
                    <a:pt x="15" y="15"/>
                    <a:pt x="0" y="32"/>
                  </a:cubicBezTo>
                  <a:cubicBezTo>
                    <a:pt x="15" y="32"/>
                    <a:pt x="15" y="15"/>
                    <a:pt x="15" y="15"/>
                  </a:cubicBezTo>
                  <a:lnTo>
                    <a:pt x="15" y="15"/>
                  </a:lnTo>
                  <a:cubicBezTo>
                    <a:pt x="32" y="15"/>
                    <a:pt x="47" y="32"/>
                    <a:pt x="47" y="32"/>
                  </a:cubicBezTo>
                  <a:lnTo>
                    <a:pt x="47" y="47"/>
                  </a:lnTo>
                  <a:lnTo>
                    <a:pt x="63" y="47"/>
                  </a:lnTo>
                  <a:lnTo>
                    <a:pt x="95" y="78"/>
                  </a:lnTo>
                  <a:lnTo>
                    <a:pt x="95" y="78"/>
                  </a:lnTo>
                  <a:lnTo>
                    <a:pt x="126" y="63"/>
                  </a:lnTo>
                  <a:cubicBezTo>
                    <a:pt x="142" y="63"/>
                    <a:pt x="158" y="47"/>
                    <a:pt x="158" y="32"/>
                  </a:cubicBezTo>
                  <a:lnTo>
                    <a:pt x="158"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6" name="Google Shape;1806;p38"/>
            <p:cNvSpPr/>
            <p:nvPr/>
          </p:nvSpPr>
          <p:spPr>
            <a:xfrm>
              <a:off x="3393478" y="1752189"/>
              <a:ext cx="4039" cy="5534"/>
            </a:xfrm>
            <a:custGeom>
              <a:avLst/>
              <a:gdLst/>
              <a:ahLst/>
              <a:cxnLst/>
              <a:rect l="l" t="t" r="r" b="b"/>
              <a:pathLst>
                <a:path w="127" h="174" extrusionOk="0">
                  <a:moveTo>
                    <a:pt x="95" y="0"/>
                  </a:moveTo>
                  <a:lnTo>
                    <a:pt x="79" y="0"/>
                  </a:lnTo>
                  <a:cubicBezTo>
                    <a:pt x="79" y="0"/>
                    <a:pt x="64" y="15"/>
                    <a:pt x="47" y="15"/>
                  </a:cubicBezTo>
                  <a:lnTo>
                    <a:pt x="16" y="126"/>
                  </a:lnTo>
                  <a:cubicBezTo>
                    <a:pt x="1" y="158"/>
                    <a:pt x="16" y="173"/>
                    <a:pt x="32" y="173"/>
                  </a:cubicBezTo>
                  <a:lnTo>
                    <a:pt x="47" y="173"/>
                  </a:lnTo>
                  <a:cubicBezTo>
                    <a:pt x="64" y="173"/>
                    <a:pt x="79" y="173"/>
                    <a:pt x="79" y="158"/>
                  </a:cubicBezTo>
                  <a:lnTo>
                    <a:pt x="79" y="142"/>
                  </a:lnTo>
                  <a:cubicBezTo>
                    <a:pt x="64" y="142"/>
                    <a:pt x="64" y="126"/>
                    <a:pt x="47" y="110"/>
                  </a:cubicBezTo>
                  <a:cubicBezTo>
                    <a:pt x="47" y="95"/>
                    <a:pt x="64" y="79"/>
                    <a:pt x="79" y="63"/>
                  </a:cubicBezTo>
                  <a:lnTo>
                    <a:pt x="110" y="63"/>
                  </a:lnTo>
                  <a:lnTo>
                    <a:pt x="127" y="47"/>
                  </a:lnTo>
                  <a:cubicBezTo>
                    <a:pt x="127" y="32"/>
                    <a:pt x="11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7" name="Google Shape;1807;p38"/>
            <p:cNvSpPr/>
            <p:nvPr/>
          </p:nvSpPr>
          <p:spPr>
            <a:xfrm>
              <a:off x="3176004" y="1831348"/>
              <a:ext cx="3530" cy="3053"/>
            </a:xfrm>
            <a:custGeom>
              <a:avLst/>
              <a:gdLst/>
              <a:ahLst/>
              <a:cxnLst/>
              <a:rect l="l" t="t" r="r" b="b"/>
              <a:pathLst>
                <a:path w="111" h="96" extrusionOk="0">
                  <a:moveTo>
                    <a:pt x="64" y="1"/>
                  </a:moveTo>
                  <a:lnTo>
                    <a:pt x="64" y="1"/>
                  </a:lnTo>
                  <a:lnTo>
                    <a:pt x="47" y="1"/>
                  </a:lnTo>
                  <a:lnTo>
                    <a:pt x="1" y="32"/>
                  </a:lnTo>
                  <a:lnTo>
                    <a:pt x="1" y="47"/>
                  </a:lnTo>
                  <a:lnTo>
                    <a:pt x="1" y="79"/>
                  </a:lnTo>
                  <a:lnTo>
                    <a:pt x="1" y="79"/>
                  </a:lnTo>
                  <a:cubicBezTo>
                    <a:pt x="1" y="95"/>
                    <a:pt x="16" y="95"/>
                    <a:pt x="32" y="95"/>
                  </a:cubicBezTo>
                  <a:lnTo>
                    <a:pt x="47" y="95"/>
                  </a:lnTo>
                  <a:lnTo>
                    <a:pt x="95" y="47"/>
                  </a:lnTo>
                  <a:cubicBezTo>
                    <a:pt x="110" y="47"/>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8" name="Google Shape;1808;p38"/>
            <p:cNvSpPr/>
            <p:nvPr/>
          </p:nvSpPr>
          <p:spPr>
            <a:xfrm>
              <a:off x="3265690" y="1815319"/>
              <a:ext cx="4548" cy="5534"/>
            </a:xfrm>
            <a:custGeom>
              <a:avLst/>
              <a:gdLst/>
              <a:ahLst/>
              <a:cxnLst/>
              <a:rect l="l" t="t" r="r" b="b"/>
              <a:pathLst>
                <a:path w="143" h="174" extrusionOk="0">
                  <a:moveTo>
                    <a:pt x="95" y="1"/>
                  </a:moveTo>
                  <a:lnTo>
                    <a:pt x="95" y="1"/>
                  </a:lnTo>
                  <a:cubicBezTo>
                    <a:pt x="80" y="1"/>
                    <a:pt x="80" y="16"/>
                    <a:pt x="63" y="32"/>
                  </a:cubicBezTo>
                  <a:lnTo>
                    <a:pt x="63" y="47"/>
                  </a:lnTo>
                  <a:lnTo>
                    <a:pt x="63" y="47"/>
                  </a:lnTo>
                  <a:cubicBezTo>
                    <a:pt x="48" y="64"/>
                    <a:pt x="48" y="64"/>
                    <a:pt x="48" y="79"/>
                  </a:cubicBezTo>
                  <a:cubicBezTo>
                    <a:pt x="32" y="79"/>
                    <a:pt x="32" y="95"/>
                    <a:pt x="32" y="95"/>
                  </a:cubicBezTo>
                  <a:lnTo>
                    <a:pt x="17" y="95"/>
                  </a:lnTo>
                  <a:cubicBezTo>
                    <a:pt x="17" y="110"/>
                    <a:pt x="17" y="110"/>
                    <a:pt x="0" y="110"/>
                  </a:cubicBezTo>
                  <a:lnTo>
                    <a:pt x="0" y="127"/>
                  </a:lnTo>
                  <a:lnTo>
                    <a:pt x="0" y="158"/>
                  </a:lnTo>
                  <a:cubicBezTo>
                    <a:pt x="17" y="173"/>
                    <a:pt x="17" y="173"/>
                    <a:pt x="32" y="173"/>
                  </a:cubicBezTo>
                  <a:cubicBezTo>
                    <a:pt x="32" y="173"/>
                    <a:pt x="48" y="173"/>
                    <a:pt x="48" y="158"/>
                  </a:cubicBezTo>
                  <a:lnTo>
                    <a:pt x="48" y="158"/>
                  </a:lnTo>
                  <a:lnTo>
                    <a:pt x="63" y="158"/>
                  </a:lnTo>
                  <a:lnTo>
                    <a:pt x="63" y="158"/>
                  </a:lnTo>
                  <a:lnTo>
                    <a:pt x="32" y="127"/>
                  </a:lnTo>
                  <a:cubicBezTo>
                    <a:pt x="32" y="110"/>
                    <a:pt x="32" y="79"/>
                    <a:pt x="48" y="79"/>
                  </a:cubicBezTo>
                  <a:lnTo>
                    <a:pt x="63" y="64"/>
                  </a:lnTo>
                  <a:lnTo>
                    <a:pt x="63" y="64"/>
                  </a:lnTo>
                  <a:cubicBezTo>
                    <a:pt x="80" y="64"/>
                    <a:pt x="95" y="79"/>
                    <a:pt x="95" y="79"/>
                  </a:cubicBezTo>
                  <a:lnTo>
                    <a:pt x="111" y="110"/>
                  </a:lnTo>
                  <a:cubicBezTo>
                    <a:pt x="111" y="95"/>
                    <a:pt x="126" y="79"/>
                    <a:pt x="126" y="64"/>
                  </a:cubicBezTo>
                  <a:lnTo>
                    <a:pt x="126" y="64"/>
                  </a:lnTo>
                  <a:lnTo>
                    <a:pt x="126" y="47"/>
                  </a:lnTo>
                  <a:cubicBezTo>
                    <a:pt x="143" y="32"/>
                    <a:pt x="126" y="16"/>
                    <a:pt x="126" y="16"/>
                  </a:cubicBezTo>
                  <a:cubicBezTo>
                    <a:pt x="111" y="16"/>
                    <a:pt x="111"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9" name="Google Shape;1809;p38"/>
            <p:cNvSpPr/>
            <p:nvPr/>
          </p:nvSpPr>
          <p:spPr>
            <a:xfrm>
              <a:off x="3412528" y="1781734"/>
              <a:ext cx="3530" cy="5565"/>
            </a:xfrm>
            <a:custGeom>
              <a:avLst/>
              <a:gdLst/>
              <a:ahLst/>
              <a:cxnLst/>
              <a:rect l="l" t="t" r="r" b="b"/>
              <a:pathLst>
                <a:path w="111" h="175" extrusionOk="0">
                  <a:moveTo>
                    <a:pt x="79" y="0"/>
                  </a:moveTo>
                  <a:lnTo>
                    <a:pt x="79" y="0"/>
                  </a:lnTo>
                  <a:cubicBezTo>
                    <a:pt x="63" y="0"/>
                    <a:pt x="63" y="0"/>
                    <a:pt x="63" y="17"/>
                  </a:cubicBezTo>
                  <a:cubicBezTo>
                    <a:pt x="63" y="17"/>
                    <a:pt x="47" y="17"/>
                    <a:pt x="47" y="32"/>
                  </a:cubicBezTo>
                  <a:lnTo>
                    <a:pt x="32" y="63"/>
                  </a:lnTo>
                  <a:lnTo>
                    <a:pt x="0" y="126"/>
                  </a:lnTo>
                  <a:cubicBezTo>
                    <a:pt x="0" y="143"/>
                    <a:pt x="0" y="158"/>
                    <a:pt x="16" y="174"/>
                  </a:cubicBezTo>
                  <a:lnTo>
                    <a:pt x="32" y="174"/>
                  </a:lnTo>
                  <a:cubicBezTo>
                    <a:pt x="47" y="174"/>
                    <a:pt x="63" y="158"/>
                    <a:pt x="63" y="158"/>
                  </a:cubicBezTo>
                  <a:lnTo>
                    <a:pt x="63" y="143"/>
                  </a:lnTo>
                  <a:cubicBezTo>
                    <a:pt x="79" y="143"/>
                    <a:pt x="79" y="126"/>
                    <a:pt x="79" y="126"/>
                  </a:cubicBezTo>
                  <a:lnTo>
                    <a:pt x="79" y="126"/>
                  </a:lnTo>
                  <a:lnTo>
                    <a:pt x="110" y="63"/>
                  </a:lnTo>
                  <a:lnTo>
                    <a:pt x="110" y="48"/>
                  </a:lnTo>
                  <a:lnTo>
                    <a:pt x="110" y="17"/>
                  </a:lnTo>
                  <a:lnTo>
                    <a:pt x="95" y="17"/>
                  </a:lnTo>
                  <a:cubicBezTo>
                    <a:pt x="95" y="17"/>
                    <a:pt x="79" y="17"/>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0" name="Google Shape;1810;p38"/>
            <p:cNvSpPr/>
            <p:nvPr/>
          </p:nvSpPr>
          <p:spPr>
            <a:xfrm>
              <a:off x="3165986" y="1826832"/>
              <a:ext cx="5057" cy="2544"/>
            </a:xfrm>
            <a:custGeom>
              <a:avLst/>
              <a:gdLst/>
              <a:ahLst/>
              <a:cxnLst/>
              <a:rect l="l" t="t" r="r" b="b"/>
              <a:pathLst>
                <a:path w="159" h="80" extrusionOk="0">
                  <a:moveTo>
                    <a:pt x="32" y="0"/>
                  </a:moveTo>
                  <a:lnTo>
                    <a:pt x="32" y="0"/>
                  </a:lnTo>
                  <a:cubicBezTo>
                    <a:pt x="16" y="0"/>
                    <a:pt x="1" y="0"/>
                    <a:pt x="1" y="17"/>
                  </a:cubicBezTo>
                  <a:cubicBezTo>
                    <a:pt x="1" y="32"/>
                    <a:pt x="1" y="63"/>
                    <a:pt x="32" y="63"/>
                  </a:cubicBezTo>
                  <a:lnTo>
                    <a:pt x="95" y="80"/>
                  </a:lnTo>
                  <a:lnTo>
                    <a:pt x="95" y="80"/>
                  </a:lnTo>
                  <a:lnTo>
                    <a:pt x="110" y="80"/>
                  </a:lnTo>
                  <a:lnTo>
                    <a:pt x="127" y="80"/>
                  </a:lnTo>
                  <a:cubicBezTo>
                    <a:pt x="142" y="80"/>
                    <a:pt x="158" y="48"/>
                    <a:pt x="158" y="32"/>
                  </a:cubicBezTo>
                  <a:lnTo>
                    <a:pt x="158" y="32"/>
                  </a:lnTo>
                  <a:lnTo>
                    <a:pt x="158" y="32"/>
                  </a:lnTo>
                  <a:cubicBezTo>
                    <a:pt x="142" y="48"/>
                    <a:pt x="142" y="48"/>
                    <a:pt x="127" y="48"/>
                  </a:cubicBezTo>
                  <a:lnTo>
                    <a:pt x="110" y="48"/>
                  </a:lnTo>
                  <a:lnTo>
                    <a:pt x="79" y="32"/>
                  </a:lnTo>
                  <a:cubicBezTo>
                    <a:pt x="79" y="17"/>
                    <a:pt x="64" y="17"/>
                    <a:pt x="64"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1" name="Google Shape;1811;p38"/>
            <p:cNvSpPr/>
            <p:nvPr/>
          </p:nvSpPr>
          <p:spPr>
            <a:xfrm>
              <a:off x="3398980" y="1802788"/>
              <a:ext cx="3562" cy="3021"/>
            </a:xfrm>
            <a:custGeom>
              <a:avLst/>
              <a:gdLst/>
              <a:ahLst/>
              <a:cxnLst/>
              <a:rect l="l" t="t" r="r" b="b"/>
              <a:pathLst>
                <a:path w="112" h="95" extrusionOk="0">
                  <a:moveTo>
                    <a:pt x="111" y="0"/>
                  </a:moveTo>
                  <a:lnTo>
                    <a:pt x="111" y="0"/>
                  </a:lnTo>
                  <a:lnTo>
                    <a:pt x="48" y="16"/>
                  </a:lnTo>
                  <a:lnTo>
                    <a:pt x="48" y="16"/>
                  </a:lnTo>
                  <a:lnTo>
                    <a:pt x="32" y="16"/>
                  </a:lnTo>
                  <a:lnTo>
                    <a:pt x="17" y="32"/>
                  </a:lnTo>
                  <a:cubicBezTo>
                    <a:pt x="0" y="32"/>
                    <a:pt x="0" y="32"/>
                    <a:pt x="0" y="48"/>
                  </a:cubicBezTo>
                  <a:cubicBezTo>
                    <a:pt x="17" y="48"/>
                    <a:pt x="17" y="48"/>
                    <a:pt x="17" y="63"/>
                  </a:cubicBezTo>
                  <a:lnTo>
                    <a:pt x="17" y="79"/>
                  </a:lnTo>
                  <a:lnTo>
                    <a:pt x="32" y="95"/>
                  </a:lnTo>
                  <a:lnTo>
                    <a:pt x="32" y="95"/>
                  </a:lnTo>
                  <a:cubicBezTo>
                    <a:pt x="32" y="95"/>
                    <a:pt x="48" y="95"/>
                    <a:pt x="48" y="79"/>
                  </a:cubicBezTo>
                  <a:lnTo>
                    <a:pt x="48" y="79"/>
                  </a:lnTo>
                  <a:lnTo>
                    <a:pt x="80" y="63"/>
                  </a:lnTo>
                  <a:lnTo>
                    <a:pt x="95" y="48"/>
                  </a:lnTo>
                  <a:cubicBezTo>
                    <a:pt x="111" y="32"/>
                    <a:pt x="111" y="16"/>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2" name="Google Shape;1812;p38"/>
            <p:cNvSpPr/>
            <p:nvPr/>
          </p:nvSpPr>
          <p:spPr>
            <a:xfrm>
              <a:off x="3444077" y="1799767"/>
              <a:ext cx="4548" cy="5565"/>
            </a:xfrm>
            <a:custGeom>
              <a:avLst/>
              <a:gdLst/>
              <a:ahLst/>
              <a:cxnLst/>
              <a:rect l="l" t="t" r="r" b="b"/>
              <a:pathLst>
                <a:path w="143" h="175" extrusionOk="0">
                  <a:moveTo>
                    <a:pt x="95" y="1"/>
                  </a:moveTo>
                  <a:lnTo>
                    <a:pt x="95" y="1"/>
                  </a:lnTo>
                  <a:cubicBezTo>
                    <a:pt x="80" y="1"/>
                    <a:pt x="80" y="1"/>
                    <a:pt x="63" y="17"/>
                  </a:cubicBezTo>
                  <a:lnTo>
                    <a:pt x="63" y="32"/>
                  </a:lnTo>
                  <a:lnTo>
                    <a:pt x="63" y="80"/>
                  </a:lnTo>
                  <a:lnTo>
                    <a:pt x="63" y="80"/>
                  </a:lnTo>
                  <a:lnTo>
                    <a:pt x="63" y="80"/>
                  </a:lnTo>
                  <a:lnTo>
                    <a:pt x="17" y="111"/>
                  </a:lnTo>
                  <a:lnTo>
                    <a:pt x="0" y="111"/>
                  </a:lnTo>
                  <a:lnTo>
                    <a:pt x="0" y="158"/>
                  </a:lnTo>
                  <a:cubicBezTo>
                    <a:pt x="17" y="158"/>
                    <a:pt x="17" y="158"/>
                    <a:pt x="32" y="174"/>
                  </a:cubicBezTo>
                  <a:lnTo>
                    <a:pt x="32" y="174"/>
                  </a:lnTo>
                  <a:cubicBezTo>
                    <a:pt x="48" y="174"/>
                    <a:pt x="48" y="174"/>
                    <a:pt x="48" y="158"/>
                  </a:cubicBezTo>
                  <a:lnTo>
                    <a:pt x="80" y="143"/>
                  </a:lnTo>
                  <a:lnTo>
                    <a:pt x="126" y="127"/>
                  </a:lnTo>
                  <a:cubicBezTo>
                    <a:pt x="126" y="111"/>
                    <a:pt x="143" y="111"/>
                    <a:pt x="143" y="95"/>
                  </a:cubicBezTo>
                  <a:lnTo>
                    <a:pt x="126" y="32"/>
                  </a:lnTo>
                  <a:lnTo>
                    <a:pt x="126" y="32"/>
                  </a:lnTo>
                  <a:cubicBezTo>
                    <a:pt x="126" y="17"/>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3" name="Google Shape;1813;p38"/>
            <p:cNvSpPr/>
            <p:nvPr/>
          </p:nvSpPr>
          <p:spPr>
            <a:xfrm>
              <a:off x="3438575" y="1802788"/>
              <a:ext cx="4039" cy="2544"/>
            </a:xfrm>
            <a:custGeom>
              <a:avLst/>
              <a:gdLst/>
              <a:ahLst/>
              <a:cxnLst/>
              <a:rect l="l" t="t" r="r" b="b"/>
              <a:pathLst>
                <a:path w="127" h="80" extrusionOk="0">
                  <a:moveTo>
                    <a:pt x="79" y="0"/>
                  </a:moveTo>
                  <a:lnTo>
                    <a:pt x="79" y="0"/>
                  </a:lnTo>
                  <a:lnTo>
                    <a:pt x="79" y="0"/>
                  </a:lnTo>
                  <a:lnTo>
                    <a:pt x="32" y="0"/>
                  </a:lnTo>
                  <a:lnTo>
                    <a:pt x="16" y="16"/>
                  </a:lnTo>
                  <a:cubicBezTo>
                    <a:pt x="1" y="16"/>
                    <a:pt x="1" y="32"/>
                    <a:pt x="1" y="48"/>
                  </a:cubicBezTo>
                  <a:lnTo>
                    <a:pt x="1" y="48"/>
                  </a:lnTo>
                  <a:lnTo>
                    <a:pt x="1" y="63"/>
                  </a:lnTo>
                  <a:cubicBezTo>
                    <a:pt x="16" y="79"/>
                    <a:pt x="16" y="79"/>
                    <a:pt x="32" y="79"/>
                  </a:cubicBezTo>
                  <a:lnTo>
                    <a:pt x="32" y="79"/>
                  </a:lnTo>
                  <a:lnTo>
                    <a:pt x="95" y="63"/>
                  </a:lnTo>
                  <a:lnTo>
                    <a:pt x="95" y="63"/>
                  </a:lnTo>
                  <a:cubicBezTo>
                    <a:pt x="110" y="48"/>
                    <a:pt x="127" y="32"/>
                    <a:pt x="110" y="16"/>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4" name="Google Shape;1814;p38"/>
            <p:cNvSpPr/>
            <p:nvPr/>
          </p:nvSpPr>
          <p:spPr>
            <a:xfrm>
              <a:off x="3329361" y="1813315"/>
              <a:ext cx="4516" cy="3530"/>
            </a:xfrm>
            <a:custGeom>
              <a:avLst/>
              <a:gdLst/>
              <a:ahLst/>
              <a:cxnLst/>
              <a:rect l="l" t="t" r="r" b="b"/>
              <a:pathLst>
                <a:path w="142" h="111" extrusionOk="0">
                  <a:moveTo>
                    <a:pt x="32" y="1"/>
                  </a:moveTo>
                  <a:lnTo>
                    <a:pt x="32" y="1"/>
                  </a:lnTo>
                  <a:lnTo>
                    <a:pt x="32" y="1"/>
                  </a:lnTo>
                  <a:cubicBezTo>
                    <a:pt x="32" y="1"/>
                    <a:pt x="15" y="1"/>
                    <a:pt x="15" y="16"/>
                  </a:cubicBezTo>
                  <a:cubicBezTo>
                    <a:pt x="0" y="16"/>
                    <a:pt x="0" y="16"/>
                    <a:pt x="0" y="32"/>
                  </a:cubicBezTo>
                  <a:lnTo>
                    <a:pt x="0" y="32"/>
                  </a:lnTo>
                  <a:cubicBezTo>
                    <a:pt x="0" y="47"/>
                    <a:pt x="15" y="64"/>
                    <a:pt x="32" y="64"/>
                  </a:cubicBezTo>
                  <a:lnTo>
                    <a:pt x="15" y="64"/>
                  </a:lnTo>
                  <a:lnTo>
                    <a:pt x="32" y="64"/>
                  </a:lnTo>
                  <a:lnTo>
                    <a:pt x="32" y="64"/>
                  </a:lnTo>
                  <a:lnTo>
                    <a:pt x="47" y="79"/>
                  </a:lnTo>
                  <a:cubicBezTo>
                    <a:pt x="63" y="95"/>
                    <a:pt x="63" y="95"/>
                    <a:pt x="63" y="110"/>
                  </a:cubicBezTo>
                  <a:lnTo>
                    <a:pt x="78" y="110"/>
                  </a:lnTo>
                  <a:lnTo>
                    <a:pt x="78" y="110"/>
                  </a:lnTo>
                  <a:lnTo>
                    <a:pt x="110" y="79"/>
                  </a:lnTo>
                  <a:lnTo>
                    <a:pt x="126" y="79"/>
                  </a:lnTo>
                  <a:cubicBezTo>
                    <a:pt x="141" y="79"/>
                    <a:pt x="141" y="64"/>
                    <a:pt x="141" y="47"/>
                  </a:cubicBezTo>
                  <a:cubicBezTo>
                    <a:pt x="141" y="32"/>
                    <a:pt x="141" y="32"/>
                    <a:pt x="126" y="32"/>
                  </a:cubicBezTo>
                  <a:cubicBezTo>
                    <a:pt x="126" y="16"/>
                    <a:pt x="126" y="16"/>
                    <a:pt x="110"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5" name="Google Shape;1815;p38"/>
            <p:cNvSpPr/>
            <p:nvPr/>
          </p:nvSpPr>
          <p:spPr>
            <a:xfrm>
              <a:off x="3296286" y="1810803"/>
              <a:ext cx="9032" cy="4548"/>
            </a:xfrm>
            <a:custGeom>
              <a:avLst/>
              <a:gdLst/>
              <a:ahLst/>
              <a:cxnLst/>
              <a:rect l="l" t="t" r="r" b="b"/>
              <a:pathLst>
                <a:path w="284" h="143" extrusionOk="0">
                  <a:moveTo>
                    <a:pt x="32" y="0"/>
                  </a:moveTo>
                  <a:lnTo>
                    <a:pt x="32" y="0"/>
                  </a:lnTo>
                  <a:cubicBezTo>
                    <a:pt x="32" y="17"/>
                    <a:pt x="15" y="17"/>
                    <a:pt x="15" y="17"/>
                  </a:cubicBezTo>
                  <a:cubicBezTo>
                    <a:pt x="0" y="32"/>
                    <a:pt x="0" y="48"/>
                    <a:pt x="15" y="63"/>
                  </a:cubicBezTo>
                  <a:lnTo>
                    <a:pt x="15" y="63"/>
                  </a:lnTo>
                  <a:cubicBezTo>
                    <a:pt x="15" y="63"/>
                    <a:pt x="15" y="80"/>
                    <a:pt x="32" y="80"/>
                  </a:cubicBezTo>
                  <a:lnTo>
                    <a:pt x="47" y="95"/>
                  </a:lnTo>
                  <a:lnTo>
                    <a:pt x="47" y="95"/>
                  </a:lnTo>
                  <a:cubicBezTo>
                    <a:pt x="47" y="95"/>
                    <a:pt x="63" y="95"/>
                    <a:pt x="63" y="111"/>
                  </a:cubicBezTo>
                  <a:lnTo>
                    <a:pt x="78" y="111"/>
                  </a:lnTo>
                  <a:lnTo>
                    <a:pt x="110" y="143"/>
                  </a:lnTo>
                  <a:lnTo>
                    <a:pt x="126" y="143"/>
                  </a:lnTo>
                  <a:lnTo>
                    <a:pt x="141" y="143"/>
                  </a:lnTo>
                  <a:cubicBezTo>
                    <a:pt x="141" y="143"/>
                    <a:pt x="158" y="143"/>
                    <a:pt x="158" y="126"/>
                  </a:cubicBezTo>
                  <a:lnTo>
                    <a:pt x="173" y="143"/>
                  </a:lnTo>
                  <a:lnTo>
                    <a:pt x="236" y="143"/>
                  </a:lnTo>
                  <a:lnTo>
                    <a:pt x="252" y="143"/>
                  </a:lnTo>
                  <a:cubicBezTo>
                    <a:pt x="267" y="143"/>
                    <a:pt x="284" y="126"/>
                    <a:pt x="284" y="111"/>
                  </a:cubicBezTo>
                  <a:lnTo>
                    <a:pt x="284" y="95"/>
                  </a:lnTo>
                  <a:cubicBezTo>
                    <a:pt x="267" y="95"/>
                    <a:pt x="267" y="95"/>
                    <a:pt x="267" y="80"/>
                  </a:cubicBezTo>
                  <a:cubicBezTo>
                    <a:pt x="267" y="95"/>
                    <a:pt x="267" y="95"/>
                    <a:pt x="252" y="95"/>
                  </a:cubicBezTo>
                  <a:lnTo>
                    <a:pt x="236" y="126"/>
                  </a:lnTo>
                  <a:lnTo>
                    <a:pt x="221" y="126"/>
                  </a:lnTo>
                  <a:cubicBezTo>
                    <a:pt x="204" y="126"/>
                    <a:pt x="189" y="126"/>
                    <a:pt x="189" y="111"/>
                  </a:cubicBezTo>
                  <a:cubicBezTo>
                    <a:pt x="173" y="95"/>
                    <a:pt x="173" y="80"/>
                    <a:pt x="189" y="63"/>
                  </a:cubicBezTo>
                  <a:lnTo>
                    <a:pt x="173" y="63"/>
                  </a:lnTo>
                  <a:lnTo>
                    <a:pt x="141" y="63"/>
                  </a:lnTo>
                  <a:lnTo>
                    <a:pt x="126" y="63"/>
                  </a:lnTo>
                  <a:lnTo>
                    <a:pt x="126" y="63"/>
                  </a:lnTo>
                  <a:lnTo>
                    <a:pt x="78" y="32"/>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6" name="Google Shape;1816;p38"/>
            <p:cNvSpPr/>
            <p:nvPr/>
          </p:nvSpPr>
          <p:spPr>
            <a:xfrm>
              <a:off x="3264196" y="1822348"/>
              <a:ext cx="4516" cy="3021"/>
            </a:xfrm>
            <a:custGeom>
              <a:avLst/>
              <a:gdLst/>
              <a:ahLst/>
              <a:cxnLst/>
              <a:rect l="l" t="t" r="r" b="b"/>
              <a:pathLst>
                <a:path w="142" h="95" extrusionOk="0">
                  <a:moveTo>
                    <a:pt x="95" y="0"/>
                  </a:moveTo>
                  <a:lnTo>
                    <a:pt x="95" y="0"/>
                  </a:lnTo>
                  <a:cubicBezTo>
                    <a:pt x="95" y="0"/>
                    <a:pt x="79" y="0"/>
                    <a:pt x="79" y="15"/>
                  </a:cubicBezTo>
                  <a:lnTo>
                    <a:pt x="64" y="15"/>
                  </a:lnTo>
                  <a:lnTo>
                    <a:pt x="32" y="32"/>
                  </a:lnTo>
                  <a:cubicBezTo>
                    <a:pt x="16" y="47"/>
                    <a:pt x="1" y="63"/>
                    <a:pt x="16" y="78"/>
                  </a:cubicBezTo>
                  <a:cubicBezTo>
                    <a:pt x="16" y="95"/>
                    <a:pt x="32" y="95"/>
                    <a:pt x="47" y="95"/>
                  </a:cubicBezTo>
                  <a:lnTo>
                    <a:pt x="47" y="95"/>
                  </a:lnTo>
                  <a:lnTo>
                    <a:pt x="64" y="95"/>
                  </a:lnTo>
                  <a:lnTo>
                    <a:pt x="110" y="63"/>
                  </a:lnTo>
                  <a:cubicBezTo>
                    <a:pt x="127" y="63"/>
                    <a:pt x="142" y="32"/>
                    <a:pt x="127" y="15"/>
                  </a:cubicBezTo>
                  <a:lnTo>
                    <a:pt x="127" y="15"/>
                  </a:lnTo>
                  <a:cubicBezTo>
                    <a:pt x="110"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7" name="Google Shape;1817;p38"/>
            <p:cNvSpPr/>
            <p:nvPr/>
          </p:nvSpPr>
          <p:spPr>
            <a:xfrm>
              <a:off x="3322333" y="1763702"/>
              <a:ext cx="4039" cy="2544"/>
            </a:xfrm>
            <a:custGeom>
              <a:avLst/>
              <a:gdLst/>
              <a:ahLst/>
              <a:cxnLst/>
              <a:rect l="l" t="t" r="r" b="b"/>
              <a:pathLst>
                <a:path w="127" h="80" extrusionOk="0">
                  <a:moveTo>
                    <a:pt x="32" y="0"/>
                  </a:moveTo>
                  <a:lnTo>
                    <a:pt x="32" y="0"/>
                  </a:lnTo>
                  <a:cubicBezTo>
                    <a:pt x="16" y="0"/>
                    <a:pt x="0" y="16"/>
                    <a:pt x="0" y="32"/>
                  </a:cubicBezTo>
                  <a:lnTo>
                    <a:pt x="0" y="32"/>
                  </a:lnTo>
                  <a:cubicBezTo>
                    <a:pt x="0" y="63"/>
                    <a:pt x="16" y="80"/>
                    <a:pt x="32" y="80"/>
                  </a:cubicBezTo>
                  <a:lnTo>
                    <a:pt x="79" y="80"/>
                  </a:lnTo>
                  <a:lnTo>
                    <a:pt x="95" y="80"/>
                  </a:lnTo>
                  <a:lnTo>
                    <a:pt x="95" y="80"/>
                  </a:lnTo>
                  <a:cubicBezTo>
                    <a:pt x="110" y="80"/>
                    <a:pt x="110" y="80"/>
                    <a:pt x="110" y="63"/>
                  </a:cubicBezTo>
                  <a:lnTo>
                    <a:pt x="126" y="63"/>
                  </a:lnTo>
                  <a:lnTo>
                    <a:pt x="126" y="48"/>
                  </a:lnTo>
                  <a:lnTo>
                    <a:pt x="126" y="48"/>
                  </a:lnTo>
                  <a:cubicBezTo>
                    <a:pt x="126" y="16"/>
                    <a:pt x="110" y="0"/>
                    <a:pt x="95"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8" name="Google Shape;1818;p38"/>
            <p:cNvSpPr/>
            <p:nvPr/>
          </p:nvSpPr>
          <p:spPr>
            <a:xfrm>
              <a:off x="3243650" y="1772702"/>
              <a:ext cx="4548" cy="2576"/>
            </a:xfrm>
            <a:custGeom>
              <a:avLst/>
              <a:gdLst/>
              <a:ahLst/>
              <a:cxnLst/>
              <a:rect l="l" t="t" r="r" b="b"/>
              <a:pathLst>
                <a:path w="143" h="81" extrusionOk="0">
                  <a:moveTo>
                    <a:pt x="32" y="1"/>
                  </a:moveTo>
                  <a:lnTo>
                    <a:pt x="32" y="1"/>
                  </a:lnTo>
                  <a:cubicBezTo>
                    <a:pt x="17" y="1"/>
                    <a:pt x="0" y="17"/>
                    <a:pt x="0" y="32"/>
                  </a:cubicBezTo>
                  <a:cubicBezTo>
                    <a:pt x="0" y="49"/>
                    <a:pt x="17" y="64"/>
                    <a:pt x="32" y="64"/>
                  </a:cubicBezTo>
                  <a:lnTo>
                    <a:pt x="95" y="80"/>
                  </a:lnTo>
                  <a:lnTo>
                    <a:pt x="95" y="80"/>
                  </a:lnTo>
                  <a:cubicBezTo>
                    <a:pt x="111" y="80"/>
                    <a:pt x="126" y="64"/>
                    <a:pt x="126" y="49"/>
                  </a:cubicBezTo>
                  <a:cubicBezTo>
                    <a:pt x="143" y="32"/>
                    <a:pt x="126" y="17"/>
                    <a:pt x="111" y="1"/>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9" name="Google Shape;1819;p38"/>
            <p:cNvSpPr/>
            <p:nvPr/>
          </p:nvSpPr>
          <p:spPr>
            <a:xfrm>
              <a:off x="3376940" y="1790258"/>
              <a:ext cx="5565" cy="6520"/>
            </a:xfrm>
            <a:custGeom>
              <a:avLst/>
              <a:gdLst/>
              <a:ahLst/>
              <a:cxnLst/>
              <a:rect l="l" t="t" r="r" b="b"/>
              <a:pathLst>
                <a:path w="175" h="205" extrusionOk="0">
                  <a:moveTo>
                    <a:pt x="63" y="1"/>
                  </a:moveTo>
                  <a:lnTo>
                    <a:pt x="63" y="1"/>
                  </a:lnTo>
                  <a:lnTo>
                    <a:pt x="63" y="1"/>
                  </a:lnTo>
                  <a:lnTo>
                    <a:pt x="48" y="1"/>
                  </a:lnTo>
                  <a:lnTo>
                    <a:pt x="32" y="16"/>
                  </a:lnTo>
                  <a:lnTo>
                    <a:pt x="32" y="16"/>
                  </a:lnTo>
                  <a:lnTo>
                    <a:pt x="0" y="127"/>
                  </a:lnTo>
                  <a:cubicBezTo>
                    <a:pt x="0" y="142"/>
                    <a:pt x="0" y="158"/>
                    <a:pt x="17" y="158"/>
                  </a:cubicBezTo>
                  <a:lnTo>
                    <a:pt x="80" y="190"/>
                  </a:lnTo>
                  <a:cubicBezTo>
                    <a:pt x="80" y="190"/>
                    <a:pt x="80" y="205"/>
                    <a:pt x="95" y="205"/>
                  </a:cubicBezTo>
                  <a:lnTo>
                    <a:pt x="111" y="190"/>
                  </a:lnTo>
                  <a:lnTo>
                    <a:pt x="158" y="158"/>
                  </a:lnTo>
                  <a:lnTo>
                    <a:pt x="158" y="158"/>
                  </a:lnTo>
                  <a:lnTo>
                    <a:pt x="158" y="142"/>
                  </a:lnTo>
                  <a:cubicBezTo>
                    <a:pt x="174" y="127"/>
                    <a:pt x="158" y="110"/>
                    <a:pt x="158" y="110"/>
                  </a:cubicBezTo>
                  <a:cubicBezTo>
                    <a:pt x="158" y="95"/>
                    <a:pt x="143" y="95"/>
                    <a:pt x="126" y="95"/>
                  </a:cubicBezTo>
                  <a:lnTo>
                    <a:pt x="126" y="95"/>
                  </a:lnTo>
                  <a:lnTo>
                    <a:pt x="126" y="95"/>
                  </a:lnTo>
                  <a:cubicBezTo>
                    <a:pt x="126" y="110"/>
                    <a:pt x="126" y="142"/>
                    <a:pt x="95" y="142"/>
                  </a:cubicBezTo>
                  <a:lnTo>
                    <a:pt x="80" y="142"/>
                  </a:lnTo>
                  <a:lnTo>
                    <a:pt x="80" y="142"/>
                  </a:lnTo>
                  <a:cubicBezTo>
                    <a:pt x="63" y="142"/>
                    <a:pt x="48" y="127"/>
                    <a:pt x="32" y="110"/>
                  </a:cubicBezTo>
                  <a:cubicBezTo>
                    <a:pt x="32" y="95"/>
                    <a:pt x="48" y="79"/>
                    <a:pt x="63" y="64"/>
                  </a:cubicBezTo>
                  <a:lnTo>
                    <a:pt x="95" y="64"/>
                  </a:lnTo>
                  <a:lnTo>
                    <a:pt x="95" y="32"/>
                  </a:lnTo>
                  <a:cubicBezTo>
                    <a:pt x="111"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0" name="Google Shape;1820;p38"/>
            <p:cNvSpPr/>
            <p:nvPr/>
          </p:nvSpPr>
          <p:spPr>
            <a:xfrm>
              <a:off x="3398980" y="1800785"/>
              <a:ext cx="4548" cy="2544"/>
            </a:xfrm>
            <a:custGeom>
              <a:avLst/>
              <a:gdLst/>
              <a:ahLst/>
              <a:cxnLst/>
              <a:rect l="l" t="t" r="r" b="b"/>
              <a:pathLst>
                <a:path w="143" h="80" extrusionOk="0">
                  <a:moveTo>
                    <a:pt x="111" y="0"/>
                  </a:moveTo>
                  <a:lnTo>
                    <a:pt x="95" y="0"/>
                  </a:lnTo>
                  <a:lnTo>
                    <a:pt x="48" y="0"/>
                  </a:lnTo>
                  <a:cubicBezTo>
                    <a:pt x="32" y="16"/>
                    <a:pt x="32" y="16"/>
                    <a:pt x="17" y="16"/>
                  </a:cubicBezTo>
                  <a:lnTo>
                    <a:pt x="17" y="16"/>
                  </a:lnTo>
                  <a:lnTo>
                    <a:pt x="17" y="16"/>
                  </a:lnTo>
                  <a:cubicBezTo>
                    <a:pt x="17" y="16"/>
                    <a:pt x="0" y="32"/>
                    <a:pt x="0" y="48"/>
                  </a:cubicBezTo>
                  <a:cubicBezTo>
                    <a:pt x="0" y="63"/>
                    <a:pt x="17" y="63"/>
                    <a:pt x="32" y="79"/>
                  </a:cubicBezTo>
                  <a:lnTo>
                    <a:pt x="48" y="79"/>
                  </a:lnTo>
                  <a:lnTo>
                    <a:pt x="48" y="79"/>
                  </a:lnTo>
                  <a:lnTo>
                    <a:pt x="111" y="63"/>
                  </a:lnTo>
                  <a:lnTo>
                    <a:pt x="111" y="63"/>
                  </a:lnTo>
                  <a:cubicBezTo>
                    <a:pt x="126" y="63"/>
                    <a:pt x="143" y="48"/>
                    <a:pt x="143" y="32"/>
                  </a:cubicBezTo>
                  <a:cubicBezTo>
                    <a:pt x="143" y="32"/>
                    <a:pt x="143" y="16"/>
                    <a:pt x="126" y="16"/>
                  </a:cubicBezTo>
                  <a:cubicBezTo>
                    <a:pt x="126" y="0"/>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1" name="Google Shape;1821;p38"/>
            <p:cNvSpPr/>
            <p:nvPr/>
          </p:nvSpPr>
          <p:spPr>
            <a:xfrm>
              <a:off x="3290275" y="1815796"/>
              <a:ext cx="3498" cy="2576"/>
            </a:xfrm>
            <a:custGeom>
              <a:avLst/>
              <a:gdLst/>
              <a:ahLst/>
              <a:cxnLst/>
              <a:rect l="l" t="t" r="r" b="b"/>
              <a:pathLst>
                <a:path w="110" h="81" extrusionOk="0">
                  <a:moveTo>
                    <a:pt x="110" y="1"/>
                  </a:moveTo>
                  <a:lnTo>
                    <a:pt x="78" y="17"/>
                  </a:lnTo>
                  <a:lnTo>
                    <a:pt x="78" y="17"/>
                  </a:lnTo>
                  <a:cubicBezTo>
                    <a:pt x="63" y="17"/>
                    <a:pt x="63" y="17"/>
                    <a:pt x="63" y="1"/>
                  </a:cubicBezTo>
                  <a:lnTo>
                    <a:pt x="47" y="17"/>
                  </a:lnTo>
                  <a:lnTo>
                    <a:pt x="0" y="32"/>
                  </a:lnTo>
                  <a:cubicBezTo>
                    <a:pt x="0" y="49"/>
                    <a:pt x="0" y="64"/>
                    <a:pt x="15" y="64"/>
                  </a:cubicBezTo>
                  <a:lnTo>
                    <a:pt x="32" y="80"/>
                  </a:lnTo>
                  <a:cubicBezTo>
                    <a:pt x="47" y="80"/>
                    <a:pt x="63" y="64"/>
                    <a:pt x="63" y="64"/>
                  </a:cubicBezTo>
                  <a:lnTo>
                    <a:pt x="78" y="49"/>
                  </a:lnTo>
                  <a:lnTo>
                    <a:pt x="95" y="17"/>
                  </a:lnTo>
                  <a:cubicBezTo>
                    <a:pt x="110" y="17"/>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2" name="Google Shape;1822;p38"/>
            <p:cNvSpPr/>
            <p:nvPr/>
          </p:nvSpPr>
          <p:spPr>
            <a:xfrm>
              <a:off x="3393955" y="1784247"/>
              <a:ext cx="3562" cy="6520"/>
            </a:xfrm>
            <a:custGeom>
              <a:avLst/>
              <a:gdLst/>
              <a:ahLst/>
              <a:cxnLst/>
              <a:rect l="l" t="t" r="r" b="b"/>
              <a:pathLst>
                <a:path w="112" h="205" extrusionOk="0">
                  <a:moveTo>
                    <a:pt x="80" y="1"/>
                  </a:moveTo>
                  <a:lnTo>
                    <a:pt x="64" y="1"/>
                  </a:lnTo>
                  <a:cubicBezTo>
                    <a:pt x="64" y="1"/>
                    <a:pt x="49" y="1"/>
                    <a:pt x="49" y="16"/>
                  </a:cubicBezTo>
                  <a:lnTo>
                    <a:pt x="49" y="16"/>
                  </a:lnTo>
                  <a:lnTo>
                    <a:pt x="1" y="158"/>
                  </a:lnTo>
                  <a:lnTo>
                    <a:pt x="1" y="173"/>
                  </a:lnTo>
                  <a:cubicBezTo>
                    <a:pt x="1" y="190"/>
                    <a:pt x="17" y="190"/>
                    <a:pt x="17" y="190"/>
                  </a:cubicBezTo>
                  <a:cubicBezTo>
                    <a:pt x="17" y="205"/>
                    <a:pt x="32" y="205"/>
                    <a:pt x="32" y="205"/>
                  </a:cubicBezTo>
                  <a:lnTo>
                    <a:pt x="49" y="205"/>
                  </a:lnTo>
                  <a:cubicBezTo>
                    <a:pt x="64" y="205"/>
                    <a:pt x="80" y="190"/>
                    <a:pt x="80" y="173"/>
                  </a:cubicBezTo>
                  <a:lnTo>
                    <a:pt x="80" y="173"/>
                  </a:lnTo>
                  <a:lnTo>
                    <a:pt x="95" y="95"/>
                  </a:lnTo>
                  <a:lnTo>
                    <a:pt x="112" y="32"/>
                  </a:lnTo>
                  <a:lnTo>
                    <a:pt x="112" y="32"/>
                  </a:lnTo>
                  <a:cubicBezTo>
                    <a:pt x="112" y="16"/>
                    <a:pt x="112" y="16"/>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3" name="Google Shape;1823;p38"/>
            <p:cNvSpPr/>
            <p:nvPr/>
          </p:nvSpPr>
          <p:spPr>
            <a:xfrm>
              <a:off x="3423023" y="1754669"/>
              <a:ext cx="6042" cy="1558"/>
            </a:xfrm>
            <a:custGeom>
              <a:avLst/>
              <a:gdLst/>
              <a:ahLst/>
              <a:cxnLst/>
              <a:rect l="l" t="t" r="r" b="b"/>
              <a:pathLst>
                <a:path w="190" h="49" extrusionOk="0">
                  <a:moveTo>
                    <a:pt x="95" y="17"/>
                  </a:moveTo>
                  <a:cubicBezTo>
                    <a:pt x="112" y="17"/>
                    <a:pt x="112" y="32"/>
                    <a:pt x="112" y="48"/>
                  </a:cubicBezTo>
                  <a:lnTo>
                    <a:pt x="112" y="48"/>
                  </a:lnTo>
                  <a:lnTo>
                    <a:pt x="175" y="32"/>
                  </a:lnTo>
                  <a:lnTo>
                    <a:pt x="190" y="32"/>
                  </a:lnTo>
                  <a:lnTo>
                    <a:pt x="190" y="17"/>
                  </a:lnTo>
                  <a:lnTo>
                    <a:pt x="190" y="17"/>
                  </a:lnTo>
                  <a:lnTo>
                    <a:pt x="95" y="17"/>
                  </a:lnTo>
                  <a:close/>
                  <a:moveTo>
                    <a:pt x="17" y="1"/>
                  </a:moveTo>
                  <a:cubicBezTo>
                    <a:pt x="1" y="1"/>
                    <a:pt x="1" y="17"/>
                    <a:pt x="1" y="17"/>
                  </a:cubicBezTo>
                  <a:lnTo>
                    <a:pt x="17" y="17"/>
                  </a:lnTo>
                  <a:lnTo>
                    <a:pt x="32" y="32"/>
                  </a:lnTo>
                  <a:cubicBezTo>
                    <a:pt x="49" y="32"/>
                    <a:pt x="49" y="48"/>
                    <a:pt x="49" y="48"/>
                  </a:cubicBezTo>
                  <a:lnTo>
                    <a:pt x="49" y="32"/>
                  </a:lnTo>
                  <a:cubicBezTo>
                    <a:pt x="49" y="17"/>
                    <a:pt x="64" y="17"/>
                    <a:pt x="64" y="1"/>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4" name="Google Shape;1824;p38"/>
            <p:cNvSpPr/>
            <p:nvPr/>
          </p:nvSpPr>
          <p:spPr>
            <a:xfrm>
              <a:off x="3162996" y="1812806"/>
              <a:ext cx="3498" cy="3021"/>
            </a:xfrm>
            <a:custGeom>
              <a:avLst/>
              <a:gdLst/>
              <a:ahLst/>
              <a:cxnLst/>
              <a:rect l="l" t="t" r="r" b="b"/>
              <a:pathLst>
                <a:path w="110" h="95" extrusionOk="0">
                  <a:moveTo>
                    <a:pt x="32" y="0"/>
                  </a:moveTo>
                  <a:lnTo>
                    <a:pt x="32" y="0"/>
                  </a:lnTo>
                  <a:lnTo>
                    <a:pt x="32" y="0"/>
                  </a:lnTo>
                  <a:lnTo>
                    <a:pt x="15" y="0"/>
                  </a:lnTo>
                  <a:cubicBezTo>
                    <a:pt x="15" y="17"/>
                    <a:pt x="0" y="17"/>
                    <a:pt x="0" y="32"/>
                  </a:cubicBezTo>
                  <a:lnTo>
                    <a:pt x="0" y="48"/>
                  </a:lnTo>
                  <a:lnTo>
                    <a:pt x="0" y="63"/>
                  </a:lnTo>
                  <a:lnTo>
                    <a:pt x="0" y="80"/>
                  </a:lnTo>
                  <a:cubicBezTo>
                    <a:pt x="15" y="80"/>
                    <a:pt x="15" y="80"/>
                    <a:pt x="32" y="95"/>
                  </a:cubicBezTo>
                  <a:lnTo>
                    <a:pt x="32" y="95"/>
                  </a:lnTo>
                  <a:lnTo>
                    <a:pt x="47" y="95"/>
                  </a:lnTo>
                  <a:cubicBezTo>
                    <a:pt x="63" y="95"/>
                    <a:pt x="78" y="95"/>
                    <a:pt x="95" y="80"/>
                  </a:cubicBezTo>
                  <a:lnTo>
                    <a:pt x="95" y="80"/>
                  </a:lnTo>
                  <a:cubicBezTo>
                    <a:pt x="110" y="80"/>
                    <a:pt x="110" y="48"/>
                    <a:pt x="110" y="32"/>
                  </a:cubicBezTo>
                  <a:cubicBezTo>
                    <a:pt x="110" y="17"/>
                    <a:pt x="95" y="17"/>
                    <a:pt x="78" y="17"/>
                  </a:cubicBezTo>
                  <a:lnTo>
                    <a:pt x="63" y="17"/>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5" name="Google Shape;1825;p38"/>
            <p:cNvSpPr/>
            <p:nvPr/>
          </p:nvSpPr>
          <p:spPr>
            <a:xfrm>
              <a:off x="3425568" y="1800276"/>
              <a:ext cx="5502" cy="3530"/>
            </a:xfrm>
            <a:custGeom>
              <a:avLst/>
              <a:gdLst/>
              <a:ahLst/>
              <a:cxnLst/>
              <a:rect l="l" t="t" r="r" b="b"/>
              <a:pathLst>
                <a:path w="173" h="111" extrusionOk="0">
                  <a:moveTo>
                    <a:pt x="47" y="1"/>
                  </a:moveTo>
                  <a:lnTo>
                    <a:pt x="32" y="1"/>
                  </a:lnTo>
                  <a:lnTo>
                    <a:pt x="32" y="1"/>
                  </a:lnTo>
                  <a:cubicBezTo>
                    <a:pt x="15" y="1"/>
                    <a:pt x="15" y="16"/>
                    <a:pt x="0" y="32"/>
                  </a:cubicBezTo>
                  <a:cubicBezTo>
                    <a:pt x="0" y="48"/>
                    <a:pt x="15" y="64"/>
                    <a:pt x="32" y="64"/>
                  </a:cubicBezTo>
                  <a:lnTo>
                    <a:pt x="32" y="79"/>
                  </a:lnTo>
                  <a:lnTo>
                    <a:pt x="47" y="79"/>
                  </a:lnTo>
                  <a:lnTo>
                    <a:pt x="47" y="79"/>
                  </a:lnTo>
                  <a:cubicBezTo>
                    <a:pt x="63" y="79"/>
                    <a:pt x="63" y="79"/>
                    <a:pt x="63" y="95"/>
                  </a:cubicBezTo>
                  <a:cubicBezTo>
                    <a:pt x="78" y="95"/>
                    <a:pt x="95" y="111"/>
                    <a:pt x="110" y="111"/>
                  </a:cubicBezTo>
                  <a:cubicBezTo>
                    <a:pt x="126" y="111"/>
                    <a:pt x="141" y="95"/>
                    <a:pt x="158" y="79"/>
                  </a:cubicBezTo>
                  <a:lnTo>
                    <a:pt x="173" y="79"/>
                  </a:lnTo>
                  <a:lnTo>
                    <a:pt x="173" y="32"/>
                  </a:lnTo>
                  <a:cubicBezTo>
                    <a:pt x="158" y="16"/>
                    <a:pt x="158" y="16"/>
                    <a:pt x="141" y="16"/>
                  </a:cubicBezTo>
                  <a:cubicBezTo>
                    <a:pt x="126" y="16"/>
                    <a:pt x="126" y="16"/>
                    <a:pt x="110" y="32"/>
                  </a:cubicBezTo>
                  <a:lnTo>
                    <a:pt x="110" y="32"/>
                  </a:lnTo>
                  <a:lnTo>
                    <a:pt x="95"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6" name="Google Shape;1826;p38"/>
            <p:cNvSpPr/>
            <p:nvPr/>
          </p:nvSpPr>
          <p:spPr>
            <a:xfrm>
              <a:off x="3386481" y="1785741"/>
              <a:ext cx="3498" cy="3562"/>
            </a:xfrm>
            <a:custGeom>
              <a:avLst/>
              <a:gdLst/>
              <a:ahLst/>
              <a:cxnLst/>
              <a:rect l="l" t="t" r="r" b="b"/>
              <a:pathLst>
                <a:path w="110" h="112" extrusionOk="0">
                  <a:moveTo>
                    <a:pt x="32" y="0"/>
                  </a:moveTo>
                  <a:lnTo>
                    <a:pt x="32" y="0"/>
                  </a:lnTo>
                  <a:lnTo>
                    <a:pt x="15" y="0"/>
                  </a:lnTo>
                  <a:lnTo>
                    <a:pt x="15" y="0"/>
                  </a:lnTo>
                  <a:cubicBezTo>
                    <a:pt x="0" y="17"/>
                    <a:pt x="0" y="32"/>
                    <a:pt x="0" y="48"/>
                  </a:cubicBezTo>
                  <a:lnTo>
                    <a:pt x="15" y="63"/>
                  </a:lnTo>
                  <a:lnTo>
                    <a:pt x="47" y="111"/>
                  </a:lnTo>
                  <a:lnTo>
                    <a:pt x="47" y="111"/>
                  </a:lnTo>
                  <a:cubicBezTo>
                    <a:pt x="63" y="95"/>
                    <a:pt x="78" y="95"/>
                    <a:pt x="95" y="95"/>
                  </a:cubicBezTo>
                  <a:lnTo>
                    <a:pt x="110" y="95"/>
                  </a:lnTo>
                  <a:lnTo>
                    <a:pt x="110" y="95"/>
                  </a:lnTo>
                  <a:lnTo>
                    <a:pt x="110" y="63"/>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7" name="Google Shape;1827;p38"/>
            <p:cNvSpPr/>
            <p:nvPr/>
          </p:nvSpPr>
          <p:spPr>
            <a:xfrm>
              <a:off x="3425027" y="1788254"/>
              <a:ext cx="4580" cy="6520"/>
            </a:xfrm>
            <a:custGeom>
              <a:avLst/>
              <a:gdLst/>
              <a:ahLst/>
              <a:cxnLst/>
              <a:rect l="l" t="t" r="r" b="b"/>
              <a:pathLst>
                <a:path w="144" h="205" extrusionOk="0">
                  <a:moveTo>
                    <a:pt x="64" y="1"/>
                  </a:moveTo>
                  <a:lnTo>
                    <a:pt x="64" y="1"/>
                  </a:lnTo>
                  <a:cubicBezTo>
                    <a:pt x="49" y="1"/>
                    <a:pt x="32" y="16"/>
                    <a:pt x="32" y="32"/>
                  </a:cubicBezTo>
                  <a:lnTo>
                    <a:pt x="32" y="47"/>
                  </a:lnTo>
                  <a:lnTo>
                    <a:pt x="1" y="79"/>
                  </a:lnTo>
                  <a:lnTo>
                    <a:pt x="49" y="95"/>
                  </a:lnTo>
                  <a:lnTo>
                    <a:pt x="64" y="110"/>
                  </a:lnTo>
                  <a:lnTo>
                    <a:pt x="112" y="205"/>
                  </a:lnTo>
                  <a:lnTo>
                    <a:pt x="112" y="205"/>
                  </a:lnTo>
                  <a:lnTo>
                    <a:pt x="127" y="205"/>
                  </a:lnTo>
                  <a:cubicBezTo>
                    <a:pt x="143" y="205"/>
                    <a:pt x="143" y="173"/>
                    <a:pt x="127" y="158"/>
                  </a:cubicBezTo>
                  <a:lnTo>
                    <a:pt x="127" y="142"/>
                  </a:lnTo>
                  <a:lnTo>
                    <a:pt x="80" y="95"/>
                  </a:lnTo>
                  <a:lnTo>
                    <a:pt x="80" y="95"/>
                  </a:lnTo>
                  <a:lnTo>
                    <a:pt x="95" y="64"/>
                  </a:lnTo>
                  <a:lnTo>
                    <a:pt x="95" y="47"/>
                  </a:lnTo>
                  <a:cubicBezTo>
                    <a:pt x="95" y="32"/>
                    <a:pt x="95" y="16"/>
                    <a:pt x="80" y="16"/>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8" name="Google Shape;1828;p38"/>
            <p:cNvSpPr/>
            <p:nvPr/>
          </p:nvSpPr>
          <p:spPr>
            <a:xfrm>
              <a:off x="3437049" y="1788254"/>
              <a:ext cx="2035" cy="2512"/>
            </a:xfrm>
            <a:custGeom>
              <a:avLst/>
              <a:gdLst/>
              <a:ahLst/>
              <a:cxnLst/>
              <a:rect l="l" t="t" r="r" b="b"/>
              <a:pathLst>
                <a:path w="64" h="79" extrusionOk="0">
                  <a:moveTo>
                    <a:pt x="1" y="1"/>
                  </a:moveTo>
                  <a:lnTo>
                    <a:pt x="1" y="32"/>
                  </a:lnTo>
                  <a:lnTo>
                    <a:pt x="1" y="47"/>
                  </a:lnTo>
                  <a:cubicBezTo>
                    <a:pt x="1" y="64"/>
                    <a:pt x="1" y="64"/>
                    <a:pt x="17" y="64"/>
                  </a:cubicBezTo>
                  <a:cubicBezTo>
                    <a:pt x="17" y="79"/>
                    <a:pt x="17" y="79"/>
                    <a:pt x="32" y="79"/>
                  </a:cubicBezTo>
                  <a:lnTo>
                    <a:pt x="32" y="79"/>
                  </a:lnTo>
                  <a:lnTo>
                    <a:pt x="49" y="64"/>
                  </a:lnTo>
                  <a:cubicBezTo>
                    <a:pt x="64" y="64"/>
                    <a:pt x="64" y="47"/>
                    <a:pt x="64" y="47"/>
                  </a:cubicBezTo>
                  <a:lnTo>
                    <a:pt x="64" y="32"/>
                  </a:lnTo>
                  <a:lnTo>
                    <a:pt x="64" y="32"/>
                  </a:lnTo>
                  <a:cubicBezTo>
                    <a:pt x="32" y="32"/>
                    <a:pt x="17" y="16"/>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9" name="Google Shape;1829;p38"/>
            <p:cNvSpPr/>
            <p:nvPr/>
          </p:nvSpPr>
          <p:spPr>
            <a:xfrm>
              <a:off x="3076808" y="1807304"/>
              <a:ext cx="3498" cy="2512"/>
            </a:xfrm>
            <a:custGeom>
              <a:avLst/>
              <a:gdLst/>
              <a:ahLst/>
              <a:cxnLst/>
              <a:rect l="l" t="t" r="r" b="b"/>
              <a:pathLst>
                <a:path w="110" h="79" extrusionOk="0">
                  <a:moveTo>
                    <a:pt x="95" y="0"/>
                  </a:moveTo>
                  <a:lnTo>
                    <a:pt x="78" y="0"/>
                  </a:lnTo>
                  <a:lnTo>
                    <a:pt x="78" y="0"/>
                  </a:lnTo>
                  <a:lnTo>
                    <a:pt x="32" y="16"/>
                  </a:lnTo>
                  <a:cubicBezTo>
                    <a:pt x="15" y="16"/>
                    <a:pt x="0" y="32"/>
                    <a:pt x="0" y="47"/>
                  </a:cubicBezTo>
                  <a:cubicBezTo>
                    <a:pt x="0" y="63"/>
                    <a:pt x="15" y="79"/>
                    <a:pt x="32" y="79"/>
                  </a:cubicBezTo>
                  <a:lnTo>
                    <a:pt x="47" y="79"/>
                  </a:lnTo>
                  <a:lnTo>
                    <a:pt x="63" y="63"/>
                  </a:lnTo>
                  <a:lnTo>
                    <a:pt x="63" y="47"/>
                  </a:lnTo>
                  <a:cubicBezTo>
                    <a:pt x="63" y="32"/>
                    <a:pt x="63" y="32"/>
                    <a:pt x="78" y="16"/>
                  </a:cubicBezTo>
                  <a:lnTo>
                    <a:pt x="95" y="16"/>
                  </a:lnTo>
                  <a:cubicBezTo>
                    <a:pt x="95" y="0"/>
                    <a:pt x="95"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0" name="Google Shape;1830;p38"/>
            <p:cNvSpPr/>
            <p:nvPr/>
          </p:nvSpPr>
          <p:spPr>
            <a:xfrm>
              <a:off x="3426045" y="1777250"/>
              <a:ext cx="2544" cy="3498"/>
            </a:xfrm>
            <a:custGeom>
              <a:avLst/>
              <a:gdLst/>
              <a:ahLst/>
              <a:cxnLst/>
              <a:rect l="l" t="t" r="r" b="b"/>
              <a:pathLst>
                <a:path w="80" h="110" extrusionOk="0">
                  <a:moveTo>
                    <a:pt x="32" y="0"/>
                  </a:moveTo>
                  <a:lnTo>
                    <a:pt x="32" y="0"/>
                  </a:lnTo>
                  <a:cubicBezTo>
                    <a:pt x="17" y="0"/>
                    <a:pt x="0" y="15"/>
                    <a:pt x="0" y="32"/>
                  </a:cubicBezTo>
                  <a:lnTo>
                    <a:pt x="0" y="78"/>
                  </a:lnTo>
                  <a:cubicBezTo>
                    <a:pt x="0" y="95"/>
                    <a:pt x="17" y="110"/>
                    <a:pt x="32" y="110"/>
                  </a:cubicBezTo>
                  <a:lnTo>
                    <a:pt x="48" y="110"/>
                  </a:lnTo>
                  <a:cubicBezTo>
                    <a:pt x="63" y="110"/>
                    <a:pt x="80" y="95"/>
                    <a:pt x="80" y="63"/>
                  </a:cubicBezTo>
                  <a:lnTo>
                    <a:pt x="63" y="15"/>
                  </a:lnTo>
                  <a:cubicBezTo>
                    <a:pt x="63"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1" name="Google Shape;1831;p38"/>
            <p:cNvSpPr/>
            <p:nvPr/>
          </p:nvSpPr>
          <p:spPr>
            <a:xfrm>
              <a:off x="3400506" y="1791752"/>
              <a:ext cx="5502" cy="4548"/>
            </a:xfrm>
            <a:custGeom>
              <a:avLst/>
              <a:gdLst/>
              <a:ahLst/>
              <a:cxnLst/>
              <a:rect l="l" t="t" r="r" b="b"/>
              <a:pathLst>
                <a:path w="173" h="143" extrusionOk="0">
                  <a:moveTo>
                    <a:pt x="126" y="0"/>
                  </a:moveTo>
                  <a:lnTo>
                    <a:pt x="126" y="0"/>
                  </a:lnTo>
                  <a:lnTo>
                    <a:pt x="110" y="0"/>
                  </a:lnTo>
                  <a:lnTo>
                    <a:pt x="110" y="0"/>
                  </a:lnTo>
                  <a:lnTo>
                    <a:pt x="78" y="17"/>
                  </a:lnTo>
                  <a:lnTo>
                    <a:pt x="32" y="80"/>
                  </a:lnTo>
                  <a:lnTo>
                    <a:pt x="15" y="80"/>
                  </a:lnTo>
                  <a:cubicBezTo>
                    <a:pt x="0" y="95"/>
                    <a:pt x="0" y="111"/>
                    <a:pt x="15" y="126"/>
                  </a:cubicBezTo>
                  <a:cubicBezTo>
                    <a:pt x="15" y="143"/>
                    <a:pt x="32" y="143"/>
                    <a:pt x="47" y="143"/>
                  </a:cubicBezTo>
                  <a:cubicBezTo>
                    <a:pt x="47" y="143"/>
                    <a:pt x="63" y="143"/>
                    <a:pt x="63" y="126"/>
                  </a:cubicBezTo>
                  <a:lnTo>
                    <a:pt x="95" y="111"/>
                  </a:lnTo>
                  <a:lnTo>
                    <a:pt x="110" y="95"/>
                  </a:lnTo>
                  <a:lnTo>
                    <a:pt x="158" y="48"/>
                  </a:lnTo>
                  <a:cubicBezTo>
                    <a:pt x="158" y="48"/>
                    <a:pt x="173" y="17"/>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2" name="Google Shape;1832;p38"/>
            <p:cNvSpPr/>
            <p:nvPr/>
          </p:nvSpPr>
          <p:spPr>
            <a:xfrm>
              <a:off x="3399966" y="1773720"/>
              <a:ext cx="4580" cy="3021"/>
            </a:xfrm>
            <a:custGeom>
              <a:avLst/>
              <a:gdLst/>
              <a:ahLst/>
              <a:cxnLst/>
              <a:rect l="l" t="t" r="r" b="b"/>
              <a:pathLst>
                <a:path w="144" h="95" extrusionOk="0">
                  <a:moveTo>
                    <a:pt x="32" y="0"/>
                  </a:moveTo>
                  <a:lnTo>
                    <a:pt x="32" y="0"/>
                  </a:lnTo>
                  <a:cubicBezTo>
                    <a:pt x="17" y="0"/>
                    <a:pt x="17" y="0"/>
                    <a:pt x="1" y="17"/>
                  </a:cubicBezTo>
                  <a:lnTo>
                    <a:pt x="1" y="32"/>
                  </a:lnTo>
                  <a:lnTo>
                    <a:pt x="1" y="48"/>
                  </a:lnTo>
                  <a:cubicBezTo>
                    <a:pt x="17" y="48"/>
                    <a:pt x="17" y="63"/>
                    <a:pt x="17" y="63"/>
                  </a:cubicBezTo>
                  <a:lnTo>
                    <a:pt x="80" y="80"/>
                  </a:lnTo>
                  <a:lnTo>
                    <a:pt x="95" y="95"/>
                  </a:lnTo>
                  <a:cubicBezTo>
                    <a:pt x="112" y="95"/>
                    <a:pt x="127" y="80"/>
                    <a:pt x="127" y="63"/>
                  </a:cubicBezTo>
                  <a:cubicBezTo>
                    <a:pt x="143" y="48"/>
                    <a:pt x="127" y="32"/>
                    <a:pt x="112"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3" name="Google Shape;1833;p38"/>
            <p:cNvSpPr/>
            <p:nvPr/>
          </p:nvSpPr>
          <p:spPr>
            <a:xfrm>
              <a:off x="3344850" y="1786250"/>
              <a:ext cx="4039" cy="2512"/>
            </a:xfrm>
            <a:custGeom>
              <a:avLst/>
              <a:gdLst/>
              <a:ahLst/>
              <a:cxnLst/>
              <a:rect l="l" t="t" r="r" b="b"/>
              <a:pathLst>
                <a:path w="127" h="79" extrusionOk="0">
                  <a:moveTo>
                    <a:pt x="32" y="1"/>
                  </a:moveTo>
                  <a:lnTo>
                    <a:pt x="32" y="1"/>
                  </a:lnTo>
                  <a:cubicBezTo>
                    <a:pt x="17" y="1"/>
                    <a:pt x="1" y="16"/>
                    <a:pt x="1" y="32"/>
                  </a:cubicBezTo>
                  <a:cubicBezTo>
                    <a:pt x="1" y="47"/>
                    <a:pt x="17" y="64"/>
                    <a:pt x="32" y="64"/>
                  </a:cubicBezTo>
                  <a:lnTo>
                    <a:pt x="64" y="79"/>
                  </a:lnTo>
                  <a:lnTo>
                    <a:pt x="95" y="79"/>
                  </a:lnTo>
                  <a:lnTo>
                    <a:pt x="95" y="79"/>
                  </a:lnTo>
                  <a:cubicBezTo>
                    <a:pt x="112" y="79"/>
                    <a:pt x="127" y="64"/>
                    <a:pt x="127" y="47"/>
                  </a:cubicBezTo>
                  <a:lnTo>
                    <a:pt x="127" y="47"/>
                  </a:lnTo>
                  <a:cubicBezTo>
                    <a:pt x="127" y="47"/>
                    <a:pt x="112" y="47"/>
                    <a:pt x="112" y="32"/>
                  </a:cubicBezTo>
                  <a:lnTo>
                    <a:pt x="95" y="32"/>
                  </a:lnTo>
                  <a:lnTo>
                    <a:pt x="80" y="16"/>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4" name="Google Shape;1834;p38"/>
            <p:cNvSpPr/>
            <p:nvPr/>
          </p:nvSpPr>
          <p:spPr>
            <a:xfrm>
              <a:off x="3079289" y="1804792"/>
              <a:ext cx="4548" cy="4548"/>
            </a:xfrm>
            <a:custGeom>
              <a:avLst/>
              <a:gdLst/>
              <a:ahLst/>
              <a:cxnLst/>
              <a:rect l="l" t="t" r="r" b="b"/>
              <a:pathLst>
                <a:path w="143" h="143" extrusionOk="0">
                  <a:moveTo>
                    <a:pt x="48" y="0"/>
                  </a:moveTo>
                  <a:lnTo>
                    <a:pt x="32" y="0"/>
                  </a:lnTo>
                  <a:lnTo>
                    <a:pt x="17" y="16"/>
                  </a:lnTo>
                  <a:cubicBezTo>
                    <a:pt x="0" y="16"/>
                    <a:pt x="0" y="48"/>
                    <a:pt x="17" y="63"/>
                  </a:cubicBezTo>
                  <a:lnTo>
                    <a:pt x="32" y="79"/>
                  </a:lnTo>
                  <a:lnTo>
                    <a:pt x="32" y="79"/>
                  </a:lnTo>
                  <a:cubicBezTo>
                    <a:pt x="48" y="79"/>
                    <a:pt x="48" y="79"/>
                    <a:pt x="63" y="95"/>
                  </a:cubicBezTo>
                  <a:lnTo>
                    <a:pt x="63" y="126"/>
                  </a:lnTo>
                  <a:lnTo>
                    <a:pt x="63" y="126"/>
                  </a:lnTo>
                  <a:lnTo>
                    <a:pt x="63" y="126"/>
                  </a:lnTo>
                  <a:lnTo>
                    <a:pt x="80" y="126"/>
                  </a:lnTo>
                  <a:lnTo>
                    <a:pt x="80" y="126"/>
                  </a:lnTo>
                  <a:cubicBezTo>
                    <a:pt x="95" y="126"/>
                    <a:pt x="111" y="126"/>
                    <a:pt x="111" y="142"/>
                  </a:cubicBezTo>
                  <a:lnTo>
                    <a:pt x="111" y="142"/>
                  </a:lnTo>
                  <a:cubicBezTo>
                    <a:pt x="126" y="126"/>
                    <a:pt x="143" y="95"/>
                    <a:pt x="126" y="79"/>
                  </a:cubicBezTo>
                  <a:lnTo>
                    <a:pt x="111" y="63"/>
                  </a:lnTo>
                  <a:lnTo>
                    <a:pt x="63" y="16"/>
                  </a:ln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5" name="Google Shape;1835;p38"/>
            <p:cNvSpPr/>
            <p:nvPr/>
          </p:nvSpPr>
          <p:spPr>
            <a:xfrm>
              <a:off x="3371915" y="1775723"/>
              <a:ext cx="3562" cy="4039"/>
            </a:xfrm>
            <a:custGeom>
              <a:avLst/>
              <a:gdLst/>
              <a:ahLst/>
              <a:cxnLst/>
              <a:rect l="l" t="t" r="r" b="b"/>
              <a:pathLst>
                <a:path w="112" h="127" extrusionOk="0">
                  <a:moveTo>
                    <a:pt x="80" y="0"/>
                  </a:moveTo>
                  <a:lnTo>
                    <a:pt x="80" y="0"/>
                  </a:lnTo>
                  <a:lnTo>
                    <a:pt x="80" y="0"/>
                  </a:lnTo>
                  <a:cubicBezTo>
                    <a:pt x="48" y="0"/>
                    <a:pt x="17" y="17"/>
                    <a:pt x="1" y="32"/>
                  </a:cubicBezTo>
                  <a:lnTo>
                    <a:pt x="1" y="111"/>
                  </a:lnTo>
                  <a:cubicBezTo>
                    <a:pt x="1" y="126"/>
                    <a:pt x="17" y="126"/>
                    <a:pt x="32" y="126"/>
                  </a:cubicBezTo>
                  <a:lnTo>
                    <a:pt x="48" y="126"/>
                  </a:lnTo>
                  <a:cubicBezTo>
                    <a:pt x="64" y="126"/>
                    <a:pt x="64" y="111"/>
                    <a:pt x="64" y="95"/>
                  </a:cubicBezTo>
                  <a:lnTo>
                    <a:pt x="64" y="80"/>
                  </a:lnTo>
                  <a:lnTo>
                    <a:pt x="64" y="80"/>
                  </a:lnTo>
                  <a:lnTo>
                    <a:pt x="80" y="63"/>
                  </a:lnTo>
                  <a:cubicBezTo>
                    <a:pt x="95" y="63"/>
                    <a:pt x="112" y="63"/>
                    <a:pt x="112" y="48"/>
                  </a:cubicBezTo>
                  <a:lnTo>
                    <a:pt x="112" y="32"/>
                  </a:lnTo>
                  <a:cubicBezTo>
                    <a:pt x="112"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6" name="Google Shape;1836;p38"/>
            <p:cNvSpPr/>
            <p:nvPr/>
          </p:nvSpPr>
          <p:spPr>
            <a:xfrm>
              <a:off x="3178008" y="1818340"/>
              <a:ext cx="4516" cy="4039"/>
            </a:xfrm>
            <a:custGeom>
              <a:avLst/>
              <a:gdLst/>
              <a:ahLst/>
              <a:cxnLst/>
              <a:rect l="l" t="t" r="r" b="b"/>
              <a:pathLst>
                <a:path w="142" h="127" extrusionOk="0">
                  <a:moveTo>
                    <a:pt x="95" y="0"/>
                  </a:moveTo>
                  <a:lnTo>
                    <a:pt x="95" y="0"/>
                  </a:lnTo>
                  <a:lnTo>
                    <a:pt x="95" y="0"/>
                  </a:lnTo>
                  <a:lnTo>
                    <a:pt x="95" y="0"/>
                  </a:lnTo>
                  <a:lnTo>
                    <a:pt x="32" y="15"/>
                  </a:lnTo>
                  <a:lnTo>
                    <a:pt x="1" y="63"/>
                  </a:lnTo>
                  <a:lnTo>
                    <a:pt x="1" y="63"/>
                  </a:lnTo>
                  <a:lnTo>
                    <a:pt x="32" y="110"/>
                  </a:lnTo>
                  <a:cubicBezTo>
                    <a:pt x="32" y="110"/>
                    <a:pt x="47" y="126"/>
                    <a:pt x="64" y="126"/>
                  </a:cubicBezTo>
                  <a:cubicBezTo>
                    <a:pt x="64" y="126"/>
                    <a:pt x="64" y="110"/>
                    <a:pt x="79" y="110"/>
                  </a:cubicBezTo>
                  <a:lnTo>
                    <a:pt x="79" y="110"/>
                  </a:lnTo>
                  <a:cubicBezTo>
                    <a:pt x="95" y="95"/>
                    <a:pt x="95" y="78"/>
                    <a:pt x="79" y="63"/>
                  </a:cubicBezTo>
                  <a:lnTo>
                    <a:pt x="110" y="63"/>
                  </a:lnTo>
                  <a:cubicBezTo>
                    <a:pt x="127" y="47"/>
                    <a:pt x="142" y="32"/>
                    <a:pt x="127" y="15"/>
                  </a:cubicBezTo>
                  <a:cubicBezTo>
                    <a:pt x="127"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7" name="Google Shape;1837;p38"/>
            <p:cNvSpPr/>
            <p:nvPr/>
          </p:nvSpPr>
          <p:spPr>
            <a:xfrm>
              <a:off x="3412528" y="1793279"/>
              <a:ext cx="3530" cy="2512"/>
            </a:xfrm>
            <a:custGeom>
              <a:avLst/>
              <a:gdLst/>
              <a:ahLst/>
              <a:cxnLst/>
              <a:rect l="l" t="t" r="r" b="b"/>
              <a:pathLst>
                <a:path w="111" h="79" extrusionOk="0">
                  <a:moveTo>
                    <a:pt x="79" y="0"/>
                  </a:moveTo>
                  <a:lnTo>
                    <a:pt x="79" y="0"/>
                  </a:lnTo>
                  <a:lnTo>
                    <a:pt x="32" y="15"/>
                  </a:lnTo>
                  <a:cubicBezTo>
                    <a:pt x="16" y="15"/>
                    <a:pt x="0" y="15"/>
                    <a:pt x="0" y="32"/>
                  </a:cubicBezTo>
                  <a:lnTo>
                    <a:pt x="0" y="47"/>
                  </a:lnTo>
                  <a:lnTo>
                    <a:pt x="16" y="47"/>
                  </a:lnTo>
                  <a:lnTo>
                    <a:pt x="16" y="32"/>
                  </a:lnTo>
                  <a:lnTo>
                    <a:pt x="32" y="32"/>
                  </a:lnTo>
                  <a:lnTo>
                    <a:pt x="47" y="47"/>
                  </a:lnTo>
                  <a:cubicBezTo>
                    <a:pt x="63" y="63"/>
                    <a:pt x="63" y="63"/>
                    <a:pt x="63" y="78"/>
                  </a:cubicBezTo>
                  <a:lnTo>
                    <a:pt x="79" y="78"/>
                  </a:lnTo>
                  <a:cubicBezTo>
                    <a:pt x="95" y="78"/>
                    <a:pt x="95" y="63"/>
                    <a:pt x="95" y="63"/>
                  </a:cubicBezTo>
                  <a:cubicBezTo>
                    <a:pt x="110" y="63"/>
                    <a:pt x="110" y="47"/>
                    <a:pt x="110" y="32"/>
                  </a:cubicBezTo>
                  <a:lnTo>
                    <a:pt x="95" y="15"/>
                  </a:lnTo>
                  <a:cubicBezTo>
                    <a:pt x="79" y="15"/>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8" name="Google Shape;1838;p38"/>
            <p:cNvSpPr/>
            <p:nvPr/>
          </p:nvSpPr>
          <p:spPr>
            <a:xfrm>
              <a:off x="3154441" y="1813315"/>
              <a:ext cx="4039" cy="3530"/>
            </a:xfrm>
            <a:custGeom>
              <a:avLst/>
              <a:gdLst/>
              <a:ahLst/>
              <a:cxnLst/>
              <a:rect l="l" t="t" r="r" b="b"/>
              <a:pathLst>
                <a:path w="127" h="111" extrusionOk="0">
                  <a:moveTo>
                    <a:pt x="64" y="47"/>
                  </a:moveTo>
                  <a:lnTo>
                    <a:pt x="64" y="47"/>
                  </a:lnTo>
                  <a:lnTo>
                    <a:pt x="64" y="47"/>
                  </a:lnTo>
                  <a:close/>
                  <a:moveTo>
                    <a:pt x="32" y="1"/>
                  </a:moveTo>
                  <a:cubicBezTo>
                    <a:pt x="17" y="1"/>
                    <a:pt x="17" y="16"/>
                    <a:pt x="1" y="32"/>
                  </a:cubicBezTo>
                  <a:cubicBezTo>
                    <a:pt x="1" y="47"/>
                    <a:pt x="17" y="79"/>
                    <a:pt x="17" y="95"/>
                  </a:cubicBezTo>
                  <a:cubicBezTo>
                    <a:pt x="17" y="95"/>
                    <a:pt x="32" y="110"/>
                    <a:pt x="49" y="110"/>
                  </a:cubicBezTo>
                  <a:lnTo>
                    <a:pt x="49" y="110"/>
                  </a:lnTo>
                  <a:cubicBezTo>
                    <a:pt x="49" y="110"/>
                    <a:pt x="64" y="110"/>
                    <a:pt x="64" y="95"/>
                  </a:cubicBezTo>
                  <a:lnTo>
                    <a:pt x="64" y="95"/>
                  </a:lnTo>
                  <a:cubicBezTo>
                    <a:pt x="80" y="95"/>
                    <a:pt x="80" y="64"/>
                    <a:pt x="80" y="47"/>
                  </a:cubicBezTo>
                  <a:lnTo>
                    <a:pt x="80" y="47"/>
                  </a:lnTo>
                  <a:lnTo>
                    <a:pt x="80" y="47"/>
                  </a:lnTo>
                  <a:lnTo>
                    <a:pt x="95" y="47"/>
                  </a:lnTo>
                  <a:lnTo>
                    <a:pt x="95" y="47"/>
                  </a:lnTo>
                  <a:cubicBezTo>
                    <a:pt x="95" y="32"/>
                    <a:pt x="112" y="16"/>
                    <a:pt x="112" y="16"/>
                  </a:cubicBezTo>
                  <a:lnTo>
                    <a:pt x="127" y="16"/>
                  </a:lnTo>
                  <a:lnTo>
                    <a:pt x="127"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9" name="Google Shape;1839;p38"/>
            <p:cNvSpPr/>
            <p:nvPr/>
          </p:nvSpPr>
          <p:spPr>
            <a:xfrm>
              <a:off x="3156445" y="1814810"/>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0" name="Google Shape;1840;p38"/>
            <p:cNvSpPr/>
            <p:nvPr/>
          </p:nvSpPr>
          <p:spPr>
            <a:xfrm>
              <a:off x="3387467" y="1788731"/>
              <a:ext cx="4516" cy="4039"/>
            </a:xfrm>
            <a:custGeom>
              <a:avLst/>
              <a:gdLst/>
              <a:ahLst/>
              <a:cxnLst/>
              <a:rect l="l" t="t" r="r" b="b"/>
              <a:pathLst>
                <a:path w="142" h="127" extrusionOk="0">
                  <a:moveTo>
                    <a:pt x="79" y="1"/>
                  </a:moveTo>
                  <a:lnTo>
                    <a:pt x="64" y="1"/>
                  </a:lnTo>
                  <a:cubicBezTo>
                    <a:pt x="47" y="1"/>
                    <a:pt x="32" y="1"/>
                    <a:pt x="16" y="17"/>
                  </a:cubicBezTo>
                  <a:lnTo>
                    <a:pt x="16" y="17"/>
                  </a:lnTo>
                  <a:lnTo>
                    <a:pt x="16" y="17"/>
                  </a:lnTo>
                  <a:cubicBezTo>
                    <a:pt x="1" y="32"/>
                    <a:pt x="1" y="64"/>
                    <a:pt x="16" y="95"/>
                  </a:cubicBezTo>
                  <a:lnTo>
                    <a:pt x="16" y="95"/>
                  </a:lnTo>
                  <a:cubicBezTo>
                    <a:pt x="16" y="112"/>
                    <a:pt x="32" y="127"/>
                    <a:pt x="47" y="127"/>
                  </a:cubicBezTo>
                  <a:lnTo>
                    <a:pt x="64" y="127"/>
                  </a:lnTo>
                  <a:cubicBezTo>
                    <a:pt x="79" y="112"/>
                    <a:pt x="79" y="112"/>
                    <a:pt x="79" y="95"/>
                  </a:cubicBezTo>
                  <a:lnTo>
                    <a:pt x="79" y="80"/>
                  </a:lnTo>
                  <a:lnTo>
                    <a:pt x="79" y="64"/>
                  </a:lnTo>
                  <a:lnTo>
                    <a:pt x="95" y="64"/>
                  </a:lnTo>
                  <a:lnTo>
                    <a:pt x="95" y="64"/>
                  </a:lnTo>
                  <a:cubicBezTo>
                    <a:pt x="110" y="64"/>
                    <a:pt x="127" y="49"/>
                    <a:pt x="127" y="32"/>
                  </a:cubicBezTo>
                  <a:cubicBezTo>
                    <a:pt x="142" y="17"/>
                    <a:pt x="127" y="1"/>
                    <a:pt x="95" y="1"/>
                  </a:cubicBez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1" name="Google Shape;1841;p38"/>
            <p:cNvSpPr/>
            <p:nvPr/>
          </p:nvSpPr>
          <p:spPr>
            <a:xfrm>
              <a:off x="3080816" y="1814333"/>
              <a:ext cx="2512" cy="3498"/>
            </a:xfrm>
            <a:custGeom>
              <a:avLst/>
              <a:gdLst/>
              <a:ahLst/>
              <a:cxnLst/>
              <a:rect l="l" t="t" r="r" b="b"/>
              <a:pathLst>
                <a:path w="79" h="110" extrusionOk="0">
                  <a:moveTo>
                    <a:pt x="32" y="0"/>
                  </a:moveTo>
                  <a:lnTo>
                    <a:pt x="15" y="0"/>
                  </a:lnTo>
                  <a:lnTo>
                    <a:pt x="15" y="0"/>
                  </a:lnTo>
                  <a:lnTo>
                    <a:pt x="15" y="0"/>
                  </a:lnTo>
                  <a:lnTo>
                    <a:pt x="0" y="0"/>
                  </a:lnTo>
                  <a:lnTo>
                    <a:pt x="15" y="32"/>
                  </a:lnTo>
                  <a:cubicBezTo>
                    <a:pt x="32" y="47"/>
                    <a:pt x="32" y="63"/>
                    <a:pt x="15" y="78"/>
                  </a:cubicBezTo>
                  <a:lnTo>
                    <a:pt x="15" y="78"/>
                  </a:lnTo>
                  <a:lnTo>
                    <a:pt x="15" y="78"/>
                  </a:lnTo>
                  <a:cubicBezTo>
                    <a:pt x="15" y="95"/>
                    <a:pt x="32" y="110"/>
                    <a:pt x="47" y="110"/>
                  </a:cubicBezTo>
                  <a:lnTo>
                    <a:pt x="63" y="95"/>
                  </a:lnTo>
                  <a:cubicBezTo>
                    <a:pt x="78" y="95"/>
                    <a:pt x="78" y="78"/>
                    <a:pt x="78" y="63"/>
                  </a:cubicBezTo>
                  <a:lnTo>
                    <a:pt x="63" y="32"/>
                  </a:lnTo>
                  <a:lnTo>
                    <a:pt x="63" y="15"/>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2" name="Google Shape;1842;p38"/>
            <p:cNvSpPr/>
            <p:nvPr/>
          </p:nvSpPr>
          <p:spPr>
            <a:xfrm>
              <a:off x="3357889" y="1809785"/>
              <a:ext cx="4039" cy="5565"/>
            </a:xfrm>
            <a:custGeom>
              <a:avLst/>
              <a:gdLst/>
              <a:ahLst/>
              <a:cxnLst/>
              <a:rect l="l" t="t" r="r" b="b"/>
              <a:pathLst>
                <a:path w="127" h="175" extrusionOk="0">
                  <a:moveTo>
                    <a:pt x="63" y="1"/>
                  </a:moveTo>
                  <a:lnTo>
                    <a:pt x="63" y="1"/>
                  </a:lnTo>
                  <a:lnTo>
                    <a:pt x="48" y="1"/>
                  </a:lnTo>
                  <a:cubicBezTo>
                    <a:pt x="48" y="17"/>
                    <a:pt x="32" y="17"/>
                    <a:pt x="32" y="32"/>
                  </a:cubicBezTo>
                  <a:lnTo>
                    <a:pt x="0" y="127"/>
                  </a:lnTo>
                  <a:lnTo>
                    <a:pt x="0" y="143"/>
                  </a:lnTo>
                  <a:cubicBezTo>
                    <a:pt x="0" y="158"/>
                    <a:pt x="17" y="175"/>
                    <a:pt x="32" y="175"/>
                  </a:cubicBezTo>
                  <a:lnTo>
                    <a:pt x="32" y="175"/>
                  </a:lnTo>
                  <a:cubicBezTo>
                    <a:pt x="48" y="175"/>
                    <a:pt x="63" y="175"/>
                    <a:pt x="63" y="158"/>
                  </a:cubicBezTo>
                  <a:lnTo>
                    <a:pt x="63" y="158"/>
                  </a:lnTo>
                  <a:lnTo>
                    <a:pt x="80" y="127"/>
                  </a:lnTo>
                  <a:cubicBezTo>
                    <a:pt x="95" y="112"/>
                    <a:pt x="95" y="112"/>
                    <a:pt x="95" y="95"/>
                  </a:cubicBezTo>
                  <a:lnTo>
                    <a:pt x="126" y="64"/>
                  </a:lnTo>
                  <a:lnTo>
                    <a:pt x="126" y="32"/>
                  </a:lnTo>
                  <a:cubicBezTo>
                    <a:pt x="126" y="17"/>
                    <a:pt x="111" y="17"/>
                    <a:pt x="111"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3" name="Google Shape;1843;p38"/>
            <p:cNvSpPr/>
            <p:nvPr/>
          </p:nvSpPr>
          <p:spPr>
            <a:xfrm>
              <a:off x="3326817" y="1778713"/>
              <a:ext cx="3562" cy="4039"/>
            </a:xfrm>
            <a:custGeom>
              <a:avLst/>
              <a:gdLst/>
              <a:ahLst/>
              <a:cxnLst/>
              <a:rect l="l" t="t" r="r" b="b"/>
              <a:pathLst>
                <a:path w="112" h="127" extrusionOk="0">
                  <a:moveTo>
                    <a:pt x="64" y="49"/>
                  </a:moveTo>
                  <a:lnTo>
                    <a:pt x="64" y="49"/>
                  </a:lnTo>
                  <a:lnTo>
                    <a:pt x="64" y="49"/>
                  </a:lnTo>
                  <a:close/>
                  <a:moveTo>
                    <a:pt x="64" y="1"/>
                  </a:moveTo>
                  <a:lnTo>
                    <a:pt x="32" y="1"/>
                  </a:lnTo>
                  <a:lnTo>
                    <a:pt x="1" y="32"/>
                  </a:lnTo>
                  <a:lnTo>
                    <a:pt x="1" y="80"/>
                  </a:lnTo>
                  <a:cubicBezTo>
                    <a:pt x="1" y="95"/>
                    <a:pt x="17" y="112"/>
                    <a:pt x="32" y="127"/>
                  </a:cubicBezTo>
                  <a:lnTo>
                    <a:pt x="64" y="127"/>
                  </a:lnTo>
                  <a:lnTo>
                    <a:pt x="80" y="127"/>
                  </a:lnTo>
                  <a:cubicBezTo>
                    <a:pt x="95" y="112"/>
                    <a:pt x="95" y="95"/>
                    <a:pt x="80" y="80"/>
                  </a:cubicBezTo>
                  <a:lnTo>
                    <a:pt x="80" y="64"/>
                  </a:lnTo>
                  <a:lnTo>
                    <a:pt x="80" y="64"/>
                  </a:lnTo>
                  <a:lnTo>
                    <a:pt x="80" y="64"/>
                  </a:lnTo>
                  <a:cubicBezTo>
                    <a:pt x="95" y="64"/>
                    <a:pt x="112" y="49"/>
                    <a:pt x="112" y="17"/>
                  </a:cubicBezTo>
                  <a:lnTo>
                    <a:pt x="11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4" name="Google Shape;1844;p38"/>
            <p:cNvSpPr/>
            <p:nvPr/>
          </p:nvSpPr>
          <p:spPr>
            <a:xfrm>
              <a:off x="3328821" y="178023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5" name="Google Shape;1845;p38"/>
            <p:cNvSpPr/>
            <p:nvPr/>
          </p:nvSpPr>
          <p:spPr>
            <a:xfrm>
              <a:off x="3317785" y="1812329"/>
              <a:ext cx="5565" cy="3021"/>
            </a:xfrm>
            <a:custGeom>
              <a:avLst/>
              <a:gdLst/>
              <a:ahLst/>
              <a:cxnLst/>
              <a:rect l="l" t="t" r="r" b="b"/>
              <a:pathLst>
                <a:path w="175" h="95" extrusionOk="0">
                  <a:moveTo>
                    <a:pt x="33" y="0"/>
                  </a:moveTo>
                  <a:lnTo>
                    <a:pt x="33" y="0"/>
                  </a:lnTo>
                  <a:cubicBezTo>
                    <a:pt x="17" y="0"/>
                    <a:pt x="1" y="15"/>
                    <a:pt x="1" y="15"/>
                  </a:cubicBezTo>
                  <a:cubicBezTo>
                    <a:pt x="1" y="47"/>
                    <a:pt x="1" y="63"/>
                    <a:pt x="33" y="63"/>
                  </a:cubicBezTo>
                  <a:lnTo>
                    <a:pt x="33" y="63"/>
                  </a:lnTo>
                  <a:lnTo>
                    <a:pt x="112" y="95"/>
                  </a:lnTo>
                  <a:lnTo>
                    <a:pt x="127" y="95"/>
                  </a:lnTo>
                  <a:lnTo>
                    <a:pt x="127" y="95"/>
                  </a:lnTo>
                  <a:lnTo>
                    <a:pt x="127" y="95"/>
                  </a:lnTo>
                  <a:cubicBezTo>
                    <a:pt x="143" y="95"/>
                    <a:pt x="159" y="78"/>
                    <a:pt x="159" y="63"/>
                  </a:cubicBezTo>
                  <a:cubicBezTo>
                    <a:pt x="175" y="47"/>
                    <a:pt x="159" y="32"/>
                    <a:pt x="143" y="32"/>
                  </a:cubicBezTo>
                  <a:lnTo>
                    <a:pt x="143" y="32"/>
                  </a:lnTo>
                  <a:lnTo>
                    <a:pt x="127" y="32"/>
                  </a:ln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6" name="Google Shape;1846;p38"/>
            <p:cNvSpPr/>
            <p:nvPr/>
          </p:nvSpPr>
          <p:spPr>
            <a:xfrm>
              <a:off x="3419016" y="1801294"/>
              <a:ext cx="2576" cy="2035"/>
            </a:xfrm>
            <a:custGeom>
              <a:avLst/>
              <a:gdLst/>
              <a:ahLst/>
              <a:cxnLst/>
              <a:rect l="l" t="t" r="r" b="b"/>
              <a:pathLst>
                <a:path w="81" h="64" extrusionOk="0">
                  <a:moveTo>
                    <a:pt x="49" y="0"/>
                  </a:moveTo>
                  <a:lnTo>
                    <a:pt x="49" y="0"/>
                  </a:lnTo>
                  <a:lnTo>
                    <a:pt x="17" y="0"/>
                  </a:lnTo>
                  <a:lnTo>
                    <a:pt x="1" y="16"/>
                  </a:lnTo>
                  <a:lnTo>
                    <a:pt x="32" y="47"/>
                  </a:lnTo>
                  <a:lnTo>
                    <a:pt x="32" y="63"/>
                  </a:lnTo>
                  <a:lnTo>
                    <a:pt x="49" y="63"/>
                  </a:lnTo>
                  <a:lnTo>
                    <a:pt x="49" y="63"/>
                  </a:lnTo>
                  <a:lnTo>
                    <a:pt x="64" y="47"/>
                  </a:lnTo>
                  <a:cubicBezTo>
                    <a:pt x="80" y="47"/>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7" name="Google Shape;1847;p38"/>
            <p:cNvSpPr/>
            <p:nvPr/>
          </p:nvSpPr>
          <p:spPr>
            <a:xfrm>
              <a:off x="3440070" y="1774229"/>
              <a:ext cx="4039" cy="2512"/>
            </a:xfrm>
            <a:custGeom>
              <a:avLst/>
              <a:gdLst/>
              <a:ahLst/>
              <a:cxnLst/>
              <a:rect l="l" t="t" r="r" b="b"/>
              <a:pathLst>
                <a:path w="127" h="79" extrusionOk="0">
                  <a:moveTo>
                    <a:pt x="63" y="1"/>
                  </a:moveTo>
                  <a:lnTo>
                    <a:pt x="32" y="16"/>
                  </a:lnTo>
                  <a:cubicBezTo>
                    <a:pt x="0" y="16"/>
                    <a:pt x="0" y="47"/>
                    <a:pt x="0" y="64"/>
                  </a:cubicBezTo>
                  <a:cubicBezTo>
                    <a:pt x="17" y="79"/>
                    <a:pt x="32" y="79"/>
                    <a:pt x="32" y="79"/>
                  </a:cubicBezTo>
                  <a:lnTo>
                    <a:pt x="48" y="79"/>
                  </a:lnTo>
                  <a:lnTo>
                    <a:pt x="48" y="79"/>
                  </a:lnTo>
                  <a:lnTo>
                    <a:pt x="63" y="79"/>
                  </a:lnTo>
                  <a:lnTo>
                    <a:pt x="95" y="64"/>
                  </a:lnTo>
                  <a:cubicBezTo>
                    <a:pt x="111" y="47"/>
                    <a:pt x="111" y="47"/>
                    <a:pt x="111" y="32"/>
                  </a:cubicBezTo>
                  <a:cubicBezTo>
                    <a:pt x="126" y="32"/>
                    <a:pt x="126" y="16"/>
                    <a:pt x="111" y="16"/>
                  </a:cubicBezTo>
                  <a:lnTo>
                    <a:pt x="111"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8" name="Google Shape;1848;p38"/>
            <p:cNvSpPr/>
            <p:nvPr/>
          </p:nvSpPr>
          <p:spPr>
            <a:xfrm>
              <a:off x="3416535" y="1800785"/>
              <a:ext cx="5057" cy="4548"/>
            </a:xfrm>
            <a:custGeom>
              <a:avLst/>
              <a:gdLst/>
              <a:ahLst/>
              <a:cxnLst/>
              <a:rect l="l" t="t" r="r" b="b"/>
              <a:pathLst>
                <a:path w="159" h="143" extrusionOk="0">
                  <a:moveTo>
                    <a:pt x="32" y="0"/>
                  </a:moveTo>
                  <a:lnTo>
                    <a:pt x="32" y="0"/>
                  </a:lnTo>
                  <a:lnTo>
                    <a:pt x="32" y="0"/>
                  </a:lnTo>
                  <a:cubicBezTo>
                    <a:pt x="0" y="0"/>
                    <a:pt x="0" y="16"/>
                    <a:pt x="0" y="32"/>
                  </a:cubicBezTo>
                  <a:lnTo>
                    <a:pt x="0" y="48"/>
                  </a:lnTo>
                  <a:cubicBezTo>
                    <a:pt x="0" y="79"/>
                    <a:pt x="16" y="79"/>
                    <a:pt x="32" y="95"/>
                  </a:cubicBezTo>
                  <a:lnTo>
                    <a:pt x="32" y="95"/>
                  </a:lnTo>
                  <a:lnTo>
                    <a:pt x="32" y="111"/>
                  </a:lnTo>
                  <a:lnTo>
                    <a:pt x="32" y="111"/>
                  </a:lnTo>
                  <a:cubicBezTo>
                    <a:pt x="32" y="95"/>
                    <a:pt x="47" y="79"/>
                    <a:pt x="64" y="79"/>
                  </a:cubicBezTo>
                  <a:lnTo>
                    <a:pt x="64" y="79"/>
                  </a:lnTo>
                  <a:lnTo>
                    <a:pt x="64" y="79"/>
                  </a:lnTo>
                  <a:cubicBezTo>
                    <a:pt x="79" y="79"/>
                    <a:pt x="95" y="79"/>
                    <a:pt x="95" y="95"/>
                  </a:cubicBezTo>
                  <a:lnTo>
                    <a:pt x="95" y="95"/>
                  </a:lnTo>
                  <a:lnTo>
                    <a:pt x="110" y="95"/>
                  </a:lnTo>
                  <a:cubicBezTo>
                    <a:pt x="127" y="111"/>
                    <a:pt x="142" y="126"/>
                    <a:pt x="127" y="142"/>
                  </a:cubicBezTo>
                  <a:lnTo>
                    <a:pt x="127" y="142"/>
                  </a:lnTo>
                  <a:lnTo>
                    <a:pt x="127" y="142"/>
                  </a:lnTo>
                  <a:cubicBezTo>
                    <a:pt x="142" y="142"/>
                    <a:pt x="158" y="142"/>
                    <a:pt x="158" y="126"/>
                  </a:cubicBezTo>
                  <a:lnTo>
                    <a:pt x="158" y="126"/>
                  </a:lnTo>
                  <a:cubicBezTo>
                    <a:pt x="158" y="95"/>
                    <a:pt x="142" y="79"/>
                    <a:pt x="127" y="79"/>
                  </a:cubicBezTo>
                  <a:lnTo>
                    <a:pt x="127" y="79"/>
                  </a:lnTo>
                  <a:lnTo>
                    <a:pt x="110" y="79"/>
                  </a:lnTo>
                  <a:lnTo>
                    <a:pt x="110" y="63"/>
                  </a:lnTo>
                  <a:lnTo>
                    <a:pt x="79" y="32"/>
                  </a:lnTo>
                  <a:lnTo>
                    <a:pt x="64" y="32"/>
                  </a:lnTo>
                  <a:lnTo>
                    <a:pt x="64" y="32"/>
                  </a:lnTo>
                  <a:cubicBezTo>
                    <a:pt x="64"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9" name="Google Shape;1849;p38"/>
            <p:cNvSpPr/>
            <p:nvPr/>
          </p:nvSpPr>
          <p:spPr>
            <a:xfrm>
              <a:off x="3440579" y="1771239"/>
              <a:ext cx="3530" cy="3021"/>
            </a:xfrm>
            <a:custGeom>
              <a:avLst/>
              <a:gdLst/>
              <a:ahLst/>
              <a:cxnLst/>
              <a:rect l="l" t="t" r="r" b="b"/>
              <a:pathLst>
                <a:path w="111" h="95" extrusionOk="0">
                  <a:moveTo>
                    <a:pt x="47" y="0"/>
                  </a:moveTo>
                  <a:lnTo>
                    <a:pt x="32" y="0"/>
                  </a:lnTo>
                  <a:lnTo>
                    <a:pt x="16" y="0"/>
                  </a:lnTo>
                  <a:cubicBezTo>
                    <a:pt x="1" y="15"/>
                    <a:pt x="1" y="32"/>
                    <a:pt x="16" y="47"/>
                  </a:cubicBezTo>
                  <a:lnTo>
                    <a:pt x="32" y="63"/>
                  </a:lnTo>
                  <a:lnTo>
                    <a:pt x="47" y="95"/>
                  </a:lnTo>
                  <a:lnTo>
                    <a:pt x="47" y="95"/>
                  </a:lnTo>
                  <a:lnTo>
                    <a:pt x="79" y="95"/>
                  </a:lnTo>
                  <a:lnTo>
                    <a:pt x="95" y="95"/>
                  </a:lnTo>
                  <a:lnTo>
                    <a:pt x="95"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0" name="Google Shape;1850;p38"/>
            <p:cNvSpPr/>
            <p:nvPr/>
          </p:nvSpPr>
          <p:spPr>
            <a:xfrm>
              <a:off x="3042715" y="1812329"/>
              <a:ext cx="3530" cy="3021"/>
            </a:xfrm>
            <a:custGeom>
              <a:avLst/>
              <a:gdLst/>
              <a:ahLst/>
              <a:cxnLst/>
              <a:rect l="l" t="t" r="r" b="b"/>
              <a:pathLst>
                <a:path w="111" h="95" extrusionOk="0">
                  <a:moveTo>
                    <a:pt x="32" y="0"/>
                  </a:moveTo>
                  <a:lnTo>
                    <a:pt x="32" y="0"/>
                  </a:lnTo>
                  <a:cubicBezTo>
                    <a:pt x="16" y="0"/>
                    <a:pt x="16" y="0"/>
                    <a:pt x="16" y="15"/>
                  </a:cubicBezTo>
                  <a:cubicBezTo>
                    <a:pt x="1" y="32"/>
                    <a:pt x="1" y="47"/>
                    <a:pt x="16" y="63"/>
                  </a:cubicBezTo>
                  <a:lnTo>
                    <a:pt x="64" y="95"/>
                  </a:lnTo>
                  <a:lnTo>
                    <a:pt x="79" y="95"/>
                  </a:lnTo>
                  <a:lnTo>
                    <a:pt x="110"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1" name="Google Shape;1851;p38"/>
            <p:cNvSpPr/>
            <p:nvPr/>
          </p:nvSpPr>
          <p:spPr>
            <a:xfrm>
              <a:off x="3418539" y="1774229"/>
              <a:ext cx="4039" cy="2512"/>
            </a:xfrm>
            <a:custGeom>
              <a:avLst/>
              <a:gdLst/>
              <a:ahLst/>
              <a:cxnLst/>
              <a:rect l="l" t="t" r="r" b="b"/>
              <a:pathLst>
                <a:path w="127" h="79" extrusionOk="0">
                  <a:moveTo>
                    <a:pt x="95" y="1"/>
                  </a:moveTo>
                  <a:lnTo>
                    <a:pt x="79" y="1"/>
                  </a:lnTo>
                  <a:lnTo>
                    <a:pt x="64" y="1"/>
                  </a:lnTo>
                  <a:lnTo>
                    <a:pt x="32" y="1"/>
                  </a:lnTo>
                  <a:cubicBezTo>
                    <a:pt x="16" y="1"/>
                    <a:pt x="1" y="16"/>
                    <a:pt x="1" y="47"/>
                  </a:cubicBezTo>
                  <a:cubicBezTo>
                    <a:pt x="1" y="64"/>
                    <a:pt x="16" y="79"/>
                    <a:pt x="32" y="79"/>
                  </a:cubicBezTo>
                  <a:lnTo>
                    <a:pt x="32" y="79"/>
                  </a:lnTo>
                  <a:lnTo>
                    <a:pt x="47" y="64"/>
                  </a:lnTo>
                  <a:lnTo>
                    <a:pt x="79" y="64"/>
                  </a:lnTo>
                  <a:cubicBezTo>
                    <a:pt x="79" y="64"/>
                    <a:pt x="79" y="47"/>
                    <a:pt x="95" y="47"/>
                  </a:cubicBezTo>
                  <a:lnTo>
                    <a:pt x="127"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2" name="Google Shape;1852;p38"/>
            <p:cNvSpPr/>
            <p:nvPr/>
          </p:nvSpPr>
          <p:spPr>
            <a:xfrm>
              <a:off x="3197058" y="1796269"/>
              <a:ext cx="3530" cy="3053"/>
            </a:xfrm>
            <a:custGeom>
              <a:avLst/>
              <a:gdLst/>
              <a:ahLst/>
              <a:cxnLst/>
              <a:rect l="l" t="t" r="r" b="b"/>
              <a:pathLst>
                <a:path w="111" h="96" extrusionOk="0">
                  <a:moveTo>
                    <a:pt x="79" y="1"/>
                  </a:moveTo>
                  <a:lnTo>
                    <a:pt x="79" y="1"/>
                  </a:lnTo>
                  <a:lnTo>
                    <a:pt x="47" y="1"/>
                  </a:lnTo>
                  <a:lnTo>
                    <a:pt x="16" y="32"/>
                  </a:lnTo>
                  <a:cubicBezTo>
                    <a:pt x="1" y="47"/>
                    <a:pt x="1" y="64"/>
                    <a:pt x="1" y="79"/>
                  </a:cubicBezTo>
                  <a:cubicBezTo>
                    <a:pt x="16" y="95"/>
                    <a:pt x="16" y="95"/>
                    <a:pt x="32" y="95"/>
                  </a:cubicBezTo>
                  <a:lnTo>
                    <a:pt x="47" y="95"/>
                  </a:lnTo>
                  <a:lnTo>
                    <a:pt x="95" y="47"/>
                  </a:lnTo>
                  <a:cubicBezTo>
                    <a:pt x="110" y="47"/>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3" name="Google Shape;1853;p38"/>
            <p:cNvSpPr/>
            <p:nvPr/>
          </p:nvSpPr>
          <p:spPr>
            <a:xfrm>
              <a:off x="3323828" y="1785264"/>
              <a:ext cx="3530" cy="4516"/>
            </a:xfrm>
            <a:custGeom>
              <a:avLst/>
              <a:gdLst/>
              <a:ahLst/>
              <a:cxnLst/>
              <a:rect l="l" t="t" r="r" b="b"/>
              <a:pathLst>
                <a:path w="111" h="142" extrusionOk="0">
                  <a:moveTo>
                    <a:pt x="48" y="0"/>
                  </a:moveTo>
                  <a:lnTo>
                    <a:pt x="32" y="0"/>
                  </a:lnTo>
                  <a:cubicBezTo>
                    <a:pt x="32" y="0"/>
                    <a:pt x="16" y="0"/>
                    <a:pt x="16" y="15"/>
                  </a:cubicBezTo>
                  <a:cubicBezTo>
                    <a:pt x="0" y="15"/>
                    <a:pt x="0" y="32"/>
                    <a:pt x="16" y="47"/>
                  </a:cubicBezTo>
                  <a:lnTo>
                    <a:pt x="16" y="63"/>
                  </a:lnTo>
                  <a:cubicBezTo>
                    <a:pt x="32" y="63"/>
                    <a:pt x="32" y="63"/>
                    <a:pt x="32" y="95"/>
                  </a:cubicBezTo>
                  <a:cubicBezTo>
                    <a:pt x="32" y="95"/>
                    <a:pt x="16" y="95"/>
                    <a:pt x="16" y="110"/>
                  </a:cubicBezTo>
                  <a:cubicBezTo>
                    <a:pt x="16" y="126"/>
                    <a:pt x="32" y="141"/>
                    <a:pt x="48" y="141"/>
                  </a:cubicBezTo>
                  <a:lnTo>
                    <a:pt x="63" y="141"/>
                  </a:lnTo>
                  <a:lnTo>
                    <a:pt x="79" y="141"/>
                  </a:lnTo>
                  <a:cubicBezTo>
                    <a:pt x="79" y="141"/>
                    <a:pt x="95" y="126"/>
                    <a:pt x="95" y="110"/>
                  </a:cubicBezTo>
                  <a:lnTo>
                    <a:pt x="95" y="110"/>
                  </a:lnTo>
                  <a:cubicBezTo>
                    <a:pt x="95" y="78"/>
                    <a:pt x="111" y="32"/>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4" name="Google Shape;1854;p38"/>
            <p:cNvSpPr/>
            <p:nvPr/>
          </p:nvSpPr>
          <p:spPr>
            <a:xfrm>
              <a:off x="3375922" y="1780239"/>
              <a:ext cx="2576" cy="4516"/>
            </a:xfrm>
            <a:custGeom>
              <a:avLst/>
              <a:gdLst/>
              <a:ahLst/>
              <a:cxnLst/>
              <a:rect l="l" t="t" r="r" b="b"/>
              <a:pathLst>
                <a:path w="81" h="142" extrusionOk="0">
                  <a:moveTo>
                    <a:pt x="32" y="1"/>
                  </a:moveTo>
                  <a:lnTo>
                    <a:pt x="17" y="1"/>
                  </a:lnTo>
                  <a:lnTo>
                    <a:pt x="17" y="16"/>
                  </a:lnTo>
                  <a:cubicBezTo>
                    <a:pt x="1" y="16"/>
                    <a:pt x="1" y="32"/>
                    <a:pt x="1" y="32"/>
                  </a:cubicBezTo>
                  <a:lnTo>
                    <a:pt x="1" y="47"/>
                  </a:lnTo>
                  <a:lnTo>
                    <a:pt x="1" y="64"/>
                  </a:lnTo>
                  <a:lnTo>
                    <a:pt x="1" y="64"/>
                  </a:lnTo>
                  <a:cubicBezTo>
                    <a:pt x="17" y="64"/>
                    <a:pt x="17" y="79"/>
                    <a:pt x="17" y="95"/>
                  </a:cubicBezTo>
                  <a:lnTo>
                    <a:pt x="17" y="110"/>
                  </a:lnTo>
                  <a:lnTo>
                    <a:pt x="17" y="110"/>
                  </a:lnTo>
                  <a:lnTo>
                    <a:pt x="17" y="110"/>
                  </a:lnTo>
                  <a:cubicBezTo>
                    <a:pt x="17" y="127"/>
                    <a:pt x="32" y="127"/>
                    <a:pt x="32" y="127"/>
                  </a:cubicBezTo>
                  <a:lnTo>
                    <a:pt x="49" y="142"/>
                  </a:lnTo>
                  <a:cubicBezTo>
                    <a:pt x="49" y="142"/>
                    <a:pt x="64" y="142"/>
                    <a:pt x="64" y="127"/>
                  </a:cubicBezTo>
                  <a:cubicBezTo>
                    <a:pt x="64" y="127"/>
                    <a:pt x="80" y="127"/>
                    <a:pt x="80" y="110"/>
                  </a:cubicBezTo>
                  <a:lnTo>
                    <a:pt x="80" y="95"/>
                  </a:lnTo>
                  <a:lnTo>
                    <a:pt x="64" y="32"/>
                  </a:lnTo>
                  <a:cubicBezTo>
                    <a:pt x="49"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5" name="Google Shape;1855;p38"/>
            <p:cNvSpPr/>
            <p:nvPr/>
          </p:nvSpPr>
          <p:spPr>
            <a:xfrm>
              <a:off x="3185036" y="1795760"/>
              <a:ext cx="7537" cy="3562"/>
            </a:xfrm>
            <a:custGeom>
              <a:avLst/>
              <a:gdLst/>
              <a:ahLst/>
              <a:cxnLst/>
              <a:rect l="l" t="t" r="r" b="b"/>
              <a:pathLst>
                <a:path w="237" h="112" extrusionOk="0">
                  <a:moveTo>
                    <a:pt x="205" y="0"/>
                  </a:moveTo>
                  <a:lnTo>
                    <a:pt x="205" y="0"/>
                  </a:lnTo>
                  <a:lnTo>
                    <a:pt x="189" y="0"/>
                  </a:lnTo>
                  <a:cubicBezTo>
                    <a:pt x="189" y="17"/>
                    <a:pt x="173" y="17"/>
                    <a:pt x="173" y="17"/>
                  </a:cubicBezTo>
                  <a:cubicBezTo>
                    <a:pt x="158" y="17"/>
                    <a:pt x="158" y="32"/>
                    <a:pt x="158" y="32"/>
                  </a:cubicBezTo>
                  <a:cubicBezTo>
                    <a:pt x="142" y="32"/>
                    <a:pt x="126" y="48"/>
                    <a:pt x="126" y="48"/>
                  </a:cubicBezTo>
                  <a:cubicBezTo>
                    <a:pt x="126" y="48"/>
                    <a:pt x="110" y="48"/>
                    <a:pt x="110" y="32"/>
                  </a:cubicBezTo>
                  <a:cubicBezTo>
                    <a:pt x="110" y="32"/>
                    <a:pt x="95" y="17"/>
                    <a:pt x="79" y="17"/>
                  </a:cubicBezTo>
                  <a:lnTo>
                    <a:pt x="79" y="17"/>
                  </a:lnTo>
                  <a:cubicBezTo>
                    <a:pt x="63" y="32"/>
                    <a:pt x="47" y="32"/>
                    <a:pt x="47" y="32"/>
                  </a:cubicBezTo>
                  <a:lnTo>
                    <a:pt x="32" y="48"/>
                  </a:lnTo>
                  <a:cubicBezTo>
                    <a:pt x="16" y="48"/>
                    <a:pt x="0" y="80"/>
                    <a:pt x="16" y="95"/>
                  </a:cubicBezTo>
                  <a:cubicBezTo>
                    <a:pt x="16" y="95"/>
                    <a:pt x="16" y="111"/>
                    <a:pt x="32" y="111"/>
                  </a:cubicBezTo>
                  <a:lnTo>
                    <a:pt x="47" y="111"/>
                  </a:lnTo>
                  <a:lnTo>
                    <a:pt x="63" y="80"/>
                  </a:lnTo>
                  <a:cubicBezTo>
                    <a:pt x="63" y="63"/>
                    <a:pt x="79" y="48"/>
                    <a:pt x="95" y="48"/>
                  </a:cubicBezTo>
                  <a:lnTo>
                    <a:pt x="95" y="48"/>
                  </a:lnTo>
                  <a:lnTo>
                    <a:pt x="110" y="63"/>
                  </a:lnTo>
                  <a:cubicBezTo>
                    <a:pt x="126" y="63"/>
                    <a:pt x="126" y="80"/>
                    <a:pt x="126" y="95"/>
                  </a:cubicBezTo>
                  <a:lnTo>
                    <a:pt x="126" y="111"/>
                  </a:lnTo>
                  <a:lnTo>
                    <a:pt x="126" y="111"/>
                  </a:lnTo>
                  <a:lnTo>
                    <a:pt x="126" y="111"/>
                  </a:lnTo>
                  <a:lnTo>
                    <a:pt x="142" y="111"/>
                  </a:lnTo>
                  <a:cubicBezTo>
                    <a:pt x="158" y="111"/>
                    <a:pt x="189" y="95"/>
                    <a:pt x="189" y="80"/>
                  </a:cubicBezTo>
                  <a:lnTo>
                    <a:pt x="189" y="80"/>
                  </a:lnTo>
                  <a:cubicBezTo>
                    <a:pt x="205" y="80"/>
                    <a:pt x="205" y="63"/>
                    <a:pt x="221" y="63"/>
                  </a:cubicBezTo>
                  <a:cubicBezTo>
                    <a:pt x="236" y="63"/>
                    <a:pt x="236" y="48"/>
                    <a:pt x="236" y="17"/>
                  </a:cubicBezTo>
                  <a:cubicBezTo>
                    <a:pt x="236" y="17"/>
                    <a:pt x="221"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6" name="Google Shape;1856;p38"/>
            <p:cNvSpPr/>
            <p:nvPr/>
          </p:nvSpPr>
          <p:spPr>
            <a:xfrm>
              <a:off x="3171011" y="1818340"/>
              <a:ext cx="6042" cy="3498"/>
            </a:xfrm>
            <a:custGeom>
              <a:avLst/>
              <a:gdLst/>
              <a:ahLst/>
              <a:cxnLst/>
              <a:rect l="l" t="t" r="r" b="b"/>
              <a:pathLst>
                <a:path w="190" h="110" extrusionOk="0">
                  <a:moveTo>
                    <a:pt x="47" y="0"/>
                  </a:moveTo>
                  <a:lnTo>
                    <a:pt x="47" y="0"/>
                  </a:lnTo>
                  <a:cubicBezTo>
                    <a:pt x="32" y="0"/>
                    <a:pt x="15" y="15"/>
                    <a:pt x="15" y="32"/>
                  </a:cubicBezTo>
                  <a:cubicBezTo>
                    <a:pt x="0" y="47"/>
                    <a:pt x="15" y="63"/>
                    <a:pt x="32" y="78"/>
                  </a:cubicBezTo>
                  <a:lnTo>
                    <a:pt x="47" y="78"/>
                  </a:lnTo>
                  <a:cubicBezTo>
                    <a:pt x="63" y="78"/>
                    <a:pt x="78" y="78"/>
                    <a:pt x="95" y="95"/>
                  </a:cubicBezTo>
                  <a:cubicBezTo>
                    <a:pt x="110" y="95"/>
                    <a:pt x="110" y="95"/>
                    <a:pt x="126" y="110"/>
                  </a:cubicBezTo>
                  <a:lnTo>
                    <a:pt x="141" y="110"/>
                  </a:lnTo>
                  <a:lnTo>
                    <a:pt x="158" y="110"/>
                  </a:lnTo>
                  <a:cubicBezTo>
                    <a:pt x="173" y="110"/>
                    <a:pt x="189" y="110"/>
                    <a:pt x="189" y="95"/>
                  </a:cubicBezTo>
                  <a:lnTo>
                    <a:pt x="189" y="95"/>
                  </a:lnTo>
                  <a:lnTo>
                    <a:pt x="189" y="95"/>
                  </a:lnTo>
                  <a:lnTo>
                    <a:pt x="173" y="95"/>
                  </a:lnTo>
                  <a:lnTo>
                    <a:pt x="158" y="78"/>
                  </a:lnTo>
                  <a:lnTo>
                    <a:pt x="141" y="78"/>
                  </a:lnTo>
                  <a:cubicBezTo>
                    <a:pt x="141" y="95"/>
                    <a:pt x="126" y="95"/>
                    <a:pt x="126" y="95"/>
                  </a:cubicBezTo>
                  <a:cubicBezTo>
                    <a:pt x="110" y="95"/>
                    <a:pt x="95" y="78"/>
                    <a:pt x="95" y="63"/>
                  </a:cubicBezTo>
                  <a:cubicBezTo>
                    <a:pt x="95" y="47"/>
                    <a:pt x="95" y="32"/>
                    <a:pt x="110" y="15"/>
                  </a:cubicBezTo>
                  <a:lnTo>
                    <a:pt x="78" y="15"/>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7" name="Google Shape;1857;p38"/>
            <p:cNvSpPr/>
            <p:nvPr/>
          </p:nvSpPr>
          <p:spPr>
            <a:xfrm>
              <a:off x="3385463" y="1776709"/>
              <a:ext cx="4039" cy="2035"/>
            </a:xfrm>
            <a:custGeom>
              <a:avLst/>
              <a:gdLst/>
              <a:ahLst/>
              <a:cxnLst/>
              <a:rect l="l" t="t" r="r" b="b"/>
              <a:pathLst>
                <a:path w="127" h="64" extrusionOk="0">
                  <a:moveTo>
                    <a:pt x="47" y="1"/>
                  </a:moveTo>
                  <a:lnTo>
                    <a:pt x="47" y="1"/>
                  </a:lnTo>
                  <a:lnTo>
                    <a:pt x="16" y="1"/>
                  </a:lnTo>
                  <a:lnTo>
                    <a:pt x="16" y="17"/>
                  </a:lnTo>
                  <a:cubicBezTo>
                    <a:pt x="1" y="32"/>
                    <a:pt x="16" y="49"/>
                    <a:pt x="32" y="64"/>
                  </a:cubicBezTo>
                  <a:lnTo>
                    <a:pt x="47" y="64"/>
                  </a:lnTo>
                  <a:cubicBezTo>
                    <a:pt x="47" y="49"/>
                    <a:pt x="64" y="32"/>
                    <a:pt x="64" y="32"/>
                  </a:cubicBezTo>
                  <a:lnTo>
                    <a:pt x="127" y="32"/>
                  </a:lnTo>
                  <a:lnTo>
                    <a:pt x="110" y="17"/>
                  </a:lnTo>
                  <a:lnTo>
                    <a:pt x="110" y="17"/>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8" name="Google Shape;1858;p38"/>
            <p:cNvSpPr/>
            <p:nvPr/>
          </p:nvSpPr>
          <p:spPr>
            <a:xfrm>
              <a:off x="3415009" y="1777250"/>
              <a:ext cx="4039" cy="3021"/>
            </a:xfrm>
            <a:custGeom>
              <a:avLst/>
              <a:gdLst/>
              <a:ahLst/>
              <a:cxnLst/>
              <a:rect l="l" t="t" r="r" b="b"/>
              <a:pathLst>
                <a:path w="127" h="95" extrusionOk="0">
                  <a:moveTo>
                    <a:pt x="80" y="0"/>
                  </a:moveTo>
                  <a:lnTo>
                    <a:pt x="80" y="0"/>
                  </a:lnTo>
                  <a:lnTo>
                    <a:pt x="64" y="0"/>
                  </a:lnTo>
                  <a:lnTo>
                    <a:pt x="64" y="15"/>
                  </a:lnTo>
                  <a:lnTo>
                    <a:pt x="48" y="32"/>
                  </a:lnTo>
                  <a:lnTo>
                    <a:pt x="1" y="15"/>
                  </a:lnTo>
                  <a:lnTo>
                    <a:pt x="1" y="15"/>
                  </a:lnTo>
                  <a:cubicBezTo>
                    <a:pt x="1" y="32"/>
                    <a:pt x="17" y="32"/>
                    <a:pt x="17" y="47"/>
                  </a:cubicBezTo>
                  <a:lnTo>
                    <a:pt x="17" y="95"/>
                  </a:lnTo>
                  <a:lnTo>
                    <a:pt x="17" y="95"/>
                  </a:lnTo>
                  <a:lnTo>
                    <a:pt x="80" y="78"/>
                  </a:lnTo>
                  <a:lnTo>
                    <a:pt x="112" y="63"/>
                  </a:lnTo>
                  <a:cubicBezTo>
                    <a:pt x="112" y="47"/>
                    <a:pt x="127" y="47"/>
                    <a:pt x="127" y="32"/>
                  </a:cubicBezTo>
                  <a:lnTo>
                    <a:pt x="112" y="15"/>
                  </a:lnTo>
                  <a:cubicBezTo>
                    <a:pt x="112" y="0"/>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9" name="Google Shape;1859;p38"/>
            <p:cNvSpPr/>
            <p:nvPr/>
          </p:nvSpPr>
          <p:spPr>
            <a:xfrm>
              <a:off x="3294759" y="1815319"/>
              <a:ext cx="4039" cy="2035"/>
            </a:xfrm>
            <a:custGeom>
              <a:avLst/>
              <a:gdLst/>
              <a:ahLst/>
              <a:cxnLst/>
              <a:rect l="l" t="t" r="r" b="b"/>
              <a:pathLst>
                <a:path w="127" h="64" extrusionOk="0">
                  <a:moveTo>
                    <a:pt x="17" y="1"/>
                  </a:moveTo>
                  <a:lnTo>
                    <a:pt x="0" y="1"/>
                  </a:lnTo>
                  <a:lnTo>
                    <a:pt x="0" y="16"/>
                  </a:lnTo>
                  <a:lnTo>
                    <a:pt x="17" y="16"/>
                  </a:lnTo>
                  <a:lnTo>
                    <a:pt x="17" y="16"/>
                  </a:lnTo>
                  <a:cubicBezTo>
                    <a:pt x="32" y="16"/>
                    <a:pt x="48" y="32"/>
                    <a:pt x="48" y="47"/>
                  </a:cubicBezTo>
                  <a:lnTo>
                    <a:pt x="80" y="47"/>
                  </a:lnTo>
                  <a:cubicBezTo>
                    <a:pt x="80" y="64"/>
                    <a:pt x="80" y="64"/>
                    <a:pt x="95" y="64"/>
                  </a:cubicBezTo>
                  <a:lnTo>
                    <a:pt x="126" y="32"/>
                  </a:lnTo>
                  <a:lnTo>
                    <a:pt x="126" y="1"/>
                  </a:lnTo>
                  <a:cubicBezTo>
                    <a:pt x="111" y="16"/>
                    <a:pt x="111" y="32"/>
                    <a:pt x="95" y="32"/>
                  </a:cubicBezTo>
                  <a:lnTo>
                    <a:pt x="80" y="32"/>
                  </a:lnTo>
                  <a:cubicBezTo>
                    <a:pt x="63" y="32"/>
                    <a:pt x="48" y="16"/>
                    <a:pt x="48" y="1"/>
                  </a:cubicBez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0" name="Google Shape;1860;p38"/>
            <p:cNvSpPr/>
            <p:nvPr/>
          </p:nvSpPr>
          <p:spPr>
            <a:xfrm>
              <a:off x="3311774" y="1806796"/>
              <a:ext cx="3053" cy="4039"/>
            </a:xfrm>
            <a:custGeom>
              <a:avLst/>
              <a:gdLst/>
              <a:ahLst/>
              <a:cxnLst/>
              <a:rect l="l" t="t" r="r" b="b"/>
              <a:pathLst>
                <a:path w="96" h="127" extrusionOk="0">
                  <a:moveTo>
                    <a:pt x="49" y="0"/>
                  </a:moveTo>
                  <a:lnTo>
                    <a:pt x="49" y="0"/>
                  </a:lnTo>
                  <a:cubicBezTo>
                    <a:pt x="32" y="0"/>
                    <a:pt x="32" y="16"/>
                    <a:pt x="17" y="16"/>
                  </a:cubicBezTo>
                  <a:lnTo>
                    <a:pt x="1" y="79"/>
                  </a:lnTo>
                  <a:lnTo>
                    <a:pt x="1" y="79"/>
                  </a:lnTo>
                  <a:lnTo>
                    <a:pt x="1" y="79"/>
                  </a:lnTo>
                  <a:lnTo>
                    <a:pt x="17" y="79"/>
                  </a:lnTo>
                  <a:cubicBezTo>
                    <a:pt x="32" y="95"/>
                    <a:pt x="32" y="111"/>
                    <a:pt x="32" y="126"/>
                  </a:cubicBezTo>
                  <a:cubicBezTo>
                    <a:pt x="32" y="126"/>
                    <a:pt x="49" y="111"/>
                    <a:pt x="64" y="111"/>
                  </a:cubicBezTo>
                  <a:lnTo>
                    <a:pt x="80" y="48"/>
                  </a:lnTo>
                  <a:cubicBezTo>
                    <a:pt x="95" y="32"/>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1" name="Google Shape;1861;p38"/>
            <p:cNvSpPr/>
            <p:nvPr/>
          </p:nvSpPr>
          <p:spPr>
            <a:xfrm>
              <a:off x="3394972" y="1754192"/>
              <a:ext cx="4039" cy="2512"/>
            </a:xfrm>
            <a:custGeom>
              <a:avLst/>
              <a:gdLst/>
              <a:ahLst/>
              <a:cxnLst/>
              <a:rect l="l" t="t" r="r" b="b"/>
              <a:pathLst>
                <a:path w="127" h="79" extrusionOk="0">
                  <a:moveTo>
                    <a:pt x="95" y="0"/>
                  </a:moveTo>
                  <a:lnTo>
                    <a:pt x="95" y="0"/>
                  </a:lnTo>
                  <a:lnTo>
                    <a:pt x="80" y="0"/>
                  </a:lnTo>
                  <a:lnTo>
                    <a:pt x="63" y="0"/>
                  </a:lnTo>
                  <a:lnTo>
                    <a:pt x="32" y="0"/>
                  </a:lnTo>
                  <a:cubicBezTo>
                    <a:pt x="17" y="16"/>
                    <a:pt x="0" y="32"/>
                    <a:pt x="0" y="47"/>
                  </a:cubicBezTo>
                  <a:cubicBezTo>
                    <a:pt x="17" y="63"/>
                    <a:pt x="17" y="79"/>
                    <a:pt x="32" y="79"/>
                  </a:cubicBezTo>
                  <a:lnTo>
                    <a:pt x="32" y="79"/>
                  </a:lnTo>
                  <a:lnTo>
                    <a:pt x="48" y="79"/>
                  </a:lnTo>
                  <a:lnTo>
                    <a:pt x="95" y="63"/>
                  </a:lnTo>
                  <a:cubicBezTo>
                    <a:pt x="126" y="47"/>
                    <a:pt x="126" y="32"/>
                    <a:pt x="126" y="16"/>
                  </a:cubicBezTo>
                  <a:cubicBezTo>
                    <a:pt x="126" y="0"/>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2" name="Google Shape;1862;p38"/>
            <p:cNvSpPr/>
            <p:nvPr/>
          </p:nvSpPr>
          <p:spPr>
            <a:xfrm>
              <a:off x="3086286" y="1795283"/>
              <a:ext cx="3053" cy="2035"/>
            </a:xfrm>
            <a:custGeom>
              <a:avLst/>
              <a:gdLst/>
              <a:ahLst/>
              <a:cxnLst/>
              <a:rect l="l" t="t" r="r" b="b"/>
              <a:pathLst>
                <a:path w="96" h="64" extrusionOk="0">
                  <a:moveTo>
                    <a:pt x="49" y="0"/>
                  </a:moveTo>
                  <a:lnTo>
                    <a:pt x="1" y="32"/>
                  </a:lnTo>
                  <a:cubicBezTo>
                    <a:pt x="17" y="32"/>
                    <a:pt x="17" y="47"/>
                    <a:pt x="32" y="47"/>
                  </a:cubicBezTo>
                  <a:lnTo>
                    <a:pt x="32" y="47"/>
                  </a:lnTo>
                  <a:lnTo>
                    <a:pt x="80" y="47"/>
                  </a:lnTo>
                  <a:lnTo>
                    <a:pt x="80" y="63"/>
                  </a:lnTo>
                  <a:cubicBezTo>
                    <a:pt x="95" y="63"/>
                    <a:pt x="95" y="47"/>
                    <a:pt x="95" y="47"/>
                  </a:cubicBezTo>
                  <a:cubicBezTo>
                    <a:pt x="80" y="47"/>
                    <a:pt x="64" y="32"/>
                    <a:pt x="4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3" name="Google Shape;1863;p38"/>
            <p:cNvSpPr/>
            <p:nvPr/>
          </p:nvSpPr>
          <p:spPr>
            <a:xfrm>
              <a:off x="3456608" y="1802788"/>
              <a:ext cx="1527" cy="6551"/>
            </a:xfrm>
            <a:custGeom>
              <a:avLst/>
              <a:gdLst/>
              <a:ahLst/>
              <a:cxnLst/>
              <a:rect l="l" t="t" r="r" b="b"/>
              <a:pathLst>
                <a:path w="48" h="206" extrusionOk="0">
                  <a:moveTo>
                    <a:pt x="48" y="0"/>
                  </a:moveTo>
                  <a:lnTo>
                    <a:pt x="32" y="16"/>
                  </a:lnTo>
                  <a:lnTo>
                    <a:pt x="32" y="32"/>
                  </a:lnTo>
                  <a:lnTo>
                    <a:pt x="32" y="48"/>
                  </a:lnTo>
                  <a:lnTo>
                    <a:pt x="32" y="48"/>
                  </a:lnTo>
                  <a:cubicBezTo>
                    <a:pt x="32" y="63"/>
                    <a:pt x="32" y="79"/>
                    <a:pt x="16" y="79"/>
                  </a:cubicBezTo>
                  <a:lnTo>
                    <a:pt x="16" y="79"/>
                  </a:lnTo>
                  <a:lnTo>
                    <a:pt x="1" y="174"/>
                  </a:lnTo>
                  <a:lnTo>
                    <a:pt x="1" y="205"/>
                  </a:lnTo>
                  <a:cubicBezTo>
                    <a:pt x="16" y="189"/>
                    <a:pt x="32" y="189"/>
                    <a:pt x="48" y="18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4" name="Google Shape;1864;p38"/>
            <p:cNvSpPr/>
            <p:nvPr/>
          </p:nvSpPr>
          <p:spPr>
            <a:xfrm>
              <a:off x="3349398" y="1816814"/>
              <a:ext cx="2035" cy="2544"/>
            </a:xfrm>
            <a:custGeom>
              <a:avLst/>
              <a:gdLst/>
              <a:ahLst/>
              <a:cxnLst/>
              <a:rect l="l" t="t" r="r" b="b"/>
              <a:pathLst>
                <a:path w="64" h="80" extrusionOk="0">
                  <a:moveTo>
                    <a:pt x="15" y="48"/>
                  </a:moveTo>
                  <a:cubicBezTo>
                    <a:pt x="32" y="63"/>
                    <a:pt x="15" y="80"/>
                    <a:pt x="0" y="80"/>
                  </a:cubicBezTo>
                  <a:lnTo>
                    <a:pt x="15" y="80"/>
                  </a:lnTo>
                  <a:lnTo>
                    <a:pt x="47" y="80"/>
                  </a:lnTo>
                  <a:lnTo>
                    <a:pt x="63" y="63"/>
                  </a:lnTo>
                  <a:lnTo>
                    <a:pt x="47" y="63"/>
                  </a:lnTo>
                  <a:lnTo>
                    <a:pt x="47" y="63"/>
                  </a:lnTo>
                  <a:cubicBezTo>
                    <a:pt x="47" y="63"/>
                    <a:pt x="32" y="48"/>
                    <a:pt x="15" y="48"/>
                  </a:cubicBezTo>
                  <a:close/>
                  <a:moveTo>
                    <a:pt x="15" y="0"/>
                  </a:moveTo>
                  <a:lnTo>
                    <a:pt x="0" y="17"/>
                  </a:lnTo>
                  <a:cubicBezTo>
                    <a:pt x="15" y="17"/>
                    <a:pt x="15" y="17"/>
                    <a:pt x="15" y="32"/>
                  </a:cubicBezTo>
                  <a:lnTo>
                    <a:pt x="1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5" name="Google Shape;1865;p38"/>
            <p:cNvSpPr/>
            <p:nvPr/>
          </p:nvSpPr>
          <p:spPr>
            <a:xfrm>
              <a:off x="3118885" y="1789272"/>
              <a:ext cx="3530" cy="3498"/>
            </a:xfrm>
            <a:custGeom>
              <a:avLst/>
              <a:gdLst/>
              <a:ahLst/>
              <a:cxnLst/>
              <a:rect l="l" t="t" r="r" b="b"/>
              <a:pathLst>
                <a:path w="111" h="110" extrusionOk="0">
                  <a:moveTo>
                    <a:pt x="47" y="0"/>
                  </a:moveTo>
                  <a:lnTo>
                    <a:pt x="47" y="0"/>
                  </a:lnTo>
                  <a:cubicBezTo>
                    <a:pt x="32" y="0"/>
                    <a:pt x="32" y="15"/>
                    <a:pt x="16" y="15"/>
                  </a:cubicBezTo>
                  <a:cubicBezTo>
                    <a:pt x="1" y="32"/>
                    <a:pt x="1" y="47"/>
                    <a:pt x="16" y="63"/>
                  </a:cubicBezTo>
                  <a:lnTo>
                    <a:pt x="32" y="63"/>
                  </a:lnTo>
                  <a:lnTo>
                    <a:pt x="47" y="110"/>
                  </a:lnTo>
                  <a:lnTo>
                    <a:pt x="79" y="110"/>
                  </a:lnTo>
                  <a:lnTo>
                    <a:pt x="95" y="110"/>
                  </a:lnTo>
                  <a:cubicBezTo>
                    <a:pt x="110" y="110"/>
                    <a:pt x="110" y="95"/>
                    <a:pt x="110" y="95"/>
                  </a:cubicBezTo>
                  <a:lnTo>
                    <a:pt x="110" y="78"/>
                  </a:lnTo>
                  <a:lnTo>
                    <a:pt x="110" y="78"/>
                  </a:lnTo>
                  <a:lnTo>
                    <a:pt x="110" y="63"/>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6" name="Google Shape;1866;p38"/>
            <p:cNvSpPr/>
            <p:nvPr/>
          </p:nvSpPr>
          <p:spPr>
            <a:xfrm>
              <a:off x="3349875" y="1812329"/>
              <a:ext cx="5565" cy="6520"/>
            </a:xfrm>
            <a:custGeom>
              <a:avLst/>
              <a:gdLst/>
              <a:ahLst/>
              <a:cxnLst/>
              <a:rect l="l" t="t" r="r" b="b"/>
              <a:pathLst>
                <a:path w="175" h="205" extrusionOk="0">
                  <a:moveTo>
                    <a:pt x="48" y="0"/>
                  </a:moveTo>
                  <a:lnTo>
                    <a:pt x="48" y="15"/>
                  </a:lnTo>
                  <a:lnTo>
                    <a:pt x="0" y="141"/>
                  </a:lnTo>
                  <a:lnTo>
                    <a:pt x="0" y="158"/>
                  </a:lnTo>
                  <a:lnTo>
                    <a:pt x="0" y="173"/>
                  </a:lnTo>
                  <a:lnTo>
                    <a:pt x="0" y="189"/>
                  </a:lnTo>
                  <a:lnTo>
                    <a:pt x="0" y="189"/>
                  </a:lnTo>
                  <a:cubicBezTo>
                    <a:pt x="17" y="189"/>
                    <a:pt x="32" y="204"/>
                    <a:pt x="32" y="204"/>
                  </a:cubicBezTo>
                  <a:lnTo>
                    <a:pt x="32" y="204"/>
                  </a:lnTo>
                  <a:lnTo>
                    <a:pt x="48" y="204"/>
                  </a:lnTo>
                  <a:lnTo>
                    <a:pt x="48" y="204"/>
                  </a:lnTo>
                  <a:lnTo>
                    <a:pt x="143" y="204"/>
                  </a:lnTo>
                  <a:lnTo>
                    <a:pt x="143" y="204"/>
                  </a:lnTo>
                  <a:cubicBezTo>
                    <a:pt x="158" y="204"/>
                    <a:pt x="174" y="189"/>
                    <a:pt x="174" y="158"/>
                  </a:cubicBezTo>
                  <a:cubicBezTo>
                    <a:pt x="174" y="158"/>
                    <a:pt x="158" y="141"/>
                    <a:pt x="143" y="141"/>
                  </a:cubicBezTo>
                  <a:lnTo>
                    <a:pt x="143" y="126"/>
                  </a:lnTo>
                  <a:lnTo>
                    <a:pt x="143" y="126"/>
                  </a:lnTo>
                  <a:lnTo>
                    <a:pt x="80" y="126"/>
                  </a:lnTo>
                  <a:lnTo>
                    <a:pt x="95" y="95"/>
                  </a:lnTo>
                  <a:lnTo>
                    <a:pt x="111" y="63"/>
                  </a:lnTo>
                  <a:lnTo>
                    <a:pt x="111" y="47"/>
                  </a:lnTo>
                  <a:lnTo>
                    <a:pt x="95" y="47"/>
                  </a:lnTo>
                  <a:lnTo>
                    <a:pt x="80" y="47"/>
                  </a:lnTo>
                  <a:cubicBezTo>
                    <a:pt x="80" y="47"/>
                    <a:pt x="63" y="47"/>
                    <a:pt x="63" y="32"/>
                  </a:cubicBezTo>
                  <a:cubicBezTo>
                    <a:pt x="48" y="32"/>
                    <a:pt x="48" y="15"/>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7" name="Google Shape;1867;p38"/>
            <p:cNvSpPr/>
            <p:nvPr/>
          </p:nvSpPr>
          <p:spPr>
            <a:xfrm>
              <a:off x="3081293" y="1794742"/>
              <a:ext cx="5025" cy="4039"/>
            </a:xfrm>
            <a:custGeom>
              <a:avLst/>
              <a:gdLst/>
              <a:ahLst/>
              <a:cxnLst/>
              <a:rect l="l" t="t" r="r" b="b"/>
              <a:pathLst>
                <a:path w="158" h="127" extrusionOk="0">
                  <a:moveTo>
                    <a:pt x="80" y="1"/>
                  </a:moveTo>
                  <a:lnTo>
                    <a:pt x="80" y="1"/>
                  </a:lnTo>
                  <a:cubicBezTo>
                    <a:pt x="80" y="1"/>
                    <a:pt x="63" y="1"/>
                    <a:pt x="63" y="17"/>
                  </a:cubicBezTo>
                  <a:lnTo>
                    <a:pt x="17" y="32"/>
                  </a:lnTo>
                  <a:cubicBezTo>
                    <a:pt x="0" y="49"/>
                    <a:pt x="0" y="64"/>
                    <a:pt x="17" y="80"/>
                  </a:cubicBezTo>
                  <a:cubicBezTo>
                    <a:pt x="17" y="95"/>
                    <a:pt x="32" y="95"/>
                    <a:pt x="48" y="95"/>
                  </a:cubicBezTo>
                  <a:lnTo>
                    <a:pt x="63" y="95"/>
                  </a:lnTo>
                  <a:lnTo>
                    <a:pt x="80" y="80"/>
                  </a:lnTo>
                  <a:lnTo>
                    <a:pt x="95" y="112"/>
                  </a:lnTo>
                  <a:cubicBezTo>
                    <a:pt x="95" y="127"/>
                    <a:pt x="111" y="127"/>
                    <a:pt x="126" y="127"/>
                  </a:cubicBezTo>
                  <a:lnTo>
                    <a:pt x="126" y="127"/>
                  </a:lnTo>
                  <a:lnTo>
                    <a:pt x="143" y="127"/>
                  </a:lnTo>
                  <a:cubicBezTo>
                    <a:pt x="158" y="112"/>
                    <a:pt x="158" y="95"/>
                    <a:pt x="158" y="80"/>
                  </a:cubicBezTo>
                  <a:lnTo>
                    <a:pt x="143" y="49"/>
                  </a:lnTo>
                  <a:cubicBezTo>
                    <a:pt x="126" y="49"/>
                    <a:pt x="126" y="49"/>
                    <a:pt x="111" y="32"/>
                  </a:cubicBezTo>
                  <a:lnTo>
                    <a:pt x="111"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8" name="Google Shape;1868;p38"/>
            <p:cNvSpPr/>
            <p:nvPr/>
          </p:nvSpPr>
          <p:spPr>
            <a:xfrm>
              <a:off x="3021152" y="1802279"/>
              <a:ext cx="4039" cy="3053"/>
            </a:xfrm>
            <a:custGeom>
              <a:avLst/>
              <a:gdLst/>
              <a:ahLst/>
              <a:cxnLst/>
              <a:rect l="l" t="t" r="r" b="b"/>
              <a:pathLst>
                <a:path w="127" h="96" extrusionOk="0">
                  <a:moveTo>
                    <a:pt x="32" y="1"/>
                  </a:moveTo>
                  <a:lnTo>
                    <a:pt x="32" y="1"/>
                  </a:lnTo>
                  <a:cubicBezTo>
                    <a:pt x="17" y="1"/>
                    <a:pt x="1" y="16"/>
                    <a:pt x="1" y="32"/>
                  </a:cubicBezTo>
                  <a:lnTo>
                    <a:pt x="1" y="32"/>
                  </a:lnTo>
                  <a:cubicBezTo>
                    <a:pt x="17" y="32"/>
                    <a:pt x="32" y="32"/>
                    <a:pt x="32" y="48"/>
                  </a:cubicBezTo>
                  <a:lnTo>
                    <a:pt x="32" y="79"/>
                  </a:lnTo>
                  <a:lnTo>
                    <a:pt x="80" y="95"/>
                  </a:lnTo>
                  <a:lnTo>
                    <a:pt x="80" y="95"/>
                  </a:lnTo>
                  <a:lnTo>
                    <a:pt x="95" y="95"/>
                  </a:lnTo>
                  <a:cubicBezTo>
                    <a:pt x="112" y="95"/>
                    <a:pt x="112" y="79"/>
                    <a:pt x="127" y="64"/>
                  </a:cubicBezTo>
                  <a:lnTo>
                    <a:pt x="127" y="64"/>
                  </a:lnTo>
                  <a:cubicBezTo>
                    <a:pt x="127" y="48"/>
                    <a:pt x="112" y="32"/>
                    <a:pt x="95" y="32"/>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9" name="Google Shape;1869;p38"/>
            <p:cNvSpPr/>
            <p:nvPr/>
          </p:nvSpPr>
          <p:spPr>
            <a:xfrm>
              <a:off x="3302774" y="1821807"/>
              <a:ext cx="6042" cy="2576"/>
            </a:xfrm>
            <a:custGeom>
              <a:avLst/>
              <a:gdLst/>
              <a:ahLst/>
              <a:cxnLst/>
              <a:rect l="l" t="t" r="r" b="b"/>
              <a:pathLst>
                <a:path w="190" h="81" extrusionOk="0">
                  <a:moveTo>
                    <a:pt x="32" y="1"/>
                  </a:moveTo>
                  <a:lnTo>
                    <a:pt x="32" y="1"/>
                  </a:lnTo>
                  <a:cubicBezTo>
                    <a:pt x="17" y="1"/>
                    <a:pt x="0" y="1"/>
                    <a:pt x="0" y="17"/>
                  </a:cubicBezTo>
                  <a:lnTo>
                    <a:pt x="0" y="32"/>
                  </a:lnTo>
                  <a:cubicBezTo>
                    <a:pt x="0" y="49"/>
                    <a:pt x="17" y="64"/>
                    <a:pt x="32" y="64"/>
                  </a:cubicBezTo>
                  <a:lnTo>
                    <a:pt x="48" y="64"/>
                  </a:lnTo>
                  <a:lnTo>
                    <a:pt x="143" y="80"/>
                  </a:lnTo>
                  <a:lnTo>
                    <a:pt x="143" y="80"/>
                  </a:lnTo>
                  <a:lnTo>
                    <a:pt x="174" y="80"/>
                  </a:lnTo>
                  <a:cubicBezTo>
                    <a:pt x="174" y="80"/>
                    <a:pt x="189" y="64"/>
                    <a:pt x="189" y="49"/>
                  </a:cubicBezTo>
                  <a:cubicBezTo>
                    <a:pt x="189" y="32"/>
                    <a:pt x="174" y="17"/>
                    <a:pt x="158" y="17"/>
                  </a:cubicBezTo>
                  <a:lnTo>
                    <a:pt x="158" y="17"/>
                  </a:lnTo>
                  <a:lnTo>
                    <a:pt x="143" y="17"/>
                  </a:lnTo>
                  <a:lnTo>
                    <a:pt x="126"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0" name="Google Shape;1870;p38"/>
            <p:cNvSpPr/>
            <p:nvPr/>
          </p:nvSpPr>
          <p:spPr>
            <a:xfrm>
              <a:off x="3200556" y="1772225"/>
              <a:ext cx="6551" cy="2512"/>
            </a:xfrm>
            <a:custGeom>
              <a:avLst/>
              <a:gdLst/>
              <a:ahLst/>
              <a:cxnLst/>
              <a:rect l="l" t="t" r="r" b="b"/>
              <a:pathLst>
                <a:path w="206" h="79" extrusionOk="0">
                  <a:moveTo>
                    <a:pt x="206" y="1"/>
                  </a:moveTo>
                  <a:cubicBezTo>
                    <a:pt x="143" y="1"/>
                    <a:pt x="95" y="1"/>
                    <a:pt x="48" y="16"/>
                  </a:cubicBezTo>
                  <a:lnTo>
                    <a:pt x="32" y="16"/>
                  </a:lnTo>
                  <a:cubicBezTo>
                    <a:pt x="17" y="32"/>
                    <a:pt x="0" y="47"/>
                    <a:pt x="17" y="64"/>
                  </a:cubicBezTo>
                  <a:cubicBezTo>
                    <a:pt x="17" y="79"/>
                    <a:pt x="32" y="79"/>
                    <a:pt x="48" y="79"/>
                  </a:cubicBezTo>
                  <a:lnTo>
                    <a:pt x="63" y="79"/>
                  </a:lnTo>
                  <a:lnTo>
                    <a:pt x="174" y="16"/>
                  </a:lnTo>
                  <a:cubicBezTo>
                    <a:pt x="189" y="16"/>
                    <a:pt x="206"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1" name="Google Shape;1871;p38"/>
            <p:cNvSpPr/>
            <p:nvPr/>
          </p:nvSpPr>
          <p:spPr>
            <a:xfrm>
              <a:off x="3411001" y="1761698"/>
              <a:ext cx="8046" cy="3530"/>
            </a:xfrm>
            <a:custGeom>
              <a:avLst/>
              <a:gdLst/>
              <a:ahLst/>
              <a:cxnLst/>
              <a:rect l="l" t="t" r="r" b="b"/>
              <a:pathLst>
                <a:path w="253" h="111" extrusionOk="0">
                  <a:moveTo>
                    <a:pt x="221" y="0"/>
                  </a:moveTo>
                  <a:lnTo>
                    <a:pt x="221" y="16"/>
                  </a:lnTo>
                  <a:lnTo>
                    <a:pt x="221" y="16"/>
                  </a:lnTo>
                  <a:lnTo>
                    <a:pt x="174" y="16"/>
                  </a:lnTo>
                  <a:lnTo>
                    <a:pt x="127" y="32"/>
                  </a:lnTo>
                  <a:lnTo>
                    <a:pt x="127" y="48"/>
                  </a:lnTo>
                  <a:cubicBezTo>
                    <a:pt x="111" y="63"/>
                    <a:pt x="111" y="63"/>
                    <a:pt x="95" y="63"/>
                  </a:cubicBezTo>
                  <a:lnTo>
                    <a:pt x="80" y="63"/>
                  </a:lnTo>
                  <a:cubicBezTo>
                    <a:pt x="64" y="63"/>
                    <a:pt x="64" y="48"/>
                    <a:pt x="64" y="32"/>
                  </a:cubicBezTo>
                  <a:lnTo>
                    <a:pt x="32" y="48"/>
                  </a:lnTo>
                  <a:lnTo>
                    <a:pt x="17" y="48"/>
                  </a:lnTo>
                  <a:lnTo>
                    <a:pt x="1" y="48"/>
                  </a:lnTo>
                  <a:cubicBezTo>
                    <a:pt x="1" y="63"/>
                    <a:pt x="17" y="63"/>
                    <a:pt x="17" y="79"/>
                  </a:cubicBezTo>
                  <a:lnTo>
                    <a:pt x="17" y="95"/>
                  </a:lnTo>
                  <a:lnTo>
                    <a:pt x="17" y="111"/>
                  </a:lnTo>
                  <a:lnTo>
                    <a:pt x="32" y="111"/>
                  </a:lnTo>
                  <a:lnTo>
                    <a:pt x="32" y="111"/>
                  </a:lnTo>
                  <a:lnTo>
                    <a:pt x="48" y="111"/>
                  </a:lnTo>
                  <a:lnTo>
                    <a:pt x="127" y="95"/>
                  </a:lnTo>
                  <a:lnTo>
                    <a:pt x="190" y="79"/>
                  </a:lnTo>
                  <a:lnTo>
                    <a:pt x="221" y="79"/>
                  </a:lnTo>
                  <a:lnTo>
                    <a:pt x="253" y="63"/>
                  </a:lnTo>
                  <a:lnTo>
                    <a:pt x="253" y="32"/>
                  </a:lnTo>
                  <a:lnTo>
                    <a:pt x="253" y="32"/>
                  </a:lnTo>
                  <a:cubicBezTo>
                    <a:pt x="253" y="16"/>
                    <a:pt x="238"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2" name="Google Shape;1872;p38"/>
            <p:cNvSpPr/>
            <p:nvPr/>
          </p:nvSpPr>
          <p:spPr>
            <a:xfrm>
              <a:off x="3131924" y="1824351"/>
              <a:ext cx="4516" cy="4516"/>
            </a:xfrm>
            <a:custGeom>
              <a:avLst/>
              <a:gdLst/>
              <a:ahLst/>
              <a:cxnLst/>
              <a:rect l="l" t="t" r="r" b="b"/>
              <a:pathLst>
                <a:path w="142" h="142" extrusionOk="0">
                  <a:moveTo>
                    <a:pt x="15" y="63"/>
                  </a:moveTo>
                  <a:lnTo>
                    <a:pt x="15" y="63"/>
                  </a:lnTo>
                  <a:lnTo>
                    <a:pt x="15" y="63"/>
                  </a:lnTo>
                  <a:close/>
                  <a:moveTo>
                    <a:pt x="47" y="0"/>
                  </a:moveTo>
                  <a:lnTo>
                    <a:pt x="47" y="0"/>
                  </a:lnTo>
                  <a:cubicBezTo>
                    <a:pt x="32" y="0"/>
                    <a:pt x="32" y="15"/>
                    <a:pt x="15" y="15"/>
                  </a:cubicBezTo>
                  <a:cubicBezTo>
                    <a:pt x="0" y="32"/>
                    <a:pt x="0" y="47"/>
                    <a:pt x="15" y="63"/>
                  </a:cubicBezTo>
                  <a:lnTo>
                    <a:pt x="15" y="63"/>
                  </a:lnTo>
                  <a:cubicBezTo>
                    <a:pt x="15" y="78"/>
                    <a:pt x="32" y="110"/>
                    <a:pt x="47" y="126"/>
                  </a:cubicBezTo>
                  <a:lnTo>
                    <a:pt x="78" y="126"/>
                  </a:lnTo>
                  <a:lnTo>
                    <a:pt x="78" y="126"/>
                  </a:lnTo>
                  <a:lnTo>
                    <a:pt x="78" y="126"/>
                  </a:lnTo>
                  <a:cubicBezTo>
                    <a:pt x="95" y="141"/>
                    <a:pt x="110" y="141"/>
                    <a:pt x="110" y="141"/>
                  </a:cubicBezTo>
                  <a:lnTo>
                    <a:pt x="126" y="141"/>
                  </a:lnTo>
                  <a:lnTo>
                    <a:pt x="126" y="141"/>
                  </a:lnTo>
                  <a:cubicBezTo>
                    <a:pt x="141" y="126"/>
                    <a:pt x="141" y="126"/>
                    <a:pt x="141" y="110"/>
                  </a:cubicBezTo>
                  <a:lnTo>
                    <a:pt x="141" y="95"/>
                  </a:lnTo>
                  <a:lnTo>
                    <a:pt x="141" y="78"/>
                  </a:lnTo>
                  <a:cubicBezTo>
                    <a:pt x="126" y="63"/>
                    <a:pt x="110" y="47"/>
                    <a:pt x="95" y="47"/>
                  </a:cubicBezTo>
                  <a:lnTo>
                    <a:pt x="78" y="47"/>
                  </a:lnTo>
                  <a:cubicBezTo>
                    <a:pt x="78" y="32"/>
                    <a:pt x="78" y="32"/>
                    <a:pt x="63" y="15"/>
                  </a:cubicBez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3" name="Google Shape;1873;p38"/>
            <p:cNvSpPr/>
            <p:nvPr/>
          </p:nvSpPr>
          <p:spPr>
            <a:xfrm>
              <a:off x="3132401" y="1826355"/>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4" name="Google Shape;1874;p38"/>
            <p:cNvSpPr/>
            <p:nvPr/>
          </p:nvSpPr>
          <p:spPr>
            <a:xfrm>
              <a:off x="3196072" y="1783261"/>
              <a:ext cx="5502" cy="3498"/>
            </a:xfrm>
            <a:custGeom>
              <a:avLst/>
              <a:gdLst/>
              <a:ahLst/>
              <a:cxnLst/>
              <a:rect l="l" t="t" r="r" b="b"/>
              <a:pathLst>
                <a:path w="173" h="110" extrusionOk="0">
                  <a:moveTo>
                    <a:pt x="126" y="0"/>
                  </a:moveTo>
                  <a:lnTo>
                    <a:pt x="126" y="0"/>
                  </a:lnTo>
                  <a:lnTo>
                    <a:pt x="110" y="0"/>
                  </a:lnTo>
                  <a:lnTo>
                    <a:pt x="15" y="47"/>
                  </a:lnTo>
                  <a:cubicBezTo>
                    <a:pt x="15" y="47"/>
                    <a:pt x="0" y="47"/>
                    <a:pt x="0" y="63"/>
                  </a:cubicBezTo>
                  <a:lnTo>
                    <a:pt x="0" y="78"/>
                  </a:lnTo>
                  <a:cubicBezTo>
                    <a:pt x="0" y="95"/>
                    <a:pt x="15" y="110"/>
                    <a:pt x="32" y="110"/>
                  </a:cubicBezTo>
                  <a:lnTo>
                    <a:pt x="47" y="110"/>
                  </a:lnTo>
                  <a:lnTo>
                    <a:pt x="63" y="95"/>
                  </a:lnTo>
                  <a:lnTo>
                    <a:pt x="141" y="63"/>
                  </a:lnTo>
                  <a:cubicBezTo>
                    <a:pt x="158" y="63"/>
                    <a:pt x="173" y="32"/>
                    <a:pt x="158" y="15"/>
                  </a:cubicBez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5" name="Google Shape;1875;p38"/>
            <p:cNvSpPr/>
            <p:nvPr/>
          </p:nvSpPr>
          <p:spPr>
            <a:xfrm>
              <a:off x="3017145" y="1801294"/>
              <a:ext cx="2576" cy="4039"/>
            </a:xfrm>
            <a:custGeom>
              <a:avLst/>
              <a:gdLst/>
              <a:ahLst/>
              <a:cxnLst/>
              <a:rect l="l" t="t" r="r" b="b"/>
              <a:pathLst>
                <a:path w="81" h="127" extrusionOk="0">
                  <a:moveTo>
                    <a:pt x="49" y="0"/>
                  </a:moveTo>
                  <a:lnTo>
                    <a:pt x="49" y="0"/>
                  </a:lnTo>
                  <a:lnTo>
                    <a:pt x="32" y="0"/>
                  </a:lnTo>
                  <a:cubicBezTo>
                    <a:pt x="17" y="16"/>
                    <a:pt x="1" y="32"/>
                    <a:pt x="17" y="47"/>
                  </a:cubicBezTo>
                  <a:lnTo>
                    <a:pt x="32" y="95"/>
                  </a:lnTo>
                  <a:cubicBezTo>
                    <a:pt x="32" y="110"/>
                    <a:pt x="49" y="110"/>
                    <a:pt x="49" y="110"/>
                  </a:cubicBezTo>
                  <a:cubicBezTo>
                    <a:pt x="49" y="126"/>
                    <a:pt x="49" y="126"/>
                    <a:pt x="64" y="126"/>
                  </a:cubicBezTo>
                  <a:lnTo>
                    <a:pt x="49" y="110"/>
                  </a:lnTo>
                  <a:lnTo>
                    <a:pt x="32" y="63"/>
                  </a:lnTo>
                  <a:cubicBezTo>
                    <a:pt x="32" y="47"/>
                    <a:pt x="49" y="32"/>
                    <a:pt x="64" y="32"/>
                  </a:cubicBezTo>
                  <a:lnTo>
                    <a:pt x="64" y="16"/>
                  </a:lnTo>
                  <a:lnTo>
                    <a:pt x="80" y="16"/>
                  </a:lnTo>
                  <a:lnTo>
                    <a:pt x="80" y="32"/>
                  </a:lnTo>
                  <a:cubicBezTo>
                    <a:pt x="80" y="16"/>
                    <a:pt x="80" y="16"/>
                    <a:pt x="64" y="16"/>
                  </a:cubicBezTo>
                  <a:cubicBezTo>
                    <a:pt x="64"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6" name="Google Shape;1876;p38"/>
            <p:cNvSpPr/>
            <p:nvPr/>
          </p:nvSpPr>
          <p:spPr>
            <a:xfrm>
              <a:off x="3317308" y="1817800"/>
              <a:ext cx="7537" cy="4039"/>
            </a:xfrm>
            <a:custGeom>
              <a:avLst/>
              <a:gdLst/>
              <a:ahLst/>
              <a:cxnLst/>
              <a:rect l="l" t="t" r="r" b="b"/>
              <a:pathLst>
                <a:path w="237" h="127" extrusionOk="0">
                  <a:moveTo>
                    <a:pt x="111" y="1"/>
                  </a:moveTo>
                  <a:cubicBezTo>
                    <a:pt x="127" y="17"/>
                    <a:pt x="127" y="17"/>
                    <a:pt x="127" y="32"/>
                  </a:cubicBezTo>
                  <a:cubicBezTo>
                    <a:pt x="127" y="49"/>
                    <a:pt x="111" y="64"/>
                    <a:pt x="95" y="64"/>
                  </a:cubicBezTo>
                  <a:lnTo>
                    <a:pt x="79" y="64"/>
                  </a:lnTo>
                  <a:lnTo>
                    <a:pt x="64" y="64"/>
                  </a:lnTo>
                  <a:lnTo>
                    <a:pt x="48" y="64"/>
                  </a:lnTo>
                  <a:lnTo>
                    <a:pt x="32" y="64"/>
                  </a:lnTo>
                  <a:lnTo>
                    <a:pt x="16" y="64"/>
                  </a:lnTo>
                  <a:lnTo>
                    <a:pt x="32" y="64"/>
                  </a:lnTo>
                  <a:lnTo>
                    <a:pt x="32" y="80"/>
                  </a:lnTo>
                  <a:lnTo>
                    <a:pt x="79" y="95"/>
                  </a:lnTo>
                  <a:lnTo>
                    <a:pt x="79" y="95"/>
                  </a:lnTo>
                  <a:cubicBezTo>
                    <a:pt x="95" y="95"/>
                    <a:pt x="111" y="80"/>
                    <a:pt x="111" y="80"/>
                  </a:cubicBezTo>
                  <a:lnTo>
                    <a:pt x="111" y="80"/>
                  </a:lnTo>
                  <a:cubicBezTo>
                    <a:pt x="111" y="80"/>
                    <a:pt x="127" y="80"/>
                    <a:pt x="127" y="95"/>
                  </a:cubicBezTo>
                  <a:cubicBezTo>
                    <a:pt x="142" y="95"/>
                    <a:pt x="158" y="112"/>
                    <a:pt x="190" y="112"/>
                  </a:cubicBezTo>
                  <a:lnTo>
                    <a:pt x="190" y="127"/>
                  </a:lnTo>
                  <a:cubicBezTo>
                    <a:pt x="205" y="127"/>
                    <a:pt x="221" y="112"/>
                    <a:pt x="221" y="95"/>
                  </a:cubicBezTo>
                  <a:cubicBezTo>
                    <a:pt x="237" y="80"/>
                    <a:pt x="221" y="49"/>
                    <a:pt x="205" y="49"/>
                  </a:cubicBezTo>
                  <a:lnTo>
                    <a:pt x="190" y="49"/>
                  </a:lnTo>
                  <a:cubicBezTo>
                    <a:pt x="174" y="49"/>
                    <a:pt x="174" y="32"/>
                    <a:pt x="174" y="32"/>
                  </a:cubicBezTo>
                  <a:cubicBezTo>
                    <a:pt x="174" y="32"/>
                    <a:pt x="158" y="17"/>
                    <a:pt x="142" y="17"/>
                  </a:cubicBezTo>
                  <a:cubicBezTo>
                    <a:pt x="127" y="17"/>
                    <a:pt x="127" y="1"/>
                    <a:pt x="111" y="1"/>
                  </a:cubicBezTo>
                  <a:close/>
                  <a:moveTo>
                    <a:pt x="1" y="1"/>
                  </a:moveTo>
                  <a:lnTo>
                    <a:pt x="1" y="1"/>
                  </a:lnTo>
                  <a:lnTo>
                    <a:pt x="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7" name="Google Shape;1877;p38"/>
            <p:cNvSpPr/>
            <p:nvPr/>
          </p:nvSpPr>
          <p:spPr>
            <a:xfrm>
              <a:off x="3424041" y="1754669"/>
              <a:ext cx="6042" cy="7060"/>
            </a:xfrm>
            <a:custGeom>
              <a:avLst/>
              <a:gdLst/>
              <a:ahLst/>
              <a:cxnLst/>
              <a:rect l="l" t="t" r="r" b="b"/>
              <a:pathLst>
                <a:path w="190" h="222" extrusionOk="0">
                  <a:moveTo>
                    <a:pt x="32" y="1"/>
                  </a:moveTo>
                  <a:cubicBezTo>
                    <a:pt x="32" y="17"/>
                    <a:pt x="17" y="17"/>
                    <a:pt x="17" y="32"/>
                  </a:cubicBezTo>
                  <a:lnTo>
                    <a:pt x="17" y="48"/>
                  </a:lnTo>
                  <a:lnTo>
                    <a:pt x="17" y="64"/>
                  </a:lnTo>
                  <a:cubicBezTo>
                    <a:pt x="0" y="80"/>
                    <a:pt x="17" y="95"/>
                    <a:pt x="17" y="111"/>
                  </a:cubicBezTo>
                  <a:lnTo>
                    <a:pt x="17" y="127"/>
                  </a:lnTo>
                  <a:cubicBezTo>
                    <a:pt x="17" y="143"/>
                    <a:pt x="32" y="143"/>
                    <a:pt x="32" y="143"/>
                  </a:cubicBezTo>
                  <a:lnTo>
                    <a:pt x="48" y="143"/>
                  </a:lnTo>
                  <a:lnTo>
                    <a:pt x="111" y="111"/>
                  </a:lnTo>
                  <a:lnTo>
                    <a:pt x="80" y="190"/>
                  </a:lnTo>
                  <a:cubicBezTo>
                    <a:pt x="80" y="206"/>
                    <a:pt x="95" y="221"/>
                    <a:pt x="111" y="221"/>
                  </a:cubicBezTo>
                  <a:lnTo>
                    <a:pt x="126" y="221"/>
                  </a:lnTo>
                  <a:cubicBezTo>
                    <a:pt x="143" y="221"/>
                    <a:pt x="143" y="221"/>
                    <a:pt x="158" y="206"/>
                  </a:cubicBezTo>
                  <a:lnTo>
                    <a:pt x="158" y="174"/>
                  </a:lnTo>
                  <a:lnTo>
                    <a:pt x="189" y="80"/>
                  </a:lnTo>
                  <a:lnTo>
                    <a:pt x="189" y="64"/>
                  </a:lnTo>
                  <a:cubicBezTo>
                    <a:pt x="189" y="64"/>
                    <a:pt x="189" y="48"/>
                    <a:pt x="174" y="32"/>
                  </a:cubicBezTo>
                  <a:lnTo>
                    <a:pt x="158" y="32"/>
                  </a:lnTo>
                  <a:lnTo>
                    <a:pt x="158" y="32"/>
                  </a:lnTo>
                  <a:lnTo>
                    <a:pt x="143" y="32"/>
                  </a:lnTo>
                  <a:lnTo>
                    <a:pt x="80" y="48"/>
                  </a:lnTo>
                  <a:lnTo>
                    <a:pt x="80" y="48"/>
                  </a:lnTo>
                  <a:cubicBezTo>
                    <a:pt x="80" y="32"/>
                    <a:pt x="80" y="17"/>
                    <a:pt x="63"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8" name="Google Shape;1878;p38"/>
            <p:cNvSpPr/>
            <p:nvPr/>
          </p:nvSpPr>
          <p:spPr>
            <a:xfrm>
              <a:off x="3142928" y="1823333"/>
              <a:ext cx="3530" cy="5534"/>
            </a:xfrm>
            <a:custGeom>
              <a:avLst/>
              <a:gdLst/>
              <a:ahLst/>
              <a:cxnLst/>
              <a:rect l="l" t="t" r="r" b="b"/>
              <a:pathLst>
                <a:path w="111" h="174" extrusionOk="0">
                  <a:moveTo>
                    <a:pt x="48" y="1"/>
                  </a:moveTo>
                  <a:lnTo>
                    <a:pt x="32" y="1"/>
                  </a:lnTo>
                  <a:lnTo>
                    <a:pt x="32" y="16"/>
                  </a:lnTo>
                  <a:cubicBezTo>
                    <a:pt x="16" y="16"/>
                    <a:pt x="1" y="32"/>
                    <a:pt x="16" y="47"/>
                  </a:cubicBezTo>
                  <a:lnTo>
                    <a:pt x="16" y="79"/>
                  </a:lnTo>
                  <a:lnTo>
                    <a:pt x="16" y="110"/>
                  </a:lnTo>
                  <a:lnTo>
                    <a:pt x="16" y="110"/>
                  </a:lnTo>
                  <a:lnTo>
                    <a:pt x="1" y="110"/>
                  </a:lnTo>
                  <a:cubicBezTo>
                    <a:pt x="1" y="127"/>
                    <a:pt x="1" y="158"/>
                    <a:pt x="16" y="158"/>
                  </a:cubicBezTo>
                  <a:cubicBezTo>
                    <a:pt x="16" y="173"/>
                    <a:pt x="32" y="173"/>
                    <a:pt x="32" y="173"/>
                  </a:cubicBezTo>
                  <a:cubicBezTo>
                    <a:pt x="48" y="173"/>
                    <a:pt x="48" y="173"/>
                    <a:pt x="64" y="158"/>
                  </a:cubicBezTo>
                  <a:lnTo>
                    <a:pt x="64" y="158"/>
                  </a:lnTo>
                  <a:cubicBezTo>
                    <a:pt x="79" y="142"/>
                    <a:pt x="79" y="127"/>
                    <a:pt x="95" y="110"/>
                  </a:cubicBezTo>
                  <a:cubicBezTo>
                    <a:pt x="95" y="110"/>
                    <a:pt x="95" y="95"/>
                    <a:pt x="79" y="95"/>
                  </a:cubicBezTo>
                  <a:lnTo>
                    <a:pt x="95" y="95"/>
                  </a:lnTo>
                  <a:lnTo>
                    <a:pt x="95" y="95"/>
                  </a:lnTo>
                  <a:cubicBezTo>
                    <a:pt x="111" y="64"/>
                    <a:pt x="95" y="47"/>
                    <a:pt x="95" y="32"/>
                  </a:cubicBezTo>
                  <a:cubicBezTo>
                    <a:pt x="95" y="32"/>
                    <a:pt x="79" y="32"/>
                    <a:pt x="79" y="16"/>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9" name="Google Shape;1879;p38"/>
            <p:cNvSpPr/>
            <p:nvPr/>
          </p:nvSpPr>
          <p:spPr>
            <a:xfrm>
              <a:off x="3326817" y="1815319"/>
              <a:ext cx="4580" cy="4516"/>
            </a:xfrm>
            <a:custGeom>
              <a:avLst/>
              <a:gdLst/>
              <a:ahLst/>
              <a:cxnLst/>
              <a:rect l="l" t="t" r="r" b="b"/>
              <a:pathLst>
                <a:path w="144" h="142" extrusionOk="0">
                  <a:moveTo>
                    <a:pt x="112" y="1"/>
                  </a:moveTo>
                  <a:lnTo>
                    <a:pt x="112" y="1"/>
                  </a:lnTo>
                  <a:lnTo>
                    <a:pt x="95" y="1"/>
                  </a:lnTo>
                  <a:cubicBezTo>
                    <a:pt x="95" y="1"/>
                    <a:pt x="95" y="16"/>
                    <a:pt x="80" y="16"/>
                  </a:cubicBezTo>
                  <a:lnTo>
                    <a:pt x="80" y="16"/>
                  </a:lnTo>
                  <a:lnTo>
                    <a:pt x="80" y="16"/>
                  </a:lnTo>
                  <a:cubicBezTo>
                    <a:pt x="64" y="32"/>
                    <a:pt x="64" y="32"/>
                    <a:pt x="48" y="32"/>
                  </a:cubicBezTo>
                  <a:lnTo>
                    <a:pt x="48" y="47"/>
                  </a:lnTo>
                  <a:lnTo>
                    <a:pt x="48" y="47"/>
                  </a:lnTo>
                  <a:cubicBezTo>
                    <a:pt x="32" y="47"/>
                    <a:pt x="32" y="64"/>
                    <a:pt x="17" y="64"/>
                  </a:cubicBezTo>
                  <a:lnTo>
                    <a:pt x="17" y="79"/>
                  </a:lnTo>
                  <a:cubicBezTo>
                    <a:pt x="1" y="95"/>
                    <a:pt x="1" y="110"/>
                    <a:pt x="17" y="127"/>
                  </a:cubicBezTo>
                  <a:cubicBezTo>
                    <a:pt x="32" y="127"/>
                    <a:pt x="32" y="142"/>
                    <a:pt x="48" y="142"/>
                  </a:cubicBezTo>
                  <a:lnTo>
                    <a:pt x="64" y="127"/>
                  </a:lnTo>
                  <a:cubicBezTo>
                    <a:pt x="80" y="127"/>
                    <a:pt x="80" y="110"/>
                    <a:pt x="80" y="110"/>
                  </a:cubicBezTo>
                  <a:lnTo>
                    <a:pt x="95" y="95"/>
                  </a:lnTo>
                  <a:lnTo>
                    <a:pt x="95" y="95"/>
                  </a:lnTo>
                  <a:lnTo>
                    <a:pt x="112" y="79"/>
                  </a:lnTo>
                  <a:cubicBezTo>
                    <a:pt x="127" y="79"/>
                    <a:pt x="127" y="64"/>
                    <a:pt x="127" y="64"/>
                  </a:cubicBezTo>
                  <a:cubicBezTo>
                    <a:pt x="127" y="64"/>
                    <a:pt x="143" y="64"/>
                    <a:pt x="143" y="47"/>
                  </a:cubicBezTo>
                  <a:cubicBezTo>
                    <a:pt x="143" y="32"/>
                    <a:pt x="143" y="32"/>
                    <a:pt x="12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0" name="Google Shape;1880;p38"/>
            <p:cNvSpPr/>
            <p:nvPr/>
          </p:nvSpPr>
          <p:spPr>
            <a:xfrm>
              <a:off x="3021152" y="1794265"/>
              <a:ext cx="4580" cy="3530"/>
            </a:xfrm>
            <a:custGeom>
              <a:avLst/>
              <a:gdLst/>
              <a:ahLst/>
              <a:cxnLst/>
              <a:rect l="l" t="t" r="r" b="b"/>
              <a:pathLst>
                <a:path w="144" h="111" extrusionOk="0">
                  <a:moveTo>
                    <a:pt x="80" y="1"/>
                  </a:moveTo>
                  <a:lnTo>
                    <a:pt x="80" y="1"/>
                  </a:lnTo>
                  <a:lnTo>
                    <a:pt x="64" y="1"/>
                  </a:lnTo>
                  <a:lnTo>
                    <a:pt x="32" y="16"/>
                  </a:lnTo>
                  <a:lnTo>
                    <a:pt x="17" y="32"/>
                  </a:lnTo>
                  <a:cubicBezTo>
                    <a:pt x="1" y="47"/>
                    <a:pt x="1" y="64"/>
                    <a:pt x="1" y="64"/>
                  </a:cubicBezTo>
                  <a:cubicBezTo>
                    <a:pt x="1" y="79"/>
                    <a:pt x="17" y="95"/>
                    <a:pt x="32" y="95"/>
                  </a:cubicBezTo>
                  <a:lnTo>
                    <a:pt x="32" y="95"/>
                  </a:lnTo>
                  <a:lnTo>
                    <a:pt x="95" y="110"/>
                  </a:lnTo>
                  <a:lnTo>
                    <a:pt x="95" y="110"/>
                  </a:lnTo>
                  <a:cubicBezTo>
                    <a:pt x="112" y="110"/>
                    <a:pt x="127" y="95"/>
                    <a:pt x="127" y="79"/>
                  </a:cubicBezTo>
                  <a:cubicBezTo>
                    <a:pt x="143" y="64"/>
                    <a:pt x="127" y="47"/>
                    <a:pt x="112" y="47"/>
                  </a:cubicBezTo>
                  <a:lnTo>
                    <a:pt x="112"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1" name="Google Shape;1881;p38"/>
            <p:cNvSpPr/>
            <p:nvPr/>
          </p:nvSpPr>
          <p:spPr>
            <a:xfrm>
              <a:off x="3268203" y="1771239"/>
              <a:ext cx="6520" cy="3021"/>
            </a:xfrm>
            <a:custGeom>
              <a:avLst/>
              <a:gdLst/>
              <a:ahLst/>
              <a:cxnLst/>
              <a:rect l="l" t="t" r="r" b="b"/>
              <a:pathLst>
                <a:path w="205" h="95" extrusionOk="0">
                  <a:moveTo>
                    <a:pt x="47" y="0"/>
                  </a:moveTo>
                  <a:lnTo>
                    <a:pt x="47" y="0"/>
                  </a:lnTo>
                  <a:cubicBezTo>
                    <a:pt x="47" y="15"/>
                    <a:pt x="32" y="15"/>
                    <a:pt x="16" y="15"/>
                  </a:cubicBezTo>
                  <a:lnTo>
                    <a:pt x="1" y="15"/>
                  </a:lnTo>
                  <a:cubicBezTo>
                    <a:pt x="1" y="32"/>
                    <a:pt x="1" y="47"/>
                    <a:pt x="16" y="63"/>
                  </a:cubicBezTo>
                  <a:cubicBezTo>
                    <a:pt x="32" y="63"/>
                    <a:pt x="47" y="63"/>
                    <a:pt x="47" y="78"/>
                  </a:cubicBezTo>
                  <a:lnTo>
                    <a:pt x="79" y="78"/>
                  </a:lnTo>
                  <a:lnTo>
                    <a:pt x="95" y="78"/>
                  </a:lnTo>
                  <a:cubicBezTo>
                    <a:pt x="110" y="63"/>
                    <a:pt x="110" y="63"/>
                    <a:pt x="127" y="63"/>
                  </a:cubicBezTo>
                  <a:lnTo>
                    <a:pt x="127" y="63"/>
                  </a:lnTo>
                  <a:cubicBezTo>
                    <a:pt x="142" y="63"/>
                    <a:pt x="142" y="78"/>
                    <a:pt x="142" y="78"/>
                  </a:cubicBezTo>
                  <a:lnTo>
                    <a:pt x="142" y="78"/>
                  </a:lnTo>
                  <a:cubicBezTo>
                    <a:pt x="158" y="95"/>
                    <a:pt x="158" y="95"/>
                    <a:pt x="173" y="95"/>
                  </a:cubicBezTo>
                  <a:lnTo>
                    <a:pt x="190" y="95"/>
                  </a:lnTo>
                  <a:cubicBezTo>
                    <a:pt x="205" y="95"/>
                    <a:pt x="205" y="78"/>
                    <a:pt x="205" y="78"/>
                  </a:cubicBezTo>
                  <a:lnTo>
                    <a:pt x="205" y="47"/>
                  </a:lnTo>
                  <a:cubicBezTo>
                    <a:pt x="205" y="32"/>
                    <a:pt x="190" y="32"/>
                    <a:pt x="190" y="15"/>
                  </a:cubicBezTo>
                  <a:lnTo>
                    <a:pt x="190" y="15"/>
                  </a:lnTo>
                  <a:cubicBezTo>
                    <a:pt x="190" y="47"/>
                    <a:pt x="173" y="63"/>
                    <a:pt x="158" y="63"/>
                  </a:cubicBezTo>
                  <a:lnTo>
                    <a:pt x="142" y="63"/>
                  </a:lnTo>
                  <a:cubicBezTo>
                    <a:pt x="127" y="63"/>
                    <a:pt x="110" y="47"/>
                    <a:pt x="110" y="32"/>
                  </a:cubicBezTo>
                  <a:lnTo>
                    <a:pt x="110" y="0"/>
                  </a:lnTo>
                  <a:lnTo>
                    <a:pt x="95" y="0"/>
                  </a:lnTo>
                  <a:lnTo>
                    <a:pt x="79" y="0"/>
                  </a:lnTo>
                  <a:lnTo>
                    <a:pt x="79"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2" name="Google Shape;1882;p38"/>
            <p:cNvSpPr/>
            <p:nvPr/>
          </p:nvSpPr>
          <p:spPr>
            <a:xfrm>
              <a:off x="3417012" y="1755178"/>
              <a:ext cx="7569" cy="7537"/>
            </a:xfrm>
            <a:custGeom>
              <a:avLst/>
              <a:gdLst/>
              <a:ahLst/>
              <a:cxnLst/>
              <a:rect l="l" t="t" r="r" b="b"/>
              <a:pathLst>
                <a:path w="238" h="237" extrusionOk="0">
                  <a:moveTo>
                    <a:pt x="190" y="1"/>
                  </a:moveTo>
                  <a:lnTo>
                    <a:pt x="158" y="1"/>
                  </a:lnTo>
                  <a:lnTo>
                    <a:pt x="143" y="16"/>
                  </a:lnTo>
                  <a:lnTo>
                    <a:pt x="127" y="16"/>
                  </a:lnTo>
                  <a:lnTo>
                    <a:pt x="80" y="16"/>
                  </a:lnTo>
                  <a:lnTo>
                    <a:pt x="64" y="16"/>
                  </a:lnTo>
                  <a:lnTo>
                    <a:pt x="49" y="16"/>
                  </a:lnTo>
                  <a:lnTo>
                    <a:pt x="32" y="16"/>
                  </a:lnTo>
                  <a:lnTo>
                    <a:pt x="32" y="16"/>
                  </a:lnTo>
                  <a:cubicBezTo>
                    <a:pt x="17" y="16"/>
                    <a:pt x="17" y="16"/>
                    <a:pt x="1" y="32"/>
                  </a:cubicBezTo>
                  <a:lnTo>
                    <a:pt x="1" y="64"/>
                  </a:lnTo>
                  <a:cubicBezTo>
                    <a:pt x="17" y="64"/>
                    <a:pt x="17" y="79"/>
                    <a:pt x="17" y="79"/>
                  </a:cubicBezTo>
                  <a:cubicBezTo>
                    <a:pt x="49" y="79"/>
                    <a:pt x="64" y="95"/>
                    <a:pt x="80" y="95"/>
                  </a:cubicBezTo>
                  <a:lnTo>
                    <a:pt x="80" y="95"/>
                  </a:lnTo>
                  <a:cubicBezTo>
                    <a:pt x="95" y="95"/>
                    <a:pt x="127" y="79"/>
                    <a:pt x="143" y="79"/>
                  </a:cubicBezTo>
                  <a:lnTo>
                    <a:pt x="158" y="79"/>
                  </a:lnTo>
                  <a:lnTo>
                    <a:pt x="158" y="79"/>
                  </a:lnTo>
                  <a:cubicBezTo>
                    <a:pt x="158" y="95"/>
                    <a:pt x="158" y="95"/>
                    <a:pt x="175" y="111"/>
                  </a:cubicBezTo>
                  <a:cubicBezTo>
                    <a:pt x="175" y="142"/>
                    <a:pt x="175" y="158"/>
                    <a:pt x="158" y="174"/>
                  </a:cubicBezTo>
                  <a:lnTo>
                    <a:pt x="158" y="205"/>
                  </a:lnTo>
                  <a:cubicBezTo>
                    <a:pt x="158" y="221"/>
                    <a:pt x="158" y="221"/>
                    <a:pt x="175" y="221"/>
                  </a:cubicBezTo>
                  <a:cubicBezTo>
                    <a:pt x="175" y="237"/>
                    <a:pt x="175" y="237"/>
                    <a:pt x="190" y="237"/>
                  </a:cubicBezTo>
                  <a:lnTo>
                    <a:pt x="190" y="237"/>
                  </a:lnTo>
                  <a:cubicBezTo>
                    <a:pt x="206" y="237"/>
                    <a:pt x="206" y="221"/>
                    <a:pt x="221" y="221"/>
                  </a:cubicBezTo>
                  <a:cubicBezTo>
                    <a:pt x="238" y="190"/>
                    <a:pt x="238" y="142"/>
                    <a:pt x="238" y="111"/>
                  </a:cubicBezTo>
                  <a:lnTo>
                    <a:pt x="238" y="95"/>
                  </a:lnTo>
                  <a:cubicBezTo>
                    <a:pt x="238" y="79"/>
                    <a:pt x="221" y="64"/>
                    <a:pt x="238" y="48"/>
                  </a:cubicBezTo>
                  <a:lnTo>
                    <a:pt x="238" y="32"/>
                  </a:lnTo>
                  <a:cubicBezTo>
                    <a:pt x="238" y="32"/>
                    <a:pt x="238" y="16"/>
                    <a:pt x="221" y="16"/>
                  </a:cubicBezTo>
                  <a:lnTo>
                    <a:pt x="206" y="1"/>
                  </a:lnTo>
                  <a:lnTo>
                    <a:pt x="19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3" name="Google Shape;1883;p38"/>
            <p:cNvSpPr/>
            <p:nvPr/>
          </p:nvSpPr>
          <p:spPr>
            <a:xfrm>
              <a:off x="3271701" y="1769235"/>
              <a:ext cx="2544" cy="4039"/>
            </a:xfrm>
            <a:custGeom>
              <a:avLst/>
              <a:gdLst/>
              <a:ahLst/>
              <a:cxnLst/>
              <a:rect l="l" t="t" r="r" b="b"/>
              <a:pathLst>
                <a:path w="80" h="127" extrusionOk="0">
                  <a:moveTo>
                    <a:pt x="32" y="0"/>
                  </a:moveTo>
                  <a:lnTo>
                    <a:pt x="32" y="0"/>
                  </a:lnTo>
                  <a:cubicBezTo>
                    <a:pt x="17" y="0"/>
                    <a:pt x="0" y="15"/>
                    <a:pt x="0" y="47"/>
                  </a:cubicBezTo>
                  <a:lnTo>
                    <a:pt x="0" y="63"/>
                  </a:lnTo>
                  <a:lnTo>
                    <a:pt x="0" y="95"/>
                  </a:lnTo>
                  <a:cubicBezTo>
                    <a:pt x="0" y="110"/>
                    <a:pt x="17" y="126"/>
                    <a:pt x="32" y="126"/>
                  </a:cubicBezTo>
                  <a:lnTo>
                    <a:pt x="48" y="126"/>
                  </a:lnTo>
                  <a:cubicBezTo>
                    <a:pt x="63" y="126"/>
                    <a:pt x="80" y="110"/>
                    <a:pt x="80" y="78"/>
                  </a:cubicBezTo>
                  <a:lnTo>
                    <a:pt x="80" y="78"/>
                  </a:lnTo>
                  <a:lnTo>
                    <a:pt x="63" y="32"/>
                  </a:lnTo>
                  <a:lnTo>
                    <a:pt x="63" y="15"/>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4" name="Google Shape;1884;p38"/>
            <p:cNvSpPr/>
            <p:nvPr/>
          </p:nvSpPr>
          <p:spPr>
            <a:xfrm>
              <a:off x="3080275" y="1789749"/>
              <a:ext cx="5565" cy="3562"/>
            </a:xfrm>
            <a:custGeom>
              <a:avLst/>
              <a:gdLst/>
              <a:ahLst/>
              <a:cxnLst/>
              <a:rect l="l" t="t" r="r" b="b"/>
              <a:pathLst>
                <a:path w="175" h="112" extrusionOk="0">
                  <a:moveTo>
                    <a:pt x="95" y="48"/>
                  </a:moveTo>
                  <a:lnTo>
                    <a:pt x="95" y="32"/>
                  </a:lnTo>
                  <a:lnTo>
                    <a:pt x="95" y="48"/>
                  </a:lnTo>
                  <a:lnTo>
                    <a:pt x="95" y="48"/>
                  </a:lnTo>
                  <a:close/>
                  <a:moveTo>
                    <a:pt x="17" y="0"/>
                  </a:moveTo>
                  <a:cubicBezTo>
                    <a:pt x="17" y="0"/>
                    <a:pt x="1" y="0"/>
                    <a:pt x="1" y="17"/>
                  </a:cubicBezTo>
                  <a:lnTo>
                    <a:pt x="1" y="32"/>
                  </a:lnTo>
                  <a:cubicBezTo>
                    <a:pt x="17" y="95"/>
                    <a:pt x="64" y="111"/>
                    <a:pt x="95" y="111"/>
                  </a:cubicBezTo>
                  <a:lnTo>
                    <a:pt x="112" y="111"/>
                  </a:lnTo>
                  <a:lnTo>
                    <a:pt x="143" y="111"/>
                  </a:lnTo>
                  <a:lnTo>
                    <a:pt x="143" y="111"/>
                  </a:lnTo>
                  <a:lnTo>
                    <a:pt x="143" y="111"/>
                  </a:lnTo>
                  <a:cubicBezTo>
                    <a:pt x="158" y="111"/>
                    <a:pt x="175" y="95"/>
                    <a:pt x="175" y="95"/>
                  </a:cubicBezTo>
                  <a:lnTo>
                    <a:pt x="175" y="80"/>
                  </a:lnTo>
                  <a:lnTo>
                    <a:pt x="175" y="63"/>
                  </a:lnTo>
                  <a:lnTo>
                    <a:pt x="175" y="48"/>
                  </a:lnTo>
                  <a:cubicBezTo>
                    <a:pt x="158" y="48"/>
                    <a:pt x="158" y="32"/>
                    <a:pt x="158" y="32"/>
                  </a:cubicBezTo>
                  <a:lnTo>
                    <a:pt x="143" y="17"/>
                  </a:lnTo>
                  <a:lnTo>
                    <a:pt x="127" y="17"/>
                  </a:lnTo>
                  <a:lnTo>
                    <a:pt x="95" y="32"/>
                  </a:lnTo>
                  <a:lnTo>
                    <a:pt x="95" y="32"/>
                  </a:lnTo>
                  <a:cubicBezTo>
                    <a:pt x="80" y="32"/>
                    <a:pt x="64" y="17"/>
                    <a:pt x="64"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5" name="Google Shape;1885;p38"/>
            <p:cNvSpPr/>
            <p:nvPr/>
          </p:nvSpPr>
          <p:spPr>
            <a:xfrm>
              <a:off x="3083296" y="1790735"/>
              <a:ext cx="32" cy="572"/>
            </a:xfrm>
            <a:custGeom>
              <a:avLst/>
              <a:gdLst/>
              <a:ahLst/>
              <a:cxnLst/>
              <a:rect l="l" t="t" r="r" b="b"/>
              <a:pathLst>
                <a:path w="1" h="18" extrusionOk="0">
                  <a:moveTo>
                    <a:pt x="0" y="1"/>
                  </a:moveTo>
                  <a:lnTo>
                    <a:pt x="0" y="17"/>
                  </a:lnTo>
                  <a:lnTo>
                    <a:pt x="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6" name="Google Shape;1886;p38"/>
            <p:cNvSpPr/>
            <p:nvPr/>
          </p:nvSpPr>
          <p:spPr>
            <a:xfrm>
              <a:off x="3340843" y="1788731"/>
              <a:ext cx="5057" cy="5057"/>
            </a:xfrm>
            <a:custGeom>
              <a:avLst/>
              <a:gdLst/>
              <a:ahLst/>
              <a:cxnLst/>
              <a:rect l="l" t="t" r="r" b="b"/>
              <a:pathLst>
                <a:path w="159" h="159" extrusionOk="0">
                  <a:moveTo>
                    <a:pt x="32" y="1"/>
                  </a:moveTo>
                  <a:lnTo>
                    <a:pt x="32" y="1"/>
                  </a:lnTo>
                  <a:cubicBezTo>
                    <a:pt x="17" y="1"/>
                    <a:pt x="17" y="17"/>
                    <a:pt x="17" y="17"/>
                  </a:cubicBezTo>
                  <a:lnTo>
                    <a:pt x="17" y="17"/>
                  </a:lnTo>
                  <a:cubicBezTo>
                    <a:pt x="32" y="17"/>
                    <a:pt x="49" y="49"/>
                    <a:pt x="32" y="64"/>
                  </a:cubicBezTo>
                  <a:lnTo>
                    <a:pt x="32" y="80"/>
                  </a:lnTo>
                  <a:lnTo>
                    <a:pt x="49" y="95"/>
                  </a:lnTo>
                  <a:lnTo>
                    <a:pt x="32" y="95"/>
                  </a:lnTo>
                  <a:cubicBezTo>
                    <a:pt x="17" y="95"/>
                    <a:pt x="1" y="127"/>
                    <a:pt x="17" y="143"/>
                  </a:cubicBezTo>
                  <a:cubicBezTo>
                    <a:pt x="17" y="143"/>
                    <a:pt x="17" y="158"/>
                    <a:pt x="32" y="158"/>
                  </a:cubicBezTo>
                  <a:lnTo>
                    <a:pt x="32" y="158"/>
                  </a:lnTo>
                  <a:lnTo>
                    <a:pt x="112" y="127"/>
                  </a:lnTo>
                  <a:cubicBezTo>
                    <a:pt x="112" y="112"/>
                    <a:pt x="127" y="95"/>
                    <a:pt x="143" y="95"/>
                  </a:cubicBezTo>
                  <a:lnTo>
                    <a:pt x="158" y="95"/>
                  </a:lnTo>
                  <a:cubicBezTo>
                    <a:pt x="158" y="80"/>
                    <a:pt x="143" y="80"/>
                    <a:pt x="143" y="64"/>
                  </a:cubicBezTo>
                  <a:lnTo>
                    <a:pt x="95" y="49"/>
                  </a:lnTo>
                  <a:lnTo>
                    <a:pt x="49" y="17"/>
                  </a:lnTo>
                  <a:lnTo>
                    <a:pt x="49"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7" name="Google Shape;1887;p38"/>
            <p:cNvSpPr/>
            <p:nvPr/>
          </p:nvSpPr>
          <p:spPr>
            <a:xfrm>
              <a:off x="3092837" y="1786727"/>
              <a:ext cx="6042" cy="5057"/>
            </a:xfrm>
            <a:custGeom>
              <a:avLst/>
              <a:gdLst/>
              <a:ahLst/>
              <a:cxnLst/>
              <a:rect l="l" t="t" r="r" b="b"/>
              <a:pathLst>
                <a:path w="190" h="159" extrusionOk="0">
                  <a:moveTo>
                    <a:pt x="63" y="1"/>
                  </a:moveTo>
                  <a:lnTo>
                    <a:pt x="63" y="1"/>
                  </a:lnTo>
                  <a:cubicBezTo>
                    <a:pt x="47" y="1"/>
                    <a:pt x="32" y="1"/>
                    <a:pt x="32" y="17"/>
                  </a:cubicBezTo>
                  <a:lnTo>
                    <a:pt x="15" y="80"/>
                  </a:lnTo>
                  <a:cubicBezTo>
                    <a:pt x="0" y="95"/>
                    <a:pt x="0" y="95"/>
                    <a:pt x="15" y="112"/>
                  </a:cubicBezTo>
                  <a:lnTo>
                    <a:pt x="15" y="112"/>
                  </a:lnTo>
                  <a:cubicBezTo>
                    <a:pt x="15" y="112"/>
                    <a:pt x="15" y="127"/>
                    <a:pt x="32" y="127"/>
                  </a:cubicBezTo>
                  <a:lnTo>
                    <a:pt x="110" y="158"/>
                  </a:lnTo>
                  <a:lnTo>
                    <a:pt x="126" y="158"/>
                  </a:lnTo>
                  <a:lnTo>
                    <a:pt x="142" y="158"/>
                  </a:lnTo>
                  <a:lnTo>
                    <a:pt x="142" y="158"/>
                  </a:lnTo>
                  <a:cubicBezTo>
                    <a:pt x="158" y="158"/>
                    <a:pt x="158" y="158"/>
                    <a:pt x="158" y="143"/>
                  </a:cubicBezTo>
                  <a:lnTo>
                    <a:pt x="173" y="143"/>
                  </a:lnTo>
                  <a:lnTo>
                    <a:pt x="189" y="80"/>
                  </a:lnTo>
                  <a:lnTo>
                    <a:pt x="189" y="80"/>
                  </a:lnTo>
                  <a:lnTo>
                    <a:pt x="189" y="80"/>
                  </a:lnTo>
                  <a:cubicBezTo>
                    <a:pt x="189" y="64"/>
                    <a:pt x="189" y="49"/>
                    <a:pt x="173" y="32"/>
                  </a:cubicBezTo>
                  <a:lnTo>
                    <a:pt x="158" y="32"/>
                  </a:lnTo>
                  <a:cubicBezTo>
                    <a:pt x="142" y="32"/>
                    <a:pt x="126" y="49"/>
                    <a:pt x="126" y="64"/>
                  </a:cubicBezTo>
                  <a:lnTo>
                    <a:pt x="110" y="80"/>
                  </a:lnTo>
                  <a:lnTo>
                    <a:pt x="78" y="80"/>
                  </a:lnTo>
                  <a:lnTo>
                    <a:pt x="95" y="49"/>
                  </a:lnTo>
                  <a:lnTo>
                    <a:pt x="95" y="49"/>
                  </a:lnTo>
                  <a:cubicBezTo>
                    <a:pt x="110" y="32"/>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8" name="Google Shape;1888;p38"/>
            <p:cNvSpPr/>
            <p:nvPr/>
          </p:nvSpPr>
          <p:spPr>
            <a:xfrm>
              <a:off x="3273228" y="1811312"/>
              <a:ext cx="4516" cy="5057"/>
            </a:xfrm>
            <a:custGeom>
              <a:avLst/>
              <a:gdLst/>
              <a:ahLst/>
              <a:cxnLst/>
              <a:rect l="l" t="t" r="r" b="b"/>
              <a:pathLst>
                <a:path w="142" h="159" extrusionOk="0">
                  <a:moveTo>
                    <a:pt x="110" y="1"/>
                  </a:moveTo>
                  <a:lnTo>
                    <a:pt x="110" y="1"/>
                  </a:lnTo>
                  <a:cubicBezTo>
                    <a:pt x="79" y="1"/>
                    <a:pt x="79" y="16"/>
                    <a:pt x="79" y="32"/>
                  </a:cubicBezTo>
                  <a:lnTo>
                    <a:pt x="63" y="79"/>
                  </a:lnTo>
                  <a:lnTo>
                    <a:pt x="47" y="64"/>
                  </a:lnTo>
                  <a:lnTo>
                    <a:pt x="47" y="64"/>
                  </a:lnTo>
                  <a:lnTo>
                    <a:pt x="15" y="64"/>
                  </a:lnTo>
                  <a:lnTo>
                    <a:pt x="15" y="79"/>
                  </a:lnTo>
                  <a:lnTo>
                    <a:pt x="15" y="95"/>
                  </a:lnTo>
                  <a:cubicBezTo>
                    <a:pt x="0" y="110"/>
                    <a:pt x="15" y="127"/>
                    <a:pt x="32" y="127"/>
                  </a:cubicBezTo>
                  <a:lnTo>
                    <a:pt x="95" y="158"/>
                  </a:lnTo>
                  <a:lnTo>
                    <a:pt x="110" y="158"/>
                  </a:lnTo>
                  <a:lnTo>
                    <a:pt x="126" y="158"/>
                  </a:lnTo>
                  <a:cubicBezTo>
                    <a:pt x="126" y="142"/>
                    <a:pt x="142" y="127"/>
                    <a:pt x="142" y="127"/>
                  </a:cubicBezTo>
                  <a:lnTo>
                    <a:pt x="142" y="95"/>
                  </a:lnTo>
                  <a:lnTo>
                    <a:pt x="142" y="32"/>
                  </a:lnTo>
                  <a:lnTo>
                    <a:pt x="142"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9" name="Google Shape;1889;p38"/>
            <p:cNvSpPr/>
            <p:nvPr/>
          </p:nvSpPr>
          <p:spPr>
            <a:xfrm>
              <a:off x="3084823" y="1793279"/>
              <a:ext cx="3021" cy="3021"/>
            </a:xfrm>
            <a:custGeom>
              <a:avLst/>
              <a:gdLst/>
              <a:ahLst/>
              <a:cxnLst/>
              <a:rect l="l" t="t" r="r" b="b"/>
              <a:pathLst>
                <a:path w="95" h="95" extrusionOk="0">
                  <a:moveTo>
                    <a:pt x="78" y="0"/>
                  </a:moveTo>
                  <a:lnTo>
                    <a:pt x="63" y="0"/>
                  </a:lnTo>
                  <a:lnTo>
                    <a:pt x="47" y="0"/>
                  </a:lnTo>
                  <a:lnTo>
                    <a:pt x="47" y="0"/>
                  </a:lnTo>
                  <a:lnTo>
                    <a:pt x="0" y="32"/>
                  </a:lnTo>
                  <a:lnTo>
                    <a:pt x="0" y="63"/>
                  </a:lnTo>
                  <a:lnTo>
                    <a:pt x="0" y="78"/>
                  </a:lnTo>
                  <a:cubicBezTo>
                    <a:pt x="15" y="95"/>
                    <a:pt x="15" y="95"/>
                    <a:pt x="32" y="95"/>
                  </a:cubicBezTo>
                  <a:lnTo>
                    <a:pt x="32" y="95"/>
                  </a:lnTo>
                  <a:lnTo>
                    <a:pt x="47" y="95"/>
                  </a:lnTo>
                  <a:lnTo>
                    <a:pt x="47" y="95"/>
                  </a:lnTo>
                  <a:lnTo>
                    <a:pt x="95" y="63"/>
                  </a:lnTo>
                  <a:cubicBezTo>
                    <a:pt x="78" y="47"/>
                    <a:pt x="95" y="32"/>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0" name="Google Shape;1890;p38"/>
            <p:cNvSpPr/>
            <p:nvPr/>
          </p:nvSpPr>
          <p:spPr>
            <a:xfrm>
              <a:off x="3310311" y="1819326"/>
              <a:ext cx="3498" cy="3053"/>
            </a:xfrm>
            <a:custGeom>
              <a:avLst/>
              <a:gdLst/>
              <a:ahLst/>
              <a:cxnLst/>
              <a:rect l="l" t="t" r="r" b="b"/>
              <a:pathLst>
                <a:path w="110" h="96" extrusionOk="0">
                  <a:moveTo>
                    <a:pt x="47" y="1"/>
                  </a:moveTo>
                  <a:lnTo>
                    <a:pt x="47" y="1"/>
                  </a:lnTo>
                  <a:cubicBezTo>
                    <a:pt x="32" y="1"/>
                    <a:pt x="32" y="1"/>
                    <a:pt x="15" y="16"/>
                  </a:cubicBezTo>
                  <a:lnTo>
                    <a:pt x="15" y="16"/>
                  </a:lnTo>
                  <a:cubicBezTo>
                    <a:pt x="0" y="32"/>
                    <a:pt x="15" y="47"/>
                    <a:pt x="15" y="64"/>
                  </a:cubicBezTo>
                  <a:lnTo>
                    <a:pt x="63" y="95"/>
                  </a:lnTo>
                  <a:lnTo>
                    <a:pt x="78" y="95"/>
                  </a:lnTo>
                  <a:lnTo>
                    <a:pt x="78" y="95"/>
                  </a:lnTo>
                  <a:cubicBezTo>
                    <a:pt x="95" y="95"/>
                    <a:pt x="95" y="95"/>
                    <a:pt x="110" y="79"/>
                  </a:cubicBezTo>
                  <a:cubicBezTo>
                    <a:pt x="110" y="64"/>
                    <a:pt x="110" y="47"/>
                    <a:pt x="95" y="32"/>
                  </a:cubicBez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1" name="Google Shape;1891;p38"/>
            <p:cNvSpPr/>
            <p:nvPr/>
          </p:nvSpPr>
          <p:spPr>
            <a:xfrm>
              <a:off x="3423023" y="1752666"/>
              <a:ext cx="9064" cy="2544"/>
            </a:xfrm>
            <a:custGeom>
              <a:avLst/>
              <a:gdLst/>
              <a:ahLst/>
              <a:cxnLst/>
              <a:rect l="l" t="t" r="r" b="b"/>
              <a:pathLst>
                <a:path w="285" h="80" extrusionOk="0">
                  <a:moveTo>
                    <a:pt x="49" y="0"/>
                  </a:moveTo>
                  <a:lnTo>
                    <a:pt x="32" y="0"/>
                  </a:lnTo>
                  <a:cubicBezTo>
                    <a:pt x="17" y="0"/>
                    <a:pt x="17" y="17"/>
                    <a:pt x="17" y="32"/>
                  </a:cubicBezTo>
                  <a:cubicBezTo>
                    <a:pt x="1" y="48"/>
                    <a:pt x="17" y="48"/>
                    <a:pt x="17" y="64"/>
                  </a:cubicBezTo>
                  <a:lnTo>
                    <a:pt x="49" y="64"/>
                  </a:lnTo>
                  <a:lnTo>
                    <a:pt x="64" y="64"/>
                  </a:lnTo>
                  <a:lnTo>
                    <a:pt x="95" y="80"/>
                  </a:lnTo>
                  <a:lnTo>
                    <a:pt x="190" y="80"/>
                  </a:lnTo>
                  <a:lnTo>
                    <a:pt x="253" y="80"/>
                  </a:lnTo>
                  <a:lnTo>
                    <a:pt x="253" y="80"/>
                  </a:lnTo>
                  <a:cubicBezTo>
                    <a:pt x="269" y="80"/>
                    <a:pt x="284" y="64"/>
                    <a:pt x="284" y="48"/>
                  </a:cubicBezTo>
                  <a:lnTo>
                    <a:pt x="284" y="32"/>
                  </a:lnTo>
                  <a:cubicBezTo>
                    <a:pt x="284" y="17"/>
                    <a:pt x="269" y="17"/>
                    <a:pt x="253" y="17"/>
                  </a:cubicBezTo>
                  <a:lnTo>
                    <a:pt x="190"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2" name="Google Shape;1892;p38"/>
            <p:cNvSpPr/>
            <p:nvPr/>
          </p:nvSpPr>
          <p:spPr>
            <a:xfrm>
              <a:off x="3292278" y="1813315"/>
              <a:ext cx="3021" cy="3053"/>
            </a:xfrm>
            <a:custGeom>
              <a:avLst/>
              <a:gdLst/>
              <a:ahLst/>
              <a:cxnLst/>
              <a:rect l="l" t="t" r="r" b="b"/>
              <a:pathLst>
                <a:path w="95" h="96" extrusionOk="0">
                  <a:moveTo>
                    <a:pt x="63" y="1"/>
                  </a:moveTo>
                  <a:lnTo>
                    <a:pt x="63" y="1"/>
                  </a:lnTo>
                  <a:lnTo>
                    <a:pt x="47" y="1"/>
                  </a:lnTo>
                  <a:lnTo>
                    <a:pt x="0" y="16"/>
                  </a:lnTo>
                  <a:lnTo>
                    <a:pt x="0" y="64"/>
                  </a:lnTo>
                  <a:lnTo>
                    <a:pt x="0" y="79"/>
                  </a:lnTo>
                  <a:cubicBezTo>
                    <a:pt x="0" y="95"/>
                    <a:pt x="0" y="95"/>
                    <a:pt x="15" y="95"/>
                  </a:cubicBezTo>
                  <a:lnTo>
                    <a:pt x="15" y="95"/>
                  </a:lnTo>
                  <a:lnTo>
                    <a:pt x="47" y="79"/>
                  </a:lnTo>
                  <a:lnTo>
                    <a:pt x="78" y="64"/>
                  </a:lnTo>
                  <a:lnTo>
                    <a:pt x="78" y="64"/>
                  </a:lnTo>
                  <a:lnTo>
                    <a:pt x="95" y="64"/>
                  </a:lnTo>
                  <a:lnTo>
                    <a:pt x="78" y="64"/>
                  </a:lnTo>
                  <a:cubicBezTo>
                    <a:pt x="78" y="47"/>
                    <a:pt x="63" y="16"/>
                    <a:pt x="78" y="16"/>
                  </a:cubicBezTo>
                  <a:lnTo>
                    <a:pt x="7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3" name="Google Shape;1893;p38"/>
            <p:cNvSpPr/>
            <p:nvPr/>
          </p:nvSpPr>
          <p:spPr>
            <a:xfrm>
              <a:off x="3317308" y="1776232"/>
              <a:ext cx="2512" cy="3530"/>
            </a:xfrm>
            <a:custGeom>
              <a:avLst/>
              <a:gdLst/>
              <a:ahLst/>
              <a:cxnLst/>
              <a:rect l="l" t="t" r="r" b="b"/>
              <a:pathLst>
                <a:path w="79" h="111" extrusionOk="0">
                  <a:moveTo>
                    <a:pt x="64" y="1"/>
                  </a:moveTo>
                  <a:lnTo>
                    <a:pt x="64" y="1"/>
                  </a:lnTo>
                  <a:cubicBezTo>
                    <a:pt x="48" y="1"/>
                    <a:pt x="32" y="1"/>
                    <a:pt x="32" y="16"/>
                  </a:cubicBezTo>
                  <a:lnTo>
                    <a:pt x="1" y="47"/>
                  </a:lnTo>
                  <a:cubicBezTo>
                    <a:pt x="1" y="64"/>
                    <a:pt x="1" y="95"/>
                    <a:pt x="16" y="95"/>
                  </a:cubicBezTo>
                  <a:cubicBezTo>
                    <a:pt x="16" y="110"/>
                    <a:pt x="32" y="110"/>
                    <a:pt x="32" y="110"/>
                  </a:cubicBezTo>
                  <a:cubicBezTo>
                    <a:pt x="32" y="110"/>
                    <a:pt x="48" y="110"/>
                    <a:pt x="48" y="95"/>
                  </a:cubicBezTo>
                  <a:lnTo>
                    <a:pt x="32" y="47"/>
                  </a:lnTo>
                  <a:cubicBezTo>
                    <a:pt x="32" y="32"/>
                    <a:pt x="48" y="1"/>
                    <a:pt x="64" y="1"/>
                  </a:cubicBezTo>
                  <a:lnTo>
                    <a:pt x="64" y="1"/>
                  </a:lnTo>
                  <a:lnTo>
                    <a:pt x="64" y="1"/>
                  </a:lnTo>
                  <a:lnTo>
                    <a:pt x="64" y="1"/>
                  </a:lnTo>
                  <a:lnTo>
                    <a:pt x="79" y="1"/>
                  </a:lnTo>
                  <a:lnTo>
                    <a:pt x="79" y="1"/>
                  </a:lnTo>
                  <a:lnTo>
                    <a:pt x="79" y="1"/>
                  </a:lnTo>
                  <a:lnTo>
                    <a:pt x="79" y="1"/>
                  </a:lnTo>
                  <a:lnTo>
                    <a:pt x="79"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4" name="Google Shape;1894;p38"/>
            <p:cNvSpPr/>
            <p:nvPr/>
          </p:nvSpPr>
          <p:spPr>
            <a:xfrm>
              <a:off x="3436063" y="1763702"/>
              <a:ext cx="2035" cy="4548"/>
            </a:xfrm>
            <a:custGeom>
              <a:avLst/>
              <a:gdLst/>
              <a:ahLst/>
              <a:cxnLst/>
              <a:rect l="l" t="t" r="r" b="b"/>
              <a:pathLst>
                <a:path w="64" h="143" extrusionOk="0">
                  <a:moveTo>
                    <a:pt x="32" y="0"/>
                  </a:moveTo>
                  <a:lnTo>
                    <a:pt x="32" y="0"/>
                  </a:lnTo>
                  <a:cubicBezTo>
                    <a:pt x="17" y="0"/>
                    <a:pt x="0" y="16"/>
                    <a:pt x="0" y="16"/>
                  </a:cubicBezTo>
                  <a:lnTo>
                    <a:pt x="0" y="32"/>
                  </a:lnTo>
                  <a:lnTo>
                    <a:pt x="0" y="111"/>
                  </a:lnTo>
                  <a:cubicBezTo>
                    <a:pt x="0" y="126"/>
                    <a:pt x="17" y="126"/>
                    <a:pt x="32" y="143"/>
                  </a:cubicBezTo>
                  <a:lnTo>
                    <a:pt x="17" y="126"/>
                  </a:lnTo>
                  <a:lnTo>
                    <a:pt x="17" y="111"/>
                  </a:lnTo>
                  <a:lnTo>
                    <a:pt x="48" y="80"/>
                  </a:lnTo>
                  <a:lnTo>
                    <a:pt x="63" y="80"/>
                  </a:lnTo>
                  <a:lnTo>
                    <a:pt x="63" y="32"/>
                  </a:lnTo>
                  <a:cubicBezTo>
                    <a:pt x="63"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5" name="Google Shape;1895;p38"/>
            <p:cNvSpPr/>
            <p:nvPr/>
          </p:nvSpPr>
          <p:spPr>
            <a:xfrm>
              <a:off x="3400983" y="1765705"/>
              <a:ext cx="6551" cy="5025"/>
            </a:xfrm>
            <a:custGeom>
              <a:avLst/>
              <a:gdLst/>
              <a:ahLst/>
              <a:cxnLst/>
              <a:rect l="l" t="t" r="r" b="b"/>
              <a:pathLst>
                <a:path w="206" h="158" extrusionOk="0">
                  <a:moveTo>
                    <a:pt x="48" y="0"/>
                  </a:moveTo>
                  <a:lnTo>
                    <a:pt x="48" y="0"/>
                  </a:lnTo>
                  <a:lnTo>
                    <a:pt x="32" y="0"/>
                  </a:lnTo>
                  <a:cubicBezTo>
                    <a:pt x="17" y="17"/>
                    <a:pt x="0" y="32"/>
                    <a:pt x="17" y="48"/>
                  </a:cubicBezTo>
                  <a:lnTo>
                    <a:pt x="17" y="63"/>
                  </a:lnTo>
                  <a:lnTo>
                    <a:pt x="32" y="111"/>
                  </a:lnTo>
                  <a:lnTo>
                    <a:pt x="32" y="126"/>
                  </a:lnTo>
                  <a:lnTo>
                    <a:pt x="48" y="126"/>
                  </a:lnTo>
                  <a:lnTo>
                    <a:pt x="63" y="126"/>
                  </a:lnTo>
                  <a:lnTo>
                    <a:pt x="63" y="126"/>
                  </a:lnTo>
                  <a:lnTo>
                    <a:pt x="95" y="126"/>
                  </a:lnTo>
                  <a:lnTo>
                    <a:pt x="126" y="126"/>
                  </a:lnTo>
                  <a:lnTo>
                    <a:pt x="126" y="143"/>
                  </a:lnTo>
                  <a:cubicBezTo>
                    <a:pt x="143" y="158"/>
                    <a:pt x="143" y="158"/>
                    <a:pt x="158" y="158"/>
                  </a:cubicBezTo>
                  <a:lnTo>
                    <a:pt x="174" y="158"/>
                  </a:lnTo>
                  <a:cubicBezTo>
                    <a:pt x="189" y="143"/>
                    <a:pt x="206" y="126"/>
                    <a:pt x="189" y="111"/>
                  </a:cubicBezTo>
                  <a:lnTo>
                    <a:pt x="189" y="95"/>
                  </a:lnTo>
                  <a:lnTo>
                    <a:pt x="174" y="63"/>
                  </a:lnTo>
                  <a:cubicBezTo>
                    <a:pt x="158" y="48"/>
                    <a:pt x="158" y="48"/>
                    <a:pt x="143" y="48"/>
                  </a:cubicBezTo>
                  <a:lnTo>
                    <a:pt x="126" y="48"/>
                  </a:lnTo>
                  <a:lnTo>
                    <a:pt x="80" y="63"/>
                  </a:lnTo>
                  <a:lnTo>
                    <a:pt x="80" y="32"/>
                  </a:lnTo>
                  <a:cubicBezTo>
                    <a:pt x="80" y="17"/>
                    <a:pt x="63" y="17"/>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6" name="Google Shape;1896;p38"/>
            <p:cNvSpPr/>
            <p:nvPr/>
          </p:nvSpPr>
          <p:spPr>
            <a:xfrm>
              <a:off x="3049203" y="1802279"/>
              <a:ext cx="5057" cy="3530"/>
            </a:xfrm>
            <a:custGeom>
              <a:avLst/>
              <a:gdLst/>
              <a:ahLst/>
              <a:cxnLst/>
              <a:rect l="l" t="t" r="r" b="b"/>
              <a:pathLst>
                <a:path w="159" h="111" extrusionOk="0">
                  <a:moveTo>
                    <a:pt x="32" y="1"/>
                  </a:moveTo>
                  <a:lnTo>
                    <a:pt x="32" y="1"/>
                  </a:lnTo>
                  <a:cubicBezTo>
                    <a:pt x="17" y="1"/>
                    <a:pt x="1" y="16"/>
                    <a:pt x="1" y="16"/>
                  </a:cubicBezTo>
                  <a:cubicBezTo>
                    <a:pt x="1" y="32"/>
                    <a:pt x="1" y="64"/>
                    <a:pt x="17" y="64"/>
                  </a:cubicBezTo>
                  <a:lnTo>
                    <a:pt x="17" y="64"/>
                  </a:lnTo>
                  <a:lnTo>
                    <a:pt x="64" y="95"/>
                  </a:lnTo>
                  <a:cubicBezTo>
                    <a:pt x="80" y="79"/>
                    <a:pt x="80" y="79"/>
                    <a:pt x="96" y="79"/>
                  </a:cubicBezTo>
                  <a:lnTo>
                    <a:pt x="96" y="79"/>
                  </a:lnTo>
                  <a:cubicBezTo>
                    <a:pt x="112" y="79"/>
                    <a:pt x="127" y="95"/>
                    <a:pt x="127" y="111"/>
                  </a:cubicBezTo>
                  <a:lnTo>
                    <a:pt x="127" y="111"/>
                  </a:lnTo>
                  <a:cubicBezTo>
                    <a:pt x="143" y="111"/>
                    <a:pt x="143" y="111"/>
                    <a:pt x="159" y="95"/>
                  </a:cubicBezTo>
                  <a:cubicBezTo>
                    <a:pt x="159" y="79"/>
                    <a:pt x="159" y="64"/>
                    <a:pt x="143" y="48"/>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7" name="Google Shape;1897;p38"/>
            <p:cNvSpPr/>
            <p:nvPr/>
          </p:nvSpPr>
          <p:spPr>
            <a:xfrm>
              <a:off x="3176004" y="1789749"/>
              <a:ext cx="4039" cy="4548"/>
            </a:xfrm>
            <a:custGeom>
              <a:avLst/>
              <a:gdLst/>
              <a:ahLst/>
              <a:cxnLst/>
              <a:rect l="l" t="t" r="r" b="b"/>
              <a:pathLst>
                <a:path w="127" h="143" extrusionOk="0">
                  <a:moveTo>
                    <a:pt x="16" y="80"/>
                  </a:moveTo>
                  <a:lnTo>
                    <a:pt x="16" y="80"/>
                  </a:lnTo>
                  <a:lnTo>
                    <a:pt x="16" y="80"/>
                  </a:lnTo>
                  <a:close/>
                  <a:moveTo>
                    <a:pt x="79" y="0"/>
                  </a:moveTo>
                  <a:lnTo>
                    <a:pt x="64" y="0"/>
                  </a:lnTo>
                  <a:cubicBezTo>
                    <a:pt x="64" y="0"/>
                    <a:pt x="47" y="0"/>
                    <a:pt x="32" y="17"/>
                  </a:cubicBezTo>
                  <a:cubicBezTo>
                    <a:pt x="16" y="32"/>
                    <a:pt x="16" y="48"/>
                    <a:pt x="16" y="63"/>
                  </a:cubicBezTo>
                  <a:lnTo>
                    <a:pt x="16" y="80"/>
                  </a:lnTo>
                  <a:lnTo>
                    <a:pt x="16" y="80"/>
                  </a:lnTo>
                  <a:cubicBezTo>
                    <a:pt x="1" y="95"/>
                    <a:pt x="16" y="111"/>
                    <a:pt x="16" y="126"/>
                  </a:cubicBezTo>
                  <a:cubicBezTo>
                    <a:pt x="32" y="126"/>
                    <a:pt x="32" y="143"/>
                    <a:pt x="47" y="143"/>
                  </a:cubicBezTo>
                  <a:cubicBezTo>
                    <a:pt x="47" y="143"/>
                    <a:pt x="64" y="126"/>
                    <a:pt x="79" y="126"/>
                  </a:cubicBezTo>
                  <a:lnTo>
                    <a:pt x="79" y="80"/>
                  </a:lnTo>
                  <a:lnTo>
                    <a:pt x="79" y="80"/>
                  </a:lnTo>
                  <a:lnTo>
                    <a:pt x="79" y="63"/>
                  </a:lnTo>
                  <a:lnTo>
                    <a:pt x="95" y="63"/>
                  </a:lnTo>
                  <a:lnTo>
                    <a:pt x="95" y="63"/>
                  </a:lnTo>
                  <a:cubicBezTo>
                    <a:pt x="110" y="63"/>
                    <a:pt x="127" y="63"/>
                    <a:pt x="127" y="48"/>
                  </a:cubicBezTo>
                  <a:cubicBezTo>
                    <a:pt x="127" y="17"/>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8" name="Google Shape;1898;p38"/>
            <p:cNvSpPr/>
            <p:nvPr/>
          </p:nvSpPr>
          <p:spPr>
            <a:xfrm>
              <a:off x="3176481" y="179226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9" name="Google Shape;1899;p38"/>
            <p:cNvSpPr/>
            <p:nvPr/>
          </p:nvSpPr>
          <p:spPr>
            <a:xfrm>
              <a:off x="3314795" y="1814810"/>
              <a:ext cx="3562" cy="6551"/>
            </a:xfrm>
            <a:custGeom>
              <a:avLst/>
              <a:gdLst/>
              <a:ahLst/>
              <a:cxnLst/>
              <a:rect l="l" t="t" r="r" b="b"/>
              <a:pathLst>
                <a:path w="112" h="206" extrusionOk="0">
                  <a:moveTo>
                    <a:pt x="63" y="0"/>
                  </a:moveTo>
                  <a:lnTo>
                    <a:pt x="63" y="0"/>
                  </a:lnTo>
                  <a:cubicBezTo>
                    <a:pt x="63" y="0"/>
                    <a:pt x="63" y="17"/>
                    <a:pt x="48" y="17"/>
                  </a:cubicBezTo>
                  <a:lnTo>
                    <a:pt x="48" y="17"/>
                  </a:lnTo>
                  <a:lnTo>
                    <a:pt x="48" y="17"/>
                  </a:lnTo>
                  <a:cubicBezTo>
                    <a:pt x="32" y="17"/>
                    <a:pt x="17" y="32"/>
                    <a:pt x="17" y="48"/>
                  </a:cubicBezTo>
                  <a:lnTo>
                    <a:pt x="17" y="80"/>
                  </a:lnTo>
                  <a:cubicBezTo>
                    <a:pt x="0" y="95"/>
                    <a:pt x="17" y="126"/>
                    <a:pt x="17" y="143"/>
                  </a:cubicBezTo>
                  <a:cubicBezTo>
                    <a:pt x="32" y="158"/>
                    <a:pt x="32" y="158"/>
                    <a:pt x="32" y="174"/>
                  </a:cubicBezTo>
                  <a:lnTo>
                    <a:pt x="48" y="189"/>
                  </a:lnTo>
                  <a:cubicBezTo>
                    <a:pt x="48" y="206"/>
                    <a:pt x="63" y="206"/>
                    <a:pt x="80" y="206"/>
                  </a:cubicBezTo>
                  <a:lnTo>
                    <a:pt x="95" y="206"/>
                  </a:lnTo>
                  <a:cubicBezTo>
                    <a:pt x="111" y="206"/>
                    <a:pt x="111" y="189"/>
                    <a:pt x="111" y="174"/>
                  </a:cubicBezTo>
                  <a:lnTo>
                    <a:pt x="111" y="158"/>
                  </a:lnTo>
                  <a:lnTo>
                    <a:pt x="95" y="158"/>
                  </a:lnTo>
                  <a:lnTo>
                    <a:pt x="95" y="158"/>
                  </a:lnTo>
                  <a:cubicBezTo>
                    <a:pt x="80" y="143"/>
                    <a:pt x="63" y="126"/>
                    <a:pt x="80" y="111"/>
                  </a:cubicBezTo>
                  <a:lnTo>
                    <a:pt x="80" y="95"/>
                  </a:lnTo>
                  <a:lnTo>
                    <a:pt x="80" y="95"/>
                  </a:lnTo>
                  <a:lnTo>
                    <a:pt x="80" y="95"/>
                  </a:lnTo>
                  <a:lnTo>
                    <a:pt x="63" y="80"/>
                  </a:lnTo>
                  <a:lnTo>
                    <a:pt x="63" y="32"/>
                  </a:lnTo>
                  <a:lnTo>
                    <a:pt x="95" y="32"/>
                  </a:lnTo>
                  <a:lnTo>
                    <a:pt x="95" y="17"/>
                  </a:lnTo>
                  <a:lnTo>
                    <a:pt x="95" y="32"/>
                  </a:lnTo>
                  <a:lnTo>
                    <a:pt x="95" y="17"/>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0" name="Google Shape;1900;p38"/>
            <p:cNvSpPr/>
            <p:nvPr/>
          </p:nvSpPr>
          <p:spPr>
            <a:xfrm>
              <a:off x="3392492" y="1805301"/>
              <a:ext cx="7028" cy="5534"/>
            </a:xfrm>
            <a:custGeom>
              <a:avLst/>
              <a:gdLst/>
              <a:ahLst/>
              <a:cxnLst/>
              <a:rect l="l" t="t" r="r" b="b"/>
              <a:pathLst>
                <a:path w="221" h="174" extrusionOk="0">
                  <a:moveTo>
                    <a:pt x="126" y="0"/>
                  </a:moveTo>
                  <a:lnTo>
                    <a:pt x="126" y="0"/>
                  </a:lnTo>
                  <a:lnTo>
                    <a:pt x="110" y="0"/>
                  </a:lnTo>
                  <a:cubicBezTo>
                    <a:pt x="110" y="16"/>
                    <a:pt x="95" y="32"/>
                    <a:pt x="78" y="32"/>
                  </a:cubicBezTo>
                  <a:lnTo>
                    <a:pt x="63" y="32"/>
                  </a:lnTo>
                  <a:lnTo>
                    <a:pt x="63" y="47"/>
                  </a:lnTo>
                  <a:lnTo>
                    <a:pt x="15" y="95"/>
                  </a:lnTo>
                  <a:lnTo>
                    <a:pt x="15" y="95"/>
                  </a:lnTo>
                  <a:cubicBezTo>
                    <a:pt x="0" y="110"/>
                    <a:pt x="0" y="126"/>
                    <a:pt x="15" y="142"/>
                  </a:cubicBezTo>
                  <a:lnTo>
                    <a:pt x="15" y="142"/>
                  </a:lnTo>
                  <a:lnTo>
                    <a:pt x="15" y="142"/>
                  </a:lnTo>
                  <a:lnTo>
                    <a:pt x="32" y="173"/>
                  </a:lnTo>
                  <a:lnTo>
                    <a:pt x="63" y="173"/>
                  </a:lnTo>
                  <a:cubicBezTo>
                    <a:pt x="63" y="173"/>
                    <a:pt x="78" y="173"/>
                    <a:pt x="78" y="158"/>
                  </a:cubicBezTo>
                  <a:cubicBezTo>
                    <a:pt x="95" y="158"/>
                    <a:pt x="95" y="126"/>
                    <a:pt x="78" y="126"/>
                  </a:cubicBezTo>
                  <a:lnTo>
                    <a:pt x="110" y="79"/>
                  </a:lnTo>
                  <a:lnTo>
                    <a:pt x="158" y="158"/>
                  </a:lnTo>
                  <a:cubicBezTo>
                    <a:pt x="173" y="158"/>
                    <a:pt x="173" y="173"/>
                    <a:pt x="189" y="173"/>
                  </a:cubicBezTo>
                  <a:lnTo>
                    <a:pt x="189" y="173"/>
                  </a:lnTo>
                  <a:cubicBezTo>
                    <a:pt x="204" y="158"/>
                    <a:pt x="204" y="142"/>
                    <a:pt x="221" y="142"/>
                  </a:cubicBezTo>
                  <a:lnTo>
                    <a:pt x="221" y="142"/>
                  </a:lnTo>
                  <a:lnTo>
                    <a:pt x="221" y="110"/>
                  </a:lnTo>
                  <a:lnTo>
                    <a:pt x="189" y="47"/>
                  </a:lnTo>
                  <a:lnTo>
                    <a:pt x="158" y="32"/>
                  </a:lnTo>
                  <a:lnTo>
                    <a:pt x="158" y="32"/>
                  </a:lnTo>
                  <a:lnTo>
                    <a:pt x="158" y="32"/>
                  </a:lnTo>
                  <a:cubicBezTo>
                    <a:pt x="141" y="32"/>
                    <a:pt x="126" y="16"/>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1" name="Google Shape;1901;p38"/>
            <p:cNvSpPr/>
            <p:nvPr/>
          </p:nvSpPr>
          <p:spPr>
            <a:xfrm>
              <a:off x="3319311" y="1820821"/>
              <a:ext cx="5534" cy="3021"/>
            </a:xfrm>
            <a:custGeom>
              <a:avLst/>
              <a:gdLst/>
              <a:ahLst/>
              <a:cxnLst/>
              <a:rect l="l" t="t" r="r" b="b"/>
              <a:pathLst>
                <a:path w="174" h="95" extrusionOk="0">
                  <a:moveTo>
                    <a:pt x="32" y="0"/>
                  </a:moveTo>
                  <a:lnTo>
                    <a:pt x="32" y="0"/>
                  </a:lnTo>
                  <a:cubicBezTo>
                    <a:pt x="16" y="0"/>
                    <a:pt x="16" y="17"/>
                    <a:pt x="1" y="17"/>
                  </a:cubicBezTo>
                  <a:cubicBezTo>
                    <a:pt x="1" y="32"/>
                    <a:pt x="1" y="63"/>
                    <a:pt x="16" y="63"/>
                  </a:cubicBezTo>
                  <a:lnTo>
                    <a:pt x="48" y="95"/>
                  </a:lnTo>
                  <a:lnTo>
                    <a:pt x="79" y="95"/>
                  </a:lnTo>
                  <a:lnTo>
                    <a:pt x="79" y="95"/>
                  </a:lnTo>
                  <a:lnTo>
                    <a:pt x="142" y="95"/>
                  </a:lnTo>
                  <a:cubicBezTo>
                    <a:pt x="158" y="95"/>
                    <a:pt x="174" y="80"/>
                    <a:pt x="174" y="48"/>
                  </a:cubicBezTo>
                  <a:cubicBezTo>
                    <a:pt x="174" y="32"/>
                    <a:pt x="158" y="32"/>
                    <a:pt x="142" y="32"/>
                  </a:cubicBezTo>
                  <a:lnTo>
                    <a:pt x="127" y="32"/>
                  </a:lnTo>
                  <a:lnTo>
                    <a:pt x="79" y="32"/>
                  </a:lnTo>
                  <a:lnTo>
                    <a:pt x="48" y="17"/>
                  </a:lnTo>
                  <a:cubicBezTo>
                    <a:pt x="48"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2" name="Google Shape;1902;p38"/>
            <p:cNvSpPr/>
            <p:nvPr/>
          </p:nvSpPr>
          <p:spPr>
            <a:xfrm>
              <a:off x="3175495" y="1810803"/>
              <a:ext cx="3021" cy="3021"/>
            </a:xfrm>
            <a:custGeom>
              <a:avLst/>
              <a:gdLst/>
              <a:ahLst/>
              <a:cxnLst/>
              <a:rect l="l" t="t" r="r" b="b"/>
              <a:pathLst>
                <a:path w="95" h="95" extrusionOk="0">
                  <a:moveTo>
                    <a:pt x="63" y="0"/>
                  </a:moveTo>
                  <a:lnTo>
                    <a:pt x="63" y="0"/>
                  </a:lnTo>
                  <a:lnTo>
                    <a:pt x="32" y="0"/>
                  </a:lnTo>
                  <a:cubicBezTo>
                    <a:pt x="17" y="0"/>
                    <a:pt x="17" y="17"/>
                    <a:pt x="0" y="17"/>
                  </a:cubicBezTo>
                  <a:lnTo>
                    <a:pt x="0" y="48"/>
                  </a:lnTo>
                  <a:lnTo>
                    <a:pt x="17" y="80"/>
                  </a:lnTo>
                  <a:cubicBezTo>
                    <a:pt x="17" y="80"/>
                    <a:pt x="17" y="95"/>
                    <a:pt x="32" y="95"/>
                  </a:cubicBezTo>
                  <a:lnTo>
                    <a:pt x="48" y="95"/>
                  </a:lnTo>
                  <a:lnTo>
                    <a:pt x="63" y="95"/>
                  </a:lnTo>
                  <a:cubicBezTo>
                    <a:pt x="80" y="95"/>
                    <a:pt x="80" y="80"/>
                    <a:pt x="80" y="63"/>
                  </a:cubicBezTo>
                  <a:cubicBezTo>
                    <a:pt x="95" y="48"/>
                    <a:pt x="95" y="48"/>
                    <a:pt x="95" y="32"/>
                  </a:cubicBez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3" name="Google Shape;1903;p38"/>
            <p:cNvSpPr/>
            <p:nvPr/>
          </p:nvSpPr>
          <p:spPr>
            <a:xfrm>
              <a:off x="3397485" y="1814810"/>
              <a:ext cx="5534" cy="2544"/>
            </a:xfrm>
            <a:custGeom>
              <a:avLst/>
              <a:gdLst/>
              <a:ahLst/>
              <a:cxnLst/>
              <a:rect l="l" t="t" r="r" b="b"/>
              <a:pathLst>
                <a:path w="174" h="80" extrusionOk="0">
                  <a:moveTo>
                    <a:pt x="127" y="0"/>
                  </a:moveTo>
                  <a:lnTo>
                    <a:pt x="127" y="0"/>
                  </a:lnTo>
                  <a:lnTo>
                    <a:pt x="110" y="0"/>
                  </a:lnTo>
                  <a:lnTo>
                    <a:pt x="32" y="17"/>
                  </a:lnTo>
                  <a:lnTo>
                    <a:pt x="32" y="17"/>
                  </a:lnTo>
                  <a:cubicBezTo>
                    <a:pt x="16" y="17"/>
                    <a:pt x="1" y="32"/>
                    <a:pt x="1" y="48"/>
                  </a:cubicBezTo>
                  <a:cubicBezTo>
                    <a:pt x="1" y="63"/>
                    <a:pt x="16" y="80"/>
                    <a:pt x="47" y="80"/>
                  </a:cubicBezTo>
                  <a:lnTo>
                    <a:pt x="47" y="80"/>
                  </a:lnTo>
                  <a:lnTo>
                    <a:pt x="95" y="80"/>
                  </a:lnTo>
                  <a:lnTo>
                    <a:pt x="142" y="80"/>
                  </a:lnTo>
                  <a:cubicBezTo>
                    <a:pt x="158" y="80"/>
                    <a:pt x="173" y="63"/>
                    <a:pt x="173" y="48"/>
                  </a:cubicBezTo>
                  <a:cubicBezTo>
                    <a:pt x="173" y="17"/>
                    <a:pt x="158"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4" name="Google Shape;1904;p38"/>
            <p:cNvSpPr/>
            <p:nvPr/>
          </p:nvSpPr>
          <p:spPr>
            <a:xfrm>
              <a:off x="3037181" y="1819803"/>
              <a:ext cx="3053" cy="4039"/>
            </a:xfrm>
            <a:custGeom>
              <a:avLst/>
              <a:gdLst/>
              <a:ahLst/>
              <a:cxnLst/>
              <a:rect l="l" t="t" r="r" b="b"/>
              <a:pathLst>
                <a:path w="96" h="127" extrusionOk="0">
                  <a:moveTo>
                    <a:pt x="17" y="1"/>
                  </a:moveTo>
                  <a:lnTo>
                    <a:pt x="17" y="1"/>
                  </a:lnTo>
                  <a:lnTo>
                    <a:pt x="17" y="1"/>
                  </a:lnTo>
                  <a:cubicBezTo>
                    <a:pt x="17" y="17"/>
                    <a:pt x="17" y="17"/>
                    <a:pt x="1" y="17"/>
                  </a:cubicBezTo>
                  <a:lnTo>
                    <a:pt x="17" y="17"/>
                  </a:lnTo>
                  <a:cubicBezTo>
                    <a:pt x="17" y="32"/>
                    <a:pt x="17" y="49"/>
                    <a:pt x="1" y="64"/>
                  </a:cubicBezTo>
                  <a:lnTo>
                    <a:pt x="1" y="64"/>
                  </a:lnTo>
                  <a:lnTo>
                    <a:pt x="32" y="112"/>
                  </a:lnTo>
                  <a:cubicBezTo>
                    <a:pt x="32" y="127"/>
                    <a:pt x="49" y="127"/>
                    <a:pt x="64" y="127"/>
                  </a:cubicBezTo>
                  <a:lnTo>
                    <a:pt x="64" y="127"/>
                  </a:lnTo>
                  <a:lnTo>
                    <a:pt x="95" y="95"/>
                  </a:lnTo>
                  <a:lnTo>
                    <a:pt x="95" y="80"/>
                  </a:lnTo>
                  <a:lnTo>
                    <a:pt x="80" y="64"/>
                  </a:lnTo>
                  <a:lnTo>
                    <a:pt x="49" y="17"/>
                  </a:lnTo>
                  <a:cubicBezTo>
                    <a:pt x="49" y="17"/>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5" name="Google Shape;1905;p38"/>
            <p:cNvSpPr/>
            <p:nvPr/>
          </p:nvSpPr>
          <p:spPr>
            <a:xfrm>
              <a:off x="3327835" y="1776232"/>
              <a:ext cx="4039" cy="3053"/>
            </a:xfrm>
            <a:custGeom>
              <a:avLst/>
              <a:gdLst/>
              <a:ahLst/>
              <a:cxnLst/>
              <a:rect l="l" t="t" r="r" b="b"/>
              <a:pathLst>
                <a:path w="127" h="96" extrusionOk="0">
                  <a:moveTo>
                    <a:pt x="48" y="1"/>
                  </a:moveTo>
                  <a:lnTo>
                    <a:pt x="32" y="1"/>
                  </a:lnTo>
                  <a:lnTo>
                    <a:pt x="16" y="16"/>
                  </a:lnTo>
                  <a:cubicBezTo>
                    <a:pt x="0" y="32"/>
                    <a:pt x="0" y="47"/>
                    <a:pt x="16" y="47"/>
                  </a:cubicBezTo>
                  <a:cubicBezTo>
                    <a:pt x="16" y="64"/>
                    <a:pt x="16" y="64"/>
                    <a:pt x="32" y="64"/>
                  </a:cubicBezTo>
                  <a:lnTo>
                    <a:pt x="32" y="79"/>
                  </a:lnTo>
                  <a:lnTo>
                    <a:pt x="80" y="95"/>
                  </a:lnTo>
                  <a:lnTo>
                    <a:pt x="80" y="95"/>
                  </a:lnTo>
                  <a:lnTo>
                    <a:pt x="95" y="95"/>
                  </a:lnTo>
                  <a:cubicBezTo>
                    <a:pt x="80" y="95"/>
                    <a:pt x="80" y="79"/>
                    <a:pt x="80" y="79"/>
                  </a:cubicBezTo>
                  <a:cubicBezTo>
                    <a:pt x="80" y="64"/>
                    <a:pt x="95" y="47"/>
                    <a:pt x="111" y="47"/>
                  </a:cubicBezTo>
                  <a:lnTo>
                    <a:pt x="111" y="47"/>
                  </a:lnTo>
                  <a:lnTo>
                    <a:pt x="126" y="47"/>
                  </a:lnTo>
                  <a:lnTo>
                    <a:pt x="126" y="47"/>
                  </a:lnTo>
                  <a:lnTo>
                    <a:pt x="111" y="32"/>
                  </a:lnTo>
                  <a:lnTo>
                    <a:pt x="111" y="32"/>
                  </a:lnTo>
                  <a:lnTo>
                    <a:pt x="95" y="32"/>
                  </a:lnTo>
                  <a:lnTo>
                    <a:pt x="63"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6" name="Google Shape;1906;p38"/>
            <p:cNvSpPr/>
            <p:nvPr/>
          </p:nvSpPr>
          <p:spPr>
            <a:xfrm>
              <a:off x="3318803" y="1772225"/>
              <a:ext cx="3562" cy="4039"/>
            </a:xfrm>
            <a:custGeom>
              <a:avLst/>
              <a:gdLst/>
              <a:ahLst/>
              <a:cxnLst/>
              <a:rect l="l" t="t" r="r" b="b"/>
              <a:pathLst>
                <a:path w="112" h="127" extrusionOk="0">
                  <a:moveTo>
                    <a:pt x="32" y="1"/>
                  </a:moveTo>
                  <a:lnTo>
                    <a:pt x="32" y="1"/>
                  </a:lnTo>
                  <a:cubicBezTo>
                    <a:pt x="17" y="1"/>
                    <a:pt x="1" y="16"/>
                    <a:pt x="1" y="32"/>
                  </a:cubicBezTo>
                  <a:lnTo>
                    <a:pt x="1" y="47"/>
                  </a:lnTo>
                  <a:lnTo>
                    <a:pt x="1" y="95"/>
                  </a:lnTo>
                  <a:cubicBezTo>
                    <a:pt x="1" y="95"/>
                    <a:pt x="1" y="110"/>
                    <a:pt x="17" y="110"/>
                  </a:cubicBezTo>
                  <a:lnTo>
                    <a:pt x="17" y="127"/>
                  </a:lnTo>
                  <a:lnTo>
                    <a:pt x="32" y="127"/>
                  </a:lnTo>
                  <a:lnTo>
                    <a:pt x="32" y="127"/>
                  </a:lnTo>
                  <a:lnTo>
                    <a:pt x="32" y="127"/>
                  </a:lnTo>
                  <a:lnTo>
                    <a:pt x="64" y="127"/>
                  </a:lnTo>
                  <a:cubicBezTo>
                    <a:pt x="64" y="110"/>
                    <a:pt x="64" y="110"/>
                    <a:pt x="80" y="110"/>
                  </a:cubicBezTo>
                  <a:cubicBezTo>
                    <a:pt x="95" y="110"/>
                    <a:pt x="95" y="95"/>
                    <a:pt x="111" y="64"/>
                  </a:cubicBezTo>
                  <a:lnTo>
                    <a:pt x="111" y="47"/>
                  </a:lnTo>
                  <a:lnTo>
                    <a:pt x="80" y="16"/>
                  </a:lnTo>
                  <a:lnTo>
                    <a:pt x="80" y="16"/>
                  </a:lnTo>
                  <a:lnTo>
                    <a:pt x="64" y="16"/>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7" name="Google Shape;1907;p38"/>
            <p:cNvSpPr/>
            <p:nvPr/>
          </p:nvSpPr>
          <p:spPr>
            <a:xfrm>
              <a:off x="3443600" y="1796746"/>
              <a:ext cx="4039" cy="3053"/>
            </a:xfrm>
            <a:custGeom>
              <a:avLst/>
              <a:gdLst/>
              <a:ahLst/>
              <a:cxnLst/>
              <a:rect l="l" t="t" r="r" b="b"/>
              <a:pathLst>
                <a:path w="127" h="96" extrusionOk="0">
                  <a:moveTo>
                    <a:pt x="63" y="1"/>
                  </a:moveTo>
                  <a:lnTo>
                    <a:pt x="47" y="1"/>
                  </a:lnTo>
                  <a:lnTo>
                    <a:pt x="32" y="1"/>
                  </a:lnTo>
                  <a:lnTo>
                    <a:pt x="15" y="17"/>
                  </a:lnTo>
                  <a:cubicBezTo>
                    <a:pt x="0" y="32"/>
                    <a:pt x="0" y="49"/>
                    <a:pt x="0" y="64"/>
                  </a:cubicBezTo>
                  <a:cubicBezTo>
                    <a:pt x="0" y="64"/>
                    <a:pt x="15" y="64"/>
                    <a:pt x="15" y="80"/>
                  </a:cubicBezTo>
                  <a:lnTo>
                    <a:pt x="15" y="80"/>
                  </a:lnTo>
                  <a:lnTo>
                    <a:pt x="15" y="80"/>
                  </a:lnTo>
                  <a:cubicBezTo>
                    <a:pt x="32" y="96"/>
                    <a:pt x="32" y="96"/>
                    <a:pt x="47" y="96"/>
                  </a:cubicBezTo>
                  <a:lnTo>
                    <a:pt x="47" y="96"/>
                  </a:lnTo>
                  <a:cubicBezTo>
                    <a:pt x="47" y="96"/>
                    <a:pt x="63" y="96"/>
                    <a:pt x="63" y="80"/>
                  </a:cubicBezTo>
                  <a:cubicBezTo>
                    <a:pt x="63" y="80"/>
                    <a:pt x="78" y="80"/>
                    <a:pt x="78" y="64"/>
                  </a:cubicBezTo>
                  <a:lnTo>
                    <a:pt x="78" y="80"/>
                  </a:lnTo>
                  <a:lnTo>
                    <a:pt x="78" y="80"/>
                  </a:lnTo>
                  <a:lnTo>
                    <a:pt x="78" y="80"/>
                  </a:lnTo>
                  <a:cubicBezTo>
                    <a:pt x="95" y="80"/>
                    <a:pt x="110" y="64"/>
                    <a:pt x="126" y="49"/>
                  </a:cubicBezTo>
                  <a:cubicBezTo>
                    <a:pt x="126" y="49"/>
                    <a:pt x="126" y="32"/>
                    <a:pt x="110" y="32"/>
                  </a:cubicBezTo>
                  <a:cubicBezTo>
                    <a:pt x="110" y="17"/>
                    <a:pt x="110" y="17"/>
                    <a:pt x="95" y="1"/>
                  </a:cubicBezTo>
                  <a:lnTo>
                    <a:pt x="95"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8" name="Google Shape;1908;p38"/>
            <p:cNvSpPr/>
            <p:nvPr/>
          </p:nvSpPr>
          <p:spPr>
            <a:xfrm>
              <a:off x="3334355" y="1803774"/>
              <a:ext cx="3530" cy="3562"/>
            </a:xfrm>
            <a:custGeom>
              <a:avLst/>
              <a:gdLst/>
              <a:ahLst/>
              <a:cxnLst/>
              <a:rect l="l" t="t" r="r" b="b"/>
              <a:pathLst>
                <a:path w="111" h="112" extrusionOk="0">
                  <a:moveTo>
                    <a:pt x="79" y="1"/>
                  </a:moveTo>
                  <a:lnTo>
                    <a:pt x="64" y="32"/>
                  </a:lnTo>
                  <a:lnTo>
                    <a:pt x="47" y="32"/>
                  </a:lnTo>
                  <a:lnTo>
                    <a:pt x="32" y="32"/>
                  </a:lnTo>
                  <a:cubicBezTo>
                    <a:pt x="16" y="32"/>
                    <a:pt x="16" y="32"/>
                    <a:pt x="1" y="48"/>
                  </a:cubicBezTo>
                  <a:cubicBezTo>
                    <a:pt x="1" y="64"/>
                    <a:pt x="16" y="80"/>
                    <a:pt x="32" y="95"/>
                  </a:cubicBezTo>
                  <a:lnTo>
                    <a:pt x="64" y="111"/>
                  </a:lnTo>
                  <a:lnTo>
                    <a:pt x="64" y="111"/>
                  </a:lnTo>
                  <a:cubicBezTo>
                    <a:pt x="79" y="111"/>
                    <a:pt x="95" y="95"/>
                    <a:pt x="95" y="95"/>
                  </a:cubicBezTo>
                  <a:lnTo>
                    <a:pt x="110" y="80"/>
                  </a:lnTo>
                  <a:lnTo>
                    <a:pt x="95" y="80"/>
                  </a:lnTo>
                  <a:cubicBezTo>
                    <a:pt x="79" y="80"/>
                    <a:pt x="64" y="64"/>
                    <a:pt x="64" y="32"/>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9" name="Google Shape;1909;p38"/>
            <p:cNvSpPr/>
            <p:nvPr/>
          </p:nvSpPr>
          <p:spPr>
            <a:xfrm>
              <a:off x="3205073" y="1785741"/>
              <a:ext cx="4039" cy="3021"/>
            </a:xfrm>
            <a:custGeom>
              <a:avLst/>
              <a:gdLst/>
              <a:ahLst/>
              <a:cxnLst/>
              <a:rect l="l" t="t" r="r" b="b"/>
              <a:pathLst>
                <a:path w="127" h="95" extrusionOk="0">
                  <a:moveTo>
                    <a:pt x="47" y="0"/>
                  </a:moveTo>
                  <a:lnTo>
                    <a:pt x="32" y="0"/>
                  </a:lnTo>
                  <a:cubicBezTo>
                    <a:pt x="32" y="17"/>
                    <a:pt x="16" y="17"/>
                    <a:pt x="16" y="17"/>
                  </a:cubicBezTo>
                  <a:cubicBezTo>
                    <a:pt x="1" y="32"/>
                    <a:pt x="1" y="63"/>
                    <a:pt x="16" y="63"/>
                  </a:cubicBezTo>
                  <a:lnTo>
                    <a:pt x="47" y="95"/>
                  </a:lnTo>
                  <a:lnTo>
                    <a:pt x="64" y="95"/>
                  </a:lnTo>
                  <a:cubicBezTo>
                    <a:pt x="64" y="80"/>
                    <a:pt x="79" y="80"/>
                    <a:pt x="79" y="80"/>
                  </a:cubicBezTo>
                  <a:lnTo>
                    <a:pt x="95" y="80"/>
                  </a:lnTo>
                  <a:lnTo>
                    <a:pt x="95" y="80"/>
                  </a:lnTo>
                  <a:cubicBezTo>
                    <a:pt x="110" y="80"/>
                    <a:pt x="110" y="80"/>
                    <a:pt x="110" y="95"/>
                  </a:cubicBezTo>
                  <a:cubicBezTo>
                    <a:pt x="127" y="80"/>
                    <a:pt x="110" y="63"/>
                    <a:pt x="110" y="48"/>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0" name="Google Shape;1910;p38"/>
            <p:cNvSpPr/>
            <p:nvPr/>
          </p:nvSpPr>
          <p:spPr>
            <a:xfrm>
              <a:off x="3408521" y="1763193"/>
              <a:ext cx="3021" cy="5534"/>
            </a:xfrm>
            <a:custGeom>
              <a:avLst/>
              <a:gdLst/>
              <a:ahLst/>
              <a:cxnLst/>
              <a:rect l="l" t="t" r="r" b="b"/>
              <a:pathLst>
                <a:path w="95" h="174" extrusionOk="0">
                  <a:moveTo>
                    <a:pt x="63" y="1"/>
                  </a:moveTo>
                  <a:lnTo>
                    <a:pt x="47" y="1"/>
                  </a:lnTo>
                  <a:cubicBezTo>
                    <a:pt x="32" y="1"/>
                    <a:pt x="16" y="16"/>
                    <a:pt x="16" y="32"/>
                  </a:cubicBezTo>
                  <a:lnTo>
                    <a:pt x="32" y="64"/>
                  </a:lnTo>
                  <a:lnTo>
                    <a:pt x="32" y="96"/>
                  </a:lnTo>
                  <a:cubicBezTo>
                    <a:pt x="16" y="96"/>
                    <a:pt x="16" y="96"/>
                    <a:pt x="16" y="111"/>
                  </a:cubicBezTo>
                  <a:cubicBezTo>
                    <a:pt x="0" y="127"/>
                    <a:pt x="0" y="142"/>
                    <a:pt x="16" y="159"/>
                  </a:cubicBezTo>
                  <a:cubicBezTo>
                    <a:pt x="16" y="159"/>
                    <a:pt x="32" y="174"/>
                    <a:pt x="47" y="174"/>
                  </a:cubicBezTo>
                  <a:lnTo>
                    <a:pt x="63" y="174"/>
                  </a:lnTo>
                  <a:lnTo>
                    <a:pt x="79" y="174"/>
                  </a:lnTo>
                  <a:cubicBezTo>
                    <a:pt x="95" y="159"/>
                    <a:pt x="95" y="159"/>
                    <a:pt x="95" y="142"/>
                  </a:cubicBezTo>
                  <a:lnTo>
                    <a:pt x="95" y="111"/>
                  </a:lnTo>
                  <a:lnTo>
                    <a:pt x="95" y="64"/>
                  </a:lnTo>
                  <a:lnTo>
                    <a:pt x="95" y="48"/>
                  </a:lnTo>
                  <a:lnTo>
                    <a:pt x="95" y="32"/>
                  </a:lnTo>
                  <a:cubicBezTo>
                    <a:pt x="95" y="16"/>
                    <a:pt x="79"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1" name="Google Shape;1911;p38"/>
            <p:cNvSpPr/>
            <p:nvPr/>
          </p:nvSpPr>
          <p:spPr>
            <a:xfrm>
              <a:off x="3188026" y="1788731"/>
              <a:ext cx="2544" cy="2035"/>
            </a:xfrm>
            <a:custGeom>
              <a:avLst/>
              <a:gdLst/>
              <a:ahLst/>
              <a:cxnLst/>
              <a:rect l="l" t="t" r="r" b="b"/>
              <a:pathLst>
                <a:path w="80" h="64" extrusionOk="0">
                  <a:moveTo>
                    <a:pt x="79" y="1"/>
                  </a:moveTo>
                  <a:lnTo>
                    <a:pt x="32" y="1"/>
                  </a:lnTo>
                  <a:cubicBezTo>
                    <a:pt x="16" y="1"/>
                    <a:pt x="1" y="17"/>
                    <a:pt x="1" y="32"/>
                  </a:cubicBezTo>
                  <a:cubicBezTo>
                    <a:pt x="1" y="49"/>
                    <a:pt x="16" y="64"/>
                    <a:pt x="32" y="64"/>
                  </a:cubicBezTo>
                  <a:lnTo>
                    <a:pt x="48" y="64"/>
                  </a:lnTo>
                  <a:lnTo>
                    <a:pt x="48" y="64"/>
                  </a:lnTo>
                  <a:lnTo>
                    <a:pt x="64" y="64"/>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2" name="Google Shape;1912;p38"/>
            <p:cNvSpPr/>
            <p:nvPr/>
          </p:nvSpPr>
          <p:spPr>
            <a:xfrm>
              <a:off x="3112365" y="1795283"/>
              <a:ext cx="2544" cy="4039"/>
            </a:xfrm>
            <a:custGeom>
              <a:avLst/>
              <a:gdLst/>
              <a:ahLst/>
              <a:cxnLst/>
              <a:rect l="l" t="t" r="r" b="b"/>
              <a:pathLst>
                <a:path w="80" h="127" extrusionOk="0">
                  <a:moveTo>
                    <a:pt x="48" y="0"/>
                  </a:moveTo>
                  <a:lnTo>
                    <a:pt x="48" y="0"/>
                  </a:lnTo>
                  <a:lnTo>
                    <a:pt x="48" y="0"/>
                  </a:lnTo>
                  <a:cubicBezTo>
                    <a:pt x="32" y="0"/>
                    <a:pt x="17" y="15"/>
                    <a:pt x="17" y="32"/>
                  </a:cubicBezTo>
                  <a:lnTo>
                    <a:pt x="17" y="47"/>
                  </a:lnTo>
                  <a:lnTo>
                    <a:pt x="0" y="78"/>
                  </a:lnTo>
                  <a:lnTo>
                    <a:pt x="0" y="78"/>
                  </a:lnTo>
                  <a:lnTo>
                    <a:pt x="0" y="78"/>
                  </a:lnTo>
                  <a:cubicBezTo>
                    <a:pt x="0" y="110"/>
                    <a:pt x="17" y="126"/>
                    <a:pt x="32" y="126"/>
                  </a:cubicBezTo>
                  <a:lnTo>
                    <a:pt x="32" y="126"/>
                  </a:lnTo>
                  <a:cubicBezTo>
                    <a:pt x="48" y="126"/>
                    <a:pt x="63" y="110"/>
                    <a:pt x="80" y="95"/>
                  </a:cubicBezTo>
                  <a:lnTo>
                    <a:pt x="80" y="32"/>
                  </a:lnTo>
                  <a:cubicBezTo>
                    <a:pt x="80" y="15"/>
                    <a:pt x="80"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3" name="Google Shape;1913;p38"/>
            <p:cNvSpPr/>
            <p:nvPr/>
          </p:nvSpPr>
          <p:spPr>
            <a:xfrm>
              <a:off x="3338839" y="1814810"/>
              <a:ext cx="6042" cy="6551"/>
            </a:xfrm>
            <a:custGeom>
              <a:avLst/>
              <a:gdLst/>
              <a:ahLst/>
              <a:cxnLst/>
              <a:rect l="l" t="t" r="r" b="b"/>
              <a:pathLst>
                <a:path w="190" h="206" extrusionOk="0">
                  <a:moveTo>
                    <a:pt x="64" y="0"/>
                  </a:moveTo>
                  <a:lnTo>
                    <a:pt x="64" y="0"/>
                  </a:lnTo>
                  <a:lnTo>
                    <a:pt x="49" y="0"/>
                  </a:lnTo>
                  <a:lnTo>
                    <a:pt x="32" y="17"/>
                  </a:lnTo>
                  <a:cubicBezTo>
                    <a:pt x="17" y="17"/>
                    <a:pt x="17" y="32"/>
                    <a:pt x="17" y="32"/>
                  </a:cubicBezTo>
                  <a:lnTo>
                    <a:pt x="17" y="32"/>
                  </a:lnTo>
                  <a:lnTo>
                    <a:pt x="17" y="63"/>
                  </a:lnTo>
                  <a:lnTo>
                    <a:pt x="1" y="111"/>
                  </a:lnTo>
                  <a:lnTo>
                    <a:pt x="1" y="126"/>
                  </a:lnTo>
                  <a:cubicBezTo>
                    <a:pt x="1" y="158"/>
                    <a:pt x="17" y="174"/>
                    <a:pt x="49" y="174"/>
                  </a:cubicBezTo>
                  <a:cubicBezTo>
                    <a:pt x="64" y="174"/>
                    <a:pt x="80" y="158"/>
                    <a:pt x="80" y="126"/>
                  </a:cubicBezTo>
                  <a:lnTo>
                    <a:pt x="80" y="111"/>
                  </a:lnTo>
                  <a:lnTo>
                    <a:pt x="80" y="126"/>
                  </a:lnTo>
                  <a:cubicBezTo>
                    <a:pt x="95" y="143"/>
                    <a:pt x="95" y="158"/>
                    <a:pt x="112" y="174"/>
                  </a:cubicBezTo>
                  <a:lnTo>
                    <a:pt x="112" y="174"/>
                  </a:lnTo>
                  <a:lnTo>
                    <a:pt x="127" y="189"/>
                  </a:lnTo>
                  <a:cubicBezTo>
                    <a:pt x="127" y="189"/>
                    <a:pt x="143" y="206"/>
                    <a:pt x="158" y="206"/>
                  </a:cubicBezTo>
                  <a:cubicBezTo>
                    <a:pt x="158" y="206"/>
                    <a:pt x="175" y="206"/>
                    <a:pt x="175" y="189"/>
                  </a:cubicBezTo>
                  <a:cubicBezTo>
                    <a:pt x="190" y="189"/>
                    <a:pt x="190" y="158"/>
                    <a:pt x="190" y="143"/>
                  </a:cubicBezTo>
                  <a:lnTo>
                    <a:pt x="175" y="143"/>
                  </a:lnTo>
                  <a:lnTo>
                    <a:pt x="175" y="126"/>
                  </a:lnTo>
                  <a:cubicBezTo>
                    <a:pt x="158" y="111"/>
                    <a:pt x="143" y="95"/>
                    <a:pt x="143" y="80"/>
                  </a:cubicBezTo>
                  <a:cubicBezTo>
                    <a:pt x="127" y="63"/>
                    <a:pt x="112" y="48"/>
                    <a:pt x="112" y="32"/>
                  </a:cubicBezTo>
                  <a:lnTo>
                    <a:pt x="95" y="17"/>
                  </a:lnTo>
                  <a:lnTo>
                    <a:pt x="95" y="17"/>
                  </a:lnTo>
                  <a:cubicBezTo>
                    <a:pt x="80" y="0"/>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4" name="Google Shape;1914;p38"/>
            <p:cNvSpPr/>
            <p:nvPr/>
          </p:nvSpPr>
          <p:spPr>
            <a:xfrm>
              <a:off x="3417012" y="1762684"/>
              <a:ext cx="5057" cy="3562"/>
            </a:xfrm>
            <a:custGeom>
              <a:avLst/>
              <a:gdLst/>
              <a:ahLst/>
              <a:cxnLst/>
              <a:rect l="l" t="t" r="r" b="b"/>
              <a:pathLst>
                <a:path w="159" h="112" extrusionOk="0">
                  <a:moveTo>
                    <a:pt x="127" y="1"/>
                  </a:moveTo>
                  <a:lnTo>
                    <a:pt x="127" y="1"/>
                  </a:lnTo>
                  <a:lnTo>
                    <a:pt x="112" y="1"/>
                  </a:lnTo>
                  <a:lnTo>
                    <a:pt x="112" y="1"/>
                  </a:lnTo>
                  <a:lnTo>
                    <a:pt x="64" y="32"/>
                  </a:lnTo>
                  <a:lnTo>
                    <a:pt x="32" y="48"/>
                  </a:lnTo>
                  <a:lnTo>
                    <a:pt x="32" y="48"/>
                  </a:lnTo>
                  <a:cubicBezTo>
                    <a:pt x="17" y="64"/>
                    <a:pt x="1" y="80"/>
                    <a:pt x="17" y="95"/>
                  </a:cubicBezTo>
                  <a:cubicBezTo>
                    <a:pt x="17" y="112"/>
                    <a:pt x="32" y="112"/>
                    <a:pt x="49" y="112"/>
                  </a:cubicBezTo>
                  <a:lnTo>
                    <a:pt x="64" y="112"/>
                  </a:lnTo>
                  <a:lnTo>
                    <a:pt x="80" y="95"/>
                  </a:lnTo>
                  <a:lnTo>
                    <a:pt x="80" y="95"/>
                  </a:lnTo>
                  <a:lnTo>
                    <a:pt x="143" y="64"/>
                  </a:lnTo>
                  <a:lnTo>
                    <a:pt x="143" y="64"/>
                  </a:lnTo>
                  <a:cubicBezTo>
                    <a:pt x="158" y="48"/>
                    <a:pt x="158" y="32"/>
                    <a:pt x="158" y="17"/>
                  </a:cubicBezTo>
                  <a:lnTo>
                    <a:pt x="143" y="17"/>
                  </a:ln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5" name="Google Shape;1915;p38"/>
            <p:cNvSpPr/>
            <p:nvPr/>
          </p:nvSpPr>
          <p:spPr>
            <a:xfrm>
              <a:off x="3167990" y="1825337"/>
              <a:ext cx="3530" cy="3053"/>
            </a:xfrm>
            <a:custGeom>
              <a:avLst/>
              <a:gdLst/>
              <a:ahLst/>
              <a:cxnLst/>
              <a:rect l="l" t="t" r="r" b="b"/>
              <a:pathLst>
                <a:path w="111" h="96" extrusionOk="0">
                  <a:moveTo>
                    <a:pt x="47" y="1"/>
                  </a:moveTo>
                  <a:lnTo>
                    <a:pt x="47" y="1"/>
                  </a:lnTo>
                  <a:lnTo>
                    <a:pt x="47" y="1"/>
                  </a:lnTo>
                  <a:cubicBezTo>
                    <a:pt x="32" y="1"/>
                    <a:pt x="32" y="16"/>
                    <a:pt x="16" y="16"/>
                  </a:cubicBezTo>
                  <a:lnTo>
                    <a:pt x="16" y="16"/>
                  </a:lnTo>
                  <a:lnTo>
                    <a:pt x="16" y="32"/>
                  </a:lnTo>
                  <a:cubicBezTo>
                    <a:pt x="1" y="32"/>
                    <a:pt x="1" y="47"/>
                    <a:pt x="1" y="47"/>
                  </a:cubicBezTo>
                  <a:cubicBezTo>
                    <a:pt x="1" y="64"/>
                    <a:pt x="16" y="64"/>
                    <a:pt x="16" y="79"/>
                  </a:cubicBezTo>
                  <a:lnTo>
                    <a:pt x="47" y="95"/>
                  </a:lnTo>
                  <a:lnTo>
                    <a:pt x="64" y="95"/>
                  </a:lnTo>
                  <a:cubicBezTo>
                    <a:pt x="79" y="95"/>
                    <a:pt x="79" y="95"/>
                    <a:pt x="95" y="79"/>
                  </a:cubicBezTo>
                  <a:lnTo>
                    <a:pt x="95" y="79"/>
                  </a:lnTo>
                  <a:lnTo>
                    <a:pt x="95" y="64"/>
                  </a:lnTo>
                  <a:cubicBezTo>
                    <a:pt x="110" y="64"/>
                    <a:pt x="110" y="47"/>
                    <a:pt x="110" y="47"/>
                  </a:cubicBez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6" name="Google Shape;1916;p38"/>
            <p:cNvSpPr/>
            <p:nvPr/>
          </p:nvSpPr>
          <p:spPr>
            <a:xfrm>
              <a:off x="3305286" y="1816337"/>
              <a:ext cx="6520" cy="3498"/>
            </a:xfrm>
            <a:custGeom>
              <a:avLst/>
              <a:gdLst/>
              <a:ahLst/>
              <a:cxnLst/>
              <a:rect l="l" t="t" r="r" b="b"/>
              <a:pathLst>
                <a:path w="205" h="110" extrusionOk="0">
                  <a:moveTo>
                    <a:pt x="158" y="0"/>
                  </a:moveTo>
                  <a:lnTo>
                    <a:pt x="158" y="15"/>
                  </a:lnTo>
                  <a:lnTo>
                    <a:pt x="110" y="47"/>
                  </a:lnTo>
                  <a:cubicBezTo>
                    <a:pt x="110" y="63"/>
                    <a:pt x="95" y="63"/>
                    <a:pt x="95" y="63"/>
                  </a:cubicBezTo>
                  <a:lnTo>
                    <a:pt x="79" y="63"/>
                  </a:lnTo>
                  <a:lnTo>
                    <a:pt x="32" y="47"/>
                  </a:lnTo>
                  <a:cubicBezTo>
                    <a:pt x="16" y="47"/>
                    <a:pt x="1" y="63"/>
                    <a:pt x="1" y="78"/>
                  </a:cubicBezTo>
                  <a:cubicBezTo>
                    <a:pt x="1" y="95"/>
                    <a:pt x="16" y="95"/>
                    <a:pt x="16" y="95"/>
                  </a:cubicBezTo>
                  <a:cubicBezTo>
                    <a:pt x="16" y="110"/>
                    <a:pt x="32" y="110"/>
                    <a:pt x="47" y="110"/>
                  </a:cubicBezTo>
                  <a:lnTo>
                    <a:pt x="47" y="110"/>
                  </a:lnTo>
                  <a:lnTo>
                    <a:pt x="47" y="110"/>
                  </a:lnTo>
                  <a:lnTo>
                    <a:pt x="64" y="110"/>
                  </a:lnTo>
                  <a:lnTo>
                    <a:pt x="79" y="110"/>
                  </a:lnTo>
                  <a:lnTo>
                    <a:pt x="79" y="110"/>
                  </a:lnTo>
                  <a:lnTo>
                    <a:pt x="95" y="110"/>
                  </a:lnTo>
                  <a:lnTo>
                    <a:pt x="127" y="110"/>
                  </a:lnTo>
                  <a:lnTo>
                    <a:pt x="127" y="110"/>
                  </a:lnTo>
                  <a:cubicBezTo>
                    <a:pt x="142" y="110"/>
                    <a:pt x="190" y="110"/>
                    <a:pt x="190" y="47"/>
                  </a:cubicBezTo>
                  <a:cubicBezTo>
                    <a:pt x="205" y="47"/>
                    <a:pt x="190" y="32"/>
                    <a:pt x="190" y="32"/>
                  </a:cubicBezTo>
                  <a:cubicBezTo>
                    <a:pt x="190" y="15"/>
                    <a:pt x="190" y="15"/>
                    <a:pt x="173" y="15"/>
                  </a:cubicBezTo>
                  <a:cubicBezTo>
                    <a:pt x="173" y="15"/>
                    <a:pt x="158"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7" name="Google Shape;1917;p38"/>
            <p:cNvSpPr/>
            <p:nvPr/>
          </p:nvSpPr>
          <p:spPr>
            <a:xfrm>
              <a:off x="3174477" y="1792738"/>
              <a:ext cx="11067" cy="4039"/>
            </a:xfrm>
            <a:custGeom>
              <a:avLst/>
              <a:gdLst/>
              <a:ahLst/>
              <a:cxnLst/>
              <a:rect l="l" t="t" r="r" b="b"/>
              <a:pathLst>
                <a:path w="348" h="127" extrusionOk="0">
                  <a:moveTo>
                    <a:pt x="316" y="1"/>
                  </a:moveTo>
                  <a:lnTo>
                    <a:pt x="316" y="1"/>
                  </a:lnTo>
                  <a:cubicBezTo>
                    <a:pt x="301" y="1"/>
                    <a:pt x="284" y="1"/>
                    <a:pt x="284" y="17"/>
                  </a:cubicBezTo>
                  <a:lnTo>
                    <a:pt x="284" y="32"/>
                  </a:lnTo>
                  <a:lnTo>
                    <a:pt x="284" y="32"/>
                  </a:lnTo>
                  <a:cubicBezTo>
                    <a:pt x="253" y="49"/>
                    <a:pt x="221" y="49"/>
                    <a:pt x="206" y="49"/>
                  </a:cubicBezTo>
                  <a:cubicBezTo>
                    <a:pt x="190" y="64"/>
                    <a:pt x="158" y="64"/>
                    <a:pt x="143" y="64"/>
                  </a:cubicBezTo>
                  <a:lnTo>
                    <a:pt x="95" y="64"/>
                  </a:lnTo>
                  <a:cubicBezTo>
                    <a:pt x="80" y="49"/>
                    <a:pt x="64" y="49"/>
                    <a:pt x="32" y="49"/>
                  </a:cubicBezTo>
                  <a:lnTo>
                    <a:pt x="32" y="49"/>
                  </a:lnTo>
                  <a:cubicBezTo>
                    <a:pt x="17" y="49"/>
                    <a:pt x="1" y="64"/>
                    <a:pt x="1" y="80"/>
                  </a:cubicBezTo>
                  <a:cubicBezTo>
                    <a:pt x="1" y="95"/>
                    <a:pt x="1" y="112"/>
                    <a:pt x="32" y="112"/>
                  </a:cubicBezTo>
                  <a:lnTo>
                    <a:pt x="32" y="112"/>
                  </a:lnTo>
                  <a:cubicBezTo>
                    <a:pt x="64" y="127"/>
                    <a:pt x="80" y="127"/>
                    <a:pt x="112" y="127"/>
                  </a:cubicBezTo>
                  <a:cubicBezTo>
                    <a:pt x="143" y="112"/>
                    <a:pt x="143" y="112"/>
                    <a:pt x="143" y="95"/>
                  </a:cubicBezTo>
                  <a:cubicBezTo>
                    <a:pt x="143" y="80"/>
                    <a:pt x="158" y="64"/>
                    <a:pt x="175" y="64"/>
                  </a:cubicBezTo>
                  <a:lnTo>
                    <a:pt x="175" y="64"/>
                  </a:lnTo>
                  <a:lnTo>
                    <a:pt x="175" y="64"/>
                  </a:lnTo>
                  <a:cubicBezTo>
                    <a:pt x="190" y="64"/>
                    <a:pt x="206" y="80"/>
                    <a:pt x="206" y="95"/>
                  </a:cubicBezTo>
                  <a:lnTo>
                    <a:pt x="206" y="127"/>
                  </a:lnTo>
                  <a:cubicBezTo>
                    <a:pt x="221" y="127"/>
                    <a:pt x="253" y="112"/>
                    <a:pt x="269" y="112"/>
                  </a:cubicBezTo>
                  <a:cubicBezTo>
                    <a:pt x="284" y="112"/>
                    <a:pt x="301" y="95"/>
                    <a:pt x="316" y="95"/>
                  </a:cubicBezTo>
                  <a:cubicBezTo>
                    <a:pt x="316" y="95"/>
                    <a:pt x="332" y="95"/>
                    <a:pt x="332" y="80"/>
                  </a:cubicBezTo>
                  <a:cubicBezTo>
                    <a:pt x="332" y="80"/>
                    <a:pt x="348" y="64"/>
                    <a:pt x="348" y="49"/>
                  </a:cubicBezTo>
                  <a:lnTo>
                    <a:pt x="348" y="49"/>
                  </a:lnTo>
                  <a:cubicBezTo>
                    <a:pt x="348" y="32"/>
                    <a:pt x="348" y="1"/>
                    <a:pt x="332" y="1"/>
                  </a:cubicBezTo>
                  <a:lnTo>
                    <a:pt x="3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8" name="Google Shape;1918;p38"/>
            <p:cNvSpPr/>
            <p:nvPr/>
          </p:nvSpPr>
          <p:spPr>
            <a:xfrm>
              <a:off x="3299752" y="1781257"/>
              <a:ext cx="4580" cy="3021"/>
            </a:xfrm>
            <a:custGeom>
              <a:avLst/>
              <a:gdLst/>
              <a:ahLst/>
              <a:cxnLst/>
              <a:rect l="l" t="t" r="r" b="b"/>
              <a:pathLst>
                <a:path w="144" h="95" extrusionOk="0">
                  <a:moveTo>
                    <a:pt x="112" y="0"/>
                  </a:moveTo>
                  <a:lnTo>
                    <a:pt x="112" y="0"/>
                  </a:lnTo>
                  <a:lnTo>
                    <a:pt x="95" y="0"/>
                  </a:lnTo>
                  <a:lnTo>
                    <a:pt x="49" y="15"/>
                  </a:lnTo>
                  <a:lnTo>
                    <a:pt x="32" y="32"/>
                  </a:lnTo>
                  <a:cubicBezTo>
                    <a:pt x="17" y="32"/>
                    <a:pt x="1" y="47"/>
                    <a:pt x="1" y="78"/>
                  </a:cubicBezTo>
                  <a:cubicBezTo>
                    <a:pt x="17" y="95"/>
                    <a:pt x="17" y="95"/>
                    <a:pt x="32" y="95"/>
                  </a:cubicBezTo>
                  <a:lnTo>
                    <a:pt x="32" y="95"/>
                  </a:lnTo>
                  <a:lnTo>
                    <a:pt x="49" y="95"/>
                  </a:lnTo>
                  <a:lnTo>
                    <a:pt x="127" y="78"/>
                  </a:lnTo>
                  <a:lnTo>
                    <a:pt x="127" y="63"/>
                  </a:lnTo>
                  <a:cubicBezTo>
                    <a:pt x="143" y="63"/>
                    <a:pt x="143" y="47"/>
                    <a:pt x="143" y="32"/>
                  </a:cubicBezTo>
                  <a:cubicBezTo>
                    <a:pt x="143" y="15"/>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9" name="Google Shape;1919;p38"/>
            <p:cNvSpPr/>
            <p:nvPr/>
          </p:nvSpPr>
          <p:spPr>
            <a:xfrm>
              <a:off x="3088290" y="1785741"/>
              <a:ext cx="3053" cy="3021"/>
            </a:xfrm>
            <a:custGeom>
              <a:avLst/>
              <a:gdLst/>
              <a:ahLst/>
              <a:cxnLst/>
              <a:rect l="l" t="t" r="r" b="b"/>
              <a:pathLst>
                <a:path w="96" h="95" extrusionOk="0">
                  <a:moveTo>
                    <a:pt x="49" y="0"/>
                  </a:moveTo>
                  <a:lnTo>
                    <a:pt x="32" y="0"/>
                  </a:lnTo>
                  <a:lnTo>
                    <a:pt x="32" y="0"/>
                  </a:lnTo>
                  <a:cubicBezTo>
                    <a:pt x="17" y="0"/>
                    <a:pt x="1" y="17"/>
                    <a:pt x="1" y="48"/>
                  </a:cubicBezTo>
                  <a:lnTo>
                    <a:pt x="17" y="95"/>
                  </a:lnTo>
                  <a:lnTo>
                    <a:pt x="80" y="95"/>
                  </a:lnTo>
                  <a:lnTo>
                    <a:pt x="95" y="95"/>
                  </a:lnTo>
                  <a:lnTo>
                    <a:pt x="80" y="32"/>
                  </a:lnTo>
                  <a:cubicBezTo>
                    <a:pt x="64" y="17"/>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0" name="Google Shape;1920;p38"/>
            <p:cNvSpPr/>
            <p:nvPr/>
          </p:nvSpPr>
          <p:spPr>
            <a:xfrm>
              <a:off x="3104350" y="1791752"/>
              <a:ext cx="4039" cy="3562"/>
            </a:xfrm>
            <a:custGeom>
              <a:avLst/>
              <a:gdLst/>
              <a:ahLst/>
              <a:cxnLst/>
              <a:rect l="l" t="t" r="r" b="b"/>
              <a:pathLst>
                <a:path w="127" h="112" extrusionOk="0">
                  <a:moveTo>
                    <a:pt x="48" y="0"/>
                  </a:moveTo>
                  <a:lnTo>
                    <a:pt x="48" y="0"/>
                  </a:lnTo>
                  <a:cubicBezTo>
                    <a:pt x="32" y="0"/>
                    <a:pt x="16" y="17"/>
                    <a:pt x="16" y="32"/>
                  </a:cubicBezTo>
                  <a:lnTo>
                    <a:pt x="16" y="32"/>
                  </a:lnTo>
                  <a:lnTo>
                    <a:pt x="16" y="32"/>
                  </a:lnTo>
                  <a:lnTo>
                    <a:pt x="0" y="80"/>
                  </a:lnTo>
                  <a:cubicBezTo>
                    <a:pt x="0" y="80"/>
                    <a:pt x="0" y="95"/>
                    <a:pt x="16" y="95"/>
                  </a:cubicBezTo>
                  <a:cubicBezTo>
                    <a:pt x="16" y="111"/>
                    <a:pt x="32" y="111"/>
                    <a:pt x="48" y="111"/>
                  </a:cubicBezTo>
                  <a:lnTo>
                    <a:pt x="48" y="111"/>
                  </a:lnTo>
                  <a:lnTo>
                    <a:pt x="63" y="111"/>
                  </a:lnTo>
                  <a:lnTo>
                    <a:pt x="95" y="111"/>
                  </a:lnTo>
                  <a:cubicBezTo>
                    <a:pt x="95" y="111"/>
                    <a:pt x="111" y="111"/>
                    <a:pt x="111" y="95"/>
                  </a:cubicBezTo>
                  <a:cubicBezTo>
                    <a:pt x="126" y="95"/>
                    <a:pt x="126" y="80"/>
                    <a:pt x="126" y="63"/>
                  </a:cubicBezTo>
                  <a:cubicBezTo>
                    <a:pt x="126" y="48"/>
                    <a:pt x="111" y="48"/>
                    <a:pt x="95" y="32"/>
                  </a:cubicBezTo>
                  <a:lnTo>
                    <a:pt x="95" y="32"/>
                  </a:lnTo>
                  <a:lnTo>
                    <a:pt x="95" y="32"/>
                  </a:lnTo>
                  <a:lnTo>
                    <a:pt x="79" y="32"/>
                  </a:lnTo>
                  <a:lnTo>
                    <a:pt x="79" y="32"/>
                  </a:lnTo>
                  <a:cubicBezTo>
                    <a:pt x="79" y="17"/>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1" name="Google Shape;1921;p38"/>
            <p:cNvSpPr/>
            <p:nvPr/>
          </p:nvSpPr>
          <p:spPr>
            <a:xfrm>
              <a:off x="3156445" y="1806796"/>
              <a:ext cx="2576" cy="2544"/>
            </a:xfrm>
            <a:custGeom>
              <a:avLst/>
              <a:gdLst/>
              <a:ahLst/>
              <a:cxnLst/>
              <a:rect l="l" t="t" r="r" b="b"/>
              <a:pathLst>
                <a:path w="81" h="80" extrusionOk="0">
                  <a:moveTo>
                    <a:pt x="80" y="0"/>
                  </a:moveTo>
                  <a:lnTo>
                    <a:pt x="80" y="0"/>
                  </a:lnTo>
                  <a:lnTo>
                    <a:pt x="80" y="0"/>
                  </a:lnTo>
                  <a:lnTo>
                    <a:pt x="64" y="0"/>
                  </a:lnTo>
                  <a:lnTo>
                    <a:pt x="32" y="16"/>
                  </a:lnTo>
                  <a:cubicBezTo>
                    <a:pt x="17" y="16"/>
                    <a:pt x="1" y="48"/>
                    <a:pt x="17" y="63"/>
                  </a:cubicBezTo>
                  <a:lnTo>
                    <a:pt x="32" y="79"/>
                  </a:lnTo>
                  <a:lnTo>
                    <a:pt x="49" y="79"/>
                  </a:lnTo>
                  <a:lnTo>
                    <a:pt x="64" y="79"/>
                  </a:lnTo>
                  <a:lnTo>
                    <a:pt x="64" y="79"/>
                  </a:lnTo>
                  <a:lnTo>
                    <a:pt x="64" y="63"/>
                  </a:lnTo>
                  <a:lnTo>
                    <a:pt x="64"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2" name="Google Shape;1922;p38"/>
            <p:cNvSpPr/>
            <p:nvPr/>
          </p:nvSpPr>
          <p:spPr>
            <a:xfrm>
              <a:off x="3414532" y="1779731"/>
              <a:ext cx="5534" cy="2544"/>
            </a:xfrm>
            <a:custGeom>
              <a:avLst/>
              <a:gdLst/>
              <a:ahLst/>
              <a:cxnLst/>
              <a:rect l="l" t="t" r="r" b="b"/>
              <a:pathLst>
                <a:path w="174" h="80" extrusionOk="0">
                  <a:moveTo>
                    <a:pt x="127" y="0"/>
                  </a:moveTo>
                  <a:lnTo>
                    <a:pt x="127" y="0"/>
                  </a:lnTo>
                  <a:lnTo>
                    <a:pt x="127" y="0"/>
                  </a:lnTo>
                  <a:lnTo>
                    <a:pt x="95" y="0"/>
                  </a:lnTo>
                  <a:lnTo>
                    <a:pt x="32" y="17"/>
                  </a:lnTo>
                  <a:lnTo>
                    <a:pt x="32" y="17"/>
                  </a:lnTo>
                  <a:lnTo>
                    <a:pt x="32" y="17"/>
                  </a:lnTo>
                  <a:lnTo>
                    <a:pt x="32" y="32"/>
                  </a:lnTo>
                  <a:cubicBezTo>
                    <a:pt x="32" y="48"/>
                    <a:pt x="16" y="48"/>
                    <a:pt x="0" y="63"/>
                  </a:cubicBezTo>
                  <a:lnTo>
                    <a:pt x="16" y="63"/>
                  </a:lnTo>
                  <a:cubicBezTo>
                    <a:pt x="16" y="80"/>
                    <a:pt x="32" y="80"/>
                    <a:pt x="32" y="80"/>
                  </a:cubicBezTo>
                  <a:lnTo>
                    <a:pt x="47" y="80"/>
                  </a:lnTo>
                  <a:lnTo>
                    <a:pt x="47" y="80"/>
                  </a:lnTo>
                  <a:lnTo>
                    <a:pt x="142" y="63"/>
                  </a:lnTo>
                  <a:lnTo>
                    <a:pt x="142" y="63"/>
                  </a:lnTo>
                  <a:cubicBezTo>
                    <a:pt x="158" y="48"/>
                    <a:pt x="173" y="32"/>
                    <a:pt x="158" y="17"/>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3" name="Google Shape;1923;p38"/>
            <p:cNvSpPr/>
            <p:nvPr/>
          </p:nvSpPr>
          <p:spPr>
            <a:xfrm>
              <a:off x="3437049" y="1767709"/>
              <a:ext cx="4039" cy="4039"/>
            </a:xfrm>
            <a:custGeom>
              <a:avLst/>
              <a:gdLst/>
              <a:ahLst/>
              <a:cxnLst/>
              <a:rect l="l" t="t" r="r" b="b"/>
              <a:pathLst>
                <a:path w="127" h="127" extrusionOk="0">
                  <a:moveTo>
                    <a:pt x="127" y="0"/>
                  </a:moveTo>
                  <a:lnTo>
                    <a:pt x="64" y="17"/>
                  </a:lnTo>
                  <a:lnTo>
                    <a:pt x="80" y="17"/>
                  </a:lnTo>
                  <a:cubicBezTo>
                    <a:pt x="80" y="32"/>
                    <a:pt x="80" y="63"/>
                    <a:pt x="49" y="63"/>
                  </a:cubicBezTo>
                  <a:lnTo>
                    <a:pt x="49" y="63"/>
                  </a:lnTo>
                  <a:cubicBezTo>
                    <a:pt x="32" y="63"/>
                    <a:pt x="17" y="63"/>
                    <a:pt x="17" y="48"/>
                  </a:cubicBezTo>
                  <a:lnTo>
                    <a:pt x="1" y="48"/>
                  </a:lnTo>
                  <a:lnTo>
                    <a:pt x="1" y="95"/>
                  </a:lnTo>
                  <a:cubicBezTo>
                    <a:pt x="17" y="111"/>
                    <a:pt x="32" y="126"/>
                    <a:pt x="49" y="126"/>
                  </a:cubicBezTo>
                  <a:lnTo>
                    <a:pt x="80" y="126"/>
                  </a:lnTo>
                  <a:cubicBezTo>
                    <a:pt x="95" y="111"/>
                    <a:pt x="112" y="95"/>
                    <a:pt x="112" y="80"/>
                  </a:cubicBezTo>
                  <a:cubicBezTo>
                    <a:pt x="95" y="63"/>
                    <a:pt x="95" y="63"/>
                    <a:pt x="80" y="63"/>
                  </a:cubicBezTo>
                  <a:lnTo>
                    <a:pt x="95" y="48"/>
                  </a:lnTo>
                  <a:cubicBezTo>
                    <a:pt x="95" y="48"/>
                    <a:pt x="112" y="48"/>
                    <a:pt x="112" y="32"/>
                  </a:cubicBezTo>
                  <a:cubicBezTo>
                    <a:pt x="127" y="32"/>
                    <a:pt x="127"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4" name="Google Shape;1924;p38"/>
            <p:cNvSpPr/>
            <p:nvPr/>
          </p:nvSpPr>
          <p:spPr>
            <a:xfrm>
              <a:off x="3190538" y="1786727"/>
              <a:ext cx="4039" cy="2576"/>
            </a:xfrm>
            <a:custGeom>
              <a:avLst/>
              <a:gdLst/>
              <a:ahLst/>
              <a:cxnLst/>
              <a:rect l="l" t="t" r="r" b="b"/>
              <a:pathLst>
                <a:path w="127" h="81" extrusionOk="0">
                  <a:moveTo>
                    <a:pt x="95" y="1"/>
                  </a:moveTo>
                  <a:lnTo>
                    <a:pt x="79" y="1"/>
                  </a:lnTo>
                  <a:lnTo>
                    <a:pt x="79" y="1"/>
                  </a:lnTo>
                  <a:lnTo>
                    <a:pt x="32" y="17"/>
                  </a:lnTo>
                  <a:lnTo>
                    <a:pt x="32" y="17"/>
                  </a:lnTo>
                  <a:cubicBezTo>
                    <a:pt x="16" y="17"/>
                    <a:pt x="0" y="32"/>
                    <a:pt x="0" y="49"/>
                  </a:cubicBezTo>
                  <a:lnTo>
                    <a:pt x="0" y="49"/>
                  </a:lnTo>
                  <a:lnTo>
                    <a:pt x="32" y="49"/>
                  </a:lnTo>
                  <a:lnTo>
                    <a:pt x="32" y="49"/>
                  </a:lnTo>
                  <a:lnTo>
                    <a:pt x="48" y="49"/>
                  </a:lnTo>
                  <a:cubicBezTo>
                    <a:pt x="48" y="49"/>
                    <a:pt x="63" y="64"/>
                    <a:pt x="63" y="80"/>
                  </a:cubicBezTo>
                  <a:lnTo>
                    <a:pt x="95" y="64"/>
                  </a:lnTo>
                  <a:cubicBezTo>
                    <a:pt x="111" y="64"/>
                    <a:pt x="126" y="49"/>
                    <a:pt x="126"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5" name="Google Shape;1925;p38"/>
            <p:cNvSpPr/>
            <p:nvPr/>
          </p:nvSpPr>
          <p:spPr>
            <a:xfrm>
              <a:off x="3431038" y="1768218"/>
              <a:ext cx="4039" cy="6042"/>
            </a:xfrm>
            <a:custGeom>
              <a:avLst/>
              <a:gdLst/>
              <a:ahLst/>
              <a:cxnLst/>
              <a:rect l="l" t="t" r="r" b="b"/>
              <a:pathLst>
                <a:path w="127" h="190" extrusionOk="0">
                  <a:moveTo>
                    <a:pt x="49" y="1"/>
                  </a:moveTo>
                  <a:cubicBezTo>
                    <a:pt x="32" y="1"/>
                    <a:pt x="17" y="16"/>
                    <a:pt x="17" y="16"/>
                  </a:cubicBezTo>
                  <a:lnTo>
                    <a:pt x="17" y="32"/>
                  </a:lnTo>
                  <a:cubicBezTo>
                    <a:pt x="17" y="47"/>
                    <a:pt x="1" y="64"/>
                    <a:pt x="17" y="95"/>
                  </a:cubicBezTo>
                  <a:lnTo>
                    <a:pt x="17" y="95"/>
                  </a:lnTo>
                  <a:cubicBezTo>
                    <a:pt x="17" y="110"/>
                    <a:pt x="17" y="110"/>
                    <a:pt x="32" y="127"/>
                  </a:cubicBezTo>
                  <a:lnTo>
                    <a:pt x="32" y="158"/>
                  </a:lnTo>
                  <a:cubicBezTo>
                    <a:pt x="49" y="158"/>
                    <a:pt x="49" y="173"/>
                    <a:pt x="49" y="173"/>
                  </a:cubicBezTo>
                  <a:cubicBezTo>
                    <a:pt x="49" y="190"/>
                    <a:pt x="64" y="190"/>
                    <a:pt x="80" y="190"/>
                  </a:cubicBezTo>
                  <a:lnTo>
                    <a:pt x="95" y="190"/>
                  </a:lnTo>
                  <a:cubicBezTo>
                    <a:pt x="112" y="173"/>
                    <a:pt x="127" y="158"/>
                    <a:pt x="112" y="142"/>
                  </a:cubicBezTo>
                  <a:lnTo>
                    <a:pt x="112" y="142"/>
                  </a:lnTo>
                  <a:cubicBezTo>
                    <a:pt x="112" y="127"/>
                    <a:pt x="95" y="127"/>
                    <a:pt x="95" y="127"/>
                  </a:cubicBezTo>
                  <a:cubicBezTo>
                    <a:pt x="95" y="95"/>
                    <a:pt x="80" y="79"/>
                    <a:pt x="80" y="64"/>
                  </a:cubicBezTo>
                  <a:lnTo>
                    <a:pt x="80" y="64"/>
                  </a:lnTo>
                  <a:lnTo>
                    <a:pt x="80" y="32"/>
                  </a:lnTo>
                  <a:lnTo>
                    <a:pt x="80" y="32"/>
                  </a:lnTo>
                  <a:lnTo>
                    <a:pt x="80" y="32"/>
                  </a:lnTo>
                  <a:cubicBezTo>
                    <a:pt x="80" y="32"/>
                    <a:pt x="64" y="32"/>
                    <a:pt x="64" y="16"/>
                  </a:cubicBezTo>
                  <a:cubicBezTo>
                    <a:pt x="49" y="16"/>
                    <a:pt x="49" y="1"/>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6" name="Google Shape;1926;p38"/>
            <p:cNvSpPr/>
            <p:nvPr/>
          </p:nvSpPr>
          <p:spPr>
            <a:xfrm>
              <a:off x="3308784" y="1780239"/>
              <a:ext cx="5565" cy="4516"/>
            </a:xfrm>
            <a:custGeom>
              <a:avLst/>
              <a:gdLst/>
              <a:ahLst/>
              <a:cxnLst/>
              <a:rect l="l" t="t" r="r" b="b"/>
              <a:pathLst>
                <a:path w="175" h="142" extrusionOk="0">
                  <a:moveTo>
                    <a:pt x="48" y="1"/>
                  </a:moveTo>
                  <a:lnTo>
                    <a:pt x="48" y="1"/>
                  </a:lnTo>
                  <a:cubicBezTo>
                    <a:pt x="32" y="1"/>
                    <a:pt x="17" y="1"/>
                    <a:pt x="17" y="16"/>
                  </a:cubicBezTo>
                  <a:cubicBezTo>
                    <a:pt x="0" y="32"/>
                    <a:pt x="17" y="47"/>
                    <a:pt x="32" y="64"/>
                  </a:cubicBezTo>
                  <a:lnTo>
                    <a:pt x="63" y="79"/>
                  </a:lnTo>
                  <a:lnTo>
                    <a:pt x="63" y="110"/>
                  </a:lnTo>
                  <a:lnTo>
                    <a:pt x="95" y="142"/>
                  </a:lnTo>
                  <a:lnTo>
                    <a:pt x="111" y="142"/>
                  </a:lnTo>
                  <a:lnTo>
                    <a:pt x="126" y="127"/>
                  </a:lnTo>
                  <a:lnTo>
                    <a:pt x="158" y="110"/>
                  </a:lnTo>
                  <a:cubicBezTo>
                    <a:pt x="174" y="110"/>
                    <a:pt x="174" y="95"/>
                    <a:pt x="174" y="79"/>
                  </a:cubicBezTo>
                  <a:lnTo>
                    <a:pt x="174" y="64"/>
                  </a:lnTo>
                  <a:cubicBezTo>
                    <a:pt x="174" y="64"/>
                    <a:pt x="174" y="47"/>
                    <a:pt x="158" y="47"/>
                  </a:cubicBezTo>
                  <a:lnTo>
                    <a:pt x="126"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7" name="Google Shape;1927;p38"/>
            <p:cNvSpPr/>
            <p:nvPr/>
          </p:nvSpPr>
          <p:spPr>
            <a:xfrm>
              <a:off x="3416026" y="1769235"/>
              <a:ext cx="4039" cy="4039"/>
            </a:xfrm>
            <a:custGeom>
              <a:avLst/>
              <a:gdLst/>
              <a:ahLst/>
              <a:cxnLst/>
              <a:rect l="l" t="t" r="r" b="b"/>
              <a:pathLst>
                <a:path w="127" h="127" extrusionOk="0">
                  <a:moveTo>
                    <a:pt x="48" y="0"/>
                  </a:moveTo>
                  <a:lnTo>
                    <a:pt x="48" y="0"/>
                  </a:lnTo>
                  <a:cubicBezTo>
                    <a:pt x="32" y="0"/>
                    <a:pt x="16" y="15"/>
                    <a:pt x="16" y="32"/>
                  </a:cubicBezTo>
                  <a:lnTo>
                    <a:pt x="0" y="78"/>
                  </a:lnTo>
                  <a:cubicBezTo>
                    <a:pt x="0" y="78"/>
                    <a:pt x="0" y="95"/>
                    <a:pt x="16" y="110"/>
                  </a:cubicBezTo>
                  <a:lnTo>
                    <a:pt x="32" y="126"/>
                  </a:lnTo>
                  <a:lnTo>
                    <a:pt x="80" y="126"/>
                  </a:lnTo>
                  <a:lnTo>
                    <a:pt x="80" y="126"/>
                  </a:lnTo>
                  <a:lnTo>
                    <a:pt x="95" y="126"/>
                  </a:lnTo>
                  <a:cubicBezTo>
                    <a:pt x="111" y="126"/>
                    <a:pt x="126" y="126"/>
                    <a:pt x="126" y="110"/>
                  </a:cubicBezTo>
                  <a:cubicBezTo>
                    <a:pt x="126" y="78"/>
                    <a:pt x="111" y="63"/>
                    <a:pt x="95" y="63"/>
                  </a:cubicBezTo>
                  <a:lnTo>
                    <a:pt x="80" y="63"/>
                  </a:lnTo>
                  <a:lnTo>
                    <a:pt x="80" y="63"/>
                  </a:lnTo>
                  <a:lnTo>
                    <a:pt x="80" y="47"/>
                  </a:lnTo>
                  <a:lnTo>
                    <a:pt x="80" y="32"/>
                  </a:lnTo>
                  <a:cubicBezTo>
                    <a:pt x="80" y="15"/>
                    <a:pt x="80" y="15"/>
                    <a:pt x="63"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8" name="Google Shape;1928;p38"/>
            <p:cNvSpPr/>
            <p:nvPr/>
          </p:nvSpPr>
          <p:spPr>
            <a:xfrm>
              <a:off x="3388961" y="1771716"/>
              <a:ext cx="5565" cy="5025"/>
            </a:xfrm>
            <a:custGeom>
              <a:avLst/>
              <a:gdLst/>
              <a:ahLst/>
              <a:cxnLst/>
              <a:rect l="l" t="t" r="r" b="b"/>
              <a:pathLst>
                <a:path w="175" h="158" extrusionOk="0">
                  <a:moveTo>
                    <a:pt x="143" y="0"/>
                  </a:moveTo>
                  <a:lnTo>
                    <a:pt x="126" y="0"/>
                  </a:lnTo>
                  <a:lnTo>
                    <a:pt x="111" y="17"/>
                  </a:lnTo>
                  <a:lnTo>
                    <a:pt x="80" y="80"/>
                  </a:lnTo>
                  <a:lnTo>
                    <a:pt x="80" y="80"/>
                  </a:lnTo>
                  <a:lnTo>
                    <a:pt x="48" y="80"/>
                  </a:lnTo>
                  <a:lnTo>
                    <a:pt x="32" y="80"/>
                  </a:lnTo>
                  <a:cubicBezTo>
                    <a:pt x="17" y="80"/>
                    <a:pt x="0" y="95"/>
                    <a:pt x="0" y="111"/>
                  </a:cubicBezTo>
                  <a:cubicBezTo>
                    <a:pt x="0" y="126"/>
                    <a:pt x="17" y="143"/>
                    <a:pt x="32" y="143"/>
                  </a:cubicBezTo>
                  <a:lnTo>
                    <a:pt x="48" y="143"/>
                  </a:lnTo>
                  <a:lnTo>
                    <a:pt x="63" y="143"/>
                  </a:lnTo>
                  <a:lnTo>
                    <a:pt x="80" y="143"/>
                  </a:lnTo>
                  <a:cubicBezTo>
                    <a:pt x="80" y="143"/>
                    <a:pt x="95" y="143"/>
                    <a:pt x="111" y="158"/>
                  </a:cubicBezTo>
                  <a:lnTo>
                    <a:pt x="126" y="143"/>
                  </a:lnTo>
                  <a:lnTo>
                    <a:pt x="143" y="95"/>
                  </a:lnTo>
                  <a:lnTo>
                    <a:pt x="174" y="48"/>
                  </a:lnTo>
                  <a:cubicBezTo>
                    <a:pt x="174" y="32"/>
                    <a:pt x="174" y="17"/>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9" name="Google Shape;1929;p38"/>
            <p:cNvSpPr/>
            <p:nvPr/>
          </p:nvSpPr>
          <p:spPr>
            <a:xfrm>
              <a:off x="3421020" y="1774229"/>
              <a:ext cx="3562" cy="3530"/>
            </a:xfrm>
            <a:custGeom>
              <a:avLst/>
              <a:gdLst/>
              <a:ahLst/>
              <a:cxnLst/>
              <a:rect l="l" t="t" r="r" b="b"/>
              <a:pathLst>
                <a:path w="112" h="111" extrusionOk="0">
                  <a:moveTo>
                    <a:pt x="80" y="1"/>
                  </a:moveTo>
                  <a:lnTo>
                    <a:pt x="64" y="1"/>
                  </a:lnTo>
                  <a:cubicBezTo>
                    <a:pt x="64" y="1"/>
                    <a:pt x="64" y="16"/>
                    <a:pt x="49" y="16"/>
                  </a:cubicBezTo>
                  <a:lnTo>
                    <a:pt x="49" y="16"/>
                  </a:lnTo>
                  <a:lnTo>
                    <a:pt x="17" y="47"/>
                  </a:lnTo>
                  <a:cubicBezTo>
                    <a:pt x="1" y="47"/>
                    <a:pt x="1" y="64"/>
                    <a:pt x="1" y="64"/>
                  </a:cubicBezTo>
                  <a:lnTo>
                    <a:pt x="1" y="95"/>
                  </a:lnTo>
                  <a:cubicBezTo>
                    <a:pt x="17" y="110"/>
                    <a:pt x="17" y="110"/>
                    <a:pt x="32" y="110"/>
                  </a:cubicBezTo>
                  <a:cubicBezTo>
                    <a:pt x="32" y="110"/>
                    <a:pt x="49" y="110"/>
                    <a:pt x="49" y="95"/>
                  </a:cubicBezTo>
                  <a:lnTo>
                    <a:pt x="95" y="64"/>
                  </a:lnTo>
                  <a:cubicBezTo>
                    <a:pt x="112" y="47"/>
                    <a:pt x="112"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0" name="Google Shape;1930;p38"/>
            <p:cNvSpPr/>
            <p:nvPr/>
          </p:nvSpPr>
          <p:spPr>
            <a:xfrm>
              <a:off x="3406994" y="1777727"/>
              <a:ext cx="3562" cy="2544"/>
            </a:xfrm>
            <a:custGeom>
              <a:avLst/>
              <a:gdLst/>
              <a:ahLst/>
              <a:cxnLst/>
              <a:rect l="l" t="t" r="r" b="b"/>
              <a:pathLst>
                <a:path w="112" h="80" extrusionOk="0">
                  <a:moveTo>
                    <a:pt x="32" y="0"/>
                  </a:moveTo>
                  <a:lnTo>
                    <a:pt x="32" y="0"/>
                  </a:lnTo>
                  <a:lnTo>
                    <a:pt x="32" y="0"/>
                  </a:lnTo>
                  <a:cubicBezTo>
                    <a:pt x="17" y="0"/>
                    <a:pt x="0" y="17"/>
                    <a:pt x="0" y="32"/>
                  </a:cubicBezTo>
                  <a:lnTo>
                    <a:pt x="0" y="32"/>
                  </a:lnTo>
                  <a:lnTo>
                    <a:pt x="0" y="48"/>
                  </a:lnTo>
                  <a:cubicBezTo>
                    <a:pt x="17" y="63"/>
                    <a:pt x="17" y="63"/>
                    <a:pt x="32" y="63"/>
                  </a:cubicBezTo>
                  <a:lnTo>
                    <a:pt x="48" y="63"/>
                  </a:lnTo>
                  <a:lnTo>
                    <a:pt x="80" y="80"/>
                  </a:lnTo>
                  <a:lnTo>
                    <a:pt x="80" y="80"/>
                  </a:lnTo>
                  <a:cubicBezTo>
                    <a:pt x="95" y="80"/>
                    <a:pt x="111" y="63"/>
                    <a:pt x="111" y="32"/>
                  </a:cubicBezTo>
                  <a:lnTo>
                    <a:pt x="111" y="32"/>
                  </a:lnTo>
                  <a:cubicBezTo>
                    <a:pt x="111" y="17"/>
                    <a:pt x="95" y="0"/>
                    <a:pt x="80" y="0"/>
                  </a:cubicBezTo>
                  <a:lnTo>
                    <a:pt x="80"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1" name="Google Shape;1931;p38"/>
            <p:cNvSpPr/>
            <p:nvPr/>
          </p:nvSpPr>
          <p:spPr>
            <a:xfrm>
              <a:off x="3369434" y="1756196"/>
              <a:ext cx="3021" cy="3021"/>
            </a:xfrm>
            <a:custGeom>
              <a:avLst/>
              <a:gdLst/>
              <a:ahLst/>
              <a:cxnLst/>
              <a:rect l="l" t="t" r="r" b="b"/>
              <a:pathLst>
                <a:path w="95" h="95" extrusionOk="0">
                  <a:moveTo>
                    <a:pt x="63" y="0"/>
                  </a:moveTo>
                  <a:lnTo>
                    <a:pt x="63" y="0"/>
                  </a:lnTo>
                  <a:cubicBezTo>
                    <a:pt x="47" y="0"/>
                    <a:pt x="32" y="0"/>
                    <a:pt x="32" y="16"/>
                  </a:cubicBezTo>
                  <a:lnTo>
                    <a:pt x="0" y="47"/>
                  </a:lnTo>
                  <a:cubicBezTo>
                    <a:pt x="0" y="63"/>
                    <a:pt x="0" y="79"/>
                    <a:pt x="16" y="95"/>
                  </a:cubicBezTo>
                  <a:lnTo>
                    <a:pt x="32" y="95"/>
                  </a:lnTo>
                  <a:lnTo>
                    <a:pt x="63" y="95"/>
                  </a:lnTo>
                  <a:lnTo>
                    <a:pt x="79" y="63"/>
                  </a:lnTo>
                  <a:cubicBezTo>
                    <a:pt x="95" y="47"/>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2" name="Google Shape;1932;p38"/>
            <p:cNvSpPr/>
            <p:nvPr/>
          </p:nvSpPr>
          <p:spPr>
            <a:xfrm>
              <a:off x="3092837" y="1793279"/>
              <a:ext cx="3498" cy="5502"/>
            </a:xfrm>
            <a:custGeom>
              <a:avLst/>
              <a:gdLst/>
              <a:ahLst/>
              <a:cxnLst/>
              <a:rect l="l" t="t" r="r" b="b"/>
              <a:pathLst>
                <a:path w="110" h="173" extrusionOk="0">
                  <a:moveTo>
                    <a:pt x="32" y="0"/>
                  </a:moveTo>
                  <a:lnTo>
                    <a:pt x="32" y="0"/>
                  </a:lnTo>
                  <a:lnTo>
                    <a:pt x="15" y="0"/>
                  </a:lnTo>
                  <a:cubicBezTo>
                    <a:pt x="0" y="15"/>
                    <a:pt x="0" y="32"/>
                    <a:pt x="0" y="47"/>
                  </a:cubicBezTo>
                  <a:lnTo>
                    <a:pt x="32" y="110"/>
                  </a:lnTo>
                  <a:lnTo>
                    <a:pt x="47" y="141"/>
                  </a:lnTo>
                  <a:cubicBezTo>
                    <a:pt x="47" y="158"/>
                    <a:pt x="63" y="173"/>
                    <a:pt x="78" y="173"/>
                  </a:cubicBezTo>
                  <a:lnTo>
                    <a:pt x="78" y="158"/>
                  </a:lnTo>
                  <a:cubicBezTo>
                    <a:pt x="110" y="158"/>
                    <a:pt x="110" y="141"/>
                    <a:pt x="110" y="126"/>
                  </a:cubicBezTo>
                  <a:lnTo>
                    <a:pt x="95" y="110"/>
                  </a:lnTo>
                  <a:lnTo>
                    <a:pt x="78" y="126"/>
                  </a:lnTo>
                  <a:lnTo>
                    <a:pt x="78" y="126"/>
                  </a:lnTo>
                  <a:cubicBezTo>
                    <a:pt x="47" y="126"/>
                    <a:pt x="32" y="95"/>
                    <a:pt x="47" y="78"/>
                  </a:cubicBezTo>
                  <a:lnTo>
                    <a:pt x="47" y="15"/>
                  </a:lnTo>
                  <a:lnTo>
                    <a:pt x="47"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3" name="Google Shape;1933;p38"/>
            <p:cNvSpPr/>
            <p:nvPr/>
          </p:nvSpPr>
          <p:spPr>
            <a:xfrm>
              <a:off x="3392969" y="1801294"/>
              <a:ext cx="3021" cy="5025"/>
            </a:xfrm>
            <a:custGeom>
              <a:avLst/>
              <a:gdLst/>
              <a:ahLst/>
              <a:cxnLst/>
              <a:rect l="l" t="t" r="r" b="b"/>
              <a:pathLst>
                <a:path w="95" h="158" extrusionOk="0">
                  <a:moveTo>
                    <a:pt x="48" y="0"/>
                  </a:moveTo>
                  <a:lnTo>
                    <a:pt x="32" y="0"/>
                  </a:lnTo>
                  <a:cubicBezTo>
                    <a:pt x="32" y="0"/>
                    <a:pt x="17" y="0"/>
                    <a:pt x="17" y="16"/>
                  </a:cubicBezTo>
                  <a:cubicBezTo>
                    <a:pt x="17" y="16"/>
                    <a:pt x="0" y="16"/>
                    <a:pt x="17" y="32"/>
                  </a:cubicBezTo>
                  <a:lnTo>
                    <a:pt x="17" y="79"/>
                  </a:lnTo>
                  <a:lnTo>
                    <a:pt x="17" y="95"/>
                  </a:lnTo>
                  <a:cubicBezTo>
                    <a:pt x="32" y="95"/>
                    <a:pt x="32" y="110"/>
                    <a:pt x="17" y="126"/>
                  </a:cubicBezTo>
                  <a:lnTo>
                    <a:pt x="17" y="126"/>
                  </a:lnTo>
                  <a:cubicBezTo>
                    <a:pt x="17" y="142"/>
                    <a:pt x="32" y="158"/>
                    <a:pt x="48" y="158"/>
                  </a:cubicBezTo>
                  <a:lnTo>
                    <a:pt x="48" y="158"/>
                  </a:lnTo>
                  <a:lnTo>
                    <a:pt x="63" y="158"/>
                  </a:lnTo>
                  <a:cubicBezTo>
                    <a:pt x="80" y="158"/>
                    <a:pt x="95" y="142"/>
                    <a:pt x="95" y="126"/>
                  </a:cubicBezTo>
                  <a:lnTo>
                    <a:pt x="95" y="126"/>
                  </a:lnTo>
                  <a:lnTo>
                    <a:pt x="80" y="110"/>
                  </a:lnTo>
                  <a:lnTo>
                    <a:pt x="80" y="32"/>
                  </a:lnTo>
                  <a:lnTo>
                    <a:pt x="80" y="16"/>
                  </a:lnTo>
                  <a:lnTo>
                    <a:pt x="80" y="16"/>
                  </a:ln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4" name="Google Shape;1934;p38"/>
            <p:cNvSpPr/>
            <p:nvPr/>
          </p:nvSpPr>
          <p:spPr>
            <a:xfrm>
              <a:off x="3332828" y="1807781"/>
              <a:ext cx="3053" cy="5057"/>
            </a:xfrm>
            <a:custGeom>
              <a:avLst/>
              <a:gdLst/>
              <a:ahLst/>
              <a:cxnLst/>
              <a:rect l="l" t="t" r="r" b="b"/>
              <a:pathLst>
                <a:path w="96" h="159" extrusionOk="0">
                  <a:moveTo>
                    <a:pt x="32" y="1"/>
                  </a:moveTo>
                  <a:lnTo>
                    <a:pt x="32" y="1"/>
                  </a:lnTo>
                  <a:lnTo>
                    <a:pt x="17" y="1"/>
                  </a:lnTo>
                  <a:cubicBezTo>
                    <a:pt x="1" y="1"/>
                    <a:pt x="1" y="32"/>
                    <a:pt x="1" y="48"/>
                  </a:cubicBezTo>
                  <a:lnTo>
                    <a:pt x="17" y="112"/>
                  </a:lnTo>
                  <a:lnTo>
                    <a:pt x="32" y="127"/>
                  </a:lnTo>
                  <a:cubicBezTo>
                    <a:pt x="32" y="143"/>
                    <a:pt x="49" y="158"/>
                    <a:pt x="64" y="158"/>
                  </a:cubicBezTo>
                  <a:lnTo>
                    <a:pt x="64" y="158"/>
                  </a:lnTo>
                  <a:lnTo>
                    <a:pt x="64" y="158"/>
                  </a:lnTo>
                  <a:cubicBezTo>
                    <a:pt x="80" y="143"/>
                    <a:pt x="95" y="127"/>
                    <a:pt x="95" y="112"/>
                  </a:cubicBezTo>
                  <a:lnTo>
                    <a:pt x="80" y="95"/>
                  </a:lnTo>
                  <a:lnTo>
                    <a:pt x="64" y="32"/>
                  </a:lnTo>
                  <a:cubicBezTo>
                    <a:pt x="64" y="17"/>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5" name="Google Shape;1935;p38"/>
            <p:cNvSpPr/>
            <p:nvPr/>
          </p:nvSpPr>
          <p:spPr>
            <a:xfrm>
              <a:off x="3030184" y="1797286"/>
              <a:ext cx="3562" cy="2035"/>
            </a:xfrm>
            <a:custGeom>
              <a:avLst/>
              <a:gdLst/>
              <a:ahLst/>
              <a:cxnLst/>
              <a:rect l="l" t="t" r="r" b="b"/>
              <a:pathLst>
                <a:path w="112" h="64" extrusionOk="0">
                  <a:moveTo>
                    <a:pt x="17" y="0"/>
                  </a:moveTo>
                  <a:lnTo>
                    <a:pt x="17" y="0"/>
                  </a:lnTo>
                  <a:cubicBezTo>
                    <a:pt x="32" y="15"/>
                    <a:pt x="32" y="15"/>
                    <a:pt x="32" y="32"/>
                  </a:cubicBezTo>
                  <a:cubicBezTo>
                    <a:pt x="32" y="47"/>
                    <a:pt x="17" y="47"/>
                    <a:pt x="17" y="63"/>
                  </a:cubicBezTo>
                  <a:lnTo>
                    <a:pt x="0" y="63"/>
                  </a:lnTo>
                  <a:lnTo>
                    <a:pt x="17" y="63"/>
                  </a:lnTo>
                  <a:lnTo>
                    <a:pt x="80" y="63"/>
                  </a:lnTo>
                  <a:lnTo>
                    <a:pt x="80" y="63"/>
                  </a:lnTo>
                  <a:cubicBezTo>
                    <a:pt x="95" y="63"/>
                    <a:pt x="111" y="47"/>
                    <a:pt x="111" y="32"/>
                  </a:cubicBezTo>
                  <a:cubicBezTo>
                    <a:pt x="111" y="15"/>
                    <a:pt x="95" y="0"/>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6" name="Google Shape;1936;p38"/>
            <p:cNvSpPr/>
            <p:nvPr/>
          </p:nvSpPr>
          <p:spPr>
            <a:xfrm>
              <a:off x="3178008" y="1780239"/>
              <a:ext cx="6042" cy="3530"/>
            </a:xfrm>
            <a:custGeom>
              <a:avLst/>
              <a:gdLst/>
              <a:ahLst/>
              <a:cxnLst/>
              <a:rect l="l" t="t" r="r" b="b"/>
              <a:pathLst>
                <a:path w="190" h="111" extrusionOk="0">
                  <a:moveTo>
                    <a:pt x="158" y="1"/>
                  </a:moveTo>
                  <a:lnTo>
                    <a:pt x="158" y="1"/>
                  </a:lnTo>
                  <a:lnTo>
                    <a:pt x="142" y="1"/>
                  </a:lnTo>
                  <a:cubicBezTo>
                    <a:pt x="127" y="1"/>
                    <a:pt x="110" y="16"/>
                    <a:pt x="110" y="16"/>
                  </a:cubicBezTo>
                  <a:cubicBezTo>
                    <a:pt x="95" y="32"/>
                    <a:pt x="79" y="32"/>
                    <a:pt x="79" y="32"/>
                  </a:cubicBezTo>
                  <a:lnTo>
                    <a:pt x="64" y="32"/>
                  </a:lnTo>
                  <a:lnTo>
                    <a:pt x="47" y="32"/>
                  </a:lnTo>
                  <a:cubicBezTo>
                    <a:pt x="32" y="32"/>
                    <a:pt x="16" y="32"/>
                    <a:pt x="16" y="47"/>
                  </a:cubicBezTo>
                  <a:cubicBezTo>
                    <a:pt x="1" y="64"/>
                    <a:pt x="1" y="79"/>
                    <a:pt x="16" y="95"/>
                  </a:cubicBezTo>
                  <a:lnTo>
                    <a:pt x="47" y="95"/>
                  </a:lnTo>
                  <a:cubicBezTo>
                    <a:pt x="64" y="110"/>
                    <a:pt x="64" y="110"/>
                    <a:pt x="79" y="110"/>
                  </a:cubicBezTo>
                  <a:cubicBezTo>
                    <a:pt x="95" y="110"/>
                    <a:pt x="110" y="95"/>
                    <a:pt x="127" y="95"/>
                  </a:cubicBezTo>
                  <a:cubicBezTo>
                    <a:pt x="127" y="79"/>
                    <a:pt x="142" y="79"/>
                    <a:pt x="142" y="79"/>
                  </a:cubicBezTo>
                  <a:cubicBezTo>
                    <a:pt x="158" y="64"/>
                    <a:pt x="158" y="64"/>
                    <a:pt x="173" y="64"/>
                  </a:cubicBezTo>
                  <a:cubicBezTo>
                    <a:pt x="190" y="47"/>
                    <a:pt x="190" y="32"/>
                    <a:pt x="190" y="16"/>
                  </a:cubicBezTo>
                  <a:cubicBezTo>
                    <a:pt x="190" y="16"/>
                    <a:pt x="190" y="1"/>
                    <a:pt x="17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7" name="Google Shape;1937;p38"/>
            <p:cNvSpPr/>
            <p:nvPr/>
          </p:nvSpPr>
          <p:spPr>
            <a:xfrm>
              <a:off x="3417521" y="1803297"/>
              <a:ext cx="3530" cy="4039"/>
            </a:xfrm>
            <a:custGeom>
              <a:avLst/>
              <a:gdLst/>
              <a:ahLst/>
              <a:cxnLst/>
              <a:rect l="l" t="t" r="r" b="b"/>
              <a:pathLst>
                <a:path w="111" h="127" extrusionOk="0">
                  <a:moveTo>
                    <a:pt x="33" y="0"/>
                  </a:moveTo>
                  <a:lnTo>
                    <a:pt x="33" y="0"/>
                  </a:lnTo>
                  <a:cubicBezTo>
                    <a:pt x="16" y="0"/>
                    <a:pt x="1" y="16"/>
                    <a:pt x="1" y="32"/>
                  </a:cubicBezTo>
                  <a:lnTo>
                    <a:pt x="1" y="32"/>
                  </a:lnTo>
                  <a:lnTo>
                    <a:pt x="1" y="47"/>
                  </a:lnTo>
                  <a:lnTo>
                    <a:pt x="1" y="79"/>
                  </a:lnTo>
                  <a:cubicBezTo>
                    <a:pt x="1" y="95"/>
                    <a:pt x="1" y="95"/>
                    <a:pt x="16" y="110"/>
                  </a:cubicBezTo>
                  <a:lnTo>
                    <a:pt x="48" y="126"/>
                  </a:lnTo>
                  <a:lnTo>
                    <a:pt x="64" y="126"/>
                  </a:lnTo>
                  <a:lnTo>
                    <a:pt x="64" y="126"/>
                  </a:lnTo>
                  <a:lnTo>
                    <a:pt x="96" y="95"/>
                  </a:lnTo>
                  <a:lnTo>
                    <a:pt x="96" y="63"/>
                  </a:lnTo>
                  <a:lnTo>
                    <a:pt x="96" y="63"/>
                  </a:lnTo>
                  <a:lnTo>
                    <a:pt x="96" y="63"/>
                  </a:lnTo>
                  <a:lnTo>
                    <a:pt x="96" y="63"/>
                  </a:lnTo>
                  <a:cubicBezTo>
                    <a:pt x="111" y="47"/>
                    <a:pt x="96" y="32"/>
                    <a:pt x="79" y="16"/>
                  </a:cubicBezTo>
                  <a:lnTo>
                    <a:pt x="64" y="16"/>
                  </a:lnTo>
                  <a:lnTo>
                    <a:pt x="64" y="16"/>
                  </a:lnTo>
                  <a:cubicBezTo>
                    <a:pt x="64" y="0"/>
                    <a:pt x="48" y="0"/>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8" name="Google Shape;1938;p38"/>
            <p:cNvSpPr/>
            <p:nvPr/>
          </p:nvSpPr>
          <p:spPr>
            <a:xfrm>
              <a:off x="3305286" y="1814810"/>
              <a:ext cx="5534" cy="3562"/>
            </a:xfrm>
            <a:custGeom>
              <a:avLst/>
              <a:gdLst/>
              <a:ahLst/>
              <a:cxnLst/>
              <a:rect l="l" t="t" r="r" b="b"/>
              <a:pathLst>
                <a:path w="174" h="112" extrusionOk="0">
                  <a:moveTo>
                    <a:pt x="127" y="0"/>
                  </a:moveTo>
                  <a:lnTo>
                    <a:pt x="127" y="0"/>
                  </a:lnTo>
                  <a:lnTo>
                    <a:pt x="127" y="0"/>
                  </a:lnTo>
                  <a:lnTo>
                    <a:pt x="110" y="17"/>
                  </a:lnTo>
                  <a:lnTo>
                    <a:pt x="79" y="32"/>
                  </a:lnTo>
                  <a:lnTo>
                    <a:pt x="47" y="32"/>
                  </a:lnTo>
                  <a:cubicBezTo>
                    <a:pt x="47" y="17"/>
                    <a:pt x="32" y="17"/>
                    <a:pt x="32" y="17"/>
                  </a:cubicBezTo>
                  <a:lnTo>
                    <a:pt x="32" y="17"/>
                  </a:lnTo>
                  <a:cubicBezTo>
                    <a:pt x="16" y="32"/>
                    <a:pt x="1" y="32"/>
                    <a:pt x="1" y="48"/>
                  </a:cubicBezTo>
                  <a:cubicBezTo>
                    <a:pt x="1" y="63"/>
                    <a:pt x="1" y="80"/>
                    <a:pt x="16" y="95"/>
                  </a:cubicBezTo>
                  <a:lnTo>
                    <a:pt x="32" y="95"/>
                  </a:lnTo>
                  <a:lnTo>
                    <a:pt x="79" y="111"/>
                  </a:lnTo>
                  <a:lnTo>
                    <a:pt x="95" y="111"/>
                  </a:lnTo>
                  <a:cubicBezTo>
                    <a:pt x="95" y="111"/>
                    <a:pt x="110" y="111"/>
                    <a:pt x="110" y="95"/>
                  </a:cubicBezTo>
                  <a:lnTo>
                    <a:pt x="158" y="63"/>
                  </a:lnTo>
                  <a:lnTo>
                    <a:pt x="158" y="48"/>
                  </a:lnTo>
                  <a:lnTo>
                    <a:pt x="173" y="48"/>
                  </a:lnTo>
                  <a:cubicBezTo>
                    <a:pt x="173" y="32"/>
                    <a:pt x="173" y="32"/>
                    <a:pt x="158" y="17"/>
                  </a:cubicBezTo>
                  <a:lnTo>
                    <a:pt x="158" y="17"/>
                  </a:lnTo>
                  <a:cubicBezTo>
                    <a:pt x="158" y="0"/>
                    <a:pt x="142"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9" name="Google Shape;1939;p38"/>
            <p:cNvSpPr/>
            <p:nvPr/>
          </p:nvSpPr>
          <p:spPr>
            <a:xfrm>
              <a:off x="3329361" y="1773720"/>
              <a:ext cx="4516" cy="3562"/>
            </a:xfrm>
            <a:custGeom>
              <a:avLst/>
              <a:gdLst/>
              <a:ahLst/>
              <a:cxnLst/>
              <a:rect l="l" t="t" r="r" b="b"/>
              <a:pathLst>
                <a:path w="142" h="112" extrusionOk="0">
                  <a:moveTo>
                    <a:pt x="110" y="0"/>
                  </a:moveTo>
                  <a:cubicBezTo>
                    <a:pt x="95" y="0"/>
                    <a:pt x="78" y="17"/>
                    <a:pt x="78" y="32"/>
                  </a:cubicBezTo>
                  <a:lnTo>
                    <a:pt x="78" y="32"/>
                  </a:lnTo>
                  <a:lnTo>
                    <a:pt x="78" y="32"/>
                  </a:lnTo>
                  <a:cubicBezTo>
                    <a:pt x="63" y="17"/>
                    <a:pt x="47" y="17"/>
                    <a:pt x="47" y="17"/>
                  </a:cubicBezTo>
                  <a:lnTo>
                    <a:pt x="32" y="17"/>
                  </a:lnTo>
                  <a:lnTo>
                    <a:pt x="32" y="17"/>
                  </a:lnTo>
                  <a:cubicBezTo>
                    <a:pt x="15" y="32"/>
                    <a:pt x="0" y="48"/>
                    <a:pt x="15" y="63"/>
                  </a:cubicBezTo>
                  <a:lnTo>
                    <a:pt x="15" y="80"/>
                  </a:lnTo>
                  <a:lnTo>
                    <a:pt x="47" y="111"/>
                  </a:lnTo>
                  <a:lnTo>
                    <a:pt x="63" y="111"/>
                  </a:lnTo>
                  <a:lnTo>
                    <a:pt x="78" y="111"/>
                  </a:lnTo>
                  <a:lnTo>
                    <a:pt x="78" y="111"/>
                  </a:lnTo>
                  <a:cubicBezTo>
                    <a:pt x="110" y="111"/>
                    <a:pt x="126" y="95"/>
                    <a:pt x="141" y="63"/>
                  </a:cubicBezTo>
                  <a:lnTo>
                    <a:pt x="141" y="48"/>
                  </a:lnTo>
                  <a:lnTo>
                    <a:pt x="141" y="17"/>
                  </a:lnTo>
                  <a:lnTo>
                    <a:pt x="126" y="17"/>
                  </a:lnTo>
                  <a:cubicBezTo>
                    <a:pt x="126" y="0"/>
                    <a:pt x="110"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0" name="Google Shape;1940;p38"/>
            <p:cNvSpPr/>
            <p:nvPr/>
          </p:nvSpPr>
          <p:spPr>
            <a:xfrm>
              <a:off x="3332828" y="1793756"/>
              <a:ext cx="3562" cy="2544"/>
            </a:xfrm>
            <a:custGeom>
              <a:avLst/>
              <a:gdLst/>
              <a:ahLst/>
              <a:cxnLst/>
              <a:rect l="l" t="t" r="r" b="b"/>
              <a:pathLst>
                <a:path w="112" h="80" extrusionOk="0">
                  <a:moveTo>
                    <a:pt x="17" y="0"/>
                  </a:moveTo>
                  <a:lnTo>
                    <a:pt x="1" y="0"/>
                  </a:lnTo>
                  <a:lnTo>
                    <a:pt x="1" y="0"/>
                  </a:lnTo>
                  <a:cubicBezTo>
                    <a:pt x="17" y="17"/>
                    <a:pt x="17" y="32"/>
                    <a:pt x="1" y="48"/>
                  </a:cubicBezTo>
                  <a:lnTo>
                    <a:pt x="1" y="48"/>
                  </a:lnTo>
                  <a:lnTo>
                    <a:pt x="1" y="63"/>
                  </a:lnTo>
                  <a:cubicBezTo>
                    <a:pt x="17" y="63"/>
                    <a:pt x="49" y="80"/>
                    <a:pt x="64" y="80"/>
                  </a:cubicBezTo>
                  <a:cubicBezTo>
                    <a:pt x="64" y="80"/>
                    <a:pt x="80" y="63"/>
                    <a:pt x="95" y="63"/>
                  </a:cubicBezTo>
                  <a:lnTo>
                    <a:pt x="112" y="48"/>
                  </a:lnTo>
                  <a:cubicBezTo>
                    <a:pt x="95" y="48"/>
                    <a:pt x="80" y="48"/>
                    <a:pt x="80" y="32"/>
                  </a:cubicBezTo>
                  <a:cubicBezTo>
                    <a:pt x="64" y="17"/>
                    <a:pt x="64" y="0"/>
                    <a:pt x="64" y="0"/>
                  </a:cubicBezTo>
                  <a:lnTo>
                    <a:pt x="64" y="0"/>
                  </a:lnTo>
                  <a:lnTo>
                    <a:pt x="64" y="0"/>
                  </a:lnTo>
                  <a:lnTo>
                    <a:pt x="64"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1" name="Google Shape;1941;p38"/>
            <p:cNvSpPr/>
            <p:nvPr/>
          </p:nvSpPr>
          <p:spPr>
            <a:xfrm>
              <a:off x="3244636" y="1801294"/>
              <a:ext cx="4039" cy="5534"/>
            </a:xfrm>
            <a:custGeom>
              <a:avLst/>
              <a:gdLst/>
              <a:ahLst/>
              <a:cxnLst/>
              <a:rect l="l" t="t" r="r" b="b"/>
              <a:pathLst>
                <a:path w="127" h="174" extrusionOk="0">
                  <a:moveTo>
                    <a:pt x="32" y="63"/>
                  </a:moveTo>
                  <a:lnTo>
                    <a:pt x="32" y="63"/>
                  </a:lnTo>
                  <a:lnTo>
                    <a:pt x="32" y="63"/>
                  </a:lnTo>
                  <a:close/>
                  <a:moveTo>
                    <a:pt x="32" y="0"/>
                  </a:moveTo>
                  <a:lnTo>
                    <a:pt x="32" y="0"/>
                  </a:lnTo>
                  <a:cubicBezTo>
                    <a:pt x="17" y="0"/>
                    <a:pt x="17" y="0"/>
                    <a:pt x="1" y="16"/>
                  </a:cubicBezTo>
                  <a:cubicBezTo>
                    <a:pt x="1" y="32"/>
                    <a:pt x="1" y="47"/>
                    <a:pt x="17" y="63"/>
                  </a:cubicBezTo>
                  <a:lnTo>
                    <a:pt x="32" y="63"/>
                  </a:lnTo>
                  <a:lnTo>
                    <a:pt x="49" y="63"/>
                  </a:lnTo>
                  <a:lnTo>
                    <a:pt x="49" y="79"/>
                  </a:lnTo>
                  <a:lnTo>
                    <a:pt x="49" y="95"/>
                  </a:lnTo>
                  <a:lnTo>
                    <a:pt x="49" y="95"/>
                  </a:lnTo>
                  <a:cubicBezTo>
                    <a:pt x="17" y="110"/>
                    <a:pt x="17" y="126"/>
                    <a:pt x="17" y="142"/>
                  </a:cubicBezTo>
                  <a:cubicBezTo>
                    <a:pt x="17" y="158"/>
                    <a:pt x="17" y="158"/>
                    <a:pt x="32" y="173"/>
                  </a:cubicBezTo>
                  <a:lnTo>
                    <a:pt x="49" y="173"/>
                  </a:lnTo>
                  <a:lnTo>
                    <a:pt x="49" y="173"/>
                  </a:lnTo>
                  <a:lnTo>
                    <a:pt x="49" y="173"/>
                  </a:lnTo>
                  <a:cubicBezTo>
                    <a:pt x="80" y="173"/>
                    <a:pt x="95" y="158"/>
                    <a:pt x="112" y="142"/>
                  </a:cubicBezTo>
                  <a:lnTo>
                    <a:pt x="112" y="142"/>
                  </a:lnTo>
                  <a:cubicBezTo>
                    <a:pt x="127" y="110"/>
                    <a:pt x="112" y="79"/>
                    <a:pt x="112" y="63"/>
                  </a:cubicBezTo>
                  <a:lnTo>
                    <a:pt x="112" y="47"/>
                  </a:lnTo>
                  <a:cubicBezTo>
                    <a:pt x="112" y="47"/>
                    <a:pt x="112" y="32"/>
                    <a:pt x="95" y="32"/>
                  </a:cubicBezTo>
                  <a:cubicBezTo>
                    <a:pt x="95" y="16"/>
                    <a:pt x="80" y="16"/>
                    <a:pt x="64" y="0"/>
                  </a:cubicBezTo>
                  <a:lnTo>
                    <a:pt x="49"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2" name="Google Shape;1942;p38"/>
            <p:cNvSpPr/>
            <p:nvPr/>
          </p:nvSpPr>
          <p:spPr>
            <a:xfrm>
              <a:off x="3245654" y="1803297"/>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3" name="Google Shape;1943;p38"/>
            <p:cNvSpPr/>
            <p:nvPr/>
          </p:nvSpPr>
          <p:spPr>
            <a:xfrm>
              <a:off x="3048726" y="1821330"/>
              <a:ext cx="8046" cy="3530"/>
            </a:xfrm>
            <a:custGeom>
              <a:avLst/>
              <a:gdLst/>
              <a:ahLst/>
              <a:cxnLst/>
              <a:rect l="l" t="t" r="r" b="b"/>
              <a:pathLst>
                <a:path w="253" h="111" extrusionOk="0">
                  <a:moveTo>
                    <a:pt x="127" y="1"/>
                  </a:moveTo>
                  <a:lnTo>
                    <a:pt x="111" y="1"/>
                  </a:lnTo>
                  <a:lnTo>
                    <a:pt x="95" y="1"/>
                  </a:lnTo>
                  <a:cubicBezTo>
                    <a:pt x="79" y="16"/>
                    <a:pt x="47" y="16"/>
                    <a:pt x="32" y="16"/>
                  </a:cubicBezTo>
                  <a:cubicBezTo>
                    <a:pt x="16" y="32"/>
                    <a:pt x="16" y="32"/>
                    <a:pt x="1" y="32"/>
                  </a:cubicBezTo>
                  <a:lnTo>
                    <a:pt x="1" y="64"/>
                  </a:lnTo>
                  <a:cubicBezTo>
                    <a:pt x="1" y="79"/>
                    <a:pt x="16" y="95"/>
                    <a:pt x="32" y="95"/>
                  </a:cubicBezTo>
                  <a:lnTo>
                    <a:pt x="47" y="95"/>
                  </a:lnTo>
                  <a:lnTo>
                    <a:pt x="47" y="95"/>
                  </a:lnTo>
                  <a:cubicBezTo>
                    <a:pt x="64" y="79"/>
                    <a:pt x="79" y="79"/>
                    <a:pt x="95" y="79"/>
                  </a:cubicBezTo>
                  <a:lnTo>
                    <a:pt x="127" y="79"/>
                  </a:lnTo>
                  <a:cubicBezTo>
                    <a:pt x="142" y="79"/>
                    <a:pt x="158" y="79"/>
                    <a:pt x="190" y="95"/>
                  </a:cubicBezTo>
                  <a:cubicBezTo>
                    <a:pt x="190" y="110"/>
                    <a:pt x="190" y="110"/>
                    <a:pt x="205" y="110"/>
                  </a:cubicBezTo>
                  <a:lnTo>
                    <a:pt x="205" y="110"/>
                  </a:lnTo>
                  <a:cubicBezTo>
                    <a:pt x="221" y="110"/>
                    <a:pt x="221" y="110"/>
                    <a:pt x="237" y="95"/>
                  </a:cubicBezTo>
                  <a:cubicBezTo>
                    <a:pt x="253" y="95"/>
                    <a:pt x="253" y="64"/>
                    <a:pt x="237" y="47"/>
                  </a:cubicBezTo>
                  <a:cubicBezTo>
                    <a:pt x="221" y="32"/>
                    <a:pt x="205" y="32"/>
                    <a:pt x="190" y="16"/>
                  </a:cubicBezTo>
                  <a:cubicBezTo>
                    <a:pt x="174"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4" name="Google Shape;1944;p38"/>
            <p:cNvSpPr/>
            <p:nvPr/>
          </p:nvSpPr>
          <p:spPr>
            <a:xfrm>
              <a:off x="3271701" y="1800276"/>
              <a:ext cx="3562" cy="3053"/>
            </a:xfrm>
            <a:custGeom>
              <a:avLst/>
              <a:gdLst/>
              <a:ahLst/>
              <a:cxnLst/>
              <a:rect l="l" t="t" r="r" b="b"/>
              <a:pathLst>
                <a:path w="112" h="96" extrusionOk="0">
                  <a:moveTo>
                    <a:pt x="63" y="1"/>
                  </a:moveTo>
                  <a:lnTo>
                    <a:pt x="63" y="1"/>
                  </a:lnTo>
                  <a:cubicBezTo>
                    <a:pt x="63" y="1"/>
                    <a:pt x="48" y="1"/>
                    <a:pt x="48" y="16"/>
                  </a:cubicBezTo>
                  <a:lnTo>
                    <a:pt x="17" y="48"/>
                  </a:lnTo>
                  <a:cubicBezTo>
                    <a:pt x="0" y="64"/>
                    <a:pt x="0" y="79"/>
                    <a:pt x="17" y="95"/>
                  </a:cubicBezTo>
                  <a:lnTo>
                    <a:pt x="48" y="95"/>
                  </a:lnTo>
                  <a:cubicBezTo>
                    <a:pt x="48" y="95"/>
                    <a:pt x="63" y="95"/>
                    <a:pt x="63" y="79"/>
                  </a:cubicBezTo>
                  <a:lnTo>
                    <a:pt x="95" y="48"/>
                  </a:lnTo>
                  <a:cubicBezTo>
                    <a:pt x="111"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5" name="Google Shape;1945;p38"/>
            <p:cNvSpPr/>
            <p:nvPr/>
          </p:nvSpPr>
          <p:spPr>
            <a:xfrm>
              <a:off x="3390965" y="1803774"/>
              <a:ext cx="3021" cy="4039"/>
            </a:xfrm>
            <a:custGeom>
              <a:avLst/>
              <a:gdLst/>
              <a:ahLst/>
              <a:cxnLst/>
              <a:rect l="l" t="t" r="r" b="b"/>
              <a:pathLst>
                <a:path w="95" h="127" extrusionOk="0">
                  <a:moveTo>
                    <a:pt x="48" y="1"/>
                  </a:moveTo>
                  <a:lnTo>
                    <a:pt x="48" y="1"/>
                  </a:lnTo>
                  <a:lnTo>
                    <a:pt x="32" y="1"/>
                  </a:lnTo>
                  <a:lnTo>
                    <a:pt x="32" y="1"/>
                  </a:lnTo>
                  <a:lnTo>
                    <a:pt x="17" y="17"/>
                  </a:lnTo>
                  <a:cubicBezTo>
                    <a:pt x="17" y="17"/>
                    <a:pt x="0" y="17"/>
                    <a:pt x="0" y="32"/>
                  </a:cubicBezTo>
                  <a:lnTo>
                    <a:pt x="17" y="32"/>
                  </a:lnTo>
                  <a:cubicBezTo>
                    <a:pt x="32" y="48"/>
                    <a:pt x="48" y="64"/>
                    <a:pt x="32" y="80"/>
                  </a:cubicBezTo>
                  <a:cubicBezTo>
                    <a:pt x="32" y="95"/>
                    <a:pt x="17" y="95"/>
                    <a:pt x="0" y="95"/>
                  </a:cubicBezTo>
                  <a:lnTo>
                    <a:pt x="0" y="95"/>
                  </a:lnTo>
                  <a:cubicBezTo>
                    <a:pt x="0" y="111"/>
                    <a:pt x="0" y="111"/>
                    <a:pt x="17" y="127"/>
                  </a:cubicBezTo>
                  <a:lnTo>
                    <a:pt x="32" y="127"/>
                  </a:lnTo>
                  <a:lnTo>
                    <a:pt x="48" y="127"/>
                  </a:lnTo>
                  <a:cubicBezTo>
                    <a:pt x="63" y="127"/>
                    <a:pt x="63" y="111"/>
                    <a:pt x="63" y="95"/>
                  </a:cubicBezTo>
                  <a:lnTo>
                    <a:pt x="63" y="80"/>
                  </a:lnTo>
                  <a:lnTo>
                    <a:pt x="63" y="64"/>
                  </a:lnTo>
                  <a:lnTo>
                    <a:pt x="80" y="64"/>
                  </a:lnTo>
                  <a:lnTo>
                    <a:pt x="80" y="48"/>
                  </a:lnTo>
                  <a:cubicBezTo>
                    <a:pt x="95" y="32"/>
                    <a:pt x="95" y="17"/>
                    <a:pt x="80"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6" name="Google Shape;1946;p38"/>
            <p:cNvSpPr/>
            <p:nvPr/>
          </p:nvSpPr>
          <p:spPr>
            <a:xfrm>
              <a:off x="3454095" y="1797763"/>
              <a:ext cx="3562" cy="5565"/>
            </a:xfrm>
            <a:custGeom>
              <a:avLst/>
              <a:gdLst/>
              <a:ahLst/>
              <a:cxnLst/>
              <a:rect l="l" t="t" r="r" b="b"/>
              <a:pathLst>
                <a:path w="112" h="175" extrusionOk="0">
                  <a:moveTo>
                    <a:pt x="64" y="0"/>
                  </a:moveTo>
                  <a:lnTo>
                    <a:pt x="64" y="0"/>
                  </a:lnTo>
                  <a:cubicBezTo>
                    <a:pt x="48" y="0"/>
                    <a:pt x="48" y="0"/>
                    <a:pt x="32" y="17"/>
                  </a:cubicBezTo>
                  <a:lnTo>
                    <a:pt x="1" y="127"/>
                  </a:lnTo>
                  <a:cubicBezTo>
                    <a:pt x="1" y="143"/>
                    <a:pt x="1" y="158"/>
                    <a:pt x="17" y="158"/>
                  </a:cubicBezTo>
                  <a:cubicBezTo>
                    <a:pt x="17" y="174"/>
                    <a:pt x="32" y="174"/>
                    <a:pt x="32" y="174"/>
                  </a:cubicBezTo>
                  <a:lnTo>
                    <a:pt x="48" y="174"/>
                  </a:lnTo>
                  <a:lnTo>
                    <a:pt x="64" y="174"/>
                  </a:lnTo>
                  <a:lnTo>
                    <a:pt x="80" y="174"/>
                  </a:lnTo>
                  <a:lnTo>
                    <a:pt x="80" y="174"/>
                  </a:lnTo>
                  <a:lnTo>
                    <a:pt x="80" y="174"/>
                  </a:lnTo>
                  <a:lnTo>
                    <a:pt x="80" y="174"/>
                  </a:lnTo>
                  <a:lnTo>
                    <a:pt x="80" y="174"/>
                  </a:lnTo>
                  <a:cubicBezTo>
                    <a:pt x="111" y="174"/>
                    <a:pt x="111" y="158"/>
                    <a:pt x="111" y="127"/>
                  </a:cubicBezTo>
                  <a:cubicBezTo>
                    <a:pt x="111" y="111"/>
                    <a:pt x="95" y="111"/>
                    <a:pt x="80" y="95"/>
                  </a:cubicBezTo>
                  <a:lnTo>
                    <a:pt x="111" y="32"/>
                  </a:ln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7" name="Google Shape;1947;p38"/>
            <p:cNvSpPr/>
            <p:nvPr/>
          </p:nvSpPr>
          <p:spPr>
            <a:xfrm>
              <a:off x="3196549" y="1810803"/>
              <a:ext cx="3562" cy="3021"/>
            </a:xfrm>
            <a:custGeom>
              <a:avLst/>
              <a:gdLst/>
              <a:ahLst/>
              <a:cxnLst/>
              <a:rect l="l" t="t" r="r" b="b"/>
              <a:pathLst>
                <a:path w="112" h="95" extrusionOk="0">
                  <a:moveTo>
                    <a:pt x="32" y="0"/>
                  </a:moveTo>
                  <a:lnTo>
                    <a:pt x="32" y="0"/>
                  </a:lnTo>
                  <a:cubicBezTo>
                    <a:pt x="17" y="0"/>
                    <a:pt x="17" y="17"/>
                    <a:pt x="0" y="17"/>
                  </a:cubicBezTo>
                  <a:cubicBezTo>
                    <a:pt x="0" y="32"/>
                    <a:pt x="0" y="48"/>
                    <a:pt x="17" y="63"/>
                  </a:cubicBezTo>
                  <a:lnTo>
                    <a:pt x="48" y="95"/>
                  </a:lnTo>
                  <a:lnTo>
                    <a:pt x="63" y="95"/>
                  </a:lnTo>
                  <a:lnTo>
                    <a:pt x="95" y="95"/>
                  </a:lnTo>
                  <a:cubicBezTo>
                    <a:pt x="111" y="80"/>
                    <a:pt x="95" y="48"/>
                    <a:pt x="95" y="48"/>
                  </a:cubicBezTo>
                  <a:lnTo>
                    <a:pt x="48"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8" name="Google Shape;1948;p38"/>
            <p:cNvSpPr/>
            <p:nvPr/>
          </p:nvSpPr>
          <p:spPr>
            <a:xfrm>
              <a:off x="3434059" y="1752666"/>
              <a:ext cx="4039" cy="3562"/>
            </a:xfrm>
            <a:custGeom>
              <a:avLst/>
              <a:gdLst/>
              <a:ahLst/>
              <a:cxnLst/>
              <a:rect l="l" t="t" r="r" b="b"/>
              <a:pathLst>
                <a:path w="127" h="112" extrusionOk="0">
                  <a:moveTo>
                    <a:pt x="17" y="0"/>
                  </a:moveTo>
                  <a:lnTo>
                    <a:pt x="0" y="17"/>
                  </a:lnTo>
                  <a:lnTo>
                    <a:pt x="0" y="17"/>
                  </a:lnTo>
                  <a:lnTo>
                    <a:pt x="0" y="17"/>
                  </a:lnTo>
                  <a:cubicBezTo>
                    <a:pt x="0" y="48"/>
                    <a:pt x="0" y="80"/>
                    <a:pt x="32" y="95"/>
                  </a:cubicBezTo>
                  <a:cubicBezTo>
                    <a:pt x="32" y="95"/>
                    <a:pt x="48" y="111"/>
                    <a:pt x="63" y="111"/>
                  </a:cubicBezTo>
                  <a:lnTo>
                    <a:pt x="63" y="111"/>
                  </a:lnTo>
                  <a:lnTo>
                    <a:pt x="95" y="111"/>
                  </a:lnTo>
                  <a:cubicBezTo>
                    <a:pt x="111" y="111"/>
                    <a:pt x="126" y="80"/>
                    <a:pt x="111" y="64"/>
                  </a:cubicBezTo>
                  <a:cubicBezTo>
                    <a:pt x="111" y="48"/>
                    <a:pt x="111" y="48"/>
                    <a:pt x="95" y="48"/>
                  </a:cubicBezTo>
                  <a:lnTo>
                    <a:pt x="63" y="48"/>
                  </a:lnTo>
                  <a:lnTo>
                    <a:pt x="63" y="48"/>
                  </a:lnTo>
                  <a:cubicBezTo>
                    <a:pt x="63" y="48"/>
                    <a:pt x="48" y="48"/>
                    <a:pt x="48" y="32"/>
                  </a:cubicBezTo>
                  <a:lnTo>
                    <a:pt x="1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9" name="Google Shape;1949;p38"/>
            <p:cNvSpPr/>
            <p:nvPr/>
          </p:nvSpPr>
          <p:spPr>
            <a:xfrm>
              <a:off x="3397485" y="1797763"/>
              <a:ext cx="4039" cy="3562"/>
            </a:xfrm>
            <a:custGeom>
              <a:avLst/>
              <a:gdLst/>
              <a:ahLst/>
              <a:cxnLst/>
              <a:rect l="l" t="t" r="r" b="b"/>
              <a:pathLst>
                <a:path w="127" h="112" extrusionOk="0">
                  <a:moveTo>
                    <a:pt x="95" y="0"/>
                  </a:moveTo>
                  <a:lnTo>
                    <a:pt x="95" y="0"/>
                  </a:lnTo>
                  <a:cubicBezTo>
                    <a:pt x="79" y="0"/>
                    <a:pt x="79" y="17"/>
                    <a:pt x="64" y="17"/>
                  </a:cubicBezTo>
                  <a:lnTo>
                    <a:pt x="64" y="32"/>
                  </a:lnTo>
                  <a:lnTo>
                    <a:pt x="64" y="32"/>
                  </a:lnTo>
                  <a:lnTo>
                    <a:pt x="47" y="32"/>
                  </a:lnTo>
                  <a:lnTo>
                    <a:pt x="32" y="32"/>
                  </a:lnTo>
                  <a:cubicBezTo>
                    <a:pt x="32" y="32"/>
                    <a:pt x="16" y="32"/>
                    <a:pt x="16" y="48"/>
                  </a:cubicBezTo>
                  <a:cubicBezTo>
                    <a:pt x="1" y="64"/>
                    <a:pt x="16" y="80"/>
                    <a:pt x="32" y="95"/>
                  </a:cubicBezTo>
                  <a:lnTo>
                    <a:pt x="32" y="95"/>
                  </a:lnTo>
                  <a:lnTo>
                    <a:pt x="47" y="111"/>
                  </a:lnTo>
                  <a:lnTo>
                    <a:pt x="64" y="111"/>
                  </a:lnTo>
                  <a:lnTo>
                    <a:pt x="64" y="111"/>
                  </a:lnTo>
                  <a:lnTo>
                    <a:pt x="64" y="111"/>
                  </a:lnTo>
                  <a:cubicBezTo>
                    <a:pt x="79" y="111"/>
                    <a:pt x="79" y="111"/>
                    <a:pt x="95" y="95"/>
                  </a:cubicBezTo>
                  <a:lnTo>
                    <a:pt x="95" y="95"/>
                  </a:lnTo>
                  <a:lnTo>
                    <a:pt x="127" y="64"/>
                  </a:lnTo>
                  <a:lnTo>
                    <a:pt x="127" y="64"/>
                  </a:lnTo>
                  <a:lnTo>
                    <a:pt x="127" y="17"/>
                  </a:lnTo>
                  <a:lnTo>
                    <a:pt x="110" y="17"/>
                  </a:lnTo>
                  <a:cubicBezTo>
                    <a:pt x="110"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0" name="Google Shape;1950;p38"/>
            <p:cNvSpPr/>
            <p:nvPr/>
          </p:nvSpPr>
          <p:spPr>
            <a:xfrm>
              <a:off x="3058235" y="1825814"/>
              <a:ext cx="3053" cy="4039"/>
            </a:xfrm>
            <a:custGeom>
              <a:avLst/>
              <a:gdLst/>
              <a:ahLst/>
              <a:cxnLst/>
              <a:rect l="l" t="t" r="r" b="b"/>
              <a:pathLst>
                <a:path w="96" h="127" extrusionOk="0">
                  <a:moveTo>
                    <a:pt x="17" y="1"/>
                  </a:moveTo>
                  <a:cubicBezTo>
                    <a:pt x="1" y="1"/>
                    <a:pt x="1" y="17"/>
                    <a:pt x="1" y="17"/>
                  </a:cubicBezTo>
                  <a:lnTo>
                    <a:pt x="1" y="32"/>
                  </a:lnTo>
                  <a:lnTo>
                    <a:pt x="1" y="49"/>
                  </a:lnTo>
                  <a:lnTo>
                    <a:pt x="1" y="80"/>
                  </a:lnTo>
                  <a:cubicBezTo>
                    <a:pt x="1" y="95"/>
                    <a:pt x="1" y="112"/>
                    <a:pt x="17" y="112"/>
                  </a:cubicBezTo>
                  <a:lnTo>
                    <a:pt x="48" y="127"/>
                  </a:lnTo>
                  <a:lnTo>
                    <a:pt x="48" y="127"/>
                  </a:lnTo>
                  <a:lnTo>
                    <a:pt x="64" y="127"/>
                  </a:lnTo>
                  <a:cubicBezTo>
                    <a:pt x="64" y="127"/>
                    <a:pt x="80" y="127"/>
                    <a:pt x="95" y="112"/>
                  </a:cubicBezTo>
                  <a:cubicBezTo>
                    <a:pt x="95" y="95"/>
                    <a:pt x="95" y="80"/>
                    <a:pt x="80" y="64"/>
                  </a:cubicBezTo>
                  <a:lnTo>
                    <a:pt x="80" y="64"/>
                  </a:lnTo>
                  <a:lnTo>
                    <a:pt x="64" y="64"/>
                  </a:lnTo>
                  <a:lnTo>
                    <a:pt x="64" y="64"/>
                  </a:lnTo>
                  <a:lnTo>
                    <a:pt x="64" y="32"/>
                  </a:lnTo>
                  <a:lnTo>
                    <a:pt x="64" y="1"/>
                  </a:lnTo>
                  <a:lnTo>
                    <a:pt x="32"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1" name="Google Shape;1951;p38"/>
            <p:cNvSpPr/>
            <p:nvPr/>
          </p:nvSpPr>
          <p:spPr>
            <a:xfrm>
              <a:off x="3366922" y="1793279"/>
              <a:ext cx="5534" cy="4039"/>
            </a:xfrm>
            <a:custGeom>
              <a:avLst/>
              <a:gdLst/>
              <a:ahLst/>
              <a:cxnLst/>
              <a:rect l="l" t="t" r="r" b="b"/>
              <a:pathLst>
                <a:path w="174" h="127" extrusionOk="0">
                  <a:moveTo>
                    <a:pt x="32" y="0"/>
                  </a:moveTo>
                  <a:lnTo>
                    <a:pt x="32" y="0"/>
                  </a:lnTo>
                  <a:cubicBezTo>
                    <a:pt x="16" y="0"/>
                    <a:pt x="0" y="15"/>
                    <a:pt x="0" y="32"/>
                  </a:cubicBezTo>
                  <a:lnTo>
                    <a:pt x="0" y="95"/>
                  </a:lnTo>
                  <a:cubicBezTo>
                    <a:pt x="0" y="110"/>
                    <a:pt x="16" y="126"/>
                    <a:pt x="32" y="126"/>
                  </a:cubicBezTo>
                  <a:lnTo>
                    <a:pt x="48" y="126"/>
                  </a:lnTo>
                  <a:lnTo>
                    <a:pt x="142" y="110"/>
                  </a:lnTo>
                  <a:cubicBezTo>
                    <a:pt x="158" y="110"/>
                    <a:pt x="174" y="95"/>
                    <a:pt x="174" y="78"/>
                  </a:cubicBezTo>
                  <a:cubicBezTo>
                    <a:pt x="174" y="47"/>
                    <a:pt x="158" y="47"/>
                    <a:pt x="142" y="47"/>
                  </a:cubicBezTo>
                  <a:lnTo>
                    <a:pt x="142" y="47"/>
                  </a:lnTo>
                  <a:lnTo>
                    <a:pt x="63" y="47"/>
                  </a:lnTo>
                  <a:lnTo>
                    <a:pt x="63" y="32"/>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2" name="Google Shape;1952;p38"/>
            <p:cNvSpPr/>
            <p:nvPr/>
          </p:nvSpPr>
          <p:spPr>
            <a:xfrm>
              <a:off x="3356872" y="1800785"/>
              <a:ext cx="2576" cy="3530"/>
            </a:xfrm>
            <a:custGeom>
              <a:avLst/>
              <a:gdLst/>
              <a:ahLst/>
              <a:cxnLst/>
              <a:rect l="l" t="t" r="r" b="b"/>
              <a:pathLst>
                <a:path w="81" h="111" extrusionOk="0">
                  <a:moveTo>
                    <a:pt x="32" y="0"/>
                  </a:moveTo>
                  <a:lnTo>
                    <a:pt x="32" y="0"/>
                  </a:lnTo>
                  <a:lnTo>
                    <a:pt x="32" y="0"/>
                  </a:lnTo>
                  <a:lnTo>
                    <a:pt x="32" y="16"/>
                  </a:lnTo>
                  <a:cubicBezTo>
                    <a:pt x="32" y="16"/>
                    <a:pt x="32" y="32"/>
                    <a:pt x="17" y="32"/>
                  </a:cubicBezTo>
                  <a:lnTo>
                    <a:pt x="17" y="48"/>
                  </a:lnTo>
                  <a:cubicBezTo>
                    <a:pt x="32" y="63"/>
                    <a:pt x="32" y="79"/>
                    <a:pt x="17" y="95"/>
                  </a:cubicBezTo>
                  <a:lnTo>
                    <a:pt x="1" y="111"/>
                  </a:lnTo>
                  <a:lnTo>
                    <a:pt x="1" y="111"/>
                  </a:lnTo>
                  <a:lnTo>
                    <a:pt x="17" y="111"/>
                  </a:lnTo>
                  <a:lnTo>
                    <a:pt x="32" y="111"/>
                  </a:lnTo>
                  <a:cubicBezTo>
                    <a:pt x="49" y="111"/>
                    <a:pt x="49" y="111"/>
                    <a:pt x="64" y="95"/>
                  </a:cubicBezTo>
                  <a:lnTo>
                    <a:pt x="64" y="95"/>
                  </a:lnTo>
                  <a:lnTo>
                    <a:pt x="64" y="48"/>
                  </a:lnTo>
                  <a:cubicBezTo>
                    <a:pt x="80" y="32"/>
                    <a:pt x="64" y="32"/>
                    <a:pt x="64" y="16"/>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3" name="Google Shape;1953;p38"/>
            <p:cNvSpPr/>
            <p:nvPr/>
          </p:nvSpPr>
          <p:spPr>
            <a:xfrm>
              <a:off x="3313301" y="1804792"/>
              <a:ext cx="4039" cy="2544"/>
            </a:xfrm>
            <a:custGeom>
              <a:avLst/>
              <a:gdLst/>
              <a:ahLst/>
              <a:cxnLst/>
              <a:rect l="l" t="t" r="r" b="b"/>
              <a:pathLst>
                <a:path w="127" h="80" extrusionOk="0">
                  <a:moveTo>
                    <a:pt x="47" y="0"/>
                  </a:moveTo>
                  <a:lnTo>
                    <a:pt x="47" y="0"/>
                  </a:lnTo>
                  <a:cubicBezTo>
                    <a:pt x="32" y="0"/>
                    <a:pt x="16" y="16"/>
                    <a:pt x="16" y="32"/>
                  </a:cubicBezTo>
                  <a:cubicBezTo>
                    <a:pt x="1" y="48"/>
                    <a:pt x="16" y="63"/>
                    <a:pt x="32" y="63"/>
                  </a:cubicBezTo>
                  <a:lnTo>
                    <a:pt x="79" y="79"/>
                  </a:lnTo>
                  <a:lnTo>
                    <a:pt x="95" y="79"/>
                  </a:lnTo>
                  <a:cubicBezTo>
                    <a:pt x="110" y="79"/>
                    <a:pt x="127" y="63"/>
                    <a:pt x="127" y="48"/>
                  </a:cubicBezTo>
                  <a:cubicBezTo>
                    <a:pt x="127" y="32"/>
                    <a:pt x="110" y="16"/>
                    <a:pt x="95"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4" name="Google Shape;1954;p38"/>
            <p:cNvSpPr/>
            <p:nvPr/>
          </p:nvSpPr>
          <p:spPr>
            <a:xfrm>
              <a:off x="3422037" y="1790258"/>
              <a:ext cx="6551" cy="6042"/>
            </a:xfrm>
            <a:custGeom>
              <a:avLst/>
              <a:gdLst/>
              <a:ahLst/>
              <a:cxnLst/>
              <a:rect l="l" t="t" r="r" b="b"/>
              <a:pathLst>
                <a:path w="206" h="190" extrusionOk="0">
                  <a:moveTo>
                    <a:pt x="32" y="1"/>
                  </a:moveTo>
                  <a:lnTo>
                    <a:pt x="32" y="1"/>
                  </a:lnTo>
                  <a:lnTo>
                    <a:pt x="17" y="1"/>
                  </a:lnTo>
                  <a:cubicBezTo>
                    <a:pt x="0" y="1"/>
                    <a:pt x="0" y="16"/>
                    <a:pt x="0" y="16"/>
                  </a:cubicBezTo>
                  <a:cubicBezTo>
                    <a:pt x="0" y="32"/>
                    <a:pt x="0" y="64"/>
                    <a:pt x="17" y="64"/>
                  </a:cubicBezTo>
                  <a:lnTo>
                    <a:pt x="32" y="64"/>
                  </a:lnTo>
                  <a:lnTo>
                    <a:pt x="95" y="95"/>
                  </a:lnTo>
                  <a:lnTo>
                    <a:pt x="95" y="95"/>
                  </a:lnTo>
                  <a:lnTo>
                    <a:pt x="111" y="127"/>
                  </a:lnTo>
                  <a:lnTo>
                    <a:pt x="126" y="142"/>
                  </a:lnTo>
                  <a:lnTo>
                    <a:pt x="143" y="158"/>
                  </a:lnTo>
                  <a:lnTo>
                    <a:pt x="143" y="158"/>
                  </a:lnTo>
                  <a:cubicBezTo>
                    <a:pt x="143" y="173"/>
                    <a:pt x="158" y="190"/>
                    <a:pt x="174" y="190"/>
                  </a:cubicBezTo>
                  <a:lnTo>
                    <a:pt x="189" y="173"/>
                  </a:lnTo>
                  <a:cubicBezTo>
                    <a:pt x="189" y="173"/>
                    <a:pt x="206" y="158"/>
                    <a:pt x="206" y="142"/>
                  </a:cubicBezTo>
                  <a:lnTo>
                    <a:pt x="206" y="142"/>
                  </a:lnTo>
                  <a:lnTo>
                    <a:pt x="158" y="47"/>
                  </a:lnTo>
                  <a:lnTo>
                    <a:pt x="143" y="32"/>
                  </a:lnTo>
                  <a:lnTo>
                    <a:pt x="95" y="16"/>
                  </a:lnTo>
                  <a:lnTo>
                    <a:pt x="48"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5" name="Google Shape;1955;p38"/>
            <p:cNvSpPr/>
            <p:nvPr/>
          </p:nvSpPr>
          <p:spPr>
            <a:xfrm>
              <a:off x="3401492" y="1786727"/>
              <a:ext cx="8046" cy="5057"/>
            </a:xfrm>
            <a:custGeom>
              <a:avLst/>
              <a:gdLst/>
              <a:ahLst/>
              <a:cxnLst/>
              <a:rect l="l" t="t" r="r" b="b"/>
              <a:pathLst>
                <a:path w="253" h="159" extrusionOk="0">
                  <a:moveTo>
                    <a:pt x="142" y="1"/>
                  </a:moveTo>
                  <a:lnTo>
                    <a:pt x="127" y="1"/>
                  </a:lnTo>
                  <a:cubicBezTo>
                    <a:pt x="127" y="1"/>
                    <a:pt x="110" y="1"/>
                    <a:pt x="110" y="17"/>
                  </a:cubicBezTo>
                  <a:lnTo>
                    <a:pt x="95" y="17"/>
                  </a:lnTo>
                  <a:lnTo>
                    <a:pt x="95" y="32"/>
                  </a:lnTo>
                  <a:lnTo>
                    <a:pt x="16" y="80"/>
                  </a:lnTo>
                  <a:lnTo>
                    <a:pt x="16" y="95"/>
                  </a:lnTo>
                  <a:cubicBezTo>
                    <a:pt x="1" y="95"/>
                    <a:pt x="1" y="127"/>
                    <a:pt x="1" y="143"/>
                  </a:cubicBezTo>
                  <a:cubicBezTo>
                    <a:pt x="16" y="143"/>
                    <a:pt x="32" y="158"/>
                    <a:pt x="32" y="158"/>
                  </a:cubicBezTo>
                  <a:cubicBezTo>
                    <a:pt x="47" y="158"/>
                    <a:pt x="47" y="143"/>
                    <a:pt x="64" y="143"/>
                  </a:cubicBezTo>
                  <a:lnTo>
                    <a:pt x="110" y="95"/>
                  </a:lnTo>
                  <a:lnTo>
                    <a:pt x="142" y="64"/>
                  </a:lnTo>
                  <a:lnTo>
                    <a:pt x="173" y="80"/>
                  </a:lnTo>
                  <a:lnTo>
                    <a:pt x="205" y="80"/>
                  </a:lnTo>
                  <a:lnTo>
                    <a:pt x="221" y="80"/>
                  </a:lnTo>
                  <a:lnTo>
                    <a:pt x="237" y="80"/>
                  </a:lnTo>
                  <a:cubicBezTo>
                    <a:pt x="237" y="64"/>
                    <a:pt x="253" y="64"/>
                    <a:pt x="253" y="49"/>
                  </a:cubicBezTo>
                  <a:cubicBezTo>
                    <a:pt x="253" y="32"/>
                    <a:pt x="237" y="17"/>
                    <a:pt x="221" y="17"/>
                  </a:cubicBezTo>
                  <a:lnTo>
                    <a:pt x="205" y="1"/>
                  </a:lnTo>
                  <a:lnTo>
                    <a:pt x="173" y="1"/>
                  </a:lnTo>
                  <a:lnTo>
                    <a:pt x="14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6" name="Google Shape;1956;p38"/>
            <p:cNvSpPr/>
            <p:nvPr/>
          </p:nvSpPr>
          <p:spPr>
            <a:xfrm>
              <a:off x="3287253" y="1813792"/>
              <a:ext cx="5057" cy="3562"/>
            </a:xfrm>
            <a:custGeom>
              <a:avLst/>
              <a:gdLst/>
              <a:ahLst/>
              <a:cxnLst/>
              <a:rect l="l" t="t" r="r" b="b"/>
              <a:pathLst>
                <a:path w="159" h="112" extrusionOk="0">
                  <a:moveTo>
                    <a:pt x="158" y="1"/>
                  </a:moveTo>
                  <a:lnTo>
                    <a:pt x="142" y="1"/>
                  </a:lnTo>
                  <a:lnTo>
                    <a:pt x="127" y="17"/>
                  </a:lnTo>
                  <a:cubicBezTo>
                    <a:pt x="127" y="17"/>
                    <a:pt x="142" y="32"/>
                    <a:pt x="142" y="49"/>
                  </a:cubicBezTo>
                  <a:cubicBezTo>
                    <a:pt x="142" y="64"/>
                    <a:pt x="127" y="64"/>
                    <a:pt x="110" y="80"/>
                  </a:cubicBezTo>
                  <a:lnTo>
                    <a:pt x="95" y="95"/>
                  </a:lnTo>
                  <a:lnTo>
                    <a:pt x="79" y="95"/>
                  </a:lnTo>
                  <a:cubicBezTo>
                    <a:pt x="64" y="95"/>
                    <a:pt x="47" y="95"/>
                    <a:pt x="47" y="80"/>
                  </a:cubicBezTo>
                  <a:lnTo>
                    <a:pt x="32" y="49"/>
                  </a:lnTo>
                  <a:lnTo>
                    <a:pt x="32" y="49"/>
                  </a:lnTo>
                  <a:cubicBezTo>
                    <a:pt x="1" y="64"/>
                    <a:pt x="1" y="80"/>
                    <a:pt x="1" y="95"/>
                  </a:cubicBezTo>
                  <a:cubicBezTo>
                    <a:pt x="16" y="112"/>
                    <a:pt x="32" y="112"/>
                    <a:pt x="32" y="112"/>
                  </a:cubicBezTo>
                  <a:lnTo>
                    <a:pt x="47" y="112"/>
                  </a:lnTo>
                  <a:lnTo>
                    <a:pt x="95" y="95"/>
                  </a:lnTo>
                  <a:lnTo>
                    <a:pt x="95" y="95"/>
                  </a:lnTo>
                  <a:lnTo>
                    <a:pt x="142" y="80"/>
                  </a:lnTo>
                  <a:lnTo>
                    <a:pt x="158" y="64"/>
                  </a:lnTo>
                  <a:lnTo>
                    <a:pt x="158" y="49"/>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7" name="Google Shape;1957;p38"/>
            <p:cNvSpPr/>
            <p:nvPr/>
          </p:nvSpPr>
          <p:spPr>
            <a:xfrm>
              <a:off x="3432055" y="1783261"/>
              <a:ext cx="8555" cy="6042"/>
            </a:xfrm>
            <a:custGeom>
              <a:avLst/>
              <a:gdLst/>
              <a:ahLst/>
              <a:cxnLst/>
              <a:rect l="l" t="t" r="r" b="b"/>
              <a:pathLst>
                <a:path w="269" h="190" extrusionOk="0">
                  <a:moveTo>
                    <a:pt x="48" y="0"/>
                  </a:moveTo>
                  <a:lnTo>
                    <a:pt x="48" y="0"/>
                  </a:lnTo>
                  <a:cubicBezTo>
                    <a:pt x="32" y="0"/>
                    <a:pt x="17" y="15"/>
                    <a:pt x="17" y="15"/>
                  </a:cubicBezTo>
                  <a:lnTo>
                    <a:pt x="17" y="32"/>
                  </a:lnTo>
                  <a:lnTo>
                    <a:pt x="0" y="63"/>
                  </a:lnTo>
                  <a:lnTo>
                    <a:pt x="0" y="63"/>
                  </a:lnTo>
                  <a:lnTo>
                    <a:pt x="0" y="78"/>
                  </a:lnTo>
                  <a:cubicBezTo>
                    <a:pt x="0" y="95"/>
                    <a:pt x="0" y="95"/>
                    <a:pt x="17" y="95"/>
                  </a:cubicBezTo>
                  <a:lnTo>
                    <a:pt x="17" y="95"/>
                  </a:lnTo>
                  <a:cubicBezTo>
                    <a:pt x="17" y="95"/>
                    <a:pt x="17" y="110"/>
                    <a:pt x="32" y="110"/>
                  </a:cubicBezTo>
                  <a:lnTo>
                    <a:pt x="48" y="110"/>
                  </a:lnTo>
                  <a:lnTo>
                    <a:pt x="63" y="110"/>
                  </a:lnTo>
                  <a:lnTo>
                    <a:pt x="80" y="110"/>
                  </a:lnTo>
                  <a:lnTo>
                    <a:pt x="111" y="110"/>
                  </a:lnTo>
                  <a:cubicBezTo>
                    <a:pt x="111" y="126"/>
                    <a:pt x="126" y="126"/>
                    <a:pt x="143" y="141"/>
                  </a:cubicBezTo>
                  <a:cubicBezTo>
                    <a:pt x="143" y="141"/>
                    <a:pt x="158" y="141"/>
                    <a:pt x="158" y="158"/>
                  </a:cubicBezTo>
                  <a:lnTo>
                    <a:pt x="158" y="158"/>
                  </a:lnTo>
                  <a:cubicBezTo>
                    <a:pt x="174" y="173"/>
                    <a:pt x="189" y="189"/>
                    <a:pt x="221" y="189"/>
                  </a:cubicBezTo>
                  <a:lnTo>
                    <a:pt x="221" y="189"/>
                  </a:lnTo>
                  <a:lnTo>
                    <a:pt x="237" y="189"/>
                  </a:lnTo>
                  <a:lnTo>
                    <a:pt x="252" y="189"/>
                  </a:lnTo>
                  <a:cubicBezTo>
                    <a:pt x="252" y="189"/>
                    <a:pt x="252" y="173"/>
                    <a:pt x="269" y="173"/>
                  </a:cubicBezTo>
                  <a:cubicBezTo>
                    <a:pt x="269" y="158"/>
                    <a:pt x="269" y="141"/>
                    <a:pt x="252" y="126"/>
                  </a:cubicBezTo>
                  <a:cubicBezTo>
                    <a:pt x="237" y="126"/>
                    <a:pt x="221" y="110"/>
                    <a:pt x="206" y="95"/>
                  </a:cubicBezTo>
                  <a:cubicBezTo>
                    <a:pt x="174" y="78"/>
                    <a:pt x="126" y="47"/>
                    <a:pt x="80" y="47"/>
                  </a:cubicBezTo>
                  <a:cubicBezTo>
                    <a:pt x="80" y="32"/>
                    <a:pt x="80"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8" name="Google Shape;1958;p38"/>
            <p:cNvSpPr/>
            <p:nvPr/>
          </p:nvSpPr>
          <p:spPr>
            <a:xfrm>
              <a:off x="3157463" y="1813792"/>
              <a:ext cx="3021" cy="2576"/>
            </a:xfrm>
            <a:custGeom>
              <a:avLst/>
              <a:gdLst/>
              <a:ahLst/>
              <a:cxnLst/>
              <a:rect l="l" t="t" r="r" b="b"/>
              <a:pathLst>
                <a:path w="95" h="81" extrusionOk="0">
                  <a:moveTo>
                    <a:pt x="32" y="1"/>
                  </a:moveTo>
                  <a:lnTo>
                    <a:pt x="32" y="1"/>
                  </a:lnTo>
                  <a:lnTo>
                    <a:pt x="17" y="1"/>
                  </a:lnTo>
                  <a:cubicBezTo>
                    <a:pt x="17" y="1"/>
                    <a:pt x="0" y="17"/>
                    <a:pt x="0" y="32"/>
                  </a:cubicBezTo>
                  <a:lnTo>
                    <a:pt x="0" y="32"/>
                  </a:lnTo>
                  <a:cubicBezTo>
                    <a:pt x="0" y="49"/>
                    <a:pt x="0" y="64"/>
                    <a:pt x="17" y="64"/>
                  </a:cubicBezTo>
                  <a:lnTo>
                    <a:pt x="63" y="80"/>
                  </a:lnTo>
                  <a:lnTo>
                    <a:pt x="95" y="32"/>
                  </a:lnTo>
                  <a:lnTo>
                    <a:pt x="95"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9" name="Google Shape;1959;p38"/>
            <p:cNvSpPr/>
            <p:nvPr/>
          </p:nvSpPr>
          <p:spPr>
            <a:xfrm>
              <a:off x="3161979" y="1819803"/>
              <a:ext cx="4039" cy="3053"/>
            </a:xfrm>
            <a:custGeom>
              <a:avLst/>
              <a:gdLst/>
              <a:ahLst/>
              <a:cxnLst/>
              <a:rect l="l" t="t" r="r" b="b"/>
              <a:pathLst>
                <a:path w="127" h="96" extrusionOk="0">
                  <a:moveTo>
                    <a:pt x="79" y="1"/>
                  </a:moveTo>
                  <a:lnTo>
                    <a:pt x="79" y="1"/>
                  </a:lnTo>
                  <a:lnTo>
                    <a:pt x="64" y="1"/>
                  </a:lnTo>
                  <a:lnTo>
                    <a:pt x="32" y="1"/>
                  </a:lnTo>
                  <a:cubicBezTo>
                    <a:pt x="47" y="17"/>
                    <a:pt x="47" y="32"/>
                    <a:pt x="47" y="49"/>
                  </a:cubicBezTo>
                  <a:cubicBezTo>
                    <a:pt x="47" y="64"/>
                    <a:pt x="32" y="64"/>
                    <a:pt x="16" y="64"/>
                  </a:cubicBezTo>
                  <a:lnTo>
                    <a:pt x="1" y="64"/>
                  </a:lnTo>
                  <a:lnTo>
                    <a:pt x="1" y="64"/>
                  </a:lnTo>
                  <a:cubicBezTo>
                    <a:pt x="1" y="80"/>
                    <a:pt x="16" y="80"/>
                    <a:pt x="16" y="80"/>
                  </a:cubicBezTo>
                  <a:lnTo>
                    <a:pt x="32" y="80"/>
                  </a:lnTo>
                  <a:lnTo>
                    <a:pt x="47" y="80"/>
                  </a:lnTo>
                  <a:lnTo>
                    <a:pt x="47" y="80"/>
                  </a:lnTo>
                  <a:cubicBezTo>
                    <a:pt x="64" y="80"/>
                    <a:pt x="64" y="80"/>
                    <a:pt x="64" y="95"/>
                  </a:cubicBezTo>
                  <a:lnTo>
                    <a:pt x="95" y="95"/>
                  </a:lnTo>
                  <a:lnTo>
                    <a:pt x="95" y="95"/>
                  </a:lnTo>
                  <a:cubicBezTo>
                    <a:pt x="110" y="95"/>
                    <a:pt x="127" y="64"/>
                    <a:pt x="127" y="49"/>
                  </a:cubicBezTo>
                  <a:lnTo>
                    <a:pt x="127" y="49"/>
                  </a:lnTo>
                  <a:lnTo>
                    <a:pt x="110"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0" name="Google Shape;1960;p38"/>
            <p:cNvSpPr/>
            <p:nvPr/>
          </p:nvSpPr>
          <p:spPr>
            <a:xfrm>
              <a:off x="3026177" y="1796269"/>
              <a:ext cx="5025" cy="3530"/>
            </a:xfrm>
            <a:custGeom>
              <a:avLst/>
              <a:gdLst/>
              <a:ahLst/>
              <a:cxnLst/>
              <a:rect l="l" t="t" r="r" b="b"/>
              <a:pathLst>
                <a:path w="158" h="111" extrusionOk="0">
                  <a:moveTo>
                    <a:pt x="48" y="1"/>
                  </a:moveTo>
                  <a:lnTo>
                    <a:pt x="32" y="1"/>
                  </a:lnTo>
                  <a:lnTo>
                    <a:pt x="17" y="1"/>
                  </a:lnTo>
                  <a:lnTo>
                    <a:pt x="17" y="16"/>
                  </a:lnTo>
                  <a:cubicBezTo>
                    <a:pt x="0" y="32"/>
                    <a:pt x="17" y="47"/>
                    <a:pt x="17" y="47"/>
                  </a:cubicBezTo>
                  <a:lnTo>
                    <a:pt x="32" y="64"/>
                  </a:lnTo>
                  <a:lnTo>
                    <a:pt x="48" y="64"/>
                  </a:lnTo>
                  <a:cubicBezTo>
                    <a:pt x="48" y="79"/>
                    <a:pt x="48" y="79"/>
                    <a:pt x="63" y="95"/>
                  </a:cubicBezTo>
                  <a:cubicBezTo>
                    <a:pt x="63" y="111"/>
                    <a:pt x="80" y="111"/>
                    <a:pt x="80" y="111"/>
                  </a:cubicBezTo>
                  <a:lnTo>
                    <a:pt x="95" y="111"/>
                  </a:lnTo>
                  <a:lnTo>
                    <a:pt x="95" y="111"/>
                  </a:lnTo>
                  <a:lnTo>
                    <a:pt x="126" y="95"/>
                  </a:lnTo>
                  <a:lnTo>
                    <a:pt x="143" y="95"/>
                  </a:lnTo>
                  <a:cubicBezTo>
                    <a:pt x="143" y="79"/>
                    <a:pt x="158" y="79"/>
                    <a:pt x="158" y="64"/>
                  </a:cubicBezTo>
                  <a:cubicBezTo>
                    <a:pt x="158" y="47"/>
                    <a:pt x="158" y="47"/>
                    <a:pt x="143" y="32"/>
                  </a:cubicBezTo>
                  <a:lnTo>
                    <a:pt x="143" y="32"/>
                  </a:lnTo>
                  <a:lnTo>
                    <a:pt x="126" y="16"/>
                  </a:lnTo>
                  <a:lnTo>
                    <a:pt x="111" y="1"/>
                  </a:lnTo>
                  <a:lnTo>
                    <a:pt x="63"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1" name="Google Shape;1961;p38"/>
            <p:cNvSpPr/>
            <p:nvPr/>
          </p:nvSpPr>
          <p:spPr>
            <a:xfrm>
              <a:off x="3087812" y="1788731"/>
              <a:ext cx="4039" cy="2035"/>
            </a:xfrm>
            <a:custGeom>
              <a:avLst/>
              <a:gdLst/>
              <a:ahLst/>
              <a:cxnLst/>
              <a:rect l="l" t="t" r="r" b="b"/>
              <a:pathLst>
                <a:path w="127" h="64" extrusionOk="0">
                  <a:moveTo>
                    <a:pt x="16" y="1"/>
                  </a:moveTo>
                  <a:lnTo>
                    <a:pt x="16" y="1"/>
                  </a:lnTo>
                  <a:lnTo>
                    <a:pt x="1" y="1"/>
                  </a:lnTo>
                  <a:cubicBezTo>
                    <a:pt x="16" y="1"/>
                    <a:pt x="32" y="17"/>
                    <a:pt x="32" y="32"/>
                  </a:cubicBezTo>
                  <a:cubicBezTo>
                    <a:pt x="47" y="49"/>
                    <a:pt x="32" y="64"/>
                    <a:pt x="16" y="64"/>
                  </a:cubicBezTo>
                  <a:lnTo>
                    <a:pt x="16" y="64"/>
                  </a:lnTo>
                  <a:lnTo>
                    <a:pt x="32" y="64"/>
                  </a:lnTo>
                  <a:lnTo>
                    <a:pt x="95" y="64"/>
                  </a:lnTo>
                  <a:cubicBezTo>
                    <a:pt x="110" y="64"/>
                    <a:pt x="127" y="49"/>
                    <a:pt x="127" y="32"/>
                  </a:cubicBezTo>
                  <a:cubicBezTo>
                    <a:pt x="127" y="17"/>
                    <a:pt x="110" y="17"/>
                    <a:pt x="110" y="1"/>
                  </a:cubicBezTo>
                  <a:lnTo>
                    <a:pt x="95"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2" name="Google Shape;1962;p38"/>
            <p:cNvSpPr/>
            <p:nvPr/>
          </p:nvSpPr>
          <p:spPr>
            <a:xfrm>
              <a:off x="3446081" y="1808290"/>
              <a:ext cx="3562" cy="3530"/>
            </a:xfrm>
            <a:custGeom>
              <a:avLst/>
              <a:gdLst/>
              <a:ahLst/>
              <a:cxnLst/>
              <a:rect l="l" t="t" r="r" b="b"/>
              <a:pathLst>
                <a:path w="112" h="111" extrusionOk="0">
                  <a:moveTo>
                    <a:pt x="48" y="1"/>
                  </a:moveTo>
                  <a:lnTo>
                    <a:pt x="48" y="1"/>
                  </a:lnTo>
                  <a:lnTo>
                    <a:pt x="48" y="1"/>
                  </a:lnTo>
                  <a:cubicBezTo>
                    <a:pt x="32" y="1"/>
                    <a:pt x="32" y="16"/>
                    <a:pt x="17" y="16"/>
                  </a:cubicBezTo>
                  <a:lnTo>
                    <a:pt x="17" y="32"/>
                  </a:lnTo>
                  <a:lnTo>
                    <a:pt x="0" y="64"/>
                  </a:lnTo>
                  <a:lnTo>
                    <a:pt x="0" y="96"/>
                  </a:lnTo>
                  <a:lnTo>
                    <a:pt x="17" y="111"/>
                  </a:lnTo>
                  <a:lnTo>
                    <a:pt x="17" y="111"/>
                  </a:lnTo>
                  <a:lnTo>
                    <a:pt x="32" y="111"/>
                  </a:lnTo>
                  <a:lnTo>
                    <a:pt x="48" y="111"/>
                  </a:lnTo>
                  <a:lnTo>
                    <a:pt x="80" y="96"/>
                  </a:lnTo>
                  <a:lnTo>
                    <a:pt x="95" y="96"/>
                  </a:lnTo>
                  <a:cubicBezTo>
                    <a:pt x="111" y="79"/>
                    <a:pt x="111" y="64"/>
                    <a:pt x="95" y="48"/>
                  </a:cubicBez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3" name="Google Shape;1963;p38"/>
            <p:cNvSpPr/>
            <p:nvPr/>
          </p:nvSpPr>
          <p:spPr>
            <a:xfrm>
              <a:off x="3429034" y="1808290"/>
              <a:ext cx="4580" cy="5534"/>
            </a:xfrm>
            <a:custGeom>
              <a:avLst/>
              <a:gdLst/>
              <a:ahLst/>
              <a:cxnLst/>
              <a:rect l="l" t="t" r="r" b="b"/>
              <a:pathLst>
                <a:path w="144" h="174" extrusionOk="0">
                  <a:moveTo>
                    <a:pt x="127" y="1"/>
                  </a:moveTo>
                  <a:lnTo>
                    <a:pt x="112" y="1"/>
                  </a:lnTo>
                  <a:cubicBezTo>
                    <a:pt x="95" y="1"/>
                    <a:pt x="95" y="16"/>
                    <a:pt x="80" y="32"/>
                  </a:cubicBezTo>
                  <a:lnTo>
                    <a:pt x="80" y="64"/>
                  </a:lnTo>
                  <a:lnTo>
                    <a:pt x="95" y="79"/>
                  </a:lnTo>
                  <a:cubicBezTo>
                    <a:pt x="112" y="79"/>
                    <a:pt x="112" y="111"/>
                    <a:pt x="95" y="127"/>
                  </a:cubicBezTo>
                  <a:lnTo>
                    <a:pt x="80" y="142"/>
                  </a:lnTo>
                  <a:cubicBezTo>
                    <a:pt x="64" y="142"/>
                    <a:pt x="64" y="142"/>
                    <a:pt x="49" y="127"/>
                  </a:cubicBezTo>
                  <a:lnTo>
                    <a:pt x="17" y="111"/>
                  </a:lnTo>
                  <a:lnTo>
                    <a:pt x="17" y="111"/>
                  </a:lnTo>
                  <a:cubicBezTo>
                    <a:pt x="1" y="127"/>
                    <a:pt x="1" y="142"/>
                    <a:pt x="1" y="159"/>
                  </a:cubicBezTo>
                  <a:cubicBezTo>
                    <a:pt x="17" y="174"/>
                    <a:pt x="32" y="174"/>
                    <a:pt x="32" y="174"/>
                  </a:cubicBezTo>
                  <a:lnTo>
                    <a:pt x="49" y="174"/>
                  </a:lnTo>
                  <a:lnTo>
                    <a:pt x="112" y="142"/>
                  </a:lnTo>
                  <a:cubicBezTo>
                    <a:pt x="127" y="142"/>
                    <a:pt x="127" y="142"/>
                    <a:pt x="143" y="127"/>
                  </a:cubicBezTo>
                  <a:lnTo>
                    <a:pt x="143" y="64"/>
                  </a:lnTo>
                  <a:lnTo>
                    <a:pt x="143" y="48"/>
                  </a:lnTo>
                  <a:cubicBezTo>
                    <a:pt x="127" y="32"/>
                    <a:pt x="127" y="16"/>
                    <a:pt x="143" y="16"/>
                  </a:cubicBez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4" name="Google Shape;1964;p38"/>
            <p:cNvSpPr/>
            <p:nvPr/>
          </p:nvSpPr>
          <p:spPr>
            <a:xfrm>
              <a:off x="3084823" y="1788731"/>
              <a:ext cx="4516" cy="2576"/>
            </a:xfrm>
            <a:custGeom>
              <a:avLst/>
              <a:gdLst/>
              <a:ahLst/>
              <a:cxnLst/>
              <a:rect l="l" t="t" r="r" b="b"/>
              <a:pathLst>
                <a:path w="142" h="81" extrusionOk="0">
                  <a:moveTo>
                    <a:pt x="32" y="1"/>
                  </a:moveTo>
                  <a:lnTo>
                    <a:pt x="32" y="1"/>
                  </a:lnTo>
                  <a:lnTo>
                    <a:pt x="15" y="1"/>
                  </a:lnTo>
                  <a:lnTo>
                    <a:pt x="15" y="1"/>
                  </a:lnTo>
                  <a:lnTo>
                    <a:pt x="15" y="17"/>
                  </a:lnTo>
                  <a:cubicBezTo>
                    <a:pt x="15" y="17"/>
                    <a:pt x="15" y="32"/>
                    <a:pt x="0" y="49"/>
                  </a:cubicBezTo>
                  <a:lnTo>
                    <a:pt x="15" y="64"/>
                  </a:lnTo>
                  <a:cubicBezTo>
                    <a:pt x="15" y="64"/>
                    <a:pt x="15" y="80"/>
                    <a:pt x="32" y="80"/>
                  </a:cubicBezTo>
                  <a:lnTo>
                    <a:pt x="47" y="80"/>
                  </a:lnTo>
                  <a:lnTo>
                    <a:pt x="47" y="80"/>
                  </a:lnTo>
                  <a:lnTo>
                    <a:pt x="110" y="64"/>
                  </a:lnTo>
                  <a:lnTo>
                    <a:pt x="110" y="64"/>
                  </a:lnTo>
                  <a:cubicBezTo>
                    <a:pt x="126" y="64"/>
                    <a:pt x="141" y="49"/>
                    <a:pt x="126" y="32"/>
                  </a:cubicBezTo>
                  <a:cubicBezTo>
                    <a:pt x="126" y="17"/>
                    <a:pt x="110" y="1"/>
                    <a:pt x="95" y="1"/>
                  </a:cubicBezTo>
                  <a:lnTo>
                    <a:pt x="95" y="1"/>
                  </a:lnTo>
                  <a:lnTo>
                    <a:pt x="95"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5" name="Google Shape;1965;p38"/>
            <p:cNvSpPr/>
            <p:nvPr/>
          </p:nvSpPr>
          <p:spPr>
            <a:xfrm>
              <a:off x="3115354" y="1812329"/>
              <a:ext cx="3562" cy="5025"/>
            </a:xfrm>
            <a:custGeom>
              <a:avLst/>
              <a:gdLst/>
              <a:ahLst/>
              <a:cxnLst/>
              <a:rect l="l" t="t" r="r" b="b"/>
              <a:pathLst>
                <a:path w="112" h="158" extrusionOk="0">
                  <a:moveTo>
                    <a:pt x="32" y="0"/>
                  </a:moveTo>
                  <a:lnTo>
                    <a:pt x="32" y="0"/>
                  </a:lnTo>
                  <a:cubicBezTo>
                    <a:pt x="17" y="0"/>
                    <a:pt x="17" y="0"/>
                    <a:pt x="1" y="15"/>
                  </a:cubicBezTo>
                  <a:lnTo>
                    <a:pt x="1" y="15"/>
                  </a:lnTo>
                  <a:lnTo>
                    <a:pt x="17" y="15"/>
                  </a:lnTo>
                  <a:lnTo>
                    <a:pt x="17" y="15"/>
                  </a:lnTo>
                  <a:lnTo>
                    <a:pt x="49" y="15"/>
                  </a:lnTo>
                  <a:lnTo>
                    <a:pt x="64" y="15"/>
                  </a:lnTo>
                  <a:cubicBezTo>
                    <a:pt x="95" y="15"/>
                    <a:pt x="95" y="32"/>
                    <a:pt x="95" y="47"/>
                  </a:cubicBezTo>
                  <a:cubicBezTo>
                    <a:pt x="95" y="63"/>
                    <a:pt x="80" y="78"/>
                    <a:pt x="64" y="78"/>
                  </a:cubicBezTo>
                  <a:lnTo>
                    <a:pt x="64" y="78"/>
                  </a:lnTo>
                  <a:cubicBezTo>
                    <a:pt x="64" y="95"/>
                    <a:pt x="49" y="110"/>
                    <a:pt x="32" y="126"/>
                  </a:cubicBezTo>
                  <a:lnTo>
                    <a:pt x="17" y="126"/>
                  </a:lnTo>
                  <a:cubicBezTo>
                    <a:pt x="17" y="141"/>
                    <a:pt x="32" y="158"/>
                    <a:pt x="49" y="158"/>
                  </a:cubicBezTo>
                  <a:lnTo>
                    <a:pt x="64" y="158"/>
                  </a:lnTo>
                  <a:cubicBezTo>
                    <a:pt x="80" y="158"/>
                    <a:pt x="80" y="141"/>
                    <a:pt x="95" y="126"/>
                  </a:cubicBezTo>
                  <a:lnTo>
                    <a:pt x="95" y="110"/>
                  </a:lnTo>
                  <a:lnTo>
                    <a:pt x="95" y="110"/>
                  </a:lnTo>
                  <a:cubicBezTo>
                    <a:pt x="95" y="95"/>
                    <a:pt x="112" y="78"/>
                    <a:pt x="112" y="47"/>
                  </a:cubicBezTo>
                  <a:lnTo>
                    <a:pt x="112" y="47"/>
                  </a:lnTo>
                  <a:cubicBezTo>
                    <a:pt x="95" y="32"/>
                    <a:pt x="80" y="15"/>
                    <a:pt x="64" y="15"/>
                  </a:cubicBez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6" name="Google Shape;1966;p38"/>
            <p:cNvSpPr/>
            <p:nvPr/>
          </p:nvSpPr>
          <p:spPr>
            <a:xfrm>
              <a:off x="3025159" y="1791752"/>
              <a:ext cx="6042" cy="1558"/>
            </a:xfrm>
            <a:custGeom>
              <a:avLst/>
              <a:gdLst/>
              <a:ahLst/>
              <a:cxnLst/>
              <a:rect l="l" t="t" r="r" b="b"/>
              <a:pathLst>
                <a:path w="190" h="49" extrusionOk="0">
                  <a:moveTo>
                    <a:pt x="190" y="0"/>
                  </a:moveTo>
                  <a:cubicBezTo>
                    <a:pt x="127" y="0"/>
                    <a:pt x="64" y="17"/>
                    <a:pt x="1" y="17"/>
                  </a:cubicBezTo>
                  <a:lnTo>
                    <a:pt x="1" y="17"/>
                  </a:lnTo>
                  <a:cubicBezTo>
                    <a:pt x="1" y="32"/>
                    <a:pt x="17" y="48"/>
                    <a:pt x="32" y="48"/>
                  </a:cubicBezTo>
                  <a:lnTo>
                    <a:pt x="32" y="48"/>
                  </a:lnTo>
                  <a:lnTo>
                    <a:pt x="32" y="48"/>
                  </a:lnTo>
                  <a:lnTo>
                    <a:pt x="158" y="17"/>
                  </a:lnTo>
                  <a:cubicBezTo>
                    <a:pt x="175" y="17"/>
                    <a:pt x="190" y="17"/>
                    <a:pt x="19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7" name="Google Shape;1967;p38"/>
            <p:cNvSpPr/>
            <p:nvPr/>
          </p:nvSpPr>
          <p:spPr>
            <a:xfrm>
              <a:off x="3172474" y="1831825"/>
              <a:ext cx="3562" cy="3053"/>
            </a:xfrm>
            <a:custGeom>
              <a:avLst/>
              <a:gdLst/>
              <a:ahLst/>
              <a:cxnLst/>
              <a:rect l="l" t="t" r="r" b="b"/>
              <a:pathLst>
                <a:path w="112" h="96" extrusionOk="0">
                  <a:moveTo>
                    <a:pt x="32" y="1"/>
                  </a:moveTo>
                  <a:lnTo>
                    <a:pt x="17" y="1"/>
                  </a:lnTo>
                  <a:lnTo>
                    <a:pt x="17" y="1"/>
                  </a:lnTo>
                  <a:cubicBezTo>
                    <a:pt x="17" y="17"/>
                    <a:pt x="17" y="32"/>
                    <a:pt x="1" y="32"/>
                  </a:cubicBezTo>
                  <a:lnTo>
                    <a:pt x="1" y="49"/>
                  </a:lnTo>
                  <a:lnTo>
                    <a:pt x="17" y="64"/>
                  </a:lnTo>
                  <a:lnTo>
                    <a:pt x="64" y="80"/>
                  </a:lnTo>
                  <a:cubicBezTo>
                    <a:pt x="64" y="95"/>
                    <a:pt x="64" y="95"/>
                    <a:pt x="80" y="95"/>
                  </a:cubicBezTo>
                  <a:cubicBezTo>
                    <a:pt x="95" y="95"/>
                    <a:pt x="95" y="80"/>
                    <a:pt x="112" y="64"/>
                  </a:cubicBezTo>
                  <a:lnTo>
                    <a:pt x="112" y="64"/>
                  </a:lnTo>
                  <a:lnTo>
                    <a:pt x="112" y="32"/>
                  </a:lnTo>
                  <a:lnTo>
                    <a:pt x="95" y="32"/>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8" name="Google Shape;1968;p38"/>
            <p:cNvSpPr/>
            <p:nvPr/>
          </p:nvSpPr>
          <p:spPr>
            <a:xfrm>
              <a:off x="3316799" y="1815319"/>
              <a:ext cx="3021" cy="4516"/>
            </a:xfrm>
            <a:custGeom>
              <a:avLst/>
              <a:gdLst/>
              <a:ahLst/>
              <a:cxnLst/>
              <a:rect l="l" t="t" r="r" b="b"/>
              <a:pathLst>
                <a:path w="95" h="142" extrusionOk="0">
                  <a:moveTo>
                    <a:pt x="32" y="1"/>
                  </a:moveTo>
                  <a:lnTo>
                    <a:pt x="32" y="16"/>
                  </a:lnTo>
                  <a:lnTo>
                    <a:pt x="0" y="16"/>
                  </a:lnTo>
                  <a:lnTo>
                    <a:pt x="0" y="64"/>
                  </a:lnTo>
                  <a:lnTo>
                    <a:pt x="17" y="79"/>
                  </a:lnTo>
                  <a:lnTo>
                    <a:pt x="17" y="79"/>
                  </a:lnTo>
                  <a:lnTo>
                    <a:pt x="17" y="79"/>
                  </a:lnTo>
                  <a:lnTo>
                    <a:pt x="17" y="79"/>
                  </a:lnTo>
                  <a:lnTo>
                    <a:pt x="17" y="95"/>
                  </a:lnTo>
                  <a:cubicBezTo>
                    <a:pt x="0" y="110"/>
                    <a:pt x="17" y="127"/>
                    <a:pt x="32" y="142"/>
                  </a:cubicBezTo>
                  <a:lnTo>
                    <a:pt x="32" y="142"/>
                  </a:lnTo>
                  <a:lnTo>
                    <a:pt x="48" y="142"/>
                  </a:lnTo>
                  <a:lnTo>
                    <a:pt x="64" y="142"/>
                  </a:lnTo>
                  <a:cubicBezTo>
                    <a:pt x="48" y="127"/>
                    <a:pt x="48" y="127"/>
                    <a:pt x="48" y="110"/>
                  </a:cubicBezTo>
                  <a:cubicBezTo>
                    <a:pt x="48" y="95"/>
                    <a:pt x="64" y="79"/>
                    <a:pt x="80" y="79"/>
                  </a:cubicBezTo>
                  <a:lnTo>
                    <a:pt x="80" y="79"/>
                  </a:lnTo>
                  <a:lnTo>
                    <a:pt x="95" y="79"/>
                  </a:lnTo>
                  <a:cubicBezTo>
                    <a:pt x="95" y="64"/>
                    <a:pt x="80" y="47"/>
                    <a:pt x="80" y="47"/>
                  </a:cubicBezTo>
                  <a:lnTo>
                    <a:pt x="80" y="47"/>
                  </a:lnTo>
                  <a:lnTo>
                    <a:pt x="48" y="16"/>
                  </a:lnTo>
                  <a:lnTo>
                    <a:pt x="3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9" name="Google Shape;1969;p38"/>
            <p:cNvSpPr/>
            <p:nvPr/>
          </p:nvSpPr>
          <p:spPr>
            <a:xfrm>
              <a:off x="3453109" y="1803297"/>
              <a:ext cx="4548" cy="3530"/>
            </a:xfrm>
            <a:custGeom>
              <a:avLst/>
              <a:gdLst/>
              <a:ahLst/>
              <a:cxnLst/>
              <a:rect l="l" t="t" r="r" b="b"/>
              <a:pathLst>
                <a:path w="143" h="111" extrusionOk="0">
                  <a:moveTo>
                    <a:pt x="111" y="0"/>
                  </a:moveTo>
                  <a:lnTo>
                    <a:pt x="111" y="0"/>
                  </a:lnTo>
                  <a:lnTo>
                    <a:pt x="111" y="0"/>
                  </a:lnTo>
                  <a:lnTo>
                    <a:pt x="95" y="0"/>
                  </a:lnTo>
                  <a:lnTo>
                    <a:pt x="63" y="0"/>
                  </a:lnTo>
                  <a:cubicBezTo>
                    <a:pt x="48" y="0"/>
                    <a:pt x="32" y="16"/>
                    <a:pt x="32" y="47"/>
                  </a:cubicBezTo>
                  <a:lnTo>
                    <a:pt x="16" y="47"/>
                  </a:lnTo>
                  <a:cubicBezTo>
                    <a:pt x="0" y="63"/>
                    <a:pt x="0" y="79"/>
                    <a:pt x="16" y="95"/>
                  </a:cubicBezTo>
                  <a:cubicBezTo>
                    <a:pt x="16" y="110"/>
                    <a:pt x="32" y="110"/>
                    <a:pt x="32" y="110"/>
                  </a:cubicBezTo>
                  <a:lnTo>
                    <a:pt x="48" y="110"/>
                  </a:lnTo>
                  <a:lnTo>
                    <a:pt x="126" y="63"/>
                  </a:lnTo>
                  <a:lnTo>
                    <a:pt x="126" y="63"/>
                  </a:lnTo>
                  <a:cubicBezTo>
                    <a:pt x="142" y="63"/>
                    <a:pt x="142" y="47"/>
                    <a:pt x="142" y="32"/>
                  </a:cubicBezTo>
                  <a:lnTo>
                    <a:pt x="142" y="32"/>
                  </a:lnTo>
                  <a:lnTo>
                    <a:pt x="142" y="16"/>
                  </a:lnTo>
                  <a:cubicBezTo>
                    <a:pt x="142" y="16"/>
                    <a:pt x="142" y="0"/>
                    <a:pt x="126" y="0"/>
                  </a:cubicBez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0" name="Google Shape;1970;p38"/>
            <p:cNvSpPr/>
            <p:nvPr/>
          </p:nvSpPr>
          <p:spPr>
            <a:xfrm>
              <a:off x="3295268" y="1818817"/>
              <a:ext cx="2512" cy="4548"/>
            </a:xfrm>
            <a:custGeom>
              <a:avLst/>
              <a:gdLst/>
              <a:ahLst/>
              <a:cxnLst/>
              <a:rect l="l" t="t" r="r" b="b"/>
              <a:pathLst>
                <a:path w="79" h="143" extrusionOk="0">
                  <a:moveTo>
                    <a:pt x="47" y="0"/>
                  </a:moveTo>
                  <a:lnTo>
                    <a:pt x="47" y="0"/>
                  </a:lnTo>
                  <a:cubicBezTo>
                    <a:pt x="32" y="0"/>
                    <a:pt x="32" y="17"/>
                    <a:pt x="32" y="17"/>
                  </a:cubicBezTo>
                  <a:cubicBezTo>
                    <a:pt x="16" y="17"/>
                    <a:pt x="16" y="17"/>
                    <a:pt x="16" y="32"/>
                  </a:cubicBezTo>
                  <a:lnTo>
                    <a:pt x="1" y="80"/>
                  </a:lnTo>
                  <a:lnTo>
                    <a:pt x="1" y="95"/>
                  </a:lnTo>
                  <a:cubicBezTo>
                    <a:pt x="1" y="111"/>
                    <a:pt x="1" y="126"/>
                    <a:pt x="16" y="143"/>
                  </a:cubicBezTo>
                  <a:lnTo>
                    <a:pt x="32" y="143"/>
                  </a:lnTo>
                  <a:cubicBezTo>
                    <a:pt x="47" y="143"/>
                    <a:pt x="47" y="126"/>
                    <a:pt x="64" y="126"/>
                  </a:cubicBezTo>
                  <a:lnTo>
                    <a:pt x="64" y="111"/>
                  </a:lnTo>
                  <a:lnTo>
                    <a:pt x="79" y="63"/>
                  </a:lnTo>
                  <a:lnTo>
                    <a:pt x="79" y="48"/>
                  </a:lnTo>
                  <a:lnTo>
                    <a:pt x="79"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1" name="Google Shape;1971;p38"/>
            <p:cNvSpPr/>
            <p:nvPr/>
          </p:nvSpPr>
          <p:spPr>
            <a:xfrm>
              <a:off x="3429034" y="1803297"/>
              <a:ext cx="3562" cy="5025"/>
            </a:xfrm>
            <a:custGeom>
              <a:avLst/>
              <a:gdLst/>
              <a:ahLst/>
              <a:cxnLst/>
              <a:rect l="l" t="t" r="r" b="b"/>
              <a:pathLst>
                <a:path w="112" h="158" extrusionOk="0">
                  <a:moveTo>
                    <a:pt x="80" y="0"/>
                  </a:moveTo>
                  <a:lnTo>
                    <a:pt x="64" y="0"/>
                  </a:lnTo>
                  <a:lnTo>
                    <a:pt x="49" y="0"/>
                  </a:lnTo>
                  <a:cubicBezTo>
                    <a:pt x="32" y="16"/>
                    <a:pt x="17" y="32"/>
                    <a:pt x="1" y="63"/>
                  </a:cubicBezTo>
                  <a:lnTo>
                    <a:pt x="1" y="79"/>
                  </a:lnTo>
                  <a:cubicBezTo>
                    <a:pt x="1" y="95"/>
                    <a:pt x="17" y="126"/>
                    <a:pt x="32" y="142"/>
                  </a:cubicBezTo>
                  <a:lnTo>
                    <a:pt x="32" y="158"/>
                  </a:lnTo>
                  <a:lnTo>
                    <a:pt x="64" y="158"/>
                  </a:lnTo>
                  <a:cubicBezTo>
                    <a:pt x="64" y="158"/>
                    <a:pt x="80" y="158"/>
                    <a:pt x="80" y="142"/>
                  </a:cubicBezTo>
                  <a:lnTo>
                    <a:pt x="80" y="142"/>
                  </a:lnTo>
                  <a:lnTo>
                    <a:pt x="80" y="126"/>
                  </a:lnTo>
                  <a:lnTo>
                    <a:pt x="80" y="110"/>
                  </a:lnTo>
                  <a:lnTo>
                    <a:pt x="80" y="95"/>
                  </a:lnTo>
                  <a:cubicBezTo>
                    <a:pt x="64" y="95"/>
                    <a:pt x="64" y="79"/>
                    <a:pt x="64" y="79"/>
                  </a:cubicBezTo>
                  <a:cubicBezTo>
                    <a:pt x="64" y="79"/>
                    <a:pt x="80" y="63"/>
                    <a:pt x="95" y="63"/>
                  </a:cubicBezTo>
                  <a:lnTo>
                    <a:pt x="95" y="47"/>
                  </a:lnTo>
                  <a:cubicBezTo>
                    <a:pt x="112" y="47"/>
                    <a:pt x="112" y="32"/>
                    <a:pt x="95" y="16"/>
                  </a:cubicBez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2" name="Google Shape;1972;p38"/>
            <p:cNvSpPr/>
            <p:nvPr/>
          </p:nvSpPr>
          <p:spPr>
            <a:xfrm>
              <a:off x="3230611" y="1802279"/>
              <a:ext cx="4039" cy="3530"/>
            </a:xfrm>
            <a:custGeom>
              <a:avLst/>
              <a:gdLst/>
              <a:ahLst/>
              <a:cxnLst/>
              <a:rect l="l" t="t" r="r" b="b"/>
              <a:pathLst>
                <a:path w="127" h="111" extrusionOk="0">
                  <a:moveTo>
                    <a:pt x="95" y="1"/>
                  </a:moveTo>
                  <a:lnTo>
                    <a:pt x="80" y="1"/>
                  </a:lnTo>
                  <a:lnTo>
                    <a:pt x="64" y="16"/>
                  </a:lnTo>
                  <a:lnTo>
                    <a:pt x="32" y="32"/>
                  </a:lnTo>
                  <a:lnTo>
                    <a:pt x="17" y="48"/>
                  </a:lnTo>
                  <a:cubicBezTo>
                    <a:pt x="17" y="64"/>
                    <a:pt x="1" y="79"/>
                    <a:pt x="17" y="95"/>
                  </a:cubicBezTo>
                  <a:lnTo>
                    <a:pt x="32" y="95"/>
                  </a:lnTo>
                  <a:cubicBezTo>
                    <a:pt x="32" y="111"/>
                    <a:pt x="32" y="111"/>
                    <a:pt x="48" y="111"/>
                  </a:cubicBezTo>
                  <a:cubicBezTo>
                    <a:pt x="48" y="111"/>
                    <a:pt x="64" y="111"/>
                    <a:pt x="64" y="95"/>
                  </a:cubicBezTo>
                  <a:lnTo>
                    <a:pt x="111" y="64"/>
                  </a:lnTo>
                  <a:cubicBezTo>
                    <a:pt x="127" y="48"/>
                    <a:pt x="127" y="32"/>
                    <a:pt x="111" y="16"/>
                  </a:cubicBezTo>
                  <a:cubicBezTo>
                    <a:pt x="111" y="1"/>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3" name="Google Shape;1973;p38"/>
            <p:cNvSpPr/>
            <p:nvPr/>
          </p:nvSpPr>
          <p:spPr>
            <a:xfrm>
              <a:off x="3169007" y="1830839"/>
              <a:ext cx="4039" cy="4039"/>
            </a:xfrm>
            <a:custGeom>
              <a:avLst/>
              <a:gdLst/>
              <a:ahLst/>
              <a:cxnLst/>
              <a:rect l="l" t="t" r="r" b="b"/>
              <a:pathLst>
                <a:path w="127" h="127" extrusionOk="0">
                  <a:moveTo>
                    <a:pt x="95" y="0"/>
                  </a:moveTo>
                  <a:cubicBezTo>
                    <a:pt x="78" y="0"/>
                    <a:pt x="78" y="0"/>
                    <a:pt x="78" y="17"/>
                  </a:cubicBezTo>
                  <a:lnTo>
                    <a:pt x="63" y="17"/>
                  </a:lnTo>
                  <a:lnTo>
                    <a:pt x="15" y="63"/>
                  </a:lnTo>
                  <a:cubicBezTo>
                    <a:pt x="0" y="80"/>
                    <a:pt x="0" y="95"/>
                    <a:pt x="15" y="111"/>
                  </a:cubicBezTo>
                  <a:cubicBezTo>
                    <a:pt x="32" y="111"/>
                    <a:pt x="32" y="126"/>
                    <a:pt x="47" y="126"/>
                  </a:cubicBezTo>
                  <a:lnTo>
                    <a:pt x="63" y="111"/>
                  </a:lnTo>
                  <a:lnTo>
                    <a:pt x="110" y="80"/>
                  </a:lnTo>
                  <a:lnTo>
                    <a:pt x="110" y="63"/>
                  </a:lnTo>
                  <a:cubicBezTo>
                    <a:pt x="126" y="63"/>
                    <a:pt x="126" y="48"/>
                    <a:pt x="126" y="32"/>
                  </a:cubicBez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4" name="Google Shape;1974;p38"/>
            <p:cNvSpPr/>
            <p:nvPr/>
          </p:nvSpPr>
          <p:spPr>
            <a:xfrm>
              <a:off x="3227590" y="1787268"/>
              <a:ext cx="4071" cy="5502"/>
            </a:xfrm>
            <a:custGeom>
              <a:avLst/>
              <a:gdLst/>
              <a:ahLst/>
              <a:cxnLst/>
              <a:rect l="l" t="t" r="r" b="b"/>
              <a:pathLst>
                <a:path w="128" h="173" extrusionOk="0">
                  <a:moveTo>
                    <a:pt x="49" y="0"/>
                  </a:moveTo>
                  <a:lnTo>
                    <a:pt x="32" y="0"/>
                  </a:lnTo>
                  <a:lnTo>
                    <a:pt x="32" y="0"/>
                  </a:lnTo>
                  <a:cubicBezTo>
                    <a:pt x="1" y="0"/>
                    <a:pt x="1" y="32"/>
                    <a:pt x="17" y="47"/>
                  </a:cubicBezTo>
                  <a:lnTo>
                    <a:pt x="17" y="63"/>
                  </a:lnTo>
                  <a:lnTo>
                    <a:pt x="64" y="141"/>
                  </a:lnTo>
                  <a:cubicBezTo>
                    <a:pt x="64" y="158"/>
                    <a:pt x="64" y="158"/>
                    <a:pt x="80" y="158"/>
                  </a:cubicBezTo>
                  <a:cubicBezTo>
                    <a:pt x="80" y="158"/>
                    <a:pt x="80" y="173"/>
                    <a:pt x="96" y="173"/>
                  </a:cubicBezTo>
                  <a:cubicBezTo>
                    <a:pt x="96" y="173"/>
                    <a:pt x="96" y="158"/>
                    <a:pt x="112" y="158"/>
                  </a:cubicBezTo>
                  <a:cubicBezTo>
                    <a:pt x="127" y="158"/>
                    <a:pt x="127" y="141"/>
                    <a:pt x="127" y="110"/>
                  </a:cubicBezTo>
                  <a:lnTo>
                    <a:pt x="64" y="15"/>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5" name="Google Shape;1975;p38"/>
            <p:cNvSpPr/>
            <p:nvPr/>
          </p:nvSpPr>
          <p:spPr>
            <a:xfrm>
              <a:off x="3330824" y="1789272"/>
              <a:ext cx="11576" cy="5025"/>
            </a:xfrm>
            <a:custGeom>
              <a:avLst/>
              <a:gdLst/>
              <a:ahLst/>
              <a:cxnLst/>
              <a:rect l="l" t="t" r="r" b="b"/>
              <a:pathLst>
                <a:path w="364" h="158" extrusionOk="0">
                  <a:moveTo>
                    <a:pt x="49" y="63"/>
                  </a:moveTo>
                  <a:cubicBezTo>
                    <a:pt x="32" y="63"/>
                    <a:pt x="17" y="78"/>
                    <a:pt x="17" y="95"/>
                  </a:cubicBezTo>
                  <a:cubicBezTo>
                    <a:pt x="1" y="110"/>
                    <a:pt x="17" y="126"/>
                    <a:pt x="32" y="126"/>
                  </a:cubicBezTo>
                  <a:lnTo>
                    <a:pt x="127" y="141"/>
                  </a:lnTo>
                  <a:lnTo>
                    <a:pt x="127" y="141"/>
                  </a:lnTo>
                  <a:lnTo>
                    <a:pt x="143" y="126"/>
                  </a:lnTo>
                  <a:lnTo>
                    <a:pt x="158" y="126"/>
                  </a:lnTo>
                  <a:lnTo>
                    <a:pt x="158" y="126"/>
                  </a:lnTo>
                  <a:lnTo>
                    <a:pt x="190" y="126"/>
                  </a:lnTo>
                  <a:lnTo>
                    <a:pt x="206" y="126"/>
                  </a:lnTo>
                  <a:lnTo>
                    <a:pt x="206" y="126"/>
                  </a:lnTo>
                  <a:cubicBezTo>
                    <a:pt x="190" y="110"/>
                    <a:pt x="190" y="95"/>
                    <a:pt x="206" y="78"/>
                  </a:cubicBezTo>
                  <a:lnTo>
                    <a:pt x="206" y="78"/>
                  </a:lnTo>
                  <a:lnTo>
                    <a:pt x="112" y="63"/>
                  </a:lnTo>
                  <a:lnTo>
                    <a:pt x="49" y="63"/>
                  </a:lnTo>
                  <a:lnTo>
                    <a:pt x="49" y="63"/>
                  </a:lnTo>
                  <a:close/>
                  <a:moveTo>
                    <a:pt x="316" y="0"/>
                  </a:moveTo>
                  <a:lnTo>
                    <a:pt x="316" y="0"/>
                  </a:lnTo>
                  <a:cubicBezTo>
                    <a:pt x="301" y="0"/>
                    <a:pt x="284" y="0"/>
                    <a:pt x="284" y="15"/>
                  </a:cubicBezTo>
                  <a:lnTo>
                    <a:pt x="284" y="15"/>
                  </a:lnTo>
                  <a:lnTo>
                    <a:pt x="301" y="32"/>
                  </a:lnTo>
                  <a:cubicBezTo>
                    <a:pt x="316" y="47"/>
                    <a:pt x="316" y="63"/>
                    <a:pt x="301" y="78"/>
                  </a:cubicBezTo>
                  <a:lnTo>
                    <a:pt x="253" y="126"/>
                  </a:lnTo>
                  <a:lnTo>
                    <a:pt x="238" y="141"/>
                  </a:lnTo>
                  <a:cubicBezTo>
                    <a:pt x="253" y="141"/>
                    <a:pt x="253" y="141"/>
                    <a:pt x="269" y="158"/>
                  </a:cubicBezTo>
                  <a:lnTo>
                    <a:pt x="269" y="158"/>
                  </a:lnTo>
                  <a:lnTo>
                    <a:pt x="269" y="158"/>
                  </a:lnTo>
                  <a:cubicBezTo>
                    <a:pt x="284" y="158"/>
                    <a:pt x="301" y="141"/>
                    <a:pt x="301" y="141"/>
                  </a:cubicBezTo>
                  <a:lnTo>
                    <a:pt x="347" y="63"/>
                  </a:lnTo>
                  <a:lnTo>
                    <a:pt x="347" y="47"/>
                  </a:lnTo>
                  <a:cubicBezTo>
                    <a:pt x="364" y="32"/>
                    <a:pt x="347" y="0"/>
                    <a:pt x="332" y="0"/>
                  </a:cubicBezTo>
                  <a:lnTo>
                    <a:pt x="3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6" name="Google Shape;1976;p38"/>
            <p:cNvSpPr/>
            <p:nvPr/>
          </p:nvSpPr>
          <p:spPr>
            <a:xfrm>
              <a:off x="3024682" y="1805778"/>
              <a:ext cx="3530" cy="4039"/>
            </a:xfrm>
            <a:custGeom>
              <a:avLst/>
              <a:gdLst/>
              <a:ahLst/>
              <a:cxnLst/>
              <a:rect l="l" t="t" r="r" b="b"/>
              <a:pathLst>
                <a:path w="111" h="127" extrusionOk="0">
                  <a:moveTo>
                    <a:pt x="64" y="80"/>
                  </a:moveTo>
                  <a:lnTo>
                    <a:pt x="64" y="80"/>
                  </a:lnTo>
                  <a:lnTo>
                    <a:pt x="64" y="80"/>
                  </a:lnTo>
                  <a:close/>
                  <a:moveTo>
                    <a:pt x="47" y="1"/>
                  </a:moveTo>
                  <a:lnTo>
                    <a:pt x="47" y="1"/>
                  </a:lnTo>
                  <a:lnTo>
                    <a:pt x="47" y="1"/>
                  </a:lnTo>
                  <a:lnTo>
                    <a:pt x="32" y="17"/>
                  </a:lnTo>
                  <a:cubicBezTo>
                    <a:pt x="16" y="17"/>
                    <a:pt x="16" y="17"/>
                    <a:pt x="16" y="32"/>
                  </a:cubicBezTo>
                  <a:lnTo>
                    <a:pt x="16" y="48"/>
                  </a:lnTo>
                  <a:lnTo>
                    <a:pt x="1" y="64"/>
                  </a:lnTo>
                  <a:lnTo>
                    <a:pt x="1" y="95"/>
                  </a:lnTo>
                  <a:cubicBezTo>
                    <a:pt x="1" y="111"/>
                    <a:pt x="16" y="127"/>
                    <a:pt x="32" y="127"/>
                  </a:cubicBezTo>
                  <a:lnTo>
                    <a:pt x="47" y="127"/>
                  </a:lnTo>
                  <a:cubicBezTo>
                    <a:pt x="47" y="111"/>
                    <a:pt x="64" y="111"/>
                    <a:pt x="64" y="111"/>
                  </a:cubicBezTo>
                  <a:cubicBezTo>
                    <a:pt x="79" y="95"/>
                    <a:pt x="95" y="95"/>
                    <a:pt x="95" y="64"/>
                  </a:cubicBezTo>
                  <a:cubicBezTo>
                    <a:pt x="110" y="32"/>
                    <a:pt x="79" y="17"/>
                    <a:pt x="79" y="17"/>
                  </a:cubicBezTo>
                  <a:cubicBezTo>
                    <a:pt x="64" y="17"/>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7" name="Google Shape;1977;p38"/>
            <p:cNvSpPr/>
            <p:nvPr/>
          </p:nvSpPr>
          <p:spPr>
            <a:xfrm>
              <a:off x="3026686" y="180829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8" name="Google Shape;1978;p38"/>
            <p:cNvSpPr/>
            <p:nvPr/>
          </p:nvSpPr>
          <p:spPr>
            <a:xfrm>
              <a:off x="3030693" y="1804283"/>
              <a:ext cx="3053" cy="3530"/>
            </a:xfrm>
            <a:custGeom>
              <a:avLst/>
              <a:gdLst/>
              <a:ahLst/>
              <a:cxnLst/>
              <a:rect l="l" t="t" r="r" b="b"/>
              <a:pathLst>
                <a:path w="96" h="111" extrusionOk="0">
                  <a:moveTo>
                    <a:pt x="64" y="1"/>
                  </a:moveTo>
                  <a:lnTo>
                    <a:pt x="64" y="1"/>
                  </a:lnTo>
                  <a:cubicBezTo>
                    <a:pt x="64" y="1"/>
                    <a:pt x="47" y="1"/>
                    <a:pt x="47" y="16"/>
                  </a:cubicBezTo>
                  <a:lnTo>
                    <a:pt x="16" y="32"/>
                  </a:lnTo>
                  <a:lnTo>
                    <a:pt x="16" y="48"/>
                  </a:lnTo>
                  <a:cubicBezTo>
                    <a:pt x="1" y="64"/>
                    <a:pt x="1" y="79"/>
                    <a:pt x="16" y="95"/>
                  </a:cubicBezTo>
                  <a:lnTo>
                    <a:pt x="32" y="95"/>
                  </a:lnTo>
                  <a:cubicBezTo>
                    <a:pt x="32" y="111"/>
                    <a:pt x="32" y="111"/>
                    <a:pt x="47" y="111"/>
                  </a:cubicBezTo>
                  <a:lnTo>
                    <a:pt x="64" y="95"/>
                  </a:lnTo>
                  <a:lnTo>
                    <a:pt x="79" y="64"/>
                  </a:lnTo>
                  <a:lnTo>
                    <a:pt x="95" y="64"/>
                  </a:lnTo>
                  <a:lnTo>
                    <a:pt x="95" y="32"/>
                  </a:lnTo>
                  <a:lnTo>
                    <a:pt x="95" y="16"/>
                  </a:lnTo>
                  <a:lnTo>
                    <a:pt x="95" y="16"/>
                  </a:ln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9" name="Google Shape;1979;p38"/>
            <p:cNvSpPr/>
            <p:nvPr/>
          </p:nvSpPr>
          <p:spPr>
            <a:xfrm>
              <a:off x="3195532" y="1789272"/>
              <a:ext cx="2576" cy="2512"/>
            </a:xfrm>
            <a:custGeom>
              <a:avLst/>
              <a:gdLst/>
              <a:ahLst/>
              <a:cxnLst/>
              <a:rect l="l" t="t" r="r" b="b"/>
              <a:pathLst>
                <a:path w="81" h="79" extrusionOk="0">
                  <a:moveTo>
                    <a:pt x="17" y="0"/>
                  </a:moveTo>
                  <a:lnTo>
                    <a:pt x="17" y="15"/>
                  </a:lnTo>
                  <a:cubicBezTo>
                    <a:pt x="17" y="32"/>
                    <a:pt x="1" y="32"/>
                    <a:pt x="1" y="32"/>
                  </a:cubicBezTo>
                  <a:cubicBezTo>
                    <a:pt x="1" y="47"/>
                    <a:pt x="1" y="47"/>
                    <a:pt x="17" y="63"/>
                  </a:cubicBezTo>
                  <a:lnTo>
                    <a:pt x="17" y="63"/>
                  </a:lnTo>
                  <a:cubicBezTo>
                    <a:pt x="17" y="63"/>
                    <a:pt x="32" y="63"/>
                    <a:pt x="32" y="78"/>
                  </a:cubicBezTo>
                  <a:cubicBezTo>
                    <a:pt x="32" y="63"/>
                    <a:pt x="49" y="63"/>
                    <a:pt x="49" y="63"/>
                  </a:cubicBezTo>
                  <a:lnTo>
                    <a:pt x="49" y="63"/>
                  </a:lnTo>
                  <a:lnTo>
                    <a:pt x="64" y="63"/>
                  </a:lnTo>
                  <a:lnTo>
                    <a:pt x="64" y="63"/>
                  </a:lnTo>
                  <a:lnTo>
                    <a:pt x="80" y="47"/>
                  </a:lnTo>
                  <a:cubicBezTo>
                    <a:pt x="64" y="32"/>
                    <a:pt x="64" y="32"/>
                    <a:pt x="64"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0" name="Google Shape;1980;p38"/>
            <p:cNvSpPr/>
            <p:nvPr/>
          </p:nvSpPr>
          <p:spPr>
            <a:xfrm>
              <a:off x="3411001" y="1758199"/>
              <a:ext cx="4548" cy="5534"/>
            </a:xfrm>
            <a:custGeom>
              <a:avLst/>
              <a:gdLst/>
              <a:ahLst/>
              <a:cxnLst/>
              <a:rect l="l" t="t" r="r" b="b"/>
              <a:pathLst>
                <a:path w="143" h="174" extrusionOk="0">
                  <a:moveTo>
                    <a:pt x="32" y="0"/>
                  </a:moveTo>
                  <a:lnTo>
                    <a:pt x="32" y="0"/>
                  </a:lnTo>
                  <a:cubicBezTo>
                    <a:pt x="17" y="0"/>
                    <a:pt x="17" y="16"/>
                    <a:pt x="17" y="16"/>
                  </a:cubicBezTo>
                  <a:cubicBezTo>
                    <a:pt x="1" y="32"/>
                    <a:pt x="1" y="47"/>
                    <a:pt x="1" y="63"/>
                  </a:cubicBezTo>
                  <a:cubicBezTo>
                    <a:pt x="17" y="79"/>
                    <a:pt x="32" y="79"/>
                    <a:pt x="32" y="95"/>
                  </a:cubicBezTo>
                  <a:lnTo>
                    <a:pt x="48" y="95"/>
                  </a:lnTo>
                  <a:cubicBezTo>
                    <a:pt x="64" y="110"/>
                    <a:pt x="64" y="110"/>
                    <a:pt x="64" y="126"/>
                  </a:cubicBezTo>
                  <a:cubicBezTo>
                    <a:pt x="64" y="142"/>
                    <a:pt x="48" y="142"/>
                    <a:pt x="64" y="142"/>
                  </a:cubicBezTo>
                  <a:cubicBezTo>
                    <a:pt x="64" y="158"/>
                    <a:pt x="64" y="173"/>
                    <a:pt x="80" y="173"/>
                  </a:cubicBezTo>
                  <a:lnTo>
                    <a:pt x="95" y="173"/>
                  </a:lnTo>
                  <a:cubicBezTo>
                    <a:pt x="111" y="173"/>
                    <a:pt x="111" y="173"/>
                    <a:pt x="127" y="158"/>
                  </a:cubicBezTo>
                  <a:lnTo>
                    <a:pt x="127" y="142"/>
                  </a:lnTo>
                  <a:cubicBezTo>
                    <a:pt x="143" y="79"/>
                    <a:pt x="95" y="63"/>
                    <a:pt x="80" y="32"/>
                  </a:cubicBezTo>
                  <a:cubicBezTo>
                    <a:pt x="80" y="32"/>
                    <a:pt x="64" y="32"/>
                    <a:pt x="64" y="16"/>
                  </a:cubicBezTo>
                  <a:lnTo>
                    <a:pt x="64" y="16"/>
                  </a:lnTo>
                  <a:cubicBezTo>
                    <a:pt x="48"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1" name="Google Shape;1981;p38"/>
            <p:cNvSpPr/>
            <p:nvPr/>
          </p:nvSpPr>
          <p:spPr>
            <a:xfrm>
              <a:off x="3108866" y="1784247"/>
              <a:ext cx="5057" cy="4516"/>
            </a:xfrm>
            <a:custGeom>
              <a:avLst/>
              <a:gdLst/>
              <a:ahLst/>
              <a:cxnLst/>
              <a:rect l="l" t="t" r="r" b="b"/>
              <a:pathLst>
                <a:path w="159" h="142" extrusionOk="0">
                  <a:moveTo>
                    <a:pt x="127" y="1"/>
                  </a:moveTo>
                  <a:lnTo>
                    <a:pt x="127" y="1"/>
                  </a:lnTo>
                  <a:lnTo>
                    <a:pt x="110" y="1"/>
                  </a:lnTo>
                  <a:lnTo>
                    <a:pt x="95" y="1"/>
                  </a:lnTo>
                  <a:cubicBezTo>
                    <a:pt x="64" y="1"/>
                    <a:pt x="32" y="16"/>
                    <a:pt x="16" y="47"/>
                  </a:cubicBezTo>
                  <a:cubicBezTo>
                    <a:pt x="1" y="47"/>
                    <a:pt x="1" y="64"/>
                    <a:pt x="1" y="79"/>
                  </a:cubicBezTo>
                  <a:lnTo>
                    <a:pt x="1" y="127"/>
                  </a:lnTo>
                  <a:cubicBezTo>
                    <a:pt x="1" y="142"/>
                    <a:pt x="16" y="142"/>
                    <a:pt x="32" y="142"/>
                  </a:cubicBezTo>
                  <a:lnTo>
                    <a:pt x="32" y="142"/>
                  </a:lnTo>
                  <a:lnTo>
                    <a:pt x="47" y="142"/>
                  </a:lnTo>
                  <a:cubicBezTo>
                    <a:pt x="64" y="142"/>
                    <a:pt x="64" y="127"/>
                    <a:pt x="64" y="110"/>
                  </a:cubicBezTo>
                  <a:lnTo>
                    <a:pt x="64" y="79"/>
                  </a:lnTo>
                  <a:cubicBezTo>
                    <a:pt x="79" y="79"/>
                    <a:pt x="95" y="79"/>
                    <a:pt x="110" y="64"/>
                  </a:cubicBezTo>
                  <a:lnTo>
                    <a:pt x="127" y="64"/>
                  </a:lnTo>
                  <a:lnTo>
                    <a:pt x="142" y="64"/>
                  </a:lnTo>
                  <a:cubicBezTo>
                    <a:pt x="158" y="47"/>
                    <a:pt x="158" y="47"/>
                    <a:pt x="158" y="32"/>
                  </a:cubicBezTo>
                  <a:cubicBezTo>
                    <a:pt x="158"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2" name="Google Shape;1982;p38"/>
            <p:cNvSpPr/>
            <p:nvPr/>
          </p:nvSpPr>
          <p:spPr>
            <a:xfrm>
              <a:off x="3018162" y="1801771"/>
              <a:ext cx="4039" cy="3562"/>
            </a:xfrm>
            <a:custGeom>
              <a:avLst/>
              <a:gdLst/>
              <a:ahLst/>
              <a:cxnLst/>
              <a:rect l="l" t="t" r="r" b="b"/>
              <a:pathLst>
                <a:path w="127" h="112" extrusionOk="0">
                  <a:moveTo>
                    <a:pt x="48" y="1"/>
                  </a:moveTo>
                  <a:lnTo>
                    <a:pt x="32" y="1"/>
                  </a:lnTo>
                  <a:lnTo>
                    <a:pt x="32" y="17"/>
                  </a:lnTo>
                  <a:cubicBezTo>
                    <a:pt x="17" y="17"/>
                    <a:pt x="0" y="32"/>
                    <a:pt x="0" y="48"/>
                  </a:cubicBezTo>
                  <a:lnTo>
                    <a:pt x="17" y="95"/>
                  </a:lnTo>
                  <a:lnTo>
                    <a:pt x="32" y="111"/>
                  </a:lnTo>
                  <a:lnTo>
                    <a:pt x="48" y="111"/>
                  </a:lnTo>
                  <a:lnTo>
                    <a:pt x="63" y="111"/>
                  </a:lnTo>
                  <a:lnTo>
                    <a:pt x="80" y="111"/>
                  </a:lnTo>
                  <a:lnTo>
                    <a:pt x="111" y="111"/>
                  </a:lnTo>
                  <a:lnTo>
                    <a:pt x="126" y="95"/>
                  </a:lnTo>
                  <a:lnTo>
                    <a:pt x="126" y="64"/>
                  </a:lnTo>
                  <a:cubicBezTo>
                    <a:pt x="126" y="48"/>
                    <a:pt x="111" y="48"/>
                    <a:pt x="95" y="48"/>
                  </a:cubicBezTo>
                  <a:lnTo>
                    <a:pt x="95" y="48"/>
                  </a:lnTo>
                  <a:lnTo>
                    <a:pt x="95" y="48"/>
                  </a:lnTo>
                  <a:lnTo>
                    <a:pt x="80" y="48"/>
                  </a:lnTo>
                  <a:lnTo>
                    <a:pt x="80" y="32"/>
                  </a:lnTo>
                  <a:cubicBezTo>
                    <a:pt x="63" y="17"/>
                    <a:pt x="63" y="17"/>
                    <a:pt x="4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3" name="Google Shape;1983;p38"/>
            <p:cNvSpPr/>
            <p:nvPr/>
          </p:nvSpPr>
          <p:spPr>
            <a:xfrm>
              <a:off x="3036704" y="1802279"/>
              <a:ext cx="3053" cy="3053"/>
            </a:xfrm>
            <a:custGeom>
              <a:avLst/>
              <a:gdLst/>
              <a:ahLst/>
              <a:cxnLst/>
              <a:rect l="l" t="t" r="r" b="b"/>
              <a:pathLst>
                <a:path w="96" h="96" extrusionOk="0">
                  <a:moveTo>
                    <a:pt x="47" y="1"/>
                  </a:moveTo>
                  <a:lnTo>
                    <a:pt x="47" y="1"/>
                  </a:lnTo>
                  <a:lnTo>
                    <a:pt x="32" y="1"/>
                  </a:lnTo>
                  <a:cubicBezTo>
                    <a:pt x="16" y="1"/>
                    <a:pt x="1" y="16"/>
                    <a:pt x="16" y="32"/>
                  </a:cubicBezTo>
                  <a:lnTo>
                    <a:pt x="16" y="48"/>
                  </a:lnTo>
                  <a:lnTo>
                    <a:pt x="16" y="64"/>
                  </a:lnTo>
                  <a:lnTo>
                    <a:pt x="32" y="79"/>
                  </a:lnTo>
                  <a:cubicBezTo>
                    <a:pt x="32" y="95"/>
                    <a:pt x="47" y="95"/>
                    <a:pt x="64" y="95"/>
                  </a:cubicBezTo>
                  <a:lnTo>
                    <a:pt x="79" y="95"/>
                  </a:lnTo>
                  <a:cubicBezTo>
                    <a:pt x="95" y="95"/>
                    <a:pt x="95" y="79"/>
                    <a:pt x="95" y="64"/>
                  </a:cubicBezTo>
                  <a:lnTo>
                    <a:pt x="95" y="48"/>
                  </a:lnTo>
                  <a:lnTo>
                    <a:pt x="79" y="16"/>
                  </a:lnTo>
                  <a:cubicBezTo>
                    <a:pt x="64" y="1"/>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4" name="Google Shape;1984;p38"/>
            <p:cNvSpPr/>
            <p:nvPr/>
          </p:nvSpPr>
          <p:spPr>
            <a:xfrm>
              <a:off x="3124896" y="1793279"/>
              <a:ext cx="4039" cy="3021"/>
            </a:xfrm>
            <a:custGeom>
              <a:avLst/>
              <a:gdLst/>
              <a:ahLst/>
              <a:cxnLst/>
              <a:rect l="l" t="t" r="r" b="b"/>
              <a:pathLst>
                <a:path w="127" h="95" extrusionOk="0">
                  <a:moveTo>
                    <a:pt x="79" y="0"/>
                  </a:moveTo>
                  <a:lnTo>
                    <a:pt x="79" y="0"/>
                  </a:lnTo>
                  <a:lnTo>
                    <a:pt x="32" y="0"/>
                  </a:lnTo>
                  <a:cubicBezTo>
                    <a:pt x="32" y="15"/>
                    <a:pt x="16" y="15"/>
                    <a:pt x="16" y="15"/>
                  </a:cubicBezTo>
                  <a:cubicBezTo>
                    <a:pt x="1" y="32"/>
                    <a:pt x="1" y="47"/>
                    <a:pt x="1" y="47"/>
                  </a:cubicBezTo>
                  <a:lnTo>
                    <a:pt x="16" y="78"/>
                  </a:lnTo>
                  <a:cubicBezTo>
                    <a:pt x="16" y="78"/>
                    <a:pt x="16" y="95"/>
                    <a:pt x="32" y="95"/>
                  </a:cubicBezTo>
                  <a:lnTo>
                    <a:pt x="47" y="95"/>
                  </a:lnTo>
                  <a:lnTo>
                    <a:pt x="64" y="95"/>
                  </a:lnTo>
                  <a:lnTo>
                    <a:pt x="110" y="78"/>
                  </a:lnTo>
                  <a:cubicBezTo>
                    <a:pt x="127" y="63"/>
                    <a:pt x="127" y="47"/>
                    <a:pt x="127" y="32"/>
                  </a:cubicBezTo>
                  <a:cubicBezTo>
                    <a:pt x="127" y="32"/>
                    <a:pt x="127" y="15"/>
                    <a:pt x="110" y="15"/>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5" name="Google Shape;1985;p38"/>
            <p:cNvSpPr/>
            <p:nvPr/>
          </p:nvSpPr>
          <p:spPr>
            <a:xfrm>
              <a:off x="3434059" y="1757691"/>
              <a:ext cx="4548" cy="4039"/>
            </a:xfrm>
            <a:custGeom>
              <a:avLst/>
              <a:gdLst/>
              <a:ahLst/>
              <a:cxnLst/>
              <a:rect l="l" t="t" r="r" b="b"/>
              <a:pathLst>
                <a:path w="143" h="127" extrusionOk="0">
                  <a:moveTo>
                    <a:pt x="32" y="0"/>
                  </a:moveTo>
                  <a:lnTo>
                    <a:pt x="32" y="0"/>
                  </a:lnTo>
                  <a:lnTo>
                    <a:pt x="17" y="0"/>
                  </a:lnTo>
                  <a:cubicBezTo>
                    <a:pt x="0" y="0"/>
                    <a:pt x="0" y="16"/>
                    <a:pt x="0" y="16"/>
                  </a:cubicBezTo>
                  <a:lnTo>
                    <a:pt x="0" y="48"/>
                  </a:lnTo>
                  <a:cubicBezTo>
                    <a:pt x="0" y="48"/>
                    <a:pt x="17" y="48"/>
                    <a:pt x="17" y="63"/>
                  </a:cubicBezTo>
                  <a:lnTo>
                    <a:pt x="0" y="95"/>
                  </a:lnTo>
                  <a:lnTo>
                    <a:pt x="17" y="111"/>
                  </a:lnTo>
                  <a:lnTo>
                    <a:pt x="17" y="111"/>
                  </a:lnTo>
                  <a:lnTo>
                    <a:pt x="17" y="126"/>
                  </a:lnTo>
                  <a:lnTo>
                    <a:pt x="48" y="126"/>
                  </a:lnTo>
                  <a:lnTo>
                    <a:pt x="63" y="126"/>
                  </a:lnTo>
                  <a:lnTo>
                    <a:pt x="63" y="126"/>
                  </a:lnTo>
                  <a:lnTo>
                    <a:pt x="111" y="95"/>
                  </a:lnTo>
                  <a:cubicBezTo>
                    <a:pt x="126" y="95"/>
                    <a:pt x="143" y="63"/>
                    <a:pt x="126" y="48"/>
                  </a:cubicBezTo>
                  <a:lnTo>
                    <a:pt x="126" y="48"/>
                  </a:lnTo>
                  <a:cubicBezTo>
                    <a:pt x="126" y="48"/>
                    <a:pt x="111" y="48"/>
                    <a:pt x="111" y="32"/>
                  </a:cubicBezTo>
                  <a:lnTo>
                    <a:pt x="111" y="32"/>
                  </a:lnTo>
                  <a:lnTo>
                    <a:pt x="95" y="32"/>
                  </a:lnTo>
                  <a:lnTo>
                    <a:pt x="95" y="32"/>
                  </a:lnTo>
                  <a:lnTo>
                    <a:pt x="95" y="32"/>
                  </a:lnTo>
                  <a:lnTo>
                    <a:pt x="80" y="32"/>
                  </a:lnTo>
                  <a:lnTo>
                    <a:pt x="63" y="16"/>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6" name="Google Shape;1986;p38"/>
            <p:cNvSpPr/>
            <p:nvPr/>
          </p:nvSpPr>
          <p:spPr>
            <a:xfrm>
              <a:off x="3087304" y="1792261"/>
              <a:ext cx="4548" cy="5057"/>
            </a:xfrm>
            <a:custGeom>
              <a:avLst/>
              <a:gdLst/>
              <a:ahLst/>
              <a:cxnLst/>
              <a:rect l="l" t="t" r="r" b="b"/>
              <a:pathLst>
                <a:path w="143" h="159" extrusionOk="0">
                  <a:moveTo>
                    <a:pt x="63" y="1"/>
                  </a:moveTo>
                  <a:lnTo>
                    <a:pt x="63" y="1"/>
                  </a:lnTo>
                  <a:cubicBezTo>
                    <a:pt x="48" y="1"/>
                    <a:pt x="32" y="1"/>
                    <a:pt x="32" y="16"/>
                  </a:cubicBezTo>
                  <a:lnTo>
                    <a:pt x="32" y="16"/>
                  </a:lnTo>
                  <a:cubicBezTo>
                    <a:pt x="32" y="32"/>
                    <a:pt x="17" y="32"/>
                    <a:pt x="17" y="32"/>
                  </a:cubicBezTo>
                  <a:cubicBezTo>
                    <a:pt x="17" y="64"/>
                    <a:pt x="0" y="79"/>
                    <a:pt x="17" y="95"/>
                  </a:cubicBezTo>
                  <a:lnTo>
                    <a:pt x="17" y="110"/>
                  </a:lnTo>
                  <a:cubicBezTo>
                    <a:pt x="32" y="127"/>
                    <a:pt x="48" y="142"/>
                    <a:pt x="63" y="142"/>
                  </a:cubicBezTo>
                  <a:cubicBezTo>
                    <a:pt x="80" y="142"/>
                    <a:pt x="80" y="158"/>
                    <a:pt x="95" y="158"/>
                  </a:cubicBezTo>
                  <a:lnTo>
                    <a:pt x="95" y="158"/>
                  </a:lnTo>
                  <a:cubicBezTo>
                    <a:pt x="111" y="158"/>
                    <a:pt x="126" y="142"/>
                    <a:pt x="143" y="127"/>
                  </a:cubicBezTo>
                  <a:cubicBezTo>
                    <a:pt x="143" y="110"/>
                    <a:pt x="126" y="95"/>
                    <a:pt x="111" y="79"/>
                  </a:cubicBezTo>
                  <a:lnTo>
                    <a:pt x="80" y="79"/>
                  </a:lnTo>
                  <a:cubicBezTo>
                    <a:pt x="80" y="79"/>
                    <a:pt x="80" y="64"/>
                    <a:pt x="95" y="47"/>
                  </a:cubicBezTo>
                  <a:cubicBezTo>
                    <a:pt x="95"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7" name="Google Shape;1987;p38"/>
            <p:cNvSpPr/>
            <p:nvPr/>
          </p:nvSpPr>
          <p:spPr>
            <a:xfrm>
              <a:off x="3054228" y="1797763"/>
              <a:ext cx="5057" cy="3053"/>
            </a:xfrm>
            <a:custGeom>
              <a:avLst/>
              <a:gdLst/>
              <a:ahLst/>
              <a:cxnLst/>
              <a:rect l="l" t="t" r="r" b="b"/>
              <a:pathLst>
                <a:path w="159" h="96" extrusionOk="0">
                  <a:moveTo>
                    <a:pt x="48" y="0"/>
                  </a:moveTo>
                  <a:lnTo>
                    <a:pt x="32" y="0"/>
                  </a:lnTo>
                  <a:lnTo>
                    <a:pt x="17" y="17"/>
                  </a:lnTo>
                  <a:cubicBezTo>
                    <a:pt x="1" y="32"/>
                    <a:pt x="1" y="48"/>
                    <a:pt x="17" y="48"/>
                  </a:cubicBezTo>
                  <a:cubicBezTo>
                    <a:pt x="48" y="80"/>
                    <a:pt x="64" y="95"/>
                    <a:pt x="80" y="95"/>
                  </a:cubicBezTo>
                  <a:lnTo>
                    <a:pt x="95" y="95"/>
                  </a:lnTo>
                  <a:cubicBezTo>
                    <a:pt x="111" y="95"/>
                    <a:pt x="127" y="80"/>
                    <a:pt x="143" y="64"/>
                  </a:cubicBezTo>
                  <a:lnTo>
                    <a:pt x="143" y="64"/>
                  </a:lnTo>
                  <a:cubicBezTo>
                    <a:pt x="158" y="48"/>
                    <a:pt x="158" y="32"/>
                    <a:pt x="143" y="17"/>
                  </a:cubicBezTo>
                  <a:cubicBezTo>
                    <a:pt x="143" y="0"/>
                    <a:pt x="127" y="0"/>
                    <a:pt x="127" y="0"/>
                  </a:cubicBezTo>
                  <a:cubicBezTo>
                    <a:pt x="111" y="0"/>
                    <a:pt x="95" y="0"/>
                    <a:pt x="95" y="17"/>
                  </a:cubicBezTo>
                  <a:lnTo>
                    <a:pt x="80"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8" name="Google Shape;1988;p38"/>
            <p:cNvSpPr/>
            <p:nvPr/>
          </p:nvSpPr>
          <p:spPr>
            <a:xfrm>
              <a:off x="3113891" y="1812806"/>
              <a:ext cx="4516" cy="3562"/>
            </a:xfrm>
            <a:custGeom>
              <a:avLst/>
              <a:gdLst/>
              <a:ahLst/>
              <a:cxnLst/>
              <a:rect l="l" t="t" r="r" b="b"/>
              <a:pathLst>
                <a:path w="142" h="112" extrusionOk="0">
                  <a:moveTo>
                    <a:pt x="63" y="0"/>
                  </a:moveTo>
                  <a:lnTo>
                    <a:pt x="63" y="0"/>
                  </a:lnTo>
                  <a:lnTo>
                    <a:pt x="47" y="0"/>
                  </a:lnTo>
                  <a:cubicBezTo>
                    <a:pt x="47" y="0"/>
                    <a:pt x="32" y="0"/>
                    <a:pt x="32" y="17"/>
                  </a:cubicBezTo>
                  <a:cubicBezTo>
                    <a:pt x="15" y="17"/>
                    <a:pt x="0" y="48"/>
                    <a:pt x="0" y="80"/>
                  </a:cubicBezTo>
                  <a:lnTo>
                    <a:pt x="15" y="63"/>
                  </a:lnTo>
                  <a:lnTo>
                    <a:pt x="32" y="63"/>
                  </a:lnTo>
                  <a:lnTo>
                    <a:pt x="32" y="63"/>
                  </a:lnTo>
                  <a:cubicBezTo>
                    <a:pt x="47" y="80"/>
                    <a:pt x="63" y="95"/>
                    <a:pt x="63" y="111"/>
                  </a:cubicBezTo>
                  <a:lnTo>
                    <a:pt x="63" y="111"/>
                  </a:lnTo>
                  <a:lnTo>
                    <a:pt x="78" y="111"/>
                  </a:lnTo>
                  <a:cubicBezTo>
                    <a:pt x="95" y="95"/>
                    <a:pt x="110" y="80"/>
                    <a:pt x="110" y="63"/>
                  </a:cubicBezTo>
                  <a:lnTo>
                    <a:pt x="110" y="63"/>
                  </a:lnTo>
                  <a:cubicBezTo>
                    <a:pt x="126" y="63"/>
                    <a:pt x="141" y="48"/>
                    <a:pt x="141" y="32"/>
                  </a:cubicBezTo>
                  <a:cubicBezTo>
                    <a:pt x="141" y="17"/>
                    <a:pt x="141" y="0"/>
                    <a:pt x="110" y="0"/>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9" name="Google Shape;1989;p38"/>
            <p:cNvSpPr/>
            <p:nvPr/>
          </p:nvSpPr>
          <p:spPr>
            <a:xfrm>
              <a:off x="3428557" y="1808290"/>
              <a:ext cx="4039" cy="4548"/>
            </a:xfrm>
            <a:custGeom>
              <a:avLst/>
              <a:gdLst/>
              <a:ahLst/>
              <a:cxnLst/>
              <a:rect l="l" t="t" r="r" b="b"/>
              <a:pathLst>
                <a:path w="127" h="143" extrusionOk="0">
                  <a:moveTo>
                    <a:pt x="47" y="1"/>
                  </a:moveTo>
                  <a:lnTo>
                    <a:pt x="32" y="1"/>
                  </a:lnTo>
                  <a:lnTo>
                    <a:pt x="32" y="1"/>
                  </a:lnTo>
                  <a:lnTo>
                    <a:pt x="32" y="16"/>
                  </a:lnTo>
                  <a:cubicBezTo>
                    <a:pt x="32" y="32"/>
                    <a:pt x="16" y="32"/>
                    <a:pt x="1" y="32"/>
                  </a:cubicBezTo>
                  <a:lnTo>
                    <a:pt x="1" y="48"/>
                  </a:lnTo>
                  <a:lnTo>
                    <a:pt x="1" y="64"/>
                  </a:lnTo>
                  <a:lnTo>
                    <a:pt x="1" y="64"/>
                  </a:lnTo>
                  <a:lnTo>
                    <a:pt x="1" y="96"/>
                  </a:lnTo>
                  <a:lnTo>
                    <a:pt x="16" y="96"/>
                  </a:lnTo>
                  <a:lnTo>
                    <a:pt x="32" y="111"/>
                  </a:lnTo>
                  <a:lnTo>
                    <a:pt x="64" y="127"/>
                  </a:lnTo>
                  <a:cubicBezTo>
                    <a:pt x="79" y="142"/>
                    <a:pt x="79" y="142"/>
                    <a:pt x="95" y="142"/>
                  </a:cubicBezTo>
                  <a:lnTo>
                    <a:pt x="110" y="127"/>
                  </a:lnTo>
                  <a:cubicBezTo>
                    <a:pt x="127" y="111"/>
                    <a:pt x="127" y="79"/>
                    <a:pt x="110" y="79"/>
                  </a:cubicBezTo>
                  <a:lnTo>
                    <a:pt x="95" y="64"/>
                  </a:lnTo>
                  <a:lnTo>
                    <a:pt x="79" y="64"/>
                  </a:lnTo>
                  <a:lnTo>
                    <a:pt x="64" y="48"/>
                  </a:lnTo>
                  <a:lnTo>
                    <a:pt x="79" y="48"/>
                  </a:lnTo>
                  <a:cubicBezTo>
                    <a:pt x="79" y="16"/>
                    <a:pt x="64" y="1"/>
                    <a:pt x="47"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0" name="Google Shape;1990;p38"/>
            <p:cNvSpPr/>
            <p:nvPr/>
          </p:nvSpPr>
          <p:spPr>
            <a:xfrm>
              <a:off x="3380470" y="1815796"/>
              <a:ext cx="3021" cy="2576"/>
            </a:xfrm>
            <a:custGeom>
              <a:avLst/>
              <a:gdLst/>
              <a:ahLst/>
              <a:cxnLst/>
              <a:rect l="l" t="t" r="r" b="b"/>
              <a:pathLst>
                <a:path w="95" h="81" extrusionOk="0">
                  <a:moveTo>
                    <a:pt x="47" y="1"/>
                  </a:moveTo>
                  <a:lnTo>
                    <a:pt x="15" y="17"/>
                  </a:lnTo>
                  <a:cubicBezTo>
                    <a:pt x="0" y="17"/>
                    <a:pt x="0" y="32"/>
                    <a:pt x="0" y="49"/>
                  </a:cubicBezTo>
                  <a:cubicBezTo>
                    <a:pt x="0" y="64"/>
                    <a:pt x="15" y="80"/>
                    <a:pt x="32" y="80"/>
                  </a:cubicBezTo>
                  <a:lnTo>
                    <a:pt x="47" y="80"/>
                  </a:lnTo>
                  <a:lnTo>
                    <a:pt x="78" y="64"/>
                  </a:lnTo>
                  <a:cubicBezTo>
                    <a:pt x="95" y="64"/>
                    <a:pt x="95" y="64"/>
                    <a:pt x="95" y="49"/>
                  </a:cubicBezTo>
                  <a:lnTo>
                    <a:pt x="95" y="49"/>
                  </a:lnTo>
                  <a:cubicBezTo>
                    <a:pt x="78" y="49"/>
                    <a:pt x="63" y="32"/>
                    <a:pt x="63" y="32"/>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1" name="Google Shape;1991;p38"/>
            <p:cNvSpPr/>
            <p:nvPr/>
          </p:nvSpPr>
          <p:spPr>
            <a:xfrm>
              <a:off x="3422546" y="1783738"/>
              <a:ext cx="5534" cy="2544"/>
            </a:xfrm>
            <a:custGeom>
              <a:avLst/>
              <a:gdLst/>
              <a:ahLst/>
              <a:cxnLst/>
              <a:rect l="l" t="t" r="r" b="b"/>
              <a:pathLst>
                <a:path w="174" h="80" extrusionOk="0">
                  <a:moveTo>
                    <a:pt x="47" y="0"/>
                  </a:moveTo>
                  <a:lnTo>
                    <a:pt x="32" y="0"/>
                  </a:lnTo>
                  <a:cubicBezTo>
                    <a:pt x="16" y="0"/>
                    <a:pt x="16" y="17"/>
                    <a:pt x="1" y="32"/>
                  </a:cubicBezTo>
                  <a:lnTo>
                    <a:pt x="1" y="32"/>
                  </a:lnTo>
                  <a:cubicBezTo>
                    <a:pt x="1" y="48"/>
                    <a:pt x="16" y="63"/>
                    <a:pt x="32" y="63"/>
                  </a:cubicBezTo>
                  <a:lnTo>
                    <a:pt x="47" y="63"/>
                  </a:lnTo>
                  <a:lnTo>
                    <a:pt x="64" y="63"/>
                  </a:lnTo>
                  <a:lnTo>
                    <a:pt x="127" y="80"/>
                  </a:lnTo>
                  <a:lnTo>
                    <a:pt x="142" y="80"/>
                  </a:lnTo>
                  <a:lnTo>
                    <a:pt x="142" y="80"/>
                  </a:lnTo>
                  <a:cubicBezTo>
                    <a:pt x="158" y="63"/>
                    <a:pt x="173" y="63"/>
                    <a:pt x="173" y="48"/>
                  </a:cubicBezTo>
                  <a:cubicBezTo>
                    <a:pt x="173" y="17"/>
                    <a:pt x="158" y="0"/>
                    <a:pt x="142" y="0"/>
                  </a:cubicBezTo>
                  <a:lnTo>
                    <a:pt x="110" y="0"/>
                  </a:ln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2" name="Google Shape;1992;p38"/>
            <p:cNvSpPr/>
            <p:nvPr/>
          </p:nvSpPr>
          <p:spPr>
            <a:xfrm>
              <a:off x="3154982" y="1811312"/>
              <a:ext cx="6042" cy="2512"/>
            </a:xfrm>
            <a:custGeom>
              <a:avLst/>
              <a:gdLst/>
              <a:ahLst/>
              <a:cxnLst/>
              <a:rect l="l" t="t" r="r" b="b"/>
              <a:pathLst>
                <a:path w="190" h="79" extrusionOk="0">
                  <a:moveTo>
                    <a:pt x="32" y="1"/>
                  </a:moveTo>
                  <a:lnTo>
                    <a:pt x="32" y="1"/>
                  </a:lnTo>
                  <a:cubicBezTo>
                    <a:pt x="0" y="1"/>
                    <a:pt x="0" y="16"/>
                    <a:pt x="0" y="32"/>
                  </a:cubicBezTo>
                  <a:cubicBezTo>
                    <a:pt x="0" y="47"/>
                    <a:pt x="0" y="64"/>
                    <a:pt x="15" y="64"/>
                  </a:cubicBezTo>
                  <a:lnTo>
                    <a:pt x="32" y="64"/>
                  </a:lnTo>
                  <a:lnTo>
                    <a:pt x="110" y="64"/>
                  </a:lnTo>
                  <a:lnTo>
                    <a:pt x="141" y="79"/>
                  </a:lnTo>
                  <a:lnTo>
                    <a:pt x="158" y="79"/>
                  </a:lnTo>
                  <a:lnTo>
                    <a:pt x="158" y="79"/>
                  </a:lnTo>
                  <a:lnTo>
                    <a:pt x="173" y="64"/>
                  </a:lnTo>
                  <a:cubicBezTo>
                    <a:pt x="173" y="64"/>
                    <a:pt x="173" y="47"/>
                    <a:pt x="189" y="47"/>
                  </a:cubicBezTo>
                  <a:lnTo>
                    <a:pt x="189" y="32"/>
                  </a:lnTo>
                  <a:cubicBezTo>
                    <a:pt x="189" y="32"/>
                    <a:pt x="189" y="16"/>
                    <a:pt x="173" y="16"/>
                  </a:cubicBezTo>
                  <a:cubicBezTo>
                    <a:pt x="173" y="1"/>
                    <a:pt x="158" y="1"/>
                    <a:pt x="158"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3" name="Google Shape;1993;p38"/>
            <p:cNvSpPr/>
            <p:nvPr/>
          </p:nvSpPr>
          <p:spPr>
            <a:xfrm>
              <a:off x="3331365" y="1816337"/>
              <a:ext cx="6042" cy="3021"/>
            </a:xfrm>
            <a:custGeom>
              <a:avLst/>
              <a:gdLst/>
              <a:ahLst/>
              <a:cxnLst/>
              <a:rect l="l" t="t" r="r" b="b"/>
              <a:pathLst>
                <a:path w="190" h="95" extrusionOk="0">
                  <a:moveTo>
                    <a:pt x="110" y="0"/>
                  </a:moveTo>
                  <a:lnTo>
                    <a:pt x="95" y="0"/>
                  </a:lnTo>
                  <a:cubicBezTo>
                    <a:pt x="78" y="0"/>
                    <a:pt x="63" y="0"/>
                    <a:pt x="63" y="15"/>
                  </a:cubicBezTo>
                  <a:lnTo>
                    <a:pt x="47" y="15"/>
                  </a:lnTo>
                  <a:lnTo>
                    <a:pt x="32" y="15"/>
                  </a:lnTo>
                  <a:cubicBezTo>
                    <a:pt x="32" y="15"/>
                    <a:pt x="32" y="32"/>
                    <a:pt x="15" y="32"/>
                  </a:cubicBezTo>
                  <a:cubicBezTo>
                    <a:pt x="15" y="32"/>
                    <a:pt x="0" y="47"/>
                    <a:pt x="0" y="63"/>
                  </a:cubicBezTo>
                  <a:cubicBezTo>
                    <a:pt x="15" y="78"/>
                    <a:pt x="15" y="95"/>
                    <a:pt x="32" y="95"/>
                  </a:cubicBezTo>
                  <a:lnTo>
                    <a:pt x="47" y="95"/>
                  </a:lnTo>
                  <a:lnTo>
                    <a:pt x="63" y="78"/>
                  </a:lnTo>
                  <a:lnTo>
                    <a:pt x="78" y="78"/>
                  </a:lnTo>
                  <a:cubicBezTo>
                    <a:pt x="95" y="78"/>
                    <a:pt x="95" y="63"/>
                    <a:pt x="95" y="63"/>
                  </a:cubicBezTo>
                  <a:cubicBezTo>
                    <a:pt x="95" y="63"/>
                    <a:pt x="110" y="63"/>
                    <a:pt x="110" y="78"/>
                  </a:cubicBezTo>
                  <a:lnTo>
                    <a:pt x="110" y="78"/>
                  </a:lnTo>
                  <a:cubicBezTo>
                    <a:pt x="110" y="95"/>
                    <a:pt x="126" y="95"/>
                    <a:pt x="141" y="95"/>
                  </a:cubicBezTo>
                  <a:lnTo>
                    <a:pt x="158" y="95"/>
                  </a:lnTo>
                  <a:cubicBezTo>
                    <a:pt x="173" y="95"/>
                    <a:pt x="189" y="78"/>
                    <a:pt x="173" y="63"/>
                  </a:cubicBezTo>
                  <a:cubicBezTo>
                    <a:pt x="173" y="47"/>
                    <a:pt x="173" y="47"/>
                    <a:pt x="158" y="32"/>
                  </a:cubicBezTo>
                  <a:lnTo>
                    <a:pt x="158" y="15"/>
                  </a:lnTo>
                  <a:cubicBezTo>
                    <a:pt x="141" y="15"/>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4" name="Google Shape;1994;p38"/>
            <p:cNvSpPr/>
            <p:nvPr/>
          </p:nvSpPr>
          <p:spPr>
            <a:xfrm>
              <a:off x="3399966" y="1811789"/>
              <a:ext cx="3562" cy="2035"/>
            </a:xfrm>
            <a:custGeom>
              <a:avLst/>
              <a:gdLst/>
              <a:ahLst/>
              <a:cxnLst/>
              <a:rect l="l" t="t" r="r" b="b"/>
              <a:pathLst>
                <a:path w="112" h="64" extrusionOk="0">
                  <a:moveTo>
                    <a:pt x="32" y="1"/>
                  </a:moveTo>
                  <a:lnTo>
                    <a:pt x="32" y="1"/>
                  </a:lnTo>
                  <a:lnTo>
                    <a:pt x="17" y="1"/>
                  </a:lnTo>
                  <a:lnTo>
                    <a:pt x="17" y="1"/>
                  </a:lnTo>
                  <a:lnTo>
                    <a:pt x="17" y="1"/>
                  </a:lnTo>
                  <a:cubicBezTo>
                    <a:pt x="17" y="17"/>
                    <a:pt x="1" y="32"/>
                    <a:pt x="1" y="32"/>
                  </a:cubicBezTo>
                  <a:cubicBezTo>
                    <a:pt x="1" y="49"/>
                    <a:pt x="1" y="64"/>
                    <a:pt x="32" y="64"/>
                  </a:cubicBezTo>
                  <a:lnTo>
                    <a:pt x="49" y="64"/>
                  </a:lnTo>
                  <a:lnTo>
                    <a:pt x="64" y="64"/>
                  </a:lnTo>
                  <a:lnTo>
                    <a:pt x="64" y="64"/>
                  </a:lnTo>
                  <a:cubicBezTo>
                    <a:pt x="80" y="64"/>
                    <a:pt x="95" y="49"/>
                    <a:pt x="95" y="32"/>
                  </a:cubicBezTo>
                  <a:cubicBezTo>
                    <a:pt x="112" y="32"/>
                    <a:pt x="95" y="17"/>
                    <a:pt x="80" y="1"/>
                  </a:cubicBezTo>
                  <a:lnTo>
                    <a:pt x="80"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5" name="Google Shape;1995;p38"/>
            <p:cNvSpPr/>
            <p:nvPr/>
          </p:nvSpPr>
          <p:spPr>
            <a:xfrm>
              <a:off x="3437049" y="1805778"/>
              <a:ext cx="3562" cy="3562"/>
            </a:xfrm>
            <a:custGeom>
              <a:avLst/>
              <a:gdLst/>
              <a:ahLst/>
              <a:cxnLst/>
              <a:rect l="l" t="t" r="r" b="b"/>
              <a:pathLst>
                <a:path w="112" h="112" extrusionOk="0">
                  <a:moveTo>
                    <a:pt x="32" y="1"/>
                  </a:moveTo>
                  <a:lnTo>
                    <a:pt x="32" y="1"/>
                  </a:lnTo>
                  <a:lnTo>
                    <a:pt x="17" y="1"/>
                  </a:lnTo>
                  <a:cubicBezTo>
                    <a:pt x="1" y="17"/>
                    <a:pt x="1" y="32"/>
                    <a:pt x="1" y="48"/>
                  </a:cubicBezTo>
                  <a:lnTo>
                    <a:pt x="1" y="48"/>
                  </a:lnTo>
                  <a:lnTo>
                    <a:pt x="32" y="80"/>
                  </a:lnTo>
                  <a:lnTo>
                    <a:pt x="49" y="80"/>
                  </a:lnTo>
                  <a:lnTo>
                    <a:pt x="49" y="64"/>
                  </a:lnTo>
                  <a:cubicBezTo>
                    <a:pt x="64" y="64"/>
                    <a:pt x="64" y="80"/>
                    <a:pt x="80" y="80"/>
                  </a:cubicBezTo>
                  <a:lnTo>
                    <a:pt x="80" y="111"/>
                  </a:lnTo>
                  <a:lnTo>
                    <a:pt x="95" y="111"/>
                  </a:lnTo>
                  <a:cubicBezTo>
                    <a:pt x="95" y="95"/>
                    <a:pt x="112" y="80"/>
                    <a:pt x="95" y="64"/>
                  </a:cubicBezTo>
                  <a:lnTo>
                    <a:pt x="80" y="32"/>
                  </a:lnTo>
                  <a:lnTo>
                    <a:pt x="64" y="17"/>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6" name="Google Shape;1996;p38"/>
            <p:cNvSpPr/>
            <p:nvPr/>
          </p:nvSpPr>
          <p:spPr>
            <a:xfrm>
              <a:off x="3426045" y="1806796"/>
              <a:ext cx="3562" cy="2544"/>
            </a:xfrm>
            <a:custGeom>
              <a:avLst/>
              <a:gdLst/>
              <a:ahLst/>
              <a:cxnLst/>
              <a:rect l="l" t="t" r="r" b="b"/>
              <a:pathLst>
                <a:path w="112" h="80" extrusionOk="0">
                  <a:moveTo>
                    <a:pt x="32" y="0"/>
                  </a:moveTo>
                  <a:lnTo>
                    <a:pt x="32" y="0"/>
                  </a:lnTo>
                  <a:lnTo>
                    <a:pt x="32" y="16"/>
                  </a:lnTo>
                  <a:lnTo>
                    <a:pt x="17" y="16"/>
                  </a:lnTo>
                  <a:lnTo>
                    <a:pt x="0" y="32"/>
                  </a:lnTo>
                  <a:cubicBezTo>
                    <a:pt x="0" y="48"/>
                    <a:pt x="17" y="63"/>
                    <a:pt x="32" y="79"/>
                  </a:cubicBezTo>
                  <a:lnTo>
                    <a:pt x="63" y="79"/>
                  </a:lnTo>
                  <a:lnTo>
                    <a:pt x="80" y="79"/>
                  </a:lnTo>
                  <a:lnTo>
                    <a:pt x="80" y="79"/>
                  </a:lnTo>
                  <a:lnTo>
                    <a:pt x="80" y="79"/>
                  </a:lnTo>
                  <a:cubicBezTo>
                    <a:pt x="95" y="79"/>
                    <a:pt x="111" y="79"/>
                    <a:pt x="111" y="63"/>
                  </a:cubicBezTo>
                  <a:lnTo>
                    <a:pt x="111" y="48"/>
                  </a:lnTo>
                  <a:cubicBezTo>
                    <a:pt x="111" y="32"/>
                    <a:pt x="95" y="16"/>
                    <a:pt x="95" y="16"/>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7" name="Google Shape;1997;p38"/>
            <p:cNvSpPr/>
            <p:nvPr/>
          </p:nvSpPr>
          <p:spPr>
            <a:xfrm>
              <a:off x="3390965" y="1782243"/>
              <a:ext cx="3562" cy="3053"/>
            </a:xfrm>
            <a:custGeom>
              <a:avLst/>
              <a:gdLst/>
              <a:ahLst/>
              <a:cxnLst/>
              <a:rect l="l" t="t" r="r" b="b"/>
              <a:pathLst>
                <a:path w="112" h="96" extrusionOk="0">
                  <a:moveTo>
                    <a:pt x="63" y="1"/>
                  </a:moveTo>
                  <a:lnTo>
                    <a:pt x="63" y="1"/>
                  </a:lnTo>
                  <a:cubicBezTo>
                    <a:pt x="63" y="1"/>
                    <a:pt x="63" y="16"/>
                    <a:pt x="48" y="16"/>
                  </a:cubicBezTo>
                  <a:lnTo>
                    <a:pt x="32" y="16"/>
                  </a:lnTo>
                  <a:lnTo>
                    <a:pt x="17" y="32"/>
                  </a:lnTo>
                  <a:lnTo>
                    <a:pt x="17" y="32"/>
                  </a:lnTo>
                  <a:cubicBezTo>
                    <a:pt x="0" y="47"/>
                    <a:pt x="0" y="64"/>
                    <a:pt x="0" y="79"/>
                  </a:cubicBezTo>
                  <a:cubicBezTo>
                    <a:pt x="0" y="95"/>
                    <a:pt x="17" y="95"/>
                    <a:pt x="32" y="95"/>
                  </a:cubicBezTo>
                  <a:lnTo>
                    <a:pt x="48" y="95"/>
                  </a:lnTo>
                  <a:lnTo>
                    <a:pt x="63" y="79"/>
                  </a:lnTo>
                  <a:lnTo>
                    <a:pt x="80" y="79"/>
                  </a:lnTo>
                  <a:cubicBezTo>
                    <a:pt x="95" y="64"/>
                    <a:pt x="111" y="47"/>
                    <a:pt x="95" y="32"/>
                  </a:cubicBezTo>
                  <a:cubicBezTo>
                    <a:pt x="95" y="16"/>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8" name="Google Shape;1998;p38"/>
            <p:cNvSpPr/>
            <p:nvPr/>
          </p:nvSpPr>
          <p:spPr>
            <a:xfrm>
              <a:off x="3336835" y="1789749"/>
              <a:ext cx="4039" cy="4039"/>
            </a:xfrm>
            <a:custGeom>
              <a:avLst/>
              <a:gdLst/>
              <a:ahLst/>
              <a:cxnLst/>
              <a:rect l="l" t="t" r="r" b="b"/>
              <a:pathLst>
                <a:path w="127" h="127" extrusionOk="0">
                  <a:moveTo>
                    <a:pt x="95" y="0"/>
                  </a:moveTo>
                  <a:lnTo>
                    <a:pt x="95" y="0"/>
                  </a:lnTo>
                  <a:cubicBezTo>
                    <a:pt x="80" y="0"/>
                    <a:pt x="80" y="17"/>
                    <a:pt x="64" y="17"/>
                  </a:cubicBezTo>
                  <a:lnTo>
                    <a:pt x="49" y="32"/>
                  </a:lnTo>
                  <a:lnTo>
                    <a:pt x="49" y="32"/>
                  </a:lnTo>
                  <a:lnTo>
                    <a:pt x="17" y="63"/>
                  </a:lnTo>
                  <a:lnTo>
                    <a:pt x="17" y="63"/>
                  </a:lnTo>
                  <a:cubicBezTo>
                    <a:pt x="1" y="80"/>
                    <a:pt x="1" y="95"/>
                    <a:pt x="17" y="111"/>
                  </a:cubicBezTo>
                  <a:lnTo>
                    <a:pt x="17" y="111"/>
                  </a:lnTo>
                  <a:lnTo>
                    <a:pt x="17" y="111"/>
                  </a:lnTo>
                  <a:cubicBezTo>
                    <a:pt x="17" y="111"/>
                    <a:pt x="32" y="126"/>
                    <a:pt x="49" y="126"/>
                  </a:cubicBezTo>
                  <a:lnTo>
                    <a:pt x="64" y="111"/>
                  </a:lnTo>
                  <a:lnTo>
                    <a:pt x="112" y="63"/>
                  </a:lnTo>
                  <a:cubicBezTo>
                    <a:pt x="127"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9" name="Google Shape;1999;p38"/>
            <p:cNvSpPr/>
            <p:nvPr/>
          </p:nvSpPr>
          <p:spPr>
            <a:xfrm>
              <a:off x="3437589" y="1779254"/>
              <a:ext cx="4039" cy="5025"/>
            </a:xfrm>
            <a:custGeom>
              <a:avLst/>
              <a:gdLst/>
              <a:ahLst/>
              <a:cxnLst/>
              <a:rect l="l" t="t" r="r" b="b"/>
              <a:pathLst>
                <a:path w="127" h="158" extrusionOk="0">
                  <a:moveTo>
                    <a:pt x="32" y="0"/>
                  </a:moveTo>
                  <a:lnTo>
                    <a:pt x="32" y="0"/>
                  </a:lnTo>
                  <a:cubicBezTo>
                    <a:pt x="15" y="0"/>
                    <a:pt x="0" y="0"/>
                    <a:pt x="0" y="15"/>
                  </a:cubicBezTo>
                  <a:lnTo>
                    <a:pt x="0" y="15"/>
                  </a:lnTo>
                  <a:lnTo>
                    <a:pt x="0" y="47"/>
                  </a:lnTo>
                  <a:cubicBezTo>
                    <a:pt x="0" y="47"/>
                    <a:pt x="15" y="63"/>
                    <a:pt x="32" y="63"/>
                  </a:cubicBezTo>
                  <a:lnTo>
                    <a:pt x="32" y="63"/>
                  </a:lnTo>
                  <a:lnTo>
                    <a:pt x="15" y="110"/>
                  </a:lnTo>
                  <a:cubicBezTo>
                    <a:pt x="15" y="126"/>
                    <a:pt x="32" y="141"/>
                    <a:pt x="47" y="158"/>
                  </a:cubicBezTo>
                  <a:lnTo>
                    <a:pt x="47" y="158"/>
                  </a:lnTo>
                  <a:cubicBezTo>
                    <a:pt x="63" y="158"/>
                    <a:pt x="78" y="141"/>
                    <a:pt x="95" y="126"/>
                  </a:cubicBezTo>
                  <a:lnTo>
                    <a:pt x="110" y="47"/>
                  </a:lnTo>
                  <a:cubicBezTo>
                    <a:pt x="126" y="32"/>
                    <a:pt x="110" y="32"/>
                    <a:pt x="110" y="15"/>
                  </a:cubicBezTo>
                  <a:lnTo>
                    <a:pt x="95" y="0"/>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0" name="Google Shape;2000;p38"/>
            <p:cNvSpPr/>
            <p:nvPr/>
          </p:nvSpPr>
          <p:spPr>
            <a:xfrm>
              <a:off x="3079798" y="1787745"/>
              <a:ext cx="5534" cy="3021"/>
            </a:xfrm>
            <a:custGeom>
              <a:avLst/>
              <a:gdLst/>
              <a:ahLst/>
              <a:cxnLst/>
              <a:rect l="l" t="t" r="r" b="b"/>
              <a:pathLst>
                <a:path w="174" h="95" extrusionOk="0">
                  <a:moveTo>
                    <a:pt x="32" y="0"/>
                  </a:moveTo>
                  <a:lnTo>
                    <a:pt x="32" y="0"/>
                  </a:lnTo>
                  <a:cubicBezTo>
                    <a:pt x="16" y="0"/>
                    <a:pt x="1" y="17"/>
                    <a:pt x="1" y="32"/>
                  </a:cubicBezTo>
                  <a:cubicBezTo>
                    <a:pt x="1" y="48"/>
                    <a:pt x="16" y="63"/>
                    <a:pt x="32" y="63"/>
                  </a:cubicBezTo>
                  <a:lnTo>
                    <a:pt x="32" y="63"/>
                  </a:lnTo>
                  <a:lnTo>
                    <a:pt x="79" y="63"/>
                  </a:lnTo>
                  <a:lnTo>
                    <a:pt x="79" y="80"/>
                  </a:lnTo>
                  <a:cubicBezTo>
                    <a:pt x="79" y="80"/>
                    <a:pt x="95" y="95"/>
                    <a:pt x="110" y="95"/>
                  </a:cubicBezTo>
                  <a:lnTo>
                    <a:pt x="110" y="95"/>
                  </a:lnTo>
                  <a:lnTo>
                    <a:pt x="142" y="80"/>
                  </a:lnTo>
                  <a:lnTo>
                    <a:pt x="158" y="80"/>
                  </a:lnTo>
                  <a:cubicBezTo>
                    <a:pt x="173" y="63"/>
                    <a:pt x="173" y="48"/>
                    <a:pt x="173" y="48"/>
                  </a:cubicBezTo>
                  <a:lnTo>
                    <a:pt x="173" y="32"/>
                  </a:lnTo>
                  <a:lnTo>
                    <a:pt x="173" y="32"/>
                  </a:lnTo>
                  <a:cubicBezTo>
                    <a:pt x="158" y="17"/>
                    <a:pt x="158" y="0"/>
                    <a:pt x="142"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1" name="Google Shape;2001;p38"/>
            <p:cNvSpPr/>
            <p:nvPr/>
          </p:nvSpPr>
          <p:spPr>
            <a:xfrm>
              <a:off x="3160452" y="1812806"/>
              <a:ext cx="3053" cy="3562"/>
            </a:xfrm>
            <a:custGeom>
              <a:avLst/>
              <a:gdLst/>
              <a:ahLst/>
              <a:cxnLst/>
              <a:rect l="l" t="t" r="r" b="b"/>
              <a:pathLst>
                <a:path w="96" h="112" extrusionOk="0">
                  <a:moveTo>
                    <a:pt x="32" y="0"/>
                  </a:moveTo>
                  <a:lnTo>
                    <a:pt x="32" y="0"/>
                  </a:lnTo>
                  <a:lnTo>
                    <a:pt x="17" y="0"/>
                  </a:lnTo>
                  <a:lnTo>
                    <a:pt x="17" y="0"/>
                  </a:lnTo>
                  <a:cubicBezTo>
                    <a:pt x="1" y="0"/>
                    <a:pt x="1" y="17"/>
                    <a:pt x="1" y="17"/>
                  </a:cubicBezTo>
                  <a:lnTo>
                    <a:pt x="1" y="32"/>
                  </a:lnTo>
                  <a:lnTo>
                    <a:pt x="1" y="48"/>
                  </a:lnTo>
                  <a:lnTo>
                    <a:pt x="1" y="48"/>
                  </a:lnTo>
                  <a:lnTo>
                    <a:pt x="1" y="63"/>
                  </a:lnTo>
                  <a:lnTo>
                    <a:pt x="1" y="48"/>
                  </a:lnTo>
                  <a:cubicBezTo>
                    <a:pt x="17" y="48"/>
                    <a:pt x="17" y="32"/>
                    <a:pt x="32" y="32"/>
                  </a:cubicBezTo>
                  <a:lnTo>
                    <a:pt x="32" y="32"/>
                  </a:lnTo>
                  <a:cubicBezTo>
                    <a:pt x="49" y="32"/>
                    <a:pt x="49" y="32"/>
                    <a:pt x="49" y="48"/>
                  </a:cubicBezTo>
                  <a:cubicBezTo>
                    <a:pt x="64" y="48"/>
                    <a:pt x="80" y="80"/>
                    <a:pt x="64" y="95"/>
                  </a:cubicBezTo>
                  <a:lnTo>
                    <a:pt x="49" y="111"/>
                  </a:lnTo>
                  <a:lnTo>
                    <a:pt x="64" y="111"/>
                  </a:lnTo>
                  <a:cubicBezTo>
                    <a:pt x="64" y="111"/>
                    <a:pt x="80" y="111"/>
                    <a:pt x="80" y="95"/>
                  </a:cubicBezTo>
                  <a:cubicBezTo>
                    <a:pt x="80" y="95"/>
                    <a:pt x="95" y="80"/>
                    <a:pt x="80" y="80"/>
                  </a:cubicBezTo>
                  <a:lnTo>
                    <a:pt x="80" y="63"/>
                  </a:lnTo>
                  <a:lnTo>
                    <a:pt x="80" y="48"/>
                  </a:lnTo>
                  <a:lnTo>
                    <a:pt x="80" y="32"/>
                  </a:lnTo>
                  <a:cubicBezTo>
                    <a:pt x="80" y="17"/>
                    <a:pt x="64" y="17"/>
                    <a:pt x="64" y="17"/>
                  </a:cubicBez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2" name="Google Shape;2002;p38"/>
            <p:cNvSpPr/>
            <p:nvPr/>
          </p:nvSpPr>
          <p:spPr>
            <a:xfrm>
              <a:off x="3287730" y="1809785"/>
              <a:ext cx="5565" cy="4580"/>
            </a:xfrm>
            <a:custGeom>
              <a:avLst/>
              <a:gdLst/>
              <a:ahLst/>
              <a:cxnLst/>
              <a:rect l="l" t="t" r="r" b="b"/>
              <a:pathLst>
                <a:path w="175" h="144" extrusionOk="0">
                  <a:moveTo>
                    <a:pt x="127" y="1"/>
                  </a:moveTo>
                  <a:lnTo>
                    <a:pt x="127" y="1"/>
                  </a:lnTo>
                  <a:lnTo>
                    <a:pt x="112" y="1"/>
                  </a:lnTo>
                  <a:lnTo>
                    <a:pt x="95" y="17"/>
                  </a:lnTo>
                  <a:lnTo>
                    <a:pt x="80" y="17"/>
                  </a:lnTo>
                  <a:cubicBezTo>
                    <a:pt x="64" y="32"/>
                    <a:pt x="49" y="32"/>
                    <a:pt x="49" y="49"/>
                  </a:cubicBezTo>
                  <a:cubicBezTo>
                    <a:pt x="32" y="49"/>
                    <a:pt x="32" y="49"/>
                    <a:pt x="17" y="64"/>
                  </a:cubicBezTo>
                  <a:cubicBezTo>
                    <a:pt x="1" y="64"/>
                    <a:pt x="1" y="64"/>
                    <a:pt x="1" y="80"/>
                  </a:cubicBezTo>
                  <a:lnTo>
                    <a:pt x="1" y="112"/>
                  </a:lnTo>
                  <a:lnTo>
                    <a:pt x="17" y="127"/>
                  </a:lnTo>
                  <a:lnTo>
                    <a:pt x="32" y="127"/>
                  </a:lnTo>
                  <a:lnTo>
                    <a:pt x="49" y="127"/>
                  </a:lnTo>
                  <a:lnTo>
                    <a:pt x="49" y="127"/>
                  </a:lnTo>
                  <a:lnTo>
                    <a:pt x="49" y="127"/>
                  </a:lnTo>
                  <a:lnTo>
                    <a:pt x="95" y="127"/>
                  </a:lnTo>
                  <a:lnTo>
                    <a:pt x="112" y="143"/>
                  </a:lnTo>
                  <a:lnTo>
                    <a:pt x="127" y="127"/>
                  </a:lnTo>
                  <a:lnTo>
                    <a:pt x="143" y="127"/>
                  </a:lnTo>
                  <a:cubicBezTo>
                    <a:pt x="158" y="127"/>
                    <a:pt x="158" y="112"/>
                    <a:pt x="158" y="95"/>
                  </a:cubicBezTo>
                  <a:lnTo>
                    <a:pt x="175" y="32"/>
                  </a:lnTo>
                  <a:cubicBezTo>
                    <a:pt x="175" y="17"/>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3" name="Google Shape;2003;p38"/>
            <p:cNvSpPr/>
            <p:nvPr/>
          </p:nvSpPr>
          <p:spPr>
            <a:xfrm>
              <a:off x="3120888" y="1817800"/>
              <a:ext cx="3530" cy="3053"/>
            </a:xfrm>
            <a:custGeom>
              <a:avLst/>
              <a:gdLst/>
              <a:ahLst/>
              <a:cxnLst/>
              <a:rect l="l" t="t" r="r" b="b"/>
              <a:pathLst>
                <a:path w="111" h="96" extrusionOk="0">
                  <a:moveTo>
                    <a:pt x="79" y="1"/>
                  </a:moveTo>
                  <a:lnTo>
                    <a:pt x="79" y="1"/>
                  </a:lnTo>
                  <a:lnTo>
                    <a:pt x="79" y="1"/>
                  </a:lnTo>
                  <a:lnTo>
                    <a:pt x="64" y="1"/>
                  </a:lnTo>
                  <a:lnTo>
                    <a:pt x="16" y="32"/>
                  </a:lnTo>
                  <a:cubicBezTo>
                    <a:pt x="1" y="49"/>
                    <a:pt x="1" y="80"/>
                    <a:pt x="16" y="95"/>
                  </a:cubicBezTo>
                  <a:lnTo>
                    <a:pt x="47" y="95"/>
                  </a:lnTo>
                  <a:lnTo>
                    <a:pt x="64" y="95"/>
                  </a:lnTo>
                  <a:lnTo>
                    <a:pt x="110" y="49"/>
                  </a:lnTo>
                  <a:lnTo>
                    <a:pt x="110"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4" name="Google Shape;2004;p38"/>
            <p:cNvSpPr/>
            <p:nvPr/>
          </p:nvSpPr>
          <p:spPr>
            <a:xfrm>
              <a:off x="3288271" y="1805301"/>
              <a:ext cx="4039" cy="3021"/>
            </a:xfrm>
            <a:custGeom>
              <a:avLst/>
              <a:gdLst/>
              <a:ahLst/>
              <a:cxnLst/>
              <a:rect l="l" t="t" r="r" b="b"/>
              <a:pathLst>
                <a:path w="127" h="95" extrusionOk="0">
                  <a:moveTo>
                    <a:pt x="63" y="0"/>
                  </a:moveTo>
                  <a:lnTo>
                    <a:pt x="63" y="0"/>
                  </a:lnTo>
                  <a:lnTo>
                    <a:pt x="47" y="0"/>
                  </a:lnTo>
                  <a:cubicBezTo>
                    <a:pt x="47" y="0"/>
                    <a:pt x="32" y="0"/>
                    <a:pt x="32" y="16"/>
                  </a:cubicBezTo>
                  <a:lnTo>
                    <a:pt x="15" y="32"/>
                  </a:lnTo>
                  <a:lnTo>
                    <a:pt x="0" y="47"/>
                  </a:lnTo>
                  <a:lnTo>
                    <a:pt x="0" y="63"/>
                  </a:lnTo>
                  <a:lnTo>
                    <a:pt x="32" y="95"/>
                  </a:lnTo>
                  <a:lnTo>
                    <a:pt x="63" y="95"/>
                  </a:lnTo>
                  <a:lnTo>
                    <a:pt x="63" y="95"/>
                  </a:lnTo>
                  <a:lnTo>
                    <a:pt x="78" y="95"/>
                  </a:lnTo>
                  <a:cubicBezTo>
                    <a:pt x="95" y="95"/>
                    <a:pt x="95" y="95"/>
                    <a:pt x="110" y="79"/>
                  </a:cubicBezTo>
                  <a:lnTo>
                    <a:pt x="110" y="79"/>
                  </a:lnTo>
                  <a:cubicBezTo>
                    <a:pt x="126" y="63"/>
                    <a:pt x="126" y="47"/>
                    <a:pt x="110" y="32"/>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5" name="Google Shape;2005;p38"/>
            <p:cNvSpPr/>
            <p:nvPr/>
          </p:nvSpPr>
          <p:spPr>
            <a:xfrm>
              <a:off x="3443060" y="1789272"/>
              <a:ext cx="5565" cy="4516"/>
            </a:xfrm>
            <a:custGeom>
              <a:avLst/>
              <a:gdLst/>
              <a:ahLst/>
              <a:cxnLst/>
              <a:rect l="l" t="t" r="r" b="b"/>
              <a:pathLst>
                <a:path w="175" h="142" extrusionOk="0">
                  <a:moveTo>
                    <a:pt x="127" y="0"/>
                  </a:moveTo>
                  <a:lnTo>
                    <a:pt x="127" y="0"/>
                  </a:lnTo>
                  <a:lnTo>
                    <a:pt x="127" y="0"/>
                  </a:lnTo>
                  <a:cubicBezTo>
                    <a:pt x="95" y="15"/>
                    <a:pt x="80" y="32"/>
                    <a:pt x="64" y="47"/>
                  </a:cubicBezTo>
                  <a:cubicBezTo>
                    <a:pt x="64" y="63"/>
                    <a:pt x="49" y="63"/>
                    <a:pt x="49" y="63"/>
                  </a:cubicBezTo>
                  <a:lnTo>
                    <a:pt x="49" y="63"/>
                  </a:lnTo>
                  <a:lnTo>
                    <a:pt x="49" y="63"/>
                  </a:lnTo>
                  <a:lnTo>
                    <a:pt x="32" y="63"/>
                  </a:lnTo>
                  <a:cubicBezTo>
                    <a:pt x="17" y="63"/>
                    <a:pt x="1" y="78"/>
                    <a:pt x="1" y="95"/>
                  </a:cubicBezTo>
                  <a:cubicBezTo>
                    <a:pt x="1" y="110"/>
                    <a:pt x="1" y="126"/>
                    <a:pt x="17" y="126"/>
                  </a:cubicBezTo>
                  <a:cubicBezTo>
                    <a:pt x="17" y="141"/>
                    <a:pt x="32" y="141"/>
                    <a:pt x="32" y="141"/>
                  </a:cubicBezTo>
                  <a:lnTo>
                    <a:pt x="49" y="141"/>
                  </a:lnTo>
                  <a:cubicBezTo>
                    <a:pt x="64" y="141"/>
                    <a:pt x="80" y="126"/>
                    <a:pt x="95" y="126"/>
                  </a:cubicBezTo>
                  <a:cubicBezTo>
                    <a:pt x="112" y="110"/>
                    <a:pt x="127" y="95"/>
                    <a:pt x="127" y="78"/>
                  </a:cubicBezTo>
                  <a:lnTo>
                    <a:pt x="143" y="78"/>
                  </a:lnTo>
                  <a:lnTo>
                    <a:pt x="143" y="63"/>
                  </a:lnTo>
                  <a:cubicBezTo>
                    <a:pt x="158" y="63"/>
                    <a:pt x="175" y="32"/>
                    <a:pt x="158" y="15"/>
                  </a:cubicBezTo>
                  <a:cubicBezTo>
                    <a:pt x="158" y="0"/>
                    <a:pt x="143"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6" name="Google Shape;2006;p38"/>
            <p:cNvSpPr/>
            <p:nvPr/>
          </p:nvSpPr>
          <p:spPr>
            <a:xfrm>
              <a:off x="3333369" y="1798749"/>
              <a:ext cx="3498" cy="5057"/>
            </a:xfrm>
            <a:custGeom>
              <a:avLst/>
              <a:gdLst/>
              <a:ahLst/>
              <a:cxnLst/>
              <a:rect l="l" t="t" r="r" b="b"/>
              <a:pathLst>
                <a:path w="110" h="159" extrusionOk="0">
                  <a:moveTo>
                    <a:pt x="47" y="1"/>
                  </a:moveTo>
                  <a:lnTo>
                    <a:pt x="32" y="1"/>
                  </a:lnTo>
                  <a:lnTo>
                    <a:pt x="32" y="1"/>
                  </a:lnTo>
                  <a:cubicBezTo>
                    <a:pt x="15" y="17"/>
                    <a:pt x="0" y="33"/>
                    <a:pt x="15" y="49"/>
                  </a:cubicBezTo>
                  <a:lnTo>
                    <a:pt x="15" y="49"/>
                  </a:lnTo>
                  <a:lnTo>
                    <a:pt x="32" y="96"/>
                  </a:lnTo>
                  <a:lnTo>
                    <a:pt x="32" y="112"/>
                  </a:lnTo>
                  <a:cubicBezTo>
                    <a:pt x="15" y="127"/>
                    <a:pt x="32" y="143"/>
                    <a:pt x="32" y="159"/>
                  </a:cubicBezTo>
                  <a:lnTo>
                    <a:pt x="63" y="159"/>
                  </a:lnTo>
                  <a:cubicBezTo>
                    <a:pt x="63" y="159"/>
                    <a:pt x="78" y="159"/>
                    <a:pt x="95" y="143"/>
                  </a:cubicBezTo>
                  <a:lnTo>
                    <a:pt x="95" y="143"/>
                  </a:lnTo>
                  <a:lnTo>
                    <a:pt x="95" y="143"/>
                  </a:lnTo>
                  <a:cubicBezTo>
                    <a:pt x="95" y="127"/>
                    <a:pt x="110" y="112"/>
                    <a:pt x="110" y="96"/>
                  </a:cubicBezTo>
                  <a:lnTo>
                    <a:pt x="110" y="80"/>
                  </a:lnTo>
                  <a:lnTo>
                    <a:pt x="95" y="64"/>
                  </a:lnTo>
                  <a:lnTo>
                    <a:pt x="78" y="17"/>
                  </a:lnTo>
                  <a:cubicBezTo>
                    <a:pt x="63" y="17"/>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7" name="Google Shape;2007;p38"/>
            <p:cNvSpPr/>
            <p:nvPr/>
          </p:nvSpPr>
          <p:spPr>
            <a:xfrm>
              <a:off x="3411001" y="1794265"/>
              <a:ext cx="3562" cy="3053"/>
            </a:xfrm>
            <a:custGeom>
              <a:avLst/>
              <a:gdLst/>
              <a:ahLst/>
              <a:cxnLst/>
              <a:rect l="l" t="t" r="r" b="b"/>
              <a:pathLst>
                <a:path w="112" h="96" extrusionOk="0">
                  <a:moveTo>
                    <a:pt x="80" y="1"/>
                  </a:moveTo>
                  <a:lnTo>
                    <a:pt x="64" y="1"/>
                  </a:lnTo>
                  <a:lnTo>
                    <a:pt x="64" y="16"/>
                  </a:lnTo>
                  <a:lnTo>
                    <a:pt x="48" y="16"/>
                  </a:lnTo>
                  <a:lnTo>
                    <a:pt x="17" y="32"/>
                  </a:lnTo>
                  <a:lnTo>
                    <a:pt x="17" y="32"/>
                  </a:lnTo>
                  <a:cubicBezTo>
                    <a:pt x="1" y="47"/>
                    <a:pt x="1" y="64"/>
                    <a:pt x="1" y="79"/>
                  </a:cubicBezTo>
                  <a:lnTo>
                    <a:pt x="17" y="79"/>
                  </a:lnTo>
                  <a:cubicBezTo>
                    <a:pt x="17" y="95"/>
                    <a:pt x="32" y="95"/>
                    <a:pt x="32" y="95"/>
                  </a:cubicBezTo>
                  <a:lnTo>
                    <a:pt x="48" y="95"/>
                  </a:lnTo>
                  <a:lnTo>
                    <a:pt x="95" y="64"/>
                  </a:lnTo>
                  <a:cubicBezTo>
                    <a:pt x="95" y="64"/>
                    <a:pt x="111" y="64"/>
                    <a:pt x="111" y="47"/>
                  </a:cubicBezTo>
                  <a:cubicBezTo>
                    <a:pt x="111" y="32"/>
                    <a:pt x="111"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8" name="Google Shape;2008;p38"/>
            <p:cNvSpPr/>
            <p:nvPr/>
          </p:nvSpPr>
          <p:spPr>
            <a:xfrm>
              <a:off x="3158448" y="1813792"/>
              <a:ext cx="4580" cy="5057"/>
            </a:xfrm>
            <a:custGeom>
              <a:avLst/>
              <a:gdLst/>
              <a:ahLst/>
              <a:cxnLst/>
              <a:rect l="l" t="t" r="r" b="b"/>
              <a:pathLst>
                <a:path w="144" h="159" extrusionOk="0">
                  <a:moveTo>
                    <a:pt x="95" y="1"/>
                  </a:moveTo>
                  <a:lnTo>
                    <a:pt x="95" y="1"/>
                  </a:lnTo>
                  <a:cubicBezTo>
                    <a:pt x="80" y="1"/>
                    <a:pt x="80" y="17"/>
                    <a:pt x="64" y="17"/>
                  </a:cubicBezTo>
                  <a:lnTo>
                    <a:pt x="64" y="32"/>
                  </a:lnTo>
                  <a:lnTo>
                    <a:pt x="32" y="80"/>
                  </a:lnTo>
                  <a:lnTo>
                    <a:pt x="1" y="112"/>
                  </a:lnTo>
                  <a:cubicBezTo>
                    <a:pt x="1" y="127"/>
                    <a:pt x="1" y="143"/>
                    <a:pt x="17" y="158"/>
                  </a:cubicBezTo>
                  <a:lnTo>
                    <a:pt x="17" y="158"/>
                  </a:lnTo>
                  <a:lnTo>
                    <a:pt x="32" y="158"/>
                  </a:lnTo>
                  <a:lnTo>
                    <a:pt x="64" y="158"/>
                  </a:lnTo>
                  <a:lnTo>
                    <a:pt x="64" y="143"/>
                  </a:lnTo>
                  <a:lnTo>
                    <a:pt x="95" y="95"/>
                  </a:lnTo>
                  <a:lnTo>
                    <a:pt x="112" y="80"/>
                  </a:lnTo>
                  <a:lnTo>
                    <a:pt x="127" y="64"/>
                  </a:lnTo>
                  <a:cubicBezTo>
                    <a:pt x="143" y="49"/>
                    <a:pt x="127" y="17"/>
                    <a:pt x="112" y="17"/>
                  </a:cubicBezTo>
                  <a:cubicBezTo>
                    <a:pt x="112"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9" name="Google Shape;2009;p38"/>
            <p:cNvSpPr/>
            <p:nvPr/>
          </p:nvSpPr>
          <p:spPr>
            <a:xfrm>
              <a:off x="3174000" y="1816337"/>
              <a:ext cx="5534" cy="5025"/>
            </a:xfrm>
            <a:custGeom>
              <a:avLst/>
              <a:gdLst/>
              <a:ahLst/>
              <a:cxnLst/>
              <a:rect l="l" t="t" r="r" b="b"/>
              <a:pathLst>
                <a:path w="174" h="158" extrusionOk="0">
                  <a:moveTo>
                    <a:pt x="142" y="0"/>
                  </a:moveTo>
                  <a:lnTo>
                    <a:pt x="142" y="0"/>
                  </a:lnTo>
                  <a:cubicBezTo>
                    <a:pt x="127" y="0"/>
                    <a:pt x="110" y="0"/>
                    <a:pt x="110" y="15"/>
                  </a:cubicBezTo>
                  <a:lnTo>
                    <a:pt x="95" y="47"/>
                  </a:lnTo>
                  <a:lnTo>
                    <a:pt x="79" y="63"/>
                  </a:lnTo>
                  <a:lnTo>
                    <a:pt x="79" y="63"/>
                  </a:lnTo>
                  <a:lnTo>
                    <a:pt x="64" y="63"/>
                  </a:lnTo>
                  <a:lnTo>
                    <a:pt x="16" y="78"/>
                  </a:lnTo>
                  <a:lnTo>
                    <a:pt x="16" y="78"/>
                  </a:lnTo>
                  <a:cubicBezTo>
                    <a:pt x="1" y="95"/>
                    <a:pt x="1" y="110"/>
                    <a:pt x="1" y="126"/>
                  </a:cubicBezTo>
                  <a:cubicBezTo>
                    <a:pt x="1" y="141"/>
                    <a:pt x="16" y="158"/>
                    <a:pt x="32" y="158"/>
                  </a:cubicBezTo>
                  <a:cubicBezTo>
                    <a:pt x="32" y="158"/>
                    <a:pt x="47" y="158"/>
                    <a:pt x="47" y="141"/>
                  </a:cubicBezTo>
                  <a:lnTo>
                    <a:pt x="64" y="141"/>
                  </a:lnTo>
                  <a:lnTo>
                    <a:pt x="79" y="158"/>
                  </a:lnTo>
                  <a:lnTo>
                    <a:pt x="95" y="158"/>
                  </a:lnTo>
                  <a:lnTo>
                    <a:pt x="95" y="158"/>
                  </a:lnTo>
                  <a:lnTo>
                    <a:pt x="110" y="141"/>
                  </a:lnTo>
                  <a:lnTo>
                    <a:pt x="127" y="126"/>
                  </a:lnTo>
                  <a:lnTo>
                    <a:pt x="158" y="78"/>
                  </a:lnTo>
                  <a:lnTo>
                    <a:pt x="158" y="47"/>
                  </a:lnTo>
                  <a:lnTo>
                    <a:pt x="173" y="47"/>
                  </a:lnTo>
                  <a:cubicBezTo>
                    <a:pt x="173" y="32"/>
                    <a:pt x="173"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0" name="Google Shape;2010;p38"/>
            <p:cNvSpPr/>
            <p:nvPr/>
          </p:nvSpPr>
          <p:spPr>
            <a:xfrm>
              <a:off x="3292755" y="1815796"/>
              <a:ext cx="3562" cy="2576"/>
            </a:xfrm>
            <a:custGeom>
              <a:avLst/>
              <a:gdLst/>
              <a:ahLst/>
              <a:cxnLst/>
              <a:rect l="l" t="t" r="r" b="b"/>
              <a:pathLst>
                <a:path w="112" h="81" extrusionOk="0">
                  <a:moveTo>
                    <a:pt x="80" y="1"/>
                  </a:moveTo>
                  <a:lnTo>
                    <a:pt x="80" y="1"/>
                  </a:lnTo>
                  <a:lnTo>
                    <a:pt x="63" y="1"/>
                  </a:lnTo>
                  <a:lnTo>
                    <a:pt x="63" y="1"/>
                  </a:lnTo>
                  <a:lnTo>
                    <a:pt x="32" y="17"/>
                  </a:lnTo>
                  <a:cubicBezTo>
                    <a:pt x="17" y="17"/>
                    <a:pt x="0" y="32"/>
                    <a:pt x="0" y="49"/>
                  </a:cubicBezTo>
                  <a:lnTo>
                    <a:pt x="0" y="64"/>
                  </a:lnTo>
                  <a:cubicBezTo>
                    <a:pt x="17" y="80"/>
                    <a:pt x="32" y="80"/>
                    <a:pt x="32" y="80"/>
                  </a:cubicBezTo>
                  <a:lnTo>
                    <a:pt x="48" y="80"/>
                  </a:lnTo>
                  <a:lnTo>
                    <a:pt x="95" y="64"/>
                  </a:lnTo>
                  <a:lnTo>
                    <a:pt x="95" y="64"/>
                  </a:lnTo>
                  <a:cubicBezTo>
                    <a:pt x="111" y="64"/>
                    <a:pt x="111" y="49"/>
                    <a:pt x="111" y="32"/>
                  </a:cubicBezTo>
                  <a:lnTo>
                    <a:pt x="111" y="32"/>
                  </a:lnTo>
                  <a:cubicBezTo>
                    <a:pt x="111" y="17"/>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1" name="Google Shape;2011;p38"/>
            <p:cNvSpPr/>
            <p:nvPr/>
          </p:nvSpPr>
          <p:spPr>
            <a:xfrm>
              <a:off x="3341860" y="1812329"/>
              <a:ext cx="6042" cy="5025"/>
            </a:xfrm>
            <a:custGeom>
              <a:avLst/>
              <a:gdLst/>
              <a:ahLst/>
              <a:cxnLst/>
              <a:rect l="l" t="t" r="r" b="b"/>
              <a:pathLst>
                <a:path w="190" h="158" extrusionOk="0">
                  <a:moveTo>
                    <a:pt x="63" y="0"/>
                  </a:moveTo>
                  <a:lnTo>
                    <a:pt x="48" y="0"/>
                  </a:lnTo>
                  <a:cubicBezTo>
                    <a:pt x="48" y="0"/>
                    <a:pt x="48" y="15"/>
                    <a:pt x="32" y="15"/>
                  </a:cubicBezTo>
                  <a:lnTo>
                    <a:pt x="32" y="0"/>
                  </a:lnTo>
                  <a:lnTo>
                    <a:pt x="17" y="15"/>
                  </a:lnTo>
                  <a:lnTo>
                    <a:pt x="17" y="15"/>
                  </a:lnTo>
                  <a:cubicBezTo>
                    <a:pt x="0" y="32"/>
                    <a:pt x="0" y="32"/>
                    <a:pt x="0" y="47"/>
                  </a:cubicBezTo>
                  <a:cubicBezTo>
                    <a:pt x="0" y="63"/>
                    <a:pt x="0" y="63"/>
                    <a:pt x="17" y="78"/>
                  </a:cubicBezTo>
                  <a:lnTo>
                    <a:pt x="32" y="78"/>
                  </a:lnTo>
                  <a:lnTo>
                    <a:pt x="126" y="141"/>
                  </a:lnTo>
                  <a:cubicBezTo>
                    <a:pt x="126" y="158"/>
                    <a:pt x="143" y="158"/>
                    <a:pt x="143" y="158"/>
                  </a:cubicBezTo>
                  <a:lnTo>
                    <a:pt x="143" y="158"/>
                  </a:lnTo>
                  <a:cubicBezTo>
                    <a:pt x="158" y="158"/>
                    <a:pt x="174" y="141"/>
                    <a:pt x="174" y="141"/>
                  </a:cubicBezTo>
                  <a:cubicBezTo>
                    <a:pt x="189" y="126"/>
                    <a:pt x="189" y="110"/>
                    <a:pt x="174" y="95"/>
                  </a:cubicBezTo>
                  <a:lnTo>
                    <a:pt x="143" y="78"/>
                  </a:lnTo>
                  <a:lnTo>
                    <a:pt x="126" y="78"/>
                  </a:lnTo>
                  <a:cubicBezTo>
                    <a:pt x="126" y="78"/>
                    <a:pt x="111" y="78"/>
                    <a:pt x="111" y="6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2" name="Google Shape;2012;p38"/>
            <p:cNvSpPr/>
            <p:nvPr/>
          </p:nvSpPr>
          <p:spPr>
            <a:xfrm>
              <a:off x="3422037" y="1801771"/>
              <a:ext cx="2544" cy="3053"/>
            </a:xfrm>
            <a:custGeom>
              <a:avLst/>
              <a:gdLst/>
              <a:ahLst/>
              <a:cxnLst/>
              <a:rect l="l" t="t" r="r" b="b"/>
              <a:pathLst>
                <a:path w="80" h="96" extrusionOk="0">
                  <a:moveTo>
                    <a:pt x="48" y="1"/>
                  </a:moveTo>
                  <a:lnTo>
                    <a:pt x="32" y="1"/>
                  </a:lnTo>
                  <a:lnTo>
                    <a:pt x="17" y="1"/>
                  </a:lnTo>
                  <a:lnTo>
                    <a:pt x="17" y="1"/>
                  </a:lnTo>
                  <a:cubicBezTo>
                    <a:pt x="0" y="1"/>
                    <a:pt x="0" y="17"/>
                    <a:pt x="0" y="32"/>
                  </a:cubicBezTo>
                  <a:lnTo>
                    <a:pt x="17" y="64"/>
                  </a:lnTo>
                  <a:lnTo>
                    <a:pt x="17" y="64"/>
                  </a:lnTo>
                  <a:cubicBezTo>
                    <a:pt x="17" y="80"/>
                    <a:pt x="32" y="95"/>
                    <a:pt x="48" y="95"/>
                  </a:cubicBezTo>
                  <a:lnTo>
                    <a:pt x="48" y="95"/>
                  </a:lnTo>
                  <a:cubicBezTo>
                    <a:pt x="63" y="95"/>
                    <a:pt x="80" y="80"/>
                    <a:pt x="80" y="64"/>
                  </a:cubicBezTo>
                  <a:lnTo>
                    <a:pt x="80" y="32"/>
                  </a:lnTo>
                  <a:lnTo>
                    <a:pt x="63" y="17"/>
                  </a:lnTo>
                  <a:cubicBezTo>
                    <a:pt x="63" y="1"/>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3" name="Google Shape;2013;p38"/>
            <p:cNvSpPr/>
            <p:nvPr/>
          </p:nvSpPr>
          <p:spPr>
            <a:xfrm>
              <a:off x="3343864" y="1811789"/>
              <a:ext cx="3021" cy="3053"/>
            </a:xfrm>
            <a:custGeom>
              <a:avLst/>
              <a:gdLst/>
              <a:ahLst/>
              <a:cxnLst/>
              <a:rect l="l" t="t" r="r" b="b"/>
              <a:pathLst>
                <a:path w="95" h="96" extrusionOk="0">
                  <a:moveTo>
                    <a:pt x="17" y="1"/>
                  </a:moveTo>
                  <a:lnTo>
                    <a:pt x="0" y="17"/>
                  </a:lnTo>
                  <a:lnTo>
                    <a:pt x="48" y="80"/>
                  </a:lnTo>
                  <a:cubicBezTo>
                    <a:pt x="48" y="95"/>
                    <a:pt x="63" y="95"/>
                    <a:pt x="63" y="95"/>
                  </a:cubicBezTo>
                  <a:lnTo>
                    <a:pt x="80" y="95"/>
                  </a:lnTo>
                  <a:lnTo>
                    <a:pt x="95" y="95"/>
                  </a:lnTo>
                  <a:lnTo>
                    <a:pt x="95" y="80"/>
                  </a:lnTo>
                  <a:lnTo>
                    <a:pt x="95" y="49"/>
                  </a:lnTo>
                  <a:lnTo>
                    <a:pt x="95" y="49"/>
                  </a:lnTo>
                  <a:lnTo>
                    <a:pt x="95" y="32"/>
                  </a:lnTo>
                  <a:lnTo>
                    <a:pt x="95" y="32"/>
                  </a:lnTo>
                  <a:lnTo>
                    <a:pt x="80" y="49"/>
                  </a:lnTo>
                  <a:lnTo>
                    <a:pt x="63" y="49"/>
                  </a:lnTo>
                  <a:cubicBezTo>
                    <a:pt x="48" y="49"/>
                    <a:pt x="32" y="49"/>
                    <a:pt x="32" y="32"/>
                  </a:cubicBezTo>
                  <a:cubicBezTo>
                    <a:pt x="17"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4" name="Google Shape;2014;p38"/>
            <p:cNvSpPr/>
            <p:nvPr/>
          </p:nvSpPr>
          <p:spPr>
            <a:xfrm>
              <a:off x="3329838" y="1793279"/>
              <a:ext cx="3562" cy="3021"/>
            </a:xfrm>
            <a:custGeom>
              <a:avLst/>
              <a:gdLst/>
              <a:ahLst/>
              <a:cxnLst/>
              <a:rect l="l" t="t" r="r" b="b"/>
              <a:pathLst>
                <a:path w="112" h="95" extrusionOk="0">
                  <a:moveTo>
                    <a:pt x="80" y="0"/>
                  </a:moveTo>
                  <a:lnTo>
                    <a:pt x="63" y="0"/>
                  </a:lnTo>
                  <a:cubicBezTo>
                    <a:pt x="63" y="0"/>
                    <a:pt x="63" y="15"/>
                    <a:pt x="48" y="15"/>
                  </a:cubicBezTo>
                  <a:lnTo>
                    <a:pt x="17" y="32"/>
                  </a:lnTo>
                  <a:cubicBezTo>
                    <a:pt x="0" y="47"/>
                    <a:pt x="0" y="78"/>
                    <a:pt x="17" y="78"/>
                  </a:cubicBezTo>
                  <a:cubicBezTo>
                    <a:pt x="17" y="95"/>
                    <a:pt x="32" y="95"/>
                    <a:pt x="32" y="95"/>
                  </a:cubicBezTo>
                  <a:lnTo>
                    <a:pt x="63" y="95"/>
                  </a:lnTo>
                  <a:lnTo>
                    <a:pt x="95" y="63"/>
                  </a:lnTo>
                  <a:lnTo>
                    <a:pt x="95" y="63"/>
                  </a:lnTo>
                  <a:cubicBezTo>
                    <a:pt x="111" y="47"/>
                    <a:pt x="111" y="32"/>
                    <a:pt x="95" y="15"/>
                  </a:cubicBezTo>
                  <a:lnTo>
                    <a:pt x="95" y="15"/>
                  </a:ln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5" name="Google Shape;2015;p38"/>
            <p:cNvSpPr/>
            <p:nvPr/>
          </p:nvSpPr>
          <p:spPr>
            <a:xfrm>
              <a:off x="3362914" y="1805778"/>
              <a:ext cx="2544" cy="3053"/>
            </a:xfrm>
            <a:custGeom>
              <a:avLst/>
              <a:gdLst/>
              <a:ahLst/>
              <a:cxnLst/>
              <a:rect l="l" t="t" r="r" b="b"/>
              <a:pathLst>
                <a:path w="80" h="96" extrusionOk="0">
                  <a:moveTo>
                    <a:pt x="32" y="1"/>
                  </a:moveTo>
                  <a:lnTo>
                    <a:pt x="32" y="1"/>
                  </a:lnTo>
                  <a:lnTo>
                    <a:pt x="32" y="1"/>
                  </a:lnTo>
                  <a:cubicBezTo>
                    <a:pt x="0" y="1"/>
                    <a:pt x="0" y="17"/>
                    <a:pt x="0" y="32"/>
                  </a:cubicBezTo>
                  <a:lnTo>
                    <a:pt x="16" y="80"/>
                  </a:lnTo>
                  <a:cubicBezTo>
                    <a:pt x="16" y="95"/>
                    <a:pt x="32" y="95"/>
                    <a:pt x="48" y="95"/>
                  </a:cubicBezTo>
                  <a:lnTo>
                    <a:pt x="63" y="95"/>
                  </a:lnTo>
                  <a:cubicBezTo>
                    <a:pt x="79" y="95"/>
                    <a:pt x="79" y="80"/>
                    <a:pt x="79" y="64"/>
                  </a:cubicBezTo>
                  <a:lnTo>
                    <a:pt x="63" y="17"/>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6" name="Google Shape;2016;p38"/>
            <p:cNvSpPr/>
            <p:nvPr/>
          </p:nvSpPr>
          <p:spPr>
            <a:xfrm>
              <a:off x="3190538" y="1824351"/>
              <a:ext cx="3530" cy="2035"/>
            </a:xfrm>
            <a:custGeom>
              <a:avLst/>
              <a:gdLst/>
              <a:ahLst/>
              <a:cxnLst/>
              <a:rect l="l" t="t" r="r" b="b"/>
              <a:pathLst>
                <a:path w="111" h="64" extrusionOk="0">
                  <a:moveTo>
                    <a:pt x="32" y="0"/>
                  </a:moveTo>
                  <a:lnTo>
                    <a:pt x="32" y="0"/>
                  </a:lnTo>
                  <a:cubicBezTo>
                    <a:pt x="16" y="0"/>
                    <a:pt x="0" y="15"/>
                    <a:pt x="0" y="32"/>
                  </a:cubicBezTo>
                  <a:cubicBezTo>
                    <a:pt x="0" y="47"/>
                    <a:pt x="16" y="63"/>
                    <a:pt x="32" y="63"/>
                  </a:cubicBezTo>
                  <a:lnTo>
                    <a:pt x="79" y="63"/>
                  </a:lnTo>
                  <a:lnTo>
                    <a:pt x="79" y="63"/>
                  </a:lnTo>
                  <a:cubicBezTo>
                    <a:pt x="95" y="63"/>
                    <a:pt x="111" y="47"/>
                    <a:pt x="111" y="32"/>
                  </a:cubicBezTo>
                  <a:cubicBezTo>
                    <a:pt x="111" y="15"/>
                    <a:pt x="95" y="0"/>
                    <a:pt x="79"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7" name="Google Shape;2017;p38"/>
            <p:cNvSpPr/>
            <p:nvPr/>
          </p:nvSpPr>
          <p:spPr>
            <a:xfrm>
              <a:off x="3113351" y="1817323"/>
              <a:ext cx="2035" cy="2035"/>
            </a:xfrm>
            <a:custGeom>
              <a:avLst/>
              <a:gdLst/>
              <a:ahLst/>
              <a:cxnLst/>
              <a:rect l="l" t="t" r="r" b="b"/>
              <a:pathLst>
                <a:path w="64" h="64" extrusionOk="0">
                  <a:moveTo>
                    <a:pt x="1" y="1"/>
                  </a:moveTo>
                  <a:lnTo>
                    <a:pt x="64" y="64"/>
                  </a:lnTo>
                  <a:cubicBezTo>
                    <a:pt x="64" y="47"/>
                    <a:pt x="49" y="47"/>
                    <a:pt x="49" y="32"/>
                  </a:cubicBezTo>
                  <a:lnTo>
                    <a:pt x="49" y="32"/>
                  </a:lnTo>
                  <a:lnTo>
                    <a:pt x="49" y="32"/>
                  </a:lnTo>
                  <a:cubicBezTo>
                    <a:pt x="32" y="16"/>
                    <a:pt x="32" y="1"/>
                    <a:pt x="1" y="1"/>
                  </a:cubicBez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8" name="Google Shape;2018;p38"/>
            <p:cNvSpPr/>
            <p:nvPr/>
          </p:nvSpPr>
          <p:spPr>
            <a:xfrm>
              <a:off x="3113351" y="1816814"/>
              <a:ext cx="2035" cy="2544"/>
            </a:xfrm>
            <a:custGeom>
              <a:avLst/>
              <a:gdLst/>
              <a:ahLst/>
              <a:cxnLst/>
              <a:rect l="l" t="t" r="r" b="b"/>
              <a:pathLst>
                <a:path w="64" h="80" extrusionOk="0">
                  <a:moveTo>
                    <a:pt x="49" y="48"/>
                  </a:moveTo>
                  <a:lnTo>
                    <a:pt x="49" y="48"/>
                  </a:lnTo>
                  <a:cubicBezTo>
                    <a:pt x="49" y="63"/>
                    <a:pt x="64" y="63"/>
                    <a:pt x="64" y="80"/>
                  </a:cubicBezTo>
                  <a:lnTo>
                    <a:pt x="64" y="80"/>
                  </a:lnTo>
                  <a:cubicBezTo>
                    <a:pt x="64" y="63"/>
                    <a:pt x="49" y="63"/>
                    <a:pt x="49" y="48"/>
                  </a:cubicBezTo>
                  <a:lnTo>
                    <a:pt x="49" y="48"/>
                  </a:lnTo>
                  <a:close/>
                  <a:moveTo>
                    <a:pt x="1" y="0"/>
                  </a:moveTo>
                  <a:lnTo>
                    <a:pt x="1" y="17"/>
                  </a:lnTo>
                  <a:lnTo>
                    <a:pt x="1" y="17"/>
                  </a:lnTo>
                  <a:cubicBezTo>
                    <a:pt x="32" y="17"/>
                    <a:pt x="32" y="32"/>
                    <a:pt x="49" y="48"/>
                  </a:cubicBezTo>
                  <a:cubicBezTo>
                    <a:pt x="49" y="32"/>
                    <a:pt x="17" y="17"/>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9" name="Google Shape;2019;p38"/>
            <p:cNvSpPr/>
            <p:nvPr/>
          </p:nvSpPr>
          <p:spPr>
            <a:xfrm>
              <a:off x="3113351" y="1814810"/>
              <a:ext cx="4039" cy="5025"/>
            </a:xfrm>
            <a:custGeom>
              <a:avLst/>
              <a:gdLst/>
              <a:ahLst/>
              <a:cxnLst/>
              <a:rect l="l" t="t" r="r" b="b"/>
              <a:pathLst>
                <a:path w="127" h="158" extrusionOk="0">
                  <a:moveTo>
                    <a:pt x="49" y="0"/>
                  </a:moveTo>
                  <a:lnTo>
                    <a:pt x="32" y="0"/>
                  </a:lnTo>
                  <a:lnTo>
                    <a:pt x="17" y="17"/>
                  </a:lnTo>
                  <a:lnTo>
                    <a:pt x="17" y="17"/>
                  </a:lnTo>
                  <a:lnTo>
                    <a:pt x="1" y="48"/>
                  </a:lnTo>
                  <a:lnTo>
                    <a:pt x="1" y="63"/>
                  </a:lnTo>
                  <a:cubicBezTo>
                    <a:pt x="17" y="80"/>
                    <a:pt x="49" y="95"/>
                    <a:pt x="49" y="111"/>
                  </a:cubicBezTo>
                  <a:lnTo>
                    <a:pt x="49" y="111"/>
                  </a:lnTo>
                  <a:lnTo>
                    <a:pt x="49" y="111"/>
                  </a:lnTo>
                  <a:cubicBezTo>
                    <a:pt x="49" y="126"/>
                    <a:pt x="64" y="126"/>
                    <a:pt x="64" y="143"/>
                  </a:cubicBezTo>
                  <a:lnTo>
                    <a:pt x="64" y="158"/>
                  </a:lnTo>
                  <a:lnTo>
                    <a:pt x="95" y="158"/>
                  </a:lnTo>
                  <a:lnTo>
                    <a:pt x="112" y="158"/>
                  </a:lnTo>
                  <a:cubicBezTo>
                    <a:pt x="127" y="143"/>
                    <a:pt x="127" y="126"/>
                    <a:pt x="112" y="111"/>
                  </a:cubicBezTo>
                  <a:lnTo>
                    <a:pt x="64" y="48"/>
                  </a:lnTo>
                  <a:lnTo>
                    <a:pt x="80" y="48"/>
                  </a:lnTo>
                  <a:lnTo>
                    <a:pt x="80" y="48"/>
                  </a:lnTo>
                  <a:cubicBezTo>
                    <a:pt x="80" y="32"/>
                    <a:pt x="64" y="17"/>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0" name="Google Shape;2020;p38"/>
            <p:cNvSpPr/>
            <p:nvPr/>
          </p:nvSpPr>
          <p:spPr>
            <a:xfrm>
              <a:off x="3269221" y="1784724"/>
              <a:ext cx="3021" cy="3562"/>
            </a:xfrm>
            <a:custGeom>
              <a:avLst/>
              <a:gdLst/>
              <a:ahLst/>
              <a:cxnLst/>
              <a:rect l="l" t="t" r="r" b="b"/>
              <a:pathLst>
                <a:path w="95" h="112" extrusionOk="0">
                  <a:moveTo>
                    <a:pt x="47" y="1"/>
                  </a:moveTo>
                  <a:lnTo>
                    <a:pt x="47" y="1"/>
                  </a:lnTo>
                  <a:cubicBezTo>
                    <a:pt x="47" y="1"/>
                    <a:pt x="32" y="1"/>
                    <a:pt x="32" y="17"/>
                  </a:cubicBezTo>
                  <a:lnTo>
                    <a:pt x="15" y="17"/>
                  </a:lnTo>
                  <a:lnTo>
                    <a:pt x="0" y="64"/>
                  </a:lnTo>
                  <a:cubicBezTo>
                    <a:pt x="0" y="80"/>
                    <a:pt x="0" y="95"/>
                    <a:pt x="15" y="112"/>
                  </a:cubicBezTo>
                  <a:lnTo>
                    <a:pt x="32" y="112"/>
                  </a:lnTo>
                  <a:cubicBezTo>
                    <a:pt x="47" y="112"/>
                    <a:pt x="63" y="95"/>
                    <a:pt x="63" y="95"/>
                  </a:cubicBezTo>
                  <a:lnTo>
                    <a:pt x="78" y="49"/>
                  </a:lnTo>
                  <a:cubicBezTo>
                    <a:pt x="95" y="32"/>
                    <a:pt x="78"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1" name="Google Shape;2021;p38"/>
            <p:cNvSpPr/>
            <p:nvPr/>
          </p:nvSpPr>
          <p:spPr>
            <a:xfrm>
              <a:off x="3176004" y="1794742"/>
              <a:ext cx="5057" cy="4580"/>
            </a:xfrm>
            <a:custGeom>
              <a:avLst/>
              <a:gdLst/>
              <a:ahLst/>
              <a:cxnLst/>
              <a:rect l="l" t="t" r="r" b="b"/>
              <a:pathLst>
                <a:path w="159" h="144" extrusionOk="0">
                  <a:moveTo>
                    <a:pt x="127" y="1"/>
                  </a:moveTo>
                  <a:lnTo>
                    <a:pt x="127" y="1"/>
                  </a:lnTo>
                  <a:lnTo>
                    <a:pt x="127" y="1"/>
                  </a:lnTo>
                  <a:cubicBezTo>
                    <a:pt x="110" y="1"/>
                    <a:pt x="95" y="17"/>
                    <a:pt x="95" y="32"/>
                  </a:cubicBezTo>
                  <a:cubicBezTo>
                    <a:pt x="95" y="49"/>
                    <a:pt x="95" y="49"/>
                    <a:pt x="64" y="64"/>
                  </a:cubicBezTo>
                  <a:lnTo>
                    <a:pt x="64" y="64"/>
                  </a:lnTo>
                  <a:cubicBezTo>
                    <a:pt x="47" y="64"/>
                    <a:pt x="32" y="64"/>
                    <a:pt x="16" y="80"/>
                  </a:cubicBezTo>
                  <a:cubicBezTo>
                    <a:pt x="16" y="80"/>
                    <a:pt x="16" y="95"/>
                    <a:pt x="1" y="95"/>
                  </a:cubicBezTo>
                  <a:lnTo>
                    <a:pt x="1" y="127"/>
                  </a:lnTo>
                  <a:cubicBezTo>
                    <a:pt x="16" y="143"/>
                    <a:pt x="32" y="143"/>
                    <a:pt x="32" y="143"/>
                  </a:cubicBezTo>
                  <a:lnTo>
                    <a:pt x="47" y="143"/>
                  </a:lnTo>
                  <a:cubicBezTo>
                    <a:pt x="64" y="143"/>
                    <a:pt x="64" y="127"/>
                    <a:pt x="79" y="127"/>
                  </a:cubicBezTo>
                  <a:cubicBezTo>
                    <a:pt x="95" y="127"/>
                    <a:pt x="110" y="112"/>
                    <a:pt x="142" y="95"/>
                  </a:cubicBezTo>
                  <a:cubicBezTo>
                    <a:pt x="142" y="95"/>
                    <a:pt x="158" y="80"/>
                    <a:pt x="158" y="64"/>
                  </a:cubicBezTo>
                  <a:lnTo>
                    <a:pt x="158" y="32"/>
                  </a:lnTo>
                  <a:cubicBezTo>
                    <a:pt x="158" y="17"/>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2" name="Google Shape;2022;p38"/>
            <p:cNvSpPr/>
            <p:nvPr/>
          </p:nvSpPr>
          <p:spPr>
            <a:xfrm>
              <a:off x="3032697" y="1806796"/>
              <a:ext cx="2512" cy="3530"/>
            </a:xfrm>
            <a:custGeom>
              <a:avLst/>
              <a:gdLst/>
              <a:ahLst/>
              <a:cxnLst/>
              <a:rect l="l" t="t" r="r" b="b"/>
              <a:pathLst>
                <a:path w="79" h="111" extrusionOk="0">
                  <a:moveTo>
                    <a:pt x="16" y="0"/>
                  </a:moveTo>
                  <a:lnTo>
                    <a:pt x="16" y="32"/>
                  </a:lnTo>
                  <a:lnTo>
                    <a:pt x="1" y="63"/>
                  </a:lnTo>
                  <a:lnTo>
                    <a:pt x="1" y="79"/>
                  </a:lnTo>
                  <a:lnTo>
                    <a:pt x="32" y="111"/>
                  </a:lnTo>
                  <a:lnTo>
                    <a:pt x="47" y="111"/>
                  </a:lnTo>
                  <a:cubicBezTo>
                    <a:pt x="64" y="111"/>
                    <a:pt x="79" y="95"/>
                    <a:pt x="79" y="79"/>
                  </a:cubicBezTo>
                  <a:lnTo>
                    <a:pt x="79" y="32"/>
                  </a:lnTo>
                  <a:lnTo>
                    <a:pt x="79" y="32"/>
                  </a:lnTo>
                  <a:lnTo>
                    <a:pt x="64" y="32"/>
                  </a:lnTo>
                  <a:lnTo>
                    <a:pt x="47" y="32"/>
                  </a:lnTo>
                  <a:cubicBezTo>
                    <a:pt x="32" y="16"/>
                    <a:pt x="16" y="16"/>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3" name="Google Shape;2023;p38"/>
            <p:cNvSpPr/>
            <p:nvPr/>
          </p:nvSpPr>
          <p:spPr>
            <a:xfrm>
              <a:off x="3088290" y="1800785"/>
              <a:ext cx="4039" cy="3021"/>
            </a:xfrm>
            <a:custGeom>
              <a:avLst/>
              <a:gdLst/>
              <a:ahLst/>
              <a:cxnLst/>
              <a:rect l="l" t="t" r="r" b="b"/>
              <a:pathLst>
                <a:path w="127" h="95" extrusionOk="0">
                  <a:moveTo>
                    <a:pt x="80" y="0"/>
                  </a:moveTo>
                  <a:lnTo>
                    <a:pt x="80" y="0"/>
                  </a:lnTo>
                  <a:lnTo>
                    <a:pt x="64" y="0"/>
                  </a:lnTo>
                  <a:lnTo>
                    <a:pt x="32" y="32"/>
                  </a:lnTo>
                  <a:cubicBezTo>
                    <a:pt x="17" y="32"/>
                    <a:pt x="1" y="48"/>
                    <a:pt x="17" y="63"/>
                  </a:cubicBezTo>
                  <a:cubicBezTo>
                    <a:pt x="17" y="79"/>
                    <a:pt x="32" y="95"/>
                    <a:pt x="49" y="95"/>
                  </a:cubicBezTo>
                  <a:lnTo>
                    <a:pt x="49" y="95"/>
                  </a:lnTo>
                  <a:lnTo>
                    <a:pt x="64" y="95"/>
                  </a:lnTo>
                  <a:lnTo>
                    <a:pt x="80" y="95"/>
                  </a:lnTo>
                  <a:cubicBezTo>
                    <a:pt x="95" y="95"/>
                    <a:pt x="112" y="95"/>
                    <a:pt x="112" y="79"/>
                  </a:cubicBezTo>
                  <a:lnTo>
                    <a:pt x="112" y="48"/>
                  </a:lnTo>
                  <a:cubicBezTo>
                    <a:pt x="127" y="32"/>
                    <a:pt x="112" y="16"/>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4" name="Google Shape;2024;p38"/>
            <p:cNvSpPr/>
            <p:nvPr/>
          </p:nvSpPr>
          <p:spPr>
            <a:xfrm>
              <a:off x="3206090" y="1788254"/>
              <a:ext cx="3021" cy="3053"/>
            </a:xfrm>
            <a:custGeom>
              <a:avLst/>
              <a:gdLst/>
              <a:ahLst/>
              <a:cxnLst/>
              <a:rect l="l" t="t" r="r" b="b"/>
              <a:pathLst>
                <a:path w="95" h="96" extrusionOk="0">
                  <a:moveTo>
                    <a:pt x="63" y="1"/>
                  </a:moveTo>
                  <a:lnTo>
                    <a:pt x="47" y="1"/>
                  </a:lnTo>
                  <a:cubicBezTo>
                    <a:pt x="47" y="1"/>
                    <a:pt x="32" y="1"/>
                    <a:pt x="32" y="16"/>
                  </a:cubicBezTo>
                  <a:lnTo>
                    <a:pt x="15" y="16"/>
                  </a:lnTo>
                  <a:lnTo>
                    <a:pt x="0" y="47"/>
                  </a:lnTo>
                  <a:cubicBezTo>
                    <a:pt x="0" y="64"/>
                    <a:pt x="0" y="95"/>
                    <a:pt x="15" y="95"/>
                  </a:cubicBezTo>
                  <a:lnTo>
                    <a:pt x="32" y="95"/>
                  </a:lnTo>
                  <a:cubicBezTo>
                    <a:pt x="47" y="95"/>
                    <a:pt x="63" y="95"/>
                    <a:pt x="63" y="79"/>
                  </a:cubicBezTo>
                  <a:lnTo>
                    <a:pt x="95" y="47"/>
                  </a:lnTo>
                  <a:cubicBezTo>
                    <a:pt x="95" y="32"/>
                    <a:pt x="95" y="16"/>
                    <a:pt x="78" y="16"/>
                  </a:cubicBez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5" name="Google Shape;2025;p38"/>
            <p:cNvSpPr/>
            <p:nvPr/>
          </p:nvSpPr>
          <p:spPr>
            <a:xfrm>
              <a:off x="3318326" y="1776232"/>
              <a:ext cx="3021" cy="4039"/>
            </a:xfrm>
            <a:custGeom>
              <a:avLst/>
              <a:gdLst/>
              <a:ahLst/>
              <a:cxnLst/>
              <a:rect l="l" t="t" r="r" b="b"/>
              <a:pathLst>
                <a:path w="95" h="127" extrusionOk="0">
                  <a:moveTo>
                    <a:pt x="32" y="1"/>
                  </a:moveTo>
                  <a:lnTo>
                    <a:pt x="32" y="1"/>
                  </a:lnTo>
                  <a:lnTo>
                    <a:pt x="32" y="1"/>
                  </a:lnTo>
                  <a:cubicBezTo>
                    <a:pt x="16" y="1"/>
                    <a:pt x="0" y="32"/>
                    <a:pt x="0" y="47"/>
                  </a:cubicBezTo>
                  <a:lnTo>
                    <a:pt x="16" y="95"/>
                  </a:lnTo>
                  <a:lnTo>
                    <a:pt x="16" y="110"/>
                  </a:lnTo>
                  <a:cubicBezTo>
                    <a:pt x="16" y="110"/>
                    <a:pt x="32" y="127"/>
                    <a:pt x="47" y="127"/>
                  </a:cubicBezTo>
                  <a:lnTo>
                    <a:pt x="47" y="127"/>
                  </a:lnTo>
                  <a:lnTo>
                    <a:pt x="63" y="127"/>
                  </a:lnTo>
                  <a:cubicBezTo>
                    <a:pt x="79" y="127"/>
                    <a:pt x="95" y="110"/>
                    <a:pt x="79" y="95"/>
                  </a:cubicBezTo>
                  <a:cubicBezTo>
                    <a:pt x="79" y="95"/>
                    <a:pt x="79" y="110"/>
                    <a:pt x="63" y="110"/>
                  </a:cubicBezTo>
                  <a:lnTo>
                    <a:pt x="63" y="110"/>
                  </a:lnTo>
                  <a:cubicBezTo>
                    <a:pt x="47" y="110"/>
                    <a:pt x="32" y="95"/>
                    <a:pt x="16" y="79"/>
                  </a:cubicBezTo>
                  <a:lnTo>
                    <a:pt x="16" y="47"/>
                  </a:lnTo>
                  <a:cubicBezTo>
                    <a:pt x="0" y="32"/>
                    <a:pt x="16" y="16"/>
                    <a:pt x="32"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6" name="Google Shape;2026;p38"/>
            <p:cNvSpPr/>
            <p:nvPr/>
          </p:nvSpPr>
          <p:spPr>
            <a:xfrm>
              <a:off x="3118376" y="1799767"/>
              <a:ext cx="2544" cy="3053"/>
            </a:xfrm>
            <a:custGeom>
              <a:avLst/>
              <a:gdLst/>
              <a:ahLst/>
              <a:cxnLst/>
              <a:rect l="l" t="t" r="r" b="b"/>
              <a:pathLst>
                <a:path w="80" h="96" extrusionOk="0">
                  <a:moveTo>
                    <a:pt x="32" y="1"/>
                  </a:moveTo>
                  <a:lnTo>
                    <a:pt x="32" y="1"/>
                  </a:lnTo>
                  <a:lnTo>
                    <a:pt x="32" y="1"/>
                  </a:lnTo>
                  <a:cubicBezTo>
                    <a:pt x="17" y="1"/>
                    <a:pt x="0" y="17"/>
                    <a:pt x="0" y="32"/>
                  </a:cubicBezTo>
                  <a:lnTo>
                    <a:pt x="0" y="64"/>
                  </a:lnTo>
                  <a:cubicBezTo>
                    <a:pt x="0" y="80"/>
                    <a:pt x="17" y="95"/>
                    <a:pt x="32" y="95"/>
                  </a:cubicBezTo>
                  <a:lnTo>
                    <a:pt x="32" y="95"/>
                  </a:lnTo>
                  <a:lnTo>
                    <a:pt x="63" y="95"/>
                  </a:lnTo>
                  <a:cubicBezTo>
                    <a:pt x="48" y="80"/>
                    <a:pt x="48" y="64"/>
                    <a:pt x="48" y="48"/>
                  </a:cubicBezTo>
                  <a:cubicBezTo>
                    <a:pt x="48" y="32"/>
                    <a:pt x="63" y="32"/>
                    <a:pt x="80" y="32"/>
                  </a:cubicBezTo>
                  <a:cubicBezTo>
                    <a:pt x="80"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7" name="Google Shape;2027;p38"/>
            <p:cNvSpPr/>
            <p:nvPr/>
          </p:nvSpPr>
          <p:spPr>
            <a:xfrm>
              <a:off x="3196549" y="1792261"/>
              <a:ext cx="4039" cy="2035"/>
            </a:xfrm>
            <a:custGeom>
              <a:avLst/>
              <a:gdLst/>
              <a:ahLst/>
              <a:cxnLst/>
              <a:rect l="l" t="t" r="r" b="b"/>
              <a:pathLst>
                <a:path w="127" h="64" extrusionOk="0">
                  <a:moveTo>
                    <a:pt x="48" y="1"/>
                  </a:moveTo>
                  <a:lnTo>
                    <a:pt x="63" y="1"/>
                  </a:lnTo>
                  <a:cubicBezTo>
                    <a:pt x="63" y="16"/>
                    <a:pt x="48" y="32"/>
                    <a:pt x="32" y="32"/>
                  </a:cubicBezTo>
                  <a:lnTo>
                    <a:pt x="17" y="47"/>
                  </a:lnTo>
                  <a:lnTo>
                    <a:pt x="0" y="47"/>
                  </a:lnTo>
                  <a:cubicBezTo>
                    <a:pt x="0" y="64"/>
                    <a:pt x="17" y="64"/>
                    <a:pt x="32" y="64"/>
                  </a:cubicBezTo>
                  <a:lnTo>
                    <a:pt x="95" y="64"/>
                  </a:lnTo>
                  <a:cubicBezTo>
                    <a:pt x="111" y="64"/>
                    <a:pt x="126" y="47"/>
                    <a:pt x="126" y="32"/>
                  </a:cubicBezTo>
                  <a:lnTo>
                    <a:pt x="126" y="32"/>
                  </a:lnTo>
                  <a:cubicBezTo>
                    <a:pt x="126" y="16"/>
                    <a:pt x="111" y="1"/>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8" name="Google Shape;2028;p38"/>
            <p:cNvSpPr/>
            <p:nvPr/>
          </p:nvSpPr>
          <p:spPr>
            <a:xfrm>
              <a:off x="3039185" y="1806796"/>
              <a:ext cx="4039" cy="4548"/>
            </a:xfrm>
            <a:custGeom>
              <a:avLst/>
              <a:gdLst/>
              <a:ahLst/>
              <a:cxnLst/>
              <a:rect l="l" t="t" r="r" b="b"/>
              <a:pathLst>
                <a:path w="127" h="143" extrusionOk="0">
                  <a:moveTo>
                    <a:pt x="95" y="0"/>
                  </a:moveTo>
                  <a:lnTo>
                    <a:pt x="80" y="0"/>
                  </a:lnTo>
                  <a:lnTo>
                    <a:pt x="64" y="16"/>
                  </a:lnTo>
                  <a:lnTo>
                    <a:pt x="17" y="48"/>
                  </a:lnTo>
                  <a:lnTo>
                    <a:pt x="17" y="63"/>
                  </a:lnTo>
                  <a:lnTo>
                    <a:pt x="1" y="95"/>
                  </a:lnTo>
                  <a:cubicBezTo>
                    <a:pt x="1" y="111"/>
                    <a:pt x="17" y="143"/>
                    <a:pt x="32" y="143"/>
                  </a:cubicBezTo>
                  <a:lnTo>
                    <a:pt x="49" y="143"/>
                  </a:lnTo>
                  <a:cubicBezTo>
                    <a:pt x="64" y="143"/>
                    <a:pt x="80" y="126"/>
                    <a:pt x="80" y="111"/>
                  </a:cubicBezTo>
                  <a:lnTo>
                    <a:pt x="80" y="95"/>
                  </a:lnTo>
                  <a:lnTo>
                    <a:pt x="112" y="63"/>
                  </a:lnTo>
                  <a:cubicBezTo>
                    <a:pt x="127" y="48"/>
                    <a:pt x="127" y="32"/>
                    <a:pt x="112" y="16"/>
                  </a:cubicBezTo>
                  <a:cubicBezTo>
                    <a:pt x="112"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9" name="Google Shape;2029;p38"/>
            <p:cNvSpPr/>
            <p:nvPr/>
          </p:nvSpPr>
          <p:spPr>
            <a:xfrm>
              <a:off x="3193051" y="1790735"/>
              <a:ext cx="5534" cy="3053"/>
            </a:xfrm>
            <a:custGeom>
              <a:avLst/>
              <a:gdLst/>
              <a:ahLst/>
              <a:cxnLst/>
              <a:rect l="l" t="t" r="r" b="b"/>
              <a:pathLst>
                <a:path w="174" h="96" extrusionOk="0">
                  <a:moveTo>
                    <a:pt x="32" y="1"/>
                  </a:moveTo>
                  <a:lnTo>
                    <a:pt x="32" y="1"/>
                  </a:lnTo>
                  <a:lnTo>
                    <a:pt x="16" y="17"/>
                  </a:lnTo>
                  <a:cubicBezTo>
                    <a:pt x="0" y="17"/>
                    <a:pt x="0" y="32"/>
                    <a:pt x="0" y="64"/>
                  </a:cubicBezTo>
                  <a:lnTo>
                    <a:pt x="16" y="64"/>
                  </a:lnTo>
                  <a:cubicBezTo>
                    <a:pt x="32" y="95"/>
                    <a:pt x="47" y="95"/>
                    <a:pt x="79" y="95"/>
                  </a:cubicBezTo>
                  <a:lnTo>
                    <a:pt x="110" y="95"/>
                  </a:lnTo>
                  <a:lnTo>
                    <a:pt x="127" y="95"/>
                  </a:lnTo>
                  <a:lnTo>
                    <a:pt x="142" y="80"/>
                  </a:lnTo>
                  <a:cubicBezTo>
                    <a:pt x="158" y="80"/>
                    <a:pt x="173" y="64"/>
                    <a:pt x="173" y="49"/>
                  </a:cubicBezTo>
                  <a:lnTo>
                    <a:pt x="158" y="49"/>
                  </a:lnTo>
                  <a:cubicBezTo>
                    <a:pt x="158" y="32"/>
                    <a:pt x="158" y="17"/>
                    <a:pt x="142" y="17"/>
                  </a:cubicBezTo>
                  <a:lnTo>
                    <a:pt x="127" y="17"/>
                  </a:lnTo>
                  <a:lnTo>
                    <a:pt x="127" y="17"/>
                  </a:lnTo>
                  <a:cubicBezTo>
                    <a:pt x="127" y="17"/>
                    <a:pt x="110" y="17"/>
                    <a:pt x="110" y="32"/>
                  </a:cubicBezTo>
                  <a:lnTo>
                    <a:pt x="95" y="32"/>
                  </a:lnTo>
                  <a:lnTo>
                    <a:pt x="79" y="32"/>
                  </a:lnTo>
                  <a:lnTo>
                    <a:pt x="79" y="32"/>
                  </a:lnTo>
                  <a:cubicBezTo>
                    <a:pt x="79" y="32"/>
                    <a:pt x="63" y="32"/>
                    <a:pt x="63" y="17"/>
                  </a:cubicBez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0" name="Google Shape;2030;p38"/>
            <p:cNvSpPr/>
            <p:nvPr/>
          </p:nvSpPr>
          <p:spPr>
            <a:xfrm>
              <a:off x="3419557" y="1777727"/>
              <a:ext cx="3498" cy="2544"/>
            </a:xfrm>
            <a:custGeom>
              <a:avLst/>
              <a:gdLst/>
              <a:ahLst/>
              <a:cxnLst/>
              <a:rect l="l" t="t" r="r" b="b"/>
              <a:pathLst>
                <a:path w="110" h="80" extrusionOk="0">
                  <a:moveTo>
                    <a:pt x="32" y="0"/>
                  </a:moveTo>
                  <a:lnTo>
                    <a:pt x="32" y="0"/>
                  </a:lnTo>
                  <a:cubicBezTo>
                    <a:pt x="15" y="17"/>
                    <a:pt x="0" y="17"/>
                    <a:pt x="0" y="32"/>
                  </a:cubicBezTo>
                  <a:lnTo>
                    <a:pt x="0" y="63"/>
                  </a:lnTo>
                  <a:cubicBezTo>
                    <a:pt x="15" y="63"/>
                    <a:pt x="15" y="80"/>
                    <a:pt x="32" y="80"/>
                  </a:cubicBezTo>
                  <a:lnTo>
                    <a:pt x="47" y="80"/>
                  </a:lnTo>
                  <a:lnTo>
                    <a:pt x="63" y="80"/>
                  </a:lnTo>
                  <a:lnTo>
                    <a:pt x="63" y="80"/>
                  </a:lnTo>
                  <a:cubicBezTo>
                    <a:pt x="95" y="80"/>
                    <a:pt x="110" y="63"/>
                    <a:pt x="110" y="48"/>
                  </a:cubicBezTo>
                  <a:cubicBezTo>
                    <a:pt x="110" y="32"/>
                    <a:pt x="95" y="17"/>
                    <a:pt x="78" y="17"/>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1" name="Google Shape;2031;p38"/>
            <p:cNvSpPr/>
            <p:nvPr/>
          </p:nvSpPr>
          <p:spPr>
            <a:xfrm>
              <a:off x="3412019" y="1777250"/>
              <a:ext cx="3530" cy="4516"/>
            </a:xfrm>
            <a:custGeom>
              <a:avLst/>
              <a:gdLst/>
              <a:ahLst/>
              <a:cxnLst/>
              <a:rect l="l" t="t" r="r" b="b"/>
              <a:pathLst>
                <a:path w="111" h="142" extrusionOk="0">
                  <a:moveTo>
                    <a:pt x="32" y="0"/>
                  </a:moveTo>
                  <a:lnTo>
                    <a:pt x="32" y="0"/>
                  </a:lnTo>
                  <a:cubicBezTo>
                    <a:pt x="16" y="0"/>
                    <a:pt x="0" y="15"/>
                    <a:pt x="0" y="32"/>
                  </a:cubicBezTo>
                  <a:lnTo>
                    <a:pt x="0" y="47"/>
                  </a:lnTo>
                  <a:cubicBezTo>
                    <a:pt x="0" y="63"/>
                    <a:pt x="16" y="63"/>
                    <a:pt x="16" y="63"/>
                  </a:cubicBezTo>
                  <a:lnTo>
                    <a:pt x="32" y="78"/>
                  </a:lnTo>
                  <a:lnTo>
                    <a:pt x="32" y="110"/>
                  </a:lnTo>
                  <a:lnTo>
                    <a:pt x="32" y="110"/>
                  </a:lnTo>
                  <a:cubicBezTo>
                    <a:pt x="32" y="126"/>
                    <a:pt x="48" y="126"/>
                    <a:pt x="48" y="141"/>
                  </a:cubicBezTo>
                  <a:lnTo>
                    <a:pt x="63" y="141"/>
                  </a:lnTo>
                  <a:lnTo>
                    <a:pt x="63" y="141"/>
                  </a:lnTo>
                  <a:lnTo>
                    <a:pt x="63" y="141"/>
                  </a:lnTo>
                  <a:lnTo>
                    <a:pt x="79" y="141"/>
                  </a:lnTo>
                  <a:cubicBezTo>
                    <a:pt x="95" y="126"/>
                    <a:pt x="111" y="126"/>
                    <a:pt x="111" y="110"/>
                  </a:cubicBezTo>
                  <a:lnTo>
                    <a:pt x="111" y="95"/>
                  </a:lnTo>
                  <a:lnTo>
                    <a:pt x="111" y="95"/>
                  </a:lnTo>
                  <a:lnTo>
                    <a:pt x="111" y="47"/>
                  </a:lnTo>
                  <a:cubicBezTo>
                    <a:pt x="111" y="32"/>
                    <a:pt x="95" y="32"/>
                    <a:pt x="95" y="15"/>
                  </a:cubicBezTo>
                  <a:lnTo>
                    <a:pt x="79" y="15"/>
                  </a:lnTo>
                  <a:lnTo>
                    <a:pt x="63"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2" name="Google Shape;2032;p38"/>
            <p:cNvSpPr/>
            <p:nvPr/>
          </p:nvSpPr>
          <p:spPr>
            <a:xfrm>
              <a:off x="3078812" y="1807304"/>
              <a:ext cx="2512" cy="3021"/>
            </a:xfrm>
            <a:custGeom>
              <a:avLst/>
              <a:gdLst/>
              <a:ahLst/>
              <a:cxnLst/>
              <a:rect l="l" t="t" r="r" b="b"/>
              <a:pathLst>
                <a:path w="79" h="95" extrusionOk="0">
                  <a:moveTo>
                    <a:pt x="47" y="0"/>
                  </a:moveTo>
                  <a:lnTo>
                    <a:pt x="47" y="0"/>
                  </a:lnTo>
                  <a:lnTo>
                    <a:pt x="47" y="0"/>
                  </a:lnTo>
                  <a:lnTo>
                    <a:pt x="47" y="0"/>
                  </a:lnTo>
                  <a:cubicBezTo>
                    <a:pt x="32" y="0"/>
                    <a:pt x="32" y="0"/>
                    <a:pt x="32" y="16"/>
                  </a:cubicBezTo>
                  <a:lnTo>
                    <a:pt x="15" y="16"/>
                  </a:lnTo>
                  <a:cubicBezTo>
                    <a:pt x="0" y="32"/>
                    <a:pt x="0" y="32"/>
                    <a:pt x="0" y="47"/>
                  </a:cubicBezTo>
                  <a:lnTo>
                    <a:pt x="0" y="63"/>
                  </a:lnTo>
                  <a:cubicBezTo>
                    <a:pt x="0" y="79"/>
                    <a:pt x="15" y="79"/>
                    <a:pt x="15" y="79"/>
                  </a:cubicBezTo>
                  <a:lnTo>
                    <a:pt x="15" y="79"/>
                  </a:lnTo>
                  <a:lnTo>
                    <a:pt x="32" y="95"/>
                  </a:lnTo>
                  <a:lnTo>
                    <a:pt x="47" y="95"/>
                  </a:lnTo>
                  <a:lnTo>
                    <a:pt x="78" y="95"/>
                  </a:lnTo>
                  <a:lnTo>
                    <a:pt x="63" y="95"/>
                  </a:lnTo>
                  <a:cubicBezTo>
                    <a:pt x="63" y="79"/>
                    <a:pt x="63" y="63"/>
                    <a:pt x="78" y="47"/>
                  </a:cubicBezTo>
                  <a:lnTo>
                    <a:pt x="78" y="47"/>
                  </a:lnTo>
                  <a:lnTo>
                    <a:pt x="78" y="47"/>
                  </a:lnTo>
                  <a:lnTo>
                    <a:pt x="78" y="16"/>
                  </a:lnTo>
                  <a:cubicBezTo>
                    <a:pt x="63" y="0"/>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3" name="Google Shape;2033;p38"/>
            <p:cNvSpPr/>
            <p:nvPr/>
          </p:nvSpPr>
          <p:spPr>
            <a:xfrm>
              <a:off x="3186022" y="1797286"/>
              <a:ext cx="3053" cy="3530"/>
            </a:xfrm>
            <a:custGeom>
              <a:avLst/>
              <a:gdLst/>
              <a:ahLst/>
              <a:cxnLst/>
              <a:rect l="l" t="t" r="r" b="b"/>
              <a:pathLst>
                <a:path w="96" h="111" extrusionOk="0">
                  <a:moveTo>
                    <a:pt x="64" y="0"/>
                  </a:moveTo>
                  <a:lnTo>
                    <a:pt x="64" y="0"/>
                  </a:lnTo>
                  <a:cubicBezTo>
                    <a:pt x="48" y="0"/>
                    <a:pt x="32" y="15"/>
                    <a:pt x="32" y="32"/>
                  </a:cubicBezTo>
                  <a:lnTo>
                    <a:pt x="16" y="63"/>
                  </a:lnTo>
                  <a:lnTo>
                    <a:pt x="16" y="63"/>
                  </a:lnTo>
                  <a:lnTo>
                    <a:pt x="16" y="63"/>
                  </a:lnTo>
                  <a:cubicBezTo>
                    <a:pt x="1" y="79"/>
                    <a:pt x="1" y="95"/>
                    <a:pt x="16" y="110"/>
                  </a:cubicBezTo>
                  <a:lnTo>
                    <a:pt x="32" y="110"/>
                  </a:lnTo>
                  <a:lnTo>
                    <a:pt x="48" y="110"/>
                  </a:lnTo>
                  <a:cubicBezTo>
                    <a:pt x="48" y="110"/>
                    <a:pt x="64" y="110"/>
                    <a:pt x="79" y="95"/>
                  </a:cubicBezTo>
                  <a:lnTo>
                    <a:pt x="79" y="79"/>
                  </a:lnTo>
                  <a:lnTo>
                    <a:pt x="79" y="63"/>
                  </a:lnTo>
                  <a:lnTo>
                    <a:pt x="95" y="63"/>
                  </a:lnTo>
                  <a:lnTo>
                    <a:pt x="95" y="47"/>
                  </a:lnTo>
                  <a:cubicBezTo>
                    <a:pt x="95" y="32"/>
                    <a:pt x="95" y="15"/>
                    <a:pt x="7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4" name="Google Shape;2034;p38"/>
            <p:cNvSpPr/>
            <p:nvPr/>
          </p:nvSpPr>
          <p:spPr>
            <a:xfrm>
              <a:off x="3386958" y="1777250"/>
              <a:ext cx="5565" cy="3021"/>
            </a:xfrm>
            <a:custGeom>
              <a:avLst/>
              <a:gdLst/>
              <a:ahLst/>
              <a:cxnLst/>
              <a:rect l="l" t="t" r="r" b="b"/>
              <a:pathLst>
                <a:path w="175" h="95" extrusionOk="0">
                  <a:moveTo>
                    <a:pt x="80" y="0"/>
                  </a:moveTo>
                  <a:lnTo>
                    <a:pt x="80" y="15"/>
                  </a:lnTo>
                  <a:lnTo>
                    <a:pt x="17" y="15"/>
                  </a:lnTo>
                  <a:cubicBezTo>
                    <a:pt x="17" y="15"/>
                    <a:pt x="0" y="32"/>
                    <a:pt x="0" y="47"/>
                  </a:cubicBezTo>
                  <a:lnTo>
                    <a:pt x="0" y="47"/>
                  </a:lnTo>
                  <a:lnTo>
                    <a:pt x="0" y="63"/>
                  </a:lnTo>
                  <a:cubicBezTo>
                    <a:pt x="0" y="78"/>
                    <a:pt x="17" y="95"/>
                    <a:pt x="32" y="95"/>
                  </a:cubicBezTo>
                  <a:lnTo>
                    <a:pt x="48" y="78"/>
                  </a:lnTo>
                  <a:lnTo>
                    <a:pt x="143" y="63"/>
                  </a:lnTo>
                  <a:cubicBezTo>
                    <a:pt x="158" y="63"/>
                    <a:pt x="158" y="63"/>
                    <a:pt x="158" y="47"/>
                  </a:cubicBezTo>
                  <a:cubicBezTo>
                    <a:pt x="174" y="47"/>
                    <a:pt x="174" y="32"/>
                    <a:pt x="174" y="15"/>
                  </a:cubicBezTo>
                  <a:lnTo>
                    <a:pt x="174" y="15"/>
                  </a:lnTo>
                  <a:lnTo>
                    <a:pt x="174" y="15"/>
                  </a:lnTo>
                  <a:cubicBezTo>
                    <a:pt x="158" y="15"/>
                    <a:pt x="158" y="32"/>
                    <a:pt x="143" y="32"/>
                  </a:cubicBezTo>
                  <a:lnTo>
                    <a:pt x="111" y="32"/>
                  </a:lnTo>
                  <a:lnTo>
                    <a:pt x="111" y="32"/>
                  </a:lnTo>
                  <a:cubicBezTo>
                    <a:pt x="95" y="32"/>
                    <a:pt x="80" y="15"/>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5" name="Google Shape;2035;p38"/>
            <p:cNvSpPr/>
            <p:nvPr/>
          </p:nvSpPr>
          <p:spPr>
            <a:xfrm>
              <a:off x="3268680" y="1766214"/>
              <a:ext cx="4580" cy="3530"/>
            </a:xfrm>
            <a:custGeom>
              <a:avLst/>
              <a:gdLst/>
              <a:ahLst/>
              <a:cxnLst/>
              <a:rect l="l" t="t" r="r" b="b"/>
              <a:pathLst>
                <a:path w="144" h="111" extrusionOk="0">
                  <a:moveTo>
                    <a:pt x="112" y="1"/>
                  </a:moveTo>
                  <a:lnTo>
                    <a:pt x="112" y="1"/>
                  </a:lnTo>
                  <a:cubicBezTo>
                    <a:pt x="112" y="1"/>
                    <a:pt x="95" y="1"/>
                    <a:pt x="95" y="16"/>
                  </a:cubicBezTo>
                  <a:lnTo>
                    <a:pt x="80" y="16"/>
                  </a:lnTo>
                  <a:lnTo>
                    <a:pt x="80" y="16"/>
                  </a:lnTo>
                  <a:lnTo>
                    <a:pt x="17" y="47"/>
                  </a:lnTo>
                  <a:cubicBezTo>
                    <a:pt x="1" y="64"/>
                    <a:pt x="1" y="79"/>
                    <a:pt x="1" y="95"/>
                  </a:cubicBezTo>
                  <a:cubicBezTo>
                    <a:pt x="17" y="95"/>
                    <a:pt x="17" y="79"/>
                    <a:pt x="17" y="79"/>
                  </a:cubicBezTo>
                  <a:lnTo>
                    <a:pt x="32" y="79"/>
                  </a:lnTo>
                  <a:lnTo>
                    <a:pt x="49" y="95"/>
                  </a:lnTo>
                  <a:lnTo>
                    <a:pt x="64" y="110"/>
                  </a:lnTo>
                  <a:lnTo>
                    <a:pt x="112" y="79"/>
                  </a:lnTo>
                  <a:lnTo>
                    <a:pt x="127" y="64"/>
                  </a:lnTo>
                  <a:cubicBezTo>
                    <a:pt x="143" y="64"/>
                    <a:pt x="143" y="64"/>
                    <a:pt x="143" y="47"/>
                  </a:cubicBezTo>
                  <a:lnTo>
                    <a:pt x="143" y="32"/>
                  </a:lnTo>
                  <a:cubicBezTo>
                    <a:pt x="143" y="16"/>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6" name="Google Shape;2036;p38"/>
            <p:cNvSpPr/>
            <p:nvPr/>
          </p:nvSpPr>
          <p:spPr>
            <a:xfrm>
              <a:off x="3078812" y="1813792"/>
              <a:ext cx="3021" cy="3053"/>
            </a:xfrm>
            <a:custGeom>
              <a:avLst/>
              <a:gdLst/>
              <a:ahLst/>
              <a:cxnLst/>
              <a:rect l="l" t="t" r="r" b="b"/>
              <a:pathLst>
                <a:path w="95" h="96" extrusionOk="0">
                  <a:moveTo>
                    <a:pt x="32" y="1"/>
                  </a:moveTo>
                  <a:lnTo>
                    <a:pt x="32" y="1"/>
                  </a:lnTo>
                  <a:lnTo>
                    <a:pt x="15" y="1"/>
                  </a:lnTo>
                  <a:cubicBezTo>
                    <a:pt x="0" y="17"/>
                    <a:pt x="0" y="32"/>
                    <a:pt x="15" y="49"/>
                  </a:cubicBezTo>
                  <a:lnTo>
                    <a:pt x="32" y="80"/>
                  </a:lnTo>
                  <a:cubicBezTo>
                    <a:pt x="32" y="95"/>
                    <a:pt x="47" y="95"/>
                    <a:pt x="63" y="95"/>
                  </a:cubicBezTo>
                  <a:lnTo>
                    <a:pt x="78" y="95"/>
                  </a:lnTo>
                  <a:lnTo>
                    <a:pt x="78" y="95"/>
                  </a:lnTo>
                  <a:cubicBezTo>
                    <a:pt x="95" y="80"/>
                    <a:pt x="95" y="64"/>
                    <a:pt x="78" y="49"/>
                  </a:cubicBezTo>
                  <a:lnTo>
                    <a:pt x="63" y="17"/>
                  </a:lnTo>
                  <a:lnTo>
                    <a:pt x="63" y="17"/>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7" name="Google Shape;2037;p38"/>
            <p:cNvSpPr/>
            <p:nvPr/>
          </p:nvSpPr>
          <p:spPr>
            <a:xfrm>
              <a:off x="3175495" y="1801294"/>
              <a:ext cx="3021" cy="3021"/>
            </a:xfrm>
            <a:custGeom>
              <a:avLst/>
              <a:gdLst/>
              <a:ahLst/>
              <a:cxnLst/>
              <a:rect l="l" t="t" r="r" b="b"/>
              <a:pathLst>
                <a:path w="95" h="95" extrusionOk="0">
                  <a:moveTo>
                    <a:pt x="48" y="0"/>
                  </a:moveTo>
                  <a:lnTo>
                    <a:pt x="48" y="0"/>
                  </a:lnTo>
                  <a:cubicBezTo>
                    <a:pt x="32" y="0"/>
                    <a:pt x="32" y="16"/>
                    <a:pt x="17" y="16"/>
                  </a:cubicBezTo>
                  <a:lnTo>
                    <a:pt x="17" y="32"/>
                  </a:lnTo>
                  <a:lnTo>
                    <a:pt x="0" y="47"/>
                  </a:lnTo>
                  <a:cubicBezTo>
                    <a:pt x="0" y="63"/>
                    <a:pt x="0" y="79"/>
                    <a:pt x="17" y="79"/>
                  </a:cubicBezTo>
                  <a:cubicBezTo>
                    <a:pt x="17" y="95"/>
                    <a:pt x="17" y="95"/>
                    <a:pt x="32" y="95"/>
                  </a:cubicBezTo>
                  <a:lnTo>
                    <a:pt x="32" y="95"/>
                  </a:lnTo>
                  <a:lnTo>
                    <a:pt x="48" y="95"/>
                  </a:lnTo>
                  <a:cubicBezTo>
                    <a:pt x="48" y="95"/>
                    <a:pt x="63" y="95"/>
                    <a:pt x="80" y="79"/>
                  </a:cubicBezTo>
                  <a:lnTo>
                    <a:pt x="80" y="79"/>
                  </a:lnTo>
                  <a:lnTo>
                    <a:pt x="80" y="47"/>
                  </a:lnTo>
                  <a:cubicBezTo>
                    <a:pt x="95" y="32"/>
                    <a:pt x="95" y="32"/>
                    <a:pt x="80" y="32"/>
                  </a:cubicBezTo>
                  <a:cubicBezTo>
                    <a:pt x="80" y="16"/>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8" name="Google Shape;2038;p38"/>
            <p:cNvSpPr/>
            <p:nvPr/>
          </p:nvSpPr>
          <p:spPr>
            <a:xfrm>
              <a:off x="3158448" y="1805301"/>
              <a:ext cx="3053" cy="4516"/>
            </a:xfrm>
            <a:custGeom>
              <a:avLst/>
              <a:gdLst/>
              <a:ahLst/>
              <a:cxnLst/>
              <a:rect l="l" t="t" r="r" b="b"/>
              <a:pathLst>
                <a:path w="96" h="142" extrusionOk="0">
                  <a:moveTo>
                    <a:pt x="49" y="0"/>
                  </a:moveTo>
                  <a:lnTo>
                    <a:pt x="49" y="0"/>
                  </a:lnTo>
                  <a:cubicBezTo>
                    <a:pt x="32" y="0"/>
                    <a:pt x="32" y="16"/>
                    <a:pt x="17" y="32"/>
                  </a:cubicBezTo>
                  <a:lnTo>
                    <a:pt x="17" y="47"/>
                  </a:lnTo>
                  <a:lnTo>
                    <a:pt x="1" y="79"/>
                  </a:lnTo>
                  <a:lnTo>
                    <a:pt x="1" y="110"/>
                  </a:lnTo>
                  <a:lnTo>
                    <a:pt x="1" y="126"/>
                  </a:lnTo>
                  <a:lnTo>
                    <a:pt x="32" y="126"/>
                  </a:lnTo>
                  <a:lnTo>
                    <a:pt x="64" y="142"/>
                  </a:lnTo>
                  <a:lnTo>
                    <a:pt x="64" y="142"/>
                  </a:lnTo>
                  <a:lnTo>
                    <a:pt x="64" y="142"/>
                  </a:lnTo>
                  <a:cubicBezTo>
                    <a:pt x="80" y="126"/>
                    <a:pt x="95" y="126"/>
                    <a:pt x="95" y="110"/>
                  </a:cubicBezTo>
                  <a:lnTo>
                    <a:pt x="95" y="79"/>
                  </a:lnTo>
                  <a:lnTo>
                    <a:pt x="80" y="79"/>
                  </a:lnTo>
                  <a:lnTo>
                    <a:pt x="80" y="47"/>
                  </a:lnTo>
                  <a:cubicBezTo>
                    <a:pt x="95" y="32"/>
                    <a:pt x="80" y="16"/>
                    <a:pt x="64"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9" name="Google Shape;2039;p38"/>
            <p:cNvSpPr/>
            <p:nvPr/>
          </p:nvSpPr>
          <p:spPr>
            <a:xfrm>
              <a:off x="3388961" y="1815319"/>
              <a:ext cx="6551" cy="3530"/>
            </a:xfrm>
            <a:custGeom>
              <a:avLst/>
              <a:gdLst/>
              <a:ahLst/>
              <a:cxnLst/>
              <a:rect l="l" t="t" r="r" b="b"/>
              <a:pathLst>
                <a:path w="206" h="111" extrusionOk="0">
                  <a:moveTo>
                    <a:pt x="48" y="1"/>
                  </a:moveTo>
                  <a:lnTo>
                    <a:pt x="32" y="1"/>
                  </a:lnTo>
                  <a:cubicBezTo>
                    <a:pt x="32" y="1"/>
                    <a:pt x="17" y="1"/>
                    <a:pt x="17" y="16"/>
                  </a:cubicBezTo>
                  <a:cubicBezTo>
                    <a:pt x="0" y="32"/>
                    <a:pt x="17" y="47"/>
                    <a:pt x="32" y="64"/>
                  </a:cubicBezTo>
                  <a:cubicBezTo>
                    <a:pt x="32" y="64"/>
                    <a:pt x="48" y="64"/>
                    <a:pt x="48" y="79"/>
                  </a:cubicBezTo>
                  <a:cubicBezTo>
                    <a:pt x="80" y="95"/>
                    <a:pt x="95" y="110"/>
                    <a:pt x="126" y="110"/>
                  </a:cubicBezTo>
                  <a:lnTo>
                    <a:pt x="143" y="110"/>
                  </a:lnTo>
                  <a:lnTo>
                    <a:pt x="206" y="110"/>
                  </a:lnTo>
                  <a:lnTo>
                    <a:pt x="206" y="95"/>
                  </a:lnTo>
                  <a:lnTo>
                    <a:pt x="206" y="95"/>
                  </a:lnTo>
                  <a:lnTo>
                    <a:pt x="206" y="95"/>
                  </a:lnTo>
                  <a:lnTo>
                    <a:pt x="206" y="95"/>
                  </a:lnTo>
                  <a:cubicBezTo>
                    <a:pt x="206" y="47"/>
                    <a:pt x="158" y="47"/>
                    <a:pt x="143" y="32"/>
                  </a:cubicBezTo>
                  <a:lnTo>
                    <a:pt x="143" y="32"/>
                  </a:lnTo>
                  <a:lnTo>
                    <a:pt x="111" y="32"/>
                  </a:lnTo>
                  <a:lnTo>
                    <a:pt x="95" y="16"/>
                  </a:lnTo>
                  <a:cubicBezTo>
                    <a:pt x="80" y="16"/>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0" name="Google Shape;2040;p38"/>
            <p:cNvSpPr/>
            <p:nvPr/>
          </p:nvSpPr>
          <p:spPr>
            <a:xfrm>
              <a:off x="3033174" y="1819803"/>
              <a:ext cx="4580" cy="3562"/>
            </a:xfrm>
            <a:custGeom>
              <a:avLst/>
              <a:gdLst/>
              <a:ahLst/>
              <a:cxnLst/>
              <a:rect l="l" t="t" r="r" b="b"/>
              <a:pathLst>
                <a:path w="144" h="112" extrusionOk="0">
                  <a:moveTo>
                    <a:pt x="112" y="1"/>
                  </a:moveTo>
                  <a:lnTo>
                    <a:pt x="112" y="1"/>
                  </a:lnTo>
                  <a:cubicBezTo>
                    <a:pt x="95" y="1"/>
                    <a:pt x="95" y="1"/>
                    <a:pt x="95" y="17"/>
                  </a:cubicBezTo>
                  <a:lnTo>
                    <a:pt x="49" y="32"/>
                  </a:lnTo>
                  <a:lnTo>
                    <a:pt x="32" y="49"/>
                  </a:lnTo>
                  <a:cubicBezTo>
                    <a:pt x="17" y="64"/>
                    <a:pt x="1" y="95"/>
                    <a:pt x="17" y="95"/>
                  </a:cubicBezTo>
                  <a:lnTo>
                    <a:pt x="17" y="112"/>
                  </a:lnTo>
                  <a:lnTo>
                    <a:pt x="32" y="112"/>
                  </a:lnTo>
                  <a:lnTo>
                    <a:pt x="49" y="112"/>
                  </a:lnTo>
                  <a:lnTo>
                    <a:pt x="64" y="112"/>
                  </a:lnTo>
                  <a:lnTo>
                    <a:pt x="112" y="80"/>
                  </a:lnTo>
                  <a:lnTo>
                    <a:pt x="127" y="64"/>
                  </a:lnTo>
                  <a:lnTo>
                    <a:pt x="127" y="64"/>
                  </a:lnTo>
                  <a:cubicBezTo>
                    <a:pt x="143" y="49"/>
                    <a:pt x="143" y="32"/>
                    <a:pt x="143" y="17"/>
                  </a:cubicBezTo>
                  <a:lnTo>
                    <a:pt x="127" y="17"/>
                  </a:lnTo>
                  <a:cubicBezTo>
                    <a:pt x="127" y="1"/>
                    <a:pt x="112"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1" name="Google Shape;2041;p38"/>
            <p:cNvSpPr/>
            <p:nvPr/>
          </p:nvSpPr>
          <p:spPr>
            <a:xfrm>
              <a:off x="3354391" y="1779731"/>
              <a:ext cx="2035" cy="3562"/>
            </a:xfrm>
            <a:custGeom>
              <a:avLst/>
              <a:gdLst/>
              <a:ahLst/>
              <a:cxnLst/>
              <a:rect l="l" t="t" r="r" b="b"/>
              <a:pathLst>
                <a:path w="64" h="112" extrusionOk="0">
                  <a:moveTo>
                    <a:pt x="32" y="0"/>
                  </a:moveTo>
                  <a:lnTo>
                    <a:pt x="32" y="0"/>
                  </a:lnTo>
                  <a:cubicBezTo>
                    <a:pt x="16" y="17"/>
                    <a:pt x="1" y="32"/>
                    <a:pt x="1" y="48"/>
                  </a:cubicBezTo>
                  <a:lnTo>
                    <a:pt x="1" y="80"/>
                  </a:lnTo>
                  <a:cubicBezTo>
                    <a:pt x="1" y="95"/>
                    <a:pt x="16" y="111"/>
                    <a:pt x="32" y="111"/>
                  </a:cubicBezTo>
                  <a:lnTo>
                    <a:pt x="32" y="111"/>
                  </a:lnTo>
                  <a:cubicBezTo>
                    <a:pt x="64" y="111"/>
                    <a:pt x="64" y="95"/>
                    <a:pt x="64" y="63"/>
                  </a:cubicBezTo>
                  <a:lnTo>
                    <a:pt x="64" y="32"/>
                  </a:lnTo>
                  <a:cubicBezTo>
                    <a:pt x="64"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2" name="Google Shape;2042;p38"/>
            <p:cNvSpPr/>
            <p:nvPr/>
          </p:nvSpPr>
          <p:spPr>
            <a:xfrm>
              <a:off x="3277235" y="1788254"/>
              <a:ext cx="3021" cy="3053"/>
            </a:xfrm>
            <a:custGeom>
              <a:avLst/>
              <a:gdLst/>
              <a:ahLst/>
              <a:cxnLst/>
              <a:rect l="l" t="t" r="r" b="b"/>
              <a:pathLst>
                <a:path w="95" h="96" extrusionOk="0">
                  <a:moveTo>
                    <a:pt x="63" y="1"/>
                  </a:moveTo>
                  <a:lnTo>
                    <a:pt x="63" y="1"/>
                  </a:lnTo>
                  <a:lnTo>
                    <a:pt x="47" y="1"/>
                  </a:lnTo>
                  <a:lnTo>
                    <a:pt x="16" y="32"/>
                  </a:lnTo>
                  <a:cubicBezTo>
                    <a:pt x="0" y="32"/>
                    <a:pt x="0" y="64"/>
                    <a:pt x="0" y="79"/>
                  </a:cubicBezTo>
                  <a:cubicBezTo>
                    <a:pt x="16" y="79"/>
                    <a:pt x="16" y="95"/>
                    <a:pt x="32" y="95"/>
                  </a:cubicBezTo>
                  <a:lnTo>
                    <a:pt x="47" y="79"/>
                  </a:lnTo>
                  <a:lnTo>
                    <a:pt x="79" y="64"/>
                  </a:lnTo>
                  <a:cubicBezTo>
                    <a:pt x="95" y="47"/>
                    <a:pt x="95" y="32"/>
                    <a:pt x="95" y="16"/>
                  </a:cubicBezTo>
                  <a:cubicBezTo>
                    <a:pt x="79"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3" name="Google Shape;2043;p38"/>
            <p:cNvSpPr/>
            <p:nvPr/>
          </p:nvSpPr>
          <p:spPr>
            <a:xfrm>
              <a:off x="3299275" y="1786727"/>
              <a:ext cx="3530" cy="4039"/>
            </a:xfrm>
            <a:custGeom>
              <a:avLst/>
              <a:gdLst/>
              <a:ahLst/>
              <a:cxnLst/>
              <a:rect l="l" t="t" r="r" b="b"/>
              <a:pathLst>
                <a:path w="111" h="127" extrusionOk="0">
                  <a:moveTo>
                    <a:pt x="64" y="1"/>
                  </a:moveTo>
                  <a:lnTo>
                    <a:pt x="64" y="17"/>
                  </a:lnTo>
                  <a:lnTo>
                    <a:pt x="47" y="17"/>
                  </a:lnTo>
                  <a:cubicBezTo>
                    <a:pt x="47" y="17"/>
                    <a:pt x="32" y="32"/>
                    <a:pt x="32" y="49"/>
                  </a:cubicBezTo>
                  <a:lnTo>
                    <a:pt x="16" y="49"/>
                  </a:lnTo>
                  <a:cubicBezTo>
                    <a:pt x="1" y="64"/>
                    <a:pt x="1" y="80"/>
                    <a:pt x="1" y="95"/>
                  </a:cubicBezTo>
                  <a:cubicBezTo>
                    <a:pt x="1" y="112"/>
                    <a:pt x="16" y="127"/>
                    <a:pt x="32" y="127"/>
                  </a:cubicBezTo>
                  <a:lnTo>
                    <a:pt x="47" y="112"/>
                  </a:lnTo>
                  <a:lnTo>
                    <a:pt x="95" y="95"/>
                  </a:lnTo>
                  <a:cubicBezTo>
                    <a:pt x="110" y="95"/>
                    <a:pt x="110" y="64"/>
                    <a:pt x="110" y="49"/>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4" name="Google Shape;2044;p38"/>
            <p:cNvSpPr/>
            <p:nvPr/>
          </p:nvSpPr>
          <p:spPr>
            <a:xfrm>
              <a:off x="3235127" y="1793279"/>
              <a:ext cx="3053" cy="3021"/>
            </a:xfrm>
            <a:custGeom>
              <a:avLst/>
              <a:gdLst/>
              <a:ahLst/>
              <a:cxnLst/>
              <a:rect l="l" t="t" r="r" b="b"/>
              <a:pathLst>
                <a:path w="96" h="95" extrusionOk="0">
                  <a:moveTo>
                    <a:pt x="64" y="0"/>
                  </a:moveTo>
                  <a:lnTo>
                    <a:pt x="48" y="0"/>
                  </a:lnTo>
                  <a:cubicBezTo>
                    <a:pt x="48" y="0"/>
                    <a:pt x="32" y="0"/>
                    <a:pt x="32" y="15"/>
                  </a:cubicBezTo>
                  <a:lnTo>
                    <a:pt x="16" y="47"/>
                  </a:lnTo>
                  <a:cubicBezTo>
                    <a:pt x="1" y="63"/>
                    <a:pt x="16" y="95"/>
                    <a:pt x="32" y="95"/>
                  </a:cubicBezTo>
                  <a:lnTo>
                    <a:pt x="48" y="95"/>
                  </a:lnTo>
                  <a:cubicBezTo>
                    <a:pt x="64" y="95"/>
                    <a:pt x="79" y="95"/>
                    <a:pt x="79" y="78"/>
                  </a:cubicBezTo>
                  <a:lnTo>
                    <a:pt x="95" y="47"/>
                  </a:lnTo>
                  <a:cubicBezTo>
                    <a:pt x="95" y="32"/>
                    <a:pt x="95"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5" name="Google Shape;2045;p38"/>
            <p:cNvSpPr/>
            <p:nvPr/>
          </p:nvSpPr>
          <p:spPr>
            <a:xfrm>
              <a:off x="3420034" y="1797763"/>
              <a:ext cx="4039" cy="4039"/>
            </a:xfrm>
            <a:custGeom>
              <a:avLst/>
              <a:gdLst/>
              <a:ahLst/>
              <a:cxnLst/>
              <a:rect l="l" t="t" r="r" b="b"/>
              <a:pathLst>
                <a:path w="127" h="127" extrusionOk="0">
                  <a:moveTo>
                    <a:pt x="80" y="0"/>
                  </a:moveTo>
                  <a:lnTo>
                    <a:pt x="80" y="0"/>
                  </a:lnTo>
                  <a:cubicBezTo>
                    <a:pt x="63" y="0"/>
                    <a:pt x="63" y="0"/>
                    <a:pt x="63" y="17"/>
                  </a:cubicBezTo>
                  <a:lnTo>
                    <a:pt x="63" y="17"/>
                  </a:lnTo>
                  <a:lnTo>
                    <a:pt x="17" y="48"/>
                  </a:lnTo>
                  <a:cubicBezTo>
                    <a:pt x="0" y="48"/>
                    <a:pt x="0" y="64"/>
                    <a:pt x="0" y="80"/>
                  </a:cubicBezTo>
                  <a:cubicBezTo>
                    <a:pt x="0" y="95"/>
                    <a:pt x="17" y="95"/>
                    <a:pt x="32" y="111"/>
                  </a:cubicBezTo>
                  <a:lnTo>
                    <a:pt x="80" y="127"/>
                  </a:lnTo>
                  <a:lnTo>
                    <a:pt x="80" y="127"/>
                  </a:lnTo>
                  <a:lnTo>
                    <a:pt x="95" y="127"/>
                  </a:lnTo>
                  <a:lnTo>
                    <a:pt x="111" y="127"/>
                  </a:lnTo>
                  <a:cubicBezTo>
                    <a:pt x="111" y="111"/>
                    <a:pt x="126" y="111"/>
                    <a:pt x="126" y="95"/>
                  </a:cubicBezTo>
                  <a:lnTo>
                    <a:pt x="126" y="95"/>
                  </a:lnTo>
                  <a:cubicBezTo>
                    <a:pt x="126" y="80"/>
                    <a:pt x="126" y="64"/>
                    <a:pt x="111" y="64"/>
                  </a:cubicBezTo>
                  <a:lnTo>
                    <a:pt x="111" y="17"/>
                  </a:lnTo>
                  <a:cubicBezTo>
                    <a:pt x="95"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6" name="Google Shape;2046;p38"/>
            <p:cNvSpPr/>
            <p:nvPr/>
          </p:nvSpPr>
          <p:spPr>
            <a:xfrm>
              <a:off x="3247658" y="1816814"/>
              <a:ext cx="3021" cy="3021"/>
            </a:xfrm>
            <a:custGeom>
              <a:avLst/>
              <a:gdLst/>
              <a:ahLst/>
              <a:cxnLst/>
              <a:rect l="l" t="t" r="r" b="b"/>
              <a:pathLst>
                <a:path w="95" h="95" extrusionOk="0">
                  <a:moveTo>
                    <a:pt x="48" y="0"/>
                  </a:moveTo>
                  <a:cubicBezTo>
                    <a:pt x="48" y="17"/>
                    <a:pt x="48" y="17"/>
                    <a:pt x="32" y="32"/>
                  </a:cubicBezTo>
                  <a:lnTo>
                    <a:pt x="17" y="32"/>
                  </a:lnTo>
                  <a:lnTo>
                    <a:pt x="0" y="32"/>
                  </a:lnTo>
                  <a:lnTo>
                    <a:pt x="0" y="48"/>
                  </a:lnTo>
                  <a:lnTo>
                    <a:pt x="32" y="80"/>
                  </a:lnTo>
                  <a:lnTo>
                    <a:pt x="48" y="95"/>
                  </a:lnTo>
                  <a:cubicBezTo>
                    <a:pt x="63" y="95"/>
                    <a:pt x="63" y="80"/>
                    <a:pt x="80" y="80"/>
                  </a:cubicBezTo>
                  <a:cubicBezTo>
                    <a:pt x="95" y="80"/>
                    <a:pt x="95" y="48"/>
                    <a:pt x="80" y="32"/>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7" name="Google Shape;2047;p38"/>
            <p:cNvSpPr/>
            <p:nvPr/>
          </p:nvSpPr>
          <p:spPr>
            <a:xfrm>
              <a:off x="3431578" y="1795760"/>
              <a:ext cx="3021" cy="3021"/>
            </a:xfrm>
            <a:custGeom>
              <a:avLst/>
              <a:gdLst/>
              <a:ahLst/>
              <a:cxnLst/>
              <a:rect l="l" t="t" r="r" b="b"/>
              <a:pathLst>
                <a:path w="95" h="95" extrusionOk="0">
                  <a:moveTo>
                    <a:pt x="63" y="0"/>
                  </a:moveTo>
                  <a:lnTo>
                    <a:pt x="63" y="0"/>
                  </a:lnTo>
                  <a:lnTo>
                    <a:pt x="47" y="17"/>
                  </a:lnTo>
                  <a:lnTo>
                    <a:pt x="15" y="32"/>
                  </a:lnTo>
                  <a:cubicBezTo>
                    <a:pt x="0" y="48"/>
                    <a:pt x="0" y="63"/>
                    <a:pt x="0" y="80"/>
                  </a:cubicBezTo>
                  <a:cubicBezTo>
                    <a:pt x="15" y="95"/>
                    <a:pt x="15" y="95"/>
                    <a:pt x="32" y="95"/>
                  </a:cubicBezTo>
                  <a:lnTo>
                    <a:pt x="47" y="95"/>
                  </a:lnTo>
                  <a:lnTo>
                    <a:pt x="78" y="63"/>
                  </a:lnTo>
                  <a:cubicBezTo>
                    <a:pt x="95" y="63"/>
                    <a:pt x="95" y="32"/>
                    <a:pt x="95" y="17"/>
                  </a:cubicBezTo>
                  <a:cubicBezTo>
                    <a:pt x="78" y="17"/>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8" name="Google Shape;2048;p38"/>
            <p:cNvSpPr/>
            <p:nvPr/>
          </p:nvSpPr>
          <p:spPr>
            <a:xfrm>
              <a:off x="3440579" y="1797763"/>
              <a:ext cx="4039" cy="3562"/>
            </a:xfrm>
            <a:custGeom>
              <a:avLst/>
              <a:gdLst/>
              <a:ahLst/>
              <a:cxnLst/>
              <a:rect l="l" t="t" r="r" b="b"/>
              <a:pathLst>
                <a:path w="127" h="112" extrusionOk="0">
                  <a:moveTo>
                    <a:pt x="47" y="0"/>
                  </a:moveTo>
                  <a:lnTo>
                    <a:pt x="47" y="0"/>
                  </a:lnTo>
                  <a:cubicBezTo>
                    <a:pt x="32" y="0"/>
                    <a:pt x="16" y="0"/>
                    <a:pt x="16" y="17"/>
                  </a:cubicBezTo>
                  <a:cubicBezTo>
                    <a:pt x="1" y="32"/>
                    <a:pt x="1" y="48"/>
                    <a:pt x="16" y="64"/>
                  </a:cubicBezTo>
                  <a:lnTo>
                    <a:pt x="16" y="64"/>
                  </a:lnTo>
                  <a:lnTo>
                    <a:pt x="64" y="95"/>
                  </a:lnTo>
                  <a:lnTo>
                    <a:pt x="79" y="111"/>
                  </a:lnTo>
                  <a:lnTo>
                    <a:pt x="79" y="111"/>
                  </a:lnTo>
                  <a:cubicBezTo>
                    <a:pt x="95" y="111"/>
                    <a:pt x="110" y="95"/>
                    <a:pt x="110" y="95"/>
                  </a:cubicBezTo>
                  <a:lnTo>
                    <a:pt x="110" y="80"/>
                  </a:lnTo>
                  <a:cubicBezTo>
                    <a:pt x="127" y="80"/>
                    <a:pt x="127" y="64"/>
                    <a:pt x="110" y="48"/>
                  </a:cubicBezTo>
                  <a:lnTo>
                    <a:pt x="110" y="48"/>
                  </a:lnTo>
                  <a:lnTo>
                    <a:pt x="110" y="48"/>
                  </a:lnTo>
                  <a:lnTo>
                    <a:pt x="64" y="17"/>
                  </a:lnTo>
                  <a:cubicBezTo>
                    <a:pt x="64" y="0"/>
                    <a:pt x="64"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9" name="Google Shape;2049;p38"/>
            <p:cNvSpPr/>
            <p:nvPr/>
          </p:nvSpPr>
          <p:spPr>
            <a:xfrm>
              <a:off x="3269698" y="1815796"/>
              <a:ext cx="3021" cy="3562"/>
            </a:xfrm>
            <a:custGeom>
              <a:avLst/>
              <a:gdLst/>
              <a:ahLst/>
              <a:cxnLst/>
              <a:rect l="l" t="t" r="r" b="b"/>
              <a:pathLst>
                <a:path w="95" h="112" extrusionOk="0">
                  <a:moveTo>
                    <a:pt x="48" y="1"/>
                  </a:moveTo>
                  <a:lnTo>
                    <a:pt x="48" y="1"/>
                  </a:lnTo>
                  <a:cubicBezTo>
                    <a:pt x="32" y="1"/>
                    <a:pt x="32" y="17"/>
                    <a:pt x="17" y="32"/>
                  </a:cubicBezTo>
                  <a:lnTo>
                    <a:pt x="17" y="49"/>
                  </a:lnTo>
                  <a:lnTo>
                    <a:pt x="0" y="64"/>
                  </a:lnTo>
                  <a:cubicBezTo>
                    <a:pt x="0" y="80"/>
                    <a:pt x="17" y="95"/>
                    <a:pt x="32" y="95"/>
                  </a:cubicBezTo>
                  <a:lnTo>
                    <a:pt x="32" y="112"/>
                  </a:lnTo>
                  <a:cubicBezTo>
                    <a:pt x="48" y="112"/>
                    <a:pt x="63" y="95"/>
                    <a:pt x="80" y="80"/>
                  </a:cubicBezTo>
                  <a:lnTo>
                    <a:pt x="80" y="64"/>
                  </a:lnTo>
                  <a:lnTo>
                    <a:pt x="80" y="49"/>
                  </a:lnTo>
                  <a:cubicBezTo>
                    <a:pt x="95" y="32"/>
                    <a:pt x="80"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0" name="Google Shape;2050;p38"/>
            <p:cNvSpPr/>
            <p:nvPr/>
          </p:nvSpPr>
          <p:spPr>
            <a:xfrm>
              <a:off x="3396499" y="1803774"/>
              <a:ext cx="3021" cy="2544"/>
            </a:xfrm>
            <a:custGeom>
              <a:avLst/>
              <a:gdLst/>
              <a:ahLst/>
              <a:cxnLst/>
              <a:rect l="l" t="t" r="r" b="b"/>
              <a:pathLst>
                <a:path w="95" h="80" extrusionOk="0">
                  <a:moveTo>
                    <a:pt x="63" y="1"/>
                  </a:moveTo>
                  <a:lnTo>
                    <a:pt x="47" y="1"/>
                  </a:lnTo>
                  <a:lnTo>
                    <a:pt x="47" y="1"/>
                  </a:lnTo>
                  <a:lnTo>
                    <a:pt x="32" y="1"/>
                  </a:lnTo>
                  <a:cubicBezTo>
                    <a:pt x="15" y="1"/>
                    <a:pt x="0" y="17"/>
                    <a:pt x="0" y="17"/>
                  </a:cubicBezTo>
                  <a:lnTo>
                    <a:pt x="0" y="17"/>
                  </a:lnTo>
                  <a:lnTo>
                    <a:pt x="0" y="48"/>
                  </a:lnTo>
                  <a:lnTo>
                    <a:pt x="0" y="48"/>
                  </a:lnTo>
                  <a:cubicBezTo>
                    <a:pt x="0" y="64"/>
                    <a:pt x="15" y="80"/>
                    <a:pt x="32" y="80"/>
                  </a:cubicBezTo>
                  <a:lnTo>
                    <a:pt x="32" y="80"/>
                  </a:lnTo>
                  <a:lnTo>
                    <a:pt x="32" y="80"/>
                  </a:lnTo>
                  <a:lnTo>
                    <a:pt x="63" y="64"/>
                  </a:lnTo>
                  <a:cubicBezTo>
                    <a:pt x="78" y="64"/>
                    <a:pt x="78" y="64"/>
                    <a:pt x="95" y="48"/>
                  </a:cubicBezTo>
                  <a:lnTo>
                    <a:pt x="95" y="32"/>
                  </a:lnTo>
                  <a:cubicBezTo>
                    <a:pt x="95" y="17"/>
                    <a:pt x="95"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1" name="Google Shape;2051;p38"/>
            <p:cNvSpPr/>
            <p:nvPr/>
          </p:nvSpPr>
          <p:spPr>
            <a:xfrm>
              <a:off x="3387944" y="1804283"/>
              <a:ext cx="4580" cy="3530"/>
            </a:xfrm>
            <a:custGeom>
              <a:avLst/>
              <a:gdLst/>
              <a:ahLst/>
              <a:cxnLst/>
              <a:rect l="l" t="t" r="r" b="b"/>
              <a:pathLst>
                <a:path w="144" h="111" extrusionOk="0">
                  <a:moveTo>
                    <a:pt x="64" y="1"/>
                  </a:moveTo>
                  <a:lnTo>
                    <a:pt x="64" y="1"/>
                  </a:lnTo>
                  <a:cubicBezTo>
                    <a:pt x="49" y="1"/>
                    <a:pt x="32" y="16"/>
                    <a:pt x="32" y="16"/>
                  </a:cubicBezTo>
                  <a:lnTo>
                    <a:pt x="17" y="48"/>
                  </a:lnTo>
                  <a:lnTo>
                    <a:pt x="17" y="64"/>
                  </a:lnTo>
                  <a:cubicBezTo>
                    <a:pt x="17" y="64"/>
                    <a:pt x="1" y="79"/>
                    <a:pt x="17" y="79"/>
                  </a:cubicBezTo>
                  <a:cubicBezTo>
                    <a:pt x="17" y="95"/>
                    <a:pt x="17" y="95"/>
                    <a:pt x="32" y="95"/>
                  </a:cubicBezTo>
                  <a:cubicBezTo>
                    <a:pt x="32" y="111"/>
                    <a:pt x="32" y="111"/>
                    <a:pt x="49" y="111"/>
                  </a:cubicBezTo>
                  <a:cubicBezTo>
                    <a:pt x="49" y="111"/>
                    <a:pt x="64" y="95"/>
                    <a:pt x="80" y="95"/>
                  </a:cubicBezTo>
                  <a:lnTo>
                    <a:pt x="80" y="79"/>
                  </a:lnTo>
                  <a:lnTo>
                    <a:pt x="80" y="79"/>
                  </a:lnTo>
                  <a:lnTo>
                    <a:pt x="95" y="79"/>
                  </a:lnTo>
                  <a:lnTo>
                    <a:pt x="95" y="79"/>
                  </a:lnTo>
                  <a:cubicBezTo>
                    <a:pt x="112" y="79"/>
                    <a:pt x="127" y="79"/>
                    <a:pt x="127" y="64"/>
                  </a:cubicBezTo>
                  <a:cubicBezTo>
                    <a:pt x="143" y="48"/>
                    <a:pt x="127" y="32"/>
                    <a:pt x="112" y="16"/>
                  </a:cubicBezTo>
                  <a:lnTo>
                    <a:pt x="95" y="16"/>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2" name="Google Shape;2052;p38"/>
            <p:cNvSpPr/>
            <p:nvPr/>
          </p:nvSpPr>
          <p:spPr>
            <a:xfrm>
              <a:off x="3266676" y="1817323"/>
              <a:ext cx="3053" cy="3530"/>
            </a:xfrm>
            <a:custGeom>
              <a:avLst/>
              <a:gdLst/>
              <a:ahLst/>
              <a:cxnLst/>
              <a:rect l="l" t="t" r="r" b="b"/>
              <a:pathLst>
                <a:path w="96" h="111" extrusionOk="0">
                  <a:moveTo>
                    <a:pt x="32" y="1"/>
                  </a:moveTo>
                  <a:lnTo>
                    <a:pt x="32" y="1"/>
                  </a:lnTo>
                  <a:lnTo>
                    <a:pt x="17" y="16"/>
                  </a:lnTo>
                  <a:cubicBezTo>
                    <a:pt x="1" y="16"/>
                    <a:pt x="1" y="47"/>
                    <a:pt x="1" y="64"/>
                  </a:cubicBezTo>
                  <a:lnTo>
                    <a:pt x="32" y="95"/>
                  </a:lnTo>
                  <a:lnTo>
                    <a:pt x="32" y="95"/>
                  </a:lnTo>
                  <a:lnTo>
                    <a:pt x="49" y="95"/>
                  </a:lnTo>
                  <a:lnTo>
                    <a:pt x="49" y="110"/>
                  </a:lnTo>
                  <a:cubicBezTo>
                    <a:pt x="64" y="110"/>
                    <a:pt x="64" y="95"/>
                    <a:pt x="80" y="95"/>
                  </a:cubicBezTo>
                  <a:lnTo>
                    <a:pt x="80" y="95"/>
                  </a:lnTo>
                  <a:cubicBezTo>
                    <a:pt x="95" y="79"/>
                    <a:pt x="95" y="64"/>
                    <a:pt x="80" y="47"/>
                  </a:cubicBezTo>
                  <a:lnTo>
                    <a:pt x="80" y="47"/>
                  </a:lnTo>
                  <a:lnTo>
                    <a:pt x="64" y="16"/>
                  </a:lnTo>
                  <a:cubicBezTo>
                    <a:pt x="64"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3" name="Google Shape;2053;p38"/>
            <p:cNvSpPr/>
            <p:nvPr/>
          </p:nvSpPr>
          <p:spPr>
            <a:xfrm>
              <a:off x="3312792" y="1810803"/>
              <a:ext cx="4548" cy="3562"/>
            </a:xfrm>
            <a:custGeom>
              <a:avLst/>
              <a:gdLst/>
              <a:ahLst/>
              <a:cxnLst/>
              <a:rect l="l" t="t" r="r" b="b"/>
              <a:pathLst>
                <a:path w="143" h="112" extrusionOk="0">
                  <a:moveTo>
                    <a:pt x="48" y="0"/>
                  </a:moveTo>
                  <a:lnTo>
                    <a:pt x="32" y="0"/>
                  </a:lnTo>
                  <a:cubicBezTo>
                    <a:pt x="32" y="0"/>
                    <a:pt x="17" y="0"/>
                    <a:pt x="17" y="17"/>
                  </a:cubicBezTo>
                  <a:cubicBezTo>
                    <a:pt x="0" y="32"/>
                    <a:pt x="0" y="48"/>
                    <a:pt x="17" y="63"/>
                  </a:cubicBezTo>
                  <a:lnTo>
                    <a:pt x="95" y="111"/>
                  </a:lnTo>
                  <a:lnTo>
                    <a:pt x="111" y="111"/>
                  </a:lnTo>
                  <a:cubicBezTo>
                    <a:pt x="111" y="111"/>
                    <a:pt x="126" y="111"/>
                    <a:pt x="143" y="95"/>
                  </a:cubicBezTo>
                  <a:cubicBezTo>
                    <a:pt x="143" y="80"/>
                    <a:pt x="143" y="63"/>
                    <a:pt x="126" y="48"/>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4" name="Google Shape;2054;p38"/>
            <p:cNvSpPr/>
            <p:nvPr/>
          </p:nvSpPr>
          <p:spPr>
            <a:xfrm>
              <a:off x="3287730" y="1813792"/>
              <a:ext cx="4039" cy="3053"/>
            </a:xfrm>
            <a:custGeom>
              <a:avLst/>
              <a:gdLst/>
              <a:ahLst/>
              <a:cxnLst/>
              <a:rect l="l" t="t" r="r" b="b"/>
              <a:pathLst>
                <a:path w="127" h="96" extrusionOk="0">
                  <a:moveTo>
                    <a:pt x="49" y="1"/>
                  </a:moveTo>
                  <a:lnTo>
                    <a:pt x="49" y="1"/>
                  </a:lnTo>
                  <a:lnTo>
                    <a:pt x="32" y="1"/>
                  </a:lnTo>
                  <a:cubicBezTo>
                    <a:pt x="17" y="1"/>
                    <a:pt x="17" y="1"/>
                    <a:pt x="17" y="17"/>
                  </a:cubicBezTo>
                  <a:cubicBezTo>
                    <a:pt x="17" y="17"/>
                    <a:pt x="1" y="32"/>
                    <a:pt x="17" y="49"/>
                  </a:cubicBezTo>
                  <a:lnTo>
                    <a:pt x="17" y="49"/>
                  </a:lnTo>
                  <a:lnTo>
                    <a:pt x="32" y="80"/>
                  </a:lnTo>
                  <a:cubicBezTo>
                    <a:pt x="32" y="95"/>
                    <a:pt x="49" y="95"/>
                    <a:pt x="64" y="95"/>
                  </a:cubicBezTo>
                  <a:lnTo>
                    <a:pt x="80" y="95"/>
                  </a:lnTo>
                  <a:lnTo>
                    <a:pt x="95" y="80"/>
                  </a:lnTo>
                  <a:cubicBezTo>
                    <a:pt x="112" y="64"/>
                    <a:pt x="127" y="64"/>
                    <a:pt x="127" y="49"/>
                  </a:cubicBezTo>
                  <a:cubicBezTo>
                    <a:pt x="127" y="32"/>
                    <a:pt x="112" y="17"/>
                    <a:pt x="112" y="17"/>
                  </a:cubicBezTo>
                  <a:lnTo>
                    <a:pt x="95"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5" name="Google Shape;2055;p38"/>
            <p:cNvSpPr/>
            <p:nvPr/>
          </p:nvSpPr>
          <p:spPr>
            <a:xfrm>
              <a:off x="3309293" y="1811789"/>
              <a:ext cx="4039" cy="3053"/>
            </a:xfrm>
            <a:custGeom>
              <a:avLst/>
              <a:gdLst/>
              <a:ahLst/>
              <a:cxnLst/>
              <a:rect l="l" t="t" r="r" b="b"/>
              <a:pathLst>
                <a:path w="127" h="96" extrusionOk="0">
                  <a:moveTo>
                    <a:pt x="32" y="1"/>
                  </a:moveTo>
                  <a:lnTo>
                    <a:pt x="32" y="1"/>
                  </a:lnTo>
                  <a:cubicBezTo>
                    <a:pt x="16" y="1"/>
                    <a:pt x="16" y="1"/>
                    <a:pt x="1" y="17"/>
                  </a:cubicBezTo>
                  <a:cubicBezTo>
                    <a:pt x="1" y="32"/>
                    <a:pt x="1" y="49"/>
                    <a:pt x="16" y="49"/>
                  </a:cubicBezTo>
                  <a:lnTo>
                    <a:pt x="16" y="64"/>
                  </a:lnTo>
                  <a:lnTo>
                    <a:pt x="64" y="80"/>
                  </a:lnTo>
                  <a:lnTo>
                    <a:pt x="79" y="95"/>
                  </a:lnTo>
                  <a:cubicBezTo>
                    <a:pt x="95" y="95"/>
                    <a:pt x="110" y="80"/>
                    <a:pt x="110" y="64"/>
                  </a:cubicBezTo>
                  <a:cubicBezTo>
                    <a:pt x="127" y="64"/>
                    <a:pt x="127" y="49"/>
                    <a:pt x="110" y="49"/>
                  </a:cubicBezTo>
                  <a:cubicBezTo>
                    <a:pt x="110" y="32"/>
                    <a:pt x="110" y="32"/>
                    <a:pt x="95"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6" name="Google Shape;2056;p38"/>
            <p:cNvSpPr/>
            <p:nvPr/>
          </p:nvSpPr>
          <p:spPr>
            <a:xfrm>
              <a:off x="3122892" y="1830839"/>
              <a:ext cx="3530" cy="2544"/>
            </a:xfrm>
            <a:custGeom>
              <a:avLst/>
              <a:gdLst/>
              <a:ahLst/>
              <a:cxnLst/>
              <a:rect l="l" t="t" r="r" b="b"/>
              <a:pathLst>
                <a:path w="111" h="80" extrusionOk="0">
                  <a:moveTo>
                    <a:pt x="64" y="0"/>
                  </a:moveTo>
                  <a:lnTo>
                    <a:pt x="64" y="0"/>
                  </a:lnTo>
                  <a:lnTo>
                    <a:pt x="47" y="0"/>
                  </a:lnTo>
                  <a:lnTo>
                    <a:pt x="16" y="17"/>
                  </a:lnTo>
                  <a:cubicBezTo>
                    <a:pt x="1" y="32"/>
                    <a:pt x="1" y="48"/>
                    <a:pt x="16" y="63"/>
                  </a:cubicBezTo>
                  <a:cubicBezTo>
                    <a:pt x="16" y="80"/>
                    <a:pt x="32" y="80"/>
                    <a:pt x="32" y="80"/>
                  </a:cubicBezTo>
                  <a:lnTo>
                    <a:pt x="64" y="80"/>
                  </a:lnTo>
                  <a:lnTo>
                    <a:pt x="79" y="63"/>
                  </a:lnTo>
                  <a:cubicBezTo>
                    <a:pt x="95" y="48"/>
                    <a:pt x="110"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7" name="Google Shape;2057;p38"/>
            <p:cNvSpPr/>
            <p:nvPr/>
          </p:nvSpPr>
          <p:spPr>
            <a:xfrm>
              <a:off x="3251665" y="1810803"/>
              <a:ext cx="3021" cy="3021"/>
            </a:xfrm>
            <a:custGeom>
              <a:avLst/>
              <a:gdLst/>
              <a:ahLst/>
              <a:cxnLst/>
              <a:rect l="l" t="t" r="r" b="b"/>
              <a:pathLst>
                <a:path w="95" h="95" extrusionOk="0">
                  <a:moveTo>
                    <a:pt x="32" y="0"/>
                  </a:moveTo>
                  <a:lnTo>
                    <a:pt x="32" y="0"/>
                  </a:lnTo>
                  <a:lnTo>
                    <a:pt x="17" y="0"/>
                  </a:lnTo>
                  <a:cubicBezTo>
                    <a:pt x="0" y="17"/>
                    <a:pt x="0" y="32"/>
                    <a:pt x="0" y="48"/>
                  </a:cubicBezTo>
                  <a:lnTo>
                    <a:pt x="17" y="80"/>
                  </a:lnTo>
                  <a:cubicBezTo>
                    <a:pt x="32" y="95"/>
                    <a:pt x="32" y="95"/>
                    <a:pt x="48" y="95"/>
                  </a:cubicBezTo>
                  <a:lnTo>
                    <a:pt x="63" y="95"/>
                  </a:lnTo>
                  <a:cubicBezTo>
                    <a:pt x="80" y="80"/>
                    <a:pt x="95" y="63"/>
                    <a:pt x="80" y="48"/>
                  </a:cubicBezTo>
                  <a:lnTo>
                    <a:pt x="63" y="17"/>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8" name="Google Shape;2058;p38"/>
            <p:cNvSpPr/>
            <p:nvPr/>
          </p:nvSpPr>
          <p:spPr>
            <a:xfrm>
              <a:off x="3249184" y="1807304"/>
              <a:ext cx="3021" cy="3530"/>
            </a:xfrm>
            <a:custGeom>
              <a:avLst/>
              <a:gdLst/>
              <a:ahLst/>
              <a:cxnLst/>
              <a:rect l="l" t="t" r="r" b="b"/>
              <a:pathLst>
                <a:path w="95" h="111" extrusionOk="0">
                  <a:moveTo>
                    <a:pt x="32" y="0"/>
                  </a:moveTo>
                  <a:lnTo>
                    <a:pt x="32" y="0"/>
                  </a:lnTo>
                  <a:cubicBezTo>
                    <a:pt x="32" y="0"/>
                    <a:pt x="32" y="16"/>
                    <a:pt x="15" y="16"/>
                  </a:cubicBezTo>
                  <a:cubicBezTo>
                    <a:pt x="0" y="16"/>
                    <a:pt x="0" y="47"/>
                    <a:pt x="15" y="63"/>
                  </a:cubicBezTo>
                  <a:lnTo>
                    <a:pt x="32" y="95"/>
                  </a:lnTo>
                  <a:cubicBezTo>
                    <a:pt x="32" y="95"/>
                    <a:pt x="47" y="110"/>
                    <a:pt x="63" y="110"/>
                  </a:cubicBezTo>
                  <a:cubicBezTo>
                    <a:pt x="63" y="110"/>
                    <a:pt x="63" y="95"/>
                    <a:pt x="78" y="95"/>
                  </a:cubicBezTo>
                  <a:cubicBezTo>
                    <a:pt x="95" y="95"/>
                    <a:pt x="95" y="63"/>
                    <a:pt x="78" y="47"/>
                  </a:cubicBezTo>
                  <a:lnTo>
                    <a:pt x="63" y="16"/>
                  </a:lnTo>
                  <a:cubicBezTo>
                    <a:pt x="63"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9" name="Google Shape;2059;p38"/>
            <p:cNvSpPr/>
            <p:nvPr/>
          </p:nvSpPr>
          <p:spPr>
            <a:xfrm>
              <a:off x="3446081" y="1793279"/>
              <a:ext cx="3562" cy="2512"/>
            </a:xfrm>
            <a:custGeom>
              <a:avLst/>
              <a:gdLst/>
              <a:ahLst/>
              <a:cxnLst/>
              <a:rect l="l" t="t" r="r" b="b"/>
              <a:pathLst>
                <a:path w="112" h="79" extrusionOk="0">
                  <a:moveTo>
                    <a:pt x="63" y="0"/>
                  </a:moveTo>
                  <a:lnTo>
                    <a:pt x="63" y="0"/>
                  </a:lnTo>
                  <a:lnTo>
                    <a:pt x="32" y="0"/>
                  </a:lnTo>
                  <a:lnTo>
                    <a:pt x="32" y="15"/>
                  </a:lnTo>
                  <a:lnTo>
                    <a:pt x="17" y="32"/>
                  </a:lnTo>
                  <a:cubicBezTo>
                    <a:pt x="0" y="47"/>
                    <a:pt x="17" y="63"/>
                    <a:pt x="17" y="78"/>
                  </a:cubicBezTo>
                  <a:lnTo>
                    <a:pt x="48" y="78"/>
                  </a:lnTo>
                  <a:lnTo>
                    <a:pt x="80" y="78"/>
                  </a:lnTo>
                  <a:lnTo>
                    <a:pt x="80" y="63"/>
                  </a:lnTo>
                  <a:lnTo>
                    <a:pt x="95" y="47"/>
                  </a:lnTo>
                  <a:cubicBezTo>
                    <a:pt x="111" y="32"/>
                    <a:pt x="95" y="15"/>
                    <a:pt x="95"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0" name="Google Shape;2060;p38"/>
            <p:cNvSpPr/>
            <p:nvPr/>
          </p:nvSpPr>
          <p:spPr>
            <a:xfrm>
              <a:off x="3246163" y="1813792"/>
              <a:ext cx="3053" cy="4039"/>
            </a:xfrm>
            <a:custGeom>
              <a:avLst/>
              <a:gdLst/>
              <a:ahLst/>
              <a:cxnLst/>
              <a:rect l="l" t="t" r="r" b="b"/>
              <a:pathLst>
                <a:path w="96" h="127" extrusionOk="0">
                  <a:moveTo>
                    <a:pt x="64" y="1"/>
                  </a:moveTo>
                  <a:cubicBezTo>
                    <a:pt x="64" y="1"/>
                    <a:pt x="47" y="1"/>
                    <a:pt x="47" y="17"/>
                  </a:cubicBezTo>
                  <a:lnTo>
                    <a:pt x="32" y="17"/>
                  </a:lnTo>
                  <a:cubicBezTo>
                    <a:pt x="16" y="17"/>
                    <a:pt x="16" y="17"/>
                    <a:pt x="16" y="1"/>
                  </a:cubicBezTo>
                  <a:lnTo>
                    <a:pt x="16" y="17"/>
                  </a:lnTo>
                  <a:lnTo>
                    <a:pt x="16" y="17"/>
                  </a:lnTo>
                  <a:lnTo>
                    <a:pt x="16" y="17"/>
                  </a:lnTo>
                  <a:lnTo>
                    <a:pt x="16" y="17"/>
                  </a:lnTo>
                  <a:lnTo>
                    <a:pt x="16" y="17"/>
                  </a:lnTo>
                  <a:lnTo>
                    <a:pt x="16" y="17"/>
                  </a:lnTo>
                  <a:lnTo>
                    <a:pt x="16" y="17"/>
                  </a:lnTo>
                  <a:cubicBezTo>
                    <a:pt x="1" y="17"/>
                    <a:pt x="1" y="32"/>
                    <a:pt x="16" y="32"/>
                  </a:cubicBezTo>
                  <a:lnTo>
                    <a:pt x="32" y="95"/>
                  </a:lnTo>
                  <a:cubicBezTo>
                    <a:pt x="32" y="112"/>
                    <a:pt x="47" y="112"/>
                    <a:pt x="47" y="127"/>
                  </a:cubicBezTo>
                  <a:lnTo>
                    <a:pt x="64" y="127"/>
                  </a:lnTo>
                  <a:lnTo>
                    <a:pt x="79" y="127"/>
                  </a:lnTo>
                  <a:cubicBezTo>
                    <a:pt x="95" y="112"/>
                    <a:pt x="95" y="112"/>
                    <a:pt x="95" y="95"/>
                  </a:cubicBezTo>
                  <a:lnTo>
                    <a:pt x="95" y="80"/>
                  </a:lnTo>
                  <a:lnTo>
                    <a:pt x="95" y="80"/>
                  </a:lnTo>
                  <a:lnTo>
                    <a:pt x="79" y="17"/>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1" name="Google Shape;2061;p38"/>
            <p:cNvSpPr/>
            <p:nvPr/>
          </p:nvSpPr>
          <p:spPr>
            <a:xfrm>
              <a:off x="3271701" y="1810803"/>
              <a:ext cx="3021" cy="3562"/>
            </a:xfrm>
            <a:custGeom>
              <a:avLst/>
              <a:gdLst/>
              <a:ahLst/>
              <a:cxnLst/>
              <a:rect l="l" t="t" r="r" b="b"/>
              <a:pathLst>
                <a:path w="95" h="112" extrusionOk="0">
                  <a:moveTo>
                    <a:pt x="48" y="0"/>
                  </a:moveTo>
                  <a:lnTo>
                    <a:pt x="48" y="0"/>
                  </a:lnTo>
                  <a:lnTo>
                    <a:pt x="32" y="0"/>
                  </a:lnTo>
                  <a:cubicBezTo>
                    <a:pt x="17" y="0"/>
                    <a:pt x="17" y="17"/>
                    <a:pt x="17" y="17"/>
                  </a:cubicBezTo>
                  <a:lnTo>
                    <a:pt x="17" y="32"/>
                  </a:lnTo>
                  <a:lnTo>
                    <a:pt x="0" y="63"/>
                  </a:lnTo>
                  <a:cubicBezTo>
                    <a:pt x="0" y="80"/>
                    <a:pt x="17" y="111"/>
                    <a:pt x="32" y="111"/>
                  </a:cubicBezTo>
                  <a:lnTo>
                    <a:pt x="32" y="111"/>
                  </a:lnTo>
                  <a:cubicBezTo>
                    <a:pt x="48" y="111"/>
                    <a:pt x="48" y="111"/>
                    <a:pt x="63" y="95"/>
                  </a:cubicBezTo>
                  <a:lnTo>
                    <a:pt x="63" y="80"/>
                  </a:lnTo>
                  <a:lnTo>
                    <a:pt x="80" y="80"/>
                  </a:lnTo>
                  <a:lnTo>
                    <a:pt x="80"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2" name="Google Shape;2062;p38"/>
            <p:cNvSpPr/>
            <p:nvPr/>
          </p:nvSpPr>
          <p:spPr>
            <a:xfrm>
              <a:off x="3415518" y="1787745"/>
              <a:ext cx="3053" cy="4039"/>
            </a:xfrm>
            <a:custGeom>
              <a:avLst/>
              <a:gdLst/>
              <a:ahLst/>
              <a:cxnLst/>
              <a:rect l="l" t="t" r="r" b="b"/>
              <a:pathLst>
                <a:path w="96" h="127" extrusionOk="0">
                  <a:moveTo>
                    <a:pt x="32" y="0"/>
                  </a:moveTo>
                  <a:lnTo>
                    <a:pt x="32" y="0"/>
                  </a:lnTo>
                  <a:cubicBezTo>
                    <a:pt x="16" y="0"/>
                    <a:pt x="16" y="17"/>
                    <a:pt x="1" y="17"/>
                  </a:cubicBezTo>
                  <a:lnTo>
                    <a:pt x="1" y="32"/>
                  </a:lnTo>
                  <a:cubicBezTo>
                    <a:pt x="1" y="48"/>
                    <a:pt x="1" y="63"/>
                    <a:pt x="16" y="80"/>
                  </a:cubicBezTo>
                  <a:lnTo>
                    <a:pt x="16" y="80"/>
                  </a:lnTo>
                  <a:lnTo>
                    <a:pt x="16" y="80"/>
                  </a:lnTo>
                  <a:lnTo>
                    <a:pt x="16" y="80"/>
                  </a:lnTo>
                  <a:cubicBezTo>
                    <a:pt x="16" y="95"/>
                    <a:pt x="32" y="126"/>
                    <a:pt x="48" y="126"/>
                  </a:cubicBezTo>
                  <a:lnTo>
                    <a:pt x="48" y="126"/>
                  </a:lnTo>
                  <a:cubicBezTo>
                    <a:pt x="64" y="126"/>
                    <a:pt x="79" y="111"/>
                    <a:pt x="96" y="95"/>
                  </a:cubicBezTo>
                  <a:lnTo>
                    <a:pt x="96" y="63"/>
                  </a:lnTo>
                  <a:lnTo>
                    <a:pt x="96" y="63"/>
                  </a:lnTo>
                  <a:cubicBezTo>
                    <a:pt x="96" y="48"/>
                    <a:pt x="96" y="17"/>
                    <a:pt x="79" y="17"/>
                  </a:cubicBezTo>
                  <a:lnTo>
                    <a:pt x="64" y="17"/>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3" name="Google Shape;2063;p38"/>
            <p:cNvSpPr/>
            <p:nvPr/>
          </p:nvSpPr>
          <p:spPr>
            <a:xfrm>
              <a:off x="3361419" y="1800785"/>
              <a:ext cx="3530" cy="2544"/>
            </a:xfrm>
            <a:custGeom>
              <a:avLst/>
              <a:gdLst/>
              <a:ahLst/>
              <a:cxnLst/>
              <a:rect l="l" t="t" r="r" b="b"/>
              <a:pathLst>
                <a:path w="111" h="80" extrusionOk="0">
                  <a:moveTo>
                    <a:pt x="32" y="0"/>
                  </a:moveTo>
                  <a:lnTo>
                    <a:pt x="32" y="0"/>
                  </a:lnTo>
                  <a:cubicBezTo>
                    <a:pt x="15" y="0"/>
                    <a:pt x="0" y="16"/>
                    <a:pt x="0" y="32"/>
                  </a:cubicBezTo>
                  <a:cubicBezTo>
                    <a:pt x="0" y="48"/>
                    <a:pt x="0" y="63"/>
                    <a:pt x="15" y="63"/>
                  </a:cubicBezTo>
                  <a:lnTo>
                    <a:pt x="47" y="79"/>
                  </a:lnTo>
                  <a:lnTo>
                    <a:pt x="63" y="79"/>
                  </a:lnTo>
                  <a:cubicBezTo>
                    <a:pt x="79" y="79"/>
                    <a:pt x="95" y="79"/>
                    <a:pt x="95" y="63"/>
                  </a:cubicBezTo>
                  <a:cubicBezTo>
                    <a:pt x="110" y="48"/>
                    <a:pt x="95" y="32"/>
                    <a:pt x="79"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4" name="Google Shape;2064;p38"/>
            <p:cNvSpPr/>
            <p:nvPr/>
          </p:nvSpPr>
          <p:spPr>
            <a:xfrm>
              <a:off x="3296763" y="1822825"/>
              <a:ext cx="4548" cy="2544"/>
            </a:xfrm>
            <a:custGeom>
              <a:avLst/>
              <a:gdLst/>
              <a:ahLst/>
              <a:cxnLst/>
              <a:rect l="l" t="t" r="r" b="b"/>
              <a:pathLst>
                <a:path w="143" h="80" extrusionOk="0">
                  <a:moveTo>
                    <a:pt x="48" y="0"/>
                  </a:moveTo>
                  <a:lnTo>
                    <a:pt x="48" y="0"/>
                  </a:lnTo>
                  <a:lnTo>
                    <a:pt x="17" y="0"/>
                  </a:lnTo>
                  <a:lnTo>
                    <a:pt x="17" y="32"/>
                  </a:lnTo>
                  <a:cubicBezTo>
                    <a:pt x="0" y="32"/>
                    <a:pt x="17" y="48"/>
                    <a:pt x="17" y="63"/>
                  </a:cubicBezTo>
                  <a:lnTo>
                    <a:pt x="32" y="63"/>
                  </a:lnTo>
                  <a:lnTo>
                    <a:pt x="48" y="63"/>
                  </a:lnTo>
                  <a:lnTo>
                    <a:pt x="95" y="80"/>
                  </a:lnTo>
                  <a:lnTo>
                    <a:pt x="111" y="80"/>
                  </a:lnTo>
                  <a:cubicBezTo>
                    <a:pt x="111" y="80"/>
                    <a:pt x="126" y="80"/>
                    <a:pt x="126" y="63"/>
                  </a:cubicBezTo>
                  <a:cubicBezTo>
                    <a:pt x="126" y="63"/>
                    <a:pt x="143" y="63"/>
                    <a:pt x="143" y="48"/>
                  </a:cubicBezTo>
                  <a:cubicBezTo>
                    <a:pt x="143" y="32"/>
                    <a:pt x="143" y="17"/>
                    <a:pt x="126" y="17"/>
                  </a:cubicBezTo>
                  <a:lnTo>
                    <a:pt x="111" y="0"/>
                  </a:lnTo>
                  <a:lnTo>
                    <a:pt x="80"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5" name="Google Shape;2065;p38"/>
            <p:cNvSpPr/>
            <p:nvPr/>
          </p:nvSpPr>
          <p:spPr>
            <a:xfrm>
              <a:off x="3436572" y="1807781"/>
              <a:ext cx="3053" cy="3053"/>
            </a:xfrm>
            <a:custGeom>
              <a:avLst/>
              <a:gdLst/>
              <a:ahLst/>
              <a:cxnLst/>
              <a:rect l="l" t="t" r="r" b="b"/>
              <a:pathLst>
                <a:path w="96" h="96" extrusionOk="0">
                  <a:moveTo>
                    <a:pt x="64" y="1"/>
                  </a:moveTo>
                  <a:lnTo>
                    <a:pt x="64" y="17"/>
                  </a:lnTo>
                  <a:lnTo>
                    <a:pt x="47" y="17"/>
                  </a:lnTo>
                  <a:lnTo>
                    <a:pt x="32" y="17"/>
                  </a:lnTo>
                  <a:lnTo>
                    <a:pt x="16" y="48"/>
                  </a:lnTo>
                  <a:cubicBezTo>
                    <a:pt x="1" y="64"/>
                    <a:pt x="1" y="80"/>
                    <a:pt x="16" y="95"/>
                  </a:cubicBezTo>
                  <a:lnTo>
                    <a:pt x="32" y="95"/>
                  </a:lnTo>
                  <a:lnTo>
                    <a:pt x="64" y="95"/>
                  </a:lnTo>
                  <a:lnTo>
                    <a:pt x="79" y="64"/>
                  </a:lnTo>
                  <a:cubicBezTo>
                    <a:pt x="95" y="64"/>
                    <a:pt x="95" y="48"/>
                    <a:pt x="95" y="48"/>
                  </a:cubicBezTo>
                  <a:lnTo>
                    <a:pt x="95"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6" name="Google Shape;2066;p38"/>
            <p:cNvSpPr/>
            <p:nvPr/>
          </p:nvSpPr>
          <p:spPr>
            <a:xfrm>
              <a:off x="3346853" y="1817323"/>
              <a:ext cx="3562" cy="2035"/>
            </a:xfrm>
            <a:custGeom>
              <a:avLst/>
              <a:gdLst/>
              <a:ahLst/>
              <a:cxnLst/>
              <a:rect l="l" t="t" r="r" b="b"/>
              <a:pathLst>
                <a:path w="112" h="64" extrusionOk="0">
                  <a:moveTo>
                    <a:pt x="64" y="1"/>
                  </a:moveTo>
                  <a:lnTo>
                    <a:pt x="64" y="1"/>
                  </a:lnTo>
                  <a:lnTo>
                    <a:pt x="49" y="1"/>
                  </a:lnTo>
                  <a:lnTo>
                    <a:pt x="32" y="1"/>
                  </a:lnTo>
                  <a:cubicBezTo>
                    <a:pt x="17" y="1"/>
                    <a:pt x="1" y="16"/>
                    <a:pt x="1" y="32"/>
                  </a:cubicBezTo>
                  <a:lnTo>
                    <a:pt x="1" y="32"/>
                  </a:lnTo>
                  <a:cubicBezTo>
                    <a:pt x="1" y="64"/>
                    <a:pt x="17" y="64"/>
                    <a:pt x="32" y="64"/>
                  </a:cubicBezTo>
                  <a:lnTo>
                    <a:pt x="32" y="64"/>
                  </a:lnTo>
                  <a:lnTo>
                    <a:pt x="49" y="64"/>
                  </a:lnTo>
                  <a:lnTo>
                    <a:pt x="80" y="64"/>
                  </a:lnTo>
                  <a:lnTo>
                    <a:pt x="80" y="64"/>
                  </a:lnTo>
                  <a:cubicBezTo>
                    <a:pt x="95" y="64"/>
                    <a:pt x="112" y="47"/>
                    <a:pt x="95" y="32"/>
                  </a:cubicBezTo>
                  <a:lnTo>
                    <a:pt x="95" y="32"/>
                  </a:lnTo>
                  <a:lnTo>
                    <a:pt x="95"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7" name="Google Shape;2067;p38"/>
            <p:cNvSpPr/>
            <p:nvPr/>
          </p:nvSpPr>
          <p:spPr>
            <a:xfrm>
              <a:off x="3381456" y="1814333"/>
              <a:ext cx="5057" cy="3021"/>
            </a:xfrm>
            <a:custGeom>
              <a:avLst/>
              <a:gdLst/>
              <a:ahLst/>
              <a:cxnLst/>
              <a:rect l="l" t="t" r="r" b="b"/>
              <a:pathLst>
                <a:path w="159" h="95" extrusionOk="0">
                  <a:moveTo>
                    <a:pt x="79" y="32"/>
                  </a:moveTo>
                  <a:lnTo>
                    <a:pt x="79" y="32"/>
                  </a:lnTo>
                  <a:lnTo>
                    <a:pt x="79" y="32"/>
                  </a:lnTo>
                  <a:close/>
                  <a:moveTo>
                    <a:pt x="47" y="0"/>
                  </a:moveTo>
                  <a:lnTo>
                    <a:pt x="32" y="0"/>
                  </a:lnTo>
                  <a:lnTo>
                    <a:pt x="16" y="15"/>
                  </a:lnTo>
                  <a:cubicBezTo>
                    <a:pt x="1" y="32"/>
                    <a:pt x="1" y="47"/>
                    <a:pt x="16" y="47"/>
                  </a:cubicBezTo>
                  <a:lnTo>
                    <a:pt x="16" y="63"/>
                  </a:lnTo>
                  <a:lnTo>
                    <a:pt x="32" y="78"/>
                  </a:lnTo>
                  <a:cubicBezTo>
                    <a:pt x="32" y="78"/>
                    <a:pt x="47" y="95"/>
                    <a:pt x="64" y="95"/>
                  </a:cubicBezTo>
                  <a:lnTo>
                    <a:pt x="64" y="95"/>
                  </a:lnTo>
                  <a:lnTo>
                    <a:pt x="110" y="95"/>
                  </a:lnTo>
                  <a:lnTo>
                    <a:pt x="127" y="95"/>
                  </a:lnTo>
                  <a:lnTo>
                    <a:pt x="127" y="95"/>
                  </a:lnTo>
                  <a:cubicBezTo>
                    <a:pt x="142" y="95"/>
                    <a:pt x="158" y="78"/>
                    <a:pt x="158" y="63"/>
                  </a:cubicBezTo>
                  <a:cubicBezTo>
                    <a:pt x="158" y="47"/>
                    <a:pt x="142" y="32"/>
                    <a:pt x="127" y="32"/>
                  </a:cubicBezTo>
                  <a:lnTo>
                    <a:pt x="110" y="32"/>
                  </a:lnTo>
                  <a:lnTo>
                    <a:pt x="79" y="32"/>
                  </a:lnTo>
                  <a:lnTo>
                    <a:pt x="79" y="32"/>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8" name="Google Shape;2068;p38"/>
            <p:cNvSpPr/>
            <p:nvPr/>
          </p:nvSpPr>
          <p:spPr>
            <a:xfrm>
              <a:off x="3383936" y="181531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9" name="Google Shape;2069;p38"/>
            <p:cNvSpPr/>
            <p:nvPr/>
          </p:nvSpPr>
          <p:spPr>
            <a:xfrm>
              <a:off x="3440070" y="1808799"/>
              <a:ext cx="2035" cy="3021"/>
            </a:xfrm>
            <a:custGeom>
              <a:avLst/>
              <a:gdLst/>
              <a:ahLst/>
              <a:cxnLst/>
              <a:rect l="l" t="t" r="r" b="b"/>
              <a:pathLst>
                <a:path w="64" h="95" extrusionOk="0">
                  <a:moveTo>
                    <a:pt x="32" y="0"/>
                  </a:moveTo>
                  <a:lnTo>
                    <a:pt x="32" y="0"/>
                  </a:lnTo>
                  <a:cubicBezTo>
                    <a:pt x="17" y="0"/>
                    <a:pt x="0" y="16"/>
                    <a:pt x="0" y="32"/>
                  </a:cubicBezTo>
                  <a:lnTo>
                    <a:pt x="0" y="63"/>
                  </a:lnTo>
                  <a:lnTo>
                    <a:pt x="0" y="63"/>
                  </a:lnTo>
                  <a:cubicBezTo>
                    <a:pt x="0" y="80"/>
                    <a:pt x="17" y="95"/>
                    <a:pt x="32" y="95"/>
                  </a:cubicBezTo>
                  <a:lnTo>
                    <a:pt x="32" y="95"/>
                  </a:lnTo>
                  <a:cubicBezTo>
                    <a:pt x="48" y="95"/>
                    <a:pt x="63" y="80"/>
                    <a:pt x="63" y="63"/>
                  </a:cubicBezTo>
                  <a:lnTo>
                    <a:pt x="63" y="63"/>
                  </a:lnTo>
                  <a:lnTo>
                    <a:pt x="63" y="32"/>
                  </a:lnTo>
                  <a:cubicBezTo>
                    <a:pt x="63" y="16"/>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0" name="Google Shape;2070;p38"/>
            <p:cNvSpPr/>
            <p:nvPr/>
          </p:nvSpPr>
          <p:spPr>
            <a:xfrm>
              <a:off x="3109884" y="1816337"/>
              <a:ext cx="1495" cy="509"/>
            </a:xfrm>
            <a:custGeom>
              <a:avLst/>
              <a:gdLst/>
              <a:ahLst/>
              <a:cxnLst/>
              <a:rect l="l" t="t" r="r" b="b"/>
              <a:pathLst>
                <a:path w="47" h="16" extrusionOk="0">
                  <a:moveTo>
                    <a:pt x="47" y="0"/>
                  </a:moveTo>
                  <a:cubicBezTo>
                    <a:pt x="32" y="0"/>
                    <a:pt x="15" y="0"/>
                    <a:pt x="0" y="15"/>
                  </a:cubicBezTo>
                  <a:lnTo>
                    <a:pt x="0" y="15"/>
                  </a:lnTo>
                  <a:lnTo>
                    <a:pt x="15" y="15"/>
                  </a:lnTo>
                  <a:cubicBezTo>
                    <a:pt x="32" y="15"/>
                    <a:pt x="32" y="15"/>
                    <a:pt x="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1" name="Google Shape;2071;p38"/>
            <p:cNvSpPr/>
            <p:nvPr/>
          </p:nvSpPr>
          <p:spPr>
            <a:xfrm>
              <a:off x="3108358" y="1814333"/>
              <a:ext cx="3562" cy="2512"/>
            </a:xfrm>
            <a:custGeom>
              <a:avLst/>
              <a:gdLst/>
              <a:ahLst/>
              <a:cxnLst/>
              <a:rect l="l" t="t" r="r" b="b"/>
              <a:pathLst>
                <a:path w="112" h="79" extrusionOk="0">
                  <a:moveTo>
                    <a:pt x="32" y="0"/>
                  </a:moveTo>
                  <a:lnTo>
                    <a:pt x="32" y="0"/>
                  </a:lnTo>
                  <a:cubicBezTo>
                    <a:pt x="17" y="0"/>
                    <a:pt x="0" y="0"/>
                    <a:pt x="0" y="15"/>
                  </a:cubicBezTo>
                  <a:lnTo>
                    <a:pt x="0" y="15"/>
                  </a:lnTo>
                  <a:cubicBezTo>
                    <a:pt x="0" y="32"/>
                    <a:pt x="0" y="47"/>
                    <a:pt x="17" y="63"/>
                  </a:cubicBezTo>
                  <a:lnTo>
                    <a:pt x="48" y="78"/>
                  </a:lnTo>
                  <a:cubicBezTo>
                    <a:pt x="63" y="63"/>
                    <a:pt x="80" y="63"/>
                    <a:pt x="95" y="63"/>
                  </a:cubicBezTo>
                  <a:lnTo>
                    <a:pt x="95" y="47"/>
                  </a:lnTo>
                  <a:cubicBezTo>
                    <a:pt x="111" y="32"/>
                    <a:pt x="95" y="15"/>
                    <a:pt x="80"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2" name="Google Shape;2072;p38"/>
            <p:cNvSpPr/>
            <p:nvPr/>
          </p:nvSpPr>
          <p:spPr>
            <a:xfrm>
              <a:off x="3414532" y="1784724"/>
              <a:ext cx="3530" cy="2576"/>
            </a:xfrm>
            <a:custGeom>
              <a:avLst/>
              <a:gdLst/>
              <a:ahLst/>
              <a:cxnLst/>
              <a:rect l="l" t="t" r="r" b="b"/>
              <a:pathLst>
                <a:path w="111" h="81" extrusionOk="0">
                  <a:moveTo>
                    <a:pt x="63" y="1"/>
                  </a:moveTo>
                  <a:lnTo>
                    <a:pt x="63" y="1"/>
                  </a:lnTo>
                  <a:lnTo>
                    <a:pt x="47" y="1"/>
                  </a:lnTo>
                  <a:lnTo>
                    <a:pt x="16" y="17"/>
                  </a:lnTo>
                  <a:lnTo>
                    <a:pt x="16" y="32"/>
                  </a:lnTo>
                  <a:lnTo>
                    <a:pt x="16" y="32"/>
                  </a:lnTo>
                  <a:cubicBezTo>
                    <a:pt x="16" y="32"/>
                    <a:pt x="16" y="49"/>
                    <a:pt x="0" y="49"/>
                  </a:cubicBezTo>
                  <a:cubicBezTo>
                    <a:pt x="0" y="49"/>
                    <a:pt x="0" y="64"/>
                    <a:pt x="16" y="64"/>
                  </a:cubicBezTo>
                  <a:cubicBezTo>
                    <a:pt x="16" y="80"/>
                    <a:pt x="16" y="80"/>
                    <a:pt x="32" y="80"/>
                  </a:cubicBezTo>
                  <a:lnTo>
                    <a:pt x="47" y="80"/>
                  </a:lnTo>
                  <a:lnTo>
                    <a:pt x="63" y="80"/>
                  </a:lnTo>
                  <a:lnTo>
                    <a:pt x="95" y="64"/>
                  </a:lnTo>
                  <a:cubicBezTo>
                    <a:pt x="95" y="64"/>
                    <a:pt x="110" y="49"/>
                    <a:pt x="110" y="32"/>
                  </a:cubicBezTo>
                  <a:lnTo>
                    <a:pt x="110" y="32"/>
                  </a:lnTo>
                  <a:cubicBezTo>
                    <a:pt x="110" y="32"/>
                    <a:pt x="110" y="17"/>
                    <a:pt x="95" y="17"/>
                  </a:cubicBezTo>
                  <a:cubicBezTo>
                    <a:pt x="95"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3" name="Google Shape;2073;p38"/>
            <p:cNvSpPr/>
            <p:nvPr/>
          </p:nvSpPr>
          <p:spPr>
            <a:xfrm>
              <a:off x="3057249" y="1821807"/>
              <a:ext cx="3530" cy="4039"/>
            </a:xfrm>
            <a:custGeom>
              <a:avLst/>
              <a:gdLst/>
              <a:ahLst/>
              <a:cxnLst/>
              <a:rect l="l" t="t" r="r" b="b"/>
              <a:pathLst>
                <a:path w="111" h="127" extrusionOk="0">
                  <a:moveTo>
                    <a:pt x="63" y="1"/>
                  </a:moveTo>
                  <a:lnTo>
                    <a:pt x="63" y="1"/>
                  </a:lnTo>
                  <a:cubicBezTo>
                    <a:pt x="48" y="1"/>
                    <a:pt x="48" y="1"/>
                    <a:pt x="32" y="17"/>
                  </a:cubicBezTo>
                  <a:lnTo>
                    <a:pt x="0" y="64"/>
                  </a:lnTo>
                  <a:cubicBezTo>
                    <a:pt x="0" y="80"/>
                    <a:pt x="0" y="95"/>
                    <a:pt x="16" y="112"/>
                  </a:cubicBezTo>
                  <a:lnTo>
                    <a:pt x="32" y="112"/>
                  </a:lnTo>
                  <a:lnTo>
                    <a:pt x="32" y="112"/>
                  </a:lnTo>
                  <a:lnTo>
                    <a:pt x="32" y="112"/>
                  </a:lnTo>
                  <a:lnTo>
                    <a:pt x="48" y="112"/>
                  </a:lnTo>
                  <a:lnTo>
                    <a:pt x="48" y="127"/>
                  </a:lnTo>
                  <a:lnTo>
                    <a:pt x="63" y="127"/>
                  </a:lnTo>
                  <a:lnTo>
                    <a:pt x="63" y="127"/>
                  </a:lnTo>
                  <a:lnTo>
                    <a:pt x="95" y="127"/>
                  </a:lnTo>
                  <a:lnTo>
                    <a:pt x="95" y="112"/>
                  </a:lnTo>
                  <a:lnTo>
                    <a:pt x="111" y="95"/>
                  </a:lnTo>
                  <a:lnTo>
                    <a:pt x="95" y="32"/>
                  </a:lnTo>
                  <a:cubicBezTo>
                    <a:pt x="95" y="17"/>
                    <a:pt x="95"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4" name="Google Shape;2074;p38"/>
            <p:cNvSpPr/>
            <p:nvPr/>
          </p:nvSpPr>
          <p:spPr>
            <a:xfrm>
              <a:off x="3399488" y="1808799"/>
              <a:ext cx="3530" cy="2544"/>
            </a:xfrm>
            <a:custGeom>
              <a:avLst/>
              <a:gdLst/>
              <a:ahLst/>
              <a:cxnLst/>
              <a:rect l="l" t="t" r="r" b="b"/>
              <a:pathLst>
                <a:path w="111" h="80" extrusionOk="0">
                  <a:moveTo>
                    <a:pt x="64" y="0"/>
                  </a:moveTo>
                  <a:lnTo>
                    <a:pt x="64" y="0"/>
                  </a:lnTo>
                  <a:lnTo>
                    <a:pt x="47" y="0"/>
                  </a:lnTo>
                  <a:lnTo>
                    <a:pt x="16" y="16"/>
                  </a:lnTo>
                  <a:cubicBezTo>
                    <a:pt x="16" y="16"/>
                    <a:pt x="16" y="32"/>
                    <a:pt x="1" y="32"/>
                  </a:cubicBezTo>
                  <a:lnTo>
                    <a:pt x="1" y="32"/>
                  </a:lnTo>
                  <a:cubicBezTo>
                    <a:pt x="32" y="32"/>
                    <a:pt x="32" y="48"/>
                    <a:pt x="47" y="63"/>
                  </a:cubicBezTo>
                  <a:lnTo>
                    <a:pt x="47" y="80"/>
                  </a:lnTo>
                  <a:lnTo>
                    <a:pt x="47" y="80"/>
                  </a:lnTo>
                  <a:lnTo>
                    <a:pt x="79" y="63"/>
                  </a:lnTo>
                  <a:cubicBezTo>
                    <a:pt x="95" y="48"/>
                    <a:pt x="110" y="32"/>
                    <a:pt x="95" y="16"/>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5" name="Google Shape;2075;p38"/>
            <p:cNvSpPr/>
            <p:nvPr/>
          </p:nvSpPr>
          <p:spPr>
            <a:xfrm>
              <a:off x="3377926" y="1811789"/>
              <a:ext cx="3053" cy="3562"/>
            </a:xfrm>
            <a:custGeom>
              <a:avLst/>
              <a:gdLst/>
              <a:ahLst/>
              <a:cxnLst/>
              <a:rect l="l" t="t" r="r" b="b"/>
              <a:pathLst>
                <a:path w="96" h="112" extrusionOk="0">
                  <a:moveTo>
                    <a:pt x="49" y="1"/>
                  </a:moveTo>
                  <a:lnTo>
                    <a:pt x="49" y="1"/>
                  </a:lnTo>
                  <a:cubicBezTo>
                    <a:pt x="32" y="1"/>
                    <a:pt x="17" y="17"/>
                    <a:pt x="17" y="32"/>
                  </a:cubicBezTo>
                  <a:lnTo>
                    <a:pt x="1" y="64"/>
                  </a:lnTo>
                  <a:cubicBezTo>
                    <a:pt x="1" y="80"/>
                    <a:pt x="17" y="95"/>
                    <a:pt x="32" y="95"/>
                  </a:cubicBezTo>
                  <a:lnTo>
                    <a:pt x="32" y="112"/>
                  </a:lnTo>
                  <a:cubicBezTo>
                    <a:pt x="49" y="112"/>
                    <a:pt x="64" y="95"/>
                    <a:pt x="64" y="80"/>
                  </a:cubicBezTo>
                  <a:lnTo>
                    <a:pt x="80" y="49"/>
                  </a:lnTo>
                  <a:cubicBezTo>
                    <a:pt x="95" y="32"/>
                    <a:pt x="80"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6" name="Google Shape;2076;p38"/>
            <p:cNvSpPr/>
            <p:nvPr/>
          </p:nvSpPr>
          <p:spPr>
            <a:xfrm>
              <a:off x="3405499" y="1808799"/>
              <a:ext cx="4548" cy="3021"/>
            </a:xfrm>
            <a:custGeom>
              <a:avLst/>
              <a:gdLst/>
              <a:ahLst/>
              <a:cxnLst/>
              <a:rect l="l" t="t" r="r" b="b"/>
              <a:pathLst>
                <a:path w="143" h="95" extrusionOk="0">
                  <a:moveTo>
                    <a:pt x="95" y="0"/>
                  </a:moveTo>
                  <a:lnTo>
                    <a:pt x="95" y="0"/>
                  </a:lnTo>
                  <a:lnTo>
                    <a:pt x="79" y="0"/>
                  </a:lnTo>
                  <a:lnTo>
                    <a:pt x="32" y="32"/>
                  </a:lnTo>
                  <a:cubicBezTo>
                    <a:pt x="1" y="32"/>
                    <a:pt x="1" y="48"/>
                    <a:pt x="1" y="80"/>
                  </a:cubicBezTo>
                  <a:cubicBezTo>
                    <a:pt x="16" y="80"/>
                    <a:pt x="16" y="95"/>
                    <a:pt x="32" y="95"/>
                  </a:cubicBezTo>
                  <a:lnTo>
                    <a:pt x="47" y="95"/>
                  </a:lnTo>
                  <a:lnTo>
                    <a:pt x="111" y="63"/>
                  </a:lnTo>
                  <a:cubicBezTo>
                    <a:pt x="127" y="63"/>
                    <a:pt x="142" y="48"/>
                    <a:pt x="127" y="32"/>
                  </a:cubicBezTo>
                  <a:cubicBezTo>
                    <a:pt x="127" y="16"/>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7" name="Google Shape;2077;p38"/>
            <p:cNvSpPr/>
            <p:nvPr/>
          </p:nvSpPr>
          <p:spPr>
            <a:xfrm>
              <a:off x="3187517" y="1781734"/>
              <a:ext cx="3562" cy="2544"/>
            </a:xfrm>
            <a:custGeom>
              <a:avLst/>
              <a:gdLst/>
              <a:ahLst/>
              <a:cxnLst/>
              <a:rect l="l" t="t" r="r" b="b"/>
              <a:pathLst>
                <a:path w="112" h="80" extrusionOk="0">
                  <a:moveTo>
                    <a:pt x="32" y="0"/>
                  </a:moveTo>
                  <a:lnTo>
                    <a:pt x="32" y="0"/>
                  </a:lnTo>
                  <a:cubicBezTo>
                    <a:pt x="17" y="0"/>
                    <a:pt x="1" y="17"/>
                    <a:pt x="1" y="32"/>
                  </a:cubicBezTo>
                  <a:cubicBezTo>
                    <a:pt x="1" y="48"/>
                    <a:pt x="1" y="63"/>
                    <a:pt x="17" y="80"/>
                  </a:cubicBezTo>
                  <a:lnTo>
                    <a:pt x="48" y="80"/>
                  </a:lnTo>
                  <a:lnTo>
                    <a:pt x="64" y="80"/>
                  </a:lnTo>
                  <a:cubicBezTo>
                    <a:pt x="80" y="80"/>
                    <a:pt x="95" y="80"/>
                    <a:pt x="95" y="63"/>
                  </a:cubicBezTo>
                  <a:cubicBezTo>
                    <a:pt x="111" y="48"/>
                    <a:pt x="95" y="32"/>
                    <a:pt x="80" y="17"/>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8" name="Google Shape;2078;p38"/>
            <p:cNvSpPr/>
            <p:nvPr/>
          </p:nvSpPr>
          <p:spPr>
            <a:xfrm>
              <a:off x="3437589" y="1756673"/>
              <a:ext cx="3021" cy="2544"/>
            </a:xfrm>
            <a:custGeom>
              <a:avLst/>
              <a:gdLst/>
              <a:ahLst/>
              <a:cxnLst/>
              <a:rect l="l" t="t" r="r" b="b"/>
              <a:pathLst>
                <a:path w="95" h="80" extrusionOk="0">
                  <a:moveTo>
                    <a:pt x="63" y="1"/>
                  </a:moveTo>
                  <a:lnTo>
                    <a:pt x="63" y="1"/>
                  </a:lnTo>
                  <a:lnTo>
                    <a:pt x="47" y="1"/>
                  </a:lnTo>
                  <a:lnTo>
                    <a:pt x="32" y="17"/>
                  </a:lnTo>
                  <a:lnTo>
                    <a:pt x="15" y="17"/>
                  </a:lnTo>
                  <a:cubicBezTo>
                    <a:pt x="32" y="32"/>
                    <a:pt x="32" y="48"/>
                    <a:pt x="32" y="64"/>
                  </a:cubicBezTo>
                  <a:lnTo>
                    <a:pt x="0" y="64"/>
                  </a:lnTo>
                  <a:cubicBezTo>
                    <a:pt x="0" y="80"/>
                    <a:pt x="15" y="80"/>
                    <a:pt x="15" y="80"/>
                  </a:cubicBezTo>
                  <a:lnTo>
                    <a:pt x="32" y="80"/>
                  </a:lnTo>
                  <a:lnTo>
                    <a:pt x="47" y="80"/>
                  </a:lnTo>
                  <a:lnTo>
                    <a:pt x="63" y="80"/>
                  </a:lnTo>
                  <a:lnTo>
                    <a:pt x="78" y="64"/>
                  </a:lnTo>
                  <a:cubicBezTo>
                    <a:pt x="95" y="48"/>
                    <a:pt x="95" y="32"/>
                    <a:pt x="95"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9" name="Google Shape;2079;p38"/>
            <p:cNvSpPr/>
            <p:nvPr/>
          </p:nvSpPr>
          <p:spPr>
            <a:xfrm>
              <a:off x="3052733" y="1795760"/>
              <a:ext cx="3530" cy="2544"/>
            </a:xfrm>
            <a:custGeom>
              <a:avLst/>
              <a:gdLst/>
              <a:ahLst/>
              <a:cxnLst/>
              <a:rect l="l" t="t" r="r" b="b"/>
              <a:pathLst>
                <a:path w="111" h="80" extrusionOk="0">
                  <a:moveTo>
                    <a:pt x="64" y="0"/>
                  </a:moveTo>
                  <a:lnTo>
                    <a:pt x="64" y="0"/>
                  </a:lnTo>
                  <a:lnTo>
                    <a:pt x="48" y="0"/>
                  </a:lnTo>
                  <a:lnTo>
                    <a:pt x="16" y="17"/>
                  </a:lnTo>
                  <a:cubicBezTo>
                    <a:pt x="1" y="32"/>
                    <a:pt x="1" y="48"/>
                    <a:pt x="1" y="63"/>
                  </a:cubicBezTo>
                  <a:cubicBezTo>
                    <a:pt x="16" y="80"/>
                    <a:pt x="32" y="80"/>
                    <a:pt x="32" y="80"/>
                  </a:cubicBezTo>
                  <a:lnTo>
                    <a:pt x="48" y="80"/>
                  </a:lnTo>
                  <a:lnTo>
                    <a:pt x="64" y="80"/>
                  </a:lnTo>
                  <a:lnTo>
                    <a:pt x="79" y="63"/>
                  </a:lnTo>
                  <a:lnTo>
                    <a:pt x="95" y="63"/>
                  </a:lnTo>
                  <a:cubicBezTo>
                    <a:pt x="95" y="48"/>
                    <a:pt x="111"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0" name="Google Shape;2080;p38"/>
            <p:cNvSpPr/>
            <p:nvPr/>
          </p:nvSpPr>
          <p:spPr>
            <a:xfrm>
              <a:off x="3093823" y="1792738"/>
              <a:ext cx="3053" cy="4580"/>
            </a:xfrm>
            <a:custGeom>
              <a:avLst/>
              <a:gdLst/>
              <a:ahLst/>
              <a:cxnLst/>
              <a:rect l="l" t="t" r="r" b="b"/>
              <a:pathLst>
                <a:path w="96" h="144" extrusionOk="0">
                  <a:moveTo>
                    <a:pt x="47" y="1"/>
                  </a:moveTo>
                  <a:lnTo>
                    <a:pt x="47" y="1"/>
                  </a:lnTo>
                  <a:lnTo>
                    <a:pt x="47" y="1"/>
                  </a:lnTo>
                  <a:cubicBezTo>
                    <a:pt x="32" y="1"/>
                    <a:pt x="32" y="17"/>
                    <a:pt x="16" y="32"/>
                  </a:cubicBezTo>
                  <a:lnTo>
                    <a:pt x="16" y="32"/>
                  </a:lnTo>
                  <a:lnTo>
                    <a:pt x="16" y="95"/>
                  </a:lnTo>
                  <a:cubicBezTo>
                    <a:pt x="1" y="112"/>
                    <a:pt x="16" y="143"/>
                    <a:pt x="47" y="143"/>
                  </a:cubicBezTo>
                  <a:lnTo>
                    <a:pt x="47" y="143"/>
                  </a:lnTo>
                  <a:lnTo>
                    <a:pt x="64" y="127"/>
                  </a:lnTo>
                  <a:cubicBezTo>
                    <a:pt x="79" y="127"/>
                    <a:pt x="79" y="127"/>
                    <a:pt x="79" y="112"/>
                  </a:cubicBezTo>
                  <a:lnTo>
                    <a:pt x="79" y="112"/>
                  </a:lnTo>
                  <a:lnTo>
                    <a:pt x="95" y="49"/>
                  </a:lnTo>
                  <a:lnTo>
                    <a:pt x="95" y="49"/>
                  </a:lnTo>
                  <a:cubicBezTo>
                    <a:pt x="95" y="32"/>
                    <a:pt x="79" y="32"/>
                    <a:pt x="79" y="17"/>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1" name="Google Shape;2081;p38"/>
            <p:cNvSpPr/>
            <p:nvPr/>
          </p:nvSpPr>
          <p:spPr>
            <a:xfrm>
              <a:off x="3114369" y="1791275"/>
              <a:ext cx="2544" cy="3021"/>
            </a:xfrm>
            <a:custGeom>
              <a:avLst/>
              <a:gdLst/>
              <a:ahLst/>
              <a:cxnLst/>
              <a:rect l="l" t="t" r="r" b="b"/>
              <a:pathLst>
                <a:path w="80" h="95" extrusionOk="0">
                  <a:moveTo>
                    <a:pt x="48" y="0"/>
                  </a:moveTo>
                  <a:lnTo>
                    <a:pt x="32" y="0"/>
                  </a:lnTo>
                  <a:lnTo>
                    <a:pt x="32" y="0"/>
                  </a:lnTo>
                  <a:cubicBezTo>
                    <a:pt x="17" y="0"/>
                    <a:pt x="0" y="15"/>
                    <a:pt x="17" y="32"/>
                  </a:cubicBezTo>
                  <a:lnTo>
                    <a:pt x="17" y="63"/>
                  </a:lnTo>
                  <a:lnTo>
                    <a:pt x="17" y="78"/>
                  </a:lnTo>
                  <a:cubicBezTo>
                    <a:pt x="17" y="78"/>
                    <a:pt x="32" y="95"/>
                    <a:pt x="48" y="95"/>
                  </a:cubicBezTo>
                  <a:lnTo>
                    <a:pt x="48" y="95"/>
                  </a:lnTo>
                  <a:cubicBezTo>
                    <a:pt x="63" y="95"/>
                    <a:pt x="80" y="78"/>
                    <a:pt x="80" y="63"/>
                  </a:cubicBezTo>
                  <a:lnTo>
                    <a:pt x="80" y="47"/>
                  </a:lnTo>
                  <a:lnTo>
                    <a:pt x="80" y="32"/>
                  </a:lnTo>
                  <a:cubicBezTo>
                    <a:pt x="80" y="15"/>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2" name="Google Shape;2082;p38"/>
            <p:cNvSpPr/>
            <p:nvPr/>
          </p:nvSpPr>
          <p:spPr>
            <a:xfrm>
              <a:off x="3267694" y="1768695"/>
              <a:ext cx="3021" cy="3053"/>
            </a:xfrm>
            <a:custGeom>
              <a:avLst/>
              <a:gdLst/>
              <a:ahLst/>
              <a:cxnLst/>
              <a:rect l="l" t="t" r="r" b="b"/>
              <a:pathLst>
                <a:path w="95" h="96" extrusionOk="0">
                  <a:moveTo>
                    <a:pt x="63" y="1"/>
                  </a:moveTo>
                  <a:lnTo>
                    <a:pt x="48" y="1"/>
                  </a:lnTo>
                  <a:cubicBezTo>
                    <a:pt x="48" y="1"/>
                    <a:pt x="48" y="17"/>
                    <a:pt x="32" y="17"/>
                  </a:cubicBezTo>
                  <a:lnTo>
                    <a:pt x="32" y="17"/>
                  </a:lnTo>
                  <a:lnTo>
                    <a:pt x="32" y="17"/>
                  </a:lnTo>
                  <a:lnTo>
                    <a:pt x="17" y="49"/>
                  </a:lnTo>
                  <a:cubicBezTo>
                    <a:pt x="0" y="64"/>
                    <a:pt x="0" y="80"/>
                    <a:pt x="17" y="95"/>
                  </a:cubicBezTo>
                  <a:lnTo>
                    <a:pt x="17" y="95"/>
                  </a:lnTo>
                  <a:lnTo>
                    <a:pt x="32" y="95"/>
                  </a:lnTo>
                  <a:cubicBezTo>
                    <a:pt x="48" y="95"/>
                    <a:pt x="63" y="95"/>
                    <a:pt x="63" y="80"/>
                  </a:cubicBezTo>
                  <a:lnTo>
                    <a:pt x="63" y="80"/>
                  </a:lnTo>
                  <a:lnTo>
                    <a:pt x="80" y="80"/>
                  </a:lnTo>
                  <a:lnTo>
                    <a:pt x="80" y="64"/>
                  </a:lnTo>
                  <a:cubicBezTo>
                    <a:pt x="95" y="49"/>
                    <a:pt x="95" y="32"/>
                    <a:pt x="95" y="32"/>
                  </a:cubicBez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3" name="Google Shape;2083;p38"/>
            <p:cNvSpPr/>
            <p:nvPr/>
          </p:nvSpPr>
          <p:spPr>
            <a:xfrm>
              <a:off x="3048217" y="1790735"/>
              <a:ext cx="3021" cy="4039"/>
            </a:xfrm>
            <a:custGeom>
              <a:avLst/>
              <a:gdLst/>
              <a:ahLst/>
              <a:cxnLst/>
              <a:rect l="l" t="t" r="r" b="b"/>
              <a:pathLst>
                <a:path w="95" h="127" extrusionOk="0">
                  <a:moveTo>
                    <a:pt x="48" y="1"/>
                  </a:moveTo>
                  <a:lnTo>
                    <a:pt x="48" y="1"/>
                  </a:lnTo>
                  <a:cubicBezTo>
                    <a:pt x="32" y="1"/>
                    <a:pt x="17" y="17"/>
                    <a:pt x="17" y="32"/>
                  </a:cubicBezTo>
                  <a:lnTo>
                    <a:pt x="0" y="95"/>
                  </a:lnTo>
                  <a:cubicBezTo>
                    <a:pt x="0" y="112"/>
                    <a:pt x="17" y="127"/>
                    <a:pt x="32" y="127"/>
                  </a:cubicBezTo>
                  <a:lnTo>
                    <a:pt x="48" y="127"/>
                  </a:lnTo>
                  <a:cubicBezTo>
                    <a:pt x="63" y="127"/>
                    <a:pt x="80" y="127"/>
                    <a:pt x="80" y="95"/>
                  </a:cubicBezTo>
                  <a:lnTo>
                    <a:pt x="80" y="49"/>
                  </a:lnTo>
                  <a:cubicBezTo>
                    <a:pt x="95" y="17"/>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4" name="Google Shape;2084;p38"/>
            <p:cNvSpPr/>
            <p:nvPr/>
          </p:nvSpPr>
          <p:spPr>
            <a:xfrm>
              <a:off x="3040711" y="1790258"/>
              <a:ext cx="4516" cy="4516"/>
            </a:xfrm>
            <a:custGeom>
              <a:avLst/>
              <a:gdLst/>
              <a:ahLst/>
              <a:cxnLst/>
              <a:rect l="l" t="t" r="r" b="b"/>
              <a:pathLst>
                <a:path w="142" h="142" extrusionOk="0">
                  <a:moveTo>
                    <a:pt x="95" y="1"/>
                  </a:moveTo>
                  <a:lnTo>
                    <a:pt x="95" y="1"/>
                  </a:lnTo>
                  <a:cubicBezTo>
                    <a:pt x="79" y="1"/>
                    <a:pt x="79" y="16"/>
                    <a:pt x="64" y="16"/>
                  </a:cubicBezTo>
                  <a:lnTo>
                    <a:pt x="64" y="32"/>
                  </a:lnTo>
                  <a:lnTo>
                    <a:pt x="64" y="32"/>
                  </a:lnTo>
                  <a:lnTo>
                    <a:pt x="47" y="32"/>
                  </a:lnTo>
                  <a:lnTo>
                    <a:pt x="32" y="32"/>
                  </a:lnTo>
                  <a:cubicBezTo>
                    <a:pt x="16" y="47"/>
                    <a:pt x="1" y="64"/>
                    <a:pt x="16" y="79"/>
                  </a:cubicBezTo>
                  <a:lnTo>
                    <a:pt x="32" y="110"/>
                  </a:lnTo>
                  <a:lnTo>
                    <a:pt x="47" y="127"/>
                  </a:lnTo>
                  <a:cubicBezTo>
                    <a:pt x="47" y="142"/>
                    <a:pt x="64" y="142"/>
                    <a:pt x="79" y="142"/>
                  </a:cubicBezTo>
                  <a:lnTo>
                    <a:pt x="79" y="142"/>
                  </a:lnTo>
                  <a:lnTo>
                    <a:pt x="79" y="142"/>
                  </a:lnTo>
                  <a:cubicBezTo>
                    <a:pt x="95" y="142"/>
                    <a:pt x="95" y="127"/>
                    <a:pt x="110" y="127"/>
                  </a:cubicBezTo>
                  <a:lnTo>
                    <a:pt x="127" y="47"/>
                  </a:lnTo>
                  <a:lnTo>
                    <a:pt x="127" y="47"/>
                  </a:lnTo>
                  <a:cubicBezTo>
                    <a:pt x="142" y="32"/>
                    <a:pt x="127"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5" name="Google Shape;2085;p38"/>
            <p:cNvSpPr/>
            <p:nvPr/>
          </p:nvSpPr>
          <p:spPr>
            <a:xfrm>
              <a:off x="3105845" y="1788731"/>
              <a:ext cx="3530" cy="3562"/>
            </a:xfrm>
            <a:custGeom>
              <a:avLst/>
              <a:gdLst/>
              <a:ahLst/>
              <a:cxnLst/>
              <a:rect l="l" t="t" r="r" b="b"/>
              <a:pathLst>
                <a:path w="111" h="112" extrusionOk="0">
                  <a:moveTo>
                    <a:pt x="32" y="1"/>
                  </a:moveTo>
                  <a:lnTo>
                    <a:pt x="32" y="1"/>
                  </a:lnTo>
                  <a:lnTo>
                    <a:pt x="16" y="1"/>
                  </a:lnTo>
                  <a:cubicBezTo>
                    <a:pt x="1" y="17"/>
                    <a:pt x="1" y="49"/>
                    <a:pt x="16" y="49"/>
                  </a:cubicBezTo>
                  <a:lnTo>
                    <a:pt x="16" y="64"/>
                  </a:lnTo>
                  <a:lnTo>
                    <a:pt x="32" y="64"/>
                  </a:lnTo>
                  <a:lnTo>
                    <a:pt x="64" y="95"/>
                  </a:lnTo>
                  <a:lnTo>
                    <a:pt x="64" y="95"/>
                  </a:lnTo>
                  <a:cubicBezTo>
                    <a:pt x="64" y="112"/>
                    <a:pt x="79" y="112"/>
                    <a:pt x="79" y="112"/>
                  </a:cubicBezTo>
                  <a:cubicBezTo>
                    <a:pt x="96" y="112"/>
                    <a:pt x="96" y="95"/>
                    <a:pt x="111" y="95"/>
                  </a:cubicBezTo>
                  <a:lnTo>
                    <a:pt x="111" y="95"/>
                  </a:lnTo>
                  <a:lnTo>
                    <a:pt x="111" y="64"/>
                  </a:lnTo>
                  <a:lnTo>
                    <a:pt x="111" y="49"/>
                  </a:ln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6" name="Google Shape;2086;p38"/>
            <p:cNvSpPr/>
            <p:nvPr/>
          </p:nvSpPr>
          <p:spPr>
            <a:xfrm>
              <a:off x="3325831" y="1764687"/>
              <a:ext cx="3021" cy="3053"/>
            </a:xfrm>
            <a:custGeom>
              <a:avLst/>
              <a:gdLst/>
              <a:ahLst/>
              <a:cxnLst/>
              <a:rect l="l" t="t" r="r" b="b"/>
              <a:pathLst>
                <a:path w="95" h="96" extrusionOk="0">
                  <a:moveTo>
                    <a:pt x="48" y="1"/>
                  </a:moveTo>
                  <a:lnTo>
                    <a:pt x="48" y="1"/>
                  </a:lnTo>
                  <a:cubicBezTo>
                    <a:pt x="32" y="1"/>
                    <a:pt x="32" y="17"/>
                    <a:pt x="32" y="17"/>
                  </a:cubicBezTo>
                  <a:lnTo>
                    <a:pt x="16" y="17"/>
                  </a:lnTo>
                  <a:lnTo>
                    <a:pt x="16" y="32"/>
                  </a:lnTo>
                  <a:lnTo>
                    <a:pt x="16" y="49"/>
                  </a:lnTo>
                  <a:lnTo>
                    <a:pt x="16" y="49"/>
                  </a:lnTo>
                  <a:cubicBezTo>
                    <a:pt x="0" y="64"/>
                    <a:pt x="0" y="80"/>
                    <a:pt x="16" y="80"/>
                  </a:cubicBezTo>
                  <a:lnTo>
                    <a:pt x="16" y="95"/>
                  </a:lnTo>
                  <a:lnTo>
                    <a:pt x="32" y="95"/>
                  </a:lnTo>
                  <a:lnTo>
                    <a:pt x="63" y="95"/>
                  </a:lnTo>
                  <a:lnTo>
                    <a:pt x="79" y="80"/>
                  </a:lnTo>
                  <a:cubicBezTo>
                    <a:pt x="79" y="80"/>
                    <a:pt x="79" y="64"/>
                    <a:pt x="95" y="64"/>
                  </a:cubicBezTo>
                  <a:cubicBezTo>
                    <a:pt x="95" y="49"/>
                    <a:pt x="79" y="49"/>
                    <a:pt x="79" y="32"/>
                  </a:cubicBezTo>
                  <a:lnTo>
                    <a:pt x="79" y="17"/>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7" name="Google Shape;2087;p38"/>
            <p:cNvSpPr/>
            <p:nvPr/>
          </p:nvSpPr>
          <p:spPr>
            <a:xfrm>
              <a:off x="3103333" y="1784724"/>
              <a:ext cx="4548" cy="5565"/>
            </a:xfrm>
            <a:custGeom>
              <a:avLst/>
              <a:gdLst/>
              <a:ahLst/>
              <a:cxnLst/>
              <a:rect l="l" t="t" r="r" b="b"/>
              <a:pathLst>
                <a:path w="143" h="175" extrusionOk="0">
                  <a:moveTo>
                    <a:pt x="111" y="1"/>
                  </a:moveTo>
                  <a:lnTo>
                    <a:pt x="111" y="1"/>
                  </a:lnTo>
                  <a:cubicBezTo>
                    <a:pt x="95" y="1"/>
                    <a:pt x="95" y="17"/>
                    <a:pt x="80" y="17"/>
                  </a:cubicBezTo>
                  <a:lnTo>
                    <a:pt x="64" y="32"/>
                  </a:lnTo>
                  <a:lnTo>
                    <a:pt x="64" y="49"/>
                  </a:lnTo>
                  <a:lnTo>
                    <a:pt x="64" y="49"/>
                  </a:lnTo>
                  <a:lnTo>
                    <a:pt x="48" y="49"/>
                  </a:lnTo>
                  <a:lnTo>
                    <a:pt x="48" y="49"/>
                  </a:lnTo>
                  <a:cubicBezTo>
                    <a:pt x="32" y="49"/>
                    <a:pt x="17" y="64"/>
                    <a:pt x="17" y="80"/>
                  </a:cubicBezTo>
                  <a:lnTo>
                    <a:pt x="1" y="127"/>
                  </a:lnTo>
                  <a:cubicBezTo>
                    <a:pt x="1" y="143"/>
                    <a:pt x="17" y="158"/>
                    <a:pt x="32" y="175"/>
                  </a:cubicBezTo>
                  <a:lnTo>
                    <a:pt x="32" y="175"/>
                  </a:lnTo>
                  <a:lnTo>
                    <a:pt x="32" y="175"/>
                  </a:lnTo>
                  <a:cubicBezTo>
                    <a:pt x="48" y="175"/>
                    <a:pt x="64" y="158"/>
                    <a:pt x="64" y="158"/>
                  </a:cubicBezTo>
                  <a:lnTo>
                    <a:pt x="111" y="95"/>
                  </a:lnTo>
                  <a:lnTo>
                    <a:pt x="143" y="64"/>
                  </a:lnTo>
                  <a:lnTo>
                    <a:pt x="143" y="49"/>
                  </a:lnTo>
                  <a:cubicBezTo>
                    <a:pt x="143" y="32"/>
                    <a:pt x="143" y="17"/>
                    <a:pt x="127" y="17"/>
                  </a:cubicBezTo>
                  <a:cubicBezTo>
                    <a:pt x="127" y="1"/>
                    <a:pt x="127"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8" name="Google Shape;2088;p38"/>
            <p:cNvSpPr/>
            <p:nvPr/>
          </p:nvSpPr>
          <p:spPr>
            <a:xfrm>
              <a:off x="3424041" y="1766691"/>
              <a:ext cx="3562" cy="3053"/>
            </a:xfrm>
            <a:custGeom>
              <a:avLst/>
              <a:gdLst/>
              <a:ahLst/>
              <a:cxnLst/>
              <a:rect l="l" t="t" r="r" b="b"/>
              <a:pathLst>
                <a:path w="112" h="96" extrusionOk="0">
                  <a:moveTo>
                    <a:pt x="63" y="1"/>
                  </a:moveTo>
                  <a:lnTo>
                    <a:pt x="63" y="1"/>
                  </a:lnTo>
                  <a:lnTo>
                    <a:pt x="48" y="1"/>
                  </a:lnTo>
                  <a:lnTo>
                    <a:pt x="32" y="17"/>
                  </a:lnTo>
                  <a:lnTo>
                    <a:pt x="17" y="32"/>
                  </a:lnTo>
                  <a:cubicBezTo>
                    <a:pt x="0" y="32"/>
                    <a:pt x="0" y="49"/>
                    <a:pt x="0" y="64"/>
                  </a:cubicBezTo>
                  <a:lnTo>
                    <a:pt x="0" y="80"/>
                  </a:lnTo>
                  <a:cubicBezTo>
                    <a:pt x="17" y="80"/>
                    <a:pt x="17" y="95"/>
                    <a:pt x="32" y="95"/>
                  </a:cubicBezTo>
                  <a:cubicBezTo>
                    <a:pt x="48" y="95"/>
                    <a:pt x="48" y="95"/>
                    <a:pt x="48" y="80"/>
                  </a:cubicBezTo>
                  <a:lnTo>
                    <a:pt x="80" y="64"/>
                  </a:lnTo>
                  <a:cubicBezTo>
                    <a:pt x="95" y="49"/>
                    <a:pt x="111" y="32"/>
                    <a:pt x="95" y="17"/>
                  </a:cubicBezTo>
                  <a:cubicBezTo>
                    <a:pt x="95"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9" name="Google Shape;2089;p38"/>
            <p:cNvSpPr/>
            <p:nvPr/>
          </p:nvSpPr>
          <p:spPr>
            <a:xfrm>
              <a:off x="3421560" y="1766214"/>
              <a:ext cx="2512" cy="4039"/>
            </a:xfrm>
            <a:custGeom>
              <a:avLst/>
              <a:gdLst/>
              <a:ahLst/>
              <a:cxnLst/>
              <a:rect l="l" t="t" r="r" b="b"/>
              <a:pathLst>
                <a:path w="79" h="127" extrusionOk="0">
                  <a:moveTo>
                    <a:pt x="47" y="1"/>
                  </a:moveTo>
                  <a:lnTo>
                    <a:pt x="32" y="1"/>
                  </a:lnTo>
                  <a:cubicBezTo>
                    <a:pt x="15" y="1"/>
                    <a:pt x="15" y="1"/>
                    <a:pt x="15" y="16"/>
                  </a:cubicBezTo>
                  <a:lnTo>
                    <a:pt x="0" y="16"/>
                  </a:lnTo>
                  <a:lnTo>
                    <a:pt x="0" y="32"/>
                  </a:lnTo>
                  <a:lnTo>
                    <a:pt x="0" y="95"/>
                  </a:lnTo>
                  <a:cubicBezTo>
                    <a:pt x="0" y="110"/>
                    <a:pt x="15" y="127"/>
                    <a:pt x="32" y="127"/>
                  </a:cubicBezTo>
                  <a:lnTo>
                    <a:pt x="32" y="127"/>
                  </a:lnTo>
                  <a:cubicBezTo>
                    <a:pt x="63" y="127"/>
                    <a:pt x="78" y="110"/>
                    <a:pt x="78" y="95"/>
                  </a:cubicBezTo>
                  <a:lnTo>
                    <a:pt x="78" y="79"/>
                  </a:lnTo>
                  <a:lnTo>
                    <a:pt x="78"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0" name="Google Shape;2090;p38"/>
            <p:cNvSpPr/>
            <p:nvPr/>
          </p:nvSpPr>
          <p:spPr>
            <a:xfrm>
              <a:off x="3436572" y="1765196"/>
              <a:ext cx="5534" cy="4548"/>
            </a:xfrm>
            <a:custGeom>
              <a:avLst/>
              <a:gdLst/>
              <a:ahLst/>
              <a:cxnLst/>
              <a:rect l="l" t="t" r="r" b="b"/>
              <a:pathLst>
                <a:path w="174" h="143" extrusionOk="0">
                  <a:moveTo>
                    <a:pt x="142" y="1"/>
                  </a:moveTo>
                  <a:lnTo>
                    <a:pt x="127" y="1"/>
                  </a:lnTo>
                  <a:lnTo>
                    <a:pt x="127" y="1"/>
                  </a:lnTo>
                  <a:lnTo>
                    <a:pt x="47" y="33"/>
                  </a:lnTo>
                  <a:lnTo>
                    <a:pt x="32" y="33"/>
                  </a:lnTo>
                  <a:lnTo>
                    <a:pt x="1" y="64"/>
                  </a:lnTo>
                  <a:lnTo>
                    <a:pt x="1" y="79"/>
                  </a:lnTo>
                  <a:lnTo>
                    <a:pt x="16" y="96"/>
                  </a:lnTo>
                  <a:lnTo>
                    <a:pt x="16" y="127"/>
                  </a:lnTo>
                  <a:lnTo>
                    <a:pt x="32" y="127"/>
                  </a:lnTo>
                  <a:cubicBezTo>
                    <a:pt x="32" y="142"/>
                    <a:pt x="47" y="142"/>
                    <a:pt x="64" y="142"/>
                  </a:cubicBezTo>
                  <a:lnTo>
                    <a:pt x="64" y="142"/>
                  </a:lnTo>
                  <a:cubicBezTo>
                    <a:pt x="95" y="142"/>
                    <a:pt x="95" y="111"/>
                    <a:pt x="95" y="96"/>
                  </a:cubicBezTo>
                  <a:lnTo>
                    <a:pt x="79" y="96"/>
                  </a:lnTo>
                  <a:lnTo>
                    <a:pt x="142" y="79"/>
                  </a:lnTo>
                  <a:lnTo>
                    <a:pt x="142" y="64"/>
                  </a:lnTo>
                  <a:cubicBezTo>
                    <a:pt x="158" y="64"/>
                    <a:pt x="173" y="48"/>
                    <a:pt x="173" y="3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1" name="Google Shape;2091;p38"/>
            <p:cNvSpPr/>
            <p:nvPr/>
          </p:nvSpPr>
          <p:spPr>
            <a:xfrm>
              <a:off x="3119902" y="1800785"/>
              <a:ext cx="3498" cy="2544"/>
            </a:xfrm>
            <a:custGeom>
              <a:avLst/>
              <a:gdLst/>
              <a:ahLst/>
              <a:cxnLst/>
              <a:rect l="l" t="t" r="r" b="b"/>
              <a:pathLst>
                <a:path w="110" h="80" extrusionOk="0">
                  <a:moveTo>
                    <a:pt x="32" y="0"/>
                  </a:moveTo>
                  <a:lnTo>
                    <a:pt x="32" y="0"/>
                  </a:lnTo>
                  <a:lnTo>
                    <a:pt x="32" y="0"/>
                  </a:lnTo>
                  <a:cubicBezTo>
                    <a:pt x="15" y="0"/>
                    <a:pt x="0" y="0"/>
                    <a:pt x="0" y="16"/>
                  </a:cubicBezTo>
                  <a:cubicBezTo>
                    <a:pt x="0" y="32"/>
                    <a:pt x="0" y="48"/>
                    <a:pt x="15" y="63"/>
                  </a:cubicBezTo>
                  <a:lnTo>
                    <a:pt x="15" y="63"/>
                  </a:lnTo>
                  <a:lnTo>
                    <a:pt x="47" y="79"/>
                  </a:lnTo>
                  <a:lnTo>
                    <a:pt x="63" y="79"/>
                  </a:lnTo>
                  <a:cubicBezTo>
                    <a:pt x="78" y="79"/>
                    <a:pt x="95" y="63"/>
                    <a:pt x="95" y="48"/>
                  </a:cubicBezTo>
                  <a:cubicBezTo>
                    <a:pt x="110" y="32"/>
                    <a:pt x="95" y="16"/>
                    <a:pt x="78" y="16"/>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2" name="Google Shape;2092;p38"/>
            <p:cNvSpPr/>
            <p:nvPr/>
          </p:nvSpPr>
          <p:spPr>
            <a:xfrm>
              <a:off x="3271701" y="1779254"/>
              <a:ext cx="3562" cy="2512"/>
            </a:xfrm>
            <a:custGeom>
              <a:avLst/>
              <a:gdLst/>
              <a:ahLst/>
              <a:cxnLst/>
              <a:rect l="l" t="t" r="r" b="b"/>
              <a:pathLst>
                <a:path w="112" h="79" extrusionOk="0">
                  <a:moveTo>
                    <a:pt x="48" y="0"/>
                  </a:moveTo>
                  <a:lnTo>
                    <a:pt x="32" y="0"/>
                  </a:lnTo>
                  <a:cubicBezTo>
                    <a:pt x="32" y="0"/>
                    <a:pt x="17" y="15"/>
                    <a:pt x="17" y="32"/>
                  </a:cubicBezTo>
                  <a:cubicBezTo>
                    <a:pt x="0" y="32"/>
                    <a:pt x="0" y="47"/>
                    <a:pt x="17" y="63"/>
                  </a:cubicBezTo>
                  <a:lnTo>
                    <a:pt x="32" y="63"/>
                  </a:lnTo>
                  <a:lnTo>
                    <a:pt x="63" y="78"/>
                  </a:lnTo>
                  <a:lnTo>
                    <a:pt x="80" y="78"/>
                  </a:lnTo>
                  <a:cubicBezTo>
                    <a:pt x="95" y="78"/>
                    <a:pt x="95" y="78"/>
                    <a:pt x="111" y="63"/>
                  </a:cubicBezTo>
                  <a:cubicBezTo>
                    <a:pt x="111" y="47"/>
                    <a:pt x="111" y="32"/>
                    <a:pt x="95" y="15"/>
                  </a:cubicBezTo>
                  <a:lnTo>
                    <a:pt x="95"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3" name="Google Shape;2093;p38"/>
            <p:cNvSpPr/>
            <p:nvPr/>
          </p:nvSpPr>
          <p:spPr>
            <a:xfrm>
              <a:off x="3198076" y="1786250"/>
              <a:ext cx="3021" cy="2035"/>
            </a:xfrm>
            <a:custGeom>
              <a:avLst/>
              <a:gdLst/>
              <a:ahLst/>
              <a:cxnLst/>
              <a:rect l="l" t="t" r="r" b="b"/>
              <a:pathLst>
                <a:path w="95" h="64" extrusionOk="0">
                  <a:moveTo>
                    <a:pt x="63" y="1"/>
                  </a:moveTo>
                  <a:lnTo>
                    <a:pt x="63" y="1"/>
                  </a:lnTo>
                  <a:lnTo>
                    <a:pt x="32" y="1"/>
                  </a:lnTo>
                  <a:cubicBezTo>
                    <a:pt x="0" y="1"/>
                    <a:pt x="0" y="16"/>
                    <a:pt x="0" y="32"/>
                  </a:cubicBezTo>
                  <a:lnTo>
                    <a:pt x="0" y="47"/>
                  </a:lnTo>
                  <a:lnTo>
                    <a:pt x="15" y="64"/>
                  </a:lnTo>
                  <a:lnTo>
                    <a:pt x="32" y="47"/>
                  </a:lnTo>
                  <a:lnTo>
                    <a:pt x="47" y="47"/>
                  </a:lnTo>
                  <a:cubicBezTo>
                    <a:pt x="47" y="47"/>
                    <a:pt x="63" y="47"/>
                    <a:pt x="63" y="64"/>
                  </a:cubicBezTo>
                  <a:lnTo>
                    <a:pt x="63" y="64"/>
                  </a:lnTo>
                  <a:cubicBezTo>
                    <a:pt x="78" y="64"/>
                    <a:pt x="95" y="47"/>
                    <a:pt x="95" y="32"/>
                  </a:cubicBezTo>
                  <a:cubicBezTo>
                    <a:pt x="95" y="16"/>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4" name="Google Shape;2094;p38"/>
            <p:cNvSpPr/>
            <p:nvPr/>
          </p:nvSpPr>
          <p:spPr>
            <a:xfrm>
              <a:off x="3318326" y="1776232"/>
              <a:ext cx="3021" cy="3530"/>
            </a:xfrm>
            <a:custGeom>
              <a:avLst/>
              <a:gdLst/>
              <a:ahLst/>
              <a:cxnLst/>
              <a:rect l="l" t="t" r="r" b="b"/>
              <a:pathLst>
                <a:path w="95" h="111" extrusionOk="0">
                  <a:moveTo>
                    <a:pt x="47" y="1"/>
                  </a:moveTo>
                  <a:lnTo>
                    <a:pt x="47" y="1"/>
                  </a:lnTo>
                  <a:lnTo>
                    <a:pt x="32" y="1"/>
                  </a:lnTo>
                  <a:lnTo>
                    <a:pt x="32" y="1"/>
                  </a:lnTo>
                  <a:cubicBezTo>
                    <a:pt x="16" y="16"/>
                    <a:pt x="0" y="32"/>
                    <a:pt x="16" y="47"/>
                  </a:cubicBezTo>
                  <a:lnTo>
                    <a:pt x="16" y="79"/>
                  </a:lnTo>
                  <a:cubicBezTo>
                    <a:pt x="32" y="95"/>
                    <a:pt x="47" y="110"/>
                    <a:pt x="63" y="110"/>
                  </a:cubicBezTo>
                  <a:lnTo>
                    <a:pt x="63" y="110"/>
                  </a:lnTo>
                  <a:cubicBezTo>
                    <a:pt x="79" y="110"/>
                    <a:pt x="79" y="95"/>
                    <a:pt x="79" y="95"/>
                  </a:cubicBezTo>
                  <a:lnTo>
                    <a:pt x="95" y="79"/>
                  </a:lnTo>
                  <a:lnTo>
                    <a:pt x="95" y="64"/>
                  </a:lnTo>
                  <a:lnTo>
                    <a:pt x="95" y="64"/>
                  </a:lnTo>
                  <a:lnTo>
                    <a:pt x="79" y="32"/>
                  </a:lnTo>
                  <a:cubicBezTo>
                    <a:pt x="79" y="16"/>
                    <a:pt x="63" y="16"/>
                    <a:pt x="63"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5" name="Google Shape;2095;p38"/>
            <p:cNvSpPr/>
            <p:nvPr/>
          </p:nvSpPr>
          <p:spPr>
            <a:xfrm>
              <a:off x="3189521" y="1788254"/>
              <a:ext cx="3562" cy="5057"/>
            </a:xfrm>
            <a:custGeom>
              <a:avLst/>
              <a:gdLst/>
              <a:ahLst/>
              <a:cxnLst/>
              <a:rect l="l" t="t" r="r" b="b"/>
              <a:pathLst>
                <a:path w="112" h="159" extrusionOk="0">
                  <a:moveTo>
                    <a:pt x="64" y="1"/>
                  </a:moveTo>
                  <a:lnTo>
                    <a:pt x="64" y="1"/>
                  </a:lnTo>
                  <a:lnTo>
                    <a:pt x="32" y="1"/>
                  </a:lnTo>
                  <a:lnTo>
                    <a:pt x="32" y="16"/>
                  </a:lnTo>
                  <a:lnTo>
                    <a:pt x="32" y="16"/>
                  </a:lnTo>
                  <a:lnTo>
                    <a:pt x="32" y="16"/>
                  </a:lnTo>
                  <a:lnTo>
                    <a:pt x="17" y="79"/>
                  </a:lnTo>
                  <a:lnTo>
                    <a:pt x="1" y="79"/>
                  </a:lnTo>
                  <a:cubicBezTo>
                    <a:pt x="1" y="95"/>
                    <a:pt x="17" y="95"/>
                    <a:pt x="17" y="110"/>
                  </a:cubicBezTo>
                  <a:lnTo>
                    <a:pt x="48" y="142"/>
                  </a:lnTo>
                  <a:lnTo>
                    <a:pt x="48" y="142"/>
                  </a:lnTo>
                  <a:lnTo>
                    <a:pt x="64" y="158"/>
                  </a:lnTo>
                  <a:cubicBezTo>
                    <a:pt x="80" y="158"/>
                    <a:pt x="80" y="142"/>
                    <a:pt x="95" y="142"/>
                  </a:cubicBezTo>
                  <a:cubicBezTo>
                    <a:pt x="111" y="127"/>
                    <a:pt x="111" y="110"/>
                    <a:pt x="95" y="95"/>
                  </a:cubicBezTo>
                  <a:lnTo>
                    <a:pt x="80" y="79"/>
                  </a:lnTo>
                  <a:lnTo>
                    <a:pt x="80" y="79"/>
                  </a:lnTo>
                  <a:lnTo>
                    <a:pt x="95" y="64"/>
                  </a:lnTo>
                  <a:lnTo>
                    <a:pt x="95" y="47"/>
                  </a:lnTo>
                  <a:lnTo>
                    <a:pt x="95" y="32"/>
                  </a:lnTo>
                  <a:cubicBezTo>
                    <a:pt x="95" y="16"/>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6" name="Google Shape;2096;p38"/>
            <p:cNvSpPr/>
            <p:nvPr/>
          </p:nvSpPr>
          <p:spPr>
            <a:xfrm>
              <a:off x="3033174" y="1804283"/>
              <a:ext cx="3562" cy="3530"/>
            </a:xfrm>
            <a:custGeom>
              <a:avLst/>
              <a:gdLst/>
              <a:ahLst/>
              <a:cxnLst/>
              <a:rect l="l" t="t" r="r" b="b"/>
              <a:pathLst>
                <a:path w="112" h="111" extrusionOk="0">
                  <a:moveTo>
                    <a:pt x="64" y="1"/>
                  </a:moveTo>
                  <a:lnTo>
                    <a:pt x="64" y="1"/>
                  </a:lnTo>
                  <a:lnTo>
                    <a:pt x="64" y="1"/>
                  </a:lnTo>
                  <a:cubicBezTo>
                    <a:pt x="49" y="1"/>
                    <a:pt x="49" y="1"/>
                    <a:pt x="32" y="16"/>
                  </a:cubicBezTo>
                  <a:lnTo>
                    <a:pt x="17" y="32"/>
                  </a:lnTo>
                  <a:lnTo>
                    <a:pt x="17" y="64"/>
                  </a:lnTo>
                  <a:lnTo>
                    <a:pt x="1" y="64"/>
                  </a:lnTo>
                  <a:lnTo>
                    <a:pt x="1" y="79"/>
                  </a:lnTo>
                  <a:cubicBezTo>
                    <a:pt x="1" y="95"/>
                    <a:pt x="17" y="95"/>
                    <a:pt x="32" y="111"/>
                  </a:cubicBezTo>
                  <a:lnTo>
                    <a:pt x="49" y="111"/>
                  </a:lnTo>
                  <a:lnTo>
                    <a:pt x="64" y="111"/>
                  </a:lnTo>
                  <a:lnTo>
                    <a:pt x="64" y="95"/>
                  </a:lnTo>
                  <a:lnTo>
                    <a:pt x="95" y="48"/>
                  </a:lnTo>
                  <a:lnTo>
                    <a:pt x="95" y="48"/>
                  </a:lnTo>
                  <a:cubicBezTo>
                    <a:pt x="112"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7" name="Google Shape;2097;p38"/>
            <p:cNvSpPr/>
            <p:nvPr/>
          </p:nvSpPr>
          <p:spPr>
            <a:xfrm>
              <a:off x="3197535" y="1787745"/>
              <a:ext cx="3053" cy="3021"/>
            </a:xfrm>
            <a:custGeom>
              <a:avLst/>
              <a:gdLst/>
              <a:ahLst/>
              <a:cxnLst/>
              <a:rect l="l" t="t" r="r" b="b"/>
              <a:pathLst>
                <a:path w="96" h="95" extrusionOk="0">
                  <a:moveTo>
                    <a:pt x="64" y="0"/>
                  </a:moveTo>
                  <a:lnTo>
                    <a:pt x="49" y="0"/>
                  </a:lnTo>
                  <a:lnTo>
                    <a:pt x="32" y="17"/>
                  </a:lnTo>
                  <a:lnTo>
                    <a:pt x="49" y="17"/>
                  </a:lnTo>
                  <a:cubicBezTo>
                    <a:pt x="64" y="17"/>
                    <a:pt x="64" y="48"/>
                    <a:pt x="64" y="63"/>
                  </a:cubicBezTo>
                  <a:cubicBezTo>
                    <a:pt x="49" y="63"/>
                    <a:pt x="32" y="80"/>
                    <a:pt x="32" y="80"/>
                  </a:cubicBezTo>
                  <a:lnTo>
                    <a:pt x="17" y="80"/>
                  </a:lnTo>
                  <a:lnTo>
                    <a:pt x="1" y="63"/>
                  </a:lnTo>
                  <a:cubicBezTo>
                    <a:pt x="1" y="80"/>
                    <a:pt x="1" y="80"/>
                    <a:pt x="17" y="95"/>
                  </a:cubicBezTo>
                  <a:lnTo>
                    <a:pt x="17" y="95"/>
                  </a:lnTo>
                  <a:lnTo>
                    <a:pt x="32" y="95"/>
                  </a:lnTo>
                  <a:cubicBezTo>
                    <a:pt x="49" y="95"/>
                    <a:pt x="64" y="95"/>
                    <a:pt x="64" y="80"/>
                  </a:cubicBezTo>
                  <a:lnTo>
                    <a:pt x="80" y="63"/>
                  </a:lnTo>
                  <a:cubicBezTo>
                    <a:pt x="95" y="48"/>
                    <a:pt x="95" y="32"/>
                    <a:pt x="80" y="17"/>
                  </a:cubicBezTo>
                  <a:lnTo>
                    <a:pt x="80" y="17"/>
                  </a:lnTo>
                  <a:cubicBezTo>
                    <a:pt x="80"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8" name="Google Shape;2098;p38"/>
            <p:cNvSpPr/>
            <p:nvPr/>
          </p:nvSpPr>
          <p:spPr>
            <a:xfrm>
              <a:off x="3191524" y="1798272"/>
              <a:ext cx="3562" cy="3053"/>
            </a:xfrm>
            <a:custGeom>
              <a:avLst/>
              <a:gdLst/>
              <a:ahLst/>
              <a:cxnLst/>
              <a:rect l="l" t="t" r="r" b="b"/>
              <a:pathLst>
                <a:path w="112" h="96" extrusionOk="0">
                  <a:moveTo>
                    <a:pt x="48" y="1"/>
                  </a:moveTo>
                  <a:lnTo>
                    <a:pt x="48" y="1"/>
                  </a:lnTo>
                  <a:cubicBezTo>
                    <a:pt x="32" y="1"/>
                    <a:pt x="32" y="16"/>
                    <a:pt x="32" y="16"/>
                  </a:cubicBezTo>
                  <a:lnTo>
                    <a:pt x="17" y="16"/>
                  </a:lnTo>
                  <a:cubicBezTo>
                    <a:pt x="1" y="32"/>
                    <a:pt x="17" y="48"/>
                    <a:pt x="32" y="64"/>
                  </a:cubicBezTo>
                  <a:lnTo>
                    <a:pt x="32" y="64"/>
                  </a:lnTo>
                  <a:lnTo>
                    <a:pt x="48" y="79"/>
                  </a:lnTo>
                  <a:cubicBezTo>
                    <a:pt x="64" y="95"/>
                    <a:pt x="64" y="95"/>
                    <a:pt x="80" y="95"/>
                  </a:cubicBezTo>
                  <a:cubicBezTo>
                    <a:pt x="80" y="95"/>
                    <a:pt x="95" y="95"/>
                    <a:pt x="95" y="79"/>
                  </a:cubicBezTo>
                  <a:cubicBezTo>
                    <a:pt x="111" y="64"/>
                    <a:pt x="111" y="48"/>
                    <a:pt x="95" y="32"/>
                  </a:cubicBezTo>
                  <a:lnTo>
                    <a:pt x="95" y="32"/>
                  </a:ln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9" name="Google Shape;2099;p38"/>
            <p:cNvSpPr/>
            <p:nvPr/>
          </p:nvSpPr>
          <p:spPr>
            <a:xfrm>
              <a:off x="3363423" y="1783738"/>
              <a:ext cx="3021" cy="3021"/>
            </a:xfrm>
            <a:custGeom>
              <a:avLst/>
              <a:gdLst/>
              <a:ahLst/>
              <a:cxnLst/>
              <a:rect l="l" t="t" r="r" b="b"/>
              <a:pathLst>
                <a:path w="95" h="95" extrusionOk="0">
                  <a:moveTo>
                    <a:pt x="47" y="0"/>
                  </a:moveTo>
                  <a:lnTo>
                    <a:pt x="32" y="0"/>
                  </a:lnTo>
                  <a:lnTo>
                    <a:pt x="16" y="17"/>
                  </a:lnTo>
                  <a:cubicBezTo>
                    <a:pt x="0" y="32"/>
                    <a:pt x="0" y="48"/>
                    <a:pt x="16" y="63"/>
                  </a:cubicBezTo>
                  <a:lnTo>
                    <a:pt x="32" y="80"/>
                  </a:lnTo>
                  <a:cubicBezTo>
                    <a:pt x="47" y="80"/>
                    <a:pt x="47" y="95"/>
                    <a:pt x="63" y="95"/>
                  </a:cubicBezTo>
                  <a:lnTo>
                    <a:pt x="79" y="80"/>
                  </a:lnTo>
                  <a:cubicBezTo>
                    <a:pt x="95" y="63"/>
                    <a:pt x="95" y="32"/>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0" name="Google Shape;2100;p38"/>
            <p:cNvSpPr/>
            <p:nvPr/>
          </p:nvSpPr>
          <p:spPr>
            <a:xfrm>
              <a:off x="3361419" y="1785741"/>
              <a:ext cx="3021" cy="2035"/>
            </a:xfrm>
            <a:custGeom>
              <a:avLst/>
              <a:gdLst/>
              <a:ahLst/>
              <a:cxnLst/>
              <a:rect l="l" t="t" r="r" b="b"/>
              <a:pathLst>
                <a:path w="95" h="64" extrusionOk="0">
                  <a:moveTo>
                    <a:pt x="32" y="0"/>
                  </a:moveTo>
                  <a:lnTo>
                    <a:pt x="32" y="0"/>
                  </a:lnTo>
                  <a:cubicBezTo>
                    <a:pt x="15" y="0"/>
                    <a:pt x="0" y="17"/>
                    <a:pt x="0" y="17"/>
                  </a:cubicBezTo>
                  <a:cubicBezTo>
                    <a:pt x="0" y="48"/>
                    <a:pt x="0" y="63"/>
                    <a:pt x="32" y="63"/>
                  </a:cubicBezTo>
                  <a:lnTo>
                    <a:pt x="47" y="63"/>
                  </a:lnTo>
                  <a:lnTo>
                    <a:pt x="63" y="63"/>
                  </a:lnTo>
                  <a:cubicBezTo>
                    <a:pt x="79" y="63"/>
                    <a:pt x="79" y="63"/>
                    <a:pt x="95" y="48"/>
                  </a:cubicBezTo>
                  <a:cubicBezTo>
                    <a:pt x="95" y="32"/>
                    <a:pt x="79" y="0"/>
                    <a:pt x="63"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1" name="Google Shape;2101;p38"/>
            <p:cNvSpPr/>
            <p:nvPr/>
          </p:nvSpPr>
          <p:spPr>
            <a:xfrm>
              <a:off x="3243650" y="1797763"/>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4"/>
                    <a:pt x="17" y="80"/>
                  </a:cubicBezTo>
                  <a:lnTo>
                    <a:pt x="48" y="80"/>
                  </a:lnTo>
                  <a:lnTo>
                    <a:pt x="63" y="80"/>
                  </a:lnTo>
                  <a:lnTo>
                    <a:pt x="63" y="64"/>
                  </a:lnTo>
                  <a:lnTo>
                    <a:pt x="80" y="48"/>
                  </a:lnTo>
                  <a:cubicBezTo>
                    <a:pt x="95" y="32"/>
                    <a:pt x="95" y="17"/>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2" name="Google Shape;2102;p38"/>
            <p:cNvSpPr/>
            <p:nvPr/>
          </p:nvSpPr>
          <p:spPr>
            <a:xfrm>
              <a:off x="3046213" y="1817323"/>
              <a:ext cx="4039" cy="3053"/>
            </a:xfrm>
            <a:custGeom>
              <a:avLst/>
              <a:gdLst/>
              <a:ahLst/>
              <a:cxnLst/>
              <a:rect l="l" t="t" r="r" b="b"/>
              <a:pathLst>
                <a:path w="127" h="96" extrusionOk="0">
                  <a:moveTo>
                    <a:pt x="48" y="1"/>
                  </a:moveTo>
                  <a:lnTo>
                    <a:pt x="48" y="16"/>
                  </a:lnTo>
                  <a:cubicBezTo>
                    <a:pt x="32" y="16"/>
                    <a:pt x="17" y="16"/>
                    <a:pt x="17" y="32"/>
                  </a:cubicBezTo>
                  <a:cubicBezTo>
                    <a:pt x="0" y="47"/>
                    <a:pt x="17" y="64"/>
                    <a:pt x="32" y="79"/>
                  </a:cubicBezTo>
                  <a:lnTo>
                    <a:pt x="80" y="95"/>
                  </a:lnTo>
                  <a:lnTo>
                    <a:pt x="95" y="95"/>
                  </a:lnTo>
                  <a:cubicBezTo>
                    <a:pt x="111" y="95"/>
                    <a:pt x="111" y="95"/>
                    <a:pt x="126" y="79"/>
                  </a:cubicBezTo>
                  <a:cubicBezTo>
                    <a:pt x="126" y="64"/>
                    <a:pt x="126" y="47"/>
                    <a:pt x="111" y="32"/>
                  </a:cubicBezTo>
                  <a:lnTo>
                    <a:pt x="63" y="16"/>
                  </a:lnTo>
                  <a:cubicBezTo>
                    <a:pt x="48" y="16"/>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3" name="Google Shape;2103;p38"/>
            <p:cNvSpPr/>
            <p:nvPr/>
          </p:nvSpPr>
          <p:spPr>
            <a:xfrm>
              <a:off x="3161470" y="1805778"/>
              <a:ext cx="3021" cy="2544"/>
            </a:xfrm>
            <a:custGeom>
              <a:avLst/>
              <a:gdLst/>
              <a:ahLst/>
              <a:cxnLst/>
              <a:rect l="l" t="t" r="r" b="b"/>
              <a:pathLst>
                <a:path w="95" h="80" extrusionOk="0">
                  <a:moveTo>
                    <a:pt x="32" y="1"/>
                  </a:moveTo>
                  <a:lnTo>
                    <a:pt x="32" y="1"/>
                  </a:lnTo>
                  <a:cubicBezTo>
                    <a:pt x="17" y="1"/>
                    <a:pt x="0" y="17"/>
                    <a:pt x="0" y="32"/>
                  </a:cubicBezTo>
                  <a:lnTo>
                    <a:pt x="0" y="64"/>
                  </a:lnTo>
                  <a:cubicBezTo>
                    <a:pt x="17" y="64"/>
                    <a:pt x="17" y="80"/>
                    <a:pt x="32" y="80"/>
                  </a:cubicBezTo>
                  <a:lnTo>
                    <a:pt x="48" y="80"/>
                  </a:lnTo>
                  <a:lnTo>
                    <a:pt x="63" y="80"/>
                  </a:lnTo>
                  <a:cubicBezTo>
                    <a:pt x="80" y="80"/>
                    <a:pt x="80" y="64"/>
                    <a:pt x="95" y="48"/>
                  </a:cubicBezTo>
                  <a:cubicBezTo>
                    <a:pt x="95" y="32"/>
                    <a:pt x="80" y="17"/>
                    <a:pt x="80" y="17"/>
                  </a:cubicBezTo>
                  <a:lnTo>
                    <a:pt x="63"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4" name="Google Shape;2104;p38"/>
            <p:cNvSpPr/>
            <p:nvPr/>
          </p:nvSpPr>
          <p:spPr>
            <a:xfrm>
              <a:off x="3347394" y="1785264"/>
              <a:ext cx="3021" cy="2512"/>
            </a:xfrm>
            <a:custGeom>
              <a:avLst/>
              <a:gdLst/>
              <a:ahLst/>
              <a:cxnLst/>
              <a:rect l="l" t="t" r="r" b="b"/>
              <a:pathLst>
                <a:path w="95" h="79" extrusionOk="0">
                  <a:moveTo>
                    <a:pt x="32" y="0"/>
                  </a:moveTo>
                  <a:lnTo>
                    <a:pt x="32" y="0"/>
                  </a:lnTo>
                  <a:cubicBezTo>
                    <a:pt x="15" y="0"/>
                    <a:pt x="15" y="0"/>
                    <a:pt x="0" y="15"/>
                  </a:cubicBezTo>
                  <a:lnTo>
                    <a:pt x="0" y="47"/>
                  </a:lnTo>
                  <a:lnTo>
                    <a:pt x="15" y="63"/>
                  </a:lnTo>
                  <a:lnTo>
                    <a:pt x="32" y="63"/>
                  </a:lnTo>
                  <a:cubicBezTo>
                    <a:pt x="32" y="78"/>
                    <a:pt x="47" y="78"/>
                    <a:pt x="47" y="78"/>
                  </a:cubicBezTo>
                  <a:lnTo>
                    <a:pt x="47" y="78"/>
                  </a:lnTo>
                  <a:cubicBezTo>
                    <a:pt x="63" y="78"/>
                    <a:pt x="63" y="78"/>
                    <a:pt x="78" y="63"/>
                  </a:cubicBezTo>
                  <a:lnTo>
                    <a:pt x="78" y="47"/>
                  </a:lnTo>
                  <a:cubicBezTo>
                    <a:pt x="95" y="32"/>
                    <a:pt x="78" y="32"/>
                    <a:pt x="78"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5" name="Google Shape;2105;p38"/>
            <p:cNvSpPr/>
            <p:nvPr/>
          </p:nvSpPr>
          <p:spPr>
            <a:xfrm>
              <a:off x="3373918" y="1781734"/>
              <a:ext cx="2576" cy="3021"/>
            </a:xfrm>
            <a:custGeom>
              <a:avLst/>
              <a:gdLst/>
              <a:ahLst/>
              <a:cxnLst/>
              <a:rect l="l" t="t" r="r" b="b"/>
              <a:pathLst>
                <a:path w="81" h="95" extrusionOk="0">
                  <a:moveTo>
                    <a:pt x="64" y="32"/>
                  </a:moveTo>
                  <a:lnTo>
                    <a:pt x="64" y="32"/>
                  </a:lnTo>
                  <a:lnTo>
                    <a:pt x="64" y="32"/>
                  </a:lnTo>
                  <a:close/>
                  <a:moveTo>
                    <a:pt x="49" y="0"/>
                  </a:moveTo>
                  <a:lnTo>
                    <a:pt x="32" y="0"/>
                  </a:lnTo>
                  <a:lnTo>
                    <a:pt x="17" y="17"/>
                  </a:lnTo>
                  <a:cubicBezTo>
                    <a:pt x="1" y="32"/>
                    <a:pt x="1" y="48"/>
                    <a:pt x="1" y="48"/>
                  </a:cubicBezTo>
                  <a:lnTo>
                    <a:pt x="1" y="63"/>
                  </a:lnTo>
                  <a:lnTo>
                    <a:pt x="17" y="80"/>
                  </a:lnTo>
                  <a:lnTo>
                    <a:pt x="17" y="80"/>
                  </a:lnTo>
                  <a:cubicBezTo>
                    <a:pt x="17" y="95"/>
                    <a:pt x="32" y="95"/>
                    <a:pt x="49" y="95"/>
                  </a:cubicBezTo>
                  <a:lnTo>
                    <a:pt x="64" y="95"/>
                  </a:lnTo>
                  <a:cubicBezTo>
                    <a:pt x="80" y="80"/>
                    <a:pt x="80" y="63"/>
                    <a:pt x="80" y="63"/>
                  </a:cubicBezTo>
                  <a:lnTo>
                    <a:pt x="80" y="63"/>
                  </a:lnTo>
                  <a:lnTo>
                    <a:pt x="80" y="48"/>
                  </a:lnTo>
                  <a:cubicBezTo>
                    <a:pt x="80" y="32"/>
                    <a:pt x="80" y="17"/>
                    <a:pt x="64" y="17"/>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6" name="Google Shape;2106;p38"/>
            <p:cNvSpPr/>
            <p:nvPr/>
          </p:nvSpPr>
          <p:spPr>
            <a:xfrm>
              <a:off x="3375922" y="178272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7" name="Google Shape;2107;p38"/>
            <p:cNvSpPr/>
            <p:nvPr/>
          </p:nvSpPr>
          <p:spPr>
            <a:xfrm>
              <a:off x="3420543" y="1771716"/>
              <a:ext cx="3053" cy="2544"/>
            </a:xfrm>
            <a:custGeom>
              <a:avLst/>
              <a:gdLst/>
              <a:ahLst/>
              <a:cxnLst/>
              <a:rect l="l" t="t" r="r" b="b"/>
              <a:pathLst>
                <a:path w="96" h="80" extrusionOk="0">
                  <a:moveTo>
                    <a:pt x="32" y="0"/>
                  </a:moveTo>
                  <a:lnTo>
                    <a:pt x="32" y="0"/>
                  </a:lnTo>
                  <a:cubicBezTo>
                    <a:pt x="16" y="0"/>
                    <a:pt x="16" y="0"/>
                    <a:pt x="16" y="17"/>
                  </a:cubicBezTo>
                  <a:lnTo>
                    <a:pt x="1" y="17"/>
                  </a:lnTo>
                  <a:lnTo>
                    <a:pt x="1" y="48"/>
                  </a:lnTo>
                  <a:cubicBezTo>
                    <a:pt x="1" y="48"/>
                    <a:pt x="1" y="63"/>
                    <a:pt x="16" y="63"/>
                  </a:cubicBezTo>
                  <a:lnTo>
                    <a:pt x="32" y="80"/>
                  </a:lnTo>
                  <a:lnTo>
                    <a:pt x="47" y="80"/>
                  </a:lnTo>
                  <a:cubicBezTo>
                    <a:pt x="64" y="80"/>
                    <a:pt x="79" y="80"/>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8" name="Google Shape;2108;p38"/>
            <p:cNvSpPr/>
            <p:nvPr/>
          </p:nvSpPr>
          <p:spPr>
            <a:xfrm>
              <a:off x="3254177" y="1788731"/>
              <a:ext cx="3053" cy="2576"/>
            </a:xfrm>
            <a:custGeom>
              <a:avLst/>
              <a:gdLst/>
              <a:ahLst/>
              <a:cxnLst/>
              <a:rect l="l" t="t" r="r" b="b"/>
              <a:pathLst>
                <a:path w="96" h="81" extrusionOk="0">
                  <a:moveTo>
                    <a:pt x="32" y="1"/>
                  </a:moveTo>
                  <a:lnTo>
                    <a:pt x="32" y="1"/>
                  </a:lnTo>
                  <a:cubicBezTo>
                    <a:pt x="32" y="1"/>
                    <a:pt x="16" y="1"/>
                    <a:pt x="16" y="17"/>
                  </a:cubicBezTo>
                  <a:cubicBezTo>
                    <a:pt x="1" y="32"/>
                    <a:pt x="1" y="49"/>
                    <a:pt x="16" y="64"/>
                  </a:cubicBezTo>
                  <a:lnTo>
                    <a:pt x="32" y="80"/>
                  </a:lnTo>
                  <a:lnTo>
                    <a:pt x="64" y="80"/>
                  </a:lnTo>
                  <a:cubicBezTo>
                    <a:pt x="64" y="80"/>
                    <a:pt x="79" y="80"/>
                    <a:pt x="79" y="64"/>
                  </a:cubicBezTo>
                  <a:cubicBezTo>
                    <a:pt x="95" y="64"/>
                    <a:pt x="95" y="32"/>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9" name="Google Shape;2109;p38"/>
            <p:cNvSpPr/>
            <p:nvPr/>
          </p:nvSpPr>
          <p:spPr>
            <a:xfrm>
              <a:off x="3031711" y="1811789"/>
              <a:ext cx="3021" cy="2576"/>
            </a:xfrm>
            <a:custGeom>
              <a:avLst/>
              <a:gdLst/>
              <a:ahLst/>
              <a:cxnLst/>
              <a:rect l="l" t="t" r="r" b="b"/>
              <a:pathLst>
                <a:path w="95" h="81" extrusionOk="0">
                  <a:moveTo>
                    <a:pt x="63" y="1"/>
                  </a:moveTo>
                  <a:lnTo>
                    <a:pt x="63" y="1"/>
                  </a:lnTo>
                  <a:lnTo>
                    <a:pt x="32" y="1"/>
                  </a:lnTo>
                  <a:lnTo>
                    <a:pt x="15" y="32"/>
                  </a:lnTo>
                  <a:cubicBezTo>
                    <a:pt x="0" y="32"/>
                    <a:pt x="15" y="64"/>
                    <a:pt x="32" y="80"/>
                  </a:cubicBezTo>
                  <a:lnTo>
                    <a:pt x="47" y="80"/>
                  </a:lnTo>
                  <a:cubicBezTo>
                    <a:pt x="63" y="80"/>
                    <a:pt x="63" y="80"/>
                    <a:pt x="78"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0" name="Google Shape;2110;p38"/>
            <p:cNvSpPr/>
            <p:nvPr/>
          </p:nvSpPr>
          <p:spPr>
            <a:xfrm>
              <a:off x="3080816" y="1808799"/>
              <a:ext cx="2512" cy="2544"/>
            </a:xfrm>
            <a:custGeom>
              <a:avLst/>
              <a:gdLst/>
              <a:ahLst/>
              <a:cxnLst/>
              <a:rect l="l" t="t" r="r" b="b"/>
              <a:pathLst>
                <a:path w="79" h="80" extrusionOk="0">
                  <a:moveTo>
                    <a:pt x="32" y="0"/>
                  </a:moveTo>
                  <a:lnTo>
                    <a:pt x="32" y="0"/>
                  </a:lnTo>
                  <a:lnTo>
                    <a:pt x="15" y="0"/>
                  </a:lnTo>
                  <a:lnTo>
                    <a:pt x="15" y="0"/>
                  </a:lnTo>
                  <a:lnTo>
                    <a:pt x="15" y="0"/>
                  </a:lnTo>
                  <a:cubicBezTo>
                    <a:pt x="0" y="16"/>
                    <a:pt x="0" y="32"/>
                    <a:pt x="0" y="48"/>
                  </a:cubicBezTo>
                  <a:lnTo>
                    <a:pt x="15" y="48"/>
                  </a:lnTo>
                  <a:lnTo>
                    <a:pt x="15" y="63"/>
                  </a:lnTo>
                  <a:cubicBezTo>
                    <a:pt x="15" y="63"/>
                    <a:pt x="15" y="80"/>
                    <a:pt x="32" y="80"/>
                  </a:cubicBezTo>
                  <a:lnTo>
                    <a:pt x="47" y="80"/>
                  </a:lnTo>
                  <a:lnTo>
                    <a:pt x="63" y="80"/>
                  </a:lnTo>
                  <a:cubicBezTo>
                    <a:pt x="78" y="80"/>
                    <a:pt x="78" y="63"/>
                    <a:pt x="78" y="48"/>
                  </a:cubicBezTo>
                  <a:lnTo>
                    <a:pt x="78" y="32"/>
                  </a:lnTo>
                  <a:lnTo>
                    <a:pt x="63" y="16"/>
                  </a:lnTo>
                  <a:lnTo>
                    <a:pt x="63" y="16"/>
                  </a:lnTo>
                  <a:cubicBezTo>
                    <a:pt x="63"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1" name="Google Shape;2111;p38"/>
            <p:cNvSpPr/>
            <p:nvPr/>
          </p:nvSpPr>
          <p:spPr>
            <a:xfrm>
              <a:off x="3389470" y="1776232"/>
              <a:ext cx="3053" cy="2035"/>
            </a:xfrm>
            <a:custGeom>
              <a:avLst/>
              <a:gdLst/>
              <a:ahLst/>
              <a:cxnLst/>
              <a:rect l="l" t="t" r="r" b="b"/>
              <a:pathLst>
                <a:path w="96" h="64" extrusionOk="0">
                  <a:moveTo>
                    <a:pt x="64" y="1"/>
                  </a:moveTo>
                  <a:lnTo>
                    <a:pt x="47" y="1"/>
                  </a:lnTo>
                  <a:lnTo>
                    <a:pt x="32" y="1"/>
                  </a:lnTo>
                  <a:lnTo>
                    <a:pt x="16" y="1"/>
                  </a:lnTo>
                  <a:cubicBezTo>
                    <a:pt x="1" y="16"/>
                    <a:pt x="1" y="16"/>
                    <a:pt x="1" y="32"/>
                  </a:cubicBezTo>
                  <a:lnTo>
                    <a:pt x="1" y="32"/>
                  </a:lnTo>
                  <a:lnTo>
                    <a:pt x="1" y="32"/>
                  </a:lnTo>
                  <a:cubicBezTo>
                    <a:pt x="1" y="47"/>
                    <a:pt x="16" y="64"/>
                    <a:pt x="32" y="64"/>
                  </a:cubicBezTo>
                  <a:lnTo>
                    <a:pt x="32" y="64"/>
                  </a:lnTo>
                  <a:lnTo>
                    <a:pt x="64" y="64"/>
                  </a:lnTo>
                  <a:cubicBezTo>
                    <a:pt x="79" y="64"/>
                    <a:pt x="79" y="47"/>
                    <a:pt x="95" y="47"/>
                  </a:cubicBezTo>
                  <a:lnTo>
                    <a:pt x="95" y="32"/>
                  </a:lnTo>
                  <a:lnTo>
                    <a:pt x="95" y="16"/>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2" name="Google Shape;2112;p38"/>
            <p:cNvSpPr/>
            <p:nvPr/>
          </p:nvSpPr>
          <p:spPr>
            <a:xfrm>
              <a:off x="3301756" y="1812329"/>
              <a:ext cx="3053" cy="2512"/>
            </a:xfrm>
            <a:custGeom>
              <a:avLst/>
              <a:gdLst/>
              <a:ahLst/>
              <a:cxnLst/>
              <a:rect l="l" t="t" r="r" b="b"/>
              <a:pathLst>
                <a:path w="96" h="79" extrusionOk="0">
                  <a:moveTo>
                    <a:pt x="64" y="0"/>
                  </a:moveTo>
                  <a:lnTo>
                    <a:pt x="64" y="0"/>
                  </a:lnTo>
                  <a:lnTo>
                    <a:pt x="49" y="0"/>
                  </a:lnTo>
                  <a:lnTo>
                    <a:pt x="32" y="15"/>
                  </a:lnTo>
                  <a:lnTo>
                    <a:pt x="17" y="15"/>
                  </a:lnTo>
                  <a:lnTo>
                    <a:pt x="17" y="15"/>
                  </a:lnTo>
                  <a:cubicBezTo>
                    <a:pt x="1" y="32"/>
                    <a:pt x="1" y="47"/>
                    <a:pt x="17" y="63"/>
                  </a:cubicBezTo>
                  <a:cubicBezTo>
                    <a:pt x="17" y="78"/>
                    <a:pt x="32" y="78"/>
                    <a:pt x="49" y="78"/>
                  </a:cubicBezTo>
                  <a:lnTo>
                    <a:pt x="64" y="78"/>
                  </a:lnTo>
                  <a:lnTo>
                    <a:pt x="80" y="47"/>
                  </a:lnTo>
                  <a:cubicBezTo>
                    <a:pt x="95" y="47"/>
                    <a:pt x="95" y="47"/>
                    <a:pt x="95"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3" name="Google Shape;2113;p38"/>
            <p:cNvSpPr/>
            <p:nvPr/>
          </p:nvSpPr>
          <p:spPr>
            <a:xfrm>
              <a:off x="3171997" y="1825814"/>
              <a:ext cx="4039" cy="3562"/>
            </a:xfrm>
            <a:custGeom>
              <a:avLst/>
              <a:gdLst/>
              <a:ahLst/>
              <a:cxnLst/>
              <a:rect l="l" t="t" r="r" b="b"/>
              <a:pathLst>
                <a:path w="127" h="112" extrusionOk="0">
                  <a:moveTo>
                    <a:pt x="32" y="1"/>
                  </a:moveTo>
                  <a:lnTo>
                    <a:pt x="32" y="1"/>
                  </a:lnTo>
                  <a:cubicBezTo>
                    <a:pt x="32" y="1"/>
                    <a:pt x="16" y="1"/>
                    <a:pt x="16" y="17"/>
                  </a:cubicBezTo>
                  <a:cubicBezTo>
                    <a:pt x="1" y="32"/>
                    <a:pt x="1" y="49"/>
                    <a:pt x="16" y="64"/>
                  </a:cubicBezTo>
                  <a:lnTo>
                    <a:pt x="64" y="95"/>
                  </a:lnTo>
                  <a:cubicBezTo>
                    <a:pt x="79" y="112"/>
                    <a:pt x="79" y="112"/>
                    <a:pt x="95" y="112"/>
                  </a:cubicBezTo>
                  <a:cubicBezTo>
                    <a:pt x="95" y="112"/>
                    <a:pt x="110" y="112"/>
                    <a:pt x="110" y="95"/>
                  </a:cubicBezTo>
                  <a:cubicBezTo>
                    <a:pt x="127" y="80"/>
                    <a:pt x="127" y="64"/>
                    <a:pt x="110" y="49"/>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4" name="Google Shape;2114;p38"/>
            <p:cNvSpPr/>
            <p:nvPr/>
          </p:nvSpPr>
          <p:spPr>
            <a:xfrm>
              <a:off x="3278221" y="1814333"/>
              <a:ext cx="3053" cy="2512"/>
            </a:xfrm>
            <a:custGeom>
              <a:avLst/>
              <a:gdLst/>
              <a:ahLst/>
              <a:cxnLst/>
              <a:rect l="l" t="t" r="r" b="b"/>
              <a:pathLst>
                <a:path w="96" h="79" extrusionOk="0">
                  <a:moveTo>
                    <a:pt x="32" y="0"/>
                  </a:moveTo>
                  <a:lnTo>
                    <a:pt x="32" y="0"/>
                  </a:lnTo>
                  <a:cubicBezTo>
                    <a:pt x="32" y="0"/>
                    <a:pt x="16" y="0"/>
                    <a:pt x="16" y="15"/>
                  </a:cubicBezTo>
                  <a:cubicBezTo>
                    <a:pt x="1" y="32"/>
                    <a:pt x="1" y="47"/>
                    <a:pt x="16" y="63"/>
                  </a:cubicBezTo>
                  <a:lnTo>
                    <a:pt x="32" y="78"/>
                  </a:lnTo>
                  <a:lnTo>
                    <a:pt x="48" y="78"/>
                  </a:lnTo>
                  <a:cubicBezTo>
                    <a:pt x="64" y="78"/>
                    <a:pt x="79" y="78"/>
                    <a:pt x="79" y="63"/>
                  </a:cubicBezTo>
                  <a:cubicBezTo>
                    <a:pt x="95" y="63"/>
                    <a:pt x="95" y="32"/>
                    <a:pt x="79" y="15"/>
                  </a:cubicBezTo>
                  <a:lnTo>
                    <a:pt x="64" y="15"/>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5" name="Google Shape;2115;p38"/>
            <p:cNvSpPr/>
            <p:nvPr/>
          </p:nvSpPr>
          <p:spPr>
            <a:xfrm>
              <a:off x="3294282" y="1812806"/>
              <a:ext cx="3021" cy="2544"/>
            </a:xfrm>
            <a:custGeom>
              <a:avLst/>
              <a:gdLst/>
              <a:ahLst/>
              <a:cxnLst/>
              <a:rect l="l" t="t" r="r" b="b"/>
              <a:pathLst>
                <a:path w="95" h="80" extrusionOk="0">
                  <a:moveTo>
                    <a:pt x="63" y="0"/>
                  </a:moveTo>
                  <a:lnTo>
                    <a:pt x="47" y="0"/>
                  </a:lnTo>
                  <a:lnTo>
                    <a:pt x="32" y="0"/>
                  </a:lnTo>
                  <a:lnTo>
                    <a:pt x="15" y="17"/>
                  </a:lnTo>
                  <a:lnTo>
                    <a:pt x="15" y="32"/>
                  </a:lnTo>
                  <a:cubicBezTo>
                    <a:pt x="0" y="32"/>
                    <a:pt x="15" y="63"/>
                    <a:pt x="15" y="80"/>
                  </a:cubicBezTo>
                  <a:lnTo>
                    <a:pt x="32" y="80"/>
                  </a:lnTo>
                  <a:lnTo>
                    <a:pt x="47" y="80"/>
                  </a:lnTo>
                  <a:lnTo>
                    <a:pt x="63" y="80"/>
                  </a:lnTo>
                  <a:lnTo>
                    <a:pt x="63" y="32"/>
                  </a:lnTo>
                  <a:cubicBezTo>
                    <a:pt x="78" y="32"/>
                    <a:pt x="78" y="17"/>
                    <a:pt x="95" y="17"/>
                  </a:cubicBezTo>
                  <a:lnTo>
                    <a:pt x="95" y="17"/>
                  </a:lnTo>
                  <a:lnTo>
                    <a:pt x="95" y="17"/>
                  </a:lnTo>
                  <a:cubicBezTo>
                    <a:pt x="78" y="17"/>
                    <a:pt x="78" y="0"/>
                    <a:pt x="78" y="0"/>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6" name="Google Shape;2116;p38"/>
            <p:cNvSpPr/>
            <p:nvPr/>
          </p:nvSpPr>
          <p:spPr>
            <a:xfrm>
              <a:off x="3296286" y="1813315"/>
              <a:ext cx="2512" cy="3053"/>
            </a:xfrm>
            <a:custGeom>
              <a:avLst/>
              <a:gdLst/>
              <a:ahLst/>
              <a:cxnLst/>
              <a:rect l="l" t="t" r="r" b="b"/>
              <a:pathLst>
                <a:path w="79" h="96" extrusionOk="0">
                  <a:moveTo>
                    <a:pt x="32" y="1"/>
                  </a:moveTo>
                  <a:lnTo>
                    <a:pt x="32" y="1"/>
                  </a:lnTo>
                  <a:lnTo>
                    <a:pt x="32" y="1"/>
                  </a:lnTo>
                  <a:cubicBezTo>
                    <a:pt x="15" y="1"/>
                    <a:pt x="15" y="16"/>
                    <a:pt x="0" y="16"/>
                  </a:cubicBezTo>
                  <a:lnTo>
                    <a:pt x="0" y="64"/>
                  </a:lnTo>
                  <a:lnTo>
                    <a:pt x="0" y="64"/>
                  </a:lnTo>
                  <a:lnTo>
                    <a:pt x="0" y="64"/>
                  </a:lnTo>
                  <a:cubicBezTo>
                    <a:pt x="0" y="79"/>
                    <a:pt x="15" y="95"/>
                    <a:pt x="32" y="95"/>
                  </a:cubicBezTo>
                  <a:lnTo>
                    <a:pt x="47" y="95"/>
                  </a:lnTo>
                  <a:cubicBezTo>
                    <a:pt x="63" y="95"/>
                    <a:pt x="63" y="79"/>
                    <a:pt x="78" y="64"/>
                  </a:cubicBezTo>
                  <a:lnTo>
                    <a:pt x="78" y="64"/>
                  </a:lnTo>
                  <a:lnTo>
                    <a:pt x="78" y="47"/>
                  </a:lnTo>
                  <a:cubicBezTo>
                    <a:pt x="78" y="32"/>
                    <a:pt x="63" y="32"/>
                    <a:pt x="63" y="32"/>
                  </a:cubicBezTo>
                  <a:lnTo>
                    <a:pt x="63" y="32"/>
                  </a:lnTo>
                  <a:cubicBezTo>
                    <a:pt x="63" y="16"/>
                    <a:pt x="47" y="16"/>
                    <a:pt x="47" y="16"/>
                  </a:cubicBezTo>
                  <a:lnTo>
                    <a:pt x="47"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7" name="Google Shape;2117;p38"/>
            <p:cNvSpPr/>
            <p:nvPr/>
          </p:nvSpPr>
          <p:spPr>
            <a:xfrm>
              <a:off x="3382951" y="1789749"/>
              <a:ext cx="2544" cy="2544"/>
            </a:xfrm>
            <a:custGeom>
              <a:avLst/>
              <a:gdLst/>
              <a:ahLst/>
              <a:cxnLst/>
              <a:rect l="l" t="t" r="r" b="b"/>
              <a:pathLst>
                <a:path w="80" h="80" extrusionOk="0">
                  <a:moveTo>
                    <a:pt x="32" y="0"/>
                  </a:moveTo>
                  <a:lnTo>
                    <a:pt x="32" y="0"/>
                  </a:lnTo>
                  <a:lnTo>
                    <a:pt x="17" y="0"/>
                  </a:lnTo>
                  <a:cubicBezTo>
                    <a:pt x="0" y="0"/>
                    <a:pt x="0" y="17"/>
                    <a:pt x="0" y="32"/>
                  </a:cubicBezTo>
                  <a:lnTo>
                    <a:pt x="0" y="48"/>
                  </a:lnTo>
                  <a:lnTo>
                    <a:pt x="0" y="63"/>
                  </a:lnTo>
                  <a:cubicBezTo>
                    <a:pt x="17" y="80"/>
                    <a:pt x="17" y="80"/>
                    <a:pt x="32" y="80"/>
                  </a:cubicBezTo>
                  <a:lnTo>
                    <a:pt x="48" y="80"/>
                  </a:lnTo>
                  <a:lnTo>
                    <a:pt x="48" y="80"/>
                  </a:lnTo>
                  <a:cubicBezTo>
                    <a:pt x="63" y="80"/>
                    <a:pt x="63" y="80"/>
                    <a:pt x="63" y="63"/>
                  </a:cubicBezTo>
                  <a:cubicBezTo>
                    <a:pt x="63" y="63"/>
                    <a:pt x="80" y="63"/>
                    <a:pt x="80" y="48"/>
                  </a:cubicBezTo>
                  <a:lnTo>
                    <a:pt x="63" y="48"/>
                  </a:lnTo>
                  <a:lnTo>
                    <a:pt x="63" y="17"/>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8" name="Google Shape;2118;p38"/>
            <p:cNvSpPr/>
            <p:nvPr/>
          </p:nvSpPr>
          <p:spPr>
            <a:xfrm>
              <a:off x="3309770" y="1809308"/>
              <a:ext cx="3053" cy="2512"/>
            </a:xfrm>
            <a:custGeom>
              <a:avLst/>
              <a:gdLst/>
              <a:ahLst/>
              <a:cxnLst/>
              <a:rect l="l" t="t" r="r" b="b"/>
              <a:pathLst>
                <a:path w="96" h="79" extrusionOk="0">
                  <a:moveTo>
                    <a:pt x="64" y="0"/>
                  </a:moveTo>
                  <a:lnTo>
                    <a:pt x="64" y="0"/>
                  </a:lnTo>
                  <a:lnTo>
                    <a:pt x="49" y="0"/>
                  </a:lnTo>
                  <a:lnTo>
                    <a:pt x="32" y="0"/>
                  </a:lnTo>
                  <a:lnTo>
                    <a:pt x="17" y="16"/>
                  </a:lnTo>
                  <a:cubicBezTo>
                    <a:pt x="1" y="32"/>
                    <a:pt x="17" y="64"/>
                    <a:pt x="17" y="64"/>
                  </a:cubicBezTo>
                  <a:cubicBezTo>
                    <a:pt x="32" y="79"/>
                    <a:pt x="32" y="79"/>
                    <a:pt x="49" y="79"/>
                  </a:cubicBezTo>
                  <a:cubicBezTo>
                    <a:pt x="49" y="79"/>
                    <a:pt x="64" y="79"/>
                    <a:pt x="80" y="64"/>
                  </a:cubicBezTo>
                  <a:lnTo>
                    <a:pt x="80" y="47"/>
                  </a:lnTo>
                  <a:lnTo>
                    <a:pt x="95" y="47"/>
                  </a:lnTo>
                  <a:cubicBezTo>
                    <a:pt x="95" y="32"/>
                    <a:pt x="95"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9" name="Google Shape;2119;p38"/>
            <p:cNvSpPr/>
            <p:nvPr/>
          </p:nvSpPr>
          <p:spPr>
            <a:xfrm>
              <a:off x="3365904" y="1790258"/>
              <a:ext cx="3053" cy="2512"/>
            </a:xfrm>
            <a:custGeom>
              <a:avLst/>
              <a:gdLst/>
              <a:ahLst/>
              <a:cxnLst/>
              <a:rect l="l" t="t" r="r" b="b"/>
              <a:pathLst>
                <a:path w="96" h="79" extrusionOk="0">
                  <a:moveTo>
                    <a:pt x="48" y="1"/>
                  </a:moveTo>
                  <a:lnTo>
                    <a:pt x="48" y="1"/>
                  </a:lnTo>
                  <a:lnTo>
                    <a:pt x="17" y="1"/>
                  </a:lnTo>
                  <a:cubicBezTo>
                    <a:pt x="1" y="16"/>
                    <a:pt x="17" y="47"/>
                    <a:pt x="17" y="47"/>
                  </a:cubicBezTo>
                  <a:lnTo>
                    <a:pt x="48" y="64"/>
                  </a:lnTo>
                  <a:cubicBezTo>
                    <a:pt x="48" y="79"/>
                    <a:pt x="48" y="79"/>
                    <a:pt x="64" y="79"/>
                  </a:cubicBezTo>
                  <a:cubicBezTo>
                    <a:pt x="80" y="79"/>
                    <a:pt x="80" y="64"/>
                    <a:pt x="95" y="64"/>
                  </a:cubicBezTo>
                  <a:cubicBezTo>
                    <a:pt x="95" y="47"/>
                    <a:pt x="95" y="32"/>
                    <a:pt x="80" y="16"/>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0" name="Google Shape;2120;p38"/>
            <p:cNvSpPr/>
            <p:nvPr/>
          </p:nvSpPr>
          <p:spPr>
            <a:xfrm>
              <a:off x="3121365" y="1824351"/>
              <a:ext cx="3053" cy="2512"/>
            </a:xfrm>
            <a:custGeom>
              <a:avLst/>
              <a:gdLst/>
              <a:ahLst/>
              <a:cxnLst/>
              <a:rect l="l" t="t" r="r" b="b"/>
              <a:pathLst>
                <a:path w="96" h="79" extrusionOk="0">
                  <a:moveTo>
                    <a:pt x="49" y="0"/>
                  </a:moveTo>
                  <a:lnTo>
                    <a:pt x="49" y="0"/>
                  </a:lnTo>
                  <a:lnTo>
                    <a:pt x="32" y="0"/>
                  </a:lnTo>
                  <a:lnTo>
                    <a:pt x="17" y="0"/>
                  </a:lnTo>
                  <a:cubicBezTo>
                    <a:pt x="1" y="15"/>
                    <a:pt x="17" y="47"/>
                    <a:pt x="32" y="47"/>
                  </a:cubicBezTo>
                  <a:lnTo>
                    <a:pt x="49" y="63"/>
                  </a:lnTo>
                  <a:cubicBezTo>
                    <a:pt x="49" y="78"/>
                    <a:pt x="64" y="78"/>
                    <a:pt x="64" y="78"/>
                  </a:cubicBezTo>
                  <a:cubicBezTo>
                    <a:pt x="64" y="78"/>
                    <a:pt x="80" y="78"/>
                    <a:pt x="80" y="63"/>
                  </a:cubicBezTo>
                  <a:lnTo>
                    <a:pt x="95" y="63"/>
                  </a:lnTo>
                  <a:lnTo>
                    <a:pt x="95" y="63"/>
                  </a:lnTo>
                  <a:cubicBezTo>
                    <a:pt x="95" y="47"/>
                    <a:pt x="95" y="32"/>
                    <a:pt x="80" y="15"/>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1" name="Google Shape;2121;p38"/>
            <p:cNvSpPr/>
            <p:nvPr/>
          </p:nvSpPr>
          <p:spPr>
            <a:xfrm>
              <a:off x="3245654" y="1811312"/>
              <a:ext cx="2544" cy="3053"/>
            </a:xfrm>
            <a:custGeom>
              <a:avLst/>
              <a:gdLst/>
              <a:ahLst/>
              <a:cxnLst/>
              <a:rect l="l" t="t" r="r" b="b"/>
              <a:pathLst>
                <a:path w="80" h="96" extrusionOk="0">
                  <a:moveTo>
                    <a:pt x="32" y="1"/>
                  </a:moveTo>
                  <a:lnTo>
                    <a:pt x="32" y="1"/>
                  </a:lnTo>
                  <a:lnTo>
                    <a:pt x="17" y="1"/>
                  </a:lnTo>
                  <a:cubicBezTo>
                    <a:pt x="0" y="16"/>
                    <a:pt x="0" y="32"/>
                    <a:pt x="0" y="47"/>
                  </a:cubicBezTo>
                  <a:lnTo>
                    <a:pt x="17" y="64"/>
                  </a:lnTo>
                  <a:cubicBezTo>
                    <a:pt x="17" y="79"/>
                    <a:pt x="17" y="79"/>
                    <a:pt x="32" y="79"/>
                  </a:cubicBezTo>
                  <a:lnTo>
                    <a:pt x="32" y="79"/>
                  </a:lnTo>
                  <a:cubicBezTo>
                    <a:pt x="32" y="95"/>
                    <a:pt x="32" y="95"/>
                    <a:pt x="48" y="95"/>
                  </a:cubicBezTo>
                  <a:lnTo>
                    <a:pt x="63" y="95"/>
                  </a:lnTo>
                  <a:cubicBezTo>
                    <a:pt x="63" y="79"/>
                    <a:pt x="80" y="79"/>
                    <a:pt x="80" y="79"/>
                  </a:cubicBezTo>
                  <a:lnTo>
                    <a:pt x="80" y="64"/>
                  </a:lnTo>
                  <a:lnTo>
                    <a:pt x="80" y="47"/>
                  </a:ln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2" name="Google Shape;2122;p38"/>
            <p:cNvSpPr/>
            <p:nvPr/>
          </p:nvSpPr>
          <p:spPr>
            <a:xfrm>
              <a:off x="3156985" y="1820821"/>
              <a:ext cx="3021" cy="3021"/>
            </a:xfrm>
            <a:custGeom>
              <a:avLst/>
              <a:gdLst/>
              <a:ahLst/>
              <a:cxnLst/>
              <a:rect l="l" t="t" r="r" b="b"/>
              <a:pathLst>
                <a:path w="95" h="95" extrusionOk="0">
                  <a:moveTo>
                    <a:pt x="47" y="0"/>
                  </a:moveTo>
                  <a:lnTo>
                    <a:pt x="32" y="0"/>
                  </a:lnTo>
                  <a:lnTo>
                    <a:pt x="32" y="0"/>
                  </a:lnTo>
                  <a:lnTo>
                    <a:pt x="32" y="0"/>
                  </a:lnTo>
                  <a:cubicBezTo>
                    <a:pt x="15" y="17"/>
                    <a:pt x="0" y="32"/>
                    <a:pt x="15" y="48"/>
                  </a:cubicBezTo>
                  <a:lnTo>
                    <a:pt x="15" y="80"/>
                  </a:lnTo>
                  <a:cubicBezTo>
                    <a:pt x="32" y="80"/>
                    <a:pt x="32" y="80"/>
                    <a:pt x="32" y="95"/>
                  </a:cubicBezTo>
                  <a:lnTo>
                    <a:pt x="47" y="95"/>
                  </a:lnTo>
                  <a:lnTo>
                    <a:pt x="63" y="95"/>
                  </a:lnTo>
                  <a:cubicBezTo>
                    <a:pt x="78" y="80"/>
                    <a:pt x="95" y="63"/>
                    <a:pt x="78" y="48"/>
                  </a:cubicBezTo>
                  <a:lnTo>
                    <a:pt x="78" y="17"/>
                  </a:lnTo>
                  <a:lnTo>
                    <a:pt x="78" y="17"/>
                  </a:lnTo>
                  <a:cubicBezTo>
                    <a:pt x="63" y="17"/>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3" name="Google Shape;2123;p38"/>
            <p:cNvSpPr/>
            <p:nvPr/>
          </p:nvSpPr>
          <p:spPr>
            <a:xfrm>
              <a:off x="3064246" y="1826832"/>
              <a:ext cx="3053" cy="3021"/>
            </a:xfrm>
            <a:custGeom>
              <a:avLst/>
              <a:gdLst/>
              <a:ahLst/>
              <a:cxnLst/>
              <a:rect l="l" t="t" r="r" b="b"/>
              <a:pathLst>
                <a:path w="96" h="95" extrusionOk="0">
                  <a:moveTo>
                    <a:pt x="49" y="0"/>
                  </a:moveTo>
                  <a:lnTo>
                    <a:pt x="49" y="0"/>
                  </a:lnTo>
                  <a:lnTo>
                    <a:pt x="32" y="17"/>
                  </a:lnTo>
                  <a:lnTo>
                    <a:pt x="17" y="32"/>
                  </a:lnTo>
                  <a:lnTo>
                    <a:pt x="17" y="32"/>
                  </a:lnTo>
                  <a:cubicBezTo>
                    <a:pt x="1" y="48"/>
                    <a:pt x="1" y="48"/>
                    <a:pt x="1" y="63"/>
                  </a:cubicBezTo>
                  <a:cubicBezTo>
                    <a:pt x="1" y="63"/>
                    <a:pt x="17" y="63"/>
                    <a:pt x="17" y="80"/>
                  </a:cubicBezTo>
                  <a:lnTo>
                    <a:pt x="17" y="80"/>
                  </a:lnTo>
                  <a:cubicBezTo>
                    <a:pt x="32" y="95"/>
                    <a:pt x="32" y="95"/>
                    <a:pt x="49" y="95"/>
                  </a:cubicBezTo>
                  <a:lnTo>
                    <a:pt x="64" y="80"/>
                  </a:lnTo>
                  <a:lnTo>
                    <a:pt x="64" y="80"/>
                  </a:lnTo>
                  <a:lnTo>
                    <a:pt x="64" y="80"/>
                  </a:lnTo>
                  <a:lnTo>
                    <a:pt x="80" y="63"/>
                  </a:lnTo>
                  <a:cubicBezTo>
                    <a:pt x="80" y="63"/>
                    <a:pt x="80" y="48"/>
                    <a:pt x="95" y="48"/>
                  </a:cubicBezTo>
                  <a:cubicBezTo>
                    <a:pt x="95" y="32"/>
                    <a:pt x="95" y="17"/>
                    <a:pt x="80" y="17"/>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4" name="Google Shape;2124;p38"/>
            <p:cNvSpPr/>
            <p:nvPr/>
          </p:nvSpPr>
          <p:spPr>
            <a:xfrm>
              <a:off x="3233632" y="1809785"/>
              <a:ext cx="3021" cy="3053"/>
            </a:xfrm>
            <a:custGeom>
              <a:avLst/>
              <a:gdLst/>
              <a:ahLst/>
              <a:cxnLst/>
              <a:rect l="l" t="t" r="r" b="b"/>
              <a:pathLst>
                <a:path w="95" h="96" extrusionOk="0">
                  <a:moveTo>
                    <a:pt x="48" y="1"/>
                  </a:moveTo>
                  <a:lnTo>
                    <a:pt x="48" y="17"/>
                  </a:lnTo>
                  <a:lnTo>
                    <a:pt x="16" y="17"/>
                  </a:lnTo>
                  <a:lnTo>
                    <a:pt x="16" y="32"/>
                  </a:lnTo>
                  <a:cubicBezTo>
                    <a:pt x="0" y="49"/>
                    <a:pt x="0" y="80"/>
                    <a:pt x="16" y="80"/>
                  </a:cubicBezTo>
                  <a:cubicBezTo>
                    <a:pt x="16" y="95"/>
                    <a:pt x="32" y="95"/>
                    <a:pt x="32" y="95"/>
                  </a:cubicBezTo>
                  <a:cubicBezTo>
                    <a:pt x="48" y="95"/>
                    <a:pt x="63" y="95"/>
                    <a:pt x="63" y="80"/>
                  </a:cubicBezTo>
                  <a:lnTo>
                    <a:pt x="79" y="64"/>
                  </a:lnTo>
                  <a:cubicBezTo>
                    <a:pt x="95" y="49"/>
                    <a:pt x="79" y="32"/>
                    <a:pt x="79" y="17"/>
                  </a:cubicBez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5" name="Google Shape;2125;p38"/>
            <p:cNvSpPr/>
            <p:nvPr/>
          </p:nvSpPr>
          <p:spPr>
            <a:xfrm>
              <a:off x="3160452" y="1819803"/>
              <a:ext cx="3053" cy="2035"/>
            </a:xfrm>
            <a:custGeom>
              <a:avLst/>
              <a:gdLst/>
              <a:ahLst/>
              <a:cxnLst/>
              <a:rect l="l" t="t" r="r" b="b"/>
              <a:pathLst>
                <a:path w="96" h="64" extrusionOk="0">
                  <a:moveTo>
                    <a:pt x="32" y="1"/>
                  </a:moveTo>
                  <a:lnTo>
                    <a:pt x="32" y="1"/>
                  </a:lnTo>
                  <a:lnTo>
                    <a:pt x="32" y="1"/>
                  </a:lnTo>
                  <a:cubicBezTo>
                    <a:pt x="17" y="1"/>
                    <a:pt x="1" y="1"/>
                    <a:pt x="1" y="17"/>
                  </a:cubicBezTo>
                  <a:lnTo>
                    <a:pt x="1" y="32"/>
                  </a:lnTo>
                  <a:cubicBezTo>
                    <a:pt x="1" y="49"/>
                    <a:pt x="17" y="64"/>
                    <a:pt x="32" y="64"/>
                  </a:cubicBezTo>
                  <a:lnTo>
                    <a:pt x="49" y="64"/>
                  </a:lnTo>
                  <a:lnTo>
                    <a:pt x="49" y="64"/>
                  </a:lnTo>
                  <a:lnTo>
                    <a:pt x="64" y="64"/>
                  </a:lnTo>
                  <a:cubicBezTo>
                    <a:pt x="80" y="64"/>
                    <a:pt x="95" y="64"/>
                    <a:pt x="95" y="49"/>
                  </a:cubicBezTo>
                  <a:cubicBezTo>
                    <a:pt x="95" y="32"/>
                    <a:pt x="95" y="17"/>
                    <a:pt x="80" y="1"/>
                  </a:cubicBezTo>
                  <a:lnTo>
                    <a:pt x="64" y="1"/>
                  </a:lnTo>
                  <a:lnTo>
                    <a:pt x="49"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6" name="Google Shape;2126;p38"/>
            <p:cNvSpPr/>
            <p:nvPr/>
          </p:nvSpPr>
          <p:spPr>
            <a:xfrm>
              <a:off x="3377926" y="1792261"/>
              <a:ext cx="3053" cy="2512"/>
            </a:xfrm>
            <a:custGeom>
              <a:avLst/>
              <a:gdLst/>
              <a:ahLst/>
              <a:cxnLst/>
              <a:rect l="l" t="t" r="r" b="b"/>
              <a:pathLst>
                <a:path w="96" h="79" extrusionOk="0">
                  <a:moveTo>
                    <a:pt x="64" y="1"/>
                  </a:moveTo>
                  <a:lnTo>
                    <a:pt x="64" y="1"/>
                  </a:lnTo>
                  <a:lnTo>
                    <a:pt x="64" y="1"/>
                  </a:lnTo>
                  <a:lnTo>
                    <a:pt x="32" y="1"/>
                  </a:lnTo>
                  <a:cubicBezTo>
                    <a:pt x="17" y="16"/>
                    <a:pt x="1" y="32"/>
                    <a:pt x="1" y="47"/>
                  </a:cubicBezTo>
                  <a:cubicBezTo>
                    <a:pt x="17" y="64"/>
                    <a:pt x="32" y="79"/>
                    <a:pt x="49" y="79"/>
                  </a:cubicBezTo>
                  <a:lnTo>
                    <a:pt x="49" y="79"/>
                  </a:lnTo>
                  <a:lnTo>
                    <a:pt x="64" y="79"/>
                  </a:lnTo>
                  <a:cubicBezTo>
                    <a:pt x="95" y="79"/>
                    <a:pt x="95" y="47"/>
                    <a:pt x="95" y="32"/>
                  </a:cubicBezTo>
                  <a:lnTo>
                    <a:pt x="95" y="32"/>
                  </a:lnTo>
                  <a:lnTo>
                    <a:pt x="95" y="16"/>
                  </a:lnTo>
                  <a:cubicBezTo>
                    <a:pt x="95" y="16"/>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7" name="Google Shape;2127;p38"/>
            <p:cNvSpPr/>
            <p:nvPr/>
          </p:nvSpPr>
          <p:spPr>
            <a:xfrm>
              <a:off x="3383936" y="1799767"/>
              <a:ext cx="3053" cy="3053"/>
            </a:xfrm>
            <a:custGeom>
              <a:avLst/>
              <a:gdLst/>
              <a:ahLst/>
              <a:cxnLst/>
              <a:rect l="l" t="t" r="r" b="b"/>
              <a:pathLst>
                <a:path w="96" h="96" extrusionOk="0">
                  <a:moveTo>
                    <a:pt x="64" y="1"/>
                  </a:moveTo>
                  <a:lnTo>
                    <a:pt x="49" y="1"/>
                  </a:lnTo>
                  <a:lnTo>
                    <a:pt x="32" y="17"/>
                  </a:lnTo>
                  <a:lnTo>
                    <a:pt x="17" y="32"/>
                  </a:lnTo>
                  <a:cubicBezTo>
                    <a:pt x="1" y="48"/>
                    <a:pt x="1" y="80"/>
                    <a:pt x="17" y="80"/>
                  </a:cubicBezTo>
                  <a:cubicBezTo>
                    <a:pt x="32" y="95"/>
                    <a:pt x="32" y="95"/>
                    <a:pt x="49" y="95"/>
                  </a:cubicBezTo>
                  <a:lnTo>
                    <a:pt x="64" y="80"/>
                  </a:lnTo>
                  <a:lnTo>
                    <a:pt x="80" y="64"/>
                  </a:lnTo>
                  <a:cubicBezTo>
                    <a:pt x="95" y="48"/>
                    <a:pt x="95" y="32"/>
                    <a:pt x="80"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8" name="Google Shape;2128;p38"/>
            <p:cNvSpPr/>
            <p:nvPr/>
          </p:nvSpPr>
          <p:spPr>
            <a:xfrm>
              <a:off x="3413005" y="1796269"/>
              <a:ext cx="4039" cy="3530"/>
            </a:xfrm>
            <a:custGeom>
              <a:avLst/>
              <a:gdLst/>
              <a:ahLst/>
              <a:cxnLst/>
              <a:rect l="l" t="t" r="r" b="b"/>
              <a:pathLst>
                <a:path w="127" h="111" extrusionOk="0">
                  <a:moveTo>
                    <a:pt x="80" y="1"/>
                  </a:moveTo>
                  <a:lnTo>
                    <a:pt x="80" y="1"/>
                  </a:lnTo>
                  <a:cubicBezTo>
                    <a:pt x="80" y="1"/>
                    <a:pt x="64" y="1"/>
                    <a:pt x="64" y="16"/>
                  </a:cubicBezTo>
                  <a:lnTo>
                    <a:pt x="48" y="1"/>
                  </a:lnTo>
                  <a:lnTo>
                    <a:pt x="32" y="16"/>
                  </a:lnTo>
                  <a:cubicBezTo>
                    <a:pt x="17" y="16"/>
                    <a:pt x="1" y="47"/>
                    <a:pt x="17" y="64"/>
                  </a:cubicBezTo>
                  <a:lnTo>
                    <a:pt x="32" y="95"/>
                  </a:lnTo>
                  <a:cubicBezTo>
                    <a:pt x="48" y="111"/>
                    <a:pt x="48" y="111"/>
                    <a:pt x="64" y="111"/>
                  </a:cubicBezTo>
                  <a:lnTo>
                    <a:pt x="64" y="111"/>
                  </a:lnTo>
                  <a:lnTo>
                    <a:pt x="80" y="111"/>
                  </a:lnTo>
                  <a:cubicBezTo>
                    <a:pt x="80" y="111"/>
                    <a:pt x="95" y="111"/>
                    <a:pt x="95" y="95"/>
                  </a:cubicBezTo>
                  <a:lnTo>
                    <a:pt x="111" y="79"/>
                  </a:lnTo>
                  <a:lnTo>
                    <a:pt x="111" y="64"/>
                  </a:lnTo>
                  <a:lnTo>
                    <a:pt x="111" y="47"/>
                  </a:lnTo>
                  <a:lnTo>
                    <a:pt x="127" y="47"/>
                  </a:lnTo>
                  <a:cubicBezTo>
                    <a:pt x="127"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9" name="Google Shape;2129;p38"/>
            <p:cNvSpPr/>
            <p:nvPr/>
          </p:nvSpPr>
          <p:spPr>
            <a:xfrm>
              <a:off x="3284232" y="1802279"/>
              <a:ext cx="3053" cy="2544"/>
            </a:xfrm>
            <a:custGeom>
              <a:avLst/>
              <a:gdLst/>
              <a:ahLst/>
              <a:cxnLst/>
              <a:rect l="l" t="t" r="r" b="b"/>
              <a:pathLst>
                <a:path w="96" h="80" extrusionOk="0">
                  <a:moveTo>
                    <a:pt x="48" y="1"/>
                  </a:moveTo>
                  <a:lnTo>
                    <a:pt x="48" y="1"/>
                  </a:lnTo>
                  <a:cubicBezTo>
                    <a:pt x="33" y="1"/>
                    <a:pt x="16" y="16"/>
                    <a:pt x="16" y="16"/>
                  </a:cubicBezTo>
                  <a:cubicBezTo>
                    <a:pt x="16" y="32"/>
                    <a:pt x="1" y="48"/>
                    <a:pt x="16" y="48"/>
                  </a:cubicBezTo>
                  <a:lnTo>
                    <a:pt x="16" y="64"/>
                  </a:lnTo>
                  <a:lnTo>
                    <a:pt x="33" y="79"/>
                  </a:lnTo>
                  <a:lnTo>
                    <a:pt x="64" y="79"/>
                  </a:lnTo>
                  <a:lnTo>
                    <a:pt x="64" y="79"/>
                  </a:lnTo>
                  <a:lnTo>
                    <a:pt x="96" y="79"/>
                  </a:lnTo>
                  <a:lnTo>
                    <a:pt x="96" y="64"/>
                  </a:lnTo>
                  <a:cubicBezTo>
                    <a:pt x="96" y="48"/>
                    <a:pt x="96" y="32"/>
                    <a:pt x="79"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0" name="Google Shape;2130;p38"/>
            <p:cNvSpPr/>
            <p:nvPr/>
          </p:nvSpPr>
          <p:spPr>
            <a:xfrm>
              <a:off x="3408521" y="1814333"/>
              <a:ext cx="3021" cy="2512"/>
            </a:xfrm>
            <a:custGeom>
              <a:avLst/>
              <a:gdLst/>
              <a:ahLst/>
              <a:cxnLst/>
              <a:rect l="l" t="t" r="r" b="b"/>
              <a:pathLst>
                <a:path w="95" h="79" extrusionOk="0">
                  <a:moveTo>
                    <a:pt x="32" y="0"/>
                  </a:moveTo>
                  <a:lnTo>
                    <a:pt x="32" y="0"/>
                  </a:lnTo>
                  <a:cubicBezTo>
                    <a:pt x="16" y="0"/>
                    <a:pt x="16" y="0"/>
                    <a:pt x="0" y="15"/>
                  </a:cubicBezTo>
                  <a:cubicBezTo>
                    <a:pt x="0" y="32"/>
                    <a:pt x="0" y="47"/>
                    <a:pt x="16" y="63"/>
                  </a:cubicBezTo>
                  <a:lnTo>
                    <a:pt x="32" y="78"/>
                  </a:lnTo>
                  <a:lnTo>
                    <a:pt x="47" y="78"/>
                  </a:lnTo>
                  <a:cubicBezTo>
                    <a:pt x="63" y="78"/>
                    <a:pt x="79" y="78"/>
                    <a:pt x="79" y="63"/>
                  </a:cubicBezTo>
                  <a:cubicBezTo>
                    <a:pt x="95" y="47"/>
                    <a:pt x="95" y="32"/>
                    <a:pt x="79"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1" name="Google Shape;2131;p38"/>
            <p:cNvSpPr/>
            <p:nvPr/>
          </p:nvSpPr>
          <p:spPr>
            <a:xfrm>
              <a:off x="3357889" y="1786727"/>
              <a:ext cx="3021" cy="2576"/>
            </a:xfrm>
            <a:custGeom>
              <a:avLst/>
              <a:gdLst/>
              <a:ahLst/>
              <a:cxnLst/>
              <a:rect l="l" t="t" r="r" b="b"/>
              <a:pathLst>
                <a:path w="95" h="81" extrusionOk="0">
                  <a:moveTo>
                    <a:pt x="63" y="1"/>
                  </a:moveTo>
                  <a:lnTo>
                    <a:pt x="63" y="1"/>
                  </a:lnTo>
                  <a:lnTo>
                    <a:pt x="48" y="1"/>
                  </a:lnTo>
                  <a:lnTo>
                    <a:pt x="17" y="17"/>
                  </a:lnTo>
                  <a:cubicBezTo>
                    <a:pt x="0" y="17"/>
                    <a:pt x="0" y="32"/>
                    <a:pt x="0" y="49"/>
                  </a:cubicBezTo>
                  <a:lnTo>
                    <a:pt x="32" y="80"/>
                  </a:lnTo>
                  <a:lnTo>
                    <a:pt x="48" y="80"/>
                  </a:lnTo>
                  <a:lnTo>
                    <a:pt x="80" y="64"/>
                  </a:lnTo>
                  <a:cubicBezTo>
                    <a:pt x="95" y="49"/>
                    <a:pt x="95" y="32"/>
                    <a:pt x="95" y="17"/>
                  </a:cubicBezTo>
                  <a:cubicBezTo>
                    <a:pt x="80"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2" name="Google Shape;2132;p38"/>
            <p:cNvSpPr/>
            <p:nvPr/>
          </p:nvSpPr>
          <p:spPr>
            <a:xfrm>
              <a:off x="3312792" y="1791275"/>
              <a:ext cx="3021" cy="2512"/>
            </a:xfrm>
            <a:custGeom>
              <a:avLst/>
              <a:gdLst/>
              <a:ahLst/>
              <a:cxnLst/>
              <a:rect l="l" t="t" r="r" b="b"/>
              <a:pathLst>
                <a:path w="95" h="79" extrusionOk="0">
                  <a:moveTo>
                    <a:pt x="48" y="0"/>
                  </a:moveTo>
                  <a:lnTo>
                    <a:pt x="48" y="0"/>
                  </a:lnTo>
                  <a:lnTo>
                    <a:pt x="17" y="0"/>
                  </a:lnTo>
                  <a:cubicBezTo>
                    <a:pt x="0" y="15"/>
                    <a:pt x="17" y="47"/>
                    <a:pt x="32" y="47"/>
                  </a:cubicBezTo>
                  <a:lnTo>
                    <a:pt x="48" y="63"/>
                  </a:lnTo>
                  <a:cubicBezTo>
                    <a:pt x="48" y="78"/>
                    <a:pt x="63" y="78"/>
                    <a:pt x="63" y="78"/>
                  </a:cubicBezTo>
                  <a:cubicBezTo>
                    <a:pt x="80" y="78"/>
                    <a:pt x="80" y="78"/>
                    <a:pt x="95" y="63"/>
                  </a:cubicBezTo>
                  <a:cubicBezTo>
                    <a:pt x="95" y="47"/>
                    <a:pt x="95" y="32"/>
                    <a:pt x="80"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3" name="Google Shape;2133;p38"/>
            <p:cNvSpPr/>
            <p:nvPr/>
          </p:nvSpPr>
          <p:spPr>
            <a:xfrm>
              <a:off x="3052224" y="1817800"/>
              <a:ext cx="2544" cy="3053"/>
            </a:xfrm>
            <a:custGeom>
              <a:avLst/>
              <a:gdLst/>
              <a:ahLst/>
              <a:cxnLst/>
              <a:rect l="l" t="t" r="r" b="b"/>
              <a:pathLst>
                <a:path w="80" h="96" extrusionOk="0">
                  <a:moveTo>
                    <a:pt x="48" y="1"/>
                  </a:moveTo>
                  <a:lnTo>
                    <a:pt x="48" y="1"/>
                  </a:lnTo>
                  <a:cubicBezTo>
                    <a:pt x="32" y="1"/>
                    <a:pt x="17" y="17"/>
                    <a:pt x="17" y="17"/>
                  </a:cubicBezTo>
                  <a:lnTo>
                    <a:pt x="1" y="32"/>
                  </a:lnTo>
                  <a:lnTo>
                    <a:pt x="1" y="49"/>
                  </a:lnTo>
                  <a:cubicBezTo>
                    <a:pt x="1" y="64"/>
                    <a:pt x="1" y="80"/>
                    <a:pt x="17" y="80"/>
                  </a:cubicBezTo>
                  <a:cubicBezTo>
                    <a:pt x="17" y="80"/>
                    <a:pt x="17" y="95"/>
                    <a:pt x="32" y="95"/>
                  </a:cubicBezTo>
                  <a:lnTo>
                    <a:pt x="48" y="80"/>
                  </a:lnTo>
                  <a:lnTo>
                    <a:pt x="64" y="80"/>
                  </a:lnTo>
                  <a:lnTo>
                    <a:pt x="64" y="64"/>
                  </a:lnTo>
                  <a:cubicBezTo>
                    <a:pt x="80" y="49"/>
                    <a:pt x="80" y="17"/>
                    <a:pt x="64" y="17"/>
                  </a:cubicBez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4" name="Google Shape;2134;p38"/>
            <p:cNvSpPr/>
            <p:nvPr/>
          </p:nvSpPr>
          <p:spPr>
            <a:xfrm>
              <a:off x="3202560" y="1801771"/>
              <a:ext cx="2544" cy="3053"/>
            </a:xfrm>
            <a:custGeom>
              <a:avLst/>
              <a:gdLst/>
              <a:ahLst/>
              <a:cxnLst/>
              <a:rect l="l" t="t" r="r" b="b"/>
              <a:pathLst>
                <a:path w="80" h="96" extrusionOk="0">
                  <a:moveTo>
                    <a:pt x="48" y="1"/>
                  </a:moveTo>
                  <a:lnTo>
                    <a:pt x="48" y="1"/>
                  </a:lnTo>
                  <a:cubicBezTo>
                    <a:pt x="32" y="1"/>
                    <a:pt x="32" y="17"/>
                    <a:pt x="17" y="17"/>
                  </a:cubicBezTo>
                  <a:lnTo>
                    <a:pt x="0" y="32"/>
                  </a:lnTo>
                  <a:cubicBezTo>
                    <a:pt x="0" y="48"/>
                    <a:pt x="0" y="64"/>
                    <a:pt x="17" y="80"/>
                  </a:cubicBezTo>
                  <a:cubicBezTo>
                    <a:pt x="17" y="95"/>
                    <a:pt x="32" y="95"/>
                    <a:pt x="32" y="95"/>
                  </a:cubicBezTo>
                  <a:lnTo>
                    <a:pt x="32" y="95"/>
                  </a:lnTo>
                  <a:cubicBezTo>
                    <a:pt x="48" y="95"/>
                    <a:pt x="48" y="95"/>
                    <a:pt x="63" y="80"/>
                  </a:cubicBezTo>
                  <a:lnTo>
                    <a:pt x="63" y="80"/>
                  </a:lnTo>
                  <a:lnTo>
                    <a:pt x="80" y="64"/>
                  </a:lnTo>
                  <a:cubicBezTo>
                    <a:pt x="80" y="48"/>
                    <a:pt x="80" y="32"/>
                    <a:pt x="63" y="17"/>
                  </a:cubicBezTo>
                  <a:cubicBezTo>
                    <a:pt x="63"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5" name="Google Shape;2135;p38"/>
            <p:cNvSpPr/>
            <p:nvPr/>
          </p:nvSpPr>
          <p:spPr>
            <a:xfrm>
              <a:off x="3431578" y="1806287"/>
              <a:ext cx="3021" cy="2035"/>
            </a:xfrm>
            <a:custGeom>
              <a:avLst/>
              <a:gdLst/>
              <a:ahLst/>
              <a:cxnLst/>
              <a:rect l="l" t="t" r="r" b="b"/>
              <a:pathLst>
                <a:path w="95" h="64" extrusionOk="0">
                  <a:moveTo>
                    <a:pt x="63" y="1"/>
                  </a:moveTo>
                  <a:lnTo>
                    <a:pt x="47" y="1"/>
                  </a:lnTo>
                  <a:lnTo>
                    <a:pt x="32" y="1"/>
                  </a:lnTo>
                  <a:cubicBezTo>
                    <a:pt x="15" y="1"/>
                    <a:pt x="15" y="1"/>
                    <a:pt x="0" y="16"/>
                  </a:cubicBezTo>
                  <a:lnTo>
                    <a:pt x="0" y="32"/>
                  </a:lnTo>
                  <a:lnTo>
                    <a:pt x="0" y="48"/>
                  </a:lnTo>
                  <a:lnTo>
                    <a:pt x="15" y="64"/>
                  </a:lnTo>
                  <a:lnTo>
                    <a:pt x="32" y="64"/>
                  </a:lnTo>
                  <a:lnTo>
                    <a:pt x="32" y="64"/>
                  </a:lnTo>
                  <a:lnTo>
                    <a:pt x="63" y="64"/>
                  </a:lnTo>
                  <a:cubicBezTo>
                    <a:pt x="78" y="64"/>
                    <a:pt x="95" y="48"/>
                    <a:pt x="95" y="32"/>
                  </a:cubicBezTo>
                  <a:lnTo>
                    <a:pt x="95" y="32"/>
                  </a:lnTo>
                  <a:cubicBezTo>
                    <a:pt x="95"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6" name="Google Shape;2136;p38"/>
            <p:cNvSpPr/>
            <p:nvPr/>
          </p:nvSpPr>
          <p:spPr>
            <a:xfrm>
              <a:off x="3205550" y="1828836"/>
              <a:ext cx="3053" cy="2544"/>
            </a:xfrm>
            <a:custGeom>
              <a:avLst/>
              <a:gdLst/>
              <a:ahLst/>
              <a:cxnLst/>
              <a:rect l="l" t="t" r="r" b="b"/>
              <a:pathLst>
                <a:path w="96" h="80" extrusionOk="0">
                  <a:moveTo>
                    <a:pt x="49" y="0"/>
                  </a:moveTo>
                  <a:lnTo>
                    <a:pt x="49" y="0"/>
                  </a:lnTo>
                  <a:lnTo>
                    <a:pt x="32" y="0"/>
                  </a:lnTo>
                  <a:lnTo>
                    <a:pt x="17" y="32"/>
                  </a:lnTo>
                  <a:cubicBezTo>
                    <a:pt x="1" y="32"/>
                    <a:pt x="1" y="63"/>
                    <a:pt x="17" y="80"/>
                  </a:cubicBezTo>
                  <a:lnTo>
                    <a:pt x="32" y="80"/>
                  </a:lnTo>
                  <a:lnTo>
                    <a:pt x="32" y="48"/>
                  </a:lnTo>
                  <a:lnTo>
                    <a:pt x="64" y="48"/>
                  </a:lnTo>
                  <a:lnTo>
                    <a:pt x="64" y="48"/>
                  </a:lnTo>
                  <a:lnTo>
                    <a:pt x="80" y="48"/>
                  </a:lnTo>
                  <a:lnTo>
                    <a:pt x="80" y="48"/>
                  </a:lnTo>
                  <a:cubicBezTo>
                    <a:pt x="95" y="32"/>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7" name="Google Shape;2137;p38"/>
            <p:cNvSpPr/>
            <p:nvPr/>
          </p:nvSpPr>
          <p:spPr>
            <a:xfrm>
              <a:off x="3318326" y="1817800"/>
              <a:ext cx="3021" cy="2035"/>
            </a:xfrm>
            <a:custGeom>
              <a:avLst/>
              <a:gdLst/>
              <a:ahLst/>
              <a:cxnLst/>
              <a:rect l="l" t="t" r="r" b="b"/>
              <a:pathLst>
                <a:path w="95" h="64" extrusionOk="0">
                  <a:moveTo>
                    <a:pt x="63" y="1"/>
                  </a:moveTo>
                  <a:lnTo>
                    <a:pt x="63" y="1"/>
                  </a:lnTo>
                  <a:lnTo>
                    <a:pt x="32" y="1"/>
                  </a:lnTo>
                  <a:lnTo>
                    <a:pt x="32" y="1"/>
                  </a:lnTo>
                  <a:cubicBezTo>
                    <a:pt x="16" y="1"/>
                    <a:pt x="0" y="17"/>
                    <a:pt x="0" y="32"/>
                  </a:cubicBezTo>
                  <a:cubicBezTo>
                    <a:pt x="0" y="49"/>
                    <a:pt x="0" y="49"/>
                    <a:pt x="16" y="64"/>
                  </a:cubicBezTo>
                  <a:lnTo>
                    <a:pt x="32" y="64"/>
                  </a:lnTo>
                  <a:lnTo>
                    <a:pt x="47" y="64"/>
                  </a:lnTo>
                  <a:lnTo>
                    <a:pt x="63" y="64"/>
                  </a:lnTo>
                  <a:cubicBezTo>
                    <a:pt x="79" y="64"/>
                    <a:pt x="95" y="49"/>
                    <a:pt x="95" y="32"/>
                  </a:cubicBezTo>
                  <a:cubicBezTo>
                    <a:pt x="95"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8" name="Google Shape;2138;p38"/>
            <p:cNvSpPr/>
            <p:nvPr/>
          </p:nvSpPr>
          <p:spPr>
            <a:xfrm>
              <a:off x="3398503" y="1809785"/>
              <a:ext cx="2512" cy="3053"/>
            </a:xfrm>
            <a:custGeom>
              <a:avLst/>
              <a:gdLst/>
              <a:ahLst/>
              <a:cxnLst/>
              <a:rect l="l" t="t" r="r" b="b"/>
              <a:pathLst>
                <a:path w="79" h="96" extrusionOk="0">
                  <a:moveTo>
                    <a:pt x="32" y="1"/>
                  </a:moveTo>
                  <a:lnTo>
                    <a:pt x="32" y="1"/>
                  </a:lnTo>
                  <a:lnTo>
                    <a:pt x="32" y="1"/>
                  </a:lnTo>
                  <a:lnTo>
                    <a:pt x="32" y="1"/>
                  </a:lnTo>
                  <a:cubicBezTo>
                    <a:pt x="15" y="1"/>
                    <a:pt x="15" y="17"/>
                    <a:pt x="0" y="32"/>
                  </a:cubicBezTo>
                  <a:lnTo>
                    <a:pt x="0" y="32"/>
                  </a:lnTo>
                  <a:lnTo>
                    <a:pt x="0" y="49"/>
                  </a:lnTo>
                  <a:lnTo>
                    <a:pt x="0" y="49"/>
                  </a:lnTo>
                  <a:cubicBezTo>
                    <a:pt x="0" y="64"/>
                    <a:pt x="0" y="80"/>
                    <a:pt x="15" y="95"/>
                  </a:cubicBezTo>
                  <a:lnTo>
                    <a:pt x="32" y="95"/>
                  </a:lnTo>
                  <a:lnTo>
                    <a:pt x="47" y="95"/>
                  </a:lnTo>
                  <a:cubicBezTo>
                    <a:pt x="47" y="95"/>
                    <a:pt x="63" y="80"/>
                    <a:pt x="63" y="64"/>
                  </a:cubicBezTo>
                  <a:lnTo>
                    <a:pt x="63" y="64"/>
                  </a:lnTo>
                  <a:lnTo>
                    <a:pt x="63" y="64"/>
                  </a:lnTo>
                  <a:lnTo>
                    <a:pt x="78" y="49"/>
                  </a:lnTo>
                  <a:lnTo>
                    <a:pt x="78" y="49"/>
                  </a:lnTo>
                  <a:lnTo>
                    <a:pt x="78" y="32"/>
                  </a:lnTo>
                  <a:cubicBezTo>
                    <a:pt x="63" y="17"/>
                    <a:pt x="63"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9" name="Google Shape;2139;p38"/>
            <p:cNvSpPr/>
            <p:nvPr/>
          </p:nvSpPr>
          <p:spPr>
            <a:xfrm>
              <a:off x="3206567" y="1830362"/>
              <a:ext cx="2544" cy="2512"/>
            </a:xfrm>
            <a:custGeom>
              <a:avLst/>
              <a:gdLst/>
              <a:ahLst/>
              <a:cxnLst/>
              <a:rect l="l" t="t" r="r" b="b"/>
              <a:pathLst>
                <a:path w="80" h="79" extrusionOk="0">
                  <a:moveTo>
                    <a:pt x="32" y="0"/>
                  </a:moveTo>
                  <a:lnTo>
                    <a:pt x="32" y="0"/>
                  </a:lnTo>
                  <a:lnTo>
                    <a:pt x="0" y="0"/>
                  </a:lnTo>
                  <a:lnTo>
                    <a:pt x="0" y="32"/>
                  </a:lnTo>
                  <a:lnTo>
                    <a:pt x="0" y="47"/>
                  </a:lnTo>
                  <a:lnTo>
                    <a:pt x="17" y="63"/>
                  </a:lnTo>
                  <a:cubicBezTo>
                    <a:pt x="32" y="78"/>
                    <a:pt x="32" y="78"/>
                    <a:pt x="48" y="78"/>
                  </a:cubicBezTo>
                  <a:cubicBezTo>
                    <a:pt x="48" y="78"/>
                    <a:pt x="63" y="63"/>
                    <a:pt x="80" y="63"/>
                  </a:cubicBezTo>
                  <a:cubicBezTo>
                    <a:pt x="80" y="47"/>
                    <a:pt x="80" y="32"/>
                    <a:pt x="63"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0" name="Google Shape;2140;p38"/>
            <p:cNvSpPr/>
            <p:nvPr/>
          </p:nvSpPr>
          <p:spPr>
            <a:xfrm>
              <a:off x="3429034" y="1781734"/>
              <a:ext cx="4039" cy="3021"/>
            </a:xfrm>
            <a:custGeom>
              <a:avLst/>
              <a:gdLst/>
              <a:ahLst/>
              <a:cxnLst/>
              <a:rect l="l" t="t" r="r" b="b"/>
              <a:pathLst>
                <a:path w="127" h="95" extrusionOk="0">
                  <a:moveTo>
                    <a:pt x="80" y="0"/>
                  </a:moveTo>
                  <a:lnTo>
                    <a:pt x="80" y="0"/>
                  </a:lnTo>
                  <a:lnTo>
                    <a:pt x="64" y="0"/>
                  </a:lnTo>
                  <a:lnTo>
                    <a:pt x="32" y="32"/>
                  </a:lnTo>
                  <a:lnTo>
                    <a:pt x="17" y="32"/>
                  </a:lnTo>
                  <a:cubicBezTo>
                    <a:pt x="17" y="32"/>
                    <a:pt x="1" y="48"/>
                    <a:pt x="1" y="63"/>
                  </a:cubicBezTo>
                  <a:lnTo>
                    <a:pt x="1" y="80"/>
                  </a:lnTo>
                  <a:cubicBezTo>
                    <a:pt x="17" y="95"/>
                    <a:pt x="32" y="95"/>
                    <a:pt x="32" y="95"/>
                  </a:cubicBezTo>
                  <a:lnTo>
                    <a:pt x="49" y="95"/>
                  </a:lnTo>
                  <a:lnTo>
                    <a:pt x="95" y="63"/>
                  </a:lnTo>
                  <a:lnTo>
                    <a:pt x="95" y="63"/>
                  </a:lnTo>
                  <a:cubicBezTo>
                    <a:pt x="112"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1" name="Google Shape;2141;p38"/>
            <p:cNvSpPr/>
            <p:nvPr/>
          </p:nvSpPr>
          <p:spPr>
            <a:xfrm>
              <a:off x="3362914" y="1788731"/>
              <a:ext cx="3021" cy="3053"/>
            </a:xfrm>
            <a:custGeom>
              <a:avLst/>
              <a:gdLst/>
              <a:ahLst/>
              <a:cxnLst/>
              <a:rect l="l" t="t" r="r" b="b"/>
              <a:pathLst>
                <a:path w="95" h="96" extrusionOk="0">
                  <a:moveTo>
                    <a:pt x="48" y="1"/>
                  </a:moveTo>
                  <a:lnTo>
                    <a:pt x="32" y="1"/>
                  </a:lnTo>
                  <a:lnTo>
                    <a:pt x="32" y="1"/>
                  </a:lnTo>
                  <a:cubicBezTo>
                    <a:pt x="16" y="17"/>
                    <a:pt x="0" y="32"/>
                    <a:pt x="16" y="49"/>
                  </a:cubicBezTo>
                  <a:lnTo>
                    <a:pt x="16" y="80"/>
                  </a:lnTo>
                  <a:cubicBezTo>
                    <a:pt x="32" y="95"/>
                    <a:pt x="32" y="95"/>
                    <a:pt x="48" y="95"/>
                  </a:cubicBezTo>
                  <a:lnTo>
                    <a:pt x="63" y="95"/>
                  </a:lnTo>
                  <a:cubicBezTo>
                    <a:pt x="79" y="80"/>
                    <a:pt x="95" y="64"/>
                    <a:pt x="79" y="49"/>
                  </a:cubicBezTo>
                  <a:lnTo>
                    <a:pt x="79" y="32"/>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2" name="Google Shape;2142;p38"/>
            <p:cNvSpPr/>
            <p:nvPr/>
          </p:nvSpPr>
          <p:spPr>
            <a:xfrm>
              <a:off x="3414532" y="1805778"/>
              <a:ext cx="3021" cy="2544"/>
            </a:xfrm>
            <a:custGeom>
              <a:avLst/>
              <a:gdLst/>
              <a:ahLst/>
              <a:cxnLst/>
              <a:rect l="l" t="t" r="r" b="b"/>
              <a:pathLst>
                <a:path w="95" h="80" extrusionOk="0">
                  <a:moveTo>
                    <a:pt x="63" y="1"/>
                  </a:moveTo>
                  <a:lnTo>
                    <a:pt x="63" y="1"/>
                  </a:lnTo>
                  <a:lnTo>
                    <a:pt x="47" y="1"/>
                  </a:lnTo>
                  <a:lnTo>
                    <a:pt x="32" y="17"/>
                  </a:lnTo>
                  <a:cubicBezTo>
                    <a:pt x="16" y="17"/>
                    <a:pt x="16" y="17"/>
                    <a:pt x="16" y="32"/>
                  </a:cubicBezTo>
                  <a:cubicBezTo>
                    <a:pt x="0" y="32"/>
                    <a:pt x="0" y="48"/>
                    <a:pt x="0" y="64"/>
                  </a:cubicBezTo>
                  <a:cubicBezTo>
                    <a:pt x="16" y="80"/>
                    <a:pt x="32" y="80"/>
                    <a:pt x="32" y="80"/>
                  </a:cubicBezTo>
                  <a:lnTo>
                    <a:pt x="32" y="80"/>
                  </a:lnTo>
                  <a:lnTo>
                    <a:pt x="47" y="80"/>
                  </a:lnTo>
                  <a:lnTo>
                    <a:pt x="79" y="64"/>
                  </a:lnTo>
                  <a:cubicBezTo>
                    <a:pt x="95" y="64"/>
                    <a:pt x="95" y="48"/>
                    <a:pt x="95" y="32"/>
                  </a:cubicBezTo>
                  <a:lnTo>
                    <a:pt x="95" y="32"/>
                  </a:lnTo>
                  <a:lnTo>
                    <a:pt x="95" y="17"/>
                  </a:lnTo>
                  <a:cubicBezTo>
                    <a:pt x="79" y="17"/>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3" name="Google Shape;2143;p38"/>
            <p:cNvSpPr/>
            <p:nvPr/>
          </p:nvSpPr>
          <p:spPr>
            <a:xfrm>
              <a:off x="3143946" y="1833829"/>
              <a:ext cx="3021" cy="3053"/>
            </a:xfrm>
            <a:custGeom>
              <a:avLst/>
              <a:gdLst/>
              <a:ahLst/>
              <a:cxnLst/>
              <a:rect l="l" t="t" r="r" b="b"/>
              <a:pathLst>
                <a:path w="95" h="96" extrusionOk="0">
                  <a:moveTo>
                    <a:pt x="47" y="1"/>
                  </a:moveTo>
                  <a:lnTo>
                    <a:pt x="32" y="1"/>
                  </a:lnTo>
                  <a:cubicBezTo>
                    <a:pt x="32" y="17"/>
                    <a:pt x="16" y="17"/>
                    <a:pt x="16" y="17"/>
                  </a:cubicBezTo>
                  <a:cubicBezTo>
                    <a:pt x="0" y="32"/>
                    <a:pt x="0" y="64"/>
                    <a:pt x="16" y="64"/>
                  </a:cubicBezTo>
                  <a:lnTo>
                    <a:pt x="32" y="80"/>
                  </a:lnTo>
                  <a:cubicBezTo>
                    <a:pt x="47" y="80"/>
                    <a:pt x="47" y="95"/>
                    <a:pt x="63" y="95"/>
                  </a:cubicBezTo>
                  <a:lnTo>
                    <a:pt x="79" y="80"/>
                  </a:lnTo>
                  <a:cubicBezTo>
                    <a:pt x="95" y="64"/>
                    <a:pt x="95" y="49"/>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4" name="Google Shape;2144;p38"/>
            <p:cNvSpPr/>
            <p:nvPr/>
          </p:nvSpPr>
          <p:spPr>
            <a:xfrm>
              <a:off x="3191524" y="1829344"/>
              <a:ext cx="3053" cy="2512"/>
            </a:xfrm>
            <a:custGeom>
              <a:avLst/>
              <a:gdLst/>
              <a:ahLst/>
              <a:cxnLst/>
              <a:rect l="l" t="t" r="r" b="b"/>
              <a:pathLst>
                <a:path w="96" h="79" extrusionOk="0">
                  <a:moveTo>
                    <a:pt x="64" y="1"/>
                  </a:moveTo>
                  <a:lnTo>
                    <a:pt x="64" y="1"/>
                  </a:lnTo>
                  <a:lnTo>
                    <a:pt x="32" y="1"/>
                  </a:lnTo>
                  <a:lnTo>
                    <a:pt x="17" y="16"/>
                  </a:lnTo>
                  <a:cubicBezTo>
                    <a:pt x="1" y="32"/>
                    <a:pt x="17" y="64"/>
                    <a:pt x="32" y="64"/>
                  </a:cubicBezTo>
                  <a:cubicBezTo>
                    <a:pt x="32" y="79"/>
                    <a:pt x="32" y="79"/>
                    <a:pt x="48" y="79"/>
                  </a:cubicBezTo>
                  <a:cubicBezTo>
                    <a:pt x="64" y="79"/>
                    <a:pt x="64" y="79"/>
                    <a:pt x="80" y="64"/>
                  </a:cubicBezTo>
                  <a:lnTo>
                    <a:pt x="80" y="47"/>
                  </a:lnTo>
                  <a:cubicBezTo>
                    <a:pt x="95" y="32"/>
                    <a:pt x="95" y="16"/>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5" name="Google Shape;2145;p38"/>
            <p:cNvSpPr/>
            <p:nvPr/>
          </p:nvSpPr>
          <p:spPr>
            <a:xfrm>
              <a:off x="3452601" y="1781257"/>
              <a:ext cx="3530" cy="2035"/>
            </a:xfrm>
            <a:custGeom>
              <a:avLst/>
              <a:gdLst/>
              <a:ahLst/>
              <a:cxnLst/>
              <a:rect l="l" t="t" r="r" b="b"/>
              <a:pathLst>
                <a:path w="111" h="64" extrusionOk="0">
                  <a:moveTo>
                    <a:pt x="48" y="0"/>
                  </a:moveTo>
                  <a:lnTo>
                    <a:pt x="32" y="0"/>
                  </a:lnTo>
                  <a:cubicBezTo>
                    <a:pt x="16" y="0"/>
                    <a:pt x="16" y="15"/>
                    <a:pt x="1" y="15"/>
                  </a:cubicBezTo>
                  <a:cubicBezTo>
                    <a:pt x="1" y="47"/>
                    <a:pt x="16" y="63"/>
                    <a:pt x="32" y="63"/>
                  </a:cubicBezTo>
                  <a:lnTo>
                    <a:pt x="64" y="63"/>
                  </a:lnTo>
                  <a:lnTo>
                    <a:pt x="64" y="63"/>
                  </a:lnTo>
                  <a:cubicBezTo>
                    <a:pt x="79" y="63"/>
                    <a:pt x="95" y="63"/>
                    <a:pt x="95" y="47"/>
                  </a:cubicBezTo>
                  <a:cubicBezTo>
                    <a:pt x="111" y="32"/>
                    <a:pt x="95" y="0"/>
                    <a:pt x="79"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6" name="Google Shape;2146;p38"/>
            <p:cNvSpPr/>
            <p:nvPr/>
          </p:nvSpPr>
          <p:spPr>
            <a:xfrm>
              <a:off x="3260188" y="1822825"/>
              <a:ext cx="3053" cy="2544"/>
            </a:xfrm>
            <a:custGeom>
              <a:avLst/>
              <a:gdLst/>
              <a:ahLst/>
              <a:cxnLst/>
              <a:rect l="l" t="t" r="r" b="b"/>
              <a:pathLst>
                <a:path w="96" h="80" extrusionOk="0">
                  <a:moveTo>
                    <a:pt x="32" y="0"/>
                  </a:moveTo>
                  <a:lnTo>
                    <a:pt x="32" y="0"/>
                  </a:lnTo>
                  <a:lnTo>
                    <a:pt x="16" y="0"/>
                  </a:lnTo>
                  <a:cubicBezTo>
                    <a:pt x="1" y="17"/>
                    <a:pt x="1" y="48"/>
                    <a:pt x="16" y="48"/>
                  </a:cubicBezTo>
                  <a:lnTo>
                    <a:pt x="32" y="63"/>
                  </a:lnTo>
                  <a:cubicBezTo>
                    <a:pt x="32" y="80"/>
                    <a:pt x="47" y="80"/>
                    <a:pt x="47" y="80"/>
                  </a:cubicBezTo>
                  <a:cubicBezTo>
                    <a:pt x="64" y="80"/>
                    <a:pt x="79" y="63"/>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7" name="Google Shape;2147;p38"/>
            <p:cNvSpPr/>
            <p:nvPr/>
          </p:nvSpPr>
          <p:spPr>
            <a:xfrm>
              <a:off x="3039185" y="1822825"/>
              <a:ext cx="3053" cy="2544"/>
            </a:xfrm>
            <a:custGeom>
              <a:avLst/>
              <a:gdLst/>
              <a:ahLst/>
              <a:cxnLst/>
              <a:rect l="l" t="t" r="r" b="b"/>
              <a:pathLst>
                <a:path w="96" h="80" extrusionOk="0">
                  <a:moveTo>
                    <a:pt x="49" y="0"/>
                  </a:moveTo>
                  <a:lnTo>
                    <a:pt x="32" y="0"/>
                  </a:lnTo>
                  <a:lnTo>
                    <a:pt x="32" y="0"/>
                  </a:lnTo>
                  <a:lnTo>
                    <a:pt x="1" y="32"/>
                  </a:lnTo>
                  <a:lnTo>
                    <a:pt x="1" y="32"/>
                  </a:lnTo>
                  <a:lnTo>
                    <a:pt x="1" y="48"/>
                  </a:lnTo>
                  <a:lnTo>
                    <a:pt x="32" y="80"/>
                  </a:lnTo>
                  <a:lnTo>
                    <a:pt x="64" y="80"/>
                  </a:lnTo>
                  <a:lnTo>
                    <a:pt x="64" y="80"/>
                  </a:lnTo>
                  <a:cubicBezTo>
                    <a:pt x="80" y="80"/>
                    <a:pt x="95" y="63"/>
                    <a:pt x="95" y="48"/>
                  </a:cubicBezTo>
                  <a:lnTo>
                    <a:pt x="95" y="48"/>
                  </a:lnTo>
                  <a:lnTo>
                    <a:pt x="95" y="32"/>
                  </a:lnTo>
                  <a:cubicBezTo>
                    <a:pt x="95" y="17"/>
                    <a:pt x="80" y="17"/>
                    <a:pt x="80"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8" name="Google Shape;2148;p38"/>
            <p:cNvSpPr/>
            <p:nvPr/>
          </p:nvSpPr>
          <p:spPr>
            <a:xfrm>
              <a:off x="3404513" y="1813315"/>
              <a:ext cx="2512" cy="2512"/>
            </a:xfrm>
            <a:custGeom>
              <a:avLst/>
              <a:gdLst/>
              <a:ahLst/>
              <a:cxnLst/>
              <a:rect l="l" t="t" r="r" b="b"/>
              <a:pathLst>
                <a:path w="79" h="79" extrusionOk="0">
                  <a:moveTo>
                    <a:pt x="47" y="1"/>
                  </a:moveTo>
                  <a:lnTo>
                    <a:pt x="47" y="1"/>
                  </a:lnTo>
                  <a:lnTo>
                    <a:pt x="47" y="1"/>
                  </a:lnTo>
                  <a:lnTo>
                    <a:pt x="15" y="1"/>
                  </a:lnTo>
                  <a:lnTo>
                    <a:pt x="15" y="16"/>
                  </a:lnTo>
                  <a:lnTo>
                    <a:pt x="0" y="16"/>
                  </a:lnTo>
                  <a:cubicBezTo>
                    <a:pt x="0" y="32"/>
                    <a:pt x="0" y="64"/>
                    <a:pt x="15" y="79"/>
                  </a:cubicBezTo>
                  <a:lnTo>
                    <a:pt x="32" y="79"/>
                  </a:lnTo>
                  <a:cubicBezTo>
                    <a:pt x="47" y="79"/>
                    <a:pt x="47" y="79"/>
                    <a:pt x="63" y="64"/>
                  </a:cubicBezTo>
                  <a:lnTo>
                    <a:pt x="78" y="47"/>
                  </a:lnTo>
                  <a:cubicBezTo>
                    <a:pt x="78" y="32"/>
                    <a:pt x="78"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9" name="Google Shape;2149;p38"/>
            <p:cNvSpPr/>
            <p:nvPr/>
          </p:nvSpPr>
          <p:spPr>
            <a:xfrm>
              <a:off x="3200079" y="1831825"/>
              <a:ext cx="3021" cy="2576"/>
            </a:xfrm>
            <a:custGeom>
              <a:avLst/>
              <a:gdLst/>
              <a:ahLst/>
              <a:cxnLst/>
              <a:rect l="l" t="t" r="r" b="b"/>
              <a:pathLst>
                <a:path w="95" h="81" extrusionOk="0">
                  <a:moveTo>
                    <a:pt x="47" y="1"/>
                  </a:moveTo>
                  <a:lnTo>
                    <a:pt x="47" y="1"/>
                  </a:lnTo>
                  <a:cubicBezTo>
                    <a:pt x="32" y="1"/>
                    <a:pt x="32" y="1"/>
                    <a:pt x="32" y="17"/>
                  </a:cubicBezTo>
                  <a:lnTo>
                    <a:pt x="15" y="32"/>
                  </a:lnTo>
                  <a:cubicBezTo>
                    <a:pt x="0" y="49"/>
                    <a:pt x="0" y="64"/>
                    <a:pt x="15" y="80"/>
                  </a:cubicBezTo>
                  <a:lnTo>
                    <a:pt x="32" y="80"/>
                  </a:lnTo>
                  <a:cubicBezTo>
                    <a:pt x="47" y="80"/>
                    <a:pt x="63" y="80"/>
                    <a:pt x="63"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0" name="Google Shape;2150;p38"/>
            <p:cNvSpPr/>
            <p:nvPr/>
          </p:nvSpPr>
          <p:spPr>
            <a:xfrm>
              <a:off x="3192033" y="1831825"/>
              <a:ext cx="3053" cy="3053"/>
            </a:xfrm>
            <a:custGeom>
              <a:avLst/>
              <a:gdLst/>
              <a:ahLst/>
              <a:cxnLst/>
              <a:rect l="l" t="t" r="r" b="b"/>
              <a:pathLst>
                <a:path w="96" h="96" extrusionOk="0">
                  <a:moveTo>
                    <a:pt x="48" y="1"/>
                  </a:moveTo>
                  <a:lnTo>
                    <a:pt x="48" y="1"/>
                  </a:lnTo>
                  <a:lnTo>
                    <a:pt x="32" y="17"/>
                  </a:lnTo>
                  <a:lnTo>
                    <a:pt x="16" y="32"/>
                  </a:lnTo>
                  <a:cubicBezTo>
                    <a:pt x="1" y="49"/>
                    <a:pt x="1" y="80"/>
                    <a:pt x="16" y="80"/>
                  </a:cubicBezTo>
                  <a:cubicBezTo>
                    <a:pt x="32" y="95"/>
                    <a:pt x="32" y="95"/>
                    <a:pt x="48" y="95"/>
                  </a:cubicBezTo>
                  <a:lnTo>
                    <a:pt x="64" y="80"/>
                  </a:lnTo>
                  <a:lnTo>
                    <a:pt x="79" y="64"/>
                  </a:lnTo>
                  <a:cubicBezTo>
                    <a:pt x="95" y="49"/>
                    <a:pt x="95" y="32"/>
                    <a:pt x="79" y="17"/>
                  </a:cubicBezTo>
                  <a:cubicBezTo>
                    <a:pt x="64" y="17"/>
                    <a:pt x="64"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1" name="Google Shape;2151;p38"/>
            <p:cNvSpPr/>
            <p:nvPr/>
          </p:nvSpPr>
          <p:spPr>
            <a:xfrm>
              <a:off x="3433041" y="1807781"/>
              <a:ext cx="3053" cy="2544"/>
            </a:xfrm>
            <a:custGeom>
              <a:avLst/>
              <a:gdLst/>
              <a:ahLst/>
              <a:cxnLst/>
              <a:rect l="l" t="t" r="r" b="b"/>
              <a:pathLst>
                <a:path w="96" h="80" extrusionOk="0">
                  <a:moveTo>
                    <a:pt x="64" y="1"/>
                  </a:moveTo>
                  <a:lnTo>
                    <a:pt x="64" y="1"/>
                  </a:lnTo>
                  <a:lnTo>
                    <a:pt x="49" y="1"/>
                  </a:lnTo>
                  <a:lnTo>
                    <a:pt x="32" y="17"/>
                  </a:lnTo>
                  <a:cubicBezTo>
                    <a:pt x="17" y="17"/>
                    <a:pt x="17" y="17"/>
                    <a:pt x="17" y="32"/>
                  </a:cubicBezTo>
                  <a:cubicBezTo>
                    <a:pt x="1" y="32"/>
                    <a:pt x="1" y="48"/>
                    <a:pt x="17" y="64"/>
                  </a:cubicBezTo>
                  <a:lnTo>
                    <a:pt x="17" y="80"/>
                  </a:lnTo>
                  <a:lnTo>
                    <a:pt x="49" y="80"/>
                  </a:lnTo>
                  <a:lnTo>
                    <a:pt x="49" y="80"/>
                  </a:lnTo>
                  <a:lnTo>
                    <a:pt x="80" y="64"/>
                  </a:lnTo>
                  <a:cubicBezTo>
                    <a:pt x="95" y="64"/>
                    <a:pt x="95" y="48"/>
                    <a:pt x="95" y="17"/>
                  </a:cubicBezTo>
                  <a:cubicBezTo>
                    <a:pt x="95" y="17"/>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2" name="Google Shape;2152;p38"/>
            <p:cNvSpPr/>
            <p:nvPr/>
          </p:nvSpPr>
          <p:spPr>
            <a:xfrm>
              <a:off x="3269698" y="1824828"/>
              <a:ext cx="3021" cy="3021"/>
            </a:xfrm>
            <a:custGeom>
              <a:avLst/>
              <a:gdLst/>
              <a:ahLst/>
              <a:cxnLst/>
              <a:rect l="l" t="t" r="r" b="b"/>
              <a:pathLst>
                <a:path w="95" h="95" extrusionOk="0">
                  <a:moveTo>
                    <a:pt x="63" y="0"/>
                  </a:moveTo>
                  <a:lnTo>
                    <a:pt x="48" y="0"/>
                  </a:lnTo>
                  <a:lnTo>
                    <a:pt x="32" y="17"/>
                  </a:lnTo>
                  <a:lnTo>
                    <a:pt x="17" y="32"/>
                  </a:lnTo>
                  <a:cubicBezTo>
                    <a:pt x="0" y="48"/>
                    <a:pt x="0" y="63"/>
                    <a:pt x="17" y="80"/>
                  </a:cubicBezTo>
                  <a:cubicBezTo>
                    <a:pt x="32" y="95"/>
                    <a:pt x="32" y="95"/>
                    <a:pt x="48" y="95"/>
                  </a:cubicBezTo>
                  <a:lnTo>
                    <a:pt x="63" y="80"/>
                  </a:lnTo>
                  <a:lnTo>
                    <a:pt x="80" y="63"/>
                  </a:lnTo>
                  <a:cubicBezTo>
                    <a:pt x="95" y="48"/>
                    <a:pt x="95" y="32"/>
                    <a:pt x="80" y="17"/>
                  </a:cubicBezTo>
                  <a:cubicBezTo>
                    <a:pt x="80"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3" name="Google Shape;2153;p38"/>
            <p:cNvSpPr/>
            <p:nvPr/>
          </p:nvSpPr>
          <p:spPr>
            <a:xfrm>
              <a:off x="3356395" y="1757182"/>
              <a:ext cx="2512" cy="2544"/>
            </a:xfrm>
            <a:custGeom>
              <a:avLst/>
              <a:gdLst/>
              <a:ahLst/>
              <a:cxnLst/>
              <a:rect l="l" t="t" r="r" b="b"/>
              <a:pathLst>
                <a:path w="79" h="80" extrusionOk="0">
                  <a:moveTo>
                    <a:pt x="32" y="1"/>
                  </a:moveTo>
                  <a:lnTo>
                    <a:pt x="32" y="1"/>
                  </a:lnTo>
                  <a:cubicBezTo>
                    <a:pt x="16" y="1"/>
                    <a:pt x="16" y="1"/>
                    <a:pt x="16" y="16"/>
                  </a:cubicBezTo>
                  <a:cubicBezTo>
                    <a:pt x="1" y="32"/>
                    <a:pt x="1" y="48"/>
                    <a:pt x="16" y="64"/>
                  </a:cubicBezTo>
                  <a:lnTo>
                    <a:pt x="32" y="79"/>
                  </a:lnTo>
                  <a:lnTo>
                    <a:pt x="47" y="79"/>
                  </a:lnTo>
                  <a:lnTo>
                    <a:pt x="64" y="79"/>
                  </a:lnTo>
                  <a:cubicBezTo>
                    <a:pt x="64" y="64"/>
                    <a:pt x="64" y="48"/>
                    <a:pt x="79" y="48"/>
                  </a:cubicBezTo>
                  <a:lnTo>
                    <a:pt x="79" y="48"/>
                  </a:ln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4" name="Google Shape;2154;p38"/>
            <p:cNvSpPr/>
            <p:nvPr/>
          </p:nvSpPr>
          <p:spPr>
            <a:xfrm>
              <a:off x="3020166" y="1805301"/>
              <a:ext cx="3021" cy="2035"/>
            </a:xfrm>
            <a:custGeom>
              <a:avLst/>
              <a:gdLst/>
              <a:ahLst/>
              <a:cxnLst/>
              <a:rect l="l" t="t" r="r" b="b"/>
              <a:pathLst>
                <a:path w="95" h="64" extrusionOk="0">
                  <a:moveTo>
                    <a:pt x="63" y="0"/>
                  </a:moveTo>
                  <a:lnTo>
                    <a:pt x="48" y="0"/>
                  </a:lnTo>
                  <a:lnTo>
                    <a:pt x="32" y="0"/>
                  </a:lnTo>
                  <a:lnTo>
                    <a:pt x="17" y="0"/>
                  </a:lnTo>
                  <a:cubicBezTo>
                    <a:pt x="0" y="16"/>
                    <a:pt x="0" y="16"/>
                    <a:pt x="0" y="32"/>
                  </a:cubicBezTo>
                  <a:lnTo>
                    <a:pt x="0" y="47"/>
                  </a:lnTo>
                  <a:cubicBezTo>
                    <a:pt x="17" y="63"/>
                    <a:pt x="17" y="63"/>
                    <a:pt x="32" y="63"/>
                  </a:cubicBezTo>
                  <a:lnTo>
                    <a:pt x="32" y="63"/>
                  </a:lnTo>
                  <a:lnTo>
                    <a:pt x="63" y="63"/>
                  </a:lnTo>
                  <a:cubicBezTo>
                    <a:pt x="80" y="63"/>
                    <a:pt x="95" y="47"/>
                    <a:pt x="95" y="32"/>
                  </a:cubicBezTo>
                  <a:cubicBezTo>
                    <a:pt x="95" y="16"/>
                    <a:pt x="80"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5" name="Google Shape;2155;p38"/>
            <p:cNvSpPr/>
            <p:nvPr/>
          </p:nvSpPr>
          <p:spPr>
            <a:xfrm>
              <a:off x="3103333" y="1795283"/>
              <a:ext cx="4039" cy="2512"/>
            </a:xfrm>
            <a:custGeom>
              <a:avLst/>
              <a:gdLst/>
              <a:ahLst/>
              <a:cxnLst/>
              <a:rect l="l" t="t" r="r" b="b"/>
              <a:pathLst>
                <a:path w="127" h="79" extrusionOk="0">
                  <a:moveTo>
                    <a:pt x="32" y="0"/>
                  </a:moveTo>
                  <a:lnTo>
                    <a:pt x="32" y="0"/>
                  </a:lnTo>
                  <a:cubicBezTo>
                    <a:pt x="17" y="15"/>
                    <a:pt x="1" y="15"/>
                    <a:pt x="1" y="32"/>
                  </a:cubicBezTo>
                  <a:lnTo>
                    <a:pt x="1" y="47"/>
                  </a:lnTo>
                  <a:lnTo>
                    <a:pt x="17" y="63"/>
                  </a:lnTo>
                  <a:lnTo>
                    <a:pt x="32" y="78"/>
                  </a:lnTo>
                  <a:lnTo>
                    <a:pt x="95" y="78"/>
                  </a:lnTo>
                  <a:lnTo>
                    <a:pt x="95" y="78"/>
                  </a:lnTo>
                  <a:cubicBezTo>
                    <a:pt x="111" y="78"/>
                    <a:pt x="111" y="63"/>
                    <a:pt x="127" y="47"/>
                  </a:cubicBezTo>
                  <a:lnTo>
                    <a:pt x="127" y="47"/>
                  </a:lnTo>
                  <a:lnTo>
                    <a:pt x="127" y="15"/>
                  </a:lnTo>
                  <a:lnTo>
                    <a:pt x="95"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6" name="Google Shape;2156;p38"/>
            <p:cNvSpPr/>
            <p:nvPr/>
          </p:nvSpPr>
          <p:spPr>
            <a:xfrm>
              <a:off x="3442074" y="1751648"/>
              <a:ext cx="3021" cy="2576"/>
            </a:xfrm>
            <a:custGeom>
              <a:avLst/>
              <a:gdLst/>
              <a:ahLst/>
              <a:cxnLst/>
              <a:rect l="l" t="t" r="r" b="b"/>
              <a:pathLst>
                <a:path w="95" h="81" extrusionOk="0">
                  <a:moveTo>
                    <a:pt x="63" y="1"/>
                  </a:moveTo>
                  <a:lnTo>
                    <a:pt x="48" y="1"/>
                  </a:lnTo>
                  <a:cubicBezTo>
                    <a:pt x="48" y="1"/>
                    <a:pt x="32" y="1"/>
                    <a:pt x="32" y="17"/>
                  </a:cubicBezTo>
                  <a:lnTo>
                    <a:pt x="17" y="32"/>
                  </a:lnTo>
                  <a:cubicBezTo>
                    <a:pt x="0" y="49"/>
                    <a:pt x="0" y="64"/>
                    <a:pt x="17" y="80"/>
                  </a:cubicBezTo>
                  <a:lnTo>
                    <a:pt x="48" y="80"/>
                  </a:lnTo>
                  <a:lnTo>
                    <a:pt x="63" y="80"/>
                  </a:lnTo>
                  <a:lnTo>
                    <a:pt x="80" y="64"/>
                  </a:lnTo>
                  <a:cubicBezTo>
                    <a:pt x="95" y="49"/>
                    <a:pt x="95" y="17"/>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7" name="Google Shape;2157;p38"/>
            <p:cNvSpPr/>
            <p:nvPr/>
          </p:nvSpPr>
          <p:spPr>
            <a:xfrm>
              <a:off x="3435586" y="1756196"/>
              <a:ext cx="3021" cy="2512"/>
            </a:xfrm>
            <a:custGeom>
              <a:avLst/>
              <a:gdLst/>
              <a:ahLst/>
              <a:cxnLst/>
              <a:rect l="l" t="t" r="r" b="b"/>
              <a:pathLst>
                <a:path w="95" h="79" extrusionOk="0">
                  <a:moveTo>
                    <a:pt x="47" y="0"/>
                  </a:moveTo>
                  <a:lnTo>
                    <a:pt x="47" y="0"/>
                  </a:lnTo>
                  <a:cubicBezTo>
                    <a:pt x="32" y="0"/>
                    <a:pt x="32" y="16"/>
                    <a:pt x="15" y="16"/>
                  </a:cubicBezTo>
                  <a:lnTo>
                    <a:pt x="15" y="16"/>
                  </a:lnTo>
                  <a:cubicBezTo>
                    <a:pt x="15" y="32"/>
                    <a:pt x="0" y="32"/>
                    <a:pt x="15" y="47"/>
                  </a:cubicBezTo>
                  <a:lnTo>
                    <a:pt x="15" y="63"/>
                  </a:lnTo>
                  <a:lnTo>
                    <a:pt x="32" y="79"/>
                  </a:lnTo>
                  <a:lnTo>
                    <a:pt x="47" y="79"/>
                  </a:lnTo>
                  <a:lnTo>
                    <a:pt x="47" y="79"/>
                  </a:lnTo>
                  <a:lnTo>
                    <a:pt x="63" y="79"/>
                  </a:lnTo>
                  <a:lnTo>
                    <a:pt x="63" y="79"/>
                  </a:lnTo>
                  <a:lnTo>
                    <a:pt x="95" y="79"/>
                  </a:lnTo>
                  <a:cubicBezTo>
                    <a:pt x="95" y="63"/>
                    <a:pt x="95" y="47"/>
                    <a:pt x="78" y="32"/>
                  </a:cubicBezTo>
                  <a:lnTo>
                    <a:pt x="78" y="32"/>
                  </a:lnTo>
                  <a:lnTo>
                    <a:pt x="63" y="16"/>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8" name="Google Shape;2158;p38"/>
            <p:cNvSpPr/>
            <p:nvPr/>
          </p:nvSpPr>
          <p:spPr>
            <a:xfrm>
              <a:off x="3280225" y="1770698"/>
              <a:ext cx="3530" cy="3053"/>
            </a:xfrm>
            <a:custGeom>
              <a:avLst/>
              <a:gdLst/>
              <a:ahLst/>
              <a:cxnLst/>
              <a:rect l="l" t="t" r="r" b="b"/>
              <a:pathLst>
                <a:path w="111" h="96" extrusionOk="0">
                  <a:moveTo>
                    <a:pt x="64" y="1"/>
                  </a:moveTo>
                  <a:lnTo>
                    <a:pt x="64" y="1"/>
                  </a:lnTo>
                  <a:cubicBezTo>
                    <a:pt x="48" y="1"/>
                    <a:pt x="48" y="1"/>
                    <a:pt x="48" y="17"/>
                  </a:cubicBezTo>
                  <a:lnTo>
                    <a:pt x="16" y="49"/>
                  </a:lnTo>
                  <a:cubicBezTo>
                    <a:pt x="1" y="49"/>
                    <a:pt x="16" y="80"/>
                    <a:pt x="32" y="95"/>
                  </a:cubicBezTo>
                  <a:lnTo>
                    <a:pt x="48" y="95"/>
                  </a:lnTo>
                  <a:cubicBezTo>
                    <a:pt x="64" y="95"/>
                    <a:pt x="64" y="95"/>
                    <a:pt x="79" y="80"/>
                  </a:cubicBezTo>
                  <a:lnTo>
                    <a:pt x="95" y="64"/>
                  </a:lnTo>
                  <a:cubicBezTo>
                    <a:pt x="111" y="49"/>
                    <a:pt x="111" y="17"/>
                    <a:pt x="95" y="17"/>
                  </a:cubicBez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9" name="Google Shape;2159;p38"/>
            <p:cNvSpPr/>
            <p:nvPr/>
          </p:nvSpPr>
          <p:spPr>
            <a:xfrm>
              <a:off x="3260665" y="1774229"/>
              <a:ext cx="2576" cy="2512"/>
            </a:xfrm>
            <a:custGeom>
              <a:avLst/>
              <a:gdLst/>
              <a:ahLst/>
              <a:cxnLst/>
              <a:rect l="l" t="t" r="r" b="b"/>
              <a:pathLst>
                <a:path w="81" h="79" extrusionOk="0">
                  <a:moveTo>
                    <a:pt x="17" y="1"/>
                  </a:moveTo>
                  <a:lnTo>
                    <a:pt x="17" y="1"/>
                  </a:lnTo>
                  <a:lnTo>
                    <a:pt x="1" y="16"/>
                  </a:lnTo>
                  <a:lnTo>
                    <a:pt x="1" y="32"/>
                  </a:lnTo>
                  <a:cubicBezTo>
                    <a:pt x="1" y="47"/>
                    <a:pt x="17" y="64"/>
                    <a:pt x="17" y="64"/>
                  </a:cubicBezTo>
                  <a:cubicBezTo>
                    <a:pt x="32" y="64"/>
                    <a:pt x="32" y="79"/>
                    <a:pt x="32" y="79"/>
                  </a:cubicBezTo>
                  <a:cubicBezTo>
                    <a:pt x="49" y="79"/>
                    <a:pt x="64" y="64"/>
                    <a:pt x="64" y="64"/>
                  </a:cubicBezTo>
                  <a:lnTo>
                    <a:pt x="64" y="47"/>
                  </a:lnTo>
                  <a:lnTo>
                    <a:pt x="80" y="32"/>
                  </a:lnTo>
                  <a:lnTo>
                    <a:pt x="80" y="1"/>
                  </a:lnTo>
                  <a:cubicBezTo>
                    <a:pt x="80" y="16"/>
                    <a:pt x="64" y="16"/>
                    <a:pt x="49" y="16"/>
                  </a:cubicBezTo>
                  <a:lnTo>
                    <a:pt x="32" y="16"/>
                  </a:lnTo>
                  <a:cubicBezTo>
                    <a:pt x="32" y="16"/>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0" name="Google Shape;2160;p38"/>
            <p:cNvSpPr/>
            <p:nvPr/>
          </p:nvSpPr>
          <p:spPr>
            <a:xfrm>
              <a:off x="3401969" y="1761698"/>
              <a:ext cx="3053" cy="2544"/>
            </a:xfrm>
            <a:custGeom>
              <a:avLst/>
              <a:gdLst/>
              <a:ahLst/>
              <a:cxnLst/>
              <a:rect l="l" t="t" r="r" b="b"/>
              <a:pathLst>
                <a:path w="96" h="80" extrusionOk="0">
                  <a:moveTo>
                    <a:pt x="49" y="0"/>
                  </a:moveTo>
                  <a:lnTo>
                    <a:pt x="49" y="0"/>
                  </a:lnTo>
                  <a:cubicBezTo>
                    <a:pt x="49" y="0"/>
                    <a:pt x="32" y="0"/>
                    <a:pt x="32" y="16"/>
                  </a:cubicBezTo>
                  <a:lnTo>
                    <a:pt x="17" y="32"/>
                  </a:lnTo>
                  <a:cubicBezTo>
                    <a:pt x="1" y="48"/>
                    <a:pt x="1" y="63"/>
                    <a:pt x="17" y="79"/>
                  </a:cubicBezTo>
                  <a:lnTo>
                    <a:pt x="49" y="79"/>
                  </a:lnTo>
                  <a:lnTo>
                    <a:pt x="64" y="79"/>
                  </a:lnTo>
                  <a:lnTo>
                    <a:pt x="80" y="63"/>
                  </a:lnTo>
                  <a:cubicBezTo>
                    <a:pt x="95" y="48"/>
                    <a:pt x="95" y="16"/>
                    <a:pt x="80"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1" name="Google Shape;2161;p38"/>
            <p:cNvSpPr/>
            <p:nvPr/>
          </p:nvSpPr>
          <p:spPr>
            <a:xfrm>
              <a:off x="3279239" y="1763702"/>
              <a:ext cx="3021" cy="2544"/>
            </a:xfrm>
            <a:custGeom>
              <a:avLst/>
              <a:gdLst/>
              <a:ahLst/>
              <a:cxnLst/>
              <a:rect l="l" t="t" r="r" b="b"/>
              <a:pathLst>
                <a:path w="95" h="80" extrusionOk="0">
                  <a:moveTo>
                    <a:pt x="63" y="0"/>
                  </a:moveTo>
                  <a:lnTo>
                    <a:pt x="63" y="0"/>
                  </a:lnTo>
                  <a:lnTo>
                    <a:pt x="32" y="0"/>
                  </a:lnTo>
                  <a:lnTo>
                    <a:pt x="16" y="32"/>
                  </a:lnTo>
                  <a:cubicBezTo>
                    <a:pt x="0" y="32"/>
                    <a:pt x="16" y="63"/>
                    <a:pt x="32" y="80"/>
                  </a:cubicBezTo>
                  <a:lnTo>
                    <a:pt x="47" y="80"/>
                  </a:lnTo>
                  <a:cubicBezTo>
                    <a:pt x="63" y="80"/>
                    <a:pt x="63" y="80"/>
                    <a:pt x="79" y="63"/>
                  </a:cubicBezTo>
                  <a:lnTo>
                    <a:pt x="79" y="48"/>
                  </a:lnTo>
                  <a:cubicBezTo>
                    <a:pt x="95" y="32"/>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2" name="Google Shape;2162;p38"/>
            <p:cNvSpPr/>
            <p:nvPr/>
          </p:nvSpPr>
          <p:spPr>
            <a:xfrm>
              <a:off x="3236622" y="1774229"/>
              <a:ext cx="3053" cy="2512"/>
            </a:xfrm>
            <a:custGeom>
              <a:avLst/>
              <a:gdLst/>
              <a:ahLst/>
              <a:cxnLst/>
              <a:rect l="l" t="t" r="r" b="b"/>
              <a:pathLst>
                <a:path w="96" h="79" extrusionOk="0">
                  <a:moveTo>
                    <a:pt x="48" y="1"/>
                  </a:moveTo>
                  <a:lnTo>
                    <a:pt x="32" y="1"/>
                  </a:lnTo>
                  <a:lnTo>
                    <a:pt x="17" y="16"/>
                  </a:lnTo>
                  <a:cubicBezTo>
                    <a:pt x="1" y="32"/>
                    <a:pt x="1" y="47"/>
                    <a:pt x="17" y="64"/>
                  </a:cubicBezTo>
                  <a:lnTo>
                    <a:pt x="32" y="79"/>
                  </a:lnTo>
                  <a:lnTo>
                    <a:pt x="64" y="79"/>
                  </a:lnTo>
                  <a:lnTo>
                    <a:pt x="80" y="79"/>
                  </a:lnTo>
                  <a:cubicBezTo>
                    <a:pt x="95" y="64"/>
                    <a:pt x="95" y="32"/>
                    <a:pt x="80"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3" name="Google Shape;2163;p38"/>
            <p:cNvSpPr/>
            <p:nvPr/>
          </p:nvSpPr>
          <p:spPr>
            <a:xfrm>
              <a:off x="3261206" y="1771716"/>
              <a:ext cx="3021" cy="3021"/>
            </a:xfrm>
            <a:custGeom>
              <a:avLst/>
              <a:gdLst/>
              <a:ahLst/>
              <a:cxnLst/>
              <a:rect l="l" t="t" r="r" b="b"/>
              <a:pathLst>
                <a:path w="95" h="95" extrusionOk="0">
                  <a:moveTo>
                    <a:pt x="47" y="0"/>
                  </a:moveTo>
                  <a:lnTo>
                    <a:pt x="47" y="0"/>
                  </a:lnTo>
                  <a:cubicBezTo>
                    <a:pt x="32" y="0"/>
                    <a:pt x="32" y="17"/>
                    <a:pt x="15" y="17"/>
                  </a:cubicBezTo>
                  <a:lnTo>
                    <a:pt x="15" y="48"/>
                  </a:lnTo>
                  <a:lnTo>
                    <a:pt x="0" y="48"/>
                  </a:lnTo>
                  <a:lnTo>
                    <a:pt x="0" y="80"/>
                  </a:lnTo>
                  <a:cubicBezTo>
                    <a:pt x="15" y="80"/>
                    <a:pt x="15" y="95"/>
                    <a:pt x="15" y="95"/>
                  </a:cubicBezTo>
                  <a:lnTo>
                    <a:pt x="32" y="95"/>
                  </a:lnTo>
                  <a:cubicBezTo>
                    <a:pt x="47" y="95"/>
                    <a:pt x="63" y="95"/>
                    <a:pt x="63" y="80"/>
                  </a:cubicBezTo>
                  <a:lnTo>
                    <a:pt x="63" y="80"/>
                  </a:lnTo>
                  <a:lnTo>
                    <a:pt x="78" y="63"/>
                  </a:lnTo>
                  <a:lnTo>
                    <a:pt x="78" y="48"/>
                  </a:lnTo>
                  <a:cubicBezTo>
                    <a:pt x="95" y="32"/>
                    <a:pt x="78"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4" name="Google Shape;2164;p38"/>
            <p:cNvSpPr/>
            <p:nvPr/>
          </p:nvSpPr>
          <p:spPr>
            <a:xfrm>
              <a:off x="3333369" y="1776709"/>
              <a:ext cx="3021" cy="2576"/>
            </a:xfrm>
            <a:custGeom>
              <a:avLst/>
              <a:gdLst/>
              <a:ahLst/>
              <a:cxnLst/>
              <a:rect l="l" t="t" r="r" b="b"/>
              <a:pathLst>
                <a:path w="95" h="81" extrusionOk="0">
                  <a:moveTo>
                    <a:pt x="47" y="1"/>
                  </a:moveTo>
                  <a:lnTo>
                    <a:pt x="32" y="1"/>
                  </a:lnTo>
                  <a:cubicBezTo>
                    <a:pt x="32" y="1"/>
                    <a:pt x="15" y="1"/>
                    <a:pt x="15" y="17"/>
                  </a:cubicBezTo>
                  <a:cubicBezTo>
                    <a:pt x="0" y="32"/>
                    <a:pt x="0" y="49"/>
                    <a:pt x="15" y="64"/>
                  </a:cubicBezTo>
                  <a:lnTo>
                    <a:pt x="32" y="80"/>
                  </a:lnTo>
                  <a:lnTo>
                    <a:pt x="63" y="80"/>
                  </a:lnTo>
                  <a:cubicBezTo>
                    <a:pt x="63" y="80"/>
                    <a:pt x="78" y="80"/>
                    <a:pt x="78" y="64"/>
                  </a:cubicBezTo>
                  <a:cubicBezTo>
                    <a:pt x="95" y="49"/>
                    <a:pt x="95" y="32"/>
                    <a:pt x="78"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5" name="Google Shape;2165;p38"/>
            <p:cNvSpPr/>
            <p:nvPr/>
          </p:nvSpPr>
          <p:spPr>
            <a:xfrm>
              <a:off x="3287730" y="1781257"/>
              <a:ext cx="3053" cy="3021"/>
            </a:xfrm>
            <a:custGeom>
              <a:avLst/>
              <a:gdLst/>
              <a:ahLst/>
              <a:cxnLst/>
              <a:rect l="l" t="t" r="r" b="b"/>
              <a:pathLst>
                <a:path w="96" h="95" extrusionOk="0">
                  <a:moveTo>
                    <a:pt x="32" y="0"/>
                  </a:moveTo>
                  <a:lnTo>
                    <a:pt x="32" y="0"/>
                  </a:lnTo>
                  <a:lnTo>
                    <a:pt x="17" y="15"/>
                  </a:lnTo>
                  <a:cubicBezTo>
                    <a:pt x="1" y="32"/>
                    <a:pt x="1" y="47"/>
                    <a:pt x="17" y="63"/>
                  </a:cubicBezTo>
                  <a:lnTo>
                    <a:pt x="32" y="78"/>
                  </a:lnTo>
                  <a:lnTo>
                    <a:pt x="49" y="95"/>
                  </a:lnTo>
                  <a:cubicBezTo>
                    <a:pt x="64" y="95"/>
                    <a:pt x="80" y="78"/>
                    <a:pt x="80" y="78"/>
                  </a:cubicBezTo>
                  <a:cubicBezTo>
                    <a:pt x="95" y="63"/>
                    <a:pt x="95" y="32"/>
                    <a:pt x="80" y="32"/>
                  </a:cubicBezTo>
                  <a:lnTo>
                    <a:pt x="64" y="15"/>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6" name="Google Shape;2166;p38"/>
            <p:cNvSpPr/>
            <p:nvPr/>
          </p:nvSpPr>
          <p:spPr>
            <a:xfrm>
              <a:off x="3095827" y="1799767"/>
              <a:ext cx="2544" cy="2544"/>
            </a:xfrm>
            <a:custGeom>
              <a:avLst/>
              <a:gdLst/>
              <a:ahLst/>
              <a:cxnLst/>
              <a:rect l="l" t="t" r="r" b="b"/>
              <a:pathLst>
                <a:path w="80" h="80" extrusionOk="0">
                  <a:moveTo>
                    <a:pt x="48" y="1"/>
                  </a:moveTo>
                  <a:lnTo>
                    <a:pt x="48" y="1"/>
                  </a:lnTo>
                  <a:cubicBezTo>
                    <a:pt x="32" y="1"/>
                    <a:pt x="32" y="1"/>
                    <a:pt x="32" y="17"/>
                  </a:cubicBezTo>
                  <a:lnTo>
                    <a:pt x="16" y="32"/>
                  </a:lnTo>
                  <a:cubicBezTo>
                    <a:pt x="1" y="48"/>
                    <a:pt x="1" y="64"/>
                    <a:pt x="16" y="80"/>
                  </a:cubicBezTo>
                  <a:lnTo>
                    <a:pt x="32" y="80"/>
                  </a:lnTo>
                  <a:cubicBezTo>
                    <a:pt x="48" y="80"/>
                    <a:pt x="64" y="80"/>
                    <a:pt x="64" y="64"/>
                  </a:cubicBezTo>
                  <a:lnTo>
                    <a:pt x="79" y="48"/>
                  </a:lnTo>
                  <a:lnTo>
                    <a:pt x="79" y="48"/>
                  </a:lnTo>
                  <a:lnTo>
                    <a:pt x="79" y="17"/>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7" name="Google Shape;2167;p38"/>
            <p:cNvSpPr/>
            <p:nvPr/>
          </p:nvSpPr>
          <p:spPr>
            <a:xfrm>
              <a:off x="3098339" y="1799290"/>
              <a:ext cx="3021" cy="3021"/>
            </a:xfrm>
            <a:custGeom>
              <a:avLst/>
              <a:gdLst/>
              <a:ahLst/>
              <a:cxnLst/>
              <a:rect l="l" t="t" r="r" b="b"/>
              <a:pathLst>
                <a:path w="95" h="95" extrusionOk="0">
                  <a:moveTo>
                    <a:pt x="48" y="0"/>
                  </a:moveTo>
                  <a:lnTo>
                    <a:pt x="48" y="0"/>
                  </a:lnTo>
                  <a:cubicBezTo>
                    <a:pt x="32" y="0"/>
                    <a:pt x="32" y="16"/>
                    <a:pt x="16" y="16"/>
                  </a:cubicBezTo>
                  <a:lnTo>
                    <a:pt x="16" y="32"/>
                  </a:lnTo>
                  <a:lnTo>
                    <a:pt x="0" y="32"/>
                  </a:lnTo>
                  <a:lnTo>
                    <a:pt x="0" y="63"/>
                  </a:lnTo>
                  <a:lnTo>
                    <a:pt x="16" y="79"/>
                  </a:lnTo>
                  <a:lnTo>
                    <a:pt x="32" y="95"/>
                  </a:lnTo>
                  <a:cubicBezTo>
                    <a:pt x="48" y="95"/>
                    <a:pt x="63" y="79"/>
                    <a:pt x="63" y="79"/>
                  </a:cubicBezTo>
                  <a:lnTo>
                    <a:pt x="79" y="63"/>
                  </a:lnTo>
                  <a:cubicBezTo>
                    <a:pt x="95" y="47"/>
                    <a:pt x="79" y="16"/>
                    <a:pt x="79" y="16"/>
                  </a:cubicBez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8" name="Google Shape;2168;p38"/>
            <p:cNvSpPr/>
            <p:nvPr/>
          </p:nvSpPr>
          <p:spPr>
            <a:xfrm>
              <a:off x="3050729" y="1804792"/>
              <a:ext cx="2544" cy="3021"/>
            </a:xfrm>
            <a:custGeom>
              <a:avLst/>
              <a:gdLst/>
              <a:ahLst/>
              <a:cxnLst/>
              <a:rect l="l" t="t" r="r" b="b"/>
              <a:pathLst>
                <a:path w="80" h="95" extrusionOk="0">
                  <a:moveTo>
                    <a:pt x="48" y="0"/>
                  </a:moveTo>
                  <a:lnTo>
                    <a:pt x="48" y="0"/>
                  </a:lnTo>
                  <a:cubicBezTo>
                    <a:pt x="32" y="0"/>
                    <a:pt x="32" y="0"/>
                    <a:pt x="16" y="16"/>
                  </a:cubicBezTo>
                  <a:lnTo>
                    <a:pt x="16" y="32"/>
                  </a:lnTo>
                  <a:lnTo>
                    <a:pt x="16" y="48"/>
                  </a:lnTo>
                  <a:lnTo>
                    <a:pt x="16" y="48"/>
                  </a:lnTo>
                  <a:cubicBezTo>
                    <a:pt x="1" y="63"/>
                    <a:pt x="16" y="79"/>
                    <a:pt x="32" y="95"/>
                  </a:cubicBezTo>
                  <a:lnTo>
                    <a:pt x="48" y="95"/>
                  </a:lnTo>
                  <a:lnTo>
                    <a:pt x="48" y="95"/>
                  </a:lnTo>
                  <a:cubicBezTo>
                    <a:pt x="64" y="95"/>
                    <a:pt x="64" y="79"/>
                    <a:pt x="79" y="63"/>
                  </a:cubicBezTo>
                  <a:lnTo>
                    <a:pt x="79" y="63"/>
                  </a:lnTo>
                  <a:lnTo>
                    <a:pt x="79" y="48"/>
                  </a:lnTo>
                  <a:lnTo>
                    <a:pt x="79" y="32"/>
                  </a:lnTo>
                  <a:lnTo>
                    <a:pt x="79" y="32"/>
                  </a:lnTo>
                  <a:cubicBezTo>
                    <a:pt x="79"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9" name="Google Shape;2169;p38"/>
            <p:cNvSpPr/>
            <p:nvPr/>
          </p:nvSpPr>
          <p:spPr>
            <a:xfrm>
              <a:off x="3206090" y="1774229"/>
              <a:ext cx="3021" cy="2512"/>
            </a:xfrm>
            <a:custGeom>
              <a:avLst/>
              <a:gdLst/>
              <a:ahLst/>
              <a:cxnLst/>
              <a:rect l="l" t="t" r="r" b="b"/>
              <a:pathLst>
                <a:path w="95" h="79" extrusionOk="0">
                  <a:moveTo>
                    <a:pt x="32" y="1"/>
                  </a:moveTo>
                  <a:lnTo>
                    <a:pt x="32" y="1"/>
                  </a:lnTo>
                  <a:cubicBezTo>
                    <a:pt x="15" y="1"/>
                    <a:pt x="15" y="1"/>
                    <a:pt x="0" y="16"/>
                  </a:cubicBezTo>
                  <a:cubicBezTo>
                    <a:pt x="0" y="16"/>
                    <a:pt x="0" y="47"/>
                    <a:pt x="15" y="64"/>
                  </a:cubicBezTo>
                  <a:lnTo>
                    <a:pt x="32" y="64"/>
                  </a:lnTo>
                  <a:cubicBezTo>
                    <a:pt x="32" y="79"/>
                    <a:pt x="47" y="79"/>
                    <a:pt x="47" y="79"/>
                  </a:cubicBezTo>
                  <a:cubicBezTo>
                    <a:pt x="63" y="79"/>
                    <a:pt x="78" y="79"/>
                    <a:pt x="78" y="64"/>
                  </a:cubicBezTo>
                  <a:cubicBezTo>
                    <a:pt x="95" y="47"/>
                    <a:pt x="95" y="32"/>
                    <a:pt x="78" y="16"/>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0" name="Google Shape;2170;p38"/>
            <p:cNvSpPr/>
            <p:nvPr/>
          </p:nvSpPr>
          <p:spPr>
            <a:xfrm>
              <a:off x="3358398" y="1757691"/>
              <a:ext cx="3530" cy="3021"/>
            </a:xfrm>
            <a:custGeom>
              <a:avLst/>
              <a:gdLst/>
              <a:ahLst/>
              <a:cxnLst/>
              <a:rect l="l" t="t" r="r" b="b"/>
              <a:pathLst>
                <a:path w="111" h="95" extrusionOk="0">
                  <a:moveTo>
                    <a:pt x="79" y="0"/>
                  </a:moveTo>
                  <a:lnTo>
                    <a:pt x="79" y="0"/>
                  </a:lnTo>
                  <a:cubicBezTo>
                    <a:pt x="64" y="0"/>
                    <a:pt x="47" y="0"/>
                    <a:pt x="47" y="16"/>
                  </a:cubicBezTo>
                  <a:lnTo>
                    <a:pt x="32" y="32"/>
                  </a:lnTo>
                  <a:lnTo>
                    <a:pt x="32" y="32"/>
                  </a:lnTo>
                  <a:lnTo>
                    <a:pt x="32" y="32"/>
                  </a:lnTo>
                  <a:lnTo>
                    <a:pt x="16" y="32"/>
                  </a:lnTo>
                  <a:lnTo>
                    <a:pt x="16" y="32"/>
                  </a:lnTo>
                  <a:cubicBezTo>
                    <a:pt x="1" y="32"/>
                    <a:pt x="1" y="48"/>
                    <a:pt x="1" y="63"/>
                  </a:cubicBezTo>
                  <a:lnTo>
                    <a:pt x="1" y="79"/>
                  </a:lnTo>
                  <a:cubicBezTo>
                    <a:pt x="1" y="95"/>
                    <a:pt x="16" y="95"/>
                    <a:pt x="32" y="95"/>
                  </a:cubicBezTo>
                  <a:lnTo>
                    <a:pt x="47" y="95"/>
                  </a:lnTo>
                  <a:lnTo>
                    <a:pt x="47" y="95"/>
                  </a:lnTo>
                  <a:cubicBezTo>
                    <a:pt x="64" y="95"/>
                    <a:pt x="79" y="95"/>
                    <a:pt x="79" y="79"/>
                  </a:cubicBezTo>
                  <a:lnTo>
                    <a:pt x="110" y="48"/>
                  </a:lnTo>
                  <a:lnTo>
                    <a:pt x="110" y="48"/>
                  </a:lnTo>
                  <a:cubicBezTo>
                    <a:pt x="110" y="32"/>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1" name="Google Shape;2171;p38"/>
            <p:cNvSpPr/>
            <p:nvPr/>
          </p:nvSpPr>
          <p:spPr>
            <a:xfrm>
              <a:off x="3432564" y="1766691"/>
              <a:ext cx="2512" cy="2576"/>
            </a:xfrm>
            <a:custGeom>
              <a:avLst/>
              <a:gdLst/>
              <a:ahLst/>
              <a:cxnLst/>
              <a:rect l="l" t="t" r="r" b="b"/>
              <a:pathLst>
                <a:path w="79" h="81" extrusionOk="0">
                  <a:moveTo>
                    <a:pt x="47" y="1"/>
                  </a:moveTo>
                  <a:lnTo>
                    <a:pt x="47" y="1"/>
                  </a:lnTo>
                  <a:lnTo>
                    <a:pt x="16" y="1"/>
                  </a:lnTo>
                  <a:lnTo>
                    <a:pt x="1" y="17"/>
                  </a:lnTo>
                  <a:lnTo>
                    <a:pt x="1" y="49"/>
                  </a:lnTo>
                  <a:cubicBezTo>
                    <a:pt x="1" y="49"/>
                    <a:pt x="1" y="64"/>
                    <a:pt x="16" y="64"/>
                  </a:cubicBezTo>
                  <a:cubicBezTo>
                    <a:pt x="16" y="80"/>
                    <a:pt x="32" y="80"/>
                    <a:pt x="32" y="80"/>
                  </a:cubicBezTo>
                  <a:lnTo>
                    <a:pt x="32" y="80"/>
                  </a:lnTo>
                  <a:cubicBezTo>
                    <a:pt x="47" y="80"/>
                    <a:pt x="47" y="80"/>
                    <a:pt x="64" y="64"/>
                  </a:cubicBezTo>
                  <a:lnTo>
                    <a:pt x="79" y="49"/>
                  </a:lnTo>
                  <a:cubicBezTo>
                    <a:pt x="79" y="32"/>
                    <a:pt x="79"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2" name="Google Shape;2172;p38"/>
            <p:cNvSpPr/>
            <p:nvPr/>
          </p:nvSpPr>
          <p:spPr>
            <a:xfrm>
              <a:off x="3053751" y="1806287"/>
              <a:ext cx="3021" cy="3053"/>
            </a:xfrm>
            <a:custGeom>
              <a:avLst/>
              <a:gdLst/>
              <a:ahLst/>
              <a:cxnLst/>
              <a:rect l="l" t="t" r="r" b="b"/>
              <a:pathLst>
                <a:path w="95" h="96" extrusionOk="0">
                  <a:moveTo>
                    <a:pt x="47" y="1"/>
                  </a:moveTo>
                  <a:lnTo>
                    <a:pt x="47" y="1"/>
                  </a:lnTo>
                  <a:lnTo>
                    <a:pt x="32" y="16"/>
                  </a:lnTo>
                  <a:lnTo>
                    <a:pt x="16" y="32"/>
                  </a:lnTo>
                  <a:cubicBezTo>
                    <a:pt x="0" y="48"/>
                    <a:pt x="0" y="64"/>
                    <a:pt x="16" y="79"/>
                  </a:cubicBezTo>
                  <a:lnTo>
                    <a:pt x="32" y="95"/>
                  </a:lnTo>
                  <a:cubicBezTo>
                    <a:pt x="47" y="95"/>
                    <a:pt x="63" y="79"/>
                    <a:pt x="63" y="79"/>
                  </a:cubicBezTo>
                  <a:lnTo>
                    <a:pt x="79" y="64"/>
                  </a:lnTo>
                  <a:cubicBezTo>
                    <a:pt x="95" y="48"/>
                    <a:pt x="95" y="32"/>
                    <a:pt x="79" y="16"/>
                  </a:cubicBezTo>
                  <a:cubicBezTo>
                    <a:pt x="63" y="1"/>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3" name="Google Shape;2173;p38"/>
            <p:cNvSpPr/>
            <p:nvPr/>
          </p:nvSpPr>
          <p:spPr>
            <a:xfrm>
              <a:off x="3330347" y="1777727"/>
              <a:ext cx="3053" cy="2544"/>
            </a:xfrm>
            <a:custGeom>
              <a:avLst/>
              <a:gdLst/>
              <a:ahLst/>
              <a:cxnLst/>
              <a:rect l="l" t="t" r="r" b="b"/>
              <a:pathLst>
                <a:path w="96" h="80" extrusionOk="0">
                  <a:moveTo>
                    <a:pt x="32" y="0"/>
                  </a:moveTo>
                  <a:lnTo>
                    <a:pt x="32" y="0"/>
                  </a:lnTo>
                  <a:cubicBezTo>
                    <a:pt x="16" y="0"/>
                    <a:pt x="1" y="17"/>
                    <a:pt x="1" y="32"/>
                  </a:cubicBezTo>
                  <a:cubicBezTo>
                    <a:pt x="1" y="32"/>
                    <a:pt x="1" y="48"/>
                    <a:pt x="16" y="48"/>
                  </a:cubicBezTo>
                  <a:cubicBezTo>
                    <a:pt x="16" y="63"/>
                    <a:pt x="16" y="63"/>
                    <a:pt x="32" y="63"/>
                  </a:cubicBezTo>
                  <a:lnTo>
                    <a:pt x="32" y="63"/>
                  </a:lnTo>
                  <a:lnTo>
                    <a:pt x="47" y="80"/>
                  </a:lnTo>
                  <a:lnTo>
                    <a:pt x="64" y="80"/>
                  </a:lnTo>
                  <a:cubicBezTo>
                    <a:pt x="64" y="80"/>
                    <a:pt x="79" y="80"/>
                    <a:pt x="79" y="63"/>
                  </a:cubicBezTo>
                  <a:cubicBezTo>
                    <a:pt x="95" y="63"/>
                    <a:pt x="95" y="63"/>
                    <a:pt x="95" y="48"/>
                  </a:cubicBezTo>
                  <a:cubicBezTo>
                    <a:pt x="95" y="32"/>
                    <a:pt x="95" y="17"/>
                    <a:pt x="64" y="0"/>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4" name="Google Shape;2174;p38"/>
            <p:cNvSpPr/>
            <p:nvPr/>
          </p:nvSpPr>
          <p:spPr>
            <a:xfrm>
              <a:off x="3257676" y="1769712"/>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3"/>
                    <a:pt x="17" y="80"/>
                  </a:cubicBezTo>
                  <a:lnTo>
                    <a:pt x="48" y="80"/>
                  </a:lnTo>
                  <a:lnTo>
                    <a:pt x="63" y="80"/>
                  </a:lnTo>
                  <a:lnTo>
                    <a:pt x="80" y="48"/>
                  </a:lnTo>
                  <a:cubicBezTo>
                    <a:pt x="95" y="48"/>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5" name="Google Shape;2175;p38"/>
            <p:cNvSpPr/>
            <p:nvPr/>
          </p:nvSpPr>
          <p:spPr>
            <a:xfrm>
              <a:off x="3434568" y="1750662"/>
              <a:ext cx="3530" cy="3562"/>
            </a:xfrm>
            <a:custGeom>
              <a:avLst/>
              <a:gdLst/>
              <a:ahLst/>
              <a:cxnLst/>
              <a:rect l="l" t="t" r="r" b="b"/>
              <a:pathLst>
                <a:path w="111" h="112" extrusionOk="0">
                  <a:moveTo>
                    <a:pt x="79" y="0"/>
                  </a:moveTo>
                  <a:lnTo>
                    <a:pt x="64" y="0"/>
                  </a:lnTo>
                  <a:cubicBezTo>
                    <a:pt x="64" y="17"/>
                    <a:pt x="64" y="17"/>
                    <a:pt x="47" y="17"/>
                  </a:cubicBezTo>
                  <a:lnTo>
                    <a:pt x="32" y="17"/>
                  </a:lnTo>
                  <a:lnTo>
                    <a:pt x="16" y="17"/>
                  </a:lnTo>
                  <a:cubicBezTo>
                    <a:pt x="1" y="32"/>
                    <a:pt x="1" y="48"/>
                    <a:pt x="1" y="63"/>
                  </a:cubicBezTo>
                  <a:lnTo>
                    <a:pt x="1" y="63"/>
                  </a:lnTo>
                  <a:lnTo>
                    <a:pt x="32" y="95"/>
                  </a:lnTo>
                  <a:cubicBezTo>
                    <a:pt x="32" y="111"/>
                    <a:pt x="47" y="111"/>
                    <a:pt x="47" y="111"/>
                  </a:cubicBezTo>
                  <a:lnTo>
                    <a:pt x="47" y="111"/>
                  </a:lnTo>
                  <a:lnTo>
                    <a:pt x="79" y="111"/>
                  </a:lnTo>
                  <a:lnTo>
                    <a:pt x="79" y="111"/>
                  </a:lnTo>
                  <a:lnTo>
                    <a:pt x="95" y="95"/>
                  </a:lnTo>
                  <a:lnTo>
                    <a:pt x="95" y="80"/>
                  </a:lnTo>
                  <a:lnTo>
                    <a:pt x="110" y="48"/>
                  </a:lnTo>
                  <a:cubicBezTo>
                    <a:pt x="110" y="32"/>
                    <a:pt x="110" y="17"/>
                    <a:pt x="95" y="17"/>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6" name="Google Shape;2176;p38"/>
            <p:cNvSpPr/>
            <p:nvPr/>
          </p:nvSpPr>
          <p:spPr>
            <a:xfrm>
              <a:off x="3423023" y="1764687"/>
              <a:ext cx="3053" cy="2576"/>
            </a:xfrm>
            <a:custGeom>
              <a:avLst/>
              <a:gdLst/>
              <a:ahLst/>
              <a:cxnLst/>
              <a:rect l="l" t="t" r="r" b="b"/>
              <a:pathLst>
                <a:path w="96" h="81" extrusionOk="0">
                  <a:moveTo>
                    <a:pt x="49" y="1"/>
                  </a:moveTo>
                  <a:lnTo>
                    <a:pt x="32" y="1"/>
                  </a:lnTo>
                  <a:lnTo>
                    <a:pt x="17" y="1"/>
                  </a:lnTo>
                  <a:lnTo>
                    <a:pt x="17" y="1"/>
                  </a:lnTo>
                  <a:cubicBezTo>
                    <a:pt x="1" y="17"/>
                    <a:pt x="1" y="49"/>
                    <a:pt x="17" y="49"/>
                  </a:cubicBezTo>
                  <a:lnTo>
                    <a:pt x="32" y="64"/>
                  </a:lnTo>
                  <a:lnTo>
                    <a:pt x="49" y="80"/>
                  </a:lnTo>
                  <a:lnTo>
                    <a:pt x="64" y="80"/>
                  </a:lnTo>
                  <a:cubicBezTo>
                    <a:pt x="64" y="80"/>
                    <a:pt x="80" y="80"/>
                    <a:pt x="80" y="64"/>
                  </a:cubicBezTo>
                  <a:cubicBezTo>
                    <a:pt x="95" y="49"/>
                    <a:pt x="95" y="32"/>
                    <a:pt x="80" y="17"/>
                  </a:cubicBez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7" name="Google Shape;2177;p38"/>
            <p:cNvSpPr/>
            <p:nvPr/>
          </p:nvSpPr>
          <p:spPr>
            <a:xfrm>
              <a:off x="3195054" y="1787268"/>
              <a:ext cx="4516" cy="3021"/>
            </a:xfrm>
            <a:custGeom>
              <a:avLst/>
              <a:gdLst/>
              <a:ahLst/>
              <a:cxnLst/>
              <a:rect l="l" t="t" r="r" b="b"/>
              <a:pathLst>
                <a:path w="142" h="95" extrusionOk="0">
                  <a:moveTo>
                    <a:pt x="47" y="0"/>
                  </a:moveTo>
                  <a:lnTo>
                    <a:pt x="32" y="0"/>
                  </a:lnTo>
                  <a:lnTo>
                    <a:pt x="16" y="0"/>
                  </a:lnTo>
                  <a:lnTo>
                    <a:pt x="16" y="15"/>
                  </a:lnTo>
                  <a:cubicBezTo>
                    <a:pt x="0" y="32"/>
                    <a:pt x="0" y="47"/>
                    <a:pt x="32" y="63"/>
                  </a:cubicBezTo>
                  <a:lnTo>
                    <a:pt x="32" y="63"/>
                  </a:lnTo>
                  <a:lnTo>
                    <a:pt x="79" y="78"/>
                  </a:lnTo>
                  <a:lnTo>
                    <a:pt x="95" y="95"/>
                  </a:lnTo>
                  <a:lnTo>
                    <a:pt x="110" y="95"/>
                  </a:lnTo>
                  <a:cubicBezTo>
                    <a:pt x="110" y="95"/>
                    <a:pt x="127" y="78"/>
                    <a:pt x="142" y="78"/>
                  </a:cubicBezTo>
                  <a:cubicBezTo>
                    <a:pt x="142" y="63"/>
                    <a:pt x="142" y="32"/>
                    <a:pt x="127" y="32"/>
                  </a:cubicBezTo>
                  <a:lnTo>
                    <a:pt x="110" y="32"/>
                  </a:lnTo>
                  <a:lnTo>
                    <a:pt x="95" y="15"/>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grpSp>
      <p:sp>
        <p:nvSpPr>
          <p:cNvPr id="2178" name="Google Shape;2178;p38"/>
          <p:cNvSpPr/>
          <p:nvPr/>
        </p:nvSpPr>
        <p:spPr>
          <a:xfrm rot="-148814">
            <a:off x="653769" y="357150"/>
            <a:ext cx="7339106" cy="3511725"/>
          </a:xfrm>
          <a:custGeom>
            <a:avLst/>
            <a:gdLst/>
            <a:ahLst/>
            <a:cxnLst/>
            <a:rect l="l" t="t" r="r" b="b"/>
            <a:pathLst>
              <a:path w="22311" h="8257" extrusionOk="0">
                <a:moveTo>
                  <a:pt x="22121" y="7280"/>
                </a:moveTo>
                <a:cubicBezTo>
                  <a:pt x="22043" y="6964"/>
                  <a:pt x="21932" y="6996"/>
                  <a:pt x="21932" y="6666"/>
                </a:cubicBezTo>
                <a:cubicBezTo>
                  <a:pt x="21932" y="6351"/>
                  <a:pt x="21995" y="6351"/>
                  <a:pt x="21995" y="6035"/>
                </a:cubicBezTo>
                <a:cubicBezTo>
                  <a:pt x="21995" y="5720"/>
                  <a:pt x="22075" y="5720"/>
                  <a:pt x="22075" y="5389"/>
                </a:cubicBezTo>
                <a:cubicBezTo>
                  <a:pt x="22075" y="5074"/>
                  <a:pt x="21791" y="5074"/>
                  <a:pt x="21791" y="4759"/>
                </a:cubicBezTo>
                <a:cubicBezTo>
                  <a:pt x="21791" y="4428"/>
                  <a:pt x="22106" y="4428"/>
                  <a:pt x="22106" y="4113"/>
                </a:cubicBezTo>
                <a:cubicBezTo>
                  <a:pt x="22106" y="3798"/>
                  <a:pt x="21791" y="3798"/>
                  <a:pt x="21791" y="3483"/>
                </a:cubicBezTo>
                <a:cubicBezTo>
                  <a:pt x="21791" y="3152"/>
                  <a:pt x="22121" y="3152"/>
                  <a:pt x="22121" y="2836"/>
                </a:cubicBezTo>
                <a:cubicBezTo>
                  <a:pt x="22121" y="2521"/>
                  <a:pt x="21964" y="2521"/>
                  <a:pt x="21964" y="2191"/>
                </a:cubicBezTo>
                <a:cubicBezTo>
                  <a:pt x="21964" y="1876"/>
                  <a:pt x="21932" y="1876"/>
                  <a:pt x="21932" y="1561"/>
                </a:cubicBezTo>
                <a:cubicBezTo>
                  <a:pt x="21932" y="1246"/>
                  <a:pt x="22153" y="1246"/>
                  <a:pt x="22153" y="914"/>
                </a:cubicBezTo>
                <a:cubicBezTo>
                  <a:pt x="22153" y="599"/>
                  <a:pt x="22279" y="458"/>
                  <a:pt x="22058" y="221"/>
                </a:cubicBezTo>
                <a:cubicBezTo>
                  <a:pt x="21838" y="0"/>
                  <a:pt x="21680" y="253"/>
                  <a:pt x="21365" y="253"/>
                </a:cubicBezTo>
                <a:cubicBezTo>
                  <a:pt x="21050" y="253"/>
                  <a:pt x="21050" y="158"/>
                  <a:pt x="20720" y="158"/>
                </a:cubicBezTo>
                <a:cubicBezTo>
                  <a:pt x="20405" y="158"/>
                  <a:pt x="20405" y="458"/>
                  <a:pt x="20089" y="458"/>
                </a:cubicBezTo>
                <a:cubicBezTo>
                  <a:pt x="19774" y="458"/>
                  <a:pt x="19774" y="300"/>
                  <a:pt x="19443" y="300"/>
                </a:cubicBezTo>
                <a:cubicBezTo>
                  <a:pt x="19128" y="300"/>
                  <a:pt x="19128" y="143"/>
                  <a:pt x="18813" y="143"/>
                </a:cubicBezTo>
                <a:lnTo>
                  <a:pt x="18182" y="143"/>
                </a:lnTo>
                <a:cubicBezTo>
                  <a:pt x="17852" y="143"/>
                  <a:pt x="17852" y="426"/>
                  <a:pt x="17537" y="426"/>
                </a:cubicBezTo>
                <a:cubicBezTo>
                  <a:pt x="17222" y="426"/>
                  <a:pt x="17222" y="80"/>
                  <a:pt x="16907" y="80"/>
                </a:cubicBezTo>
                <a:cubicBezTo>
                  <a:pt x="16575" y="80"/>
                  <a:pt x="16575" y="190"/>
                  <a:pt x="16260" y="190"/>
                </a:cubicBezTo>
                <a:cubicBezTo>
                  <a:pt x="15945" y="190"/>
                  <a:pt x="15945" y="458"/>
                  <a:pt x="15630" y="458"/>
                </a:cubicBezTo>
                <a:lnTo>
                  <a:pt x="14985" y="458"/>
                </a:lnTo>
                <a:cubicBezTo>
                  <a:pt x="14670" y="458"/>
                  <a:pt x="14670" y="490"/>
                  <a:pt x="14354" y="490"/>
                </a:cubicBezTo>
                <a:cubicBezTo>
                  <a:pt x="14023" y="490"/>
                  <a:pt x="14023" y="111"/>
                  <a:pt x="13708" y="111"/>
                </a:cubicBezTo>
                <a:cubicBezTo>
                  <a:pt x="13393" y="111"/>
                  <a:pt x="13393" y="395"/>
                  <a:pt x="13078" y="395"/>
                </a:cubicBezTo>
                <a:cubicBezTo>
                  <a:pt x="12762" y="395"/>
                  <a:pt x="12762" y="253"/>
                  <a:pt x="12432" y="253"/>
                </a:cubicBezTo>
                <a:cubicBezTo>
                  <a:pt x="12117" y="253"/>
                  <a:pt x="12117" y="237"/>
                  <a:pt x="11802" y="237"/>
                </a:cubicBezTo>
                <a:cubicBezTo>
                  <a:pt x="11487" y="237"/>
                  <a:pt x="11487" y="300"/>
                  <a:pt x="11155" y="300"/>
                </a:cubicBezTo>
                <a:cubicBezTo>
                  <a:pt x="10840" y="300"/>
                  <a:pt x="10840" y="442"/>
                  <a:pt x="10525" y="442"/>
                </a:cubicBezTo>
                <a:cubicBezTo>
                  <a:pt x="10210" y="442"/>
                  <a:pt x="10210" y="363"/>
                  <a:pt x="9880" y="363"/>
                </a:cubicBezTo>
                <a:cubicBezTo>
                  <a:pt x="9565" y="363"/>
                  <a:pt x="9565" y="143"/>
                  <a:pt x="9250" y="143"/>
                </a:cubicBezTo>
                <a:cubicBezTo>
                  <a:pt x="8934" y="143"/>
                  <a:pt x="8934" y="206"/>
                  <a:pt x="8619" y="206"/>
                </a:cubicBezTo>
                <a:cubicBezTo>
                  <a:pt x="8288" y="206"/>
                  <a:pt x="8288" y="490"/>
                  <a:pt x="7973" y="490"/>
                </a:cubicBezTo>
                <a:cubicBezTo>
                  <a:pt x="7658" y="490"/>
                  <a:pt x="7658" y="473"/>
                  <a:pt x="7343" y="473"/>
                </a:cubicBezTo>
                <a:cubicBezTo>
                  <a:pt x="7012" y="473"/>
                  <a:pt x="7012" y="206"/>
                  <a:pt x="6697" y="206"/>
                </a:cubicBezTo>
                <a:cubicBezTo>
                  <a:pt x="6382" y="206"/>
                  <a:pt x="6382" y="95"/>
                  <a:pt x="6067" y="95"/>
                </a:cubicBezTo>
                <a:cubicBezTo>
                  <a:pt x="5752" y="95"/>
                  <a:pt x="5752" y="143"/>
                  <a:pt x="5420" y="143"/>
                </a:cubicBezTo>
                <a:cubicBezTo>
                  <a:pt x="5105" y="143"/>
                  <a:pt x="5105" y="111"/>
                  <a:pt x="4790" y="111"/>
                </a:cubicBezTo>
                <a:cubicBezTo>
                  <a:pt x="4475" y="111"/>
                  <a:pt x="4475" y="143"/>
                  <a:pt x="4145" y="143"/>
                </a:cubicBezTo>
                <a:cubicBezTo>
                  <a:pt x="3830" y="143"/>
                  <a:pt x="3830" y="490"/>
                  <a:pt x="3515" y="490"/>
                </a:cubicBezTo>
                <a:cubicBezTo>
                  <a:pt x="3199" y="490"/>
                  <a:pt x="3199" y="269"/>
                  <a:pt x="2884" y="269"/>
                </a:cubicBezTo>
                <a:cubicBezTo>
                  <a:pt x="2553" y="269"/>
                  <a:pt x="2553" y="379"/>
                  <a:pt x="2238" y="379"/>
                </a:cubicBezTo>
                <a:cubicBezTo>
                  <a:pt x="1923" y="379"/>
                  <a:pt x="1923" y="237"/>
                  <a:pt x="1607" y="237"/>
                </a:cubicBezTo>
                <a:cubicBezTo>
                  <a:pt x="1292" y="237"/>
                  <a:pt x="1292" y="80"/>
                  <a:pt x="962" y="80"/>
                </a:cubicBezTo>
                <a:cubicBezTo>
                  <a:pt x="647" y="80"/>
                  <a:pt x="647" y="111"/>
                  <a:pt x="332" y="111"/>
                </a:cubicBezTo>
                <a:cubicBezTo>
                  <a:pt x="206" y="111"/>
                  <a:pt x="95" y="95"/>
                  <a:pt x="0" y="80"/>
                </a:cubicBezTo>
                <a:lnTo>
                  <a:pt x="0" y="836"/>
                </a:lnTo>
                <a:lnTo>
                  <a:pt x="568" y="899"/>
                </a:lnTo>
                <a:cubicBezTo>
                  <a:pt x="647" y="773"/>
                  <a:pt x="773" y="694"/>
                  <a:pt x="931" y="694"/>
                </a:cubicBezTo>
                <a:cubicBezTo>
                  <a:pt x="1151" y="694"/>
                  <a:pt x="1340" y="868"/>
                  <a:pt x="1340" y="1088"/>
                </a:cubicBezTo>
                <a:cubicBezTo>
                  <a:pt x="1340" y="1324"/>
                  <a:pt x="1151" y="1498"/>
                  <a:pt x="931" y="1498"/>
                </a:cubicBezTo>
                <a:cubicBezTo>
                  <a:pt x="757" y="1498"/>
                  <a:pt x="616" y="1403"/>
                  <a:pt x="552" y="1261"/>
                </a:cubicBezTo>
                <a:lnTo>
                  <a:pt x="473" y="1261"/>
                </a:lnTo>
                <a:cubicBezTo>
                  <a:pt x="189" y="1261"/>
                  <a:pt x="552" y="1246"/>
                  <a:pt x="284" y="1355"/>
                </a:cubicBezTo>
                <a:cubicBezTo>
                  <a:pt x="0" y="1466"/>
                  <a:pt x="95" y="1355"/>
                  <a:pt x="95" y="1355"/>
                </a:cubicBezTo>
                <a:lnTo>
                  <a:pt x="0" y="1355"/>
                </a:lnTo>
                <a:lnTo>
                  <a:pt x="0" y="2286"/>
                </a:lnTo>
                <a:lnTo>
                  <a:pt x="568" y="2349"/>
                </a:lnTo>
                <a:cubicBezTo>
                  <a:pt x="647" y="2223"/>
                  <a:pt x="773" y="2143"/>
                  <a:pt x="931" y="2143"/>
                </a:cubicBezTo>
                <a:cubicBezTo>
                  <a:pt x="1151" y="2143"/>
                  <a:pt x="1340" y="2317"/>
                  <a:pt x="1340" y="2538"/>
                </a:cubicBezTo>
                <a:cubicBezTo>
                  <a:pt x="1340" y="2773"/>
                  <a:pt x="1151" y="2947"/>
                  <a:pt x="931" y="2947"/>
                </a:cubicBezTo>
                <a:cubicBezTo>
                  <a:pt x="757" y="2947"/>
                  <a:pt x="616" y="2853"/>
                  <a:pt x="552" y="2710"/>
                </a:cubicBezTo>
                <a:lnTo>
                  <a:pt x="473" y="2710"/>
                </a:lnTo>
                <a:cubicBezTo>
                  <a:pt x="189" y="2710"/>
                  <a:pt x="552" y="2695"/>
                  <a:pt x="284" y="2805"/>
                </a:cubicBezTo>
                <a:cubicBezTo>
                  <a:pt x="0" y="2916"/>
                  <a:pt x="95" y="2805"/>
                  <a:pt x="95" y="2805"/>
                </a:cubicBezTo>
                <a:lnTo>
                  <a:pt x="0" y="2805"/>
                </a:lnTo>
                <a:lnTo>
                  <a:pt x="0" y="3735"/>
                </a:lnTo>
                <a:lnTo>
                  <a:pt x="568" y="3798"/>
                </a:lnTo>
                <a:cubicBezTo>
                  <a:pt x="647" y="3672"/>
                  <a:pt x="773" y="3593"/>
                  <a:pt x="931" y="3593"/>
                </a:cubicBezTo>
                <a:cubicBezTo>
                  <a:pt x="1151" y="3593"/>
                  <a:pt x="1340" y="3767"/>
                  <a:pt x="1340" y="3987"/>
                </a:cubicBezTo>
                <a:cubicBezTo>
                  <a:pt x="1340" y="4223"/>
                  <a:pt x="1151" y="4397"/>
                  <a:pt x="931" y="4397"/>
                </a:cubicBezTo>
                <a:cubicBezTo>
                  <a:pt x="757" y="4397"/>
                  <a:pt x="616" y="4302"/>
                  <a:pt x="552" y="4160"/>
                </a:cubicBezTo>
                <a:lnTo>
                  <a:pt x="473" y="4160"/>
                </a:lnTo>
                <a:cubicBezTo>
                  <a:pt x="189" y="4160"/>
                  <a:pt x="552" y="4145"/>
                  <a:pt x="284" y="4254"/>
                </a:cubicBezTo>
                <a:cubicBezTo>
                  <a:pt x="0" y="4365"/>
                  <a:pt x="95" y="4254"/>
                  <a:pt x="95" y="4254"/>
                </a:cubicBezTo>
                <a:lnTo>
                  <a:pt x="0" y="4254"/>
                </a:lnTo>
                <a:lnTo>
                  <a:pt x="0" y="5185"/>
                </a:lnTo>
                <a:lnTo>
                  <a:pt x="568" y="5248"/>
                </a:lnTo>
                <a:cubicBezTo>
                  <a:pt x="647" y="5122"/>
                  <a:pt x="773" y="5027"/>
                  <a:pt x="931" y="5027"/>
                </a:cubicBezTo>
                <a:cubicBezTo>
                  <a:pt x="1151" y="5027"/>
                  <a:pt x="1340" y="5216"/>
                  <a:pt x="1340" y="5437"/>
                </a:cubicBezTo>
                <a:cubicBezTo>
                  <a:pt x="1340" y="5672"/>
                  <a:pt x="1151" y="5846"/>
                  <a:pt x="931" y="5846"/>
                </a:cubicBezTo>
                <a:cubicBezTo>
                  <a:pt x="757" y="5846"/>
                  <a:pt x="616" y="5752"/>
                  <a:pt x="552" y="5609"/>
                </a:cubicBezTo>
                <a:lnTo>
                  <a:pt x="473" y="5609"/>
                </a:lnTo>
                <a:cubicBezTo>
                  <a:pt x="189" y="5609"/>
                  <a:pt x="552" y="5594"/>
                  <a:pt x="284" y="5704"/>
                </a:cubicBezTo>
                <a:cubicBezTo>
                  <a:pt x="0" y="5815"/>
                  <a:pt x="95" y="5704"/>
                  <a:pt x="95" y="5704"/>
                </a:cubicBezTo>
                <a:lnTo>
                  <a:pt x="0" y="5704"/>
                </a:lnTo>
                <a:lnTo>
                  <a:pt x="0" y="6634"/>
                </a:lnTo>
                <a:lnTo>
                  <a:pt x="568" y="6697"/>
                </a:lnTo>
                <a:cubicBezTo>
                  <a:pt x="647" y="6571"/>
                  <a:pt x="773" y="6477"/>
                  <a:pt x="931" y="6477"/>
                </a:cubicBezTo>
                <a:cubicBezTo>
                  <a:pt x="1151" y="6477"/>
                  <a:pt x="1340" y="6666"/>
                  <a:pt x="1340" y="6886"/>
                </a:cubicBezTo>
                <a:cubicBezTo>
                  <a:pt x="1340" y="7107"/>
                  <a:pt x="1151" y="7296"/>
                  <a:pt x="931" y="7296"/>
                </a:cubicBezTo>
                <a:cubicBezTo>
                  <a:pt x="757" y="7296"/>
                  <a:pt x="616" y="7201"/>
                  <a:pt x="552" y="7059"/>
                </a:cubicBezTo>
                <a:lnTo>
                  <a:pt x="473" y="7059"/>
                </a:lnTo>
                <a:cubicBezTo>
                  <a:pt x="189" y="7059"/>
                  <a:pt x="552" y="7044"/>
                  <a:pt x="284" y="7154"/>
                </a:cubicBezTo>
                <a:cubicBezTo>
                  <a:pt x="0" y="7264"/>
                  <a:pt x="95" y="7154"/>
                  <a:pt x="95" y="7154"/>
                </a:cubicBezTo>
                <a:lnTo>
                  <a:pt x="0" y="7154"/>
                </a:lnTo>
                <a:lnTo>
                  <a:pt x="0" y="8036"/>
                </a:lnTo>
                <a:cubicBezTo>
                  <a:pt x="80" y="8004"/>
                  <a:pt x="189" y="7958"/>
                  <a:pt x="332" y="7958"/>
                </a:cubicBezTo>
                <a:cubicBezTo>
                  <a:pt x="647" y="7958"/>
                  <a:pt x="647" y="7752"/>
                  <a:pt x="962" y="7752"/>
                </a:cubicBezTo>
                <a:lnTo>
                  <a:pt x="1607" y="7752"/>
                </a:lnTo>
                <a:cubicBezTo>
                  <a:pt x="1923" y="7752"/>
                  <a:pt x="1923" y="7895"/>
                  <a:pt x="2238" y="7895"/>
                </a:cubicBezTo>
                <a:cubicBezTo>
                  <a:pt x="2569" y="7895"/>
                  <a:pt x="2569" y="7989"/>
                  <a:pt x="2884" y="7989"/>
                </a:cubicBezTo>
                <a:cubicBezTo>
                  <a:pt x="3199" y="7989"/>
                  <a:pt x="3199" y="7895"/>
                  <a:pt x="3515" y="7895"/>
                </a:cubicBezTo>
                <a:cubicBezTo>
                  <a:pt x="3845" y="7895"/>
                  <a:pt x="3845" y="8021"/>
                  <a:pt x="4160" y="8021"/>
                </a:cubicBezTo>
                <a:cubicBezTo>
                  <a:pt x="4475" y="8021"/>
                  <a:pt x="4475" y="7832"/>
                  <a:pt x="4790" y="7832"/>
                </a:cubicBezTo>
                <a:cubicBezTo>
                  <a:pt x="5122" y="7832"/>
                  <a:pt x="5122" y="8004"/>
                  <a:pt x="5437" y="8004"/>
                </a:cubicBezTo>
                <a:cubicBezTo>
                  <a:pt x="5752" y="8004"/>
                  <a:pt x="5752" y="7958"/>
                  <a:pt x="6067" y="7958"/>
                </a:cubicBezTo>
                <a:cubicBezTo>
                  <a:pt x="6382" y="7958"/>
                  <a:pt x="6382" y="8115"/>
                  <a:pt x="6712" y="8115"/>
                </a:cubicBezTo>
                <a:cubicBezTo>
                  <a:pt x="7027" y="8115"/>
                  <a:pt x="7027" y="7784"/>
                  <a:pt x="7343" y="7784"/>
                </a:cubicBezTo>
                <a:cubicBezTo>
                  <a:pt x="7658" y="7784"/>
                  <a:pt x="7658" y="8067"/>
                  <a:pt x="7989" y="8067"/>
                </a:cubicBezTo>
                <a:cubicBezTo>
                  <a:pt x="8304" y="8067"/>
                  <a:pt x="8304" y="8162"/>
                  <a:pt x="8619" y="8162"/>
                </a:cubicBezTo>
                <a:cubicBezTo>
                  <a:pt x="8934" y="8162"/>
                  <a:pt x="8934" y="7878"/>
                  <a:pt x="9265" y="7878"/>
                </a:cubicBezTo>
                <a:cubicBezTo>
                  <a:pt x="9580" y="7878"/>
                  <a:pt x="9580" y="8004"/>
                  <a:pt x="9895" y="8004"/>
                </a:cubicBezTo>
                <a:cubicBezTo>
                  <a:pt x="10210" y="8004"/>
                  <a:pt x="10210" y="8084"/>
                  <a:pt x="10542" y="8084"/>
                </a:cubicBezTo>
                <a:lnTo>
                  <a:pt x="11172" y="8084"/>
                </a:lnTo>
                <a:cubicBezTo>
                  <a:pt x="11487" y="8084"/>
                  <a:pt x="11487" y="8004"/>
                  <a:pt x="11802" y="8004"/>
                </a:cubicBezTo>
                <a:cubicBezTo>
                  <a:pt x="12132" y="8004"/>
                  <a:pt x="12132" y="7832"/>
                  <a:pt x="12447" y="7832"/>
                </a:cubicBezTo>
                <a:cubicBezTo>
                  <a:pt x="12762" y="7832"/>
                  <a:pt x="12762" y="8021"/>
                  <a:pt x="13078" y="8021"/>
                </a:cubicBezTo>
                <a:cubicBezTo>
                  <a:pt x="13409" y="8021"/>
                  <a:pt x="13409" y="7878"/>
                  <a:pt x="13724" y="7878"/>
                </a:cubicBezTo>
                <a:cubicBezTo>
                  <a:pt x="14039" y="7878"/>
                  <a:pt x="14039" y="7815"/>
                  <a:pt x="14354" y="7815"/>
                </a:cubicBezTo>
                <a:cubicBezTo>
                  <a:pt x="14670" y="7815"/>
                  <a:pt x="14670" y="7973"/>
                  <a:pt x="15000" y="7973"/>
                </a:cubicBezTo>
                <a:cubicBezTo>
                  <a:pt x="15315" y="7973"/>
                  <a:pt x="15315" y="8067"/>
                  <a:pt x="15630" y="8067"/>
                </a:cubicBezTo>
                <a:cubicBezTo>
                  <a:pt x="15945" y="8067"/>
                  <a:pt x="15945" y="7973"/>
                  <a:pt x="16277" y="7973"/>
                </a:cubicBezTo>
                <a:cubicBezTo>
                  <a:pt x="16592" y="7973"/>
                  <a:pt x="16592" y="7941"/>
                  <a:pt x="16907" y="7941"/>
                </a:cubicBezTo>
                <a:cubicBezTo>
                  <a:pt x="17222" y="7941"/>
                  <a:pt x="17222" y="8115"/>
                  <a:pt x="17537" y="8115"/>
                </a:cubicBezTo>
                <a:cubicBezTo>
                  <a:pt x="17867" y="8115"/>
                  <a:pt x="17867" y="7769"/>
                  <a:pt x="18182" y="7769"/>
                </a:cubicBezTo>
                <a:cubicBezTo>
                  <a:pt x="18498" y="7769"/>
                  <a:pt x="18498" y="8021"/>
                  <a:pt x="18813" y="8021"/>
                </a:cubicBezTo>
                <a:cubicBezTo>
                  <a:pt x="19144" y="8021"/>
                  <a:pt x="19144" y="7878"/>
                  <a:pt x="19459" y="7878"/>
                </a:cubicBezTo>
                <a:cubicBezTo>
                  <a:pt x="19774" y="7878"/>
                  <a:pt x="19774" y="8147"/>
                  <a:pt x="20089" y="8147"/>
                </a:cubicBezTo>
                <a:cubicBezTo>
                  <a:pt x="20405" y="8147"/>
                  <a:pt x="20405" y="8036"/>
                  <a:pt x="20735" y="8036"/>
                </a:cubicBezTo>
                <a:cubicBezTo>
                  <a:pt x="21050" y="8036"/>
                  <a:pt x="21050" y="7878"/>
                  <a:pt x="21365" y="7878"/>
                </a:cubicBezTo>
                <a:cubicBezTo>
                  <a:pt x="21680" y="7878"/>
                  <a:pt x="21854" y="8256"/>
                  <a:pt x="22075" y="8021"/>
                </a:cubicBezTo>
                <a:cubicBezTo>
                  <a:pt x="22310" y="7800"/>
                  <a:pt x="22232" y="7658"/>
                  <a:pt x="22121" y="7280"/>
                </a:cubicBezTo>
                <a:close/>
              </a:path>
            </a:pathLst>
          </a:custGeom>
          <a:solidFill>
            <a:srgbClr val="FFFFFF"/>
          </a:solidFill>
          <a:ln>
            <a:noFill/>
          </a:ln>
          <a:effectLst>
            <a:outerShdw blurRad="57150" dist="19050" dir="5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David" panose="020E0502060401010101" pitchFamily="34" charset="-79"/>
              <a:cs typeface="David" panose="020E0502060401010101" pitchFamily="34" charset="-79"/>
            </a:endParaRPr>
          </a:p>
        </p:txBody>
      </p:sp>
      <p:sp>
        <p:nvSpPr>
          <p:cNvPr id="2181" name="Google Shape;2181;p38"/>
          <p:cNvSpPr/>
          <p:nvPr/>
        </p:nvSpPr>
        <p:spPr>
          <a:xfrm>
            <a:off x="5059358" y="827183"/>
            <a:ext cx="3641037" cy="4009142"/>
          </a:xfrm>
          <a:custGeom>
            <a:avLst/>
            <a:gdLst/>
            <a:ahLst/>
            <a:cxnLst/>
            <a:rect l="l" t="t" r="r" b="b"/>
            <a:pathLst>
              <a:path w="14954" h="16466" extrusionOk="0">
                <a:moveTo>
                  <a:pt x="2004" y="0"/>
                </a:moveTo>
                <a:cubicBezTo>
                  <a:pt x="1993" y="0"/>
                  <a:pt x="1982" y="4"/>
                  <a:pt x="1971" y="13"/>
                </a:cubicBezTo>
                <a:cubicBezTo>
                  <a:pt x="1876" y="91"/>
                  <a:pt x="1971" y="202"/>
                  <a:pt x="1955" y="328"/>
                </a:cubicBezTo>
                <a:cubicBezTo>
                  <a:pt x="1939" y="438"/>
                  <a:pt x="1891" y="438"/>
                  <a:pt x="1876" y="549"/>
                </a:cubicBezTo>
                <a:cubicBezTo>
                  <a:pt x="1860" y="659"/>
                  <a:pt x="1986" y="675"/>
                  <a:pt x="1971" y="801"/>
                </a:cubicBezTo>
                <a:cubicBezTo>
                  <a:pt x="1955" y="911"/>
                  <a:pt x="1828" y="896"/>
                  <a:pt x="1813" y="1022"/>
                </a:cubicBezTo>
                <a:cubicBezTo>
                  <a:pt x="1797" y="1131"/>
                  <a:pt x="1782" y="1131"/>
                  <a:pt x="1765" y="1242"/>
                </a:cubicBezTo>
                <a:cubicBezTo>
                  <a:pt x="1765" y="1368"/>
                  <a:pt x="1719" y="1352"/>
                  <a:pt x="1702" y="1478"/>
                </a:cubicBezTo>
                <a:cubicBezTo>
                  <a:pt x="1687" y="1589"/>
                  <a:pt x="1955" y="1620"/>
                  <a:pt x="1939" y="1746"/>
                </a:cubicBezTo>
                <a:cubicBezTo>
                  <a:pt x="1923" y="1856"/>
                  <a:pt x="1891" y="1856"/>
                  <a:pt x="1876" y="1967"/>
                </a:cubicBezTo>
                <a:cubicBezTo>
                  <a:pt x="1860" y="2093"/>
                  <a:pt x="1828" y="2077"/>
                  <a:pt x="1813" y="2203"/>
                </a:cubicBezTo>
                <a:cubicBezTo>
                  <a:pt x="1797" y="2314"/>
                  <a:pt x="1813" y="2314"/>
                  <a:pt x="1797" y="2440"/>
                </a:cubicBezTo>
                <a:cubicBezTo>
                  <a:pt x="1782" y="2549"/>
                  <a:pt x="1671" y="2534"/>
                  <a:pt x="1656" y="2660"/>
                </a:cubicBezTo>
                <a:cubicBezTo>
                  <a:pt x="1639" y="2770"/>
                  <a:pt x="1545" y="2755"/>
                  <a:pt x="1530" y="2881"/>
                </a:cubicBezTo>
                <a:cubicBezTo>
                  <a:pt x="1513" y="2990"/>
                  <a:pt x="1608" y="3007"/>
                  <a:pt x="1593" y="3117"/>
                </a:cubicBezTo>
                <a:cubicBezTo>
                  <a:pt x="1576" y="3243"/>
                  <a:pt x="1545" y="3227"/>
                  <a:pt x="1530" y="3353"/>
                </a:cubicBezTo>
                <a:cubicBezTo>
                  <a:pt x="1513" y="3463"/>
                  <a:pt x="1576" y="3480"/>
                  <a:pt x="1561" y="3589"/>
                </a:cubicBezTo>
                <a:cubicBezTo>
                  <a:pt x="1545" y="3700"/>
                  <a:pt x="1624" y="3715"/>
                  <a:pt x="1608" y="3826"/>
                </a:cubicBezTo>
                <a:cubicBezTo>
                  <a:pt x="1593" y="3952"/>
                  <a:pt x="1656" y="3952"/>
                  <a:pt x="1639" y="4078"/>
                </a:cubicBezTo>
                <a:cubicBezTo>
                  <a:pt x="1624" y="4188"/>
                  <a:pt x="1530" y="4173"/>
                  <a:pt x="1513" y="4299"/>
                </a:cubicBezTo>
                <a:cubicBezTo>
                  <a:pt x="1498" y="4408"/>
                  <a:pt x="1404" y="4393"/>
                  <a:pt x="1387" y="4519"/>
                </a:cubicBezTo>
                <a:cubicBezTo>
                  <a:pt x="1372" y="4629"/>
                  <a:pt x="1561" y="4661"/>
                  <a:pt x="1545" y="4771"/>
                </a:cubicBezTo>
                <a:cubicBezTo>
                  <a:pt x="1530" y="4881"/>
                  <a:pt x="1419" y="4866"/>
                  <a:pt x="1404" y="4992"/>
                </a:cubicBezTo>
                <a:cubicBezTo>
                  <a:pt x="1387" y="5102"/>
                  <a:pt x="1356" y="5102"/>
                  <a:pt x="1341" y="5213"/>
                </a:cubicBezTo>
                <a:cubicBezTo>
                  <a:pt x="1324" y="5339"/>
                  <a:pt x="1387" y="5339"/>
                  <a:pt x="1372" y="5465"/>
                </a:cubicBezTo>
                <a:cubicBezTo>
                  <a:pt x="1356" y="5574"/>
                  <a:pt x="1324" y="5574"/>
                  <a:pt x="1309" y="5685"/>
                </a:cubicBezTo>
                <a:cubicBezTo>
                  <a:pt x="1293" y="5795"/>
                  <a:pt x="1230" y="5795"/>
                  <a:pt x="1215" y="5906"/>
                </a:cubicBezTo>
                <a:cubicBezTo>
                  <a:pt x="1198" y="6032"/>
                  <a:pt x="1120" y="6016"/>
                  <a:pt x="1104" y="6126"/>
                </a:cubicBezTo>
                <a:cubicBezTo>
                  <a:pt x="1089" y="6253"/>
                  <a:pt x="1152" y="6253"/>
                  <a:pt x="1135" y="6379"/>
                </a:cubicBezTo>
                <a:cubicBezTo>
                  <a:pt x="1120" y="6488"/>
                  <a:pt x="1230" y="6505"/>
                  <a:pt x="1215" y="6614"/>
                </a:cubicBezTo>
                <a:cubicBezTo>
                  <a:pt x="1198" y="6740"/>
                  <a:pt x="1183" y="6740"/>
                  <a:pt x="1183" y="6851"/>
                </a:cubicBezTo>
                <a:cubicBezTo>
                  <a:pt x="1167" y="6977"/>
                  <a:pt x="1278" y="6977"/>
                  <a:pt x="1261" y="7103"/>
                </a:cubicBezTo>
                <a:cubicBezTo>
                  <a:pt x="1246" y="7213"/>
                  <a:pt x="1057" y="7198"/>
                  <a:pt x="1041" y="7308"/>
                </a:cubicBezTo>
                <a:cubicBezTo>
                  <a:pt x="1026" y="7434"/>
                  <a:pt x="978" y="7418"/>
                  <a:pt x="963" y="7528"/>
                </a:cubicBezTo>
                <a:cubicBezTo>
                  <a:pt x="946" y="7654"/>
                  <a:pt x="931" y="7654"/>
                  <a:pt x="915" y="7765"/>
                </a:cubicBezTo>
                <a:cubicBezTo>
                  <a:pt x="900" y="7891"/>
                  <a:pt x="1026" y="7891"/>
                  <a:pt x="1009" y="8017"/>
                </a:cubicBezTo>
                <a:cubicBezTo>
                  <a:pt x="994" y="8127"/>
                  <a:pt x="883" y="8112"/>
                  <a:pt x="868" y="8238"/>
                </a:cubicBezTo>
                <a:cubicBezTo>
                  <a:pt x="868" y="8347"/>
                  <a:pt x="868" y="8347"/>
                  <a:pt x="852" y="8473"/>
                </a:cubicBezTo>
                <a:cubicBezTo>
                  <a:pt x="837" y="8584"/>
                  <a:pt x="789" y="8584"/>
                  <a:pt x="773" y="8694"/>
                </a:cubicBezTo>
                <a:cubicBezTo>
                  <a:pt x="757" y="8805"/>
                  <a:pt x="1026" y="8852"/>
                  <a:pt x="1009" y="8962"/>
                </a:cubicBezTo>
                <a:cubicBezTo>
                  <a:pt x="994" y="9072"/>
                  <a:pt x="837" y="9057"/>
                  <a:pt x="820" y="9167"/>
                </a:cubicBezTo>
                <a:cubicBezTo>
                  <a:pt x="805" y="9293"/>
                  <a:pt x="868" y="9293"/>
                  <a:pt x="852" y="9419"/>
                </a:cubicBezTo>
                <a:cubicBezTo>
                  <a:pt x="837" y="9530"/>
                  <a:pt x="820" y="9530"/>
                  <a:pt x="805" y="9639"/>
                </a:cubicBezTo>
                <a:cubicBezTo>
                  <a:pt x="789" y="9765"/>
                  <a:pt x="631" y="9734"/>
                  <a:pt x="616" y="9860"/>
                </a:cubicBezTo>
                <a:cubicBezTo>
                  <a:pt x="600" y="9971"/>
                  <a:pt x="837" y="10002"/>
                  <a:pt x="820" y="10112"/>
                </a:cubicBezTo>
                <a:cubicBezTo>
                  <a:pt x="805" y="10238"/>
                  <a:pt x="852" y="10238"/>
                  <a:pt x="837" y="10364"/>
                </a:cubicBezTo>
                <a:cubicBezTo>
                  <a:pt x="820" y="10475"/>
                  <a:pt x="773" y="10475"/>
                  <a:pt x="757" y="10585"/>
                </a:cubicBezTo>
                <a:cubicBezTo>
                  <a:pt x="742" y="10696"/>
                  <a:pt x="757" y="10711"/>
                  <a:pt x="742" y="10822"/>
                </a:cubicBezTo>
                <a:cubicBezTo>
                  <a:pt x="726" y="10931"/>
                  <a:pt x="694" y="10931"/>
                  <a:pt x="679" y="11042"/>
                </a:cubicBezTo>
                <a:cubicBezTo>
                  <a:pt x="663" y="11168"/>
                  <a:pt x="568" y="11152"/>
                  <a:pt x="553" y="11263"/>
                </a:cubicBezTo>
                <a:cubicBezTo>
                  <a:pt x="537" y="11389"/>
                  <a:pt x="553" y="11389"/>
                  <a:pt x="537" y="11499"/>
                </a:cubicBezTo>
                <a:cubicBezTo>
                  <a:pt x="521" y="11625"/>
                  <a:pt x="631" y="11641"/>
                  <a:pt x="616" y="11751"/>
                </a:cubicBezTo>
                <a:cubicBezTo>
                  <a:pt x="600" y="11862"/>
                  <a:pt x="458" y="11845"/>
                  <a:pt x="442" y="11956"/>
                </a:cubicBezTo>
                <a:cubicBezTo>
                  <a:pt x="427" y="12082"/>
                  <a:pt x="395" y="12082"/>
                  <a:pt x="395" y="12192"/>
                </a:cubicBezTo>
                <a:cubicBezTo>
                  <a:pt x="379" y="12303"/>
                  <a:pt x="364" y="12303"/>
                  <a:pt x="347" y="12429"/>
                </a:cubicBezTo>
                <a:cubicBezTo>
                  <a:pt x="332" y="12538"/>
                  <a:pt x="410" y="12555"/>
                  <a:pt x="395" y="12664"/>
                </a:cubicBezTo>
                <a:cubicBezTo>
                  <a:pt x="379" y="12775"/>
                  <a:pt x="473" y="12790"/>
                  <a:pt x="458" y="12917"/>
                </a:cubicBezTo>
                <a:cubicBezTo>
                  <a:pt x="442" y="13027"/>
                  <a:pt x="490" y="13027"/>
                  <a:pt x="473" y="13153"/>
                </a:cubicBezTo>
                <a:cubicBezTo>
                  <a:pt x="458" y="13263"/>
                  <a:pt x="284" y="13248"/>
                  <a:pt x="269" y="13358"/>
                </a:cubicBezTo>
                <a:cubicBezTo>
                  <a:pt x="269" y="13484"/>
                  <a:pt x="364" y="13484"/>
                  <a:pt x="347" y="13610"/>
                </a:cubicBezTo>
                <a:cubicBezTo>
                  <a:pt x="332" y="13721"/>
                  <a:pt x="190" y="13704"/>
                  <a:pt x="175" y="13815"/>
                </a:cubicBezTo>
                <a:cubicBezTo>
                  <a:pt x="158" y="13941"/>
                  <a:pt x="364" y="13956"/>
                  <a:pt x="347" y="14082"/>
                </a:cubicBezTo>
                <a:cubicBezTo>
                  <a:pt x="332" y="14193"/>
                  <a:pt x="206" y="14177"/>
                  <a:pt x="190" y="14303"/>
                </a:cubicBezTo>
                <a:cubicBezTo>
                  <a:pt x="175" y="14414"/>
                  <a:pt x="143" y="14414"/>
                  <a:pt x="127" y="14524"/>
                </a:cubicBezTo>
                <a:cubicBezTo>
                  <a:pt x="112" y="14635"/>
                  <a:pt x="1" y="14713"/>
                  <a:pt x="64" y="14807"/>
                </a:cubicBezTo>
                <a:cubicBezTo>
                  <a:pt x="143" y="14902"/>
                  <a:pt x="221" y="14887"/>
                  <a:pt x="347" y="14902"/>
                </a:cubicBezTo>
                <a:cubicBezTo>
                  <a:pt x="351" y="14902"/>
                  <a:pt x="355" y="14903"/>
                  <a:pt x="358" y="14903"/>
                </a:cubicBezTo>
                <a:cubicBezTo>
                  <a:pt x="457" y="14903"/>
                  <a:pt x="492" y="14697"/>
                  <a:pt x="604" y="14697"/>
                </a:cubicBezTo>
                <a:cubicBezTo>
                  <a:pt x="608" y="14697"/>
                  <a:pt x="612" y="14697"/>
                  <a:pt x="616" y="14698"/>
                </a:cubicBezTo>
                <a:cubicBezTo>
                  <a:pt x="726" y="14713"/>
                  <a:pt x="710" y="14870"/>
                  <a:pt x="820" y="14887"/>
                </a:cubicBezTo>
                <a:cubicBezTo>
                  <a:pt x="843" y="14890"/>
                  <a:pt x="861" y="14891"/>
                  <a:pt x="878" y="14891"/>
                </a:cubicBezTo>
                <a:cubicBezTo>
                  <a:pt x="924" y="14891"/>
                  <a:pt x="951" y="14882"/>
                  <a:pt x="996" y="14882"/>
                </a:cubicBezTo>
                <a:cubicBezTo>
                  <a:pt x="1013" y="14882"/>
                  <a:pt x="1033" y="14883"/>
                  <a:pt x="1057" y="14887"/>
                </a:cubicBezTo>
                <a:cubicBezTo>
                  <a:pt x="1063" y="14887"/>
                  <a:pt x="1068" y="14888"/>
                  <a:pt x="1073" y="14888"/>
                </a:cubicBezTo>
                <a:cubicBezTo>
                  <a:pt x="1164" y="14888"/>
                  <a:pt x="1187" y="14775"/>
                  <a:pt x="1291" y="14775"/>
                </a:cubicBezTo>
                <a:cubicBezTo>
                  <a:pt x="1297" y="14775"/>
                  <a:pt x="1303" y="14775"/>
                  <a:pt x="1309" y="14776"/>
                </a:cubicBezTo>
                <a:cubicBezTo>
                  <a:pt x="1419" y="14792"/>
                  <a:pt x="1404" y="14933"/>
                  <a:pt x="1513" y="14950"/>
                </a:cubicBezTo>
                <a:cubicBezTo>
                  <a:pt x="1639" y="14965"/>
                  <a:pt x="1624" y="15013"/>
                  <a:pt x="1750" y="15028"/>
                </a:cubicBezTo>
                <a:cubicBezTo>
                  <a:pt x="1860" y="15044"/>
                  <a:pt x="1860" y="15076"/>
                  <a:pt x="1971" y="15091"/>
                </a:cubicBezTo>
                <a:cubicBezTo>
                  <a:pt x="1975" y="15091"/>
                  <a:pt x="1979" y="15092"/>
                  <a:pt x="1983" y="15092"/>
                </a:cubicBezTo>
                <a:cubicBezTo>
                  <a:pt x="2095" y="15092"/>
                  <a:pt x="2130" y="14886"/>
                  <a:pt x="2227" y="14886"/>
                </a:cubicBezTo>
                <a:cubicBezTo>
                  <a:pt x="2231" y="14886"/>
                  <a:pt x="2234" y="14886"/>
                  <a:pt x="2238" y="14887"/>
                </a:cubicBezTo>
                <a:cubicBezTo>
                  <a:pt x="2349" y="14902"/>
                  <a:pt x="2333" y="15107"/>
                  <a:pt x="2444" y="15122"/>
                </a:cubicBezTo>
                <a:cubicBezTo>
                  <a:pt x="2467" y="15126"/>
                  <a:pt x="2487" y="15127"/>
                  <a:pt x="2504" y="15127"/>
                </a:cubicBezTo>
                <a:cubicBezTo>
                  <a:pt x="2549" y="15127"/>
                  <a:pt x="2576" y="15118"/>
                  <a:pt x="2622" y="15118"/>
                </a:cubicBezTo>
                <a:cubicBezTo>
                  <a:pt x="2638" y="15118"/>
                  <a:pt x="2657" y="15119"/>
                  <a:pt x="2679" y="15122"/>
                </a:cubicBezTo>
                <a:cubicBezTo>
                  <a:pt x="2790" y="15139"/>
                  <a:pt x="2774" y="15248"/>
                  <a:pt x="2900" y="15265"/>
                </a:cubicBezTo>
                <a:cubicBezTo>
                  <a:pt x="2904" y="15265"/>
                  <a:pt x="2908" y="15266"/>
                  <a:pt x="2912" y="15266"/>
                </a:cubicBezTo>
                <a:cubicBezTo>
                  <a:pt x="3009" y="15266"/>
                  <a:pt x="3044" y="15106"/>
                  <a:pt x="3139" y="15106"/>
                </a:cubicBezTo>
                <a:cubicBezTo>
                  <a:pt x="3143" y="15106"/>
                  <a:pt x="3147" y="15107"/>
                  <a:pt x="3152" y="15107"/>
                </a:cubicBezTo>
                <a:cubicBezTo>
                  <a:pt x="3164" y="15109"/>
                  <a:pt x="3175" y="15110"/>
                  <a:pt x="3185" y="15110"/>
                </a:cubicBezTo>
                <a:cubicBezTo>
                  <a:pt x="3257" y="15110"/>
                  <a:pt x="3283" y="15073"/>
                  <a:pt x="3354" y="15073"/>
                </a:cubicBezTo>
                <a:cubicBezTo>
                  <a:pt x="3364" y="15073"/>
                  <a:pt x="3376" y="15074"/>
                  <a:pt x="3389" y="15076"/>
                </a:cubicBezTo>
                <a:cubicBezTo>
                  <a:pt x="3515" y="15091"/>
                  <a:pt x="3499" y="15139"/>
                  <a:pt x="3625" y="15154"/>
                </a:cubicBezTo>
                <a:cubicBezTo>
                  <a:pt x="3680" y="15162"/>
                  <a:pt x="3708" y="15162"/>
                  <a:pt x="3735" y="15162"/>
                </a:cubicBezTo>
                <a:cubicBezTo>
                  <a:pt x="3763" y="15162"/>
                  <a:pt x="3790" y="15162"/>
                  <a:pt x="3845" y="15170"/>
                </a:cubicBezTo>
                <a:cubicBezTo>
                  <a:pt x="3971" y="15185"/>
                  <a:pt x="3956" y="15280"/>
                  <a:pt x="4066" y="15296"/>
                </a:cubicBezTo>
                <a:cubicBezTo>
                  <a:pt x="4072" y="15297"/>
                  <a:pt x="4078" y="15297"/>
                  <a:pt x="4084" y="15297"/>
                </a:cubicBezTo>
                <a:cubicBezTo>
                  <a:pt x="4188" y="15297"/>
                  <a:pt x="4211" y="15184"/>
                  <a:pt x="4302" y="15184"/>
                </a:cubicBezTo>
                <a:cubicBezTo>
                  <a:pt x="4307" y="15184"/>
                  <a:pt x="4312" y="15185"/>
                  <a:pt x="4318" y="15185"/>
                </a:cubicBezTo>
                <a:cubicBezTo>
                  <a:pt x="4429" y="15202"/>
                  <a:pt x="4412" y="15328"/>
                  <a:pt x="4538" y="15343"/>
                </a:cubicBezTo>
                <a:cubicBezTo>
                  <a:pt x="4544" y="15344"/>
                  <a:pt x="4549" y="15344"/>
                  <a:pt x="4554" y="15344"/>
                </a:cubicBezTo>
                <a:cubicBezTo>
                  <a:pt x="4646" y="15344"/>
                  <a:pt x="4669" y="15216"/>
                  <a:pt x="4774" y="15216"/>
                </a:cubicBezTo>
                <a:cubicBezTo>
                  <a:pt x="4779" y="15216"/>
                  <a:pt x="4785" y="15216"/>
                  <a:pt x="4791" y="15217"/>
                </a:cubicBezTo>
                <a:cubicBezTo>
                  <a:pt x="4901" y="15233"/>
                  <a:pt x="4870" y="15485"/>
                  <a:pt x="4980" y="15500"/>
                </a:cubicBezTo>
                <a:cubicBezTo>
                  <a:pt x="4984" y="15501"/>
                  <a:pt x="4989" y="15501"/>
                  <a:pt x="4994" y="15501"/>
                </a:cubicBezTo>
                <a:cubicBezTo>
                  <a:pt x="5103" y="15501"/>
                  <a:pt x="5125" y="15327"/>
                  <a:pt x="5234" y="15327"/>
                </a:cubicBezTo>
                <a:cubicBezTo>
                  <a:pt x="5239" y="15327"/>
                  <a:pt x="5243" y="15327"/>
                  <a:pt x="5248" y="15328"/>
                </a:cubicBezTo>
                <a:cubicBezTo>
                  <a:pt x="5358" y="15343"/>
                  <a:pt x="5358" y="15391"/>
                  <a:pt x="5469" y="15406"/>
                </a:cubicBezTo>
                <a:cubicBezTo>
                  <a:pt x="5532" y="15414"/>
                  <a:pt x="5563" y="15414"/>
                  <a:pt x="5593" y="15414"/>
                </a:cubicBezTo>
                <a:cubicBezTo>
                  <a:pt x="5622" y="15414"/>
                  <a:pt x="5650" y="15414"/>
                  <a:pt x="5704" y="15422"/>
                </a:cubicBezTo>
                <a:cubicBezTo>
                  <a:pt x="5815" y="15437"/>
                  <a:pt x="5815" y="15517"/>
                  <a:pt x="5925" y="15532"/>
                </a:cubicBezTo>
                <a:cubicBezTo>
                  <a:pt x="6036" y="15548"/>
                  <a:pt x="6036" y="15595"/>
                  <a:pt x="6146" y="15611"/>
                </a:cubicBezTo>
                <a:cubicBezTo>
                  <a:pt x="6272" y="15626"/>
                  <a:pt x="6256" y="15674"/>
                  <a:pt x="6382" y="15690"/>
                </a:cubicBezTo>
                <a:cubicBezTo>
                  <a:pt x="6387" y="15690"/>
                  <a:pt x="6391" y="15690"/>
                  <a:pt x="6395" y="15690"/>
                </a:cubicBezTo>
                <a:cubicBezTo>
                  <a:pt x="6491" y="15690"/>
                  <a:pt x="6525" y="15516"/>
                  <a:pt x="6622" y="15516"/>
                </a:cubicBezTo>
                <a:cubicBezTo>
                  <a:pt x="6626" y="15516"/>
                  <a:pt x="6630" y="15516"/>
                  <a:pt x="6635" y="15517"/>
                </a:cubicBezTo>
                <a:cubicBezTo>
                  <a:pt x="6761" y="15517"/>
                  <a:pt x="6729" y="15737"/>
                  <a:pt x="6839" y="15753"/>
                </a:cubicBezTo>
                <a:cubicBezTo>
                  <a:pt x="6843" y="15753"/>
                  <a:pt x="6847" y="15753"/>
                  <a:pt x="6850" y="15753"/>
                </a:cubicBezTo>
                <a:cubicBezTo>
                  <a:pt x="6963" y="15753"/>
                  <a:pt x="6998" y="15531"/>
                  <a:pt x="7098" y="15531"/>
                </a:cubicBezTo>
                <a:cubicBezTo>
                  <a:pt x="7101" y="15531"/>
                  <a:pt x="7104" y="15532"/>
                  <a:pt x="7107" y="15532"/>
                </a:cubicBezTo>
                <a:cubicBezTo>
                  <a:pt x="7217" y="15548"/>
                  <a:pt x="7202" y="15753"/>
                  <a:pt x="7311" y="15769"/>
                </a:cubicBezTo>
                <a:cubicBezTo>
                  <a:pt x="7334" y="15772"/>
                  <a:pt x="7352" y="15773"/>
                  <a:pt x="7368" y="15773"/>
                </a:cubicBezTo>
                <a:cubicBezTo>
                  <a:pt x="7411" y="15773"/>
                  <a:pt x="7434" y="15764"/>
                  <a:pt x="7482" y="15764"/>
                </a:cubicBezTo>
                <a:cubicBezTo>
                  <a:pt x="7499" y="15764"/>
                  <a:pt x="7521" y="15765"/>
                  <a:pt x="7548" y="15769"/>
                </a:cubicBezTo>
                <a:cubicBezTo>
                  <a:pt x="7571" y="15772"/>
                  <a:pt x="7589" y="15773"/>
                  <a:pt x="7604" y="15773"/>
                </a:cubicBezTo>
                <a:cubicBezTo>
                  <a:pt x="7647" y="15773"/>
                  <a:pt x="7670" y="15764"/>
                  <a:pt x="7717" y="15764"/>
                </a:cubicBezTo>
                <a:cubicBezTo>
                  <a:pt x="7735" y="15764"/>
                  <a:pt x="7757" y="15765"/>
                  <a:pt x="7784" y="15769"/>
                </a:cubicBezTo>
                <a:cubicBezTo>
                  <a:pt x="7807" y="15772"/>
                  <a:pt x="7825" y="15773"/>
                  <a:pt x="7840" y="15773"/>
                </a:cubicBezTo>
                <a:cubicBezTo>
                  <a:pt x="7884" y="15773"/>
                  <a:pt x="7907" y="15764"/>
                  <a:pt x="7954" y="15764"/>
                </a:cubicBezTo>
                <a:cubicBezTo>
                  <a:pt x="7972" y="15764"/>
                  <a:pt x="7994" y="15765"/>
                  <a:pt x="8021" y="15769"/>
                </a:cubicBezTo>
                <a:cubicBezTo>
                  <a:pt x="8131" y="15784"/>
                  <a:pt x="8131" y="15784"/>
                  <a:pt x="8257" y="15784"/>
                </a:cubicBezTo>
                <a:cubicBezTo>
                  <a:pt x="8368" y="15800"/>
                  <a:pt x="8351" y="15926"/>
                  <a:pt x="8462" y="15942"/>
                </a:cubicBezTo>
                <a:cubicBezTo>
                  <a:pt x="8490" y="15945"/>
                  <a:pt x="8511" y="15946"/>
                  <a:pt x="8529" y="15946"/>
                </a:cubicBezTo>
                <a:cubicBezTo>
                  <a:pt x="8577" y="15946"/>
                  <a:pt x="8599" y="15937"/>
                  <a:pt x="8642" y="15937"/>
                </a:cubicBezTo>
                <a:cubicBezTo>
                  <a:pt x="8658" y="15937"/>
                  <a:pt x="8676" y="15939"/>
                  <a:pt x="8698" y="15942"/>
                </a:cubicBezTo>
                <a:cubicBezTo>
                  <a:pt x="8725" y="15945"/>
                  <a:pt x="8747" y="15946"/>
                  <a:pt x="8765" y="15946"/>
                </a:cubicBezTo>
                <a:cubicBezTo>
                  <a:pt x="8812" y="15946"/>
                  <a:pt x="8835" y="15937"/>
                  <a:pt x="8879" y="15937"/>
                </a:cubicBezTo>
                <a:cubicBezTo>
                  <a:pt x="8894" y="15937"/>
                  <a:pt x="8912" y="15939"/>
                  <a:pt x="8935" y="15942"/>
                </a:cubicBezTo>
                <a:cubicBezTo>
                  <a:pt x="9061" y="15958"/>
                  <a:pt x="9045" y="16005"/>
                  <a:pt x="9171" y="16021"/>
                </a:cubicBezTo>
                <a:cubicBezTo>
                  <a:pt x="9260" y="16021"/>
                  <a:pt x="9277" y="16001"/>
                  <a:pt x="9347" y="16001"/>
                </a:cubicBezTo>
                <a:cubicBezTo>
                  <a:pt x="9363" y="16001"/>
                  <a:pt x="9383" y="16002"/>
                  <a:pt x="9408" y="16005"/>
                </a:cubicBezTo>
                <a:cubicBezTo>
                  <a:pt x="9416" y="16006"/>
                  <a:pt x="9425" y="16007"/>
                  <a:pt x="9432" y="16007"/>
                </a:cubicBezTo>
                <a:cubicBezTo>
                  <a:pt x="9513" y="16007"/>
                  <a:pt x="9538" y="15940"/>
                  <a:pt x="9620" y="15940"/>
                </a:cubicBezTo>
                <a:cubicBezTo>
                  <a:pt x="9627" y="15940"/>
                  <a:pt x="9635" y="15940"/>
                  <a:pt x="9643" y="15942"/>
                </a:cubicBezTo>
                <a:cubicBezTo>
                  <a:pt x="9754" y="15958"/>
                  <a:pt x="9738" y="16131"/>
                  <a:pt x="9849" y="16131"/>
                </a:cubicBezTo>
                <a:cubicBezTo>
                  <a:pt x="9861" y="16132"/>
                  <a:pt x="9872" y="16133"/>
                  <a:pt x="9882" y="16133"/>
                </a:cubicBezTo>
                <a:cubicBezTo>
                  <a:pt x="9968" y="16133"/>
                  <a:pt x="9995" y="16082"/>
                  <a:pt x="10072" y="16082"/>
                </a:cubicBezTo>
                <a:cubicBezTo>
                  <a:pt x="10081" y="16082"/>
                  <a:pt x="10090" y="16082"/>
                  <a:pt x="10101" y="16084"/>
                </a:cubicBezTo>
                <a:cubicBezTo>
                  <a:pt x="10107" y="16085"/>
                  <a:pt x="10113" y="16085"/>
                  <a:pt x="10119" y="16085"/>
                </a:cubicBezTo>
                <a:cubicBezTo>
                  <a:pt x="10207" y="16085"/>
                  <a:pt x="10231" y="15988"/>
                  <a:pt x="10331" y="15988"/>
                </a:cubicBezTo>
                <a:cubicBezTo>
                  <a:pt x="10338" y="15988"/>
                  <a:pt x="10345" y="15988"/>
                  <a:pt x="10353" y="15990"/>
                </a:cubicBezTo>
                <a:cubicBezTo>
                  <a:pt x="10463" y="16005"/>
                  <a:pt x="10463" y="16036"/>
                  <a:pt x="10573" y="16053"/>
                </a:cubicBezTo>
                <a:cubicBezTo>
                  <a:pt x="10589" y="16055"/>
                  <a:pt x="10603" y="16056"/>
                  <a:pt x="10615" y="16056"/>
                </a:cubicBezTo>
                <a:cubicBezTo>
                  <a:pt x="10677" y="16056"/>
                  <a:pt x="10705" y="16033"/>
                  <a:pt x="10767" y="16033"/>
                </a:cubicBezTo>
                <a:cubicBezTo>
                  <a:pt x="10780" y="16033"/>
                  <a:pt x="10794" y="16034"/>
                  <a:pt x="10809" y="16036"/>
                </a:cubicBezTo>
                <a:cubicBezTo>
                  <a:pt x="10920" y="16053"/>
                  <a:pt x="10904" y="16242"/>
                  <a:pt x="11015" y="16257"/>
                </a:cubicBezTo>
                <a:cubicBezTo>
                  <a:pt x="11022" y="16258"/>
                  <a:pt x="11030" y="16258"/>
                  <a:pt x="11037" y="16258"/>
                </a:cubicBezTo>
                <a:cubicBezTo>
                  <a:pt x="11136" y="16258"/>
                  <a:pt x="11160" y="16161"/>
                  <a:pt x="11249" y="16161"/>
                </a:cubicBezTo>
                <a:cubicBezTo>
                  <a:pt x="11254" y="16161"/>
                  <a:pt x="11260" y="16161"/>
                  <a:pt x="11267" y="16162"/>
                </a:cubicBezTo>
                <a:cubicBezTo>
                  <a:pt x="11276" y="16163"/>
                  <a:pt x="11284" y="16164"/>
                  <a:pt x="11291" y="16164"/>
                </a:cubicBezTo>
                <a:cubicBezTo>
                  <a:pt x="11372" y="16164"/>
                  <a:pt x="11398" y="16098"/>
                  <a:pt x="11479" y="16098"/>
                </a:cubicBezTo>
                <a:cubicBezTo>
                  <a:pt x="11487" y="16098"/>
                  <a:pt x="11494" y="16098"/>
                  <a:pt x="11502" y="16099"/>
                </a:cubicBezTo>
                <a:cubicBezTo>
                  <a:pt x="11628" y="16116"/>
                  <a:pt x="11613" y="16162"/>
                  <a:pt x="11739" y="16179"/>
                </a:cubicBezTo>
                <a:cubicBezTo>
                  <a:pt x="11751" y="16180"/>
                  <a:pt x="11762" y="16181"/>
                  <a:pt x="11772" y="16181"/>
                </a:cubicBezTo>
                <a:cubicBezTo>
                  <a:pt x="11843" y="16181"/>
                  <a:pt x="11870" y="16144"/>
                  <a:pt x="11940" y="16144"/>
                </a:cubicBezTo>
                <a:cubicBezTo>
                  <a:pt x="11951" y="16144"/>
                  <a:pt x="11962" y="16145"/>
                  <a:pt x="11975" y="16147"/>
                </a:cubicBezTo>
                <a:cubicBezTo>
                  <a:pt x="12086" y="16162"/>
                  <a:pt x="12070" y="16351"/>
                  <a:pt x="12181" y="16368"/>
                </a:cubicBezTo>
                <a:cubicBezTo>
                  <a:pt x="12290" y="16383"/>
                  <a:pt x="12290" y="16446"/>
                  <a:pt x="12401" y="16462"/>
                </a:cubicBezTo>
                <a:cubicBezTo>
                  <a:pt x="12419" y="16464"/>
                  <a:pt x="12434" y="16465"/>
                  <a:pt x="12447" y="16465"/>
                </a:cubicBezTo>
                <a:cubicBezTo>
                  <a:pt x="12529" y="16465"/>
                  <a:pt x="12542" y="16431"/>
                  <a:pt x="12637" y="16431"/>
                </a:cubicBezTo>
                <a:cubicBezTo>
                  <a:pt x="12648" y="16432"/>
                  <a:pt x="12657" y="16433"/>
                  <a:pt x="12665" y="16433"/>
                </a:cubicBezTo>
                <a:cubicBezTo>
                  <a:pt x="12753" y="16433"/>
                  <a:pt x="12708" y="16361"/>
                  <a:pt x="12794" y="16288"/>
                </a:cubicBezTo>
                <a:cubicBezTo>
                  <a:pt x="12889" y="16225"/>
                  <a:pt x="12763" y="16225"/>
                  <a:pt x="12779" y="16147"/>
                </a:cubicBezTo>
                <a:cubicBezTo>
                  <a:pt x="12794" y="16036"/>
                  <a:pt x="13015" y="16068"/>
                  <a:pt x="13031" y="15958"/>
                </a:cubicBezTo>
                <a:cubicBezTo>
                  <a:pt x="13046" y="15832"/>
                  <a:pt x="12842" y="15816"/>
                  <a:pt x="12857" y="15690"/>
                </a:cubicBezTo>
                <a:cubicBezTo>
                  <a:pt x="12874" y="15580"/>
                  <a:pt x="12983" y="15595"/>
                  <a:pt x="13000" y="15469"/>
                </a:cubicBezTo>
                <a:cubicBezTo>
                  <a:pt x="13015" y="15359"/>
                  <a:pt x="13157" y="15374"/>
                  <a:pt x="13173" y="15265"/>
                </a:cubicBezTo>
                <a:cubicBezTo>
                  <a:pt x="13189" y="15139"/>
                  <a:pt x="13141" y="15139"/>
                  <a:pt x="13157" y="15028"/>
                </a:cubicBezTo>
                <a:cubicBezTo>
                  <a:pt x="13173" y="14902"/>
                  <a:pt x="13000" y="14887"/>
                  <a:pt x="13015" y="14761"/>
                </a:cubicBezTo>
                <a:cubicBezTo>
                  <a:pt x="13015" y="14650"/>
                  <a:pt x="13126" y="14666"/>
                  <a:pt x="13141" y="14540"/>
                </a:cubicBezTo>
                <a:cubicBezTo>
                  <a:pt x="13157" y="14429"/>
                  <a:pt x="13126" y="14429"/>
                  <a:pt x="13141" y="14303"/>
                </a:cubicBezTo>
                <a:cubicBezTo>
                  <a:pt x="13157" y="14193"/>
                  <a:pt x="13299" y="14208"/>
                  <a:pt x="13315" y="14099"/>
                </a:cubicBezTo>
                <a:cubicBezTo>
                  <a:pt x="13330" y="13973"/>
                  <a:pt x="13252" y="13973"/>
                  <a:pt x="13267" y="13847"/>
                </a:cubicBezTo>
                <a:cubicBezTo>
                  <a:pt x="13283" y="13736"/>
                  <a:pt x="13189" y="13721"/>
                  <a:pt x="13204" y="13610"/>
                </a:cubicBezTo>
                <a:cubicBezTo>
                  <a:pt x="13220" y="13484"/>
                  <a:pt x="13252" y="13484"/>
                  <a:pt x="13252" y="13374"/>
                </a:cubicBezTo>
                <a:cubicBezTo>
                  <a:pt x="13267" y="13263"/>
                  <a:pt x="13378" y="13280"/>
                  <a:pt x="13393" y="13153"/>
                </a:cubicBezTo>
                <a:cubicBezTo>
                  <a:pt x="13410" y="13043"/>
                  <a:pt x="13346" y="13027"/>
                  <a:pt x="13362" y="12917"/>
                </a:cubicBezTo>
                <a:cubicBezTo>
                  <a:pt x="13378" y="12807"/>
                  <a:pt x="13283" y="12790"/>
                  <a:pt x="13299" y="12664"/>
                </a:cubicBezTo>
                <a:cubicBezTo>
                  <a:pt x="13315" y="12555"/>
                  <a:pt x="13362" y="12555"/>
                  <a:pt x="13378" y="12444"/>
                </a:cubicBezTo>
                <a:cubicBezTo>
                  <a:pt x="13393" y="12334"/>
                  <a:pt x="13330" y="12318"/>
                  <a:pt x="13346" y="12208"/>
                </a:cubicBezTo>
                <a:cubicBezTo>
                  <a:pt x="13362" y="12082"/>
                  <a:pt x="13567" y="12114"/>
                  <a:pt x="13582" y="12003"/>
                </a:cubicBezTo>
                <a:cubicBezTo>
                  <a:pt x="13599" y="11877"/>
                  <a:pt x="13330" y="11845"/>
                  <a:pt x="13330" y="11735"/>
                </a:cubicBezTo>
                <a:cubicBezTo>
                  <a:pt x="13346" y="11609"/>
                  <a:pt x="13410" y="11625"/>
                  <a:pt x="13425" y="11499"/>
                </a:cubicBezTo>
                <a:cubicBezTo>
                  <a:pt x="13441" y="11389"/>
                  <a:pt x="13599" y="11404"/>
                  <a:pt x="13614" y="11294"/>
                </a:cubicBezTo>
                <a:cubicBezTo>
                  <a:pt x="13630" y="11168"/>
                  <a:pt x="13456" y="11152"/>
                  <a:pt x="13473" y="11026"/>
                </a:cubicBezTo>
                <a:cubicBezTo>
                  <a:pt x="13473" y="10916"/>
                  <a:pt x="13567" y="10931"/>
                  <a:pt x="13582" y="10805"/>
                </a:cubicBezTo>
                <a:cubicBezTo>
                  <a:pt x="13599" y="10696"/>
                  <a:pt x="13725" y="10711"/>
                  <a:pt x="13740" y="10601"/>
                </a:cubicBezTo>
                <a:cubicBezTo>
                  <a:pt x="13756" y="10475"/>
                  <a:pt x="13708" y="10475"/>
                  <a:pt x="13725" y="10349"/>
                </a:cubicBezTo>
                <a:cubicBezTo>
                  <a:pt x="13725" y="10238"/>
                  <a:pt x="13551" y="10223"/>
                  <a:pt x="13567" y="10097"/>
                </a:cubicBezTo>
                <a:cubicBezTo>
                  <a:pt x="13582" y="9986"/>
                  <a:pt x="13645" y="9986"/>
                  <a:pt x="13662" y="9876"/>
                </a:cubicBezTo>
                <a:cubicBezTo>
                  <a:pt x="13677" y="9765"/>
                  <a:pt x="13819" y="9782"/>
                  <a:pt x="13834" y="9656"/>
                </a:cubicBezTo>
                <a:cubicBezTo>
                  <a:pt x="13851" y="9545"/>
                  <a:pt x="13756" y="9530"/>
                  <a:pt x="13771" y="9419"/>
                </a:cubicBezTo>
                <a:cubicBezTo>
                  <a:pt x="13788" y="9293"/>
                  <a:pt x="13788" y="9293"/>
                  <a:pt x="13803" y="9183"/>
                </a:cubicBezTo>
                <a:cubicBezTo>
                  <a:pt x="13819" y="9072"/>
                  <a:pt x="13740" y="9057"/>
                  <a:pt x="13756" y="8946"/>
                </a:cubicBezTo>
                <a:cubicBezTo>
                  <a:pt x="13771" y="8820"/>
                  <a:pt x="13803" y="8836"/>
                  <a:pt x="13819" y="8710"/>
                </a:cubicBezTo>
                <a:cubicBezTo>
                  <a:pt x="13834" y="8599"/>
                  <a:pt x="13756" y="8584"/>
                  <a:pt x="13771" y="8473"/>
                </a:cubicBezTo>
                <a:cubicBezTo>
                  <a:pt x="13788" y="8347"/>
                  <a:pt x="13992" y="8379"/>
                  <a:pt x="14008" y="8269"/>
                </a:cubicBezTo>
                <a:cubicBezTo>
                  <a:pt x="14023" y="8143"/>
                  <a:pt x="14008" y="8143"/>
                  <a:pt x="14023" y="8032"/>
                </a:cubicBezTo>
                <a:cubicBezTo>
                  <a:pt x="14040" y="7906"/>
                  <a:pt x="14118" y="7923"/>
                  <a:pt x="14134" y="7812"/>
                </a:cubicBezTo>
                <a:cubicBezTo>
                  <a:pt x="14149" y="7686"/>
                  <a:pt x="13914" y="7654"/>
                  <a:pt x="13929" y="7544"/>
                </a:cubicBezTo>
                <a:cubicBezTo>
                  <a:pt x="13945" y="7434"/>
                  <a:pt x="14086" y="7450"/>
                  <a:pt x="14103" y="7324"/>
                </a:cubicBezTo>
                <a:cubicBezTo>
                  <a:pt x="14118" y="7213"/>
                  <a:pt x="14181" y="7213"/>
                  <a:pt x="14197" y="7103"/>
                </a:cubicBezTo>
                <a:cubicBezTo>
                  <a:pt x="14212" y="6992"/>
                  <a:pt x="14086" y="6977"/>
                  <a:pt x="14103" y="6851"/>
                </a:cubicBezTo>
                <a:cubicBezTo>
                  <a:pt x="14118" y="6740"/>
                  <a:pt x="14244" y="6757"/>
                  <a:pt x="14244" y="6631"/>
                </a:cubicBezTo>
                <a:cubicBezTo>
                  <a:pt x="14260" y="6520"/>
                  <a:pt x="14134" y="6505"/>
                  <a:pt x="14149" y="6394"/>
                </a:cubicBezTo>
                <a:cubicBezTo>
                  <a:pt x="14166" y="6268"/>
                  <a:pt x="14086" y="6268"/>
                  <a:pt x="14103" y="6142"/>
                </a:cubicBezTo>
                <a:cubicBezTo>
                  <a:pt x="14118" y="6032"/>
                  <a:pt x="14338" y="6063"/>
                  <a:pt x="14355" y="5937"/>
                </a:cubicBezTo>
                <a:lnTo>
                  <a:pt x="14386" y="5717"/>
                </a:lnTo>
                <a:cubicBezTo>
                  <a:pt x="14401" y="5591"/>
                  <a:pt x="14212" y="5574"/>
                  <a:pt x="14229" y="5448"/>
                </a:cubicBezTo>
                <a:cubicBezTo>
                  <a:pt x="14244" y="5339"/>
                  <a:pt x="14355" y="5354"/>
                  <a:pt x="14370" y="5228"/>
                </a:cubicBezTo>
                <a:cubicBezTo>
                  <a:pt x="14386" y="5118"/>
                  <a:pt x="14307" y="5102"/>
                  <a:pt x="14323" y="4992"/>
                </a:cubicBezTo>
                <a:cubicBezTo>
                  <a:pt x="14338" y="4881"/>
                  <a:pt x="14496" y="4898"/>
                  <a:pt x="14512" y="4771"/>
                </a:cubicBezTo>
                <a:cubicBezTo>
                  <a:pt x="14512" y="4661"/>
                  <a:pt x="14449" y="4645"/>
                  <a:pt x="14464" y="4535"/>
                </a:cubicBezTo>
                <a:cubicBezTo>
                  <a:pt x="14481" y="4425"/>
                  <a:pt x="14496" y="4425"/>
                  <a:pt x="14512" y="4299"/>
                </a:cubicBezTo>
                <a:cubicBezTo>
                  <a:pt x="14528" y="4188"/>
                  <a:pt x="14575" y="4204"/>
                  <a:pt x="14591" y="4078"/>
                </a:cubicBezTo>
                <a:cubicBezTo>
                  <a:pt x="14607" y="3967"/>
                  <a:pt x="14386" y="3936"/>
                  <a:pt x="14401" y="3826"/>
                </a:cubicBezTo>
                <a:cubicBezTo>
                  <a:pt x="14418" y="3700"/>
                  <a:pt x="14591" y="3732"/>
                  <a:pt x="14607" y="3606"/>
                </a:cubicBezTo>
                <a:cubicBezTo>
                  <a:pt x="14622" y="3495"/>
                  <a:pt x="14685" y="3495"/>
                  <a:pt x="14701" y="3385"/>
                </a:cubicBezTo>
                <a:cubicBezTo>
                  <a:pt x="14717" y="3274"/>
                  <a:pt x="14464" y="3243"/>
                  <a:pt x="14481" y="3117"/>
                </a:cubicBezTo>
                <a:cubicBezTo>
                  <a:pt x="14496" y="3007"/>
                  <a:pt x="14654" y="3022"/>
                  <a:pt x="14670" y="2912"/>
                </a:cubicBezTo>
                <a:cubicBezTo>
                  <a:pt x="14685" y="2786"/>
                  <a:pt x="14638" y="2786"/>
                  <a:pt x="14654" y="2675"/>
                </a:cubicBezTo>
                <a:cubicBezTo>
                  <a:pt x="14670" y="2549"/>
                  <a:pt x="14764" y="2566"/>
                  <a:pt x="14764" y="2455"/>
                </a:cubicBezTo>
                <a:cubicBezTo>
                  <a:pt x="14780" y="2329"/>
                  <a:pt x="14654" y="2314"/>
                  <a:pt x="14670" y="2203"/>
                </a:cubicBezTo>
                <a:cubicBezTo>
                  <a:pt x="14685" y="2077"/>
                  <a:pt x="14843" y="2108"/>
                  <a:pt x="14859" y="1982"/>
                </a:cubicBezTo>
                <a:cubicBezTo>
                  <a:pt x="14874" y="1872"/>
                  <a:pt x="14954" y="1746"/>
                  <a:pt x="14874" y="1652"/>
                </a:cubicBezTo>
                <a:cubicBezTo>
                  <a:pt x="14848" y="1620"/>
                  <a:pt x="14810" y="1611"/>
                  <a:pt x="14766" y="1611"/>
                </a:cubicBezTo>
                <a:cubicBezTo>
                  <a:pt x="14714" y="1611"/>
                  <a:pt x="14654" y="1623"/>
                  <a:pt x="14599" y="1623"/>
                </a:cubicBezTo>
                <a:cubicBezTo>
                  <a:pt x="14585" y="1623"/>
                  <a:pt x="14572" y="1622"/>
                  <a:pt x="14559" y="1620"/>
                </a:cubicBezTo>
                <a:cubicBezTo>
                  <a:pt x="14553" y="1620"/>
                  <a:pt x="14547" y="1619"/>
                  <a:pt x="14541" y="1619"/>
                </a:cubicBezTo>
                <a:cubicBezTo>
                  <a:pt x="14437" y="1619"/>
                  <a:pt x="14414" y="1747"/>
                  <a:pt x="14322" y="1747"/>
                </a:cubicBezTo>
                <a:cubicBezTo>
                  <a:pt x="14317" y="1747"/>
                  <a:pt x="14312" y="1747"/>
                  <a:pt x="14307" y="1746"/>
                </a:cubicBezTo>
                <a:cubicBezTo>
                  <a:pt x="14292" y="1744"/>
                  <a:pt x="14279" y="1744"/>
                  <a:pt x="14268" y="1744"/>
                </a:cubicBezTo>
                <a:cubicBezTo>
                  <a:pt x="14190" y="1744"/>
                  <a:pt x="14171" y="1780"/>
                  <a:pt x="14092" y="1780"/>
                </a:cubicBezTo>
                <a:cubicBezTo>
                  <a:pt x="14081" y="1780"/>
                  <a:pt x="14069" y="1780"/>
                  <a:pt x="14055" y="1778"/>
                </a:cubicBezTo>
                <a:lnTo>
                  <a:pt x="13834" y="1746"/>
                </a:lnTo>
                <a:cubicBezTo>
                  <a:pt x="13708" y="1730"/>
                  <a:pt x="13725" y="1635"/>
                  <a:pt x="13614" y="1635"/>
                </a:cubicBezTo>
                <a:cubicBezTo>
                  <a:pt x="13488" y="1620"/>
                  <a:pt x="13488" y="1620"/>
                  <a:pt x="13378" y="1604"/>
                </a:cubicBezTo>
                <a:cubicBezTo>
                  <a:pt x="13355" y="1601"/>
                  <a:pt x="13337" y="1600"/>
                  <a:pt x="13320" y="1600"/>
                </a:cubicBezTo>
                <a:cubicBezTo>
                  <a:pt x="13274" y="1600"/>
                  <a:pt x="13247" y="1609"/>
                  <a:pt x="13202" y="1609"/>
                </a:cubicBezTo>
                <a:cubicBezTo>
                  <a:pt x="13185" y="1609"/>
                  <a:pt x="13165" y="1608"/>
                  <a:pt x="13141" y="1604"/>
                </a:cubicBezTo>
                <a:cubicBezTo>
                  <a:pt x="13031" y="1589"/>
                  <a:pt x="13046" y="1431"/>
                  <a:pt x="12920" y="1415"/>
                </a:cubicBezTo>
                <a:cubicBezTo>
                  <a:pt x="12916" y="1414"/>
                  <a:pt x="12911" y="1414"/>
                  <a:pt x="12907" y="1414"/>
                </a:cubicBezTo>
                <a:cubicBezTo>
                  <a:pt x="12814" y="1414"/>
                  <a:pt x="12791" y="1558"/>
                  <a:pt x="12684" y="1558"/>
                </a:cubicBezTo>
                <a:cubicBezTo>
                  <a:pt x="12679" y="1558"/>
                  <a:pt x="12674" y="1558"/>
                  <a:pt x="12668" y="1557"/>
                </a:cubicBezTo>
                <a:cubicBezTo>
                  <a:pt x="12559" y="1557"/>
                  <a:pt x="12590" y="1352"/>
                  <a:pt x="12464" y="1337"/>
                </a:cubicBezTo>
                <a:cubicBezTo>
                  <a:pt x="12460" y="1336"/>
                  <a:pt x="12456" y="1336"/>
                  <a:pt x="12452" y="1336"/>
                </a:cubicBezTo>
                <a:cubicBezTo>
                  <a:pt x="12355" y="1336"/>
                  <a:pt x="12320" y="1510"/>
                  <a:pt x="12224" y="1510"/>
                </a:cubicBezTo>
                <a:cubicBezTo>
                  <a:pt x="12220" y="1510"/>
                  <a:pt x="12216" y="1510"/>
                  <a:pt x="12212" y="1509"/>
                </a:cubicBezTo>
                <a:cubicBezTo>
                  <a:pt x="12086" y="1509"/>
                  <a:pt x="12101" y="1463"/>
                  <a:pt x="11975" y="1446"/>
                </a:cubicBezTo>
                <a:cubicBezTo>
                  <a:pt x="11963" y="1445"/>
                  <a:pt x="11953" y="1444"/>
                  <a:pt x="11943" y="1444"/>
                </a:cubicBezTo>
                <a:cubicBezTo>
                  <a:pt x="11874" y="1444"/>
                  <a:pt x="11856" y="1481"/>
                  <a:pt x="11779" y="1481"/>
                </a:cubicBezTo>
                <a:cubicBezTo>
                  <a:pt x="11767" y="1481"/>
                  <a:pt x="11754" y="1480"/>
                  <a:pt x="11739" y="1478"/>
                </a:cubicBezTo>
                <a:cubicBezTo>
                  <a:pt x="11628" y="1463"/>
                  <a:pt x="11645" y="1274"/>
                  <a:pt x="11534" y="1257"/>
                </a:cubicBezTo>
                <a:cubicBezTo>
                  <a:pt x="11424" y="1242"/>
                  <a:pt x="11424" y="1179"/>
                  <a:pt x="11313" y="1163"/>
                </a:cubicBezTo>
                <a:cubicBezTo>
                  <a:pt x="11288" y="1160"/>
                  <a:pt x="11267" y="1159"/>
                  <a:pt x="11250" y="1159"/>
                </a:cubicBezTo>
                <a:cubicBezTo>
                  <a:pt x="11201" y="1159"/>
                  <a:pt x="11178" y="1168"/>
                  <a:pt x="11136" y="1168"/>
                </a:cubicBezTo>
                <a:cubicBezTo>
                  <a:pt x="11120" y="1168"/>
                  <a:pt x="11102" y="1166"/>
                  <a:pt x="11078" y="1163"/>
                </a:cubicBezTo>
                <a:cubicBezTo>
                  <a:pt x="11015" y="1155"/>
                  <a:pt x="10983" y="1155"/>
                  <a:pt x="10954" y="1155"/>
                </a:cubicBezTo>
                <a:cubicBezTo>
                  <a:pt x="10924" y="1155"/>
                  <a:pt x="10896" y="1155"/>
                  <a:pt x="10841" y="1148"/>
                </a:cubicBezTo>
                <a:cubicBezTo>
                  <a:pt x="10836" y="1147"/>
                  <a:pt x="10831" y="1147"/>
                  <a:pt x="10826" y="1147"/>
                </a:cubicBezTo>
                <a:cubicBezTo>
                  <a:pt x="10733" y="1147"/>
                  <a:pt x="10698" y="1290"/>
                  <a:pt x="10603" y="1290"/>
                </a:cubicBezTo>
                <a:cubicBezTo>
                  <a:pt x="10598" y="1290"/>
                  <a:pt x="10594" y="1290"/>
                  <a:pt x="10589" y="1289"/>
                </a:cubicBezTo>
                <a:cubicBezTo>
                  <a:pt x="10463" y="1274"/>
                  <a:pt x="10494" y="1037"/>
                  <a:pt x="10384" y="1022"/>
                </a:cubicBezTo>
                <a:cubicBezTo>
                  <a:pt x="10378" y="1021"/>
                  <a:pt x="10371" y="1020"/>
                  <a:pt x="10365" y="1020"/>
                </a:cubicBezTo>
                <a:cubicBezTo>
                  <a:pt x="10277" y="1020"/>
                  <a:pt x="10253" y="1117"/>
                  <a:pt x="10153" y="1117"/>
                </a:cubicBezTo>
                <a:cubicBezTo>
                  <a:pt x="10146" y="1117"/>
                  <a:pt x="10139" y="1117"/>
                  <a:pt x="10132" y="1116"/>
                </a:cubicBezTo>
                <a:cubicBezTo>
                  <a:pt x="10021" y="1100"/>
                  <a:pt x="10038" y="1022"/>
                  <a:pt x="9912" y="1005"/>
                </a:cubicBezTo>
                <a:cubicBezTo>
                  <a:pt x="9905" y="1004"/>
                  <a:pt x="9898" y="1004"/>
                  <a:pt x="9891" y="1004"/>
                </a:cubicBezTo>
                <a:cubicBezTo>
                  <a:pt x="9805" y="1004"/>
                  <a:pt x="9782" y="1086"/>
                  <a:pt x="9695" y="1086"/>
                </a:cubicBezTo>
                <a:cubicBezTo>
                  <a:pt x="9689" y="1086"/>
                  <a:pt x="9682" y="1086"/>
                  <a:pt x="9675" y="1085"/>
                </a:cubicBezTo>
                <a:cubicBezTo>
                  <a:pt x="9668" y="1084"/>
                  <a:pt x="9661" y="1083"/>
                  <a:pt x="9655" y="1083"/>
                </a:cubicBezTo>
                <a:cubicBezTo>
                  <a:pt x="9553" y="1083"/>
                  <a:pt x="9530" y="1196"/>
                  <a:pt x="9440" y="1196"/>
                </a:cubicBezTo>
                <a:cubicBezTo>
                  <a:pt x="9435" y="1196"/>
                  <a:pt x="9429" y="1195"/>
                  <a:pt x="9423" y="1194"/>
                </a:cubicBezTo>
                <a:cubicBezTo>
                  <a:pt x="9297" y="1179"/>
                  <a:pt x="9313" y="1053"/>
                  <a:pt x="9202" y="1037"/>
                </a:cubicBezTo>
                <a:cubicBezTo>
                  <a:pt x="9092" y="1022"/>
                  <a:pt x="9108" y="927"/>
                  <a:pt x="8982" y="911"/>
                </a:cubicBezTo>
                <a:cubicBezTo>
                  <a:pt x="8872" y="896"/>
                  <a:pt x="8872" y="864"/>
                  <a:pt x="8761" y="848"/>
                </a:cubicBezTo>
                <a:cubicBezTo>
                  <a:pt x="8743" y="846"/>
                  <a:pt x="8728" y="845"/>
                  <a:pt x="8714" y="845"/>
                </a:cubicBezTo>
                <a:cubicBezTo>
                  <a:pt x="8646" y="845"/>
                  <a:pt x="8626" y="867"/>
                  <a:pt x="8566" y="867"/>
                </a:cubicBezTo>
                <a:cubicBezTo>
                  <a:pt x="8554" y="867"/>
                  <a:pt x="8541" y="866"/>
                  <a:pt x="8525" y="864"/>
                </a:cubicBezTo>
                <a:cubicBezTo>
                  <a:pt x="8399" y="848"/>
                  <a:pt x="8414" y="816"/>
                  <a:pt x="8288" y="801"/>
                </a:cubicBezTo>
                <a:cubicBezTo>
                  <a:pt x="8283" y="800"/>
                  <a:pt x="8279" y="800"/>
                  <a:pt x="8274" y="800"/>
                </a:cubicBezTo>
                <a:cubicBezTo>
                  <a:pt x="8180" y="800"/>
                  <a:pt x="8145" y="943"/>
                  <a:pt x="8051" y="943"/>
                </a:cubicBezTo>
                <a:cubicBezTo>
                  <a:pt x="8046" y="943"/>
                  <a:pt x="8041" y="943"/>
                  <a:pt x="8036" y="942"/>
                </a:cubicBezTo>
                <a:cubicBezTo>
                  <a:pt x="7927" y="927"/>
                  <a:pt x="7942" y="816"/>
                  <a:pt x="7816" y="801"/>
                </a:cubicBezTo>
                <a:cubicBezTo>
                  <a:pt x="7706" y="785"/>
                  <a:pt x="7706" y="770"/>
                  <a:pt x="7595" y="753"/>
                </a:cubicBezTo>
                <a:cubicBezTo>
                  <a:pt x="7577" y="751"/>
                  <a:pt x="7562" y="750"/>
                  <a:pt x="7548" y="750"/>
                </a:cubicBezTo>
                <a:cubicBezTo>
                  <a:pt x="7480" y="750"/>
                  <a:pt x="7460" y="773"/>
                  <a:pt x="7400" y="773"/>
                </a:cubicBezTo>
                <a:cubicBezTo>
                  <a:pt x="7388" y="773"/>
                  <a:pt x="7375" y="772"/>
                  <a:pt x="7359" y="770"/>
                </a:cubicBezTo>
                <a:cubicBezTo>
                  <a:pt x="7340" y="767"/>
                  <a:pt x="7324" y="766"/>
                  <a:pt x="7310" y="766"/>
                </a:cubicBezTo>
                <a:cubicBezTo>
                  <a:pt x="7245" y="766"/>
                  <a:pt x="7222" y="788"/>
                  <a:pt x="7156" y="788"/>
                </a:cubicBezTo>
                <a:cubicBezTo>
                  <a:pt x="7142" y="788"/>
                  <a:pt x="7126" y="787"/>
                  <a:pt x="7107" y="785"/>
                </a:cubicBezTo>
                <a:cubicBezTo>
                  <a:pt x="7100" y="784"/>
                  <a:pt x="7093" y="783"/>
                  <a:pt x="7087" y="783"/>
                </a:cubicBezTo>
                <a:cubicBezTo>
                  <a:pt x="7000" y="783"/>
                  <a:pt x="6977" y="866"/>
                  <a:pt x="6891" y="866"/>
                </a:cubicBezTo>
                <a:cubicBezTo>
                  <a:pt x="6884" y="866"/>
                  <a:pt x="6877" y="865"/>
                  <a:pt x="6870" y="864"/>
                </a:cubicBezTo>
                <a:cubicBezTo>
                  <a:pt x="6744" y="848"/>
                  <a:pt x="6776" y="659"/>
                  <a:pt x="6666" y="644"/>
                </a:cubicBezTo>
                <a:cubicBezTo>
                  <a:pt x="6603" y="635"/>
                  <a:pt x="6572" y="635"/>
                  <a:pt x="6542" y="635"/>
                </a:cubicBezTo>
                <a:cubicBezTo>
                  <a:pt x="6512" y="635"/>
                  <a:pt x="6485" y="635"/>
                  <a:pt x="6429" y="627"/>
                </a:cubicBezTo>
                <a:cubicBezTo>
                  <a:pt x="6417" y="625"/>
                  <a:pt x="6406" y="625"/>
                  <a:pt x="6396" y="625"/>
                </a:cubicBezTo>
                <a:cubicBezTo>
                  <a:pt x="6325" y="625"/>
                  <a:pt x="6298" y="661"/>
                  <a:pt x="6228" y="661"/>
                </a:cubicBezTo>
                <a:cubicBezTo>
                  <a:pt x="6218" y="661"/>
                  <a:pt x="6206" y="661"/>
                  <a:pt x="6193" y="659"/>
                </a:cubicBezTo>
                <a:cubicBezTo>
                  <a:pt x="6067" y="644"/>
                  <a:pt x="6082" y="533"/>
                  <a:pt x="5973" y="517"/>
                </a:cubicBezTo>
                <a:cubicBezTo>
                  <a:pt x="5967" y="517"/>
                  <a:pt x="5961" y="516"/>
                  <a:pt x="5955" y="516"/>
                </a:cubicBezTo>
                <a:cubicBezTo>
                  <a:pt x="5864" y="516"/>
                  <a:pt x="5829" y="628"/>
                  <a:pt x="5738" y="628"/>
                </a:cubicBezTo>
                <a:cubicBezTo>
                  <a:pt x="5732" y="628"/>
                  <a:pt x="5727" y="628"/>
                  <a:pt x="5721" y="627"/>
                </a:cubicBezTo>
                <a:cubicBezTo>
                  <a:pt x="5610" y="612"/>
                  <a:pt x="5626" y="486"/>
                  <a:pt x="5500" y="470"/>
                </a:cubicBezTo>
                <a:cubicBezTo>
                  <a:pt x="5495" y="469"/>
                  <a:pt x="5489" y="468"/>
                  <a:pt x="5484" y="468"/>
                </a:cubicBezTo>
                <a:cubicBezTo>
                  <a:pt x="5393" y="468"/>
                  <a:pt x="5370" y="582"/>
                  <a:pt x="5267" y="582"/>
                </a:cubicBezTo>
                <a:cubicBezTo>
                  <a:pt x="5261" y="582"/>
                  <a:pt x="5255" y="581"/>
                  <a:pt x="5248" y="580"/>
                </a:cubicBezTo>
                <a:cubicBezTo>
                  <a:pt x="5137" y="564"/>
                  <a:pt x="5137" y="533"/>
                  <a:pt x="5028" y="517"/>
                </a:cubicBezTo>
                <a:cubicBezTo>
                  <a:pt x="4917" y="501"/>
                  <a:pt x="4917" y="454"/>
                  <a:pt x="4807" y="438"/>
                </a:cubicBezTo>
                <a:cubicBezTo>
                  <a:pt x="4800" y="437"/>
                  <a:pt x="4793" y="437"/>
                  <a:pt x="4786" y="437"/>
                </a:cubicBezTo>
                <a:cubicBezTo>
                  <a:pt x="4686" y="437"/>
                  <a:pt x="4661" y="534"/>
                  <a:pt x="4574" y="534"/>
                </a:cubicBezTo>
                <a:cubicBezTo>
                  <a:pt x="4568" y="534"/>
                  <a:pt x="4562" y="534"/>
                  <a:pt x="4555" y="533"/>
                </a:cubicBezTo>
                <a:cubicBezTo>
                  <a:pt x="4444" y="517"/>
                  <a:pt x="4444" y="423"/>
                  <a:pt x="4334" y="407"/>
                </a:cubicBezTo>
                <a:cubicBezTo>
                  <a:pt x="4223" y="391"/>
                  <a:pt x="4240" y="249"/>
                  <a:pt x="4129" y="234"/>
                </a:cubicBezTo>
                <a:cubicBezTo>
                  <a:pt x="4123" y="233"/>
                  <a:pt x="4117" y="233"/>
                  <a:pt x="4111" y="233"/>
                </a:cubicBezTo>
                <a:cubicBezTo>
                  <a:pt x="4006" y="233"/>
                  <a:pt x="3984" y="361"/>
                  <a:pt x="3891" y="361"/>
                </a:cubicBezTo>
                <a:cubicBezTo>
                  <a:pt x="3887" y="361"/>
                  <a:pt x="3882" y="361"/>
                  <a:pt x="3877" y="360"/>
                </a:cubicBezTo>
                <a:cubicBezTo>
                  <a:pt x="3751" y="344"/>
                  <a:pt x="3767" y="234"/>
                  <a:pt x="3656" y="217"/>
                </a:cubicBezTo>
                <a:cubicBezTo>
                  <a:pt x="3650" y="217"/>
                  <a:pt x="3645" y="216"/>
                  <a:pt x="3639" y="216"/>
                </a:cubicBezTo>
                <a:cubicBezTo>
                  <a:pt x="3534" y="216"/>
                  <a:pt x="3512" y="345"/>
                  <a:pt x="3420" y="345"/>
                </a:cubicBezTo>
                <a:cubicBezTo>
                  <a:pt x="3415" y="345"/>
                  <a:pt x="3410" y="344"/>
                  <a:pt x="3404" y="344"/>
                </a:cubicBezTo>
                <a:cubicBezTo>
                  <a:pt x="3278" y="328"/>
                  <a:pt x="3310" y="123"/>
                  <a:pt x="3200" y="108"/>
                </a:cubicBezTo>
                <a:cubicBezTo>
                  <a:pt x="3074" y="91"/>
                  <a:pt x="3074" y="91"/>
                  <a:pt x="2963" y="76"/>
                </a:cubicBezTo>
                <a:cubicBezTo>
                  <a:pt x="2955" y="75"/>
                  <a:pt x="2948" y="75"/>
                  <a:pt x="2941" y="75"/>
                </a:cubicBezTo>
                <a:cubicBezTo>
                  <a:pt x="2857" y="75"/>
                  <a:pt x="2832" y="156"/>
                  <a:pt x="2735" y="156"/>
                </a:cubicBezTo>
                <a:cubicBezTo>
                  <a:pt x="2728" y="156"/>
                  <a:pt x="2720" y="156"/>
                  <a:pt x="2711" y="154"/>
                </a:cubicBezTo>
                <a:cubicBezTo>
                  <a:pt x="2601" y="139"/>
                  <a:pt x="2616" y="60"/>
                  <a:pt x="2490" y="60"/>
                </a:cubicBezTo>
                <a:cubicBezTo>
                  <a:pt x="2484" y="59"/>
                  <a:pt x="2478" y="59"/>
                  <a:pt x="2472" y="59"/>
                </a:cubicBezTo>
                <a:cubicBezTo>
                  <a:pt x="2384" y="59"/>
                  <a:pt x="2361" y="156"/>
                  <a:pt x="2274" y="156"/>
                </a:cubicBezTo>
                <a:cubicBezTo>
                  <a:pt x="2268" y="156"/>
                  <a:pt x="2261" y="155"/>
                  <a:pt x="2255" y="154"/>
                </a:cubicBezTo>
                <a:cubicBezTo>
                  <a:pt x="2146" y="141"/>
                  <a:pt x="2073" y="0"/>
                  <a:pt x="2004" y="0"/>
                </a:cubicBezTo>
                <a:close/>
              </a:path>
            </a:pathLst>
          </a:custGeom>
          <a:solidFill>
            <a:schemeClr val="lt2"/>
          </a:solidFill>
          <a:ln>
            <a:noFill/>
          </a:ln>
          <a:effectLst>
            <a:outerShdw blurRad="57150" dist="19050" dir="5400000" algn="bl" rotWithShape="0">
              <a:schemeClr val="dk1">
                <a:alpha val="2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he-IL" dirty="0">
              <a:latin typeface="David" panose="020E0502060401010101" pitchFamily="34" charset="-79"/>
              <a:cs typeface="David" panose="020E0502060401010101" pitchFamily="34" charset="-79"/>
            </a:endParaRPr>
          </a:p>
        </p:txBody>
      </p:sp>
      <p:pic>
        <p:nvPicPr>
          <p:cNvPr id="2183" name="Google Shape;2183;p38"/>
          <p:cNvPicPr preferRelativeResize="0"/>
          <p:nvPr/>
        </p:nvPicPr>
        <p:blipFill>
          <a:blip r:embed="rId3">
            <a:alphaModFix/>
          </a:blip>
          <a:stretch>
            <a:fillRect/>
          </a:stretch>
        </p:blipFill>
        <p:spPr>
          <a:xfrm rot="1091411" flipH="1">
            <a:off x="69601" y="263394"/>
            <a:ext cx="1436300" cy="1753743"/>
          </a:xfrm>
          <a:prstGeom prst="rect">
            <a:avLst/>
          </a:prstGeom>
          <a:noFill/>
          <a:ln>
            <a:noFill/>
          </a:ln>
        </p:spPr>
      </p:pic>
      <p:sp>
        <p:nvSpPr>
          <p:cNvPr id="2184" name="Google Shape;2184;p38"/>
          <p:cNvSpPr/>
          <p:nvPr/>
        </p:nvSpPr>
        <p:spPr>
          <a:xfrm rot="-1305378">
            <a:off x="6451707" y="718982"/>
            <a:ext cx="875713" cy="618025"/>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85" name="Google Shape;2185;p38"/>
          <p:cNvSpPr/>
          <p:nvPr/>
        </p:nvSpPr>
        <p:spPr>
          <a:xfrm rot="-3714108">
            <a:off x="1436883" y="249322"/>
            <a:ext cx="875706" cy="618021"/>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 name="כותרת 2">
            <a:extLst>
              <a:ext uri="{FF2B5EF4-FFF2-40B4-BE49-F238E27FC236}">
                <a16:creationId xmlns:a16="http://schemas.microsoft.com/office/drawing/2014/main" id="{D202561C-5841-C6E0-FEBB-CE77E90649C3}"/>
              </a:ext>
            </a:extLst>
          </p:cNvPr>
          <p:cNvSpPr>
            <a:spLocks noGrp="1"/>
          </p:cNvSpPr>
          <p:nvPr>
            <p:ph type="title"/>
          </p:nvPr>
        </p:nvSpPr>
        <p:spPr>
          <a:xfrm>
            <a:off x="903221" y="827722"/>
            <a:ext cx="4353979" cy="2865498"/>
          </a:xfrm>
        </p:spPr>
        <p:txBody>
          <a:bodyPr/>
          <a:lstStyle/>
          <a:p>
            <a:pPr algn="r" rtl="1"/>
            <a:br>
              <a:rPr kumimoji="0" lang="he-IL" sz="1200" b="1" i="0" u="none" strike="noStrike" kern="1200" cap="none" spc="0" normalizeH="0" baseline="0" noProof="0" dirty="0">
                <a:ln>
                  <a:noFill/>
                </a:ln>
                <a:solidFill>
                  <a:srgbClr val="F89C7A">
                    <a:lumMod val="50000"/>
                  </a:srgbClr>
                </a:solidFill>
                <a:effectLst/>
                <a:uLnTx/>
                <a:uFillTx/>
                <a:latin typeface="David" panose="020E0502060401010101" pitchFamily="34" charset="-79"/>
                <a:ea typeface="+mn-ea"/>
                <a:cs typeface="David" panose="020E0502060401010101" pitchFamily="34" charset="-79"/>
                <a:sym typeface="Aleo"/>
              </a:rPr>
            </a:br>
            <a:br>
              <a:rPr kumimoji="0" lang="he-IL" sz="1200" b="1" i="0" u="none" strike="noStrike" kern="1200" cap="none" spc="0" normalizeH="0" baseline="0" noProof="0" dirty="0">
                <a:ln>
                  <a:noFill/>
                </a:ln>
                <a:solidFill>
                  <a:srgbClr val="F89C7A">
                    <a:lumMod val="50000"/>
                  </a:srgbClr>
                </a:solidFill>
                <a:effectLst/>
                <a:uLnTx/>
                <a:uFillTx/>
                <a:latin typeface="David" panose="020E0502060401010101" pitchFamily="34" charset="-79"/>
                <a:ea typeface="+mn-ea"/>
                <a:cs typeface="David" panose="020E0502060401010101" pitchFamily="34" charset="-79"/>
                <a:sym typeface="Aleo"/>
              </a:rPr>
            </a:br>
            <a:br>
              <a:rPr kumimoji="0" lang="he-IL" sz="1200" b="1" i="0" u="none" strike="noStrike" kern="1200" cap="none" spc="0" normalizeH="0" baseline="0" noProof="0" dirty="0">
                <a:ln>
                  <a:noFill/>
                </a:ln>
                <a:solidFill>
                  <a:srgbClr val="F89C7A">
                    <a:lumMod val="50000"/>
                  </a:srgbClr>
                </a:solidFill>
                <a:effectLst/>
                <a:uLnTx/>
                <a:uFillTx/>
                <a:latin typeface="David" panose="020E0502060401010101" pitchFamily="34" charset="-79"/>
                <a:ea typeface="+mn-ea"/>
                <a:cs typeface="David" panose="020E0502060401010101" pitchFamily="34" charset="-79"/>
                <a:sym typeface="Aleo"/>
              </a:rPr>
            </a:br>
            <a:r>
              <a:rPr kumimoji="0" lang="he-IL" sz="1400" b="1" i="0" u="none" strike="noStrike" kern="1200" cap="none" spc="0" normalizeH="0" baseline="0" noProof="0" dirty="0">
                <a:ln>
                  <a:noFill/>
                </a:ln>
                <a:solidFill>
                  <a:srgbClr val="F89C7A">
                    <a:lumMod val="50000"/>
                  </a:srgbClr>
                </a:solidFill>
                <a:effectLst/>
                <a:uLnTx/>
                <a:uFillTx/>
                <a:latin typeface="David" panose="020E0502060401010101" pitchFamily="34" charset="-79"/>
                <a:ea typeface="+mn-ea"/>
                <a:cs typeface="David" panose="020E0502060401010101" pitchFamily="34" charset="-79"/>
                <a:sym typeface="Aleo"/>
              </a:rPr>
              <a:t>התוכנית בנויה על בסיס חמישה חלקים שבתפילה:</a:t>
            </a:r>
            <a:r>
              <a:rPr kumimoji="0" lang="en-US" sz="1400" b="1" i="0" u="none" strike="noStrike" kern="1200" cap="none" spc="0" normalizeH="0" baseline="0" noProof="0" dirty="0">
                <a:ln>
                  <a:noFill/>
                </a:ln>
                <a:solidFill>
                  <a:srgbClr val="F89C7A">
                    <a:lumMod val="50000"/>
                  </a:srgbClr>
                </a:solidFill>
                <a:effectLst/>
                <a:uLnTx/>
                <a:uFillTx/>
                <a:latin typeface="David" panose="020E0502060401010101" pitchFamily="34" charset="-79"/>
                <a:ea typeface="+mn-ea"/>
                <a:cs typeface="David" panose="020E0502060401010101" pitchFamily="34" charset="-79"/>
                <a:sym typeface="Aleo"/>
              </a:rPr>
              <a:t> </a:t>
            </a:r>
            <a:r>
              <a:rPr kumimoji="0" lang="he-IL" sz="1400" b="1" i="0" u="none" strike="noStrike" kern="1200" cap="none" spc="0" normalizeH="0" baseline="0" noProof="0" dirty="0">
                <a:ln>
                  <a:noFill/>
                </a:ln>
                <a:solidFill>
                  <a:srgbClr val="F89C7A">
                    <a:lumMod val="50000"/>
                  </a:srgbClr>
                </a:solidFill>
                <a:effectLst/>
                <a:uLnTx/>
                <a:uFillTx/>
                <a:latin typeface="David" panose="020E0502060401010101" pitchFamily="34" charset="-79"/>
                <a:ea typeface="+mn-ea"/>
                <a:cs typeface="David" panose="020E0502060401010101" pitchFamily="34" charset="-79"/>
                <a:sym typeface="Aleo"/>
              </a:rPr>
              <a:t> </a:t>
            </a:r>
            <a:br>
              <a:rPr kumimoji="0" lang="he-IL" sz="1400" b="1" i="0" u="none" strike="noStrike" kern="1200" cap="none" spc="0" normalizeH="0" baseline="0" noProof="0" dirty="0">
                <a:ln>
                  <a:noFill/>
                </a:ln>
                <a:solidFill>
                  <a:srgbClr val="F89C7A">
                    <a:lumMod val="50000"/>
                  </a:srgbClr>
                </a:solidFill>
                <a:effectLst/>
                <a:uLnTx/>
                <a:uFillTx/>
                <a:latin typeface="David" panose="020E0502060401010101" pitchFamily="34" charset="-79"/>
                <a:ea typeface="+mn-ea"/>
                <a:cs typeface="David" panose="020E0502060401010101" pitchFamily="34" charset="-79"/>
                <a:sym typeface="Aleo"/>
              </a:rPr>
            </a:br>
            <a:r>
              <a:rPr kumimoji="0" lang="he-IL" sz="1400" b="1" i="0" u="none" strike="noStrike" kern="1200" cap="none" spc="0" normalizeH="0" baseline="0" noProof="0" dirty="0">
                <a:ln>
                  <a:noFill/>
                </a:ln>
                <a:solidFill>
                  <a:srgbClr val="F89C7A">
                    <a:lumMod val="50000"/>
                  </a:srgbClr>
                </a:solidFill>
                <a:effectLst/>
                <a:uLnTx/>
                <a:uFillTx/>
                <a:latin typeface="David" panose="020E0502060401010101" pitchFamily="34" charset="-79"/>
                <a:ea typeface="+mn-ea"/>
                <a:cs typeface="David" panose="020E0502060401010101" pitchFamily="34" charset="-79"/>
                <a:sym typeface="Aleo"/>
              </a:rPr>
              <a:t>-</a:t>
            </a: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ברכות השחר</a:t>
            </a:r>
            <a:b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b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-פסוקי </a:t>
            </a:r>
            <a:r>
              <a:rPr kumimoji="0" lang="he-IL" sz="1400" b="1" i="0" u="none" strike="noStrike" kern="1200" cap="none" spc="0" normalizeH="0" baseline="0" noProof="0" dirty="0" err="1">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דזמרא</a:t>
            </a:r>
            <a:b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b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-קריאת שמע וברכותיה</a:t>
            </a:r>
            <a:b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b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-תפילת עמידה</a:t>
            </a:r>
            <a:b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b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-סיום התפילה</a:t>
            </a: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b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בכל שנה חדשה נוספות התפילות החדשות. התפילות החדשות צבועות בצבע. לכל שנתון צבע מיוחד</a:t>
            </a:r>
            <a:b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b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a:t>
            </a:r>
            <a:r>
              <a:rPr kumimoji="0" lang="he-IL" sz="1400" b="1" i="0" u="none" strike="noStrike" kern="1200" cap="none" spc="0" normalizeH="0" baseline="0" noProof="0" dirty="0">
                <a:ln>
                  <a:noFill/>
                </a:ln>
                <a:solidFill>
                  <a:prstClr val="black">
                    <a:lumMod val="85000"/>
                    <a:lumOff val="15000"/>
                  </a:prstClr>
                </a:solidFill>
                <a:effectLst/>
                <a:highlight>
                  <a:srgbClr val="FFFF00"/>
                </a:highlight>
                <a:uLnTx/>
                <a:uFillTx/>
                <a:latin typeface="David" panose="020E0502060401010101" pitchFamily="34" charset="-79"/>
                <a:ea typeface="+mn-ea"/>
                <a:cs typeface="David" panose="020E0502060401010101" pitchFamily="34" charset="-79"/>
                <a:sym typeface="Aleo"/>
              </a:rPr>
              <a:t>כיתה ב</a:t>
            </a: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 </a:t>
            </a:r>
            <a:r>
              <a:rPr kumimoji="0" lang="he-IL" sz="1400" b="1" i="0" u="none" strike="noStrike" kern="1200" cap="none" spc="0" normalizeH="0" baseline="0" noProof="0" dirty="0">
                <a:ln>
                  <a:noFill/>
                </a:ln>
                <a:solidFill>
                  <a:prstClr val="black">
                    <a:lumMod val="85000"/>
                    <a:lumOff val="15000"/>
                  </a:prstClr>
                </a:solidFill>
                <a:effectLst/>
                <a:highlight>
                  <a:srgbClr val="00FF00"/>
                </a:highlight>
                <a:uLnTx/>
                <a:uFillTx/>
                <a:latin typeface="David" panose="020E0502060401010101" pitchFamily="34" charset="-79"/>
                <a:ea typeface="+mn-ea"/>
                <a:cs typeface="David" panose="020E0502060401010101" pitchFamily="34" charset="-79"/>
                <a:sym typeface="Aleo"/>
              </a:rPr>
              <a:t>כיתה ג</a:t>
            </a: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 </a:t>
            </a:r>
            <a:r>
              <a:rPr kumimoji="0" lang="he-IL" sz="1400" b="1" i="0" u="none" strike="noStrike" kern="1200" cap="none" spc="0" normalizeH="0" baseline="0" noProof="0" dirty="0">
                <a:ln>
                  <a:noFill/>
                </a:ln>
                <a:solidFill>
                  <a:prstClr val="black">
                    <a:lumMod val="85000"/>
                    <a:lumOff val="15000"/>
                  </a:prstClr>
                </a:solidFill>
                <a:effectLst/>
                <a:highlight>
                  <a:srgbClr val="00FFFF"/>
                </a:highlight>
                <a:uLnTx/>
                <a:uFillTx/>
                <a:latin typeface="David" panose="020E0502060401010101" pitchFamily="34" charset="-79"/>
                <a:ea typeface="+mn-ea"/>
                <a:cs typeface="David" panose="020E0502060401010101" pitchFamily="34" charset="-79"/>
                <a:sym typeface="Aleo"/>
              </a:rPr>
              <a:t>כיתה ד</a:t>
            </a: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 </a:t>
            </a:r>
            <a:r>
              <a:rPr kumimoji="0" lang="he-IL" sz="1400" b="1" i="0" u="none" strike="noStrike" kern="1200" cap="none" spc="0" normalizeH="0" baseline="0" noProof="0" dirty="0">
                <a:ln>
                  <a:noFill/>
                </a:ln>
                <a:solidFill>
                  <a:prstClr val="black">
                    <a:lumMod val="85000"/>
                    <a:lumOff val="15000"/>
                  </a:prstClr>
                </a:solidFill>
                <a:effectLst/>
                <a:highlight>
                  <a:srgbClr val="FF00FF"/>
                </a:highlight>
                <a:uLnTx/>
                <a:uFillTx/>
                <a:latin typeface="David" panose="020E0502060401010101" pitchFamily="34" charset="-79"/>
                <a:ea typeface="+mn-ea"/>
                <a:cs typeface="David" panose="020E0502060401010101" pitchFamily="34" charset="-79"/>
                <a:sym typeface="Aleo"/>
              </a:rPr>
              <a:t>כיתה ה</a:t>
            </a: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 </a:t>
            </a:r>
            <a:r>
              <a:rPr kumimoji="0" lang="he-IL" sz="1400" b="1" i="0" u="none" strike="noStrike" kern="1200" cap="none" spc="0" normalizeH="0" baseline="0" noProof="0" dirty="0">
                <a:ln>
                  <a:noFill/>
                </a:ln>
                <a:solidFill>
                  <a:prstClr val="black">
                    <a:lumMod val="85000"/>
                    <a:lumOff val="15000"/>
                  </a:prstClr>
                </a:solidFill>
                <a:effectLst/>
                <a:highlight>
                  <a:srgbClr val="C0C0C0"/>
                </a:highlight>
                <a:uLnTx/>
                <a:uFillTx/>
                <a:latin typeface="David" panose="020E0502060401010101" pitchFamily="34" charset="-79"/>
                <a:ea typeface="+mn-ea"/>
                <a:cs typeface="David" panose="020E0502060401010101" pitchFamily="34" charset="-79"/>
                <a:sym typeface="Aleo"/>
              </a:rPr>
              <a:t>כיתה ו</a:t>
            </a: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a:t>
            </a:r>
            <a:b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b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והתפילות משנים קודמות ללא צבע. </a:t>
            </a:r>
            <a:b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br>
            <a:r>
              <a:rPr kumimoji="0" lang="he-IL" sz="14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t>-כל תוספת - מתחילים בתחילת הברכה ובסופה, ומשלימים את הברכה בהמשך על פי התוכנית. </a:t>
            </a: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sym typeface="Aleo"/>
              </a:rPr>
            </a:br>
            <a:r>
              <a:rPr kumimoji="0" lang="he-IL" sz="1200" i="0" u="none" strike="noStrike" kern="1200" cap="none" spc="0" normalizeH="0" baseline="0" noProof="0" dirty="0">
                <a:ln>
                  <a:noFill/>
                </a:ln>
                <a:solidFill>
                  <a:schemeClr val="tx1"/>
                </a:solidFill>
                <a:effectLst/>
                <a:uLnTx/>
                <a:uFillTx/>
                <a:latin typeface="David" panose="020E0502060401010101" pitchFamily="34" charset="-79"/>
                <a:ea typeface="Gadugi" panose="020B0502040204020203" pitchFamily="34" charset="0"/>
                <a:cs typeface="David" panose="020E0502060401010101" pitchFamily="34" charset="-79"/>
                <a:sym typeface="Aleo"/>
              </a:rPr>
              <a:t>.</a:t>
            </a:r>
            <a:endParaRPr lang="he-IL" dirty="0">
              <a:solidFill>
                <a:schemeClr val="tx1"/>
              </a:solidFill>
              <a:latin typeface="David" panose="020E0502060401010101" pitchFamily="34" charset="-79"/>
              <a:cs typeface="David" panose="020E0502060401010101" pitchFamily="34" charset="-79"/>
            </a:endParaRPr>
          </a:p>
        </p:txBody>
      </p:sp>
      <p:sp>
        <p:nvSpPr>
          <p:cNvPr id="8" name="תיבת טקסט 7">
            <a:extLst>
              <a:ext uri="{FF2B5EF4-FFF2-40B4-BE49-F238E27FC236}">
                <a16:creationId xmlns:a16="http://schemas.microsoft.com/office/drawing/2014/main" id="{9C5B0A1E-07C5-960A-915E-B9DF17968854}"/>
              </a:ext>
            </a:extLst>
          </p:cNvPr>
          <p:cNvSpPr txBox="1"/>
          <p:nvPr/>
        </p:nvSpPr>
        <p:spPr>
          <a:xfrm>
            <a:off x="5563363" y="1395330"/>
            <a:ext cx="2407373" cy="1415772"/>
          </a:xfrm>
          <a:prstGeom prst="rect">
            <a:avLst/>
          </a:prstGeom>
          <a:noFill/>
        </p:spPr>
        <p:txBody>
          <a:bodyPr wrap="square" rtlCol="1">
            <a:spAutoFit/>
          </a:bodyPr>
          <a:lstStyle/>
          <a:p>
            <a:pPr algn="ctr"/>
            <a:r>
              <a:rPr lang="he-IL" sz="2000" dirty="0">
                <a:solidFill>
                  <a:schemeClr val="accent3">
                    <a:lumMod val="50000"/>
                  </a:schemeClr>
                </a:solidFill>
                <a:latin typeface="David" panose="020E0502060401010101" pitchFamily="34" charset="-79"/>
                <a:cs typeface="David" panose="020E0502060401010101" pitchFamily="34" charset="-79"/>
              </a:rPr>
              <a:t>"</a:t>
            </a:r>
            <a:r>
              <a:rPr lang="he-IL" sz="2000" b="1" dirty="0">
                <a:solidFill>
                  <a:schemeClr val="accent3">
                    <a:lumMod val="50000"/>
                  </a:schemeClr>
                </a:solidFill>
                <a:latin typeface="David" panose="020E0502060401010101" pitchFamily="34" charset="-79"/>
                <a:cs typeface="David" panose="020E0502060401010101" pitchFamily="34" charset="-79"/>
              </a:rPr>
              <a:t>לעולם יסדיר אדם תפילתו, ואחר כך יתפלל"</a:t>
            </a:r>
            <a:br>
              <a:rPr lang="he-IL" sz="2000" dirty="0">
                <a:solidFill>
                  <a:schemeClr val="accent3">
                    <a:lumMod val="50000"/>
                  </a:schemeClr>
                </a:solidFill>
                <a:latin typeface="David" panose="020E0502060401010101" pitchFamily="34" charset="-79"/>
                <a:cs typeface="David" panose="020E0502060401010101" pitchFamily="34" charset="-79"/>
              </a:rPr>
            </a:br>
            <a:r>
              <a:rPr lang="he-IL" b="1" dirty="0">
                <a:solidFill>
                  <a:schemeClr val="accent3">
                    <a:lumMod val="50000"/>
                  </a:schemeClr>
                </a:solidFill>
                <a:latin typeface="David" panose="020E0502060401010101" pitchFamily="34" charset="-79"/>
                <a:cs typeface="David" panose="020E0502060401010101" pitchFamily="34" charset="-79"/>
              </a:rPr>
              <a:t>(ראש השנה לה, א)</a:t>
            </a:r>
            <a:br>
              <a:rPr lang="he-IL" b="1" dirty="0">
                <a:latin typeface="David" panose="020E0502060401010101" pitchFamily="34" charset="-79"/>
                <a:cs typeface="David" panose="020E0502060401010101" pitchFamily="34" charset="-79"/>
              </a:rPr>
            </a:br>
            <a:endParaRPr lang="he-IL" sz="1200" dirty="0">
              <a:latin typeface="David" panose="020E0502060401010101" pitchFamily="34" charset="-79"/>
              <a:cs typeface="David" panose="020E0502060401010101" pitchFamily="34" charset="-79"/>
            </a:endParaRPr>
          </a:p>
        </p:txBody>
      </p:sp>
      <p:sp>
        <p:nvSpPr>
          <p:cNvPr id="9" name="Google Shape;8365;p54">
            <a:extLst>
              <a:ext uri="{FF2B5EF4-FFF2-40B4-BE49-F238E27FC236}">
                <a16:creationId xmlns:a16="http://schemas.microsoft.com/office/drawing/2014/main" id="{355C4D12-95E6-CC65-8E34-A74CB424175C}"/>
              </a:ext>
            </a:extLst>
          </p:cNvPr>
          <p:cNvSpPr txBox="1">
            <a:spLocks/>
          </p:cNvSpPr>
          <p:nvPr/>
        </p:nvSpPr>
        <p:spPr>
          <a:xfrm>
            <a:off x="5023724" y="2869591"/>
            <a:ext cx="3262200" cy="1235100"/>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1pPr>
            <a:lvl2pPr marL="914400" marR="0" lvl="1"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2pPr>
            <a:lvl3pPr marL="1371600" marR="0" lvl="2"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3pPr>
            <a:lvl4pPr marL="1828800" marR="0" lvl="3"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4pPr>
            <a:lvl5pPr marL="2286000" marR="0" lvl="4"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5pPr>
            <a:lvl6pPr marL="2743200" marR="0" lvl="5"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6pPr>
            <a:lvl7pPr marL="3200400" marR="0" lvl="6"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7pPr>
            <a:lvl8pPr marL="3657600" marR="0" lvl="7"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8pPr>
            <a:lvl9pPr marL="4114800" marR="0" lvl="8"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9pPr>
          </a:lstStyle>
          <a:p>
            <a:pPr marL="0" indent="0" rtl="1">
              <a:spcBef>
                <a:spcPts val="1200"/>
              </a:spcBef>
              <a:buClrTx/>
              <a:buSzTx/>
              <a:buFontTx/>
              <a:buNone/>
              <a:defRPr/>
            </a:pPr>
            <a:r>
              <a:rPr lang="he-IL" sz="2000" b="1" kern="1200" dirty="0">
                <a:solidFill>
                  <a:srgbClr val="C00000"/>
                </a:solidFill>
                <a:latin typeface="David" panose="020E0502060401010101" pitchFamily="34" charset="-79"/>
                <a:ea typeface="+mn-ea"/>
                <a:cs typeface="David" panose="020E0502060401010101" pitchFamily="34" charset="-79"/>
              </a:rPr>
              <a:t>מבנה התוכנית</a:t>
            </a:r>
            <a:endParaRPr lang="he-IL" sz="2000" dirty="0">
              <a:latin typeface="David" panose="020E0502060401010101" pitchFamily="34" charset="-79"/>
              <a:cs typeface="David" panose="020E0502060401010101" pitchFamily="34" charset="-79"/>
            </a:endParaRPr>
          </a:p>
        </p:txBody>
      </p:sp>
      <p:pic>
        <p:nvPicPr>
          <p:cNvPr id="6" name="תמונה 5">
            <a:extLst>
              <a:ext uri="{FF2B5EF4-FFF2-40B4-BE49-F238E27FC236}">
                <a16:creationId xmlns:a16="http://schemas.microsoft.com/office/drawing/2014/main" id="{A87197EB-1869-A136-FCEF-1AAAFD376551}"/>
              </a:ext>
            </a:extLst>
          </p:cNvPr>
          <p:cNvPicPr>
            <a:picLocks noChangeAspect="1"/>
          </p:cNvPicPr>
          <p:nvPr/>
        </p:nvPicPr>
        <p:blipFill>
          <a:blip r:embed="rId4"/>
          <a:stretch>
            <a:fillRect/>
          </a:stretch>
        </p:blipFill>
        <p:spPr>
          <a:xfrm>
            <a:off x="5858292" y="3716250"/>
            <a:ext cx="2062545" cy="1372530"/>
          </a:xfrm>
          <a:prstGeom prst="ellipse">
            <a:avLst/>
          </a:prstGeom>
          <a:ln>
            <a:noFill/>
          </a:ln>
          <a:effectLst>
            <a:softEdge rad="112500"/>
          </a:effectLst>
        </p:spPr>
      </p:pic>
    </p:spTree>
    <p:extLst>
      <p:ext uri="{BB962C8B-B14F-4D97-AF65-F5344CB8AC3E}">
        <p14:creationId xmlns:p14="http://schemas.microsoft.com/office/powerpoint/2010/main" val="922610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sp>
        <p:nvSpPr>
          <p:cNvPr id="5" name="Google Shape;2181;p38">
            <a:extLst>
              <a:ext uri="{FF2B5EF4-FFF2-40B4-BE49-F238E27FC236}">
                <a16:creationId xmlns:a16="http://schemas.microsoft.com/office/drawing/2014/main" id="{BB990C39-6D1A-5F63-1D0A-53EC6B33D9ED}"/>
              </a:ext>
            </a:extLst>
          </p:cNvPr>
          <p:cNvSpPr/>
          <p:nvPr/>
        </p:nvSpPr>
        <p:spPr>
          <a:xfrm>
            <a:off x="5201635" y="569619"/>
            <a:ext cx="3641037" cy="4009142"/>
          </a:xfrm>
          <a:custGeom>
            <a:avLst/>
            <a:gdLst/>
            <a:ahLst/>
            <a:cxnLst/>
            <a:rect l="l" t="t" r="r" b="b"/>
            <a:pathLst>
              <a:path w="14954" h="16466" extrusionOk="0">
                <a:moveTo>
                  <a:pt x="2004" y="0"/>
                </a:moveTo>
                <a:cubicBezTo>
                  <a:pt x="1993" y="0"/>
                  <a:pt x="1982" y="4"/>
                  <a:pt x="1971" y="13"/>
                </a:cubicBezTo>
                <a:cubicBezTo>
                  <a:pt x="1876" y="91"/>
                  <a:pt x="1971" y="202"/>
                  <a:pt x="1955" y="328"/>
                </a:cubicBezTo>
                <a:cubicBezTo>
                  <a:pt x="1939" y="438"/>
                  <a:pt x="1891" y="438"/>
                  <a:pt x="1876" y="549"/>
                </a:cubicBezTo>
                <a:cubicBezTo>
                  <a:pt x="1860" y="659"/>
                  <a:pt x="1986" y="675"/>
                  <a:pt x="1971" y="801"/>
                </a:cubicBezTo>
                <a:cubicBezTo>
                  <a:pt x="1955" y="911"/>
                  <a:pt x="1828" y="896"/>
                  <a:pt x="1813" y="1022"/>
                </a:cubicBezTo>
                <a:cubicBezTo>
                  <a:pt x="1797" y="1131"/>
                  <a:pt x="1782" y="1131"/>
                  <a:pt x="1765" y="1242"/>
                </a:cubicBezTo>
                <a:cubicBezTo>
                  <a:pt x="1765" y="1368"/>
                  <a:pt x="1719" y="1352"/>
                  <a:pt x="1702" y="1478"/>
                </a:cubicBezTo>
                <a:cubicBezTo>
                  <a:pt x="1687" y="1589"/>
                  <a:pt x="1955" y="1620"/>
                  <a:pt x="1939" y="1746"/>
                </a:cubicBezTo>
                <a:cubicBezTo>
                  <a:pt x="1923" y="1856"/>
                  <a:pt x="1891" y="1856"/>
                  <a:pt x="1876" y="1967"/>
                </a:cubicBezTo>
                <a:cubicBezTo>
                  <a:pt x="1860" y="2093"/>
                  <a:pt x="1828" y="2077"/>
                  <a:pt x="1813" y="2203"/>
                </a:cubicBezTo>
                <a:cubicBezTo>
                  <a:pt x="1797" y="2314"/>
                  <a:pt x="1813" y="2314"/>
                  <a:pt x="1797" y="2440"/>
                </a:cubicBezTo>
                <a:cubicBezTo>
                  <a:pt x="1782" y="2549"/>
                  <a:pt x="1671" y="2534"/>
                  <a:pt x="1656" y="2660"/>
                </a:cubicBezTo>
                <a:cubicBezTo>
                  <a:pt x="1639" y="2770"/>
                  <a:pt x="1545" y="2755"/>
                  <a:pt x="1530" y="2881"/>
                </a:cubicBezTo>
                <a:cubicBezTo>
                  <a:pt x="1513" y="2990"/>
                  <a:pt x="1608" y="3007"/>
                  <a:pt x="1593" y="3117"/>
                </a:cubicBezTo>
                <a:cubicBezTo>
                  <a:pt x="1576" y="3243"/>
                  <a:pt x="1545" y="3227"/>
                  <a:pt x="1530" y="3353"/>
                </a:cubicBezTo>
                <a:cubicBezTo>
                  <a:pt x="1513" y="3463"/>
                  <a:pt x="1576" y="3480"/>
                  <a:pt x="1561" y="3589"/>
                </a:cubicBezTo>
                <a:cubicBezTo>
                  <a:pt x="1545" y="3700"/>
                  <a:pt x="1624" y="3715"/>
                  <a:pt x="1608" y="3826"/>
                </a:cubicBezTo>
                <a:cubicBezTo>
                  <a:pt x="1593" y="3952"/>
                  <a:pt x="1656" y="3952"/>
                  <a:pt x="1639" y="4078"/>
                </a:cubicBezTo>
                <a:cubicBezTo>
                  <a:pt x="1624" y="4188"/>
                  <a:pt x="1530" y="4173"/>
                  <a:pt x="1513" y="4299"/>
                </a:cubicBezTo>
                <a:cubicBezTo>
                  <a:pt x="1498" y="4408"/>
                  <a:pt x="1404" y="4393"/>
                  <a:pt x="1387" y="4519"/>
                </a:cubicBezTo>
                <a:cubicBezTo>
                  <a:pt x="1372" y="4629"/>
                  <a:pt x="1561" y="4661"/>
                  <a:pt x="1545" y="4771"/>
                </a:cubicBezTo>
                <a:cubicBezTo>
                  <a:pt x="1530" y="4881"/>
                  <a:pt x="1419" y="4866"/>
                  <a:pt x="1404" y="4992"/>
                </a:cubicBezTo>
                <a:cubicBezTo>
                  <a:pt x="1387" y="5102"/>
                  <a:pt x="1356" y="5102"/>
                  <a:pt x="1341" y="5213"/>
                </a:cubicBezTo>
                <a:cubicBezTo>
                  <a:pt x="1324" y="5339"/>
                  <a:pt x="1387" y="5339"/>
                  <a:pt x="1372" y="5465"/>
                </a:cubicBezTo>
                <a:cubicBezTo>
                  <a:pt x="1356" y="5574"/>
                  <a:pt x="1324" y="5574"/>
                  <a:pt x="1309" y="5685"/>
                </a:cubicBezTo>
                <a:cubicBezTo>
                  <a:pt x="1293" y="5795"/>
                  <a:pt x="1230" y="5795"/>
                  <a:pt x="1215" y="5906"/>
                </a:cubicBezTo>
                <a:cubicBezTo>
                  <a:pt x="1198" y="6032"/>
                  <a:pt x="1120" y="6016"/>
                  <a:pt x="1104" y="6126"/>
                </a:cubicBezTo>
                <a:cubicBezTo>
                  <a:pt x="1089" y="6253"/>
                  <a:pt x="1152" y="6253"/>
                  <a:pt x="1135" y="6379"/>
                </a:cubicBezTo>
                <a:cubicBezTo>
                  <a:pt x="1120" y="6488"/>
                  <a:pt x="1230" y="6505"/>
                  <a:pt x="1215" y="6614"/>
                </a:cubicBezTo>
                <a:cubicBezTo>
                  <a:pt x="1198" y="6740"/>
                  <a:pt x="1183" y="6740"/>
                  <a:pt x="1183" y="6851"/>
                </a:cubicBezTo>
                <a:cubicBezTo>
                  <a:pt x="1167" y="6977"/>
                  <a:pt x="1278" y="6977"/>
                  <a:pt x="1261" y="7103"/>
                </a:cubicBezTo>
                <a:cubicBezTo>
                  <a:pt x="1246" y="7213"/>
                  <a:pt x="1057" y="7198"/>
                  <a:pt x="1041" y="7308"/>
                </a:cubicBezTo>
                <a:cubicBezTo>
                  <a:pt x="1026" y="7434"/>
                  <a:pt x="978" y="7418"/>
                  <a:pt x="963" y="7528"/>
                </a:cubicBezTo>
                <a:cubicBezTo>
                  <a:pt x="946" y="7654"/>
                  <a:pt x="931" y="7654"/>
                  <a:pt x="915" y="7765"/>
                </a:cubicBezTo>
                <a:cubicBezTo>
                  <a:pt x="900" y="7891"/>
                  <a:pt x="1026" y="7891"/>
                  <a:pt x="1009" y="8017"/>
                </a:cubicBezTo>
                <a:cubicBezTo>
                  <a:pt x="994" y="8127"/>
                  <a:pt x="883" y="8112"/>
                  <a:pt x="868" y="8238"/>
                </a:cubicBezTo>
                <a:cubicBezTo>
                  <a:pt x="868" y="8347"/>
                  <a:pt x="868" y="8347"/>
                  <a:pt x="852" y="8473"/>
                </a:cubicBezTo>
                <a:cubicBezTo>
                  <a:pt x="837" y="8584"/>
                  <a:pt x="789" y="8584"/>
                  <a:pt x="773" y="8694"/>
                </a:cubicBezTo>
                <a:cubicBezTo>
                  <a:pt x="757" y="8805"/>
                  <a:pt x="1026" y="8852"/>
                  <a:pt x="1009" y="8962"/>
                </a:cubicBezTo>
                <a:cubicBezTo>
                  <a:pt x="994" y="9072"/>
                  <a:pt x="837" y="9057"/>
                  <a:pt x="820" y="9167"/>
                </a:cubicBezTo>
                <a:cubicBezTo>
                  <a:pt x="805" y="9293"/>
                  <a:pt x="868" y="9293"/>
                  <a:pt x="852" y="9419"/>
                </a:cubicBezTo>
                <a:cubicBezTo>
                  <a:pt x="837" y="9530"/>
                  <a:pt x="820" y="9530"/>
                  <a:pt x="805" y="9639"/>
                </a:cubicBezTo>
                <a:cubicBezTo>
                  <a:pt x="789" y="9765"/>
                  <a:pt x="631" y="9734"/>
                  <a:pt x="616" y="9860"/>
                </a:cubicBezTo>
                <a:cubicBezTo>
                  <a:pt x="600" y="9971"/>
                  <a:pt x="837" y="10002"/>
                  <a:pt x="820" y="10112"/>
                </a:cubicBezTo>
                <a:cubicBezTo>
                  <a:pt x="805" y="10238"/>
                  <a:pt x="852" y="10238"/>
                  <a:pt x="837" y="10364"/>
                </a:cubicBezTo>
                <a:cubicBezTo>
                  <a:pt x="820" y="10475"/>
                  <a:pt x="773" y="10475"/>
                  <a:pt x="757" y="10585"/>
                </a:cubicBezTo>
                <a:cubicBezTo>
                  <a:pt x="742" y="10696"/>
                  <a:pt x="757" y="10711"/>
                  <a:pt x="742" y="10822"/>
                </a:cubicBezTo>
                <a:cubicBezTo>
                  <a:pt x="726" y="10931"/>
                  <a:pt x="694" y="10931"/>
                  <a:pt x="679" y="11042"/>
                </a:cubicBezTo>
                <a:cubicBezTo>
                  <a:pt x="663" y="11168"/>
                  <a:pt x="568" y="11152"/>
                  <a:pt x="553" y="11263"/>
                </a:cubicBezTo>
                <a:cubicBezTo>
                  <a:pt x="537" y="11389"/>
                  <a:pt x="553" y="11389"/>
                  <a:pt x="537" y="11499"/>
                </a:cubicBezTo>
                <a:cubicBezTo>
                  <a:pt x="521" y="11625"/>
                  <a:pt x="631" y="11641"/>
                  <a:pt x="616" y="11751"/>
                </a:cubicBezTo>
                <a:cubicBezTo>
                  <a:pt x="600" y="11862"/>
                  <a:pt x="458" y="11845"/>
                  <a:pt x="442" y="11956"/>
                </a:cubicBezTo>
                <a:cubicBezTo>
                  <a:pt x="427" y="12082"/>
                  <a:pt x="395" y="12082"/>
                  <a:pt x="395" y="12192"/>
                </a:cubicBezTo>
                <a:cubicBezTo>
                  <a:pt x="379" y="12303"/>
                  <a:pt x="364" y="12303"/>
                  <a:pt x="347" y="12429"/>
                </a:cubicBezTo>
                <a:cubicBezTo>
                  <a:pt x="332" y="12538"/>
                  <a:pt x="410" y="12555"/>
                  <a:pt x="395" y="12664"/>
                </a:cubicBezTo>
                <a:cubicBezTo>
                  <a:pt x="379" y="12775"/>
                  <a:pt x="473" y="12790"/>
                  <a:pt x="458" y="12917"/>
                </a:cubicBezTo>
                <a:cubicBezTo>
                  <a:pt x="442" y="13027"/>
                  <a:pt x="490" y="13027"/>
                  <a:pt x="473" y="13153"/>
                </a:cubicBezTo>
                <a:cubicBezTo>
                  <a:pt x="458" y="13263"/>
                  <a:pt x="284" y="13248"/>
                  <a:pt x="269" y="13358"/>
                </a:cubicBezTo>
                <a:cubicBezTo>
                  <a:pt x="269" y="13484"/>
                  <a:pt x="364" y="13484"/>
                  <a:pt x="347" y="13610"/>
                </a:cubicBezTo>
                <a:cubicBezTo>
                  <a:pt x="332" y="13721"/>
                  <a:pt x="190" y="13704"/>
                  <a:pt x="175" y="13815"/>
                </a:cubicBezTo>
                <a:cubicBezTo>
                  <a:pt x="158" y="13941"/>
                  <a:pt x="364" y="13956"/>
                  <a:pt x="347" y="14082"/>
                </a:cubicBezTo>
                <a:cubicBezTo>
                  <a:pt x="332" y="14193"/>
                  <a:pt x="206" y="14177"/>
                  <a:pt x="190" y="14303"/>
                </a:cubicBezTo>
                <a:cubicBezTo>
                  <a:pt x="175" y="14414"/>
                  <a:pt x="143" y="14414"/>
                  <a:pt x="127" y="14524"/>
                </a:cubicBezTo>
                <a:cubicBezTo>
                  <a:pt x="112" y="14635"/>
                  <a:pt x="1" y="14713"/>
                  <a:pt x="64" y="14807"/>
                </a:cubicBezTo>
                <a:cubicBezTo>
                  <a:pt x="143" y="14902"/>
                  <a:pt x="221" y="14887"/>
                  <a:pt x="347" y="14902"/>
                </a:cubicBezTo>
                <a:cubicBezTo>
                  <a:pt x="351" y="14902"/>
                  <a:pt x="355" y="14903"/>
                  <a:pt x="358" y="14903"/>
                </a:cubicBezTo>
                <a:cubicBezTo>
                  <a:pt x="457" y="14903"/>
                  <a:pt x="492" y="14697"/>
                  <a:pt x="604" y="14697"/>
                </a:cubicBezTo>
                <a:cubicBezTo>
                  <a:pt x="608" y="14697"/>
                  <a:pt x="612" y="14697"/>
                  <a:pt x="616" y="14698"/>
                </a:cubicBezTo>
                <a:cubicBezTo>
                  <a:pt x="726" y="14713"/>
                  <a:pt x="710" y="14870"/>
                  <a:pt x="820" y="14887"/>
                </a:cubicBezTo>
                <a:cubicBezTo>
                  <a:pt x="843" y="14890"/>
                  <a:pt x="861" y="14891"/>
                  <a:pt x="878" y="14891"/>
                </a:cubicBezTo>
                <a:cubicBezTo>
                  <a:pt x="924" y="14891"/>
                  <a:pt x="951" y="14882"/>
                  <a:pt x="996" y="14882"/>
                </a:cubicBezTo>
                <a:cubicBezTo>
                  <a:pt x="1013" y="14882"/>
                  <a:pt x="1033" y="14883"/>
                  <a:pt x="1057" y="14887"/>
                </a:cubicBezTo>
                <a:cubicBezTo>
                  <a:pt x="1063" y="14887"/>
                  <a:pt x="1068" y="14888"/>
                  <a:pt x="1073" y="14888"/>
                </a:cubicBezTo>
                <a:cubicBezTo>
                  <a:pt x="1164" y="14888"/>
                  <a:pt x="1187" y="14775"/>
                  <a:pt x="1291" y="14775"/>
                </a:cubicBezTo>
                <a:cubicBezTo>
                  <a:pt x="1297" y="14775"/>
                  <a:pt x="1303" y="14775"/>
                  <a:pt x="1309" y="14776"/>
                </a:cubicBezTo>
                <a:cubicBezTo>
                  <a:pt x="1419" y="14792"/>
                  <a:pt x="1404" y="14933"/>
                  <a:pt x="1513" y="14950"/>
                </a:cubicBezTo>
                <a:cubicBezTo>
                  <a:pt x="1639" y="14965"/>
                  <a:pt x="1624" y="15013"/>
                  <a:pt x="1750" y="15028"/>
                </a:cubicBezTo>
                <a:cubicBezTo>
                  <a:pt x="1860" y="15044"/>
                  <a:pt x="1860" y="15076"/>
                  <a:pt x="1971" y="15091"/>
                </a:cubicBezTo>
                <a:cubicBezTo>
                  <a:pt x="1975" y="15091"/>
                  <a:pt x="1979" y="15092"/>
                  <a:pt x="1983" y="15092"/>
                </a:cubicBezTo>
                <a:cubicBezTo>
                  <a:pt x="2095" y="15092"/>
                  <a:pt x="2130" y="14886"/>
                  <a:pt x="2227" y="14886"/>
                </a:cubicBezTo>
                <a:cubicBezTo>
                  <a:pt x="2231" y="14886"/>
                  <a:pt x="2234" y="14886"/>
                  <a:pt x="2238" y="14887"/>
                </a:cubicBezTo>
                <a:cubicBezTo>
                  <a:pt x="2349" y="14902"/>
                  <a:pt x="2333" y="15107"/>
                  <a:pt x="2444" y="15122"/>
                </a:cubicBezTo>
                <a:cubicBezTo>
                  <a:pt x="2467" y="15126"/>
                  <a:pt x="2487" y="15127"/>
                  <a:pt x="2504" y="15127"/>
                </a:cubicBezTo>
                <a:cubicBezTo>
                  <a:pt x="2549" y="15127"/>
                  <a:pt x="2576" y="15118"/>
                  <a:pt x="2622" y="15118"/>
                </a:cubicBezTo>
                <a:cubicBezTo>
                  <a:pt x="2638" y="15118"/>
                  <a:pt x="2657" y="15119"/>
                  <a:pt x="2679" y="15122"/>
                </a:cubicBezTo>
                <a:cubicBezTo>
                  <a:pt x="2790" y="15139"/>
                  <a:pt x="2774" y="15248"/>
                  <a:pt x="2900" y="15265"/>
                </a:cubicBezTo>
                <a:cubicBezTo>
                  <a:pt x="2904" y="15265"/>
                  <a:pt x="2908" y="15266"/>
                  <a:pt x="2912" y="15266"/>
                </a:cubicBezTo>
                <a:cubicBezTo>
                  <a:pt x="3009" y="15266"/>
                  <a:pt x="3044" y="15106"/>
                  <a:pt x="3139" y="15106"/>
                </a:cubicBezTo>
                <a:cubicBezTo>
                  <a:pt x="3143" y="15106"/>
                  <a:pt x="3147" y="15107"/>
                  <a:pt x="3152" y="15107"/>
                </a:cubicBezTo>
                <a:cubicBezTo>
                  <a:pt x="3164" y="15109"/>
                  <a:pt x="3175" y="15110"/>
                  <a:pt x="3185" y="15110"/>
                </a:cubicBezTo>
                <a:cubicBezTo>
                  <a:pt x="3257" y="15110"/>
                  <a:pt x="3283" y="15073"/>
                  <a:pt x="3354" y="15073"/>
                </a:cubicBezTo>
                <a:cubicBezTo>
                  <a:pt x="3364" y="15073"/>
                  <a:pt x="3376" y="15074"/>
                  <a:pt x="3389" y="15076"/>
                </a:cubicBezTo>
                <a:cubicBezTo>
                  <a:pt x="3515" y="15091"/>
                  <a:pt x="3499" y="15139"/>
                  <a:pt x="3625" y="15154"/>
                </a:cubicBezTo>
                <a:cubicBezTo>
                  <a:pt x="3680" y="15162"/>
                  <a:pt x="3708" y="15162"/>
                  <a:pt x="3735" y="15162"/>
                </a:cubicBezTo>
                <a:cubicBezTo>
                  <a:pt x="3763" y="15162"/>
                  <a:pt x="3790" y="15162"/>
                  <a:pt x="3845" y="15170"/>
                </a:cubicBezTo>
                <a:cubicBezTo>
                  <a:pt x="3971" y="15185"/>
                  <a:pt x="3956" y="15280"/>
                  <a:pt x="4066" y="15296"/>
                </a:cubicBezTo>
                <a:cubicBezTo>
                  <a:pt x="4072" y="15297"/>
                  <a:pt x="4078" y="15297"/>
                  <a:pt x="4084" y="15297"/>
                </a:cubicBezTo>
                <a:cubicBezTo>
                  <a:pt x="4188" y="15297"/>
                  <a:pt x="4211" y="15184"/>
                  <a:pt x="4302" y="15184"/>
                </a:cubicBezTo>
                <a:cubicBezTo>
                  <a:pt x="4307" y="15184"/>
                  <a:pt x="4312" y="15185"/>
                  <a:pt x="4318" y="15185"/>
                </a:cubicBezTo>
                <a:cubicBezTo>
                  <a:pt x="4429" y="15202"/>
                  <a:pt x="4412" y="15328"/>
                  <a:pt x="4538" y="15343"/>
                </a:cubicBezTo>
                <a:cubicBezTo>
                  <a:pt x="4544" y="15344"/>
                  <a:pt x="4549" y="15344"/>
                  <a:pt x="4554" y="15344"/>
                </a:cubicBezTo>
                <a:cubicBezTo>
                  <a:pt x="4646" y="15344"/>
                  <a:pt x="4669" y="15216"/>
                  <a:pt x="4774" y="15216"/>
                </a:cubicBezTo>
                <a:cubicBezTo>
                  <a:pt x="4779" y="15216"/>
                  <a:pt x="4785" y="15216"/>
                  <a:pt x="4791" y="15217"/>
                </a:cubicBezTo>
                <a:cubicBezTo>
                  <a:pt x="4901" y="15233"/>
                  <a:pt x="4870" y="15485"/>
                  <a:pt x="4980" y="15500"/>
                </a:cubicBezTo>
                <a:cubicBezTo>
                  <a:pt x="4984" y="15501"/>
                  <a:pt x="4989" y="15501"/>
                  <a:pt x="4994" y="15501"/>
                </a:cubicBezTo>
                <a:cubicBezTo>
                  <a:pt x="5103" y="15501"/>
                  <a:pt x="5125" y="15327"/>
                  <a:pt x="5234" y="15327"/>
                </a:cubicBezTo>
                <a:cubicBezTo>
                  <a:pt x="5239" y="15327"/>
                  <a:pt x="5243" y="15327"/>
                  <a:pt x="5248" y="15328"/>
                </a:cubicBezTo>
                <a:cubicBezTo>
                  <a:pt x="5358" y="15343"/>
                  <a:pt x="5358" y="15391"/>
                  <a:pt x="5469" y="15406"/>
                </a:cubicBezTo>
                <a:cubicBezTo>
                  <a:pt x="5532" y="15414"/>
                  <a:pt x="5563" y="15414"/>
                  <a:pt x="5593" y="15414"/>
                </a:cubicBezTo>
                <a:cubicBezTo>
                  <a:pt x="5622" y="15414"/>
                  <a:pt x="5650" y="15414"/>
                  <a:pt x="5704" y="15422"/>
                </a:cubicBezTo>
                <a:cubicBezTo>
                  <a:pt x="5815" y="15437"/>
                  <a:pt x="5815" y="15517"/>
                  <a:pt x="5925" y="15532"/>
                </a:cubicBezTo>
                <a:cubicBezTo>
                  <a:pt x="6036" y="15548"/>
                  <a:pt x="6036" y="15595"/>
                  <a:pt x="6146" y="15611"/>
                </a:cubicBezTo>
                <a:cubicBezTo>
                  <a:pt x="6272" y="15626"/>
                  <a:pt x="6256" y="15674"/>
                  <a:pt x="6382" y="15690"/>
                </a:cubicBezTo>
                <a:cubicBezTo>
                  <a:pt x="6387" y="15690"/>
                  <a:pt x="6391" y="15690"/>
                  <a:pt x="6395" y="15690"/>
                </a:cubicBezTo>
                <a:cubicBezTo>
                  <a:pt x="6491" y="15690"/>
                  <a:pt x="6525" y="15516"/>
                  <a:pt x="6622" y="15516"/>
                </a:cubicBezTo>
                <a:cubicBezTo>
                  <a:pt x="6626" y="15516"/>
                  <a:pt x="6630" y="15516"/>
                  <a:pt x="6635" y="15517"/>
                </a:cubicBezTo>
                <a:cubicBezTo>
                  <a:pt x="6761" y="15517"/>
                  <a:pt x="6729" y="15737"/>
                  <a:pt x="6839" y="15753"/>
                </a:cubicBezTo>
                <a:cubicBezTo>
                  <a:pt x="6843" y="15753"/>
                  <a:pt x="6847" y="15753"/>
                  <a:pt x="6850" y="15753"/>
                </a:cubicBezTo>
                <a:cubicBezTo>
                  <a:pt x="6963" y="15753"/>
                  <a:pt x="6998" y="15531"/>
                  <a:pt x="7098" y="15531"/>
                </a:cubicBezTo>
                <a:cubicBezTo>
                  <a:pt x="7101" y="15531"/>
                  <a:pt x="7104" y="15532"/>
                  <a:pt x="7107" y="15532"/>
                </a:cubicBezTo>
                <a:cubicBezTo>
                  <a:pt x="7217" y="15548"/>
                  <a:pt x="7202" y="15753"/>
                  <a:pt x="7311" y="15769"/>
                </a:cubicBezTo>
                <a:cubicBezTo>
                  <a:pt x="7334" y="15772"/>
                  <a:pt x="7352" y="15773"/>
                  <a:pt x="7368" y="15773"/>
                </a:cubicBezTo>
                <a:cubicBezTo>
                  <a:pt x="7411" y="15773"/>
                  <a:pt x="7434" y="15764"/>
                  <a:pt x="7482" y="15764"/>
                </a:cubicBezTo>
                <a:cubicBezTo>
                  <a:pt x="7499" y="15764"/>
                  <a:pt x="7521" y="15765"/>
                  <a:pt x="7548" y="15769"/>
                </a:cubicBezTo>
                <a:cubicBezTo>
                  <a:pt x="7571" y="15772"/>
                  <a:pt x="7589" y="15773"/>
                  <a:pt x="7604" y="15773"/>
                </a:cubicBezTo>
                <a:cubicBezTo>
                  <a:pt x="7647" y="15773"/>
                  <a:pt x="7670" y="15764"/>
                  <a:pt x="7717" y="15764"/>
                </a:cubicBezTo>
                <a:cubicBezTo>
                  <a:pt x="7735" y="15764"/>
                  <a:pt x="7757" y="15765"/>
                  <a:pt x="7784" y="15769"/>
                </a:cubicBezTo>
                <a:cubicBezTo>
                  <a:pt x="7807" y="15772"/>
                  <a:pt x="7825" y="15773"/>
                  <a:pt x="7840" y="15773"/>
                </a:cubicBezTo>
                <a:cubicBezTo>
                  <a:pt x="7884" y="15773"/>
                  <a:pt x="7907" y="15764"/>
                  <a:pt x="7954" y="15764"/>
                </a:cubicBezTo>
                <a:cubicBezTo>
                  <a:pt x="7972" y="15764"/>
                  <a:pt x="7994" y="15765"/>
                  <a:pt x="8021" y="15769"/>
                </a:cubicBezTo>
                <a:cubicBezTo>
                  <a:pt x="8131" y="15784"/>
                  <a:pt x="8131" y="15784"/>
                  <a:pt x="8257" y="15784"/>
                </a:cubicBezTo>
                <a:cubicBezTo>
                  <a:pt x="8368" y="15800"/>
                  <a:pt x="8351" y="15926"/>
                  <a:pt x="8462" y="15942"/>
                </a:cubicBezTo>
                <a:cubicBezTo>
                  <a:pt x="8490" y="15945"/>
                  <a:pt x="8511" y="15946"/>
                  <a:pt x="8529" y="15946"/>
                </a:cubicBezTo>
                <a:cubicBezTo>
                  <a:pt x="8577" y="15946"/>
                  <a:pt x="8599" y="15937"/>
                  <a:pt x="8642" y="15937"/>
                </a:cubicBezTo>
                <a:cubicBezTo>
                  <a:pt x="8658" y="15937"/>
                  <a:pt x="8676" y="15939"/>
                  <a:pt x="8698" y="15942"/>
                </a:cubicBezTo>
                <a:cubicBezTo>
                  <a:pt x="8725" y="15945"/>
                  <a:pt x="8747" y="15946"/>
                  <a:pt x="8765" y="15946"/>
                </a:cubicBezTo>
                <a:cubicBezTo>
                  <a:pt x="8812" y="15946"/>
                  <a:pt x="8835" y="15937"/>
                  <a:pt x="8879" y="15937"/>
                </a:cubicBezTo>
                <a:cubicBezTo>
                  <a:pt x="8894" y="15937"/>
                  <a:pt x="8912" y="15939"/>
                  <a:pt x="8935" y="15942"/>
                </a:cubicBezTo>
                <a:cubicBezTo>
                  <a:pt x="9061" y="15958"/>
                  <a:pt x="9045" y="16005"/>
                  <a:pt x="9171" y="16021"/>
                </a:cubicBezTo>
                <a:cubicBezTo>
                  <a:pt x="9260" y="16021"/>
                  <a:pt x="9277" y="16001"/>
                  <a:pt x="9347" y="16001"/>
                </a:cubicBezTo>
                <a:cubicBezTo>
                  <a:pt x="9363" y="16001"/>
                  <a:pt x="9383" y="16002"/>
                  <a:pt x="9408" y="16005"/>
                </a:cubicBezTo>
                <a:cubicBezTo>
                  <a:pt x="9416" y="16006"/>
                  <a:pt x="9425" y="16007"/>
                  <a:pt x="9432" y="16007"/>
                </a:cubicBezTo>
                <a:cubicBezTo>
                  <a:pt x="9513" y="16007"/>
                  <a:pt x="9538" y="15940"/>
                  <a:pt x="9620" y="15940"/>
                </a:cubicBezTo>
                <a:cubicBezTo>
                  <a:pt x="9627" y="15940"/>
                  <a:pt x="9635" y="15940"/>
                  <a:pt x="9643" y="15942"/>
                </a:cubicBezTo>
                <a:cubicBezTo>
                  <a:pt x="9754" y="15958"/>
                  <a:pt x="9738" y="16131"/>
                  <a:pt x="9849" y="16131"/>
                </a:cubicBezTo>
                <a:cubicBezTo>
                  <a:pt x="9861" y="16132"/>
                  <a:pt x="9872" y="16133"/>
                  <a:pt x="9882" y="16133"/>
                </a:cubicBezTo>
                <a:cubicBezTo>
                  <a:pt x="9968" y="16133"/>
                  <a:pt x="9995" y="16082"/>
                  <a:pt x="10072" y="16082"/>
                </a:cubicBezTo>
                <a:cubicBezTo>
                  <a:pt x="10081" y="16082"/>
                  <a:pt x="10090" y="16082"/>
                  <a:pt x="10101" y="16084"/>
                </a:cubicBezTo>
                <a:cubicBezTo>
                  <a:pt x="10107" y="16085"/>
                  <a:pt x="10113" y="16085"/>
                  <a:pt x="10119" y="16085"/>
                </a:cubicBezTo>
                <a:cubicBezTo>
                  <a:pt x="10207" y="16085"/>
                  <a:pt x="10231" y="15988"/>
                  <a:pt x="10331" y="15988"/>
                </a:cubicBezTo>
                <a:cubicBezTo>
                  <a:pt x="10338" y="15988"/>
                  <a:pt x="10345" y="15988"/>
                  <a:pt x="10353" y="15990"/>
                </a:cubicBezTo>
                <a:cubicBezTo>
                  <a:pt x="10463" y="16005"/>
                  <a:pt x="10463" y="16036"/>
                  <a:pt x="10573" y="16053"/>
                </a:cubicBezTo>
                <a:cubicBezTo>
                  <a:pt x="10589" y="16055"/>
                  <a:pt x="10603" y="16056"/>
                  <a:pt x="10615" y="16056"/>
                </a:cubicBezTo>
                <a:cubicBezTo>
                  <a:pt x="10677" y="16056"/>
                  <a:pt x="10705" y="16033"/>
                  <a:pt x="10767" y="16033"/>
                </a:cubicBezTo>
                <a:cubicBezTo>
                  <a:pt x="10780" y="16033"/>
                  <a:pt x="10794" y="16034"/>
                  <a:pt x="10809" y="16036"/>
                </a:cubicBezTo>
                <a:cubicBezTo>
                  <a:pt x="10920" y="16053"/>
                  <a:pt x="10904" y="16242"/>
                  <a:pt x="11015" y="16257"/>
                </a:cubicBezTo>
                <a:cubicBezTo>
                  <a:pt x="11022" y="16258"/>
                  <a:pt x="11030" y="16258"/>
                  <a:pt x="11037" y="16258"/>
                </a:cubicBezTo>
                <a:cubicBezTo>
                  <a:pt x="11136" y="16258"/>
                  <a:pt x="11160" y="16161"/>
                  <a:pt x="11249" y="16161"/>
                </a:cubicBezTo>
                <a:cubicBezTo>
                  <a:pt x="11254" y="16161"/>
                  <a:pt x="11260" y="16161"/>
                  <a:pt x="11267" y="16162"/>
                </a:cubicBezTo>
                <a:cubicBezTo>
                  <a:pt x="11276" y="16163"/>
                  <a:pt x="11284" y="16164"/>
                  <a:pt x="11291" y="16164"/>
                </a:cubicBezTo>
                <a:cubicBezTo>
                  <a:pt x="11372" y="16164"/>
                  <a:pt x="11398" y="16098"/>
                  <a:pt x="11479" y="16098"/>
                </a:cubicBezTo>
                <a:cubicBezTo>
                  <a:pt x="11487" y="16098"/>
                  <a:pt x="11494" y="16098"/>
                  <a:pt x="11502" y="16099"/>
                </a:cubicBezTo>
                <a:cubicBezTo>
                  <a:pt x="11628" y="16116"/>
                  <a:pt x="11613" y="16162"/>
                  <a:pt x="11739" y="16179"/>
                </a:cubicBezTo>
                <a:cubicBezTo>
                  <a:pt x="11751" y="16180"/>
                  <a:pt x="11762" y="16181"/>
                  <a:pt x="11772" y="16181"/>
                </a:cubicBezTo>
                <a:cubicBezTo>
                  <a:pt x="11843" y="16181"/>
                  <a:pt x="11870" y="16144"/>
                  <a:pt x="11940" y="16144"/>
                </a:cubicBezTo>
                <a:cubicBezTo>
                  <a:pt x="11951" y="16144"/>
                  <a:pt x="11962" y="16145"/>
                  <a:pt x="11975" y="16147"/>
                </a:cubicBezTo>
                <a:cubicBezTo>
                  <a:pt x="12086" y="16162"/>
                  <a:pt x="12070" y="16351"/>
                  <a:pt x="12181" y="16368"/>
                </a:cubicBezTo>
                <a:cubicBezTo>
                  <a:pt x="12290" y="16383"/>
                  <a:pt x="12290" y="16446"/>
                  <a:pt x="12401" y="16462"/>
                </a:cubicBezTo>
                <a:cubicBezTo>
                  <a:pt x="12419" y="16464"/>
                  <a:pt x="12434" y="16465"/>
                  <a:pt x="12447" y="16465"/>
                </a:cubicBezTo>
                <a:cubicBezTo>
                  <a:pt x="12529" y="16465"/>
                  <a:pt x="12542" y="16431"/>
                  <a:pt x="12637" y="16431"/>
                </a:cubicBezTo>
                <a:cubicBezTo>
                  <a:pt x="12648" y="16432"/>
                  <a:pt x="12657" y="16433"/>
                  <a:pt x="12665" y="16433"/>
                </a:cubicBezTo>
                <a:cubicBezTo>
                  <a:pt x="12753" y="16433"/>
                  <a:pt x="12708" y="16361"/>
                  <a:pt x="12794" y="16288"/>
                </a:cubicBezTo>
                <a:cubicBezTo>
                  <a:pt x="12889" y="16225"/>
                  <a:pt x="12763" y="16225"/>
                  <a:pt x="12779" y="16147"/>
                </a:cubicBezTo>
                <a:cubicBezTo>
                  <a:pt x="12794" y="16036"/>
                  <a:pt x="13015" y="16068"/>
                  <a:pt x="13031" y="15958"/>
                </a:cubicBezTo>
                <a:cubicBezTo>
                  <a:pt x="13046" y="15832"/>
                  <a:pt x="12842" y="15816"/>
                  <a:pt x="12857" y="15690"/>
                </a:cubicBezTo>
                <a:cubicBezTo>
                  <a:pt x="12874" y="15580"/>
                  <a:pt x="12983" y="15595"/>
                  <a:pt x="13000" y="15469"/>
                </a:cubicBezTo>
                <a:cubicBezTo>
                  <a:pt x="13015" y="15359"/>
                  <a:pt x="13157" y="15374"/>
                  <a:pt x="13173" y="15265"/>
                </a:cubicBezTo>
                <a:cubicBezTo>
                  <a:pt x="13189" y="15139"/>
                  <a:pt x="13141" y="15139"/>
                  <a:pt x="13157" y="15028"/>
                </a:cubicBezTo>
                <a:cubicBezTo>
                  <a:pt x="13173" y="14902"/>
                  <a:pt x="13000" y="14887"/>
                  <a:pt x="13015" y="14761"/>
                </a:cubicBezTo>
                <a:cubicBezTo>
                  <a:pt x="13015" y="14650"/>
                  <a:pt x="13126" y="14666"/>
                  <a:pt x="13141" y="14540"/>
                </a:cubicBezTo>
                <a:cubicBezTo>
                  <a:pt x="13157" y="14429"/>
                  <a:pt x="13126" y="14429"/>
                  <a:pt x="13141" y="14303"/>
                </a:cubicBezTo>
                <a:cubicBezTo>
                  <a:pt x="13157" y="14193"/>
                  <a:pt x="13299" y="14208"/>
                  <a:pt x="13315" y="14099"/>
                </a:cubicBezTo>
                <a:cubicBezTo>
                  <a:pt x="13330" y="13973"/>
                  <a:pt x="13252" y="13973"/>
                  <a:pt x="13267" y="13847"/>
                </a:cubicBezTo>
                <a:cubicBezTo>
                  <a:pt x="13283" y="13736"/>
                  <a:pt x="13189" y="13721"/>
                  <a:pt x="13204" y="13610"/>
                </a:cubicBezTo>
                <a:cubicBezTo>
                  <a:pt x="13220" y="13484"/>
                  <a:pt x="13252" y="13484"/>
                  <a:pt x="13252" y="13374"/>
                </a:cubicBezTo>
                <a:cubicBezTo>
                  <a:pt x="13267" y="13263"/>
                  <a:pt x="13378" y="13280"/>
                  <a:pt x="13393" y="13153"/>
                </a:cubicBezTo>
                <a:cubicBezTo>
                  <a:pt x="13410" y="13043"/>
                  <a:pt x="13346" y="13027"/>
                  <a:pt x="13362" y="12917"/>
                </a:cubicBezTo>
                <a:cubicBezTo>
                  <a:pt x="13378" y="12807"/>
                  <a:pt x="13283" y="12790"/>
                  <a:pt x="13299" y="12664"/>
                </a:cubicBezTo>
                <a:cubicBezTo>
                  <a:pt x="13315" y="12555"/>
                  <a:pt x="13362" y="12555"/>
                  <a:pt x="13378" y="12444"/>
                </a:cubicBezTo>
                <a:cubicBezTo>
                  <a:pt x="13393" y="12334"/>
                  <a:pt x="13330" y="12318"/>
                  <a:pt x="13346" y="12208"/>
                </a:cubicBezTo>
                <a:cubicBezTo>
                  <a:pt x="13362" y="12082"/>
                  <a:pt x="13567" y="12114"/>
                  <a:pt x="13582" y="12003"/>
                </a:cubicBezTo>
                <a:cubicBezTo>
                  <a:pt x="13599" y="11877"/>
                  <a:pt x="13330" y="11845"/>
                  <a:pt x="13330" y="11735"/>
                </a:cubicBezTo>
                <a:cubicBezTo>
                  <a:pt x="13346" y="11609"/>
                  <a:pt x="13410" y="11625"/>
                  <a:pt x="13425" y="11499"/>
                </a:cubicBezTo>
                <a:cubicBezTo>
                  <a:pt x="13441" y="11389"/>
                  <a:pt x="13599" y="11404"/>
                  <a:pt x="13614" y="11294"/>
                </a:cubicBezTo>
                <a:cubicBezTo>
                  <a:pt x="13630" y="11168"/>
                  <a:pt x="13456" y="11152"/>
                  <a:pt x="13473" y="11026"/>
                </a:cubicBezTo>
                <a:cubicBezTo>
                  <a:pt x="13473" y="10916"/>
                  <a:pt x="13567" y="10931"/>
                  <a:pt x="13582" y="10805"/>
                </a:cubicBezTo>
                <a:cubicBezTo>
                  <a:pt x="13599" y="10696"/>
                  <a:pt x="13725" y="10711"/>
                  <a:pt x="13740" y="10601"/>
                </a:cubicBezTo>
                <a:cubicBezTo>
                  <a:pt x="13756" y="10475"/>
                  <a:pt x="13708" y="10475"/>
                  <a:pt x="13725" y="10349"/>
                </a:cubicBezTo>
                <a:cubicBezTo>
                  <a:pt x="13725" y="10238"/>
                  <a:pt x="13551" y="10223"/>
                  <a:pt x="13567" y="10097"/>
                </a:cubicBezTo>
                <a:cubicBezTo>
                  <a:pt x="13582" y="9986"/>
                  <a:pt x="13645" y="9986"/>
                  <a:pt x="13662" y="9876"/>
                </a:cubicBezTo>
                <a:cubicBezTo>
                  <a:pt x="13677" y="9765"/>
                  <a:pt x="13819" y="9782"/>
                  <a:pt x="13834" y="9656"/>
                </a:cubicBezTo>
                <a:cubicBezTo>
                  <a:pt x="13851" y="9545"/>
                  <a:pt x="13756" y="9530"/>
                  <a:pt x="13771" y="9419"/>
                </a:cubicBezTo>
                <a:cubicBezTo>
                  <a:pt x="13788" y="9293"/>
                  <a:pt x="13788" y="9293"/>
                  <a:pt x="13803" y="9183"/>
                </a:cubicBezTo>
                <a:cubicBezTo>
                  <a:pt x="13819" y="9072"/>
                  <a:pt x="13740" y="9057"/>
                  <a:pt x="13756" y="8946"/>
                </a:cubicBezTo>
                <a:cubicBezTo>
                  <a:pt x="13771" y="8820"/>
                  <a:pt x="13803" y="8836"/>
                  <a:pt x="13819" y="8710"/>
                </a:cubicBezTo>
                <a:cubicBezTo>
                  <a:pt x="13834" y="8599"/>
                  <a:pt x="13756" y="8584"/>
                  <a:pt x="13771" y="8473"/>
                </a:cubicBezTo>
                <a:cubicBezTo>
                  <a:pt x="13788" y="8347"/>
                  <a:pt x="13992" y="8379"/>
                  <a:pt x="14008" y="8269"/>
                </a:cubicBezTo>
                <a:cubicBezTo>
                  <a:pt x="14023" y="8143"/>
                  <a:pt x="14008" y="8143"/>
                  <a:pt x="14023" y="8032"/>
                </a:cubicBezTo>
                <a:cubicBezTo>
                  <a:pt x="14040" y="7906"/>
                  <a:pt x="14118" y="7923"/>
                  <a:pt x="14134" y="7812"/>
                </a:cubicBezTo>
                <a:cubicBezTo>
                  <a:pt x="14149" y="7686"/>
                  <a:pt x="13914" y="7654"/>
                  <a:pt x="13929" y="7544"/>
                </a:cubicBezTo>
                <a:cubicBezTo>
                  <a:pt x="13945" y="7434"/>
                  <a:pt x="14086" y="7450"/>
                  <a:pt x="14103" y="7324"/>
                </a:cubicBezTo>
                <a:cubicBezTo>
                  <a:pt x="14118" y="7213"/>
                  <a:pt x="14181" y="7213"/>
                  <a:pt x="14197" y="7103"/>
                </a:cubicBezTo>
                <a:cubicBezTo>
                  <a:pt x="14212" y="6992"/>
                  <a:pt x="14086" y="6977"/>
                  <a:pt x="14103" y="6851"/>
                </a:cubicBezTo>
                <a:cubicBezTo>
                  <a:pt x="14118" y="6740"/>
                  <a:pt x="14244" y="6757"/>
                  <a:pt x="14244" y="6631"/>
                </a:cubicBezTo>
                <a:cubicBezTo>
                  <a:pt x="14260" y="6520"/>
                  <a:pt x="14134" y="6505"/>
                  <a:pt x="14149" y="6394"/>
                </a:cubicBezTo>
                <a:cubicBezTo>
                  <a:pt x="14166" y="6268"/>
                  <a:pt x="14086" y="6268"/>
                  <a:pt x="14103" y="6142"/>
                </a:cubicBezTo>
                <a:cubicBezTo>
                  <a:pt x="14118" y="6032"/>
                  <a:pt x="14338" y="6063"/>
                  <a:pt x="14355" y="5937"/>
                </a:cubicBezTo>
                <a:lnTo>
                  <a:pt x="14386" y="5717"/>
                </a:lnTo>
                <a:cubicBezTo>
                  <a:pt x="14401" y="5591"/>
                  <a:pt x="14212" y="5574"/>
                  <a:pt x="14229" y="5448"/>
                </a:cubicBezTo>
                <a:cubicBezTo>
                  <a:pt x="14244" y="5339"/>
                  <a:pt x="14355" y="5354"/>
                  <a:pt x="14370" y="5228"/>
                </a:cubicBezTo>
                <a:cubicBezTo>
                  <a:pt x="14386" y="5118"/>
                  <a:pt x="14307" y="5102"/>
                  <a:pt x="14323" y="4992"/>
                </a:cubicBezTo>
                <a:cubicBezTo>
                  <a:pt x="14338" y="4881"/>
                  <a:pt x="14496" y="4898"/>
                  <a:pt x="14512" y="4771"/>
                </a:cubicBezTo>
                <a:cubicBezTo>
                  <a:pt x="14512" y="4661"/>
                  <a:pt x="14449" y="4645"/>
                  <a:pt x="14464" y="4535"/>
                </a:cubicBezTo>
                <a:cubicBezTo>
                  <a:pt x="14481" y="4425"/>
                  <a:pt x="14496" y="4425"/>
                  <a:pt x="14512" y="4299"/>
                </a:cubicBezTo>
                <a:cubicBezTo>
                  <a:pt x="14528" y="4188"/>
                  <a:pt x="14575" y="4204"/>
                  <a:pt x="14591" y="4078"/>
                </a:cubicBezTo>
                <a:cubicBezTo>
                  <a:pt x="14607" y="3967"/>
                  <a:pt x="14386" y="3936"/>
                  <a:pt x="14401" y="3826"/>
                </a:cubicBezTo>
                <a:cubicBezTo>
                  <a:pt x="14418" y="3700"/>
                  <a:pt x="14591" y="3732"/>
                  <a:pt x="14607" y="3606"/>
                </a:cubicBezTo>
                <a:cubicBezTo>
                  <a:pt x="14622" y="3495"/>
                  <a:pt x="14685" y="3495"/>
                  <a:pt x="14701" y="3385"/>
                </a:cubicBezTo>
                <a:cubicBezTo>
                  <a:pt x="14717" y="3274"/>
                  <a:pt x="14464" y="3243"/>
                  <a:pt x="14481" y="3117"/>
                </a:cubicBezTo>
                <a:cubicBezTo>
                  <a:pt x="14496" y="3007"/>
                  <a:pt x="14654" y="3022"/>
                  <a:pt x="14670" y="2912"/>
                </a:cubicBezTo>
                <a:cubicBezTo>
                  <a:pt x="14685" y="2786"/>
                  <a:pt x="14638" y="2786"/>
                  <a:pt x="14654" y="2675"/>
                </a:cubicBezTo>
                <a:cubicBezTo>
                  <a:pt x="14670" y="2549"/>
                  <a:pt x="14764" y="2566"/>
                  <a:pt x="14764" y="2455"/>
                </a:cubicBezTo>
                <a:cubicBezTo>
                  <a:pt x="14780" y="2329"/>
                  <a:pt x="14654" y="2314"/>
                  <a:pt x="14670" y="2203"/>
                </a:cubicBezTo>
                <a:cubicBezTo>
                  <a:pt x="14685" y="2077"/>
                  <a:pt x="14843" y="2108"/>
                  <a:pt x="14859" y="1982"/>
                </a:cubicBezTo>
                <a:cubicBezTo>
                  <a:pt x="14874" y="1872"/>
                  <a:pt x="14954" y="1746"/>
                  <a:pt x="14874" y="1652"/>
                </a:cubicBezTo>
                <a:cubicBezTo>
                  <a:pt x="14848" y="1620"/>
                  <a:pt x="14810" y="1611"/>
                  <a:pt x="14766" y="1611"/>
                </a:cubicBezTo>
                <a:cubicBezTo>
                  <a:pt x="14714" y="1611"/>
                  <a:pt x="14654" y="1623"/>
                  <a:pt x="14599" y="1623"/>
                </a:cubicBezTo>
                <a:cubicBezTo>
                  <a:pt x="14585" y="1623"/>
                  <a:pt x="14572" y="1622"/>
                  <a:pt x="14559" y="1620"/>
                </a:cubicBezTo>
                <a:cubicBezTo>
                  <a:pt x="14553" y="1620"/>
                  <a:pt x="14547" y="1619"/>
                  <a:pt x="14541" y="1619"/>
                </a:cubicBezTo>
                <a:cubicBezTo>
                  <a:pt x="14437" y="1619"/>
                  <a:pt x="14414" y="1747"/>
                  <a:pt x="14322" y="1747"/>
                </a:cubicBezTo>
                <a:cubicBezTo>
                  <a:pt x="14317" y="1747"/>
                  <a:pt x="14312" y="1747"/>
                  <a:pt x="14307" y="1746"/>
                </a:cubicBezTo>
                <a:cubicBezTo>
                  <a:pt x="14292" y="1744"/>
                  <a:pt x="14279" y="1744"/>
                  <a:pt x="14268" y="1744"/>
                </a:cubicBezTo>
                <a:cubicBezTo>
                  <a:pt x="14190" y="1744"/>
                  <a:pt x="14171" y="1780"/>
                  <a:pt x="14092" y="1780"/>
                </a:cubicBezTo>
                <a:cubicBezTo>
                  <a:pt x="14081" y="1780"/>
                  <a:pt x="14069" y="1780"/>
                  <a:pt x="14055" y="1778"/>
                </a:cubicBezTo>
                <a:lnTo>
                  <a:pt x="13834" y="1746"/>
                </a:lnTo>
                <a:cubicBezTo>
                  <a:pt x="13708" y="1730"/>
                  <a:pt x="13725" y="1635"/>
                  <a:pt x="13614" y="1635"/>
                </a:cubicBezTo>
                <a:cubicBezTo>
                  <a:pt x="13488" y="1620"/>
                  <a:pt x="13488" y="1620"/>
                  <a:pt x="13378" y="1604"/>
                </a:cubicBezTo>
                <a:cubicBezTo>
                  <a:pt x="13355" y="1601"/>
                  <a:pt x="13337" y="1600"/>
                  <a:pt x="13320" y="1600"/>
                </a:cubicBezTo>
                <a:cubicBezTo>
                  <a:pt x="13274" y="1600"/>
                  <a:pt x="13247" y="1609"/>
                  <a:pt x="13202" y="1609"/>
                </a:cubicBezTo>
                <a:cubicBezTo>
                  <a:pt x="13185" y="1609"/>
                  <a:pt x="13165" y="1608"/>
                  <a:pt x="13141" y="1604"/>
                </a:cubicBezTo>
                <a:cubicBezTo>
                  <a:pt x="13031" y="1589"/>
                  <a:pt x="13046" y="1431"/>
                  <a:pt x="12920" y="1415"/>
                </a:cubicBezTo>
                <a:cubicBezTo>
                  <a:pt x="12916" y="1414"/>
                  <a:pt x="12911" y="1414"/>
                  <a:pt x="12907" y="1414"/>
                </a:cubicBezTo>
                <a:cubicBezTo>
                  <a:pt x="12814" y="1414"/>
                  <a:pt x="12791" y="1558"/>
                  <a:pt x="12684" y="1558"/>
                </a:cubicBezTo>
                <a:cubicBezTo>
                  <a:pt x="12679" y="1558"/>
                  <a:pt x="12674" y="1558"/>
                  <a:pt x="12668" y="1557"/>
                </a:cubicBezTo>
                <a:cubicBezTo>
                  <a:pt x="12559" y="1557"/>
                  <a:pt x="12590" y="1352"/>
                  <a:pt x="12464" y="1337"/>
                </a:cubicBezTo>
                <a:cubicBezTo>
                  <a:pt x="12460" y="1336"/>
                  <a:pt x="12456" y="1336"/>
                  <a:pt x="12452" y="1336"/>
                </a:cubicBezTo>
                <a:cubicBezTo>
                  <a:pt x="12355" y="1336"/>
                  <a:pt x="12320" y="1510"/>
                  <a:pt x="12224" y="1510"/>
                </a:cubicBezTo>
                <a:cubicBezTo>
                  <a:pt x="12220" y="1510"/>
                  <a:pt x="12216" y="1510"/>
                  <a:pt x="12212" y="1509"/>
                </a:cubicBezTo>
                <a:cubicBezTo>
                  <a:pt x="12086" y="1509"/>
                  <a:pt x="12101" y="1463"/>
                  <a:pt x="11975" y="1446"/>
                </a:cubicBezTo>
                <a:cubicBezTo>
                  <a:pt x="11963" y="1445"/>
                  <a:pt x="11953" y="1444"/>
                  <a:pt x="11943" y="1444"/>
                </a:cubicBezTo>
                <a:cubicBezTo>
                  <a:pt x="11874" y="1444"/>
                  <a:pt x="11856" y="1481"/>
                  <a:pt x="11779" y="1481"/>
                </a:cubicBezTo>
                <a:cubicBezTo>
                  <a:pt x="11767" y="1481"/>
                  <a:pt x="11754" y="1480"/>
                  <a:pt x="11739" y="1478"/>
                </a:cubicBezTo>
                <a:cubicBezTo>
                  <a:pt x="11628" y="1463"/>
                  <a:pt x="11645" y="1274"/>
                  <a:pt x="11534" y="1257"/>
                </a:cubicBezTo>
                <a:cubicBezTo>
                  <a:pt x="11424" y="1242"/>
                  <a:pt x="11424" y="1179"/>
                  <a:pt x="11313" y="1163"/>
                </a:cubicBezTo>
                <a:cubicBezTo>
                  <a:pt x="11288" y="1160"/>
                  <a:pt x="11267" y="1159"/>
                  <a:pt x="11250" y="1159"/>
                </a:cubicBezTo>
                <a:cubicBezTo>
                  <a:pt x="11201" y="1159"/>
                  <a:pt x="11178" y="1168"/>
                  <a:pt x="11136" y="1168"/>
                </a:cubicBezTo>
                <a:cubicBezTo>
                  <a:pt x="11120" y="1168"/>
                  <a:pt x="11102" y="1166"/>
                  <a:pt x="11078" y="1163"/>
                </a:cubicBezTo>
                <a:cubicBezTo>
                  <a:pt x="11015" y="1155"/>
                  <a:pt x="10983" y="1155"/>
                  <a:pt x="10954" y="1155"/>
                </a:cubicBezTo>
                <a:cubicBezTo>
                  <a:pt x="10924" y="1155"/>
                  <a:pt x="10896" y="1155"/>
                  <a:pt x="10841" y="1148"/>
                </a:cubicBezTo>
                <a:cubicBezTo>
                  <a:pt x="10836" y="1147"/>
                  <a:pt x="10831" y="1147"/>
                  <a:pt x="10826" y="1147"/>
                </a:cubicBezTo>
                <a:cubicBezTo>
                  <a:pt x="10733" y="1147"/>
                  <a:pt x="10698" y="1290"/>
                  <a:pt x="10603" y="1290"/>
                </a:cubicBezTo>
                <a:cubicBezTo>
                  <a:pt x="10598" y="1290"/>
                  <a:pt x="10594" y="1290"/>
                  <a:pt x="10589" y="1289"/>
                </a:cubicBezTo>
                <a:cubicBezTo>
                  <a:pt x="10463" y="1274"/>
                  <a:pt x="10494" y="1037"/>
                  <a:pt x="10384" y="1022"/>
                </a:cubicBezTo>
                <a:cubicBezTo>
                  <a:pt x="10378" y="1021"/>
                  <a:pt x="10371" y="1020"/>
                  <a:pt x="10365" y="1020"/>
                </a:cubicBezTo>
                <a:cubicBezTo>
                  <a:pt x="10277" y="1020"/>
                  <a:pt x="10253" y="1117"/>
                  <a:pt x="10153" y="1117"/>
                </a:cubicBezTo>
                <a:cubicBezTo>
                  <a:pt x="10146" y="1117"/>
                  <a:pt x="10139" y="1117"/>
                  <a:pt x="10132" y="1116"/>
                </a:cubicBezTo>
                <a:cubicBezTo>
                  <a:pt x="10021" y="1100"/>
                  <a:pt x="10038" y="1022"/>
                  <a:pt x="9912" y="1005"/>
                </a:cubicBezTo>
                <a:cubicBezTo>
                  <a:pt x="9905" y="1004"/>
                  <a:pt x="9898" y="1004"/>
                  <a:pt x="9891" y="1004"/>
                </a:cubicBezTo>
                <a:cubicBezTo>
                  <a:pt x="9805" y="1004"/>
                  <a:pt x="9782" y="1086"/>
                  <a:pt x="9695" y="1086"/>
                </a:cubicBezTo>
                <a:cubicBezTo>
                  <a:pt x="9689" y="1086"/>
                  <a:pt x="9682" y="1086"/>
                  <a:pt x="9675" y="1085"/>
                </a:cubicBezTo>
                <a:cubicBezTo>
                  <a:pt x="9668" y="1084"/>
                  <a:pt x="9661" y="1083"/>
                  <a:pt x="9655" y="1083"/>
                </a:cubicBezTo>
                <a:cubicBezTo>
                  <a:pt x="9553" y="1083"/>
                  <a:pt x="9530" y="1196"/>
                  <a:pt x="9440" y="1196"/>
                </a:cubicBezTo>
                <a:cubicBezTo>
                  <a:pt x="9435" y="1196"/>
                  <a:pt x="9429" y="1195"/>
                  <a:pt x="9423" y="1194"/>
                </a:cubicBezTo>
                <a:cubicBezTo>
                  <a:pt x="9297" y="1179"/>
                  <a:pt x="9313" y="1053"/>
                  <a:pt x="9202" y="1037"/>
                </a:cubicBezTo>
                <a:cubicBezTo>
                  <a:pt x="9092" y="1022"/>
                  <a:pt x="9108" y="927"/>
                  <a:pt x="8982" y="911"/>
                </a:cubicBezTo>
                <a:cubicBezTo>
                  <a:pt x="8872" y="896"/>
                  <a:pt x="8872" y="864"/>
                  <a:pt x="8761" y="848"/>
                </a:cubicBezTo>
                <a:cubicBezTo>
                  <a:pt x="8743" y="846"/>
                  <a:pt x="8728" y="845"/>
                  <a:pt x="8714" y="845"/>
                </a:cubicBezTo>
                <a:cubicBezTo>
                  <a:pt x="8646" y="845"/>
                  <a:pt x="8626" y="867"/>
                  <a:pt x="8566" y="867"/>
                </a:cubicBezTo>
                <a:cubicBezTo>
                  <a:pt x="8554" y="867"/>
                  <a:pt x="8541" y="866"/>
                  <a:pt x="8525" y="864"/>
                </a:cubicBezTo>
                <a:cubicBezTo>
                  <a:pt x="8399" y="848"/>
                  <a:pt x="8414" y="816"/>
                  <a:pt x="8288" y="801"/>
                </a:cubicBezTo>
                <a:cubicBezTo>
                  <a:pt x="8283" y="800"/>
                  <a:pt x="8279" y="800"/>
                  <a:pt x="8274" y="800"/>
                </a:cubicBezTo>
                <a:cubicBezTo>
                  <a:pt x="8180" y="800"/>
                  <a:pt x="8145" y="943"/>
                  <a:pt x="8051" y="943"/>
                </a:cubicBezTo>
                <a:cubicBezTo>
                  <a:pt x="8046" y="943"/>
                  <a:pt x="8041" y="943"/>
                  <a:pt x="8036" y="942"/>
                </a:cubicBezTo>
                <a:cubicBezTo>
                  <a:pt x="7927" y="927"/>
                  <a:pt x="7942" y="816"/>
                  <a:pt x="7816" y="801"/>
                </a:cubicBezTo>
                <a:cubicBezTo>
                  <a:pt x="7706" y="785"/>
                  <a:pt x="7706" y="770"/>
                  <a:pt x="7595" y="753"/>
                </a:cubicBezTo>
                <a:cubicBezTo>
                  <a:pt x="7577" y="751"/>
                  <a:pt x="7562" y="750"/>
                  <a:pt x="7548" y="750"/>
                </a:cubicBezTo>
                <a:cubicBezTo>
                  <a:pt x="7480" y="750"/>
                  <a:pt x="7460" y="773"/>
                  <a:pt x="7400" y="773"/>
                </a:cubicBezTo>
                <a:cubicBezTo>
                  <a:pt x="7388" y="773"/>
                  <a:pt x="7375" y="772"/>
                  <a:pt x="7359" y="770"/>
                </a:cubicBezTo>
                <a:cubicBezTo>
                  <a:pt x="7340" y="767"/>
                  <a:pt x="7324" y="766"/>
                  <a:pt x="7310" y="766"/>
                </a:cubicBezTo>
                <a:cubicBezTo>
                  <a:pt x="7245" y="766"/>
                  <a:pt x="7222" y="788"/>
                  <a:pt x="7156" y="788"/>
                </a:cubicBezTo>
                <a:cubicBezTo>
                  <a:pt x="7142" y="788"/>
                  <a:pt x="7126" y="787"/>
                  <a:pt x="7107" y="785"/>
                </a:cubicBezTo>
                <a:cubicBezTo>
                  <a:pt x="7100" y="784"/>
                  <a:pt x="7093" y="783"/>
                  <a:pt x="7087" y="783"/>
                </a:cubicBezTo>
                <a:cubicBezTo>
                  <a:pt x="7000" y="783"/>
                  <a:pt x="6977" y="866"/>
                  <a:pt x="6891" y="866"/>
                </a:cubicBezTo>
                <a:cubicBezTo>
                  <a:pt x="6884" y="866"/>
                  <a:pt x="6877" y="865"/>
                  <a:pt x="6870" y="864"/>
                </a:cubicBezTo>
                <a:cubicBezTo>
                  <a:pt x="6744" y="848"/>
                  <a:pt x="6776" y="659"/>
                  <a:pt x="6666" y="644"/>
                </a:cubicBezTo>
                <a:cubicBezTo>
                  <a:pt x="6603" y="635"/>
                  <a:pt x="6572" y="635"/>
                  <a:pt x="6542" y="635"/>
                </a:cubicBezTo>
                <a:cubicBezTo>
                  <a:pt x="6512" y="635"/>
                  <a:pt x="6485" y="635"/>
                  <a:pt x="6429" y="627"/>
                </a:cubicBezTo>
                <a:cubicBezTo>
                  <a:pt x="6417" y="625"/>
                  <a:pt x="6406" y="625"/>
                  <a:pt x="6396" y="625"/>
                </a:cubicBezTo>
                <a:cubicBezTo>
                  <a:pt x="6325" y="625"/>
                  <a:pt x="6298" y="661"/>
                  <a:pt x="6228" y="661"/>
                </a:cubicBezTo>
                <a:cubicBezTo>
                  <a:pt x="6218" y="661"/>
                  <a:pt x="6206" y="661"/>
                  <a:pt x="6193" y="659"/>
                </a:cubicBezTo>
                <a:cubicBezTo>
                  <a:pt x="6067" y="644"/>
                  <a:pt x="6082" y="533"/>
                  <a:pt x="5973" y="517"/>
                </a:cubicBezTo>
                <a:cubicBezTo>
                  <a:pt x="5967" y="517"/>
                  <a:pt x="5961" y="516"/>
                  <a:pt x="5955" y="516"/>
                </a:cubicBezTo>
                <a:cubicBezTo>
                  <a:pt x="5864" y="516"/>
                  <a:pt x="5829" y="628"/>
                  <a:pt x="5738" y="628"/>
                </a:cubicBezTo>
                <a:cubicBezTo>
                  <a:pt x="5732" y="628"/>
                  <a:pt x="5727" y="628"/>
                  <a:pt x="5721" y="627"/>
                </a:cubicBezTo>
                <a:cubicBezTo>
                  <a:pt x="5610" y="612"/>
                  <a:pt x="5626" y="486"/>
                  <a:pt x="5500" y="470"/>
                </a:cubicBezTo>
                <a:cubicBezTo>
                  <a:pt x="5495" y="469"/>
                  <a:pt x="5489" y="468"/>
                  <a:pt x="5484" y="468"/>
                </a:cubicBezTo>
                <a:cubicBezTo>
                  <a:pt x="5393" y="468"/>
                  <a:pt x="5370" y="582"/>
                  <a:pt x="5267" y="582"/>
                </a:cubicBezTo>
                <a:cubicBezTo>
                  <a:pt x="5261" y="582"/>
                  <a:pt x="5255" y="581"/>
                  <a:pt x="5248" y="580"/>
                </a:cubicBezTo>
                <a:cubicBezTo>
                  <a:pt x="5137" y="564"/>
                  <a:pt x="5137" y="533"/>
                  <a:pt x="5028" y="517"/>
                </a:cubicBezTo>
                <a:cubicBezTo>
                  <a:pt x="4917" y="501"/>
                  <a:pt x="4917" y="454"/>
                  <a:pt x="4807" y="438"/>
                </a:cubicBezTo>
                <a:cubicBezTo>
                  <a:pt x="4800" y="437"/>
                  <a:pt x="4793" y="437"/>
                  <a:pt x="4786" y="437"/>
                </a:cubicBezTo>
                <a:cubicBezTo>
                  <a:pt x="4686" y="437"/>
                  <a:pt x="4661" y="534"/>
                  <a:pt x="4574" y="534"/>
                </a:cubicBezTo>
                <a:cubicBezTo>
                  <a:pt x="4568" y="534"/>
                  <a:pt x="4562" y="534"/>
                  <a:pt x="4555" y="533"/>
                </a:cubicBezTo>
                <a:cubicBezTo>
                  <a:pt x="4444" y="517"/>
                  <a:pt x="4444" y="423"/>
                  <a:pt x="4334" y="407"/>
                </a:cubicBezTo>
                <a:cubicBezTo>
                  <a:pt x="4223" y="391"/>
                  <a:pt x="4240" y="249"/>
                  <a:pt x="4129" y="234"/>
                </a:cubicBezTo>
                <a:cubicBezTo>
                  <a:pt x="4123" y="233"/>
                  <a:pt x="4117" y="233"/>
                  <a:pt x="4111" y="233"/>
                </a:cubicBezTo>
                <a:cubicBezTo>
                  <a:pt x="4006" y="233"/>
                  <a:pt x="3984" y="361"/>
                  <a:pt x="3891" y="361"/>
                </a:cubicBezTo>
                <a:cubicBezTo>
                  <a:pt x="3887" y="361"/>
                  <a:pt x="3882" y="361"/>
                  <a:pt x="3877" y="360"/>
                </a:cubicBezTo>
                <a:cubicBezTo>
                  <a:pt x="3751" y="344"/>
                  <a:pt x="3767" y="234"/>
                  <a:pt x="3656" y="217"/>
                </a:cubicBezTo>
                <a:cubicBezTo>
                  <a:pt x="3650" y="217"/>
                  <a:pt x="3645" y="216"/>
                  <a:pt x="3639" y="216"/>
                </a:cubicBezTo>
                <a:cubicBezTo>
                  <a:pt x="3534" y="216"/>
                  <a:pt x="3512" y="345"/>
                  <a:pt x="3420" y="345"/>
                </a:cubicBezTo>
                <a:cubicBezTo>
                  <a:pt x="3415" y="345"/>
                  <a:pt x="3410" y="344"/>
                  <a:pt x="3404" y="344"/>
                </a:cubicBezTo>
                <a:cubicBezTo>
                  <a:pt x="3278" y="328"/>
                  <a:pt x="3310" y="123"/>
                  <a:pt x="3200" y="108"/>
                </a:cubicBezTo>
                <a:cubicBezTo>
                  <a:pt x="3074" y="91"/>
                  <a:pt x="3074" y="91"/>
                  <a:pt x="2963" y="76"/>
                </a:cubicBezTo>
                <a:cubicBezTo>
                  <a:pt x="2955" y="75"/>
                  <a:pt x="2948" y="75"/>
                  <a:pt x="2941" y="75"/>
                </a:cubicBezTo>
                <a:cubicBezTo>
                  <a:pt x="2857" y="75"/>
                  <a:pt x="2832" y="156"/>
                  <a:pt x="2735" y="156"/>
                </a:cubicBezTo>
                <a:cubicBezTo>
                  <a:pt x="2728" y="156"/>
                  <a:pt x="2720" y="156"/>
                  <a:pt x="2711" y="154"/>
                </a:cubicBezTo>
                <a:cubicBezTo>
                  <a:pt x="2601" y="139"/>
                  <a:pt x="2616" y="60"/>
                  <a:pt x="2490" y="60"/>
                </a:cubicBezTo>
                <a:cubicBezTo>
                  <a:pt x="2484" y="59"/>
                  <a:pt x="2478" y="59"/>
                  <a:pt x="2472" y="59"/>
                </a:cubicBezTo>
                <a:cubicBezTo>
                  <a:pt x="2384" y="59"/>
                  <a:pt x="2361" y="156"/>
                  <a:pt x="2274" y="156"/>
                </a:cubicBezTo>
                <a:cubicBezTo>
                  <a:pt x="2268" y="156"/>
                  <a:pt x="2261" y="155"/>
                  <a:pt x="2255" y="154"/>
                </a:cubicBezTo>
                <a:cubicBezTo>
                  <a:pt x="2146" y="141"/>
                  <a:pt x="2073" y="0"/>
                  <a:pt x="2004" y="0"/>
                </a:cubicBezTo>
                <a:close/>
              </a:path>
            </a:pathLst>
          </a:custGeom>
          <a:solidFill>
            <a:schemeClr val="lt2"/>
          </a:solidFill>
          <a:ln>
            <a:noFill/>
          </a:ln>
          <a:effectLst>
            <a:outerShdw blurRad="57150" dist="19050" dir="5400000" algn="bl" rotWithShape="0">
              <a:schemeClr val="dk1">
                <a:alpha val="2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he-IL" dirty="0">
              <a:latin typeface="David" panose="020E0502060401010101" pitchFamily="34" charset="-79"/>
              <a:cs typeface="David" panose="020E0502060401010101" pitchFamily="34" charset="-79"/>
            </a:endParaRPr>
          </a:p>
        </p:txBody>
      </p:sp>
      <p:sp>
        <p:nvSpPr>
          <p:cNvPr id="2" name="Google Shape;2178;p38">
            <a:extLst>
              <a:ext uri="{FF2B5EF4-FFF2-40B4-BE49-F238E27FC236}">
                <a16:creationId xmlns:a16="http://schemas.microsoft.com/office/drawing/2014/main" id="{AC3DA158-CABA-59AA-87FF-30914F555BD5}"/>
              </a:ext>
            </a:extLst>
          </p:cNvPr>
          <p:cNvSpPr/>
          <p:nvPr/>
        </p:nvSpPr>
        <p:spPr>
          <a:xfrm rot="5400000">
            <a:off x="-1458678" y="1901886"/>
            <a:ext cx="7765190" cy="4344806"/>
          </a:xfrm>
          <a:custGeom>
            <a:avLst/>
            <a:gdLst/>
            <a:ahLst/>
            <a:cxnLst/>
            <a:rect l="l" t="t" r="r" b="b"/>
            <a:pathLst>
              <a:path w="22311" h="8257" extrusionOk="0">
                <a:moveTo>
                  <a:pt x="22121" y="7280"/>
                </a:moveTo>
                <a:cubicBezTo>
                  <a:pt x="22043" y="6964"/>
                  <a:pt x="21932" y="6996"/>
                  <a:pt x="21932" y="6666"/>
                </a:cubicBezTo>
                <a:cubicBezTo>
                  <a:pt x="21932" y="6351"/>
                  <a:pt x="21995" y="6351"/>
                  <a:pt x="21995" y="6035"/>
                </a:cubicBezTo>
                <a:cubicBezTo>
                  <a:pt x="21995" y="5720"/>
                  <a:pt x="22075" y="5720"/>
                  <a:pt x="22075" y="5389"/>
                </a:cubicBezTo>
                <a:cubicBezTo>
                  <a:pt x="22075" y="5074"/>
                  <a:pt x="21791" y="5074"/>
                  <a:pt x="21791" y="4759"/>
                </a:cubicBezTo>
                <a:cubicBezTo>
                  <a:pt x="21791" y="4428"/>
                  <a:pt x="22106" y="4428"/>
                  <a:pt x="22106" y="4113"/>
                </a:cubicBezTo>
                <a:cubicBezTo>
                  <a:pt x="22106" y="3798"/>
                  <a:pt x="21791" y="3798"/>
                  <a:pt x="21791" y="3483"/>
                </a:cubicBezTo>
                <a:cubicBezTo>
                  <a:pt x="21791" y="3152"/>
                  <a:pt x="22121" y="3152"/>
                  <a:pt x="22121" y="2836"/>
                </a:cubicBezTo>
                <a:cubicBezTo>
                  <a:pt x="22121" y="2521"/>
                  <a:pt x="21964" y="2521"/>
                  <a:pt x="21964" y="2191"/>
                </a:cubicBezTo>
                <a:cubicBezTo>
                  <a:pt x="21964" y="1876"/>
                  <a:pt x="21932" y="1876"/>
                  <a:pt x="21932" y="1561"/>
                </a:cubicBezTo>
                <a:cubicBezTo>
                  <a:pt x="21932" y="1246"/>
                  <a:pt x="22153" y="1246"/>
                  <a:pt x="22153" y="914"/>
                </a:cubicBezTo>
                <a:cubicBezTo>
                  <a:pt x="22153" y="599"/>
                  <a:pt x="22279" y="458"/>
                  <a:pt x="22058" y="221"/>
                </a:cubicBezTo>
                <a:cubicBezTo>
                  <a:pt x="21838" y="0"/>
                  <a:pt x="21680" y="253"/>
                  <a:pt x="21365" y="253"/>
                </a:cubicBezTo>
                <a:cubicBezTo>
                  <a:pt x="21050" y="253"/>
                  <a:pt x="21050" y="158"/>
                  <a:pt x="20720" y="158"/>
                </a:cubicBezTo>
                <a:cubicBezTo>
                  <a:pt x="20405" y="158"/>
                  <a:pt x="20405" y="458"/>
                  <a:pt x="20089" y="458"/>
                </a:cubicBezTo>
                <a:cubicBezTo>
                  <a:pt x="19774" y="458"/>
                  <a:pt x="19774" y="300"/>
                  <a:pt x="19443" y="300"/>
                </a:cubicBezTo>
                <a:cubicBezTo>
                  <a:pt x="19128" y="300"/>
                  <a:pt x="19128" y="143"/>
                  <a:pt x="18813" y="143"/>
                </a:cubicBezTo>
                <a:lnTo>
                  <a:pt x="18182" y="143"/>
                </a:lnTo>
                <a:cubicBezTo>
                  <a:pt x="17852" y="143"/>
                  <a:pt x="17852" y="426"/>
                  <a:pt x="17537" y="426"/>
                </a:cubicBezTo>
                <a:cubicBezTo>
                  <a:pt x="17222" y="426"/>
                  <a:pt x="17222" y="80"/>
                  <a:pt x="16907" y="80"/>
                </a:cubicBezTo>
                <a:cubicBezTo>
                  <a:pt x="16575" y="80"/>
                  <a:pt x="16575" y="190"/>
                  <a:pt x="16260" y="190"/>
                </a:cubicBezTo>
                <a:cubicBezTo>
                  <a:pt x="15945" y="190"/>
                  <a:pt x="15945" y="458"/>
                  <a:pt x="15630" y="458"/>
                </a:cubicBezTo>
                <a:lnTo>
                  <a:pt x="14985" y="458"/>
                </a:lnTo>
                <a:cubicBezTo>
                  <a:pt x="14670" y="458"/>
                  <a:pt x="14670" y="490"/>
                  <a:pt x="14354" y="490"/>
                </a:cubicBezTo>
                <a:cubicBezTo>
                  <a:pt x="14023" y="490"/>
                  <a:pt x="14023" y="111"/>
                  <a:pt x="13708" y="111"/>
                </a:cubicBezTo>
                <a:cubicBezTo>
                  <a:pt x="13393" y="111"/>
                  <a:pt x="13393" y="395"/>
                  <a:pt x="13078" y="395"/>
                </a:cubicBezTo>
                <a:cubicBezTo>
                  <a:pt x="12762" y="395"/>
                  <a:pt x="12762" y="253"/>
                  <a:pt x="12432" y="253"/>
                </a:cubicBezTo>
                <a:cubicBezTo>
                  <a:pt x="12117" y="253"/>
                  <a:pt x="12117" y="237"/>
                  <a:pt x="11802" y="237"/>
                </a:cubicBezTo>
                <a:cubicBezTo>
                  <a:pt x="11487" y="237"/>
                  <a:pt x="11487" y="300"/>
                  <a:pt x="11155" y="300"/>
                </a:cubicBezTo>
                <a:cubicBezTo>
                  <a:pt x="10840" y="300"/>
                  <a:pt x="10840" y="442"/>
                  <a:pt x="10525" y="442"/>
                </a:cubicBezTo>
                <a:cubicBezTo>
                  <a:pt x="10210" y="442"/>
                  <a:pt x="10210" y="363"/>
                  <a:pt x="9880" y="363"/>
                </a:cubicBezTo>
                <a:cubicBezTo>
                  <a:pt x="9565" y="363"/>
                  <a:pt x="9565" y="143"/>
                  <a:pt x="9250" y="143"/>
                </a:cubicBezTo>
                <a:cubicBezTo>
                  <a:pt x="8934" y="143"/>
                  <a:pt x="8934" y="206"/>
                  <a:pt x="8619" y="206"/>
                </a:cubicBezTo>
                <a:cubicBezTo>
                  <a:pt x="8288" y="206"/>
                  <a:pt x="8288" y="490"/>
                  <a:pt x="7973" y="490"/>
                </a:cubicBezTo>
                <a:cubicBezTo>
                  <a:pt x="7658" y="490"/>
                  <a:pt x="7658" y="473"/>
                  <a:pt x="7343" y="473"/>
                </a:cubicBezTo>
                <a:cubicBezTo>
                  <a:pt x="7012" y="473"/>
                  <a:pt x="7012" y="206"/>
                  <a:pt x="6697" y="206"/>
                </a:cubicBezTo>
                <a:cubicBezTo>
                  <a:pt x="6382" y="206"/>
                  <a:pt x="6382" y="95"/>
                  <a:pt x="6067" y="95"/>
                </a:cubicBezTo>
                <a:cubicBezTo>
                  <a:pt x="5752" y="95"/>
                  <a:pt x="5752" y="143"/>
                  <a:pt x="5420" y="143"/>
                </a:cubicBezTo>
                <a:cubicBezTo>
                  <a:pt x="5105" y="143"/>
                  <a:pt x="5105" y="111"/>
                  <a:pt x="4790" y="111"/>
                </a:cubicBezTo>
                <a:cubicBezTo>
                  <a:pt x="4475" y="111"/>
                  <a:pt x="4475" y="143"/>
                  <a:pt x="4145" y="143"/>
                </a:cubicBezTo>
                <a:cubicBezTo>
                  <a:pt x="3830" y="143"/>
                  <a:pt x="3830" y="490"/>
                  <a:pt x="3515" y="490"/>
                </a:cubicBezTo>
                <a:cubicBezTo>
                  <a:pt x="3199" y="490"/>
                  <a:pt x="3199" y="269"/>
                  <a:pt x="2884" y="269"/>
                </a:cubicBezTo>
                <a:cubicBezTo>
                  <a:pt x="2553" y="269"/>
                  <a:pt x="2553" y="379"/>
                  <a:pt x="2238" y="379"/>
                </a:cubicBezTo>
                <a:cubicBezTo>
                  <a:pt x="1923" y="379"/>
                  <a:pt x="1923" y="237"/>
                  <a:pt x="1607" y="237"/>
                </a:cubicBezTo>
                <a:cubicBezTo>
                  <a:pt x="1292" y="237"/>
                  <a:pt x="1292" y="80"/>
                  <a:pt x="962" y="80"/>
                </a:cubicBezTo>
                <a:cubicBezTo>
                  <a:pt x="647" y="80"/>
                  <a:pt x="647" y="111"/>
                  <a:pt x="332" y="111"/>
                </a:cubicBezTo>
                <a:cubicBezTo>
                  <a:pt x="206" y="111"/>
                  <a:pt x="95" y="95"/>
                  <a:pt x="0" y="80"/>
                </a:cubicBezTo>
                <a:lnTo>
                  <a:pt x="0" y="836"/>
                </a:lnTo>
                <a:lnTo>
                  <a:pt x="568" y="899"/>
                </a:lnTo>
                <a:cubicBezTo>
                  <a:pt x="647" y="773"/>
                  <a:pt x="773" y="694"/>
                  <a:pt x="931" y="694"/>
                </a:cubicBezTo>
                <a:cubicBezTo>
                  <a:pt x="1151" y="694"/>
                  <a:pt x="1340" y="868"/>
                  <a:pt x="1340" y="1088"/>
                </a:cubicBezTo>
                <a:cubicBezTo>
                  <a:pt x="1340" y="1324"/>
                  <a:pt x="1151" y="1498"/>
                  <a:pt x="931" y="1498"/>
                </a:cubicBezTo>
                <a:cubicBezTo>
                  <a:pt x="757" y="1498"/>
                  <a:pt x="616" y="1403"/>
                  <a:pt x="552" y="1261"/>
                </a:cubicBezTo>
                <a:lnTo>
                  <a:pt x="473" y="1261"/>
                </a:lnTo>
                <a:cubicBezTo>
                  <a:pt x="189" y="1261"/>
                  <a:pt x="552" y="1246"/>
                  <a:pt x="284" y="1355"/>
                </a:cubicBezTo>
                <a:cubicBezTo>
                  <a:pt x="0" y="1466"/>
                  <a:pt x="95" y="1355"/>
                  <a:pt x="95" y="1355"/>
                </a:cubicBezTo>
                <a:lnTo>
                  <a:pt x="0" y="1355"/>
                </a:lnTo>
                <a:lnTo>
                  <a:pt x="0" y="2286"/>
                </a:lnTo>
                <a:lnTo>
                  <a:pt x="568" y="2349"/>
                </a:lnTo>
                <a:cubicBezTo>
                  <a:pt x="647" y="2223"/>
                  <a:pt x="773" y="2143"/>
                  <a:pt x="931" y="2143"/>
                </a:cubicBezTo>
                <a:cubicBezTo>
                  <a:pt x="1151" y="2143"/>
                  <a:pt x="1340" y="2317"/>
                  <a:pt x="1340" y="2538"/>
                </a:cubicBezTo>
                <a:cubicBezTo>
                  <a:pt x="1340" y="2773"/>
                  <a:pt x="1151" y="2947"/>
                  <a:pt x="931" y="2947"/>
                </a:cubicBezTo>
                <a:cubicBezTo>
                  <a:pt x="757" y="2947"/>
                  <a:pt x="616" y="2853"/>
                  <a:pt x="552" y="2710"/>
                </a:cubicBezTo>
                <a:lnTo>
                  <a:pt x="473" y="2710"/>
                </a:lnTo>
                <a:cubicBezTo>
                  <a:pt x="189" y="2710"/>
                  <a:pt x="552" y="2695"/>
                  <a:pt x="284" y="2805"/>
                </a:cubicBezTo>
                <a:cubicBezTo>
                  <a:pt x="0" y="2916"/>
                  <a:pt x="95" y="2805"/>
                  <a:pt x="95" y="2805"/>
                </a:cubicBezTo>
                <a:lnTo>
                  <a:pt x="0" y="2805"/>
                </a:lnTo>
                <a:lnTo>
                  <a:pt x="0" y="3735"/>
                </a:lnTo>
                <a:lnTo>
                  <a:pt x="568" y="3798"/>
                </a:lnTo>
                <a:cubicBezTo>
                  <a:pt x="647" y="3672"/>
                  <a:pt x="773" y="3593"/>
                  <a:pt x="931" y="3593"/>
                </a:cubicBezTo>
                <a:cubicBezTo>
                  <a:pt x="1151" y="3593"/>
                  <a:pt x="1340" y="3767"/>
                  <a:pt x="1340" y="3987"/>
                </a:cubicBezTo>
                <a:cubicBezTo>
                  <a:pt x="1340" y="4223"/>
                  <a:pt x="1151" y="4397"/>
                  <a:pt x="931" y="4397"/>
                </a:cubicBezTo>
                <a:cubicBezTo>
                  <a:pt x="757" y="4397"/>
                  <a:pt x="616" y="4302"/>
                  <a:pt x="552" y="4160"/>
                </a:cubicBezTo>
                <a:lnTo>
                  <a:pt x="473" y="4160"/>
                </a:lnTo>
                <a:cubicBezTo>
                  <a:pt x="189" y="4160"/>
                  <a:pt x="552" y="4145"/>
                  <a:pt x="284" y="4254"/>
                </a:cubicBezTo>
                <a:cubicBezTo>
                  <a:pt x="0" y="4365"/>
                  <a:pt x="95" y="4254"/>
                  <a:pt x="95" y="4254"/>
                </a:cubicBezTo>
                <a:lnTo>
                  <a:pt x="0" y="4254"/>
                </a:lnTo>
                <a:lnTo>
                  <a:pt x="0" y="5185"/>
                </a:lnTo>
                <a:lnTo>
                  <a:pt x="568" y="5248"/>
                </a:lnTo>
                <a:cubicBezTo>
                  <a:pt x="647" y="5122"/>
                  <a:pt x="773" y="5027"/>
                  <a:pt x="931" y="5027"/>
                </a:cubicBezTo>
                <a:cubicBezTo>
                  <a:pt x="1151" y="5027"/>
                  <a:pt x="1340" y="5216"/>
                  <a:pt x="1340" y="5437"/>
                </a:cubicBezTo>
                <a:cubicBezTo>
                  <a:pt x="1340" y="5672"/>
                  <a:pt x="1151" y="5846"/>
                  <a:pt x="931" y="5846"/>
                </a:cubicBezTo>
                <a:cubicBezTo>
                  <a:pt x="757" y="5846"/>
                  <a:pt x="616" y="5752"/>
                  <a:pt x="552" y="5609"/>
                </a:cubicBezTo>
                <a:lnTo>
                  <a:pt x="473" y="5609"/>
                </a:lnTo>
                <a:cubicBezTo>
                  <a:pt x="189" y="5609"/>
                  <a:pt x="552" y="5594"/>
                  <a:pt x="284" y="5704"/>
                </a:cubicBezTo>
                <a:cubicBezTo>
                  <a:pt x="0" y="5815"/>
                  <a:pt x="95" y="5704"/>
                  <a:pt x="95" y="5704"/>
                </a:cubicBezTo>
                <a:lnTo>
                  <a:pt x="0" y="5704"/>
                </a:lnTo>
                <a:lnTo>
                  <a:pt x="0" y="6634"/>
                </a:lnTo>
                <a:lnTo>
                  <a:pt x="568" y="6697"/>
                </a:lnTo>
                <a:cubicBezTo>
                  <a:pt x="647" y="6571"/>
                  <a:pt x="773" y="6477"/>
                  <a:pt x="931" y="6477"/>
                </a:cubicBezTo>
                <a:cubicBezTo>
                  <a:pt x="1151" y="6477"/>
                  <a:pt x="1340" y="6666"/>
                  <a:pt x="1340" y="6886"/>
                </a:cubicBezTo>
                <a:cubicBezTo>
                  <a:pt x="1340" y="7107"/>
                  <a:pt x="1151" y="7296"/>
                  <a:pt x="931" y="7296"/>
                </a:cubicBezTo>
                <a:cubicBezTo>
                  <a:pt x="757" y="7296"/>
                  <a:pt x="616" y="7201"/>
                  <a:pt x="552" y="7059"/>
                </a:cubicBezTo>
                <a:lnTo>
                  <a:pt x="473" y="7059"/>
                </a:lnTo>
                <a:cubicBezTo>
                  <a:pt x="189" y="7059"/>
                  <a:pt x="552" y="7044"/>
                  <a:pt x="284" y="7154"/>
                </a:cubicBezTo>
                <a:cubicBezTo>
                  <a:pt x="0" y="7264"/>
                  <a:pt x="95" y="7154"/>
                  <a:pt x="95" y="7154"/>
                </a:cubicBezTo>
                <a:lnTo>
                  <a:pt x="0" y="7154"/>
                </a:lnTo>
                <a:lnTo>
                  <a:pt x="0" y="8036"/>
                </a:lnTo>
                <a:cubicBezTo>
                  <a:pt x="80" y="8004"/>
                  <a:pt x="189" y="7958"/>
                  <a:pt x="332" y="7958"/>
                </a:cubicBezTo>
                <a:cubicBezTo>
                  <a:pt x="647" y="7958"/>
                  <a:pt x="647" y="7752"/>
                  <a:pt x="962" y="7752"/>
                </a:cubicBezTo>
                <a:lnTo>
                  <a:pt x="1607" y="7752"/>
                </a:lnTo>
                <a:cubicBezTo>
                  <a:pt x="1923" y="7752"/>
                  <a:pt x="1923" y="7895"/>
                  <a:pt x="2238" y="7895"/>
                </a:cubicBezTo>
                <a:cubicBezTo>
                  <a:pt x="2569" y="7895"/>
                  <a:pt x="2569" y="7989"/>
                  <a:pt x="2884" y="7989"/>
                </a:cubicBezTo>
                <a:cubicBezTo>
                  <a:pt x="3199" y="7989"/>
                  <a:pt x="3199" y="7895"/>
                  <a:pt x="3515" y="7895"/>
                </a:cubicBezTo>
                <a:cubicBezTo>
                  <a:pt x="3845" y="7895"/>
                  <a:pt x="3845" y="8021"/>
                  <a:pt x="4160" y="8021"/>
                </a:cubicBezTo>
                <a:cubicBezTo>
                  <a:pt x="4475" y="8021"/>
                  <a:pt x="4475" y="7832"/>
                  <a:pt x="4790" y="7832"/>
                </a:cubicBezTo>
                <a:cubicBezTo>
                  <a:pt x="5122" y="7832"/>
                  <a:pt x="5122" y="8004"/>
                  <a:pt x="5437" y="8004"/>
                </a:cubicBezTo>
                <a:cubicBezTo>
                  <a:pt x="5752" y="8004"/>
                  <a:pt x="5752" y="7958"/>
                  <a:pt x="6067" y="7958"/>
                </a:cubicBezTo>
                <a:cubicBezTo>
                  <a:pt x="6382" y="7958"/>
                  <a:pt x="6382" y="8115"/>
                  <a:pt x="6712" y="8115"/>
                </a:cubicBezTo>
                <a:cubicBezTo>
                  <a:pt x="7027" y="8115"/>
                  <a:pt x="7027" y="7784"/>
                  <a:pt x="7343" y="7784"/>
                </a:cubicBezTo>
                <a:cubicBezTo>
                  <a:pt x="7658" y="7784"/>
                  <a:pt x="7658" y="8067"/>
                  <a:pt x="7989" y="8067"/>
                </a:cubicBezTo>
                <a:cubicBezTo>
                  <a:pt x="8304" y="8067"/>
                  <a:pt x="8304" y="8162"/>
                  <a:pt x="8619" y="8162"/>
                </a:cubicBezTo>
                <a:cubicBezTo>
                  <a:pt x="8934" y="8162"/>
                  <a:pt x="8934" y="7878"/>
                  <a:pt x="9265" y="7878"/>
                </a:cubicBezTo>
                <a:cubicBezTo>
                  <a:pt x="9580" y="7878"/>
                  <a:pt x="9580" y="8004"/>
                  <a:pt x="9895" y="8004"/>
                </a:cubicBezTo>
                <a:cubicBezTo>
                  <a:pt x="10210" y="8004"/>
                  <a:pt x="10210" y="8084"/>
                  <a:pt x="10542" y="8084"/>
                </a:cubicBezTo>
                <a:lnTo>
                  <a:pt x="11172" y="8084"/>
                </a:lnTo>
                <a:cubicBezTo>
                  <a:pt x="11487" y="8084"/>
                  <a:pt x="11487" y="8004"/>
                  <a:pt x="11802" y="8004"/>
                </a:cubicBezTo>
                <a:cubicBezTo>
                  <a:pt x="12132" y="8004"/>
                  <a:pt x="12132" y="7832"/>
                  <a:pt x="12447" y="7832"/>
                </a:cubicBezTo>
                <a:cubicBezTo>
                  <a:pt x="12762" y="7832"/>
                  <a:pt x="12762" y="8021"/>
                  <a:pt x="13078" y="8021"/>
                </a:cubicBezTo>
                <a:cubicBezTo>
                  <a:pt x="13409" y="8021"/>
                  <a:pt x="13409" y="7878"/>
                  <a:pt x="13724" y="7878"/>
                </a:cubicBezTo>
                <a:cubicBezTo>
                  <a:pt x="14039" y="7878"/>
                  <a:pt x="14039" y="7815"/>
                  <a:pt x="14354" y="7815"/>
                </a:cubicBezTo>
                <a:cubicBezTo>
                  <a:pt x="14670" y="7815"/>
                  <a:pt x="14670" y="7973"/>
                  <a:pt x="15000" y="7973"/>
                </a:cubicBezTo>
                <a:cubicBezTo>
                  <a:pt x="15315" y="7973"/>
                  <a:pt x="15315" y="8067"/>
                  <a:pt x="15630" y="8067"/>
                </a:cubicBezTo>
                <a:cubicBezTo>
                  <a:pt x="15945" y="8067"/>
                  <a:pt x="15945" y="7973"/>
                  <a:pt x="16277" y="7973"/>
                </a:cubicBezTo>
                <a:cubicBezTo>
                  <a:pt x="16592" y="7973"/>
                  <a:pt x="16592" y="7941"/>
                  <a:pt x="16907" y="7941"/>
                </a:cubicBezTo>
                <a:cubicBezTo>
                  <a:pt x="17222" y="7941"/>
                  <a:pt x="17222" y="8115"/>
                  <a:pt x="17537" y="8115"/>
                </a:cubicBezTo>
                <a:cubicBezTo>
                  <a:pt x="17867" y="8115"/>
                  <a:pt x="17867" y="7769"/>
                  <a:pt x="18182" y="7769"/>
                </a:cubicBezTo>
                <a:cubicBezTo>
                  <a:pt x="18498" y="7769"/>
                  <a:pt x="18498" y="8021"/>
                  <a:pt x="18813" y="8021"/>
                </a:cubicBezTo>
                <a:cubicBezTo>
                  <a:pt x="19144" y="8021"/>
                  <a:pt x="19144" y="7878"/>
                  <a:pt x="19459" y="7878"/>
                </a:cubicBezTo>
                <a:cubicBezTo>
                  <a:pt x="19774" y="7878"/>
                  <a:pt x="19774" y="8147"/>
                  <a:pt x="20089" y="8147"/>
                </a:cubicBezTo>
                <a:cubicBezTo>
                  <a:pt x="20405" y="8147"/>
                  <a:pt x="20405" y="8036"/>
                  <a:pt x="20735" y="8036"/>
                </a:cubicBezTo>
                <a:cubicBezTo>
                  <a:pt x="21050" y="8036"/>
                  <a:pt x="21050" y="7878"/>
                  <a:pt x="21365" y="7878"/>
                </a:cubicBezTo>
                <a:cubicBezTo>
                  <a:pt x="21680" y="7878"/>
                  <a:pt x="21854" y="8256"/>
                  <a:pt x="22075" y="8021"/>
                </a:cubicBezTo>
                <a:cubicBezTo>
                  <a:pt x="22310" y="7800"/>
                  <a:pt x="22232" y="7658"/>
                  <a:pt x="22121" y="7280"/>
                </a:cubicBezTo>
                <a:close/>
              </a:path>
            </a:pathLst>
          </a:custGeom>
          <a:solidFill>
            <a:srgbClr val="FFFFFF"/>
          </a:solidFill>
          <a:ln>
            <a:noFill/>
          </a:ln>
          <a:effectLst>
            <a:outerShdw blurRad="57150" dist="19050" dir="5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David" panose="020E0502060401010101" pitchFamily="34" charset="-79"/>
              <a:cs typeface="David" panose="020E0502060401010101" pitchFamily="34" charset="-79"/>
            </a:endParaRPr>
          </a:p>
        </p:txBody>
      </p:sp>
      <p:grpSp>
        <p:nvGrpSpPr>
          <p:cNvPr id="1409" name="Google Shape;1409;p38"/>
          <p:cNvGrpSpPr/>
          <p:nvPr/>
        </p:nvGrpSpPr>
        <p:grpSpPr>
          <a:xfrm>
            <a:off x="2853746" y="4100411"/>
            <a:ext cx="4986209" cy="1000048"/>
            <a:chOff x="2999621" y="1744174"/>
            <a:chExt cx="460023" cy="102245"/>
          </a:xfrm>
        </p:grpSpPr>
        <p:sp>
          <p:nvSpPr>
            <p:cNvPr id="1410" name="Google Shape;1410;p38"/>
            <p:cNvSpPr/>
            <p:nvPr/>
          </p:nvSpPr>
          <p:spPr>
            <a:xfrm>
              <a:off x="2999621" y="1744174"/>
              <a:ext cx="460023" cy="102245"/>
            </a:xfrm>
            <a:custGeom>
              <a:avLst/>
              <a:gdLst/>
              <a:ahLst/>
              <a:cxnLst/>
              <a:rect l="l" t="t" r="r" b="b"/>
              <a:pathLst>
                <a:path w="14465" h="3215" extrusionOk="0">
                  <a:moveTo>
                    <a:pt x="16" y="1639"/>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07" y="3088"/>
                    <a:pt x="4160" y="3103"/>
                  </a:cubicBezTo>
                  <a:cubicBezTo>
                    <a:pt x="4112" y="3103"/>
                    <a:pt x="4097" y="3135"/>
                    <a:pt x="4066" y="3088"/>
                  </a:cubicBezTo>
                  <a:cubicBezTo>
                    <a:pt x="4066" y="3057"/>
                    <a:pt x="4066" y="3040"/>
                    <a:pt x="4049" y="3025"/>
                  </a:cubicBezTo>
                  <a:cubicBezTo>
                    <a:pt x="4034" y="2994"/>
                    <a:pt x="4018" y="2977"/>
                    <a:pt x="4003" y="2962"/>
                  </a:cubicBezTo>
                  <a:cubicBezTo>
                    <a:pt x="3986" y="2946"/>
                    <a:pt x="3971" y="2946"/>
                    <a:pt x="3955" y="2946"/>
                  </a:cubicBezTo>
                  <a:lnTo>
                    <a:pt x="3923" y="2946"/>
                  </a:lnTo>
                  <a:cubicBezTo>
                    <a:pt x="3908" y="2946"/>
                    <a:pt x="3908" y="2931"/>
                    <a:pt x="3892" y="2914"/>
                  </a:cubicBezTo>
                  <a:cubicBezTo>
                    <a:pt x="3860" y="2899"/>
                    <a:pt x="3829" y="2899"/>
                    <a:pt x="3797" y="2883"/>
                  </a:cubicBezTo>
                  <a:cubicBezTo>
                    <a:pt x="3782" y="2883"/>
                    <a:pt x="3766" y="2883"/>
                    <a:pt x="3766" y="2868"/>
                  </a:cubicBezTo>
                  <a:cubicBezTo>
                    <a:pt x="3751" y="2851"/>
                    <a:pt x="3751" y="2805"/>
                    <a:pt x="3751" y="2788"/>
                  </a:cubicBezTo>
                  <a:cubicBezTo>
                    <a:pt x="3751" y="2742"/>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77" y="2301"/>
                    <a:pt x="3545" y="2301"/>
                  </a:cubicBezTo>
                  <a:cubicBezTo>
                    <a:pt x="3499" y="2316"/>
                    <a:pt x="3467" y="2316"/>
                    <a:pt x="3419" y="2316"/>
                  </a:cubicBezTo>
                  <a:lnTo>
                    <a:pt x="3388" y="2316"/>
                  </a:lnTo>
                  <a:lnTo>
                    <a:pt x="3341" y="2316"/>
                  </a:lnTo>
                  <a:cubicBezTo>
                    <a:pt x="3293" y="2332"/>
                    <a:pt x="3246" y="2347"/>
                    <a:pt x="3199" y="2379"/>
                  </a:cubicBezTo>
                  <a:cubicBezTo>
                    <a:pt x="3167" y="2395"/>
                    <a:pt x="3152" y="2395"/>
                    <a:pt x="3152" y="2410"/>
                  </a:cubicBezTo>
                  <a:cubicBezTo>
                    <a:pt x="3120" y="2458"/>
                    <a:pt x="3120" y="2505"/>
                    <a:pt x="3089" y="2536"/>
                  </a:cubicBezTo>
                  <a:cubicBezTo>
                    <a:pt x="3057" y="2521"/>
                    <a:pt x="2963" y="2521"/>
                    <a:pt x="2931" y="2568"/>
                  </a:cubicBezTo>
                  <a:cubicBezTo>
                    <a:pt x="2931" y="2584"/>
                    <a:pt x="2915" y="2584"/>
                    <a:pt x="2915" y="2599"/>
                  </a:cubicBezTo>
                  <a:cubicBezTo>
                    <a:pt x="2915" y="2599"/>
                    <a:pt x="2900" y="2616"/>
                    <a:pt x="2883" y="2616"/>
                  </a:cubicBezTo>
                  <a:cubicBezTo>
                    <a:pt x="2883" y="2631"/>
                    <a:pt x="2868" y="2631"/>
                    <a:pt x="2868" y="2662"/>
                  </a:cubicBezTo>
                  <a:cubicBezTo>
                    <a:pt x="2852" y="2694"/>
                    <a:pt x="2868" y="2710"/>
                    <a:pt x="2837" y="2725"/>
                  </a:cubicBezTo>
                  <a:cubicBezTo>
                    <a:pt x="2820" y="2742"/>
                    <a:pt x="2789" y="2742"/>
                    <a:pt x="2774" y="2757"/>
                  </a:cubicBezTo>
                  <a:cubicBezTo>
                    <a:pt x="2742" y="2773"/>
                    <a:pt x="2679" y="2788"/>
                    <a:pt x="2648" y="2820"/>
                  </a:cubicBezTo>
                  <a:cubicBezTo>
                    <a:pt x="2648" y="2836"/>
                    <a:pt x="2648" y="2868"/>
                    <a:pt x="2631" y="2883"/>
                  </a:cubicBezTo>
                  <a:cubicBezTo>
                    <a:pt x="2631" y="2899"/>
                    <a:pt x="2616" y="2977"/>
                    <a:pt x="2616" y="2977"/>
                  </a:cubicBezTo>
                  <a:cubicBezTo>
                    <a:pt x="2585" y="2994"/>
                    <a:pt x="2568" y="2977"/>
                    <a:pt x="2553" y="2977"/>
                  </a:cubicBezTo>
                  <a:cubicBezTo>
                    <a:pt x="2537" y="2962"/>
                    <a:pt x="2505" y="2962"/>
                    <a:pt x="2490" y="2962"/>
                  </a:cubicBezTo>
                  <a:lnTo>
                    <a:pt x="2427" y="2994"/>
                  </a:lnTo>
                  <a:cubicBezTo>
                    <a:pt x="2411" y="3009"/>
                    <a:pt x="2396" y="3009"/>
                    <a:pt x="2364" y="3009"/>
                  </a:cubicBezTo>
                  <a:lnTo>
                    <a:pt x="2348" y="3009"/>
                  </a:lnTo>
                  <a:cubicBezTo>
                    <a:pt x="2316" y="3009"/>
                    <a:pt x="2301" y="3009"/>
                    <a:pt x="2285" y="3025"/>
                  </a:cubicBezTo>
                  <a:cubicBezTo>
                    <a:pt x="2253" y="3040"/>
                    <a:pt x="2238" y="3040"/>
                    <a:pt x="2207" y="3057"/>
                  </a:cubicBezTo>
                  <a:cubicBezTo>
                    <a:pt x="2175" y="3057"/>
                    <a:pt x="2081" y="3088"/>
                    <a:pt x="2049" y="3057"/>
                  </a:cubicBezTo>
                  <a:cubicBezTo>
                    <a:pt x="2033" y="3040"/>
                    <a:pt x="2049" y="3040"/>
                    <a:pt x="2033" y="3025"/>
                  </a:cubicBezTo>
                  <a:cubicBezTo>
                    <a:pt x="2018" y="3009"/>
                    <a:pt x="2033" y="3009"/>
                    <a:pt x="2001" y="3009"/>
                  </a:cubicBezTo>
                  <a:lnTo>
                    <a:pt x="1970" y="3009"/>
                  </a:lnTo>
                  <a:cubicBezTo>
                    <a:pt x="1954" y="2994"/>
                    <a:pt x="1954" y="2977"/>
                    <a:pt x="1938" y="2962"/>
                  </a:cubicBezTo>
                  <a:lnTo>
                    <a:pt x="1891" y="2962"/>
                  </a:lnTo>
                  <a:cubicBezTo>
                    <a:pt x="1844" y="2977"/>
                    <a:pt x="1812" y="2977"/>
                    <a:pt x="1765" y="2977"/>
                  </a:cubicBezTo>
                  <a:lnTo>
                    <a:pt x="1702" y="2977"/>
                  </a:lnTo>
                  <a:lnTo>
                    <a:pt x="1686" y="2977"/>
                  </a:lnTo>
                  <a:lnTo>
                    <a:pt x="1655" y="2977"/>
                  </a:lnTo>
                  <a:cubicBezTo>
                    <a:pt x="1639" y="2977"/>
                    <a:pt x="1639" y="2962"/>
                    <a:pt x="1623" y="2962"/>
                  </a:cubicBezTo>
                  <a:lnTo>
                    <a:pt x="1591" y="2962"/>
                  </a:lnTo>
                  <a:cubicBezTo>
                    <a:pt x="1576" y="2977"/>
                    <a:pt x="1560" y="2977"/>
                    <a:pt x="1560" y="2977"/>
                  </a:cubicBezTo>
                  <a:cubicBezTo>
                    <a:pt x="1560" y="2962"/>
                    <a:pt x="1545" y="2962"/>
                    <a:pt x="1545" y="2962"/>
                  </a:cubicBezTo>
                  <a:cubicBezTo>
                    <a:pt x="1545" y="2946"/>
                    <a:pt x="1528" y="2946"/>
                    <a:pt x="1528" y="2946"/>
                  </a:cubicBezTo>
                  <a:cubicBezTo>
                    <a:pt x="1497" y="2946"/>
                    <a:pt x="1450" y="2946"/>
                    <a:pt x="1419" y="2931"/>
                  </a:cubicBezTo>
                  <a:cubicBezTo>
                    <a:pt x="1402" y="2914"/>
                    <a:pt x="1387" y="2914"/>
                    <a:pt x="1371" y="2899"/>
                  </a:cubicBezTo>
                  <a:lnTo>
                    <a:pt x="1293" y="2899"/>
                  </a:lnTo>
                  <a:lnTo>
                    <a:pt x="1245" y="2899"/>
                  </a:lnTo>
                  <a:cubicBezTo>
                    <a:pt x="1245" y="2883"/>
                    <a:pt x="1245" y="2883"/>
                    <a:pt x="1230" y="2883"/>
                  </a:cubicBezTo>
                  <a:lnTo>
                    <a:pt x="1198" y="2883"/>
                  </a:lnTo>
                  <a:cubicBezTo>
                    <a:pt x="1198" y="2820"/>
                    <a:pt x="1072" y="2820"/>
                    <a:pt x="1024" y="2820"/>
                  </a:cubicBezTo>
                  <a:cubicBezTo>
                    <a:pt x="978" y="2820"/>
                    <a:pt x="1009" y="2805"/>
                    <a:pt x="993" y="2773"/>
                  </a:cubicBezTo>
                  <a:cubicBezTo>
                    <a:pt x="978" y="2757"/>
                    <a:pt x="946" y="2757"/>
                    <a:pt x="915" y="2757"/>
                  </a:cubicBezTo>
                  <a:lnTo>
                    <a:pt x="883" y="2757"/>
                  </a:lnTo>
                  <a:cubicBezTo>
                    <a:pt x="883" y="2742"/>
                    <a:pt x="883" y="2694"/>
                    <a:pt x="867" y="2694"/>
                  </a:cubicBezTo>
                  <a:cubicBezTo>
                    <a:pt x="867" y="2679"/>
                    <a:pt x="835" y="2679"/>
                    <a:pt x="820" y="2694"/>
                  </a:cubicBezTo>
                  <a:lnTo>
                    <a:pt x="772" y="2694"/>
                  </a:lnTo>
                  <a:cubicBezTo>
                    <a:pt x="772" y="2647"/>
                    <a:pt x="694" y="2662"/>
                    <a:pt x="694" y="2616"/>
                  </a:cubicBezTo>
                  <a:lnTo>
                    <a:pt x="646" y="2616"/>
                  </a:lnTo>
                  <a:cubicBezTo>
                    <a:pt x="631" y="2616"/>
                    <a:pt x="600" y="2616"/>
                    <a:pt x="583" y="2599"/>
                  </a:cubicBezTo>
                  <a:cubicBezTo>
                    <a:pt x="568" y="2584"/>
                    <a:pt x="568" y="2536"/>
                    <a:pt x="552" y="2521"/>
                  </a:cubicBezTo>
                  <a:cubicBezTo>
                    <a:pt x="552" y="2473"/>
                    <a:pt x="552" y="2427"/>
                    <a:pt x="520" y="2379"/>
                  </a:cubicBezTo>
                  <a:cubicBezTo>
                    <a:pt x="505" y="2379"/>
                    <a:pt x="489" y="2364"/>
                    <a:pt x="473" y="2364"/>
                  </a:cubicBezTo>
                  <a:cubicBezTo>
                    <a:pt x="457" y="2347"/>
                    <a:pt x="394" y="2332"/>
                    <a:pt x="379" y="2316"/>
                  </a:cubicBezTo>
                  <a:cubicBezTo>
                    <a:pt x="347" y="2301"/>
                    <a:pt x="347" y="2238"/>
                    <a:pt x="347" y="2206"/>
                  </a:cubicBezTo>
                  <a:cubicBezTo>
                    <a:pt x="347" y="2158"/>
                    <a:pt x="347" y="2112"/>
                    <a:pt x="331" y="2048"/>
                  </a:cubicBezTo>
                  <a:cubicBezTo>
                    <a:pt x="316" y="2001"/>
                    <a:pt x="316" y="1954"/>
                    <a:pt x="300" y="1906"/>
                  </a:cubicBezTo>
                  <a:cubicBezTo>
                    <a:pt x="300" y="1891"/>
                    <a:pt x="300" y="1891"/>
                    <a:pt x="284" y="1875"/>
                  </a:cubicBezTo>
                  <a:cubicBezTo>
                    <a:pt x="253" y="1843"/>
                    <a:pt x="173" y="1843"/>
                    <a:pt x="158" y="1796"/>
                  </a:cubicBezTo>
                  <a:cubicBezTo>
                    <a:pt x="142" y="1749"/>
                    <a:pt x="173" y="1670"/>
                    <a:pt x="127" y="1654"/>
                  </a:cubicBezTo>
                  <a:cubicBezTo>
                    <a:pt x="110" y="1639"/>
                    <a:pt x="95" y="1639"/>
                    <a:pt x="79" y="163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1" name="Google Shape;1411;p38"/>
            <p:cNvSpPr/>
            <p:nvPr/>
          </p:nvSpPr>
          <p:spPr>
            <a:xfrm>
              <a:off x="2999621" y="1744174"/>
              <a:ext cx="460023" cy="102245"/>
            </a:xfrm>
            <a:custGeom>
              <a:avLst/>
              <a:gdLst/>
              <a:ahLst/>
              <a:cxnLst/>
              <a:rect l="l" t="t" r="r" b="b"/>
              <a:pathLst>
                <a:path w="14465" h="3215" extrusionOk="0">
                  <a:moveTo>
                    <a:pt x="47" y="1622"/>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55" y="3025"/>
                    <a:pt x="4207" y="3025"/>
                  </a:cubicBezTo>
                  <a:cubicBezTo>
                    <a:pt x="4160" y="3040"/>
                    <a:pt x="4144" y="3072"/>
                    <a:pt x="4112" y="3009"/>
                  </a:cubicBezTo>
                  <a:cubicBezTo>
                    <a:pt x="4112" y="2994"/>
                    <a:pt x="4097" y="2977"/>
                    <a:pt x="4081" y="2946"/>
                  </a:cubicBezTo>
                  <a:cubicBezTo>
                    <a:pt x="4081" y="2931"/>
                    <a:pt x="4066" y="2914"/>
                    <a:pt x="4049" y="2899"/>
                  </a:cubicBezTo>
                  <a:cubicBezTo>
                    <a:pt x="4018" y="2868"/>
                    <a:pt x="4018" y="2868"/>
                    <a:pt x="4003" y="2868"/>
                  </a:cubicBezTo>
                  <a:lnTo>
                    <a:pt x="3971" y="2868"/>
                  </a:lnTo>
                  <a:cubicBezTo>
                    <a:pt x="3955" y="2868"/>
                    <a:pt x="3940" y="2851"/>
                    <a:pt x="3940" y="2851"/>
                  </a:cubicBezTo>
                  <a:cubicBezTo>
                    <a:pt x="3908" y="2836"/>
                    <a:pt x="3877" y="2836"/>
                    <a:pt x="3845" y="2820"/>
                  </a:cubicBezTo>
                  <a:cubicBezTo>
                    <a:pt x="3829" y="2805"/>
                    <a:pt x="3814" y="2805"/>
                    <a:pt x="3814" y="2805"/>
                  </a:cubicBezTo>
                  <a:cubicBezTo>
                    <a:pt x="3797" y="2788"/>
                    <a:pt x="3782" y="2788"/>
                    <a:pt x="3782" y="2773"/>
                  </a:cubicBezTo>
                  <a:cubicBezTo>
                    <a:pt x="3766" y="2710"/>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62" y="2269"/>
                    <a:pt x="3530" y="2269"/>
                  </a:cubicBezTo>
                  <a:cubicBezTo>
                    <a:pt x="3482" y="2269"/>
                    <a:pt x="3436" y="2284"/>
                    <a:pt x="3404" y="2284"/>
                  </a:cubicBezTo>
                  <a:lnTo>
                    <a:pt x="3372" y="2284"/>
                  </a:lnTo>
                  <a:cubicBezTo>
                    <a:pt x="3356" y="2269"/>
                    <a:pt x="3341" y="2269"/>
                    <a:pt x="3309" y="2284"/>
                  </a:cubicBezTo>
                  <a:cubicBezTo>
                    <a:pt x="3262" y="2284"/>
                    <a:pt x="3199" y="2269"/>
                    <a:pt x="3152" y="2301"/>
                  </a:cubicBezTo>
                  <a:cubicBezTo>
                    <a:pt x="3136" y="2316"/>
                    <a:pt x="3120" y="2316"/>
                    <a:pt x="3104" y="2332"/>
                  </a:cubicBezTo>
                  <a:cubicBezTo>
                    <a:pt x="3089" y="2379"/>
                    <a:pt x="3089" y="2427"/>
                    <a:pt x="3057" y="2473"/>
                  </a:cubicBezTo>
                  <a:cubicBezTo>
                    <a:pt x="3009" y="2442"/>
                    <a:pt x="2868" y="2442"/>
                    <a:pt x="2837" y="2490"/>
                  </a:cubicBezTo>
                  <a:cubicBezTo>
                    <a:pt x="2837" y="2505"/>
                    <a:pt x="2820" y="2505"/>
                    <a:pt x="2820" y="2521"/>
                  </a:cubicBezTo>
                  <a:cubicBezTo>
                    <a:pt x="2820" y="2521"/>
                    <a:pt x="2805" y="2536"/>
                    <a:pt x="2789" y="2536"/>
                  </a:cubicBezTo>
                  <a:cubicBezTo>
                    <a:pt x="2789" y="2553"/>
                    <a:pt x="2774" y="2553"/>
                    <a:pt x="2774" y="2584"/>
                  </a:cubicBezTo>
                  <a:cubicBezTo>
                    <a:pt x="2757" y="2616"/>
                    <a:pt x="2774" y="2631"/>
                    <a:pt x="2742" y="2647"/>
                  </a:cubicBezTo>
                  <a:cubicBezTo>
                    <a:pt x="2726" y="2662"/>
                    <a:pt x="2694" y="2662"/>
                    <a:pt x="2679" y="2679"/>
                  </a:cubicBezTo>
                  <a:cubicBezTo>
                    <a:pt x="2648" y="2694"/>
                    <a:pt x="2648" y="2757"/>
                    <a:pt x="2616" y="2773"/>
                  </a:cubicBezTo>
                  <a:cubicBezTo>
                    <a:pt x="2600" y="2788"/>
                    <a:pt x="2585" y="2773"/>
                    <a:pt x="2585" y="2788"/>
                  </a:cubicBezTo>
                  <a:cubicBezTo>
                    <a:pt x="2568" y="2805"/>
                    <a:pt x="2568" y="2883"/>
                    <a:pt x="2553" y="2899"/>
                  </a:cubicBezTo>
                  <a:cubicBezTo>
                    <a:pt x="2537" y="2899"/>
                    <a:pt x="2522" y="2883"/>
                    <a:pt x="2505" y="2883"/>
                  </a:cubicBezTo>
                  <a:lnTo>
                    <a:pt x="2442" y="2883"/>
                  </a:lnTo>
                  <a:cubicBezTo>
                    <a:pt x="2411" y="2883"/>
                    <a:pt x="2474" y="2962"/>
                    <a:pt x="2442" y="2962"/>
                  </a:cubicBezTo>
                  <a:cubicBezTo>
                    <a:pt x="2427" y="2977"/>
                    <a:pt x="2396" y="2977"/>
                    <a:pt x="2379" y="2977"/>
                  </a:cubicBezTo>
                  <a:lnTo>
                    <a:pt x="2364" y="2977"/>
                  </a:lnTo>
                  <a:cubicBezTo>
                    <a:pt x="2333" y="2977"/>
                    <a:pt x="2316" y="2977"/>
                    <a:pt x="2301" y="2994"/>
                  </a:cubicBezTo>
                  <a:cubicBezTo>
                    <a:pt x="2270" y="3009"/>
                    <a:pt x="2253" y="3025"/>
                    <a:pt x="2222" y="3025"/>
                  </a:cubicBezTo>
                  <a:cubicBezTo>
                    <a:pt x="2190" y="3025"/>
                    <a:pt x="2096" y="3057"/>
                    <a:pt x="2064" y="3025"/>
                  </a:cubicBezTo>
                  <a:cubicBezTo>
                    <a:pt x="2049" y="3009"/>
                    <a:pt x="2064" y="3025"/>
                    <a:pt x="2049" y="2994"/>
                  </a:cubicBezTo>
                  <a:cubicBezTo>
                    <a:pt x="2033" y="2977"/>
                    <a:pt x="2049" y="2977"/>
                    <a:pt x="2018" y="2977"/>
                  </a:cubicBezTo>
                  <a:cubicBezTo>
                    <a:pt x="2018" y="2977"/>
                    <a:pt x="1986" y="2994"/>
                    <a:pt x="1986" y="2977"/>
                  </a:cubicBezTo>
                  <a:cubicBezTo>
                    <a:pt x="1970" y="2962"/>
                    <a:pt x="1954" y="2914"/>
                    <a:pt x="1938" y="2899"/>
                  </a:cubicBezTo>
                  <a:cubicBezTo>
                    <a:pt x="1923" y="2899"/>
                    <a:pt x="1907" y="2914"/>
                    <a:pt x="1891" y="2914"/>
                  </a:cubicBezTo>
                  <a:lnTo>
                    <a:pt x="1781" y="2914"/>
                  </a:lnTo>
                  <a:cubicBezTo>
                    <a:pt x="1749" y="2931"/>
                    <a:pt x="1734" y="2931"/>
                    <a:pt x="1702" y="2931"/>
                  </a:cubicBezTo>
                  <a:cubicBezTo>
                    <a:pt x="1702" y="2914"/>
                    <a:pt x="1702" y="2914"/>
                    <a:pt x="1686" y="2914"/>
                  </a:cubicBezTo>
                  <a:lnTo>
                    <a:pt x="1655" y="2914"/>
                  </a:lnTo>
                  <a:lnTo>
                    <a:pt x="1623" y="2914"/>
                  </a:lnTo>
                  <a:lnTo>
                    <a:pt x="1591" y="2914"/>
                  </a:lnTo>
                  <a:lnTo>
                    <a:pt x="1560" y="2914"/>
                  </a:lnTo>
                  <a:cubicBezTo>
                    <a:pt x="1560" y="2914"/>
                    <a:pt x="1560" y="2899"/>
                    <a:pt x="1545" y="2899"/>
                  </a:cubicBezTo>
                  <a:lnTo>
                    <a:pt x="1528" y="2899"/>
                  </a:lnTo>
                  <a:cubicBezTo>
                    <a:pt x="1513" y="2883"/>
                    <a:pt x="1497" y="2899"/>
                    <a:pt x="1497" y="2899"/>
                  </a:cubicBezTo>
                  <a:cubicBezTo>
                    <a:pt x="1482" y="2899"/>
                    <a:pt x="1465" y="2899"/>
                    <a:pt x="1450" y="2883"/>
                  </a:cubicBezTo>
                  <a:cubicBezTo>
                    <a:pt x="1419" y="2883"/>
                    <a:pt x="1419" y="2868"/>
                    <a:pt x="1387" y="2851"/>
                  </a:cubicBezTo>
                  <a:lnTo>
                    <a:pt x="1324" y="2851"/>
                  </a:lnTo>
                  <a:lnTo>
                    <a:pt x="1276" y="2851"/>
                  </a:lnTo>
                  <a:cubicBezTo>
                    <a:pt x="1261" y="2851"/>
                    <a:pt x="1261" y="2836"/>
                    <a:pt x="1261" y="2836"/>
                  </a:cubicBezTo>
                  <a:lnTo>
                    <a:pt x="1230" y="2836"/>
                  </a:lnTo>
                  <a:cubicBezTo>
                    <a:pt x="1230" y="2773"/>
                    <a:pt x="1150" y="2742"/>
                    <a:pt x="1104" y="2742"/>
                  </a:cubicBezTo>
                  <a:cubicBezTo>
                    <a:pt x="1056" y="2757"/>
                    <a:pt x="1087" y="2742"/>
                    <a:pt x="1072" y="2710"/>
                  </a:cubicBezTo>
                  <a:cubicBezTo>
                    <a:pt x="1041" y="2679"/>
                    <a:pt x="1024" y="2679"/>
                    <a:pt x="993" y="2679"/>
                  </a:cubicBezTo>
                  <a:cubicBezTo>
                    <a:pt x="978" y="2662"/>
                    <a:pt x="961" y="2631"/>
                    <a:pt x="961" y="2616"/>
                  </a:cubicBezTo>
                  <a:cubicBezTo>
                    <a:pt x="930" y="2599"/>
                    <a:pt x="898" y="2584"/>
                    <a:pt x="867" y="2584"/>
                  </a:cubicBezTo>
                  <a:cubicBezTo>
                    <a:pt x="867" y="2427"/>
                    <a:pt x="741" y="2395"/>
                    <a:pt x="741" y="2458"/>
                  </a:cubicBezTo>
                  <a:lnTo>
                    <a:pt x="709" y="2458"/>
                  </a:lnTo>
                  <a:cubicBezTo>
                    <a:pt x="694" y="2473"/>
                    <a:pt x="694" y="2473"/>
                    <a:pt x="678" y="2458"/>
                  </a:cubicBezTo>
                  <a:cubicBezTo>
                    <a:pt x="663" y="2442"/>
                    <a:pt x="646" y="2379"/>
                    <a:pt x="646" y="2364"/>
                  </a:cubicBezTo>
                  <a:cubicBezTo>
                    <a:pt x="631" y="2332"/>
                    <a:pt x="646" y="2316"/>
                    <a:pt x="631" y="2284"/>
                  </a:cubicBezTo>
                  <a:cubicBezTo>
                    <a:pt x="615" y="2284"/>
                    <a:pt x="600" y="2269"/>
                    <a:pt x="583" y="2269"/>
                  </a:cubicBezTo>
                  <a:cubicBezTo>
                    <a:pt x="552" y="2253"/>
                    <a:pt x="505" y="2238"/>
                    <a:pt x="473" y="2221"/>
                  </a:cubicBezTo>
                  <a:cubicBezTo>
                    <a:pt x="457" y="2190"/>
                    <a:pt x="457" y="2143"/>
                    <a:pt x="457" y="2112"/>
                  </a:cubicBezTo>
                  <a:cubicBezTo>
                    <a:pt x="457" y="2064"/>
                    <a:pt x="457" y="2001"/>
                    <a:pt x="442" y="1954"/>
                  </a:cubicBezTo>
                  <a:cubicBezTo>
                    <a:pt x="426" y="1906"/>
                    <a:pt x="363" y="1938"/>
                    <a:pt x="347" y="1891"/>
                  </a:cubicBezTo>
                  <a:cubicBezTo>
                    <a:pt x="347" y="1875"/>
                    <a:pt x="347" y="1875"/>
                    <a:pt x="331" y="1859"/>
                  </a:cubicBezTo>
                  <a:cubicBezTo>
                    <a:pt x="300" y="1828"/>
                    <a:pt x="221" y="1828"/>
                    <a:pt x="205" y="1780"/>
                  </a:cubicBezTo>
                  <a:cubicBezTo>
                    <a:pt x="190" y="1733"/>
                    <a:pt x="221" y="1654"/>
                    <a:pt x="158" y="1639"/>
                  </a:cubicBezTo>
                  <a:cubicBezTo>
                    <a:pt x="142" y="1622"/>
                    <a:pt x="142" y="1639"/>
                    <a:pt x="110" y="1622"/>
                  </a:cubicBezTo>
                  <a:close/>
                </a:path>
              </a:pathLst>
            </a:custGeom>
            <a:solidFill>
              <a:srgbClr val="BDCD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2" name="Google Shape;1412;p38"/>
            <p:cNvSpPr/>
            <p:nvPr/>
          </p:nvSpPr>
          <p:spPr>
            <a:xfrm>
              <a:off x="3345867" y="1783261"/>
              <a:ext cx="12053" cy="7028"/>
            </a:xfrm>
            <a:custGeom>
              <a:avLst/>
              <a:gdLst/>
              <a:ahLst/>
              <a:cxnLst/>
              <a:rect l="l" t="t" r="r" b="b"/>
              <a:pathLst>
                <a:path w="379" h="221" extrusionOk="0">
                  <a:moveTo>
                    <a:pt x="300" y="0"/>
                  </a:moveTo>
                  <a:lnTo>
                    <a:pt x="300" y="15"/>
                  </a:lnTo>
                  <a:cubicBezTo>
                    <a:pt x="315" y="32"/>
                    <a:pt x="300" y="47"/>
                    <a:pt x="300" y="63"/>
                  </a:cubicBezTo>
                  <a:lnTo>
                    <a:pt x="269" y="63"/>
                  </a:lnTo>
                  <a:lnTo>
                    <a:pt x="252" y="63"/>
                  </a:lnTo>
                  <a:lnTo>
                    <a:pt x="221" y="110"/>
                  </a:lnTo>
                  <a:lnTo>
                    <a:pt x="206" y="126"/>
                  </a:lnTo>
                  <a:lnTo>
                    <a:pt x="189" y="126"/>
                  </a:lnTo>
                  <a:lnTo>
                    <a:pt x="158" y="95"/>
                  </a:lnTo>
                  <a:lnTo>
                    <a:pt x="126" y="110"/>
                  </a:lnTo>
                  <a:lnTo>
                    <a:pt x="126" y="126"/>
                  </a:lnTo>
                  <a:cubicBezTo>
                    <a:pt x="111" y="141"/>
                    <a:pt x="111" y="141"/>
                    <a:pt x="95" y="141"/>
                  </a:cubicBezTo>
                  <a:lnTo>
                    <a:pt x="95" y="141"/>
                  </a:lnTo>
                  <a:lnTo>
                    <a:pt x="95" y="141"/>
                  </a:lnTo>
                  <a:cubicBezTo>
                    <a:pt x="95" y="158"/>
                    <a:pt x="80" y="173"/>
                    <a:pt x="63" y="173"/>
                  </a:cubicBezTo>
                  <a:lnTo>
                    <a:pt x="63" y="173"/>
                  </a:lnTo>
                  <a:lnTo>
                    <a:pt x="32" y="173"/>
                  </a:lnTo>
                  <a:lnTo>
                    <a:pt x="17" y="189"/>
                  </a:lnTo>
                  <a:lnTo>
                    <a:pt x="0" y="189"/>
                  </a:lnTo>
                  <a:lnTo>
                    <a:pt x="17" y="189"/>
                  </a:lnTo>
                  <a:lnTo>
                    <a:pt x="17" y="189"/>
                  </a:lnTo>
                  <a:lnTo>
                    <a:pt x="32" y="189"/>
                  </a:lnTo>
                  <a:cubicBezTo>
                    <a:pt x="48" y="204"/>
                    <a:pt x="48" y="204"/>
                    <a:pt x="48" y="221"/>
                  </a:cubicBezTo>
                  <a:lnTo>
                    <a:pt x="63" y="221"/>
                  </a:lnTo>
                  <a:lnTo>
                    <a:pt x="63" y="221"/>
                  </a:lnTo>
                  <a:lnTo>
                    <a:pt x="95" y="221"/>
                  </a:lnTo>
                  <a:lnTo>
                    <a:pt x="315" y="78"/>
                  </a:lnTo>
                  <a:lnTo>
                    <a:pt x="315" y="78"/>
                  </a:lnTo>
                  <a:lnTo>
                    <a:pt x="332" y="78"/>
                  </a:lnTo>
                  <a:lnTo>
                    <a:pt x="347" y="78"/>
                  </a:lnTo>
                  <a:cubicBezTo>
                    <a:pt x="363" y="78"/>
                    <a:pt x="378" y="78"/>
                    <a:pt x="378" y="63"/>
                  </a:cubicBezTo>
                  <a:cubicBezTo>
                    <a:pt x="378" y="32"/>
                    <a:pt x="363" y="15"/>
                    <a:pt x="347" y="15"/>
                  </a:cubicBezTo>
                  <a:lnTo>
                    <a:pt x="30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3" name="Google Shape;1413;p38"/>
            <p:cNvSpPr/>
            <p:nvPr/>
          </p:nvSpPr>
          <p:spPr>
            <a:xfrm>
              <a:off x="3387467" y="1780239"/>
              <a:ext cx="8523" cy="3053"/>
            </a:xfrm>
            <a:custGeom>
              <a:avLst/>
              <a:gdLst/>
              <a:ahLst/>
              <a:cxnLst/>
              <a:rect l="l" t="t" r="r" b="b"/>
              <a:pathLst>
                <a:path w="268" h="96" extrusionOk="0">
                  <a:moveTo>
                    <a:pt x="253" y="1"/>
                  </a:moveTo>
                  <a:cubicBezTo>
                    <a:pt x="253" y="16"/>
                    <a:pt x="236" y="16"/>
                    <a:pt x="236" y="16"/>
                  </a:cubicBezTo>
                  <a:lnTo>
                    <a:pt x="205" y="16"/>
                  </a:lnTo>
                  <a:cubicBezTo>
                    <a:pt x="173" y="16"/>
                    <a:pt x="158" y="32"/>
                    <a:pt x="127" y="32"/>
                  </a:cubicBezTo>
                  <a:lnTo>
                    <a:pt x="79" y="32"/>
                  </a:lnTo>
                  <a:lnTo>
                    <a:pt x="47" y="32"/>
                  </a:lnTo>
                  <a:lnTo>
                    <a:pt x="47" y="32"/>
                  </a:lnTo>
                  <a:cubicBezTo>
                    <a:pt x="32" y="32"/>
                    <a:pt x="16" y="47"/>
                    <a:pt x="16" y="64"/>
                  </a:cubicBezTo>
                  <a:cubicBezTo>
                    <a:pt x="1" y="79"/>
                    <a:pt x="16" y="95"/>
                    <a:pt x="32" y="95"/>
                  </a:cubicBezTo>
                  <a:lnTo>
                    <a:pt x="79" y="95"/>
                  </a:lnTo>
                  <a:lnTo>
                    <a:pt x="127" y="95"/>
                  </a:lnTo>
                  <a:lnTo>
                    <a:pt x="127" y="95"/>
                  </a:lnTo>
                  <a:lnTo>
                    <a:pt x="142" y="79"/>
                  </a:lnTo>
                  <a:lnTo>
                    <a:pt x="142" y="64"/>
                  </a:lnTo>
                  <a:cubicBezTo>
                    <a:pt x="142" y="47"/>
                    <a:pt x="142" y="32"/>
                    <a:pt x="158" y="32"/>
                  </a:cubicBezTo>
                  <a:lnTo>
                    <a:pt x="173" y="32"/>
                  </a:lnTo>
                  <a:lnTo>
                    <a:pt x="173" y="32"/>
                  </a:lnTo>
                  <a:cubicBezTo>
                    <a:pt x="190" y="32"/>
                    <a:pt x="205" y="32"/>
                    <a:pt x="205" y="47"/>
                  </a:cubicBezTo>
                  <a:lnTo>
                    <a:pt x="205" y="64"/>
                  </a:lnTo>
                  <a:cubicBezTo>
                    <a:pt x="221" y="64"/>
                    <a:pt x="236" y="47"/>
                    <a:pt x="253" y="47"/>
                  </a:cubicBezTo>
                  <a:cubicBezTo>
                    <a:pt x="253" y="32"/>
                    <a:pt x="268" y="16"/>
                    <a:pt x="25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4" name="Google Shape;1414;p38"/>
            <p:cNvSpPr/>
            <p:nvPr/>
          </p:nvSpPr>
          <p:spPr>
            <a:xfrm>
              <a:off x="3269698" y="1778713"/>
              <a:ext cx="7060" cy="6583"/>
            </a:xfrm>
            <a:custGeom>
              <a:avLst/>
              <a:gdLst/>
              <a:ahLst/>
              <a:cxnLst/>
              <a:rect l="l" t="t" r="r" b="b"/>
              <a:pathLst>
                <a:path w="222" h="207" extrusionOk="0">
                  <a:moveTo>
                    <a:pt x="190" y="1"/>
                  </a:moveTo>
                  <a:lnTo>
                    <a:pt x="190" y="1"/>
                  </a:lnTo>
                  <a:cubicBezTo>
                    <a:pt x="190" y="1"/>
                    <a:pt x="190" y="17"/>
                    <a:pt x="174" y="32"/>
                  </a:cubicBezTo>
                  <a:lnTo>
                    <a:pt x="158" y="32"/>
                  </a:lnTo>
                  <a:cubicBezTo>
                    <a:pt x="174" y="49"/>
                    <a:pt x="174" y="64"/>
                    <a:pt x="174" y="80"/>
                  </a:cubicBezTo>
                  <a:cubicBezTo>
                    <a:pt x="158" y="95"/>
                    <a:pt x="158" y="95"/>
                    <a:pt x="143" y="95"/>
                  </a:cubicBezTo>
                  <a:lnTo>
                    <a:pt x="126" y="95"/>
                  </a:lnTo>
                  <a:lnTo>
                    <a:pt x="95" y="80"/>
                  </a:lnTo>
                  <a:lnTo>
                    <a:pt x="80" y="80"/>
                  </a:lnTo>
                  <a:lnTo>
                    <a:pt x="63" y="80"/>
                  </a:lnTo>
                  <a:lnTo>
                    <a:pt x="48" y="80"/>
                  </a:lnTo>
                  <a:lnTo>
                    <a:pt x="48" y="80"/>
                  </a:lnTo>
                  <a:cubicBezTo>
                    <a:pt x="48" y="80"/>
                    <a:pt x="32" y="80"/>
                    <a:pt x="32" y="95"/>
                  </a:cubicBezTo>
                  <a:lnTo>
                    <a:pt x="0" y="158"/>
                  </a:lnTo>
                  <a:cubicBezTo>
                    <a:pt x="0" y="175"/>
                    <a:pt x="0" y="190"/>
                    <a:pt x="17" y="206"/>
                  </a:cubicBezTo>
                  <a:cubicBezTo>
                    <a:pt x="17" y="190"/>
                    <a:pt x="32" y="190"/>
                    <a:pt x="32" y="190"/>
                  </a:cubicBezTo>
                  <a:lnTo>
                    <a:pt x="32" y="190"/>
                  </a:lnTo>
                  <a:lnTo>
                    <a:pt x="48" y="190"/>
                  </a:lnTo>
                  <a:cubicBezTo>
                    <a:pt x="48" y="190"/>
                    <a:pt x="63" y="190"/>
                    <a:pt x="63" y="206"/>
                  </a:cubicBezTo>
                  <a:lnTo>
                    <a:pt x="63" y="190"/>
                  </a:lnTo>
                  <a:lnTo>
                    <a:pt x="95" y="143"/>
                  </a:lnTo>
                  <a:cubicBezTo>
                    <a:pt x="143" y="127"/>
                    <a:pt x="190" y="112"/>
                    <a:pt x="221" y="49"/>
                  </a:cubicBezTo>
                  <a:cubicBezTo>
                    <a:pt x="221" y="32"/>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5" name="Google Shape;1415;p38"/>
            <p:cNvSpPr/>
            <p:nvPr/>
          </p:nvSpPr>
          <p:spPr>
            <a:xfrm>
              <a:off x="3381933" y="1761698"/>
              <a:ext cx="5057" cy="3530"/>
            </a:xfrm>
            <a:custGeom>
              <a:avLst/>
              <a:gdLst/>
              <a:ahLst/>
              <a:cxnLst/>
              <a:rect l="l" t="t" r="r" b="b"/>
              <a:pathLst>
                <a:path w="159" h="111" extrusionOk="0">
                  <a:moveTo>
                    <a:pt x="112" y="0"/>
                  </a:moveTo>
                  <a:lnTo>
                    <a:pt x="112" y="0"/>
                  </a:lnTo>
                  <a:lnTo>
                    <a:pt x="95" y="0"/>
                  </a:lnTo>
                  <a:lnTo>
                    <a:pt x="17" y="63"/>
                  </a:lnTo>
                  <a:cubicBezTo>
                    <a:pt x="1" y="79"/>
                    <a:pt x="1" y="95"/>
                    <a:pt x="17" y="111"/>
                  </a:cubicBezTo>
                  <a:cubicBezTo>
                    <a:pt x="17" y="111"/>
                    <a:pt x="32" y="95"/>
                    <a:pt x="49" y="95"/>
                  </a:cubicBezTo>
                  <a:lnTo>
                    <a:pt x="49" y="95"/>
                  </a:lnTo>
                  <a:lnTo>
                    <a:pt x="49" y="95"/>
                  </a:lnTo>
                  <a:lnTo>
                    <a:pt x="80" y="111"/>
                  </a:lnTo>
                  <a:lnTo>
                    <a:pt x="143" y="63"/>
                  </a:lnTo>
                  <a:cubicBezTo>
                    <a:pt x="158" y="48"/>
                    <a:pt x="158" y="16"/>
                    <a:pt x="143" y="16"/>
                  </a:cubicBezTo>
                  <a:cubicBezTo>
                    <a:pt x="127" y="0"/>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6" name="Google Shape;1416;p38"/>
            <p:cNvSpPr/>
            <p:nvPr/>
          </p:nvSpPr>
          <p:spPr>
            <a:xfrm>
              <a:off x="3367907" y="1784724"/>
              <a:ext cx="6042" cy="2576"/>
            </a:xfrm>
            <a:custGeom>
              <a:avLst/>
              <a:gdLst/>
              <a:ahLst/>
              <a:cxnLst/>
              <a:rect l="l" t="t" r="r" b="b"/>
              <a:pathLst>
                <a:path w="190" h="81" extrusionOk="0">
                  <a:moveTo>
                    <a:pt x="32" y="1"/>
                  </a:moveTo>
                  <a:lnTo>
                    <a:pt x="32" y="1"/>
                  </a:lnTo>
                  <a:cubicBezTo>
                    <a:pt x="17" y="17"/>
                    <a:pt x="1" y="17"/>
                    <a:pt x="1" y="32"/>
                  </a:cubicBezTo>
                  <a:cubicBezTo>
                    <a:pt x="1" y="64"/>
                    <a:pt x="1" y="80"/>
                    <a:pt x="32" y="80"/>
                  </a:cubicBezTo>
                  <a:lnTo>
                    <a:pt x="158" y="80"/>
                  </a:lnTo>
                  <a:lnTo>
                    <a:pt x="158" y="80"/>
                  </a:lnTo>
                  <a:cubicBezTo>
                    <a:pt x="174" y="80"/>
                    <a:pt x="190" y="80"/>
                    <a:pt x="190" y="49"/>
                  </a:cubicBezTo>
                  <a:cubicBezTo>
                    <a:pt x="190" y="32"/>
                    <a:pt x="174" y="17"/>
                    <a:pt x="15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7" name="Google Shape;1417;p38"/>
            <p:cNvSpPr/>
            <p:nvPr/>
          </p:nvSpPr>
          <p:spPr>
            <a:xfrm>
              <a:off x="3437049" y="1810803"/>
              <a:ext cx="6042" cy="3562"/>
            </a:xfrm>
            <a:custGeom>
              <a:avLst/>
              <a:gdLst/>
              <a:ahLst/>
              <a:cxnLst/>
              <a:rect l="l" t="t" r="r" b="b"/>
              <a:pathLst>
                <a:path w="190" h="112" extrusionOk="0">
                  <a:moveTo>
                    <a:pt x="95" y="0"/>
                  </a:moveTo>
                  <a:cubicBezTo>
                    <a:pt x="80" y="0"/>
                    <a:pt x="64" y="17"/>
                    <a:pt x="49" y="32"/>
                  </a:cubicBezTo>
                  <a:lnTo>
                    <a:pt x="49" y="63"/>
                  </a:lnTo>
                  <a:lnTo>
                    <a:pt x="32" y="63"/>
                  </a:lnTo>
                  <a:cubicBezTo>
                    <a:pt x="1" y="80"/>
                    <a:pt x="1" y="95"/>
                    <a:pt x="1" y="111"/>
                  </a:cubicBezTo>
                  <a:lnTo>
                    <a:pt x="17" y="111"/>
                  </a:lnTo>
                  <a:cubicBezTo>
                    <a:pt x="64" y="95"/>
                    <a:pt x="112" y="95"/>
                    <a:pt x="158" y="80"/>
                  </a:cubicBezTo>
                  <a:cubicBezTo>
                    <a:pt x="143" y="80"/>
                    <a:pt x="143" y="63"/>
                    <a:pt x="143" y="63"/>
                  </a:cubicBezTo>
                  <a:cubicBezTo>
                    <a:pt x="143" y="32"/>
                    <a:pt x="158" y="32"/>
                    <a:pt x="175" y="32"/>
                  </a:cubicBezTo>
                  <a:lnTo>
                    <a:pt x="175" y="32"/>
                  </a:lnTo>
                  <a:lnTo>
                    <a:pt x="190" y="32"/>
                  </a:lnTo>
                  <a:cubicBezTo>
                    <a:pt x="190" y="17"/>
                    <a:pt x="175" y="17"/>
                    <a:pt x="175" y="17"/>
                  </a:cubicBezTo>
                  <a:lnTo>
                    <a:pt x="175" y="0"/>
                  </a:lnTo>
                  <a:lnTo>
                    <a:pt x="158" y="0"/>
                  </a:lnTo>
                  <a:cubicBezTo>
                    <a:pt x="158" y="17"/>
                    <a:pt x="143" y="32"/>
                    <a:pt x="127" y="32"/>
                  </a:cubicBezTo>
                  <a:lnTo>
                    <a:pt x="127" y="32"/>
                  </a:lnTo>
                  <a:cubicBezTo>
                    <a:pt x="112" y="32"/>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8" name="Google Shape;1418;p38"/>
            <p:cNvSpPr/>
            <p:nvPr/>
          </p:nvSpPr>
          <p:spPr>
            <a:xfrm>
              <a:off x="3285727" y="1804283"/>
              <a:ext cx="4580" cy="7060"/>
            </a:xfrm>
            <a:custGeom>
              <a:avLst/>
              <a:gdLst/>
              <a:ahLst/>
              <a:cxnLst/>
              <a:rect l="l" t="t" r="r" b="b"/>
              <a:pathLst>
                <a:path w="144" h="222" extrusionOk="0">
                  <a:moveTo>
                    <a:pt x="64" y="64"/>
                  </a:moveTo>
                  <a:lnTo>
                    <a:pt x="64" y="64"/>
                  </a:lnTo>
                  <a:lnTo>
                    <a:pt x="64" y="64"/>
                  </a:lnTo>
                  <a:close/>
                  <a:moveTo>
                    <a:pt x="49" y="1"/>
                  </a:moveTo>
                  <a:lnTo>
                    <a:pt x="49" y="16"/>
                  </a:lnTo>
                  <a:lnTo>
                    <a:pt x="17" y="16"/>
                  </a:lnTo>
                  <a:cubicBezTo>
                    <a:pt x="17" y="32"/>
                    <a:pt x="17" y="48"/>
                    <a:pt x="1" y="64"/>
                  </a:cubicBezTo>
                  <a:lnTo>
                    <a:pt x="1" y="64"/>
                  </a:lnTo>
                  <a:cubicBezTo>
                    <a:pt x="1" y="95"/>
                    <a:pt x="17" y="127"/>
                    <a:pt x="49" y="127"/>
                  </a:cubicBezTo>
                  <a:cubicBezTo>
                    <a:pt x="64" y="142"/>
                    <a:pt x="80" y="142"/>
                    <a:pt x="80" y="190"/>
                  </a:cubicBezTo>
                  <a:cubicBezTo>
                    <a:pt x="80" y="205"/>
                    <a:pt x="95" y="205"/>
                    <a:pt x="112" y="222"/>
                  </a:cubicBezTo>
                  <a:cubicBezTo>
                    <a:pt x="112" y="205"/>
                    <a:pt x="127" y="205"/>
                    <a:pt x="143" y="190"/>
                  </a:cubicBezTo>
                  <a:lnTo>
                    <a:pt x="143" y="174"/>
                  </a:lnTo>
                  <a:lnTo>
                    <a:pt x="143" y="127"/>
                  </a:lnTo>
                  <a:lnTo>
                    <a:pt x="112" y="127"/>
                  </a:lnTo>
                  <a:lnTo>
                    <a:pt x="80" y="95"/>
                  </a:lnTo>
                  <a:lnTo>
                    <a:pt x="80" y="79"/>
                  </a:lnTo>
                  <a:lnTo>
                    <a:pt x="80" y="64"/>
                  </a:lnTo>
                  <a:cubicBezTo>
                    <a:pt x="64" y="64"/>
                    <a:pt x="64" y="48"/>
                    <a:pt x="64" y="32"/>
                  </a:cubicBezTo>
                  <a:cubicBezTo>
                    <a:pt x="64" y="32"/>
                    <a:pt x="49" y="16"/>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9" name="Google Shape;1419;p38"/>
            <p:cNvSpPr/>
            <p:nvPr/>
          </p:nvSpPr>
          <p:spPr>
            <a:xfrm>
              <a:off x="3287730" y="1806287"/>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0" name="Google Shape;1420;p38"/>
            <p:cNvSpPr/>
            <p:nvPr/>
          </p:nvSpPr>
          <p:spPr>
            <a:xfrm>
              <a:off x="3196072" y="1776709"/>
              <a:ext cx="5502" cy="8587"/>
            </a:xfrm>
            <a:custGeom>
              <a:avLst/>
              <a:gdLst/>
              <a:ahLst/>
              <a:cxnLst/>
              <a:rect l="l" t="t" r="r" b="b"/>
              <a:pathLst>
                <a:path w="173" h="270" extrusionOk="0">
                  <a:moveTo>
                    <a:pt x="126" y="1"/>
                  </a:moveTo>
                  <a:lnTo>
                    <a:pt x="126" y="1"/>
                  </a:lnTo>
                  <a:cubicBezTo>
                    <a:pt x="95" y="1"/>
                    <a:pt x="95" y="17"/>
                    <a:pt x="95" y="49"/>
                  </a:cubicBezTo>
                  <a:lnTo>
                    <a:pt x="95" y="143"/>
                  </a:lnTo>
                  <a:lnTo>
                    <a:pt x="95" y="143"/>
                  </a:lnTo>
                  <a:lnTo>
                    <a:pt x="47" y="190"/>
                  </a:lnTo>
                  <a:lnTo>
                    <a:pt x="15" y="190"/>
                  </a:lnTo>
                  <a:lnTo>
                    <a:pt x="0" y="190"/>
                  </a:lnTo>
                  <a:lnTo>
                    <a:pt x="0" y="206"/>
                  </a:lnTo>
                  <a:lnTo>
                    <a:pt x="0" y="221"/>
                  </a:lnTo>
                  <a:lnTo>
                    <a:pt x="0" y="269"/>
                  </a:lnTo>
                  <a:cubicBezTo>
                    <a:pt x="0" y="253"/>
                    <a:pt x="15" y="253"/>
                    <a:pt x="15" y="253"/>
                  </a:cubicBezTo>
                  <a:lnTo>
                    <a:pt x="110" y="206"/>
                  </a:lnTo>
                  <a:lnTo>
                    <a:pt x="126" y="206"/>
                  </a:lnTo>
                  <a:lnTo>
                    <a:pt x="126" y="206"/>
                  </a:lnTo>
                  <a:lnTo>
                    <a:pt x="126" y="206"/>
                  </a:lnTo>
                  <a:lnTo>
                    <a:pt x="141" y="206"/>
                  </a:lnTo>
                  <a:cubicBezTo>
                    <a:pt x="141" y="190"/>
                    <a:pt x="141" y="190"/>
                    <a:pt x="158" y="175"/>
                  </a:cubicBezTo>
                  <a:cubicBezTo>
                    <a:pt x="173" y="175"/>
                    <a:pt x="173" y="158"/>
                    <a:pt x="173" y="158"/>
                  </a:cubicBezTo>
                  <a:lnTo>
                    <a:pt x="158" y="32"/>
                  </a:ln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1" name="Google Shape;1421;p38"/>
            <p:cNvSpPr/>
            <p:nvPr/>
          </p:nvSpPr>
          <p:spPr>
            <a:xfrm>
              <a:off x="3034700" y="1797286"/>
              <a:ext cx="2035" cy="2035"/>
            </a:xfrm>
            <a:custGeom>
              <a:avLst/>
              <a:gdLst/>
              <a:ahLst/>
              <a:cxnLst/>
              <a:rect l="l" t="t" r="r" b="b"/>
              <a:pathLst>
                <a:path w="64" h="64" extrusionOk="0">
                  <a:moveTo>
                    <a:pt x="47" y="0"/>
                  </a:moveTo>
                  <a:cubicBezTo>
                    <a:pt x="47" y="15"/>
                    <a:pt x="32" y="15"/>
                    <a:pt x="32" y="15"/>
                  </a:cubicBezTo>
                  <a:lnTo>
                    <a:pt x="16" y="15"/>
                  </a:lnTo>
                  <a:lnTo>
                    <a:pt x="16" y="0"/>
                  </a:lnTo>
                  <a:lnTo>
                    <a:pt x="16" y="47"/>
                  </a:lnTo>
                  <a:lnTo>
                    <a:pt x="1" y="63"/>
                  </a:lnTo>
                  <a:lnTo>
                    <a:pt x="16" y="63"/>
                  </a:lnTo>
                  <a:cubicBezTo>
                    <a:pt x="47" y="63"/>
                    <a:pt x="64" y="47"/>
                    <a:pt x="47"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2" name="Google Shape;1422;p38"/>
            <p:cNvSpPr/>
            <p:nvPr/>
          </p:nvSpPr>
          <p:spPr>
            <a:xfrm>
              <a:off x="3038199" y="1797286"/>
              <a:ext cx="6042" cy="2512"/>
            </a:xfrm>
            <a:custGeom>
              <a:avLst/>
              <a:gdLst/>
              <a:ahLst/>
              <a:cxnLst/>
              <a:rect l="l" t="t" r="r" b="b"/>
              <a:pathLst>
                <a:path w="190" h="79" extrusionOk="0">
                  <a:moveTo>
                    <a:pt x="158" y="0"/>
                  </a:moveTo>
                  <a:lnTo>
                    <a:pt x="158" y="0"/>
                  </a:lnTo>
                  <a:lnTo>
                    <a:pt x="32" y="0"/>
                  </a:lnTo>
                  <a:lnTo>
                    <a:pt x="32" y="0"/>
                  </a:lnTo>
                  <a:cubicBezTo>
                    <a:pt x="17" y="15"/>
                    <a:pt x="0" y="32"/>
                    <a:pt x="0" y="47"/>
                  </a:cubicBezTo>
                  <a:cubicBezTo>
                    <a:pt x="0" y="63"/>
                    <a:pt x="17" y="79"/>
                    <a:pt x="32" y="79"/>
                  </a:cubicBezTo>
                  <a:lnTo>
                    <a:pt x="32" y="79"/>
                  </a:lnTo>
                  <a:lnTo>
                    <a:pt x="158" y="79"/>
                  </a:lnTo>
                  <a:cubicBezTo>
                    <a:pt x="174" y="63"/>
                    <a:pt x="189" y="47"/>
                    <a:pt x="189" y="32"/>
                  </a:cubicBezTo>
                  <a:cubicBezTo>
                    <a:pt x="189" y="15"/>
                    <a:pt x="174"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3" name="Google Shape;1423;p38"/>
            <p:cNvSpPr/>
            <p:nvPr/>
          </p:nvSpPr>
          <p:spPr>
            <a:xfrm>
              <a:off x="3381933" y="1764687"/>
              <a:ext cx="6583" cy="3053"/>
            </a:xfrm>
            <a:custGeom>
              <a:avLst/>
              <a:gdLst/>
              <a:ahLst/>
              <a:cxnLst/>
              <a:rect l="l" t="t" r="r" b="b"/>
              <a:pathLst>
                <a:path w="207" h="96" extrusionOk="0">
                  <a:moveTo>
                    <a:pt x="49" y="1"/>
                  </a:moveTo>
                  <a:lnTo>
                    <a:pt x="49" y="1"/>
                  </a:lnTo>
                  <a:cubicBezTo>
                    <a:pt x="32" y="1"/>
                    <a:pt x="17" y="17"/>
                    <a:pt x="17" y="17"/>
                  </a:cubicBezTo>
                  <a:lnTo>
                    <a:pt x="17" y="32"/>
                  </a:lnTo>
                  <a:cubicBezTo>
                    <a:pt x="1" y="49"/>
                    <a:pt x="17" y="64"/>
                    <a:pt x="32" y="64"/>
                  </a:cubicBezTo>
                  <a:lnTo>
                    <a:pt x="158" y="95"/>
                  </a:lnTo>
                  <a:lnTo>
                    <a:pt x="158" y="95"/>
                  </a:lnTo>
                  <a:cubicBezTo>
                    <a:pt x="175" y="95"/>
                    <a:pt x="190" y="80"/>
                    <a:pt x="206" y="64"/>
                  </a:cubicBezTo>
                  <a:cubicBezTo>
                    <a:pt x="206" y="49"/>
                    <a:pt x="190" y="32"/>
                    <a:pt x="175" y="32"/>
                  </a:cubicBez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4" name="Google Shape;1424;p38"/>
            <p:cNvSpPr/>
            <p:nvPr/>
          </p:nvSpPr>
          <p:spPr>
            <a:xfrm>
              <a:off x="3290275" y="1816814"/>
              <a:ext cx="9032" cy="3021"/>
            </a:xfrm>
            <a:custGeom>
              <a:avLst/>
              <a:gdLst/>
              <a:ahLst/>
              <a:cxnLst/>
              <a:rect l="l" t="t" r="r" b="b"/>
              <a:pathLst>
                <a:path w="284" h="95" extrusionOk="0">
                  <a:moveTo>
                    <a:pt x="0" y="0"/>
                  </a:moveTo>
                  <a:lnTo>
                    <a:pt x="0" y="0"/>
                  </a:lnTo>
                  <a:lnTo>
                    <a:pt x="32" y="63"/>
                  </a:lnTo>
                  <a:cubicBezTo>
                    <a:pt x="32" y="80"/>
                    <a:pt x="47" y="95"/>
                    <a:pt x="63" y="95"/>
                  </a:cubicBezTo>
                  <a:lnTo>
                    <a:pt x="63" y="95"/>
                  </a:lnTo>
                  <a:lnTo>
                    <a:pt x="189" y="80"/>
                  </a:lnTo>
                  <a:cubicBezTo>
                    <a:pt x="189" y="80"/>
                    <a:pt x="189" y="63"/>
                    <a:pt x="204" y="63"/>
                  </a:cubicBezTo>
                  <a:lnTo>
                    <a:pt x="204" y="63"/>
                  </a:lnTo>
                  <a:lnTo>
                    <a:pt x="221" y="63"/>
                  </a:lnTo>
                  <a:lnTo>
                    <a:pt x="221" y="80"/>
                  </a:lnTo>
                  <a:lnTo>
                    <a:pt x="252" y="63"/>
                  </a:lnTo>
                  <a:cubicBezTo>
                    <a:pt x="267" y="63"/>
                    <a:pt x="284" y="48"/>
                    <a:pt x="284" y="32"/>
                  </a:cubicBezTo>
                  <a:cubicBezTo>
                    <a:pt x="284" y="17"/>
                    <a:pt x="267" y="17"/>
                    <a:pt x="267" y="17"/>
                  </a:cubicBezTo>
                  <a:cubicBezTo>
                    <a:pt x="252" y="17"/>
                    <a:pt x="252" y="32"/>
                    <a:pt x="236" y="32"/>
                  </a:cubicBezTo>
                  <a:lnTo>
                    <a:pt x="236" y="48"/>
                  </a:lnTo>
                  <a:cubicBezTo>
                    <a:pt x="221" y="48"/>
                    <a:pt x="221" y="63"/>
                    <a:pt x="204" y="63"/>
                  </a:cubicBezTo>
                  <a:cubicBezTo>
                    <a:pt x="189" y="63"/>
                    <a:pt x="189" y="48"/>
                    <a:pt x="173" y="48"/>
                  </a:cubicBezTo>
                  <a:lnTo>
                    <a:pt x="173" y="32"/>
                  </a:lnTo>
                  <a:lnTo>
                    <a:pt x="173" y="32"/>
                  </a:lnTo>
                  <a:lnTo>
                    <a:pt x="126" y="48"/>
                  </a:lnTo>
                  <a:lnTo>
                    <a:pt x="110" y="48"/>
                  </a:lnTo>
                  <a:cubicBezTo>
                    <a:pt x="110" y="48"/>
                    <a:pt x="95" y="48"/>
                    <a:pt x="78" y="32"/>
                  </a:cubicBezTo>
                  <a:lnTo>
                    <a:pt x="78" y="17"/>
                  </a:lnTo>
                  <a:lnTo>
                    <a:pt x="78" y="17"/>
                  </a:lnTo>
                  <a:lnTo>
                    <a:pt x="78" y="17"/>
                  </a:lnTo>
                  <a:lnTo>
                    <a:pt x="63" y="32"/>
                  </a:lnTo>
                  <a:cubicBezTo>
                    <a:pt x="63" y="32"/>
                    <a:pt x="47" y="48"/>
                    <a:pt x="32" y="48"/>
                  </a:cubicBezTo>
                  <a:lnTo>
                    <a:pt x="15" y="32"/>
                  </a:lnTo>
                  <a:cubicBezTo>
                    <a:pt x="0" y="32"/>
                    <a:pt x="0" y="17"/>
                    <a:pt x="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5" name="Google Shape;1425;p38"/>
            <p:cNvSpPr/>
            <p:nvPr/>
          </p:nvSpPr>
          <p:spPr>
            <a:xfrm>
              <a:off x="3384954" y="1778713"/>
              <a:ext cx="11035" cy="3053"/>
            </a:xfrm>
            <a:custGeom>
              <a:avLst/>
              <a:gdLst/>
              <a:ahLst/>
              <a:cxnLst/>
              <a:rect l="l" t="t" r="r" b="b"/>
              <a:pathLst>
                <a:path w="347" h="96" extrusionOk="0">
                  <a:moveTo>
                    <a:pt x="315" y="1"/>
                  </a:moveTo>
                  <a:lnTo>
                    <a:pt x="300" y="1"/>
                  </a:lnTo>
                  <a:lnTo>
                    <a:pt x="269" y="1"/>
                  </a:lnTo>
                  <a:lnTo>
                    <a:pt x="221" y="1"/>
                  </a:lnTo>
                  <a:cubicBezTo>
                    <a:pt x="221" y="17"/>
                    <a:pt x="221" y="17"/>
                    <a:pt x="206" y="17"/>
                  </a:cubicBezTo>
                  <a:lnTo>
                    <a:pt x="111" y="32"/>
                  </a:lnTo>
                  <a:lnTo>
                    <a:pt x="95" y="49"/>
                  </a:lnTo>
                  <a:cubicBezTo>
                    <a:pt x="80" y="49"/>
                    <a:pt x="63" y="32"/>
                    <a:pt x="63" y="17"/>
                  </a:cubicBezTo>
                  <a:lnTo>
                    <a:pt x="63" y="1"/>
                  </a:lnTo>
                  <a:lnTo>
                    <a:pt x="63" y="1"/>
                  </a:lnTo>
                  <a:cubicBezTo>
                    <a:pt x="48" y="1"/>
                    <a:pt x="48" y="17"/>
                    <a:pt x="32" y="17"/>
                  </a:cubicBezTo>
                  <a:lnTo>
                    <a:pt x="32" y="17"/>
                  </a:lnTo>
                  <a:lnTo>
                    <a:pt x="17" y="32"/>
                  </a:lnTo>
                  <a:cubicBezTo>
                    <a:pt x="0" y="49"/>
                    <a:pt x="17" y="80"/>
                    <a:pt x="17" y="80"/>
                  </a:cubicBezTo>
                  <a:cubicBezTo>
                    <a:pt x="32" y="95"/>
                    <a:pt x="32" y="95"/>
                    <a:pt x="48" y="95"/>
                  </a:cubicBezTo>
                  <a:cubicBezTo>
                    <a:pt x="48" y="95"/>
                    <a:pt x="63" y="95"/>
                    <a:pt x="80" y="80"/>
                  </a:cubicBezTo>
                  <a:lnTo>
                    <a:pt x="80" y="80"/>
                  </a:lnTo>
                  <a:lnTo>
                    <a:pt x="111" y="80"/>
                  </a:lnTo>
                  <a:lnTo>
                    <a:pt x="174" y="80"/>
                  </a:lnTo>
                  <a:lnTo>
                    <a:pt x="206" y="80"/>
                  </a:lnTo>
                  <a:lnTo>
                    <a:pt x="206" y="80"/>
                  </a:lnTo>
                  <a:cubicBezTo>
                    <a:pt x="237" y="80"/>
                    <a:pt x="252" y="64"/>
                    <a:pt x="284" y="64"/>
                  </a:cubicBezTo>
                  <a:lnTo>
                    <a:pt x="315" y="64"/>
                  </a:lnTo>
                  <a:cubicBezTo>
                    <a:pt x="315" y="64"/>
                    <a:pt x="332" y="64"/>
                    <a:pt x="332" y="49"/>
                  </a:cubicBezTo>
                  <a:cubicBezTo>
                    <a:pt x="347" y="49"/>
                    <a:pt x="347" y="32"/>
                    <a:pt x="347" y="32"/>
                  </a:cubicBezTo>
                  <a:cubicBezTo>
                    <a:pt x="347" y="17"/>
                    <a:pt x="332" y="1"/>
                    <a:pt x="3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6" name="Google Shape;1426;p38"/>
            <p:cNvSpPr/>
            <p:nvPr/>
          </p:nvSpPr>
          <p:spPr>
            <a:xfrm>
              <a:off x="3206567" y="1794265"/>
              <a:ext cx="2544" cy="7537"/>
            </a:xfrm>
            <a:custGeom>
              <a:avLst/>
              <a:gdLst/>
              <a:ahLst/>
              <a:cxnLst/>
              <a:rect l="l" t="t" r="r" b="b"/>
              <a:pathLst>
                <a:path w="80" h="237" extrusionOk="0">
                  <a:moveTo>
                    <a:pt x="48" y="1"/>
                  </a:moveTo>
                  <a:lnTo>
                    <a:pt x="48" y="1"/>
                  </a:lnTo>
                  <a:cubicBezTo>
                    <a:pt x="32" y="1"/>
                    <a:pt x="17" y="1"/>
                    <a:pt x="17" y="16"/>
                  </a:cubicBezTo>
                  <a:cubicBezTo>
                    <a:pt x="17" y="32"/>
                    <a:pt x="17" y="32"/>
                    <a:pt x="0" y="32"/>
                  </a:cubicBezTo>
                  <a:lnTo>
                    <a:pt x="0" y="79"/>
                  </a:lnTo>
                  <a:lnTo>
                    <a:pt x="0" y="174"/>
                  </a:lnTo>
                  <a:lnTo>
                    <a:pt x="0" y="205"/>
                  </a:lnTo>
                  <a:cubicBezTo>
                    <a:pt x="0" y="221"/>
                    <a:pt x="17" y="237"/>
                    <a:pt x="32" y="237"/>
                  </a:cubicBezTo>
                  <a:lnTo>
                    <a:pt x="48" y="237"/>
                  </a:lnTo>
                  <a:cubicBezTo>
                    <a:pt x="63" y="237"/>
                    <a:pt x="80" y="221"/>
                    <a:pt x="80" y="205"/>
                  </a:cubicBezTo>
                  <a:lnTo>
                    <a:pt x="80" y="158"/>
                  </a:lnTo>
                  <a:cubicBezTo>
                    <a:pt x="63" y="127"/>
                    <a:pt x="63" y="95"/>
                    <a:pt x="63" y="64"/>
                  </a:cubicBezTo>
                  <a:lnTo>
                    <a:pt x="80" y="47"/>
                  </a:lnTo>
                  <a:lnTo>
                    <a:pt x="80" y="47"/>
                  </a:lnTo>
                  <a:cubicBezTo>
                    <a:pt x="63" y="47"/>
                    <a:pt x="48" y="32"/>
                    <a:pt x="48"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7" name="Google Shape;1427;p38"/>
            <p:cNvSpPr/>
            <p:nvPr/>
          </p:nvSpPr>
          <p:spPr>
            <a:xfrm>
              <a:off x="3274214" y="1781734"/>
              <a:ext cx="6551" cy="3021"/>
            </a:xfrm>
            <a:custGeom>
              <a:avLst/>
              <a:gdLst/>
              <a:ahLst/>
              <a:cxnLst/>
              <a:rect l="l" t="t" r="r" b="b"/>
              <a:pathLst>
                <a:path w="206" h="95" extrusionOk="0">
                  <a:moveTo>
                    <a:pt x="174" y="0"/>
                  </a:moveTo>
                  <a:lnTo>
                    <a:pt x="32" y="32"/>
                  </a:lnTo>
                  <a:cubicBezTo>
                    <a:pt x="16" y="32"/>
                    <a:pt x="1" y="63"/>
                    <a:pt x="16" y="80"/>
                  </a:cubicBezTo>
                  <a:cubicBezTo>
                    <a:pt x="16" y="95"/>
                    <a:pt x="32" y="95"/>
                    <a:pt x="48" y="95"/>
                  </a:cubicBezTo>
                  <a:lnTo>
                    <a:pt x="48" y="95"/>
                  </a:lnTo>
                  <a:lnTo>
                    <a:pt x="205" y="63"/>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8" name="Google Shape;1428;p38"/>
            <p:cNvSpPr/>
            <p:nvPr/>
          </p:nvSpPr>
          <p:spPr>
            <a:xfrm>
              <a:off x="3334355" y="1786727"/>
              <a:ext cx="8046" cy="5057"/>
            </a:xfrm>
            <a:custGeom>
              <a:avLst/>
              <a:gdLst/>
              <a:ahLst/>
              <a:cxnLst/>
              <a:rect l="l" t="t" r="r" b="b"/>
              <a:pathLst>
                <a:path w="253" h="159" extrusionOk="0">
                  <a:moveTo>
                    <a:pt x="221" y="1"/>
                  </a:moveTo>
                  <a:lnTo>
                    <a:pt x="205" y="1"/>
                  </a:lnTo>
                  <a:lnTo>
                    <a:pt x="205" y="1"/>
                  </a:lnTo>
                  <a:lnTo>
                    <a:pt x="79" y="17"/>
                  </a:lnTo>
                  <a:cubicBezTo>
                    <a:pt x="64" y="32"/>
                    <a:pt x="47" y="49"/>
                    <a:pt x="47" y="64"/>
                  </a:cubicBezTo>
                  <a:lnTo>
                    <a:pt x="64" y="95"/>
                  </a:lnTo>
                  <a:lnTo>
                    <a:pt x="47" y="95"/>
                  </a:lnTo>
                  <a:lnTo>
                    <a:pt x="47" y="95"/>
                  </a:lnTo>
                  <a:cubicBezTo>
                    <a:pt x="32" y="95"/>
                    <a:pt x="16" y="112"/>
                    <a:pt x="16" y="112"/>
                  </a:cubicBezTo>
                  <a:lnTo>
                    <a:pt x="1" y="143"/>
                  </a:lnTo>
                  <a:lnTo>
                    <a:pt x="95" y="158"/>
                  </a:lnTo>
                  <a:lnTo>
                    <a:pt x="127" y="127"/>
                  </a:lnTo>
                  <a:lnTo>
                    <a:pt x="127" y="127"/>
                  </a:lnTo>
                  <a:cubicBezTo>
                    <a:pt x="110" y="112"/>
                    <a:pt x="110" y="112"/>
                    <a:pt x="110" y="95"/>
                  </a:cubicBezTo>
                  <a:cubicBezTo>
                    <a:pt x="110" y="80"/>
                    <a:pt x="127" y="64"/>
                    <a:pt x="142" y="64"/>
                  </a:cubicBezTo>
                  <a:lnTo>
                    <a:pt x="205" y="49"/>
                  </a:lnTo>
                  <a:lnTo>
                    <a:pt x="205" y="49"/>
                  </a:lnTo>
                  <a:cubicBezTo>
                    <a:pt x="221" y="49"/>
                    <a:pt x="236" y="64"/>
                    <a:pt x="236" y="64"/>
                  </a:cubicBezTo>
                  <a:lnTo>
                    <a:pt x="253" y="80"/>
                  </a:lnTo>
                  <a:lnTo>
                    <a:pt x="253" y="32"/>
                  </a:lnTo>
                  <a:cubicBezTo>
                    <a:pt x="253" y="17"/>
                    <a:pt x="236" y="17"/>
                    <a:pt x="236" y="17"/>
                  </a:cubicBezTo>
                  <a:cubicBezTo>
                    <a:pt x="236" y="1"/>
                    <a:pt x="221" y="1"/>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9" name="Google Shape;1429;p38"/>
            <p:cNvSpPr/>
            <p:nvPr/>
          </p:nvSpPr>
          <p:spPr>
            <a:xfrm>
              <a:off x="3130398" y="1833352"/>
              <a:ext cx="7028" cy="4039"/>
            </a:xfrm>
            <a:custGeom>
              <a:avLst/>
              <a:gdLst/>
              <a:ahLst/>
              <a:cxnLst/>
              <a:rect l="l" t="t" r="r" b="b"/>
              <a:pathLst>
                <a:path w="221" h="127" extrusionOk="0">
                  <a:moveTo>
                    <a:pt x="80" y="1"/>
                  </a:moveTo>
                  <a:lnTo>
                    <a:pt x="80" y="1"/>
                  </a:lnTo>
                  <a:lnTo>
                    <a:pt x="48" y="1"/>
                  </a:lnTo>
                  <a:lnTo>
                    <a:pt x="32" y="1"/>
                  </a:lnTo>
                  <a:cubicBezTo>
                    <a:pt x="17" y="1"/>
                    <a:pt x="0" y="16"/>
                    <a:pt x="17" y="47"/>
                  </a:cubicBezTo>
                  <a:cubicBezTo>
                    <a:pt x="17" y="64"/>
                    <a:pt x="32" y="79"/>
                    <a:pt x="48" y="79"/>
                  </a:cubicBezTo>
                  <a:lnTo>
                    <a:pt x="48" y="79"/>
                  </a:lnTo>
                  <a:lnTo>
                    <a:pt x="63" y="64"/>
                  </a:lnTo>
                  <a:lnTo>
                    <a:pt x="80" y="64"/>
                  </a:lnTo>
                  <a:cubicBezTo>
                    <a:pt x="111" y="79"/>
                    <a:pt x="126" y="79"/>
                    <a:pt x="143" y="95"/>
                  </a:cubicBezTo>
                  <a:cubicBezTo>
                    <a:pt x="158" y="110"/>
                    <a:pt x="158" y="110"/>
                    <a:pt x="174" y="110"/>
                  </a:cubicBezTo>
                  <a:lnTo>
                    <a:pt x="189" y="127"/>
                  </a:lnTo>
                  <a:cubicBezTo>
                    <a:pt x="206" y="127"/>
                    <a:pt x="206" y="110"/>
                    <a:pt x="221" y="110"/>
                  </a:cubicBezTo>
                  <a:cubicBezTo>
                    <a:pt x="221" y="79"/>
                    <a:pt x="221" y="64"/>
                    <a:pt x="206" y="64"/>
                  </a:cubicBezTo>
                  <a:cubicBezTo>
                    <a:pt x="206" y="47"/>
                    <a:pt x="189" y="47"/>
                    <a:pt x="174" y="47"/>
                  </a:cubicBezTo>
                  <a:cubicBezTo>
                    <a:pt x="158" y="32"/>
                    <a:pt x="143"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0" name="Google Shape;1430;p38"/>
            <p:cNvSpPr/>
            <p:nvPr/>
          </p:nvSpPr>
          <p:spPr>
            <a:xfrm>
              <a:off x="3423023" y="1778236"/>
              <a:ext cx="9573" cy="12053"/>
            </a:xfrm>
            <a:custGeom>
              <a:avLst/>
              <a:gdLst/>
              <a:ahLst/>
              <a:cxnLst/>
              <a:rect l="l" t="t" r="r" b="b"/>
              <a:pathLst>
                <a:path w="301" h="379" extrusionOk="0">
                  <a:moveTo>
                    <a:pt x="190" y="173"/>
                  </a:moveTo>
                  <a:cubicBezTo>
                    <a:pt x="175" y="173"/>
                    <a:pt x="175" y="173"/>
                    <a:pt x="158" y="190"/>
                  </a:cubicBezTo>
                  <a:cubicBezTo>
                    <a:pt x="143" y="221"/>
                    <a:pt x="158" y="236"/>
                    <a:pt x="190" y="284"/>
                  </a:cubicBezTo>
                  <a:lnTo>
                    <a:pt x="158" y="299"/>
                  </a:lnTo>
                  <a:lnTo>
                    <a:pt x="158" y="299"/>
                  </a:lnTo>
                  <a:cubicBezTo>
                    <a:pt x="143" y="284"/>
                    <a:pt x="143" y="268"/>
                    <a:pt x="127" y="253"/>
                  </a:cubicBezTo>
                  <a:lnTo>
                    <a:pt x="127" y="253"/>
                  </a:lnTo>
                  <a:lnTo>
                    <a:pt x="112" y="253"/>
                  </a:lnTo>
                  <a:lnTo>
                    <a:pt x="49" y="236"/>
                  </a:lnTo>
                  <a:cubicBezTo>
                    <a:pt x="64" y="253"/>
                    <a:pt x="64" y="268"/>
                    <a:pt x="80" y="284"/>
                  </a:cubicBezTo>
                  <a:lnTo>
                    <a:pt x="112" y="284"/>
                  </a:lnTo>
                  <a:lnTo>
                    <a:pt x="112" y="284"/>
                  </a:lnTo>
                  <a:lnTo>
                    <a:pt x="112" y="284"/>
                  </a:lnTo>
                  <a:cubicBezTo>
                    <a:pt x="127" y="284"/>
                    <a:pt x="143" y="284"/>
                    <a:pt x="143" y="299"/>
                  </a:cubicBezTo>
                  <a:cubicBezTo>
                    <a:pt x="158" y="316"/>
                    <a:pt x="143" y="316"/>
                    <a:pt x="143" y="331"/>
                  </a:cubicBezTo>
                  <a:cubicBezTo>
                    <a:pt x="158" y="331"/>
                    <a:pt x="158" y="347"/>
                    <a:pt x="158" y="362"/>
                  </a:cubicBezTo>
                  <a:lnTo>
                    <a:pt x="158" y="379"/>
                  </a:lnTo>
                  <a:lnTo>
                    <a:pt x="175" y="379"/>
                  </a:lnTo>
                  <a:lnTo>
                    <a:pt x="175" y="379"/>
                  </a:lnTo>
                  <a:cubicBezTo>
                    <a:pt x="175" y="379"/>
                    <a:pt x="190" y="379"/>
                    <a:pt x="190" y="362"/>
                  </a:cubicBezTo>
                  <a:lnTo>
                    <a:pt x="253" y="316"/>
                  </a:lnTo>
                  <a:cubicBezTo>
                    <a:pt x="253" y="316"/>
                    <a:pt x="269" y="284"/>
                    <a:pt x="253" y="284"/>
                  </a:cubicBezTo>
                  <a:cubicBezTo>
                    <a:pt x="253" y="268"/>
                    <a:pt x="253" y="268"/>
                    <a:pt x="238" y="253"/>
                  </a:cubicBezTo>
                  <a:lnTo>
                    <a:pt x="284" y="221"/>
                  </a:lnTo>
                  <a:lnTo>
                    <a:pt x="284" y="221"/>
                  </a:lnTo>
                  <a:lnTo>
                    <a:pt x="301" y="190"/>
                  </a:lnTo>
                  <a:cubicBezTo>
                    <a:pt x="301" y="190"/>
                    <a:pt x="284" y="190"/>
                    <a:pt x="284" y="173"/>
                  </a:cubicBezTo>
                  <a:lnTo>
                    <a:pt x="284" y="173"/>
                  </a:lnTo>
                  <a:lnTo>
                    <a:pt x="238" y="205"/>
                  </a:lnTo>
                  <a:lnTo>
                    <a:pt x="221" y="205"/>
                  </a:lnTo>
                  <a:cubicBezTo>
                    <a:pt x="221" y="205"/>
                    <a:pt x="206" y="205"/>
                    <a:pt x="190" y="190"/>
                  </a:cubicBezTo>
                  <a:lnTo>
                    <a:pt x="190" y="173"/>
                  </a:lnTo>
                  <a:close/>
                  <a:moveTo>
                    <a:pt x="17" y="47"/>
                  </a:moveTo>
                  <a:lnTo>
                    <a:pt x="17" y="47"/>
                  </a:lnTo>
                  <a:lnTo>
                    <a:pt x="17" y="47"/>
                  </a:lnTo>
                  <a:close/>
                  <a:moveTo>
                    <a:pt x="32" y="1"/>
                  </a:moveTo>
                  <a:lnTo>
                    <a:pt x="32" y="1"/>
                  </a:lnTo>
                  <a:cubicBezTo>
                    <a:pt x="32" y="1"/>
                    <a:pt x="17" y="1"/>
                    <a:pt x="17" y="16"/>
                  </a:cubicBezTo>
                  <a:cubicBezTo>
                    <a:pt x="1" y="32"/>
                    <a:pt x="1" y="47"/>
                    <a:pt x="17" y="64"/>
                  </a:cubicBezTo>
                  <a:lnTo>
                    <a:pt x="17" y="64"/>
                  </a:lnTo>
                  <a:cubicBezTo>
                    <a:pt x="17" y="95"/>
                    <a:pt x="17" y="142"/>
                    <a:pt x="32" y="173"/>
                  </a:cubicBezTo>
                  <a:lnTo>
                    <a:pt x="95" y="173"/>
                  </a:lnTo>
                  <a:cubicBezTo>
                    <a:pt x="95" y="142"/>
                    <a:pt x="80" y="95"/>
                    <a:pt x="95" y="47"/>
                  </a:cubicBezTo>
                  <a:cubicBezTo>
                    <a:pt x="95" y="32"/>
                    <a:pt x="80" y="16"/>
                    <a:pt x="64" y="16"/>
                  </a:cubicBezTo>
                  <a:lnTo>
                    <a:pt x="64" y="16"/>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1" name="Google Shape;1431;p38"/>
            <p:cNvSpPr/>
            <p:nvPr/>
          </p:nvSpPr>
          <p:spPr>
            <a:xfrm>
              <a:off x="3423564" y="1779731"/>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2" name="Google Shape;1432;p38"/>
            <p:cNvSpPr/>
            <p:nvPr/>
          </p:nvSpPr>
          <p:spPr>
            <a:xfrm>
              <a:off x="3440070" y="1796746"/>
              <a:ext cx="2035" cy="3053"/>
            </a:xfrm>
            <a:custGeom>
              <a:avLst/>
              <a:gdLst/>
              <a:ahLst/>
              <a:cxnLst/>
              <a:rect l="l" t="t" r="r" b="b"/>
              <a:pathLst>
                <a:path w="64" h="96" extrusionOk="0">
                  <a:moveTo>
                    <a:pt x="17" y="1"/>
                  </a:moveTo>
                  <a:cubicBezTo>
                    <a:pt x="0" y="1"/>
                    <a:pt x="0" y="17"/>
                    <a:pt x="0" y="32"/>
                  </a:cubicBezTo>
                  <a:lnTo>
                    <a:pt x="0" y="49"/>
                  </a:lnTo>
                  <a:cubicBezTo>
                    <a:pt x="0" y="80"/>
                    <a:pt x="17" y="96"/>
                    <a:pt x="32" y="96"/>
                  </a:cubicBezTo>
                  <a:lnTo>
                    <a:pt x="32" y="96"/>
                  </a:lnTo>
                  <a:lnTo>
                    <a:pt x="32" y="96"/>
                  </a:lnTo>
                  <a:cubicBezTo>
                    <a:pt x="17" y="80"/>
                    <a:pt x="17" y="64"/>
                    <a:pt x="32" y="49"/>
                  </a:cubicBezTo>
                  <a:cubicBezTo>
                    <a:pt x="32" y="32"/>
                    <a:pt x="48" y="32"/>
                    <a:pt x="63" y="32"/>
                  </a:cubicBezTo>
                  <a:lnTo>
                    <a:pt x="63" y="32"/>
                  </a:lnTo>
                  <a:lnTo>
                    <a:pt x="63" y="32"/>
                  </a:lnTo>
                  <a:lnTo>
                    <a:pt x="63" y="32"/>
                  </a:lnTo>
                  <a:lnTo>
                    <a:pt x="48" y="32"/>
                  </a:lnTo>
                  <a:lnTo>
                    <a:pt x="48" y="32"/>
                  </a:lnTo>
                  <a:cubicBezTo>
                    <a:pt x="32"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3" name="Google Shape;1433;p38"/>
            <p:cNvSpPr/>
            <p:nvPr/>
          </p:nvSpPr>
          <p:spPr>
            <a:xfrm>
              <a:off x="3332351" y="1811312"/>
              <a:ext cx="7060" cy="6042"/>
            </a:xfrm>
            <a:custGeom>
              <a:avLst/>
              <a:gdLst/>
              <a:ahLst/>
              <a:cxnLst/>
              <a:rect l="l" t="t" r="r" b="b"/>
              <a:pathLst>
                <a:path w="222" h="190" extrusionOk="0">
                  <a:moveTo>
                    <a:pt x="221" y="16"/>
                  </a:moveTo>
                  <a:lnTo>
                    <a:pt x="221" y="16"/>
                  </a:lnTo>
                  <a:lnTo>
                    <a:pt x="221" y="16"/>
                  </a:lnTo>
                  <a:lnTo>
                    <a:pt x="221" y="16"/>
                  </a:lnTo>
                  <a:lnTo>
                    <a:pt x="221" y="16"/>
                  </a:lnTo>
                  <a:lnTo>
                    <a:pt x="221" y="16"/>
                  </a:lnTo>
                  <a:close/>
                  <a:moveTo>
                    <a:pt x="32" y="1"/>
                  </a:moveTo>
                  <a:lnTo>
                    <a:pt x="32" y="1"/>
                  </a:lnTo>
                  <a:cubicBezTo>
                    <a:pt x="16" y="1"/>
                    <a:pt x="16" y="16"/>
                    <a:pt x="1" y="16"/>
                  </a:cubicBezTo>
                  <a:cubicBezTo>
                    <a:pt x="1" y="32"/>
                    <a:pt x="1" y="47"/>
                    <a:pt x="16" y="64"/>
                  </a:cubicBezTo>
                  <a:lnTo>
                    <a:pt x="32" y="79"/>
                  </a:lnTo>
                  <a:lnTo>
                    <a:pt x="32" y="79"/>
                  </a:lnTo>
                  <a:cubicBezTo>
                    <a:pt x="47" y="64"/>
                    <a:pt x="47" y="47"/>
                    <a:pt x="64" y="47"/>
                  </a:cubicBezTo>
                  <a:lnTo>
                    <a:pt x="79" y="47"/>
                  </a:lnTo>
                  <a:lnTo>
                    <a:pt x="79" y="47"/>
                  </a:lnTo>
                  <a:cubicBezTo>
                    <a:pt x="95" y="47"/>
                    <a:pt x="110" y="79"/>
                    <a:pt x="110" y="95"/>
                  </a:cubicBezTo>
                  <a:lnTo>
                    <a:pt x="95" y="110"/>
                  </a:lnTo>
                  <a:lnTo>
                    <a:pt x="110" y="110"/>
                  </a:lnTo>
                  <a:cubicBezTo>
                    <a:pt x="127" y="110"/>
                    <a:pt x="142" y="127"/>
                    <a:pt x="142" y="142"/>
                  </a:cubicBezTo>
                  <a:cubicBezTo>
                    <a:pt x="142" y="158"/>
                    <a:pt x="142" y="158"/>
                    <a:pt x="127" y="173"/>
                  </a:cubicBezTo>
                  <a:lnTo>
                    <a:pt x="127" y="173"/>
                  </a:lnTo>
                  <a:cubicBezTo>
                    <a:pt x="142" y="173"/>
                    <a:pt x="142" y="190"/>
                    <a:pt x="142" y="190"/>
                  </a:cubicBezTo>
                  <a:lnTo>
                    <a:pt x="173" y="173"/>
                  </a:lnTo>
                  <a:lnTo>
                    <a:pt x="190" y="173"/>
                  </a:lnTo>
                  <a:lnTo>
                    <a:pt x="190" y="173"/>
                  </a:lnTo>
                  <a:lnTo>
                    <a:pt x="190" y="173"/>
                  </a:lnTo>
                  <a:lnTo>
                    <a:pt x="205" y="142"/>
                  </a:lnTo>
                  <a:cubicBezTo>
                    <a:pt x="190" y="142"/>
                    <a:pt x="190" y="142"/>
                    <a:pt x="190" y="127"/>
                  </a:cubicBezTo>
                  <a:lnTo>
                    <a:pt x="190" y="110"/>
                  </a:lnTo>
                  <a:cubicBezTo>
                    <a:pt x="173" y="110"/>
                    <a:pt x="173" y="95"/>
                    <a:pt x="158" y="79"/>
                  </a:cubicBezTo>
                  <a:lnTo>
                    <a:pt x="158" y="79"/>
                  </a:lnTo>
                  <a:lnTo>
                    <a:pt x="158" y="95"/>
                  </a:lnTo>
                  <a:lnTo>
                    <a:pt x="127" y="79"/>
                  </a:lnTo>
                  <a:lnTo>
                    <a:pt x="142" y="79"/>
                  </a:lnTo>
                  <a:lnTo>
                    <a:pt x="158" y="79"/>
                  </a:lnTo>
                  <a:lnTo>
                    <a:pt x="142" y="32"/>
                  </a:lnTo>
                  <a:lnTo>
                    <a:pt x="127" y="47"/>
                  </a:lnTo>
                  <a:lnTo>
                    <a:pt x="110" y="47"/>
                  </a:lnTo>
                  <a:lnTo>
                    <a:pt x="79" y="47"/>
                  </a:lnTo>
                  <a:lnTo>
                    <a:pt x="79" y="47"/>
                  </a:lnTo>
                  <a:lnTo>
                    <a:pt x="79" y="47"/>
                  </a:lnTo>
                  <a:cubicBezTo>
                    <a:pt x="64" y="47"/>
                    <a:pt x="47" y="32"/>
                    <a:pt x="4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4" name="Google Shape;1434;p38"/>
            <p:cNvSpPr/>
            <p:nvPr/>
          </p:nvSpPr>
          <p:spPr>
            <a:xfrm>
              <a:off x="3429034" y="1749167"/>
              <a:ext cx="8587" cy="4516"/>
            </a:xfrm>
            <a:custGeom>
              <a:avLst/>
              <a:gdLst/>
              <a:ahLst/>
              <a:cxnLst/>
              <a:rect l="l" t="t" r="r" b="b"/>
              <a:pathLst>
                <a:path w="270" h="142" extrusionOk="0">
                  <a:moveTo>
                    <a:pt x="221" y="1"/>
                  </a:moveTo>
                  <a:cubicBezTo>
                    <a:pt x="206" y="16"/>
                    <a:pt x="175" y="16"/>
                    <a:pt x="158" y="16"/>
                  </a:cubicBezTo>
                  <a:cubicBezTo>
                    <a:pt x="158" y="32"/>
                    <a:pt x="158" y="32"/>
                    <a:pt x="175" y="47"/>
                  </a:cubicBezTo>
                  <a:cubicBezTo>
                    <a:pt x="143" y="64"/>
                    <a:pt x="95" y="64"/>
                    <a:pt x="64" y="79"/>
                  </a:cubicBezTo>
                  <a:cubicBezTo>
                    <a:pt x="49" y="79"/>
                    <a:pt x="32" y="95"/>
                    <a:pt x="17" y="110"/>
                  </a:cubicBezTo>
                  <a:lnTo>
                    <a:pt x="1" y="110"/>
                  </a:lnTo>
                  <a:lnTo>
                    <a:pt x="1" y="110"/>
                  </a:lnTo>
                  <a:lnTo>
                    <a:pt x="64" y="127"/>
                  </a:lnTo>
                  <a:cubicBezTo>
                    <a:pt x="80" y="127"/>
                    <a:pt x="95" y="127"/>
                    <a:pt x="95" y="142"/>
                  </a:cubicBezTo>
                  <a:cubicBezTo>
                    <a:pt x="112" y="127"/>
                    <a:pt x="143" y="127"/>
                    <a:pt x="158" y="127"/>
                  </a:cubicBezTo>
                  <a:lnTo>
                    <a:pt x="175" y="110"/>
                  </a:lnTo>
                  <a:cubicBezTo>
                    <a:pt x="175" y="95"/>
                    <a:pt x="175" y="79"/>
                    <a:pt x="190" y="64"/>
                  </a:cubicBezTo>
                  <a:lnTo>
                    <a:pt x="206" y="64"/>
                  </a:lnTo>
                  <a:lnTo>
                    <a:pt x="221" y="64"/>
                  </a:lnTo>
                  <a:cubicBezTo>
                    <a:pt x="238" y="64"/>
                    <a:pt x="238" y="64"/>
                    <a:pt x="238" y="47"/>
                  </a:cubicBezTo>
                  <a:lnTo>
                    <a:pt x="253" y="47"/>
                  </a:lnTo>
                  <a:lnTo>
                    <a:pt x="253" y="64"/>
                  </a:lnTo>
                  <a:lnTo>
                    <a:pt x="269" y="64"/>
                  </a:lnTo>
                  <a:cubicBezTo>
                    <a:pt x="269" y="64"/>
                    <a:pt x="269" y="47"/>
                    <a:pt x="253" y="47"/>
                  </a:cubicBezTo>
                  <a:cubicBezTo>
                    <a:pt x="253" y="32"/>
                    <a:pt x="238" y="32"/>
                    <a:pt x="238"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5" name="Google Shape;1435;p38"/>
            <p:cNvSpPr/>
            <p:nvPr/>
          </p:nvSpPr>
          <p:spPr>
            <a:xfrm>
              <a:off x="3277712" y="1807304"/>
              <a:ext cx="2544" cy="7060"/>
            </a:xfrm>
            <a:custGeom>
              <a:avLst/>
              <a:gdLst/>
              <a:ahLst/>
              <a:cxnLst/>
              <a:rect l="l" t="t" r="r" b="b"/>
              <a:pathLst>
                <a:path w="80" h="222" extrusionOk="0">
                  <a:moveTo>
                    <a:pt x="48" y="0"/>
                  </a:moveTo>
                  <a:lnTo>
                    <a:pt x="48" y="0"/>
                  </a:lnTo>
                  <a:cubicBezTo>
                    <a:pt x="32" y="0"/>
                    <a:pt x="17" y="16"/>
                    <a:pt x="17" y="32"/>
                  </a:cubicBezTo>
                  <a:cubicBezTo>
                    <a:pt x="1" y="47"/>
                    <a:pt x="1" y="63"/>
                    <a:pt x="1" y="79"/>
                  </a:cubicBezTo>
                  <a:lnTo>
                    <a:pt x="1" y="142"/>
                  </a:lnTo>
                  <a:lnTo>
                    <a:pt x="1" y="158"/>
                  </a:lnTo>
                  <a:lnTo>
                    <a:pt x="1" y="221"/>
                  </a:lnTo>
                  <a:lnTo>
                    <a:pt x="1" y="221"/>
                  </a:lnTo>
                  <a:cubicBezTo>
                    <a:pt x="80" y="190"/>
                    <a:pt x="80" y="127"/>
                    <a:pt x="80" y="79"/>
                  </a:cubicBezTo>
                  <a:lnTo>
                    <a:pt x="80" y="32"/>
                  </a:lnTo>
                  <a:cubicBezTo>
                    <a:pt x="80"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6" name="Google Shape;1436;p38"/>
            <p:cNvSpPr/>
            <p:nvPr/>
          </p:nvSpPr>
          <p:spPr>
            <a:xfrm>
              <a:off x="3120379" y="1826355"/>
              <a:ext cx="5565" cy="3498"/>
            </a:xfrm>
            <a:custGeom>
              <a:avLst/>
              <a:gdLst/>
              <a:ahLst/>
              <a:cxnLst/>
              <a:rect l="l" t="t" r="r" b="b"/>
              <a:pathLst>
                <a:path w="175" h="110" extrusionOk="0">
                  <a:moveTo>
                    <a:pt x="126" y="0"/>
                  </a:moveTo>
                  <a:lnTo>
                    <a:pt x="126" y="0"/>
                  </a:lnTo>
                  <a:lnTo>
                    <a:pt x="111" y="0"/>
                  </a:lnTo>
                  <a:cubicBezTo>
                    <a:pt x="126" y="15"/>
                    <a:pt x="111" y="32"/>
                    <a:pt x="111" y="47"/>
                  </a:cubicBezTo>
                  <a:lnTo>
                    <a:pt x="80" y="47"/>
                  </a:lnTo>
                  <a:cubicBezTo>
                    <a:pt x="80" y="47"/>
                    <a:pt x="63" y="47"/>
                    <a:pt x="48" y="32"/>
                  </a:cubicBezTo>
                  <a:lnTo>
                    <a:pt x="48" y="15"/>
                  </a:lnTo>
                  <a:lnTo>
                    <a:pt x="17" y="32"/>
                  </a:lnTo>
                  <a:cubicBezTo>
                    <a:pt x="17" y="32"/>
                    <a:pt x="0" y="47"/>
                    <a:pt x="0" y="63"/>
                  </a:cubicBezTo>
                  <a:lnTo>
                    <a:pt x="0" y="78"/>
                  </a:lnTo>
                  <a:cubicBezTo>
                    <a:pt x="0" y="95"/>
                    <a:pt x="17" y="110"/>
                    <a:pt x="32" y="110"/>
                  </a:cubicBezTo>
                  <a:lnTo>
                    <a:pt x="143" y="110"/>
                  </a:lnTo>
                  <a:lnTo>
                    <a:pt x="143" y="110"/>
                  </a:lnTo>
                  <a:cubicBezTo>
                    <a:pt x="158" y="110"/>
                    <a:pt x="174" y="95"/>
                    <a:pt x="174" y="78"/>
                  </a:cubicBezTo>
                  <a:cubicBezTo>
                    <a:pt x="174" y="63"/>
                    <a:pt x="158" y="47"/>
                    <a:pt x="143" y="47"/>
                  </a:cubicBezTo>
                  <a:lnTo>
                    <a:pt x="126" y="47"/>
                  </a:lnTo>
                  <a:cubicBezTo>
                    <a:pt x="143" y="32"/>
                    <a:pt x="143"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7" name="Google Shape;1437;p38"/>
            <p:cNvSpPr/>
            <p:nvPr/>
          </p:nvSpPr>
          <p:spPr>
            <a:xfrm>
              <a:off x="3260188" y="1773243"/>
              <a:ext cx="7060" cy="4516"/>
            </a:xfrm>
            <a:custGeom>
              <a:avLst/>
              <a:gdLst/>
              <a:ahLst/>
              <a:cxnLst/>
              <a:rect l="l" t="t" r="r" b="b"/>
              <a:pathLst>
                <a:path w="222" h="142" extrusionOk="0">
                  <a:moveTo>
                    <a:pt x="142" y="63"/>
                  </a:moveTo>
                  <a:lnTo>
                    <a:pt x="142" y="47"/>
                  </a:lnTo>
                  <a:lnTo>
                    <a:pt x="142" y="63"/>
                  </a:lnTo>
                  <a:close/>
                  <a:moveTo>
                    <a:pt x="110" y="15"/>
                  </a:moveTo>
                  <a:lnTo>
                    <a:pt x="95" y="32"/>
                  </a:lnTo>
                  <a:lnTo>
                    <a:pt x="95" y="32"/>
                  </a:lnTo>
                  <a:lnTo>
                    <a:pt x="95" y="63"/>
                  </a:lnTo>
                  <a:lnTo>
                    <a:pt x="79" y="78"/>
                  </a:lnTo>
                  <a:lnTo>
                    <a:pt x="79" y="95"/>
                  </a:lnTo>
                  <a:cubicBezTo>
                    <a:pt x="95" y="110"/>
                    <a:pt x="110" y="110"/>
                    <a:pt x="142" y="126"/>
                  </a:cubicBezTo>
                  <a:lnTo>
                    <a:pt x="173" y="126"/>
                  </a:lnTo>
                  <a:lnTo>
                    <a:pt x="173" y="141"/>
                  </a:lnTo>
                  <a:cubicBezTo>
                    <a:pt x="190" y="141"/>
                    <a:pt x="205" y="126"/>
                    <a:pt x="205" y="110"/>
                  </a:cubicBezTo>
                  <a:cubicBezTo>
                    <a:pt x="221" y="95"/>
                    <a:pt x="221" y="78"/>
                    <a:pt x="190" y="78"/>
                  </a:cubicBezTo>
                  <a:cubicBezTo>
                    <a:pt x="190" y="63"/>
                    <a:pt x="173" y="63"/>
                    <a:pt x="158" y="63"/>
                  </a:cubicBezTo>
                  <a:cubicBezTo>
                    <a:pt x="158" y="63"/>
                    <a:pt x="142" y="47"/>
                    <a:pt x="127" y="47"/>
                  </a:cubicBezTo>
                  <a:cubicBezTo>
                    <a:pt x="127" y="32"/>
                    <a:pt x="127" y="15"/>
                    <a:pt x="110" y="15"/>
                  </a:cubicBezTo>
                  <a:close/>
                  <a:moveTo>
                    <a:pt x="32" y="0"/>
                  </a:moveTo>
                  <a:lnTo>
                    <a:pt x="32" y="0"/>
                  </a:lnTo>
                  <a:cubicBezTo>
                    <a:pt x="16" y="0"/>
                    <a:pt x="1" y="15"/>
                    <a:pt x="1" y="47"/>
                  </a:cubicBezTo>
                  <a:cubicBezTo>
                    <a:pt x="1" y="47"/>
                    <a:pt x="1" y="63"/>
                    <a:pt x="16" y="63"/>
                  </a:cubicBezTo>
                  <a:lnTo>
                    <a:pt x="16" y="47"/>
                  </a:lnTo>
                  <a:lnTo>
                    <a:pt x="32" y="32"/>
                  </a:lnTo>
                  <a:lnTo>
                    <a:pt x="32"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8" name="Google Shape;1438;p38"/>
            <p:cNvSpPr/>
            <p:nvPr/>
          </p:nvSpPr>
          <p:spPr>
            <a:xfrm>
              <a:off x="3264673" y="1774706"/>
              <a:ext cx="32" cy="572"/>
            </a:xfrm>
            <a:custGeom>
              <a:avLst/>
              <a:gdLst/>
              <a:ahLst/>
              <a:cxnLst/>
              <a:rect l="l" t="t" r="r" b="b"/>
              <a:pathLst>
                <a:path w="1" h="18" extrusionOk="0">
                  <a:moveTo>
                    <a:pt x="1" y="1"/>
                  </a:move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9" name="Google Shape;1439;p38"/>
            <p:cNvSpPr/>
            <p:nvPr/>
          </p:nvSpPr>
          <p:spPr>
            <a:xfrm>
              <a:off x="3353882" y="1814333"/>
              <a:ext cx="6042" cy="7028"/>
            </a:xfrm>
            <a:custGeom>
              <a:avLst/>
              <a:gdLst/>
              <a:ahLst/>
              <a:cxnLst/>
              <a:rect l="l" t="t" r="r" b="b"/>
              <a:pathLst>
                <a:path w="190" h="221" extrusionOk="0">
                  <a:moveTo>
                    <a:pt x="126" y="0"/>
                  </a:moveTo>
                  <a:lnTo>
                    <a:pt x="126" y="15"/>
                  </a:lnTo>
                  <a:lnTo>
                    <a:pt x="63" y="158"/>
                  </a:lnTo>
                  <a:lnTo>
                    <a:pt x="17" y="173"/>
                  </a:lnTo>
                  <a:cubicBezTo>
                    <a:pt x="0" y="189"/>
                    <a:pt x="0" y="204"/>
                    <a:pt x="0" y="221"/>
                  </a:cubicBezTo>
                  <a:lnTo>
                    <a:pt x="17" y="221"/>
                  </a:lnTo>
                  <a:lnTo>
                    <a:pt x="80" y="221"/>
                  </a:lnTo>
                  <a:lnTo>
                    <a:pt x="111" y="204"/>
                  </a:lnTo>
                  <a:cubicBezTo>
                    <a:pt x="126" y="204"/>
                    <a:pt x="126" y="189"/>
                    <a:pt x="126" y="189"/>
                  </a:cubicBezTo>
                  <a:lnTo>
                    <a:pt x="189" y="32"/>
                  </a:lnTo>
                  <a:lnTo>
                    <a:pt x="189" y="15"/>
                  </a:lnTo>
                  <a:cubicBezTo>
                    <a:pt x="189" y="32"/>
                    <a:pt x="174" y="32"/>
                    <a:pt x="158" y="32"/>
                  </a:cubicBezTo>
                  <a:lnTo>
                    <a:pt x="158" y="32"/>
                  </a:lnTo>
                  <a:cubicBezTo>
                    <a:pt x="143" y="32"/>
                    <a:pt x="126"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0" name="Google Shape;1440;p38"/>
            <p:cNvSpPr/>
            <p:nvPr/>
          </p:nvSpPr>
          <p:spPr>
            <a:xfrm>
              <a:off x="3118376" y="1813315"/>
              <a:ext cx="3562" cy="5534"/>
            </a:xfrm>
            <a:custGeom>
              <a:avLst/>
              <a:gdLst/>
              <a:ahLst/>
              <a:cxnLst/>
              <a:rect l="l" t="t" r="r" b="b"/>
              <a:pathLst>
                <a:path w="112" h="174" extrusionOk="0">
                  <a:moveTo>
                    <a:pt x="48" y="1"/>
                  </a:moveTo>
                  <a:lnTo>
                    <a:pt x="48" y="1"/>
                  </a:lnTo>
                  <a:lnTo>
                    <a:pt x="32" y="1"/>
                  </a:lnTo>
                  <a:lnTo>
                    <a:pt x="32" y="1"/>
                  </a:lnTo>
                  <a:cubicBezTo>
                    <a:pt x="17" y="1"/>
                    <a:pt x="17" y="1"/>
                    <a:pt x="17" y="16"/>
                  </a:cubicBezTo>
                  <a:lnTo>
                    <a:pt x="17" y="16"/>
                  </a:lnTo>
                  <a:cubicBezTo>
                    <a:pt x="17" y="47"/>
                    <a:pt x="0" y="64"/>
                    <a:pt x="0" y="79"/>
                  </a:cubicBezTo>
                  <a:lnTo>
                    <a:pt x="17" y="95"/>
                  </a:lnTo>
                  <a:lnTo>
                    <a:pt x="32" y="95"/>
                  </a:lnTo>
                  <a:lnTo>
                    <a:pt x="32" y="95"/>
                  </a:lnTo>
                  <a:lnTo>
                    <a:pt x="32" y="110"/>
                  </a:lnTo>
                  <a:lnTo>
                    <a:pt x="17" y="127"/>
                  </a:lnTo>
                  <a:cubicBezTo>
                    <a:pt x="17" y="142"/>
                    <a:pt x="17" y="158"/>
                    <a:pt x="32" y="158"/>
                  </a:cubicBezTo>
                  <a:lnTo>
                    <a:pt x="48" y="173"/>
                  </a:lnTo>
                  <a:cubicBezTo>
                    <a:pt x="63" y="173"/>
                    <a:pt x="80" y="158"/>
                    <a:pt x="80" y="158"/>
                  </a:cubicBezTo>
                  <a:lnTo>
                    <a:pt x="80" y="142"/>
                  </a:lnTo>
                  <a:cubicBezTo>
                    <a:pt x="95" y="127"/>
                    <a:pt x="111" y="95"/>
                    <a:pt x="111" y="64"/>
                  </a:cubicBezTo>
                  <a:lnTo>
                    <a:pt x="95" y="16"/>
                  </a:lnTo>
                  <a:cubicBezTo>
                    <a:pt x="80"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1" name="Google Shape;1441;p38"/>
            <p:cNvSpPr/>
            <p:nvPr/>
          </p:nvSpPr>
          <p:spPr>
            <a:xfrm>
              <a:off x="3105336" y="1785741"/>
              <a:ext cx="8046" cy="4548"/>
            </a:xfrm>
            <a:custGeom>
              <a:avLst/>
              <a:gdLst/>
              <a:ahLst/>
              <a:cxnLst/>
              <a:rect l="l" t="t" r="r" b="b"/>
              <a:pathLst>
                <a:path w="253" h="143" extrusionOk="0">
                  <a:moveTo>
                    <a:pt x="80" y="17"/>
                  </a:moveTo>
                  <a:lnTo>
                    <a:pt x="80" y="32"/>
                  </a:lnTo>
                  <a:lnTo>
                    <a:pt x="48" y="63"/>
                  </a:lnTo>
                  <a:lnTo>
                    <a:pt x="64" y="63"/>
                  </a:lnTo>
                  <a:cubicBezTo>
                    <a:pt x="64" y="80"/>
                    <a:pt x="64" y="80"/>
                    <a:pt x="80" y="95"/>
                  </a:cubicBezTo>
                  <a:lnTo>
                    <a:pt x="190" y="143"/>
                  </a:lnTo>
                  <a:lnTo>
                    <a:pt x="206" y="143"/>
                  </a:lnTo>
                  <a:cubicBezTo>
                    <a:pt x="221" y="143"/>
                    <a:pt x="238" y="143"/>
                    <a:pt x="238" y="126"/>
                  </a:cubicBezTo>
                  <a:cubicBezTo>
                    <a:pt x="253" y="111"/>
                    <a:pt x="238" y="95"/>
                    <a:pt x="238" y="95"/>
                  </a:cubicBezTo>
                  <a:lnTo>
                    <a:pt x="190" y="111"/>
                  </a:lnTo>
                  <a:lnTo>
                    <a:pt x="175" y="111"/>
                  </a:lnTo>
                  <a:cubicBezTo>
                    <a:pt x="175" y="111"/>
                    <a:pt x="158" y="111"/>
                    <a:pt x="158" y="95"/>
                  </a:cubicBezTo>
                  <a:lnTo>
                    <a:pt x="143" y="95"/>
                  </a:lnTo>
                  <a:lnTo>
                    <a:pt x="143" y="95"/>
                  </a:lnTo>
                  <a:cubicBezTo>
                    <a:pt x="127" y="95"/>
                    <a:pt x="112" y="95"/>
                    <a:pt x="112" y="80"/>
                  </a:cubicBezTo>
                  <a:lnTo>
                    <a:pt x="112" y="32"/>
                  </a:lnTo>
                  <a:lnTo>
                    <a:pt x="80" y="17"/>
                  </a:lnTo>
                  <a:close/>
                  <a:moveTo>
                    <a:pt x="1" y="0"/>
                  </a:moveTo>
                  <a:lnTo>
                    <a:pt x="1" y="17"/>
                  </a:ln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2" name="Google Shape;1442;p38"/>
            <p:cNvSpPr/>
            <p:nvPr/>
          </p:nvSpPr>
          <p:spPr>
            <a:xfrm>
              <a:off x="3438066" y="1748181"/>
              <a:ext cx="4039" cy="13039"/>
            </a:xfrm>
            <a:custGeom>
              <a:avLst/>
              <a:gdLst/>
              <a:ahLst/>
              <a:cxnLst/>
              <a:rect l="l" t="t" r="r" b="b"/>
              <a:pathLst>
                <a:path w="127" h="410" extrusionOk="0">
                  <a:moveTo>
                    <a:pt x="80" y="0"/>
                  </a:moveTo>
                  <a:cubicBezTo>
                    <a:pt x="63" y="15"/>
                    <a:pt x="32" y="15"/>
                    <a:pt x="17" y="15"/>
                  </a:cubicBezTo>
                  <a:lnTo>
                    <a:pt x="0" y="63"/>
                  </a:lnTo>
                  <a:lnTo>
                    <a:pt x="0" y="95"/>
                  </a:lnTo>
                  <a:cubicBezTo>
                    <a:pt x="17" y="110"/>
                    <a:pt x="17" y="141"/>
                    <a:pt x="17" y="189"/>
                  </a:cubicBezTo>
                  <a:cubicBezTo>
                    <a:pt x="0" y="221"/>
                    <a:pt x="0" y="252"/>
                    <a:pt x="17" y="284"/>
                  </a:cubicBezTo>
                  <a:lnTo>
                    <a:pt x="32" y="268"/>
                  </a:lnTo>
                  <a:lnTo>
                    <a:pt x="48" y="268"/>
                  </a:lnTo>
                  <a:lnTo>
                    <a:pt x="48" y="268"/>
                  </a:lnTo>
                  <a:cubicBezTo>
                    <a:pt x="48" y="268"/>
                    <a:pt x="63" y="268"/>
                    <a:pt x="80" y="284"/>
                  </a:cubicBezTo>
                  <a:cubicBezTo>
                    <a:pt x="80" y="299"/>
                    <a:pt x="80" y="315"/>
                    <a:pt x="63" y="331"/>
                  </a:cubicBezTo>
                  <a:lnTo>
                    <a:pt x="48" y="347"/>
                  </a:lnTo>
                  <a:lnTo>
                    <a:pt x="48" y="347"/>
                  </a:lnTo>
                  <a:lnTo>
                    <a:pt x="32" y="362"/>
                  </a:lnTo>
                  <a:cubicBezTo>
                    <a:pt x="17" y="378"/>
                    <a:pt x="32" y="410"/>
                    <a:pt x="48" y="410"/>
                  </a:cubicBezTo>
                  <a:lnTo>
                    <a:pt x="63" y="410"/>
                  </a:lnTo>
                  <a:cubicBezTo>
                    <a:pt x="80" y="410"/>
                    <a:pt x="80" y="410"/>
                    <a:pt x="95" y="394"/>
                  </a:cubicBezTo>
                  <a:lnTo>
                    <a:pt x="111" y="347"/>
                  </a:lnTo>
                  <a:cubicBezTo>
                    <a:pt x="126" y="347"/>
                    <a:pt x="126" y="331"/>
                    <a:pt x="111" y="315"/>
                  </a:cubicBezTo>
                  <a:cubicBezTo>
                    <a:pt x="80" y="284"/>
                    <a:pt x="80" y="236"/>
                    <a:pt x="80" y="189"/>
                  </a:cubicBezTo>
                  <a:cubicBezTo>
                    <a:pt x="80" y="141"/>
                    <a:pt x="80" y="110"/>
                    <a:pt x="63" y="78"/>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3" name="Google Shape;1443;p38"/>
            <p:cNvSpPr/>
            <p:nvPr/>
          </p:nvSpPr>
          <p:spPr>
            <a:xfrm>
              <a:off x="3380470" y="1776709"/>
              <a:ext cx="5025" cy="3562"/>
            </a:xfrm>
            <a:custGeom>
              <a:avLst/>
              <a:gdLst/>
              <a:ahLst/>
              <a:cxnLst/>
              <a:rect l="l" t="t" r="r" b="b"/>
              <a:pathLst>
                <a:path w="158" h="112" extrusionOk="0">
                  <a:moveTo>
                    <a:pt x="126" y="1"/>
                  </a:moveTo>
                  <a:lnTo>
                    <a:pt x="126" y="1"/>
                  </a:lnTo>
                  <a:lnTo>
                    <a:pt x="110" y="1"/>
                  </a:lnTo>
                  <a:lnTo>
                    <a:pt x="0" y="49"/>
                  </a:lnTo>
                  <a:lnTo>
                    <a:pt x="0" y="49"/>
                  </a:lnTo>
                  <a:lnTo>
                    <a:pt x="0" y="64"/>
                  </a:lnTo>
                  <a:lnTo>
                    <a:pt x="0" y="95"/>
                  </a:lnTo>
                  <a:cubicBezTo>
                    <a:pt x="0" y="112"/>
                    <a:pt x="15" y="112"/>
                    <a:pt x="15" y="112"/>
                  </a:cubicBezTo>
                  <a:lnTo>
                    <a:pt x="32" y="112"/>
                  </a:lnTo>
                  <a:lnTo>
                    <a:pt x="141" y="64"/>
                  </a:lnTo>
                  <a:cubicBezTo>
                    <a:pt x="158" y="64"/>
                    <a:pt x="158" y="32"/>
                    <a:pt x="158" y="17"/>
                  </a:cubicBez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4" name="Google Shape;1444;p38"/>
            <p:cNvSpPr/>
            <p:nvPr/>
          </p:nvSpPr>
          <p:spPr>
            <a:xfrm>
              <a:off x="3384954" y="1791275"/>
              <a:ext cx="9032" cy="3498"/>
            </a:xfrm>
            <a:custGeom>
              <a:avLst/>
              <a:gdLst/>
              <a:ahLst/>
              <a:cxnLst/>
              <a:rect l="l" t="t" r="r" b="b"/>
              <a:pathLst>
                <a:path w="284" h="110" extrusionOk="0">
                  <a:moveTo>
                    <a:pt x="17" y="0"/>
                  </a:moveTo>
                  <a:cubicBezTo>
                    <a:pt x="17" y="15"/>
                    <a:pt x="0" y="15"/>
                    <a:pt x="0" y="15"/>
                  </a:cubicBezTo>
                  <a:cubicBezTo>
                    <a:pt x="17" y="15"/>
                    <a:pt x="17" y="32"/>
                    <a:pt x="17" y="32"/>
                  </a:cubicBezTo>
                  <a:lnTo>
                    <a:pt x="237" y="110"/>
                  </a:lnTo>
                  <a:lnTo>
                    <a:pt x="237" y="110"/>
                  </a:lnTo>
                  <a:cubicBezTo>
                    <a:pt x="252" y="110"/>
                    <a:pt x="269" y="95"/>
                    <a:pt x="284" y="95"/>
                  </a:cubicBezTo>
                  <a:cubicBezTo>
                    <a:pt x="284" y="63"/>
                    <a:pt x="269" y="47"/>
                    <a:pt x="252" y="47"/>
                  </a:cubicBezTo>
                  <a:lnTo>
                    <a:pt x="158" y="15"/>
                  </a:lnTo>
                  <a:cubicBezTo>
                    <a:pt x="158" y="32"/>
                    <a:pt x="158" y="32"/>
                    <a:pt x="143" y="47"/>
                  </a:cubicBezTo>
                  <a:lnTo>
                    <a:pt x="126" y="47"/>
                  </a:lnTo>
                  <a:cubicBezTo>
                    <a:pt x="111" y="47"/>
                    <a:pt x="95" y="32"/>
                    <a:pt x="95" y="15"/>
                  </a:cubicBezTo>
                  <a:lnTo>
                    <a:pt x="95" y="15"/>
                  </a:lnTo>
                  <a:lnTo>
                    <a:pt x="17" y="15"/>
                  </a:lnTo>
                  <a:lnTo>
                    <a:pt x="1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5" name="Google Shape;1445;p38"/>
            <p:cNvSpPr/>
            <p:nvPr/>
          </p:nvSpPr>
          <p:spPr>
            <a:xfrm>
              <a:off x="3390965" y="1801294"/>
              <a:ext cx="7569" cy="3530"/>
            </a:xfrm>
            <a:custGeom>
              <a:avLst/>
              <a:gdLst/>
              <a:ahLst/>
              <a:cxnLst/>
              <a:rect l="l" t="t" r="r" b="b"/>
              <a:pathLst>
                <a:path w="238" h="111" extrusionOk="0">
                  <a:moveTo>
                    <a:pt x="206" y="16"/>
                  </a:moveTo>
                  <a:lnTo>
                    <a:pt x="189" y="16"/>
                  </a:lnTo>
                  <a:lnTo>
                    <a:pt x="143" y="32"/>
                  </a:lnTo>
                  <a:lnTo>
                    <a:pt x="143" y="110"/>
                  </a:lnTo>
                  <a:cubicBezTo>
                    <a:pt x="143" y="110"/>
                    <a:pt x="158" y="110"/>
                    <a:pt x="158" y="95"/>
                  </a:cubicBezTo>
                  <a:lnTo>
                    <a:pt x="158" y="95"/>
                  </a:lnTo>
                  <a:lnTo>
                    <a:pt x="174" y="95"/>
                  </a:lnTo>
                  <a:cubicBezTo>
                    <a:pt x="174" y="95"/>
                    <a:pt x="189" y="79"/>
                    <a:pt x="206" y="79"/>
                  </a:cubicBezTo>
                  <a:lnTo>
                    <a:pt x="221" y="79"/>
                  </a:lnTo>
                  <a:cubicBezTo>
                    <a:pt x="237" y="79"/>
                    <a:pt x="237" y="63"/>
                    <a:pt x="237" y="47"/>
                  </a:cubicBezTo>
                  <a:cubicBezTo>
                    <a:pt x="237" y="32"/>
                    <a:pt x="221" y="16"/>
                    <a:pt x="206" y="16"/>
                  </a:cubicBezTo>
                  <a:close/>
                  <a:moveTo>
                    <a:pt x="32" y="0"/>
                  </a:moveTo>
                  <a:cubicBezTo>
                    <a:pt x="32" y="16"/>
                    <a:pt x="0" y="47"/>
                    <a:pt x="32" y="79"/>
                  </a:cubicBezTo>
                  <a:lnTo>
                    <a:pt x="32" y="79"/>
                  </a:lnTo>
                  <a:lnTo>
                    <a:pt x="48" y="79"/>
                  </a:lnTo>
                  <a:lnTo>
                    <a:pt x="48" y="79"/>
                  </a:lnTo>
                  <a:lnTo>
                    <a:pt x="80" y="79"/>
                  </a:lnTo>
                  <a:lnTo>
                    <a:pt x="80" y="32"/>
                  </a:lnTo>
                  <a:cubicBezTo>
                    <a:pt x="63" y="16"/>
                    <a:pt x="80" y="16"/>
                    <a:pt x="80" y="16"/>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6" name="Google Shape;1446;p38"/>
            <p:cNvSpPr/>
            <p:nvPr/>
          </p:nvSpPr>
          <p:spPr>
            <a:xfrm>
              <a:off x="3185513" y="1774229"/>
              <a:ext cx="7569" cy="6042"/>
            </a:xfrm>
            <a:custGeom>
              <a:avLst/>
              <a:gdLst/>
              <a:ahLst/>
              <a:cxnLst/>
              <a:rect l="l" t="t" r="r" b="b"/>
              <a:pathLst>
                <a:path w="238" h="190" extrusionOk="0">
                  <a:moveTo>
                    <a:pt x="158" y="95"/>
                  </a:moveTo>
                  <a:lnTo>
                    <a:pt x="158" y="95"/>
                  </a:lnTo>
                  <a:lnTo>
                    <a:pt x="158" y="95"/>
                  </a:lnTo>
                  <a:close/>
                  <a:moveTo>
                    <a:pt x="95" y="1"/>
                  </a:moveTo>
                  <a:cubicBezTo>
                    <a:pt x="64" y="1"/>
                    <a:pt x="32" y="1"/>
                    <a:pt x="1" y="16"/>
                  </a:cubicBezTo>
                  <a:lnTo>
                    <a:pt x="1" y="16"/>
                  </a:lnTo>
                  <a:cubicBezTo>
                    <a:pt x="17" y="32"/>
                    <a:pt x="32" y="47"/>
                    <a:pt x="48" y="47"/>
                  </a:cubicBezTo>
                  <a:cubicBezTo>
                    <a:pt x="80" y="79"/>
                    <a:pt x="95" y="95"/>
                    <a:pt x="111" y="127"/>
                  </a:cubicBezTo>
                  <a:cubicBezTo>
                    <a:pt x="111" y="158"/>
                    <a:pt x="143" y="158"/>
                    <a:pt x="158" y="173"/>
                  </a:cubicBezTo>
                  <a:lnTo>
                    <a:pt x="190" y="173"/>
                  </a:lnTo>
                  <a:cubicBezTo>
                    <a:pt x="190" y="190"/>
                    <a:pt x="190" y="190"/>
                    <a:pt x="206" y="190"/>
                  </a:cubicBezTo>
                  <a:cubicBezTo>
                    <a:pt x="221" y="190"/>
                    <a:pt x="221" y="173"/>
                    <a:pt x="237" y="158"/>
                  </a:cubicBezTo>
                  <a:cubicBezTo>
                    <a:pt x="237" y="142"/>
                    <a:pt x="237" y="127"/>
                    <a:pt x="221" y="110"/>
                  </a:cubicBezTo>
                  <a:lnTo>
                    <a:pt x="190" y="110"/>
                  </a:lnTo>
                  <a:lnTo>
                    <a:pt x="174" y="95"/>
                  </a:lnTo>
                  <a:cubicBezTo>
                    <a:pt x="158" y="47"/>
                    <a:pt x="127"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7" name="Google Shape;1447;p38"/>
            <p:cNvSpPr/>
            <p:nvPr/>
          </p:nvSpPr>
          <p:spPr>
            <a:xfrm>
              <a:off x="3190538" y="177725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8" name="Google Shape;1448;p38"/>
            <p:cNvSpPr/>
            <p:nvPr/>
          </p:nvSpPr>
          <p:spPr>
            <a:xfrm>
              <a:off x="3042206" y="1820821"/>
              <a:ext cx="6042" cy="4039"/>
            </a:xfrm>
            <a:custGeom>
              <a:avLst/>
              <a:gdLst/>
              <a:ahLst/>
              <a:cxnLst/>
              <a:rect l="l" t="t" r="r" b="b"/>
              <a:pathLst>
                <a:path w="190" h="127" extrusionOk="0">
                  <a:moveTo>
                    <a:pt x="158" y="0"/>
                  </a:moveTo>
                  <a:lnTo>
                    <a:pt x="158" y="0"/>
                  </a:lnTo>
                  <a:cubicBezTo>
                    <a:pt x="143" y="0"/>
                    <a:pt x="126" y="17"/>
                    <a:pt x="126" y="17"/>
                  </a:cubicBezTo>
                  <a:cubicBezTo>
                    <a:pt x="126" y="32"/>
                    <a:pt x="111" y="32"/>
                    <a:pt x="95" y="48"/>
                  </a:cubicBezTo>
                  <a:lnTo>
                    <a:pt x="95" y="63"/>
                  </a:lnTo>
                  <a:cubicBezTo>
                    <a:pt x="95" y="80"/>
                    <a:pt x="80" y="95"/>
                    <a:pt x="63" y="95"/>
                  </a:cubicBezTo>
                  <a:lnTo>
                    <a:pt x="0" y="95"/>
                  </a:lnTo>
                  <a:lnTo>
                    <a:pt x="0" y="111"/>
                  </a:lnTo>
                  <a:cubicBezTo>
                    <a:pt x="17" y="126"/>
                    <a:pt x="17" y="126"/>
                    <a:pt x="32" y="126"/>
                  </a:cubicBezTo>
                  <a:lnTo>
                    <a:pt x="48" y="126"/>
                  </a:lnTo>
                  <a:cubicBezTo>
                    <a:pt x="63" y="111"/>
                    <a:pt x="80" y="111"/>
                    <a:pt x="95" y="111"/>
                  </a:cubicBezTo>
                  <a:cubicBezTo>
                    <a:pt x="126" y="111"/>
                    <a:pt x="174" y="95"/>
                    <a:pt x="189" y="48"/>
                  </a:cubicBezTo>
                  <a:cubicBezTo>
                    <a:pt x="189" y="32"/>
                    <a:pt x="189" y="17"/>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9" name="Google Shape;1449;p38"/>
            <p:cNvSpPr/>
            <p:nvPr/>
          </p:nvSpPr>
          <p:spPr>
            <a:xfrm>
              <a:off x="3167004" y="1793279"/>
              <a:ext cx="6042" cy="3021"/>
            </a:xfrm>
            <a:custGeom>
              <a:avLst/>
              <a:gdLst/>
              <a:ahLst/>
              <a:cxnLst/>
              <a:rect l="l" t="t" r="r" b="b"/>
              <a:pathLst>
                <a:path w="190" h="95" extrusionOk="0">
                  <a:moveTo>
                    <a:pt x="173" y="0"/>
                  </a:moveTo>
                  <a:lnTo>
                    <a:pt x="173" y="0"/>
                  </a:lnTo>
                  <a:lnTo>
                    <a:pt x="32" y="15"/>
                  </a:lnTo>
                  <a:cubicBezTo>
                    <a:pt x="0" y="15"/>
                    <a:pt x="0" y="32"/>
                    <a:pt x="0" y="63"/>
                  </a:cubicBezTo>
                  <a:cubicBezTo>
                    <a:pt x="0" y="78"/>
                    <a:pt x="15" y="95"/>
                    <a:pt x="32" y="95"/>
                  </a:cubicBezTo>
                  <a:lnTo>
                    <a:pt x="32" y="95"/>
                  </a:lnTo>
                  <a:lnTo>
                    <a:pt x="63" y="78"/>
                  </a:lnTo>
                  <a:lnTo>
                    <a:pt x="63" y="78"/>
                  </a:lnTo>
                  <a:cubicBezTo>
                    <a:pt x="78" y="63"/>
                    <a:pt x="110" y="47"/>
                    <a:pt x="141" y="47"/>
                  </a:cubicBezTo>
                  <a:lnTo>
                    <a:pt x="189" y="47"/>
                  </a:lnTo>
                  <a:lnTo>
                    <a:pt x="189" y="32"/>
                  </a:lnTo>
                  <a:lnTo>
                    <a:pt x="189" y="15"/>
                  </a:lnTo>
                  <a:cubicBezTo>
                    <a:pt x="189" y="0"/>
                    <a:pt x="173" y="0"/>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0" name="Google Shape;1450;p38"/>
            <p:cNvSpPr/>
            <p:nvPr/>
          </p:nvSpPr>
          <p:spPr>
            <a:xfrm>
              <a:off x="3346376" y="1812806"/>
              <a:ext cx="7537" cy="8555"/>
            </a:xfrm>
            <a:custGeom>
              <a:avLst/>
              <a:gdLst/>
              <a:ahLst/>
              <a:cxnLst/>
              <a:rect l="l" t="t" r="r" b="b"/>
              <a:pathLst>
                <a:path w="237" h="269" extrusionOk="0">
                  <a:moveTo>
                    <a:pt x="158" y="189"/>
                  </a:moveTo>
                  <a:lnTo>
                    <a:pt x="158" y="189"/>
                  </a:lnTo>
                  <a:lnTo>
                    <a:pt x="142" y="206"/>
                  </a:lnTo>
                  <a:lnTo>
                    <a:pt x="110" y="206"/>
                  </a:lnTo>
                  <a:lnTo>
                    <a:pt x="95" y="206"/>
                  </a:lnTo>
                  <a:lnTo>
                    <a:pt x="95" y="206"/>
                  </a:lnTo>
                  <a:lnTo>
                    <a:pt x="64" y="206"/>
                  </a:lnTo>
                  <a:lnTo>
                    <a:pt x="47" y="206"/>
                  </a:lnTo>
                  <a:lnTo>
                    <a:pt x="47" y="206"/>
                  </a:lnTo>
                  <a:cubicBezTo>
                    <a:pt x="47" y="221"/>
                    <a:pt x="47" y="237"/>
                    <a:pt x="32" y="237"/>
                  </a:cubicBezTo>
                  <a:lnTo>
                    <a:pt x="1" y="252"/>
                  </a:lnTo>
                  <a:cubicBezTo>
                    <a:pt x="16" y="252"/>
                    <a:pt x="16" y="252"/>
                    <a:pt x="16" y="269"/>
                  </a:cubicBezTo>
                  <a:lnTo>
                    <a:pt x="32" y="269"/>
                  </a:lnTo>
                  <a:lnTo>
                    <a:pt x="47" y="269"/>
                  </a:lnTo>
                  <a:lnTo>
                    <a:pt x="47" y="269"/>
                  </a:lnTo>
                  <a:lnTo>
                    <a:pt x="47" y="269"/>
                  </a:lnTo>
                  <a:lnTo>
                    <a:pt x="110" y="237"/>
                  </a:lnTo>
                  <a:lnTo>
                    <a:pt x="173" y="269"/>
                  </a:lnTo>
                  <a:lnTo>
                    <a:pt x="190" y="269"/>
                  </a:lnTo>
                  <a:cubicBezTo>
                    <a:pt x="205" y="269"/>
                    <a:pt x="221" y="252"/>
                    <a:pt x="221" y="252"/>
                  </a:cubicBezTo>
                  <a:cubicBezTo>
                    <a:pt x="236" y="221"/>
                    <a:pt x="221" y="206"/>
                    <a:pt x="205" y="206"/>
                  </a:cubicBezTo>
                  <a:lnTo>
                    <a:pt x="158" y="189"/>
                  </a:lnTo>
                  <a:close/>
                  <a:moveTo>
                    <a:pt x="95" y="17"/>
                  </a:moveTo>
                  <a:lnTo>
                    <a:pt x="79" y="32"/>
                  </a:lnTo>
                  <a:cubicBezTo>
                    <a:pt x="79" y="48"/>
                    <a:pt x="64" y="63"/>
                    <a:pt x="47" y="63"/>
                  </a:cubicBezTo>
                  <a:lnTo>
                    <a:pt x="32" y="48"/>
                  </a:lnTo>
                  <a:lnTo>
                    <a:pt x="16" y="48"/>
                  </a:lnTo>
                  <a:lnTo>
                    <a:pt x="16" y="63"/>
                  </a:lnTo>
                  <a:lnTo>
                    <a:pt x="1" y="63"/>
                  </a:lnTo>
                  <a:lnTo>
                    <a:pt x="32" y="80"/>
                  </a:lnTo>
                  <a:cubicBezTo>
                    <a:pt x="47" y="95"/>
                    <a:pt x="47" y="111"/>
                    <a:pt x="32" y="126"/>
                  </a:cubicBezTo>
                  <a:cubicBezTo>
                    <a:pt x="32" y="126"/>
                    <a:pt x="16" y="143"/>
                    <a:pt x="1" y="143"/>
                  </a:cubicBezTo>
                  <a:lnTo>
                    <a:pt x="1" y="143"/>
                  </a:lnTo>
                  <a:lnTo>
                    <a:pt x="1" y="174"/>
                  </a:lnTo>
                  <a:lnTo>
                    <a:pt x="1" y="174"/>
                  </a:lnTo>
                  <a:lnTo>
                    <a:pt x="16" y="174"/>
                  </a:lnTo>
                  <a:lnTo>
                    <a:pt x="16" y="174"/>
                  </a:lnTo>
                  <a:lnTo>
                    <a:pt x="16" y="174"/>
                  </a:lnTo>
                  <a:cubicBezTo>
                    <a:pt x="16" y="158"/>
                    <a:pt x="32" y="143"/>
                    <a:pt x="47" y="143"/>
                  </a:cubicBezTo>
                  <a:lnTo>
                    <a:pt x="64" y="143"/>
                  </a:lnTo>
                  <a:cubicBezTo>
                    <a:pt x="79" y="111"/>
                    <a:pt x="79" y="80"/>
                    <a:pt x="95" y="32"/>
                  </a:cubicBezTo>
                  <a:cubicBezTo>
                    <a:pt x="110" y="32"/>
                    <a:pt x="110" y="17"/>
                    <a:pt x="95" y="17"/>
                  </a:cubicBezTo>
                  <a:close/>
                  <a:moveTo>
                    <a:pt x="32" y="0"/>
                  </a:moveTo>
                  <a:lnTo>
                    <a:pt x="16" y="0"/>
                  </a:lnTo>
                  <a:lnTo>
                    <a:pt x="16" y="17"/>
                  </a:lnTo>
                  <a:lnTo>
                    <a:pt x="16" y="17"/>
                  </a:lnTo>
                  <a:lnTo>
                    <a:pt x="1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1" name="Google Shape;1451;p38"/>
            <p:cNvSpPr/>
            <p:nvPr/>
          </p:nvSpPr>
          <p:spPr>
            <a:xfrm>
              <a:off x="3103842" y="1790258"/>
              <a:ext cx="7060" cy="2512"/>
            </a:xfrm>
            <a:custGeom>
              <a:avLst/>
              <a:gdLst/>
              <a:ahLst/>
              <a:cxnLst/>
              <a:rect l="l" t="t" r="r" b="b"/>
              <a:pathLst>
                <a:path w="222" h="79" extrusionOk="0">
                  <a:moveTo>
                    <a:pt x="32" y="16"/>
                  </a:moveTo>
                  <a:lnTo>
                    <a:pt x="16" y="16"/>
                  </a:lnTo>
                  <a:cubicBezTo>
                    <a:pt x="1" y="32"/>
                    <a:pt x="16" y="64"/>
                    <a:pt x="32" y="64"/>
                  </a:cubicBezTo>
                  <a:lnTo>
                    <a:pt x="32" y="79"/>
                  </a:lnTo>
                  <a:cubicBezTo>
                    <a:pt x="32" y="64"/>
                    <a:pt x="48" y="47"/>
                    <a:pt x="64" y="47"/>
                  </a:cubicBezTo>
                  <a:lnTo>
                    <a:pt x="64" y="47"/>
                  </a:lnTo>
                  <a:lnTo>
                    <a:pt x="64" y="47"/>
                  </a:lnTo>
                  <a:cubicBezTo>
                    <a:pt x="79" y="47"/>
                    <a:pt x="95" y="64"/>
                    <a:pt x="95" y="79"/>
                  </a:cubicBezTo>
                  <a:lnTo>
                    <a:pt x="95" y="79"/>
                  </a:lnTo>
                  <a:lnTo>
                    <a:pt x="111" y="79"/>
                  </a:lnTo>
                  <a:lnTo>
                    <a:pt x="111" y="79"/>
                  </a:lnTo>
                  <a:lnTo>
                    <a:pt x="111" y="79"/>
                  </a:lnTo>
                  <a:lnTo>
                    <a:pt x="111" y="64"/>
                  </a:lnTo>
                  <a:cubicBezTo>
                    <a:pt x="111" y="64"/>
                    <a:pt x="127" y="64"/>
                    <a:pt x="127" y="47"/>
                  </a:cubicBezTo>
                  <a:lnTo>
                    <a:pt x="127" y="47"/>
                  </a:lnTo>
                  <a:lnTo>
                    <a:pt x="95" y="16"/>
                  </a:lnTo>
                  <a:lnTo>
                    <a:pt x="79" y="16"/>
                  </a:lnTo>
                  <a:lnTo>
                    <a:pt x="79" y="16"/>
                  </a:lnTo>
                  <a:lnTo>
                    <a:pt x="64" y="16"/>
                  </a:lnTo>
                  <a:lnTo>
                    <a:pt x="48" y="16"/>
                  </a:lnTo>
                  <a:lnTo>
                    <a:pt x="32" y="16"/>
                  </a:lnTo>
                  <a:close/>
                  <a:moveTo>
                    <a:pt x="190" y="1"/>
                  </a:moveTo>
                  <a:lnTo>
                    <a:pt x="190" y="1"/>
                  </a:lnTo>
                  <a:lnTo>
                    <a:pt x="174" y="16"/>
                  </a:lnTo>
                  <a:lnTo>
                    <a:pt x="174" y="47"/>
                  </a:lnTo>
                  <a:lnTo>
                    <a:pt x="174" y="47"/>
                  </a:lnTo>
                  <a:cubicBezTo>
                    <a:pt x="174" y="47"/>
                    <a:pt x="190" y="64"/>
                    <a:pt x="190" y="79"/>
                  </a:cubicBezTo>
                  <a:lnTo>
                    <a:pt x="190" y="79"/>
                  </a:lnTo>
                  <a:cubicBezTo>
                    <a:pt x="222" y="79"/>
                    <a:pt x="222" y="64"/>
                    <a:pt x="222" y="32"/>
                  </a:cubicBezTo>
                  <a:cubicBezTo>
                    <a:pt x="222" y="16"/>
                    <a:pt x="205" y="1"/>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2" name="Google Shape;1452;p38"/>
            <p:cNvSpPr/>
            <p:nvPr/>
          </p:nvSpPr>
          <p:spPr>
            <a:xfrm>
              <a:off x="3397485" y="1767709"/>
              <a:ext cx="4516" cy="3021"/>
            </a:xfrm>
            <a:custGeom>
              <a:avLst/>
              <a:gdLst/>
              <a:ahLst/>
              <a:cxnLst/>
              <a:rect l="l" t="t" r="r" b="b"/>
              <a:pathLst>
                <a:path w="142" h="95" extrusionOk="0">
                  <a:moveTo>
                    <a:pt x="127" y="0"/>
                  </a:moveTo>
                  <a:lnTo>
                    <a:pt x="110" y="17"/>
                  </a:lnTo>
                  <a:lnTo>
                    <a:pt x="95" y="17"/>
                  </a:lnTo>
                  <a:lnTo>
                    <a:pt x="64" y="17"/>
                  </a:lnTo>
                  <a:lnTo>
                    <a:pt x="32" y="17"/>
                  </a:lnTo>
                  <a:cubicBezTo>
                    <a:pt x="16" y="32"/>
                    <a:pt x="1" y="48"/>
                    <a:pt x="16" y="63"/>
                  </a:cubicBezTo>
                  <a:cubicBezTo>
                    <a:pt x="16" y="80"/>
                    <a:pt x="32" y="95"/>
                    <a:pt x="47" y="95"/>
                  </a:cubicBezTo>
                  <a:lnTo>
                    <a:pt x="47" y="95"/>
                  </a:lnTo>
                  <a:lnTo>
                    <a:pt x="142" y="63"/>
                  </a:lnTo>
                  <a:lnTo>
                    <a:pt x="142" y="48"/>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3" name="Google Shape;1453;p38"/>
            <p:cNvSpPr/>
            <p:nvPr/>
          </p:nvSpPr>
          <p:spPr>
            <a:xfrm>
              <a:off x="3263210" y="1818817"/>
              <a:ext cx="4039" cy="9573"/>
            </a:xfrm>
            <a:custGeom>
              <a:avLst/>
              <a:gdLst/>
              <a:ahLst/>
              <a:cxnLst/>
              <a:rect l="l" t="t" r="r" b="b"/>
              <a:pathLst>
                <a:path w="127" h="301" extrusionOk="0">
                  <a:moveTo>
                    <a:pt x="63" y="0"/>
                  </a:moveTo>
                  <a:lnTo>
                    <a:pt x="63" y="0"/>
                  </a:lnTo>
                  <a:cubicBezTo>
                    <a:pt x="47" y="0"/>
                    <a:pt x="47" y="17"/>
                    <a:pt x="32" y="17"/>
                  </a:cubicBezTo>
                  <a:cubicBezTo>
                    <a:pt x="32" y="32"/>
                    <a:pt x="32" y="63"/>
                    <a:pt x="47" y="63"/>
                  </a:cubicBezTo>
                  <a:cubicBezTo>
                    <a:pt x="47" y="80"/>
                    <a:pt x="47" y="80"/>
                    <a:pt x="63" y="80"/>
                  </a:cubicBezTo>
                  <a:cubicBezTo>
                    <a:pt x="47" y="95"/>
                    <a:pt x="47" y="95"/>
                    <a:pt x="47" y="111"/>
                  </a:cubicBezTo>
                  <a:cubicBezTo>
                    <a:pt x="47" y="126"/>
                    <a:pt x="32" y="143"/>
                    <a:pt x="32" y="158"/>
                  </a:cubicBezTo>
                  <a:lnTo>
                    <a:pt x="32" y="174"/>
                  </a:lnTo>
                  <a:cubicBezTo>
                    <a:pt x="15" y="206"/>
                    <a:pt x="0" y="252"/>
                    <a:pt x="47" y="284"/>
                  </a:cubicBezTo>
                  <a:cubicBezTo>
                    <a:pt x="47" y="300"/>
                    <a:pt x="47" y="300"/>
                    <a:pt x="63" y="300"/>
                  </a:cubicBezTo>
                  <a:cubicBezTo>
                    <a:pt x="78" y="300"/>
                    <a:pt x="78" y="300"/>
                    <a:pt x="95" y="284"/>
                  </a:cubicBezTo>
                  <a:lnTo>
                    <a:pt x="95" y="237"/>
                  </a:lnTo>
                  <a:cubicBezTo>
                    <a:pt x="78" y="237"/>
                    <a:pt x="78" y="237"/>
                    <a:pt x="78" y="206"/>
                  </a:cubicBezTo>
                  <a:lnTo>
                    <a:pt x="78" y="206"/>
                  </a:lnTo>
                  <a:cubicBezTo>
                    <a:pt x="63" y="206"/>
                    <a:pt x="47" y="206"/>
                    <a:pt x="47" y="189"/>
                  </a:cubicBezTo>
                  <a:cubicBezTo>
                    <a:pt x="32" y="174"/>
                    <a:pt x="47" y="158"/>
                    <a:pt x="63" y="143"/>
                  </a:cubicBezTo>
                  <a:lnTo>
                    <a:pt x="95" y="126"/>
                  </a:lnTo>
                  <a:cubicBezTo>
                    <a:pt x="78" y="126"/>
                    <a:pt x="78" y="111"/>
                    <a:pt x="78" y="111"/>
                  </a:cubicBezTo>
                  <a:cubicBezTo>
                    <a:pt x="78" y="80"/>
                    <a:pt x="78" y="63"/>
                    <a:pt x="95" y="63"/>
                  </a:cubicBezTo>
                  <a:lnTo>
                    <a:pt x="126" y="63"/>
                  </a:lnTo>
                  <a:lnTo>
                    <a:pt x="126" y="48"/>
                  </a:lnTo>
                  <a:cubicBezTo>
                    <a:pt x="126" y="63"/>
                    <a:pt x="110" y="63"/>
                    <a:pt x="110" y="63"/>
                  </a:cubicBezTo>
                  <a:cubicBezTo>
                    <a:pt x="95" y="63"/>
                    <a:pt x="95" y="63"/>
                    <a:pt x="78" y="48"/>
                  </a:cubicBezTo>
                  <a:lnTo>
                    <a:pt x="78" y="17"/>
                  </a:lnTo>
                  <a:cubicBezTo>
                    <a:pt x="78"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4" name="Google Shape;1454;p38"/>
            <p:cNvSpPr/>
            <p:nvPr/>
          </p:nvSpPr>
          <p:spPr>
            <a:xfrm>
              <a:off x="3398503" y="1786727"/>
              <a:ext cx="3021" cy="9573"/>
            </a:xfrm>
            <a:custGeom>
              <a:avLst/>
              <a:gdLst/>
              <a:ahLst/>
              <a:cxnLst/>
              <a:rect l="l" t="t" r="r" b="b"/>
              <a:pathLst>
                <a:path w="95" h="301" extrusionOk="0">
                  <a:moveTo>
                    <a:pt x="95" y="1"/>
                  </a:moveTo>
                  <a:cubicBezTo>
                    <a:pt x="78" y="17"/>
                    <a:pt x="47" y="17"/>
                    <a:pt x="32" y="17"/>
                  </a:cubicBezTo>
                  <a:lnTo>
                    <a:pt x="15" y="17"/>
                  </a:lnTo>
                  <a:lnTo>
                    <a:pt x="15" y="80"/>
                  </a:lnTo>
                  <a:lnTo>
                    <a:pt x="15" y="80"/>
                  </a:lnTo>
                  <a:lnTo>
                    <a:pt x="0" y="143"/>
                  </a:lnTo>
                  <a:cubicBezTo>
                    <a:pt x="15" y="158"/>
                    <a:pt x="15" y="158"/>
                    <a:pt x="15" y="175"/>
                  </a:cubicBezTo>
                  <a:lnTo>
                    <a:pt x="15" y="221"/>
                  </a:lnTo>
                  <a:lnTo>
                    <a:pt x="0" y="238"/>
                  </a:lnTo>
                  <a:cubicBezTo>
                    <a:pt x="15" y="238"/>
                    <a:pt x="15" y="253"/>
                    <a:pt x="15" y="269"/>
                  </a:cubicBezTo>
                  <a:lnTo>
                    <a:pt x="32" y="284"/>
                  </a:lnTo>
                  <a:lnTo>
                    <a:pt x="32" y="301"/>
                  </a:lnTo>
                  <a:lnTo>
                    <a:pt x="32" y="301"/>
                  </a:lnTo>
                  <a:cubicBezTo>
                    <a:pt x="47" y="301"/>
                    <a:pt x="63" y="284"/>
                    <a:pt x="63" y="253"/>
                  </a:cubicBezTo>
                  <a:lnTo>
                    <a:pt x="63" y="221"/>
                  </a:lnTo>
                  <a:lnTo>
                    <a:pt x="47" y="206"/>
                  </a:lnTo>
                  <a:cubicBezTo>
                    <a:pt x="32" y="206"/>
                    <a:pt x="15" y="190"/>
                    <a:pt x="32" y="175"/>
                  </a:cubicBezTo>
                  <a:cubicBezTo>
                    <a:pt x="32" y="158"/>
                    <a:pt x="47" y="143"/>
                    <a:pt x="47" y="143"/>
                  </a:cubicBezTo>
                  <a:lnTo>
                    <a:pt x="63" y="143"/>
                  </a:lnTo>
                  <a:lnTo>
                    <a:pt x="63" y="143"/>
                  </a:lnTo>
                  <a:lnTo>
                    <a:pt x="78" y="143"/>
                  </a:lnTo>
                  <a:lnTo>
                    <a:pt x="78" y="95"/>
                  </a:lnTo>
                  <a:lnTo>
                    <a:pt x="78" y="80"/>
                  </a:lnTo>
                  <a:lnTo>
                    <a:pt x="78" y="80"/>
                  </a:lnTo>
                  <a:lnTo>
                    <a:pt x="78" y="80"/>
                  </a:lnTo>
                  <a:cubicBezTo>
                    <a:pt x="63" y="80"/>
                    <a:pt x="47" y="80"/>
                    <a:pt x="47" y="64"/>
                  </a:cubicBezTo>
                  <a:cubicBezTo>
                    <a:pt x="32" y="32"/>
                    <a:pt x="47" y="17"/>
                    <a:pt x="78" y="17"/>
                  </a:cubicBez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5" name="Google Shape;1455;p38"/>
            <p:cNvSpPr/>
            <p:nvPr/>
          </p:nvSpPr>
          <p:spPr>
            <a:xfrm>
              <a:off x="3429034" y="1757182"/>
              <a:ext cx="5565" cy="4548"/>
            </a:xfrm>
            <a:custGeom>
              <a:avLst/>
              <a:gdLst/>
              <a:ahLst/>
              <a:cxnLst/>
              <a:rect l="l" t="t" r="r" b="b"/>
              <a:pathLst>
                <a:path w="175" h="143" extrusionOk="0">
                  <a:moveTo>
                    <a:pt x="32" y="1"/>
                  </a:moveTo>
                  <a:lnTo>
                    <a:pt x="32" y="1"/>
                  </a:lnTo>
                  <a:lnTo>
                    <a:pt x="1" y="95"/>
                  </a:lnTo>
                  <a:lnTo>
                    <a:pt x="1" y="95"/>
                  </a:lnTo>
                  <a:lnTo>
                    <a:pt x="17" y="95"/>
                  </a:lnTo>
                  <a:lnTo>
                    <a:pt x="32" y="127"/>
                  </a:lnTo>
                  <a:cubicBezTo>
                    <a:pt x="49" y="127"/>
                    <a:pt x="49" y="142"/>
                    <a:pt x="64" y="142"/>
                  </a:cubicBezTo>
                  <a:lnTo>
                    <a:pt x="64" y="142"/>
                  </a:lnTo>
                  <a:lnTo>
                    <a:pt x="158" y="127"/>
                  </a:lnTo>
                  <a:lnTo>
                    <a:pt x="175" y="127"/>
                  </a:lnTo>
                  <a:lnTo>
                    <a:pt x="158" y="111"/>
                  </a:lnTo>
                  <a:lnTo>
                    <a:pt x="175" y="79"/>
                  </a:lnTo>
                  <a:cubicBezTo>
                    <a:pt x="175" y="64"/>
                    <a:pt x="158" y="64"/>
                    <a:pt x="158" y="64"/>
                  </a:cubicBezTo>
                  <a:lnTo>
                    <a:pt x="143" y="64"/>
                  </a:lnTo>
                  <a:lnTo>
                    <a:pt x="143" y="64"/>
                  </a:lnTo>
                  <a:lnTo>
                    <a:pt x="80" y="64"/>
                  </a:lnTo>
                  <a:lnTo>
                    <a:pt x="64" y="16"/>
                  </a:lnTo>
                  <a:cubicBezTo>
                    <a:pt x="49" y="16"/>
                    <a:pt x="32"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6" name="Google Shape;1456;p38"/>
            <p:cNvSpPr/>
            <p:nvPr/>
          </p:nvSpPr>
          <p:spPr>
            <a:xfrm>
              <a:off x="3181029" y="1780239"/>
              <a:ext cx="5534" cy="6042"/>
            </a:xfrm>
            <a:custGeom>
              <a:avLst/>
              <a:gdLst/>
              <a:ahLst/>
              <a:cxnLst/>
              <a:rect l="l" t="t" r="r" b="b"/>
              <a:pathLst>
                <a:path w="174" h="190" extrusionOk="0">
                  <a:moveTo>
                    <a:pt x="110" y="1"/>
                  </a:moveTo>
                  <a:lnTo>
                    <a:pt x="95" y="1"/>
                  </a:lnTo>
                  <a:lnTo>
                    <a:pt x="78" y="1"/>
                  </a:lnTo>
                  <a:cubicBezTo>
                    <a:pt x="95" y="1"/>
                    <a:pt x="95" y="16"/>
                    <a:pt x="95" y="16"/>
                  </a:cubicBezTo>
                  <a:cubicBezTo>
                    <a:pt x="95" y="32"/>
                    <a:pt x="95" y="47"/>
                    <a:pt x="78" y="64"/>
                  </a:cubicBezTo>
                  <a:cubicBezTo>
                    <a:pt x="63" y="64"/>
                    <a:pt x="63" y="64"/>
                    <a:pt x="47" y="79"/>
                  </a:cubicBezTo>
                  <a:cubicBezTo>
                    <a:pt x="47" y="79"/>
                    <a:pt x="32" y="79"/>
                    <a:pt x="32" y="95"/>
                  </a:cubicBezTo>
                  <a:lnTo>
                    <a:pt x="15" y="110"/>
                  </a:lnTo>
                  <a:lnTo>
                    <a:pt x="15" y="110"/>
                  </a:lnTo>
                  <a:lnTo>
                    <a:pt x="15" y="127"/>
                  </a:lnTo>
                  <a:lnTo>
                    <a:pt x="15" y="158"/>
                  </a:lnTo>
                  <a:lnTo>
                    <a:pt x="0" y="173"/>
                  </a:lnTo>
                  <a:cubicBezTo>
                    <a:pt x="0" y="190"/>
                    <a:pt x="15" y="190"/>
                    <a:pt x="32" y="190"/>
                  </a:cubicBezTo>
                  <a:lnTo>
                    <a:pt x="47" y="190"/>
                  </a:lnTo>
                  <a:cubicBezTo>
                    <a:pt x="47" y="173"/>
                    <a:pt x="47" y="173"/>
                    <a:pt x="63" y="173"/>
                  </a:cubicBezTo>
                  <a:cubicBezTo>
                    <a:pt x="63" y="173"/>
                    <a:pt x="78" y="158"/>
                    <a:pt x="95" y="158"/>
                  </a:cubicBezTo>
                  <a:cubicBezTo>
                    <a:pt x="110" y="158"/>
                    <a:pt x="142" y="142"/>
                    <a:pt x="158" y="110"/>
                  </a:cubicBezTo>
                  <a:cubicBezTo>
                    <a:pt x="173" y="79"/>
                    <a:pt x="158" y="47"/>
                    <a:pt x="142" y="16"/>
                  </a:cubicBez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7" name="Google Shape;1457;p38"/>
            <p:cNvSpPr/>
            <p:nvPr/>
          </p:nvSpPr>
          <p:spPr>
            <a:xfrm>
              <a:off x="3428557" y="1768218"/>
              <a:ext cx="3530" cy="6042"/>
            </a:xfrm>
            <a:custGeom>
              <a:avLst/>
              <a:gdLst/>
              <a:ahLst/>
              <a:cxnLst/>
              <a:rect l="l" t="t" r="r" b="b"/>
              <a:pathLst>
                <a:path w="111" h="190" extrusionOk="0">
                  <a:moveTo>
                    <a:pt x="47" y="1"/>
                  </a:moveTo>
                  <a:lnTo>
                    <a:pt x="47" y="1"/>
                  </a:lnTo>
                  <a:cubicBezTo>
                    <a:pt x="32" y="1"/>
                    <a:pt x="16" y="16"/>
                    <a:pt x="16" y="32"/>
                  </a:cubicBezTo>
                  <a:lnTo>
                    <a:pt x="1" y="142"/>
                  </a:lnTo>
                  <a:lnTo>
                    <a:pt x="1" y="142"/>
                  </a:lnTo>
                  <a:lnTo>
                    <a:pt x="16" y="142"/>
                  </a:lnTo>
                  <a:lnTo>
                    <a:pt x="16" y="142"/>
                  </a:lnTo>
                  <a:cubicBezTo>
                    <a:pt x="32" y="142"/>
                    <a:pt x="47" y="158"/>
                    <a:pt x="47" y="173"/>
                  </a:cubicBezTo>
                  <a:lnTo>
                    <a:pt x="47" y="173"/>
                  </a:lnTo>
                  <a:lnTo>
                    <a:pt x="79" y="190"/>
                  </a:lnTo>
                  <a:cubicBezTo>
                    <a:pt x="79" y="173"/>
                    <a:pt x="64" y="173"/>
                    <a:pt x="64" y="158"/>
                  </a:cubicBezTo>
                  <a:cubicBezTo>
                    <a:pt x="79" y="142"/>
                    <a:pt x="79" y="127"/>
                    <a:pt x="95" y="127"/>
                  </a:cubicBezTo>
                  <a:lnTo>
                    <a:pt x="110" y="127"/>
                  </a:lnTo>
                  <a:lnTo>
                    <a:pt x="110" y="127"/>
                  </a:lnTo>
                  <a:cubicBezTo>
                    <a:pt x="95" y="110"/>
                    <a:pt x="95" y="110"/>
                    <a:pt x="95" y="95"/>
                  </a:cubicBezTo>
                  <a:lnTo>
                    <a:pt x="79" y="79"/>
                  </a:lnTo>
                  <a:lnTo>
                    <a:pt x="79" y="47"/>
                  </a:lnTo>
                  <a:cubicBezTo>
                    <a:pt x="95" y="16"/>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8" name="Google Shape;1458;p38"/>
            <p:cNvSpPr/>
            <p:nvPr/>
          </p:nvSpPr>
          <p:spPr>
            <a:xfrm>
              <a:off x="3384954" y="1789272"/>
              <a:ext cx="3021" cy="2512"/>
            </a:xfrm>
            <a:custGeom>
              <a:avLst/>
              <a:gdLst/>
              <a:ahLst/>
              <a:cxnLst/>
              <a:rect l="l" t="t" r="r" b="b"/>
              <a:pathLst>
                <a:path w="95" h="79" extrusionOk="0">
                  <a:moveTo>
                    <a:pt x="95" y="0"/>
                  </a:moveTo>
                  <a:lnTo>
                    <a:pt x="17" y="0"/>
                  </a:lnTo>
                  <a:lnTo>
                    <a:pt x="17" y="0"/>
                  </a:lnTo>
                  <a:lnTo>
                    <a:pt x="0" y="15"/>
                  </a:lnTo>
                  <a:lnTo>
                    <a:pt x="0" y="32"/>
                  </a:lnTo>
                  <a:lnTo>
                    <a:pt x="0" y="63"/>
                  </a:lnTo>
                  <a:lnTo>
                    <a:pt x="17" y="63"/>
                  </a:lnTo>
                  <a:lnTo>
                    <a:pt x="17" y="78"/>
                  </a:lnTo>
                  <a:lnTo>
                    <a:pt x="17" y="78"/>
                  </a:lnTo>
                  <a:lnTo>
                    <a:pt x="95" y="78"/>
                  </a:lnTo>
                  <a:cubicBezTo>
                    <a:pt x="80" y="47"/>
                    <a:pt x="8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9" name="Google Shape;1459;p38"/>
            <p:cNvSpPr/>
            <p:nvPr/>
          </p:nvSpPr>
          <p:spPr>
            <a:xfrm>
              <a:off x="3440579" y="1795283"/>
              <a:ext cx="6042" cy="2512"/>
            </a:xfrm>
            <a:custGeom>
              <a:avLst/>
              <a:gdLst/>
              <a:ahLst/>
              <a:cxnLst/>
              <a:rect l="l" t="t" r="r" b="b"/>
              <a:pathLst>
                <a:path w="190" h="79" extrusionOk="0">
                  <a:moveTo>
                    <a:pt x="142" y="0"/>
                  </a:moveTo>
                  <a:lnTo>
                    <a:pt x="16" y="15"/>
                  </a:lnTo>
                  <a:cubicBezTo>
                    <a:pt x="1" y="15"/>
                    <a:pt x="1" y="32"/>
                    <a:pt x="1" y="47"/>
                  </a:cubicBezTo>
                  <a:lnTo>
                    <a:pt x="1" y="47"/>
                  </a:lnTo>
                  <a:cubicBezTo>
                    <a:pt x="1" y="63"/>
                    <a:pt x="16" y="78"/>
                    <a:pt x="32" y="78"/>
                  </a:cubicBezTo>
                  <a:lnTo>
                    <a:pt x="32" y="78"/>
                  </a:lnTo>
                  <a:lnTo>
                    <a:pt x="47" y="78"/>
                  </a:lnTo>
                  <a:lnTo>
                    <a:pt x="110" y="63"/>
                  </a:lnTo>
                  <a:lnTo>
                    <a:pt x="127" y="47"/>
                  </a:lnTo>
                  <a:lnTo>
                    <a:pt x="142" y="47"/>
                  </a:lnTo>
                  <a:lnTo>
                    <a:pt x="158" y="47"/>
                  </a:lnTo>
                  <a:lnTo>
                    <a:pt x="190" y="47"/>
                  </a:lnTo>
                  <a:cubicBezTo>
                    <a:pt x="190" y="32"/>
                    <a:pt x="173" y="15"/>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0" name="Google Shape;1460;p38"/>
            <p:cNvSpPr/>
            <p:nvPr/>
          </p:nvSpPr>
          <p:spPr>
            <a:xfrm>
              <a:off x="3378943" y="1789272"/>
              <a:ext cx="3562" cy="6042"/>
            </a:xfrm>
            <a:custGeom>
              <a:avLst/>
              <a:gdLst/>
              <a:ahLst/>
              <a:cxnLst/>
              <a:rect l="l" t="t" r="r" b="b"/>
              <a:pathLst>
                <a:path w="112" h="190" extrusionOk="0">
                  <a:moveTo>
                    <a:pt x="111" y="158"/>
                  </a:moveTo>
                  <a:lnTo>
                    <a:pt x="111" y="158"/>
                  </a:lnTo>
                  <a:cubicBezTo>
                    <a:pt x="111" y="158"/>
                    <a:pt x="111" y="173"/>
                    <a:pt x="95" y="173"/>
                  </a:cubicBezTo>
                  <a:lnTo>
                    <a:pt x="95" y="189"/>
                  </a:lnTo>
                  <a:lnTo>
                    <a:pt x="111" y="173"/>
                  </a:lnTo>
                  <a:lnTo>
                    <a:pt x="111" y="158"/>
                  </a:lnTo>
                  <a:close/>
                  <a:moveTo>
                    <a:pt x="32" y="0"/>
                  </a:moveTo>
                  <a:lnTo>
                    <a:pt x="17" y="0"/>
                  </a:lnTo>
                  <a:cubicBezTo>
                    <a:pt x="0" y="15"/>
                    <a:pt x="0" y="15"/>
                    <a:pt x="0" y="32"/>
                  </a:cubicBezTo>
                  <a:lnTo>
                    <a:pt x="0" y="32"/>
                  </a:lnTo>
                  <a:lnTo>
                    <a:pt x="0" y="32"/>
                  </a:lnTo>
                  <a:lnTo>
                    <a:pt x="17" y="32"/>
                  </a:lnTo>
                  <a:cubicBezTo>
                    <a:pt x="32" y="32"/>
                    <a:pt x="48" y="47"/>
                    <a:pt x="32" y="63"/>
                  </a:cubicBezTo>
                  <a:lnTo>
                    <a:pt x="32" y="95"/>
                  </a:lnTo>
                  <a:lnTo>
                    <a:pt x="32" y="95"/>
                  </a:lnTo>
                  <a:lnTo>
                    <a:pt x="32" y="95"/>
                  </a:lnTo>
                  <a:cubicBezTo>
                    <a:pt x="48" y="95"/>
                    <a:pt x="63" y="110"/>
                    <a:pt x="63" y="110"/>
                  </a:cubicBezTo>
                  <a:lnTo>
                    <a:pt x="63" y="110"/>
                  </a:lnTo>
                  <a:lnTo>
                    <a:pt x="80" y="95"/>
                  </a:lnTo>
                  <a:lnTo>
                    <a:pt x="80" y="78"/>
                  </a:lnTo>
                  <a:cubicBezTo>
                    <a:pt x="80" y="63"/>
                    <a:pt x="80" y="47"/>
                    <a:pt x="63" y="32"/>
                  </a:cubicBezTo>
                  <a:lnTo>
                    <a:pt x="63" y="32"/>
                  </a:lnTo>
                  <a:lnTo>
                    <a:pt x="63" y="32"/>
                  </a:lnTo>
                  <a:cubicBezTo>
                    <a:pt x="48" y="32"/>
                    <a:pt x="32" y="15"/>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1" name="Google Shape;1461;p38"/>
            <p:cNvSpPr/>
            <p:nvPr/>
          </p:nvSpPr>
          <p:spPr>
            <a:xfrm>
              <a:off x="3441597" y="1811312"/>
              <a:ext cx="7505" cy="2035"/>
            </a:xfrm>
            <a:custGeom>
              <a:avLst/>
              <a:gdLst/>
              <a:ahLst/>
              <a:cxnLst/>
              <a:rect l="l" t="t" r="r" b="b"/>
              <a:pathLst>
                <a:path w="236" h="64" extrusionOk="0">
                  <a:moveTo>
                    <a:pt x="221" y="1"/>
                  </a:moveTo>
                  <a:lnTo>
                    <a:pt x="189" y="16"/>
                  </a:lnTo>
                  <a:lnTo>
                    <a:pt x="173" y="16"/>
                  </a:lnTo>
                  <a:lnTo>
                    <a:pt x="158" y="16"/>
                  </a:lnTo>
                  <a:lnTo>
                    <a:pt x="158" y="16"/>
                  </a:lnTo>
                  <a:cubicBezTo>
                    <a:pt x="141" y="16"/>
                    <a:pt x="141" y="16"/>
                    <a:pt x="141" y="32"/>
                  </a:cubicBezTo>
                  <a:lnTo>
                    <a:pt x="126" y="16"/>
                  </a:lnTo>
                  <a:cubicBezTo>
                    <a:pt x="110" y="32"/>
                    <a:pt x="110" y="32"/>
                    <a:pt x="95" y="32"/>
                  </a:cubicBezTo>
                  <a:lnTo>
                    <a:pt x="95" y="32"/>
                  </a:lnTo>
                  <a:cubicBezTo>
                    <a:pt x="78" y="32"/>
                    <a:pt x="63" y="16"/>
                    <a:pt x="63" y="16"/>
                  </a:cubicBezTo>
                  <a:lnTo>
                    <a:pt x="47" y="16"/>
                  </a:lnTo>
                  <a:lnTo>
                    <a:pt x="32" y="16"/>
                  </a:lnTo>
                  <a:lnTo>
                    <a:pt x="32" y="16"/>
                  </a:lnTo>
                  <a:cubicBezTo>
                    <a:pt x="15" y="16"/>
                    <a:pt x="0" y="16"/>
                    <a:pt x="0" y="47"/>
                  </a:cubicBezTo>
                  <a:cubicBezTo>
                    <a:pt x="0" y="47"/>
                    <a:pt x="0" y="64"/>
                    <a:pt x="15" y="64"/>
                  </a:cubicBezTo>
                  <a:lnTo>
                    <a:pt x="15" y="64"/>
                  </a:lnTo>
                  <a:cubicBezTo>
                    <a:pt x="78" y="64"/>
                    <a:pt x="158" y="47"/>
                    <a:pt x="221" y="16"/>
                  </a:cubicBezTo>
                  <a:cubicBezTo>
                    <a:pt x="204" y="32"/>
                    <a:pt x="110" y="47"/>
                    <a:pt x="110" y="47"/>
                  </a:cubicBezTo>
                  <a:lnTo>
                    <a:pt x="141" y="32"/>
                  </a:lnTo>
                  <a:cubicBezTo>
                    <a:pt x="173" y="32"/>
                    <a:pt x="204" y="16"/>
                    <a:pt x="236" y="16"/>
                  </a:cubicBezTo>
                  <a:cubicBezTo>
                    <a:pt x="221" y="16"/>
                    <a:pt x="221"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2" name="Google Shape;1462;p38"/>
            <p:cNvSpPr/>
            <p:nvPr/>
          </p:nvSpPr>
          <p:spPr>
            <a:xfrm>
              <a:off x="3033174" y="1802279"/>
              <a:ext cx="2035" cy="3053"/>
            </a:xfrm>
            <a:custGeom>
              <a:avLst/>
              <a:gdLst/>
              <a:ahLst/>
              <a:cxnLst/>
              <a:rect l="l" t="t" r="r" b="b"/>
              <a:pathLst>
                <a:path w="64" h="96" extrusionOk="0">
                  <a:moveTo>
                    <a:pt x="64" y="1"/>
                  </a:moveTo>
                  <a:lnTo>
                    <a:pt x="49" y="1"/>
                  </a:lnTo>
                  <a:cubicBezTo>
                    <a:pt x="32" y="1"/>
                    <a:pt x="32" y="1"/>
                    <a:pt x="17" y="16"/>
                  </a:cubicBezTo>
                  <a:lnTo>
                    <a:pt x="1" y="16"/>
                  </a:lnTo>
                  <a:lnTo>
                    <a:pt x="1" y="16"/>
                  </a:lnTo>
                  <a:cubicBezTo>
                    <a:pt x="1" y="32"/>
                    <a:pt x="1" y="32"/>
                    <a:pt x="17" y="48"/>
                  </a:cubicBezTo>
                  <a:lnTo>
                    <a:pt x="17" y="79"/>
                  </a:lnTo>
                  <a:lnTo>
                    <a:pt x="17" y="79"/>
                  </a:lnTo>
                  <a:lnTo>
                    <a:pt x="17" y="95"/>
                  </a:lnTo>
                  <a:lnTo>
                    <a:pt x="32" y="79"/>
                  </a:lnTo>
                  <a:cubicBezTo>
                    <a:pt x="49" y="64"/>
                    <a:pt x="49" y="64"/>
                    <a:pt x="64"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3" name="Google Shape;1463;p38"/>
            <p:cNvSpPr/>
            <p:nvPr/>
          </p:nvSpPr>
          <p:spPr>
            <a:xfrm>
              <a:off x="3326340" y="1768695"/>
              <a:ext cx="6042" cy="4039"/>
            </a:xfrm>
            <a:custGeom>
              <a:avLst/>
              <a:gdLst/>
              <a:ahLst/>
              <a:cxnLst/>
              <a:rect l="l" t="t" r="r" b="b"/>
              <a:pathLst>
                <a:path w="190" h="127" extrusionOk="0">
                  <a:moveTo>
                    <a:pt x="47" y="1"/>
                  </a:moveTo>
                  <a:cubicBezTo>
                    <a:pt x="32" y="17"/>
                    <a:pt x="16" y="32"/>
                    <a:pt x="0" y="64"/>
                  </a:cubicBezTo>
                  <a:lnTo>
                    <a:pt x="0" y="95"/>
                  </a:lnTo>
                  <a:lnTo>
                    <a:pt x="0" y="95"/>
                  </a:lnTo>
                  <a:cubicBezTo>
                    <a:pt x="0" y="112"/>
                    <a:pt x="16" y="112"/>
                    <a:pt x="16" y="112"/>
                  </a:cubicBezTo>
                  <a:lnTo>
                    <a:pt x="32" y="127"/>
                  </a:lnTo>
                  <a:cubicBezTo>
                    <a:pt x="47" y="127"/>
                    <a:pt x="63" y="112"/>
                    <a:pt x="63" y="95"/>
                  </a:cubicBezTo>
                  <a:cubicBezTo>
                    <a:pt x="79" y="64"/>
                    <a:pt x="95" y="49"/>
                    <a:pt x="95" y="49"/>
                  </a:cubicBezTo>
                  <a:lnTo>
                    <a:pt x="127" y="80"/>
                  </a:lnTo>
                  <a:cubicBezTo>
                    <a:pt x="142" y="95"/>
                    <a:pt x="142" y="95"/>
                    <a:pt x="158" y="95"/>
                  </a:cubicBezTo>
                  <a:cubicBezTo>
                    <a:pt x="158" y="95"/>
                    <a:pt x="173" y="95"/>
                    <a:pt x="173" y="80"/>
                  </a:cubicBezTo>
                  <a:cubicBezTo>
                    <a:pt x="190" y="64"/>
                    <a:pt x="190" y="49"/>
                    <a:pt x="173" y="32"/>
                  </a:cubicBezTo>
                  <a:lnTo>
                    <a:pt x="158" y="17"/>
                  </a:lnTo>
                  <a:cubicBezTo>
                    <a:pt x="158" y="32"/>
                    <a:pt x="142" y="49"/>
                    <a:pt x="142" y="49"/>
                  </a:cubicBezTo>
                  <a:lnTo>
                    <a:pt x="127" y="49"/>
                  </a:lnTo>
                  <a:cubicBezTo>
                    <a:pt x="110" y="49"/>
                    <a:pt x="110" y="49"/>
                    <a:pt x="95" y="32"/>
                  </a:cubicBezTo>
                  <a:lnTo>
                    <a:pt x="79" y="32"/>
                  </a:lnTo>
                  <a:lnTo>
                    <a:pt x="63" y="32"/>
                  </a:lnTo>
                  <a:cubicBezTo>
                    <a:pt x="47" y="32"/>
                    <a:pt x="47"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4" name="Google Shape;1464;p38"/>
            <p:cNvSpPr/>
            <p:nvPr/>
          </p:nvSpPr>
          <p:spPr>
            <a:xfrm>
              <a:off x="3357412" y="1800785"/>
              <a:ext cx="4516" cy="8046"/>
            </a:xfrm>
            <a:custGeom>
              <a:avLst/>
              <a:gdLst/>
              <a:ahLst/>
              <a:cxnLst/>
              <a:rect l="l" t="t" r="r" b="b"/>
              <a:pathLst>
                <a:path w="142" h="253" extrusionOk="0">
                  <a:moveTo>
                    <a:pt x="78" y="0"/>
                  </a:moveTo>
                  <a:lnTo>
                    <a:pt x="78" y="0"/>
                  </a:lnTo>
                  <a:cubicBezTo>
                    <a:pt x="63" y="0"/>
                    <a:pt x="63" y="0"/>
                    <a:pt x="47" y="16"/>
                  </a:cubicBezTo>
                  <a:lnTo>
                    <a:pt x="47" y="16"/>
                  </a:lnTo>
                  <a:cubicBezTo>
                    <a:pt x="47" y="32"/>
                    <a:pt x="63" y="32"/>
                    <a:pt x="47" y="48"/>
                  </a:cubicBezTo>
                  <a:lnTo>
                    <a:pt x="47" y="95"/>
                  </a:lnTo>
                  <a:lnTo>
                    <a:pt x="47" y="95"/>
                  </a:lnTo>
                  <a:lnTo>
                    <a:pt x="47" y="111"/>
                  </a:lnTo>
                  <a:lnTo>
                    <a:pt x="63" y="95"/>
                  </a:lnTo>
                  <a:lnTo>
                    <a:pt x="78" y="95"/>
                  </a:lnTo>
                  <a:lnTo>
                    <a:pt x="78" y="95"/>
                  </a:lnTo>
                  <a:lnTo>
                    <a:pt x="110" y="95"/>
                  </a:lnTo>
                  <a:cubicBezTo>
                    <a:pt x="126" y="111"/>
                    <a:pt x="126" y="142"/>
                    <a:pt x="110" y="142"/>
                  </a:cubicBezTo>
                  <a:lnTo>
                    <a:pt x="47" y="189"/>
                  </a:lnTo>
                  <a:cubicBezTo>
                    <a:pt x="47" y="205"/>
                    <a:pt x="32" y="205"/>
                    <a:pt x="32" y="205"/>
                  </a:cubicBezTo>
                  <a:cubicBezTo>
                    <a:pt x="15" y="205"/>
                    <a:pt x="15" y="205"/>
                    <a:pt x="0" y="189"/>
                  </a:cubicBezTo>
                  <a:cubicBezTo>
                    <a:pt x="15" y="221"/>
                    <a:pt x="15" y="237"/>
                    <a:pt x="15" y="252"/>
                  </a:cubicBezTo>
                  <a:lnTo>
                    <a:pt x="15" y="252"/>
                  </a:lnTo>
                  <a:cubicBezTo>
                    <a:pt x="78" y="252"/>
                    <a:pt x="110" y="205"/>
                    <a:pt x="126" y="174"/>
                  </a:cubicBezTo>
                  <a:lnTo>
                    <a:pt x="126" y="158"/>
                  </a:lnTo>
                  <a:cubicBezTo>
                    <a:pt x="141" y="158"/>
                    <a:pt x="141" y="142"/>
                    <a:pt x="141" y="126"/>
                  </a:cubicBezTo>
                  <a:lnTo>
                    <a:pt x="110" y="63"/>
                  </a:lnTo>
                  <a:lnTo>
                    <a:pt x="110" y="48"/>
                  </a:lnTo>
                  <a:cubicBezTo>
                    <a:pt x="126" y="32"/>
                    <a:pt x="110" y="16"/>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5" name="Google Shape;1465;p38"/>
            <p:cNvSpPr/>
            <p:nvPr/>
          </p:nvSpPr>
          <p:spPr>
            <a:xfrm>
              <a:off x="3040202" y="1790258"/>
              <a:ext cx="8046" cy="4516"/>
            </a:xfrm>
            <a:custGeom>
              <a:avLst/>
              <a:gdLst/>
              <a:ahLst/>
              <a:cxnLst/>
              <a:rect l="l" t="t" r="r" b="b"/>
              <a:pathLst>
                <a:path w="253" h="142" extrusionOk="0">
                  <a:moveTo>
                    <a:pt x="206" y="1"/>
                  </a:moveTo>
                  <a:cubicBezTo>
                    <a:pt x="143" y="1"/>
                    <a:pt x="63" y="16"/>
                    <a:pt x="0" y="16"/>
                  </a:cubicBezTo>
                  <a:lnTo>
                    <a:pt x="80" y="16"/>
                  </a:lnTo>
                  <a:cubicBezTo>
                    <a:pt x="95" y="16"/>
                    <a:pt x="95" y="1"/>
                    <a:pt x="111" y="1"/>
                  </a:cubicBezTo>
                  <a:lnTo>
                    <a:pt x="111" y="1"/>
                  </a:lnTo>
                  <a:lnTo>
                    <a:pt x="126" y="1"/>
                  </a:lnTo>
                  <a:cubicBezTo>
                    <a:pt x="143" y="16"/>
                    <a:pt x="158" y="32"/>
                    <a:pt x="143" y="47"/>
                  </a:cubicBezTo>
                  <a:lnTo>
                    <a:pt x="158" y="110"/>
                  </a:lnTo>
                  <a:cubicBezTo>
                    <a:pt x="158" y="127"/>
                    <a:pt x="174" y="142"/>
                    <a:pt x="189" y="142"/>
                  </a:cubicBezTo>
                  <a:lnTo>
                    <a:pt x="189" y="142"/>
                  </a:lnTo>
                  <a:lnTo>
                    <a:pt x="221" y="142"/>
                  </a:lnTo>
                  <a:cubicBezTo>
                    <a:pt x="237" y="142"/>
                    <a:pt x="252" y="127"/>
                    <a:pt x="252" y="110"/>
                  </a:cubicBezTo>
                  <a:cubicBezTo>
                    <a:pt x="252" y="95"/>
                    <a:pt x="237" y="79"/>
                    <a:pt x="221" y="7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6" name="Google Shape;1466;p38"/>
            <p:cNvSpPr/>
            <p:nvPr/>
          </p:nvSpPr>
          <p:spPr>
            <a:xfrm>
              <a:off x="3187517" y="1795283"/>
              <a:ext cx="3053" cy="2035"/>
            </a:xfrm>
            <a:custGeom>
              <a:avLst/>
              <a:gdLst/>
              <a:ahLst/>
              <a:cxnLst/>
              <a:rect l="l" t="t" r="r" b="b"/>
              <a:pathLst>
                <a:path w="96" h="64" extrusionOk="0">
                  <a:moveTo>
                    <a:pt x="80" y="0"/>
                  </a:moveTo>
                  <a:cubicBezTo>
                    <a:pt x="80" y="15"/>
                    <a:pt x="64" y="15"/>
                    <a:pt x="64" y="32"/>
                  </a:cubicBezTo>
                  <a:lnTo>
                    <a:pt x="1" y="32"/>
                  </a:lnTo>
                  <a:lnTo>
                    <a:pt x="1" y="32"/>
                  </a:lnTo>
                  <a:lnTo>
                    <a:pt x="1" y="32"/>
                  </a:lnTo>
                  <a:cubicBezTo>
                    <a:pt x="17" y="32"/>
                    <a:pt x="32" y="47"/>
                    <a:pt x="32" y="47"/>
                  </a:cubicBezTo>
                  <a:cubicBezTo>
                    <a:pt x="32" y="63"/>
                    <a:pt x="48" y="63"/>
                    <a:pt x="48" y="63"/>
                  </a:cubicBezTo>
                  <a:cubicBezTo>
                    <a:pt x="48" y="63"/>
                    <a:pt x="64" y="47"/>
                    <a:pt x="80" y="47"/>
                  </a:cubicBezTo>
                  <a:cubicBezTo>
                    <a:pt x="80" y="47"/>
                    <a:pt x="80" y="32"/>
                    <a:pt x="95" y="32"/>
                  </a:cubicBezTo>
                  <a:lnTo>
                    <a:pt x="95" y="15"/>
                  </a:lnTo>
                  <a:cubicBezTo>
                    <a:pt x="95" y="15"/>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7" name="Google Shape;1467;p38"/>
            <p:cNvSpPr/>
            <p:nvPr/>
          </p:nvSpPr>
          <p:spPr>
            <a:xfrm>
              <a:off x="3262669" y="1802279"/>
              <a:ext cx="6583" cy="4548"/>
            </a:xfrm>
            <a:custGeom>
              <a:avLst/>
              <a:gdLst/>
              <a:ahLst/>
              <a:cxnLst/>
              <a:rect l="l" t="t" r="r" b="b"/>
              <a:pathLst>
                <a:path w="207" h="143" extrusionOk="0">
                  <a:moveTo>
                    <a:pt x="112" y="142"/>
                  </a:moveTo>
                  <a:lnTo>
                    <a:pt x="112" y="142"/>
                  </a:lnTo>
                  <a:lnTo>
                    <a:pt x="112" y="142"/>
                  </a:lnTo>
                  <a:lnTo>
                    <a:pt x="112" y="142"/>
                  </a:lnTo>
                  <a:close/>
                  <a:moveTo>
                    <a:pt x="127" y="1"/>
                  </a:moveTo>
                  <a:lnTo>
                    <a:pt x="112" y="1"/>
                  </a:lnTo>
                  <a:cubicBezTo>
                    <a:pt x="112" y="1"/>
                    <a:pt x="95" y="1"/>
                    <a:pt x="95" y="16"/>
                  </a:cubicBezTo>
                  <a:lnTo>
                    <a:pt x="64" y="48"/>
                  </a:lnTo>
                  <a:lnTo>
                    <a:pt x="64" y="48"/>
                  </a:lnTo>
                  <a:cubicBezTo>
                    <a:pt x="49" y="48"/>
                    <a:pt x="32" y="48"/>
                    <a:pt x="17" y="64"/>
                  </a:cubicBezTo>
                  <a:cubicBezTo>
                    <a:pt x="1" y="79"/>
                    <a:pt x="1" y="95"/>
                    <a:pt x="17" y="111"/>
                  </a:cubicBezTo>
                  <a:cubicBezTo>
                    <a:pt x="17" y="127"/>
                    <a:pt x="32" y="127"/>
                    <a:pt x="32" y="127"/>
                  </a:cubicBezTo>
                  <a:cubicBezTo>
                    <a:pt x="49" y="127"/>
                    <a:pt x="49" y="111"/>
                    <a:pt x="49" y="111"/>
                  </a:cubicBezTo>
                  <a:lnTo>
                    <a:pt x="64" y="95"/>
                  </a:lnTo>
                  <a:cubicBezTo>
                    <a:pt x="80" y="79"/>
                    <a:pt x="80" y="79"/>
                    <a:pt x="95" y="79"/>
                  </a:cubicBezTo>
                  <a:lnTo>
                    <a:pt x="95" y="79"/>
                  </a:lnTo>
                  <a:lnTo>
                    <a:pt x="112" y="79"/>
                  </a:lnTo>
                  <a:lnTo>
                    <a:pt x="127" y="95"/>
                  </a:lnTo>
                  <a:lnTo>
                    <a:pt x="143" y="79"/>
                  </a:lnTo>
                  <a:lnTo>
                    <a:pt x="158" y="79"/>
                  </a:lnTo>
                  <a:cubicBezTo>
                    <a:pt x="175" y="79"/>
                    <a:pt x="190" y="95"/>
                    <a:pt x="190" y="127"/>
                  </a:cubicBezTo>
                  <a:lnTo>
                    <a:pt x="190" y="127"/>
                  </a:lnTo>
                  <a:lnTo>
                    <a:pt x="190" y="127"/>
                  </a:lnTo>
                  <a:lnTo>
                    <a:pt x="206" y="79"/>
                  </a:lnTo>
                  <a:cubicBezTo>
                    <a:pt x="206" y="64"/>
                    <a:pt x="206" y="48"/>
                    <a:pt x="190" y="32"/>
                  </a:cubicBezTo>
                  <a:lnTo>
                    <a:pt x="14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8" name="Google Shape;1468;p38"/>
            <p:cNvSpPr/>
            <p:nvPr/>
          </p:nvSpPr>
          <p:spPr>
            <a:xfrm>
              <a:off x="3372932" y="1787745"/>
              <a:ext cx="5565" cy="5565"/>
            </a:xfrm>
            <a:custGeom>
              <a:avLst/>
              <a:gdLst/>
              <a:ahLst/>
              <a:cxnLst/>
              <a:rect l="l" t="t" r="r" b="b"/>
              <a:pathLst>
                <a:path w="175" h="175" extrusionOk="0">
                  <a:moveTo>
                    <a:pt x="63" y="0"/>
                  </a:moveTo>
                  <a:lnTo>
                    <a:pt x="48" y="0"/>
                  </a:lnTo>
                  <a:cubicBezTo>
                    <a:pt x="48" y="0"/>
                    <a:pt x="32" y="0"/>
                    <a:pt x="32" y="17"/>
                  </a:cubicBezTo>
                  <a:lnTo>
                    <a:pt x="0" y="143"/>
                  </a:lnTo>
                  <a:cubicBezTo>
                    <a:pt x="0" y="158"/>
                    <a:pt x="0" y="158"/>
                    <a:pt x="16" y="174"/>
                  </a:cubicBezTo>
                  <a:lnTo>
                    <a:pt x="32" y="174"/>
                  </a:lnTo>
                  <a:lnTo>
                    <a:pt x="48" y="174"/>
                  </a:lnTo>
                  <a:lnTo>
                    <a:pt x="158" y="95"/>
                  </a:lnTo>
                  <a:lnTo>
                    <a:pt x="174" y="80"/>
                  </a:lnTo>
                  <a:lnTo>
                    <a:pt x="174" y="48"/>
                  </a:lnTo>
                  <a:cubicBezTo>
                    <a:pt x="158" y="32"/>
                    <a:pt x="158" y="32"/>
                    <a:pt x="143" y="32"/>
                  </a:cubicBezTo>
                  <a:lnTo>
                    <a:pt x="126" y="32"/>
                  </a:lnTo>
                  <a:lnTo>
                    <a:pt x="80" y="63"/>
                  </a:ln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9" name="Google Shape;1469;p38"/>
            <p:cNvSpPr/>
            <p:nvPr/>
          </p:nvSpPr>
          <p:spPr>
            <a:xfrm>
              <a:off x="3261206" y="1804792"/>
              <a:ext cx="7505" cy="9032"/>
            </a:xfrm>
            <a:custGeom>
              <a:avLst/>
              <a:gdLst/>
              <a:ahLst/>
              <a:cxnLst/>
              <a:rect l="l" t="t" r="r" b="b"/>
              <a:pathLst>
                <a:path w="236" h="284" extrusionOk="0">
                  <a:moveTo>
                    <a:pt x="204" y="0"/>
                  </a:moveTo>
                  <a:lnTo>
                    <a:pt x="189" y="0"/>
                  </a:lnTo>
                  <a:lnTo>
                    <a:pt x="173" y="16"/>
                  </a:lnTo>
                  <a:lnTo>
                    <a:pt x="173" y="48"/>
                  </a:lnTo>
                  <a:lnTo>
                    <a:pt x="158" y="63"/>
                  </a:lnTo>
                  <a:lnTo>
                    <a:pt x="158" y="63"/>
                  </a:lnTo>
                  <a:lnTo>
                    <a:pt x="158" y="95"/>
                  </a:lnTo>
                  <a:lnTo>
                    <a:pt x="158" y="95"/>
                  </a:lnTo>
                  <a:lnTo>
                    <a:pt x="78" y="189"/>
                  </a:lnTo>
                  <a:lnTo>
                    <a:pt x="78" y="206"/>
                  </a:lnTo>
                  <a:cubicBezTo>
                    <a:pt x="78" y="221"/>
                    <a:pt x="63" y="237"/>
                    <a:pt x="47" y="237"/>
                  </a:cubicBezTo>
                  <a:lnTo>
                    <a:pt x="47" y="237"/>
                  </a:lnTo>
                  <a:cubicBezTo>
                    <a:pt x="15" y="237"/>
                    <a:pt x="15" y="221"/>
                    <a:pt x="15" y="206"/>
                  </a:cubicBezTo>
                  <a:lnTo>
                    <a:pt x="15" y="206"/>
                  </a:lnTo>
                  <a:cubicBezTo>
                    <a:pt x="0" y="221"/>
                    <a:pt x="0" y="237"/>
                    <a:pt x="15" y="252"/>
                  </a:cubicBezTo>
                  <a:lnTo>
                    <a:pt x="47" y="284"/>
                  </a:lnTo>
                  <a:lnTo>
                    <a:pt x="78" y="284"/>
                  </a:lnTo>
                  <a:lnTo>
                    <a:pt x="78" y="284"/>
                  </a:lnTo>
                  <a:cubicBezTo>
                    <a:pt x="95" y="284"/>
                    <a:pt x="95" y="284"/>
                    <a:pt x="95" y="269"/>
                  </a:cubicBezTo>
                  <a:lnTo>
                    <a:pt x="189" y="158"/>
                  </a:lnTo>
                  <a:lnTo>
                    <a:pt x="189" y="158"/>
                  </a:lnTo>
                  <a:lnTo>
                    <a:pt x="221" y="158"/>
                  </a:lnTo>
                  <a:cubicBezTo>
                    <a:pt x="221" y="142"/>
                    <a:pt x="236" y="142"/>
                    <a:pt x="236" y="126"/>
                  </a:cubicBezTo>
                  <a:lnTo>
                    <a:pt x="236" y="48"/>
                  </a:lnTo>
                  <a:lnTo>
                    <a:pt x="236" y="48"/>
                  </a:lnTo>
                  <a:cubicBezTo>
                    <a:pt x="236" y="16"/>
                    <a:pt x="221" y="0"/>
                    <a:pt x="20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0" name="Google Shape;1470;p38"/>
            <p:cNvSpPr/>
            <p:nvPr/>
          </p:nvSpPr>
          <p:spPr>
            <a:xfrm>
              <a:off x="3227590" y="1789272"/>
              <a:ext cx="2576" cy="7505"/>
            </a:xfrm>
            <a:custGeom>
              <a:avLst/>
              <a:gdLst/>
              <a:ahLst/>
              <a:cxnLst/>
              <a:rect l="l" t="t" r="r" b="b"/>
              <a:pathLst>
                <a:path w="81" h="236" extrusionOk="0">
                  <a:moveTo>
                    <a:pt x="17" y="0"/>
                  </a:moveTo>
                  <a:lnTo>
                    <a:pt x="17" y="15"/>
                  </a:lnTo>
                  <a:lnTo>
                    <a:pt x="1" y="189"/>
                  </a:lnTo>
                  <a:cubicBezTo>
                    <a:pt x="1" y="221"/>
                    <a:pt x="17" y="236"/>
                    <a:pt x="32" y="236"/>
                  </a:cubicBezTo>
                  <a:lnTo>
                    <a:pt x="32" y="236"/>
                  </a:lnTo>
                  <a:cubicBezTo>
                    <a:pt x="49" y="236"/>
                    <a:pt x="64" y="221"/>
                    <a:pt x="64" y="204"/>
                  </a:cubicBezTo>
                  <a:lnTo>
                    <a:pt x="80" y="95"/>
                  </a:lnTo>
                  <a:cubicBezTo>
                    <a:pt x="64" y="95"/>
                    <a:pt x="64" y="95"/>
                    <a:pt x="64" y="7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1" name="Google Shape;1471;p38"/>
            <p:cNvSpPr/>
            <p:nvPr/>
          </p:nvSpPr>
          <p:spPr>
            <a:xfrm>
              <a:off x="3413514" y="1771716"/>
              <a:ext cx="2544" cy="3562"/>
            </a:xfrm>
            <a:custGeom>
              <a:avLst/>
              <a:gdLst/>
              <a:ahLst/>
              <a:cxnLst/>
              <a:rect l="l" t="t" r="r" b="b"/>
              <a:pathLst>
                <a:path w="80" h="112" extrusionOk="0">
                  <a:moveTo>
                    <a:pt x="79" y="0"/>
                  </a:moveTo>
                  <a:cubicBezTo>
                    <a:pt x="64" y="17"/>
                    <a:pt x="32" y="32"/>
                    <a:pt x="1" y="48"/>
                  </a:cubicBezTo>
                  <a:lnTo>
                    <a:pt x="1" y="80"/>
                  </a:lnTo>
                  <a:lnTo>
                    <a:pt x="1" y="111"/>
                  </a:lnTo>
                  <a:lnTo>
                    <a:pt x="1" y="111"/>
                  </a:lnTo>
                  <a:lnTo>
                    <a:pt x="64" y="95"/>
                  </a:lnTo>
                  <a:lnTo>
                    <a:pt x="64" y="95"/>
                  </a:lnTo>
                  <a:lnTo>
                    <a:pt x="64" y="80"/>
                  </a:lnTo>
                  <a:cubicBezTo>
                    <a:pt x="64" y="80"/>
                    <a:pt x="64" y="63"/>
                    <a:pt x="79" y="48"/>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2" name="Google Shape;1472;p38"/>
            <p:cNvSpPr/>
            <p:nvPr/>
          </p:nvSpPr>
          <p:spPr>
            <a:xfrm>
              <a:off x="3198553" y="1790735"/>
              <a:ext cx="5025" cy="4580"/>
            </a:xfrm>
            <a:custGeom>
              <a:avLst/>
              <a:gdLst/>
              <a:ahLst/>
              <a:cxnLst/>
              <a:rect l="l" t="t" r="r" b="b"/>
              <a:pathLst>
                <a:path w="158" h="144" extrusionOk="0">
                  <a:moveTo>
                    <a:pt x="48" y="1"/>
                  </a:moveTo>
                  <a:lnTo>
                    <a:pt x="32" y="1"/>
                  </a:lnTo>
                  <a:cubicBezTo>
                    <a:pt x="17" y="1"/>
                    <a:pt x="17" y="17"/>
                    <a:pt x="17" y="32"/>
                  </a:cubicBezTo>
                  <a:cubicBezTo>
                    <a:pt x="0" y="32"/>
                    <a:pt x="17" y="32"/>
                    <a:pt x="17" y="49"/>
                  </a:cubicBezTo>
                  <a:lnTo>
                    <a:pt x="32" y="49"/>
                  </a:lnTo>
                  <a:cubicBezTo>
                    <a:pt x="48" y="49"/>
                    <a:pt x="63" y="64"/>
                    <a:pt x="63" y="80"/>
                  </a:cubicBezTo>
                  <a:cubicBezTo>
                    <a:pt x="80" y="80"/>
                    <a:pt x="80" y="95"/>
                    <a:pt x="80" y="112"/>
                  </a:cubicBezTo>
                  <a:cubicBezTo>
                    <a:pt x="80" y="143"/>
                    <a:pt x="95" y="143"/>
                    <a:pt x="111" y="143"/>
                  </a:cubicBezTo>
                  <a:lnTo>
                    <a:pt x="111" y="143"/>
                  </a:lnTo>
                  <a:lnTo>
                    <a:pt x="111" y="143"/>
                  </a:lnTo>
                  <a:cubicBezTo>
                    <a:pt x="143" y="143"/>
                    <a:pt x="158" y="127"/>
                    <a:pt x="143" y="112"/>
                  </a:cubicBezTo>
                  <a:cubicBezTo>
                    <a:pt x="143" y="32"/>
                    <a:pt x="111"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3" name="Google Shape;1473;p38"/>
            <p:cNvSpPr/>
            <p:nvPr/>
          </p:nvSpPr>
          <p:spPr>
            <a:xfrm>
              <a:off x="3391951" y="1781257"/>
              <a:ext cx="5565" cy="4039"/>
            </a:xfrm>
            <a:custGeom>
              <a:avLst/>
              <a:gdLst/>
              <a:ahLst/>
              <a:cxnLst/>
              <a:rect l="l" t="t" r="r" b="b"/>
              <a:pathLst>
                <a:path w="175" h="127" extrusionOk="0">
                  <a:moveTo>
                    <a:pt x="32" y="0"/>
                  </a:moveTo>
                  <a:lnTo>
                    <a:pt x="32" y="0"/>
                  </a:lnTo>
                  <a:lnTo>
                    <a:pt x="17" y="0"/>
                  </a:lnTo>
                  <a:cubicBezTo>
                    <a:pt x="1" y="0"/>
                    <a:pt x="1" y="15"/>
                    <a:pt x="1" y="32"/>
                  </a:cubicBezTo>
                  <a:lnTo>
                    <a:pt x="1" y="47"/>
                  </a:lnTo>
                  <a:lnTo>
                    <a:pt x="17" y="47"/>
                  </a:lnTo>
                  <a:cubicBezTo>
                    <a:pt x="32" y="47"/>
                    <a:pt x="32" y="32"/>
                    <a:pt x="32" y="32"/>
                  </a:cubicBezTo>
                  <a:lnTo>
                    <a:pt x="32" y="32"/>
                  </a:lnTo>
                  <a:cubicBezTo>
                    <a:pt x="49" y="32"/>
                    <a:pt x="64" y="47"/>
                    <a:pt x="64" y="63"/>
                  </a:cubicBezTo>
                  <a:cubicBezTo>
                    <a:pt x="80" y="78"/>
                    <a:pt x="64" y="95"/>
                    <a:pt x="49" y="110"/>
                  </a:cubicBezTo>
                  <a:lnTo>
                    <a:pt x="32" y="110"/>
                  </a:lnTo>
                  <a:lnTo>
                    <a:pt x="32" y="126"/>
                  </a:lnTo>
                  <a:lnTo>
                    <a:pt x="49" y="126"/>
                  </a:lnTo>
                  <a:lnTo>
                    <a:pt x="64" y="126"/>
                  </a:lnTo>
                  <a:lnTo>
                    <a:pt x="112" y="110"/>
                  </a:lnTo>
                  <a:cubicBezTo>
                    <a:pt x="112" y="95"/>
                    <a:pt x="127" y="95"/>
                    <a:pt x="127" y="95"/>
                  </a:cubicBezTo>
                  <a:lnTo>
                    <a:pt x="143" y="95"/>
                  </a:lnTo>
                  <a:lnTo>
                    <a:pt x="143" y="95"/>
                  </a:lnTo>
                  <a:lnTo>
                    <a:pt x="158" y="95"/>
                  </a:lnTo>
                  <a:cubicBezTo>
                    <a:pt x="175" y="95"/>
                    <a:pt x="175" y="78"/>
                    <a:pt x="175" y="63"/>
                  </a:cubicBezTo>
                  <a:cubicBezTo>
                    <a:pt x="175" y="47"/>
                    <a:pt x="158" y="32"/>
                    <a:pt x="143" y="32"/>
                  </a:cubicBezTo>
                  <a:lnTo>
                    <a:pt x="127" y="32"/>
                  </a:lnTo>
                  <a:lnTo>
                    <a:pt x="80" y="47"/>
                  </a:lnTo>
                  <a:lnTo>
                    <a:pt x="64" y="32"/>
                  </a:lnTo>
                  <a:lnTo>
                    <a:pt x="64" y="15"/>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4" name="Google Shape;1474;p38"/>
            <p:cNvSpPr/>
            <p:nvPr/>
          </p:nvSpPr>
          <p:spPr>
            <a:xfrm>
              <a:off x="3350861" y="1782243"/>
              <a:ext cx="5057" cy="5057"/>
            </a:xfrm>
            <a:custGeom>
              <a:avLst/>
              <a:gdLst/>
              <a:ahLst/>
              <a:cxnLst/>
              <a:rect l="l" t="t" r="r" b="b"/>
              <a:pathLst>
                <a:path w="159" h="159" extrusionOk="0">
                  <a:moveTo>
                    <a:pt x="80" y="1"/>
                  </a:moveTo>
                  <a:lnTo>
                    <a:pt x="80" y="1"/>
                  </a:lnTo>
                  <a:lnTo>
                    <a:pt x="80" y="1"/>
                  </a:lnTo>
                  <a:lnTo>
                    <a:pt x="64" y="16"/>
                  </a:lnTo>
                  <a:lnTo>
                    <a:pt x="17" y="110"/>
                  </a:lnTo>
                  <a:cubicBezTo>
                    <a:pt x="1" y="110"/>
                    <a:pt x="1" y="127"/>
                    <a:pt x="1" y="127"/>
                  </a:cubicBezTo>
                  <a:lnTo>
                    <a:pt x="32" y="158"/>
                  </a:lnTo>
                  <a:lnTo>
                    <a:pt x="49" y="158"/>
                  </a:lnTo>
                  <a:lnTo>
                    <a:pt x="64" y="142"/>
                  </a:lnTo>
                  <a:lnTo>
                    <a:pt x="95" y="95"/>
                  </a:lnTo>
                  <a:lnTo>
                    <a:pt x="112" y="95"/>
                  </a:lnTo>
                  <a:lnTo>
                    <a:pt x="143" y="95"/>
                  </a:lnTo>
                  <a:cubicBezTo>
                    <a:pt x="143" y="79"/>
                    <a:pt x="158" y="64"/>
                    <a:pt x="143" y="47"/>
                  </a:cubicBezTo>
                  <a:lnTo>
                    <a:pt x="143" y="32"/>
                  </a:lnTo>
                  <a:lnTo>
                    <a:pt x="112" y="16"/>
                  </a:lnTo>
                  <a:cubicBezTo>
                    <a:pt x="112"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5" name="Google Shape;1475;p38"/>
            <p:cNvSpPr/>
            <p:nvPr/>
          </p:nvSpPr>
          <p:spPr>
            <a:xfrm>
              <a:off x="3093314" y="1790258"/>
              <a:ext cx="3562" cy="3053"/>
            </a:xfrm>
            <a:custGeom>
              <a:avLst/>
              <a:gdLst/>
              <a:ahLst/>
              <a:cxnLst/>
              <a:rect l="l" t="t" r="r" b="b"/>
              <a:pathLst>
                <a:path w="112" h="96" extrusionOk="0">
                  <a:moveTo>
                    <a:pt x="0" y="1"/>
                  </a:moveTo>
                  <a:lnTo>
                    <a:pt x="0" y="32"/>
                  </a:lnTo>
                  <a:cubicBezTo>
                    <a:pt x="0" y="47"/>
                    <a:pt x="17" y="64"/>
                    <a:pt x="32" y="64"/>
                  </a:cubicBezTo>
                  <a:lnTo>
                    <a:pt x="32" y="64"/>
                  </a:lnTo>
                  <a:lnTo>
                    <a:pt x="32" y="64"/>
                  </a:lnTo>
                  <a:cubicBezTo>
                    <a:pt x="48" y="64"/>
                    <a:pt x="48" y="64"/>
                    <a:pt x="63" y="79"/>
                  </a:cubicBezTo>
                  <a:lnTo>
                    <a:pt x="63" y="79"/>
                  </a:lnTo>
                  <a:lnTo>
                    <a:pt x="63" y="79"/>
                  </a:lnTo>
                  <a:lnTo>
                    <a:pt x="80" y="79"/>
                  </a:lnTo>
                  <a:lnTo>
                    <a:pt x="95" y="95"/>
                  </a:lnTo>
                  <a:lnTo>
                    <a:pt x="95" y="95"/>
                  </a:lnTo>
                  <a:cubicBezTo>
                    <a:pt x="95" y="79"/>
                    <a:pt x="111" y="79"/>
                    <a:pt x="111" y="79"/>
                  </a:cubicBezTo>
                  <a:cubicBezTo>
                    <a:pt x="111" y="64"/>
                    <a:pt x="111" y="47"/>
                    <a:pt x="95" y="47"/>
                  </a:cubicBezTo>
                  <a:lnTo>
                    <a:pt x="17" y="16"/>
                  </a:lnTo>
                  <a:cubicBezTo>
                    <a:pt x="0" y="16"/>
                    <a:pt x="0" y="1"/>
                    <a:pt x="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6" name="Google Shape;1476;p38"/>
            <p:cNvSpPr/>
            <p:nvPr/>
          </p:nvSpPr>
          <p:spPr>
            <a:xfrm>
              <a:off x="3271701" y="1773720"/>
              <a:ext cx="4548" cy="1018"/>
            </a:xfrm>
            <a:custGeom>
              <a:avLst/>
              <a:gdLst/>
              <a:ahLst/>
              <a:cxnLst/>
              <a:rect l="l" t="t" r="r" b="b"/>
              <a:pathLst>
                <a:path w="143" h="32" extrusionOk="0">
                  <a:moveTo>
                    <a:pt x="95" y="0"/>
                  </a:moveTo>
                  <a:lnTo>
                    <a:pt x="95" y="0"/>
                  </a:lnTo>
                  <a:cubicBezTo>
                    <a:pt x="95" y="0"/>
                    <a:pt x="95" y="17"/>
                    <a:pt x="80" y="17"/>
                  </a:cubicBezTo>
                  <a:lnTo>
                    <a:pt x="63" y="17"/>
                  </a:lnTo>
                  <a:cubicBezTo>
                    <a:pt x="48" y="17"/>
                    <a:pt x="48" y="17"/>
                    <a:pt x="32" y="0"/>
                  </a:cubicBezTo>
                  <a:lnTo>
                    <a:pt x="32" y="0"/>
                  </a:lnTo>
                  <a:lnTo>
                    <a:pt x="17" y="0"/>
                  </a:lnTo>
                  <a:cubicBezTo>
                    <a:pt x="17" y="17"/>
                    <a:pt x="0" y="17"/>
                    <a:pt x="0" y="32"/>
                  </a:cubicBezTo>
                  <a:lnTo>
                    <a:pt x="111" y="17"/>
                  </a:lnTo>
                  <a:lnTo>
                    <a:pt x="111" y="17"/>
                  </a:lnTo>
                  <a:cubicBezTo>
                    <a:pt x="127" y="17"/>
                    <a:pt x="127" y="32"/>
                    <a:pt x="143" y="32"/>
                  </a:cubicBezTo>
                  <a:lnTo>
                    <a:pt x="143" y="17"/>
                  </a:lnTo>
                  <a:cubicBezTo>
                    <a:pt x="127" y="0"/>
                    <a:pt x="127"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7" name="Google Shape;1477;p38"/>
            <p:cNvSpPr/>
            <p:nvPr/>
          </p:nvSpPr>
          <p:spPr>
            <a:xfrm>
              <a:off x="3403496" y="1768695"/>
              <a:ext cx="6042" cy="3053"/>
            </a:xfrm>
            <a:custGeom>
              <a:avLst/>
              <a:gdLst/>
              <a:ahLst/>
              <a:cxnLst/>
              <a:rect l="l" t="t" r="r" b="b"/>
              <a:pathLst>
                <a:path w="190" h="96" extrusionOk="0">
                  <a:moveTo>
                    <a:pt x="110" y="1"/>
                  </a:moveTo>
                  <a:lnTo>
                    <a:pt x="110" y="17"/>
                  </a:lnTo>
                  <a:cubicBezTo>
                    <a:pt x="127" y="32"/>
                    <a:pt x="110" y="49"/>
                    <a:pt x="95" y="64"/>
                  </a:cubicBezTo>
                  <a:lnTo>
                    <a:pt x="79" y="64"/>
                  </a:lnTo>
                  <a:cubicBezTo>
                    <a:pt x="64" y="64"/>
                    <a:pt x="64" y="64"/>
                    <a:pt x="47" y="49"/>
                  </a:cubicBezTo>
                  <a:lnTo>
                    <a:pt x="47" y="32"/>
                  </a:lnTo>
                  <a:lnTo>
                    <a:pt x="16" y="32"/>
                  </a:lnTo>
                  <a:cubicBezTo>
                    <a:pt x="1" y="49"/>
                    <a:pt x="1" y="49"/>
                    <a:pt x="1" y="64"/>
                  </a:cubicBezTo>
                  <a:lnTo>
                    <a:pt x="32" y="95"/>
                  </a:lnTo>
                  <a:lnTo>
                    <a:pt x="47" y="95"/>
                  </a:lnTo>
                  <a:cubicBezTo>
                    <a:pt x="79" y="80"/>
                    <a:pt x="95" y="80"/>
                    <a:pt x="110" y="80"/>
                  </a:cubicBezTo>
                  <a:cubicBezTo>
                    <a:pt x="110" y="64"/>
                    <a:pt x="127" y="49"/>
                    <a:pt x="142" y="32"/>
                  </a:cubicBezTo>
                  <a:lnTo>
                    <a:pt x="158" y="32"/>
                  </a:lnTo>
                  <a:lnTo>
                    <a:pt x="158" y="32"/>
                  </a:lnTo>
                  <a:cubicBezTo>
                    <a:pt x="174" y="32"/>
                    <a:pt x="190" y="32"/>
                    <a:pt x="190" y="49"/>
                  </a:cubicBezTo>
                  <a:cubicBezTo>
                    <a:pt x="190" y="32"/>
                    <a:pt x="174" y="32"/>
                    <a:pt x="174" y="32"/>
                  </a:cubicBezTo>
                  <a:cubicBezTo>
                    <a:pt x="158" y="17"/>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8" name="Google Shape;1478;p38"/>
            <p:cNvSpPr/>
            <p:nvPr/>
          </p:nvSpPr>
          <p:spPr>
            <a:xfrm>
              <a:off x="3410016" y="1766691"/>
              <a:ext cx="6042" cy="3562"/>
            </a:xfrm>
            <a:custGeom>
              <a:avLst/>
              <a:gdLst/>
              <a:ahLst/>
              <a:cxnLst/>
              <a:rect l="l" t="t" r="r" b="b"/>
              <a:pathLst>
                <a:path w="190" h="112" extrusionOk="0">
                  <a:moveTo>
                    <a:pt x="158" y="1"/>
                  </a:moveTo>
                  <a:lnTo>
                    <a:pt x="142" y="1"/>
                  </a:lnTo>
                  <a:lnTo>
                    <a:pt x="142" y="1"/>
                  </a:lnTo>
                  <a:lnTo>
                    <a:pt x="48" y="32"/>
                  </a:lnTo>
                  <a:cubicBezTo>
                    <a:pt x="48" y="49"/>
                    <a:pt x="48" y="49"/>
                    <a:pt x="32" y="64"/>
                  </a:cubicBezTo>
                  <a:lnTo>
                    <a:pt x="16" y="64"/>
                  </a:lnTo>
                  <a:lnTo>
                    <a:pt x="0" y="64"/>
                  </a:lnTo>
                  <a:lnTo>
                    <a:pt x="0" y="80"/>
                  </a:lnTo>
                  <a:cubicBezTo>
                    <a:pt x="16" y="95"/>
                    <a:pt x="32" y="112"/>
                    <a:pt x="48" y="112"/>
                  </a:cubicBezTo>
                  <a:lnTo>
                    <a:pt x="48" y="95"/>
                  </a:lnTo>
                  <a:lnTo>
                    <a:pt x="126" y="80"/>
                  </a:lnTo>
                  <a:cubicBezTo>
                    <a:pt x="126" y="64"/>
                    <a:pt x="142" y="49"/>
                    <a:pt x="158" y="49"/>
                  </a:cubicBezTo>
                  <a:lnTo>
                    <a:pt x="158" y="49"/>
                  </a:lnTo>
                  <a:lnTo>
                    <a:pt x="174" y="49"/>
                  </a:lnTo>
                  <a:lnTo>
                    <a:pt x="189" y="49"/>
                  </a:lnTo>
                  <a:lnTo>
                    <a:pt x="189" y="32"/>
                  </a:lnTo>
                  <a:cubicBezTo>
                    <a:pt x="189" y="17"/>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9" name="Google Shape;1479;p38"/>
            <p:cNvSpPr/>
            <p:nvPr/>
          </p:nvSpPr>
          <p:spPr>
            <a:xfrm>
              <a:off x="3110361" y="1795283"/>
              <a:ext cx="3021" cy="5025"/>
            </a:xfrm>
            <a:custGeom>
              <a:avLst/>
              <a:gdLst/>
              <a:ahLst/>
              <a:cxnLst/>
              <a:rect l="l" t="t" r="r" b="b"/>
              <a:pathLst>
                <a:path w="95" h="158" extrusionOk="0">
                  <a:moveTo>
                    <a:pt x="48" y="47"/>
                  </a:moveTo>
                  <a:lnTo>
                    <a:pt x="32" y="63"/>
                  </a:lnTo>
                  <a:lnTo>
                    <a:pt x="17" y="63"/>
                  </a:lnTo>
                  <a:lnTo>
                    <a:pt x="0" y="63"/>
                  </a:lnTo>
                  <a:lnTo>
                    <a:pt x="0" y="95"/>
                  </a:lnTo>
                  <a:cubicBezTo>
                    <a:pt x="0" y="110"/>
                    <a:pt x="32" y="142"/>
                    <a:pt x="48" y="158"/>
                  </a:cubicBezTo>
                  <a:lnTo>
                    <a:pt x="63" y="158"/>
                  </a:lnTo>
                  <a:cubicBezTo>
                    <a:pt x="80" y="158"/>
                    <a:pt x="95" y="158"/>
                    <a:pt x="95" y="142"/>
                  </a:cubicBezTo>
                  <a:lnTo>
                    <a:pt x="95" y="142"/>
                  </a:lnTo>
                  <a:cubicBezTo>
                    <a:pt x="80" y="142"/>
                    <a:pt x="63" y="142"/>
                    <a:pt x="63" y="126"/>
                  </a:cubicBezTo>
                  <a:cubicBezTo>
                    <a:pt x="48" y="110"/>
                    <a:pt x="48" y="95"/>
                    <a:pt x="63" y="78"/>
                  </a:cubicBezTo>
                  <a:lnTo>
                    <a:pt x="63" y="78"/>
                  </a:lnTo>
                  <a:lnTo>
                    <a:pt x="63" y="78"/>
                  </a:lnTo>
                  <a:cubicBezTo>
                    <a:pt x="63" y="78"/>
                    <a:pt x="63" y="63"/>
                    <a:pt x="48" y="47"/>
                  </a:cubicBezTo>
                  <a:close/>
                  <a:moveTo>
                    <a:pt x="0" y="0"/>
                  </a:moveTo>
                  <a:lnTo>
                    <a:pt x="0" y="0"/>
                  </a:lnTo>
                  <a:lnTo>
                    <a:pt x="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0" name="Google Shape;1480;p38"/>
            <p:cNvSpPr/>
            <p:nvPr/>
          </p:nvSpPr>
          <p:spPr>
            <a:xfrm>
              <a:off x="3268680" y="1767709"/>
              <a:ext cx="7060" cy="13580"/>
            </a:xfrm>
            <a:custGeom>
              <a:avLst/>
              <a:gdLst/>
              <a:ahLst/>
              <a:cxnLst/>
              <a:rect l="l" t="t" r="r" b="b"/>
              <a:pathLst>
                <a:path w="222" h="427" extrusionOk="0">
                  <a:moveTo>
                    <a:pt x="112" y="174"/>
                  </a:moveTo>
                  <a:cubicBezTo>
                    <a:pt x="95" y="174"/>
                    <a:pt x="95" y="174"/>
                    <a:pt x="80" y="189"/>
                  </a:cubicBezTo>
                  <a:lnTo>
                    <a:pt x="64" y="189"/>
                  </a:lnTo>
                  <a:lnTo>
                    <a:pt x="32" y="189"/>
                  </a:lnTo>
                  <a:cubicBezTo>
                    <a:pt x="32" y="206"/>
                    <a:pt x="32" y="221"/>
                    <a:pt x="17" y="237"/>
                  </a:cubicBezTo>
                  <a:cubicBezTo>
                    <a:pt x="17" y="269"/>
                    <a:pt x="17" y="284"/>
                    <a:pt x="1" y="315"/>
                  </a:cubicBezTo>
                  <a:cubicBezTo>
                    <a:pt x="1" y="315"/>
                    <a:pt x="1" y="332"/>
                    <a:pt x="17" y="347"/>
                  </a:cubicBezTo>
                  <a:lnTo>
                    <a:pt x="49" y="410"/>
                  </a:lnTo>
                  <a:cubicBezTo>
                    <a:pt x="64" y="426"/>
                    <a:pt x="64" y="426"/>
                    <a:pt x="80" y="426"/>
                  </a:cubicBezTo>
                  <a:lnTo>
                    <a:pt x="80" y="426"/>
                  </a:lnTo>
                  <a:lnTo>
                    <a:pt x="95" y="426"/>
                  </a:lnTo>
                  <a:lnTo>
                    <a:pt x="112" y="426"/>
                  </a:lnTo>
                  <a:cubicBezTo>
                    <a:pt x="95" y="410"/>
                    <a:pt x="95" y="395"/>
                    <a:pt x="112" y="395"/>
                  </a:cubicBezTo>
                  <a:cubicBezTo>
                    <a:pt x="112" y="378"/>
                    <a:pt x="127" y="363"/>
                    <a:pt x="127" y="363"/>
                  </a:cubicBezTo>
                  <a:lnTo>
                    <a:pt x="143" y="363"/>
                  </a:lnTo>
                  <a:lnTo>
                    <a:pt x="143" y="363"/>
                  </a:lnTo>
                  <a:lnTo>
                    <a:pt x="190" y="378"/>
                  </a:lnTo>
                  <a:lnTo>
                    <a:pt x="190" y="378"/>
                  </a:lnTo>
                  <a:lnTo>
                    <a:pt x="206" y="378"/>
                  </a:lnTo>
                  <a:cubicBezTo>
                    <a:pt x="222" y="363"/>
                    <a:pt x="222" y="347"/>
                    <a:pt x="222" y="347"/>
                  </a:cubicBezTo>
                  <a:lnTo>
                    <a:pt x="222" y="332"/>
                  </a:lnTo>
                  <a:cubicBezTo>
                    <a:pt x="206" y="315"/>
                    <a:pt x="206" y="315"/>
                    <a:pt x="190" y="315"/>
                  </a:cubicBezTo>
                  <a:lnTo>
                    <a:pt x="158" y="315"/>
                  </a:lnTo>
                  <a:lnTo>
                    <a:pt x="95" y="347"/>
                  </a:lnTo>
                  <a:lnTo>
                    <a:pt x="95" y="347"/>
                  </a:lnTo>
                  <a:lnTo>
                    <a:pt x="80" y="363"/>
                  </a:lnTo>
                  <a:cubicBezTo>
                    <a:pt x="80" y="363"/>
                    <a:pt x="64" y="378"/>
                    <a:pt x="49" y="378"/>
                  </a:cubicBezTo>
                  <a:cubicBezTo>
                    <a:pt x="49" y="378"/>
                    <a:pt x="32" y="378"/>
                    <a:pt x="32" y="363"/>
                  </a:cubicBezTo>
                  <a:cubicBezTo>
                    <a:pt x="17" y="347"/>
                    <a:pt x="17" y="332"/>
                    <a:pt x="32" y="315"/>
                  </a:cubicBezTo>
                  <a:lnTo>
                    <a:pt x="64" y="269"/>
                  </a:lnTo>
                  <a:lnTo>
                    <a:pt x="64" y="252"/>
                  </a:lnTo>
                  <a:cubicBezTo>
                    <a:pt x="64" y="237"/>
                    <a:pt x="80" y="221"/>
                    <a:pt x="95" y="221"/>
                  </a:cubicBezTo>
                  <a:lnTo>
                    <a:pt x="95" y="221"/>
                  </a:lnTo>
                  <a:cubicBezTo>
                    <a:pt x="95" y="206"/>
                    <a:pt x="112" y="206"/>
                    <a:pt x="112" y="189"/>
                  </a:cubicBezTo>
                  <a:lnTo>
                    <a:pt x="112" y="174"/>
                  </a:lnTo>
                  <a:lnTo>
                    <a:pt x="112" y="174"/>
                  </a:lnTo>
                  <a:close/>
                  <a:moveTo>
                    <a:pt x="143" y="0"/>
                  </a:moveTo>
                  <a:lnTo>
                    <a:pt x="143" y="0"/>
                  </a:lnTo>
                  <a:cubicBezTo>
                    <a:pt x="143" y="17"/>
                    <a:pt x="143" y="17"/>
                    <a:pt x="127" y="17"/>
                  </a:cubicBezTo>
                  <a:lnTo>
                    <a:pt x="112" y="32"/>
                  </a:lnTo>
                  <a:lnTo>
                    <a:pt x="95" y="48"/>
                  </a:lnTo>
                  <a:lnTo>
                    <a:pt x="95" y="48"/>
                  </a:lnTo>
                  <a:lnTo>
                    <a:pt x="95" y="80"/>
                  </a:lnTo>
                  <a:cubicBezTo>
                    <a:pt x="80" y="95"/>
                    <a:pt x="80" y="111"/>
                    <a:pt x="64" y="111"/>
                  </a:cubicBezTo>
                  <a:lnTo>
                    <a:pt x="64" y="111"/>
                  </a:lnTo>
                  <a:lnTo>
                    <a:pt x="64" y="111"/>
                  </a:lnTo>
                  <a:lnTo>
                    <a:pt x="80" y="111"/>
                  </a:lnTo>
                  <a:lnTo>
                    <a:pt x="95" y="111"/>
                  </a:lnTo>
                  <a:lnTo>
                    <a:pt x="95" y="95"/>
                  </a:lnTo>
                  <a:cubicBezTo>
                    <a:pt x="95" y="63"/>
                    <a:pt x="112" y="48"/>
                    <a:pt x="127" y="48"/>
                  </a:cubicBezTo>
                  <a:lnTo>
                    <a:pt x="127" y="48"/>
                  </a:lnTo>
                  <a:cubicBezTo>
                    <a:pt x="143" y="48"/>
                    <a:pt x="158" y="63"/>
                    <a:pt x="158" y="63"/>
                  </a:cubicBezTo>
                  <a:lnTo>
                    <a:pt x="175" y="48"/>
                  </a:lnTo>
                  <a:cubicBezTo>
                    <a:pt x="158" y="32"/>
                    <a:pt x="158" y="17"/>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1" name="Google Shape;1481;p38"/>
            <p:cNvSpPr/>
            <p:nvPr/>
          </p:nvSpPr>
          <p:spPr>
            <a:xfrm>
              <a:off x="3415009" y="1754192"/>
              <a:ext cx="7569" cy="3021"/>
            </a:xfrm>
            <a:custGeom>
              <a:avLst/>
              <a:gdLst/>
              <a:ahLst/>
              <a:cxnLst/>
              <a:rect l="l" t="t" r="r" b="b"/>
              <a:pathLst>
                <a:path w="238" h="95" extrusionOk="0">
                  <a:moveTo>
                    <a:pt x="127" y="16"/>
                  </a:moveTo>
                  <a:lnTo>
                    <a:pt x="95" y="32"/>
                  </a:lnTo>
                  <a:lnTo>
                    <a:pt x="80" y="32"/>
                  </a:lnTo>
                  <a:cubicBezTo>
                    <a:pt x="64" y="32"/>
                    <a:pt x="64" y="32"/>
                    <a:pt x="48" y="16"/>
                  </a:cubicBezTo>
                  <a:lnTo>
                    <a:pt x="32" y="32"/>
                  </a:lnTo>
                  <a:cubicBezTo>
                    <a:pt x="17" y="32"/>
                    <a:pt x="1" y="47"/>
                    <a:pt x="1" y="63"/>
                  </a:cubicBezTo>
                  <a:lnTo>
                    <a:pt x="1" y="79"/>
                  </a:lnTo>
                  <a:cubicBezTo>
                    <a:pt x="17" y="79"/>
                    <a:pt x="32" y="79"/>
                    <a:pt x="32" y="95"/>
                  </a:cubicBezTo>
                  <a:lnTo>
                    <a:pt x="32" y="95"/>
                  </a:lnTo>
                  <a:lnTo>
                    <a:pt x="48" y="95"/>
                  </a:lnTo>
                  <a:lnTo>
                    <a:pt x="64" y="95"/>
                  </a:lnTo>
                  <a:lnTo>
                    <a:pt x="64" y="63"/>
                  </a:lnTo>
                  <a:cubicBezTo>
                    <a:pt x="80" y="47"/>
                    <a:pt x="80" y="47"/>
                    <a:pt x="95" y="47"/>
                  </a:cubicBezTo>
                  <a:lnTo>
                    <a:pt x="95" y="47"/>
                  </a:lnTo>
                  <a:lnTo>
                    <a:pt x="112" y="47"/>
                  </a:lnTo>
                  <a:lnTo>
                    <a:pt x="127" y="47"/>
                  </a:lnTo>
                  <a:lnTo>
                    <a:pt x="127" y="47"/>
                  </a:lnTo>
                  <a:lnTo>
                    <a:pt x="127" y="16"/>
                  </a:lnTo>
                  <a:close/>
                  <a:moveTo>
                    <a:pt x="238" y="0"/>
                  </a:moveTo>
                  <a:cubicBezTo>
                    <a:pt x="238" y="16"/>
                    <a:pt x="221" y="16"/>
                    <a:pt x="221" y="16"/>
                  </a:cubicBezTo>
                  <a:lnTo>
                    <a:pt x="206" y="16"/>
                  </a:lnTo>
                  <a:lnTo>
                    <a:pt x="190" y="16"/>
                  </a:lnTo>
                  <a:lnTo>
                    <a:pt x="206" y="47"/>
                  </a:lnTo>
                  <a:lnTo>
                    <a:pt x="221" y="32"/>
                  </a:lnTo>
                  <a:lnTo>
                    <a:pt x="23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2" name="Google Shape;1482;p38"/>
            <p:cNvSpPr/>
            <p:nvPr/>
          </p:nvSpPr>
          <p:spPr>
            <a:xfrm>
              <a:off x="3016159" y="1795760"/>
              <a:ext cx="5025" cy="2035"/>
            </a:xfrm>
            <a:custGeom>
              <a:avLst/>
              <a:gdLst/>
              <a:ahLst/>
              <a:cxnLst/>
              <a:rect l="l" t="t" r="r" b="b"/>
              <a:pathLst>
                <a:path w="158" h="64" extrusionOk="0">
                  <a:moveTo>
                    <a:pt x="126" y="0"/>
                  </a:moveTo>
                  <a:lnTo>
                    <a:pt x="32" y="0"/>
                  </a:lnTo>
                  <a:cubicBezTo>
                    <a:pt x="16" y="0"/>
                    <a:pt x="0" y="17"/>
                    <a:pt x="0" y="48"/>
                  </a:cubicBezTo>
                  <a:cubicBezTo>
                    <a:pt x="0" y="48"/>
                    <a:pt x="0" y="63"/>
                    <a:pt x="16" y="63"/>
                  </a:cubicBezTo>
                  <a:cubicBezTo>
                    <a:pt x="16" y="48"/>
                    <a:pt x="32" y="48"/>
                    <a:pt x="32" y="48"/>
                  </a:cubicBezTo>
                  <a:lnTo>
                    <a:pt x="48" y="48"/>
                  </a:lnTo>
                  <a:lnTo>
                    <a:pt x="48" y="48"/>
                  </a:lnTo>
                  <a:lnTo>
                    <a:pt x="126" y="63"/>
                  </a:lnTo>
                  <a:lnTo>
                    <a:pt x="158" y="63"/>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3" name="Google Shape;1483;p38"/>
            <p:cNvSpPr/>
            <p:nvPr/>
          </p:nvSpPr>
          <p:spPr>
            <a:xfrm>
              <a:off x="3415518" y="1802788"/>
              <a:ext cx="12562" cy="6551"/>
            </a:xfrm>
            <a:custGeom>
              <a:avLst/>
              <a:gdLst/>
              <a:ahLst/>
              <a:cxnLst/>
              <a:rect l="l" t="t" r="r" b="b"/>
              <a:pathLst>
                <a:path w="395" h="206" extrusionOk="0">
                  <a:moveTo>
                    <a:pt x="190" y="111"/>
                  </a:moveTo>
                  <a:lnTo>
                    <a:pt x="190" y="126"/>
                  </a:lnTo>
                  <a:cubicBezTo>
                    <a:pt x="174" y="142"/>
                    <a:pt x="174" y="158"/>
                    <a:pt x="159" y="158"/>
                  </a:cubicBezTo>
                  <a:lnTo>
                    <a:pt x="142" y="158"/>
                  </a:lnTo>
                  <a:cubicBezTo>
                    <a:pt x="142" y="142"/>
                    <a:pt x="127" y="142"/>
                    <a:pt x="127" y="142"/>
                  </a:cubicBezTo>
                  <a:lnTo>
                    <a:pt x="96" y="142"/>
                  </a:lnTo>
                  <a:cubicBezTo>
                    <a:pt x="79" y="142"/>
                    <a:pt x="79" y="126"/>
                    <a:pt x="64" y="126"/>
                  </a:cubicBezTo>
                  <a:lnTo>
                    <a:pt x="64" y="126"/>
                  </a:lnTo>
                  <a:cubicBezTo>
                    <a:pt x="64" y="142"/>
                    <a:pt x="64" y="158"/>
                    <a:pt x="48" y="158"/>
                  </a:cubicBezTo>
                  <a:lnTo>
                    <a:pt x="16" y="174"/>
                  </a:lnTo>
                  <a:lnTo>
                    <a:pt x="1" y="174"/>
                  </a:lnTo>
                  <a:cubicBezTo>
                    <a:pt x="16" y="189"/>
                    <a:pt x="32" y="205"/>
                    <a:pt x="48" y="205"/>
                  </a:cubicBezTo>
                  <a:lnTo>
                    <a:pt x="48" y="205"/>
                  </a:lnTo>
                  <a:cubicBezTo>
                    <a:pt x="111" y="205"/>
                    <a:pt x="159" y="174"/>
                    <a:pt x="205" y="142"/>
                  </a:cubicBezTo>
                  <a:lnTo>
                    <a:pt x="190" y="111"/>
                  </a:lnTo>
                  <a:lnTo>
                    <a:pt x="190" y="111"/>
                  </a:lnTo>
                  <a:close/>
                  <a:moveTo>
                    <a:pt x="363" y="0"/>
                  </a:moveTo>
                  <a:lnTo>
                    <a:pt x="285" y="0"/>
                  </a:lnTo>
                  <a:lnTo>
                    <a:pt x="285" y="32"/>
                  </a:lnTo>
                  <a:cubicBezTo>
                    <a:pt x="285" y="48"/>
                    <a:pt x="268" y="63"/>
                    <a:pt x="253" y="63"/>
                  </a:cubicBezTo>
                  <a:lnTo>
                    <a:pt x="253" y="63"/>
                  </a:lnTo>
                  <a:cubicBezTo>
                    <a:pt x="237" y="63"/>
                    <a:pt x="222" y="48"/>
                    <a:pt x="222" y="32"/>
                  </a:cubicBezTo>
                  <a:lnTo>
                    <a:pt x="222" y="32"/>
                  </a:lnTo>
                  <a:cubicBezTo>
                    <a:pt x="205" y="48"/>
                    <a:pt x="190" y="48"/>
                    <a:pt x="190" y="63"/>
                  </a:cubicBezTo>
                  <a:cubicBezTo>
                    <a:pt x="190" y="79"/>
                    <a:pt x="174" y="79"/>
                    <a:pt x="159" y="79"/>
                  </a:cubicBezTo>
                  <a:lnTo>
                    <a:pt x="159" y="79"/>
                  </a:lnTo>
                  <a:lnTo>
                    <a:pt x="159" y="79"/>
                  </a:lnTo>
                  <a:lnTo>
                    <a:pt x="159" y="79"/>
                  </a:lnTo>
                  <a:lnTo>
                    <a:pt x="174" y="95"/>
                  </a:lnTo>
                  <a:cubicBezTo>
                    <a:pt x="174" y="79"/>
                    <a:pt x="174" y="79"/>
                    <a:pt x="190" y="63"/>
                  </a:cubicBezTo>
                  <a:lnTo>
                    <a:pt x="205" y="63"/>
                  </a:lnTo>
                  <a:lnTo>
                    <a:pt x="205" y="63"/>
                  </a:lnTo>
                  <a:lnTo>
                    <a:pt x="237" y="63"/>
                  </a:lnTo>
                  <a:lnTo>
                    <a:pt x="253" y="95"/>
                  </a:lnTo>
                  <a:cubicBezTo>
                    <a:pt x="253" y="79"/>
                    <a:pt x="268" y="79"/>
                    <a:pt x="268" y="79"/>
                  </a:cubicBezTo>
                  <a:lnTo>
                    <a:pt x="316" y="126"/>
                  </a:lnTo>
                  <a:cubicBezTo>
                    <a:pt x="316" y="142"/>
                    <a:pt x="331" y="142"/>
                    <a:pt x="331" y="142"/>
                  </a:cubicBezTo>
                  <a:lnTo>
                    <a:pt x="331" y="142"/>
                  </a:lnTo>
                  <a:lnTo>
                    <a:pt x="348" y="142"/>
                  </a:lnTo>
                  <a:lnTo>
                    <a:pt x="363" y="142"/>
                  </a:lnTo>
                  <a:lnTo>
                    <a:pt x="363" y="126"/>
                  </a:lnTo>
                  <a:lnTo>
                    <a:pt x="394" y="79"/>
                  </a:lnTo>
                  <a:lnTo>
                    <a:pt x="379" y="79"/>
                  </a:lnTo>
                  <a:lnTo>
                    <a:pt x="379" y="79"/>
                  </a:lnTo>
                  <a:cubicBezTo>
                    <a:pt x="348" y="79"/>
                    <a:pt x="331" y="63"/>
                    <a:pt x="331" y="48"/>
                  </a:cubicBezTo>
                  <a:cubicBezTo>
                    <a:pt x="331" y="32"/>
                    <a:pt x="348" y="16"/>
                    <a:pt x="379" y="16"/>
                  </a:cubicBezTo>
                  <a:lnTo>
                    <a:pt x="379" y="16"/>
                  </a:lnTo>
                  <a:lnTo>
                    <a:pt x="379" y="16"/>
                  </a:lnTo>
                  <a:cubicBezTo>
                    <a:pt x="379" y="0"/>
                    <a:pt x="379" y="0"/>
                    <a:pt x="3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4" name="Google Shape;1484;p38"/>
            <p:cNvSpPr/>
            <p:nvPr/>
          </p:nvSpPr>
          <p:spPr>
            <a:xfrm>
              <a:off x="3325831" y="1811312"/>
              <a:ext cx="5565" cy="7060"/>
            </a:xfrm>
            <a:custGeom>
              <a:avLst/>
              <a:gdLst/>
              <a:ahLst/>
              <a:cxnLst/>
              <a:rect l="l" t="t" r="r" b="b"/>
              <a:pathLst>
                <a:path w="175" h="222" extrusionOk="0">
                  <a:moveTo>
                    <a:pt x="143" y="1"/>
                  </a:moveTo>
                  <a:lnTo>
                    <a:pt x="143" y="1"/>
                  </a:lnTo>
                  <a:lnTo>
                    <a:pt x="126" y="1"/>
                  </a:lnTo>
                  <a:lnTo>
                    <a:pt x="32" y="47"/>
                  </a:lnTo>
                  <a:cubicBezTo>
                    <a:pt x="16" y="47"/>
                    <a:pt x="16" y="47"/>
                    <a:pt x="0" y="64"/>
                  </a:cubicBezTo>
                  <a:lnTo>
                    <a:pt x="16" y="64"/>
                  </a:lnTo>
                  <a:cubicBezTo>
                    <a:pt x="32" y="64"/>
                    <a:pt x="48" y="79"/>
                    <a:pt x="32" y="95"/>
                  </a:cubicBezTo>
                  <a:lnTo>
                    <a:pt x="32" y="173"/>
                  </a:lnTo>
                  <a:lnTo>
                    <a:pt x="16" y="190"/>
                  </a:lnTo>
                  <a:lnTo>
                    <a:pt x="16" y="221"/>
                  </a:lnTo>
                  <a:lnTo>
                    <a:pt x="16" y="221"/>
                  </a:lnTo>
                  <a:cubicBezTo>
                    <a:pt x="32" y="221"/>
                    <a:pt x="32" y="221"/>
                    <a:pt x="32" y="205"/>
                  </a:cubicBezTo>
                  <a:lnTo>
                    <a:pt x="79" y="173"/>
                  </a:lnTo>
                  <a:lnTo>
                    <a:pt x="79" y="173"/>
                  </a:lnTo>
                  <a:lnTo>
                    <a:pt x="79" y="158"/>
                  </a:lnTo>
                  <a:lnTo>
                    <a:pt x="95" y="158"/>
                  </a:lnTo>
                  <a:cubicBezTo>
                    <a:pt x="111" y="142"/>
                    <a:pt x="111" y="142"/>
                    <a:pt x="111" y="127"/>
                  </a:cubicBezTo>
                  <a:lnTo>
                    <a:pt x="111" y="127"/>
                  </a:lnTo>
                  <a:lnTo>
                    <a:pt x="111" y="110"/>
                  </a:lnTo>
                  <a:lnTo>
                    <a:pt x="111" y="110"/>
                  </a:lnTo>
                  <a:lnTo>
                    <a:pt x="95" y="95"/>
                  </a:lnTo>
                  <a:lnTo>
                    <a:pt x="126" y="79"/>
                  </a:lnTo>
                  <a:cubicBezTo>
                    <a:pt x="126" y="64"/>
                    <a:pt x="143" y="64"/>
                    <a:pt x="143" y="64"/>
                  </a:cubicBezTo>
                  <a:lnTo>
                    <a:pt x="143" y="64"/>
                  </a:lnTo>
                  <a:lnTo>
                    <a:pt x="158" y="64"/>
                  </a:lnTo>
                  <a:cubicBezTo>
                    <a:pt x="174" y="47"/>
                    <a:pt x="174" y="32"/>
                    <a:pt x="174" y="16"/>
                  </a:cubicBezTo>
                  <a:cubicBezTo>
                    <a:pt x="158"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5" name="Google Shape;1485;p38"/>
            <p:cNvSpPr/>
            <p:nvPr/>
          </p:nvSpPr>
          <p:spPr>
            <a:xfrm>
              <a:off x="3155459" y="1818817"/>
              <a:ext cx="6042" cy="2544"/>
            </a:xfrm>
            <a:custGeom>
              <a:avLst/>
              <a:gdLst/>
              <a:ahLst/>
              <a:cxnLst/>
              <a:rect l="l" t="t" r="r" b="b"/>
              <a:pathLst>
                <a:path w="190" h="80" extrusionOk="0">
                  <a:moveTo>
                    <a:pt x="111" y="0"/>
                  </a:moveTo>
                  <a:lnTo>
                    <a:pt x="80" y="0"/>
                  </a:lnTo>
                  <a:lnTo>
                    <a:pt x="80" y="0"/>
                  </a:lnTo>
                  <a:cubicBezTo>
                    <a:pt x="80" y="0"/>
                    <a:pt x="80" y="17"/>
                    <a:pt x="63" y="17"/>
                  </a:cubicBezTo>
                  <a:lnTo>
                    <a:pt x="17" y="63"/>
                  </a:lnTo>
                  <a:lnTo>
                    <a:pt x="0" y="63"/>
                  </a:lnTo>
                  <a:cubicBezTo>
                    <a:pt x="0" y="80"/>
                    <a:pt x="17" y="80"/>
                    <a:pt x="17" y="80"/>
                  </a:cubicBezTo>
                  <a:lnTo>
                    <a:pt x="32" y="80"/>
                  </a:lnTo>
                  <a:lnTo>
                    <a:pt x="48" y="80"/>
                  </a:lnTo>
                  <a:cubicBezTo>
                    <a:pt x="63" y="80"/>
                    <a:pt x="63" y="63"/>
                    <a:pt x="80" y="63"/>
                  </a:cubicBezTo>
                  <a:lnTo>
                    <a:pt x="80" y="63"/>
                  </a:lnTo>
                  <a:lnTo>
                    <a:pt x="95" y="63"/>
                  </a:lnTo>
                  <a:lnTo>
                    <a:pt x="95" y="63"/>
                  </a:lnTo>
                  <a:lnTo>
                    <a:pt x="126" y="63"/>
                  </a:lnTo>
                  <a:lnTo>
                    <a:pt x="143" y="63"/>
                  </a:lnTo>
                  <a:lnTo>
                    <a:pt x="158" y="63"/>
                  </a:lnTo>
                  <a:lnTo>
                    <a:pt x="158" y="63"/>
                  </a:lnTo>
                  <a:lnTo>
                    <a:pt x="158" y="48"/>
                  </a:lnTo>
                  <a:cubicBezTo>
                    <a:pt x="158" y="32"/>
                    <a:pt x="174" y="32"/>
                    <a:pt x="189" y="32"/>
                  </a:cubicBezTo>
                  <a:lnTo>
                    <a:pt x="189" y="32"/>
                  </a:lnTo>
                  <a:cubicBezTo>
                    <a:pt x="189" y="17"/>
                    <a:pt x="174" y="0"/>
                    <a:pt x="158" y="0"/>
                  </a:cubicBezTo>
                  <a:lnTo>
                    <a:pt x="158" y="0"/>
                  </a:lnTo>
                  <a:lnTo>
                    <a:pt x="126" y="0"/>
                  </a:ln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6" name="Google Shape;1486;p38"/>
            <p:cNvSpPr/>
            <p:nvPr/>
          </p:nvSpPr>
          <p:spPr>
            <a:xfrm>
              <a:off x="3332351" y="1797763"/>
              <a:ext cx="7060" cy="3562"/>
            </a:xfrm>
            <a:custGeom>
              <a:avLst/>
              <a:gdLst/>
              <a:ahLst/>
              <a:cxnLst/>
              <a:rect l="l" t="t" r="r" b="b"/>
              <a:pathLst>
                <a:path w="222" h="112" extrusionOk="0">
                  <a:moveTo>
                    <a:pt x="32" y="0"/>
                  </a:moveTo>
                  <a:lnTo>
                    <a:pt x="32" y="0"/>
                  </a:lnTo>
                  <a:cubicBezTo>
                    <a:pt x="16" y="0"/>
                    <a:pt x="1" y="17"/>
                    <a:pt x="1" y="32"/>
                  </a:cubicBezTo>
                  <a:cubicBezTo>
                    <a:pt x="1" y="48"/>
                    <a:pt x="1" y="64"/>
                    <a:pt x="16" y="80"/>
                  </a:cubicBezTo>
                  <a:lnTo>
                    <a:pt x="32" y="80"/>
                  </a:lnTo>
                  <a:lnTo>
                    <a:pt x="47" y="80"/>
                  </a:lnTo>
                  <a:lnTo>
                    <a:pt x="47" y="80"/>
                  </a:lnTo>
                  <a:cubicBezTo>
                    <a:pt x="32" y="64"/>
                    <a:pt x="47" y="48"/>
                    <a:pt x="64" y="32"/>
                  </a:cubicBezTo>
                  <a:lnTo>
                    <a:pt x="64" y="32"/>
                  </a:lnTo>
                  <a:lnTo>
                    <a:pt x="79" y="32"/>
                  </a:lnTo>
                  <a:cubicBezTo>
                    <a:pt x="79" y="32"/>
                    <a:pt x="95" y="48"/>
                    <a:pt x="110" y="48"/>
                  </a:cubicBezTo>
                  <a:lnTo>
                    <a:pt x="127" y="95"/>
                  </a:lnTo>
                  <a:cubicBezTo>
                    <a:pt x="142" y="111"/>
                    <a:pt x="158" y="111"/>
                    <a:pt x="158" y="111"/>
                  </a:cubicBezTo>
                  <a:lnTo>
                    <a:pt x="173" y="111"/>
                  </a:lnTo>
                  <a:cubicBezTo>
                    <a:pt x="190" y="95"/>
                    <a:pt x="205" y="95"/>
                    <a:pt x="221" y="80"/>
                  </a:cubicBezTo>
                  <a:lnTo>
                    <a:pt x="221" y="80"/>
                  </a:lnTo>
                  <a:lnTo>
                    <a:pt x="221" y="80"/>
                  </a:lnTo>
                  <a:cubicBezTo>
                    <a:pt x="221" y="48"/>
                    <a:pt x="205" y="32"/>
                    <a:pt x="190" y="32"/>
                  </a:cubicBezTo>
                  <a:lnTo>
                    <a:pt x="158" y="32"/>
                  </a:lnTo>
                  <a:lnTo>
                    <a:pt x="95" y="32"/>
                  </a:lnTo>
                  <a:cubicBezTo>
                    <a:pt x="95" y="32"/>
                    <a:pt x="79" y="32"/>
                    <a:pt x="64" y="17"/>
                  </a:cubicBezTo>
                  <a:lnTo>
                    <a:pt x="47" y="17"/>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7" name="Google Shape;1487;p38"/>
            <p:cNvSpPr/>
            <p:nvPr/>
          </p:nvSpPr>
          <p:spPr>
            <a:xfrm>
              <a:off x="3435045" y="1792738"/>
              <a:ext cx="5565" cy="2576"/>
            </a:xfrm>
            <a:custGeom>
              <a:avLst/>
              <a:gdLst/>
              <a:ahLst/>
              <a:cxnLst/>
              <a:rect l="l" t="t" r="r" b="b"/>
              <a:pathLst>
                <a:path w="175" h="81" extrusionOk="0">
                  <a:moveTo>
                    <a:pt x="95" y="1"/>
                  </a:moveTo>
                  <a:lnTo>
                    <a:pt x="95" y="1"/>
                  </a:lnTo>
                  <a:lnTo>
                    <a:pt x="95" y="32"/>
                  </a:lnTo>
                  <a:cubicBezTo>
                    <a:pt x="80" y="32"/>
                    <a:pt x="80" y="49"/>
                    <a:pt x="64" y="49"/>
                  </a:cubicBezTo>
                  <a:cubicBezTo>
                    <a:pt x="64" y="49"/>
                    <a:pt x="49" y="49"/>
                    <a:pt x="49" y="32"/>
                  </a:cubicBezTo>
                  <a:lnTo>
                    <a:pt x="32" y="17"/>
                  </a:lnTo>
                  <a:lnTo>
                    <a:pt x="32" y="17"/>
                  </a:lnTo>
                  <a:cubicBezTo>
                    <a:pt x="17" y="32"/>
                    <a:pt x="1" y="49"/>
                    <a:pt x="17" y="64"/>
                  </a:cubicBezTo>
                  <a:cubicBezTo>
                    <a:pt x="32" y="80"/>
                    <a:pt x="32" y="80"/>
                    <a:pt x="49" y="80"/>
                  </a:cubicBezTo>
                  <a:lnTo>
                    <a:pt x="64" y="80"/>
                  </a:lnTo>
                  <a:lnTo>
                    <a:pt x="95" y="64"/>
                  </a:lnTo>
                  <a:lnTo>
                    <a:pt x="127" y="80"/>
                  </a:lnTo>
                  <a:lnTo>
                    <a:pt x="143" y="80"/>
                  </a:lnTo>
                  <a:cubicBezTo>
                    <a:pt x="158" y="80"/>
                    <a:pt x="175" y="64"/>
                    <a:pt x="175" y="49"/>
                  </a:cubicBezTo>
                  <a:cubicBezTo>
                    <a:pt x="175" y="32"/>
                    <a:pt x="175" y="17"/>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8" name="Google Shape;1488;p38"/>
            <p:cNvSpPr/>
            <p:nvPr/>
          </p:nvSpPr>
          <p:spPr>
            <a:xfrm>
              <a:off x="3441597" y="1790258"/>
              <a:ext cx="3021" cy="5057"/>
            </a:xfrm>
            <a:custGeom>
              <a:avLst/>
              <a:gdLst/>
              <a:ahLst/>
              <a:cxnLst/>
              <a:rect l="l" t="t" r="r" b="b"/>
              <a:pathLst>
                <a:path w="95" h="159" extrusionOk="0">
                  <a:moveTo>
                    <a:pt x="32" y="1"/>
                  </a:moveTo>
                  <a:lnTo>
                    <a:pt x="32" y="1"/>
                  </a:lnTo>
                  <a:cubicBezTo>
                    <a:pt x="15" y="1"/>
                    <a:pt x="15" y="1"/>
                    <a:pt x="15" y="16"/>
                  </a:cubicBezTo>
                  <a:cubicBezTo>
                    <a:pt x="0" y="16"/>
                    <a:pt x="0" y="47"/>
                    <a:pt x="15" y="64"/>
                  </a:cubicBezTo>
                  <a:lnTo>
                    <a:pt x="32" y="79"/>
                  </a:lnTo>
                  <a:lnTo>
                    <a:pt x="15" y="95"/>
                  </a:lnTo>
                  <a:cubicBezTo>
                    <a:pt x="0" y="110"/>
                    <a:pt x="0" y="127"/>
                    <a:pt x="15" y="142"/>
                  </a:cubicBezTo>
                  <a:cubicBezTo>
                    <a:pt x="15" y="158"/>
                    <a:pt x="32" y="158"/>
                    <a:pt x="32" y="158"/>
                  </a:cubicBezTo>
                  <a:lnTo>
                    <a:pt x="63" y="158"/>
                  </a:lnTo>
                  <a:lnTo>
                    <a:pt x="78" y="142"/>
                  </a:lnTo>
                  <a:cubicBezTo>
                    <a:pt x="63" y="127"/>
                    <a:pt x="63" y="110"/>
                    <a:pt x="63" y="95"/>
                  </a:cubicBezTo>
                  <a:cubicBezTo>
                    <a:pt x="47" y="95"/>
                    <a:pt x="47" y="79"/>
                    <a:pt x="47" y="64"/>
                  </a:cubicBezTo>
                  <a:cubicBezTo>
                    <a:pt x="47" y="47"/>
                    <a:pt x="63" y="32"/>
                    <a:pt x="78" y="32"/>
                  </a:cubicBezTo>
                  <a:lnTo>
                    <a:pt x="95" y="32"/>
                  </a:lnTo>
                  <a:lnTo>
                    <a:pt x="95" y="32"/>
                  </a:ln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9" name="Google Shape;1489;p38"/>
            <p:cNvSpPr/>
            <p:nvPr/>
          </p:nvSpPr>
          <p:spPr>
            <a:xfrm>
              <a:off x="3261683" y="1804792"/>
              <a:ext cx="5025" cy="7569"/>
            </a:xfrm>
            <a:custGeom>
              <a:avLst/>
              <a:gdLst/>
              <a:ahLst/>
              <a:cxnLst/>
              <a:rect l="l" t="t" r="r" b="b"/>
              <a:pathLst>
                <a:path w="158" h="238" extrusionOk="0">
                  <a:moveTo>
                    <a:pt x="126" y="0"/>
                  </a:moveTo>
                  <a:lnTo>
                    <a:pt x="126" y="0"/>
                  </a:lnTo>
                  <a:cubicBezTo>
                    <a:pt x="111" y="0"/>
                    <a:pt x="111" y="0"/>
                    <a:pt x="95" y="16"/>
                  </a:cubicBezTo>
                  <a:lnTo>
                    <a:pt x="80" y="32"/>
                  </a:lnTo>
                  <a:cubicBezTo>
                    <a:pt x="80" y="32"/>
                    <a:pt x="80" y="48"/>
                    <a:pt x="63" y="48"/>
                  </a:cubicBezTo>
                  <a:cubicBezTo>
                    <a:pt x="32" y="95"/>
                    <a:pt x="0" y="142"/>
                    <a:pt x="0" y="206"/>
                  </a:cubicBezTo>
                  <a:lnTo>
                    <a:pt x="0" y="206"/>
                  </a:lnTo>
                  <a:cubicBezTo>
                    <a:pt x="0" y="221"/>
                    <a:pt x="0" y="237"/>
                    <a:pt x="32" y="237"/>
                  </a:cubicBezTo>
                  <a:lnTo>
                    <a:pt x="32" y="237"/>
                  </a:lnTo>
                  <a:cubicBezTo>
                    <a:pt x="48" y="237"/>
                    <a:pt x="63" y="221"/>
                    <a:pt x="63" y="206"/>
                  </a:cubicBezTo>
                  <a:lnTo>
                    <a:pt x="63" y="189"/>
                  </a:lnTo>
                  <a:cubicBezTo>
                    <a:pt x="63" y="142"/>
                    <a:pt x="95" y="111"/>
                    <a:pt x="126" y="79"/>
                  </a:cubicBezTo>
                  <a:cubicBezTo>
                    <a:pt x="143" y="79"/>
                    <a:pt x="143" y="63"/>
                    <a:pt x="143" y="63"/>
                  </a:cubicBezTo>
                  <a:lnTo>
                    <a:pt x="143" y="63"/>
                  </a:lnTo>
                  <a:lnTo>
                    <a:pt x="158" y="48"/>
                  </a:lnTo>
                  <a:lnTo>
                    <a:pt x="158" y="16"/>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0" name="Google Shape;1490;p38"/>
            <p:cNvSpPr/>
            <p:nvPr/>
          </p:nvSpPr>
          <p:spPr>
            <a:xfrm>
              <a:off x="3051747" y="1823811"/>
              <a:ext cx="7028" cy="3562"/>
            </a:xfrm>
            <a:custGeom>
              <a:avLst/>
              <a:gdLst/>
              <a:ahLst/>
              <a:cxnLst/>
              <a:rect l="l" t="t" r="r" b="b"/>
              <a:pathLst>
                <a:path w="221" h="112" extrusionOk="0">
                  <a:moveTo>
                    <a:pt x="32" y="1"/>
                  </a:moveTo>
                  <a:lnTo>
                    <a:pt x="0" y="1"/>
                  </a:lnTo>
                  <a:cubicBezTo>
                    <a:pt x="0" y="1"/>
                    <a:pt x="16" y="17"/>
                    <a:pt x="16" y="32"/>
                  </a:cubicBezTo>
                  <a:cubicBezTo>
                    <a:pt x="16" y="32"/>
                    <a:pt x="16" y="49"/>
                    <a:pt x="0" y="49"/>
                  </a:cubicBezTo>
                  <a:cubicBezTo>
                    <a:pt x="32" y="49"/>
                    <a:pt x="32" y="64"/>
                    <a:pt x="32" y="80"/>
                  </a:cubicBezTo>
                  <a:cubicBezTo>
                    <a:pt x="47" y="80"/>
                    <a:pt x="32" y="80"/>
                    <a:pt x="32" y="95"/>
                  </a:cubicBezTo>
                  <a:cubicBezTo>
                    <a:pt x="79" y="112"/>
                    <a:pt x="126" y="112"/>
                    <a:pt x="158" y="112"/>
                  </a:cubicBezTo>
                  <a:lnTo>
                    <a:pt x="205" y="112"/>
                  </a:lnTo>
                  <a:lnTo>
                    <a:pt x="205" y="95"/>
                  </a:lnTo>
                  <a:cubicBezTo>
                    <a:pt x="205" y="95"/>
                    <a:pt x="189" y="80"/>
                    <a:pt x="205" y="80"/>
                  </a:cubicBezTo>
                  <a:cubicBezTo>
                    <a:pt x="205" y="64"/>
                    <a:pt x="205" y="49"/>
                    <a:pt x="221" y="49"/>
                  </a:cubicBezTo>
                  <a:lnTo>
                    <a:pt x="205" y="49"/>
                  </a:lnTo>
                  <a:lnTo>
                    <a:pt x="205" y="49"/>
                  </a:lnTo>
                  <a:lnTo>
                    <a:pt x="205" y="49"/>
                  </a:lnTo>
                  <a:lnTo>
                    <a:pt x="158" y="49"/>
                  </a:lnTo>
                  <a:lnTo>
                    <a:pt x="110" y="49"/>
                  </a:lnTo>
                  <a:lnTo>
                    <a:pt x="110" y="32"/>
                  </a:lnTo>
                  <a:cubicBezTo>
                    <a:pt x="95" y="32"/>
                    <a:pt x="95" y="32"/>
                    <a:pt x="95" y="17"/>
                  </a:cubicBez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1" name="Google Shape;1491;p38"/>
            <p:cNvSpPr/>
            <p:nvPr/>
          </p:nvSpPr>
          <p:spPr>
            <a:xfrm>
              <a:off x="3036704" y="1821807"/>
              <a:ext cx="8523" cy="2576"/>
            </a:xfrm>
            <a:custGeom>
              <a:avLst/>
              <a:gdLst/>
              <a:ahLst/>
              <a:cxnLst/>
              <a:rect l="l" t="t" r="r" b="b"/>
              <a:pathLst>
                <a:path w="268" h="81" extrusionOk="0">
                  <a:moveTo>
                    <a:pt x="16" y="1"/>
                  </a:moveTo>
                  <a:lnTo>
                    <a:pt x="1" y="17"/>
                  </a:lnTo>
                  <a:lnTo>
                    <a:pt x="1" y="32"/>
                  </a:lnTo>
                  <a:cubicBezTo>
                    <a:pt x="1" y="49"/>
                    <a:pt x="1" y="49"/>
                    <a:pt x="16" y="64"/>
                  </a:cubicBezTo>
                  <a:lnTo>
                    <a:pt x="79" y="80"/>
                  </a:lnTo>
                  <a:lnTo>
                    <a:pt x="79" y="80"/>
                  </a:lnTo>
                  <a:lnTo>
                    <a:pt x="79" y="64"/>
                  </a:lnTo>
                  <a:lnTo>
                    <a:pt x="79" y="64"/>
                  </a:lnTo>
                  <a:lnTo>
                    <a:pt x="79" y="64"/>
                  </a:lnTo>
                  <a:cubicBezTo>
                    <a:pt x="64" y="64"/>
                    <a:pt x="47" y="64"/>
                    <a:pt x="47" y="49"/>
                  </a:cubicBezTo>
                  <a:lnTo>
                    <a:pt x="16" y="1"/>
                  </a:lnTo>
                  <a:close/>
                  <a:moveTo>
                    <a:pt x="158" y="1"/>
                  </a:moveTo>
                  <a:lnTo>
                    <a:pt x="110" y="1"/>
                  </a:lnTo>
                  <a:lnTo>
                    <a:pt x="95" y="1"/>
                  </a:lnTo>
                  <a:lnTo>
                    <a:pt x="110" y="17"/>
                  </a:lnTo>
                  <a:lnTo>
                    <a:pt x="110" y="32"/>
                  </a:lnTo>
                  <a:lnTo>
                    <a:pt x="110" y="32"/>
                  </a:lnTo>
                  <a:lnTo>
                    <a:pt x="127" y="32"/>
                  </a:lnTo>
                  <a:lnTo>
                    <a:pt x="127" y="32"/>
                  </a:lnTo>
                  <a:lnTo>
                    <a:pt x="158" y="49"/>
                  </a:lnTo>
                  <a:cubicBezTo>
                    <a:pt x="158" y="49"/>
                    <a:pt x="173" y="49"/>
                    <a:pt x="173" y="64"/>
                  </a:cubicBezTo>
                  <a:lnTo>
                    <a:pt x="236" y="64"/>
                  </a:lnTo>
                  <a:cubicBezTo>
                    <a:pt x="253" y="64"/>
                    <a:pt x="268" y="49"/>
                    <a:pt x="268" y="32"/>
                  </a:cubicBezTo>
                  <a:lnTo>
                    <a:pt x="268" y="17"/>
                  </a:lnTo>
                  <a:lnTo>
                    <a:pt x="253" y="1"/>
                  </a:lnTo>
                  <a:lnTo>
                    <a:pt x="205" y="32"/>
                  </a:lnTo>
                  <a:cubicBezTo>
                    <a:pt x="205" y="49"/>
                    <a:pt x="205" y="49"/>
                    <a:pt x="190" y="49"/>
                  </a:cubicBezTo>
                  <a:cubicBezTo>
                    <a:pt x="173" y="49"/>
                    <a:pt x="173" y="32"/>
                    <a:pt x="158"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2" name="Google Shape;1492;p38"/>
            <p:cNvSpPr/>
            <p:nvPr/>
          </p:nvSpPr>
          <p:spPr>
            <a:xfrm>
              <a:off x="3384954" y="1782720"/>
              <a:ext cx="2035" cy="5565"/>
            </a:xfrm>
            <a:custGeom>
              <a:avLst/>
              <a:gdLst/>
              <a:ahLst/>
              <a:cxnLst/>
              <a:rect l="l" t="t" r="r" b="b"/>
              <a:pathLst>
                <a:path w="64" h="175" extrusionOk="0">
                  <a:moveTo>
                    <a:pt x="32" y="1"/>
                  </a:moveTo>
                  <a:lnTo>
                    <a:pt x="32" y="1"/>
                  </a:lnTo>
                  <a:lnTo>
                    <a:pt x="32" y="1"/>
                  </a:lnTo>
                  <a:cubicBezTo>
                    <a:pt x="17" y="1"/>
                    <a:pt x="0" y="17"/>
                    <a:pt x="0" y="32"/>
                  </a:cubicBezTo>
                  <a:lnTo>
                    <a:pt x="0" y="143"/>
                  </a:lnTo>
                  <a:cubicBezTo>
                    <a:pt x="0" y="158"/>
                    <a:pt x="17" y="175"/>
                    <a:pt x="32" y="175"/>
                  </a:cubicBezTo>
                  <a:lnTo>
                    <a:pt x="32" y="175"/>
                  </a:lnTo>
                  <a:cubicBezTo>
                    <a:pt x="48" y="175"/>
                    <a:pt x="63" y="175"/>
                    <a:pt x="63" y="158"/>
                  </a:cubicBezTo>
                  <a:lnTo>
                    <a:pt x="48" y="143"/>
                  </a:lnTo>
                  <a:cubicBezTo>
                    <a:pt x="48" y="127"/>
                    <a:pt x="48" y="112"/>
                    <a:pt x="63" y="95"/>
                  </a:cubicBezTo>
                  <a:lnTo>
                    <a:pt x="63" y="95"/>
                  </a:lnTo>
                  <a:lnTo>
                    <a:pt x="63" y="32"/>
                  </a:lnTo>
                  <a:cubicBezTo>
                    <a:pt x="63" y="17"/>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3" name="Google Shape;1493;p38"/>
            <p:cNvSpPr/>
            <p:nvPr/>
          </p:nvSpPr>
          <p:spPr>
            <a:xfrm>
              <a:off x="3115895" y="1797286"/>
              <a:ext cx="3498" cy="2035"/>
            </a:xfrm>
            <a:custGeom>
              <a:avLst/>
              <a:gdLst/>
              <a:ahLst/>
              <a:cxnLst/>
              <a:rect l="l" t="t" r="r" b="b"/>
              <a:pathLst>
                <a:path w="110" h="64" extrusionOk="0">
                  <a:moveTo>
                    <a:pt x="95" y="0"/>
                  </a:moveTo>
                  <a:lnTo>
                    <a:pt x="47" y="0"/>
                  </a:lnTo>
                  <a:cubicBezTo>
                    <a:pt x="47" y="15"/>
                    <a:pt x="47" y="15"/>
                    <a:pt x="32" y="32"/>
                  </a:cubicBezTo>
                  <a:lnTo>
                    <a:pt x="0" y="47"/>
                  </a:lnTo>
                  <a:cubicBezTo>
                    <a:pt x="0" y="63"/>
                    <a:pt x="0" y="63"/>
                    <a:pt x="15" y="63"/>
                  </a:cubicBezTo>
                  <a:lnTo>
                    <a:pt x="15" y="63"/>
                  </a:lnTo>
                  <a:cubicBezTo>
                    <a:pt x="32" y="63"/>
                    <a:pt x="47" y="63"/>
                    <a:pt x="63" y="47"/>
                  </a:cubicBezTo>
                  <a:lnTo>
                    <a:pt x="63" y="32"/>
                  </a:lnTo>
                  <a:lnTo>
                    <a:pt x="63" y="32"/>
                  </a:lnTo>
                  <a:lnTo>
                    <a:pt x="78" y="32"/>
                  </a:lnTo>
                  <a:lnTo>
                    <a:pt x="95" y="32"/>
                  </a:lnTo>
                  <a:lnTo>
                    <a:pt x="110" y="32"/>
                  </a:lnTo>
                  <a:lnTo>
                    <a:pt x="110"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4" name="Google Shape;1494;p38"/>
            <p:cNvSpPr/>
            <p:nvPr/>
          </p:nvSpPr>
          <p:spPr>
            <a:xfrm>
              <a:off x="3117358" y="1795760"/>
              <a:ext cx="4580" cy="2035"/>
            </a:xfrm>
            <a:custGeom>
              <a:avLst/>
              <a:gdLst/>
              <a:ahLst/>
              <a:cxnLst/>
              <a:rect l="l" t="t" r="r" b="b"/>
              <a:pathLst>
                <a:path w="144" h="64" extrusionOk="0">
                  <a:moveTo>
                    <a:pt x="64" y="0"/>
                  </a:moveTo>
                  <a:lnTo>
                    <a:pt x="1" y="32"/>
                  </a:lnTo>
                  <a:lnTo>
                    <a:pt x="1" y="32"/>
                  </a:lnTo>
                  <a:cubicBezTo>
                    <a:pt x="17" y="32"/>
                    <a:pt x="17" y="48"/>
                    <a:pt x="1" y="48"/>
                  </a:cubicBezTo>
                  <a:lnTo>
                    <a:pt x="49" y="48"/>
                  </a:lnTo>
                  <a:lnTo>
                    <a:pt x="49" y="63"/>
                  </a:lnTo>
                  <a:lnTo>
                    <a:pt x="64" y="63"/>
                  </a:lnTo>
                  <a:lnTo>
                    <a:pt x="64" y="32"/>
                  </a:lnTo>
                  <a:lnTo>
                    <a:pt x="64" y="0"/>
                  </a:lnTo>
                  <a:close/>
                  <a:moveTo>
                    <a:pt x="143" y="0"/>
                  </a:moveTo>
                  <a:lnTo>
                    <a:pt x="127" y="0"/>
                  </a:lnTo>
                  <a:lnTo>
                    <a:pt x="127" y="17"/>
                  </a:lnTo>
                  <a:lnTo>
                    <a:pt x="143" y="17"/>
                  </a:lnTo>
                  <a:lnTo>
                    <a:pt x="143" y="17"/>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5" name="Google Shape;1495;p38"/>
            <p:cNvSpPr/>
            <p:nvPr/>
          </p:nvSpPr>
          <p:spPr>
            <a:xfrm>
              <a:off x="3324813" y="1813315"/>
              <a:ext cx="2544" cy="4039"/>
            </a:xfrm>
            <a:custGeom>
              <a:avLst/>
              <a:gdLst/>
              <a:ahLst/>
              <a:cxnLst/>
              <a:rect l="l" t="t" r="r" b="b"/>
              <a:pathLst>
                <a:path w="80" h="127" extrusionOk="0">
                  <a:moveTo>
                    <a:pt x="32" y="1"/>
                  </a:moveTo>
                  <a:lnTo>
                    <a:pt x="32" y="1"/>
                  </a:lnTo>
                  <a:cubicBezTo>
                    <a:pt x="17" y="1"/>
                    <a:pt x="1" y="16"/>
                    <a:pt x="1" y="32"/>
                  </a:cubicBezTo>
                  <a:lnTo>
                    <a:pt x="1" y="64"/>
                  </a:lnTo>
                  <a:lnTo>
                    <a:pt x="32" y="110"/>
                  </a:lnTo>
                  <a:cubicBezTo>
                    <a:pt x="32" y="110"/>
                    <a:pt x="48" y="110"/>
                    <a:pt x="48" y="127"/>
                  </a:cubicBezTo>
                  <a:lnTo>
                    <a:pt x="48" y="127"/>
                  </a:lnTo>
                  <a:lnTo>
                    <a:pt x="64" y="110"/>
                  </a:lnTo>
                  <a:lnTo>
                    <a:pt x="64" y="32"/>
                  </a:lnTo>
                  <a:cubicBezTo>
                    <a:pt x="80" y="16"/>
                    <a:pt x="64" y="1"/>
                    <a:pt x="48"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6" name="Google Shape;1496;p38"/>
            <p:cNvSpPr/>
            <p:nvPr/>
          </p:nvSpPr>
          <p:spPr>
            <a:xfrm>
              <a:off x="3267694" y="1815319"/>
              <a:ext cx="6042" cy="2512"/>
            </a:xfrm>
            <a:custGeom>
              <a:avLst/>
              <a:gdLst/>
              <a:ahLst/>
              <a:cxnLst/>
              <a:rect l="l" t="t" r="r" b="b"/>
              <a:pathLst>
                <a:path w="190" h="79" extrusionOk="0">
                  <a:moveTo>
                    <a:pt x="0" y="32"/>
                  </a:moveTo>
                  <a:lnTo>
                    <a:pt x="0" y="32"/>
                  </a:lnTo>
                  <a:lnTo>
                    <a:pt x="0" y="32"/>
                  </a:lnTo>
                  <a:lnTo>
                    <a:pt x="0" y="32"/>
                  </a:lnTo>
                  <a:close/>
                  <a:moveTo>
                    <a:pt x="63" y="1"/>
                  </a:moveTo>
                  <a:lnTo>
                    <a:pt x="63" y="1"/>
                  </a:lnTo>
                  <a:lnTo>
                    <a:pt x="63" y="16"/>
                  </a:lnTo>
                  <a:cubicBezTo>
                    <a:pt x="63" y="16"/>
                    <a:pt x="80" y="32"/>
                    <a:pt x="63" y="47"/>
                  </a:cubicBezTo>
                  <a:lnTo>
                    <a:pt x="63" y="64"/>
                  </a:lnTo>
                  <a:lnTo>
                    <a:pt x="80" y="64"/>
                  </a:lnTo>
                  <a:lnTo>
                    <a:pt x="80" y="47"/>
                  </a:lnTo>
                  <a:cubicBezTo>
                    <a:pt x="95" y="32"/>
                    <a:pt x="95" y="16"/>
                    <a:pt x="111" y="16"/>
                  </a:cubicBezTo>
                  <a:lnTo>
                    <a:pt x="111" y="16"/>
                  </a:lnTo>
                  <a:lnTo>
                    <a:pt x="126" y="16"/>
                  </a:lnTo>
                  <a:cubicBezTo>
                    <a:pt x="143" y="32"/>
                    <a:pt x="158" y="47"/>
                    <a:pt x="143" y="64"/>
                  </a:cubicBezTo>
                  <a:lnTo>
                    <a:pt x="143" y="79"/>
                  </a:lnTo>
                  <a:lnTo>
                    <a:pt x="158" y="79"/>
                  </a:lnTo>
                  <a:lnTo>
                    <a:pt x="158" y="79"/>
                  </a:lnTo>
                  <a:cubicBezTo>
                    <a:pt x="174" y="79"/>
                    <a:pt x="189" y="64"/>
                    <a:pt x="189" y="47"/>
                  </a:cubicBezTo>
                  <a:cubicBezTo>
                    <a:pt x="189" y="32"/>
                    <a:pt x="174"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7" name="Google Shape;1497;p38"/>
            <p:cNvSpPr/>
            <p:nvPr/>
          </p:nvSpPr>
          <p:spPr>
            <a:xfrm>
              <a:off x="3404513" y="1785741"/>
              <a:ext cx="2512" cy="1558"/>
            </a:xfrm>
            <a:custGeom>
              <a:avLst/>
              <a:gdLst/>
              <a:ahLst/>
              <a:cxnLst/>
              <a:rect l="l" t="t" r="r" b="b"/>
              <a:pathLst>
                <a:path w="79" h="49" extrusionOk="0">
                  <a:moveTo>
                    <a:pt x="32" y="0"/>
                  </a:moveTo>
                  <a:lnTo>
                    <a:pt x="32" y="0"/>
                  </a:lnTo>
                  <a:lnTo>
                    <a:pt x="15" y="17"/>
                  </a:lnTo>
                  <a:lnTo>
                    <a:pt x="15" y="17"/>
                  </a:lnTo>
                  <a:lnTo>
                    <a:pt x="0" y="32"/>
                  </a:lnTo>
                  <a:lnTo>
                    <a:pt x="0" y="48"/>
                  </a:lnTo>
                  <a:lnTo>
                    <a:pt x="0" y="48"/>
                  </a:lnTo>
                  <a:lnTo>
                    <a:pt x="15" y="48"/>
                  </a:lnTo>
                  <a:cubicBezTo>
                    <a:pt x="15" y="32"/>
                    <a:pt x="32" y="32"/>
                    <a:pt x="32" y="32"/>
                  </a:cubicBezTo>
                  <a:lnTo>
                    <a:pt x="47" y="32"/>
                  </a:lnTo>
                  <a:lnTo>
                    <a:pt x="47" y="32"/>
                  </a:lnTo>
                  <a:lnTo>
                    <a:pt x="78" y="32"/>
                  </a:lnTo>
                  <a:lnTo>
                    <a:pt x="78" y="32"/>
                  </a:lnTo>
                  <a:cubicBezTo>
                    <a:pt x="63"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8" name="Google Shape;1498;p38"/>
            <p:cNvSpPr/>
            <p:nvPr/>
          </p:nvSpPr>
          <p:spPr>
            <a:xfrm>
              <a:off x="3078271" y="1809785"/>
              <a:ext cx="5057" cy="4039"/>
            </a:xfrm>
            <a:custGeom>
              <a:avLst/>
              <a:gdLst/>
              <a:ahLst/>
              <a:cxnLst/>
              <a:rect l="l" t="t" r="r" b="b"/>
              <a:pathLst>
                <a:path w="159" h="127" extrusionOk="0">
                  <a:moveTo>
                    <a:pt x="32" y="1"/>
                  </a:moveTo>
                  <a:cubicBezTo>
                    <a:pt x="17" y="1"/>
                    <a:pt x="17" y="1"/>
                    <a:pt x="17" y="17"/>
                  </a:cubicBezTo>
                  <a:cubicBezTo>
                    <a:pt x="1" y="32"/>
                    <a:pt x="17" y="49"/>
                    <a:pt x="32" y="64"/>
                  </a:cubicBezTo>
                  <a:lnTo>
                    <a:pt x="64" y="80"/>
                  </a:lnTo>
                  <a:lnTo>
                    <a:pt x="64" y="80"/>
                  </a:lnTo>
                  <a:lnTo>
                    <a:pt x="64" y="95"/>
                  </a:lnTo>
                  <a:cubicBezTo>
                    <a:pt x="80" y="112"/>
                    <a:pt x="80" y="112"/>
                    <a:pt x="95" y="112"/>
                  </a:cubicBezTo>
                  <a:lnTo>
                    <a:pt x="95" y="127"/>
                  </a:lnTo>
                  <a:cubicBezTo>
                    <a:pt x="95" y="112"/>
                    <a:pt x="112" y="112"/>
                    <a:pt x="112" y="112"/>
                  </a:cubicBezTo>
                  <a:lnTo>
                    <a:pt x="158" y="80"/>
                  </a:lnTo>
                  <a:lnTo>
                    <a:pt x="158" y="64"/>
                  </a:lnTo>
                  <a:lnTo>
                    <a:pt x="143" y="64"/>
                  </a:lnTo>
                  <a:lnTo>
                    <a:pt x="143" y="64"/>
                  </a:lnTo>
                  <a:cubicBezTo>
                    <a:pt x="127" y="64"/>
                    <a:pt x="112" y="64"/>
                    <a:pt x="112" y="49"/>
                  </a:cubicBezTo>
                  <a:cubicBezTo>
                    <a:pt x="95" y="49"/>
                    <a:pt x="95" y="32"/>
                    <a:pt x="95" y="32"/>
                  </a:cubicBezTo>
                  <a:lnTo>
                    <a:pt x="95" y="17"/>
                  </a:lnTo>
                  <a:lnTo>
                    <a:pt x="64" y="17"/>
                  </a:lnTo>
                  <a:lnTo>
                    <a:pt x="4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9" name="Google Shape;1499;p38"/>
            <p:cNvSpPr/>
            <p:nvPr/>
          </p:nvSpPr>
          <p:spPr>
            <a:xfrm>
              <a:off x="3337376" y="1821330"/>
              <a:ext cx="5502" cy="1527"/>
            </a:xfrm>
            <a:custGeom>
              <a:avLst/>
              <a:gdLst/>
              <a:ahLst/>
              <a:cxnLst/>
              <a:rect l="l" t="t" r="r" b="b"/>
              <a:pathLst>
                <a:path w="173" h="48" extrusionOk="0">
                  <a:moveTo>
                    <a:pt x="141" y="1"/>
                  </a:moveTo>
                  <a:lnTo>
                    <a:pt x="126" y="1"/>
                  </a:lnTo>
                  <a:lnTo>
                    <a:pt x="126" y="1"/>
                  </a:lnTo>
                  <a:lnTo>
                    <a:pt x="0" y="47"/>
                  </a:lnTo>
                  <a:cubicBezTo>
                    <a:pt x="47" y="47"/>
                    <a:pt x="110" y="32"/>
                    <a:pt x="173" y="32"/>
                  </a:cubicBezTo>
                  <a:lnTo>
                    <a:pt x="173" y="32"/>
                  </a:lnTo>
                  <a:lnTo>
                    <a:pt x="158" y="32"/>
                  </a:lnTo>
                  <a:lnTo>
                    <a:pt x="158" y="16"/>
                  </a:lnTo>
                  <a:cubicBezTo>
                    <a:pt x="158" y="1"/>
                    <a:pt x="141"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0" name="Google Shape;1500;p38"/>
            <p:cNvSpPr/>
            <p:nvPr/>
          </p:nvSpPr>
          <p:spPr>
            <a:xfrm>
              <a:off x="3428557" y="1807781"/>
              <a:ext cx="3530" cy="2544"/>
            </a:xfrm>
            <a:custGeom>
              <a:avLst/>
              <a:gdLst/>
              <a:ahLst/>
              <a:cxnLst/>
              <a:rect l="l" t="t" r="r" b="b"/>
              <a:pathLst>
                <a:path w="111" h="80" extrusionOk="0">
                  <a:moveTo>
                    <a:pt x="1" y="48"/>
                  </a:moveTo>
                  <a:lnTo>
                    <a:pt x="1" y="48"/>
                  </a:lnTo>
                  <a:lnTo>
                    <a:pt x="1" y="64"/>
                  </a:lnTo>
                  <a:lnTo>
                    <a:pt x="1" y="48"/>
                  </a:lnTo>
                  <a:close/>
                  <a:moveTo>
                    <a:pt x="95" y="1"/>
                  </a:moveTo>
                  <a:lnTo>
                    <a:pt x="95" y="1"/>
                  </a:lnTo>
                  <a:cubicBezTo>
                    <a:pt x="95" y="17"/>
                    <a:pt x="79" y="17"/>
                    <a:pt x="79" y="17"/>
                  </a:cubicBezTo>
                  <a:lnTo>
                    <a:pt x="47" y="17"/>
                  </a:lnTo>
                  <a:lnTo>
                    <a:pt x="47" y="17"/>
                  </a:lnTo>
                  <a:lnTo>
                    <a:pt x="47" y="17"/>
                  </a:lnTo>
                  <a:cubicBezTo>
                    <a:pt x="64" y="17"/>
                    <a:pt x="79" y="32"/>
                    <a:pt x="79" y="64"/>
                  </a:cubicBezTo>
                  <a:lnTo>
                    <a:pt x="64" y="64"/>
                  </a:lnTo>
                  <a:lnTo>
                    <a:pt x="79" y="80"/>
                  </a:ln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1" name="Google Shape;1501;p38"/>
            <p:cNvSpPr/>
            <p:nvPr/>
          </p:nvSpPr>
          <p:spPr>
            <a:xfrm>
              <a:off x="3059762" y="1827818"/>
              <a:ext cx="12053" cy="7569"/>
            </a:xfrm>
            <a:custGeom>
              <a:avLst/>
              <a:gdLst/>
              <a:ahLst/>
              <a:cxnLst/>
              <a:rect l="l" t="t" r="r" b="b"/>
              <a:pathLst>
                <a:path w="379" h="238" extrusionOk="0">
                  <a:moveTo>
                    <a:pt x="32" y="1"/>
                  </a:moveTo>
                  <a:cubicBezTo>
                    <a:pt x="47" y="17"/>
                    <a:pt x="47" y="32"/>
                    <a:pt x="47" y="49"/>
                  </a:cubicBezTo>
                  <a:cubicBezTo>
                    <a:pt x="32" y="64"/>
                    <a:pt x="16" y="64"/>
                    <a:pt x="16" y="64"/>
                  </a:cubicBezTo>
                  <a:lnTo>
                    <a:pt x="0" y="64"/>
                  </a:lnTo>
                  <a:cubicBezTo>
                    <a:pt x="16" y="64"/>
                    <a:pt x="16" y="80"/>
                    <a:pt x="16" y="80"/>
                  </a:cubicBezTo>
                  <a:lnTo>
                    <a:pt x="32" y="80"/>
                  </a:lnTo>
                  <a:lnTo>
                    <a:pt x="63" y="80"/>
                  </a:lnTo>
                  <a:lnTo>
                    <a:pt x="79" y="64"/>
                  </a:lnTo>
                  <a:lnTo>
                    <a:pt x="95" y="64"/>
                  </a:lnTo>
                  <a:cubicBezTo>
                    <a:pt x="95" y="64"/>
                    <a:pt x="95" y="80"/>
                    <a:pt x="110" y="80"/>
                  </a:cubicBezTo>
                  <a:cubicBezTo>
                    <a:pt x="110" y="64"/>
                    <a:pt x="127" y="49"/>
                    <a:pt x="142" y="49"/>
                  </a:cubicBezTo>
                  <a:lnTo>
                    <a:pt x="142" y="49"/>
                  </a:lnTo>
                  <a:lnTo>
                    <a:pt x="142" y="49"/>
                  </a:lnTo>
                  <a:cubicBezTo>
                    <a:pt x="158" y="49"/>
                    <a:pt x="173" y="64"/>
                    <a:pt x="173" y="80"/>
                  </a:cubicBezTo>
                  <a:lnTo>
                    <a:pt x="173" y="127"/>
                  </a:lnTo>
                  <a:cubicBezTo>
                    <a:pt x="236" y="143"/>
                    <a:pt x="284" y="175"/>
                    <a:pt x="316" y="221"/>
                  </a:cubicBezTo>
                  <a:cubicBezTo>
                    <a:pt x="316" y="238"/>
                    <a:pt x="331" y="238"/>
                    <a:pt x="347" y="238"/>
                  </a:cubicBezTo>
                  <a:lnTo>
                    <a:pt x="362" y="238"/>
                  </a:lnTo>
                  <a:cubicBezTo>
                    <a:pt x="379" y="238"/>
                    <a:pt x="379" y="206"/>
                    <a:pt x="379" y="190"/>
                  </a:cubicBezTo>
                  <a:cubicBezTo>
                    <a:pt x="362" y="190"/>
                    <a:pt x="362" y="175"/>
                    <a:pt x="362" y="175"/>
                  </a:cubicBezTo>
                  <a:cubicBezTo>
                    <a:pt x="299" y="143"/>
                    <a:pt x="253" y="112"/>
                    <a:pt x="205" y="80"/>
                  </a:cubicBezTo>
                  <a:lnTo>
                    <a:pt x="205" y="49"/>
                  </a:lnTo>
                  <a:lnTo>
                    <a:pt x="205" y="49"/>
                  </a:lnTo>
                  <a:lnTo>
                    <a:pt x="190" y="64"/>
                  </a:lnTo>
                  <a:cubicBezTo>
                    <a:pt x="173" y="64"/>
                    <a:pt x="173" y="64"/>
                    <a:pt x="158" y="49"/>
                  </a:cubicBezTo>
                  <a:lnTo>
                    <a:pt x="158" y="49"/>
                  </a:lnTo>
                  <a:cubicBezTo>
                    <a:pt x="142" y="49"/>
                    <a:pt x="142" y="32"/>
                    <a:pt x="142" y="32"/>
                  </a:cubicBezTo>
                  <a:lnTo>
                    <a:pt x="142" y="32"/>
                  </a:lnTo>
                  <a:lnTo>
                    <a:pt x="127" y="49"/>
                  </a:lnTo>
                  <a:cubicBezTo>
                    <a:pt x="110" y="49"/>
                    <a:pt x="110" y="32"/>
                    <a:pt x="95" y="32"/>
                  </a:cubicBezTo>
                  <a:lnTo>
                    <a:pt x="95" y="32"/>
                  </a:lnTo>
                  <a:cubicBezTo>
                    <a:pt x="79" y="17"/>
                    <a:pt x="63" y="17"/>
                    <a:pt x="63"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2" name="Google Shape;1502;p38"/>
            <p:cNvSpPr/>
            <p:nvPr/>
          </p:nvSpPr>
          <p:spPr>
            <a:xfrm>
              <a:off x="3030184" y="1795283"/>
              <a:ext cx="6551" cy="10050"/>
            </a:xfrm>
            <a:custGeom>
              <a:avLst/>
              <a:gdLst/>
              <a:ahLst/>
              <a:cxnLst/>
              <a:rect l="l" t="t" r="r" b="b"/>
              <a:pathLst>
                <a:path w="206" h="316" extrusionOk="0">
                  <a:moveTo>
                    <a:pt x="80" y="236"/>
                  </a:moveTo>
                  <a:lnTo>
                    <a:pt x="17" y="236"/>
                  </a:lnTo>
                  <a:lnTo>
                    <a:pt x="17" y="252"/>
                  </a:lnTo>
                  <a:cubicBezTo>
                    <a:pt x="17" y="268"/>
                    <a:pt x="0" y="268"/>
                    <a:pt x="0" y="284"/>
                  </a:cubicBezTo>
                  <a:cubicBezTo>
                    <a:pt x="17" y="299"/>
                    <a:pt x="17" y="315"/>
                    <a:pt x="32" y="315"/>
                  </a:cubicBezTo>
                  <a:lnTo>
                    <a:pt x="63" y="299"/>
                  </a:lnTo>
                  <a:cubicBezTo>
                    <a:pt x="63" y="284"/>
                    <a:pt x="80" y="284"/>
                    <a:pt x="80" y="284"/>
                  </a:cubicBezTo>
                  <a:lnTo>
                    <a:pt x="80" y="284"/>
                  </a:lnTo>
                  <a:cubicBezTo>
                    <a:pt x="95" y="284"/>
                    <a:pt x="95" y="284"/>
                    <a:pt x="111" y="299"/>
                  </a:cubicBezTo>
                  <a:lnTo>
                    <a:pt x="111" y="268"/>
                  </a:lnTo>
                  <a:cubicBezTo>
                    <a:pt x="95" y="252"/>
                    <a:pt x="95" y="252"/>
                    <a:pt x="95" y="236"/>
                  </a:cubicBezTo>
                  <a:lnTo>
                    <a:pt x="80" y="236"/>
                  </a:lnTo>
                  <a:close/>
                  <a:moveTo>
                    <a:pt x="111" y="0"/>
                  </a:moveTo>
                  <a:lnTo>
                    <a:pt x="111" y="0"/>
                  </a:lnTo>
                  <a:cubicBezTo>
                    <a:pt x="95" y="0"/>
                    <a:pt x="95" y="15"/>
                    <a:pt x="95" y="32"/>
                  </a:cubicBezTo>
                  <a:lnTo>
                    <a:pt x="80" y="63"/>
                  </a:lnTo>
                  <a:cubicBezTo>
                    <a:pt x="95" y="63"/>
                    <a:pt x="111" y="78"/>
                    <a:pt x="111" y="95"/>
                  </a:cubicBezTo>
                  <a:cubicBezTo>
                    <a:pt x="111" y="110"/>
                    <a:pt x="95" y="126"/>
                    <a:pt x="80" y="126"/>
                  </a:cubicBezTo>
                  <a:lnTo>
                    <a:pt x="80" y="126"/>
                  </a:lnTo>
                  <a:lnTo>
                    <a:pt x="17" y="126"/>
                  </a:lnTo>
                  <a:cubicBezTo>
                    <a:pt x="17" y="126"/>
                    <a:pt x="17" y="142"/>
                    <a:pt x="0" y="142"/>
                  </a:cubicBezTo>
                  <a:lnTo>
                    <a:pt x="0" y="173"/>
                  </a:lnTo>
                  <a:lnTo>
                    <a:pt x="80" y="173"/>
                  </a:lnTo>
                  <a:cubicBezTo>
                    <a:pt x="95" y="158"/>
                    <a:pt x="111" y="158"/>
                    <a:pt x="126" y="142"/>
                  </a:cubicBezTo>
                  <a:cubicBezTo>
                    <a:pt x="143" y="142"/>
                    <a:pt x="143" y="142"/>
                    <a:pt x="143" y="126"/>
                  </a:cubicBezTo>
                  <a:lnTo>
                    <a:pt x="158" y="110"/>
                  </a:lnTo>
                  <a:lnTo>
                    <a:pt x="158" y="63"/>
                  </a:lnTo>
                  <a:lnTo>
                    <a:pt x="158" y="78"/>
                  </a:lnTo>
                  <a:lnTo>
                    <a:pt x="174" y="78"/>
                  </a:lnTo>
                  <a:cubicBezTo>
                    <a:pt x="174" y="78"/>
                    <a:pt x="189" y="78"/>
                    <a:pt x="189" y="63"/>
                  </a:cubicBezTo>
                  <a:cubicBezTo>
                    <a:pt x="189" y="63"/>
                    <a:pt x="206" y="63"/>
                    <a:pt x="206" y="47"/>
                  </a:cubicBezTo>
                  <a:cubicBezTo>
                    <a:pt x="206" y="32"/>
                    <a:pt x="206" y="15"/>
                    <a:pt x="189" y="0"/>
                  </a:cubicBezTo>
                  <a:lnTo>
                    <a:pt x="126" y="15"/>
                  </a:lnTo>
                  <a:lnTo>
                    <a:pt x="126" y="15"/>
                  </a:lnTo>
                  <a:cubicBezTo>
                    <a:pt x="111" y="15"/>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3" name="Google Shape;1503;p38"/>
            <p:cNvSpPr/>
            <p:nvPr/>
          </p:nvSpPr>
          <p:spPr>
            <a:xfrm>
              <a:off x="3037181" y="1793756"/>
              <a:ext cx="6042" cy="3021"/>
            </a:xfrm>
            <a:custGeom>
              <a:avLst/>
              <a:gdLst/>
              <a:ahLst/>
              <a:cxnLst/>
              <a:rect l="l" t="t" r="r" b="b"/>
              <a:pathLst>
                <a:path w="190" h="95" extrusionOk="0">
                  <a:moveTo>
                    <a:pt x="143" y="0"/>
                  </a:moveTo>
                  <a:lnTo>
                    <a:pt x="32" y="0"/>
                  </a:lnTo>
                  <a:lnTo>
                    <a:pt x="17" y="17"/>
                  </a:lnTo>
                  <a:lnTo>
                    <a:pt x="32" y="17"/>
                  </a:lnTo>
                  <a:cubicBezTo>
                    <a:pt x="32" y="32"/>
                    <a:pt x="17" y="48"/>
                    <a:pt x="1" y="48"/>
                  </a:cubicBezTo>
                  <a:lnTo>
                    <a:pt x="1" y="63"/>
                  </a:lnTo>
                  <a:cubicBezTo>
                    <a:pt x="17" y="80"/>
                    <a:pt x="17" y="95"/>
                    <a:pt x="49" y="95"/>
                  </a:cubicBezTo>
                  <a:lnTo>
                    <a:pt x="49" y="95"/>
                  </a:lnTo>
                  <a:lnTo>
                    <a:pt x="127" y="95"/>
                  </a:lnTo>
                  <a:cubicBezTo>
                    <a:pt x="143" y="95"/>
                    <a:pt x="158" y="80"/>
                    <a:pt x="158" y="63"/>
                  </a:cubicBezTo>
                  <a:cubicBezTo>
                    <a:pt x="175" y="63"/>
                    <a:pt x="190" y="48"/>
                    <a:pt x="190" y="32"/>
                  </a:cubicBezTo>
                  <a:lnTo>
                    <a:pt x="190" y="32"/>
                  </a:lnTo>
                  <a:lnTo>
                    <a:pt x="190" y="32"/>
                  </a:lnTo>
                  <a:cubicBezTo>
                    <a:pt x="175" y="32"/>
                    <a:pt x="158" y="32"/>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4" name="Google Shape;1504;p38"/>
            <p:cNvSpPr/>
            <p:nvPr/>
          </p:nvSpPr>
          <p:spPr>
            <a:xfrm>
              <a:off x="3379929" y="1786250"/>
              <a:ext cx="2035" cy="4039"/>
            </a:xfrm>
            <a:custGeom>
              <a:avLst/>
              <a:gdLst/>
              <a:ahLst/>
              <a:cxnLst/>
              <a:rect l="l" t="t" r="r" b="b"/>
              <a:pathLst>
                <a:path w="64" h="127" extrusionOk="0">
                  <a:moveTo>
                    <a:pt x="64" y="1"/>
                  </a:moveTo>
                  <a:lnTo>
                    <a:pt x="49" y="1"/>
                  </a:lnTo>
                  <a:lnTo>
                    <a:pt x="32" y="1"/>
                  </a:lnTo>
                  <a:lnTo>
                    <a:pt x="1" y="1"/>
                  </a:lnTo>
                  <a:lnTo>
                    <a:pt x="1" y="79"/>
                  </a:lnTo>
                  <a:lnTo>
                    <a:pt x="1" y="95"/>
                  </a:lnTo>
                  <a:cubicBezTo>
                    <a:pt x="1" y="110"/>
                    <a:pt x="17" y="127"/>
                    <a:pt x="32" y="127"/>
                  </a:cubicBezTo>
                  <a:lnTo>
                    <a:pt x="32" y="127"/>
                  </a:lnTo>
                  <a:lnTo>
                    <a:pt x="32" y="127"/>
                  </a:lnTo>
                  <a:cubicBezTo>
                    <a:pt x="49" y="110"/>
                    <a:pt x="64" y="110"/>
                    <a:pt x="64" y="9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5" name="Google Shape;1505;p38"/>
            <p:cNvSpPr/>
            <p:nvPr/>
          </p:nvSpPr>
          <p:spPr>
            <a:xfrm>
              <a:off x="3317785" y="1762684"/>
              <a:ext cx="6074" cy="4580"/>
            </a:xfrm>
            <a:custGeom>
              <a:avLst/>
              <a:gdLst/>
              <a:ahLst/>
              <a:cxnLst/>
              <a:rect l="l" t="t" r="r" b="b"/>
              <a:pathLst>
                <a:path w="191" h="144" extrusionOk="0">
                  <a:moveTo>
                    <a:pt x="159" y="1"/>
                  </a:moveTo>
                  <a:lnTo>
                    <a:pt x="159" y="1"/>
                  </a:lnTo>
                  <a:lnTo>
                    <a:pt x="80" y="1"/>
                  </a:lnTo>
                  <a:cubicBezTo>
                    <a:pt x="64" y="1"/>
                    <a:pt x="64" y="17"/>
                    <a:pt x="49" y="17"/>
                  </a:cubicBezTo>
                  <a:lnTo>
                    <a:pt x="1" y="95"/>
                  </a:lnTo>
                  <a:cubicBezTo>
                    <a:pt x="1" y="112"/>
                    <a:pt x="1" y="127"/>
                    <a:pt x="17" y="143"/>
                  </a:cubicBezTo>
                  <a:lnTo>
                    <a:pt x="33" y="143"/>
                  </a:lnTo>
                  <a:lnTo>
                    <a:pt x="64" y="143"/>
                  </a:lnTo>
                  <a:lnTo>
                    <a:pt x="96" y="80"/>
                  </a:lnTo>
                  <a:lnTo>
                    <a:pt x="143" y="64"/>
                  </a:lnTo>
                  <a:cubicBezTo>
                    <a:pt x="143" y="48"/>
                    <a:pt x="159" y="32"/>
                    <a:pt x="175" y="32"/>
                  </a:cubicBezTo>
                  <a:lnTo>
                    <a:pt x="175" y="32"/>
                  </a:lnTo>
                  <a:lnTo>
                    <a:pt x="190" y="32"/>
                  </a:lnTo>
                  <a:lnTo>
                    <a:pt x="190" y="32"/>
                  </a:lnTo>
                  <a:cubicBezTo>
                    <a:pt x="190" y="17"/>
                    <a:pt x="175" y="1"/>
                    <a:pt x="15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6" name="Google Shape;1506;p38"/>
            <p:cNvSpPr/>
            <p:nvPr/>
          </p:nvSpPr>
          <p:spPr>
            <a:xfrm>
              <a:off x="3181506" y="1799290"/>
              <a:ext cx="5057" cy="3021"/>
            </a:xfrm>
            <a:custGeom>
              <a:avLst/>
              <a:gdLst/>
              <a:ahLst/>
              <a:cxnLst/>
              <a:rect l="l" t="t" r="r" b="b"/>
              <a:pathLst>
                <a:path w="159" h="95" extrusionOk="0">
                  <a:moveTo>
                    <a:pt x="143" y="0"/>
                  </a:moveTo>
                  <a:lnTo>
                    <a:pt x="127" y="0"/>
                  </a:lnTo>
                  <a:cubicBezTo>
                    <a:pt x="127" y="16"/>
                    <a:pt x="111" y="16"/>
                    <a:pt x="95" y="16"/>
                  </a:cubicBezTo>
                  <a:lnTo>
                    <a:pt x="95" y="16"/>
                  </a:lnTo>
                  <a:lnTo>
                    <a:pt x="80" y="32"/>
                  </a:lnTo>
                  <a:lnTo>
                    <a:pt x="63" y="16"/>
                  </a:lnTo>
                  <a:lnTo>
                    <a:pt x="48" y="16"/>
                  </a:lnTo>
                  <a:lnTo>
                    <a:pt x="32" y="16"/>
                  </a:lnTo>
                  <a:lnTo>
                    <a:pt x="17" y="16"/>
                  </a:lnTo>
                  <a:lnTo>
                    <a:pt x="17" y="16"/>
                  </a:lnTo>
                  <a:lnTo>
                    <a:pt x="17" y="32"/>
                  </a:lnTo>
                  <a:cubicBezTo>
                    <a:pt x="0" y="47"/>
                    <a:pt x="0" y="63"/>
                    <a:pt x="17" y="79"/>
                  </a:cubicBezTo>
                  <a:cubicBezTo>
                    <a:pt x="48" y="95"/>
                    <a:pt x="63" y="95"/>
                    <a:pt x="80" y="95"/>
                  </a:cubicBezTo>
                  <a:cubicBezTo>
                    <a:pt x="111" y="95"/>
                    <a:pt x="127" y="79"/>
                    <a:pt x="158" y="47"/>
                  </a:cubicBezTo>
                  <a:lnTo>
                    <a:pt x="158" y="47"/>
                  </a:lnTo>
                  <a:cubicBezTo>
                    <a:pt x="143" y="32"/>
                    <a:pt x="143" y="16"/>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7" name="Google Shape;1507;p38"/>
            <p:cNvSpPr/>
            <p:nvPr/>
          </p:nvSpPr>
          <p:spPr>
            <a:xfrm>
              <a:off x="3374936" y="1766691"/>
              <a:ext cx="8046" cy="3562"/>
            </a:xfrm>
            <a:custGeom>
              <a:avLst/>
              <a:gdLst/>
              <a:ahLst/>
              <a:cxnLst/>
              <a:rect l="l" t="t" r="r" b="b"/>
              <a:pathLst>
                <a:path w="253" h="112" extrusionOk="0">
                  <a:moveTo>
                    <a:pt x="206" y="1"/>
                  </a:moveTo>
                  <a:lnTo>
                    <a:pt x="206" y="1"/>
                  </a:lnTo>
                  <a:lnTo>
                    <a:pt x="189" y="1"/>
                  </a:lnTo>
                  <a:cubicBezTo>
                    <a:pt x="158" y="32"/>
                    <a:pt x="143" y="32"/>
                    <a:pt x="111" y="32"/>
                  </a:cubicBezTo>
                  <a:cubicBezTo>
                    <a:pt x="95" y="32"/>
                    <a:pt x="80" y="32"/>
                    <a:pt x="63" y="17"/>
                  </a:cubicBezTo>
                  <a:lnTo>
                    <a:pt x="32" y="17"/>
                  </a:lnTo>
                  <a:cubicBezTo>
                    <a:pt x="32" y="17"/>
                    <a:pt x="17" y="17"/>
                    <a:pt x="17" y="32"/>
                  </a:cubicBezTo>
                  <a:cubicBezTo>
                    <a:pt x="0" y="49"/>
                    <a:pt x="0" y="80"/>
                    <a:pt x="17" y="80"/>
                  </a:cubicBezTo>
                  <a:cubicBezTo>
                    <a:pt x="48" y="95"/>
                    <a:pt x="80" y="112"/>
                    <a:pt x="111" y="112"/>
                  </a:cubicBezTo>
                  <a:cubicBezTo>
                    <a:pt x="158" y="112"/>
                    <a:pt x="189" y="95"/>
                    <a:pt x="237" y="64"/>
                  </a:cubicBezTo>
                  <a:cubicBezTo>
                    <a:pt x="252" y="49"/>
                    <a:pt x="252" y="32"/>
                    <a:pt x="237" y="17"/>
                  </a:cubicBezTo>
                  <a:cubicBezTo>
                    <a:pt x="237" y="1"/>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8" name="Google Shape;1508;p38"/>
            <p:cNvSpPr/>
            <p:nvPr/>
          </p:nvSpPr>
          <p:spPr>
            <a:xfrm>
              <a:off x="3277235" y="1775246"/>
              <a:ext cx="6042" cy="6042"/>
            </a:xfrm>
            <a:custGeom>
              <a:avLst/>
              <a:gdLst/>
              <a:ahLst/>
              <a:cxnLst/>
              <a:rect l="l" t="t" r="r" b="b"/>
              <a:pathLst>
                <a:path w="190" h="190" extrusionOk="0">
                  <a:moveTo>
                    <a:pt x="32" y="0"/>
                  </a:moveTo>
                  <a:lnTo>
                    <a:pt x="32" y="0"/>
                  </a:lnTo>
                  <a:lnTo>
                    <a:pt x="16" y="0"/>
                  </a:lnTo>
                  <a:cubicBezTo>
                    <a:pt x="0" y="15"/>
                    <a:pt x="0" y="32"/>
                    <a:pt x="0" y="47"/>
                  </a:cubicBezTo>
                  <a:lnTo>
                    <a:pt x="47" y="158"/>
                  </a:lnTo>
                  <a:lnTo>
                    <a:pt x="63" y="141"/>
                  </a:lnTo>
                  <a:lnTo>
                    <a:pt x="79" y="126"/>
                  </a:lnTo>
                  <a:lnTo>
                    <a:pt x="95" y="126"/>
                  </a:lnTo>
                  <a:lnTo>
                    <a:pt x="110" y="141"/>
                  </a:lnTo>
                  <a:lnTo>
                    <a:pt x="142" y="189"/>
                  </a:lnTo>
                  <a:lnTo>
                    <a:pt x="173" y="158"/>
                  </a:lnTo>
                  <a:cubicBezTo>
                    <a:pt x="189" y="141"/>
                    <a:pt x="189" y="126"/>
                    <a:pt x="189" y="110"/>
                  </a:cubicBezTo>
                  <a:lnTo>
                    <a:pt x="126" y="15"/>
                  </a:lnTo>
                  <a:cubicBezTo>
                    <a:pt x="110" y="15"/>
                    <a:pt x="95" y="0"/>
                    <a:pt x="95" y="0"/>
                  </a:cubicBezTo>
                  <a:cubicBezTo>
                    <a:pt x="79" y="0"/>
                    <a:pt x="79" y="15"/>
                    <a:pt x="79" y="15"/>
                  </a:cubicBezTo>
                  <a:lnTo>
                    <a:pt x="63" y="15"/>
                  </a:lnTo>
                  <a:cubicBezTo>
                    <a:pt x="63" y="15"/>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9" name="Google Shape;1509;p38"/>
            <p:cNvSpPr/>
            <p:nvPr/>
          </p:nvSpPr>
          <p:spPr>
            <a:xfrm>
              <a:off x="3066250" y="1828358"/>
              <a:ext cx="9573" cy="6042"/>
            </a:xfrm>
            <a:custGeom>
              <a:avLst/>
              <a:gdLst/>
              <a:ahLst/>
              <a:cxnLst/>
              <a:rect l="l" t="t" r="r" b="b"/>
              <a:pathLst>
                <a:path w="301" h="190" extrusionOk="0">
                  <a:moveTo>
                    <a:pt x="32" y="0"/>
                  </a:moveTo>
                  <a:lnTo>
                    <a:pt x="32" y="0"/>
                  </a:lnTo>
                  <a:cubicBezTo>
                    <a:pt x="17" y="0"/>
                    <a:pt x="17" y="15"/>
                    <a:pt x="17" y="15"/>
                  </a:cubicBezTo>
                  <a:lnTo>
                    <a:pt x="1" y="32"/>
                  </a:lnTo>
                  <a:lnTo>
                    <a:pt x="1" y="32"/>
                  </a:lnTo>
                  <a:lnTo>
                    <a:pt x="1" y="32"/>
                  </a:lnTo>
                  <a:lnTo>
                    <a:pt x="1" y="63"/>
                  </a:lnTo>
                  <a:cubicBezTo>
                    <a:pt x="49" y="95"/>
                    <a:pt x="95" y="126"/>
                    <a:pt x="158" y="158"/>
                  </a:cubicBezTo>
                  <a:cubicBezTo>
                    <a:pt x="190" y="158"/>
                    <a:pt x="221" y="173"/>
                    <a:pt x="253" y="189"/>
                  </a:cubicBezTo>
                  <a:lnTo>
                    <a:pt x="253" y="189"/>
                  </a:lnTo>
                  <a:cubicBezTo>
                    <a:pt x="269" y="189"/>
                    <a:pt x="284" y="173"/>
                    <a:pt x="284" y="158"/>
                  </a:cubicBezTo>
                  <a:cubicBezTo>
                    <a:pt x="301" y="141"/>
                    <a:pt x="284" y="126"/>
                    <a:pt x="269" y="110"/>
                  </a:cubicBezTo>
                  <a:cubicBezTo>
                    <a:pt x="175" y="95"/>
                    <a:pt x="112" y="63"/>
                    <a:pt x="49" y="15"/>
                  </a:cubicBezTo>
                  <a:cubicBezTo>
                    <a:pt x="49"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0" name="Google Shape;1510;p38"/>
            <p:cNvSpPr/>
            <p:nvPr/>
          </p:nvSpPr>
          <p:spPr>
            <a:xfrm>
              <a:off x="3119362" y="1791275"/>
              <a:ext cx="3053" cy="4516"/>
            </a:xfrm>
            <a:custGeom>
              <a:avLst/>
              <a:gdLst/>
              <a:ahLst/>
              <a:cxnLst/>
              <a:rect l="l" t="t" r="r" b="b"/>
              <a:pathLst>
                <a:path w="96" h="142" extrusionOk="0">
                  <a:moveTo>
                    <a:pt x="95" y="15"/>
                  </a:moveTo>
                  <a:lnTo>
                    <a:pt x="95" y="15"/>
                  </a:lnTo>
                  <a:lnTo>
                    <a:pt x="95" y="15"/>
                  </a:lnTo>
                  <a:lnTo>
                    <a:pt x="95" y="15"/>
                  </a:lnTo>
                  <a:close/>
                  <a:moveTo>
                    <a:pt x="17" y="0"/>
                  </a:moveTo>
                  <a:cubicBezTo>
                    <a:pt x="1" y="15"/>
                    <a:pt x="1" y="32"/>
                    <a:pt x="1" y="32"/>
                  </a:cubicBezTo>
                  <a:lnTo>
                    <a:pt x="1" y="78"/>
                  </a:lnTo>
                  <a:cubicBezTo>
                    <a:pt x="17" y="78"/>
                    <a:pt x="17" y="78"/>
                    <a:pt x="17" y="95"/>
                  </a:cubicBezTo>
                  <a:cubicBezTo>
                    <a:pt x="32" y="95"/>
                    <a:pt x="32" y="110"/>
                    <a:pt x="32" y="126"/>
                  </a:cubicBezTo>
                  <a:lnTo>
                    <a:pt x="32" y="141"/>
                  </a:lnTo>
                  <a:lnTo>
                    <a:pt x="32" y="141"/>
                  </a:lnTo>
                  <a:lnTo>
                    <a:pt x="32" y="141"/>
                  </a:lnTo>
                  <a:lnTo>
                    <a:pt x="32" y="141"/>
                  </a:lnTo>
                  <a:lnTo>
                    <a:pt x="64" y="141"/>
                  </a:lnTo>
                  <a:lnTo>
                    <a:pt x="80" y="141"/>
                  </a:lnTo>
                  <a:lnTo>
                    <a:pt x="80" y="110"/>
                  </a:lnTo>
                  <a:lnTo>
                    <a:pt x="80" y="95"/>
                  </a:lnTo>
                  <a:lnTo>
                    <a:pt x="80" y="95"/>
                  </a:lnTo>
                  <a:lnTo>
                    <a:pt x="80" y="95"/>
                  </a:lnTo>
                  <a:lnTo>
                    <a:pt x="80" y="95"/>
                  </a:lnTo>
                  <a:lnTo>
                    <a:pt x="95" y="32"/>
                  </a:lnTo>
                  <a:cubicBezTo>
                    <a:pt x="95" y="32"/>
                    <a:pt x="95" y="47"/>
                    <a:pt x="80" y="47"/>
                  </a:cubicBezTo>
                  <a:lnTo>
                    <a:pt x="64" y="47"/>
                  </a:lnTo>
                  <a:lnTo>
                    <a:pt x="32" y="4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1" name="Google Shape;1511;p38"/>
            <p:cNvSpPr/>
            <p:nvPr/>
          </p:nvSpPr>
          <p:spPr>
            <a:xfrm>
              <a:off x="3410016" y="1781734"/>
              <a:ext cx="4548" cy="3562"/>
            </a:xfrm>
            <a:custGeom>
              <a:avLst/>
              <a:gdLst/>
              <a:ahLst/>
              <a:cxnLst/>
              <a:rect l="l" t="t" r="r" b="b"/>
              <a:pathLst>
                <a:path w="143" h="112" extrusionOk="0">
                  <a:moveTo>
                    <a:pt x="111" y="0"/>
                  </a:moveTo>
                  <a:lnTo>
                    <a:pt x="111" y="0"/>
                  </a:lnTo>
                  <a:lnTo>
                    <a:pt x="111" y="0"/>
                  </a:lnTo>
                  <a:lnTo>
                    <a:pt x="0" y="32"/>
                  </a:lnTo>
                  <a:lnTo>
                    <a:pt x="16" y="48"/>
                  </a:lnTo>
                  <a:cubicBezTo>
                    <a:pt x="16" y="63"/>
                    <a:pt x="16" y="95"/>
                    <a:pt x="0" y="95"/>
                  </a:cubicBezTo>
                  <a:lnTo>
                    <a:pt x="0" y="95"/>
                  </a:lnTo>
                  <a:cubicBezTo>
                    <a:pt x="0" y="111"/>
                    <a:pt x="0" y="111"/>
                    <a:pt x="16" y="111"/>
                  </a:cubicBezTo>
                  <a:lnTo>
                    <a:pt x="16" y="111"/>
                  </a:lnTo>
                  <a:lnTo>
                    <a:pt x="111" y="63"/>
                  </a:lnTo>
                  <a:lnTo>
                    <a:pt x="126" y="32"/>
                  </a:lnTo>
                  <a:cubicBezTo>
                    <a:pt x="126" y="17"/>
                    <a:pt x="142" y="17"/>
                    <a:pt x="142" y="17"/>
                  </a:cubicBezTo>
                  <a:cubicBezTo>
                    <a:pt x="142" y="0"/>
                    <a:pt x="142" y="0"/>
                    <a:pt x="126" y="0"/>
                  </a:cubicBezTo>
                  <a:lnTo>
                    <a:pt x="126" y="0"/>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2" name="Google Shape;1512;p38"/>
            <p:cNvSpPr/>
            <p:nvPr/>
          </p:nvSpPr>
          <p:spPr>
            <a:xfrm>
              <a:off x="3392969" y="1804283"/>
              <a:ext cx="8555" cy="4548"/>
            </a:xfrm>
            <a:custGeom>
              <a:avLst/>
              <a:gdLst/>
              <a:ahLst/>
              <a:cxnLst/>
              <a:rect l="l" t="t" r="r" b="b"/>
              <a:pathLst>
                <a:path w="269" h="143" extrusionOk="0">
                  <a:moveTo>
                    <a:pt x="206" y="32"/>
                  </a:moveTo>
                  <a:cubicBezTo>
                    <a:pt x="189" y="48"/>
                    <a:pt x="189" y="48"/>
                    <a:pt x="174" y="48"/>
                  </a:cubicBezTo>
                  <a:lnTo>
                    <a:pt x="143" y="64"/>
                  </a:lnTo>
                  <a:lnTo>
                    <a:pt x="174" y="79"/>
                  </a:lnTo>
                  <a:cubicBezTo>
                    <a:pt x="174" y="95"/>
                    <a:pt x="189" y="111"/>
                    <a:pt x="189" y="127"/>
                  </a:cubicBezTo>
                  <a:cubicBezTo>
                    <a:pt x="206" y="127"/>
                    <a:pt x="206" y="142"/>
                    <a:pt x="221" y="142"/>
                  </a:cubicBezTo>
                  <a:lnTo>
                    <a:pt x="237" y="142"/>
                  </a:lnTo>
                  <a:cubicBezTo>
                    <a:pt x="252" y="127"/>
                    <a:pt x="269" y="111"/>
                    <a:pt x="252" y="95"/>
                  </a:cubicBezTo>
                  <a:lnTo>
                    <a:pt x="252" y="79"/>
                  </a:lnTo>
                  <a:cubicBezTo>
                    <a:pt x="237" y="79"/>
                    <a:pt x="237" y="64"/>
                    <a:pt x="237" y="64"/>
                  </a:cubicBezTo>
                  <a:lnTo>
                    <a:pt x="221" y="48"/>
                  </a:lnTo>
                  <a:lnTo>
                    <a:pt x="206" y="32"/>
                  </a:lnTo>
                  <a:close/>
                  <a:moveTo>
                    <a:pt x="17" y="32"/>
                  </a:moveTo>
                  <a:lnTo>
                    <a:pt x="17" y="48"/>
                  </a:lnTo>
                  <a:lnTo>
                    <a:pt x="0" y="48"/>
                  </a:lnTo>
                  <a:lnTo>
                    <a:pt x="0" y="64"/>
                  </a:lnTo>
                  <a:cubicBezTo>
                    <a:pt x="17" y="64"/>
                    <a:pt x="17" y="79"/>
                    <a:pt x="32" y="79"/>
                  </a:cubicBezTo>
                  <a:lnTo>
                    <a:pt x="48" y="79"/>
                  </a:lnTo>
                  <a:lnTo>
                    <a:pt x="48" y="64"/>
                  </a:lnTo>
                  <a:lnTo>
                    <a:pt x="48" y="64"/>
                  </a:lnTo>
                  <a:cubicBezTo>
                    <a:pt x="32" y="64"/>
                    <a:pt x="17" y="48"/>
                    <a:pt x="17" y="32"/>
                  </a:cubicBezTo>
                  <a:lnTo>
                    <a:pt x="17" y="32"/>
                  </a:lnTo>
                  <a:close/>
                  <a:moveTo>
                    <a:pt x="111" y="1"/>
                  </a:moveTo>
                  <a:lnTo>
                    <a:pt x="95" y="1"/>
                  </a:lnTo>
                  <a:lnTo>
                    <a:pt x="95" y="1"/>
                  </a:lnTo>
                  <a:cubicBezTo>
                    <a:pt x="95" y="16"/>
                    <a:pt x="80" y="16"/>
                    <a:pt x="80" y="16"/>
                  </a:cubicBezTo>
                  <a:lnTo>
                    <a:pt x="95" y="32"/>
                  </a:lnTo>
                  <a:lnTo>
                    <a:pt x="95" y="32"/>
                  </a:lnTo>
                  <a:lnTo>
                    <a:pt x="111" y="32"/>
                  </a:lnTo>
                  <a:lnTo>
                    <a:pt x="111"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3" name="Google Shape;1513;p38"/>
            <p:cNvSpPr/>
            <p:nvPr/>
          </p:nvSpPr>
          <p:spPr>
            <a:xfrm>
              <a:off x="3312792" y="1778713"/>
              <a:ext cx="5025" cy="4580"/>
            </a:xfrm>
            <a:custGeom>
              <a:avLst/>
              <a:gdLst/>
              <a:ahLst/>
              <a:cxnLst/>
              <a:rect l="l" t="t" r="r" b="b"/>
              <a:pathLst>
                <a:path w="158" h="144" extrusionOk="0">
                  <a:moveTo>
                    <a:pt x="80" y="112"/>
                  </a:moveTo>
                  <a:lnTo>
                    <a:pt x="80" y="112"/>
                  </a:lnTo>
                  <a:lnTo>
                    <a:pt x="80" y="112"/>
                  </a:lnTo>
                  <a:close/>
                  <a:moveTo>
                    <a:pt x="80" y="1"/>
                  </a:moveTo>
                  <a:lnTo>
                    <a:pt x="63" y="1"/>
                  </a:lnTo>
                  <a:lnTo>
                    <a:pt x="48" y="1"/>
                  </a:lnTo>
                  <a:lnTo>
                    <a:pt x="0" y="64"/>
                  </a:lnTo>
                  <a:lnTo>
                    <a:pt x="0" y="80"/>
                  </a:lnTo>
                  <a:lnTo>
                    <a:pt x="32" y="95"/>
                  </a:lnTo>
                  <a:cubicBezTo>
                    <a:pt x="48" y="95"/>
                    <a:pt x="48" y="112"/>
                    <a:pt x="48" y="112"/>
                  </a:cubicBezTo>
                  <a:lnTo>
                    <a:pt x="48" y="112"/>
                  </a:lnTo>
                  <a:lnTo>
                    <a:pt x="63" y="80"/>
                  </a:lnTo>
                  <a:cubicBezTo>
                    <a:pt x="80" y="95"/>
                    <a:pt x="80" y="95"/>
                    <a:pt x="80" y="112"/>
                  </a:cubicBezTo>
                  <a:lnTo>
                    <a:pt x="80" y="112"/>
                  </a:lnTo>
                  <a:cubicBezTo>
                    <a:pt x="80" y="127"/>
                    <a:pt x="95" y="143"/>
                    <a:pt x="111" y="143"/>
                  </a:cubicBezTo>
                  <a:lnTo>
                    <a:pt x="126" y="143"/>
                  </a:lnTo>
                  <a:cubicBezTo>
                    <a:pt x="143" y="143"/>
                    <a:pt x="158" y="127"/>
                    <a:pt x="143" y="95"/>
                  </a:cubicBezTo>
                  <a:lnTo>
                    <a:pt x="143" y="80"/>
                  </a:lnTo>
                  <a:cubicBezTo>
                    <a:pt x="143" y="64"/>
                    <a:pt x="126" y="49"/>
                    <a:pt x="111" y="32"/>
                  </a:cubicBezTo>
                  <a:lnTo>
                    <a:pt x="95" y="17"/>
                  </a:lnTo>
                  <a:cubicBezTo>
                    <a:pt x="95" y="1"/>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4" name="Google Shape;1514;p38"/>
            <p:cNvSpPr/>
            <p:nvPr/>
          </p:nvSpPr>
          <p:spPr>
            <a:xfrm>
              <a:off x="3315304" y="178224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5" name="Google Shape;1515;p38"/>
            <p:cNvSpPr/>
            <p:nvPr/>
          </p:nvSpPr>
          <p:spPr>
            <a:xfrm>
              <a:off x="3455622" y="1777727"/>
              <a:ext cx="32" cy="32"/>
            </a:xfrm>
            <a:custGeom>
              <a:avLst/>
              <a:gdLst/>
              <a:ahLst/>
              <a:cxnLst/>
              <a:rect l="l" t="t" r="r" b="b"/>
              <a:pathLst>
                <a:path w="1" h="1" extrusionOk="0">
                  <a:moveTo>
                    <a:pt x="0" y="0"/>
                  </a:moveTo>
                  <a:lnTo>
                    <a:pt x="0"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6" name="Google Shape;1516;p38"/>
            <p:cNvSpPr/>
            <p:nvPr/>
          </p:nvSpPr>
          <p:spPr>
            <a:xfrm>
              <a:off x="3451615" y="1775246"/>
              <a:ext cx="4039" cy="4039"/>
            </a:xfrm>
            <a:custGeom>
              <a:avLst/>
              <a:gdLst/>
              <a:ahLst/>
              <a:cxnLst/>
              <a:rect l="l" t="t" r="r" b="b"/>
              <a:pathLst>
                <a:path w="127" h="127" extrusionOk="0">
                  <a:moveTo>
                    <a:pt x="32" y="0"/>
                  </a:moveTo>
                  <a:lnTo>
                    <a:pt x="32" y="0"/>
                  </a:lnTo>
                  <a:lnTo>
                    <a:pt x="16" y="15"/>
                  </a:lnTo>
                  <a:cubicBezTo>
                    <a:pt x="0" y="32"/>
                    <a:pt x="0" y="47"/>
                    <a:pt x="16" y="63"/>
                  </a:cubicBezTo>
                  <a:lnTo>
                    <a:pt x="16" y="78"/>
                  </a:lnTo>
                  <a:cubicBezTo>
                    <a:pt x="0" y="95"/>
                    <a:pt x="16" y="110"/>
                    <a:pt x="32" y="110"/>
                  </a:cubicBezTo>
                  <a:lnTo>
                    <a:pt x="63" y="126"/>
                  </a:lnTo>
                  <a:lnTo>
                    <a:pt x="79" y="126"/>
                  </a:lnTo>
                  <a:cubicBezTo>
                    <a:pt x="95" y="126"/>
                    <a:pt x="95" y="126"/>
                    <a:pt x="110" y="110"/>
                  </a:cubicBezTo>
                  <a:lnTo>
                    <a:pt x="126" y="95"/>
                  </a:lnTo>
                  <a:lnTo>
                    <a:pt x="126" y="78"/>
                  </a:lnTo>
                  <a:lnTo>
                    <a:pt x="126" y="78"/>
                  </a:lnTo>
                  <a:cubicBezTo>
                    <a:pt x="126" y="63"/>
                    <a:pt x="126" y="47"/>
                    <a:pt x="110" y="47"/>
                  </a:cubicBezTo>
                  <a:lnTo>
                    <a:pt x="63"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7" name="Google Shape;1517;p38"/>
            <p:cNvSpPr/>
            <p:nvPr/>
          </p:nvSpPr>
          <p:spPr>
            <a:xfrm>
              <a:off x="3332828" y="1812806"/>
              <a:ext cx="4039" cy="4039"/>
            </a:xfrm>
            <a:custGeom>
              <a:avLst/>
              <a:gdLst/>
              <a:ahLst/>
              <a:cxnLst/>
              <a:rect l="l" t="t" r="r" b="b"/>
              <a:pathLst>
                <a:path w="127" h="127" extrusionOk="0">
                  <a:moveTo>
                    <a:pt x="64" y="0"/>
                  </a:moveTo>
                  <a:lnTo>
                    <a:pt x="49" y="0"/>
                  </a:lnTo>
                  <a:cubicBezTo>
                    <a:pt x="32" y="0"/>
                    <a:pt x="32" y="17"/>
                    <a:pt x="17" y="32"/>
                  </a:cubicBezTo>
                  <a:lnTo>
                    <a:pt x="17" y="32"/>
                  </a:lnTo>
                  <a:lnTo>
                    <a:pt x="17" y="48"/>
                  </a:lnTo>
                  <a:cubicBezTo>
                    <a:pt x="32" y="48"/>
                    <a:pt x="32" y="48"/>
                    <a:pt x="32" y="63"/>
                  </a:cubicBezTo>
                  <a:cubicBezTo>
                    <a:pt x="32" y="80"/>
                    <a:pt x="32" y="95"/>
                    <a:pt x="17" y="95"/>
                  </a:cubicBezTo>
                  <a:lnTo>
                    <a:pt x="1" y="95"/>
                  </a:lnTo>
                  <a:lnTo>
                    <a:pt x="1" y="95"/>
                  </a:lnTo>
                  <a:cubicBezTo>
                    <a:pt x="1" y="111"/>
                    <a:pt x="1" y="111"/>
                    <a:pt x="17" y="126"/>
                  </a:cubicBezTo>
                  <a:cubicBezTo>
                    <a:pt x="17" y="111"/>
                    <a:pt x="32" y="111"/>
                    <a:pt x="49" y="111"/>
                  </a:cubicBezTo>
                  <a:lnTo>
                    <a:pt x="64" y="111"/>
                  </a:lnTo>
                  <a:lnTo>
                    <a:pt x="80" y="111"/>
                  </a:lnTo>
                  <a:cubicBezTo>
                    <a:pt x="95" y="111"/>
                    <a:pt x="95" y="126"/>
                    <a:pt x="112" y="126"/>
                  </a:cubicBezTo>
                  <a:lnTo>
                    <a:pt x="112" y="126"/>
                  </a:lnTo>
                  <a:cubicBezTo>
                    <a:pt x="127" y="111"/>
                    <a:pt x="127" y="111"/>
                    <a:pt x="127" y="95"/>
                  </a:cubicBezTo>
                  <a:cubicBezTo>
                    <a:pt x="127" y="80"/>
                    <a:pt x="112" y="63"/>
                    <a:pt x="95" y="63"/>
                  </a:cubicBezTo>
                  <a:lnTo>
                    <a:pt x="80" y="63"/>
                  </a:lnTo>
                  <a:lnTo>
                    <a:pt x="95" y="48"/>
                  </a:lnTo>
                  <a:cubicBezTo>
                    <a:pt x="95" y="32"/>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8" name="Google Shape;1518;p38"/>
            <p:cNvSpPr/>
            <p:nvPr/>
          </p:nvSpPr>
          <p:spPr>
            <a:xfrm>
              <a:off x="3417012" y="1764210"/>
              <a:ext cx="3053" cy="6042"/>
            </a:xfrm>
            <a:custGeom>
              <a:avLst/>
              <a:gdLst/>
              <a:ahLst/>
              <a:cxnLst/>
              <a:rect l="l" t="t" r="r" b="b"/>
              <a:pathLst>
                <a:path w="96" h="190" extrusionOk="0">
                  <a:moveTo>
                    <a:pt x="32" y="0"/>
                  </a:moveTo>
                  <a:lnTo>
                    <a:pt x="1" y="0"/>
                  </a:lnTo>
                  <a:lnTo>
                    <a:pt x="17" y="158"/>
                  </a:lnTo>
                  <a:lnTo>
                    <a:pt x="17" y="158"/>
                  </a:lnTo>
                  <a:lnTo>
                    <a:pt x="32" y="158"/>
                  </a:lnTo>
                  <a:cubicBezTo>
                    <a:pt x="49" y="173"/>
                    <a:pt x="49" y="173"/>
                    <a:pt x="49" y="190"/>
                  </a:cubicBezTo>
                  <a:lnTo>
                    <a:pt x="49" y="190"/>
                  </a:lnTo>
                  <a:lnTo>
                    <a:pt x="64" y="190"/>
                  </a:lnTo>
                  <a:lnTo>
                    <a:pt x="64" y="190"/>
                  </a:lnTo>
                  <a:cubicBezTo>
                    <a:pt x="64" y="173"/>
                    <a:pt x="80" y="173"/>
                    <a:pt x="80" y="173"/>
                  </a:cubicBezTo>
                  <a:cubicBezTo>
                    <a:pt x="95" y="158"/>
                    <a:pt x="95" y="158"/>
                    <a:pt x="95" y="142"/>
                  </a:cubicBezTo>
                  <a:lnTo>
                    <a:pt x="80" y="47"/>
                  </a:lnTo>
                  <a:lnTo>
                    <a:pt x="64" y="64"/>
                  </a:lnTo>
                  <a:lnTo>
                    <a:pt x="49" y="64"/>
                  </a:lnTo>
                  <a:cubicBezTo>
                    <a:pt x="32" y="64"/>
                    <a:pt x="17" y="64"/>
                    <a:pt x="17" y="47"/>
                  </a:cubicBezTo>
                  <a:cubicBezTo>
                    <a:pt x="1" y="32"/>
                    <a:pt x="17" y="16"/>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9" name="Google Shape;1519;p38"/>
            <p:cNvSpPr/>
            <p:nvPr/>
          </p:nvSpPr>
          <p:spPr>
            <a:xfrm>
              <a:off x="3343864" y="1789272"/>
              <a:ext cx="3562" cy="2512"/>
            </a:xfrm>
            <a:custGeom>
              <a:avLst/>
              <a:gdLst/>
              <a:ahLst/>
              <a:cxnLst/>
              <a:rect l="l" t="t" r="r" b="b"/>
              <a:pathLst>
                <a:path w="112" h="79" extrusionOk="0">
                  <a:moveTo>
                    <a:pt x="80" y="0"/>
                  </a:moveTo>
                  <a:lnTo>
                    <a:pt x="80" y="0"/>
                  </a:lnTo>
                  <a:lnTo>
                    <a:pt x="63" y="0"/>
                  </a:lnTo>
                  <a:lnTo>
                    <a:pt x="63" y="0"/>
                  </a:lnTo>
                  <a:lnTo>
                    <a:pt x="0" y="32"/>
                  </a:lnTo>
                  <a:lnTo>
                    <a:pt x="0" y="32"/>
                  </a:lnTo>
                  <a:lnTo>
                    <a:pt x="48" y="47"/>
                  </a:lnTo>
                  <a:cubicBezTo>
                    <a:pt x="48" y="63"/>
                    <a:pt x="63" y="63"/>
                    <a:pt x="63" y="78"/>
                  </a:cubicBezTo>
                  <a:lnTo>
                    <a:pt x="80" y="78"/>
                  </a:lnTo>
                  <a:cubicBezTo>
                    <a:pt x="80" y="63"/>
                    <a:pt x="95" y="32"/>
                    <a:pt x="111" y="32"/>
                  </a:cubicBezTo>
                  <a:lnTo>
                    <a:pt x="111" y="32"/>
                  </a:lnTo>
                  <a:cubicBezTo>
                    <a:pt x="111" y="15"/>
                    <a:pt x="111"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0" name="Google Shape;1520;p38"/>
            <p:cNvSpPr/>
            <p:nvPr/>
          </p:nvSpPr>
          <p:spPr>
            <a:xfrm>
              <a:off x="3415518" y="1785741"/>
              <a:ext cx="5057" cy="2544"/>
            </a:xfrm>
            <a:custGeom>
              <a:avLst/>
              <a:gdLst/>
              <a:ahLst/>
              <a:cxnLst/>
              <a:rect l="l" t="t" r="r" b="b"/>
              <a:pathLst>
                <a:path w="159" h="80" extrusionOk="0">
                  <a:moveTo>
                    <a:pt x="111" y="0"/>
                  </a:moveTo>
                  <a:lnTo>
                    <a:pt x="79" y="0"/>
                  </a:lnTo>
                  <a:lnTo>
                    <a:pt x="79" y="0"/>
                  </a:lnTo>
                  <a:cubicBezTo>
                    <a:pt x="79" y="17"/>
                    <a:pt x="64" y="32"/>
                    <a:pt x="64" y="32"/>
                  </a:cubicBezTo>
                  <a:lnTo>
                    <a:pt x="32" y="48"/>
                  </a:lnTo>
                  <a:lnTo>
                    <a:pt x="16" y="48"/>
                  </a:lnTo>
                  <a:lnTo>
                    <a:pt x="1" y="48"/>
                  </a:lnTo>
                  <a:lnTo>
                    <a:pt x="1" y="80"/>
                  </a:lnTo>
                  <a:lnTo>
                    <a:pt x="1" y="80"/>
                  </a:lnTo>
                  <a:cubicBezTo>
                    <a:pt x="16" y="80"/>
                    <a:pt x="16" y="63"/>
                    <a:pt x="32" y="63"/>
                  </a:cubicBezTo>
                  <a:lnTo>
                    <a:pt x="32" y="63"/>
                  </a:lnTo>
                  <a:lnTo>
                    <a:pt x="48" y="63"/>
                  </a:lnTo>
                  <a:lnTo>
                    <a:pt x="64" y="80"/>
                  </a:lnTo>
                  <a:lnTo>
                    <a:pt x="159" y="17"/>
                  </a:lnTo>
                  <a:cubicBezTo>
                    <a:pt x="142" y="0"/>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1" name="Google Shape;1521;p38"/>
            <p:cNvSpPr/>
            <p:nvPr/>
          </p:nvSpPr>
          <p:spPr>
            <a:xfrm>
              <a:off x="3446081" y="1791752"/>
              <a:ext cx="2035" cy="2035"/>
            </a:xfrm>
            <a:custGeom>
              <a:avLst/>
              <a:gdLst/>
              <a:ahLst/>
              <a:cxnLst/>
              <a:rect l="l" t="t" r="r" b="b"/>
              <a:pathLst>
                <a:path w="64" h="64" extrusionOk="0">
                  <a:moveTo>
                    <a:pt x="48" y="0"/>
                  </a:moveTo>
                  <a:lnTo>
                    <a:pt x="32" y="0"/>
                  </a:lnTo>
                  <a:cubicBezTo>
                    <a:pt x="32" y="17"/>
                    <a:pt x="17" y="32"/>
                    <a:pt x="0" y="48"/>
                  </a:cubicBezTo>
                  <a:cubicBezTo>
                    <a:pt x="0" y="48"/>
                    <a:pt x="17" y="63"/>
                    <a:pt x="32" y="63"/>
                  </a:cubicBezTo>
                  <a:lnTo>
                    <a:pt x="32" y="48"/>
                  </a:lnTo>
                  <a:lnTo>
                    <a:pt x="63" y="48"/>
                  </a:lnTo>
                  <a:lnTo>
                    <a:pt x="63" y="48"/>
                  </a:lnTo>
                  <a:lnTo>
                    <a:pt x="63" y="48"/>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2" name="Google Shape;1522;p38"/>
            <p:cNvSpPr/>
            <p:nvPr/>
          </p:nvSpPr>
          <p:spPr>
            <a:xfrm>
              <a:off x="3190538" y="1788254"/>
              <a:ext cx="5534" cy="7537"/>
            </a:xfrm>
            <a:custGeom>
              <a:avLst/>
              <a:gdLst/>
              <a:ahLst/>
              <a:cxnLst/>
              <a:rect l="l" t="t" r="r" b="b"/>
              <a:pathLst>
                <a:path w="174" h="237" extrusionOk="0">
                  <a:moveTo>
                    <a:pt x="126" y="1"/>
                  </a:moveTo>
                  <a:lnTo>
                    <a:pt x="126" y="16"/>
                  </a:lnTo>
                  <a:cubicBezTo>
                    <a:pt x="126" y="32"/>
                    <a:pt x="111" y="47"/>
                    <a:pt x="95" y="47"/>
                  </a:cubicBezTo>
                  <a:lnTo>
                    <a:pt x="79" y="64"/>
                  </a:lnTo>
                  <a:lnTo>
                    <a:pt x="79" y="64"/>
                  </a:lnTo>
                  <a:cubicBezTo>
                    <a:pt x="79" y="79"/>
                    <a:pt x="63" y="79"/>
                    <a:pt x="48" y="79"/>
                  </a:cubicBezTo>
                  <a:lnTo>
                    <a:pt x="63" y="95"/>
                  </a:lnTo>
                  <a:cubicBezTo>
                    <a:pt x="79" y="110"/>
                    <a:pt x="79" y="127"/>
                    <a:pt x="63" y="142"/>
                  </a:cubicBezTo>
                  <a:cubicBezTo>
                    <a:pt x="48" y="142"/>
                    <a:pt x="48" y="158"/>
                    <a:pt x="32" y="158"/>
                  </a:cubicBezTo>
                  <a:lnTo>
                    <a:pt x="16" y="142"/>
                  </a:lnTo>
                  <a:lnTo>
                    <a:pt x="16" y="142"/>
                  </a:lnTo>
                  <a:cubicBezTo>
                    <a:pt x="0" y="158"/>
                    <a:pt x="0" y="173"/>
                    <a:pt x="16" y="190"/>
                  </a:cubicBezTo>
                  <a:lnTo>
                    <a:pt x="16" y="221"/>
                  </a:lnTo>
                  <a:lnTo>
                    <a:pt x="0" y="236"/>
                  </a:lnTo>
                  <a:cubicBezTo>
                    <a:pt x="16" y="221"/>
                    <a:pt x="32" y="205"/>
                    <a:pt x="48" y="205"/>
                  </a:cubicBezTo>
                  <a:lnTo>
                    <a:pt x="48" y="205"/>
                  </a:lnTo>
                  <a:lnTo>
                    <a:pt x="63" y="205"/>
                  </a:lnTo>
                  <a:lnTo>
                    <a:pt x="79" y="205"/>
                  </a:lnTo>
                  <a:lnTo>
                    <a:pt x="79" y="173"/>
                  </a:lnTo>
                  <a:cubicBezTo>
                    <a:pt x="79" y="158"/>
                    <a:pt x="79" y="158"/>
                    <a:pt x="95" y="142"/>
                  </a:cubicBezTo>
                  <a:lnTo>
                    <a:pt x="79" y="142"/>
                  </a:lnTo>
                  <a:cubicBezTo>
                    <a:pt x="79" y="110"/>
                    <a:pt x="79" y="95"/>
                    <a:pt x="95" y="95"/>
                  </a:cubicBezTo>
                  <a:lnTo>
                    <a:pt x="111" y="79"/>
                  </a:lnTo>
                  <a:lnTo>
                    <a:pt x="111" y="79"/>
                  </a:lnTo>
                  <a:cubicBezTo>
                    <a:pt x="126" y="79"/>
                    <a:pt x="142" y="95"/>
                    <a:pt x="142" y="95"/>
                  </a:cubicBezTo>
                  <a:cubicBezTo>
                    <a:pt x="142" y="110"/>
                    <a:pt x="158" y="110"/>
                    <a:pt x="158" y="110"/>
                  </a:cubicBezTo>
                  <a:lnTo>
                    <a:pt x="174" y="95"/>
                  </a:lnTo>
                  <a:cubicBezTo>
                    <a:pt x="158" y="79"/>
                    <a:pt x="158" y="79"/>
                    <a:pt x="158" y="64"/>
                  </a:cubicBezTo>
                  <a:lnTo>
                    <a:pt x="158" y="64"/>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3" name="Google Shape;1523;p38"/>
            <p:cNvSpPr/>
            <p:nvPr/>
          </p:nvSpPr>
          <p:spPr>
            <a:xfrm>
              <a:off x="3294759" y="1823811"/>
              <a:ext cx="5025" cy="2576"/>
            </a:xfrm>
            <a:custGeom>
              <a:avLst/>
              <a:gdLst/>
              <a:ahLst/>
              <a:cxnLst/>
              <a:rect l="l" t="t" r="r" b="b"/>
              <a:pathLst>
                <a:path w="158" h="81" extrusionOk="0">
                  <a:moveTo>
                    <a:pt x="17" y="1"/>
                  </a:moveTo>
                  <a:cubicBezTo>
                    <a:pt x="32" y="17"/>
                    <a:pt x="32" y="17"/>
                    <a:pt x="32" y="32"/>
                  </a:cubicBezTo>
                  <a:cubicBezTo>
                    <a:pt x="32" y="49"/>
                    <a:pt x="17" y="64"/>
                    <a:pt x="0" y="64"/>
                  </a:cubicBezTo>
                  <a:lnTo>
                    <a:pt x="0" y="64"/>
                  </a:lnTo>
                  <a:lnTo>
                    <a:pt x="0" y="80"/>
                  </a:lnTo>
                  <a:lnTo>
                    <a:pt x="32" y="80"/>
                  </a:lnTo>
                  <a:lnTo>
                    <a:pt x="32" y="80"/>
                  </a:lnTo>
                  <a:cubicBezTo>
                    <a:pt x="80" y="80"/>
                    <a:pt x="111" y="80"/>
                    <a:pt x="158" y="64"/>
                  </a:cubicBezTo>
                  <a:cubicBezTo>
                    <a:pt x="143" y="49"/>
                    <a:pt x="126" y="49"/>
                    <a:pt x="111" y="32"/>
                  </a:cubicBezTo>
                  <a:lnTo>
                    <a:pt x="95" y="32"/>
                  </a:lnTo>
                  <a:lnTo>
                    <a:pt x="80" y="32"/>
                  </a:lnTo>
                  <a:cubicBezTo>
                    <a:pt x="63" y="17"/>
                    <a:pt x="63" y="17"/>
                    <a:pt x="4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4" name="Google Shape;1524;p38"/>
            <p:cNvSpPr/>
            <p:nvPr/>
          </p:nvSpPr>
          <p:spPr>
            <a:xfrm>
              <a:off x="3113891" y="1792738"/>
              <a:ext cx="6520" cy="4039"/>
            </a:xfrm>
            <a:custGeom>
              <a:avLst/>
              <a:gdLst/>
              <a:ahLst/>
              <a:cxnLst/>
              <a:rect l="l" t="t" r="r" b="b"/>
              <a:pathLst>
                <a:path w="205" h="127" extrusionOk="0">
                  <a:moveTo>
                    <a:pt x="95" y="1"/>
                  </a:moveTo>
                  <a:lnTo>
                    <a:pt x="95" y="17"/>
                  </a:lnTo>
                  <a:cubicBezTo>
                    <a:pt x="95" y="32"/>
                    <a:pt x="78" y="49"/>
                    <a:pt x="63" y="49"/>
                  </a:cubicBezTo>
                  <a:lnTo>
                    <a:pt x="63" y="49"/>
                  </a:lnTo>
                  <a:cubicBezTo>
                    <a:pt x="47" y="49"/>
                    <a:pt x="32" y="32"/>
                    <a:pt x="32" y="32"/>
                  </a:cubicBezTo>
                  <a:cubicBezTo>
                    <a:pt x="15" y="32"/>
                    <a:pt x="15" y="49"/>
                    <a:pt x="0" y="49"/>
                  </a:cubicBezTo>
                  <a:lnTo>
                    <a:pt x="15" y="49"/>
                  </a:lnTo>
                  <a:lnTo>
                    <a:pt x="15" y="64"/>
                  </a:lnTo>
                  <a:lnTo>
                    <a:pt x="32" y="64"/>
                  </a:lnTo>
                  <a:lnTo>
                    <a:pt x="47" y="64"/>
                  </a:lnTo>
                  <a:lnTo>
                    <a:pt x="63" y="64"/>
                  </a:lnTo>
                  <a:lnTo>
                    <a:pt x="63" y="64"/>
                  </a:lnTo>
                  <a:lnTo>
                    <a:pt x="78" y="64"/>
                  </a:lnTo>
                  <a:lnTo>
                    <a:pt x="78" y="64"/>
                  </a:lnTo>
                  <a:cubicBezTo>
                    <a:pt x="95" y="80"/>
                    <a:pt x="110" y="95"/>
                    <a:pt x="110" y="112"/>
                  </a:cubicBezTo>
                  <a:lnTo>
                    <a:pt x="110" y="127"/>
                  </a:lnTo>
                  <a:lnTo>
                    <a:pt x="173" y="95"/>
                  </a:lnTo>
                  <a:lnTo>
                    <a:pt x="204" y="95"/>
                  </a:lnTo>
                  <a:lnTo>
                    <a:pt x="204" y="80"/>
                  </a:lnTo>
                  <a:cubicBezTo>
                    <a:pt x="204" y="64"/>
                    <a:pt x="204" y="49"/>
                    <a:pt x="189" y="49"/>
                  </a:cubicBezTo>
                  <a:cubicBezTo>
                    <a:pt x="189" y="32"/>
                    <a:pt x="189" y="32"/>
                    <a:pt x="173" y="32"/>
                  </a:cubicBezTo>
                  <a:cubicBezTo>
                    <a:pt x="158"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5" name="Google Shape;1525;p38"/>
            <p:cNvSpPr/>
            <p:nvPr/>
          </p:nvSpPr>
          <p:spPr>
            <a:xfrm>
              <a:off x="3265213" y="1807304"/>
              <a:ext cx="8523" cy="7060"/>
            </a:xfrm>
            <a:custGeom>
              <a:avLst/>
              <a:gdLst/>
              <a:ahLst/>
              <a:cxnLst/>
              <a:rect l="l" t="t" r="r" b="b"/>
              <a:pathLst>
                <a:path w="268" h="222" extrusionOk="0">
                  <a:moveTo>
                    <a:pt x="236" y="0"/>
                  </a:moveTo>
                  <a:lnTo>
                    <a:pt x="236" y="0"/>
                  </a:lnTo>
                  <a:lnTo>
                    <a:pt x="221" y="0"/>
                  </a:lnTo>
                  <a:cubicBezTo>
                    <a:pt x="204" y="0"/>
                    <a:pt x="173" y="16"/>
                    <a:pt x="158" y="47"/>
                  </a:cubicBezTo>
                  <a:lnTo>
                    <a:pt x="158" y="95"/>
                  </a:lnTo>
                  <a:lnTo>
                    <a:pt x="15" y="158"/>
                  </a:lnTo>
                  <a:cubicBezTo>
                    <a:pt x="0" y="173"/>
                    <a:pt x="0" y="190"/>
                    <a:pt x="0" y="205"/>
                  </a:cubicBezTo>
                  <a:cubicBezTo>
                    <a:pt x="0" y="221"/>
                    <a:pt x="15" y="221"/>
                    <a:pt x="32" y="221"/>
                  </a:cubicBezTo>
                  <a:lnTo>
                    <a:pt x="32" y="221"/>
                  </a:lnTo>
                  <a:lnTo>
                    <a:pt x="32" y="205"/>
                  </a:lnTo>
                  <a:cubicBezTo>
                    <a:pt x="32" y="190"/>
                    <a:pt x="47" y="173"/>
                    <a:pt x="63" y="173"/>
                  </a:cubicBezTo>
                  <a:lnTo>
                    <a:pt x="63" y="173"/>
                  </a:lnTo>
                  <a:lnTo>
                    <a:pt x="63" y="173"/>
                  </a:lnTo>
                  <a:cubicBezTo>
                    <a:pt x="95" y="173"/>
                    <a:pt x="110" y="173"/>
                    <a:pt x="126" y="190"/>
                  </a:cubicBezTo>
                  <a:lnTo>
                    <a:pt x="204" y="158"/>
                  </a:lnTo>
                  <a:cubicBezTo>
                    <a:pt x="221" y="158"/>
                    <a:pt x="221" y="142"/>
                    <a:pt x="221" y="142"/>
                  </a:cubicBezTo>
                  <a:lnTo>
                    <a:pt x="221" y="127"/>
                  </a:lnTo>
                  <a:cubicBezTo>
                    <a:pt x="221" y="127"/>
                    <a:pt x="221" y="110"/>
                    <a:pt x="236" y="110"/>
                  </a:cubicBezTo>
                  <a:lnTo>
                    <a:pt x="221" y="110"/>
                  </a:lnTo>
                  <a:lnTo>
                    <a:pt x="221" y="79"/>
                  </a:lnTo>
                  <a:cubicBezTo>
                    <a:pt x="221" y="79"/>
                    <a:pt x="221" y="63"/>
                    <a:pt x="252" y="63"/>
                  </a:cubicBezTo>
                  <a:cubicBezTo>
                    <a:pt x="267" y="63"/>
                    <a:pt x="267" y="32"/>
                    <a:pt x="267" y="16"/>
                  </a:cubicBezTo>
                  <a:cubicBezTo>
                    <a:pt x="267" y="0"/>
                    <a:pt x="252" y="0"/>
                    <a:pt x="23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6" name="Google Shape;1526;p38"/>
            <p:cNvSpPr/>
            <p:nvPr/>
          </p:nvSpPr>
          <p:spPr>
            <a:xfrm>
              <a:off x="3410016" y="1768218"/>
              <a:ext cx="6551" cy="5534"/>
            </a:xfrm>
            <a:custGeom>
              <a:avLst/>
              <a:gdLst/>
              <a:ahLst/>
              <a:cxnLst/>
              <a:rect l="l" t="t" r="r" b="b"/>
              <a:pathLst>
                <a:path w="206" h="174" extrusionOk="0">
                  <a:moveTo>
                    <a:pt x="174" y="1"/>
                  </a:moveTo>
                  <a:lnTo>
                    <a:pt x="158" y="1"/>
                  </a:lnTo>
                  <a:lnTo>
                    <a:pt x="158" y="1"/>
                  </a:lnTo>
                  <a:cubicBezTo>
                    <a:pt x="142" y="1"/>
                    <a:pt x="126" y="16"/>
                    <a:pt x="126" y="32"/>
                  </a:cubicBezTo>
                  <a:lnTo>
                    <a:pt x="126" y="32"/>
                  </a:lnTo>
                  <a:cubicBezTo>
                    <a:pt x="142" y="79"/>
                    <a:pt x="111" y="95"/>
                    <a:pt x="48" y="95"/>
                  </a:cubicBezTo>
                  <a:lnTo>
                    <a:pt x="32" y="110"/>
                  </a:lnTo>
                  <a:cubicBezTo>
                    <a:pt x="16" y="110"/>
                    <a:pt x="0" y="127"/>
                    <a:pt x="16" y="142"/>
                  </a:cubicBezTo>
                  <a:lnTo>
                    <a:pt x="16" y="158"/>
                  </a:lnTo>
                  <a:lnTo>
                    <a:pt x="32" y="158"/>
                  </a:lnTo>
                  <a:cubicBezTo>
                    <a:pt x="32" y="173"/>
                    <a:pt x="32" y="173"/>
                    <a:pt x="48" y="173"/>
                  </a:cubicBezTo>
                  <a:lnTo>
                    <a:pt x="48" y="173"/>
                  </a:lnTo>
                  <a:lnTo>
                    <a:pt x="63" y="173"/>
                  </a:lnTo>
                  <a:cubicBezTo>
                    <a:pt x="79" y="173"/>
                    <a:pt x="95" y="158"/>
                    <a:pt x="111" y="158"/>
                  </a:cubicBezTo>
                  <a:cubicBezTo>
                    <a:pt x="142" y="142"/>
                    <a:pt x="174" y="127"/>
                    <a:pt x="189" y="110"/>
                  </a:cubicBezTo>
                  <a:cubicBezTo>
                    <a:pt x="189" y="95"/>
                    <a:pt x="205" y="64"/>
                    <a:pt x="205" y="32"/>
                  </a:cubicBezTo>
                  <a:cubicBezTo>
                    <a:pt x="205" y="16"/>
                    <a:pt x="189" y="16"/>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7" name="Google Shape;1527;p38"/>
            <p:cNvSpPr/>
            <p:nvPr/>
          </p:nvSpPr>
          <p:spPr>
            <a:xfrm>
              <a:off x="3028689" y="1806287"/>
              <a:ext cx="4516" cy="5057"/>
            </a:xfrm>
            <a:custGeom>
              <a:avLst/>
              <a:gdLst/>
              <a:ahLst/>
              <a:cxnLst/>
              <a:rect l="l" t="t" r="r" b="b"/>
              <a:pathLst>
                <a:path w="142" h="159" extrusionOk="0">
                  <a:moveTo>
                    <a:pt x="142" y="1"/>
                  </a:moveTo>
                  <a:lnTo>
                    <a:pt x="127" y="32"/>
                  </a:lnTo>
                  <a:lnTo>
                    <a:pt x="110" y="48"/>
                  </a:lnTo>
                  <a:cubicBezTo>
                    <a:pt x="95" y="48"/>
                    <a:pt x="95" y="48"/>
                    <a:pt x="95" y="32"/>
                  </a:cubicBezTo>
                  <a:cubicBezTo>
                    <a:pt x="79" y="64"/>
                    <a:pt x="64" y="64"/>
                    <a:pt x="32" y="79"/>
                  </a:cubicBezTo>
                  <a:lnTo>
                    <a:pt x="16" y="95"/>
                  </a:lnTo>
                  <a:cubicBezTo>
                    <a:pt x="1" y="111"/>
                    <a:pt x="1" y="127"/>
                    <a:pt x="1" y="142"/>
                  </a:cubicBezTo>
                  <a:cubicBezTo>
                    <a:pt x="16" y="159"/>
                    <a:pt x="32" y="159"/>
                    <a:pt x="32" y="159"/>
                  </a:cubicBezTo>
                  <a:lnTo>
                    <a:pt x="47" y="159"/>
                  </a:lnTo>
                  <a:lnTo>
                    <a:pt x="64" y="142"/>
                  </a:lnTo>
                  <a:cubicBezTo>
                    <a:pt x="95" y="127"/>
                    <a:pt x="110" y="111"/>
                    <a:pt x="127" y="95"/>
                  </a:cubicBezTo>
                  <a:lnTo>
                    <a:pt x="127" y="79"/>
                  </a:lnTo>
                  <a:lnTo>
                    <a:pt x="142" y="48"/>
                  </a:lnTo>
                  <a:lnTo>
                    <a:pt x="14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8" name="Google Shape;1528;p38"/>
            <p:cNvSpPr/>
            <p:nvPr/>
          </p:nvSpPr>
          <p:spPr>
            <a:xfrm>
              <a:off x="3085300" y="1796269"/>
              <a:ext cx="2544" cy="3053"/>
            </a:xfrm>
            <a:custGeom>
              <a:avLst/>
              <a:gdLst/>
              <a:ahLst/>
              <a:cxnLst/>
              <a:rect l="l" t="t" r="r" b="b"/>
              <a:pathLst>
                <a:path w="80" h="96" extrusionOk="0">
                  <a:moveTo>
                    <a:pt x="32" y="1"/>
                  </a:moveTo>
                  <a:lnTo>
                    <a:pt x="32" y="1"/>
                  </a:lnTo>
                  <a:lnTo>
                    <a:pt x="17" y="1"/>
                  </a:lnTo>
                  <a:lnTo>
                    <a:pt x="17" y="1"/>
                  </a:lnTo>
                  <a:lnTo>
                    <a:pt x="32" y="32"/>
                  </a:lnTo>
                  <a:cubicBezTo>
                    <a:pt x="32" y="47"/>
                    <a:pt x="32" y="64"/>
                    <a:pt x="17" y="79"/>
                  </a:cubicBezTo>
                  <a:lnTo>
                    <a:pt x="0" y="79"/>
                  </a:lnTo>
                  <a:cubicBezTo>
                    <a:pt x="0" y="95"/>
                    <a:pt x="0" y="95"/>
                    <a:pt x="17" y="95"/>
                  </a:cubicBezTo>
                  <a:lnTo>
                    <a:pt x="32" y="95"/>
                  </a:lnTo>
                  <a:lnTo>
                    <a:pt x="63" y="95"/>
                  </a:lnTo>
                  <a:cubicBezTo>
                    <a:pt x="80" y="64"/>
                    <a:pt x="80" y="32"/>
                    <a:pt x="63" y="16"/>
                  </a:cubicBezTo>
                  <a:lnTo>
                    <a:pt x="63" y="16"/>
                  </a:lnTo>
                  <a:lnTo>
                    <a:pt x="63" y="16"/>
                  </a:lnTo>
                  <a:cubicBezTo>
                    <a:pt x="48"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9" name="Google Shape;1529;p38"/>
            <p:cNvSpPr/>
            <p:nvPr/>
          </p:nvSpPr>
          <p:spPr>
            <a:xfrm>
              <a:off x="3106863" y="1800276"/>
              <a:ext cx="3053" cy="4039"/>
            </a:xfrm>
            <a:custGeom>
              <a:avLst/>
              <a:gdLst/>
              <a:ahLst/>
              <a:cxnLst/>
              <a:rect l="l" t="t" r="r" b="b"/>
              <a:pathLst>
                <a:path w="96" h="127" extrusionOk="0">
                  <a:moveTo>
                    <a:pt x="47" y="1"/>
                  </a:moveTo>
                  <a:lnTo>
                    <a:pt x="16" y="48"/>
                  </a:lnTo>
                  <a:cubicBezTo>
                    <a:pt x="0" y="48"/>
                    <a:pt x="0" y="64"/>
                    <a:pt x="0" y="64"/>
                  </a:cubicBezTo>
                  <a:lnTo>
                    <a:pt x="32" y="111"/>
                  </a:lnTo>
                  <a:cubicBezTo>
                    <a:pt x="32" y="111"/>
                    <a:pt x="47" y="127"/>
                    <a:pt x="64" y="127"/>
                  </a:cubicBezTo>
                  <a:lnTo>
                    <a:pt x="79" y="111"/>
                  </a:lnTo>
                  <a:cubicBezTo>
                    <a:pt x="95" y="111"/>
                    <a:pt x="95" y="79"/>
                    <a:pt x="79"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0" name="Google Shape;1530;p38"/>
            <p:cNvSpPr/>
            <p:nvPr/>
          </p:nvSpPr>
          <p:spPr>
            <a:xfrm>
              <a:off x="3417521" y="1783738"/>
              <a:ext cx="6551" cy="6042"/>
            </a:xfrm>
            <a:custGeom>
              <a:avLst/>
              <a:gdLst/>
              <a:ahLst/>
              <a:cxnLst/>
              <a:rect l="l" t="t" r="r" b="b"/>
              <a:pathLst>
                <a:path w="206" h="190" extrusionOk="0">
                  <a:moveTo>
                    <a:pt x="142" y="0"/>
                  </a:moveTo>
                  <a:cubicBezTo>
                    <a:pt x="142" y="17"/>
                    <a:pt x="127" y="32"/>
                    <a:pt x="127" y="32"/>
                  </a:cubicBezTo>
                  <a:cubicBezTo>
                    <a:pt x="111" y="48"/>
                    <a:pt x="96" y="48"/>
                    <a:pt x="79" y="48"/>
                  </a:cubicBezTo>
                  <a:lnTo>
                    <a:pt x="111" y="63"/>
                  </a:lnTo>
                  <a:lnTo>
                    <a:pt x="96" y="80"/>
                  </a:lnTo>
                  <a:lnTo>
                    <a:pt x="1" y="143"/>
                  </a:lnTo>
                  <a:lnTo>
                    <a:pt x="16" y="143"/>
                  </a:lnTo>
                  <a:cubicBezTo>
                    <a:pt x="33" y="143"/>
                    <a:pt x="33" y="174"/>
                    <a:pt x="33" y="189"/>
                  </a:cubicBezTo>
                  <a:lnTo>
                    <a:pt x="33" y="189"/>
                  </a:lnTo>
                  <a:lnTo>
                    <a:pt x="33" y="189"/>
                  </a:lnTo>
                  <a:lnTo>
                    <a:pt x="33" y="189"/>
                  </a:lnTo>
                  <a:lnTo>
                    <a:pt x="48" y="189"/>
                  </a:lnTo>
                  <a:lnTo>
                    <a:pt x="48" y="189"/>
                  </a:lnTo>
                  <a:lnTo>
                    <a:pt x="64" y="174"/>
                  </a:lnTo>
                  <a:cubicBezTo>
                    <a:pt x="48" y="174"/>
                    <a:pt x="48" y="158"/>
                    <a:pt x="48" y="143"/>
                  </a:cubicBezTo>
                  <a:cubicBezTo>
                    <a:pt x="48" y="126"/>
                    <a:pt x="64" y="111"/>
                    <a:pt x="79" y="111"/>
                  </a:cubicBezTo>
                  <a:lnTo>
                    <a:pt x="79" y="111"/>
                  </a:lnTo>
                  <a:lnTo>
                    <a:pt x="96" y="111"/>
                  </a:lnTo>
                  <a:lnTo>
                    <a:pt x="142" y="126"/>
                  </a:lnTo>
                  <a:lnTo>
                    <a:pt x="142" y="126"/>
                  </a:lnTo>
                  <a:lnTo>
                    <a:pt x="190" y="95"/>
                  </a:lnTo>
                  <a:cubicBezTo>
                    <a:pt x="205" y="95"/>
                    <a:pt x="205" y="80"/>
                    <a:pt x="205" y="80"/>
                  </a:cubicBezTo>
                  <a:lnTo>
                    <a:pt x="205" y="63"/>
                  </a:lnTo>
                  <a:lnTo>
                    <a:pt x="190" y="63"/>
                  </a:lnTo>
                  <a:cubicBezTo>
                    <a:pt x="174" y="63"/>
                    <a:pt x="159" y="48"/>
                    <a:pt x="159" y="32"/>
                  </a:cubicBezTo>
                  <a:lnTo>
                    <a:pt x="15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1" name="Google Shape;1531;p38"/>
            <p:cNvSpPr/>
            <p:nvPr/>
          </p:nvSpPr>
          <p:spPr>
            <a:xfrm>
              <a:off x="3302296" y="1809785"/>
              <a:ext cx="4516" cy="4039"/>
            </a:xfrm>
            <a:custGeom>
              <a:avLst/>
              <a:gdLst/>
              <a:ahLst/>
              <a:cxnLst/>
              <a:rect l="l" t="t" r="r" b="b"/>
              <a:pathLst>
                <a:path w="142" h="127" extrusionOk="0">
                  <a:moveTo>
                    <a:pt x="78" y="1"/>
                  </a:moveTo>
                  <a:lnTo>
                    <a:pt x="78" y="1"/>
                  </a:lnTo>
                  <a:lnTo>
                    <a:pt x="63" y="1"/>
                  </a:lnTo>
                  <a:lnTo>
                    <a:pt x="15" y="32"/>
                  </a:lnTo>
                  <a:cubicBezTo>
                    <a:pt x="15" y="32"/>
                    <a:pt x="15" y="49"/>
                    <a:pt x="0" y="49"/>
                  </a:cubicBezTo>
                  <a:cubicBezTo>
                    <a:pt x="15" y="49"/>
                    <a:pt x="15" y="49"/>
                    <a:pt x="15" y="64"/>
                  </a:cubicBezTo>
                  <a:lnTo>
                    <a:pt x="15" y="80"/>
                  </a:lnTo>
                  <a:lnTo>
                    <a:pt x="15" y="95"/>
                  </a:lnTo>
                  <a:lnTo>
                    <a:pt x="32" y="80"/>
                  </a:lnTo>
                  <a:lnTo>
                    <a:pt x="47" y="80"/>
                  </a:lnTo>
                  <a:lnTo>
                    <a:pt x="47" y="80"/>
                  </a:lnTo>
                  <a:lnTo>
                    <a:pt x="78" y="80"/>
                  </a:lnTo>
                  <a:lnTo>
                    <a:pt x="78" y="112"/>
                  </a:lnTo>
                  <a:cubicBezTo>
                    <a:pt x="78" y="127"/>
                    <a:pt x="78" y="127"/>
                    <a:pt x="95" y="127"/>
                  </a:cubicBezTo>
                  <a:lnTo>
                    <a:pt x="95" y="127"/>
                  </a:lnTo>
                  <a:lnTo>
                    <a:pt x="95" y="127"/>
                  </a:lnTo>
                  <a:cubicBezTo>
                    <a:pt x="110" y="127"/>
                    <a:pt x="126" y="112"/>
                    <a:pt x="126" y="95"/>
                  </a:cubicBezTo>
                  <a:cubicBezTo>
                    <a:pt x="141" y="80"/>
                    <a:pt x="126" y="64"/>
                    <a:pt x="110" y="64"/>
                  </a:cubicBezTo>
                  <a:lnTo>
                    <a:pt x="110" y="64"/>
                  </a:lnTo>
                  <a:cubicBezTo>
                    <a:pt x="95" y="64"/>
                    <a:pt x="95" y="64"/>
                    <a:pt x="78" y="49"/>
                  </a:cubicBezTo>
                  <a:cubicBezTo>
                    <a:pt x="63" y="32"/>
                    <a:pt x="78" y="17"/>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2" name="Google Shape;1532;p38"/>
            <p:cNvSpPr/>
            <p:nvPr/>
          </p:nvSpPr>
          <p:spPr>
            <a:xfrm>
              <a:off x="3319311" y="1809785"/>
              <a:ext cx="7060" cy="7569"/>
            </a:xfrm>
            <a:custGeom>
              <a:avLst/>
              <a:gdLst/>
              <a:ahLst/>
              <a:cxnLst/>
              <a:rect l="l" t="t" r="r" b="b"/>
              <a:pathLst>
                <a:path w="222" h="238" extrusionOk="0">
                  <a:moveTo>
                    <a:pt x="111" y="1"/>
                  </a:moveTo>
                  <a:lnTo>
                    <a:pt x="111" y="1"/>
                  </a:lnTo>
                  <a:cubicBezTo>
                    <a:pt x="95" y="1"/>
                    <a:pt x="95" y="17"/>
                    <a:pt x="95" y="17"/>
                  </a:cubicBezTo>
                  <a:lnTo>
                    <a:pt x="1" y="80"/>
                  </a:lnTo>
                  <a:lnTo>
                    <a:pt x="1" y="80"/>
                  </a:lnTo>
                  <a:lnTo>
                    <a:pt x="79" y="112"/>
                  </a:lnTo>
                  <a:lnTo>
                    <a:pt x="95" y="95"/>
                  </a:lnTo>
                  <a:lnTo>
                    <a:pt x="95" y="112"/>
                  </a:lnTo>
                  <a:lnTo>
                    <a:pt x="95" y="112"/>
                  </a:lnTo>
                  <a:cubicBezTo>
                    <a:pt x="111" y="112"/>
                    <a:pt x="127" y="127"/>
                    <a:pt x="111" y="143"/>
                  </a:cubicBezTo>
                  <a:cubicBezTo>
                    <a:pt x="111" y="158"/>
                    <a:pt x="95" y="175"/>
                    <a:pt x="79" y="175"/>
                  </a:cubicBezTo>
                  <a:lnTo>
                    <a:pt x="79" y="175"/>
                  </a:lnTo>
                  <a:cubicBezTo>
                    <a:pt x="79" y="190"/>
                    <a:pt x="95" y="190"/>
                    <a:pt x="95" y="206"/>
                  </a:cubicBezTo>
                  <a:lnTo>
                    <a:pt x="127" y="221"/>
                  </a:lnTo>
                  <a:lnTo>
                    <a:pt x="190" y="221"/>
                  </a:lnTo>
                  <a:lnTo>
                    <a:pt x="190" y="221"/>
                  </a:lnTo>
                  <a:cubicBezTo>
                    <a:pt x="205" y="221"/>
                    <a:pt x="205" y="238"/>
                    <a:pt x="221" y="238"/>
                  </a:cubicBezTo>
                  <a:cubicBezTo>
                    <a:pt x="221" y="221"/>
                    <a:pt x="205" y="221"/>
                    <a:pt x="205" y="221"/>
                  </a:cubicBezTo>
                  <a:lnTo>
                    <a:pt x="174" y="175"/>
                  </a:lnTo>
                  <a:lnTo>
                    <a:pt x="158" y="158"/>
                  </a:lnTo>
                  <a:lnTo>
                    <a:pt x="158" y="64"/>
                  </a:lnTo>
                  <a:cubicBezTo>
                    <a:pt x="158" y="49"/>
                    <a:pt x="158" y="32"/>
                    <a:pt x="142" y="17"/>
                  </a:cubicBezTo>
                  <a:lnTo>
                    <a:pt x="12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3" name="Google Shape;1533;p38"/>
            <p:cNvSpPr/>
            <p:nvPr/>
          </p:nvSpPr>
          <p:spPr>
            <a:xfrm>
              <a:off x="3263210" y="1813792"/>
              <a:ext cx="4516" cy="5057"/>
            </a:xfrm>
            <a:custGeom>
              <a:avLst/>
              <a:gdLst/>
              <a:ahLst/>
              <a:cxnLst/>
              <a:rect l="l" t="t" r="r" b="b"/>
              <a:pathLst>
                <a:path w="142" h="159" extrusionOk="0">
                  <a:moveTo>
                    <a:pt x="32" y="1"/>
                  </a:moveTo>
                  <a:lnTo>
                    <a:pt x="32" y="1"/>
                  </a:lnTo>
                  <a:cubicBezTo>
                    <a:pt x="15" y="1"/>
                    <a:pt x="0" y="17"/>
                    <a:pt x="0" y="32"/>
                  </a:cubicBezTo>
                  <a:lnTo>
                    <a:pt x="0" y="95"/>
                  </a:lnTo>
                  <a:cubicBezTo>
                    <a:pt x="0" y="112"/>
                    <a:pt x="0" y="127"/>
                    <a:pt x="15" y="143"/>
                  </a:cubicBezTo>
                  <a:lnTo>
                    <a:pt x="32" y="143"/>
                  </a:lnTo>
                  <a:cubicBezTo>
                    <a:pt x="32" y="143"/>
                    <a:pt x="32" y="158"/>
                    <a:pt x="47" y="158"/>
                  </a:cubicBezTo>
                  <a:lnTo>
                    <a:pt x="63" y="143"/>
                  </a:lnTo>
                  <a:lnTo>
                    <a:pt x="78" y="127"/>
                  </a:lnTo>
                  <a:lnTo>
                    <a:pt x="110" y="143"/>
                  </a:lnTo>
                  <a:cubicBezTo>
                    <a:pt x="110" y="143"/>
                    <a:pt x="110" y="127"/>
                    <a:pt x="126" y="127"/>
                  </a:cubicBezTo>
                  <a:cubicBezTo>
                    <a:pt x="126" y="112"/>
                    <a:pt x="126" y="112"/>
                    <a:pt x="141" y="95"/>
                  </a:cubicBezTo>
                  <a:lnTo>
                    <a:pt x="141" y="95"/>
                  </a:lnTo>
                  <a:lnTo>
                    <a:pt x="141" y="80"/>
                  </a:lnTo>
                  <a:lnTo>
                    <a:pt x="141" y="80"/>
                  </a:lnTo>
                  <a:lnTo>
                    <a:pt x="95" y="64"/>
                  </a:lnTo>
                  <a:lnTo>
                    <a:pt x="78" y="49"/>
                  </a:lnTo>
                  <a:lnTo>
                    <a:pt x="78" y="49"/>
                  </a:lnTo>
                  <a:lnTo>
                    <a:pt x="78" y="49"/>
                  </a:lnTo>
                  <a:cubicBezTo>
                    <a:pt x="78" y="32"/>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4" name="Google Shape;1534;p38"/>
            <p:cNvSpPr/>
            <p:nvPr/>
          </p:nvSpPr>
          <p:spPr>
            <a:xfrm>
              <a:off x="3433041" y="1803297"/>
              <a:ext cx="4039" cy="3530"/>
            </a:xfrm>
            <a:custGeom>
              <a:avLst/>
              <a:gdLst/>
              <a:ahLst/>
              <a:cxnLst/>
              <a:rect l="l" t="t" r="r" b="b"/>
              <a:pathLst>
                <a:path w="127" h="111" extrusionOk="0">
                  <a:moveTo>
                    <a:pt x="32" y="0"/>
                  </a:moveTo>
                  <a:lnTo>
                    <a:pt x="32" y="16"/>
                  </a:lnTo>
                  <a:lnTo>
                    <a:pt x="17" y="32"/>
                  </a:lnTo>
                  <a:lnTo>
                    <a:pt x="17" y="16"/>
                  </a:lnTo>
                  <a:lnTo>
                    <a:pt x="17" y="32"/>
                  </a:lnTo>
                  <a:cubicBezTo>
                    <a:pt x="17" y="32"/>
                    <a:pt x="17" y="47"/>
                    <a:pt x="1" y="47"/>
                  </a:cubicBezTo>
                  <a:lnTo>
                    <a:pt x="32" y="47"/>
                  </a:lnTo>
                  <a:lnTo>
                    <a:pt x="49" y="47"/>
                  </a:lnTo>
                  <a:lnTo>
                    <a:pt x="49" y="47"/>
                  </a:lnTo>
                  <a:cubicBezTo>
                    <a:pt x="80" y="47"/>
                    <a:pt x="95" y="63"/>
                    <a:pt x="95" y="95"/>
                  </a:cubicBezTo>
                  <a:lnTo>
                    <a:pt x="80" y="95"/>
                  </a:lnTo>
                  <a:lnTo>
                    <a:pt x="95" y="110"/>
                  </a:lnTo>
                  <a:lnTo>
                    <a:pt x="95" y="95"/>
                  </a:lnTo>
                  <a:lnTo>
                    <a:pt x="95" y="95"/>
                  </a:lnTo>
                  <a:cubicBezTo>
                    <a:pt x="95" y="79"/>
                    <a:pt x="95" y="63"/>
                    <a:pt x="127" y="47"/>
                  </a:cubicBezTo>
                  <a:lnTo>
                    <a:pt x="127" y="47"/>
                  </a:lnTo>
                  <a:cubicBezTo>
                    <a:pt x="112" y="47"/>
                    <a:pt x="112" y="47"/>
                    <a:pt x="95"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5" name="Google Shape;1535;p38"/>
            <p:cNvSpPr/>
            <p:nvPr/>
          </p:nvSpPr>
          <p:spPr>
            <a:xfrm>
              <a:off x="3309293" y="1817323"/>
              <a:ext cx="6042" cy="3530"/>
            </a:xfrm>
            <a:custGeom>
              <a:avLst/>
              <a:gdLst/>
              <a:ahLst/>
              <a:cxnLst/>
              <a:rect l="l" t="t" r="r" b="b"/>
              <a:pathLst>
                <a:path w="190" h="111" extrusionOk="0">
                  <a:moveTo>
                    <a:pt x="190" y="1"/>
                  </a:moveTo>
                  <a:lnTo>
                    <a:pt x="173" y="1"/>
                  </a:lnTo>
                  <a:lnTo>
                    <a:pt x="173" y="16"/>
                  </a:lnTo>
                  <a:cubicBezTo>
                    <a:pt x="190" y="32"/>
                    <a:pt x="173" y="47"/>
                    <a:pt x="142" y="47"/>
                  </a:cubicBezTo>
                  <a:lnTo>
                    <a:pt x="142" y="47"/>
                  </a:lnTo>
                  <a:cubicBezTo>
                    <a:pt x="127" y="47"/>
                    <a:pt x="110" y="32"/>
                    <a:pt x="110" y="16"/>
                  </a:cubicBezTo>
                  <a:lnTo>
                    <a:pt x="110" y="1"/>
                  </a:lnTo>
                  <a:lnTo>
                    <a:pt x="64" y="1"/>
                  </a:lnTo>
                  <a:cubicBezTo>
                    <a:pt x="64" y="1"/>
                    <a:pt x="79" y="16"/>
                    <a:pt x="64" y="16"/>
                  </a:cubicBezTo>
                  <a:cubicBezTo>
                    <a:pt x="64" y="79"/>
                    <a:pt x="16" y="79"/>
                    <a:pt x="1" y="79"/>
                  </a:cubicBezTo>
                  <a:lnTo>
                    <a:pt x="1" y="79"/>
                  </a:lnTo>
                  <a:lnTo>
                    <a:pt x="1" y="95"/>
                  </a:lnTo>
                  <a:lnTo>
                    <a:pt x="1" y="110"/>
                  </a:lnTo>
                  <a:cubicBezTo>
                    <a:pt x="1" y="95"/>
                    <a:pt x="16" y="95"/>
                    <a:pt x="16" y="79"/>
                  </a:cubicBezTo>
                  <a:lnTo>
                    <a:pt x="32" y="79"/>
                  </a:lnTo>
                  <a:lnTo>
                    <a:pt x="32" y="79"/>
                  </a:lnTo>
                  <a:lnTo>
                    <a:pt x="47" y="79"/>
                  </a:lnTo>
                  <a:lnTo>
                    <a:pt x="47" y="79"/>
                  </a:lnTo>
                  <a:cubicBezTo>
                    <a:pt x="64" y="64"/>
                    <a:pt x="64" y="64"/>
                    <a:pt x="79" y="64"/>
                  </a:cubicBezTo>
                  <a:lnTo>
                    <a:pt x="79" y="64"/>
                  </a:lnTo>
                  <a:lnTo>
                    <a:pt x="95" y="64"/>
                  </a:lnTo>
                  <a:lnTo>
                    <a:pt x="190" y="64"/>
                  </a:lnTo>
                  <a:cubicBezTo>
                    <a:pt x="190" y="47"/>
                    <a:pt x="173" y="16"/>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6" name="Google Shape;1536;p38"/>
            <p:cNvSpPr/>
            <p:nvPr/>
          </p:nvSpPr>
          <p:spPr>
            <a:xfrm>
              <a:off x="3426045" y="1802279"/>
              <a:ext cx="8046" cy="3053"/>
            </a:xfrm>
            <a:custGeom>
              <a:avLst/>
              <a:gdLst/>
              <a:ahLst/>
              <a:cxnLst/>
              <a:rect l="l" t="t" r="r" b="b"/>
              <a:pathLst>
                <a:path w="253" h="96" extrusionOk="0">
                  <a:moveTo>
                    <a:pt x="206" y="1"/>
                  </a:moveTo>
                  <a:lnTo>
                    <a:pt x="206" y="1"/>
                  </a:lnTo>
                  <a:cubicBezTo>
                    <a:pt x="189" y="1"/>
                    <a:pt x="189" y="16"/>
                    <a:pt x="189" y="16"/>
                  </a:cubicBezTo>
                  <a:lnTo>
                    <a:pt x="143" y="16"/>
                  </a:lnTo>
                  <a:cubicBezTo>
                    <a:pt x="126" y="32"/>
                    <a:pt x="111" y="48"/>
                    <a:pt x="95" y="48"/>
                  </a:cubicBezTo>
                  <a:cubicBezTo>
                    <a:pt x="80" y="48"/>
                    <a:pt x="63" y="32"/>
                    <a:pt x="48" y="32"/>
                  </a:cubicBezTo>
                  <a:lnTo>
                    <a:pt x="48" y="32"/>
                  </a:lnTo>
                  <a:lnTo>
                    <a:pt x="48" y="32"/>
                  </a:lnTo>
                  <a:cubicBezTo>
                    <a:pt x="17" y="32"/>
                    <a:pt x="0" y="48"/>
                    <a:pt x="0" y="64"/>
                  </a:cubicBezTo>
                  <a:cubicBezTo>
                    <a:pt x="0" y="79"/>
                    <a:pt x="17" y="95"/>
                    <a:pt x="48" y="95"/>
                  </a:cubicBezTo>
                  <a:lnTo>
                    <a:pt x="48" y="95"/>
                  </a:lnTo>
                  <a:lnTo>
                    <a:pt x="63" y="95"/>
                  </a:lnTo>
                  <a:lnTo>
                    <a:pt x="95" y="95"/>
                  </a:lnTo>
                  <a:lnTo>
                    <a:pt x="95" y="95"/>
                  </a:lnTo>
                  <a:cubicBezTo>
                    <a:pt x="111" y="64"/>
                    <a:pt x="126" y="48"/>
                    <a:pt x="143" y="32"/>
                  </a:cubicBezTo>
                  <a:lnTo>
                    <a:pt x="158" y="32"/>
                  </a:lnTo>
                  <a:lnTo>
                    <a:pt x="174" y="32"/>
                  </a:lnTo>
                  <a:cubicBezTo>
                    <a:pt x="174" y="32"/>
                    <a:pt x="189" y="32"/>
                    <a:pt x="189" y="48"/>
                  </a:cubicBezTo>
                  <a:cubicBezTo>
                    <a:pt x="206" y="64"/>
                    <a:pt x="206" y="79"/>
                    <a:pt x="189" y="79"/>
                  </a:cubicBezTo>
                  <a:lnTo>
                    <a:pt x="189" y="79"/>
                  </a:lnTo>
                  <a:lnTo>
                    <a:pt x="206" y="79"/>
                  </a:lnTo>
                  <a:lnTo>
                    <a:pt x="221" y="79"/>
                  </a:lnTo>
                  <a:cubicBezTo>
                    <a:pt x="237" y="79"/>
                    <a:pt x="237" y="64"/>
                    <a:pt x="237" y="64"/>
                  </a:cubicBezTo>
                  <a:lnTo>
                    <a:pt x="237" y="48"/>
                  </a:lnTo>
                  <a:lnTo>
                    <a:pt x="237" y="64"/>
                  </a:lnTo>
                  <a:lnTo>
                    <a:pt x="252" y="48"/>
                  </a:lnTo>
                  <a:lnTo>
                    <a:pt x="252" y="32"/>
                  </a:lnTo>
                  <a:cubicBezTo>
                    <a:pt x="252" y="16"/>
                    <a:pt x="237"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7" name="Google Shape;1537;p38"/>
            <p:cNvSpPr/>
            <p:nvPr/>
          </p:nvSpPr>
          <p:spPr>
            <a:xfrm>
              <a:off x="3443060" y="1798749"/>
              <a:ext cx="3053" cy="4580"/>
            </a:xfrm>
            <a:custGeom>
              <a:avLst/>
              <a:gdLst/>
              <a:ahLst/>
              <a:cxnLst/>
              <a:rect l="l" t="t" r="r" b="b"/>
              <a:pathLst>
                <a:path w="96" h="144" extrusionOk="0">
                  <a:moveTo>
                    <a:pt x="95" y="1"/>
                  </a:moveTo>
                  <a:cubicBezTo>
                    <a:pt x="95" y="17"/>
                    <a:pt x="80" y="17"/>
                    <a:pt x="80" y="17"/>
                  </a:cubicBezTo>
                  <a:lnTo>
                    <a:pt x="80" y="49"/>
                  </a:lnTo>
                  <a:lnTo>
                    <a:pt x="32" y="49"/>
                  </a:lnTo>
                  <a:lnTo>
                    <a:pt x="32" y="64"/>
                  </a:lnTo>
                  <a:cubicBezTo>
                    <a:pt x="32" y="64"/>
                    <a:pt x="17" y="80"/>
                    <a:pt x="1" y="80"/>
                  </a:cubicBezTo>
                  <a:lnTo>
                    <a:pt x="1" y="80"/>
                  </a:lnTo>
                  <a:lnTo>
                    <a:pt x="1" y="80"/>
                  </a:lnTo>
                  <a:cubicBezTo>
                    <a:pt x="1" y="80"/>
                    <a:pt x="1" y="96"/>
                    <a:pt x="17" y="112"/>
                  </a:cubicBezTo>
                  <a:lnTo>
                    <a:pt x="32" y="143"/>
                  </a:lnTo>
                  <a:lnTo>
                    <a:pt x="32" y="143"/>
                  </a:lnTo>
                  <a:lnTo>
                    <a:pt x="49" y="143"/>
                  </a:lnTo>
                  <a:lnTo>
                    <a:pt x="95" y="112"/>
                  </a:lnTo>
                  <a:lnTo>
                    <a:pt x="95" y="112"/>
                  </a:lnTo>
                  <a:lnTo>
                    <a:pt x="95" y="112"/>
                  </a:lnTo>
                  <a:lnTo>
                    <a:pt x="95" y="64"/>
                  </a:lnTo>
                  <a:lnTo>
                    <a:pt x="95" y="49"/>
                  </a:lnTo>
                  <a:lnTo>
                    <a:pt x="95"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8" name="Google Shape;1538;p38"/>
            <p:cNvSpPr/>
            <p:nvPr/>
          </p:nvSpPr>
          <p:spPr>
            <a:xfrm>
              <a:off x="3443060" y="1805301"/>
              <a:ext cx="2576" cy="7060"/>
            </a:xfrm>
            <a:custGeom>
              <a:avLst/>
              <a:gdLst/>
              <a:ahLst/>
              <a:cxnLst/>
              <a:rect l="l" t="t" r="r" b="b"/>
              <a:pathLst>
                <a:path w="81" h="222" extrusionOk="0">
                  <a:moveTo>
                    <a:pt x="49" y="0"/>
                  </a:moveTo>
                  <a:lnTo>
                    <a:pt x="49" y="0"/>
                  </a:lnTo>
                  <a:lnTo>
                    <a:pt x="32" y="16"/>
                  </a:lnTo>
                  <a:cubicBezTo>
                    <a:pt x="17" y="32"/>
                    <a:pt x="1" y="32"/>
                    <a:pt x="1" y="63"/>
                  </a:cubicBezTo>
                  <a:lnTo>
                    <a:pt x="1" y="158"/>
                  </a:lnTo>
                  <a:cubicBezTo>
                    <a:pt x="1" y="173"/>
                    <a:pt x="17" y="173"/>
                    <a:pt x="17" y="190"/>
                  </a:cubicBezTo>
                  <a:lnTo>
                    <a:pt x="17" y="205"/>
                  </a:lnTo>
                  <a:cubicBezTo>
                    <a:pt x="17" y="205"/>
                    <a:pt x="32" y="221"/>
                    <a:pt x="49" y="221"/>
                  </a:cubicBezTo>
                  <a:lnTo>
                    <a:pt x="49" y="221"/>
                  </a:lnTo>
                  <a:cubicBezTo>
                    <a:pt x="64" y="221"/>
                    <a:pt x="64" y="221"/>
                    <a:pt x="80" y="205"/>
                  </a:cubicBezTo>
                  <a:lnTo>
                    <a:pt x="80" y="190"/>
                  </a:lnTo>
                  <a:lnTo>
                    <a:pt x="80" y="158"/>
                  </a:lnTo>
                  <a:lnTo>
                    <a:pt x="64" y="158"/>
                  </a:lnTo>
                  <a:lnTo>
                    <a:pt x="49" y="158"/>
                  </a:lnTo>
                  <a:cubicBezTo>
                    <a:pt x="49" y="158"/>
                    <a:pt x="32" y="158"/>
                    <a:pt x="17" y="142"/>
                  </a:cubicBezTo>
                  <a:cubicBezTo>
                    <a:pt x="17" y="126"/>
                    <a:pt x="17" y="110"/>
                    <a:pt x="32" y="95"/>
                  </a:cubicBezTo>
                  <a:lnTo>
                    <a:pt x="64" y="79"/>
                  </a:lnTo>
                  <a:cubicBezTo>
                    <a:pt x="49" y="63"/>
                    <a:pt x="32" y="47"/>
                    <a:pt x="32" y="32"/>
                  </a:cubicBezTo>
                  <a:cubicBezTo>
                    <a:pt x="49" y="16"/>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9" name="Google Shape;1539;p38"/>
            <p:cNvSpPr/>
            <p:nvPr/>
          </p:nvSpPr>
          <p:spPr>
            <a:xfrm>
              <a:off x="3269221" y="1774229"/>
              <a:ext cx="7537" cy="5534"/>
            </a:xfrm>
            <a:custGeom>
              <a:avLst/>
              <a:gdLst/>
              <a:ahLst/>
              <a:cxnLst/>
              <a:rect l="l" t="t" r="r" b="b"/>
              <a:pathLst>
                <a:path w="237" h="174" extrusionOk="0">
                  <a:moveTo>
                    <a:pt x="189" y="1"/>
                  </a:moveTo>
                  <a:lnTo>
                    <a:pt x="189" y="1"/>
                  </a:lnTo>
                  <a:lnTo>
                    <a:pt x="78" y="16"/>
                  </a:lnTo>
                  <a:lnTo>
                    <a:pt x="78" y="16"/>
                  </a:lnTo>
                  <a:cubicBezTo>
                    <a:pt x="63" y="16"/>
                    <a:pt x="47" y="32"/>
                    <a:pt x="47" y="47"/>
                  </a:cubicBezTo>
                  <a:lnTo>
                    <a:pt x="47" y="64"/>
                  </a:lnTo>
                  <a:lnTo>
                    <a:pt x="15" y="110"/>
                  </a:lnTo>
                  <a:cubicBezTo>
                    <a:pt x="0" y="127"/>
                    <a:pt x="0" y="142"/>
                    <a:pt x="15" y="158"/>
                  </a:cubicBezTo>
                  <a:cubicBezTo>
                    <a:pt x="15" y="173"/>
                    <a:pt x="32" y="173"/>
                    <a:pt x="32" y="173"/>
                  </a:cubicBezTo>
                  <a:cubicBezTo>
                    <a:pt x="47" y="173"/>
                    <a:pt x="63" y="158"/>
                    <a:pt x="63" y="158"/>
                  </a:cubicBezTo>
                  <a:lnTo>
                    <a:pt x="78" y="142"/>
                  </a:lnTo>
                  <a:lnTo>
                    <a:pt x="95" y="110"/>
                  </a:lnTo>
                  <a:lnTo>
                    <a:pt x="110" y="110"/>
                  </a:lnTo>
                  <a:lnTo>
                    <a:pt x="126" y="110"/>
                  </a:lnTo>
                  <a:lnTo>
                    <a:pt x="141" y="110"/>
                  </a:lnTo>
                  <a:lnTo>
                    <a:pt x="173" y="110"/>
                  </a:lnTo>
                  <a:cubicBezTo>
                    <a:pt x="205" y="95"/>
                    <a:pt x="221" y="79"/>
                    <a:pt x="221" y="47"/>
                  </a:cubicBezTo>
                  <a:cubicBezTo>
                    <a:pt x="236" y="47"/>
                    <a:pt x="236" y="32"/>
                    <a:pt x="221" y="16"/>
                  </a:cubicBezTo>
                  <a:lnTo>
                    <a:pt x="221" y="16"/>
                  </a:lnTo>
                  <a:cubicBezTo>
                    <a:pt x="205" y="16"/>
                    <a:pt x="205"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0" name="Google Shape;1540;p38"/>
            <p:cNvSpPr/>
            <p:nvPr/>
          </p:nvSpPr>
          <p:spPr>
            <a:xfrm>
              <a:off x="3317785" y="1766691"/>
              <a:ext cx="5057" cy="4039"/>
            </a:xfrm>
            <a:custGeom>
              <a:avLst/>
              <a:gdLst/>
              <a:ahLst/>
              <a:cxnLst/>
              <a:rect l="l" t="t" r="r" b="b"/>
              <a:pathLst>
                <a:path w="159" h="127" extrusionOk="0">
                  <a:moveTo>
                    <a:pt x="127" y="1"/>
                  </a:moveTo>
                  <a:lnTo>
                    <a:pt x="127" y="1"/>
                  </a:lnTo>
                  <a:cubicBezTo>
                    <a:pt x="112" y="1"/>
                    <a:pt x="96" y="1"/>
                    <a:pt x="96" y="17"/>
                  </a:cubicBezTo>
                  <a:cubicBezTo>
                    <a:pt x="64" y="17"/>
                    <a:pt x="33" y="17"/>
                    <a:pt x="17" y="49"/>
                  </a:cubicBezTo>
                  <a:cubicBezTo>
                    <a:pt x="1" y="64"/>
                    <a:pt x="1" y="95"/>
                    <a:pt x="1" y="127"/>
                  </a:cubicBezTo>
                  <a:cubicBezTo>
                    <a:pt x="17" y="95"/>
                    <a:pt x="49" y="95"/>
                    <a:pt x="64" y="95"/>
                  </a:cubicBezTo>
                  <a:lnTo>
                    <a:pt x="64" y="95"/>
                  </a:lnTo>
                  <a:lnTo>
                    <a:pt x="80" y="80"/>
                  </a:lnTo>
                  <a:cubicBezTo>
                    <a:pt x="80" y="80"/>
                    <a:pt x="96" y="64"/>
                    <a:pt x="112" y="64"/>
                  </a:cubicBezTo>
                  <a:lnTo>
                    <a:pt x="112" y="64"/>
                  </a:lnTo>
                  <a:lnTo>
                    <a:pt x="112" y="64"/>
                  </a:lnTo>
                  <a:cubicBezTo>
                    <a:pt x="127" y="64"/>
                    <a:pt x="127" y="64"/>
                    <a:pt x="143" y="80"/>
                  </a:cubicBezTo>
                  <a:lnTo>
                    <a:pt x="159" y="64"/>
                  </a:lnTo>
                  <a:lnTo>
                    <a:pt x="159" y="32"/>
                  </a:lnTo>
                  <a:cubicBezTo>
                    <a:pt x="159" y="17"/>
                    <a:pt x="143"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1" name="Google Shape;1541;p38"/>
            <p:cNvSpPr/>
            <p:nvPr/>
          </p:nvSpPr>
          <p:spPr>
            <a:xfrm>
              <a:off x="3407503" y="1772702"/>
              <a:ext cx="3530" cy="12053"/>
            </a:xfrm>
            <a:custGeom>
              <a:avLst/>
              <a:gdLst/>
              <a:ahLst/>
              <a:cxnLst/>
              <a:rect l="l" t="t" r="r" b="b"/>
              <a:pathLst>
                <a:path w="111" h="379" extrusionOk="0">
                  <a:moveTo>
                    <a:pt x="111" y="175"/>
                  </a:moveTo>
                  <a:lnTo>
                    <a:pt x="111" y="190"/>
                  </a:lnTo>
                  <a:lnTo>
                    <a:pt x="95" y="190"/>
                  </a:lnTo>
                  <a:lnTo>
                    <a:pt x="95" y="190"/>
                  </a:lnTo>
                  <a:cubicBezTo>
                    <a:pt x="95" y="221"/>
                    <a:pt x="79" y="238"/>
                    <a:pt x="64" y="238"/>
                  </a:cubicBezTo>
                  <a:lnTo>
                    <a:pt x="64" y="238"/>
                  </a:lnTo>
                  <a:lnTo>
                    <a:pt x="32" y="221"/>
                  </a:lnTo>
                  <a:cubicBezTo>
                    <a:pt x="32" y="238"/>
                    <a:pt x="16" y="253"/>
                    <a:pt x="1" y="269"/>
                  </a:cubicBezTo>
                  <a:lnTo>
                    <a:pt x="1" y="316"/>
                  </a:lnTo>
                  <a:lnTo>
                    <a:pt x="16" y="347"/>
                  </a:lnTo>
                  <a:lnTo>
                    <a:pt x="32" y="347"/>
                  </a:lnTo>
                  <a:lnTo>
                    <a:pt x="32" y="347"/>
                  </a:lnTo>
                  <a:cubicBezTo>
                    <a:pt x="48" y="347"/>
                    <a:pt x="64" y="347"/>
                    <a:pt x="79" y="379"/>
                  </a:cubicBezTo>
                  <a:lnTo>
                    <a:pt x="79" y="379"/>
                  </a:lnTo>
                  <a:cubicBezTo>
                    <a:pt x="95" y="379"/>
                    <a:pt x="95" y="347"/>
                    <a:pt x="95" y="332"/>
                  </a:cubicBezTo>
                  <a:lnTo>
                    <a:pt x="79" y="316"/>
                  </a:lnTo>
                  <a:lnTo>
                    <a:pt x="79" y="301"/>
                  </a:lnTo>
                  <a:cubicBezTo>
                    <a:pt x="95" y="284"/>
                    <a:pt x="95" y="253"/>
                    <a:pt x="111" y="238"/>
                  </a:cubicBezTo>
                  <a:lnTo>
                    <a:pt x="111" y="238"/>
                  </a:lnTo>
                  <a:lnTo>
                    <a:pt x="111" y="206"/>
                  </a:lnTo>
                  <a:lnTo>
                    <a:pt x="111" y="175"/>
                  </a:lnTo>
                  <a:close/>
                  <a:moveTo>
                    <a:pt x="79" y="1"/>
                  </a:moveTo>
                  <a:lnTo>
                    <a:pt x="64" y="1"/>
                  </a:lnTo>
                  <a:lnTo>
                    <a:pt x="64" y="1"/>
                  </a:lnTo>
                  <a:lnTo>
                    <a:pt x="64" y="1"/>
                  </a:lnTo>
                  <a:cubicBezTo>
                    <a:pt x="79" y="1"/>
                    <a:pt x="95" y="17"/>
                    <a:pt x="95" y="32"/>
                  </a:cubicBezTo>
                  <a:cubicBezTo>
                    <a:pt x="95" y="64"/>
                    <a:pt x="95" y="80"/>
                    <a:pt x="64" y="80"/>
                  </a:cubicBezTo>
                  <a:lnTo>
                    <a:pt x="48" y="80"/>
                  </a:lnTo>
                  <a:lnTo>
                    <a:pt x="48" y="80"/>
                  </a:lnTo>
                  <a:lnTo>
                    <a:pt x="48" y="112"/>
                  </a:lnTo>
                  <a:lnTo>
                    <a:pt x="48" y="112"/>
                  </a:lnTo>
                  <a:lnTo>
                    <a:pt x="95" y="112"/>
                  </a:lnTo>
                  <a:lnTo>
                    <a:pt x="111" y="112"/>
                  </a:lnTo>
                  <a:lnTo>
                    <a:pt x="111" y="64"/>
                  </a:lnTo>
                  <a:lnTo>
                    <a:pt x="111" y="32"/>
                  </a:lnTo>
                  <a:lnTo>
                    <a:pt x="111"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2" name="Google Shape;1542;p38"/>
            <p:cNvSpPr/>
            <p:nvPr/>
          </p:nvSpPr>
          <p:spPr>
            <a:xfrm>
              <a:off x="3188535" y="1799290"/>
              <a:ext cx="3530" cy="3021"/>
            </a:xfrm>
            <a:custGeom>
              <a:avLst/>
              <a:gdLst/>
              <a:ahLst/>
              <a:cxnLst/>
              <a:rect l="l" t="t" r="r" b="b"/>
              <a:pathLst>
                <a:path w="111" h="95" extrusionOk="0">
                  <a:moveTo>
                    <a:pt x="32" y="0"/>
                  </a:moveTo>
                  <a:lnTo>
                    <a:pt x="16" y="0"/>
                  </a:lnTo>
                  <a:lnTo>
                    <a:pt x="16" y="0"/>
                  </a:lnTo>
                  <a:lnTo>
                    <a:pt x="0" y="0"/>
                  </a:lnTo>
                  <a:lnTo>
                    <a:pt x="0" y="16"/>
                  </a:lnTo>
                  <a:lnTo>
                    <a:pt x="0" y="47"/>
                  </a:lnTo>
                  <a:lnTo>
                    <a:pt x="16" y="79"/>
                  </a:lnTo>
                  <a:cubicBezTo>
                    <a:pt x="32" y="79"/>
                    <a:pt x="48" y="95"/>
                    <a:pt x="48" y="95"/>
                  </a:cubicBezTo>
                  <a:cubicBezTo>
                    <a:pt x="63" y="95"/>
                    <a:pt x="63" y="95"/>
                    <a:pt x="63" y="79"/>
                  </a:cubicBezTo>
                  <a:lnTo>
                    <a:pt x="79" y="79"/>
                  </a:lnTo>
                  <a:cubicBezTo>
                    <a:pt x="95" y="63"/>
                    <a:pt x="111" y="47"/>
                    <a:pt x="111" y="32"/>
                  </a:cubicBezTo>
                  <a:lnTo>
                    <a:pt x="63" y="47"/>
                  </a:lnTo>
                  <a:lnTo>
                    <a:pt x="63" y="47"/>
                  </a:lnTo>
                  <a:cubicBezTo>
                    <a:pt x="48" y="47"/>
                    <a:pt x="32" y="32"/>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3" name="Google Shape;1543;p38"/>
            <p:cNvSpPr/>
            <p:nvPr/>
          </p:nvSpPr>
          <p:spPr>
            <a:xfrm>
              <a:off x="3392492" y="1774229"/>
              <a:ext cx="5025" cy="3530"/>
            </a:xfrm>
            <a:custGeom>
              <a:avLst/>
              <a:gdLst/>
              <a:ahLst/>
              <a:cxnLst/>
              <a:rect l="l" t="t" r="r" b="b"/>
              <a:pathLst>
                <a:path w="158" h="111" extrusionOk="0">
                  <a:moveTo>
                    <a:pt x="78" y="1"/>
                  </a:moveTo>
                  <a:lnTo>
                    <a:pt x="63" y="1"/>
                  </a:lnTo>
                  <a:cubicBezTo>
                    <a:pt x="47" y="16"/>
                    <a:pt x="47" y="16"/>
                    <a:pt x="32" y="16"/>
                  </a:cubicBezTo>
                  <a:lnTo>
                    <a:pt x="15" y="64"/>
                  </a:lnTo>
                  <a:lnTo>
                    <a:pt x="0" y="79"/>
                  </a:lnTo>
                  <a:lnTo>
                    <a:pt x="0" y="95"/>
                  </a:lnTo>
                  <a:lnTo>
                    <a:pt x="0" y="110"/>
                  </a:lnTo>
                  <a:lnTo>
                    <a:pt x="0" y="110"/>
                  </a:lnTo>
                  <a:lnTo>
                    <a:pt x="15" y="95"/>
                  </a:lnTo>
                  <a:cubicBezTo>
                    <a:pt x="32" y="79"/>
                    <a:pt x="47" y="79"/>
                    <a:pt x="78" y="79"/>
                  </a:cubicBezTo>
                  <a:lnTo>
                    <a:pt x="95" y="79"/>
                  </a:lnTo>
                  <a:lnTo>
                    <a:pt x="110" y="79"/>
                  </a:lnTo>
                  <a:cubicBezTo>
                    <a:pt x="126" y="79"/>
                    <a:pt x="141" y="79"/>
                    <a:pt x="141" y="64"/>
                  </a:cubicBezTo>
                  <a:cubicBezTo>
                    <a:pt x="158" y="47"/>
                    <a:pt x="141" y="32"/>
                    <a:pt x="126" y="16"/>
                  </a:cubicBezTo>
                  <a:cubicBezTo>
                    <a:pt x="110" y="16"/>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4" name="Google Shape;1544;p38"/>
            <p:cNvSpPr/>
            <p:nvPr/>
          </p:nvSpPr>
          <p:spPr>
            <a:xfrm>
              <a:off x="3430561" y="1772225"/>
              <a:ext cx="7060" cy="8523"/>
            </a:xfrm>
            <a:custGeom>
              <a:avLst/>
              <a:gdLst/>
              <a:ahLst/>
              <a:cxnLst/>
              <a:rect l="l" t="t" r="r" b="b"/>
              <a:pathLst>
                <a:path w="222" h="268" extrusionOk="0">
                  <a:moveTo>
                    <a:pt x="221" y="205"/>
                  </a:moveTo>
                  <a:lnTo>
                    <a:pt x="205" y="205"/>
                  </a:lnTo>
                  <a:cubicBezTo>
                    <a:pt x="190" y="205"/>
                    <a:pt x="173" y="205"/>
                    <a:pt x="158" y="221"/>
                  </a:cubicBezTo>
                  <a:lnTo>
                    <a:pt x="158" y="221"/>
                  </a:lnTo>
                  <a:cubicBezTo>
                    <a:pt x="173" y="236"/>
                    <a:pt x="173" y="236"/>
                    <a:pt x="173" y="253"/>
                  </a:cubicBezTo>
                  <a:cubicBezTo>
                    <a:pt x="190" y="268"/>
                    <a:pt x="205" y="268"/>
                    <a:pt x="205" y="268"/>
                  </a:cubicBezTo>
                  <a:lnTo>
                    <a:pt x="221" y="268"/>
                  </a:lnTo>
                  <a:lnTo>
                    <a:pt x="221" y="236"/>
                  </a:lnTo>
                  <a:lnTo>
                    <a:pt x="221" y="236"/>
                  </a:lnTo>
                  <a:cubicBezTo>
                    <a:pt x="221" y="221"/>
                    <a:pt x="205" y="221"/>
                    <a:pt x="221" y="205"/>
                  </a:cubicBezTo>
                  <a:lnTo>
                    <a:pt x="221" y="205"/>
                  </a:lnTo>
                  <a:close/>
                  <a:moveTo>
                    <a:pt x="47" y="1"/>
                  </a:moveTo>
                  <a:lnTo>
                    <a:pt x="32" y="1"/>
                  </a:lnTo>
                  <a:cubicBezTo>
                    <a:pt x="16" y="1"/>
                    <a:pt x="16" y="16"/>
                    <a:pt x="1" y="32"/>
                  </a:cubicBezTo>
                  <a:cubicBezTo>
                    <a:pt x="1" y="47"/>
                    <a:pt x="16" y="47"/>
                    <a:pt x="16" y="64"/>
                  </a:cubicBezTo>
                  <a:cubicBezTo>
                    <a:pt x="16" y="64"/>
                    <a:pt x="32" y="64"/>
                    <a:pt x="32" y="79"/>
                  </a:cubicBezTo>
                  <a:lnTo>
                    <a:pt x="110" y="79"/>
                  </a:lnTo>
                  <a:lnTo>
                    <a:pt x="110" y="95"/>
                  </a:lnTo>
                  <a:cubicBezTo>
                    <a:pt x="127" y="110"/>
                    <a:pt x="127" y="142"/>
                    <a:pt x="127" y="158"/>
                  </a:cubicBezTo>
                  <a:lnTo>
                    <a:pt x="127" y="158"/>
                  </a:lnTo>
                  <a:cubicBezTo>
                    <a:pt x="158" y="142"/>
                    <a:pt x="173" y="142"/>
                    <a:pt x="190" y="142"/>
                  </a:cubicBezTo>
                  <a:lnTo>
                    <a:pt x="205" y="142"/>
                  </a:lnTo>
                  <a:lnTo>
                    <a:pt x="190" y="127"/>
                  </a:lnTo>
                  <a:lnTo>
                    <a:pt x="190" y="79"/>
                  </a:lnTo>
                  <a:cubicBezTo>
                    <a:pt x="173" y="64"/>
                    <a:pt x="173" y="64"/>
                    <a:pt x="173" y="47"/>
                  </a:cubicBezTo>
                  <a:cubicBezTo>
                    <a:pt x="173" y="32"/>
                    <a:pt x="158" y="16"/>
                    <a:pt x="142" y="16"/>
                  </a:cubicBezTo>
                  <a:lnTo>
                    <a:pt x="127" y="16"/>
                  </a:lnTo>
                  <a:lnTo>
                    <a:pt x="127" y="16"/>
                  </a:lnTo>
                  <a:cubicBezTo>
                    <a:pt x="142" y="32"/>
                    <a:pt x="127" y="47"/>
                    <a:pt x="110" y="64"/>
                  </a:cubicBezTo>
                  <a:lnTo>
                    <a:pt x="95" y="64"/>
                  </a:lnTo>
                  <a:cubicBezTo>
                    <a:pt x="79" y="64"/>
                    <a:pt x="64" y="64"/>
                    <a:pt x="64" y="47"/>
                  </a:cubicBezTo>
                  <a:cubicBezTo>
                    <a:pt x="64" y="47"/>
                    <a:pt x="64" y="32"/>
                    <a:pt x="47"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5" name="Google Shape;1545;p38"/>
            <p:cNvSpPr/>
            <p:nvPr/>
          </p:nvSpPr>
          <p:spPr>
            <a:xfrm>
              <a:off x="3414023" y="1787268"/>
              <a:ext cx="8555" cy="5025"/>
            </a:xfrm>
            <a:custGeom>
              <a:avLst/>
              <a:gdLst/>
              <a:ahLst/>
              <a:cxnLst/>
              <a:rect l="l" t="t" r="r" b="b"/>
              <a:pathLst>
                <a:path w="269" h="158" extrusionOk="0">
                  <a:moveTo>
                    <a:pt x="189" y="0"/>
                  </a:moveTo>
                  <a:lnTo>
                    <a:pt x="189" y="0"/>
                  </a:lnTo>
                  <a:cubicBezTo>
                    <a:pt x="174" y="0"/>
                    <a:pt x="158" y="15"/>
                    <a:pt x="158" y="32"/>
                  </a:cubicBezTo>
                  <a:cubicBezTo>
                    <a:pt x="158" y="47"/>
                    <a:pt x="158" y="63"/>
                    <a:pt x="174" y="63"/>
                  </a:cubicBezTo>
                  <a:lnTo>
                    <a:pt x="158" y="78"/>
                  </a:lnTo>
                  <a:lnTo>
                    <a:pt x="158" y="78"/>
                  </a:lnTo>
                  <a:lnTo>
                    <a:pt x="158" y="78"/>
                  </a:lnTo>
                  <a:lnTo>
                    <a:pt x="143" y="78"/>
                  </a:lnTo>
                  <a:lnTo>
                    <a:pt x="143" y="78"/>
                  </a:lnTo>
                  <a:lnTo>
                    <a:pt x="143" y="78"/>
                  </a:lnTo>
                  <a:lnTo>
                    <a:pt x="143" y="110"/>
                  </a:lnTo>
                  <a:cubicBezTo>
                    <a:pt x="126" y="126"/>
                    <a:pt x="111" y="141"/>
                    <a:pt x="95" y="141"/>
                  </a:cubicBezTo>
                  <a:lnTo>
                    <a:pt x="95" y="141"/>
                  </a:lnTo>
                  <a:cubicBezTo>
                    <a:pt x="79" y="141"/>
                    <a:pt x="63" y="110"/>
                    <a:pt x="63" y="95"/>
                  </a:cubicBezTo>
                  <a:lnTo>
                    <a:pt x="63" y="95"/>
                  </a:lnTo>
                  <a:lnTo>
                    <a:pt x="32" y="95"/>
                  </a:lnTo>
                  <a:cubicBezTo>
                    <a:pt x="16" y="95"/>
                    <a:pt x="0" y="110"/>
                    <a:pt x="0" y="126"/>
                  </a:cubicBezTo>
                  <a:cubicBezTo>
                    <a:pt x="0" y="141"/>
                    <a:pt x="16" y="141"/>
                    <a:pt x="16" y="141"/>
                  </a:cubicBezTo>
                  <a:lnTo>
                    <a:pt x="16" y="141"/>
                  </a:lnTo>
                  <a:lnTo>
                    <a:pt x="16" y="141"/>
                  </a:lnTo>
                  <a:cubicBezTo>
                    <a:pt x="32" y="141"/>
                    <a:pt x="48" y="158"/>
                    <a:pt x="48" y="158"/>
                  </a:cubicBezTo>
                  <a:lnTo>
                    <a:pt x="79" y="158"/>
                  </a:lnTo>
                  <a:cubicBezTo>
                    <a:pt x="95" y="158"/>
                    <a:pt x="111" y="141"/>
                    <a:pt x="111" y="141"/>
                  </a:cubicBezTo>
                  <a:lnTo>
                    <a:pt x="143" y="141"/>
                  </a:lnTo>
                  <a:cubicBezTo>
                    <a:pt x="143" y="126"/>
                    <a:pt x="143" y="126"/>
                    <a:pt x="158" y="126"/>
                  </a:cubicBezTo>
                  <a:lnTo>
                    <a:pt x="158" y="126"/>
                  </a:lnTo>
                  <a:cubicBezTo>
                    <a:pt x="174" y="126"/>
                    <a:pt x="174" y="141"/>
                    <a:pt x="189" y="141"/>
                  </a:cubicBezTo>
                  <a:lnTo>
                    <a:pt x="189" y="141"/>
                  </a:lnTo>
                  <a:lnTo>
                    <a:pt x="252" y="95"/>
                  </a:lnTo>
                  <a:cubicBezTo>
                    <a:pt x="252" y="78"/>
                    <a:pt x="252" y="78"/>
                    <a:pt x="237" y="78"/>
                  </a:cubicBezTo>
                  <a:cubicBezTo>
                    <a:pt x="237" y="63"/>
                    <a:pt x="252" y="47"/>
                    <a:pt x="269" y="32"/>
                  </a:cubicBezTo>
                  <a:lnTo>
                    <a:pt x="252" y="15"/>
                  </a:lnTo>
                  <a:lnTo>
                    <a:pt x="252" y="15"/>
                  </a:lnTo>
                  <a:lnTo>
                    <a:pt x="20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6" name="Google Shape;1546;p38"/>
            <p:cNvSpPr/>
            <p:nvPr/>
          </p:nvSpPr>
          <p:spPr>
            <a:xfrm>
              <a:off x="3176004" y="1810803"/>
              <a:ext cx="6520" cy="7028"/>
            </a:xfrm>
            <a:custGeom>
              <a:avLst/>
              <a:gdLst/>
              <a:ahLst/>
              <a:cxnLst/>
              <a:rect l="l" t="t" r="r" b="b"/>
              <a:pathLst>
                <a:path w="205" h="221" extrusionOk="0">
                  <a:moveTo>
                    <a:pt x="110" y="0"/>
                  </a:moveTo>
                  <a:lnTo>
                    <a:pt x="110" y="0"/>
                  </a:lnTo>
                  <a:cubicBezTo>
                    <a:pt x="110" y="0"/>
                    <a:pt x="95" y="0"/>
                    <a:pt x="95" y="17"/>
                  </a:cubicBezTo>
                  <a:lnTo>
                    <a:pt x="79" y="32"/>
                  </a:lnTo>
                  <a:lnTo>
                    <a:pt x="79" y="32"/>
                  </a:lnTo>
                  <a:cubicBezTo>
                    <a:pt x="79" y="48"/>
                    <a:pt x="79" y="48"/>
                    <a:pt x="64" y="63"/>
                  </a:cubicBezTo>
                  <a:cubicBezTo>
                    <a:pt x="64" y="80"/>
                    <a:pt x="64" y="95"/>
                    <a:pt x="47" y="95"/>
                  </a:cubicBezTo>
                  <a:lnTo>
                    <a:pt x="32" y="95"/>
                  </a:lnTo>
                  <a:lnTo>
                    <a:pt x="16" y="95"/>
                  </a:lnTo>
                  <a:cubicBezTo>
                    <a:pt x="1" y="95"/>
                    <a:pt x="1" y="111"/>
                    <a:pt x="1" y="111"/>
                  </a:cubicBezTo>
                  <a:lnTo>
                    <a:pt x="16" y="189"/>
                  </a:lnTo>
                  <a:cubicBezTo>
                    <a:pt x="16" y="206"/>
                    <a:pt x="16" y="206"/>
                    <a:pt x="32" y="221"/>
                  </a:cubicBezTo>
                  <a:lnTo>
                    <a:pt x="47" y="189"/>
                  </a:lnTo>
                  <a:cubicBezTo>
                    <a:pt x="47" y="174"/>
                    <a:pt x="64" y="174"/>
                    <a:pt x="79" y="174"/>
                  </a:cubicBezTo>
                  <a:lnTo>
                    <a:pt x="79" y="174"/>
                  </a:lnTo>
                  <a:lnTo>
                    <a:pt x="95" y="174"/>
                  </a:lnTo>
                  <a:cubicBezTo>
                    <a:pt x="110" y="189"/>
                    <a:pt x="110" y="206"/>
                    <a:pt x="110" y="221"/>
                  </a:cubicBezTo>
                  <a:lnTo>
                    <a:pt x="95" y="221"/>
                  </a:lnTo>
                  <a:cubicBezTo>
                    <a:pt x="127" y="221"/>
                    <a:pt x="142" y="221"/>
                    <a:pt x="158" y="206"/>
                  </a:cubicBezTo>
                  <a:lnTo>
                    <a:pt x="158" y="206"/>
                  </a:lnTo>
                  <a:cubicBezTo>
                    <a:pt x="173" y="189"/>
                    <a:pt x="173" y="174"/>
                    <a:pt x="190" y="174"/>
                  </a:cubicBezTo>
                  <a:lnTo>
                    <a:pt x="190" y="174"/>
                  </a:lnTo>
                  <a:cubicBezTo>
                    <a:pt x="205" y="158"/>
                    <a:pt x="205" y="126"/>
                    <a:pt x="190" y="126"/>
                  </a:cubicBezTo>
                  <a:lnTo>
                    <a:pt x="173" y="126"/>
                  </a:lnTo>
                  <a:cubicBezTo>
                    <a:pt x="158" y="126"/>
                    <a:pt x="142" y="126"/>
                    <a:pt x="142" y="143"/>
                  </a:cubicBezTo>
                  <a:cubicBezTo>
                    <a:pt x="127" y="158"/>
                    <a:pt x="127" y="158"/>
                    <a:pt x="95" y="158"/>
                  </a:cubicBezTo>
                  <a:lnTo>
                    <a:pt x="79" y="158"/>
                  </a:lnTo>
                  <a:lnTo>
                    <a:pt x="79" y="126"/>
                  </a:lnTo>
                  <a:lnTo>
                    <a:pt x="142" y="63"/>
                  </a:lnTo>
                  <a:cubicBezTo>
                    <a:pt x="158" y="48"/>
                    <a:pt x="158" y="32"/>
                    <a:pt x="142" y="17"/>
                  </a:cubicBezTo>
                  <a:cubicBezTo>
                    <a:pt x="127" y="0"/>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7" name="Google Shape;1547;p38"/>
            <p:cNvSpPr/>
            <p:nvPr/>
          </p:nvSpPr>
          <p:spPr>
            <a:xfrm>
              <a:off x="3345390" y="1821330"/>
              <a:ext cx="5502" cy="1049"/>
            </a:xfrm>
            <a:custGeom>
              <a:avLst/>
              <a:gdLst/>
              <a:ahLst/>
              <a:cxnLst/>
              <a:rect l="l" t="t" r="r" b="b"/>
              <a:pathLst>
                <a:path w="173" h="33" extrusionOk="0">
                  <a:moveTo>
                    <a:pt x="95" y="1"/>
                  </a:moveTo>
                  <a:lnTo>
                    <a:pt x="78" y="1"/>
                  </a:lnTo>
                  <a:lnTo>
                    <a:pt x="78" y="1"/>
                  </a:lnTo>
                  <a:lnTo>
                    <a:pt x="63" y="1"/>
                  </a:lnTo>
                  <a:cubicBezTo>
                    <a:pt x="47" y="1"/>
                    <a:pt x="15" y="16"/>
                    <a:pt x="0" y="32"/>
                  </a:cubicBezTo>
                  <a:cubicBezTo>
                    <a:pt x="63" y="32"/>
                    <a:pt x="110" y="16"/>
                    <a:pt x="173" y="16"/>
                  </a:cubicBezTo>
                  <a:cubicBezTo>
                    <a:pt x="141"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8" name="Google Shape;1548;p38"/>
            <p:cNvSpPr/>
            <p:nvPr/>
          </p:nvSpPr>
          <p:spPr>
            <a:xfrm>
              <a:off x="3097831" y="1789272"/>
              <a:ext cx="6042" cy="4516"/>
            </a:xfrm>
            <a:custGeom>
              <a:avLst/>
              <a:gdLst/>
              <a:ahLst/>
              <a:cxnLst/>
              <a:rect l="l" t="t" r="r" b="b"/>
              <a:pathLst>
                <a:path w="190" h="142" extrusionOk="0">
                  <a:moveTo>
                    <a:pt x="32" y="0"/>
                  </a:moveTo>
                  <a:lnTo>
                    <a:pt x="32" y="0"/>
                  </a:lnTo>
                  <a:lnTo>
                    <a:pt x="32" y="0"/>
                  </a:lnTo>
                  <a:lnTo>
                    <a:pt x="16" y="63"/>
                  </a:lnTo>
                  <a:lnTo>
                    <a:pt x="1" y="63"/>
                  </a:lnTo>
                  <a:lnTo>
                    <a:pt x="1" y="110"/>
                  </a:lnTo>
                  <a:cubicBezTo>
                    <a:pt x="16" y="126"/>
                    <a:pt x="16" y="141"/>
                    <a:pt x="48" y="141"/>
                  </a:cubicBezTo>
                  <a:lnTo>
                    <a:pt x="48" y="141"/>
                  </a:lnTo>
                  <a:lnTo>
                    <a:pt x="95" y="141"/>
                  </a:lnTo>
                  <a:lnTo>
                    <a:pt x="95" y="126"/>
                  </a:lnTo>
                  <a:lnTo>
                    <a:pt x="127" y="126"/>
                  </a:lnTo>
                  <a:lnTo>
                    <a:pt x="127" y="126"/>
                  </a:lnTo>
                  <a:lnTo>
                    <a:pt x="142" y="126"/>
                  </a:lnTo>
                  <a:lnTo>
                    <a:pt x="142" y="126"/>
                  </a:lnTo>
                  <a:lnTo>
                    <a:pt x="158" y="126"/>
                  </a:lnTo>
                  <a:cubicBezTo>
                    <a:pt x="174" y="126"/>
                    <a:pt x="190" y="110"/>
                    <a:pt x="190" y="95"/>
                  </a:cubicBezTo>
                  <a:cubicBezTo>
                    <a:pt x="174" y="78"/>
                    <a:pt x="174" y="63"/>
                    <a:pt x="142" y="63"/>
                  </a:cubicBezTo>
                  <a:lnTo>
                    <a:pt x="142" y="63"/>
                  </a:lnTo>
                  <a:lnTo>
                    <a:pt x="79" y="63"/>
                  </a:lnTo>
                  <a:lnTo>
                    <a:pt x="64" y="32"/>
                  </a:lnTo>
                  <a:cubicBezTo>
                    <a:pt x="64"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9" name="Google Shape;1549;p38"/>
            <p:cNvSpPr/>
            <p:nvPr/>
          </p:nvSpPr>
          <p:spPr>
            <a:xfrm>
              <a:off x="3015141" y="1798272"/>
              <a:ext cx="2035" cy="4039"/>
            </a:xfrm>
            <a:custGeom>
              <a:avLst/>
              <a:gdLst/>
              <a:ahLst/>
              <a:cxnLst/>
              <a:rect l="l" t="t" r="r" b="b"/>
              <a:pathLst>
                <a:path w="64" h="127" extrusionOk="0">
                  <a:moveTo>
                    <a:pt x="17" y="64"/>
                  </a:moveTo>
                  <a:lnTo>
                    <a:pt x="17" y="79"/>
                  </a:lnTo>
                  <a:lnTo>
                    <a:pt x="17" y="95"/>
                  </a:lnTo>
                  <a:cubicBezTo>
                    <a:pt x="17" y="111"/>
                    <a:pt x="32" y="111"/>
                    <a:pt x="32" y="127"/>
                  </a:cubicBezTo>
                  <a:lnTo>
                    <a:pt x="64" y="111"/>
                  </a:lnTo>
                  <a:lnTo>
                    <a:pt x="64" y="79"/>
                  </a:lnTo>
                  <a:lnTo>
                    <a:pt x="64" y="79"/>
                  </a:lnTo>
                  <a:lnTo>
                    <a:pt x="64" y="79"/>
                  </a:lnTo>
                  <a:lnTo>
                    <a:pt x="48" y="79"/>
                  </a:lnTo>
                  <a:lnTo>
                    <a:pt x="32" y="79"/>
                  </a:lnTo>
                  <a:cubicBezTo>
                    <a:pt x="32" y="79"/>
                    <a:pt x="32" y="64"/>
                    <a:pt x="17" y="64"/>
                  </a:cubicBezTo>
                  <a:close/>
                  <a:moveTo>
                    <a:pt x="32" y="1"/>
                  </a:moveTo>
                  <a:lnTo>
                    <a:pt x="32" y="1"/>
                  </a:lnTo>
                  <a:cubicBezTo>
                    <a:pt x="17" y="1"/>
                    <a:pt x="1" y="16"/>
                    <a:pt x="1" y="32"/>
                  </a:cubicBezTo>
                  <a:lnTo>
                    <a:pt x="1" y="32"/>
                  </a:lnTo>
                  <a:lnTo>
                    <a:pt x="1" y="32"/>
                  </a:lnTo>
                  <a:lnTo>
                    <a:pt x="1" y="32"/>
                  </a:lnTo>
                  <a:cubicBezTo>
                    <a:pt x="1" y="16"/>
                    <a:pt x="17" y="16"/>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0" name="Google Shape;1550;p38"/>
            <p:cNvSpPr/>
            <p:nvPr/>
          </p:nvSpPr>
          <p:spPr>
            <a:xfrm>
              <a:off x="3415009" y="1779731"/>
              <a:ext cx="7060" cy="6042"/>
            </a:xfrm>
            <a:custGeom>
              <a:avLst/>
              <a:gdLst/>
              <a:ahLst/>
              <a:cxnLst/>
              <a:rect l="l" t="t" r="r" b="b"/>
              <a:pathLst>
                <a:path w="222" h="190" extrusionOk="0">
                  <a:moveTo>
                    <a:pt x="143" y="0"/>
                  </a:moveTo>
                  <a:lnTo>
                    <a:pt x="143" y="0"/>
                  </a:lnTo>
                  <a:lnTo>
                    <a:pt x="143" y="17"/>
                  </a:lnTo>
                  <a:cubicBezTo>
                    <a:pt x="158" y="32"/>
                    <a:pt x="143" y="48"/>
                    <a:pt x="127" y="63"/>
                  </a:cubicBezTo>
                  <a:lnTo>
                    <a:pt x="143" y="111"/>
                  </a:lnTo>
                  <a:cubicBezTo>
                    <a:pt x="127" y="126"/>
                    <a:pt x="95" y="126"/>
                    <a:pt x="80" y="126"/>
                  </a:cubicBezTo>
                  <a:lnTo>
                    <a:pt x="32" y="126"/>
                  </a:lnTo>
                  <a:lnTo>
                    <a:pt x="1" y="189"/>
                  </a:lnTo>
                  <a:lnTo>
                    <a:pt x="1" y="189"/>
                  </a:lnTo>
                  <a:lnTo>
                    <a:pt x="1" y="174"/>
                  </a:lnTo>
                  <a:lnTo>
                    <a:pt x="32" y="158"/>
                  </a:lnTo>
                  <a:lnTo>
                    <a:pt x="48" y="158"/>
                  </a:lnTo>
                  <a:lnTo>
                    <a:pt x="48" y="158"/>
                  </a:lnTo>
                  <a:cubicBezTo>
                    <a:pt x="64" y="158"/>
                    <a:pt x="80" y="158"/>
                    <a:pt x="80" y="174"/>
                  </a:cubicBezTo>
                  <a:cubicBezTo>
                    <a:pt x="95" y="174"/>
                    <a:pt x="95" y="189"/>
                    <a:pt x="95" y="189"/>
                  </a:cubicBezTo>
                  <a:lnTo>
                    <a:pt x="95" y="189"/>
                  </a:lnTo>
                  <a:lnTo>
                    <a:pt x="127" y="189"/>
                  </a:lnTo>
                  <a:cubicBezTo>
                    <a:pt x="143" y="189"/>
                    <a:pt x="158" y="189"/>
                    <a:pt x="158" y="174"/>
                  </a:cubicBezTo>
                  <a:cubicBezTo>
                    <a:pt x="175" y="174"/>
                    <a:pt x="190" y="174"/>
                    <a:pt x="206" y="158"/>
                  </a:cubicBezTo>
                  <a:cubicBezTo>
                    <a:pt x="206" y="158"/>
                    <a:pt x="221" y="143"/>
                    <a:pt x="221" y="126"/>
                  </a:cubicBezTo>
                  <a:lnTo>
                    <a:pt x="221" y="126"/>
                  </a:lnTo>
                  <a:lnTo>
                    <a:pt x="190" y="32"/>
                  </a:lnTo>
                  <a:lnTo>
                    <a:pt x="190" y="17"/>
                  </a:lnTo>
                  <a:lnTo>
                    <a:pt x="175" y="17"/>
                  </a:lnTo>
                  <a:cubicBezTo>
                    <a:pt x="158" y="17"/>
                    <a:pt x="158" y="0"/>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1" name="Google Shape;1551;p38"/>
            <p:cNvSpPr/>
            <p:nvPr/>
          </p:nvSpPr>
          <p:spPr>
            <a:xfrm>
              <a:off x="3443600" y="1793279"/>
              <a:ext cx="5025" cy="5025"/>
            </a:xfrm>
            <a:custGeom>
              <a:avLst/>
              <a:gdLst/>
              <a:ahLst/>
              <a:cxnLst/>
              <a:rect l="l" t="t" r="r" b="b"/>
              <a:pathLst>
                <a:path w="158" h="158" extrusionOk="0">
                  <a:moveTo>
                    <a:pt x="78" y="0"/>
                  </a:moveTo>
                  <a:cubicBezTo>
                    <a:pt x="63" y="0"/>
                    <a:pt x="47" y="15"/>
                    <a:pt x="32" y="15"/>
                  </a:cubicBezTo>
                  <a:lnTo>
                    <a:pt x="15" y="15"/>
                  </a:lnTo>
                  <a:cubicBezTo>
                    <a:pt x="15" y="15"/>
                    <a:pt x="0" y="15"/>
                    <a:pt x="0" y="0"/>
                  </a:cubicBezTo>
                  <a:cubicBezTo>
                    <a:pt x="0" y="15"/>
                    <a:pt x="0" y="32"/>
                    <a:pt x="15" y="47"/>
                  </a:cubicBezTo>
                  <a:lnTo>
                    <a:pt x="15" y="47"/>
                  </a:lnTo>
                  <a:lnTo>
                    <a:pt x="32" y="47"/>
                  </a:lnTo>
                  <a:lnTo>
                    <a:pt x="47" y="63"/>
                  </a:lnTo>
                  <a:cubicBezTo>
                    <a:pt x="78" y="78"/>
                    <a:pt x="95" y="95"/>
                    <a:pt x="95" y="110"/>
                  </a:cubicBezTo>
                  <a:lnTo>
                    <a:pt x="95" y="110"/>
                  </a:lnTo>
                  <a:lnTo>
                    <a:pt x="95" y="110"/>
                  </a:lnTo>
                  <a:cubicBezTo>
                    <a:pt x="110" y="126"/>
                    <a:pt x="110" y="126"/>
                    <a:pt x="110" y="141"/>
                  </a:cubicBezTo>
                  <a:lnTo>
                    <a:pt x="126" y="141"/>
                  </a:lnTo>
                  <a:cubicBezTo>
                    <a:pt x="126" y="141"/>
                    <a:pt x="141" y="141"/>
                    <a:pt x="141" y="158"/>
                  </a:cubicBezTo>
                  <a:lnTo>
                    <a:pt x="141" y="141"/>
                  </a:lnTo>
                  <a:cubicBezTo>
                    <a:pt x="158" y="110"/>
                    <a:pt x="158" y="95"/>
                    <a:pt x="158" y="63"/>
                  </a:cubicBezTo>
                  <a:lnTo>
                    <a:pt x="158" y="78"/>
                  </a:lnTo>
                  <a:lnTo>
                    <a:pt x="126" y="78"/>
                  </a:lnTo>
                  <a:lnTo>
                    <a:pt x="95" y="78"/>
                  </a:lnTo>
                  <a:cubicBezTo>
                    <a:pt x="95" y="63"/>
                    <a:pt x="78" y="47"/>
                    <a:pt x="95" y="32"/>
                  </a:cubicBezTo>
                  <a:lnTo>
                    <a:pt x="110" y="15"/>
                  </a:lnTo>
                  <a:cubicBezTo>
                    <a:pt x="95" y="15"/>
                    <a:pt x="78" y="0"/>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2" name="Google Shape;1552;p38"/>
            <p:cNvSpPr/>
            <p:nvPr/>
          </p:nvSpPr>
          <p:spPr>
            <a:xfrm>
              <a:off x="3394972" y="1813792"/>
              <a:ext cx="3021" cy="2576"/>
            </a:xfrm>
            <a:custGeom>
              <a:avLst/>
              <a:gdLst/>
              <a:ahLst/>
              <a:cxnLst/>
              <a:rect l="l" t="t" r="r" b="b"/>
              <a:pathLst>
                <a:path w="95" h="81" extrusionOk="0">
                  <a:moveTo>
                    <a:pt x="80" y="1"/>
                  </a:moveTo>
                  <a:cubicBezTo>
                    <a:pt x="80" y="17"/>
                    <a:pt x="63" y="32"/>
                    <a:pt x="48" y="32"/>
                  </a:cubicBezTo>
                  <a:lnTo>
                    <a:pt x="0" y="49"/>
                  </a:lnTo>
                  <a:lnTo>
                    <a:pt x="0" y="64"/>
                  </a:lnTo>
                  <a:cubicBezTo>
                    <a:pt x="0" y="64"/>
                    <a:pt x="0" y="80"/>
                    <a:pt x="17" y="80"/>
                  </a:cubicBezTo>
                  <a:lnTo>
                    <a:pt x="63" y="64"/>
                  </a:lnTo>
                  <a:cubicBezTo>
                    <a:pt x="80" y="64"/>
                    <a:pt x="95" y="49"/>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3" name="Google Shape;1553;p38"/>
            <p:cNvSpPr/>
            <p:nvPr/>
          </p:nvSpPr>
          <p:spPr>
            <a:xfrm>
              <a:off x="3421560" y="1807304"/>
              <a:ext cx="5025" cy="4039"/>
            </a:xfrm>
            <a:custGeom>
              <a:avLst/>
              <a:gdLst/>
              <a:ahLst/>
              <a:cxnLst/>
              <a:rect l="l" t="t" r="r" b="b"/>
              <a:pathLst>
                <a:path w="158" h="127" extrusionOk="0">
                  <a:moveTo>
                    <a:pt x="32" y="0"/>
                  </a:moveTo>
                  <a:cubicBezTo>
                    <a:pt x="15" y="0"/>
                    <a:pt x="0" y="16"/>
                    <a:pt x="0" y="32"/>
                  </a:cubicBezTo>
                  <a:lnTo>
                    <a:pt x="15" y="95"/>
                  </a:lnTo>
                  <a:cubicBezTo>
                    <a:pt x="15" y="95"/>
                    <a:pt x="15" y="110"/>
                    <a:pt x="32" y="110"/>
                  </a:cubicBezTo>
                  <a:cubicBezTo>
                    <a:pt x="32" y="127"/>
                    <a:pt x="47" y="127"/>
                    <a:pt x="47" y="127"/>
                  </a:cubicBezTo>
                  <a:lnTo>
                    <a:pt x="63" y="110"/>
                  </a:lnTo>
                  <a:lnTo>
                    <a:pt x="78" y="127"/>
                  </a:lnTo>
                  <a:lnTo>
                    <a:pt x="110" y="127"/>
                  </a:lnTo>
                  <a:cubicBezTo>
                    <a:pt x="141" y="127"/>
                    <a:pt x="158" y="127"/>
                    <a:pt x="158" y="110"/>
                  </a:cubicBezTo>
                  <a:lnTo>
                    <a:pt x="110" y="79"/>
                  </a:lnTo>
                  <a:cubicBezTo>
                    <a:pt x="110" y="79"/>
                    <a:pt x="95" y="95"/>
                    <a:pt x="78" y="95"/>
                  </a:cubicBezTo>
                  <a:lnTo>
                    <a:pt x="63" y="95"/>
                  </a:lnTo>
                  <a:cubicBezTo>
                    <a:pt x="47" y="79"/>
                    <a:pt x="47" y="63"/>
                    <a:pt x="47" y="47"/>
                  </a:cubicBezTo>
                  <a:lnTo>
                    <a:pt x="4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4" name="Google Shape;1554;p38"/>
            <p:cNvSpPr/>
            <p:nvPr/>
          </p:nvSpPr>
          <p:spPr>
            <a:xfrm>
              <a:off x="3352387" y="1814333"/>
              <a:ext cx="3053" cy="2512"/>
            </a:xfrm>
            <a:custGeom>
              <a:avLst/>
              <a:gdLst/>
              <a:ahLst/>
              <a:cxnLst/>
              <a:rect l="l" t="t" r="r" b="b"/>
              <a:pathLst>
                <a:path w="96" h="79" extrusionOk="0">
                  <a:moveTo>
                    <a:pt x="32" y="0"/>
                  </a:moveTo>
                  <a:lnTo>
                    <a:pt x="16" y="32"/>
                  </a:lnTo>
                  <a:lnTo>
                    <a:pt x="1" y="63"/>
                  </a:lnTo>
                  <a:lnTo>
                    <a:pt x="64" y="63"/>
                  </a:lnTo>
                  <a:lnTo>
                    <a:pt x="64" y="63"/>
                  </a:lnTo>
                  <a:lnTo>
                    <a:pt x="64" y="78"/>
                  </a:lnTo>
                  <a:lnTo>
                    <a:pt x="95" y="32"/>
                  </a:lnTo>
                  <a:lnTo>
                    <a:pt x="95"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5" name="Google Shape;1555;p38"/>
            <p:cNvSpPr/>
            <p:nvPr/>
          </p:nvSpPr>
          <p:spPr>
            <a:xfrm>
              <a:off x="3025700" y="1797763"/>
              <a:ext cx="3498" cy="4039"/>
            </a:xfrm>
            <a:custGeom>
              <a:avLst/>
              <a:gdLst/>
              <a:ahLst/>
              <a:cxnLst/>
              <a:rect l="l" t="t" r="r" b="b"/>
              <a:pathLst>
                <a:path w="110" h="127" extrusionOk="0">
                  <a:moveTo>
                    <a:pt x="32" y="0"/>
                  </a:moveTo>
                  <a:cubicBezTo>
                    <a:pt x="15" y="0"/>
                    <a:pt x="15" y="17"/>
                    <a:pt x="15" y="17"/>
                  </a:cubicBezTo>
                  <a:cubicBezTo>
                    <a:pt x="0" y="32"/>
                    <a:pt x="0" y="48"/>
                    <a:pt x="15" y="64"/>
                  </a:cubicBezTo>
                  <a:lnTo>
                    <a:pt x="32" y="80"/>
                  </a:lnTo>
                  <a:lnTo>
                    <a:pt x="32" y="111"/>
                  </a:lnTo>
                  <a:lnTo>
                    <a:pt x="32" y="127"/>
                  </a:lnTo>
                  <a:lnTo>
                    <a:pt x="32" y="127"/>
                  </a:lnTo>
                  <a:cubicBezTo>
                    <a:pt x="32" y="111"/>
                    <a:pt x="47" y="95"/>
                    <a:pt x="63" y="95"/>
                  </a:cubicBezTo>
                  <a:lnTo>
                    <a:pt x="63" y="95"/>
                  </a:lnTo>
                  <a:lnTo>
                    <a:pt x="63" y="95"/>
                  </a:lnTo>
                  <a:lnTo>
                    <a:pt x="95" y="95"/>
                  </a:lnTo>
                  <a:lnTo>
                    <a:pt x="110" y="95"/>
                  </a:lnTo>
                  <a:lnTo>
                    <a:pt x="110" y="64"/>
                  </a:lnTo>
                  <a:lnTo>
                    <a:pt x="110" y="64"/>
                  </a:lnTo>
                  <a:lnTo>
                    <a:pt x="95" y="64"/>
                  </a:lnTo>
                  <a:cubicBezTo>
                    <a:pt x="95" y="64"/>
                    <a:pt x="78" y="64"/>
                    <a:pt x="78" y="48"/>
                  </a:cubicBezTo>
                  <a:cubicBezTo>
                    <a:pt x="63" y="32"/>
                    <a:pt x="63" y="32"/>
                    <a:pt x="63" y="17"/>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6" name="Google Shape;1556;p38"/>
            <p:cNvSpPr/>
            <p:nvPr/>
          </p:nvSpPr>
          <p:spPr>
            <a:xfrm>
              <a:off x="3025700" y="1822348"/>
              <a:ext cx="1495" cy="1495"/>
            </a:xfrm>
            <a:custGeom>
              <a:avLst/>
              <a:gdLst/>
              <a:ahLst/>
              <a:cxnLst/>
              <a:rect l="l" t="t" r="r" b="b"/>
              <a:pathLst>
                <a:path w="47" h="47" extrusionOk="0">
                  <a:moveTo>
                    <a:pt x="15" y="0"/>
                  </a:moveTo>
                  <a:lnTo>
                    <a:pt x="15" y="15"/>
                  </a:lnTo>
                  <a:cubicBezTo>
                    <a:pt x="0" y="15"/>
                    <a:pt x="15" y="15"/>
                    <a:pt x="15" y="32"/>
                  </a:cubicBezTo>
                  <a:lnTo>
                    <a:pt x="15" y="32"/>
                  </a:lnTo>
                  <a:cubicBezTo>
                    <a:pt x="15" y="32"/>
                    <a:pt x="32" y="47"/>
                    <a:pt x="47" y="47"/>
                  </a:cubicBezTo>
                  <a:cubicBezTo>
                    <a:pt x="32" y="32"/>
                    <a:pt x="15" y="0"/>
                    <a:pt x="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7" name="Google Shape;1557;p38"/>
            <p:cNvSpPr/>
            <p:nvPr/>
          </p:nvSpPr>
          <p:spPr>
            <a:xfrm>
              <a:off x="3026177" y="1818817"/>
              <a:ext cx="4039" cy="6551"/>
            </a:xfrm>
            <a:custGeom>
              <a:avLst/>
              <a:gdLst/>
              <a:ahLst/>
              <a:cxnLst/>
              <a:rect l="l" t="t" r="r" b="b"/>
              <a:pathLst>
                <a:path w="127" h="206" extrusionOk="0">
                  <a:moveTo>
                    <a:pt x="95" y="0"/>
                  </a:moveTo>
                  <a:lnTo>
                    <a:pt x="95" y="0"/>
                  </a:lnTo>
                  <a:lnTo>
                    <a:pt x="63" y="0"/>
                  </a:lnTo>
                  <a:cubicBezTo>
                    <a:pt x="32" y="48"/>
                    <a:pt x="0" y="80"/>
                    <a:pt x="0" y="111"/>
                  </a:cubicBezTo>
                  <a:cubicBezTo>
                    <a:pt x="0" y="111"/>
                    <a:pt x="17" y="143"/>
                    <a:pt x="32" y="158"/>
                  </a:cubicBezTo>
                  <a:cubicBezTo>
                    <a:pt x="48" y="174"/>
                    <a:pt x="63" y="174"/>
                    <a:pt x="80" y="189"/>
                  </a:cubicBezTo>
                  <a:cubicBezTo>
                    <a:pt x="95" y="189"/>
                    <a:pt x="95" y="206"/>
                    <a:pt x="111" y="206"/>
                  </a:cubicBezTo>
                  <a:lnTo>
                    <a:pt x="111" y="174"/>
                  </a:lnTo>
                  <a:lnTo>
                    <a:pt x="95" y="174"/>
                  </a:lnTo>
                  <a:lnTo>
                    <a:pt x="80" y="174"/>
                  </a:lnTo>
                  <a:lnTo>
                    <a:pt x="63" y="174"/>
                  </a:lnTo>
                  <a:cubicBezTo>
                    <a:pt x="48" y="174"/>
                    <a:pt x="32" y="158"/>
                    <a:pt x="32" y="143"/>
                  </a:cubicBezTo>
                  <a:cubicBezTo>
                    <a:pt x="48" y="111"/>
                    <a:pt x="48" y="95"/>
                    <a:pt x="63" y="95"/>
                  </a:cubicBezTo>
                  <a:cubicBezTo>
                    <a:pt x="80" y="95"/>
                    <a:pt x="80" y="95"/>
                    <a:pt x="80" y="80"/>
                  </a:cubicBezTo>
                  <a:cubicBezTo>
                    <a:pt x="95" y="80"/>
                    <a:pt x="111" y="63"/>
                    <a:pt x="111" y="63"/>
                  </a:cubicBezTo>
                  <a:cubicBezTo>
                    <a:pt x="126" y="48"/>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8" name="Google Shape;1558;p38"/>
            <p:cNvSpPr/>
            <p:nvPr/>
          </p:nvSpPr>
          <p:spPr>
            <a:xfrm>
              <a:off x="3408012" y="1795283"/>
              <a:ext cx="4548" cy="5534"/>
            </a:xfrm>
            <a:custGeom>
              <a:avLst/>
              <a:gdLst/>
              <a:ahLst/>
              <a:cxnLst/>
              <a:rect l="l" t="t" r="r" b="b"/>
              <a:pathLst>
                <a:path w="143" h="174" extrusionOk="0">
                  <a:moveTo>
                    <a:pt x="79" y="0"/>
                  </a:moveTo>
                  <a:lnTo>
                    <a:pt x="79" y="15"/>
                  </a:lnTo>
                  <a:cubicBezTo>
                    <a:pt x="79" y="15"/>
                    <a:pt x="63" y="32"/>
                    <a:pt x="48" y="32"/>
                  </a:cubicBezTo>
                  <a:lnTo>
                    <a:pt x="32" y="32"/>
                  </a:lnTo>
                  <a:lnTo>
                    <a:pt x="32" y="32"/>
                  </a:lnTo>
                  <a:lnTo>
                    <a:pt x="32" y="32"/>
                  </a:lnTo>
                  <a:lnTo>
                    <a:pt x="16" y="32"/>
                  </a:lnTo>
                  <a:lnTo>
                    <a:pt x="0" y="32"/>
                  </a:lnTo>
                  <a:cubicBezTo>
                    <a:pt x="0" y="47"/>
                    <a:pt x="0" y="63"/>
                    <a:pt x="16" y="63"/>
                  </a:cubicBezTo>
                  <a:cubicBezTo>
                    <a:pt x="16" y="78"/>
                    <a:pt x="32" y="95"/>
                    <a:pt x="32" y="110"/>
                  </a:cubicBezTo>
                  <a:cubicBezTo>
                    <a:pt x="48" y="142"/>
                    <a:pt x="79" y="173"/>
                    <a:pt x="126" y="173"/>
                  </a:cubicBezTo>
                  <a:lnTo>
                    <a:pt x="142" y="173"/>
                  </a:lnTo>
                  <a:lnTo>
                    <a:pt x="142" y="158"/>
                  </a:lnTo>
                  <a:lnTo>
                    <a:pt x="142" y="110"/>
                  </a:lnTo>
                  <a:lnTo>
                    <a:pt x="142" y="110"/>
                  </a:lnTo>
                  <a:cubicBezTo>
                    <a:pt x="126" y="110"/>
                    <a:pt x="111" y="95"/>
                    <a:pt x="95" y="78"/>
                  </a:cubicBezTo>
                  <a:lnTo>
                    <a:pt x="95" y="63"/>
                  </a:lnTo>
                  <a:lnTo>
                    <a:pt x="95" y="63"/>
                  </a:lnTo>
                  <a:cubicBezTo>
                    <a:pt x="95" y="63"/>
                    <a:pt x="111" y="63"/>
                    <a:pt x="111" y="47"/>
                  </a:cubicBezTo>
                  <a:lnTo>
                    <a:pt x="95" y="47"/>
                  </a:lnTo>
                  <a:cubicBezTo>
                    <a:pt x="95" y="32"/>
                    <a:pt x="95" y="15"/>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9" name="Google Shape;1559;p38"/>
            <p:cNvSpPr/>
            <p:nvPr/>
          </p:nvSpPr>
          <p:spPr>
            <a:xfrm>
              <a:off x="3373918" y="1777250"/>
              <a:ext cx="3053" cy="3498"/>
            </a:xfrm>
            <a:custGeom>
              <a:avLst/>
              <a:gdLst/>
              <a:ahLst/>
              <a:cxnLst/>
              <a:rect l="l" t="t" r="r" b="b"/>
              <a:pathLst>
                <a:path w="96" h="110" extrusionOk="0">
                  <a:moveTo>
                    <a:pt x="49" y="0"/>
                  </a:moveTo>
                  <a:cubicBezTo>
                    <a:pt x="49" y="15"/>
                    <a:pt x="32" y="15"/>
                    <a:pt x="17" y="15"/>
                  </a:cubicBezTo>
                  <a:lnTo>
                    <a:pt x="1" y="32"/>
                  </a:lnTo>
                  <a:lnTo>
                    <a:pt x="1" y="32"/>
                  </a:lnTo>
                  <a:lnTo>
                    <a:pt x="1" y="47"/>
                  </a:lnTo>
                  <a:lnTo>
                    <a:pt x="17" y="95"/>
                  </a:lnTo>
                  <a:cubicBezTo>
                    <a:pt x="32" y="110"/>
                    <a:pt x="32" y="110"/>
                    <a:pt x="49" y="110"/>
                  </a:cubicBezTo>
                  <a:lnTo>
                    <a:pt x="64" y="110"/>
                  </a:lnTo>
                  <a:cubicBezTo>
                    <a:pt x="80" y="110"/>
                    <a:pt x="95" y="78"/>
                    <a:pt x="80" y="63"/>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0" name="Google Shape;1560;p38"/>
            <p:cNvSpPr/>
            <p:nvPr/>
          </p:nvSpPr>
          <p:spPr>
            <a:xfrm>
              <a:off x="3203069" y="1804283"/>
              <a:ext cx="4516" cy="4039"/>
            </a:xfrm>
            <a:custGeom>
              <a:avLst/>
              <a:gdLst/>
              <a:ahLst/>
              <a:cxnLst/>
              <a:rect l="l" t="t" r="r" b="b"/>
              <a:pathLst>
                <a:path w="142" h="127" extrusionOk="0">
                  <a:moveTo>
                    <a:pt x="79" y="111"/>
                  </a:moveTo>
                  <a:lnTo>
                    <a:pt x="79" y="111"/>
                  </a:lnTo>
                  <a:lnTo>
                    <a:pt x="79" y="111"/>
                  </a:lnTo>
                  <a:close/>
                  <a:moveTo>
                    <a:pt x="64" y="48"/>
                  </a:moveTo>
                  <a:lnTo>
                    <a:pt x="64" y="48"/>
                  </a:lnTo>
                  <a:lnTo>
                    <a:pt x="64" y="48"/>
                  </a:lnTo>
                  <a:close/>
                  <a:moveTo>
                    <a:pt x="47" y="1"/>
                  </a:moveTo>
                  <a:cubicBezTo>
                    <a:pt x="32" y="16"/>
                    <a:pt x="32" y="16"/>
                    <a:pt x="16" y="16"/>
                  </a:cubicBezTo>
                  <a:lnTo>
                    <a:pt x="16" y="16"/>
                  </a:lnTo>
                  <a:cubicBezTo>
                    <a:pt x="16" y="16"/>
                    <a:pt x="1" y="16"/>
                    <a:pt x="1" y="32"/>
                  </a:cubicBezTo>
                  <a:cubicBezTo>
                    <a:pt x="1" y="48"/>
                    <a:pt x="1" y="79"/>
                    <a:pt x="16" y="95"/>
                  </a:cubicBezTo>
                  <a:cubicBezTo>
                    <a:pt x="32" y="111"/>
                    <a:pt x="47" y="111"/>
                    <a:pt x="79" y="111"/>
                  </a:cubicBezTo>
                  <a:lnTo>
                    <a:pt x="79" y="111"/>
                  </a:lnTo>
                  <a:cubicBezTo>
                    <a:pt x="95" y="127"/>
                    <a:pt x="95" y="127"/>
                    <a:pt x="110" y="127"/>
                  </a:cubicBezTo>
                  <a:cubicBezTo>
                    <a:pt x="110" y="127"/>
                    <a:pt x="127" y="127"/>
                    <a:pt x="127" y="111"/>
                  </a:cubicBezTo>
                  <a:cubicBezTo>
                    <a:pt x="142" y="111"/>
                    <a:pt x="142" y="79"/>
                    <a:pt x="127" y="64"/>
                  </a:cubicBezTo>
                  <a:cubicBezTo>
                    <a:pt x="110" y="48"/>
                    <a:pt x="95" y="48"/>
                    <a:pt x="79" y="48"/>
                  </a:cubicBezTo>
                  <a:lnTo>
                    <a:pt x="79" y="48"/>
                  </a:lnTo>
                  <a:lnTo>
                    <a:pt x="79" y="48"/>
                  </a:lnTo>
                  <a:cubicBezTo>
                    <a:pt x="79" y="32"/>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1" name="Google Shape;1561;p38"/>
            <p:cNvSpPr/>
            <p:nvPr/>
          </p:nvSpPr>
          <p:spPr>
            <a:xfrm>
              <a:off x="3205073" y="1805778"/>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2" name="Google Shape;1562;p38"/>
            <p:cNvSpPr/>
            <p:nvPr/>
          </p:nvSpPr>
          <p:spPr>
            <a:xfrm>
              <a:off x="3205550" y="180778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3" name="Google Shape;1563;p38"/>
            <p:cNvSpPr/>
            <p:nvPr/>
          </p:nvSpPr>
          <p:spPr>
            <a:xfrm>
              <a:off x="3176481" y="1803774"/>
              <a:ext cx="3562" cy="3053"/>
            </a:xfrm>
            <a:custGeom>
              <a:avLst/>
              <a:gdLst/>
              <a:ahLst/>
              <a:cxnLst/>
              <a:rect l="l" t="t" r="r" b="b"/>
              <a:pathLst>
                <a:path w="112" h="96" extrusionOk="0">
                  <a:moveTo>
                    <a:pt x="49" y="1"/>
                  </a:moveTo>
                  <a:lnTo>
                    <a:pt x="49" y="1"/>
                  </a:lnTo>
                  <a:cubicBezTo>
                    <a:pt x="32" y="17"/>
                    <a:pt x="17" y="17"/>
                    <a:pt x="17" y="17"/>
                  </a:cubicBezTo>
                  <a:lnTo>
                    <a:pt x="1" y="17"/>
                  </a:lnTo>
                  <a:lnTo>
                    <a:pt x="1" y="32"/>
                  </a:lnTo>
                  <a:cubicBezTo>
                    <a:pt x="17" y="48"/>
                    <a:pt x="17" y="48"/>
                    <a:pt x="17" y="64"/>
                  </a:cubicBezTo>
                  <a:lnTo>
                    <a:pt x="17" y="95"/>
                  </a:lnTo>
                  <a:lnTo>
                    <a:pt x="32" y="95"/>
                  </a:lnTo>
                  <a:lnTo>
                    <a:pt x="80" y="95"/>
                  </a:lnTo>
                  <a:lnTo>
                    <a:pt x="80" y="95"/>
                  </a:lnTo>
                  <a:lnTo>
                    <a:pt x="112" y="95"/>
                  </a:lnTo>
                  <a:lnTo>
                    <a:pt x="112" y="95"/>
                  </a:lnTo>
                  <a:cubicBezTo>
                    <a:pt x="95" y="95"/>
                    <a:pt x="80" y="80"/>
                    <a:pt x="80"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4" name="Google Shape;1564;p38"/>
            <p:cNvSpPr/>
            <p:nvPr/>
          </p:nvSpPr>
          <p:spPr>
            <a:xfrm>
              <a:off x="3395958" y="1762684"/>
              <a:ext cx="6583" cy="5565"/>
            </a:xfrm>
            <a:custGeom>
              <a:avLst/>
              <a:gdLst/>
              <a:ahLst/>
              <a:cxnLst/>
              <a:rect l="l" t="t" r="r" b="b"/>
              <a:pathLst>
                <a:path w="207" h="175" extrusionOk="0">
                  <a:moveTo>
                    <a:pt x="112" y="1"/>
                  </a:moveTo>
                  <a:lnTo>
                    <a:pt x="64" y="17"/>
                  </a:lnTo>
                  <a:lnTo>
                    <a:pt x="49" y="17"/>
                  </a:lnTo>
                  <a:lnTo>
                    <a:pt x="32" y="17"/>
                  </a:lnTo>
                  <a:lnTo>
                    <a:pt x="17" y="64"/>
                  </a:lnTo>
                  <a:cubicBezTo>
                    <a:pt x="1" y="80"/>
                    <a:pt x="1" y="95"/>
                    <a:pt x="17" y="112"/>
                  </a:cubicBezTo>
                  <a:lnTo>
                    <a:pt x="32" y="112"/>
                  </a:lnTo>
                  <a:cubicBezTo>
                    <a:pt x="49" y="112"/>
                    <a:pt x="64" y="112"/>
                    <a:pt x="64" y="95"/>
                  </a:cubicBezTo>
                  <a:lnTo>
                    <a:pt x="80" y="80"/>
                  </a:lnTo>
                  <a:lnTo>
                    <a:pt x="127" y="112"/>
                  </a:lnTo>
                  <a:lnTo>
                    <a:pt x="112" y="127"/>
                  </a:lnTo>
                  <a:cubicBezTo>
                    <a:pt x="112" y="127"/>
                    <a:pt x="95" y="158"/>
                    <a:pt x="112" y="175"/>
                  </a:cubicBezTo>
                  <a:lnTo>
                    <a:pt x="112" y="175"/>
                  </a:lnTo>
                  <a:lnTo>
                    <a:pt x="143" y="175"/>
                  </a:lnTo>
                  <a:lnTo>
                    <a:pt x="158" y="175"/>
                  </a:lnTo>
                  <a:lnTo>
                    <a:pt x="175" y="158"/>
                  </a:lnTo>
                  <a:lnTo>
                    <a:pt x="175" y="143"/>
                  </a:lnTo>
                  <a:cubicBezTo>
                    <a:pt x="158" y="127"/>
                    <a:pt x="175" y="112"/>
                    <a:pt x="190" y="95"/>
                  </a:cubicBezTo>
                  <a:lnTo>
                    <a:pt x="206" y="95"/>
                  </a:lnTo>
                  <a:lnTo>
                    <a:pt x="206" y="95"/>
                  </a:lnTo>
                  <a:lnTo>
                    <a:pt x="206" y="95"/>
                  </a:lnTo>
                  <a:lnTo>
                    <a:pt x="206" y="8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5" name="Google Shape;1565;p38"/>
            <p:cNvSpPr/>
            <p:nvPr/>
          </p:nvSpPr>
          <p:spPr>
            <a:xfrm>
              <a:off x="3317785" y="1768695"/>
              <a:ext cx="8078" cy="5057"/>
            </a:xfrm>
            <a:custGeom>
              <a:avLst/>
              <a:gdLst/>
              <a:ahLst/>
              <a:cxnLst/>
              <a:rect l="l" t="t" r="r" b="b"/>
              <a:pathLst>
                <a:path w="254" h="159" extrusionOk="0">
                  <a:moveTo>
                    <a:pt x="112" y="1"/>
                  </a:moveTo>
                  <a:lnTo>
                    <a:pt x="112" y="1"/>
                  </a:lnTo>
                  <a:lnTo>
                    <a:pt x="112" y="1"/>
                  </a:lnTo>
                  <a:cubicBezTo>
                    <a:pt x="96" y="1"/>
                    <a:pt x="80" y="17"/>
                    <a:pt x="80" y="17"/>
                  </a:cubicBezTo>
                  <a:lnTo>
                    <a:pt x="80" y="32"/>
                  </a:lnTo>
                  <a:lnTo>
                    <a:pt x="80" y="32"/>
                  </a:lnTo>
                  <a:lnTo>
                    <a:pt x="64" y="32"/>
                  </a:lnTo>
                  <a:lnTo>
                    <a:pt x="64" y="32"/>
                  </a:lnTo>
                  <a:cubicBezTo>
                    <a:pt x="49" y="32"/>
                    <a:pt x="17" y="32"/>
                    <a:pt x="1" y="64"/>
                  </a:cubicBezTo>
                  <a:lnTo>
                    <a:pt x="1" y="64"/>
                  </a:lnTo>
                  <a:lnTo>
                    <a:pt x="1" y="95"/>
                  </a:lnTo>
                  <a:lnTo>
                    <a:pt x="17" y="143"/>
                  </a:lnTo>
                  <a:cubicBezTo>
                    <a:pt x="17" y="158"/>
                    <a:pt x="33" y="158"/>
                    <a:pt x="33" y="158"/>
                  </a:cubicBezTo>
                  <a:lnTo>
                    <a:pt x="33" y="143"/>
                  </a:lnTo>
                  <a:cubicBezTo>
                    <a:pt x="33" y="127"/>
                    <a:pt x="49" y="112"/>
                    <a:pt x="64" y="112"/>
                  </a:cubicBezTo>
                  <a:lnTo>
                    <a:pt x="64" y="112"/>
                  </a:lnTo>
                  <a:lnTo>
                    <a:pt x="80" y="112"/>
                  </a:lnTo>
                  <a:lnTo>
                    <a:pt x="96" y="127"/>
                  </a:lnTo>
                  <a:lnTo>
                    <a:pt x="112" y="127"/>
                  </a:lnTo>
                  <a:lnTo>
                    <a:pt x="112" y="127"/>
                  </a:lnTo>
                  <a:lnTo>
                    <a:pt x="143" y="158"/>
                  </a:lnTo>
                  <a:lnTo>
                    <a:pt x="143" y="158"/>
                  </a:lnTo>
                  <a:lnTo>
                    <a:pt x="143" y="158"/>
                  </a:lnTo>
                  <a:cubicBezTo>
                    <a:pt x="143" y="127"/>
                    <a:pt x="143" y="112"/>
                    <a:pt x="159" y="112"/>
                  </a:cubicBezTo>
                  <a:lnTo>
                    <a:pt x="175" y="112"/>
                  </a:lnTo>
                  <a:lnTo>
                    <a:pt x="175" y="112"/>
                  </a:lnTo>
                  <a:cubicBezTo>
                    <a:pt x="190" y="112"/>
                    <a:pt x="206" y="127"/>
                    <a:pt x="206" y="143"/>
                  </a:cubicBezTo>
                  <a:lnTo>
                    <a:pt x="206" y="143"/>
                  </a:lnTo>
                  <a:lnTo>
                    <a:pt x="206" y="143"/>
                  </a:lnTo>
                  <a:lnTo>
                    <a:pt x="238" y="143"/>
                  </a:lnTo>
                  <a:cubicBezTo>
                    <a:pt x="253" y="143"/>
                    <a:pt x="253" y="127"/>
                    <a:pt x="253" y="112"/>
                  </a:cubicBezTo>
                  <a:lnTo>
                    <a:pt x="238" y="112"/>
                  </a:lnTo>
                  <a:lnTo>
                    <a:pt x="238" y="112"/>
                  </a:lnTo>
                  <a:cubicBezTo>
                    <a:pt x="206" y="112"/>
                    <a:pt x="206" y="95"/>
                    <a:pt x="206" y="80"/>
                  </a:cubicBezTo>
                  <a:lnTo>
                    <a:pt x="190" y="80"/>
                  </a:lnTo>
                  <a:cubicBezTo>
                    <a:pt x="175" y="95"/>
                    <a:pt x="159" y="95"/>
                    <a:pt x="143" y="95"/>
                  </a:cubicBezTo>
                  <a:lnTo>
                    <a:pt x="112" y="95"/>
                  </a:lnTo>
                  <a:lnTo>
                    <a:pt x="112" y="95"/>
                  </a:lnTo>
                  <a:cubicBezTo>
                    <a:pt x="127" y="95"/>
                    <a:pt x="127" y="95"/>
                    <a:pt x="127" y="80"/>
                  </a:cubicBezTo>
                  <a:cubicBezTo>
                    <a:pt x="143" y="80"/>
                    <a:pt x="159" y="49"/>
                    <a:pt x="143" y="32"/>
                  </a:cubicBez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6" name="Google Shape;1566;p38"/>
            <p:cNvSpPr/>
            <p:nvPr/>
          </p:nvSpPr>
          <p:spPr>
            <a:xfrm>
              <a:off x="3245654" y="1797763"/>
              <a:ext cx="2544" cy="4548"/>
            </a:xfrm>
            <a:custGeom>
              <a:avLst/>
              <a:gdLst/>
              <a:ahLst/>
              <a:cxnLst/>
              <a:rect l="l" t="t" r="r" b="b"/>
              <a:pathLst>
                <a:path w="80" h="143" extrusionOk="0">
                  <a:moveTo>
                    <a:pt x="32" y="0"/>
                  </a:moveTo>
                  <a:lnTo>
                    <a:pt x="32" y="0"/>
                  </a:lnTo>
                  <a:lnTo>
                    <a:pt x="17" y="0"/>
                  </a:lnTo>
                  <a:cubicBezTo>
                    <a:pt x="32" y="17"/>
                    <a:pt x="32" y="32"/>
                    <a:pt x="17" y="48"/>
                  </a:cubicBezTo>
                  <a:lnTo>
                    <a:pt x="0" y="64"/>
                  </a:lnTo>
                  <a:lnTo>
                    <a:pt x="0" y="80"/>
                  </a:lnTo>
                  <a:lnTo>
                    <a:pt x="0" y="111"/>
                  </a:lnTo>
                  <a:lnTo>
                    <a:pt x="17" y="111"/>
                  </a:lnTo>
                  <a:lnTo>
                    <a:pt x="32" y="111"/>
                  </a:lnTo>
                  <a:cubicBezTo>
                    <a:pt x="48" y="127"/>
                    <a:pt x="63" y="127"/>
                    <a:pt x="63" y="143"/>
                  </a:cubicBezTo>
                  <a:cubicBezTo>
                    <a:pt x="80" y="143"/>
                    <a:pt x="80" y="127"/>
                    <a:pt x="80" y="127"/>
                  </a:cubicBezTo>
                  <a:lnTo>
                    <a:pt x="63" y="32"/>
                  </a:lnTo>
                  <a:cubicBezTo>
                    <a:pt x="63" y="17"/>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7" name="Google Shape;1567;p38"/>
            <p:cNvSpPr/>
            <p:nvPr/>
          </p:nvSpPr>
          <p:spPr>
            <a:xfrm>
              <a:off x="3432055" y="1776232"/>
              <a:ext cx="8046" cy="5534"/>
            </a:xfrm>
            <a:custGeom>
              <a:avLst/>
              <a:gdLst/>
              <a:ahLst/>
              <a:cxnLst/>
              <a:rect l="l" t="t" r="r" b="b"/>
              <a:pathLst>
                <a:path w="253" h="174" extrusionOk="0">
                  <a:moveTo>
                    <a:pt x="174" y="1"/>
                  </a:moveTo>
                  <a:lnTo>
                    <a:pt x="158" y="1"/>
                  </a:lnTo>
                  <a:lnTo>
                    <a:pt x="158" y="16"/>
                  </a:lnTo>
                  <a:lnTo>
                    <a:pt x="143" y="16"/>
                  </a:lnTo>
                  <a:cubicBezTo>
                    <a:pt x="126" y="16"/>
                    <a:pt x="111" y="16"/>
                    <a:pt x="80" y="32"/>
                  </a:cubicBezTo>
                  <a:lnTo>
                    <a:pt x="63" y="32"/>
                  </a:lnTo>
                  <a:cubicBezTo>
                    <a:pt x="48" y="47"/>
                    <a:pt x="32" y="47"/>
                    <a:pt x="17" y="47"/>
                  </a:cubicBezTo>
                  <a:lnTo>
                    <a:pt x="0" y="64"/>
                  </a:lnTo>
                  <a:lnTo>
                    <a:pt x="0" y="95"/>
                  </a:lnTo>
                  <a:lnTo>
                    <a:pt x="32" y="158"/>
                  </a:lnTo>
                  <a:cubicBezTo>
                    <a:pt x="48" y="173"/>
                    <a:pt x="48" y="173"/>
                    <a:pt x="63" y="173"/>
                  </a:cubicBezTo>
                  <a:lnTo>
                    <a:pt x="80" y="173"/>
                  </a:lnTo>
                  <a:cubicBezTo>
                    <a:pt x="95" y="158"/>
                    <a:pt x="111" y="142"/>
                    <a:pt x="95" y="127"/>
                  </a:cubicBezTo>
                  <a:lnTo>
                    <a:pt x="80" y="95"/>
                  </a:lnTo>
                  <a:lnTo>
                    <a:pt x="80" y="95"/>
                  </a:lnTo>
                  <a:lnTo>
                    <a:pt x="111" y="95"/>
                  </a:lnTo>
                  <a:cubicBezTo>
                    <a:pt x="126" y="79"/>
                    <a:pt x="143" y="79"/>
                    <a:pt x="158" y="79"/>
                  </a:cubicBezTo>
                  <a:lnTo>
                    <a:pt x="174" y="79"/>
                  </a:lnTo>
                  <a:lnTo>
                    <a:pt x="174" y="79"/>
                  </a:lnTo>
                  <a:cubicBezTo>
                    <a:pt x="158" y="95"/>
                    <a:pt x="174" y="95"/>
                    <a:pt x="174" y="110"/>
                  </a:cubicBezTo>
                  <a:cubicBezTo>
                    <a:pt x="174" y="95"/>
                    <a:pt x="189" y="95"/>
                    <a:pt x="206" y="95"/>
                  </a:cubicBezTo>
                  <a:lnTo>
                    <a:pt x="206" y="95"/>
                  </a:lnTo>
                  <a:lnTo>
                    <a:pt x="206" y="95"/>
                  </a:lnTo>
                  <a:lnTo>
                    <a:pt x="237" y="95"/>
                  </a:lnTo>
                  <a:cubicBezTo>
                    <a:pt x="252" y="64"/>
                    <a:pt x="237" y="32"/>
                    <a:pt x="221" y="32"/>
                  </a:cubicBezTo>
                  <a:cubicBezTo>
                    <a:pt x="221" y="16"/>
                    <a:pt x="206" y="1"/>
                    <a:pt x="17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8" name="Google Shape;1568;p38"/>
            <p:cNvSpPr/>
            <p:nvPr/>
          </p:nvSpPr>
          <p:spPr>
            <a:xfrm>
              <a:off x="3400506" y="1811789"/>
              <a:ext cx="5502" cy="6583"/>
            </a:xfrm>
            <a:custGeom>
              <a:avLst/>
              <a:gdLst/>
              <a:ahLst/>
              <a:cxnLst/>
              <a:rect l="l" t="t" r="r" b="b"/>
              <a:pathLst>
                <a:path w="173" h="207" extrusionOk="0">
                  <a:moveTo>
                    <a:pt x="141" y="1"/>
                  </a:moveTo>
                  <a:lnTo>
                    <a:pt x="141" y="1"/>
                  </a:lnTo>
                  <a:lnTo>
                    <a:pt x="63" y="1"/>
                  </a:lnTo>
                  <a:cubicBezTo>
                    <a:pt x="78" y="17"/>
                    <a:pt x="95" y="32"/>
                    <a:pt x="78" y="32"/>
                  </a:cubicBezTo>
                  <a:cubicBezTo>
                    <a:pt x="78" y="49"/>
                    <a:pt x="63" y="64"/>
                    <a:pt x="47" y="64"/>
                  </a:cubicBezTo>
                  <a:lnTo>
                    <a:pt x="47" y="64"/>
                  </a:lnTo>
                  <a:lnTo>
                    <a:pt x="32" y="64"/>
                  </a:lnTo>
                  <a:lnTo>
                    <a:pt x="32" y="64"/>
                  </a:lnTo>
                  <a:lnTo>
                    <a:pt x="15" y="95"/>
                  </a:lnTo>
                  <a:lnTo>
                    <a:pt x="32" y="95"/>
                  </a:lnTo>
                  <a:lnTo>
                    <a:pt x="32" y="95"/>
                  </a:lnTo>
                  <a:cubicBezTo>
                    <a:pt x="63" y="95"/>
                    <a:pt x="78" y="112"/>
                    <a:pt x="78" y="143"/>
                  </a:cubicBezTo>
                  <a:cubicBezTo>
                    <a:pt x="78" y="158"/>
                    <a:pt x="63" y="175"/>
                    <a:pt x="47" y="175"/>
                  </a:cubicBezTo>
                  <a:lnTo>
                    <a:pt x="0" y="175"/>
                  </a:lnTo>
                  <a:lnTo>
                    <a:pt x="0" y="175"/>
                  </a:lnTo>
                  <a:lnTo>
                    <a:pt x="0" y="206"/>
                  </a:lnTo>
                  <a:cubicBezTo>
                    <a:pt x="15" y="206"/>
                    <a:pt x="32" y="206"/>
                    <a:pt x="63" y="190"/>
                  </a:cubicBezTo>
                  <a:lnTo>
                    <a:pt x="63" y="190"/>
                  </a:lnTo>
                  <a:lnTo>
                    <a:pt x="95" y="64"/>
                  </a:lnTo>
                  <a:lnTo>
                    <a:pt x="141" y="64"/>
                  </a:lnTo>
                  <a:lnTo>
                    <a:pt x="141" y="49"/>
                  </a:lnTo>
                  <a:lnTo>
                    <a:pt x="173" y="49"/>
                  </a:lnTo>
                  <a:lnTo>
                    <a:pt x="173" y="49"/>
                  </a:lnTo>
                  <a:lnTo>
                    <a:pt x="173" y="32"/>
                  </a:lnTo>
                  <a:cubicBezTo>
                    <a:pt x="173" y="17"/>
                    <a:pt x="158"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9" name="Google Shape;1569;p38"/>
            <p:cNvSpPr/>
            <p:nvPr/>
          </p:nvSpPr>
          <p:spPr>
            <a:xfrm>
              <a:off x="3413514" y="1769712"/>
              <a:ext cx="7537" cy="8555"/>
            </a:xfrm>
            <a:custGeom>
              <a:avLst/>
              <a:gdLst/>
              <a:ahLst/>
              <a:cxnLst/>
              <a:rect l="l" t="t" r="r" b="b"/>
              <a:pathLst>
                <a:path w="237" h="269" extrusionOk="0">
                  <a:moveTo>
                    <a:pt x="205" y="0"/>
                  </a:moveTo>
                  <a:lnTo>
                    <a:pt x="205" y="0"/>
                  </a:lnTo>
                  <a:lnTo>
                    <a:pt x="190" y="0"/>
                  </a:lnTo>
                  <a:cubicBezTo>
                    <a:pt x="190" y="0"/>
                    <a:pt x="174" y="0"/>
                    <a:pt x="174" y="17"/>
                  </a:cubicBezTo>
                  <a:lnTo>
                    <a:pt x="174" y="32"/>
                  </a:lnTo>
                  <a:lnTo>
                    <a:pt x="159" y="48"/>
                  </a:lnTo>
                  <a:lnTo>
                    <a:pt x="174" y="48"/>
                  </a:lnTo>
                  <a:cubicBezTo>
                    <a:pt x="190" y="48"/>
                    <a:pt x="205" y="63"/>
                    <a:pt x="205" y="95"/>
                  </a:cubicBezTo>
                  <a:cubicBezTo>
                    <a:pt x="205" y="111"/>
                    <a:pt x="190" y="111"/>
                    <a:pt x="174" y="111"/>
                  </a:cubicBezTo>
                  <a:lnTo>
                    <a:pt x="159" y="111"/>
                  </a:lnTo>
                  <a:lnTo>
                    <a:pt x="159" y="111"/>
                  </a:lnTo>
                  <a:lnTo>
                    <a:pt x="142" y="189"/>
                  </a:lnTo>
                  <a:lnTo>
                    <a:pt x="95" y="158"/>
                  </a:lnTo>
                  <a:lnTo>
                    <a:pt x="79" y="158"/>
                  </a:lnTo>
                  <a:lnTo>
                    <a:pt x="64" y="158"/>
                  </a:lnTo>
                  <a:lnTo>
                    <a:pt x="64" y="158"/>
                  </a:lnTo>
                  <a:lnTo>
                    <a:pt x="1" y="174"/>
                  </a:lnTo>
                  <a:lnTo>
                    <a:pt x="1" y="174"/>
                  </a:lnTo>
                  <a:lnTo>
                    <a:pt x="1" y="174"/>
                  </a:lnTo>
                  <a:cubicBezTo>
                    <a:pt x="16" y="189"/>
                    <a:pt x="16" y="189"/>
                    <a:pt x="16" y="206"/>
                  </a:cubicBezTo>
                  <a:lnTo>
                    <a:pt x="16" y="237"/>
                  </a:lnTo>
                  <a:lnTo>
                    <a:pt x="64" y="221"/>
                  </a:lnTo>
                  <a:lnTo>
                    <a:pt x="111" y="237"/>
                  </a:lnTo>
                  <a:lnTo>
                    <a:pt x="127" y="237"/>
                  </a:lnTo>
                  <a:lnTo>
                    <a:pt x="127" y="237"/>
                  </a:lnTo>
                  <a:cubicBezTo>
                    <a:pt x="142" y="237"/>
                    <a:pt x="159" y="237"/>
                    <a:pt x="159" y="252"/>
                  </a:cubicBezTo>
                  <a:lnTo>
                    <a:pt x="174" y="269"/>
                  </a:lnTo>
                  <a:lnTo>
                    <a:pt x="174" y="269"/>
                  </a:lnTo>
                  <a:lnTo>
                    <a:pt x="190" y="269"/>
                  </a:lnTo>
                  <a:cubicBezTo>
                    <a:pt x="190" y="252"/>
                    <a:pt x="205" y="252"/>
                    <a:pt x="205" y="237"/>
                  </a:cubicBezTo>
                  <a:lnTo>
                    <a:pt x="205" y="206"/>
                  </a:lnTo>
                  <a:lnTo>
                    <a:pt x="190" y="221"/>
                  </a:lnTo>
                  <a:lnTo>
                    <a:pt x="190" y="221"/>
                  </a:lnTo>
                  <a:cubicBezTo>
                    <a:pt x="174" y="221"/>
                    <a:pt x="159" y="206"/>
                    <a:pt x="159" y="189"/>
                  </a:cubicBezTo>
                  <a:cubicBezTo>
                    <a:pt x="159" y="158"/>
                    <a:pt x="174" y="143"/>
                    <a:pt x="190" y="143"/>
                  </a:cubicBezTo>
                  <a:lnTo>
                    <a:pt x="222" y="143"/>
                  </a:lnTo>
                  <a:lnTo>
                    <a:pt x="222" y="111"/>
                  </a:lnTo>
                  <a:lnTo>
                    <a:pt x="222" y="80"/>
                  </a:lnTo>
                  <a:lnTo>
                    <a:pt x="237" y="80"/>
                  </a:lnTo>
                  <a:lnTo>
                    <a:pt x="237" y="32"/>
                  </a:lnTo>
                  <a:cubicBezTo>
                    <a:pt x="237" y="17"/>
                    <a:pt x="222"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0" name="Google Shape;1570;p38"/>
            <p:cNvSpPr/>
            <p:nvPr/>
          </p:nvSpPr>
          <p:spPr>
            <a:xfrm>
              <a:off x="3168467" y="1794742"/>
              <a:ext cx="7569" cy="5565"/>
            </a:xfrm>
            <a:custGeom>
              <a:avLst/>
              <a:gdLst/>
              <a:ahLst/>
              <a:cxnLst/>
              <a:rect l="l" t="t" r="r" b="b"/>
              <a:pathLst>
                <a:path w="238" h="175" extrusionOk="0">
                  <a:moveTo>
                    <a:pt x="190" y="143"/>
                  </a:moveTo>
                  <a:lnTo>
                    <a:pt x="190" y="159"/>
                  </a:lnTo>
                  <a:cubicBezTo>
                    <a:pt x="206" y="159"/>
                    <a:pt x="206" y="175"/>
                    <a:pt x="190" y="175"/>
                  </a:cubicBezTo>
                  <a:lnTo>
                    <a:pt x="221" y="159"/>
                  </a:lnTo>
                  <a:lnTo>
                    <a:pt x="206" y="159"/>
                  </a:lnTo>
                  <a:cubicBezTo>
                    <a:pt x="206" y="159"/>
                    <a:pt x="190" y="159"/>
                    <a:pt x="190" y="143"/>
                  </a:cubicBezTo>
                  <a:close/>
                  <a:moveTo>
                    <a:pt x="143" y="1"/>
                  </a:moveTo>
                  <a:lnTo>
                    <a:pt x="95" y="1"/>
                  </a:lnTo>
                  <a:cubicBezTo>
                    <a:pt x="64" y="1"/>
                    <a:pt x="32" y="17"/>
                    <a:pt x="17" y="32"/>
                  </a:cubicBezTo>
                  <a:lnTo>
                    <a:pt x="17" y="32"/>
                  </a:lnTo>
                  <a:cubicBezTo>
                    <a:pt x="1" y="49"/>
                    <a:pt x="1" y="80"/>
                    <a:pt x="17" y="80"/>
                  </a:cubicBezTo>
                  <a:cubicBezTo>
                    <a:pt x="17" y="95"/>
                    <a:pt x="32" y="95"/>
                    <a:pt x="32" y="95"/>
                  </a:cubicBezTo>
                  <a:lnTo>
                    <a:pt x="64" y="95"/>
                  </a:lnTo>
                  <a:cubicBezTo>
                    <a:pt x="80" y="80"/>
                    <a:pt x="80" y="64"/>
                    <a:pt x="158" y="64"/>
                  </a:cubicBezTo>
                  <a:lnTo>
                    <a:pt x="158" y="95"/>
                  </a:lnTo>
                  <a:cubicBezTo>
                    <a:pt x="158" y="95"/>
                    <a:pt x="158" y="112"/>
                    <a:pt x="175" y="112"/>
                  </a:cubicBezTo>
                  <a:lnTo>
                    <a:pt x="158" y="112"/>
                  </a:lnTo>
                  <a:cubicBezTo>
                    <a:pt x="158" y="127"/>
                    <a:pt x="143" y="127"/>
                    <a:pt x="143" y="143"/>
                  </a:cubicBezTo>
                  <a:lnTo>
                    <a:pt x="158" y="127"/>
                  </a:lnTo>
                  <a:lnTo>
                    <a:pt x="158" y="127"/>
                  </a:lnTo>
                  <a:cubicBezTo>
                    <a:pt x="175" y="127"/>
                    <a:pt x="175" y="127"/>
                    <a:pt x="190" y="143"/>
                  </a:cubicBezTo>
                  <a:cubicBezTo>
                    <a:pt x="175" y="127"/>
                    <a:pt x="175" y="112"/>
                    <a:pt x="190" y="112"/>
                  </a:cubicBezTo>
                  <a:cubicBezTo>
                    <a:pt x="190" y="95"/>
                    <a:pt x="206" y="95"/>
                    <a:pt x="206" y="95"/>
                  </a:cubicBezTo>
                  <a:lnTo>
                    <a:pt x="221" y="95"/>
                  </a:lnTo>
                  <a:lnTo>
                    <a:pt x="221" y="95"/>
                  </a:lnTo>
                  <a:lnTo>
                    <a:pt x="238" y="95"/>
                  </a:lnTo>
                  <a:cubicBezTo>
                    <a:pt x="238" y="80"/>
                    <a:pt x="238" y="80"/>
                    <a:pt x="221" y="80"/>
                  </a:cubicBezTo>
                  <a:lnTo>
                    <a:pt x="221" y="64"/>
                  </a:lnTo>
                  <a:lnTo>
                    <a:pt x="190" y="64"/>
                  </a:lnTo>
                  <a:lnTo>
                    <a:pt x="190" y="64"/>
                  </a:lnTo>
                  <a:cubicBezTo>
                    <a:pt x="175" y="64"/>
                    <a:pt x="175" y="64"/>
                    <a:pt x="158" y="4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1" name="Google Shape;1571;p38"/>
            <p:cNvSpPr/>
            <p:nvPr/>
          </p:nvSpPr>
          <p:spPr>
            <a:xfrm>
              <a:off x="3376463" y="1773720"/>
              <a:ext cx="4039" cy="6551"/>
            </a:xfrm>
            <a:custGeom>
              <a:avLst/>
              <a:gdLst/>
              <a:ahLst/>
              <a:cxnLst/>
              <a:rect l="l" t="t" r="r" b="b"/>
              <a:pathLst>
                <a:path w="127" h="206" extrusionOk="0">
                  <a:moveTo>
                    <a:pt x="32" y="0"/>
                  </a:moveTo>
                  <a:lnTo>
                    <a:pt x="32" y="0"/>
                  </a:lnTo>
                  <a:lnTo>
                    <a:pt x="15" y="0"/>
                  </a:lnTo>
                  <a:cubicBezTo>
                    <a:pt x="0" y="17"/>
                    <a:pt x="0" y="32"/>
                    <a:pt x="15" y="48"/>
                  </a:cubicBezTo>
                  <a:lnTo>
                    <a:pt x="47" y="95"/>
                  </a:lnTo>
                  <a:lnTo>
                    <a:pt x="47" y="95"/>
                  </a:lnTo>
                  <a:lnTo>
                    <a:pt x="63" y="174"/>
                  </a:lnTo>
                  <a:cubicBezTo>
                    <a:pt x="63" y="189"/>
                    <a:pt x="78" y="206"/>
                    <a:pt x="95" y="206"/>
                  </a:cubicBezTo>
                  <a:lnTo>
                    <a:pt x="110" y="206"/>
                  </a:lnTo>
                  <a:lnTo>
                    <a:pt x="126" y="189"/>
                  </a:lnTo>
                  <a:lnTo>
                    <a:pt x="126" y="158"/>
                  </a:lnTo>
                  <a:lnTo>
                    <a:pt x="126" y="143"/>
                  </a:lnTo>
                  <a:lnTo>
                    <a:pt x="126" y="111"/>
                  </a:lnTo>
                  <a:lnTo>
                    <a:pt x="126" y="111"/>
                  </a:lnTo>
                  <a:cubicBezTo>
                    <a:pt x="110" y="95"/>
                    <a:pt x="110" y="80"/>
                    <a:pt x="110" y="80"/>
                  </a:cubicBezTo>
                  <a:lnTo>
                    <a:pt x="110" y="48"/>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2" name="Google Shape;1572;p38"/>
            <p:cNvSpPr/>
            <p:nvPr/>
          </p:nvSpPr>
          <p:spPr>
            <a:xfrm>
              <a:off x="3208094" y="1793756"/>
              <a:ext cx="5025" cy="2035"/>
            </a:xfrm>
            <a:custGeom>
              <a:avLst/>
              <a:gdLst/>
              <a:ahLst/>
              <a:cxnLst/>
              <a:rect l="l" t="t" r="r" b="b"/>
              <a:pathLst>
                <a:path w="158" h="64" extrusionOk="0">
                  <a:moveTo>
                    <a:pt x="32" y="0"/>
                  </a:moveTo>
                  <a:lnTo>
                    <a:pt x="32" y="0"/>
                  </a:lnTo>
                  <a:cubicBezTo>
                    <a:pt x="15" y="0"/>
                    <a:pt x="15" y="0"/>
                    <a:pt x="0" y="17"/>
                  </a:cubicBezTo>
                  <a:lnTo>
                    <a:pt x="0" y="32"/>
                  </a:lnTo>
                  <a:cubicBezTo>
                    <a:pt x="0" y="48"/>
                    <a:pt x="15" y="63"/>
                    <a:pt x="32" y="63"/>
                  </a:cubicBezTo>
                  <a:lnTo>
                    <a:pt x="32" y="63"/>
                  </a:lnTo>
                  <a:lnTo>
                    <a:pt x="126" y="63"/>
                  </a:lnTo>
                  <a:lnTo>
                    <a:pt x="126" y="63"/>
                  </a:lnTo>
                  <a:cubicBezTo>
                    <a:pt x="141" y="63"/>
                    <a:pt x="158" y="48"/>
                    <a:pt x="158" y="32"/>
                  </a:cubicBezTo>
                  <a:cubicBezTo>
                    <a:pt x="158" y="17"/>
                    <a:pt x="158" y="0"/>
                    <a:pt x="126"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3" name="Google Shape;1573;p38"/>
            <p:cNvSpPr/>
            <p:nvPr/>
          </p:nvSpPr>
          <p:spPr>
            <a:xfrm>
              <a:off x="3265690" y="1820344"/>
              <a:ext cx="5025" cy="2512"/>
            </a:xfrm>
            <a:custGeom>
              <a:avLst/>
              <a:gdLst/>
              <a:ahLst/>
              <a:cxnLst/>
              <a:rect l="l" t="t" r="r" b="b"/>
              <a:pathLst>
                <a:path w="158" h="79" extrusionOk="0">
                  <a:moveTo>
                    <a:pt x="126" y="0"/>
                  </a:moveTo>
                  <a:lnTo>
                    <a:pt x="126" y="0"/>
                  </a:lnTo>
                  <a:lnTo>
                    <a:pt x="111" y="0"/>
                  </a:lnTo>
                  <a:lnTo>
                    <a:pt x="111" y="0"/>
                  </a:lnTo>
                  <a:lnTo>
                    <a:pt x="111" y="0"/>
                  </a:lnTo>
                  <a:cubicBezTo>
                    <a:pt x="95" y="0"/>
                    <a:pt x="95" y="15"/>
                    <a:pt x="80" y="15"/>
                  </a:cubicBezTo>
                  <a:lnTo>
                    <a:pt x="80" y="0"/>
                  </a:lnTo>
                  <a:lnTo>
                    <a:pt x="48" y="15"/>
                  </a:lnTo>
                  <a:lnTo>
                    <a:pt x="17" y="15"/>
                  </a:lnTo>
                  <a:cubicBezTo>
                    <a:pt x="0" y="15"/>
                    <a:pt x="0" y="32"/>
                    <a:pt x="0" y="63"/>
                  </a:cubicBezTo>
                  <a:cubicBezTo>
                    <a:pt x="0" y="63"/>
                    <a:pt x="0" y="78"/>
                    <a:pt x="17" y="78"/>
                  </a:cubicBezTo>
                  <a:lnTo>
                    <a:pt x="32" y="78"/>
                  </a:lnTo>
                  <a:cubicBezTo>
                    <a:pt x="32" y="63"/>
                    <a:pt x="48" y="63"/>
                    <a:pt x="48" y="63"/>
                  </a:cubicBezTo>
                  <a:lnTo>
                    <a:pt x="48" y="63"/>
                  </a:lnTo>
                  <a:cubicBezTo>
                    <a:pt x="63" y="63"/>
                    <a:pt x="63" y="63"/>
                    <a:pt x="80" y="78"/>
                  </a:cubicBezTo>
                  <a:lnTo>
                    <a:pt x="126" y="63"/>
                  </a:lnTo>
                  <a:cubicBezTo>
                    <a:pt x="143" y="63"/>
                    <a:pt x="158" y="47"/>
                    <a:pt x="158" y="32"/>
                  </a:cubicBezTo>
                  <a:cubicBezTo>
                    <a:pt x="158" y="15"/>
                    <a:pt x="143"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4" name="Google Shape;1574;p38"/>
            <p:cNvSpPr/>
            <p:nvPr/>
          </p:nvSpPr>
          <p:spPr>
            <a:xfrm>
              <a:off x="3034191" y="1822348"/>
              <a:ext cx="2544" cy="3498"/>
            </a:xfrm>
            <a:custGeom>
              <a:avLst/>
              <a:gdLst/>
              <a:ahLst/>
              <a:cxnLst/>
              <a:rect l="l" t="t" r="r" b="b"/>
              <a:pathLst>
                <a:path w="80" h="110" extrusionOk="0">
                  <a:moveTo>
                    <a:pt x="80" y="0"/>
                  </a:moveTo>
                  <a:lnTo>
                    <a:pt x="32" y="32"/>
                  </a:lnTo>
                  <a:lnTo>
                    <a:pt x="17" y="32"/>
                  </a:lnTo>
                  <a:lnTo>
                    <a:pt x="0" y="32"/>
                  </a:lnTo>
                  <a:lnTo>
                    <a:pt x="0" y="78"/>
                  </a:lnTo>
                  <a:cubicBezTo>
                    <a:pt x="0" y="95"/>
                    <a:pt x="17" y="110"/>
                    <a:pt x="32" y="110"/>
                  </a:cubicBezTo>
                  <a:lnTo>
                    <a:pt x="32" y="110"/>
                  </a:lnTo>
                  <a:cubicBezTo>
                    <a:pt x="48" y="110"/>
                    <a:pt x="63" y="95"/>
                    <a:pt x="63" y="78"/>
                  </a:cubicBezTo>
                  <a:lnTo>
                    <a:pt x="80"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5" name="Google Shape;1575;p38"/>
            <p:cNvSpPr/>
            <p:nvPr/>
          </p:nvSpPr>
          <p:spPr>
            <a:xfrm>
              <a:off x="3170470" y="1809785"/>
              <a:ext cx="5565" cy="2576"/>
            </a:xfrm>
            <a:custGeom>
              <a:avLst/>
              <a:gdLst/>
              <a:ahLst/>
              <a:cxnLst/>
              <a:rect l="l" t="t" r="r" b="b"/>
              <a:pathLst>
                <a:path w="175" h="81" extrusionOk="0">
                  <a:moveTo>
                    <a:pt x="32" y="1"/>
                  </a:moveTo>
                  <a:lnTo>
                    <a:pt x="32" y="1"/>
                  </a:lnTo>
                  <a:cubicBezTo>
                    <a:pt x="17" y="1"/>
                    <a:pt x="1" y="17"/>
                    <a:pt x="1" y="32"/>
                  </a:cubicBezTo>
                  <a:cubicBezTo>
                    <a:pt x="1" y="49"/>
                    <a:pt x="17" y="64"/>
                    <a:pt x="32" y="64"/>
                  </a:cubicBezTo>
                  <a:lnTo>
                    <a:pt x="127" y="80"/>
                  </a:lnTo>
                  <a:lnTo>
                    <a:pt x="127" y="80"/>
                  </a:lnTo>
                  <a:cubicBezTo>
                    <a:pt x="143" y="80"/>
                    <a:pt x="158" y="64"/>
                    <a:pt x="158" y="49"/>
                  </a:cubicBezTo>
                  <a:cubicBezTo>
                    <a:pt x="175" y="32"/>
                    <a:pt x="158" y="17"/>
                    <a:pt x="127"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6" name="Google Shape;1576;p38"/>
            <p:cNvSpPr/>
            <p:nvPr/>
          </p:nvSpPr>
          <p:spPr>
            <a:xfrm>
              <a:off x="3274723" y="1765196"/>
              <a:ext cx="2035" cy="2067"/>
            </a:xfrm>
            <a:custGeom>
              <a:avLst/>
              <a:gdLst/>
              <a:ahLst/>
              <a:cxnLst/>
              <a:rect l="l" t="t" r="r" b="b"/>
              <a:pathLst>
                <a:path w="64" h="65" extrusionOk="0">
                  <a:moveTo>
                    <a:pt x="32" y="1"/>
                  </a:moveTo>
                  <a:lnTo>
                    <a:pt x="16" y="1"/>
                  </a:lnTo>
                  <a:lnTo>
                    <a:pt x="0" y="1"/>
                  </a:lnTo>
                  <a:lnTo>
                    <a:pt x="0" y="1"/>
                  </a:lnTo>
                  <a:cubicBezTo>
                    <a:pt x="16" y="1"/>
                    <a:pt x="16" y="16"/>
                    <a:pt x="16" y="33"/>
                  </a:cubicBezTo>
                  <a:cubicBezTo>
                    <a:pt x="16" y="48"/>
                    <a:pt x="16" y="48"/>
                    <a:pt x="32" y="64"/>
                  </a:cubicBezTo>
                  <a:lnTo>
                    <a:pt x="32" y="64"/>
                  </a:lnTo>
                  <a:cubicBezTo>
                    <a:pt x="48" y="64"/>
                    <a:pt x="63" y="48"/>
                    <a:pt x="63" y="33"/>
                  </a:cubicBezTo>
                  <a:cubicBezTo>
                    <a:pt x="63"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7" name="Google Shape;1577;p38"/>
            <p:cNvSpPr/>
            <p:nvPr/>
          </p:nvSpPr>
          <p:spPr>
            <a:xfrm>
              <a:off x="3271224" y="1765196"/>
              <a:ext cx="8523" cy="7060"/>
            </a:xfrm>
            <a:custGeom>
              <a:avLst/>
              <a:gdLst/>
              <a:ahLst/>
              <a:cxnLst/>
              <a:rect l="l" t="t" r="r" b="b"/>
              <a:pathLst>
                <a:path w="268" h="222" extrusionOk="0">
                  <a:moveTo>
                    <a:pt x="95" y="1"/>
                  </a:moveTo>
                  <a:lnTo>
                    <a:pt x="95" y="1"/>
                  </a:lnTo>
                  <a:lnTo>
                    <a:pt x="78" y="1"/>
                  </a:lnTo>
                  <a:lnTo>
                    <a:pt x="15" y="33"/>
                  </a:lnTo>
                  <a:cubicBezTo>
                    <a:pt x="15" y="33"/>
                    <a:pt x="0" y="33"/>
                    <a:pt x="0" y="48"/>
                  </a:cubicBezTo>
                  <a:lnTo>
                    <a:pt x="15" y="48"/>
                  </a:lnTo>
                  <a:cubicBezTo>
                    <a:pt x="15" y="33"/>
                    <a:pt x="32" y="33"/>
                    <a:pt x="32" y="33"/>
                  </a:cubicBezTo>
                  <a:lnTo>
                    <a:pt x="32" y="33"/>
                  </a:lnTo>
                  <a:cubicBezTo>
                    <a:pt x="47" y="33"/>
                    <a:pt x="63" y="48"/>
                    <a:pt x="63" y="64"/>
                  </a:cubicBezTo>
                  <a:lnTo>
                    <a:pt x="63" y="79"/>
                  </a:lnTo>
                  <a:lnTo>
                    <a:pt x="63" y="79"/>
                  </a:lnTo>
                  <a:cubicBezTo>
                    <a:pt x="78" y="96"/>
                    <a:pt x="78" y="111"/>
                    <a:pt x="95" y="127"/>
                  </a:cubicBezTo>
                  <a:cubicBezTo>
                    <a:pt x="110" y="174"/>
                    <a:pt x="142" y="205"/>
                    <a:pt x="205" y="222"/>
                  </a:cubicBezTo>
                  <a:lnTo>
                    <a:pt x="221" y="222"/>
                  </a:lnTo>
                  <a:lnTo>
                    <a:pt x="236" y="222"/>
                  </a:lnTo>
                  <a:lnTo>
                    <a:pt x="252" y="205"/>
                  </a:lnTo>
                  <a:lnTo>
                    <a:pt x="268" y="159"/>
                  </a:lnTo>
                  <a:cubicBezTo>
                    <a:pt x="268" y="142"/>
                    <a:pt x="268" y="127"/>
                    <a:pt x="252" y="111"/>
                  </a:cubicBezTo>
                  <a:lnTo>
                    <a:pt x="236" y="111"/>
                  </a:lnTo>
                  <a:cubicBezTo>
                    <a:pt x="221" y="111"/>
                    <a:pt x="205" y="111"/>
                    <a:pt x="205" y="127"/>
                  </a:cubicBezTo>
                  <a:lnTo>
                    <a:pt x="205" y="142"/>
                  </a:lnTo>
                  <a:cubicBezTo>
                    <a:pt x="158" y="127"/>
                    <a:pt x="142" y="96"/>
                    <a:pt x="142" y="64"/>
                  </a:cubicBezTo>
                  <a:cubicBezTo>
                    <a:pt x="126" y="48"/>
                    <a:pt x="126" y="48"/>
                    <a:pt x="126" y="33"/>
                  </a:cubicBezTo>
                  <a:cubicBezTo>
                    <a:pt x="126" y="16"/>
                    <a:pt x="126" y="1"/>
                    <a:pt x="110" y="1"/>
                  </a:cubicBez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8" name="Google Shape;1578;p38"/>
            <p:cNvSpPr/>
            <p:nvPr/>
          </p:nvSpPr>
          <p:spPr>
            <a:xfrm>
              <a:off x="3393955" y="1790735"/>
              <a:ext cx="5057" cy="4580"/>
            </a:xfrm>
            <a:custGeom>
              <a:avLst/>
              <a:gdLst/>
              <a:ahLst/>
              <a:cxnLst/>
              <a:rect l="l" t="t" r="r" b="b"/>
              <a:pathLst>
                <a:path w="159" h="144" extrusionOk="0">
                  <a:moveTo>
                    <a:pt x="95" y="1"/>
                  </a:moveTo>
                  <a:lnTo>
                    <a:pt x="95" y="1"/>
                  </a:lnTo>
                  <a:lnTo>
                    <a:pt x="80" y="1"/>
                  </a:lnTo>
                  <a:lnTo>
                    <a:pt x="95" y="49"/>
                  </a:lnTo>
                  <a:cubicBezTo>
                    <a:pt x="95" y="64"/>
                    <a:pt x="80" y="80"/>
                    <a:pt x="64" y="80"/>
                  </a:cubicBezTo>
                  <a:lnTo>
                    <a:pt x="64" y="80"/>
                  </a:lnTo>
                  <a:lnTo>
                    <a:pt x="49" y="80"/>
                  </a:lnTo>
                  <a:lnTo>
                    <a:pt x="32" y="95"/>
                  </a:lnTo>
                  <a:lnTo>
                    <a:pt x="17" y="80"/>
                  </a:lnTo>
                  <a:lnTo>
                    <a:pt x="17" y="95"/>
                  </a:lnTo>
                  <a:cubicBezTo>
                    <a:pt x="1" y="95"/>
                    <a:pt x="1" y="112"/>
                    <a:pt x="17" y="127"/>
                  </a:cubicBezTo>
                  <a:lnTo>
                    <a:pt x="17" y="127"/>
                  </a:lnTo>
                  <a:lnTo>
                    <a:pt x="32" y="143"/>
                  </a:lnTo>
                  <a:lnTo>
                    <a:pt x="49" y="143"/>
                  </a:lnTo>
                  <a:cubicBezTo>
                    <a:pt x="49" y="143"/>
                    <a:pt x="64" y="143"/>
                    <a:pt x="64" y="127"/>
                  </a:cubicBezTo>
                  <a:lnTo>
                    <a:pt x="80" y="112"/>
                  </a:lnTo>
                  <a:lnTo>
                    <a:pt x="95" y="112"/>
                  </a:lnTo>
                  <a:lnTo>
                    <a:pt x="112" y="112"/>
                  </a:lnTo>
                  <a:lnTo>
                    <a:pt x="112" y="112"/>
                  </a:lnTo>
                  <a:lnTo>
                    <a:pt x="127" y="112"/>
                  </a:lnTo>
                  <a:lnTo>
                    <a:pt x="127" y="112"/>
                  </a:lnTo>
                  <a:lnTo>
                    <a:pt x="143" y="112"/>
                  </a:lnTo>
                  <a:lnTo>
                    <a:pt x="158" y="95"/>
                  </a:lnTo>
                  <a:lnTo>
                    <a:pt x="158" y="49"/>
                  </a:lnTo>
                  <a:cubicBezTo>
                    <a:pt x="158" y="32"/>
                    <a:pt x="158" y="32"/>
                    <a:pt x="143" y="17"/>
                  </a:cubicBezTo>
                  <a:lnTo>
                    <a:pt x="127" y="1"/>
                  </a:lnTo>
                  <a:lnTo>
                    <a:pt x="11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9" name="Google Shape;1579;p38"/>
            <p:cNvSpPr/>
            <p:nvPr/>
          </p:nvSpPr>
          <p:spPr>
            <a:xfrm>
              <a:off x="3119362" y="1795760"/>
              <a:ext cx="4039" cy="5057"/>
            </a:xfrm>
            <a:custGeom>
              <a:avLst/>
              <a:gdLst/>
              <a:ahLst/>
              <a:cxnLst/>
              <a:rect l="l" t="t" r="r" b="b"/>
              <a:pathLst>
                <a:path w="127" h="159" extrusionOk="0">
                  <a:moveTo>
                    <a:pt x="32" y="0"/>
                  </a:moveTo>
                  <a:lnTo>
                    <a:pt x="32" y="0"/>
                  </a:lnTo>
                  <a:lnTo>
                    <a:pt x="32" y="0"/>
                  </a:lnTo>
                  <a:lnTo>
                    <a:pt x="32" y="0"/>
                  </a:lnTo>
                  <a:lnTo>
                    <a:pt x="1" y="0"/>
                  </a:lnTo>
                  <a:lnTo>
                    <a:pt x="1" y="32"/>
                  </a:lnTo>
                  <a:lnTo>
                    <a:pt x="1" y="63"/>
                  </a:lnTo>
                  <a:lnTo>
                    <a:pt x="1" y="80"/>
                  </a:lnTo>
                  <a:lnTo>
                    <a:pt x="1" y="127"/>
                  </a:lnTo>
                  <a:lnTo>
                    <a:pt x="1" y="127"/>
                  </a:lnTo>
                  <a:lnTo>
                    <a:pt x="1" y="127"/>
                  </a:lnTo>
                  <a:lnTo>
                    <a:pt x="17" y="127"/>
                  </a:lnTo>
                  <a:cubicBezTo>
                    <a:pt x="32" y="127"/>
                    <a:pt x="49" y="143"/>
                    <a:pt x="49" y="158"/>
                  </a:cubicBezTo>
                  <a:lnTo>
                    <a:pt x="49" y="158"/>
                  </a:lnTo>
                  <a:lnTo>
                    <a:pt x="49" y="158"/>
                  </a:lnTo>
                  <a:lnTo>
                    <a:pt x="64" y="158"/>
                  </a:lnTo>
                  <a:lnTo>
                    <a:pt x="64" y="158"/>
                  </a:lnTo>
                  <a:cubicBezTo>
                    <a:pt x="80" y="158"/>
                    <a:pt x="112" y="143"/>
                    <a:pt x="112" y="127"/>
                  </a:cubicBezTo>
                  <a:cubicBezTo>
                    <a:pt x="127" y="111"/>
                    <a:pt x="127" y="80"/>
                    <a:pt x="112" y="48"/>
                  </a:cubicBezTo>
                  <a:cubicBezTo>
                    <a:pt x="95" y="32"/>
                    <a:pt x="95" y="17"/>
                    <a:pt x="80" y="17"/>
                  </a:cubicBezTo>
                  <a:lnTo>
                    <a:pt x="80"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0" name="Google Shape;1580;p38"/>
            <p:cNvSpPr/>
            <p:nvPr/>
          </p:nvSpPr>
          <p:spPr>
            <a:xfrm>
              <a:off x="3103842" y="1799290"/>
              <a:ext cx="4548" cy="3021"/>
            </a:xfrm>
            <a:custGeom>
              <a:avLst/>
              <a:gdLst/>
              <a:ahLst/>
              <a:cxnLst/>
              <a:rect l="l" t="t" r="r" b="b"/>
              <a:pathLst>
                <a:path w="143" h="95" extrusionOk="0">
                  <a:moveTo>
                    <a:pt x="95" y="0"/>
                  </a:moveTo>
                  <a:cubicBezTo>
                    <a:pt x="79" y="0"/>
                    <a:pt x="48" y="16"/>
                    <a:pt x="16" y="16"/>
                  </a:cubicBezTo>
                  <a:lnTo>
                    <a:pt x="1" y="16"/>
                  </a:lnTo>
                  <a:lnTo>
                    <a:pt x="48" y="79"/>
                  </a:lnTo>
                  <a:cubicBezTo>
                    <a:pt x="48" y="95"/>
                    <a:pt x="64" y="95"/>
                    <a:pt x="79" y="95"/>
                  </a:cubicBezTo>
                  <a:lnTo>
                    <a:pt x="79" y="95"/>
                  </a:lnTo>
                  <a:lnTo>
                    <a:pt x="95" y="95"/>
                  </a:lnTo>
                  <a:cubicBezTo>
                    <a:pt x="95" y="95"/>
                    <a:pt x="95" y="79"/>
                    <a:pt x="111" y="79"/>
                  </a:cubicBezTo>
                  <a:lnTo>
                    <a:pt x="142" y="32"/>
                  </a:lnTo>
                  <a:lnTo>
                    <a:pt x="142" y="16"/>
                  </a:lnTo>
                  <a:lnTo>
                    <a:pt x="142" y="16"/>
                  </a:lnTo>
                  <a:lnTo>
                    <a:pt x="111"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1" name="Google Shape;1581;p38"/>
            <p:cNvSpPr/>
            <p:nvPr/>
          </p:nvSpPr>
          <p:spPr>
            <a:xfrm>
              <a:off x="3435045" y="1789272"/>
              <a:ext cx="6583" cy="5025"/>
            </a:xfrm>
            <a:custGeom>
              <a:avLst/>
              <a:gdLst/>
              <a:ahLst/>
              <a:cxnLst/>
              <a:rect l="l" t="t" r="r" b="b"/>
              <a:pathLst>
                <a:path w="207" h="158" extrusionOk="0">
                  <a:moveTo>
                    <a:pt x="64" y="15"/>
                  </a:moveTo>
                  <a:lnTo>
                    <a:pt x="49" y="15"/>
                  </a:lnTo>
                  <a:lnTo>
                    <a:pt x="49" y="15"/>
                  </a:lnTo>
                  <a:lnTo>
                    <a:pt x="1" y="63"/>
                  </a:lnTo>
                  <a:lnTo>
                    <a:pt x="1" y="95"/>
                  </a:lnTo>
                  <a:lnTo>
                    <a:pt x="1" y="110"/>
                  </a:lnTo>
                  <a:lnTo>
                    <a:pt x="32" y="126"/>
                  </a:lnTo>
                  <a:lnTo>
                    <a:pt x="49" y="141"/>
                  </a:lnTo>
                  <a:cubicBezTo>
                    <a:pt x="49" y="158"/>
                    <a:pt x="64" y="158"/>
                    <a:pt x="64" y="158"/>
                  </a:cubicBezTo>
                  <a:cubicBezTo>
                    <a:pt x="80" y="158"/>
                    <a:pt x="80" y="141"/>
                    <a:pt x="95" y="141"/>
                  </a:cubicBezTo>
                  <a:lnTo>
                    <a:pt x="95" y="110"/>
                  </a:lnTo>
                  <a:lnTo>
                    <a:pt x="95" y="110"/>
                  </a:lnTo>
                  <a:lnTo>
                    <a:pt x="80" y="110"/>
                  </a:lnTo>
                  <a:cubicBezTo>
                    <a:pt x="64" y="110"/>
                    <a:pt x="49" y="95"/>
                    <a:pt x="49" y="78"/>
                  </a:cubicBezTo>
                  <a:cubicBezTo>
                    <a:pt x="49" y="63"/>
                    <a:pt x="64" y="47"/>
                    <a:pt x="80" y="32"/>
                  </a:cubicBezTo>
                  <a:cubicBezTo>
                    <a:pt x="64" y="32"/>
                    <a:pt x="64" y="32"/>
                    <a:pt x="64" y="15"/>
                  </a:cubicBezTo>
                  <a:close/>
                  <a:moveTo>
                    <a:pt x="158" y="0"/>
                  </a:moveTo>
                  <a:lnTo>
                    <a:pt x="143" y="0"/>
                  </a:lnTo>
                  <a:lnTo>
                    <a:pt x="127" y="0"/>
                  </a:lnTo>
                  <a:lnTo>
                    <a:pt x="127" y="15"/>
                  </a:lnTo>
                  <a:cubicBezTo>
                    <a:pt x="127" y="15"/>
                    <a:pt x="127" y="32"/>
                    <a:pt x="112" y="32"/>
                  </a:cubicBezTo>
                  <a:lnTo>
                    <a:pt x="143" y="32"/>
                  </a:lnTo>
                  <a:lnTo>
                    <a:pt x="158" y="32"/>
                  </a:lnTo>
                  <a:cubicBezTo>
                    <a:pt x="175" y="32"/>
                    <a:pt x="190" y="47"/>
                    <a:pt x="190" y="63"/>
                  </a:cubicBezTo>
                  <a:lnTo>
                    <a:pt x="190" y="63"/>
                  </a:lnTo>
                  <a:cubicBezTo>
                    <a:pt x="206" y="63"/>
                    <a:pt x="206" y="47"/>
                    <a:pt x="206" y="32"/>
                  </a:cubicBezTo>
                  <a:cubicBezTo>
                    <a:pt x="206" y="15"/>
                    <a:pt x="190" y="0"/>
                    <a:pt x="17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2" name="Google Shape;1582;p38"/>
            <p:cNvSpPr/>
            <p:nvPr/>
          </p:nvSpPr>
          <p:spPr>
            <a:xfrm>
              <a:off x="3301756" y="1818817"/>
              <a:ext cx="7060" cy="3562"/>
            </a:xfrm>
            <a:custGeom>
              <a:avLst/>
              <a:gdLst/>
              <a:ahLst/>
              <a:cxnLst/>
              <a:rect l="l" t="t" r="r" b="b"/>
              <a:pathLst>
                <a:path w="222" h="112" extrusionOk="0">
                  <a:moveTo>
                    <a:pt x="49" y="0"/>
                  </a:moveTo>
                  <a:lnTo>
                    <a:pt x="49" y="0"/>
                  </a:lnTo>
                  <a:cubicBezTo>
                    <a:pt x="32" y="0"/>
                    <a:pt x="17" y="17"/>
                    <a:pt x="17" y="17"/>
                  </a:cubicBezTo>
                  <a:cubicBezTo>
                    <a:pt x="1" y="48"/>
                    <a:pt x="17" y="63"/>
                    <a:pt x="32" y="63"/>
                  </a:cubicBezTo>
                  <a:lnTo>
                    <a:pt x="158" y="111"/>
                  </a:lnTo>
                  <a:lnTo>
                    <a:pt x="175" y="111"/>
                  </a:lnTo>
                  <a:cubicBezTo>
                    <a:pt x="190" y="111"/>
                    <a:pt x="206" y="95"/>
                    <a:pt x="206" y="80"/>
                  </a:cubicBezTo>
                  <a:cubicBezTo>
                    <a:pt x="221" y="63"/>
                    <a:pt x="206" y="48"/>
                    <a:pt x="190" y="48"/>
                  </a:cubicBezTo>
                  <a:lnTo>
                    <a:pt x="158" y="32"/>
                  </a:lnTo>
                  <a:lnTo>
                    <a:pt x="158" y="32"/>
                  </a:lnTo>
                  <a:lnTo>
                    <a:pt x="158" y="32"/>
                  </a:lnTo>
                  <a:cubicBezTo>
                    <a:pt x="143" y="32"/>
                    <a:pt x="127" y="32"/>
                    <a:pt x="127"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3" name="Google Shape;1583;p38"/>
            <p:cNvSpPr/>
            <p:nvPr/>
          </p:nvSpPr>
          <p:spPr>
            <a:xfrm>
              <a:off x="3421560" y="1787268"/>
              <a:ext cx="6520" cy="3021"/>
            </a:xfrm>
            <a:custGeom>
              <a:avLst/>
              <a:gdLst/>
              <a:ahLst/>
              <a:cxnLst/>
              <a:rect l="l" t="t" r="r" b="b"/>
              <a:pathLst>
                <a:path w="205" h="95" extrusionOk="0">
                  <a:moveTo>
                    <a:pt x="158" y="0"/>
                  </a:moveTo>
                  <a:lnTo>
                    <a:pt x="158" y="0"/>
                  </a:lnTo>
                  <a:lnTo>
                    <a:pt x="158" y="0"/>
                  </a:lnTo>
                  <a:lnTo>
                    <a:pt x="126" y="0"/>
                  </a:lnTo>
                  <a:lnTo>
                    <a:pt x="32" y="32"/>
                  </a:lnTo>
                  <a:lnTo>
                    <a:pt x="32" y="32"/>
                  </a:lnTo>
                  <a:cubicBezTo>
                    <a:pt x="15" y="47"/>
                    <a:pt x="0" y="63"/>
                    <a:pt x="0" y="78"/>
                  </a:cubicBezTo>
                  <a:cubicBezTo>
                    <a:pt x="15" y="78"/>
                    <a:pt x="15" y="78"/>
                    <a:pt x="15" y="95"/>
                  </a:cubicBezTo>
                  <a:lnTo>
                    <a:pt x="32" y="95"/>
                  </a:lnTo>
                  <a:lnTo>
                    <a:pt x="47" y="95"/>
                  </a:lnTo>
                  <a:lnTo>
                    <a:pt x="47" y="95"/>
                  </a:lnTo>
                  <a:lnTo>
                    <a:pt x="63" y="95"/>
                  </a:lnTo>
                  <a:lnTo>
                    <a:pt x="63" y="95"/>
                  </a:lnTo>
                  <a:lnTo>
                    <a:pt x="141" y="78"/>
                  </a:lnTo>
                  <a:lnTo>
                    <a:pt x="141" y="63"/>
                  </a:lnTo>
                  <a:cubicBezTo>
                    <a:pt x="141" y="47"/>
                    <a:pt x="158" y="32"/>
                    <a:pt x="173" y="32"/>
                  </a:cubicBezTo>
                  <a:lnTo>
                    <a:pt x="173" y="32"/>
                  </a:lnTo>
                  <a:lnTo>
                    <a:pt x="189" y="32"/>
                  </a:lnTo>
                  <a:lnTo>
                    <a:pt x="189" y="47"/>
                  </a:lnTo>
                  <a:cubicBezTo>
                    <a:pt x="189" y="32"/>
                    <a:pt x="204" y="32"/>
                    <a:pt x="189" y="15"/>
                  </a:cubicBezTo>
                  <a:cubicBezTo>
                    <a:pt x="189" y="0"/>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4" name="Google Shape;1584;p38"/>
            <p:cNvSpPr/>
            <p:nvPr/>
          </p:nvSpPr>
          <p:spPr>
            <a:xfrm>
              <a:off x="3085809" y="1790735"/>
              <a:ext cx="3053" cy="2576"/>
            </a:xfrm>
            <a:custGeom>
              <a:avLst/>
              <a:gdLst/>
              <a:ahLst/>
              <a:cxnLst/>
              <a:rect l="l" t="t" r="r" b="b"/>
              <a:pathLst>
                <a:path w="96" h="81" extrusionOk="0">
                  <a:moveTo>
                    <a:pt x="79" y="1"/>
                  </a:moveTo>
                  <a:lnTo>
                    <a:pt x="79" y="1"/>
                  </a:lnTo>
                  <a:lnTo>
                    <a:pt x="16" y="17"/>
                  </a:lnTo>
                  <a:lnTo>
                    <a:pt x="16" y="17"/>
                  </a:lnTo>
                  <a:lnTo>
                    <a:pt x="1" y="17"/>
                  </a:lnTo>
                  <a:lnTo>
                    <a:pt x="1" y="32"/>
                  </a:lnTo>
                  <a:lnTo>
                    <a:pt x="1" y="49"/>
                  </a:lnTo>
                  <a:lnTo>
                    <a:pt x="16" y="49"/>
                  </a:lnTo>
                  <a:lnTo>
                    <a:pt x="16" y="49"/>
                  </a:lnTo>
                  <a:cubicBezTo>
                    <a:pt x="1" y="64"/>
                    <a:pt x="16" y="80"/>
                    <a:pt x="16" y="80"/>
                  </a:cubicBezTo>
                  <a:lnTo>
                    <a:pt x="16" y="80"/>
                  </a:lnTo>
                  <a:lnTo>
                    <a:pt x="32" y="80"/>
                  </a:lnTo>
                  <a:lnTo>
                    <a:pt x="47" y="80"/>
                  </a:lnTo>
                  <a:lnTo>
                    <a:pt x="64" y="80"/>
                  </a:lnTo>
                  <a:cubicBezTo>
                    <a:pt x="64" y="80"/>
                    <a:pt x="79" y="80"/>
                    <a:pt x="79" y="64"/>
                  </a:cubicBezTo>
                  <a:lnTo>
                    <a:pt x="79" y="64"/>
                  </a:lnTo>
                  <a:lnTo>
                    <a:pt x="95" y="17"/>
                  </a:lnTo>
                  <a:lnTo>
                    <a:pt x="95"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5" name="Google Shape;1585;p38"/>
            <p:cNvSpPr/>
            <p:nvPr/>
          </p:nvSpPr>
          <p:spPr>
            <a:xfrm>
              <a:off x="3033174" y="1793279"/>
              <a:ext cx="5057" cy="2512"/>
            </a:xfrm>
            <a:custGeom>
              <a:avLst/>
              <a:gdLst/>
              <a:ahLst/>
              <a:cxnLst/>
              <a:rect l="l" t="t" r="r" b="b"/>
              <a:pathLst>
                <a:path w="159" h="79" extrusionOk="0">
                  <a:moveTo>
                    <a:pt x="112" y="0"/>
                  </a:moveTo>
                  <a:lnTo>
                    <a:pt x="112" y="0"/>
                  </a:lnTo>
                  <a:lnTo>
                    <a:pt x="32" y="0"/>
                  </a:lnTo>
                  <a:lnTo>
                    <a:pt x="32" y="0"/>
                  </a:lnTo>
                  <a:cubicBezTo>
                    <a:pt x="17" y="0"/>
                    <a:pt x="1" y="15"/>
                    <a:pt x="1" y="32"/>
                  </a:cubicBezTo>
                  <a:cubicBezTo>
                    <a:pt x="1" y="47"/>
                    <a:pt x="1" y="63"/>
                    <a:pt x="17" y="63"/>
                  </a:cubicBezTo>
                  <a:cubicBezTo>
                    <a:pt x="17" y="63"/>
                    <a:pt x="17" y="78"/>
                    <a:pt x="32" y="78"/>
                  </a:cubicBezTo>
                  <a:lnTo>
                    <a:pt x="32" y="78"/>
                  </a:lnTo>
                  <a:lnTo>
                    <a:pt x="95" y="63"/>
                  </a:lnTo>
                  <a:lnTo>
                    <a:pt x="112" y="63"/>
                  </a:lnTo>
                  <a:lnTo>
                    <a:pt x="127" y="63"/>
                  </a:lnTo>
                  <a:cubicBezTo>
                    <a:pt x="143" y="63"/>
                    <a:pt x="158" y="47"/>
                    <a:pt x="158" y="32"/>
                  </a:cubicBezTo>
                  <a:lnTo>
                    <a:pt x="143" y="32"/>
                  </a:lnTo>
                  <a:cubicBezTo>
                    <a:pt x="143" y="15"/>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6" name="Google Shape;1586;p38"/>
            <p:cNvSpPr/>
            <p:nvPr/>
          </p:nvSpPr>
          <p:spPr>
            <a:xfrm>
              <a:off x="3393478" y="1789749"/>
              <a:ext cx="3053" cy="4039"/>
            </a:xfrm>
            <a:custGeom>
              <a:avLst/>
              <a:gdLst/>
              <a:ahLst/>
              <a:cxnLst/>
              <a:rect l="l" t="t" r="r" b="b"/>
              <a:pathLst>
                <a:path w="96" h="127" extrusionOk="0">
                  <a:moveTo>
                    <a:pt x="95" y="0"/>
                  </a:moveTo>
                  <a:lnTo>
                    <a:pt x="95" y="17"/>
                  </a:lnTo>
                  <a:lnTo>
                    <a:pt x="95" y="17"/>
                  </a:lnTo>
                  <a:lnTo>
                    <a:pt x="95" y="0"/>
                  </a:lnTo>
                  <a:close/>
                  <a:moveTo>
                    <a:pt x="16" y="0"/>
                  </a:moveTo>
                  <a:cubicBezTo>
                    <a:pt x="16" y="0"/>
                    <a:pt x="16" y="17"/>
                    <a:pt x="1" y="32"/>
                  </a:cubicBezTo>
                  <a:cubicBezTo>
                    <a:pt x="1" y="48"/>
                    <a:pt x="1" y="80"/>
                    <a:pt x="16" y="95"/>
                  </a:cubicBezTo>
                  <a:cubicBezTo>
                    <a:pt x="16" y="111"/>
                    <a:pt x="32" y="111"/>
                    <a:pt x="32" y="111"/>
                  </a:cubicBezTo>
                  <a:lnTo>
                    <a:pt x="47" y="126"/>
                  </a:lnTo>
                  <a:lnTo>
                    <a:pt x="64" y="111"/>
                  </a:lnTo>
                  <a:cubicBezTo>
                    <a:pt x="47" y="111"/>
                    <a:pt x="47" y="95"/>
                    <a:pt x="32" y="80"/>
                  </a:cubicBezTo>
                  <a:lnTo>
                    <a:pt x="32" y="17"/>
                  </a:lnTo>
                  <a:cubicBezTo>
                    <a:pt x="32" y="17"/>
                    <a:pt x="16" y="17"/>
                    <a:pt x="16" y="0"/>
                  </a:cubicBezTo>
                  <a:close/>
                  <a:moveTo>
                    <a:pt x="95" y="0"/>
                  </a:move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7" name="Google Shape;1587;p38"/>
            <p:cNvSpPr/>
            <p:nvPr/>
          </p:nvSpPr>
          <p:spPr>
            <a:xfrm>
              <a:off x="3266199" y="1812806"/>
              <a:ext cx="3530" cy="4039"/>
            </a:xfrm>
            <a:custGeom>
              <a:avLst/>
              <a:gdLst/>
              <a:ahLst/>
              <a:cxnLst/>
              <a:rect l="l" t="t" r="r" b="b"/>
              <a:pathLst>
                <a:path w="111" h="127" extrusionOk="0">
                  <a:moveTo>
                    <a:pt x="32" y="63"/>
                  </a:moveTo>
                  <a:lnTo>
                    <a:pt x="32" y="63"/>
                  </a:lnTo>
                  <a:lnTo>
                    <a:pt x="32" y="63"/>
                  </a:lnTo>
                  <a:close/>
                  <a:moveTo>
                    <a:pt x="32" y="0"/>
                  </a:moveTo>
                  <a:lnTo>
                    <a:pt x="32" y="0"/>
                  </a:lnTo>
                  <a:cubicBezTo>
                    <a:pt x="16" y="0"/>
                    <a:pt x="1" y="17"/>
                    <a:pt x="1" y="32"/>
                  </a:cubicBezTo>
                  <a:lnTo>
                    <a:pt x="1" y="48"/>
                  </a:lnTo>
                  <a:cubicBezTo>
                    <a:pt x="16" y="63"/>
                    <a:pt x="16" y="63"/>
                    <a:pt x="32" y="63"/>
                  </a:cubicBezTo>
                  <a:lnTo>
                    <a:pt x="32" y="63"/>
                  </a:lnTo>
                  <a:lnTo>
                    <a:pt x="32" y="80"/>
                  </a:lnTo>
                  <a:lnTo>
                    <a:pt x="32" y="95"/>
                  </a:lnTo>
                  <a:cubicBezTo>
                    <a:pt x="32" y="95"/>
                    <a:pt x="32" y="111"/>
                    <a:pt x="47" y="111"/>
                  </a:cubicBezTo>
                  <a:lnTo>
                    <a:pt x="47" y="111"/>
                  </a:lnTo>
                  <a:lnTo>
                    <a:pt x="47" y="126"/>
                  </a:lnTo>
                  <a:lnTo>
                    <a:pt x="47" y="111"/>
                  </a:lnTo>
                  <a:cubicBezTo>
                    <a:pt x="64" y="95"/>
                    <a:pt x="64" y="80"/>
                    <a:pt x="79" y="80"/>
                  </a:cubicBezTo>
                  <a:lnTo>
                    <a:pt x="79" y="80"/>
                  </a:lnTo>
                  <a:lnTo>
                    <a:pt x="95" y="80"/>
                  </a:lnTo>
                  <a:cubicBezTo>
                    <a:pt x="95" y="95"/>
                    <a:pt x="95" y="95"/>
                    <a:pt x="110" y="95"/>
                  </a:cubicBezTo>
                  <a:lnTo>
                    <a:pt x="110" y="80"/>
                  </a:lnTo>
                  <a:lnTo>
                    <a:pt x="110" y="80"/>
                  </a:lnTo>
                  <a:cubicBezTo>
                    <a:pt x="110" y="63"/>
                    <a:pt x="110" y="32"/>
                    <a:pt x="95" y="17"/>
                  </a:cubicBezTo>
                  <a:cubicBezTo>
                    <a:pt x="79"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8" name="Google Shape;1588;p38"/>
            <p:cNvSpPr/>
            <p:nvPr/>
          </p:nvSpPr>
          <p:spPr>
            <a:xfrm>
              <a:off x="3267217" y="181481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9" name="Google Shape;1589;p38"/>
            <p:cNvSpPr/>
            <p:nvPr/>
          </p:nvSpPr>
          <p:spPr>
            <a:xfrm>
              <a:off x="3109344" y="1786727"/>
              <a:ext cx="6042" cy="8587"/>
            </a:xfrm>
            <a:custGeom>
              <a:avLst/>
              <a:gdLst/>
              <a:ahLst/>
              <a:cxnLst/>
              <a:rect l="l" t="t" r="r" b="b"/>
              <a:pathLst>
                <a:path w="190" h="270" extrusionOk="0">
                  <a:moveTo>
                    <a:pt x="143" y="1"/>
                  </a:moveTo>
                  <a:lnTo>
                    <a:pt x="143" y="1"/>
                  </a:lnTo>
                  <a:lnTo>
                    <a:pt x="143" y="1"/>
                  </a:lnTo>
                  <a:lnTo>
                    <a:pt x="143" y="17"/>
                  </a:lnTo>
                  <a:cubicBezTo>
                    <a:pt x="158" y="32"/>
                    <a:pt x="143" y="49"/>
                    <a:pt x="127" y="49"/>
                  </a:cubicBezTo>
                  <a:lnTo>
                    <a:pt x="112" y="64"/>
                  </a:lnTo>
                  <a:lnTo>
                    <a:pt x="127" y="158"/>
                  </a:lnTo>
                  <a:cubicBezTo>
                    <a:pt x="95" y="190"/>
                    <a:pt x="80" y="206"/>
                    <a:pt x="49" y="206"/>
                  </a:cubicBezTo>
                  <a:cubicBezTo>
                    <a:pt x="32" y="206"/>
                    <a:pt x="17" y="190"/>
                    <a:pt x="17" y="190"/>
                  </a:cubicBezTo>
                  <a:lnTo>
                    <a:pt x="1" y="206"/>
                  </a:lnTo>
                  <a:cubicBezTo>
                    <a:pt x="1" y="206"/>
                    <a:pt x="17" y="221"/>
                    <a:pt x="17" y="253"/>
                  </a:cubicBezTo>
                  <a:lnTo>
                    <a:pt x="32" y="269"/>
                  </a:lnTo>
                  <a:lnTo>
                    <a:pt x="32" y="269"/>
                  </a:lnTo>
                  <a:lnTo>
                    <a:pt x="49" y="269"/>
                  </a:lnTo>
                  <a:lnTo>
                    <a:pt x="95" y="253"/>
                  </a:lnTo>
                  <a:lnTo>
                    <a:pt x="112" y="253"/>
                  </a:lnTo>
                  <a:lnTo>
                    <a:pt x="112" y="253"/>
                  </a:lnTo>
                  <a:lnTo>
                    <a:pt x="127" y="253"/>
                  </a:lnTo>
                  <a:lnTo>
                    <a:pt x="143" y="238"/>
                  </a:lnTo>
                  <a:cubicBezTo>
                    <a:pt x="158" y="238"/>
                    <a:pt x="158" y="221"/>
                    <a:pt x="175" y="221"/>
                  </a:cubicBezTo>
                  <a:lnTo>
                    <a:pt x="175" y="206"/>
                  </a:lnTo>
                  <a:lnTo>
                    <a:pt x="175" y="175"/>
                  </a:lnTo>
                  <a:cubicBezTo>
                    <a:pt x="158" y="158"/>
                    <a:pt x="175" y="143"/>
                    <a:pt x="190" y="143"/>
                  </a:cubicBezTo>
                  <a:lnTo>
                    <a:pt x="175" y="32"/>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0" name="Google Shape;1590;p38"/>
            <p:cNvSpPr/>
            <p:nvPr/>
          </p:nvSpPr>
          <p:spPr>
            <a:xfrm>
              <a:off x="3298766" y="1810803"/>
              <a:ext cx="4039" cy="2035"/>
            </a:xfrm>
            <a:custGeom>
              <a:avLst/>
              <a:gdLst/>
              <a:ahLst/>
              <a:cxnLst/>
              <a:rect l="l" t="t" r="r" b="b"/>
              <a:pathLst>
                <a:path w="127" h="64" extrusionOk="0">
                  <a:moveTo>
                    <a:pt x="95" y="0"/>
                  </a:moveTo>
                  <a:lnTo>
                    <a:pt x="95" y="0"/>
                  </a:lnTo>
                  <a:lnTo>
                    <a:pt x="80" y="0"/>
                  </a:lnTo>
                  <a:lnTo>
                    <a:pt x="0" y="32"/>
                  </a:lnTo>
                  <a:lnTo>
                    <a:pt x="0" y="32"/>
                  </a:lnTo>
                  <a:lnTo>
                    <a:pt x="48" y="63"/>
                  </a:lnTo>
                  <a:lnTo>
                    <a:pt x="48" y="63"/>
                  </a:lnTo>
                  <a:lnTo>
                    <a:pt x="63" y="63"/>
                  </a:lnTo>
                  <a:lnTo>
                    <a:pt x="95" y="63"/>
                  </a:lnTo>
                  <a:lnTo>
                    <a:pt x="95" y="63"/>
                  </a:lnTo>
                  <a:cubicBezTo>
                    <a:pt x="111" y="63"/>
                    <a:pt x="111" y="63"/>
                    <a:pt x="126" y="48"/>
                  </a:cubicBezTo>
                  <a:lnTo>
                    <a:pt x="126" y="32"/>
                  </a:lnTo>
                  <a:cubicBezTo>
                    <a:pt x="126" y="17"/>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1" name="Google Shape;1591;p38"/>
            <p:cNvSpPr/>
            <p:nvPr/>
          </p:nvSpPr>
          <p:spPr>
            <a:xfrm>
              <a:off x="3325322" y="1814333"/>
              <a:ext cx="10558" cy="9032"/>
            </a:xfrm>
            <a:custGeom>
              <a:avLst/>
              <a:gdLst/>
              <a:ahLst/>
              <a:cxnLst/>
              <a:rect l="l" t="t" r="r" b="b"/>
              <a:pathLst>
                <a:path w="332" h="284" extrusionOk="0">
                  <a:moveTo>
                    <a:pt x="205" y="78"/>
                  </a:moveTo>
                  <a:lnTo>
                    <a:pt x="205" y="78"/>
                  </a:lnTo>
                  <a:lnTo>
                    <a:pt x="190" y="78"/>
                  </a:lnTo>
                  <a:cubicBezTo>
                    <a:pt x="190" y="95"/>
                    <a:pt x="174" y="95"/>
                    <a:pt x="174" y="95"/>
                  </a:cubicBezTo>
                  <a:cubicBezTo>
                    <a:pt x="174" y="95"/>
                    <a:pt x="174" y="110"/>
                    <a:pt x="159" y="110"/>
                  </a:cubicBezTo>
                  <a:lnTo>
                    <a:pt x="142" y="126"/>
                  </a:lnTo>
                  <a:lnTo>
                    <a:pt x="159" y="173"/>
                  </a:lnTo>
                  <a:cubicBezTo>
                    <a:pt x="159" y="173"/>
                    <a:pt x="174" y="189"/>
                    <a:pt x="190" y="189"/>
                  </a:cubicBezTo>
                  <a:lnTo>
                    <a:pt x="253" y="221"/>
                  </a:lnTo>
                  <a:lnTo>
                    <a:pt x="253" y="252"/>
                  </a:lnTo>
                  <a:lnTo>
                    <a:pt x="32" y="221"/>
                  </a:lnTo>
                  <a:lnTo>
                    <a:pt x="32" y="221"/>
                  </a:lnTo>
                  <a:cubicBezTo>
                    <a:pt x="16" y="221"/>
                    <a:pt x="1" y="221"/>
                    <a:pt x="1" y="236"/>
                  </a:cubicBezTo>
                  <a:cubicBezTo>
                    <a:pt x="1" y="252"/>
                    <a:pt x="1" y="284"/>
                    <a:pt x="32" y="284"/>
                  </a:cubicBezTo>
                  <a:lnTo>
                    <a:pt x="79" y="284"/>
                  </a:lnTo>
                  <a:cubicBezTo>
                    <a:pt x="174" y="284"/>
                    <a:pt x="253" y="284"/>
                    <a:pt x="331" y="267"/>
                  </a:cubicBezTo>
                  <a:lnTo>
                    <a:pt x="316" y="204"/>
                  </a:lnTo>
                  <a:lnTo>
                    <a:pt x="300" y="204"/>
                  </a:lnTo>
                  <a:cubicBezTo>
                    <a:pt x="300" y="221"/>
                    <a:pt x="285" y="221"/>
                    <a:pt x="285" y="221"/>
                  </a:cubicBezTo>
                  <a:cubicBezTo>
                    <a:pt x="268" y="221"/>
                    <a:pt x="253" y="204"/>
                    <a:pt x="253" y="204"/>
                  </a:cubicBezTo>
                  <a:cubicBezTo>
                    <a:pt x="237" y="189"/>
                    <a:pt x="253" y="158"/>
                    <a:pt x="268" y="158"/>
                  </a:cubicBezTo>
                  <a:lnTo>
                    <a:pt x="268" y="158"/>
                  </a:lnTo>
                  <a:lnTo>
                    <a:pt x="253" y="141"/>
                  </a:lnTo>
                  <a:lnTo>
                    <a:pt x="237" y="158"/>
                  </a:lnTo>
                  <a:lnTo>
                    <a:pt x="222" y="158"/>
                  </a:lnTo>
                  <a:cubicBezTo>
                    <a:pt x="205" y="158"/>
                    <a:pt x="205" y="141"/>
                    <a:pt x="190" y="126"/>
                  </a:cubicBezTo>
                  <a:cubicBezTo>
                    <a:pt x="190" y="110"/>
                    <a:pt x="205" y="95"/>
                    <a:pt x="205" y="95"/>
                  </a:cubicBezTo>
                  <a:lnTo>
                    <a:pt x="205" y="78"/>
                  </a:lnTo>
                  <a:close/>
                  <a:moveTo>
                    <a:pt x="127" y="0"/>
                  </a:moveTo>
                  <a:lnTo>
                    <a:pt x="127" y="15"/>
                  </a:lnTo>
                  <a:lnTo>
                    <a:pt x="127" y="32"/>
                  </a:lnTo>
                  <a:lnTo>
                    <a:pt x="127" y="32"/>
                  </a:lnTo>
                  <a:lnTo>
                    <a:pt x="127" y="47"/>
                  </a:lnTo>
                  <a:lnTo>
                    <a:pt x="127" y="47"/>
                  </a:lnTo>
                  <a:cubicBezTo>
                    <a:pt x="142" y="47"/>
                    <a:pt x="142" y="32"/>
                    <a:pt x="142" y="32"/>
                  </a:cubicBezTo>
                  <a:lnTo>
                    <a:pt x="159" y="32"/>
                  </a:lnTo>
                  <a:cubicBezTo>
                    <a:pt x="142" y="32"/>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2" name="Google Shape;1592;p38"/>
            <p:cNvSpPr/>
            <p:nvPr/>
          </p:nvSpPr>
          <p:spPr>
            <a:xfrm>
              <a:off x="3167004" y="1800785"/>
              <a:ext cx="7505" cy="5534"/>
            </a:xfrm>
            <a:custGeom>
              <a:avLst/>
              <a:gdLst/>
              <a:ahLst/>
              <a:cxnLst/>
              <a:rect l="l" t="t" r="r" b="b"/>
              <a:pathLst>
                <a:path w="236" h="174" extrusionOk="0">
                  <a:moveTo>
                    <a:pt x="221" y="111"/>
                  </a:moveTo>
                  <a:lnTo>
                    <a:pt x="126" y="126"/>
                  </a:lnTo>
                  <a:lnTo>
                    <a:pt x="126" y="126"/>
                  </a:lnTo>
                  <a:lnTo>
                    <a:pt x="110" y="126"/>
                  </a:lnTo>
                  <a:lnTo>
                    <a:pt x="78" y="126"/>
                  </a:lnTo>
                  <a:lnTo>
                    <a:pt x="78" y="142"/>
                  </a:lnTo>
                  <a:cubicBezTo>
                    <a:pt x="95" y="142"/>
                    <a:pt x="95" y="158"/>
                    <a:pt x="95" y="158"/>
                  </a:cubicBezTo>
                  <a:cubicBezTo>
                    <a:pt x="110" y="174"/>
                    <a:pt x="110" y="174"/>
                    <a:pt x="126" y="174"/>
                  </a:cubicBezTo>
                  <a:lnTo>
                    <a:pt x="126" y="174"/>
                  </a:lnTo>
                  <a:lnTo>
                    <a:pt x="204" y="142"/>
                  </a:lnTo>
                  <a:cubicBezTo>
                    <a:pt x="221" y="142"/>
                    <a:pt x="221" y="126"/>
                    <a:pt x="221" y="126"/>
                  </a:cubicBezTo>
                  <a:lnTo>
                    <a:pt x="221" y="111"/>
                  </a:lnTo>
                  <a:close/>
                  <a:moveTo>
                    <a:pt x="78" y="16"/>
                  </a:moveTo>
                  <a:lnTo>
                    <a:pt x="78" y="16"/>
                  </a:lnTo>
                  <a:cubicBezTo>
                    <a:pt x="63" y="16"/>
                    <a:pt x="63" y="32"/>
                    <a:pt x="47" y="32"/>
                  </a:cubicBezTo>
                  <a:lnTo>
                    <a:pt x="47" y="32"/>
                  </a:lnTo>
                  <a:cubicBezTo>
                    <a:pt x="47" y="32"/>
                    <a:pt x="32" y="32"/>
                    <a:pt x="32" y="16"/>
                  </a:cubicBezTo>
                  <a:cubicBezTo>
                    <a:pt x="15" y="32"/>
                    <a:pt x="0" y="48"/>
                    <a:pt x="0" y="63"/>
                  </a:cubicBezTo>
                  <a:lnTo>
                    <a:pt x="15" y="79"/>
                  </a:lnTo>
                  <a:lnTo>
                    <a:pt x="32" y="79"/>
                  </a:lnTo>
                  <a:lnTo>
                    <a:pt x="95" y="63"/>
                  </a:lnTo>
                  <a:lnTo>
                    <a:pt x="95" y="48"/>
                  </a:lnTo>
                  <a:lnTo>
                    <a:pt x="110" y="48"/>
                  </a:lnTo>
                  <a:lnTo>
                    <a:pt x="110" y="48"/>
                  </a:lnTo>
                  <a:lnTo>
                    <a:pt x="110" y="48"/>
                  </a:lnTo>
                  <a:lnTo>
                    <a:pt x="141" y="48"/>
                  </a:lnTo>
                  <a:lnTo>
                    <a:pt x="126" y="48"/>
                  </a:lnTo>
                  <a:lnTo>
                    <a:pt x="126" y="48"/>
                  </a:lnTo>
                  <a:lnTo>
                    <a:pt x="126" y="48"/>
                  </a:lnTo>
                  <a:cubicBezTo>
                    <a:pt x="110" y="48"/>
                    <a:pt x="110" y="32"/>
                    <a:pt x="95" y="32"/>
                  </a:cubicBezTo>
                  <a:lnTo>
                    <a:pt x="78" y="16"/>
                  </a:lnTo>
                  <a:close/>
                  <a:moveTo>
                    <a:pt x="236" y="0"/>
                  </a:moveTo>
                  <a:lnTo>
                    <a:pt x="221" y="0"/>
                  </a:lnTo>
                  <a:lnTo>
                    <a:pt x="158" y="32"/>
                  </a:lnTo>
                  <a:lnTo>
                    <a:pt x="158" y="48"/>
                  </a:lnTo>
                  <a:lnTo>
                    <a:pt x="236" y="48"/>
                  </a:lnTo>
                  <a:lnTo>
                    <a:pt x="236"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3" name="Google Shape;1593;p38"/>
            <p:cNvSpPr/>
            <p:nvPr/>
          </p:nvSpPr>
          <p:spPr>
            <a:xfrm>
              <a:off x="3442074" y="1778236"/>
              <a:ext cx="4548" cy="6520"/>
            </a:xfrm>
            <a:custGeom>
              <a:avLst/>
              <a:gdLst/>
              <a:ahLst/>
              <a:cxnLst/>
              <a:rect l="l" t="t" r="r" b="b"/>
              <a:pathLst>
                <a:path w="143" h="205" extrusionOk="0">
                  <a:moveTo>
                    <a:pt x="48" y="1"/>
                  </a:moveTo>
                  <a:lnTo>
                    <a:pt x="32" y="32"/>
                  </a:lnTo>
                  <a:cubicBezTo>
                    <a:pt x="32" y="32"/>
                    <a:pt x="17" y="47"/>
                    <a:pt x="0" y="47"/>
                  </a:cubicBezTo>
                  <a:lnTo>
                    <a:pt x="0" y="47"/>
                  </a:lnTo>
                  <a:lnTo>
                    <a:pt x="0" y="47"/>
                  </a:lnTo>
                  <a:lnTo>
                    <a:pt x="0" y="47"/>
                  </a:lnTo>
                  <a:lnTo>
                    <a:pt x="0" y="79"/>
                  </a:lnTo>
                  <a:cubicBezTo>
                    <a:pt x="0" y="95"/>
                    <a:pt x="0" y="110"/>
                    <a:pt x="17" y="110"/>
                  </a:cubicBezTo>
                  <a:lnTo>
                    <a:pt x="17" y="127"/>
                  </a:lnTo>
                  <a:cubicBezTo>
                    <a:pt x="17" y="142"/>
                    <a:pt x="32" y="158"/>
                    <a:pt x="32" y="158"/>
                  </a:cubicBezTo>
                  <a:lnTo>
                    <a:pt x="48" y="142"/>
                  </a:lnTo>
                  <a:lnTo>
                    <a:pt x="63" y="142"/>
                  </a:lnTo>
                  <a:lnTo>
                    <a:pt x="63" y="142"/>
                  </a:lnTo>
                  <a:cubicBezTo>
                    <a:pt x="80" y="158"/>
                    <a:pt x="95" y="173"/>
                    <a:pt x="95" y="190"/>
                  </a:cubicBezTo>
                  <a:lnTo>
                    <a:pt x="95" y="190"/>
                  </a:lnTo>
                  <a:lnTo>
                    <a:pt x="111" y="205"/>
                  </a:lnTo>
                  <a:lnTo>
                    <a:pt x="111" y="205"/>
                  </a:lnTo>
                  <a:lnTo>
                    <a:pt x="111" y="205"/>
                  </a:lnTo>
                  <a:cubicBezTo>
                    <a:pt x="143" y="205"/>
                    <a:pt x="143" y="173"/>
                    <a:pt x="143" y="158"/>
                  </a:cubicBezTo>
                  <a:cubicBezTo>
                    <a:pt x="143" y="142"/>
                    <a:pt x="126" y="127"/>
                    <a:pt x="111" y="127"/>
                  </a:cubicBezTo>
                  <a:lnTo>
                    <a:pt x="111" y="142"/>
                  </a:lnTo>
                  <a:lnTo>
                    <a:pt x="95" y="142"/>
                  </a:lnTo>
                  <a:lnTo>
                    <a:pt x="95" y="142"/>
                  </a:lnTo>
                  <a:lnTo>
                    <a:pt x="95" y="110"/>
                  </a:lnTo>
                  <a:cubicBezTo>
                    <a:pt x="95" y="95"/>
                    <a:pt x="95" y="79"/>
                    <a:pt x="80" y="47"/>
                  </a:cubicBezTo>
                  <a:lnTo>
                    <a:pt x="80" y="32"/>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4" name="Google Shape;1594;p38"/>
            <p:cNvSpPr/>
            <p:nvPr/>
          </p:nvSpPr>
          <p:spPr>
            <a:xfrm>
              <a:off x="3318326" y="1778713"/>
              <a:ext cx="5534" cy="9064"/>
            </a:xfrm>
            <a:custGeom>
              <a:avLst/>
              <a:gdLst/>
              <a:ahLst/>
              <a:cxnLst/>
              <a:rect l="l" t="t" r="r" b="b"/>
              <a:pathLst>
                <a:path w="174" h="285" extrusionOk="0">
                  <a:moveTo>
                    <a:pt x="95" y="1"/>
                  </a:moveTo>
                  <a:lnTo>
                    <a:pt x="79" y="17"/>
                  </a:lnTo>
                  <a:cubicBezTo>
                    <a:pt x="95" y="32"/>
                    <a:pt x="79" y="49"/>
                    <a:pt x="63" y="49"/>
                  </a:cubicBezTo>
                  <a:lnTo>
                    <a:pt x="47" y="49"/>
                  </a:lnTo>
                  <a:lnTo>
                    <a:pt x="47" y="49"/>
                  </a:lnTo>
                  <a:lnTo>
                    <a:pt x="0" y="190"/>
                  </a:lnTo>
                  <a:cubicBezTo>
                    <a:pt x="0" y="206"/>
                    <a:pt x="0" y="221"/>
                    <a:pt x="16" y="221"/>
                  </a:cubicBezTo>
                  <a:cubicBezTo>
                    <a:pt x="16" y="238"/>
                    <a:pt x="32" y="238"/>
                    <a:pt x="32" y="238"/>
                  </a:cubicBezTo>
                  <a:lnTo>
                    <a:pt x="32" y="238"/>
                  </a:lnTo>
                  <a:lnTo>
                    <a:pt x="32" y="238"/>
                  </a:lnTo>
                  <a:cubicBezTo>
                    <a:pt x="47" y="253"/>
                    <a:pt x="47" y="269"/>
                    <a:pt x="79" y="284"/>
                  </a:cubicBezTo>
                  <a:lnTo>
                    <a:pt x="95" y="284"/>
                  </a:lnTo>
                  <a:cubicBezTo>
                    <a:pt x="110" y="284"/>
                    <a:pt x="126" y="284"/>
                    <a:pt x="126" y="269"/>
                  </a:cubicBezTo>
                  <a:lnTo>
                    <a:pt x="126" y="238"/>
                  </a:lnTo>
                  <a:lnTo>
                    <a:pt x="142" y="238"/>
                  </a:lnTo>
                  <a:cubicBezTo>
                    <a:pt x="173" y="238"/>
                    <a:pt x="173" y="221"/>
                    <a:pt x="173" y="206"/>
                  </a:cubicBezTo>
                  <a:lnTo>
                    <a:pt x="173" y="175"/>
                  </a:lnTo>
                  <a:lnTo>
                    <a:pt x="173" y="158"/>
                  </a:lnTo>
                  <a:cubicBezTo>
                    <a:pt x="158" y="143"/>
                    <a:pt x="158" y="143"/>
                    <a:pt x="142" y="143"/>
                  </a:cubicBezTo>
                  <a:lnTo>
                    <a:pt x="142" y="143"/>
                  </a:lnTo>
                  <a:lnTo>
                    <a:pt x="126" y="143"/>
                  </a:lnTo>
                  <a:lnTo>
                    <a:pt x="126" y="143"/>
                  </a:lnTo>
                  <a:lnTo>
                    <a:pt x="126" y="143"/>
                  </a:lnTo>
                  <a:lnTo>
                    <a:pt x="95" y="143"/>
                  </a:lnTo>
                  <a:lnTo>
                    <a:pt x="110" y="32"/>
                  </a:lnTo>
                  <a:cubicBezTo>
                    <a:pt x="126" y="17"/>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5" name="Google Shape;1595;p38"/>
            <p:cNvSpPr/>
            <p:nvPr/>
          </p:nvSpPr>
          <p:spPr>
            <a:xfrm>
              <a:off x="3421020" y="1804792"/>
              <a:ext cx="4580" cy="5534"/>
            </a:xfrm>
            <a:custGeom>
              <a:avLst/>
              <a:gdLst/>
              <a:ahLst/>
              <a:cxnLst/>
              <a:rect l="l" t="t" r="r" b="b"/>
              <a:pathLst>
                <a:path w="144" h="174" extrusionOk="0">
                  <a:moveTo>
                    <a:pt x="32" y="0"/>
                  </a:moveTo>
                  <a:lnTo>
                    <a:pt x="32" y="0"/>
                  </a:lnTo>
                  <a:lnTo>
                    <a:pt x="17" y="0"/>
                  </a:lnTo>
                  <a:cubicBezTo>
                    <a:pt x="1" y="16"/>
                    <a:pt x="1" y="16"/>
                    <a:pt x="1" y="32"/>
                  </a:cubicBezTo>
                  <a:cubicBezTo>
                    <a:pt x="17" y="32"/>
                    <a:pt x="17" y="48"/>
                    <a:pt x="17" y="48"/>
                  </a:cubicBezTo>
                  <a:lnTo>
                    <a:pt x="17" y="48"/>
                  </a:lnTo>
                  <a:lnTo>
                    <a:pt x="32" y="79"/>
                  </a:lnTo>
                  <a:lnTo>
                    <a:pt x="49" y="79"/>
                  </a:lnTo>
                  <a:lnTo>
                    <a:pt x="64" y="111"/>
                  </a:lnTo>
                  <a:lnTo>
                    <a:pt x="64" y="126"/>
                  </a:lnTo>
                  <a:cubicBezTo>
                    <a:pt x="64" y="142"/>
                    <a:pt x="64" y="158"/>
                    <a:pt x="80" y="174"/>
                  </a:cubicBezTo>
                  <a:lnTo>
                    <a:pt x="95" y="174"/>
                  </a:lnTo>
                  <a:cubicBezTo>
                    <a:pt x="112" y="174"/>
                    <a:pt x="127" y="158"/>
                    <a:pt x="127" y="158"/>
                  </a:cubicBezTo>
                  <a:lnTo>
                    <a:pt x="127" y="158"/>
                  </a:lnTo>
                  <a:lnTo>
                    <a:pt x="143" y="126"/>
                  </a:lnTo>
                  <a:lnTo>
                    <a:pt x="143" y="79"/>
                  </a:lnTo>
                  <a:lnTo>
                    <a:pt x="80" y="32"/>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6" name="Google Shape;1596;p38"/>
            <p:cNvSpPr/>
            <p:nvPr/>
          </p:nvSpPr>
          <p:spPr>
            <a:xfrm>
              <a:off x="3404991" y="1788731"/>
              <a:ext cx="6551" cy="7569"/>
            </a:xfrm>
            <a:custGeom>
              <a:avLst/>
              <a:gdLst/>
              <a:ahLst/>
              <a:cxnLst/>
              <a:rect l="l" t="t" r="r" b="b"/>
              <a:pathLst>
                <a:path w="206" h="238" extrusionOk="0">
                  <a:moveTo>
                    <a:pt x="32" y="1"/>
                  </a:moveTo>
                  <a:lnTo>
                    <a:pt x="0" y="32"/>
                  </a:lnTo>
                  <a:lnTo>
                    <a:pt x="0" y="49"/>
                  </a:lnTo>
                  <a:lnTo>
                    <a:pt x="17" y="32"/>
                  </a:lnTo>
                  <a:lnTo>
                    <a:pt x="32" y="32"/>
                  </a:lnTo>
                  <a:lnTo>
                    <a:pt x="32" y="32"/>
                  </a:lnTo>
                  <a:cubicBezTo>
                    <a:pt x="48" y="32"/>
                    <a:pt x="63" y="32"/>
                    <a:pt x="63" y="49"/>
                  </a:cubicBezTo>
                  <a:cubicBezTo>
                    <a:pt x="80" y="64"/>
                    <a:pt x="63" y="80"/>
                    <a:pt x="48" y="95"/>
                  </a:cubicBezTo>
                  <a:cubicBezTo>
                    <a:pt x="32" y="95"/>
                    <a:pt x="32" y="112"/>
                    <a:pt x="32" y="112"/>
                  </a:cubicBezTo>
                  <a:lnTo>
                    <a:pt x="32" y="127"/>
                  </a:lnTo>
                  <a:lnTo>
                    <a:pt x="48" y="143"/>
                  </a:lnTo>
                  <a:lnTo>
                    <a:pt x="63" y="143"/>
                  </a:lnTo>
                  <a:lnTo>
                    <a:pt x="127" y="158"/>
                  </a:lnTo>
                  <a:lnTo>
                    <a:pt x="127" y="158"/>
                  </a:lnTo>
                  <a:cubicBezTo>
                    <a:pt x="127" y="175"/>
                    <a:pt x="143" y="175"/>
                    <a:pt x="143" y="190"/>
                  </a:cubicBezTo>
                  <a:cubicBezTo>
                    <a:pt x="143" y="206"/>
                    <a:pt x="143" y="221"/>
                    <a:pt x="127" y="238"/>
                  </a:cubicBezTo>
                  <a:lnTo>
                    <a:pt x="127" y="238"/>
                  </a:lnTo>
                  <a:lnTo>
                    <a:pt x="143" y="238"/>
                  </a:lnTo>
                  <a:cubicBezTo>
                    <a:pt x="158" y="238"/>
                    <a:pt x="174" y="221"/>
                    <a:pt x="174" y="221"/>
                  </a:cubicBezTo>
                  <a:lnTo>
                    <a:pt x="174" y="206"/>
                  </a:lnTo>
                  <a:lnTo>
                    <a:pt x="190" y="175"/>
                  </a:lnTo>
                  <a:cubicBezTo>
                    <a:pt x="190" y="158"/>
                    <a:pt x="174" y="158"/>
                    <a:pt x="174" y="143"/>
                  </a:cubicBezTo>
                  <a:cubicBezTo>
                    <a:pt x="174" y="127"/>
                    <a:pt x="190" y="112"/>
                    <a:pt x="206" y="112"/>
                  </a:cubicBezTo>
                  <a:cubicBezTo>
                    <a:pt x="206" y="95"/>
                    <a:pt x="190" y="95"/>
                    <a:pt x="190" y="95"/>
                  </a:cubicBezTo>
                  <a:lnTo>
                    <a:pt x="95" y="80"/>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7" name="Google Shape;1597;p38"/>
            <p:cNvSpPr/>
            <p:nvPr/>
          </p:nvSpPr>
          <p:spPr>
            <a:xfrm>
              <a:off x="3085300" y="1808799"/>
              <a:ext cx="3562" cy="2544"/>
            </a:xfrm>
            <a:custGeom>
              <a:avLst/>
              <a:gdLst/>
              <a:ahLst/>
              <a:cxnLst/>
              <a:rect l="l" t="t" r="r" b="b"/>
              <a:pathLst>
                <a:path w="112" h="80" extrusionOk="0">
                  <a:moveTo>
                    <a:pt x="32" y="0"/>
                  </a:moveTo>
                  <a:lnTo>
                    <a:pt x="32" y="0"/>
                  </a:lnTo>
                  <a:lnTo>
                    <a:pt x="0" y="0"/>
                  </a:lnTo>
                  <a:cubicBezTo>
                    <a:pt x="17" y="0"/>
                    <a:pt x="32" y="16"/>
                    <a:pt x="32" y="32"/>
                  </a:cubicBezTo>
                  <a:cubicBezTo>
                    <a:pt x="48" y="32"/>
                    <a:pt x="48" y="48"/>
                    <a:pt x="48" y="48"/>
                  </a:cubicBezTo>
                  <a:lnTo>
                    <a:pt x="63" y="80"/>
                  </a:lnTo>
                  <a:lnTo>
                    <a:pt x="80" y="80"/>
                  </a:lnTo>
                  <a:lnTo>
                    <a:pt x="95" y="48"/>
                  </a:lnTo>
                  <a:cubicBezTo>
                    <a:pt x="95" y="32"/>
                    <a:pt x="111" y="32"/>
                    <a:pt x="111" y="32"/>
                  </a:cubicBezTo>
                  <a:lnTo>
                    <a:pt x="111" y="32"/>
                  </a:lnTo>
                  <a:cubicBezTo>
                    <a:pt x="95" y="16"/>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8" name="Google Shape;1598;p38"/>
            <p:cNvSpPr/>
            <p:nvPr/>
          </p:nvSpPr>
          <p:spPr>
            <a:xfrm>
              <a:off x="3096336" y="1784247"/>
              <a:ext cx="6551" cy="4039"/>
            </a:xfrm>
            <a:custGeom>
              <a:avLst/>
              <a:gdLst/>
              <a:ahLst/>
              <a:cxnLst/>
              <a:rect l="l" t="t" r="r" b="b"/>
              <a:pathLst>
                <a:path w="206" h="127" extrusionOk="0">
                  <a:moveTo>
                    <a:pt x="158" y="1"/>
                  </a:moveTo>
                  <a:cubicBezTo>
                    <a:pt x="111" y="1"/>
                    <a:pt x="79" y="16"/>
                    <a:pt x="32" y="16"/>
                  </a:cubicBezTo>
                  <a:lnTo>
                    <a:pt x="16" y="47"/>
                  </a:lnTo>
                  <a:cubicBezTo>
                    <a:pt x="0" y="64"/>
                    <a:pt x="0" y="79"/>
                    <a:pt x="16" y="95"/>
                  </a:cubicBezTo>
                  <a:cubicBezTo>
                    <a:pt x="16" y="95"/>
                    <a:pt x="32" y="95"/>
                    <a:pt x="32" y="110"/>
                  </a:cubicBezTo>
                  <a:lnTo>
                    <a:pt x="111" y="64"/>
                  </a:lnTo>
                  <a:lnTo>
                    <a:pt x="126" y="64"/>
                  </a:lnTo>
                  <a:lnTo>
                    <a:pt x="126" y="64"/>
                  </a:lnTo>
                  <a:cubicBezTo>
                    <a:pt x="142" y="64"/>
                    <a:pt x="158" y="64"/>
                    <a:pt x="158" y="79"/>
                  </a:cubicBezTo>
                  <a:cubicBezTo>
                    <a:pt x="174" y="95"/>
                    <a:pt x="158" y="110"/>
                    <a:pt x="158" y="127"/>
                  </a:cubicBezTo>
                  <a:lnTo>
                    <a:pt x="158" y="127"/>
                  </a:lnTo>
                  <a:lnTo>
                    <a:pt x="158" y="127"/>
                  </a:lnTo>
                  <a:cubicBezTo>
                    <a:pt x="174" y="127"/>
                    <a:pt x="189" y="110"/>
                    <a:pt x="189" y="95"/>
                  </a:cubicBezTo>
                  <a:cubicBezTo>
                    <a:pt x="205" y="47"/>
                    <a:pt x="189"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9" name="Google Shape;1599;p38"/>
            <p:cNvSpPr/>
            <p:nvPr/>
          </p:nvSpPr>
          <p:spPr>
            <a:xfrm>
              <a:off x="3400506" y="1804792"/>
              <a:ext cx="4516" cy="3021"/>
            </a:xfrm>
            <a:custGeom>
              <a:avLst/>
              <a:gdLst/>
              <a:ahLst/>
              <a:cxnLst/>
              <a:rect l="l" t="t" r="r" b="b"/>
              <a:pathLst>
                <a:path w="142" h="95" extrusionOk="0">
                  <a:moveTo>
                    <a:pt x="32" y="0"/>
                  </a:moveTo>
                  <a:lnTo>
                    <a:pt x="0" y="16"/>
                  </a:lnTo>
                  <a:lnTo>
                    <a:pt x="0" y="16"/>
                  </a:lnTo>
                  <a:lnTo>
                    <a:pt x="0" y="48"/>
                  </a:lnTo>
                  <a:cubicBezTo>
                    <a:pt x="0" y="48"/>
                    <a:pt x="0" y="63"/>
                    <a:pt x="15" y="63"/>
                  </a:cubicBezTo>
                  <a:lnTo>
                    <a:pt x="15" y="63"/>
                  </a:lnTo>
                  <a:lnTo>
                    <a:pt x="95" y="95"/>
                  </a:lnTo>
                  <a:lnTo>
                    <a:pt x="110" y="95"/>
                  </a:lnTo>
                  <a:cubicBezTo>
                    <a:pt x="110" y="95"/>
                    <a:pt x="126" y="95"/>
                    <a:pt x="141" y="79"/>
                  </a:cubicBezTo>
                  <a:cubicBezTo>
                    <a:pt x="141" y="63"/>
                    <a:pt x="126" y="48"/>
                    <a:pt x="110" y="32"/>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0" name="Google Shape;1600;p38"/>
            <p:cNvSpPr/>
            <p:nvPr/>
          </p:nvSpPr>
          <p:spPr>
            <a:xfrm>
              <a:off x="3020166" y="1794265"/>
              <a:ext cx="6551" cy="7537"/>
            </a:xfrm>
            <a:custGeom>
              <a:avLst/>
              <a:gdLst/>
              <a:ahLst/>
              <a:cxnLst/>
              <a:rect l="l" t="t" r="r" b="b"/>
              <a:pathLst>
                <a:path w="206" h="237" extrusionOk="0">
                  <a:moveTo>
                    <a:pt x="111" y="158"/>
                  </a:moveTo>
                  <a:lnTo>
                    <a:pt x="95" y="158"/>
                  </a:lnTo>
                  <a:lnTo>
                    <a:pt x="95" y="158"/>
                  </a:lnTo>
                  <a:cubicBezTo>
                    <a:pt x="111" y="158"/>
                    <a:pt x="111" y="174"/>
                    <a:pt x="111" y="174"/>
                  </a:cubicBezTo>
                  <a:cubicBezTo>
                    <a:pt x="126" y="190"/>
                    <a:pt x="111" y="221"/>
                    <a:pt x="95" y="221"/>
                  </a:cubicBezTo>
                  <a:lnTo>
                    <a:pt x="80" y="221"/>
                  </a:lnTo>
                  <a:lnTo>
                    <a:pt x="80" y="237"/>
                  </a:lnTo>
                  <a:lnTo>
                    <a:pt x="95" y="237"/>
                  </a:lnTo>
                  <a:lnTo>
                    <a:pt x="95" y="237"/>
                  </a:lnTo>
                  <a:lnTo>
                    <a:pt x="174" y="237"/>
                  </a:lnTo>
                  <a:cubicBezTo>
                    <a:pt x="189" y="237"/>
                    <a:pt x="206" y="205"/>
                    <a:pt x="206" y="190"/>
                  </a:cubicBezTo>
                  <a:cubicBezTo>
                    <a:pt x="189" y="174"/>
                    <a:pt x="189" y="158"/>
                    <a:pt x="158" y="158"/>
                  </a:cubicBezTo>
                  <a:lnTo>
                    <a:pt x="158" y="158"/>
                  </a:lnTo>
                  <a:lnTo>
                    <a:pt x="126" y="174"/>
                  </a:lnTo>
                  <a:lnTo>
                    <a:pt x="111" y="158"/>
                  </a:lnTo>
                  <a:close/>
                  <a:moveTo>
                    <a:pt x="32" y="1"/>
                  </a:moveTo>
                  <a:lnTo>
                    <a:pt x="32" y="1"/>
                  </a:lnTo>
                  <a:lnTo>
                    <a:pt x="32" y="1"/>
                  </a:lnTo>
                  <a:cubicBezTo>
                    <a:pt x="17" y="1"/>
                    <a:pt x="0" y="16"/>
                    <a:pt x="0" y="47"/>
                  </a:cubicBezTo>
                  <a:lnTo>
                    <a:pt x="0" y="47"/>
                  </a:lnTo>
                  <a:lnTo>
                    <a:pt x="32" y="110"/>
                  </a:lnTo>
                  <a:lnTo>
                    <a:pt x="32" y="110"/>
                  </a:lnTo>
                  <a:cubicBezTo>
                    <a:pt x="32" y="127"/>
                    <a:pt x="48" y="127"/>
                    <a:pt x="48" y="142"/>
                  </a:cubicBezTo>
                  <a:lnTo>
                    <a:pt x="48" y="158"/>
                  </a:lnTo>
                  <a:lnTo>
                    <a:pt x="48" y="174"/>
                  </a:lnTo>
                  <a:cubicBezTo>
                    <a:pt x="48" y="158"/>
                    <a:pt x="63" y="158"/>
                    <a:pt x="63" y="158"/>
                  </a:cubicBezTo>
                  <a:lnTo>
                    <a:pt x="80" y="158"/>
                  </a:lnTo>
                  <a:cubicBezTo>
                    <a:pt x="63" y="158"/>
                    <a:pt x="63" y="158"/>
                    <a:pt x="63" y="142"/>
                  </a:cubicBezTo>
                  <a:cubicBezTo>
                    <a:pt x="48" y="127"/>
                    <a:pt x="48" y="110"/>
                    <a:pt x="63" y="95"/>
                  </a:cubicBezTo>
                  <a:lnTo>
                    <a:pt x="63" y="95"/>
                  </a:lnTo>
                  <a:cubicBezTo>
                    <a:pt x="48" y="95"/>
                    <a:pt x="32" y="79"/>
                    <a:pt x="32" y="64"/>
                  </a:cubicBezTo>
                  <a:cubicBezTo>
                    <a:pt x="32" y="64"/>
                    <a:pt x="32" y="47"/>
                    <a:pt x="48" y="32"/>
                  </a:cubicBez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1" name="Google Shape;1601;p38"/>
            <p:cNvSpPr/>
            <p:nvPr/>
          </p:nvSpPr>
          <p:spPr>
            <a:xfrm>
              <a:off x="3095318" y="1786250"/>
              <a:ext cx="6551" cy="3053"/>
            </a:xfrm>
            <a:custGeom>
              <a:avLst/>
              <a:gdLst/>
              <a:ahLst/>
              <a:cxnLst/>
              <a:rect l="l" t="t" r="r" b="b"/>
              <a:pathLst>
                <a:path w="206" h="96" extrusionOk="0">
                  <a:moveTo>
                    <a:pt x="158" y="1"/>
                  </a:moveTo>
                  <a:lnTo>
                    <a:pt x="158" y="1"/>
                  </a:lnTo>
                  <a:lnTo>
                    <a:pt x="143" y="1"/>
                  </a:lnTo>
                  <a:lnTo>
                    <a:pt x="64" y="47"/>
                  </a:lnTo>
                  <a:lnTo>
                    <a:pt x="17" y="64"/>
                  </a:lnTo>
                  <a:lnTo>
                    <a:pt x="0" y="95"/>
                  </a:lnTo>
                  <a:lnTo>
                    <a:pt x="32" y="95"/>
                  </a:lnTo>
                  <a:lnTo>
                    <a:pt x="48" y="79"/>
                  </a:lnTo>
                  <a:cubicBezTo>
                    <a:pt x="48" y="64"/>
                    <a:pt x="64" y="47"/>
                    <a:pt x="80" y="47"/>
                  </a:cubicBezTo>
                  <a:lnTo>
                    <a:pt x="95" y="47"/>
                  </a:lnTo>
                  <a:cubicBezTo>
                    <a:pt x="111" y="64"/>
                    <a:pt x="111" y="79"/>
                    <a:pt x="111" y="95"/>
                  </a:cubicBezTo>
                  <a:lnTo>
                    <a:pt x="174" y="64"/>
                  </a:lnTo>
                  <a:lnTo>
                    <a:pt x="190" y="64"/>
                  </a:lnTo>
                  <a:cubicBezTo>
                    <a:pt x="190" y="47"/>
                    <a:pt x="206" y="32"/>
                    <a:pt x="190" y="16"/>
                  </a:cubicBezTo>
                  <a:cubicBezTo>
                    <a:pt x="190" y="1"/>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2" name="Google Shape;1602;p38"/>
            <p:cNvSpPr/>
            <p:nvPr/>
          </p:nvSpPr>
          <p:spPr>
            <a:xfrm>
              <a:off x="3057758" y="1831348"/>
              <a:ext cx="3530" cy="4039"/>
            </a:xfrm>
            <a:custGeom>
              <a:avLst/>
              <a:gdLst/>
              <a:ahLst/>
              <a:cxnLst/>
              <a:rect l="l" t="t" r="r" b="b"/>
              <a:pathLst>
                <a:path w="111" h="127" extrusionOk="0">
                  <a:moveTo>
                    <a:pt x="32" y="1"/>
                  </a:moveTo>
                  <a:lnTo>
                    <a:pt x="32" y="1"/>
                  </a:lnTo>
                  <a:cubicBezTo>
                    <a:pt x="16" y="1"/>
                    <a:pt x="0" y="16"/>
                    <a:pt x="0" y="32"/>
                  </a:cubicBezTo>
                  <a:lnTo>
                    <a:pt x="16" y="79"/>
                  </a:lnTo>
                  <a:cubicBezTo>
                    <a:pt x="16" y="95"/>
                    <a:pt x="16" y="95"/>
                    <a:pt x="32" y="110"/>
                  </a:cubicBezTo>
                  <a:lnTo>
                    <a:pt x="47" y="110"/>
                  </a:lnTo>
                  <a:lnTo>
                    <a:pt x="63" y="127"/>
                  </a:lnTo>
                  <a:cubicBezTo>
                    <a:pt x="79" y="127"/>
                    <a:pt x="79" y="127"/>
                    <a:pt x="79" y="110"/>
                  </a:cubicBezTo>
                  <a:cubicBezTo>
                    <a:pt x="95" y="110"/>
                    <a:pt x="95" y="110"/>
                    <a:pt x="95" y="95"/>
                  </a:cubicBezTo>
                  <a:lnTo>
                    <a:pt x="110" y="64"/>
                  </a:lnTo>
                  <a:cubicBezTo>
                    <a:pt x="110" y="32"/>
                    <a:pt x="110" y="16"/>
                    <a:pt x="95" y="16"/>
                  </a:cubicBezTo>
                  <a:lnTo>
                    <a:pt x="79" y="16"/>
                  </a:lnTo>
                  <a:lnTo>
                    <a:pt x="63" y="16"/>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3" name="Google Shape;1603;p38"/>
            <p:cNvSpPr/>
            <p:nvPr/>
          </p:nvSpPr>
          <p:spPr>
            <a:xfrm>
              <a:off x="3106863" y="1791752"/>
              <a:ext cx="3530" cy="8046"/>
            </a:xfrm>
            <a:custGeom>
              <a:avLst/>
              <a:gdLst/>
              <a:ahLst/>
              <a:cxnLst/>
              <a:rect l="l" t="t" r="r" b="b"/>
              <a:pathLst>
                <a:path w="111" h="253" extrusionOk="0">
                  <a:moveTo>
                    <a:pt x="79" y="0"/>
                  </a:moveTo>
                  <a:cubicBezTo>
                    <a:pt x="64" y="0"/>
                    <a:pt x="64" y="17"/>
                    <a:pt x="47" y="17"/>
                  </a:cubicBezTo>
                  <a:cubicBezTo>
                    <a:pt x="47" y="17"/>
                    <a:pt x="32" y="17"/>
                    <a:pt x="32" y="0"/>
                  </a:cubicBezTo>
                  <a:cubicBezTo>
                    <a:pt x="32" y="17"/>
                    <a:pt x="16" y="17"/>
                    <a:pt x="16" y="17"/>
                  </a:cubicBezTo>
                  <a:lnTo>
                    <a:pt x="16" y="32"/>
                  </a:lnTo>
                  <a:cubicBezTo>
                    <a:pt x="32" y="48"/>
                    <a:pt x="47" y="48"/>
                    <a:pt x="47" y="63"/>
                  </a:cubicBezTo>
                  <a:cubicBezTo>
                    <a:pt x="47" y="80"/>
                    <a:pt x="47" y="95"/>
                    <a:pt x="32" y="95"/>
                  </a:cubicBezTo>
                  <a:lnTo>
                    <a:pt x="32" y="111"/>
                  </a:lnTo>
                  <a:lnTo>
                    <a:pt x="32" y="111"/>
                  </a:lnTo>
                  <a:lnTo>
                    <a:pt x="16" y="126"/>
                  </a:lnTo>
                  <a:lnTo>
                    <a:pt x="16" y="158"/>
                  </a:lnTo>
                  <a:lnTo>
                    <a:pt x="16" y="158"/>
                  </a:lnTo>
                  <a:cubicBezTo>
                    <a:pt x="16" y="174"/>
                    <a:pt x="32" y="174"/>
                    <a:pt x="32" y="189"/>
                  </a:cubicBezTo>
                  <a:cubicBezTo>
                    <a:pt x="47" y="206"/>
                    <a:pt x="32" y="221"/>
                    <a:pt x="16" y="237"/>
                  </a:cubicBezTo>
                  <a:lnTo>
                    <a:pt x="0" y="237"/>
                  </a:lnTo>
                  <a:lnTo>
                    <a:pt x="16" y="253"/>
                  </a:lnTo>
                  <a:lnTo>
                    <a:pt x="47" y="253"/>
                  </a:lnTo>
                  <a:lnTo>
                    <a:pt x="47" y="253"/>
                  </a:lnTo>
                  <a:lnTo>
                    <a:pt x="64" y="253"/>
                  </a:lnTo>
                  <a:lnTo>
                    <a:pt x="110" y="206"/>
                  </a:lnTo>
                  <a:lnTo>
                    <a:pt x="110" y="174"/>
                  </a:lnTo>
                  <a:cubicBezTo>
                    <a:pt x="110" y="158"/>
                    <a:pt x="95" y="158"/>
                    <a:pt x="95" y="143"/>
                  </a:cubicBezTo>
                  <a:cubicBezTo>
                    <a:pt x="95" y="126"/>
                    <a:pt x="95" y="126"/>
                    <a:pt x="110" y="111"/>
                  </a:cubicBezTo>
                  <a:lnTo>
                    <a:pt x="110" y="111"/>
                  </a:lnTo>
                  <a:lnTo>
                    <a:pt x="95" y="95"/>
                  </a:lnTo>
                  <a:cubicBezTo>
                    <a:pt x="95" y="63"/>
                    <a:pt x="79" y="48"/>
                    <a:pt x="79" y="48"/>
                  </a:cubicBezTo>
                  <a:lnTo>
                    <a:pt x="95" y="32"/>
                  </a:lnTo>
                  <a:lnTo>
                    <a:pt x="95" y="32"/>
                  </a:lnTo>
                  <a:cubicBezTo>
                    <a:pt x="95" y="17"/>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4" name="Google Shape;1604;p38"/>
            <p:cNvSpPr/>
            <p:nvPr/>
          </p:nvSpPr>
          <p:spPr>
            <a:xfrm>
              <a:off x="3342369" y="1818340"/>
              <a:ext cx="5534" cy="4039"/>
            </a:xfrm>
            <a:custGeom>
              <a:avLst/>
              <a:gdLst/>
              <a:ahLst/>
              <a:cxnLst/>
              <a:rect l="l" t="t" r="r" b="b"/>
              <a:pathLst>
                <a:path w="174" h="127" extrusionOk="0">
                  <a:moveTo>
                    <a:pt x="142" y="0"/>
                  </a:moveTo>
                  <a:lnTo>
                    <a:pt x="142" y="0"/>
                  </a:lnTo>
                  <a:lnTo>
                    <a:pt x="127" y="0"/>
                  </a:lnTo>
                  <a:lnTo>
                    <a:pt x="127" y="0"/>
                  </a:lnTo>
                  <a:lnTo>
                    <a:pt x="64" y="32"/>
                  </a:lnTo>
                  <a:lnTo>
                    <a:pt x="79" y="32"/>
                  </a:lnTo>
                  <a:cubicBezTo>
                    <a:pt x="79" y="47"/>
                    <a:pt x="79" y="78"/>
                    <a:pt x="64" y="78"/>
                  </a:cubicBezTo>
                  <a:cubicBezTo>
                    <a:pt x="64" y="95"/>
                    <a:pt x="47" y="95"/>
                    <a:pt x="47" y="95"/>
                  </a:cubicBezTo>
                  <a:cubicBezTo>
                    <a:pt x="32" y="95"/>
                    <a:pt x="16" y="78"/>
                    <a:pt x="16" y="78"/>
                  </a:cubicBezTo>
                  <a:lnTo>
                    <a:pt x="1" y="63"/>
                  </a:lnTo>
                  <a:lnTo>
                    <a:pt x="1" y="63"/>
                  </a:lnTo>
                  <a:lnTo>
                    <a:pt x="1" y="110"/>
                  </a:lnTo>
                  <a:lnTo>
                    <a:pt x="1" y="126"/>
                  </a:lnTo>
                  <a:lnTo>
                    <a:pt x="16" y="126"/>
                  </a:lnTo>
                  <a:lnTo>
                    <a:pt x="64" y="126"/>
                  </a:lnTo>
                  <a:lnTo>
                    <a:pt x="64" y="95"/>
                  </a:lnTo>
                  <a:lnTo>
                    <a:pt x="127" y="78"/>
                  </a:lnTo>
                  <a:lnTo>
                    <a:pt x="158" y="63"/>
                  </a:lnTo>
                  <a:cubicBezTo>
                    <a:pt x="173" y="63"/>
                    <a:pt x="173" y="47"/>
                    <a:pt x="173" y="32"/>
                  </a:cubicBezTo>
                  <a:cubicBezTo>
                    <a:pt x="158" y="32"/>
                    <a:pt x="142" y="32"/>
                    <a:pt x="142" y="0"/>
                  </a:cubicBez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5" name="Google Shape;1605;p38"/>
            <p:cNvSpPr/>
            <p:nvPr/>
          </p:nvSpPr>
          <p:spPr>
            <a:xfrm>
              <a:off x="3180488" y="1796269"/>
              <a:ext cx="2576" cy="1527"/>
            </a:xfrm>
            <a:custGeom>
              <a:avLst/>
              <a:gdLst/>
              <a:ahLst/>
              <a:cxnLst/>
              <a:rect l="l" t="t" r="r" b="b"/>
              <a:pathLst>
                <a:path w="81" h="48" extrusionOk="0">
                  <a:moveTo>
                    <a:pt x="80" y="1"/>
                  </a:moveTo>
                  <a:cubicBezTo>
                    <a:pt x="64" y="1"/>
                    <a:pt x="32" y="16"/>
                    <a:pt x="17" y="16"/>
                  </a:cubicBezTo>
                  <a:cubicBezTo>
                    <a:pt x="17" y="32"/>
                    <a:pt x="1" y="47"/>
                    <a:pt x="1" y="47"/>
                  </a:cubicBezTo>
                  <a:lnTo>
                    <a:pt x="17" y="47"/>
                  </a:lnTo>
                  <a:lnTo>
                    <a:pt x="49" y="47"/>
                  </a:lnTo>
                  <a:lnTo>
                    <a:pt x="64" y="47"/>
                  </a:lnTo>
                  <a:lnTo>
                    <a:pt x="80" y="47"/>
                  </a:ln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6" name="Google Shape;1606;p38"/>
            <p:cNvSpPr/>
            <p:nvPr/>
          </p:nvSpPr>
          <p:spPr>
            <a:xfrm>
              <a:off x="3100852" y="1796269"/>
              <a:ext cx="7537" cy="3530"/>
            </a:xfrm>
            <a:custGeom>
              <a:avLst/>
              <a:gdLst/>
              <a:ahLst/>
              <a:cxnLst/>
              <a:rect l="l" t="t" r="r" b="b"/>
              <a:pathLst>
                <a:path w="237" h="111" extrusionOk="0">
                  <a:moveTo>
                    <a:pt x="32" y="1"/>
                  </a:moveTo>
                  <a:lnTo>
                    <a:pt x="32" y="1"/>
                  </a:lnTo>
                  <a:lnTo>
                    <a:pt x="16" y="1"/>
                  </a:lnTo>
                  <a:lnTo>
                    <a:pt x="16" y="1"/>
                  </a:lnTo>
                  <a:lnTo>
                    <a:pt x="16" y="16"/>
                  </a:lnTo>
                  <a:lnTo>
                    <a:pt x="0" y="16"/>
                  </a:lnTo>
                  <a:cubicBezTo>
                    <a:pt x="0" y="32"/>
                    <a:pt x="0" y="47"/>
                    <a:pt x="16" y="47"/>
                  </a:cubicBezTo>
                  <a:cubicBezTo>
                    <a:pt x="32" y="95"/>
                    <a:pt x="63" y="111"/>
                    <a:pt x="95" y="111"/>
                  </a:cubicBezTo>
                  <a:lnTo>
                    <a:pt x="110" y="111"/>
                  </a:lnTo>
                  <a:cubicBezTo>
                    <a:pt x="142" y="111"/>
                    <a:pt x="173" y="95"/>
                    <a:pt x="189" y="95"/>
                  </a:cubicBezTo>
                  <a:lnTo>
                    <a:pt x="205" y="95"/>
                  </a:lnTo>
                  <a:cubicBezTo>
                    <a:pt x="221" y="79"/>
                    <a:pt x="236" y="64"/>
                    <a:pt x="221" y="47"/>
                  </a:cubicBezTo>
                  <a:cubicBezTo>
                    <a:pt x="221" y="32"/>
                    <a:pt x="205" y="32"/>
                    <a:pt x="205" y="16"/>
                  </a:cubicBezTo>
                  <a:cubicBezTo>
                    <a:pt x="189" y="32"/>
                    <a:pt x="189" y="47"/>
                    <a:pt x="173" y="47"/>
                  </a:cubicBezTo>
                  <a:lnTo>
                    <a:pt x="173" y="47"/>
                  </a:lnTo>
                  <a:lnTo>
                    <a:pt x="110" y="47"/>
                  </a:lnTo>
                  <a:lnTo>
                    <a:pt x="95" y="32"/>
                  </a:lnTo>
                  <a:cubicBezTo>
                    <a:pt x="79" y="32"/>
                    <a:pt x="79" y="32"/>
                    <a:pt x="63" y="16"/>
                  </a:cubicBezTo>
                  <a:lnTo>
                    <a:pt x="63" y="16"/>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7" name="Google Shape;1607;p38"/>
            <p:cNvSpPr/>
            <p:nvPr/>
          </p:nvSpPr>
          <p:spPr>
            <a:xfrm>
              <a:off x="3089816" y="1804283"/>
              <a:ext cx="4516" cy="5057"/>
            </a:xfrm>
            <a:custGeom>
              <a:avLst/>
              <a:gdLst/>
              <a:ahLst/>
              <a:cxnLst/>
              <a:rect l="l" t="t" r="r" b="b"/>
              <a:pathLst>
                <a:path w="142" h="159" extrusionOk="0">
                  <a:moveTo>
                    <a:pt x="64" y="1"/>
                  </a:moveTo>
                  <a:lnTo>
                    <a:pt x="64" y="1"/>
                  </a:lnTo>
                  <a:cubicBezTo>
                    <a:pt x="47" y="1"/>
                    <a:pt x="32" y="1"/>
                    <a:pt x="32" y="16"/>
                  </a:cubicBezTo>
                  <a:cubicBezTo>
                    <a:pt x="32" y="32"/>
                    <a:pt x="32" y="48"/>
                    <a:pt x="47" y="64"/>
                  </a:cubicBezTo>
                  <a:lnTo>
                    <a:pt x="16" y="111"/>
                  </a:lnTo>
                  <a:cubicBezTo>
                    <a:pt x="1" y="127"/>
                    <a:pt x="16" y="142"/>
                    <a:pt x="32" y="158"/>
                  </a:cubicBezTo>
                  <a:lnTo>
                    <a:pt x="47" y="158"/>
                  </a:lnTo>
                  <a:cubicBezTo>
                    <a:pt x="64" y="158"/>
                    <a:pt x="64" y="158"/>
                    <a:pt x="79" y="142"/>
                  </a:cubicBezTo>
                  <a:lnTo>
                    <a:pt x="127" y="48"/>
                  </a:lnTo>
                  <a:cubicBezTo>
                    <a:pt x="142" y="48"/>
                    <a:pt x="142" y="32"/>
                    <a:pt x="127" y="16"/>
                  </a:cubicBezTo>
                  <a:lnTo>
                    <a:pt x="110"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8" name="Google Shape;1608;p38"/>
            <p:cNvSpPr/>
            <p:nvPr/>
          </p:nvSpPr>
          <p:spPr>
            <a:xfrm>
              <a:off x="3367430" y="1768218"/>
              <a:ext cx="3021" cy="4039"/>
            </a:xfrm>
            <a:custGeom>
              <a:avLst/>
              <a:gdLst/>
              <a:ahLst/>
              <a:cxnLst/>
              <a:rect l="l" t="t" r="r" b="b"/>
              <a:pathLst>
                <a:path w="95" h="127" extrusionOk="0">
                  <a:moveTo>
                    <a:pt x="32" y="1"/>
                  </a:moveTo>
                  <a:lnTo>
                    <a:pt x="32" y="1"/>
                  </a:lnTo>
                  <a:cubicBezTo>
                    <a:pt x="16" y="1"/>
                    <a:pt x="0" y="16"/>
                    <a:pt x="0" y="47"/>
                  </a:cubicBezTo>
                  <a:lnTo>
                    <a:pt x="16" y="95"/>
                  </a:lnTo>
                  <a:cubicBezTo>
                    <a:pt x="16" y="110"/>
                    <a:pt x="16" y="127"/>
                    <a:pt x="32" y="127"/>
                  </a:cubicBezTo>
                  <a:lnTo>
                    <a:pt x="47" y="127"/>
                  </a:lnTo>
                  <a:lnTo>
                    <a:pt x="63" y="127"/>
                  </a:lnTo>
                  <a:lnTo>
                    <a:pt x="79" y="95"/>
                  </a:lnTo>
                  <a:cubicBezTo>
                    <a:pt x="95" y="95"/>
                    <a:pt x="95" y="64"/>
                    <a:pt x="79" y="47"/>
                  </a:cubicBezTo>
                  <a:lnTo>
                    <a:pt x="79" y="47"/>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9" name="Google Shape;1609;p38"/>
            <p:cNvSpPr/>
            <p:nvPr/>
          </p:nvSpPr>
          <p:spPr>
            <a:xfrm>
              <a:off x="3332828" y="1771716"/>
              <a:ext cx="4039" cy="4039"/>
            </a:xfrm>
            <a:custGeom>
              <a:avLst/>
              <a:gdLst/>
              <a:ahLst/>
              <a:cxnLst/>
              <a:rect l="l" t="t" r="r" b="b"/>
              <a:pathLst>
                <a:path w="127" h="127" extrusionOk="0">
                  <a:moveTo>
                    <a:pt x="49" y="0"/>
                  </a:moveTo>
                  <a:lnTo>
                    <a:pt x="32" y="0"/>
                  </a:lnTo>
                  <a:lnTo>
                    <a:pt x="17" y="17"/>
                  </a:lnTo>
                  <a:lnTo>
                    <a:pt x="1" y="48"/>
                  </a:lnTo>
                  <a:cubicBezTo>
                    <a:pt x="1" y="48"/>
                    <a:pt x="17" y="48"/>
                    <a:pt x="17" y="63"/>
                  </a:cubicBezTo>
                  <a:cubicBezTo>
                    <a:pt x="32" y="63"/>
                    <a:pt x="32" y="80"/>
                    <a:pt x="32" y="80"/>
                  </a:cubicBezTo>
                  <a:lnTo>
                    <a:pt x="32" y="111"/>
                  </a:lnTo>
                  <a:lnTo>
                    <a:pt x="32" y="126"/>
                  </a:lnTo>
                  <a:lnTo>
                    <a:pt x="95" y="111"/>
                  </a:lnTo>
                  <a:cubicBezTo>
                    <a:pt x="112" y="111"/>
                    <a:pt x="127" y="95"/>
                    <a:pt x="127" y="80"/>
                  </a:cubicBezTo>
                  <a:lnTo>
                    <a:pt x="95" y="80"/>
                  </a:lnTo>
                  <a:lnTo>
                    <a:pt x="95" y="80"/>
                  </a:lnTo>
                  <a:cubicBezTo>
                    <a:pt x="80" y="80"/>
                    <a:pt x="64" y="63"/>
                    <a:pt x="49" y="48"/>
                  </a:cubicBezTo>
                  <a:cubicBezTo>
                    <a:pt x="49" y="32"/>
                    <a:pt x="64" y="32"/>
                    <a:pt x="64" y="17"/>
                  </a:cubicBezTo>
                  <a:lnTo>
                    <a:pt x="64" y="17"/>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0" name="Google Shape;1610;p38"/>
            <p:cNvSpPr/>
            <p:nvPr/>
          </p:nvSpPr>
          <p:spPr>
            <a:xfrm>
              <a:off x="3322333" y="1772225"/>
              <a:ext cx="2512" cy="3530"/>
            </a:xfrm>
            <a:custGeom>
              <a:avLst/>
              <a:gdLst/>
              <a:ahLst/>
              <a:cxnLst/>
              <a:rect l="l" t="t" r="r" b="b"/>
              <a:pathLst>
                <a:path w="79" h="111" extrusionOk="0">
                  <a:moveTo>
                    <a:pt x="32" y="1"/>
                  </a:moveTo>
                  <a:lnTo>
                    <a:pt x="32" y="1"/>
                  </a:lnTo>
                  <a:lnTo>
                    <a:pt x="16" y="1"/>
                  </a:lnTo>
                  <a:cubicBezTo>
                    <a:pt x="0" y="1"/>
                    <a:pt x="0" y="16"/>
                    <a:pt x="0" y="47"/>
                  </a:cubicBezTo>
                  <a:lnTo>
                    <a:pt x="0" y="47"/>
                  </a:lnTo>
                  <a:lnTo>
                    <a:pt x="16" y="110"/>
                  </a:lnTo>
                  <a:lnTo>
                    <a:pt x="47" y="95"/>
                  </a:lnTo>
                  <a:lnTo>
                    <a:pt x="47" y="95"/>
                  </a:lnTo>
                  <a:lnTo>
                    <a:pt x="63" y="95"/>
                  </a:lnTo>
                  <a:lnTo>
                    <a:pt x="79" y="95"/>
                  </a:lnTo>
                  <a:lnTo>
                    <a:pt x="79" y="95"/>
                  </a:lnTo>
                  <a:lnTo>
                    <a:pt x="63" y="32"/>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1" name="Google Shape;1611;p38"/>
            <p:cNvSpPr/>
            <p:nvPr/>
          </p:nvSpPr>
          <p:spPr>
            <a:xfrm>
              <a:off x="3322810" y="1778713"/>
              <a:ext cx="5057" cy="2576"/>
            </a:xfrm>
            <a:custGeom>
              <a:avLst/>
              <a:gdLst/>
              <a:ahLst/>
              <a:cxnLst/>
              <a:rect l="l" t="t" r="r" b="b"/>
              <a:pathLst>
                <a:path w="159" h="81" extrusionOk="0">
                  <a:moveTo>
                    <a:pt x="127" y="1"/>
                  </a:moveTo>
                  <a:lnTo>
                    <a:pt x="95" y="17"/>
                  </a:lnTo>
                  <a:cubicBezTo>
                    <a:pt x="80" y="32"/>
                    <a:pt x="80" y="32"/>
                    <a:pt x="64" y="32"/>
                  </a:cubicBezTo>
                  <a:lnTo>
                    <a:pt x="48" y="17"/>
                  </a:lnTo>
                  <a:lnTo>
                    <a:pt x="32" y="1"/>
                  </a:lnTo>
                  <a:lnTo>
                    <a:pt x="1" y="1"/>
                  </a:lnTo>
                  <a:lnTo>
                    <a:pt x="1" y="1"/>
                  </a:lnTo>
                  <a:lnTo>
                    <a:pt x="1" y="1"/>
                  </a:lnTo>
                  <a:lnTo>
                    <a:pt x="1" y="1"/>
                  </a:lnTo>
                  <a:lnTo>
                    <a:pt x="127" y="80"/>
                  </a:lnTo>
                  <a:lnTo>
                    <a:pt x="127" y="32"/>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2" name="Google Shape;1612;p38"/>
            <p:cNvSpPr/>
            <p:nvPr/>
          </p:nvSpPr>
          <p:spPr>
            <a:xfrm>
              <a:off x="3245654" y="1805778"/>
              <a:ext cx="3562" cy="4039"/>
            </a:xfrm>
            <a:custGeom>
              <a:avLst/>
              <a:gdLst/>
              <a:ahLst/>
              <a:cxnLst/>
              <a:rect l="l" t="t" r="r" b="b"/>
              <a:pathLst>
                <a:path w="112" h="127" extrusionOk="0">
                  <a:moveTo>
                    <a:pt x="80" y="1"/>
                  </a:moveTo>
                  <a:cubicBezTo>
                    <a:pt x="63" y="17"/>
                    <a:pt x="48" y="32"/>
                    <a:pt x="17" y="32"/>
                  </a:cubicBezTo>
                  <a:lnTo>
                    <a:pt x="17" y="32"/>
                  </a:lnTo>
                  <a:lnTo>
                    <a:pt x="17" y="32"/>
                  </a:lnTo>
                  <a:lnTo>
                    <a:pt x="0" y="32"/>
                  </a:lnTo>
                  <a:lnTo>
                    <a:pt x="0" y="32"/>
                  </a:lnTo>
                  <a:lnTo>
                    <a:pt x="0" y="64"/>
                  </a:lnTo>
                  <a:lnTo>
                    <a:pt x="48" y="111"/>
                  </a:lnTo>
                  <a:cubicBezTo>
                    <a:pt x="48" y="127"/>
                    <a:pt x="63" y="127"/>
                    <a:pt x="63" y="127"/>
                  </a:cubicBezTo>
                  <a:lnTo>
                    <a:pt x="95" y="127"/>
                  </a:lnTo>
                  <a:cubicBezTo>
                    <a:pt x="111" y="111"/>
                    <a:pt x="111" y="95"/>
                    <a:pt x="95" y="80"/>
                  </a:cubicBezTo>
                  <a:lnTo>
                    <a:pt x="80" y="64"/>
                  </a:lnTo>
                  <a:cubicBezTo>
                    <a:pt x="95" y="48"/>
                    <a:pt x="95" y="48"/>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3" name="Google Shape;1613;p38"/>
            <p:cNvSpPr/>
            <p:nvPr/>
          </p:nvSpPr>
          <p:spPr>
            <a:xfrm>
              <a:off x="3031711" y="1819803"/>
              <a:ext cx="3021" cy="4039"/>
            </a:xfrm>
            <a:custGeom>
              <a:avLst/>
              <a:gdLst/>
              <a:ahLst/>
              <a:cxnLst/>
              <a:rect l="l" t="t" r="r" b="b"/>
              <a:pathLst>
                <a:path w="95" h="127" extrusionOk="0">
                  <a:moveTo>
                    <a:pt x="32" y="1"/>
                  </a:moveTo>
                  <a:lnTo>
                    <a:pt x="32" y="1"/>
                  </a:lnTo>
                  <a:lnTo>
                    <a:pt x="15" y="1"/>
                  </a:lnTo>
                  <a:lnTo>
                    <a:pt x="32" y="1"/>
                  </a:lnTo>
                  <a:cubicBezTo>
                    <a:pt x="47" y="17"/>
                    <a:pt x="47" y="32"/>
                    <a:pt x="32" y="49"/>
                  </a:cubicBezTo>
                  <a:lnTo>
                    <a:pt x="0" y="95"/>
                  </a:lnTo>
                  <a:lnTo>
                    <a:pt x="0" y="112"/>
                  </a:lnTo>
                  <a:cubicBezTo>
                    <a:pt x="15" y="127"/>
                    <a:pt x="15" y="127"/>
                    <a:pt x="32" y="127"/>
                  </a:cubicBezTo>
                  <a:lnTo>
                    <a:pt x="47" y="127"/>
                  </a:lnTo>
                  <a:cubicBezTo>
                    <a:pt x="63" y="127"/>
                    <a:pt x="63" y="127"/>
                    <a:pt x="63" y="112"/>
                  </a:cubicBezTo>
                  <a:lnTo>
                    <a:pt x="63" y="95"/>
                  </a:lnTo>
                  <a:cubicBezTo>
                    <a:pt x="47" y="95"/>
                    <a:pt x="63" y="64"/>
                    <a:pt x="78" y="49"/>
                  </a:cubicBezTo>
                  <a:lnTo>
                    <a:pt x="95" y="32"/>
                  </a:lnTo>
                  <a:cubicBezTo>
                    <a:pt x="95" y="17"/>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4" name="Google Shape;1614;p38"/>
            <p:cNvSpPr/>
            <p:nvPr/>
          </p:nvSpPr>
          <p:spPr>
            <a:xfrm>
              <a:off x="3419557" y="1792261"/>
              <a:ext cx="5502" cy="4516"/>
            </a:xfrm>
            <a:custGeom>
              <a:avLst/>
              <a:gdLst/>
              <a:ahLst/>
              <a:cxnLst/>
              <a:rect l="l" t="t" r="r" b="b"/>
              <a:pathLst>
                <a:path w="173" h="142" extrusionOk="0">
                  <a:moveTo>
                    <a:pt x="110" y="1"/>
                  </a:moveTo>
                  <a:cubicBezTo>
                    <a:pt x="95" y="16"/>
                    <a:pt x="95" y="16"/>
                    <a:pt x="95" y="32"/>
                  </a:cubicBezTo>
                  <a:lnTo>
                    <a:pt x="95" y="64"/>
                  </a:lnTo>
                  <a:cubicBezTo>
                    <a:pt x="95" y="64"/>
                    <a:pt x="78" y="64"/>
                    <a:pt x="78" y="79"/>
                  </a:cubicBezTo>
                  <a:lnTo>
                    <a:pt x="78" y="79"/>
                  </a:lnTo>
                  <a:cubicBezTo>
                    <a:pt x="63" y="64"/>
                    <a:pt x="63" y="47"/>
                    <a:pt x="47" y="47"/>
                  </a:cubicBezTo>
                  <a:lnTo>
                    <a:pt x="32" y="47"/>
                  </a:lnTo>
                  <a:cubicBezTo>
                    <a:pt x="15" y="64"/>
                    <a:pt x="0" y="79"/>
                    <a:pt x="15" y="95"/>
                  </a:cubicBezTo>
                  <a:cubicBezTo>
                    <a:pt x="15" y="110"/>
                    <a:pt x="32" y="142"/>
                    <a:pt x="63" y="142"/>
                  </a:cubicBezTo>
                  <a:lnTo>
                    <a:pt x="63" y="142"/>
                  </a:lnTo>
                  <a:lnTo>
                    <a:pt x="63" y="142"/>
                  </a:lnTo>
                  <a:cubicBezTo>
                    <a:pt x="63" y="127"/>
                    <a:pt x="78" y="127"/>
                    <a:pt x="95" y="110"/>
                  </a:cubicBezTo>
                  <a:lnTo>
                    <a:pt x="95" y="110"/>
                  </a:lnTo>
                  <a:lnTo>
                    <a:pt x="95" y="110"/>
                  </a:lnTo>
                  <a:lnTo>
                    <a:pt x="126" y="127"/>
                  </a:lnTo>
                  <a:lnTo>
                    <a:pt x="126" y="127"/>
                  </a:lnTo>
                  <a:lnTo>
                    <a:pt x="126" y="127"/>
                  </a:lnTo>
                  <a:lnTo>
                    <a:pt x="126" y="79"/>
                  </a:lnTo>
                  <a:cubicBezTo>
                    <a:pt x="141" y="64"/>
                    <a:pt x="141" y="47"/>
                    <a:pt x="158" y="47"/>
                  </a:cubicBezTo>
                  <a:lnTo>
                    <a:pt x="173" y="47"/>
                  </a:lnTo>
                  <a:lnTo>
                    <a:pt x="173"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5" name="Google Shape;1615;p38"/>
            <p:cNvSpPr/>
            <p:nvPr/>
          </p:nvSpPr>
          <p:spPr>
            <a:xfrm>
              <a:off x="3419016" y="1810803"/>
              <a:ext cx="4580" cy="3021"/>
            </a:xfrm>
            <a:custGeom>
              <a:avLst/>
              <a:gdLst/>
              <a:ahLst/>
              <a:cxnLst/>
              <a:rect l="l" t="t" r="r" b="b"/>
              <a:pathLst>
                <a:path w="144" h="95" extrusionOk="0">
                  <a:moveTo>
                    <a:pt x="32" y="0"/>
                  </a:moveTo>
                  <a:lnTo>
                    <a:pt x="32" y="0"/>
                  </a:lnTo>
                  <a:cubicBezTo>
                    <a:pt x="17" y="0"/>
                    <a:pt x="1" y="0"/>
                    <a:pt x="1" y="17"/>
                  </a:cubicBezTo>
                  <a:cubicBezTo>
                    <a:pt x="1" y="32"/>
                    <a:pt x="1" y="63"/>
                    <a:pt x="32" y="63"/>
                  </a:cubicBezTo>
                  <a:lnTo>
                    <a:pt x="95" y="95"/>
                  </a:lnTo>
                  <a:lnTo>
                    <a:pt x="112" y="63"/>
                  </a:lnTo>
                  <a:lnTo>
                    <a:pt x="112" y="48"/>
                  </a:lnTo>
                  <a:cubicBezTo>
                    <a:pt x="127" y="32"/>
                    <a:pt x="127" y="32"/>
                    <a:pt x="143" y="32"/>
                  </a:cubicBezTo>
                  <a:lnTo>
                    <a:pt x="143" y="32"/>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6" name="Google Shape;1616;p38"/>
            <p:cNvSpPr/>
            <p:nvPr/>
          </p:nvSpPr>
          <p:spPr>
            <a:xfrm>
              <a:off x="3081293" y="1812329"/>
              <a:ext cx="4039" cy="3021"/>
            </a:xfrm>
            <a:custGeom>
              <a:avLst/>
              <a:gdLst/>
              <a:ahLst/>
              <a:cxnLst/>
              <a:rect l="l" t="t" r="r" b="b"/>
              <a:pathLst>
                <a:path w="127" h="95" extrusionOk="0">
                  <a:moveTo>
                    <a:pt x="63" y="0"/>
                  </a:moveTo>
                  <a:lnTo>
                    <a:pt x="17" y="32"/>
                  </a:lnTo>
                  <a:cubicBezTo>
                    <a:pt x="17" y="32"/>
                    <a:pt x="0" y="32"/>
                    <a:pt x="0" y="47"/>
                  </a:cubicBezTo>
                  <a:lnTo>
                    <a:pt x="0" y="63"/>
                  </a:lnTo>
                  <a:lnTo>
                    <a:pt x="0" y="63"/>
                  </a:lnTo>
                  <a:lnTo>
                    <a:pt x="17" y="63"/>
                  </a:lnTo>
                  <a:cubicBezTo>
                    <a:pt x="17" y="63"/>
                    <a:pt x="32" y="63"/>
                    <a:pt x="48" y="78"/>
                  </a:cubicBezTo>
                  <a:lnTo>
                    <a:pt x="48" y="95"/>
                  </a:lnTo>
                  <a:lnTo>
                    <a:pt x="48" y="78"/>
                  </a:lnTo>
                  <a:lnTo>
                    <a:pt x="126" y="47"/>
                  </a:lnTo>
                  <a:lnTo>
                    <a:pt x="80" y="15"/>
                  </a:lnTo>
                  <a:cubicBezTo>
                    <a:pt x="80" y="15"/>
                    <a:pt x="63"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7" name="Google Shape;1617;p38"/>
            <p:cNvSpPr/>
            <p:nvPr/>
          </p:nvSpPr>
          <p:spPr>
            <a:xfrm>
              <a:off x="3136917" y="1831825"/>
              <a:ext cx="4516" cy="3053"/>
            </a:xfrm>
            <a:custGeom>
              <a:avLst/>
              <a:gdLst/>
              <a:ahLst/>
              <a:cxnLst/>
              <a:rect l="l" t="t" r="r" b="b"/>
              <a:pathLst>
                <a:path w="142" h="96" extrusionOk="0">
                  <a:moveTo>
                    <a:pt x="32" y="1"/>
                  </a:moveTo>
                  <a:lnTo>
                    <a:pt x="32" y="1"/>
                  </a:lnTo>
                  <a:lnTo>
                    <a:pt x="32" y="1"/>
                  </a:lnTo>
                  <a:cubicBezTo>
                    <a:pt x="16" y="1"/>
                    <a:pt x="1" y="17"/>
                    <a:pt x="1" y="32"/>
                  </a:cubicBezTo>
                  <a:cubicBezTo>
                    <a:pt x="1" y="49"/>
                    <a:pt x="1" y="80"/>
                    <a:pt x="32" y="95"/>
                  </a:cubicBezTo>
                  <a:lnTo>
                    <a:pt x="64" y="95"/>
                  </a:lnTo>
                  <a:lnTo>
                    <a:pt x="79" y="95"/>
                  </a:lnTo>
                  <a:lnTo>
                    <a:pt x="95" y="95"/>
                  </a:lnTo>
                  <a:lnTo>
                    <a:pt x="95" y="95"/>
                  </a:lnTo>
                  <a:cubicBezTo>
                    <a:pt x="110" y="95"/>
                    <a:pt x="127" y="80"/>
                    <a:pt x="127" y="64"/>
                  </a:cubicBezTo>
                  <a:cubicBezTo>
                    <a:pt x="142" y="49"/>
                    <a:pt x="127" y="32"/>
                    <a:pt x="110" y="32"/>
                  </a:cubicBezTo>
                  <a:lnTo>
                    <a:pt x="95" y="17"/>
                  </a:lnTo>
                  <a:cubicBezTo>
                    <a:pt x="79" y="17"/>
                    <a:pt x="79" y="32"/>
                    <a:pt x="64" y="32"/>
                  </a:cubicBez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8" name="Google Shape;1618;p38"/>
            <p:cNvSpPr/>
            <p:nvPr/>
          </p:nvSpPr>
          <p:spPr>
            <a:xfrm>
              <a:off x="3096336" y="1793279"/>
              <a:ext cx="6551" cy="4039"/>
            </a:xfrm>
            <a:custGeom>
              <a:avLst/>
              <a:gdLst/>
              <a:ahLst/>
              <a:cxnLst/>
              <a:rect l="l" t="t" r="r" b="b"/>
              <a:pathLst>
                <a:path w="206" h="127" extrusionOk="0">
                  <a:moveTo>
                    <a:pt x="174" y="0"/>
                  </a:moveTo>
                  <a:lnTo>
                    <a:pt x="174" y="0"/>
                  </a:lnTo>
                  <a:lnTo>
                    <a:pt x="142" y="0"/>
                  </a:lnTo>
                  <a:lnTo>
                    <a:pt x="142" y="15"/>
                  </a:lnTo>
                  <a:lnTo>
                    <a:pt x="111" y="47"/>
                  </a:lnTo>
                  <a:lnTo>
                    <a:pt x="16" y="32"/>
                  </a:lnTo>
                  <a:lnTo>
                    <a:pt x="0" y="95"/>
                  </a:lnTo>
                  <a:lnTo>
                    <a:pt x="0" y="95"/>
                  </a:lnTo>
                  <a:lnTo>
                    <a:pt x="111" y="126"/>
                  </a:lnTo>
                  <a:lnTo>
                    <a:pt x="126" y="126"/>
                  </a:lnTo>
                  <a:cubicBezTo>
                    <a:pt x="126" y="126"/>
                    <a:pt x="142" y="126"/>
                    <a:pt x="142" y="110"/>
                  </a:cubicBezTo>
                  <a:lnTo>
                    <a:pt x="158" y="110"/>
                  </a:lnTo>
                  <a:lnTo>
                    <a:pt x="158" y="95"/>
                  </a:lnTo>
                  <a:lnTo>
                    <a:pt x="174" y="78"/>
                  </a:lnTo>
                  <a:lnTo>
                    <a:pt x="174" y="78"/>
                  </a:lnTo>
                  <a:cubicBezTo>
                    <a:pt x="158" y="63"/>
                    <a:pt x="158" y="47"/>
                    <a:pt x="158" y="32"/>
                  </a:cubicBezTo>
                  <a:cubicBezTo>
                    <a:pt x="174" y="32"/>
                    <a:pt x="174" y="15"/>
                    <a:pt x="189" y="15"/>
                  </a:cubicBezTo>
                  <a:lnTo>
                    <a:pt x="205" y="32"/>
                  </a:lnTo>
                  <a:cubicBezTo>
                    <a:pt x="205" y="15"/>
                    <a:pt x="205" y="15"/>
                    <a:pt x="189" y="0"/>
                  </a:cubicBezTo>
                  <a:lnTo>
                    <a:pt x="18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9" name="Google Shape;1619;p38"/>
            <p:cNvSpPr/>
            <p:nvPr/>
          </p:nvSpPr>
          <p:spPr>
            <a:xfrm>
              <a:off x="3248167" y="1821807"/>
              <a:ext cx="2512" cy="4039"/>
            </a:xfrm>
            <a:custGeom>
              <a:avLst/>
              <a:gdLst/>
              <a:ahLst/>
              <a:cxnLst/>
              <a:rect l="l" t="t" r="r" b="b"/>
              <a:pathLst>
                <a:path w="79" h="127" extrusionOk="0">
                  <a:moveTo>
                    <a:pt x="32" y="1"/>
                  </a:moveTo>
                  <a:lnTo>
                    <a:pt x="32" y="1"/>
                  </a:lnTo>
                  <a:cubicBezTo>
                    <a:pt x="16" y="1"/>
                    <a:pt x="1" y="17"/>
                    <a:pt x="1" y="32"/>
                  </a:cubicBezTo>
                  <a:lnTo>
                    <a:pt x="16" y="112"/>
                  </a:lnTo>
                  <a:lnTo>
                    <a:pt x="16" y="112"/>
                  </a:lnTo>
                  <a:lnTo>
                    <a:pt x="16" y="127"/>
                  </a:lnTo>
                  <a:lnTo>
                    <a:pt x="16" y="127"/>
                  </a:lnTo>
                  <a:lnTo>
                    <a:pt x="16" y="127"/>
                  </a:lnTo>
                  <a:cubicBezTo>
                    <a:pt x="32" y="112"/>
                    <a:pt x="32" y="112"/>
                    <a:pt x="47" y="112"/>
                  </a:cubicBezTo>
                  <a:lnTo>
                    <a:pt x="64" y="112"/>
                  </a:lnTo>
                  <a:cubicBezTo>
                    <a:pt x="79" y="112"/>
                    <a:pt x="79" y="127"/>
                    <a:pt x="79" y="127"/>
                  </a:cubicBezTo>
                  <a:lnTo>
                    <a:pt x="79" y="112"/>
                  </a:lnTo>
                  <a:lnTo>
                    <a:pt x="79"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0" name="Google Shape;1620;p38"/>
            <p:cNvSpPr/>
            <p:nvPr/>
          </p:nvSpPr>
          <p:spPr>
            <a:xfrm>
              <a:off x="3121906" y="1790735"/>
              <a:ext cx="3021" cy="4580"/>
            </a:xfrm>
            <a:custGeom>
              <a:avLst/>
              <a:gdLst/>
              <a:ahLst/>
              <a:cxnLst/>
              <a:rect l="l" t="t" r="r" b="b"/>
              <a:pathLst>
                <a:path w="95" h="144" extrusionOk="0">
                  <a:moveTo>
                    <a:pt x="47" y="1"/>
                  </a:moveTo>
                  <a:lnTo>
                    <a:pt x="47" y="1"/>
                  </a:lnTo>
                  <a:cubicBezTo>
                    <a:pt x="32" y="1"/>
                    <a:pt x="15" y="1"/>
                    <a:pt x="15" y="17"/>
                  </a:cubicBezTo>
                  <a:lnTo>
                    <a:pt x="15" y="32"/>
                  </a:lnTo>
                  <a:lnTo>
                    <a:pt x="15" y="32"/>
                  </a:lnTo>
                  <a:lnTo>
                    <a:pt x="15" y="49"/>
                  </a:lnTo>
                  <a:lnTo>
                    <a:pt x="0" y="112"/>
                  </a:lnTo>
                  <a:lnTo>
                    <a:pt x="0" y="112"/>
                  </a:lnTo>
                  <a:cubicBezTo>
                    <a:pt x="0" y="127"/>
                    <a:pt x="15" y="143"/>
                    <a:pt x="32" y="143"/>
                  </a:cubicBezTo>
                  <a:lnTo>
                    <a:pt x="47" y="143"/>
                  </a:lnTo>
                  <a:cubicBezTo>
                    <a:pt x="63" y="143"/>
                    <a:pt x="78" y="143"/>
                    <a:pt x="78" y="127"/>
                  </a:cubicBezTo>
                  <a:lnTo>
                    <a:pt x="95" y="32"/>
                  </a:lnTo>
                  <a:cubicBezTo>
                    <a:pt x="95" y="17"/>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1" name="Google Shape;1621;p38"/>
            <p:cNvSpPr/>
            <p:nvPr/>
          </p:nvSpPr>
          <p:spPr>
            <a:xfrm>
              <a:off x="3376940" y="1781734"/>
              <a:ext cx="7028" cy="4548"/>
            </a:xfrm>
            <a:custGeom>
              <a:avLst/>
              <a:gdLst/>
              <a:ahLst/>
              <a:cxnLst/>
              <a:rect l="l" t="t" r="r" b="b"/>
              <a:pathLst>
                <a:path w="221" h="143" extrusionOk="0">
                  <a:moveTo>
                    <a:pt x="174" y="0"/>
                  </a:moveTo>
                  <a:lnTo>
                    <a:pt x="174" y="0"/>
                  </a:lnTo>
                  <a:cubicBezTo>
                    <a:pt x="158" y="0"/>
                    <a:pt x="158" y="17"/>
                    <a:pt x="143" y="17"/>
                  </a:cubicBezTo>
                  <a:lnTo>
                    <a:pt x="126" y="80"/>
                  </a:lnTo>
                  <a:lnTo>
                    <a:pt x="48" y="63"/>
                  </a:lnTo>
                  <a:cubicBezTo>
                    <a:pt x="48" y="80"/>
                    <a:pt x="32" y="80"/>
                    <a:pt x="32" y="80"/>
                  </a:cubicBezTo>
                  <a:cubicBezTo>
                    <a:pt x="32" y="95"/>
                    <a:pt x="17" y="95"/>
                    <a:pt x="17" y="95"/>
                  </a:cubicBezTo>
                  <a:lnTo>
                    <a:pt x="0" y="80"/>
                  </a:lnTo>
                  <a:lnTo>
                    <a:pt x="0" y="95"/>
                  </a:lnTo>
                  <a:cubicBezTo>
                    <a:pt x="0" y="111"/>
                    <a:pt x="0" y="126"/>
                    <a:pt x="32" y="126"/>
                  </a:cubicBezTo>
                  <a:lnTo>
                    <a:pt x="95" y="143"/>
                  </a:lnTo>
                  <a:lnTo>
                    <a:pt x="126" y="143"/>
                  </a:lnTo>
                  <a:lnTo>
                    <a:pt x="143" y="143"/>
                  </a:lnTo>
                  <a:lnTo>
                    <a:pt x="158" y="143"/>
                  </a:lnTo>
                  <a:cubicBezTo>
                    <a:pt x="158" y="143"/>
                    <a:pt x="174" y="143"/>
                    <a:pt x="174" y="126"/>
                  </a:cubicBezTo>
                  <a:lnTo>
                    <a:pt x="206" y="48"/>
                  </a:lnTo>
                  <a:cubicBezTo>
                    <a:pt x="221" y="32"/>
                    <a:pt x="206" y="17"/>
                    <a:pt x="18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2" name="Google Shape;1622;p38"/>
            <p:cNvSpPr/>
            <p:nvPr/>
          </p:nvSpPr>
          <p:spPr>
            <a:xfrm>
              <a:off x="3212101" y="1814333"/>
              <a:ext cx="5025" cy="3021"/>
            </a:xfrm>
            <a:custGeom>
              <a:avLst/>
              <a:gdLst/>
              <a:ahLst/>
              <a:cxnLst/>
              <a:rect l="l" t="t" r="r" b="b"/>
              <a:pathLst>
                <a:path w="158" h="95" extrusionOk="0">
                  <a:moveTo>
                    <a:pt x="78" y="0"/>
                  </a:moveTo>
                  <a:lnTo>
                    <a:pt x="78" y="0"/>
                  </a:lnTo>
                  <a:lnTo>
                    <a:pt x="63" y="0"/>
                  </a:lnTo>
                  <a:lnTo>
                    <a:pt x="15" y="15"/>
                  </a:lnTo>
                  <a:cubicBezTo>
                    <a:pt x="0" y="32"/>
                    <a:pt x="0" y="47"/>
                    <a:pt x="15" y="63"/>
                  </a:cubicBezTo>
                  <a:cubicBezTo>
                    <a:pt x="15" y="78"/>
                    <a:pt x="32" y="78"/>
                    <a:pt x="32" y="78"/>
                  </a:cubicBezTo>
                  <a:lnTo>
                    <a:pt x="63" y="78"/>
                  </a:lnTo>
                  <a:lnTo>
                    <a:pt x="78" y="63"/>
                  </a:lnTo>
                  <a:lnTo>
                    <a:pt x="95" y="78"/>
                  </a:lnTo>
                  <a:cubicBezTo>
                    <a:pt x="110" y="95"/>
                    <a:pt x="110" y="95"/>
                    <a:pt x="126" y="95"/>
                  </a:cubicBezTo>
                  <a:lnTo>
                    <a:pt x="141" y="78"/>
                  </a:lnTo>
                  <a:cubicBezTo>
                    <a:pt x="158" y="63"/>
                    <a:pt x="158" y="32"/>
                    <a:pt x="141"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3" name="Google Shape;1623;p38"/>
            <p:cNvSpPr/>
            <p:nvPr/>
          </p:nvSpPr>
          <p:spPr>
            <a:xfrm>
              <a:off x="3436063" y="1804792"/>
              <a:ext cx="6551" cy="2544"/>
            </a:xfrm>
            <a:custGeom>
              <a:avLst/>
              <a:gdLst/>
              <a:ahLst/>
              <a:cxnLst/>
              <a:rect l="l" t="t" r="r" b="b"/>
              <a:pathLst>
                <a:path w="206" h="80" extrusionOk="0">
                  <a:moveTo>
                    <a:pt x="174" y="0"/>
                  </a:moveTo>
                  <a:lnTo>
                    <a:pt x="174" y="0"/>
                  </a:lnTo>
                  <a:lnTo>
                    <a:pt x="111" y="16"/>
                  </a:lnTo>
                  <a:lnTo>
                    <a:pt x="111" y="16"/>
                  </a:lnTo>
                  <a:cubicBezTo>
                    <a:pt x="95" y="16"/>
                    <a:pt x="95" y="16"/>
                    <a:pt x="80" y="0"/>
                  </a:cubicBezTo>
                  <a:lnTo>
                    <a:pt x="32" y="0"/>
                  </a:lnTo>
                  <a:lnTo>
                    <a:pt x="32" y="0"/>
                  </a:lnTo>
                  <a:cubicBezTo>
                    <a:pt x="0" y="16"/>
                    <a:pt x="0" y="32"/>
                    <a:pt x="0" y="48"/>
                  </a:cubicBezTo>
                  <a:lnTo>
                    <a:pt x="0" y="48"/>
                  </a:lnTo>
                  <a:cubicBezTo>
                    <a:pt x="0" y="63"/>
                    <a:pt x="17" y="79"/>
                    <a:pt x="32" y="79"/>
                  </a:cubicBezTo>
                  <a:lnTo>
                    <a:pt x="32" y="79"/>
                  </a:lnTo>
                  <a:cubicBezTo>
                    <a:pt x="32" y="63"/>
                    <a:pt x="32" y="48"/>
                    <a:pt x="48" y="32"/>
                  </a:cubicBezTo>
                  <a:lnTo>
                    <a:pt x="63" y="32"/>
                  </a:lnTo>
                  <a:lnTo>
                    <a:pt x="63" y="32"/>
                  </a:lnTo>
                  <a:cubicBezTo>
                    <a:pt x="80" y="32"/>
                    <a:pt x="80" y="32"/>
                    <a:pt x="95" y="48"/>
                  </a:cubicBezTo>
                  <a:lnTo>
                    <a:pt x="111" y="63"/>
                  </a:lnTo>
                  <a:lnTo>
                    <a:pt x="174" y="63"/>
                  </a:lnTo>
                  <a:cubicBezTo>
                    <a:pt x="189" y="63"/>
                    <a:pt x="206" y="48"/>
                    <a:pt x="206" y="16"/>
                  </a:cubicBezTo>
                  <a:cubicBezTo>
                    <a:pt x="206" y="16"/>
                    <a:pt x="189"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4" name="Google Shape;1624;p38"/>
            <p:cNvSpPr/>
            <p:nvPr/>
          </p:nvSpPr>
          <p:spPr>
            <a:xfrm>
              <a:off x="3434568" y="1797286"/>
              <a:ext cx="5057" cy="7028"/>
            </a:xfrm>
            <a:custGeom>
              <a:avLst/>
              <a:gdLst/>
              <a:ahLst/>
              <a:cxnLst/>
              <a:rect l="l" t="t" r="r" b="b"/>
              <a:pathLst>
                <a:path w="159" h="221" extrusionOk="0">
                  <a:moveTo>
                    <a:pt x="64" y="0"/>
                  </a:moveTo>
                  <a:lnTo>
                    <a:pt x="47" y="0"/>
                  </a:lnTo>
                  <a:lnTo>
                    <a:pt x="47" y="0"/>
                  </a:lnTo>
                  <a:cubicBezTo>
                    <a:pt x="32" y="0"/>
                    <a:pt x="32" y="15"/>
                    <a:pt x="16" y="15"/>
                  </a:cubicBezTo>
                  <a:lnTo>
                    <a:pt x="1" y="63"/>
                  </a:lnTo>
                  <a:cubicBezTo>
                    <a:pt x="1" y="95"/>
                    <a:pt x="16" y="110"/>
                    <a:pt x="32" y="110"/>
                  </a:cubicBezTo>
                  <a:lnTo>
                    <a:pt x="47" y="110"/>
                  </a:lnTo>
                  <a:cubicBezTo>
                    <a:pt x="47" y="110"/>
                    <a:pt x="64" y="110"/>
                    <a:pt x="64" y="95"/>
                  </a:cubicBezTo>
                  <a:lnTo>
                    <a:pt x="95" y="142"/>
                  </a:lnTo>
                  <a:lnTo>
                    <a:pt x="79" y="173"/>
                  </a:lnTo>
                  <a:cubicBezTo>
                    <a:pt x="79" y="205"/>
                    <a:pt x="95" y="221"/>
                    <a:pt x="110" y="221"/>
                  </a:cubicBezTo>
                  <a:lnTo>
                    <a:pt x="110" y="221"/>
                  </a:lnTo>
                  <a:lnTo>
                    <a:pt x="127" y="221"/>
                  </a:lnTo>
                  <a:cubicBezTo>
                    <a:pt x="127" y="205"/>
                    <a:pt x="127" y="189"/>
                    <a:pt x="142" y="189"/>
                  </a:cubicBezTo>
                  <a:lnTo>
                    <a:pt x="158" y="173"/>
                  </a:lnTo>
                  <a:lnTo>
                    <a:pt x="158" y="142"/>
                  </a:lnTo>
                  <a:lnTo>
                    <a:pt x="158" y="126"/>
                  </a:lnTo>
                  <a:lnTo>
                    <a:pt x="110" y="32"/>
                  </a:lnTo>
                  <a:lnTo>
                    <a:pt x="95" y="15"/>
                  </a:lnTo>
                  <a:lnTo>
                    <a:pt x="7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5" name="Google Shape;1625;p38"/>
            <p:cNvSpPr/>
            <p:nvPr/>
          </p:nvSpPr>
          <p:spPr>
            <a:xfrm>
              <a:off x="3048726" y="1804283"/>
              <a:ext cx="3530" cy="6042"/>
            </a:xfrm>
            <a:custGeom>
              <a:avLst/>
              <a:gdLst/>
              <a:ahLst/>
              <a:cxnLst/>
              <a:rect l="l" t="t" r="r" b="b"/>
              <a:pathLst>
                <a:path w="111" h="190" extrusionOk="0">
                  <a:moveTo>
                    <a:pt x="32" y="1"/>
                  </a:moveTo>
                  <a:lnTo>
                    <a:pt x="16" y="64"/>
                  </a:lnTo>
                  <a:cubicBezTo>
                    <a:pt x="16" y="79"/>
                    <a:pt x="16" y="95"/>
                    <a:pt x="32" y="95"/>
                  </a:cubicBezTo>
                  <a:cubicBezTo>
                    <a:pt x="32" y="111"/>
                    <a:pt x="47" y="111"/>
                    <a:pt x="47" y="127"/>
                  </a:cubicBezTo>
                  <a:lnTo>
                    <a:pt x="32" y="127"/>
                  </a:lnTo>
                  <a:cubicBezTo>
                    <a:pt x="16" y="127"/>
                    <a:pt x="1" y="142"/>
                    <a:pt x="1" y="174"/>
                  </a:cubicBezTo>
                  <a:cubicBezTo>
                    <a:pt x="1" y="190"/>
                    <a:pt x="16" y="190"/>
                    <a:pt x="32" y="190"/>
                  </a:cubicBezTo>
                  <a:lnTo>
                    <a:pt x="47" y="190"/>
                  </a:lnTo>
                  <a:cubicBezTo>
                    <a:pt x="64" y="190"/>
                    <a:pt x="95" y="174"/>
                    <a:pt x="111" y="142"/>
                  </a:cubicBezTo>
                  <a:lnTo>
                    <a:pt x="111" y="111"/>
                  </a:lnTo>
                  <a:lnTo>
                    <a:pt x="111" y="111"/>
                  </a:lnTo>
                  <a:lnTo>
                    <a:pt x="95" y="111"/>
                  </a:lnTo>
                  <a:cubicBezTo>
                    <a:pt x="79" y="95"/>
                    <a:pt x="64" y="79"/>
                    <a:pt x="79" y="64"/>
                  </a:cubicBezTo>
                  <a:lnTo>
                    <a:pt x="79" y="64"/>
                  </a:lnTo>
                  <a:lnTo>
                    <a:pt x="79" y="48"/>
                  </a:lnTo>
                  <a:lnTo>
                    <a:pt x="7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6" name="Google Shape;1626;p38"/>
            <p:cNvSpPr/>
            <p:nvPr/>
          </p:nvSpPr>
          <p:spPr>
            <a:xfrm>
              <a:off x="3106863" y="1811789"/>
              <a:ext cx="5057" cy="3053"/>
            </a:xfrm>
            <a:custGeom>
              <a:avLst/>
              <a:gdLst/>
              <a:ahLst/>
              <a:cxnLst/>
              <a:rect l="l" t="t" r="r" b="b"/>
              <a:pathLst>
                <a:path w="159" h="96" extrusionOk="0">
                  <a:moveTo>
                    <a:pt x="95" y="1"/>
                  </a:moveTo>
                  <a:lnTo>
                    <a:pt x="95" y="1"/>
                  </a:lnTo>
                  <a:lnTo>
                    <a:pt x="95" y="1"/>
                  </a:lnTo>
                  <a:cubicBezTo>
                    <a:pt x="64" y="1"/>
                    <a:pt x="47" y="17"/>
                    <a:pt x="47" y="32"/>
                  </a:cubicBezTo>
                  <a:lnTo>
                    <a:pt x="32" y="32"/>
                  </a:lnTo>
                  <a:cubicBezTo>
                    <a:pt x="16" y="32"/>
                    <a:pt x="0" y="64"/>
                    <a:pt x="16" y="80"/>
                  </a:cubicBezTo>
                  <a:cubicBezTo>
                    <a:pt x="16" y="95"/>
                    <a:pt x="32" y="95"/>
                    <a:pt x="47" y="95"/>
                  </a:cubicBezTo>
                  <a:lnTo>
                    <a:pt x="47" y="95"/>
                  </a:lnTo>
                  <a:lnTo>
                    <a:pt x="47" y="95"/>
                  </a:lnTo>
                  <a:cubicBezTo>
                    <a:pt x="47" y="80"/>
                    <a:pt x="64" y="80"/>
                    <a:pt x="79" y="80"/>
                  </a:cubicBezTo>
                  <a:lnTo>
                    <a:pt x="79" y="80"/>
                  </a:lnTo>
                  <a:lnTo>
                    <a:pt x="95" y="80"/>
                  </a:lnTo>
                  <a:lnTo>
                    <a:pt x="95" y="64"/>
                  </a:lnTo>
                  <a:lnTo>
                    <a:pt x="95" y="64"/>
                  </a:lnTo>
                  <a:lnTo>
                    <a:pt x="95" y="64"/>
                  </a:lnTo>
                  <a:cubicBezTo>
                    <a:pt x="110" y="80"/>
                    <a:pt x="110" y="80"/>
                    <a:pt x="127" y="80"/>
                  </a:cubicBezTo>
                  <a:cubicBezTo>
                    <a:pt x="127" y="80"/>
                    <a:pt x="142" y="80"/>
                    <a:pt x="142" y="64"/>
                  </a:cubicBezTo>
                  <a:cubicBezTo>
                    <a:pt x="158" y="49"/>
                    <a:pt x="158" y="32"/>
                    <a:pt x="142" y="17"/>
                  </a:cubicBezTo>
                  <a:cubicBezTo>
                    <a:pt x="127"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7" name="Google Shape;1627;p38"/>
            <p:cNvSpPr/>
            <p:nvPr/>
          </p:nvSpPr>
          <p:spPr>
            <a:xfrm>
              <a:off x="3432055" y="1761189"/>
              <a:ext cx="5565" cy="3053"/>
            </a:xfrm>
            <a:custGeom>
              <a:avLst/>
              <a:gdLst/>
              <a:ahLst/>
              <a:cxnLst/>
              <a:rect l="l" t="t" r="r" b="b"/>
              <a:pathLst>
                <a:path w="175" h="96" extrusionOk="0">
                  <a:moveTo>
                    <a:pt x="80" y="1"/>
                  </a:moveTo>
                  <a:cubicBezTo>
                    <a:pt x="63" y="16"/>
                    <a:pt x="48" y="16"/>
                    <a:pt x="32" y="32"/>
                  </a:cubicBezTo>
                  <a:cubicBezTo>
                    <a:pt x="17" y="32"/>
                    <a:pt x="0" y="48"/>
                    <a:pt x="17" y="64"/>
                  </a:cubicBezTo>
                  <a:cubicBezTo>
                    <a:pt x="17" y="79"/>
                    <a:pt x="32" y="95"/>
                    <a:pt x="48" y="95"/>
                  </a:cubicBezTo>
                  <a:cubicBezTo>
                    <a:pt x="48" y="95"/>
                    <a:pt x="63" y="95"/>
                    <a:pt x="63" y="79"/>
                  </a:cubicBezTo>
                  <a:lnTo>
                    <a:pt x="95" y="79"/>
                  </a:lnTo>
                  <a:lnTo>
                    <a:pt x="111" y="79"/>
                  </a:lnTo>
                  <a:cubicBezTo>
                    <a:pt x="111" y="95"/>
                    <a:pt x="126" y="95"/>
                    <a:pt x="126" y="95"/>
                  </a:cubicBezTo>
                  <a:cubicBezTo>
                    <a:pt x="126" y="95"/>
                    <a:pt x="143" y="79"/>
                    <a:pt x="158" y="79"/>
                  </a:cubicBezTo>
                  <a:lnTo>
                    <a:pt x="158" y="79"/>
                  </a:lnTo>
                  <a:lnTo>
                    <a:pt x="174" y="79"/>
                  </a:lnTo>
                  <a:lnTo>
                    <a:pt x="174" y="48"/>
                  </a:lnTo>
                  <a:cubicBezTo>
                    <a:pt x="158" y="32"/>
                    <a:pt x="143" y="16"/>
                    <a:pt x="126" y="16"/>
                  </a:cubicBezTo>
                  <a:lnTo>
                    <a:pt x="126" y="16"/>
                  </a:lnTo>
                  <a:lnTo>
                    <a:pt x="111" y="16"/>
                  </a:lnTo>
                  <a:lnTo>
                    <a:pt x="80"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8" name="Google Shape;1628;p38"/>
            <p:cNvSpPr/>
            <p:nvPr/>
          </p:nvSpPr>
          <p:spPr>
            <a:xfrm>
              <a:off x="3309293" y="1819803"/>
              <a:ext cx="4039" cy="4580"/>
            </a:xfrm>
            <a:custGeom>
              <a:avLst/>
              <a:gdLst/>
              <a:ahLst/>
              <a:cxnLst/>
              <a:rect l="l" t="t" r="r" b="b"/>
              <a:pathLst>
                <a:path w="127" h="144" extrusionOk="0">
                  <a:moveTo>
                    <a:pt x="32" y="1"/>
                  </a:moveTo>
                  <a:lnTo>
                    <a:pt x="32" y="1"/>
                  </a:lnTo>
                  <a:lnTo>
                    <a:pt x="16" y="1"/>
                  </a:lnTo>
                  <a:cubicBezTo>
                    <a:pt x="16" y="17"/>
                    <a:pt x="1" y="17"/>
                    <a:pt x="1" y="32"/>
                  </a:cubicBezTo>
                  <a:cubicBezTo>
                    <a:pt x="1" y="32"/>
                    <a:pt x="1" y="49"/>
                    <a:pt x="16" y="49"/>
                  </a:cubicBezTo>
                  <a:lnTo>
                    <a:pt x="16" y="64"/>
                  </a:lnTo>
                  <a:lnTo>
                    <a:pt x="47" y="64"/>
                  </a:lnTo>
                  <a:lnTo>
                    <a:pt x="47" y="64"/>
                  </a:lnTo>
                  <a:lnTo>
                    <a:pt x="47" y="64"/>
                  </a:lnTo>
                  <a:cubicBezTo>
                    <a:pt x="64" y="64"/>
                    <a:pt x="79" y="64"/>
                    <a:pt x="79" y="80"/>
                  </a:cubicBezTo>
                  <a:cubicBezTo>
                    <a:pt x="95" y="112"/>
                    <a:pt x="79" y="127"/>
                    <a:pt x="64" y="127"/>
                  </a:cubicBezTo>
                  <a:lnTo>
                    <a:pt x="47" y="127"/>
                  </a:lnTo>
                  <a:lnTo>
                    <a:pt x="64" y="127"/>
                  </a:lnTo>
                  <a:cubicBezTo>
                    <a:pt x="64" y="143"/>
                    <a:pt x="79" y="143"/>
                    <a:pt x="79" y="143"/>
                  </a:cubicBezTo>
                  <a:lnTo>
                    <a:pt x="110" y="143"/>
                  </a:lnTo>
                  <a:cubicBezTo>
                    <a:pt x="127" y="127"/>
                    <a:pt x="127" y="112"/>
                    <a:pt x="110" y="95"/>
                  </a:cubicBezTo>
                  <a:lnTo>
                    <a:pt x="110" y="80"/>
                  </a:lnTo>
                  <a:lnTo>
                    <a:pt x="95" y="80"/>
                  </a:lnTo>
                  <a:lnTo>
                    <a:pt x="47" y="49"/>
                  </a:lnTo>
                  <a:cubicBezTo>
                    <a:pt x="47" y="32"/>
                    <a:pt x="32"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9" name="Google Shape;1629;p38"/>
            <p:cNvSpPr/>
            <p:nvPr/>
          </p:nvSpPr>
          <p:spPr>
            <a:xfrm>
              <a:off x="3041729" y="1819326"/>
              <a:ext cx="4516" cy="4039"/>
            </a:xfrm>
            <a:custGeom>
              <a:avLst/>
              <a:gdLst/>
              <a:ahLst/>
              <a:cxnLst/>
              <a:rect l="l" t="t" r="r" b="b"/>
              <a:pathLst>
                <a:path w="142" h="127" extrusionOk="0">
                  <a:moveTo>
                    <a:pt x="95" y="1"/>
                  </a:moveTo>
                  <a:lnTo>
                    <a:pt x="95" y="1"/>
                  </a:lnTo>
                  <a:cubicBezTo>
                    <a:pt x="95" y="1"/>
                    <a:pt x="78" y="1"/>
                    <a:pt x="78" y="16"/>
                  </a:cubicBezTo>
                  <a:lnTo>
                    <a:pt x="15" y="64"/>
                  </a:lnTo>
                  <a:cubicBezTo>
                    <a:pt x="0" y="64"/>
                    <a:pt x="0" y="64"/>
                    <a:pt x="0" y="79"/>
                  </a:cubicBezTo>
                  <a:lnTo>
                    <a:pt x="0" y="110"/>
                  </a:lnTo>
                  <a:cubicBezTo>
                    <a:pt x="15" y="110"/>
                    <a:pt x="15" y="127"/>
                    <a:pt x="32" y="127"/>
                  </a:cubicBezTo>
                  <a:cubicBezTo>
                    <a:pt x="47" y="127"/>
                    <a:pt x="47" y="127"/>
                    <a:pt x="47" y="110"/>
                  </a:cubicBezTo>
                  <a:lnTo>
                    <a:pt x="95" y="79"/>
                  </a:lnTo>
                  <a:lnTo>
                    <a:pt x="126" y="64"/>
                  </a:lnTo>
                  <a:cubicBezTo>
                    <a:pt x="141" y="47"/>
                    <a:pt x="141" y="32"/>
                    <a:pt x="126" y="16"/>
                  </a:cubicBez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0" name="Google Shape;1630;p38"/>
            <p:cNvSpPr/>
            <p:nvPr/>
          </p:nvSpPr>
          <p:spPr>
            <a:xfrm>
              <a:off x="3267694" y="1765705"/>
              <a:ext cx="4548" cy="5565"/>
            </a:xfrm>
            <a:custGeom>
              <a:avLst/>
              <a:gdLst/>
              <a:ahLst/>
              <a:cxnLst/>
              <a:rect l="l" t="t" r="r" b="b"/>
              <a:pathLst>
                <a:path w="143" h="175" extrusionOk="0">
                  <a:moveTo>
                    <a:pt x="143" y="95"/>
                  </a:moveTo>
                  <a:lnTo>
                    <a:pt x="95" y="126"/>
                  </a:lnTo>
                  <a:cubicBezTo>
                    <a:pt x="95" y="126"/>
                    <a:pt x="95" y="143"/>
                    <a:pt x="80" y="158"/>
                  </a:cubicBezTo>
                  <a:lnTo>
                    <a:pt x="80" y="174"/>
                  </a:lnTo>
                  <a:lnTo>
                    <a:pt x="95" y="174"/>
                  </a:lnTo>
                  <a:lnTo>
                    <a:pt x="95" y="174"/>
                  </a:lnTo>
                  <a:lnTo>
                    <a:pt x="95" y="174"/>
                  </a:lnTo>
                  <a:cubicBezTo>
                    <a:pt x="111" y="174"/>
                    <a:pt x="111" y="158"/>
                    <a:pt x="126" y="143"/>
                  </a:cubicBezTo>
                  <a:lnTo>
                    <a:pt x="126" y="111"/>
                  </a:lnTo>
                  <a:lnTo>
                    <a:pt x="126" y="111"/>
                  </a:lnTo>
                  <a:lnTo>
                    <a:pt x="143" y="95"/>
                  </a:lnTo>
                  <a:close/>
                  <a:moveTo>
                    <a:pt x="63" y="0"/>
                  </a:moveTo>
                  <a:lnTo>
                    <a:pt x="63" y="0"/>
                  </a:lnTo>
                  <a:lnTo>
                    <a:pt x="17" y="32"/>
                  </a:lnTo>
                  <a:cubicBezTo>
                    <a:pt x="0" y="32"/>
                    <a:pt x="0" y="63"/>
                    <a:pt x="17" y="80"/>
                  </a:cubicBezTo>
                  <a:lnTo>
                    <a:pt x="32" y="111"/>
                  </a:lnTo>
                  <a:lnTo>
                    <a:pt x="32" y="111"/>
                  </a:lnTo>
                  <a:lnTo>
                    <a:pt x="32" y="111"/>
                  </a:lnTo>
                  <a:cubicBezTo>
                    <a:pt x="32" y="95"/>
                    <a:pt x="32" y="80"/>
                    <a:pt x="48" y="63"/>
                  </a:cubicBezTo>
                  <a:lnTo>
                    <a:pt x="111" y="32"/>
                  </a:lnTo>
                  <a:lnTo>
                    <a:pt x="111" y="17"/>
                  </a:lnTo>
                  <a:lnTo>
                    <a:pt x="95" y="17"/>
                  </a:ln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1" name="Google Shape;1631;p38"/>
            <p:cNvSpPr/>
            <p:nvPr/>
          </p:nvSpPr>
          <p:spPr>
            <a:xfrm>
              <a:off x="3183510" y="1831825"/>
              <a:ext cx="5057" cy="2576"/>
            </a:xfrm>
            <a:custGeom>
              <a:avLst/>
              <a:gdLst/>
              <a:ahLst/>
              <a:cxnLst/>
              <a:rect l="l" t="t" r="r" b="b"/>
              <a:pathLst>
                <a:path w="159" h="81" extrusionOk="0">
                  <a:moveTo>
                    <a:pt x="111" y="1"/>
                  </a:moveTo>
                  <a:lnTo>
                    <a:pt x="111" y="1"/>
                  </a:lnTo>
                  <a:lnTo>
                    <a:pt x="32" y="1"/>
                  </a:lnTo>
                  <a:cubicBezTo>
                    <a:pt x="17" y="1"/>
                    <a:pt x="0" y="17"/>
                    <a:pt x="0" y="49"/>
                  </a:cubicBezTo>
                  <a:cubicBezTo>
                    <a:pt x="0" y="64"/>
                    <a:pt x="17" y="80"/>
                    <a:pt x="48" y="80"/>
                  </a:cubicBezTo>
                  <a:lnTo>
                    <a:pt x="48" y="80"/>
                  </a:lnTo>
                  <a:lnTo>
                    <a:pt x="127" y="64"/>
                  </a:lnTo>
                  <a:cubicBezTo>
                    <a:pt x="143" y="64"/>
                    <a:pt x="158" y="49"/>
                    <a:pt x="158" y="32"/>
                  </a:cubicBezTo>
                  <a:cubicBezTo>
                    <a:pt x="143" y="17"/>
                    <a:pt x="143"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2" name="Google Shape;1632;p38"/>
            <p:cNvSpPr/>
            <p:nvPr/>
          </p:nvSpPr>
          <p:spPr>
            <a:xfrm>
              <a:off x="3021693" y="1792261"/>
              <a:ext cx="4516" cy="7060"/>
            </a:xfrm>
            <a:custGeom>
              <a:avLst/>
              <a:gdLst/>
              <a:ahLst/>
              <a:cxnLst/>
              <a:rect l="l" t="t" r="r" b="b"/>
              <a:pathLst>
                <a:path w="142" h="222" extrusionOk="0">
                  <a:moveTo>
                    <a:pt x="110" y="1"/>
                  </a:moveTo>
                  <a:lnTo>
                    <a:pt x="63" y="1"/>
                  </a:lnTo>
                  <a:lnTo>
                    <a:pt x="63" y="32"/>
                  </a:lnTo>
                  <a:lnTo>
                    <a:pt x="63" y="64"/>
                  </a:lnTo>
                  <a:cubicBezTo>
                    <a:pt x="78" y="64"/>
                    <a:pt x="78" y="64"/>
                    <a:pt x="95" y="79"/>
                  </a:cubicBezTo>
                  <a:lnTo>
                    <a:pt x="95" y="110"/>
                  </a:lnTo>
                  <a:cubicBezTo>
                    <a:pt x="110" y="110"/>
                    <a:pt x="126" y="127"/>
                    <a:pt x="110" y="142"/>
                  </a:cubicBezTo>
                  <a:cubicBezTo>
                    <a:pt x="110" y="158"/>
                    <a:pt x="95" y="173"/>
                    <a:pt x="78" y="173"/>
                  </a:cubicBezTo>
                  <a:lnTo>
                    <a:pt x="78" y="173"/>
                  </a:lnTo>
                  <a:lnTo>
                    <a:pt x="15" y="158"/>
                  </a:lnTo>
                  <a:cubicBezTo>
                    <a:pt x="0" y="173"/>
                    <a:pt x="0" y="190"/>
                    <a:pt x="15" y="205"/>
                  </a:cubicBezTo>
                  <a:cubicBezTo>
                    <a:pt x="15" y="221"/>
                    <a:pt x="15" y="221"/>
                    <a:pt x="32" y="221"/>
                  </a:cubicBezTo>
                  <a:lnTo>
                    <a:pt x="32" y="221"/>
                  </a:lnTo>
                  <a:lnTo>
                    <a:pt x="32" y="221"/>
                  </a:lnTo>
                  <a:lnTo>
                    <a:pt x="47" y="221"/>
                  </a:lnTo>
                  <a:lnTo>
                    <a:pt x="47" y="221"/>
                  </a:lnTo>
                  <a:lnTo>
                    <a:pt x="63" y="221"/>
                  </a:lnTo>
                  <a:cubicBezTo>
                    <a:pt x="141" y="173"/>
                    <a:pt x="141" y="95"/>
                    <a:pt x="141" y="32"/>
                  </a:cubicBezTo>
                  <a:cubicBezTo>
                    <a:pt x="126" y="32"/>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3" name="Google Shape;1633;p38"/>
            <p:cNvSpPr/>
            <p:nvPr/>
          </p:nvSpPr>
          <p:spPr>
            <a:xfrm>
              <a:off x="3120888" y="1812329"/>
              <a:ext cx="4516" cy="5502"/>
            </a:xfrm>
            <a:custGeom>
              <a:avLst/>
              <a:gdLst/>
              <a:ahLst/>
              <a:cxnLst/>
              <a:rect l="l" t="t" r="r" b="b"/>
              <a:pathLst>
                <a:path w="142" h="173" extrusionOk="0">
                  <a:moveTo>
                    <a:pt x="32" y="0"/>
                  </a:moveTo>
                  <a:lnTo>
                    <a:pt x="32" y="0"/>
                  </a:lnTo>
                  <a:lnTo>
                    <a:pt x="16" y="0"/>
                  </a:lnTo>
                  <a:cubicBezTo>
                    <a:pt x="1" y="15"/>
                    <a:pt x="1" y="32"/>
                    <a:pt x="16" y="47"/>
                  </a:cubicBezTo>
                  <a:lnTo>
                    <a:pt x="16" y="47"/>
                  </a:lnTo>
                  <a:lnTo>
                    <a:pt x="32" y="95"/>
                  </a:lnTo>
                  <a:lnTo>
                    <a:pt x="64" y="158"/>
                  </a:lnTo>
                  <a:cubicBezTo>
                    <a:pt x="64" y="158"/>
                    <a:pt x="79" y="158"/>
                    <a:pt x="79" y="173"/>
                  </a:cubicBezTo>
                  <a:lnTo>
                    <a:pt x="79" y="173"/>
                  </a:lnTo>
                  <a:lnTo>
                    <a:pt x="95" y="173"/>
                  </a:lnTo>
                  <a:lnTo>
                    <a:pt x="110" y="173"/>
                  </a:lnTo>
                  <a:cubicBezTo>
                    <a:pt x="127" y="158"/>
                    <a:pt x="142" y="141"/>
                    <a:pt x="127" y="126"/>
                  </a:cubicBezTo>
                  <a:lnTo>
                    <a:pt x="64" y="15"/>
                  </a:lnTo>
                  <a:cubicBezTo>
                    <a:pt x="64"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4" name="Google Shape;1634;p38"/>
            <p:cNvSpPr/>
            <p:nvPr/>
          </p:nvSpPr>
          <p:spPr>
            <a:xfrm>
              <a:off x="3321824" y="1816814"/>
              <a:ext cx="4548" cy="2544"/>
            </a:xfrm>
            <a:custGeom>
              <a:avLst/>
              <a:gdLst/>
              <a:ahLst/>
              <a:cxnLst/>
              <a:rect l="l" t="t" r="r" b="b"/>
              <a:pathLst>
                <a:path w="143" h="80" extrusionOk="0">
                  <a:moveTo>
                    <a:pt x="111" y="0"/>
                  </a:moveTo>
                  <a:lnTo>
                    <a:pt x="111" y="0"/>
                  </a:lnTo>
                  <a:lnTo>
                    <a:pt x="48" y="0"/>
                  </a:lnTo>
                  <a:lnTo>
                    <a:pt x="32" y="0"/>
                  </a:lnTo>
                  <a:lnTo>
                    <a:pt x="32" y="0"/>
                  </a:lnTo>
                  <a:cubicBezTo>
                    <a:pt x="16" y="0"/>
                    <a:pt x="0" y="17"/>
                    <a:pt x="0" y="48"/>
                  </a:cubicBezTo>
                  <a:lnTo>
                    <a:pt x="0" y="48"/>
                  </a:lnTo>
                  <a:cubicBezTo>
                    <a:pt x="16" y="48"/>
                    <a:pt x="32" y="63"/>
                    <a:pt x="32" y="63"/>
                  </a:cubicBezTo>
                  <a:cubicBezTo>
                    <a:pt x="32" y="63"/>
                    <a:pt x="32" y="80"/>
                    <a:pt x="48" y="80"/>
                  </a:cubicBezTo>
                  <a:lnTo>
                    <a:pt x="111" y="80"/>
                  </a:lnTo>
                  <a:cubicBezTo>
                    <a:pt x="126" y="80"/>
                    <a:pt x="142" y="63"/>
                    <a:pt x="142" y="48"/>
                  </a:cubicBezTo>
                  <a:lnTo>
                    <a:pt x="142" y="48"/>
                  </a:lnTo>
                  <a:lnTo>
                    <a:pt x="142" y="17"/>
                  </a:lnTo>
                  <a:lnTo>
                    <a:pt x="142" y="17"/>
                  </a:lnTo>
                  <a:cubicBezTo>
                    <a:pt x="126" y="17"/>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5" name="Google Shape;1635;p38"/>
            <p:cNvSpPr/>
            <p:nvPr/>
          </p:nvSpPr>
          <p:spPr>
            <a:xfrm>
              <a:off x="3416026" y="1752189"/>
              <a:ext cx="4548" cy="3021"/>
            </a:xfrm>
            <a:custGeom>
              <a:avLst/>
              <a:gdLst/>
              <a:ahLst/>
              <a:cxnLst/>
              <a:rect l="l" t="t" r="r" b="b"/>
              <a:pathLst>
                <a:path w="143" h="95" extrusionOk="0">
                  <a:moveTo>
                    <a:pt x="111" y="0"/>
                  </a:moveTo>
                  <a:lnTo>
                    <a:pt x="111" y="0"/>
                  </a:lnTo>
                  <a:lnTo>
                    <a:pt x="95" y="0"/>
                  </a:lnTo>
                  <a:lnTo>
                    <a:pt x="32" y="32"/>
                  </a:lnTo>
                  <a:cubicBezTo>
                    <a:pt x="16" y="47"/>
                    <a:pt x="0" y="63"/>
                    <a:pt x="16" y="79"/>
                  </a:cubicBezTo>
                  <a:lnTo>
                    <a:pt x="16" y="79"/>
                  </a:lnTo>
                  <a:cubicBezTo>
                    <a:pt x="32" y="95"/>
                    <a:pt x="32" y="95"/>
                    <a:pt x="48" y="95"/>
                  </a:cubicBezTo>
                  <a:lnTo>
                    <a:pt x="63" y="95"/>
                  </a:lnTo>
                  <a:lnTo>
                    <a:pt x="95" y="79"/>
                  </a:lnTo>
                  <a:lnTo>
                    <a:pt x="111" y="63"/>
                  </a:lnTo>
                  <a:lnTo>
                    <a:pt x="126" y="63"/>
                  </a:lnTo>
                  <a:lnTo>
                    <a:pt x="126" y="63"/>
                  </a:lnTo>
                  <a:lnTo>
                    <a:pt x="126" y="63"/>
                  </a:lnTo>
                  <a:lnTo>
                    <a:pt x="143" y="63"/>
                  </a:lnTo>
                  <a:cubicBezTo>
                    <a:pt x="126" y="47"/>
                    <a:pt x="143" y="32"/>
                    <a:pt x="143" y="32"/>
                  </a:cubicBezTo>
                  <a:lnTo>
                    <a:pt x="143" y="15"/>
                  </a:lnTo>
                  <a:cubicBezTo>
                    <a:pt x="143" y="15"/>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6" name="Google Shape;1636;p38"/>
            <p:cNvSpPr/>
            <p:nvPr/>
          </p:nvSpPr>
          <p:spPr>
            <a:xfrm>
              <a:off x="3199539" y="1799290"/>
              <a:ext cx="2576" cy="4039"/>
            </a:xfrm>
            <a:custGeom>
              <a:avLst/>
              <a:gdLst/>
              <a:ahLst/>
              <a:cxnLst/>
              <a:rect l="l" t="t" r="r" b="b"/>
              <a:pathLst>
                <a:path w="81" h="127" extrusionOk="0">
                  <a:moveTo>
                    <a:pt x="49" y="0"/>
                  </a:moveTo>
                  <a:lnTo>
                    <a:pt x="49" y="0"/>
                  </a:lnTo>
                  <a:cubicBezTo>
                    <a:pt x="32" y="0"/>
                    <a:pt x="17" y="0"/>
                    <a:pt x="17" y="16"/>
                  </a:cubicBezTo>
                  <a:lnTo>
                    <a:pt x="1" y="95"/>
                  </a:lnTo>
                  <a:cubicBezTo>
                    <a:pt x="1" y="110"/>
                    <a:pt x="17" y="126"/>
                    <a:pt x="32" y="126"/>
                  </a:cubicBezTo>
                  <a:lnTo>
                    <a:pt x="32" y="126"/>
                  </a:lnTo>
                  <a:cubicBezTo>
                    <a:pt x="49" y="126"/>
                    <a:pt x="64" y="126"/>
                    <a:pt x="80" y="95"/>
                  </a:cubicBezTo>
                  <a:lnTo>
                    <a:pt x="80" y="32"/>
                  </a:lnTo>
                  <a:cubicBezTo>
                    <a:pt x="80"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7" name="Google Shape;1637;p38"/>
            <p:cNvSpPr/>
            <p:nvPr/>
          </p:nvSpPr>
          <p:spPr>
            <a:xfrm>
              <a:off x="3356872" y="1755178"/>
              <a:ext cx="6583" cy="2035"/>
            </a:xfrm>
            <a:custGeom>
              <a:avLst/>
              <a:gdLst/>
              <a:ahLst/>
              <a:cxnLst/>
              <a:rect l="l" t="t" r="r" b="b"/>
              <a:pathLst>
                <a:path w="207" h="64" extrusionOk="0">
                  <a:moveTo>
                    <a:pt x="206" y="1"/>
                  </a:moveTo>
                  <a:cubicBezTo>
                    <a:pt x="143" y="16"/>
                    <a:pt x="80" y="16"/>
                    <a:pt x="1" y="32"/>
                  </a:cubicBezTo>
                  <a:lnTo>
                    <a:pt x="80" y="64"/>
                  </a:lnTo>
                  <a:lnTo>
                    <a:pt x="95" y="64"/>
                  </a:lnTo>
                  <a:lnTo>
                    <a:pt x="127" y="64"/>
                  </a:lnTo>
                  <a:lnTo>
                    <a:pt x="190" y="32"/>
                  </a:lnTo>
                  <a:cubicBezTo>
                    <a:pt x="190" y="16"/>
                    <a:pt x="206" y="16"/>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8" name="Google Shape;1638;p38"/>
            <p:cNvSpPr/>
            <p:nvPr/>
          </p:nvSpPr>
          <p:spPr>
            <a:xfrm>
              <a:off x="3371438" y="1780239"/>
              <a:ext cx="5057" cy="3530"/>
            </a:xfrm>
            <a:custGeom>
              <a:avLst/>
              <a:gdLst/>
              <a:ahLst/>
              <a:cxnLst/>
              <a:rect l="l" t="t" r="r" b="b"/>
              <a:pathLst>
                <a:path w="159" h="111" extrusionOk="0">
                  <a:moveTo>
                    <a:pt x="158" y="110"/>
                  </a:moveTo>
                  <a:lnTo>
                    <a:pt x="158" y="110"/>
                  </a:lnTo>
                  <a:lnTo>
                    <a:pt x="158" y="110"/>
                  </a:lnTo>
                  <a:lnTo>
                    <a:pt x="158" y="110"/>
                  </a:lnTo>
                  <a:close/>
                  <a:moveTo>
                    <a:pt x="63" y="1"/>
                  </a:moveTo>
                  <a:lnTo>
                    <a:pt x="63" y="1"/>
                  </a:lnTo>
                  <a:cubicBezTo>
                    <a:pt x="47" y="1"/>
                    <a:pt x="47" y="1"/>
                    <a:pt x="32" y="16"/>
                  </a:cubicBezTo>
                  <a:lnTo>
                    <a:pt x="16" y="47"/>
                  </a:lnTo>
                  <a:cubicBezTo>
                    <a:pt x="0" y="47"/>
                    <a:pt x="0" y="64"/>
                    <a:pt x="16" y="79"/>
                  </a:cubicBezTo>
                  <a:cubicBezTo>
                    <a:pt x="16" y="95"/>
                    <a:pt x="32" y="95"/>
                    <a:pt x="47" y="95"/>
                  </a:cubicBezTo>
                  <a:lnTo>
                    <a:pt x="79" y="95"/>
                  </a:lnTo>
                  <a:cubicBezTo>
                    <a:pt x="79" y="95"/>
                    <a:pt x="79" y="79"/>
                    <a:pt x="95" y="64"/>
                  </a:cubicBezTo>
                  <a:lnTo>
                    <a:pt x="110" y="47"/>
                  </a:lnTo>
                  <a:lnTo>
                    <a:pt x="127" y="47"/>
                  </a:lnTo>
                  <a:lnTo>
                    <a:pt x="142" y="64"/>
                  </a:lnTo>
                  <a:lnTo>
                    <a:pt x="142" y="47"/>
                  </a:lnTo>
                  <a:lnTo>
                    <a:pt x="142" y="32"/>
                  </a:lnTo>
                  <a:lnTo>
                    <a:pt x="95" y="32"/>
                  </a:lnTo>
                  <a:cubicBezTo>
                    <a:pt x="95" y="16"/>
                    <a:pt x="95"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9" name="Google Shape;1639;p38"/>
            <p:cNvSpPr/>
            <p:nvPr/>
          </p:nvSpPr>
          <p:spPr>
            <a:xfrm>
              <a:off x="3412528" y="1793756"/>
              <a:ext cx="5534" cy="8555"/>
            </a:xfrm>
            <a:custGeom>
              <a:avLst/>
              <a:gdLst/>
              <a:ahLst/>
              <a:cxnLst/>
              <a:rect l="l" t="t" r="r" b="b"/>
              <a:pathLst>
                <a:path w="174" h="269" extrusionOk="0">
                  <a:moveTo>
                    <a:pt x="173" y="0"/>
                  </a:moveTo>
                  <a:lnTo>
                    <a:pt x="158" y="17"/>
                  </a:lnTo>
                  <a:cubicBezTo>
                    <a:pt x="158" y="48"/>
                    <a:pt x="142" y="63"/>
                    <a:pt x="126" y="63"/>
                  </a:cubicBezTo>
                  <a:lnTo>
                    <a:pt x="110" y="48"/>
                  </a:lnTo>
                  <a:lnTo>
                    <a:pt x="95" y="63"/>
                  </a:lnTo>
                  <a:cubicBezTo>
                    <a:pt x="63" y="80"/>
                    <a:pt x="32" y="80"/>
                    <a:pt x="0" y="126"/>
                  </a:cubicBezTo>
                  <a:lnTo>
                    <a:pt x="0" y="158"/>
                  </a:lnTo>
                  <a:lnTo>
                    <a:pt x="0" y="206"/>
                  </a:lnTo>
                  <a:lnTo>
                    <a:pt x="0" y="221"/>
                  </a:lnTo>
                  <a:cubicBezTo>
                    <a:pt x="16" y="221"/>
                    <a:pt x="16" y="237"/>
                    <a:pt x="16" y="237"/>
                  </a:cubicBezTo>
                  <a:lnTo>
                    <a:pt x="110" y="269"/>
                  </a:lnTo>
                  <a:lnTo>
                    <a:pt x="126" y="269"/>
                  </a:lnTo>
                  <a:lnTo>
                    <a:pt x="126" y="253"/>
                  </a:lnTo>
                  <a:cubicBezTo>
                    <a:pt x="126" y="237"/>
                    <a:pt x="126" y="221"/>
                    <a:pt x="158" y="221"/>
                  </a:cubicBezTo>
                  <a:lnTo>
                    <a:pt x="158" y="221"/>
                  </a:lnTo>
                  <a:lnTo>
                    <a:pt x="158" y="221"/>
                  </a:lnTo>
                  <a:lnTo>
                    <a:pt x="158" y="221"/>
                  </a:lnTo>
                  <a:cubicBezTo>
                    <a:pt x="158" y="221"/>
                    <a:pt x="158" y="206"/>
                    <a:pt x="142" y="206"/>
                  </a:cubicBezTo>
                  <a:lnTo>
                    <a:pt x="95" y="190"/>
                  </a:lnTo>
                  <a:lnTo>
                    <a:pt x="79" y="190"/>
                  </a:lnTo>
                  <a:lnTo>
                    <a:pt x="79" y="190"/>
                  </a:lnTo>
                  <a:cubicBezTo>
                    <a:pt x="63" y="190"/>
                    <a:pt x="63" y="190"/>
                    <a:pt x="47" y="174"/>
                  </a:cubicBezTo>
                  <a:lnTo>
                    <a:pt x="32" y="143"/>
                  </a:lnTo>
                  <a:cubicBezTo>
                    <a:pt x="16" y="126"/>
                    <a:pt x="32" y="95"/>
                    <a:pt x="47" y="95"/>
                  </a:cubicBezTo>
                  <a:lnTo>
                    <a:pt x="63" y="80"/>
                  </a:lnTo>
                  <a:lnTo>
                    <a:pt x="79" y="95"/>
                  </a:lnTo>
                  <a:cubicBezTo>
                    <a:pt x="79" y="80"/>
                    <a:pt x="95" y="80"/>
                    <a:pt x="95" y="80"/>
                  </a:cubicBezTo>
                  <a:lnTo>
                    <a:pt x="95" y="80"/>
                  </a:lnTo>
                  <a:lnTo>
                    <a:pt x="110" y="80"/>
                  </a:lnTo>
                  <a:cubicBezTo>
                    <a:pt x="126" y="95"/>
                    <a:pt x="142" y="111"/>
                    <a:pt x="142" y="126"/>
                  </a:cubicBezTo>
                  <a:lnTo>
                    <a:pt x="126" y="126"/>
                  </a:lnTo>
                  <a:lnTo>
                    <a:pt x="142" y="126"/>
                  </a:lnTo>
                  <a:cubicBezTo>
                    <a:pt x="158" y="126"/>
                    <a:pt x="158" y="111"/>
                    <a:pt x="173" y="95"/>
                  </a:cubicBezTo>
                  <a:lnTo>
                    <a:pt x="17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0" name="Google Shape;1640;p38"/>
            <p:cNvSpPr/>
            <p:nvPr/>
          </p:nvSpPr>
          <p:spPr>
            <a:xfrm>
              <a:off x="3159466" y="1811789"/>
              <a:ext cx="4548" cy="2035"/>
            </a:xfrm>
            <a:custGeom>
              <a:avLst/>
              <a:gdLst/>
              <a:ahLst/>
              <a:cxnLst/>
              <a:rect l="l" t="t" r="r" b="b"/>
              <a:pathLst>
                <a:path w="143" h="64" extrusionOk="0">
                  <a:moveTo>
                    <a:pt x="32" y="49"/>
                  </a:moveTo>
                  <a:lnTo>
                    <a:pt x="17" y="64"/>
                  </a:lnTo>
                  <a:lnTo>
                    <a:pt x="17" y="64"/>
                  </a:lnTo>
                  <a:lnTo>
                    <a:pt x="0" y="64"/>
                  </a:lnTo>
                  <a:lnTo>
                    <a:pt x="32" y="64"/>
                  </a:lnTo>
                  <a:lnTo>
                    <a:pt x="32" y="64"/>
                  </a:lnTo>
                  <a:lnTo>
                    <a:pt x="32" y="64"/>
                  </a:lnTo>
                  <a:lnTo>
                    <a:pt x="32" y="49"/>
                  </a:lnTo>
                  <a:close/>
                  <a:moveTo>
                    <a:pt x="111" y="1"/>
                  </a:moveTo>
                  <a:lnTo>
                    <a:pt x="111" y="1"/>
                  </a:lnTo>
                  <a:lnTo>
                    <a:pt x="32" y="1"/>
                  </a:lnTo>
                  <a:lnTo>
                    <a:pt x="32" y="1"/>
                  </a:lnTo>
                  <a:cubicBezTo>
                    <a:pt x="48" y="1"/>
                    <a:pt x="48" y="17"/>
                    <a:pt x="48" y="17"/>
                  </a:cubicBezTo>
                  <a:lnTo>
                    <a:pt x="48" y="32"/>
                  </a:lnTo>
                  <a:lnTo>
                    <a:pt x="48" y="32"/>
                  </a:lnTo>
                  <a:lnTo>
                    <a:pt x="63" y="32"/>
                  </a:lnTo>
                  <a:lnTo>
                    <a:pt x="63" y="32"/>
                  </a:lnTo>
                  <a:cubicBezTo>
                    <a:pt x="80" y="32"/>
                    <a:pt x="80" y="32"/>
                    <a:pt x="95" y="49"/>
                  </a:cubicBezTo>
                  <a:cubicBezTo>
                    <a:pt x="95" y="49"/>
                    <a:pt x="111" y="49"/>
                    <a:pt x="111" y="64"/>
                  </a:cubicBezTo>
                  <a:cubicBezTo>
                    <a:pt x="111" y="49"/>
                    <a:pt x="126" y="49"/>
                    <a:pt x="126" y="32"/>
                  </a:cubicBezTo>
                  <a:lnTo>
                    <a:pt x="143" y="32"/>
                  </a:lnTo>
                  <a:lnTo>
                    <a:pt x="143" y="32"/>
                  </a:lnTo>
                  <a:lnTo>
                    <a:pt x="143" y="32"/>
                  </a:lnTo>
                  <a:cubicBezTo>
                    <a:pt x="143" y="17"/>
                    <a:pt x="126"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1" name="Google Shape;1641;p38"/>
            <p:cNvSpPr/>
            <p:nvPr/>
          </p:nvSpPr>
          <p:spPr>
            <a:xfrm>
              <a:off x="3086286" y="1812806"/>
              <a:ext cx="3053" cy="2035"/>
            </a:xfrm>
            <a:custGeom>
              <a:avLst/>
              <a:gdLst/>
              <a:ahLst/>
              <a:cxnLst/>
              <a:rect l="l" t="t" r="r" b="b"/>
              <a:pathLst>
                <a:path w="96" h="64" extrusionOk="0">
                  <a:moveTo>
                    <a:pt x="95" y="0"/>
                  </a:moveTo>
                  <a:lnTo>
                    <a:pt x="80" y="0"/>
                  </a:lnTo>
                  <a:lnTo>
                    <a:pt x="80" y="17"/>
                  </a:lnTo>
                  <a:cubicBezTo>
                    <a:pt x="80" y="17"/>
                    <a:pt x="64" y="32"/>
                    <a:pt x="49" y="32"/>
                  </a:cubicBezTo>
                  <a:lnTo>
                    <a:pt x="49" y="17"/>
                  </a:lnTo>
                  <a:lnTo>
                    <a:pt x="32" y="17"/>
                  </a:lnTo>
                  <a:cubicBezTo>
                    <a:pt x="32" y="32"/>
                    <a:pt x="17" y="32"/>
                    <a:pt x="17" y="32"/>
                  </a:cubicBezTo>
                  <a:lnTo>
                    <a:pt x="1" y="32"/>
                  </a:lnTo>
                  <a:lnTo>
                    <a:pt x="1" y="32"/>
                  </a:lnTo>
                  <a:lnTo>
                    <a:pt x="17" y="48"/>
                  </a:lnTo>
                  <a:cubicBezTo>
                    <a:pt x="17" y="63"/>
                    <a:pt x="32" y="63"/>
                    <a:pt x="49" y="63"/>
                  </a:cubicBezTo>
                  <a:lnTo>
                    <a:pt x="49" y="63"/>
                  </a:lnTo>
                  <a:cubicBezTo>
                    <a:pt x="64" y="63"/>
                    <a:pt x="64" y="63"/>
                    <a:pt x="80" y="4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2" name="Google Shape;1642;p38"/>
            <p:cNvSpPr/>
            <p:nvPr/>
          </p:nvSpPr>
          <p:spPr>
            <a:xfrm>
              <a:off x="3427571" y="1804792"/>
              <a:ext cx="8523" cy="3530"/>
            </a:xfrm>
            <a:custGeom>
              <a:avLst/>
              <a:gdLst/>
              <a:ahLst/>
              <a:cxnLst/>
              <a:rect l="l" t="t" r="r" b="b"/>
              <a:pathLst>
                <a:path w="268" h="111" extrusionOk="0">
                  <a:moveTo>
                    <a:pt x="47" y="16"/>
                  </a:moveTo>
                  <a:lnTo>
                    <a:pt x="47" y="16"/>
                  </a:lnTo>
                  <a:cubicBezTo>
                    <a:pt x="32" y="16"/>
                    <a:pt x="15" y="48"/>
                    <a:pt x="0" y="63"/>
                  </a:cubicBezTo>
                  <a:lnTo>
                    <a:pt x="0" y="63"/>
                  </a:lnTo>
                  <a:lnTo>
                    <a:pt x="47" y="79"/>
                  </a:lnTo>
                  <a:cubicBezTo>
                    <a:pt x="47" y="79"/>
                    <a:pt x="63" y="95"/>
                    <a:pt x="63" y="111"/>
                  </a:cubicBezTo>
                  <a:lnTo>
                    <a:pt x="63" y="111"/>
                  </a:lnTo>
                  <a:lnTo>
                    <a:pt x="78" y="111"/>
                  </a:lnTo>
                  <a:lnTo>
                    <a:pt x="78" y="111"/>
                  </a:lnTo>
                  <a:lnTo>
                    <a:pt x="78" y="111"/>
                  </a:lnTo>
                  <a:lnTo>
                    <a:pt x="78" y="95"/>
                  </a:lnTo>
                  <a:cubicBezTo>
                    <a:pt x="63" y="79"/>
                    <a:pt x="47" y="48"/>
                    <a:pt x="47" y="32"/>
                  </a:cubicBezTo>
                  <a:lnTo>
                    <a:pt x="47" y="16"/>
                  </a:lnTo>
                  <a:close/>
                  <a:moveTo>
                    <a:pt x="221" y="0"/>
                  </a:moveTo>
                  <a:lnTo>
                    <a:pt x="221" y="0"/>
                  </a:lnTo>
                  <a:lnTo>
                    <a:pt x="204" y="0"/>
                  </a:lnTo>
                  <a:lnTo>
                    <a:pt x="173" y="0"/>
                  </a:lnTo>
                  <a:lnTo>
                    <a:pt x="158" y="0"/>
                  </a:lnTo>
                  <a:lnTo>
                    <a:pt x="141" y="0"/>
                  </a:lnTo>
                  <a:lnTo>
                    <a:pt x="141" y="0"/>
                  </a:lnTo>
                  <a:lnTo>
                    <a:pt x="141" y="16"/>
                  </a:lnTo>
                  <a:cubicBezTo>
                    <a:pt x="126" y="16"/>
                    <a:pt x="110" y="32"/>
                    <a:pt x="110" y="32"/>
                  </a:cubicBezTo>
                  <a:cubicBezTo>
                    <a:pt x="110" y="32"/>
                    <a:pt x="110" y="48"/>
                    <a:pt x="126" y="48"/>
                  </a:cubicBezTo>
                  <a:lnTo>
                    <a:pt x="126" y="63"/>
                  </a:lnTo>
                  <a:cubicBezTo>
                    <a:pt x="141" y="48"/>
                    <a:pt x="141" y="48"/>
                    <a:pt x="158" y="48"/>
                  </a:cubicBezTo>
                  <a:lnTo>
                    <a:pt x="173" y="48"/>
                  </a:lnTo>
                  <a:lnTo>
                    <a:pt x="189" y="48"/>
                  </a:lnTo>
                  <a:cubicBezTo>
                    <a:pt x="204" y="48"/>
                    <a:pt x="221" y="48"/>
                    <a:pt x="221" y="79"/>
                  </a:cubicBezTo>
                  <a:lnTo>
                    <a:pt x="221" y="79"/>
                  </a:lnTo>
                  <a:lnTo>
                    <a:pt x="221" y="79"/>
                  </a:lnTo>
                  <a:cubicBezTo>
                    <a:pt x="236" y="79"/>
                    <a:pt x="252" y="63"/>
                    <a:pt x="252" y="48"/>
                  </a:cubicBezTo>
                  <a:lnTo>
                    <a:pt x="267" y="48"/>
                  </a:lnTo>
                  <a:cubicBezTo>
                    <a:pt x="267" y="16"/>
                    <a:pt x="252"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3" name="Google Shape;1643;p38"/>
            <p:cNvSpPr/>
            <p:nvPr/>
          </p:nvSpPr>
          <p:spPr>
            <a:xfrm>
              <a:off x="3379452" y="1753174"/>
              <a:ext cx="4516" cy="4039"/>
            </a:xfrm>
            <a:custGeom>
              <a:avLst/>
              <a:gdLst/>
              <a:ahLst/>
              <a:cxnLst/>
              <a:rect l="l" t="t" r="r" b="b"/>
              <a:pathLst>
                <a:path w="142" h="127" extrusionOk="0">
                  <a:moveTo>
                    <a:pt x="110" y="1"/>
                  </a:moveTo>
                  <a:lnTo>
                    <a:pt x="110" y="1"/>
                  </a:lnTo>
                  <a:lnTo>
                    <a:pt x="79" y="1"/>
                  </a:lnTo>
                  <a:lnTo>
                    <a:pt x="16" y="79"/>
                  </a:lnTo>
                  <a:cubicBezTo>
                    <a:pt x="1" y="95"/>
                    <a:pt x="1" y="111"/>
                    <a:pt x="16" y="127"/>
                  </a:cubicBezTo>
                  <a:lnTo>
                    <a:pt x="32" y="127"/>
                  </a:lnTo>
                  <a:lnTo>
                    <a:pt x="64" y="127"/>
                  </a:lnTo>
                  <a:lnTo>
                    <a:pt x="127" y="48"/>
                  </a:lnTo>
                  <a:cubicBezTo>
                    <a:pt x="142" y="48"/>
                    <a:pt x="142" y="16"/>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4" name="Google Shape;1644;p38"/>
            <p:cNvSpPr/>
            <p:nvPr/>
          </p:nvSpPr>
          <p:spPr>
            <a:xfrm>
              <a:off x="3384477" y="1804283"/>
              <a:ext cx="4039" cy="3053"/>
            </a:xfrm>
            <a:custGeom>
              <a:avLst/>
              <a:gdLst/>
              <a:ahLst/>
              <a:cxnLst/>
              <a:rect l="l" t="t" r="r" b="b"/>
              <a:pathLst>
                <a:path w="127" h="96" extrusionOk="0">
                  <a:moveTo>
                    <a:pt x="95" y="1"/>
                  </a:moveTo>
                  <a:lnTo>
                    <a:pt x="95" y="1"/>
                  </a:lnTo>
                  <a:lnTo>
                    <a:pt x="95" y="1"/>
                  </a:lnTo>
                  <a:cubicBezTo>
                    <a:pt x="78" y="1"/>
                    <a:pt x="63" y="16"/>
                    <a:pt x="63" y="32"/>
                  </a:cubicBezTo>
                  <a:lnTo>
                    <a:pt x="47" y="32"/>
                  </a:lnTo>
                  <a:cubicBezTo>
                    <a:pt x="47" y="32"/>
                    <a:pt x="32" y="32"/>
                    <a:pt x="15" y="48"/>
                  </a:cubicBezTo>
                  <a:cubicBezTo>
                    <a:pt x="0" y="48"/>
                    <a:pt x="0" y="79"/>
                    <a:pt x="15" y="95"/>
                  </a:cubicBezTo>
                  <a:lnTo>
                    <a:pt x="47" y="95"/>
                  </a:lnTo>
                  <a:lnTo>
                    <a:pt x="63" y="95"/>
                  </a:lnTo>
                  <a:lnTo>
                    <a:pt x="63" y="95"/>
                  </a:lnTo>
                  <a:lnTo>
                    <a:pt x="78" y="95"/>
                  </a:lnTo>
                  <a:lnTo>
                    <a:pt x="110" y="95"/>
                  </a:lnTo>
                  <a:cubicBezTo>
                    <a:pt x="110" y="79"/>
                    <a:pt x="110" y="79"/>
                    <a:pt x="126" y="79"/>
                  </a:cubicBezTo>
                  <a:cubicBezTo>
                    <a:pt x="110" y="79"/>
                    <a:pt x="126" y="64"/>
                    <a:pt x="126" y="64"/>
                  </a:cubicBezTo>
                  <a:lnTo>
                    <a:pt x="126" y="48"/>
                  </a:lnTo>
                  <a:lnTo>
                    <a:pt x="126" y="32"/>
                  </a:lnTo>
                  <a:cubicBezTo>
                    <a:pt x="126" y="16"/>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5" name="Google Shape;1645;p38"/>
            <p:cNvSpPr/>
            <p:nvPr/>
          </p:nvSpPr>
          <p:spPr>
            <a:xfrm>
              <a:off x="3026686" y="1799767"/>
              <a:ext cx="11067" cy="6042"/>
            </a:xfrm>
            <a:custGeom>
              <a:avLst/>
              <a:gdLst/>
              <a:ahLst/>
              <a:cxnLst/>
              <a:rect l="l" t="t" r="r" b="b"/>
              <a:pathLst>
                <a:path w="348" h="190" extrusionOk="0">
                  <a:moveTo>
                    <a:pt x="316" y="1"/>
                  </a:moveTo>
                  <a:lnTo>
                    <a:pt x="299" y="1"/>
                  </a:lnTo>
                  <a:cubicBezTo>
                    <a:pt x="284" y="17"/>
                    <a:pt x="268" y="17"/>
                    <a:pt x="253" y="17"/>
                  </a:cubicBezTo>
                  <a:cubicBezTo>
                    <a:pt x="221" y="17"/>
                    <a:pt x="205" y="17"/>
                    <a:pt x="190" y="32"/>
                  </a:cubicBezTo>
                  <a:lnTo>
                    <a:pt x="110" y="32"/>
                  </a:lnTo>
                  <a:lnTo>
                    <a:pt x="95" y="32"/>
                  </a:lnTo>
                  <a:lnTo>
                    <a:pt x="95" y="32"/>
                  </a:lnTo>
                  <a:lnTo>
                    <a:pt x="79" y="32"/>
                  </a:lnTo>
                  <a:lnTo>
                    <a:pt x="64" y="32"/>
                  </a:lnTo>
                  <a:lnTo>
                    <a:pt x="32" y="32"/>
                  </a:lnTo>
                  <a:lnTo>
                    <a:pt x="32" y="32"/>
                  </a:lnTo>
                  <a:lnTo>
                    <a:pt x="32" y="32"/>
                  </a:lnTo>
                  <a:cubicBezTo>
                    <a:pt x="16" y="32"/>
                    <a:pt x="1" y="48"/>
                    <a:pt x="1" y="64"/>
                  </a:cubicBezTo>
                  <a:lnTo>
                    <a:pt x="1" y="64"/>
                  </a:lnTo>
                  <a:cubicBezTo>
                    <a:pt x="1" y="80"/>
                    <a:pt x="16" y="95"/>
                    <a:pt x="32" y="95"/>
                  </a:cubicBezTo>
                  <a:lnTo>
                    <a:pt x="47" y="95"/>
                  </a:lnTo>
                  <a:cubicBezTo>
                    <a:pt x="64" y="95"/>
                    <a:pt x="79" y="111"/>
                    <a:pt x="95" y="111"/>
                  </a:cubicBezTo>
                  <a:lnTo>
                    <a:pt x="110" y="111"/>
                  </a:lnTo>
                  <a:lnTo>
                    <a:pt x="127" y="95"/>
                  </a:lnTo>
                  <a:lnTo>
                    <a:pt x="190" y="95"/>
                  </a:lnTo>
                  <a:lnTo>
                    <a:pt x="221" y="95"/>
                  </a:lnTo>
                  <a:cubicBezTo>
                    <a:pt x="236" y="80"/>
                    <a:pt x="236" y="80"/>
                    <a:pt x="253" y="80"/>
                  </a:cubicBezTo>
                  <a:lnTo>
                    <a:pt x="268" y="80"/>
                  </a:lnTo>
                  <a:lnTo>
                    <a:pt x="268" y="143"/>
                  </a:lnTo>
                  <a:lnTo>
                    <a:pt x="268" y="143"/>
                  </a:lnTo>
                  <a:lnTo>
                    <a:pt x="268" y="143"/>
                  </a:lnTo>
                  <a:lnTo>
                    <a:pt x="284" y="143"/>
                  </a:lnTo>
                  <a:cubicBezTo>
                    <a:pt x="299" y="143"/>
                    <a:pt x="316" y="174"/>
                    <a:pt x="299" y="190"/>
                  </a:cubicBezTo>
                  <a:cubicBezTo>
                    <a:pt x="316" y="190"/>
                    <a:pt x="331" y="174"/>
                    <a:pt x="331" y="158"/>
                  </a:cubicBezTo>
                  <a:lnTo>
                    <a:pt x="331" y="143"/>
                  </a:lnTo>
                  <a:lnTo>
                    <a:pt x="331" y="127"/>
                  </a:lnTo>
                  <a:lnTo>
                    <a:pt x="331" y="111"/>
                  </a:lnTo>
                  <a:cubicBezTo>
                    <a:pt x="316" y="111"/>
                    <a:pt x="316" y="95"/>
                    <a:pt x="316" y="80"/>
                  </a:cubicBezTo>
                  <a:cubicBezTo>
                    <a:pt x="331" y="64"/>
                    <a:pt x="331" y="64"/>
                    <a:pt x="347" y="64"/>
                  </a:cubicBezTo>
                  <a:lnTo>
                    <a:pt x="347" y="48"/>
                  </a:lnTo>
                  <a:cubicBezTo>
                    <a:pt x="347" y="32"/>
                    <a:pt x="347" y="17"/>
                    <a:pt x="33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6" name="Google Shape;1646;p38"/>
            <p:cNvSpPr/>
            <p:nvPr/>
          </p:nvSpPr>
          <p:spPr>
            <a:xfrm>
              <a:off x="3289734" y="1823811"/>
              <a:ext cx="6042" cy="2576"/>
            </a:xfrm>
            <a:custGeom>
              <a:avLst/>
              <a:gdLst/>
              <a:ahLst/>
              <a:cxnLst/>
              <a:rect l="l" t="t" r="r" b="b"/>
              <a:pathLst>
                <a:path w="190" h="81" extrusionOk="0">
                  <a:moveTo>
                    <a:pt x="158" y="1"/>
                  </a:moveTo>
                  <a:lnTo>
                    <a:pt x="158" y="1"/>
                  </a:lnTo>
                  <a:lnTo>
                    <a:pt x="32" y="17"/>
                  </a:lnTo>
                  <a:cubicBezTo>
                    <a:pt x="17" y="17"/>
                    <a:pt x="1" y="32"/>
                    <a:pt x="1" y="49"/>
                  </a:cubicBezTo>
                  <a:cubicBezTo>
                    <a:pt x="1" y="64"/>
                    <a:pt x="17" y="80"/>
                    <a:pt x="32" y="80"/>
                  </a:cubicBezTo>
                  <a:lnTo>
                    <a:pt x="32" y="80"/>
                  </a:lnTo>
                  <a:lnTo>
                    <a:pt x="158" y="64"/>
                  </a:lnTo>
                  <a:lnTo>
                    <a:pt x="158" y="64"/>
                  </a:lnTo>
                  <a:cubicBezTo>
                    <a:pt x="175" y="64"/>
                    <a:pt x="190" y="49"/>
                    <a:pt x="190" y="32"/>
                  </a:cubicBezTo>
                  <a:cubicBezTo>
                    <a:pt x="190" y="17"/>
                    <a:pt x="190" y="17"/>
                    <a:pt x="17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7" name="Google Shape;1647;p38"/>
            <p:cNvSpPr/>
            <p:nvPr/>
          </p:nvSpPr>
          <p:spPr>
            <a:xfrm>
              <a:off x="3101329" y="1792738"/>
              <a:ext cx="5057" cy="4039"/>
            </a:xfrm>
            <a:custGeom>
              <a:avLst/>
              <a:gdLst/>
              <a:ahLst/>
              <a:cxnLst/>
              <a:rect l="l" t="t" r="r" b="b"/>
              <a:pathLst>
                <a:path w="159" h="127" extrusionOk="0">
                  <a:moveTo>
                    <a:pt x="111" y="1"/>
                  </a:moveTo>
                  <a:lnTo>
                    <a:pt x="95" y="1"/>
                  </a:lnTo>
                  <a:cubicBezTo>
                    <a:pt x="95" y="1"/>
                    <a:pt x="80" y="1"/>
                    <a:pt x="80" y="17"/>
                  </a:cubicBezTo>
                  <a:cubicBezTo>
                    <a:pt x="64" y="17"/>
                    <a:pt x="64" y="32"/>
                    <a:pt x="80" y="49"/>
                  </a:cubicBezTo>
                  <a:lnTo>
                    <a:pt x="64" y="49"/>
                  </a:lnTo>
                  <a:lnTo>
                    <a:pt x="48" y="49"/>
                  </a:lnTo>
                  <a:lnTo>
                    <a:pt x="48" y="49"/>
                  </a:lnTo>
                  <a:lnTo>
                    <a:pt x="32" y="32"/>
                  </a:lnTo>
                  <a:cubicBezTo>
                    <a:pt x="17" y="32"/>
                    <a:pt x="17" y="49"/>
                    <a:pt x="1" y="49"/>
                  </a:cubicBezTo>
                  <a:cubicBezTo>
                    <a:pt x="1" y="64"/>
                    <a:pt x="1" y="80"/>
                    <a:pt x="17" y="95"/>
                  </a:cubicBezTo>
                  <a:lnTo>
                    <a:pt x="17" y="95"/>
                  </a:lnTo>
                  <a:cubicBezTo>
                    <a:pt x="17" y="112"/>
                    <a:pt x="17" y="112"/>
                    <a:pt x="32" y="112"/>
                  </a:cubicBezTo>
                  <a:cubicBezTo>
                    <a:pt x="32" y="112"/>
                    <a:pt x="48" y="112"/>
                    <a:pt x="48" y="127"/>
                  </a:cubicBezTo>
                  <a:lnTo>
                    <a:pt x="64" y="127"/>
                  </a:lnTo>
                  <a:lnTo>
                    <a:pt x="64" y="127"/>
                  </a:lnTo>
                  <a:lnTo>
                    <a:pt x="64" y="112"/>
                  </a:lnTo>
                  <a:cubicBezTo>
                    <a:pt x="64" y="95"/>
                    <a:pt x="80" y="95"/>
                    <a:pt x="95" y="80"/>
                  </a:cubicBezTo>
                  <a:lnTo>
                    <a:pt x="95" y="80"/>
                  </a:lnTo>
                  <a:lnTo>
                    <a:pt x="158" y="95"/>
                  </a:lnTo>
                  <a:lnTo>
                    <a:pt x="158" y="80"/>
                  </a:lnTo>
                  <a:lnTo>
                    <a:pt x="143" y="80"/>
                  </a:lnTo>
                  <a:lnTo>
                    <a:pt x="143" y="80"/>
                  </a:lnTo>
                  <a:cubicBezTo>
                    <a:pt x="127" y="80"/>
                    <a:pt x="111" y="80"/>
                    <a:pt x="111" y="64"/>
                  </a:cubicBezTo>
                  <a:cubicBezTo>
                    <a:pt x="95" y="64"/>
                    <a:pt x="95" y="49"/>
                    <a:pt x="95" y="49"/>
                  </a:cubicBezTo>
                  <a:lnTo>
                    <a:pt x="11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8" name="Google Shape;1648;p38"/>
            <p:cNvSpPr/>
            <p:nvPr/>
          </p:nvSpPr>
          <p:spPr>
            <a:xfrm>
              <a:off x="3157971" y="1821330"/>
              <a:ext cx="3053" cy="4516"/>
            </a:xfrm>
            <a:custGeom>
              <a:avLst/>
              <a:gdLst/>
              <a:ahLst/>
              <a:cxnLst/>
              <a:rect l="l" t="t" r="r" b="b"/>
              <a:pathLst>
                <a:path w="96" h="142" extrusionOk="0">
                  <a:moveTo>
                    <a:pt x="47" y="1"/>
                  </a:moveTo>
                  <a:lnTo>
                    <a:pt x="47" y="1"/>
                  </a:lnTo>
                  <a:lnTo>
                    <a:pt x="47" y="1"/>
                  </a:lnTo>
                  <a:lnTo>
                    <a:pt x="47" y="32"/>
                  </a:lnTo>
                  <a:cubicBezTo>
                    <a:pt x="64" y="47"/>
                    <a:pt x="47" y="64"/>
                    <a:pt x="32" y="79"/>
                  </a:cubicBezTo>
                  <a:lnTo>
                    <a:pt x="16" y="79"/>
                  </a:lnTo>
                  <a:lnTo>
                    <a:pt x="1" y="79"/>
                  </a:lnTo>
                  <a:lnTo>
                    <a:pt x="16" y="95"/>
                  </a:lnTo>
                  <a:lnTo>
                    <a:pt x="1" y="95"/>
                  </a:lnTo>
                  <a:cubicBezTo>
                    <a:pt x="1" y="110"/>
                    <a:pt x="1" y="142"/>
                    <a:pt x="16" y="142"/>
                  </a:cubicBezTo>
                  <a:lnTo>
                    <a:pt x="32" y="142"/>
                  </a:lnTo>
                  <a:cubicBezTo>
                    <a:pt x="47" y="142"/>
                    <a:pt x="64" y="142"/>
                    <a:pt x="64" y="127"/>
                  </a:cubicBezTo>
                  <a:lnTo>
                    <a:pt x="95" y="64"/>
                  </a:lnTo>
                  <a:lnTo>
                    <a:pt x="95" y="32"/>
                  </a:lnTo>
                  <a:cubicBezTo>
                    <a:pt x="95" y="16"/>
                    <a:pt x="79" y="16"/>
                    <a:pt x="79"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9" name="Google Shape;1649;p38"/>
            <p:cNvSpPr/>
            <p:nvPr/>
          </p:nvSpPr>
          <p:spPr>
            <a:xfrm>
              <a:off x="3307767" y="1821807"/>
              <a:ext cx="4580" cy="2576"/>
            </a:xfrm>
            <a:custGeom>
              <a:avLst/>
              <a:gdLst/>
              <a:ahLst/>
              <a:cxnLst/>
              <a:rect l="l" t="t" r="r" b="b"/>
              <a:pathLst>
                <a:path w="144" h="81" extrusionOk="0">
                  <a:moveTo>
                    <a:pt x="95" y="1"/>
                  </a:moveTo>
                  <a:lnTo>
                    <a:pt x="95" y="1"/>
                  </a:lnTo>
                  <a:lnTo>
                    <a:pt x="95" y="1"/>
                  </a:lnTo>
                  <a:lnTo>
                    <a:pt x="64" y="1"/>
                  </a:lnTo>
                  <a:lnTo>
                    <a:pt x="17" y="17"/>
                  </a:lnTo>
                  <a:lnTo>
                    <a:pt x="1" y="17"/>
                  </a:lnTo>
                  <a:cubicBezTo>
                    <a:pt x="17" y="17"/>
                    <a:pt x="32" y="32"/>
                    <a:pt x="32" y="49"/>
                  </a:cubicBezTo>
                  <a:cubicBezTo>
                    <a:pt x="32" y="64"/>
                    <a:pt x="17" y="80"/>
                    <a:pt x="17" y="80"/>
                  </a:cubicBezTo>
                  <a:lnTo>
                    <a:pt x="17" y="80"/>
                  </a:lnTo>
                  <a:lnTo>
                    <a:pt x="32" y="80"/>
                  </a:lnTo>
                  <a:lnTo>
                    <a:pt x="95" y="64"/>
                  </a:lnTo>
                  <a:lnTo>
                    <a:pt x="112" y="64"/>
                  </a:lnTo>
                  <a:cubicBezTo>
                    <a:pt x="127" y="64"/>
                    <a:pt x="143" y="49"/>
                    <a:pt x="127" y="17"/>
                  </a:cubicBezTo>
                  <a:cubicBezTo>
                    <a:pt x="127"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0" name="Google Shape;1650;p38"/>
            <p:cNvSpPr/>
            <p:nvPr/>
          </p:nvSpPr>
          <p:spPr>
            <a:xfrm>
              <a:off x="3228607" y="1797763"/>
              <a:ext cx="3562" cy="3053"/>
            </a:xfrm>
            <a:custGeom>
              <a:avLst/>
              <a:gdLst/>
              <a:ahLst/>
              <a:cxnLst/>
              <a:rect l="l" t="t" r="r" b="b"/>
              <a:pathLst>
                <a:path w="112" h="96" extrusionOk="0">
                  <a:moveTo>
                    <a:pt x="80" y="0"/>
                  </a:moveTo>
                  <a:lnTo>
                    <a:pt x="64" y="0"/>
                  </a:lnTo>
                  <a:lnTo>
                    <a:pt x="64" y="0"/>
                  </a:lnTo>
                  <a:cubicBezTo>
                    <a:pt x="64" y="0"/>
                    <a:pt x="32" y="0"/>
                    <a:pt x="17" y="32"/>
                  </a:cubicBezTo>
                  <a:cubicBezTo>
                    <a:pt x="0" y="48"/>
                    <a:pt x="17" y="80"/>
                    <a:pt x="17" y="95"/>
                  </a:cubicBezTo>
                  <a:lnTo>
                    <a:pt x="17" y="95"/>
                  </a:lnTo>
                  <a:cubicBezTo>
                    <a:pt x="17" y="80"/>
                    <a:pt x="32" y="80"/>
                    <a:pt x="32" y="80"/>
                  </a:cubicBezTo>
                  <a:lnTo>
                    <a:pt x="48" y="64"/>
                  </a:lnTo>
                  <a:lnTo>
                    <a:pt x="48" y="64"/>
                  </a:lnTo>
                  <a:lnTo>
                    <a:pt x="64" y="64"/>
                  </a:lnTo>
                  <a:lnTo>
                    <a:pt x="80" y="80"/>
                  </a:lnTo>
                  <a:lnTo>
                    <a:pt x="95" y="80"/>
                  </a:lnTo>
                  <a:cubicBezTo>
                    <a:pt x="95" y="64"/>
                    <a:pt x="80" y="64"/>
                    <a:pt x="80" y="64"/>
                  </a:cubicBezTo>
                  <a:cubicBezTo>
                    <a:pt x="95" y="64"/>
                    <a:pt x="111" y="48"/>
                    <a:pt x="111" y="32"/>
                  </a:cubicBez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1" name="Google Shape;1651;p38"/>
            <p:cNvSpPr/>
            <p:nvPr/>
          </p:nvSpPr>
          <p:spPr>
            <a:xfrm>
              <a:off x="3157463" y="1799767"/>
              <a:ext cx="7569" cy="7060"/>
            </a:xfrm>
            <a:custGeom>
              <a:avLst/>
              <a:gdLst/>
              <a:ahLst/>
              <a:cxnLst/>
              <a:rect l="l" t="t" r="r" b="b"/>
              <a:pathLst>
                <a:path w="238" h="222" extrusionOk="0">
                  <a:moveTo>
                    <a:pt x="221" y="1"/>
                  </a:moveTo>
                  <a:lnTo>
                    <a:pt x="174" y="17"/>
                  </a:lnTo>
                  <a:lnTo>
                    <a:pt x="158" y="17"/>
                  </a:lnTo>
                  <a:lnTo>
                    <a:pt x="126" y="17"/>
                  </a:lnTo>
                  <a:cubicBezTo>
                    <a:pt x="95" y="32"/>
                    <a:pt x="48" y="64"/>
                    <a:pt x="48" y="143"/>
                  </a:cubicBezTo>
                  <a:lnTo>
                    <a:pt x="32" y="143"/>
                  </a:lnTo>
                  <a:cubicBezTo>
                    <a:pt x="32" y="158"/>
                    <a:pt x="17" y="158"/>
                    <a:pt x="17" y="158"/>
                  </a:cubicBezTo>
                  <a:cubicBezTo>
                    <a:pt x="0" y="174"/>
                    <a:pt x="0" y="190"/>
                    <a:pt x="17" y="206"/>
                  </a:cubicBezTo>
                  <a:cubicBezTo>
                    <a:pt x="17" y="221"/>
                    <a:pt x="32" y="221"/>
                    <a:pt x="32" y="221"/>
                  </a:cubicBezTo>
                  <a:lnTo>
                    <a:pt x="48" y="221"/>
                  </a:lnTo>
                  <a:lnTo>
                    <a:pt x="48" y="221"/>
                  </a:lnTo>
                  <a:cubicBezTo>
                    <a:pt x="48" y="206"/>
                    <a:pt x="48" y="206"/>
                    <a:pt x="32" y="206"/>
                  </a:cubicBezTo>
                  <a:cubicBezTo>
                    <a:pt x="32" y="190"/>
                    <a:pt x="32" y="158"/>
                    <a:pt x="48" y="158"/>
                  </a:cubicBezTo>
                  <a:lnTo>
                    <a:pt x="63" y="158"/>
                  </a:lnTo>
                  <a:lnTo>
                    <a:pt x="63" y="158"/>
                  </a:lnTo>
                  <a:cubicBezTo>
                    <a:pt x="80" y="158"/>
                    <a:pt x="95" y="158"/>
                    <a:pt x="95" y="174"/>
                  </a:cubicBezTo>
                  <a:lnTo>
                    <a:pt x="111" y="174"/>
                  </a:lnTo>
                  <a:cubicBezTo>
                    <a:pt x="111" y="174"/>
                    <a:pt x="126" y="158"/>
                    <a:pt x="126" y="143"/>
                  </a:cubicBezTo>
                  <a:cubicBezTo>
                    <a:pt x="111" y="95"/>
                    <a:pt x="143" y="80"/>
                    <a:pt x="189" y="64"/>
                  </a:cubicBezTo>
                  <a:cubicBezTo>
                    <a:pt x="189" y="48"/>
                    <a:pt x="206" y="48"/>
                    <a:pt x="206" y="48"/>
                  </a:cubicBezTo>
                  <a:cubicBezTo>
                    <a:pt x="221" y="32"/>
                    <a:pt x="237" y="17"/>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2" name="Google Shape;1652;p38"/>
            <p:cNvSpPr/>
            <p:nvPr/>
          </p:nvSpPr>
          <p:spPr>
            <a:xfrm>
              <a:off x="3303759" y="1779731"/>
              <a:ext cx="5057" cy="3562"/>
            </a:xfrm>
            <a:custGeom>
              <a:avLst/>
              <a:gdLst/>
              <a:ahLst/>
              <a:cxnLst/>
              <a:rect l="l" t="t" r="r" b="b"/>
              <a:pathLst>
                <a:path w="159" h="112" extrusionOk="0">
                  <a:moveTo>
                    <a:pt x="64" y="0"/>
                  </a:moveTo>
                  <a:lnTo>
                    <a:pt x="64" y="0"/>
                  </a:lnTo>
                  <a:lnTo>
                    <a:pt x="49" y="0"/>
                  </a:lnTo>
                  <a:lnTo>
                    <a:pt x="1" y="48"/>
                  </a:lnTo>
                  <a:cubicBezTo>
                    <a:pt x="1" y="63"/>
                    <a:pt x="17" y="63"/>
                    <a:pt x="17" y="80"/>
                  </a:cubicBezTo>
                  <a:cubicBezTo>
                    <a:pt x="17" y="95"/>
                    <a:pt x="17" y="111"/>
                    <a:pt x="1" y="111"/>
                  </a:cubicBezTo>
                  <a:lnTo>
                    <a:pt x="17" y="111"/>
                  </a:lnTo>
                  <a:lnTo>
                    <a:pt x="49" y="111"/>
                  </a:lnTo>
                  <a:lnTo>
                    <a:pt x="80" y="63"/>
                  </a:lnTo>
                  <a:lnTo>
                    <a:pt x="112" y="95"/>
                  </a:lnTo>
                  <a:lnTo>
                    <a:pt x="127" y="95"/>
                  </a:lnTo>
                  <a:cubicBezTo>
                    <a:pt x="143" y="95"/>
                    <a:pt x="143" y="80"/>
                    <a:pt x="158" y="80"/>
                  </a:cubicBezTo>
                  <a:cubicBezTo>
                    <a:pt x="158" y="63"/>
                    <a:pt x="158" y="32"/>
                    <a:pt x="143" y="32"/>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3" name="Google Shape;1653;p38"/>
            <p:cNvSpPr/>
            <p:nvPr/>
          </p:nvSpPr>
          <p:spPr>
            <a:xfrm>
              <a:off x="3173015" y="1791752"/>
              <a:ext cx="8523" cy="5025"/>
            </a:xfrm>
            <a:custGeom>
              <a:avLst/>
              <a:gdLst/>
              <a:ahLst/>
              <a:cxnLst/>
              <a:rect l="l" t="t" r="r" b="b"/>
              <a:pathLst>
                <a:path w="268" h="158" extrusionOk="0">
                  <a:moveTo>
                    <a:pt x="252" y="0"/>
                  </a:moveTo>
                  <a:lnTo>
                    <a:pt x="252" y="17"/>
                  </a:lnTo>
                  <a:lnTo>
                    <a:pt x="173" y="17"/>
                  </a:lnTo>
                  <a:lnTo>
                    <a:pt x="173" y="63"/>
                  </a:lnTo>
                  <a:cubicBezTo>
                    <a:pt x="158" y="63"/>
                    <a:pt x="141" y="80"/>
                    <a:pt x="141" y="80"/>
                  </a:cubicBezTo>
                  <a:cubicBezTo>
                    <a:pt x="126" y="80"/>
                    <a:pt x="126" y="63"/>
                    <a:pt x="110" y="63"/>
                  </a:cubicBezTo>
                  <a:cubicBezTo>
                    <a:pt x="110" y="48"/>
                    <a:pt x="95" y="32"/>
                    <a:pt x="110" y="17"/>
                  </a:cubicBezTo>
                  <a:lnTo>
                    <a:pt x="95" y="32"/>
                  </a:lnTo>
                  <a:lnTo>
                    <a:pt x="78" y="32"/>
                  </a:lnTo>
                  <a:lnTo>
                    <a:pt x="78" y="32"/>
                  </a:lnTo>
                  <a:lnTo>
                    <a:pt x="63" y="32"/>
                  </a:lnTo>
                  <a:lnTo>
                    <a:pt x="32" y="32"/>
                  </a:lnTo>
                  <a:cubicBezTo>
                    <a:pt x="15" y="48"/>
                    <a:pt x="0" y="48"/>
                    <a:pt x="0" y="63"/>
                  </a:cubicBezTo>
                  <a:lnTo>
                    <a:pt x="0" y="63"/>
                  </a:lnTo>
                  <a:lnTo>
                    <a:pt x="0" y="80"/>
                  </a:lnTo>
                  <a:lnTo>
                    <a:pt x="0" y="95"/>
                  </a:lnTo>
                  <a:lnTo>
                    <a:pt x="15" y="143"/>
                  </a:lnTo>
                  <a:cubicBezTo>
                    <a:pt x="32" y="158"/>
                    <a:pt x="32" y="158"/>
                    <a:pt x="47" y="158"/>
                  </a:cubicBezTo>
                  <a:lnTo>
                    <a:pt x="47" y="158"/>
                  </a:lnTo>
                  <a:lnTo>
                    <a:pt x="78" y="158"/>
                  </a:lnTo>
                  <a:lnTo>
                    <a:pt x="78" y="143"/>
                  </a:lnTo>
                  <a:lnTo>
                    <a:pt x="78" y="143"/>
                  </a:lnTo>
                  <a:cubicBezTo>
                    <a:pt x="47" y="143"/>
                    <a:pt x="47" y="126"/>
                    <a:pt x="47" y="111"/>
                  </a:cubicBezTo>
                  <a:cubicBezTo>
                    <a:pt x="47" y="95"/>
                    <a:pt x="63" y="80"/>
                    <a:pt x="78" y="80"/>
                  </a:cubicBezTo>
                  <a:lnTo>
                    <a:pt x="78" y="80"/>
                  </a:lnTo>
                  <a:cubicBezTo>
                    <a:pt x="110" y="80"/>
                    <a:pt x="126" y="80"/>
                    <a:pt x="141" y="95"/>
                  </a:cubicBezTo>
                  <a:lnTo>
                    <a:pt x="252" y="80"/>
                  </a:lnTo>
                  <a:lnTo>
                    <a:pt x="236" y="80"/>
                  </a:lnTo>
                  <a:cubicBezTo>
                    <a:pt x="236" y="63"/>
                    <a:pt x="236" y="32"/>
                    <a:pt x="267" y="17"/>
                  </a:cubicBezTo>
                  <a:cubicBezTo>
                    <a:pt x="267" y="0"/>
                    <a:pt x="252" y="0"/>
                    <a:pt x="25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4" name="Google Shape;1654;p38"/>
            <p:cNvSpPr/>
            <p:nvPr/>
          </p:nvSpPr>
          <p:spPr>
            <a:xfrm>
              <a:off x="3184019" y="1790258"/>
              <a:ext cx="3053" cy="2512"/>
            </a:xfrm>
            <a:custGeom>
              <a:avLst/>
              <a:gdLst/>
              <a:ahLst/>
              <a:cxnLst/>
              <a:rect l="l" t="t" r="r" b="b"/>
              <a:pathLst>
                <a:path w="96" h="79" extrusionOk="0">
                  <a:moveTo>
                    <a:pt x="95" y="1"/>
                  </a:moveTo>
                  <a:lnTo>
                    <a:pt x="32" y="16"/>
                  </a:lnTo>
                  <a:lnTo>
                    <a:pt x="32" y="16"/>
                  </a:lnTo>
                  <a:lnTo>
                    <a:pt x="16" y="16"/>
                  </a:lnTo>
                  <a:cubicBezTo>
                    <a:pt x="1" y="32"/>
                    <a:pt x="1" y="47"/>
                    <a:pt x="1" y="79"/>
                  </a:cubicBezTo>
                  <a:cubicBezTo>
                    <a:pt x="16" y="64"/>
                    <a:pt x="32" y="64"/>
                    <a:pt x="48" y="64"/>
                  </a:cubicBezTo>
                  <a:lnTo>
                    <a:pt x="64" y="64"/>
                  </a:lnTo>
                  <a:cubicBezTo>
                    <a:pt x="64" y="47"/>
                    <a:pt x="79" y="47"/>
                    <a:pt x="79" y="32"/>
                  </a:cubicBezTo>
                  <a:cubicBezTo>
                    <a:pt x="95" y="32"/>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5" name="Google Shape;1655;p38"/>
            <p:cNvSpPr/>
            <p:nvPr/>
          </p:nvSpPr>
          <p:spPr>
            <a:xfrm>
              <a:off x="3180488" y="1791752"/>
              <a:ext cx="9064" cy="2544"/>
            </a:xfrm>
            <a:custGeom>
              <a:avLst/>
              <a:gdLst/>
              <a:ahLst/>
              <a:cxnLst/>
              <a:rect l="l" t="t" r="r" b="b"/>
              <a:pathLst>
                <a:path w="285" h="80" extrusionOk="0">
                  <a:moveTo>
                    <a:pt x="222" y="63"/>
                  </a:moveTo>
                  <a:lnTo>
                    <a:pt x="222" y="63"/>
                  </a:lnTo>
                  <a:lnTo>
                    <a:pt x="222" y="63"/>
                  </a:lnTo>
                  <a:close/>
                  <a:moveTo>
                    <a:pt x="49" y="0"/>
                  </a:moveTo>
                  <a:lnTo>
                    <a:pt x="49" y="0"/>
                  </a:lnTo>
                  <a:lnTo>
                    <a:pt x="32" y="0"/>
                  </a:lnTo>
                  <a:lnTo>
                    <a:pt x="32" y="17"/>
                  </a:lnTo>
                  <a:cubicBezTo>
                    <a:pt x="1" y="32"/>
                    <a:pt x="1" y="63"/>
                    <a:pt x="1" y="80"/>
                  </a:cubicBezTo>
                  <a:lnTo>
                    <a:pt x="17" y="80"/>
                  </a:lnTo>
                  <a:lnTo>
                    <a:pt x="17" y="80"/>
                  </a:lnTo>
                  <a:cubicBezTo>
                    <a:pt x="32" y="80"/>
                    <a:pt x="64" y="80"/>
                    <a:pt x="95" y="63"/>
                  </a:cubicBezTo>
                  <a:lnTo>
                    <a:pt x="95" y="63"/>
                  </a:lnTo>
                  <a:lnTo>
                    <a:pt x="95" y="48"/>
                  </a:lnTo>
                  <a:cubicBezTo>
                    <a:pt x="95" y="32"/>
                    <a:pt x="112" y="32"/>
                    <a:pt x="127" y="32"/>
                  </a:cubicBezTo>
                  <a:lnTo>
                    <a:pt x="127" y="32"/>
                  </a:lnTo>
                  <a:lnTo>
                    <a:pt x="143" y="32"/>
                  </a:lnTo>
                  <a:lnTo>
                    <a:pt x="143" y="32"/>
                  </a:lnTo>
                  <a:lnTo>
                    <a:pt x="143" y="32"/>
                  </a:lnTo>
                  <a:lnTo>
                    <a:pt x="159" y="32"/>
                  </a:lnTo>
                  <a:lnTo>
                    <a:pt x="159" y="32"/>
                  </a:lnTo>
                  <a:cubicBezTo>
                    <a:pt x="175" y="32"/>
                    <a:pt x="190" y="32"/>
                    <a:pt x="190" y="48"/>
                  </a:cubicBezTo>
                  <a:lnTo>
                    <a:pt x="206" y="80"/>
                  </a:lnTo>
                  <a:lnTo>
                    <a:pt x="206" y="80"/>
                  </a:lnTo>
                  <a:cubicBezTo>
                    <a:pt x="206" y="80"/>
                    <a:pt x="206" y="63"/>
                    <a:pt x="222" y="63"/>
                  </a:cubicBezTo>
                  <a:lnTo>
                    <a:pt x="222" y="80"/>
                  </a:lnTo>
                  <a:lnTo>
                    <a:pt x="269" y="63"/>
                  </a:lnTo>
                  <a:lnTo>
                    <a:pt x="269" y="63"/>
                  </a:lnTo>
                  <a:lnTo>
                    <a:pt x="269" y="63"/>
                  </a:lnTo>
                  <a:cubicBezTo>
                    <a:pt x="269" y="63"/>
                    <a:pt x="285" y="63"/>
                    <a:pt x="285" y="80"/>
                  </a:cubicBezTo>
                  <a:cubicBezTo>
                    <a:pt x="285" y="48"/>
                    <a:pt x="285" y="32"/>
                    <a:pt x="253" y="17"/>
                  </a:cubicBezTo>
                  <a:cubicBezTo>
                    <a:pt x="253" y="0"/>
                    <a:pt x="238" y="0"/>
                    <a:pt x="222" y="0"/>
                  </a:cubicBezTo>
                  <a:lnTo>
                    <a:pt x="190" y="0"/>
                  </a:lnTo>
                  <a:lnTo>
                    <a:pt x="175" y="17"/>
                  </a:lnTo>
                  <a:lnTo>
                    <a:pt x="159" y="17"/>
                  </a:lnTo>
                  <a:cubicBezTo>
                    <a:pt x="143" y="17"/>
                    <a:pt x="127" y="17"/>
                    <a:pt x="112" y="32"/>
                  </a:cubicBezTo>
                  <a:lnTo>
                    <a:pt x="80" y="32"/>
                  </a:ln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6" name="Google Shape;1656;p38"/>
            <p:cNvSpPr/>
            <p:nvPr/>
          </p:nvSpPr>
          <p:spPr>
            <a:xfrm>
              <a:off x="3187517" y="179375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7" name="Google Shape;1657;p38"/>
            <p:cNvSpPr/>
            <p:nvPr/>
          </p:nvSpPr>
          <p:spPr>
            <a:xfrm>
              <a:off x="3395958" y="1794265"/>
              <a:ext cx="6583" cy="4516"/>
            </a:xfrm>
            <a:custGeom>
              <a:avLst/>
              <a:gdLst/>
              <a:ahLst/>
              <a:cxnLst/>
              <a:rect l="l" t="t" r="r" b="b"/>
              <a:pathLst>
                <a:path w="207" h="142" extrusionOk="0">
                  <a:moveTo>
                    <a:pt x="64" y="1"/>
                  </a:moveTo>
                  <a:lnTo>
                    <a:pt x="64" y="1"/>
                  </a:lnTo>
                  <a:lnTo>
                    <a:pt x="49" y="1"/>
                  </a:lnTo>
                  <a:lnTo>
                    <a:pt x="49" y="1"/>
                  </a:lnTo>
                  <a:lnTo>
                    <a:pt x="32" y="1"/>
                  </a:lnTo>
                  <a:cubicBezTo>
                    <a:pt x="17" y="16"/>
                    <a:pt x="17" y="16"/>
                    <a:pt x="17" y="32"/>
                  </a:cubicBezTo>
                  <a:lnTo>
                    <a:pt x="1" y="95"/>
                  </a:lnTo>
                  <a:cubicBezTo>
                    <a:pt x="1" y="110"/>
                    <a:pt x="1" y="110"/>
                    <a:pt x="17" y="127"/>
                  </a:cubicBezTo>
                  <a:cubicBezTo>
                    <a:pt x="17" y="127"/>
                    <a:pt x="32" y="142"/>
                    <a:pt x="49" y="142"/>
                  </a:cubicBezTo>
                  <a:lnTo>
                    <a:pt x="49" y="142"/>
                  </a:lnTo>
                  <a:lnTo>
                    <a:pt x="80" y="142"/>
                  </a:lnTo>
                  <a:lnTo>
                    <a:pt x="80" y="142"/>
                  </a:lnTo>
                  <a:lnTo>
                    <a:pt x="95" y="142"/>
                  </a:lnTo>
                  <a:lnTo>
                    <a:pt x="112" y="142"/>
                  </a:lnTo>
                  <a:lnTo>
                    <a:pt x="112" y="142"/>
                  </a:lnTo>
                  <a:lnTo>
                    <a:pt x="112" y="127"/>
                  </a:lnTo>
                  <a:cubicBezTo>
                    <a:pt x="127" y="127"/>
                    <a:pt x="127" y="110"/>
                    <a:pt x="143" y="110"/>
                  </a:cubicBezTo>
                  <a:lnTo>
                    <a:pt x="143" y="110"/>
                  </a:lnTo>
                  <a:cubicBezTo>
                    <a:pt x="143" y="110"/>
                    <a:pt x="158" y="110"/>
                    <a:pt x="158" y="127"/>
                  </a:cubicBezTo>
                  <a:lnTo>
                    <a:pt x="175" y="127"/>
                  </a:lnTo>
                  <a:lnTo>
                    <a:pt x="175" y="127"/>
                  </a:lnTo>
                  <a:cubicBezTo>
                    <a:pt x="190" y="110"/>
                    <a:pt x="206" y="95"/>
                    <a:pt x="190" y="79"/>
                  </a:cubicBezTo>
                  <a:cubicBezTo>
                    <a:pt x="175" y="64"/>
                    <a:pt x="175" y="64"/>
                    <a:pt x="158" y="64"/>
                  </a:cubicBezTo>
                  <a:lnTo>
                    <a:pt x="143" y="64"/>
                  </a:lnTo>
                  <a:cubicBezTo>
                    <a:pt x="127" y="79"/>
                    <a:pt x="112" y="79"/>
                    <a:pt x="112" y="79"/>
                  </a:cubicBezTo>
                  <a:lnTo>
                    <a:pt x="112" y="47"/>
                  </a:lnTo>
                  <a:lnTo>
                    <a:pt x="95" y="32"/>
                  </a:ln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8" name="Google Shape;1658;p38"/>
            <p:cNvSpPr/>
            <p:nvPr/>
          </p:nvSpPr>
          <p:spPr>
            <a:xfrm>
              <a:off x="3021693" y="1807304"/>
              <a:ext cx="2512" cy="2035"/>
            </a:xfrm>
            <a:custGeom>
              <a:avLst/>
              <a:gdLst/>
              <a:ahLst/>
              <a:cxnLst/>
              <a:rect l="l" t="t" r="r" b="b"/>
              <a:pathLst>
                <a:path w="79" h="64" extrusionOk="0">
                  <a:moveTo>
                    <a:pt x="78" y="0"/>
                  </a:moveTo>
                  <a:lnTo>
                    <a:pt x="0" y="32"/>
                  </a:lnTo>
                  <a:lnTo>
                    <a:pt x="0" y="32"/>
                  </a:lnTo>
                  <a:lnTo>
                    <a:pt x="0" y="63"/>
                  </a:lnTo>
                  <a:lnTo>
                    <a:pt x="0" y="63"/>
                  </a:lnTo>
                  <a:lnTo>
                    <a:pt x="0" y="63"/>
                  </a:lnTo>
                  <a:lnTo>
                    <a:pt x="15" y="63"/>
                  </a:lnTo>
                  <a:lnTo>
                    <a:pt x="63" y="63"/>
                  </a:lnTo>
                  <a:cubicBezTo>
                    <a:pt x="78" y="32"/>
                    <a:pt x="78" y="16"/>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9" name="Google Shape;1659;p38"/>
            <p:cNvSpPr/>
            <p:nvPr/>
          </p:nvSpPr>
          <p:spPr>
            <a:xfrm>
              <a:off x="3111888" y="1794742"/>
              <a:ext cx="6042" cy="5057"/>
            </a:xfrm>
            <a:custGeom>
              <a:avLst/>
              <a:gdLst/>
              <a:ahLst/>
              <a:cxnLst/>
              <a:rect l="l" t="t" r="r" b="b"/>
              <a:pathLst>
                <a:path w="190" h="159" extrusionOk="0">
                  <a:moveTo>
                    <a:pt x="110" y="1"/>
                  </a:moveTo>
                  <a:lnTo>
                    <a:pt x="95" y="1"/>
                  </a:lnTo>
                  <a:lnTo>
                    <a:pt x="78" y="1"/>
                  </a:lnTo>
                  <a:cubicBezTo>
                    <a:pt x="78" y="1"/>
                    <a:pt x="63" y="1"/>
                    <a:pt x="63" y="17"/>
                  </a:cubicBezTo>
                  <a:lnTo>
                    <a:pt x="63" y="17"/>
                  </a:lnTo>
                  <a:lnTo>
                    <a:pt x="63" y="17"/>
                  </a:lnTo>
                  <a:lnTo>
                    <a:pt x="63" y="17"/>
                  </a:lnTo>
                  <a:lnTo>
                    <a:pt x="63" y="17"/>
                  </a:lnTo>
                  <a:cubicBezTo>
                    <a:pt x="95" y="17"/>
                    <a:pt x="95" y="32"/>
                    <a:pt x="95" y="49"/>
                  </a:cubicBezTo>
                  <a:lnTo>
                    <a:pt x="95" y="112"/>
                  </a:lnTo>
                  <a:cubicBezTo>
                    <a:pt x="78" y="127"/>
                    <a:pt x="63" y="143"/>
                    <a:pt x="47" y="143"/>
                  </a:cubicBezTo>
                  <a:lnTo>
                    <a:pt x="47" y="143"/>
                  </a:lnTo>
                  <a:cubicBezTo>
                    <a:pt x="32" y="143"/>
                    <a:pt x="15" y="127"/>
                    <a:pt x="15" y="95"/>
                  </a:cubicBezTo>
                  <a:cubicBezTo>
                    <a:pt x="0" y="112"/>
                    <a:pt x="0" y="127"/>
                    <a:pt x="15" y="143"/>
                  </a:cubicBezTo>
                  <a:cubicBezTo>
                    <a:pt x="15" y="159"/>
                    <a:pt x="32" y="159"/>
                    <a:pt x="47" y="159"/>
                  </a:cubicBezTo>
                  <a:lnTo>
                    <a:pt x="47" y="159"/>
                  </a:lnTo>
                  <a:lnTo>
                    <a:pt x="63" y="159"/>
                  </a:lnTo>
                  <a:lnTo>
                    <a:pt x="126" y="127"/>
                  </a:lnTo>
                  <a:lnTo>
                    <a:pt x="158" y="112"/>
                  </a:lnTo>
                  <a:cubicBezTo>
                    <a:pt x="173" y="95"/>
                    <a:pt x="173" y="95"/>
                    <a:pt x="173" y="80"/>
                  </a:cubicBezTo>
                  <a:cubicBezTo>
                    <a:pt x="189" y="80"/>
                    <a:pt x="189" y="64"/>
                    <a:pt x="173" y="64"/>
                  </a:cubicBezTo>
                  <a:lnTo>
                    <a:pt x="173" y="64"/>
                  </a:lnTo>
                  <a:lnTo>
                    <a:pt x="173" y="49"/>
                  </a:lnTo>
                  <a:cubicBezTo>
                    <a:pt x="173" y="32"/>
                    <a:pt x="158" y="17"/>
                    <a:pt x="141" y="1"/>
                  </a:cubicBezTo>
                  <a:lnTo>
                    <a:pt x="126" y="1"/>
                  </a:lnTo>
                  <a:lnTo>
                    <a:pt x="126"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0" name="Google Shape;1660;p38"/>
            <p:cNvSpPr/>
            <p:nvPr/>
          </p:nvSpPr>
          <p:spPr>
            <a:xfrm>
              <a:off x="3016159" y="1797286"/>
              <a:ext cx="5565" cy="2512"/>
            </a:xfrm>
            <a:custGeom>
              <a:avLst/>
              <a:gdLst/>
              <a:ahLst/>
              <a:cxnLst/>
              <a:rect l="l" t="t" r="r" b="b"/>
              <a:pathLst>
                <a:path w="175" h="79" extrusionOk="0">
                  <a:moveTo>
                    <a:pt x="48" y="0"/>
                  </a:moveTo>
                  <a:lnTo>
                    <a:pt x="32" y="0"/>
                  </a:lnTo>
                  <a:cubicBezTo>
                    <a:pt x="32" y="0"/>
                    <a:pt x="16" y="0"/>
                    <a:pt x="16" y="15"/>
                  </a:cubicBezTo>
                  <a:lnTo>
                    <a:pt x="0" y="32"/>
                  </a:lnTo>
                  <a:lnTo>
                    <a:pt x="0" y="32"/>
                  </a:lnTo>
                  <a:lnTo>
                    <a:pt x="16" y="32"/>
                  </a:lnTo>
                  <a:lnTo>
                    <a:pt x="16" y="32"/>
                  </a:lnTo>
                  <a:lnTo>
                    <a:pt x="32" y="32"/>
                  </a:lnTo>
                  <a:lnTo>
                    <a:pt x="48" y="32"/>
                  </a:lnTo>
                  <a:cubicBezTo>
                    <a:pt x="63" y="32"/>
                    <a:pt x="95" y="32"/>
                    <a:pt x="111" y="63"/>
                  </a:cubicBezTo>
                  <a:cubicBezTo>
                    <a:pt x="126" y="79"/>
                    <a:pt x="126" y="79"/>
                    <a:pt x="143" y="79"/>
                  </a:cubicBezTo>
                  <a:lnTo>
                    <a:pt x="158" y="79"/>
                  </a:lnTo>
                  <a:lnTo>
                    <a:pt x="158" y="79"/>
                  </a:lnTo>
                  <a:lnTo>
                    <a:pt x="174" y="63"/>
                  </a:lnTo>
                  <a:lnTo>
                    <a:pt x="174" y="47"/>
                  </a:lnTo>
                  <a:cubicBezTo>
                    <a:pt x="174" y="32"/>
                    <a:pt x="158" y="32"/>
                    <a:pt x="158" y="15"/>
                  </a:cubicBezTo>
                  <a:lnTo>
                    <a:pt x="143" y="15"/>
                  </a:lnTo>
                  <a:lnTo>
                    <a:pt x="126"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1" name="Google Shape;1661;p38"/>
            <p:cNvSpPr/>
            <p:nvPr/>
          </p:nvSpPr>
          <p:spPr>
            <a:xfrm>
              <a:off x="3104350" y="1787745"/>
              <a:ext cx="3530" cy="3021"/>
            </a:xfrm>
            <a:custGeom>
              <a:avLst/>
              <a:gdLst/>
              <a:ahLst/>
              <a:cxnLst/>
              <a:rect l="l" t="t" r="r" b="b"/>
              <a:pathLst>
                <a:path w="111" h="95" extrusionOk="0">
                  <a:moveTo>
                    <a:pt x="79" y="0"/>
                  </a:moveTo>
                  <a:lnTo>
                    <a:pt x="32" y="63"/>
                  </a:lnTo>
                  <a:cubicBezTo>
                    <a:pt x="32" y="63"/>
                    <a:pt x="16" y="80"/>
                    <a:pt x="0" y="80"/>
                  </a:cubicBezTo>
                  <a:lnTo>
                    <a:pt x="0" y="80"/>
                  </a:lnTo>
                  <a:lnTo>
                    <a:pt x="16" y="80"/>
                  </a:lnTo>
                  <a:lnTo>
                    <a:pt x="16" y="95"/>
                  </a:lnTo>
                  <a:lnTo>
                    <a:pt x="32" y="95"/>
                  </a:lnTo>
                  <a:lnTo>
                    <a:pt x="48" y="95"/>
                  </a:lnTo>
                  <a:lnTo>
                    <a:pt x="63" y="95"/>
                  </a:lnTo>
                  <a:lnTo>
                    <a:pt x="63" y="95"/>
                  </a:lnTo>
                  <a:lnTo>
                    <a:pt x="63" y="80"/>
                  </a:lnTo>
                  <a:cubicBezTo>
                    <a:pt x="48" y="80"/>
                    <a:pt x="48" y="48"/>
                    <a:pt x="63" y="32"/>
                  </a:cubicBezTo>
                  <a:lnTo>
                    <a:pt x="79" y="32"/>
                  </a:lnTo>
                  <a:lnTo>
                    <a:pt x="79" y="32"/>
                  </a:lnTo>
                  <a:lnTo>
                    <a:pt x="111" y="32"/>
                  </a:lnTo>
                  <a:lnTo>
                    <a:pt x="111" y="32"/>
                  </a:lnTo>
                  <a:cubicBezTo>
                    <a:pt x="95" y="17"/>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2" name="Google Shape;1662;p38"/>
            <p:cNvSpPr/>
            <p:nvPr/>
          </p:nvSpPr>
          <p:spPr>
            <a:xfrm>
              <a:off x="3399488" y="1797286"/>
              <a:ext cx="6042" cy="4039"/>
            </a:xfrm>
            <a:custGeom>
              <a:avLst/>
              <a:gdLst/>
              <a:ahLst/>
              <a:cxnLst/>
              <a:rect l="l" t="t" r="r" b="b"/>
              <a:pathLst>
                <a:path w="190" h="127" extrusionOk="0">
                  <a:moveTo>
                    <a:pt x="1" y="126"/>
                  </a:moveTo>
                  <a:lnTo>
                    <a:pt x="1" y="126"/>
                  </a:lnTo>
                  <a:lnTo>
                    <a:pt x="1" y="126"/>
                  </a:lnTo>
                  <a:lnTo>
                    <a:pt x="1" y="126"/>
                  </a:lnTo>
                  <a:close/>
                  <a:moveTo>
                    <a:pt x="142" y="0"/>
                  </a:moveTo>
                  <a:cubicBezTo>
                    <a:pt x="127" y="0"/>
                    <a:pt x="110" y="0"/>
                    <a:pt x="110" y="15"/>
                  </a:cubicBezTo>
                  <a:cubicBezTo>
                    <a:pt x="110" y="47"/>
                    <a:pt x="95" y="63"/>
                    <a:pt x="79" y="63"/>
                  </a:cubicBezTo>
                  <a:cubicBezTo>
                    <a:pt x="79" y="79"/>
                    <a:pt x="79" y="79"/>
                    <a:pt x="64" y="79"/>
                  </a:cubicBezTo>
                  <a:lnTo>
                    <a:pt x="64" y="79"/>
                  </a:lnTo>
                  <a:lnTo>
                    <a:pt x="64" y="79"/>
                  </a:lnTo>
                  <a:lnTo>
                    <a:pt x="32" y="110"/>
                  </a:lnTo>
                  <a:lnTo>
                    <a:pt x="32" y="110"/>
                  </a:lnTo>
                  <a:lnTo>
                    <a:pt x="79" y="110"/>
                  </a:lnTo>
                  <a:lnTo>
                    <a:pt x="95" y="110"/>
                  </a:lnTo>
                  <a:cubicBezTo>
                    <a:pt x="95" y="110"/>
                    <a:pt x="110" y="110"/>
                    <a:pt x="110" y="126"/>
                  </a:cubicBezTo>
                  <a:cubicBezTo>
                    <a:pt x="142" y="110"/>
                    <a:pt x="158" y="79"/>
                    <a:pt x="173" y="32"/>
                  </a:cubicBezTo>
                  <a:cubicBezTo>
                    <a:pt x="190" y="32"/>
                    <a:pt x="173" y="15"/>
                    <a:pt x="173" y="0"/>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3" name="Google Shape;1663;p38"/>
            <p:cNvSpPr/>
            <p:nvPr/>
          </p:nvSpPr>
          <p:spPr>
            <a:xfrm>
              <a:off x="3015141" y="1798272"/>
              <a:ext cx="9064" cy="3530"/>
            </a:xfrm>
            <a:custGeom>
              <a:avLst/>
              <a:gdLst/>
              <a:ahLst/>
              <a:cxnLst/>
              <a:rect l="l" t="t" r="r" b="b"/>
              <a:pathLst>
                <a:path w="285" h="111" extrusionOk="0">
                  <a:moveTo>
                    <a:pt x="80" y="64"/>
                  </a:moveTo>
                  <a:lnTo>
                    <a:pt x="80" y="64"/>
                  </a:lnTo>
                  <a:lnTo>
                    <a:pt x="80" y="64"/>
                  </a:lnTo>
                  <a:close/>
                  <a:moveTo>
                    <a:pt x="32" y="1"/>
                  </a:moveTo>
                  <a:lnTo>
                    <a:pt x="32" y="1"/>
                  </a:lnTo>
                  <a:lnTo>
                    <a:pt x="32" y="1"/>
                  </a:lnTo>
                  <a:cubicBezTo>
                    <a:pt x="17" y="16"/>
                    <a:pt x="1" y="16"/>
                    <a:pt x="1" y="32"/>
                  </a:cubicBezTo>
                  <a:lnTo>
                    <a:pt x="1" y="32"/>
                  </a:lnTo>
                  <a:cubicBezTo>
                    <a:pt x="17" y="48"/>
                    <a:pt x="17" y="64"/>
                    <a:pt x="17" y="64"/>
                  </a:cubicBezTo>
                  <a:cubicBezTo>
                    <a:pt x="32" y="64"/>
                    <a:pt x="32" y="79"/>
                    <a:pt x="32" y="79"/>
                  </a:cubicBezTo>
                  <a:lnTo>
                    <a:pt x="48" y="79"/>
                  </a:lnTo>
                  <a:lnTo>
                    <a:pt x="64" y="79"/>
                  </a:lnTo>
                  <a:lnTo>
                    <a:pt x="64" y="79"/>
                  </a:lnTo>
                  <a:lnTo>
                    <a:pt x="80" y="79"/>
                  </a:lnTo>
                  <a:lnTo>
                    <a:pt x="95" y="79"/>
                  </a:lnTo>
                  <a:lnTo>
                    <a:pt x="112" y="95"/>
                  </a:lnTo>
                  <a:cubicBezTo>
                    <a:pt x="127" y="95"/>
                    <a:pt x="127" y="111"/>
                    <a:pt x="127" y="111"/>
                  </a:cubicBezTo>
                  <a:lnTo>
                    <a:pt x="175" y="111"/>
                  </a:lnTo>
                  <a:lnTo>
                    <a:pt x="238" y="111"/>
                  </a:lnTo>
                  <a:lnTo>
                    <a:pt x="238" y="95"/>
                  </a:lnTo>
                  <a:lnTo>
                    <a:pt x="253" y="95"/>
                  </a:lnTo>
                  <a:cubicBezTo>
                    <a:pt x="269" y="95"/>
                    <a:pt x="284" y="64"/>
                    <a:pt x="269" y="48"/>
                  </a:cubicBezTo>
                  <a:cubicBezTo>
                    <a:pt x="269" y="48"/>
                    <a:pt x="269" y="32"/>
                    <a:pt x="253" y="32"/>
                  </a:cubicBezTo>
                  <a:lnTo>
                    <a:pt x="238" y="32"/>
                  </a:lnTo>
                  <a:lnTo>
                    <a:pt x="238" y="32"/>
                  </a:lnTo>
                  <a:lnTo>
                    <a:pt x="238" y="32"/>
                  </a:lnTo>
                  <a:lnTo>
                    <a:pt x="221" y="32"/>
                  </a:lnTo>
                  <a:cubicBezTo>
                    <a:pt x="221" y="32"/>
                    <a:pt x="206" y="32"/>
                    <a:pt x="206" y="48"/>
                  </a:cubicBezTo>
                  <a:lnTo>
                    <a:pt x="190" y="48"/>
                  </a:lnTo>
                  <a:lnTo>
                    <a:pt x="175" y="48"/>
                  </a:lnTo>
                  <a:cubicBezTo>
                    <a:pt x="158" y="48"/>
                    <a:pt x="158" y="48"/>
                    <a:pt x="143" y="32"/>
                  </a:cubicBezTo>
                  <a:cubicBezTo>
                    <a:pt x="127" y="1"/>
                    <a:pt x="95" y="1"/>
                    <a:pt x="80" y="1"/>
                  </a:cubicBezTo>
                  <a:lnTo>
                    <a:pt x="64" y="1"/>
                  </a:ln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4" name="Google Shape;1664;p38"/>
            <p:cNvSpPr/>
            <p:nvPr/>
          </p:nvSpPr>
          <p:spPr>
            <a:xfrm>
              <a:off x="3017654" y="1800276"/>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5" name="Google Shape;1665;p38"/>
            <p:cNvSpPr/>
            <p:nvPr/>
          </p:nvSpPr>
          <p:spPr>
            <a:xfrm>
              <a:off x="3407503" y="1783738"/>
              <a:ext cx="2544" cy="5565"/>
            </a:xfrm>
            <a:custGeom>
              <a:avLst/>
              <a:gdLst/>
              <a:ahLst/>
              <a:cxnLst/>
              <a:rect l="l" t="t" r="r" b="b"/>
              <a:pathLst>
                <a:path w="80" h="175" extrusionOk="0">
                  <a:moveTo>
                    <a:pt x="32" y="0"/>
                  </a:moveTo>
                  <a:lnTo>
                    <a:pt x="32" y="0"/>
                  </a:lnTo>
                  <a:lnTo>
                    <a:pt x="16" y="0"/>
                  </a:lnTo>
                  <a:cubicBezTo>
                    <a:pt x="1" y="0"/>
                    <a:pt x="1" y="17"/>
                    <a:pt x="1" y="32"/>
                  </a:cubicBezTo>
                  <a:lnTo>
                    <a:pt x="16" y="95"/>
                  </a:lnTo>
                  <a:lnTo>
                    <a:pt x="32" y="111"/>
                  </a:lnTo>
                  <a:cubicBezTo>
                    <a:pt x="48" y="111"/>
                    <a:pt x="64" y="126"/>
                    <a:pt x="64" y="143"/>
                  </a:cubicBezTo>
                  <a:cubicBezTo>
                    <a:pt x="64" y="158"/>
                    <a:pt x="48" y="158"/>
                    <a:pt x="48" y="174"/>
                  </a:cubicBezTo>
                  <a:lnTo>
                    <a:pt x="48" y="174"/>
                  </a:lnTo>
                  <a:lnTo>
                    <a:pt x="48" y="174"/>
                  </a:lnTo>
                  <a:cubicBezTo>
                    <a:pt x="64" y="174"/>
                    <a:pt x="79" y="158"/>
                    <a:pt x="79" y="126"/>
                  </a:cubicBezTo>
                  <a:lnTo>
                    <a:pt x="79" y="32"/>
                  </a:lnTo>
                  <a:lnTo>
                    <a:pt x="79" y="32"/>
                  </a:lnTo>
                  <a:lnTo>
                    <a:pt x="79" y="32"/>
                  </a:lnTo>
                  <a:cubicBezTo>
                    <a:pt x="64"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6" name="Google Shape;1666;p38"/>
            <p:cNvSpPr/>
            <p:nvPr/>
          </p:nvSpPr>
          <p:spPr>
            <a:xfrm>
              <a:off x="3398980" y="1772225"/>
              <a:ext cx="6551" cy="5057"/>
            </a:xfrm>
            <a:custGeom>
              <a:avLst/>
              <a:gdLst/>
              <a:ahLst/>
              <a:cxnLst/>
              <a:rect l="l" t="t" r="r" b="b"/>
              <a:pathLst>
                <a:path w="206" h="159" extrusionOk="0">
                  <a:moveTo>
                    <a:pt x="158" y="1"/>
                  </a:moveTo>
                  <a:lnTo>
                    <a:pt x="143" y="1"/>
                  </a:lnTo>
                  <a:lnTo>
                    <a:pt x="48" y="16"/>
                  </a:lnTo>
                  <a:cubicBezTo>
                    <a:pt x="32" y="16"/>
                    <a:pt x="17" y="32"/>
                    <a:pt x="17" y="47"/>
                  </a:cubicBezTo>
                  <a:cubicBezTo>
                    <a:pt x="17" y="64"/>
                    <a:pt x="32" y="79"/>
                    <a:pt x="32" y="79"/>
                  </a:cubicBezTo>
                  <a:lnTo>
                    <a:pt x="32" y="64"/>
                  </a:lnTo>
                  <a:cubicBezTo>
                    <a:pt x="48" y="47"/>
                    <a:pt x="48" y="47"/>
                    <a:pt x="63" y="47"/>
                  </a:cubicBezTo>
                  <a:lnTo>
                    <a:pt x="63" y="47"/>
                  </a:lnTo>
                  <a:lnTo>
                    <a:pt x="80" y="47"/>
                  </a:lnTo>
                  <a:lnTo>
                    <a:pt x="143" y="64"/>
                  </a:lnTo>
                  <a:cubicBezTo>
                    <a:pt x="158" y="79"/>
                    <a:pt x="174" y="95"/>
                    <a:pt x="158" y="110"/>
                  </a:cubicBezTo>
                  <a:cubicBezTo>
                    <a:pt x="158" y="127"/>
                    <a:pt x="143" y="142"/>
                    <a:pt x="126" y="142"/>
                  </a:cubicBezTo>
                  <a:lnTo>
                    <a:pt x="111" y="127"/>
                  </a:lnTo>
                  <a:lnTo>
                    <a:pt x="48" y="110"/>
                  </a:lnTo>
                  <a:cubicBezTo>
                    <a:pt x="48" y="110"/>
                    <a:pt x="48" y="95"/>
                    <a:pt x="32" y="95"/>
                  </a:cubicBezTo>
                  <a:lnTo>
                    <a:pt x="32" y="95"/>
                  </a:lnTo>
                  <a:lnTo>
                    <a:pt x="32" y="95"/>
                  </a:lnTo>
                  <a:cubicBezTo>
                    <a:pt x="17" y="95"/>
                    <a:pt x="0" y="110"/>
                    <a:pt x="0" y="127"/>
                  </a:cubicBezTo>
                  <a:cubicBezTo>
                    <a:pt x="0" y="142"/>
                    <a:pt x="17" y="158"/>
                    <a:pt x="32" y="158"/>
                  </a:cubicBezTo>
                  <a:lnTo>
                    <a:pt x="48" y="158"/>
                  </a:lnTo>
                  <a:cubicBezTo>
                    <a:pt x="111" y="158"/>
                    <a:pt x="174" y="142"/>
                    <a:pt x="189" y="110"/>
                  </a:cubicBezTo>
                  <a:lnTo>
                    <a:pt x="189" y="110"/>
                  </a:lnTo>
                  <a:lnTo>
                    <a:pt x="189" y="110"/>
                  </a:lnTo>
                  <a:cubicBezTo>
                    <a:pt x="174" y="110"/>
                    <a:pt x="158" y="79"/>
                    <a:pt x="174" y="64"/>
                  </a:cubicBezTo>
                  <a:cubicBezTo>
                    <a:pt x="174" y="47"/>
                    <a:pt x="189" y="47"/>
                    <a:pt x="206" y="47"/>
                  </a:cubicBezTo>
                  <a:lnTo>
                    <a:pt x="206" y="47"/>
                  </a:lnTo>
                  <a:lnTo>
                    <a:pt x="206" y="47"/>
                  </a:lnTo>
                  <a:lnTo>
                    <a:pt x="206" y="47"/>
                  </a:lnTo>
                  <a:lnTo>
                    <a:pt x="174" y="16"/>
                  </a:lnTo>
                  <a:cubicBezTo>
                    <a:pt x="174" y="1"/>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7" name="Google Shape;1667;p38"/>
            <p:cNvSpPr/>
            <p:nvPr/>
          </p:nvSpPr>
          <p:spPr>
            <a:xfrm>
              <a:off x="3293741" y="1819326"/>
              <a:ext cx="7060" cy="4039"/>
            </a:xfrm>
            <a:custGeom>
              <a:avLst/>
              <a:gdLst/>
              <a:ahLst/>
              <a:cxnLst/>
              <a:rect l="l" t="t" r="r" b="b"/>
              <a:pathLst>
                <a:path w="222" h="127" extrusionOk="0">
                  <a:moveTo>
                    <a:pt x="32" y="64"/>
                  </a:moveTo>
                  <a:cubicBezTo>
                    <a:pt x="17" y="64"/>
                    <a:pt x="1" y="64"/>
                    <a:pt x="1" y="79"/>
                  </a:cubicBezTo>
                  <a:cubicBezTo>
                    <a:pt x="1" y="110"/>
                    <a:pt x="17" y="127"/>
                    <a:pt x="32" y="127"/>
                  </a:cubicBezTo>
                  <a:lnTo>
                    <a:pt x="64" y="127"/>
                  </a:lnTo>
                  <a:cubicBezTo>
                    <a:pt x="80" y="127"/>
                    <a:pt x="95" y="127"/>
                    <a:pt x="112" y="110"/>
                  </a:cubicBezTo>
                  <a:lnTo>
                    <a:pt x="112" y="110"/>
                  </a:lnTo>
                  <a:cubicBezTo>
                    <a:pt x="95" y="110"/>
                    <a:pt x="95" y="127"/>
                    <a:pt x="80" y="127"/>
                  </a:cubicBezTo>
                  <a:lnTo>
                    <a:pt x="64" y="127"/>
                  </a:lnTo>
                  <a:cubicBezTo>
                    <a:pt x="49" y="110"/>
                    <a:pt x="49" y="95"/>
                    <a:pt x="49" y="79"/>
                  </a:cubicBezTo>
                  <a:lnTo>
                    <a:pt x="49" y="64"/>
                  </a:lnTo>
                  <a:lnTo>
                    <a:pt x="49" y="64"/>
                  </a:lnTo>
                  <a:lnTo>
                    <a:pt x="32" y="64"/>
                  </a:lnTo>
                  <a:close/>
                  <a:moveTo>
                    <a:pt x="127" y="1"/>
                  </a:moveTo>
                  <a:lnTo>
                    <a:pt x="127" y="32"/>
                  </a:lnTo>
                  <a:lnTo>
                    <a:pt x="127" y="47"/>
                  </a:lnTo>
                  <a:cubicBezTo>
                    <a:pt x="127" y="47"/>
                    <a:pt x="127" y="32"/>
                    <a:pt x="143" y="32"/>
                  </a:cubicBezTo>
                  <a:lnTo>
                    <a:pt x="143" y="32"/>
                  </a:lnTo>
                  <a:lnTo>
                    <a:pt x="158" y="47"/>
                  </a:lnTo>
                  <a:cubicBezTo>
                    <a:pt x="158" y="32"/>
                    <a:pt x="158" y="32"/>
                    <a:pt x="175" y="32"/>
                  </a:cubicBezTo>
                  <a:lnTo>
                    <a:pt x="175" y="32"/>
                  </a:lnTo>
                  <a:cubicBezTo>
                    <a:pt x="175" y="32"/>
                    <a:pt x="190" y="32"/>
                    <a:pt x="190" y="47"/>
                  </a:cubicBezTo>
                  <a:cubicBezTo>
                    <a:pt x="206" y="64"/>
                    <a:pt x="206" y="79"/>
                    <a:pt x="206" y="79"/>
                  </a:cubicBezTo>
                  <a:lnTo>
                    <a:pt x="206" y="79"/>
                  </a:lnTo>
                  <a:cubicBezTo>
                    <a:pt x="221" y="47"/>
                    <a:pt x="206" y="32"/>
                    <a:pt x="190" y="32"/>
                  </a:cubicBezTo>
                  <a:lnTo>
                    <a:pt x="143"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8" name="Google Shape;1668;p38"/>
            <p:cNvSpPr/>
            <p:nvPr/>
          </p:nvSpPr>
          <p:spPr>
            <a:xfrm>
              <a:off x="3404991" y="1776232"/>
              <a:ext cx="5565" cy="5534"/>
            </a:xfrm>
            <a:custGeom>
              <a:avLst/>
              <a:gdLst/>
              <a:ahLst/>
              <a:cxnLst/>
              <a:rect l="l" t="t" r="r" b="b"/>
              <a:pathLst>
                <a:path w="175" h="174" extrusionOk="0">
                  <a:moveTo>
                    <a:pt x="32" y="47"/>
                  </a:moveTo>
                  <a:lnTo>
                    <a:pt x="32" y="47"/>
                  </a:lnTo>
                  <a:cubicBezTo>
                    <a:pt x="17" y="47"/>
                    <a:pt x="0" y="64"/>
                    <a:pt x="0" y="79"/>
                  </a:cubicBezTo>
                  <a:lnTo>
                    <a:pt x="0" y="142"/>
                  </a:lnTo>
                  <a:cubicBezTo>
                    <a:pt x="0" y="158"/>
                    <a:pt x="17" y="173"/>
                    <a:pt x="32" y="173"/>
                  </a:cubicBezTo>
                  <a:lnTo>
                    <a:pt x="32" y="173"/>
                  </a:lnTo>
                  <a:cubicBezTo>
                    <a:pt x="48" y="173"/>
                    <a:pt x="63" y="158"/>
                    <a:pt x="63" y="142"/>
                  </a:cubicBezTo>
                  <a:lnTo>
                    <a:pt x="63" y="95"/>
                  </a:lnTo>
                  <a:lnTo>
                    <a:pt x="63" y="79"/>
                  </a:lnTo>
                  <a:lnTo>
                    <a:pt x="63" y="79"/>
                  </a:lnTo>
                  <a:lnTo>
                    <a:pt x="63" y="79"/>
                  </a:lnTo>
                  <a:cubicBezTo>
                    <a:pt x="48" y="79"/>
                    <a:pt x="32" y="64"/>
                    <a:pt x="32" y="47"/>
                  </a:cubicBezTo>
                  <a:lnTo>
                    <a:pt x="32" y="47"/>
                  </a:lnTo>
                  <a:close/>
                  <a:moveTo>
                    <a:pt x="127" y="1"/>
                  </a:moveTo>
                  <a:lnTo>
                    <a:pt x="127" y="1"/>
                  </a:lnTo>
                  <a:lnTo>
                    <a:pt x="111" y="1"/>
                  </a:lnTo>
                  <a:lnTo>
                    <a:pt x="95" y="1"/>
                  </a:lnTo>
                  <a:lnTo>
                    <a:pt x="95" y="32"/>
                  </a:lnTo>
                  <a:lnTo>
                    <a:pt x="95" y="47"/>
                  </a:lnTo>
                  <a:lnTo>
                    <a:pt x="95" y="47"/>
                  </a:lnTo>
                  <a:lnTo>
                    <a:pt x="95" y="47"/>
                  </a:lnTo>
                  <a:lnTo>
                    <a:pt x="143" y="47"/>
                  </a:lnTo>
                  <a:cubicBezTo>
                    <a:pt x="143" y="32"/>
                    <a:pt x="143" y="16"/>
                    <a:pt x="158" y="16"/>
                  </a:cubicBezTo>
                  <a:lnTo>
                    <a:pt x="17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9" name="Google Shape;1669;p38"/>
            <p:cNvSpPr/>
            <p:nvPr/>
          </p:nvSpPr>
          <p:spPr>
            <a:xfrm>
              <a:off x="3254177" y="1768695"/>
              <a:ext cx="3053" cy="4039"/>
            </a:xfrm>
            <a:custGeom>
              <a:avLst/>
              <a:gdLst/>
              <a:ahLst/>
              <a:cxnLst/>
              <a:rect l="l" t="t" r="r" b="b"/>
              <a:pathLst>
                <a:path w="96" h="127" extrusionOk="0">
                  <a:moveTo>
                    <a:pt x="64" y="1"/>
                  </a:moveTo>
                  <a:lnTo>
                    <a:pt x="64" y="1"/>
                  </a:lnTo>
                  <a:cubicBezTo>
                    <a:pt x="32" y="1"/>
                    <a:pt x="16" y="17"/>
                    <a:pt x="32" y="32"/>
                  </a:cubicBezTo>
                  <a:lnTo>
                    <a:pt x="32" y="64"/>
                  </a:lnTo>
                  <a:lnTo>
                    <a:pt x="32" y="64"/>
                  </a:lnTo>
                  <a:cubicBezTo>
                    <a:pt x="16" y="64"/>
                    <a:pt x="1" y="95"/>
                    <a:pt x="16" y="112"/>
                  </a:cubicBezTo>
                  <a:cubicBezTo>
                    <a:pt x="16" y="127"/>
                    <a:pt x="32" y="127"/>
                    <a:pt x="47" y="127"/>
                  </a:cubicBezTo>
                  <a:lnTo>
                    <a:pt x="64" y="127"/>
                  </a:lnTo>
                  <a:lnTo>
                    <a:pt x="79" y="112"/>
                  </a:lnTo>
                  <a:cubicBezTo>
                    <a:pt x="95" y="112"/>
                    <a:pt x="95" y="95"/>
                    <a:pt x="95" y="80"/>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0" name="Google Shape;1670;p38"/>
            <p:cNvSpPr/>
            <p:nvPr/>
          </p:nvSpPr>
          <p:spPr>
            <a:xfrm>
              <a:off x="3026177" y="1793279"/>
              <a:ext cx="5025" cy="3021"/>
            </a:xfrm>
            <a:custGeom>
              <a:avLst/>
              <a:gdLst/>
              <a:ahLst/>
              <a:cxnLst/>
              <a:rect l="l" t="t" r="r" b="b"/>
              <a:pathLst>
                <a:path w="158" h="95" extrusionOk="0">
                  <a:moveTo>
                    <a:pt x="95" y="0"/>
                  </a:moveTo>
                  <a:lnTo>
                    <a:pt x="80" y="0"/>
                  </a:lnTo>
                  <a:cubicBezTo>
                    <a:pt x="63" y="0"/>
                    <a:pt x="48" y="15"/>
                    <a:pt x="48" y="32"/>
                  </a:cubicBezTo>
                  <a:lnTo>
                    <a:pt x="32" y="32"/>
                  </a:lnTo>
                  <a:cubicBezTo>
                    <a:pt x="17" y="47"/>
                    <a:pt x="0" y="63"/>
                    <a:pt x="17" y="78"/>
                  </a:cubicBezTo>
                  <a:lnTo>
                    <a:pt x="17" y="95"/>
                  </a:lnTo>
                  <a:lnTo>
                    <a:pt x="32" y="95"/>
                  </a:lnTo>
                  <a:lnTo>
                    <a:pt x="48" y="95"/>
                  </a:lnTo>
                  <a:lnTo>
                    <a:pt x="48" y="95"/>
                  </a:lnTo>
                  <a:lnTo>
                    <a:pt x="63" y="95"/>
                  </a:lnTo>
                  <a:cubicBezTo>
                    <a:pt x="80" y="95"/>
                    <a:pt x="80" y="78"/>
                    <a:pt x="95" y="78"/>
                  </a:cubicBezTo>
                  <a:lnTo>
                    <a:pt x="95" y="78"/>
                  </a:lnTo>
                  <a:lnTo>
                    <a:pt x="111" y="78"/>
                  </a:lnTo>
                  <a:lnTo>
                    <a:pt x="143" y="78"/>
                  </a:lnTo>
                  <a:cubicBezTo>
                    <a:pt x="143" y="63"/>
                    <a:pt x="158" y="47"/>
                    <a:pt x="143" y="32"/>
                  </a:cubicBezTo>
                  <a:cubicBezTo>
                    <a:pt x="126" y="15"/>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1" name="Google Shape;1671;p38"/>
            <p:cNvSpPr/>
            <p:nvPr/>
          </p:nvSpPr>
          <p:spPr>
            <a:xfrm>
              <a:off x="3049203" y="1823811"/>
              <a:ext cx="4071" cy="3562"/>
            </a:xfrm>
            <a:custGeom>
              <a:avLst/>
              <a:gdLst/>
              <a:ahLst/>
              <a:cxnLst/>
              <a:rect l="l" t="t" r="r" b="b"/>
              <a:pathLst>
                <a:path w="128" h="112" extrusionOk="0">
                  <a:moveTo>
                    <a:pt x="80" y="1"/>
                  </a:moveTo>
                  <a:cubicBezTo>
                    <a:pt x="64" y="1"/>
                    <a:pt x="49" y="1"/>
                    <a:pt x="32" y="17"/>
                  </a:cubicBezTo>
                  <a:lnTo>
                    <a:pt x="32" y="17"/>
                  </a:lnTo>
                  <a:lnTo>
                    <a:pt x="17" y="17"/>
                  </a:lnTo>
                  <a:lnTo>
                    <a:pt x="17" y="32"/>
                  </a:lnTo>
                  <a:cubicBezTo>
                    <a:pt x="17" y="49"/>
                    <a:pt x="1" y="80"/>
                    <a:pt x="32" y="95"/>
                  </a:cubicBezTo>
                  <a:cubicBezTo>
                    <a:pt x="32" y="112"/>
                    <a:pt x="64" y="112"/>
                    <a:pt x="80" y="112"/>
                  </a:cubicBezTo>
                  <a:lnTo>
                    <a:pt x="96" y="112"/>
                  </a:lnTo>
                  <a:lnTo>
                    <a:pt x="112" y="95"/>
                  </a:lnTo>
                  <a:cubicBezTo>
                    <a:pt x="112" y="80"/>
                    <a:pt x="127" y="80"/>
                    <a:pt x="112" y="80"/>
                  </a:cubicBezTo>
                  <a:cubicBezTo>
                    <a:pt x="112" y="64"/>
                    <a:pt x="112" y="49"/>
                    <a:pt x="80" y="49"/>
                  </a:cubicBezTo>
                  <a:cubicBezTo>
                    <a:pt x="96" y="49"/>
                    <a:pt x="96" y="32"/>
                    <a:pt x="96" y="32"/>
                  </a:cubicBezTo>
                  <a:cubicBezTo>
                    <a:pt x="96"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2" name="Google Shape;1672;p38"/>
            <p:cNvSpPr/>
            <p:nvPr/>
          </p:nvSpPr>
          <p:spPr>
            <a:xfrm>
              <a:off x="3346376" y="1790258"/>
              <a:ext cx="4039" cy="1527"/>
            </a:xfrm>
            <a:custGeom>
              <a:avLst/>
              <a:gdLst/>
              <a:ahLst/>
              <a:cxnLst/>
              <a:rect l="l" t="t" r="r" b="b"/>
              <a:pathLst>
                <a:path w="127" h="48" extrusionOk="0">
                  <a:moveTo>
                    <a:pt x="47" y="1"/>
                  </a:moveTo>
                  <a:lnTo>
                    <a:pt x="47" y="1"/>
                  </a:lnTo>
                  <a:lnTo>
                    <a:pt x="32" y="1"/>
                  </a:lnTo>
                  <a:lnTo>
                    <a:pt x="32" y="1"/>
                  </a:lnTo>
                  <a:cubicBezTo>
                    <a:pt x="16" y="1"/>
                    <a:pt x="1" y="32"/>
                    <a:pt x="1" y="47"/>
                  </a:cubicBezTo>
                  <a:lnTo>
                    <a:pt x="79" y="32"/>
                  </a:lnTo>
                  <a:lnTo>
                    <a:pt x="79" y="32"/>
                  </a:lnTo>
                  <a:cubicBezTo>
                    <a:pt x="95" y="32"/>
                    <a:pt x="110" y="47"/>
                    <a:pt x="110" y="47"/>
                  </a:cubicBezTo>
                  <a:cubicBezTo>
                    <a:pt x="127" y="32"/>
                    <a:pt x="110" y="16"/>
                    <a:pt x="95" y="16"/>
                  </a:cubicBezTo>
                  <a:cubicBezTo>
                    <a:pt x="95" y="1"/>
                    <a:pt x="79"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3" name="Google Shape;1673;p38"/>
            <p:cNvSpPr/>
            <p:nvPr/>
          </p:nvSpPr>
          <p:spPr>
            <a:xfrm>
              <a:off x="3391474" y="1798749"/>
              <a:ext cx="7060" cy="3053"/>
            </a:xfrm>
            <a:custGeom>
              <a:avLst/>
              <a:gdLst/>
              <a:ahLst/>
              <a:cxnLst/>
              <a:rect l="l" t="t" r="r" b="b"/>
              <a:pathLst>
                <a:path w="222" h="96" extrusionOk="0">
                  <a:moveTo>
                    <a:pt x="32" y="1"/>
                  </a:moveTo>
                  <a:lnTo>
                    <a:pt x="32" y="1"/>
                  </a:lnTo>
                  <a:cubicBezTo>
                    <a:pt x="16" y="1"/>
                    <a:pt x="1" y="17"/>
                    <a:pt x="1" y="33"/>
                  </a:cubicBezTo>
                  <a:lnTo>
                    <a:pt x="16" y="49"/>
                  </a:lnTo>
                  <a:lnTo>
                    <a:pt x="16" y="80"/>
                  </a:lnTo>
                  <a:lnTo>
                    <a:pt x="32" y="80"/>
                  </a:lnTo>
                  <a:cubicBezTo>
                    <a:pt x="32" y="80"/>
                    <a:pt x="47" y="80"/>
                    <a:pt x="64" y="96"/>
                  </a:cubicBezTo>
                  <a:cubicBezTo>
                    <a:pt x="64" y="80"/>
                    <a:pt x="79" y="80"/>
                    <a:pt x="79" y="80"/>
                  </a:cubicBezTo>
                  <a:lnTo>
                    <a:pt x="95" y="80"/>
                  </a:lnTo>
                  <a:cubicBezTo>
                    <a:pt x="110" y="80"/>
                    <a:pt x="110" y="80"/>
                    <a:pt x="127" y="96"/>
                  </a:cubicBezTo>
                  <a:cubicBezTo>
                    <a:pt x="158" y="96"/>
                    <a:pt x="173" y="80"/>
                    <a:pt x="205" y="80"/>
                  </a:cubicBezTo>
                  <a:cubicBezTo>
                    <a:pt x="205" y="64"/>
                    <a:pt x="221" y="64"/>
                    <a:pt x="221" y="64"/>
                  </a:cubicBezTo>
                  <a:lnTo>
                    <a:pt x="221" y="64"/>
                  </a:lnTo>
                  <a:cubicBezTo>
                    <a:pt x="205" y="49"/>
                    <a:pt x="190" y="33"/>
                    <a:pt x="205" y="17"/>
                  </a:cubicBezTo>
                  <a:cubicBezTo>
                    <a:pt x="205" y="1"/>
                    <a:pt x="221" y="1"/>
                    <a:pt x="221" y="1"/>
                  </a:cubicBezTo>
                  <a:lnTo>
                    <a:pt x="221" y="1"/>
                  </a:lnTo>
                  <a:lnTo>
                    <a:pt x="190" y="1"/>
                  </a:lnTo>
                  <a:lnTo>
                    <a:pt x="190" y="1"/>
                  </a:lnTo>
                  <a:cubicBezTo>
                    <a:pt x="158" y="17"/>
                    <a:pt x="127" y="17"/>
                    <a:pt x="110" y="33"/>
                  </a:cubicBezTo>
                  <a:lnTo>
                    <a:pt x="110" y="1"/>
                  </a:lnTo>
                  <a:lnTo>
                    <a:pt x="110" y="1"/>
                  </a:lnTo>
                  <a:lnTo>
                    <a:pt x="110" y="1"/>
                  </a:lnTo>
                  <a:cubicBezTo>
                    <a:pt x="95" y="17"/>
                    <a:pt x="95" y="17"/>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4" name="Google Shape;1674;p38"/>
            <p:cNvSpPr/>
            <p:nvPr/>
          </p:nvSpPr>
          <p:spPr>
            <a:xfrm>
              <a:off x="3306304" y="1814333"/>
              <a:ext cx="6520" cy="2035"/>
            </a:xfrm>
            <a:custGeom>
              <a:avLst/>
              <a:gdLst/>
              <a:ahLst/>
              <a:cxnLst/>
              <a:rect l="l" t="t" r="r" b="b"/>
              <a:pathLst>
                <a:path w="205" h="64" extrusionOk="0">
                  <a:moveTo>
                    <a:pt x="158" y="15"/>
                  </a:moveTo>
                  <a:lnTo>
                    <a:pt x="158" y="32"/>
                  </a:lnTo>
                  <a:lnTo>
                    <a:pt x="126" y="32"/>
                  </a:lnTo>
                  <a:cubicBezTo>
                    <a:pt x="141" y="47"/>
                    <a:pt x="141" y="47"/>
                    <a:pt x="141" y="63"/>
                  </a:cubicBezTo>
                  <a:lnTo>
                    <a:pt x="189" y="47"/>
                  </a:lnTo>
                  <a:lnTo>
                    <a:pt x="204" y="47"/>
                  </a:lnTo>
                  <a:lnTo>
                    <a:pt x="204" y="32"/>
                  </a:lnTo>
                  <a:lnTo>
                    <a:pt x="189" y="32"/>
                  </a:lnTo>
                  <a:cubicBezTo>
                    <a:pt x="173" y="15"/>
                    <a:pt x="173" y="15"/>
                    <a:pt x="158" y="15"/>
                  </a:cubicBezTo>
                  <a:close/>
                  <a:moveTo>
                    <a:pt x="95" y="0"/>
                  </a:moveTo>
                  <a:lnTo>
                    <a:pt x="32" y="0"/>
                  </a:lnTo>
                  <a:cubicBezTo>
                    <a:pt x="0" y="0"/>
                    <a:pt x="0" y="15"/>
                    <a:pt x="0" y="32"/>
                  </a:cubicBezTo>
                  <a:lnTo>
                    <a:pt x="0" y="32"/>
                  </a:lnTo>
                  <a:cubicBezTo>
                    <a:pt x="0" y="32"/>
                    <a:pt x="15" y="32"/>
                    <a:pt x="15" y="47"/>
                  </a:cubicBezTo>
                  <a:lnTo>
                    <a:pt x="47" y="47"/>
                  </a:lnTo>
                  <a:lnTo>
                    <a:pt x="78" y="32"/>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5" name="Google Shape;1675;p38"/>
            <p:cNvSpPr/>
            <p:nvPr/>
          </p:nvSpPr>
          <p:spPr>
            <a:xfrm>
              <a:off x="3323319" y="1765705"/>
              <a:ext cx="3053" cy="6551"/>
            </a:xfrm>
            <a:custGeom>
              <a:avLst/>
              <a:gdLst/>
              <a:ahLst/>
              <a:cxnLst/>
              <a:rect l="l" t="t" r="r" b="b"/>
              <a:pathLst>
                <a:path w="96" h="206" extrusionOk="0">
                  <a:moveTo>
                    <a:pt x="79" y="0"/>
                  </a:moveTo>
                  <a:cubicBezTo>
                    <a:pt x="79" y="17"/>
                    <a:pt x="79" y="17"/>
                    <a:pt x="64" y="17"/>
                  </a:cubicBezTo>
                  <a:lnTo>
                    <a:pt x="64" y="17"/>
                  </a:lnTo>
                  <a:lnTo>
                    <a:pt x="48" y="17"/>
                  </a:lnTo>
                  <a:lnTo>
                    <a:pt x="48" y="17"/>
                  </a:lnTo>
                  <a:cubicBezTo>
                    <a:pt x="1" y="63"/>
                    <a:pt x="16" y="95"/>
                    <a:pt x="16" y="143"/>
                  </a:cubicBezTo>
                  <a:cubicBezTo>
                    <a:pt x="32" y="143"/>
                    <a:pt x="32" y="158"/>
                    <a:pt x="32" y="174"/>
                  </a:cubicBezTo>
                  <a:lnTo>
                    <a:pt x="32" y="174"/>
                  </a:lnTo>
                  <a:cubicBezTo>
                    <a:pt x="32" y="189"/>
                    <a:pt x="32" y="206"/>
                    <a:pt x="64" y="206"/>
                  </a:cubicBezTo>
                  <a:lnTo>
                    <a:pt x="64" y="206"/>
                  </a:lnTo>
                  <a:lnTo>
                    <a:pt x="79" y="206"/>
                  </a:lnTo>
                  <a:cubicBezTo>
                    <a:pt x="95" y="206"/>
                    <a:pt x="95" y="206"/>
                    <a:pt x="95" y="189"/>
                  </a:cubicBezTo>
                  <a:lnTo>
                    <a:pt x="95" y="189"/>
                  </a:lnTo>
                  <a:lnTo>
                    <a:pt x="95" y="158"/>
                  </a:lnTo>
                  <a:lnTo>
                    <a:pt x="95" y="126"/>
                  </a:lnTo>
                  <a:cubicBezTo>
                    <a:pt x="79" y="95"/>
                    <a:pt x="79" y="80"/>
                    <a:pt x="95" y="63"/>
                  </a:cubicBezTo>
                  <a:lnTo>
                    <a:pt x="95" y="63"/>
                  </a:lnTo>
                  <a:lnTo>
                    <a:pt x="95" y="48"/>
                  </a:lnTo>
                  <a:cubicBezTo>
                    <a:pt x="79" y="48"/>
                    <a:pt x="79" y="32"/>
                    <a:pt x="95" y="17"/>
                  </a:cubicBezTo>
                  <a:lnTo>
                    <a:pt x="95" y="17"/>
                  </a:lnTo>
                  <a:cubicBezTo>
                    <a:pt x="95" y="0"/>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6" name="Google Shape;1676;p38"/>
            <p:cNvSpPr/>
            <p:nvPr/>
          </p:nvSpPr>
          <p:spPr>
            <a:xfrm>
              <a:off x="3169484" y="1820821"/>
              <a:ext cx="4039" cy="4548"/>
            </a:xfrm>
            <a:custGeom>
              <a:avLst/>
              <a:gdLst/>
              <a:ahLst/>
              <a:cxnLst/>
              <a:rect l="l" t="t" r="r" b="b"/>
              <a:pathLst>
                <a:path w="127" h="143" extrusionOk="0">
                  <a:moveTo>
                    <a:pt x="63" y="0"/>
                  </a:moveTo>
                  <a:lnTo>
                    <a:pt x="63" y="0"/>
                  </a:lnTo>
                  <a:lnTo>
                    <a:pt x="48" y="17"/>
                  </a:lnTo>
                  <a:lnTo>
                    <a:pt x="17" y="48"/>
                  </a:lnTo>
                  <a:cubicBezTo>
                    <a:pt x="32" y="48"/>
                    <a:pt x="32" y="63"/>
                    <a:pt x="32" y="80"/>
                  </a:cubicBezTo>
                  <a:lnTo>
                    <a:pt x="0" y="143"/>
                  </a:lnTo>
                  <a:lnTo>
                    <a:pt x="0" y="143"/>
                  </a:lnTo>
                  <a:lnTo>
                    <a:pt x="17" y="143"/>
                  </a:lnTo>
                  <a:lnTo>
                    <a:pt x="32" y="143"/>
                  </a:lnTo>
                  <a:lnTo>
                    <a:pt x="32" y="143"/>
                  </a:lnTo>
                  <a:lnTo>
                    <a:pt x="95" y="126"/>
                  </a:lnTo>
                  <a:cubicBezTo>
                    <a:pt x="126" y="126"/>
                    <a:pt x="126" y="111"/>
                    <a:pt x="126" y="95"/>
                  </a:cubicBezTo>
                  <a:cubicBezTo>
                    <a:pt x="126" y="80"/>
                    <a:pt x="111" y="63"/>
                    <a:pt x="95" y="63"/>
                  </a:cubicBezTo>
                  <a:lnTo>
                    <a:pt x="95" y="63"/>
                  </a:lnTo>
                  <a:cubicBezTo>
                    <a:pt x="111" y="48"/>
                    <a:pt x="111" y="32"/>
                    <a:pt x="95" y="17"/>
                  </a:cubicBezTo>
                  <a:cubicBezTo>
                    <a:pt x="80"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7" name="Google Shape;1677;p38"/>
            <p:cNvSpPr/>
            <p:nvPr/>
          </p:nvSpPr>
          <p:spPr>
            <a:xfrm>
              <a:off x="3415518" y="1754192"/>
              <a:ext cx="6551" cy="8523"/>
            </a:xfrm>
            <a:custGeom>
              <a:avLst/>
              <a:gdLst/>
              <a:ahLst/>
              <a:cxnLst/>
              <a:rect l="l" t="t" r="r" b="b"/>
              <a:pathLst>
                <a:path w="206" h="268" extrusionOk="0">
                  <a:moveTo>
                    <a:pt x="205" y="110"/>
                  </a:moveTo>
                  <a:lnTo>
                    <a:pt x="190" y="110"/>
                  </a:lnTo>
                  <a:cubicBezTo>
                    <a:pt x="174" y="110"/>
                    <a:pt x="142" y="126"/>
                    <a:pt x="127" y="126"/>
                  </a:cubicBezTo>
                  <a:lnTo>
                    <a:pt x="127" y="158"/>
                  </a:lnTo>
                  <a:cubicBezTo>
                    <a:pt x="111" y="173"/>
                    <a:pt x="111" y="189"/>
                    <a:pt x="96" y="189"/>
                  </a:cubicBezTo>
                  <a:lnTo>
                    <a:pt x="96" y="189"/>
                  </a:lnTo>
                  <a:lnTo>
                    <a:pt x="64" y="189"/>
                  </a:lnTo>
                  <a:lnTo>
                    <a:pt x="48" y="189"/>
                  </a:lnTo>
                  <a:cubicBezTo>
                    <a:pt x="32" y="189"/>
                    <a:pt x="16" y="189"/>
                    <a:pt x="16" y="205"/>
                  </a:cubicBezTo>
                  <a:cubicBezTo>
                    <a:pt x="1" y="221"/>
                    <a:pt x="16" y="252"/>
                    <a:pt x="32" y="252"/>
                  </a:cubicBezTo>
                  <a:lnTo>
                    <a:pt x="32" y="252"/>
                  </a:lnTo>
                  <a:lnTo>
                    <a:pt x="79" y="252"/>
                  </a:lnTo>
                  <a:lnTo>
                    <a:pt x="79" y="252"/>
                  </a:lnTo>
                  <a:lnTo>
                    <a:pt x="79" y="236"/>
                  </a:lnTo>
                  <a:cubicBezTo>
                    <a:pt x="96" y="236"/>
                    <a:pt x="111" y="252"/>
                    <a:pt x="111" y="268"/>
                  </a:cubicBezTo>
                  <a:cubicBezTo>
                    <a:pt x="127" y="268"/>
                    <a:pt x="127" y="252"/>
                    <a:pt x="127" y="252"/>
                  </a:cubicBezTo>
                  <a:cubicBezTo>
                    <a:pt x="159" y="236"/>
                    <a:pt x="174" y="205"/>
                    <a:pt x="190" y="173"/>
                  </a:cubicBezTo>
                  <a:cubicBezTo>
                    <a:pt x="190" y="158"/>
                    <a:pt x="190" y="126"/>
                    <a:pt x="205" y="126"/>
                  </a:cubicBezTo>
                  <a:lnTo>
                    <a:pt x="205" y="110"/>
                  </a:lnTo>
                  <a:lnTo>
                    <a:pt x="205" y="110"/>
                  </a:lnTo>
                  <a:close/>
                  <a:moveTo>
                    <a:pt x="142" y="0"/>
                  </a:moveTo>
                  <a:lnTo>
                    <a:pt x="142" y="0"/>
                  </a:lnTo>
                  <a:lnTo>
                    <a:pt x="127" y="0"/>
                  </a:lnTo>
                  <a:lnTo>
                    <a:pt x="111" y="16"/>
                  </a:lnTo>
                  <a:lnTo>
                    <a:pt x="111" y="47"/>
                  </a:lnTo>
                  <a:lnTo>
                    <a:pt x="111" y="47"/>
                  </a:lnTo>
                  <a:lnTo>
                    <a:pt x="127" y="47"/>
                  </a:lnTo>
                  <a:lnTo>
                    <a:pt x="174" y="47"/>
                  </a:lnTo>
                  <a:lnTo>
                    <a:pt x="190" y="47"/>
                  </a:lnTo>
                  <a:lnTo>
                    <a:pt x="174" y="16"/>
                  </a:lnTo>
                  <a:cubicBezTo>
                    <a:pt x="174" y="16"/>
                    <a:pt x="159" y="16"/>
                    <a:pt x="159" y="0"/>
                  </a:cubicBezTo>
                  <a:lnTo>
                    <a:pt x="159"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8" name="Google Shape;1678;p38"/>
            <p:cNvSpPr/>
            <p:nvPr/>
          </p:nvSpPr>
          <p:spPr>
            <a:xfrm>
              <a:off x="3432564" y="1786250"/>
              <a:ext cx="3053" cy="1527"/>
            </a:xfrm>
            <a:custGeom>
              <a:avLst/>
              <a:gdLst/>
              <a:ahLst/>
              <a:cxnLst/>
              <a:rect l="l" t="t" r="r" b="b"/>
              <a:pathLst>
                <a:path w="96" h="48" extrusionOk="0">
                  <a:moveTo>
                    <a:pt x="1" y="1"/>
                  </a:moveTo>
                  <a:lnTo>
                    <a:pt x="16" y="32"/>
                  </a:lnTo>
                  <a:lnTo>
                    <a:pt x="16" y="32"/>
                  </a:lnTo>
                  <a:lnTo>
                    <a:pt x="16" y="32"/>
                  </a:lnTo>
                  <a:lnTo>
                    <a:pt x="32" y="32"/>
                  </a:lnTo>
                  <a:lnTo>
                    <a:pt x="95" y="47"/>
                  </a:lnTo>
                  <a:lnTo>
                    <a:pt x="95" y="32"/>
                  </a:lnTo>
                  <a:lnTo>
                    <a:pt x="95" y="16"/>
                  </a:lnTo>
                  <a:lnTo>
                    <a:pt x="64" y="16"/>
                  </a:lnTo>
                  <a:lnTo>
                    <a:pt x="47" y="16"/>
                  </a:lnTo>
                  <a:lnTo>
                    <a:pt x="32" y="16"/>
                  </a:lnTo>
                  <a:lnTo>
                    <a:pt x="16" y="16"/>
                  </a:lnTo>
                  <a:cubicBezTo>
                    <a:pt x="1" y="16"/>
                    <a:pt x="1" y="1"/>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9" name="Google Shape;1679;p38"/>
            <p:cNvSpPr/>
            <p:nvPr/>
          </p:nvSpPr>
          <p:spPr>
            <a:xfrm>
              <a:off x="3051206" y="1819326"/>
              <a:ext cx="3562" cy="2512"/>
            </a:xfrm>
            <a:custGeom>
              <a:avLst/>
              <a:gdLst/>
              <a:ahLst/>
              <a:cxnLst/>
              <a:rect l="l" t="t" r="r" b="b"/>
              <a:pathLst>
                <a:path w="112" h="79" extrusionOk="0">
                  <a:moveTo>
                    <a:pt x="33" y="1"/>
                  </a:moveTo>
                  <a:lnTo>
                    <a:pt x="17" y="16"/>
                  </a:lnTo>
                  <a:cubicBezTo>
                    <a:pt x="1" y="16"/>
                    <a:pt x="1" y="32"/>
                    <a:pt x="1" y="47"/>
                  </a:cubicBezTo>
                  <a:lnTo>
                    <a:pt x="17" y="64"/>
                  </a:lnTo>
                  <a:lnTo>
                    <a:pt x="33" y="64"/>
                  </a:lnTo>
                  <a:lnTo>
                    <a:pt x="49" y="64"/>
                  </a:lnTo>
                  <a:cubicBezTo>
                    <a:pt x="64" y="64"/>
                    <a:pt x="96" y="79"/>
                    <a:pt x="112" y="79"/>
                  </a:cubicBezTo>
                  <a:lnTo>
                    <a:pt x="112" y="79"/>
                  </a:lnTo>
                  <a:lnTo>
                    <a:pt x="80" y="32"/>
                  </a:lnTo>
                  <a:lnTo>
                    <a:pt x="64" y="47"/>
                  </a:lnTo>
                  <a:cubicBezTo>
                    <a:pt x="49" y="47"/>
                    <a:pt x="49" y="32"/>
                    <a:pt x="49" y="32"/>
                  </a:cubicBezTo>
                  <a:cubicBezTo>
                    <a:pt x="33" y="32"/>
                    <a:pt x="33" y="16"/>
                    <a:pt x="3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0" name="Google Shape;1680;p38"/>
            <p:cNvSpPr/>
            <p:nvPr/>
          </p:nvSpPr>
          <p:spPr>
            <a:xfrm>
              <a:off x="3072801" y="1793756"/>
              <a:ext cx="5025" cy="5025"/>
            </a:xfrm>
            <a:custGeom>
              <a:avLst/>
              <a:gdLst/>
              <a:ahLst/>
              <a:cxnLst/>
              <a:rect l="l" t="t" r="r" b="b"/>
              <a:pathLst>
                <a:path w="158" h="158" extrusionOk="0">
                  <a:moveTo>
                    <a:pt x="32" y="0"/>
                  </a:moveTo>
                  <a:lnTo>
                    <a:pt x="32" y="0"/>
                  </a:lnTo>
                  <a:cubicBezTo>
                    <a:pt x="32" y="0"/>
                    <a:pt x="15" y="0"/>
                    <a:pt x="15" y="17"/>
                  </a:cubicBezTo>
                  <a:cubicBezTo>
                    <a:pt x="0" y="32"/>
                    <a:pt x="0" y="48"/>
                    <a:pt x="15" y="63"/>
                  </a:cubicBezTo>
                  <a:lnTo>
                    <a:pt x="63" y="95"/>
                  </a:lnTo>
                  <a:lnTo>
                    <a:pt x="63" y="95"/>
                  </a:lnTo>
                  <a:cubicBezTo>
                    <a:pt x="47" y="111"/>
                    <a:pt x="63" y="143"/>
                    <a:pt x="78" y="143"/>
                  </a:cubicBezTo>
                  <a:cubicBezTo>
                    <a:pt x="78" y="158"/>
                    <a:pt x="95" y="158"/>
                    <a:pt x="95" y="158"/>
                  </a:cubicBezTo>
                  <a:cubicBezTo>
                    <a:pt x="110" y="158"/>
                    <a:pt x="110" y="143"/>
                    <a:pt x="126" y="143"/>
                  </a:cubicBezTo>
                  <a:lnTo>
                    <a:pt x="141" y="111"/>
                  </a:lnTo>
                  <a:cubicBezTo>
                    <a:pt x="158" y="95"/>
                    <a:pt x="141" y="80"/>
                    <a:pt x="141" y="63"/>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1" name="Google Shape;1681;p38"/>
            <p:cNvSpPr/>
            <p:nvPr/>
          </p:nvSpPr>
          <p:spPr>
            <a:xfrm>
              <a:off x="3396499" y="1760680"/>
              <a:ext cx="5025" cy="2544"/>
            </a:xfrm>
            <a:custGeom>
              <a:avLst/>
              <a:gdLst/>
              <a:ahLst/>
              <a:cxnLst/>
              <a:rect l="l" t="t" r="r" b="b"/>
              <a:pathLst>
                <a:path w="158" h="80" extrusionOk="0">
                  <a:moveTo>
                    <a:pt x="110" y="1"/>
                  </a:moveTo>
                  <a:lnTo>
                    <a:pt x="110" y="1"/>
                  </a:lnTo>
                  <a:lnTo>
                    <a:pt x="110" y="1"/>
                  </a:lnTo>
                  <a:lnTo>
                    <a:pt x="32" y="17"/>
                  </a:lnTo>
                  <a:cubicBezTo>
                    <a:pt x="15" y="17"/>
                    <a:pt x="0" y="32"/>
                    <a:pt x="0" y="48"/>
                  </a:cubicBezTo>
                  <a:cubicBezTo>
                    <a:pt x="0" y="64"/>
                    <a:pt x="15" y="80"/>
                    <a:pt x="15" y="80"/>
                  </a:cubicBezTo>
                  <a:lnTo>
                    <a:pt x="32" y="80"/>
                  </a:lnTo>
                  <a:lnTo>
                    <a:pt x="47" y="80"/>
                  </a:lnTo>
                  <a:lnTo>
                    <a:pt x="95" y="64"/>
                  </a:lnTo>
                  <a:lnTo>
                    <a:pt x="126" y="64"/>
                  </a:lnTo>
                  <a:cubicBezTo>
                    <a:pt x="141" y="64"/>
                    <a:pt x="158" y="48"/>
                    <a:pt x="141" y="32"/>
                  </a:cubicBezTo>
                  <a:cubicBezTo>
                    <a:pt x="141" y="17"/>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2" name="Google Shape;1682;p38"/>
            <p:cNvSpPr/>
            <p:nvPr/>
          </p:nvSpPr>
          <p:spPr>
            <a:xfrm>
              <a:off x="3446081" y="1797763"/>
              <a:ext cx="2544" cy="3053"/>
            </a:xfrm>
            <a:custGeom>
              <a:avLst/>
              <a:gdLst/>
              <a:ahLst/>
              <a:cxnLst/>
              <a:rect l="l" t="t" r="r" b="b"/>
              <a:pathLst>
                <a:path w="80" h="96" extrusionOk="0">
                  <a:moveTo>
                    <a:pt x="48" y="0"/>
                  </a:moveTo>
                  <a:lnTo>
                    <a:pt x="32" y="0"/>
                  </a:lnTo>
                  <a:cubicBezTo>
                    <a:pt x="48" y="0"/>
                    <a:pt x="48" y="17"/>
                    <a:pt x="48" y="17"/>
                  </a:cubicBezTo>
                  <a:cubicBezTo>
                    <a:pt x="32" y="32"/>
                    <a:pt x="17" y="48"/>
                    <a:pt x="0" y="48"/>
                  </a:cubicBezTo>
                  <a:lnTo>
                    <a:pt x="0" y="48"/>
                  </a:lnTo>
                  <a:lnTo>
                    <a:pt x="0" y="80"/>
                  </a:lnTo>
                  <a:cubicBezTo>
                    <a:pt x="17" y="64"/>
                    <a:pt x="17" y="64"/>
                    <a:pt x="32" y="64"/>
                  </a:cubicBezTo>
                  <a:lnTo>
                    <a:pt x="32" y="64"/>
                  </a:lnTo>
                  <a:cubicBezTo>
                    <a:pt x="48" y="64"/>
                    <a:pt x="63" y="80"/>
                    <a:pt x="63" y="95"/>
                  </a:cubicBezTo>
                  <a:lnTo>
                    <a:pt x="63" y="95"/>
                  </a:lnTo>
                  <a:cubicBezTo>
                    <a:pt x="63" y="95"/>
                    <a:pt x="80" y="95"/>
                    <a:pt x="80" y="80"/>
                  </a:cubicBezTo>
                  <a:lnTo>
                    <a:pt x="80" y="32"/>
                  </a:lnTo>
                  <a:cubicBezTo>
                    <a:pt x="80" y="17"/>
                    <a:pt x="80" y="17"/>
                    <a:pt x="63" y="17"/>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3" name="Google Shape;1683;p38"/>
            <p:cNvSpPr/>
            <p:nvPr/>
          </p:nvSpPr>
          <p:spPr>
            <a:xfrm>
              <a:off x="3406994" y="1802788"/>
              <a:ext cx="3562" cy="3530"/>
            </a:xfrm>
            <a:custGeom>
              <a:avLst/>
              <a:gdLst/>
              <a:ahLst/>
              <a:cxnLst/>
              <a:rect l="l" t="t" r="r" b="b"/>
              <a:pathLst>
                <a:path w="112" h="111" extrusionOk="0">
                  <a:moveTo>
                    <a:pt x="32" y="0"/>
                  </a:moveTo>
                  <a:lnTo>
                    <a:pt x="32" y="0"/>
                  </a:lnTo>
                  <a:cubicBezTo>
                    <a:pt x="17" y="0"/>
                    <a:pt x="17" y="0"/>
                    <a:pt x="17" y="16"/>
                  </a:cubicBezTo>
                  <a:cubicBezTo>
                    <a:pt x="0" y="16"/>
                    <a:pt x="0" y="32"/>
                    <a:pt x="0" y="32"/>
                  </a:cubicBezTo>
                  <a:lnTo>
                    <a:pt x="0" y="79"/>
                  </a:lnTo>
                  <a:cubicBezTo>
                    <a:pt x="0" y="95"/>
                    <a:pt x="17" y="111"/>
                    <a:pt x="32" y="111"/>
                  </a:cubicBezTo>
                  <a:lnTo>
                    <a:pt x="32" y="111"/>
                  </a:lnTo>
                  <a:cubicBezTo>
                    <a:pt x="48" y="111"/>
                    <a:pt x="64" y="95"/>
                    <a:pt x="64" y="79"/>
                  </a:cubicBezTo>
                  <a:lnTo>
                    <a:pt x="64" y="79"/>
                  </a:lnTo>
                  <a:cubicBezTo>
                    <a:pt x="64" y="95"/>
                    <a:pt x="80" y="95"/>
                    <a:pt x="80" y="95"/>
                  </a:cubicBezTo>
                  <a:cubicBezTo>
                    <a:pt x="95" y="95"/>
                    <a:pt x="111" y="79"/>
                    <a:pt x="111" y="63"/>
                  </a:cubicBezTo>
                  <a:cubicBezTo>
                    <a:pt x="111" y="48"/>
                    <a:pt x="111" y="32"/>
                    <a:pt x="95" y="16"/>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4" name="Google Shape;1684;p38"/>
            <p:cNvSpPr/>
            <p:nvPr/>
          </p:nvSpPr>
          <p:spPr>
            <a:xfrm>
              <a:off x="3246640" y="1813315"/>
              <a:ext cx="4039" cy="3053"/>
            </a:xfrm>
            <a:custGeom>
              <a:avLst/>
              <a:gdLst/>
              <a:ahLst/>
              <a:cxnLst/>
              <a:rect l="l" t="t" r="r" b="b"/>
              <a:pathLst>
                <a:path w="127" h="96" extrusionOk="0">
                  <a:moveTo>
                    <a:pt x="1" y="32"/>
                  </a:moveTo>
                  <a:lnTo>
                    <a:pt x="1" y="32"/>
                  </a:lnTo>
                  <a:lnTo>
                    <a:pt x="1" y="32"/>
                  </a:lnTo>
                  <a:lnTo>
                    <a:pt x="1" y="32"/>
                  </a:lnTo>
                  <a:close/>
                  <a:moveTo>
                    <a:pt x="1" y="32"/>
                  </a:moveTo>
                  <a:lnTo>
                    <a:pt x="1" y="32"/>
                  </a:lnTo>
                  <a:lnTo>
                    <a:pt x="1" y="32"/>
                  </a:lnTo>
                  <a:close/>
                  <a:moveTo>
                    <a:pt x="1" y="32"/>
                  </a:moveTo>
                  <a:lnTo>
                    <a:pt x="1" y="32"/>
                  </a:lnTo>
                  <a:lnTo>
                    <a:pt x="1" y="32"/>
                  </a:lnTo>
                  <a:close/>
                  <a:moveTo>
                    <a:pt x="1" y="16"/>
                  </a:moveTo>
                  <a:lnTo>
                    <a:pt x="1" y="32"/>
                  </a:lnTo>
                  <a:lnTo>
                    <a:pt x="1" y="16"/>
                  </a:lnTo>
                  <a:lnTo>
                    <a:pt x="1" y="16"/>
                  </a:lnTo>
                  <a:close/>
                  <a:moveTo>
                    <a:pt x="49" y="1"/>
                  </a:moveTo>
                  <a:lnTo>
                    <a:pt x="49" y="16"/>
                  </a:lnTo>
                  <a:cubicBezTo>
                    <a:pt x="49" y="16"/>
                    <a:pt x="64" y="16"/>
                    <a:pt x="64" y="32"/>
                  </a:cubicBezTo>
                  <a:lnTo>
                    <a:pt x="80" y="95"/>
                  </a:lnTo>
                  <a:lnTo>
                    <a:pt x="80" y="95"/>
                  </a:lnTo>
                  <a:lnTo>
                    <a:pt x="112" y="79"/>
                  </a:lnTo>
                  <a:cubicBezTo>
                    <a:pt x="127" y="64"/>
                    <a:pt x="127" y="47"/>
                    <a:pt x="127" y="47"/>
                  </a:cubicBezTo>
                  <a:cubicBezTo>
                    <a:pt x="127" y="32"/>
                    <a:pt x="112" y="16"/>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5" name="Google Shape;1685;p38"/>
            <p:cNvSpPr/>
            <p:nvPr/>
          </p:nvSpPr>
          <p:spPr>
            <a:xfrm>
              <a:off x="3162456" y="1821330"/>
              <a:ext cx="4039" cy="4039"/>
            </a:xfrm>
            <a:custGeom>
              <a:avLst/>
              <a:gdLst/>
              <a:ahLst/>
              <a:cxnLst/>
              <a:rect l="l" t="t" r="r" b="b"/>
              <a:pathLst>
                <a:path w="127" h="127" extrusionOk="0">
                  <a:moveTo>
                    <a:pt x="112" y="1"/>
                  </a:moveTo>
                  <a:cubicBezTo>
                    <a:pt x="112" y="16"/>
                    <a:pt x="95" y="47"/>
                    <a:pt x="80" y="47"/>
                  </a:cubicBezTo>
                  <a:lnTo>
                    <a:pt x="80" y="47"/>
                  </a:lnTo>
                  <a:lnTo>
                    <a:pt x="49" y="47"/>
                  </a:lnTo>
                  <a:lnTo>
                    <a:pt x="49" y="47"/>
                  </a:lnTo>
                  <a:lnTo>
                    <a:pt x="49" y="47"/>
                  </a:lnTo>
                  <a:lnTo>
                    <a:pt x="49" y="47"/>
                  </a:lnTo>
                  <a:cubicBezTo>
                    <a:pt x="32" y="64"/>
                    <a:pt x="17" y="64"/>
                    <a:pt x="17" y="79"/>
                  </a:cubicBezTo>
                  <a:cubicBezTo>
                    <a:pt x="1" y="79"/>
                    <a:pt x="1" y="110"/>
                    <a:pt x="1" y="127"/>
                  </a:cubicBezTo>
                  <a:lnTo>
                    <a:pt x="32" y="127"/>
                  </a:lnTo>
                  <a:lnTo>
                    <a:pt x="49" y="127"/>
                  </a:lnTo>
                  <a:lnTo>
                    <a:pt x="64" y="127"/>
                  </a:lnTo>
                  <a:cubicBezTo>
                    <a:pt x="80" y="110"/>
                    <a:pt x="112" y="110"/>
                    <a:pt x="127" y="79"/>
                  </a:cubicBezTo>
                  <a:cubicBezTo>
                    <a:pt x="127" y="47"/>
                    <a:pt x="112" y="16"/>
                    <a:pt x="11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6" name="Google Shape;1686;p38"/>
            <p:cNvSpPr/>
            <p:nvPr/>
          </p:nvSpPr>
          <p:spPr>
            <a:xfrm>
              <a:off x="3426045" y="1792261"/>
              <a:ext cx="7028" cy="4516"/>
            </a:xfrm>
            <a:custGeom>
              <a:avLst/>
              <a:gdLst/>
              <a:ahLst/>
              <a:cxnLst/>
              <a:rect l="l" t="t" r="r" b="b"/>
              <a:pathLst>
                <a:path w="221" h="142" extrusionOk="0">
                  <a:moveTo>
                    <a:pt x="143" y="1"/>
                  </a:moveTo>
                  <a:lnTo>
                    <a:pt x="143" y="1"/>
                  </a:lnTo>
                  <a:lnTo>
                    <a:pt x="126" y="1"/>
                  </a:lnTo>
                  <a:cubicBezTo>
                    <a:pt x="111" y="16"/>
                    <a:pt x="95" y="16"/>
                    <a:pt x="95" y="16"/>
                  </a:cubicBezTo>
                  <a:lnTo>
                    <a:pt x="95" y="32"/>
                  </a:lnTo>
                  <a:cubicBezTo>
                    <a:pt x="111" y="47"/>
                    <a:pt x="111" y="79"/>
                    <a:pt x="95" y="79"/>
                  </a:cubicBezTo>
                  <a:lnTo>
                    <a:pt x="80" y="79"/>
                  </a:lnTo>
                  <a:cubicBezTo>
                    <a:pt x="80" y="95"/>
                    <a:pt x="63" y="110"/>
                    <a:pt x="63" y="110"/>
                  </a:cubicBezTo>
                  <a:lnTo>
                    <a:pt x="48" y="127"/>
                  </a:lnTo>
                  <a:cubicBezTo>
                    <a:pt x="32" y="127"/>
                    <a:pt x="17" y="110"/>
                    <a:pt x="17" y="95"/>
                  </a:cubicBezTo>
                  <a:lnTo>
                    <a:pt x="17" y="95"/>
                  </a:lnTo>
                  <a:cubicBezTo>
                    <a:pt x="0" y="110"/>
                    <a:pt x="0" y="110"/>
                    <a:pt x="0" y="127"/>
                  </a:cubicBezTo>
                  <a:lnTo>
                    <a:pt x="63" y="142"/>
                  </a:lnTo>
                  <a:cubicBezTo>
                    <a:pt x="80" y="110"/>
                    <a:pt x="111" y="95"/>
                    <a:pt x="143" y="64"/>
                  </a:cubicBezTo>
                  <a:lnTo>
                    <a:pt x="143" y="64"/>
                  </a:lnTo>
                  <a:lnTo>
                    <a:pt x="158" y="79"/>
                  </a:lnTo>
                  <a:lnTo>
                    <a:pt x="174" y="79"/>
                  </a:lnTo>
                  <a:cubicBezTo>
                    <a:pt x="189" y="79"/>
                    <a:pt x="206" y="79"/>
                    <a:pt x="206" y="64"/>
                  </a:cubicBezTo>
                  <a:cubicBezTo>
                    <a:pt x="221" y="47"/>
                    <a:pt x="206" y="32"/>
                    <a:pt x="189" y="16"/>
                  </a:cubicBezTo>
                  <a:lnTo>
                    <a:pt x="189" y="16"/>
                  </a:lnTo>
                  <a:cubicBezTo>
                    <a:pt x="174"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7" name="Google Shape;1687;p38"/>
            <p:cNvSpPr/>
            <p:nvPr/>
          </p:nvSpPr>
          <p:spPr>
            <a:xfrm>
              <a:off x="3166463" y="1817800"/>
              <a:ext cx="4039" cy="6042"/>
            </a:xfrm>
            <a:custGeom>
              <a:avLst/>
              <a:gdLst/>
              <a:ahLst/>
              <a:cxnLst/>
              <a:rect l="l" t="t" r="r" b="b"/>
              <a:pathLst>
                <a:path w="127" h="190" extrusionOk="0">
                  <a:moveTo>
                    <a:pt x="95" y="1"/>
                  </a:moveTo>
                  <a:lnTo>
                    <a:pt x="95" y="1"/>
                  </a:lnTo>
                  <a:cubicBezTo>
                    <a:pt x="80" y="17"/>
                    <a:pt x="64" y="17"/>
                    <a:pt x="64" y="32"/>
                  </a:cubicBezTo>
                  <a:lnTo>
                    <a:pt x="17" y="158"/>
                  </a:lnTo>
                  <a:cubicBezTo>
                    <a:pt x="1" y="158"/>
                    <a:pt x="17" y="190"/>
                    <a:pt x="32" y="190"/>
                  </a:cubicBezTo>
                  <a:lnTo>
                    <a:pt x="32" y="190"/>
                  </a:lnTo>
                  <a:lnTo>
                    <a:pt x="64" y="143"/>
                  </a:lnTo>
                  <a:cubicBezTo>
                    <a:pt x="64" y="127"/>
                    <a:pt x="80" y="127"/>
                    <a:pt x="80" y="127"/>
                  </a:cubicBezTo>
                  <a:lnTo>
                    <a:pt x="95" y="127"/>
                  </a:lnTo>
                  <a:lnTo>
                    <a:pt x="95" y="127"/>
                  </a:lnTo>
                  <a:lnTo>
                    <a:pt x="127" y="49"/>
                  </a:lnTo>
                  <a:cubicBezTo>
                    <a:pt x="127" y="32"/>
                    <a:pt x="127" y="17"/>
                    <a:pt x="112" y="17"/>
                  </a:cubicBezTo>
                  <a:cubicBezTo>
                    <a:pt x="95" y="17"/>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8" name="Google Shape;1688;p38"/>
            <p:cNvSpPr/>
            <p:nvPr/>
          </p:nvSpPr>
          <p:spPr>
            <a:xfrm>
              <a:off x="3134405" y="1826355"/>
              <a:ext cx="5025" cy="6042"/>
            </a:xfrm>
            <a:custGeom>
              <a:avLst/>
              <a:gdLst/>
              <a:ahLst/>
              <a:cxnLst/>
              <a:rect l="l" t="t" r="r" b="b"/>
              <a:pathLst>
                <a:path w="158" h="190" extrusionOk="0">
                  <a:moveTo>
                    <a:pt x="111" y="0"/>
                  </a:moveTo>
                  <a:lnTo>
                    <a:pt x="111" y="0"/>
                  </a:lnTo>
                  <a:cubicBezTo>
                    <a:pt x="95" y="0"/>
                    <a:pt x="95" y="15"/>
                    <a:pt x="80" y="15"/>
                  </a:cubicBezTo>
                  <a:lnTo>
                    <a:pt x="63" y="47"/>
                  </a:lnTo>
                  <a:cubicBezTo>
                    <a:pt x="63" y="63"/>
                    <a:pt x="63" y="63"/>
                    <a:pt x="48" y="78"/>
                  </a:cubicBezTo>
                  <a:lnTo>
                    <a:pt x="48" y="78"/>
                  </a:lnTo>
                  <a:lnTo>
                    <a:pt x="17" y="141"/>
                  </a:lnTo>
                  <a:cubicBezTo>
                    <a:pt x="0" y="158"/>
                    <a:pt x="17" y="173"/>
                    <a:pt x="32" y="189"/>
                  </a:cubicBezTo>
                  <a:lnTo>
                    <a:pt x="48" y="189"/>
                  </a:lnTo>
                  <a:cubicBezTo>
                    <a:pt x="63" y="189"/>
                    <a:pt x="63" y="173"/>
                    <a:pt x="80" y="173"/>
                  </a:cubicBezTo>
                  <a:lnTo>
                    <a:pt x="143" y="47"/>
                  </a:lnTo>
                  <a:cubicBezTo>
                    <a:pt x="158" y="32"/>
                    <a:pt x="143" y="15"/>
                    <a:pt x="126" y="15"/>
                  </a:cubicBezTo>
                  <a:cubicBezTo>
                    <a:pt x="126" y="0"/>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9" name="Google Shape;1689;p38"/>
            <p:cNvSpPr/>
            <p:nvPr/>
          </p:nvSpPr>
          <p:spPr>
            <a:xfrm>
              <a:off x="3252651" y="1806287"/>
              <a:ext cx="4039" cy="4039"/>
            </a:xfrm>
            <a:custGeom>
              <a:avLst/>
              <a:gdLst/>
              <a:ahLst/>
              <a:cxnLst/>
              <a:rect l="l" t="t" r="r" b="b"/>
              <a:pathLst>
                <a:path w="127" h="127" extrusionOk="0">
                  <a:moveTo>
                    <a:pt x="80" y="1"/>
                  </a:moveTo>
                  <a:lnTo>
                    <a:pt x="80" y="1"/>
                  </a:lnTo>
                  <a:cubicBezTo>
                    <a:pt x="64" y="16"/>
                    <a:pt x="64" y="16"/>
                    <a:pt x="49" y="16"/>
                  </a:cubicBezTo>
                  <a:lnTo>
                    <a:pt x="17" y="64"/>
                  </a:lnTo>
                  <a:cubicBezTo>
                    <a:pt x="1" y="79"/>
                    <a:pt x="1" y="111"/>
                    <a:pt x="17" y="111"/>
                  </a:cubicBezTo>
                  <a:cubicBezTo>
                    <a:pt x="17" y="127"/>
                    <a:pt x="32" y="127"/>
                    <a:pt x="32" y="127"/>
                  </a:cubicBezTo>
                  <a:cubicBezTo>
                    <a:pt x="49" y="127"/>
                    <a:pt x="64" y="127"/>
                    <a:pt x="64" y="111"/>
                  </a:cubicBezTo>
                  <a:lnTo>
                    <a:pt x="112" y="64"/>
                  </a:lnTo>
                  <a:cubicBezTo>
                    <a:pt x="127" y="48"/>
                    <a:pt x="112" y="32"/>
                    <a:pt x="95" y="16"/>
                  </a:cubicBez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0" name="Google Shape;1690;p38"/>
            <p:cNvSpPr/>
            <p:nvPr/>
          </p:nvSpPr>
          <p:spPr>
            <a:xfrm>
              <a:off x="3442582" y="1782720"/>
              <a:ext cx="3530" cy="4039"/>
            </a:xfrm>
            <a:custGeom>
              <a:avLst/>
              <a:gdLst/>
              <a:ahLst/>
              <a:cxnLst/>
              <a:rect l="l" t="t" r="r" b="b"/>
              <a:pathLst>
                <a:path w="111" h="127" extrusionOk="0">
                  <a:moveTo>
                    <a:pt x="47" y="1"/>
                  </a:moveTo>
                  <a:lnTo>
                    <a:pt x="32" y="1"/>
                  </a:lnTo>
                  <a:lnTo>
                    <a:pt x="16" y="17"/>
                  </a:lnTo>
                  <a:cubicBezTo>
                    <a:pt x="16" y="17"/>
                    <a:pt x="16" y="32"/>
                    <a:pt x="1" y="32"/>
                  </a:cubicBezTo>
                  <a:lnTo>
                    <a:pt x="1" y="64"/>
                  </a:lnTo>
                  <a:cubicBezTo>
                    <a:pt x="1" y="80"/>
                    <a:pt x="1" y="95"/>
                    <a:pt x="16" y="95"/>
                  </a:cubicBezTo>
                  <a:lnTo>
                    <a:pt x="47" y="112"/>
                  </a:lnTo>
                  <a:lnTo>
                    <a:pt x="64" y="112"/>
                  </a:lnTo>
                  <a:lnTo>
                    <a:pt x="64" y="112"/>
                  </a:lnTo>
                  <a:lnTo>
                    <a:pt x="64" y="112"/>
                  </a:lnTo>
                  <a:cubicBezTo>
                    <a:pt x="79" y="112"/>
                    <a:pt x="79" y="112"/>
                    <a:pt x="95" y="127"/>
                  </a:cubicBezTo>
                  <a:cubicBezTo>
                    <a:pt x="95" y="112"/>
                    <a:pt x="110" y="112"/>
                    <a:pt x="110" y="112"/>
                  </a:cubicBezTo>
                  <a:cubicBezTo>
                    <a:pt x="110" y="95"/>
                    <a:pt x="110" y="64"/>
                    <a:pt x="95" y="64"/>
                  </a:cubicBezTo>
                  <a:lnTo>
                    <a:pt x="95" y="64"/>
                  </a:lnTo>
                  <a:lnTo>
                    <a:pt x="79" y="49"/>
                  </a:lnTo>
                  <a:lnTo>
                    <a:pt x="79" y="49"/>
                  </a:lnTo>
                  <a:cubicBezTo>
                    <a:pt x="79" y="32"/>
                    <a:pt x="64"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1" name="Google Shape;1691;p38"/>
            <p:cNvSpPr/>
            <p:nvPr/>
          </p:nvSpPr>
          <p:spPr>
            <a:xfrm>
              <a:off x="3410524" y="1791752"/>
              <a:ext cx="5534" cy="2544"/>
            </a:xfrm>
            <a:custGeom>
              <a:avLst/>
              <a:gdLst/>
              <a:ahLst/>
              <a:cxnLst/>
              <a:rect l="l" t="t" r="r" b="b"/>
              <a:pathLst>
                <a:path w="174" h="80" extrusionOk="0">
                  <a:moveTo>
                    <a:pt x="126" y="0"/>
                  </a:moveTo>
                  <a:lnTo>
                    <a:pt x="126" y="0"/>
                  </a:lnTo>
                  <a:lnTo>
                    <a:pt x="126" y="0"/>
                  </a:lnTo>
                  <a:lnTo>
                    <a:pt x="32" y="17"/>
                  </a:lnTo>
                  <a:lnTo>
                    <a:pt x="32" y="17"/>
                  </a:lnTo>
                  <a:cubicBezTo>
                    <a:pt x="16" y="17"/>
                    <a:pt x="0" y="32"/>
                    <a:pt x="0" y="48"/>
                  </a:cubicBezTo>
                  <a:cubicBezTo>
                    <a:pt x="0" y="63"/>
                    <a:pt x="16" y="63"/>
                    <a:pt x="16" y="80"/>
                  </a:cubicBezTo>
                  <a:lnTo>
                    <a:pt x="47" y="80"/>
                  </a:lnTo>
                  <a:lnTo>
                    <a:pt x="47" y="80"/>
                  </a:lnTo>
                  <a:lnTo>
                    <a:pt x="63" y="80"/>
                  </a:lnTo>
                  <a:cubicBezTo>
                    <a:pt x="63" y="63"/>
                    <a:pt x="79" y="63"/>
                    <a:pt x="95" y="63"/>
                  </a:cubicBezTo>
                  <a:lnTo>
                    <a:pt x="142" y="48"/>
                  </a:lnTo>
                  <a:lnTo>
                    <a:pt x="142" y="48"/>
                  </a:lnTo>
                  <a:cubicBezTo>
                    <a:pt x="142" y="48"/>
                    <a:pt x="142" y="63"/>
                    <a:pt x="158" y="63"/>
                  </a:cubicBezTo>
                  <a:cubicBezTo>
                    <a:pt x="158" y="48"/>
                    <a:pt x="158" y="48"/>
                    <a:pt x="173" y="32"/>
                  </a:cubicBezTo>
                  <a:lnTo>
                    <a:pt x="173" y="32"/>
                  </a:lnTo>
                  <a:lnTo>
                    <a:pt x="158" y="17"/>
                  </a:lnTo>
                  <a:cubicBezTo>
                    <a:pt x="158" y="17"/>
                    <a:pt x="142"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2" name="Google Shape;1692;p38"/>
            <p:cNvSpPr/>
            <p:nvPr/>
          </p:nvSpPr>
          <p:spPr>
            <a:xfrm>
              <a:off x="3421560" y="1795760"/>
              <a:ext cx="9032" cy="7060"/>
            </a:xfrm>
            <a:custGeom>
              <a:avLst/>
              <a:gdLst/>
              <a:ahLst/>
              <a:cxnLst/>
              <a:rect l="l" t="t" r="r" b="b"/>
              <a:pathLst>
                <a:path w="284" h="222" extrusionOk="0">
                  <a:moveTo>
                    <a:pt x="32" y="0"/>
                  </a:moveTo>
                  <a:lnTo>
                    <a:pt x="32" y="0"/>
                  </a:lnTo>
                  <a:cubicBezTo>
                    <a:pt x="15" y="17"/>
                    <a:pt x="0" y="17"/>
                    <a:pt x="0" y="32"/>
                  </a:cubicBezTo>
                  <a:lnTo>
                    <a:pt x="0" y="32"/>
                  </a:lnTo>
                  <a:lnTo>
                    <a:pt x="0" y="63"/>
                  </a:lnTo>
                  <a:lnTo>
                    <a:pt x="15" y="80"/>
                  </a:lnTo>
                  <a:cubicBezTo>
                    <a:pt x="15" y="63"/>
                    <a:pt x="15" y="63"/>
                    <a:pt x="32" y="63"/>
                  </a:cubicBezTo>
                  <a:lnTo>
                    <a:pt x="32" y="63"/>
                  </a:lnTo>
                  <a:cubicBezTo>
                    <a:pt x="47" y="63"/>
                    <a:pt x="47" y="80"/>
                    <a:pt x="63" y="80"/>
                  </a:cubicBezTo>
                  <a:lnTo>
                    <a:pt x="63" y="127"/>
                  </a:lnTo>
                  <a:cubicBezTo>
                    <a:pt x="78" y="127"/>
                    <a:pt x="78" y="143"/>
                    <a:pt x="78" y="158"/>
                  </a:cubicBezTo>
                  <a:lnTo>
                    <a:pt x="110" y="206"/>
                  </a:lnTo>
                  <a:cubicBezTo>
                    <a:pt x="126" y="206"/>
                    <a:pt x="126" y="221"/>
                    <a:pt x="141" y="221"/>
                  </a:cubicBezTo>
                  <a:cubicBezTo>
                    <a:pt x="141" y="221"/>
                    <a:pt x="158" y="221"/>
                    <a:pt x="158" y="206"/>
                  </a:cubicBezTo>
                  <a:cubicBezTo>
                    <a:pt x="141" y="206"/>
                    <a:pt x="126" y="190"/>
                    <a:pt x="126" y="174"/>
                  </a:cubicBezTo>
                  <a:cubicBezTo>
                    <a:pt x="141" y="158"/>
                    <a:pt x="141" y="143"/>
                    <a:pt x="158" y="143"/>
                  </a:cubicBezTo>
                  <a:lnTo>
                    <a:pt x="110" y="80"/>
                  </a:lnTo>
                  <a:lnTo>
                    <a:pt x="236" y="95"/>
                  </a:lnTo>
                  <a:lnTo>
                    <a:pt x="236" y="95"/>
                  </a:lnTo>
                  <a:cubicBezTo>
                    <a:pt x="252" y="95"/>
                    <a:pt x="267" y="80"/>
                    <a:pt x="267" y="63"/>
                  </a:cubicBezTo>
                  <a:cubicBezTo>
                    <a:pt x="284" y="48"/>
                    <a:pt x="267" y="32"/>
                    <a:pt x="236" y="32"/>
                  </a:cubicBezTo>
                  <a:lnTo>
                    <a:pt x="204" y="32"/>
                  </a:lnTo>
                  <a:lnTo>
                    <a:pt x="141" y="17"/>
                  </a:lnTo>
                  <a:lnTo>
                    <a:pt x="141" y="17"/>
                  </a:lnTo>
                  <a:lnTo>
                    <a:pt x="141" y="32"/>
                  </a:lnTo>
                  <a:cubicBezTo>
                    <a:pt x="141" y="48"/>
                    <a:pt x="126" y="63"/>
                    <a:pt x="110" y="63"/>
                  </a:cubicBezTo>
                  <a:lnTo>
                    <a:pt x="110" y="63"/>
                  </a:lnTo>
                  <a:cubicBezTo>
                    <a:pt x="78" y="63"/>
                    <a:pt x="63" y="48"/>
                    <a:pt x="63" y="32"/>
                  </a:cubicBezTo>
                  <a:lnTo>
                    <a:pt x="63" y="17"/>
                  </a:lnTo>
                  <a:lnTo>
                    <a:pt x="63" y="17"/>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3" name="Google Shape;1693;p38"/>
            <p:cNvSpPr/>
            <p:nvPr/>
          </p:nvSpPr>
          <p:spPr>
            <a:xfrm>
              <a:off x="3436572" y="1790258"/>
              <a:ext cx="4516" cy="2512"/>
            </a:xfrm>
            <a:custGeom>
              <a:avLst/>
              <a:gdLst/>
              <a:ahLst/>
              <a:cxnLst/>
              <a:rect l="l" t="t" r="r" b="b"/>
              <a:pathLst>
                <a:path w="142" h="79" extrusionOk="0">
                  <a:moveTo>
                    <a:pt x="110" y="1"/>
                  </a:moveTo>
                  <a:lnTo>
                    <a:pt x="95" y="1"/>
                  </a:lnTo>
                  <a:lnTo>
                    <a:pt x="64" y="1"/>
                  </a:lnTo>
                  <a:lnTo>
                    <a:pt x="47" y="16"/>
                  </a:lnTo>
                  <a:lnTo>
                    <a:pt x="47" y="16"/>
                  </a:lnTo>
                  <a:cubicBezTo>
                    <a:pt x="32" y="16"/>
                    <a:pt x="32" y="16"/>
                    <a:pt x="32" y="1"/>
                  </a:cubicBezTo>
                  <a:cubicBezTo>
                    <a:pt x="16" y="16"/>
                    <a:pt x="1" y="32"/>
                    <a:pt x="1" y="47"/>
                  </a:cubicBezTo>
                  <a:cubicBezTo>
                    <a:pt x="1" y="64"/>
                    <a:pt x="16" y="79"/>
                    <a:pt x="32" y="79"/>
                  </a:cubicBezTo>
                  <a:lnTo>
                    <a:pt x="47" y="79"/>
                  </a:lnTo>
                  <a:lnTo>
                    <a:pt x="47" y="79"/>
                  </a:lnTo>
                  <a:lnTo>
                    <a:pt x="47" y="79"/>
                  </a:lnTo>
                  <a:lnTo>
                    <a:pt x="110" y="64"/>
                  </a:lnTo>
                  <a:cubicBezTo>
                    <a:pt x="127" y="64"/>
                    <a:pt x="142" y="47"/>
                    <a:pt x="142" y="32"/>
                  </a:cubicBezTo>
                  <a:lnTo>
                    <a:pt x="142" y="32"/>
                  </a:lnTo>
                  <a:cubicBezTo>
                    <a:pt x="142" y="16"/>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4" name="Google Shape;1694;p38"/>
            <p:cNvSpPr/>
            <p:nvPr/>
          </p:nvSpPr>
          <p:spPr>
            <a:xfrm>
              <a:off x="3380947" y="1791275"/>
              <a:ext cx="3562" cy="3498"/>
            </a:xfrm>
            <a:custGeom>
              <a:avLst/>
              <a:gdLst/>
              <a:ahLst/>
              <a:cxnLst/>
              <a:rect l="l" t="t" r="r" b="b"/>
              <a:pathLst>
                <a:path w="112" h="110" extrusionOk="0">
                  <a:moveTo>
                    <a:pt x="63" y="0"/>
                  </a:moveTo>
                  <a:lnTo>
                    <a:pt x="63" y="0"/>
                  </a:lnTo>
                  <a:lnTo>
                    <a:pt x="17" y="32"/>
                  </a:lnTo>
                  <a:lnTo>
                    <a:pt x="0" y="47"/>
                  </a:lnTo>
                  <a:lnTo>
                    <a:pt x="0" y="47"/>
                  </a:lnTo>
                  <a:lnTo>
                    <a:pt x="0" y="63"/>
                  </a:lnTo>
                  <a:lnTo>
                    <a:pt x="0" y="63"/>
                  </a:lnTo>
                  <a:cubicBezTo>
                    <a:pt x="17" y="63"/>
                    <a:pt x="32" y="63"/>
                    <a:pt x="32" y="78"/>
                  </a:cubicBezTo>
                  <a:cubicBezTo>
                    <a:pt x="32" y="78"/>
                    <a:pt x="48" y="95"/>
                    <a:pt x="32" y="110"/>
                  </a:cubicBezTo>
                  <a:cubicBezTo>
                    <a:pt x="48" y="110"/>
                    <a:pt x="48" y="95"/>
                    <a:pt x="48" y="95"/>
                  </a:cubicBezTo>
                  <a:lnTo>
                    <a:pt x="48" y="95"/>
                  </a:lnTo>
                  <a:lnTo>
                    <a:pt x="111" y="47"/>
                  </a:lnTo>
                  <a:lnTo>
                    <a:pt x="111" y="32"/>
                  </a:lnTo>
                  <a:lnTo>
                    <a:pt x="111" y="32"/>
                  </a:lnTo>
                  <a:lnTo>
                    <a:pt x="95" y="32"/>
                  </a:lnTo>
                  <a:cubicBezTo>
                    <a:pt x="80" y="32"/>
                    <a:pt x="80" y="32"/>
                    <a:pt x="63"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5" name="Google Shape;1695;p38"/>
            <p:cNvSpPr/>
            <p:nvPr/>
          </p:nvSpPr>
          <p:spPr>
            <a:xfrm>
              <a:off x="3165986" y="1821807"/>
              <a:ext cx="4516" cy="4580"/>
            </a:xfrm>
            <a:custGeom>
              <a:avLst/>
              <a:gdLst/>
              <a:ahLst/>
              <a:cxnLst/>
              <a:rect l="l" t="t" r="r" b="b"/>
              <a:pathLst>
                <a:path w="142" h="144" extrusionOk="0">
                  <a:moveTo>
                    <a:pt x="110" y="1"/>
                  </a:moveTo>
                  <a:lnTo>
                    <a:pt x="95" y="1"/>
                  </a:lnTo>
                  <a:cubicBezTo>
                    <a:pt x="95" y="1"/>
                    <a:pt x="79" y="1"/>
                    <a:pt x="79" y="17"/>
                  </a:cubicBezTo>
                  <a:lnTo>
                    <a:pt x="47" y="64"/>
                  </a:lnTo>
                  <a:lnTo>
                    <a:pt x="47" y="64"/>
                  </a:lnTo>
                  <a:lnTo>
                    <a:pt x="32" y="64"/>
                  </a:lnTo>
                  <a:cubicBezTo>
                    <a:pt x="16" y="64"/>
                    <a:pt x="1" y="95"/>
                    <a:pt x="1" y="112"/>
                  </a:cubicBezTo>
                  <a:cubicBezTo>
                    <a:pt x="1" y="127"/>
                    <a:pt x="16" y="143"/>
                    <a:pt x="32" y="143"/>
                  </a:cubicBezTo>
                  <a:lnTo>
                    <a:pt x="47" y="143"/>
                  </a:lnTo>
                  <a:lnTo>
                    <a:pt x="79" y="127"/>
                  </a:lnTo>
                  <a:cubicBezTo>
                    <a:pt x="95" y="127"/>
                    <a:pt x="95" y="112"/>
                    <a:pt x="110" y="112"/>
                  </a:cubicBezTo>
                  <a:lnTo>
                    <a:pt x="110" y="112"/>
                  </a:lnTo>
                  <a:lnTo>
                    <a:pt x="110" y="112"/>
                  </a:lnTo>
                  <a:lnTo>
                    <a:pt x="142" y="49"/>
                  </a:lnTo>
                  <a:cubicBezTo>
                    <a:pt x="142" y="32"/>
                    <a:pt x="142" y="17"/>
                    <a:pt x="127" y="17"/>
                  </a:cubicBezTo>
                  <a:lnTo>
                    <a:pt x="127" y="1"/>
                  </a:ln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6" name="Google Shape;1696;p38"/>
            <p:cNvSpPr/>
            <p:nvPr/>
          </p:nvSpPr>
          <p:spPr>
            <a:xfrm>
              <a:off x="3356872" y="1803774"/>
              <a:ext cx="4580" cy="3562"/>
            </a:xfrm>
            <a:custGeom>
              <a:avLst/>
              <a:gdLst/>
              <a:ahLst/>
              <a:cxnLst/>
              <a:rect l="l" t="t" r="r" b="b"/>
              <a:pathLst>
                <a:path w="144" h="112" extrusionOk="0">
                  <a:moveTo>
                    <a:pt x="95" y="1"/>
                  </a:moveTo>
                  <a:lnTo>
                    <a:pt x="95" y="1"/>
                  </a:lnTo>
                  <a:lnTo>
                    <a:pt x="80" y="1"/>
                  </a:lnTo>
                  <a:lnTo>
                    <a:pt x="64" y="17"/>
                  </a:lnTo>
                  <a:lnTo>
                    <a:pt x="17" y="48"/>
                  </a:lnTo>
                  <a:cubicBezTo>
                    <a:pt x="17" y="48"/>
                    <a:pt x="17" y="64"/>
                    <a:pt x="1" y="64"/>
                  </a:cubicBezTo>
                  <a:cubicBezTo>
                    <a:pt x="17" y="80"/>
                    <a:pt x="17" y="95"/>
                    <a:pt x="17" y="95"/>
                  </a:cubicBezTo>
                  <a:cubicBezTo>
                    <a:pt x="32" y="111"/>
                    <a:pt x="32" y="111"/>
                    <a:pt x="49" y="111"/>
                  </a:cubicBezTo>
                  <a:cubicBezTo>
                    <a:pt x="49" y="111"/>
                    <a:pt x="64" y="111"/>
                    <a:pt x="64" y="95"/>
                  </a:cubicBezTo>
                  <a:lnTo>
                    <a:pt x="127" y="48"/>
                  </a:lnTo>
                  <a:cubicBezTo>
                    <a:pt x="143" y="48"/>
                    <a:pt x="143" y="17"/>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7" name="Google Shape;1697;p38"/>
            <p:cNvSpPr/>
            <p:nvPr/>
          </p:nvSpPr>
          <p:spPr>
            <a:xfrm>
              <a:off x="3298289" y="1780716"/>
              <a:ext cx="3021" cy="4039"/>
            </a:xfrm>
            <a:custGeom>
              <a:avLst/>
              <a:gdLst/>
              <a:ahLst/>
              <a:cxnLst/>
              <a:rect l="l" t="t" r="r" b="b"/>
              <a:pathLst>
                <a:path w="95" h="127" extrusionOk="0">
                  <a:moveTo>
                    <a:pt x="63" y="1"/>
                  </a:moveTo>
                  <a:lnTo>
                    <a:pt x="63" y="1"/>
                  </a:lnTo>
                  <a:lnTo>
                    <a:pt x="47" y="1"/>
                  </a:lnTo>
                  <a:cubicBezTo>
                    <a:pt x="32" y="17"/>
                    <a:pt x="32" y="17"/>
                    <a:pt x="32" y="32"/>
                  </a:cubicBezTo>
                  <a:lnTo>
                    <a:pt x="32" y="32"/>
                  </a:lnTo>
                  <a:cubicBezTo>
                    <a:pt x="15" y="49"/>
                    <a:pt x="0" y="49"/>
                    <a:pt x="0" y="80"/>
                  </a:cubicBezTo>
                  <a:cubicBezTo>
                    <a:pt x="0" y="112"/>
                    <a:pt x="32" y="127"/>
                    <a:pt x="32" y="127"/>
                  </a:cubicBezTo>
                  <a:lnTo>
                    <a:pt x="47" y="127"/>
                  </a:lnTo>
                  <a:cubicBezTo>
                    <a:pt x="63" y="127"/>
                    <a:pt x="78" y="127"/>
                    <a:pt x="78" y="112"/>
                  </a:cubicBezTo>
                  <a:lnTo>
                    <a:pt x="78" y="112"/>
                  </a:lnTo>
                  <a:lnTo>
                    <a:pt x="78" y="112"/>
                  </a:lnTo>
                  <a:cubicBezTo>
                    <a:pt x="63" y="112"/>
                    <a:pt x="63" y="112"/>
                    <a:pt x="47" y="95"/>
                  </a:cubicBezTo>
                  <a:cubicBezTo>
                    <a:pt x="47" y="64"/>
                    <a:pt x="63" y="49"/>
                    <a:pt x="78" y="49"/>
                  </a:cubicBezTo>
                  <a:lnTo>
                    <a:pt x="95" y="32"/>
                  </a:lnTo>
                  <a:lnTo>
                    <a:pt x="95" y="17"/>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8" name="Google Shape;1698;p38"/>
            <p:cNvSpPr/>
            <p:nvPr/>
          </p:nvSpPr>
          <p:spPr>
            <a:xfrm>
              <a:off x="3183510" y="1793756"/>
              <a:ext cx="6551" cy="6042"/>
            </a:xfrm>
            <a:custGeom>
              <a:avLst/>
              <a:gdLst/>
              <a:ahLst/>
              <a:cxnLst/>
              <a:rect l="l" t="t" r="r" b="b"/>
              <a:pathLst>
                <a:path w="206" h="190" extrusionOk="0">
                  <a:moveTo>
                    <a:pt x="174" y="0"/>
                  </a:moveTo>
                  <a:lnTo>
                    <a:pt x="174" y="0"/>
                  </a:lnTo>
                  <a:lnTo>
                    <a:pt x="174" y="0"/>
                  </a:lnTo>
                  <a:lnTo>
                    <a:pt x="127" y="17"/>
                  </a:lnTo>
                  <a:lnTo>
                    <a:pt x="111" y="17"/>
                  </a:lnTo>
                  <a:lnTo>
                    <a:pt x="111" y="48"/>
                  </a:lnTo>
                  <a:cubicBezTo>
                    <a:pt x="127" y="63"/>
                    <a:pt x="111" y="80"/>
                    <a:pt x="95" y="95"/>
                  </a:cubicBezTo>
                  <a:lnTo>
                    <a:pt x="80" y="95"/>
                  </a:lnTo>
                  <a:cubicBezTo>
                    <a:pt x="64" y="95"/>
                    <a:pt x="64" y="80"/>
                    <a:pt x="48" y="63"/>
                  </a:cubicBezTo>
                  <a:lnTo>
                    <a:pt x="48" y="63"/>
                  </a:lnTo>
                  <a:lnTo>
                    <a:pt x="48" y="80"/>
                  </a:lnTo>
                  <a:lnTo>
                    <a:pt x="17" y="143"/>
                  </a:lnTo>
                  <a:cubicBezTo>
                    <a:pt x="0" y="158"/>
                    <a:pt x="0" y="174"/>
                    <a:pt x="17" y="190"/>
                  </a:cubicBezTo>
                  <a:lnTo>
                    <a:pt x="32" y="190"/>
                  </a:lnTo>
                  <a:lnTo>
                    <a:pt x="32" y="190"/>
                  </a:lnTo>
                  <a:cubicBezTo>
                    <a:pt x="48" y="190"/>
                    <a:pt x="64" y="190"/>
                    <a:pt x="64" y="174"/>
                  </a:cubicBezTo>
                  <a:lnTo>
                    <a:pt x="80" y="174"/>
                  </a:lnTo>
                  <a:lnTo>
                    <a:pt x="80" y="174"/>
                  </a:lnTo>
                  <a:cubicBezTo>
                    <a:pt x="64" y="174"/>
                    <a:pt x="64" y="158"/>
                    <a:pt x="64" y="158"/>
                  </a:cubicBezTo>
                  <a:cubicBezTo>
                    <a:pt x="48" y="143"/>
                    <a:pt x="64" y="111"/>
                    <a:pt x="80" y="111"/>
                  </a:cubicBezTo>
                  <a:lnTo>
                    <a:pt x="95" y="95"/>
                  </a:lnTo>
                  <a:cubicBezTo>
                    <a:pt x="95" y="95"/>
                    <a:pt x="111" y="95"/>
                    <a:pt x="127" y="80"/>
                  </a:cubicBezTo>
                  <a:lnTo>
                    <a:pt x="127" y="80"/>
                  </a:lnTo>
                  <a:lnTo>
                    <a:pt x="190" y="80"/>
                  </a:lnTo>
                  <a:cubicBezTo>
                    <a:pt x="190" y="63"/>
                    <a:pt x="206" y="63"/>
                    <a:pt x="206" y="48"/>
                  </a:cubicBezTo>
                  <a:lnTo>
                    <a:pt x="206" y="32"/>
                  </a:lnTo>
                  <a:cubicBezTo>
                    <a:pt x="206" y="17"/>
                    <a:pt x="206" y="17"/>
                    <a:pt x="190" y="17"/>
                  </a:cubicBezTo>
                  <a:cubicBezTo>
                    <a:pt x="190" y="0"/>
                    <a:pt x="174"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9" name="Google Shape;1699;p38"/>
            <p:cNvSpPr/>
            <p:nvPr/>
          </p:nvSpPr>
          <p:spPr>
            <a:xfrm>
              <a:off x="3330824" y="1779731"/>
              <a:ext cx="3562" cy="4548"/>
            </a:xfrm>
            <a:custGeom>
              <a:avLst/>
              <a:gdLst/>
              <a:ahLst/>
              <a:cxnLst/>
              <a:rect l="l" t="t" r="r" b="b"/>
              <a:pathLst>
                <a:path w="112" h="143" extrusionOk="0">
                  <a:moveTo>
                    <a:pt x="64" y="0"/>
                  </a:moveTo>
                  <a:cubicBezTo>
                    <a:pt x="64" y="17"/>
                    <a:pt x="49" y="17"/>
                    <a:pt x="49" y="17"/>
                  </a:cubicBezTo>
                  <a:lnTo>
                    <a:pt x="32" y="17"/>
                  </a:lnTo>
                  <a:lnTo>
                    <a:pt x="17" y="0"/>
                  </a:lnTo>
                  <a:lnTo>
                    <a:pt x="17" y="17"/>
                  </a:lnTo>
                  <a:lnTo>
                    <a:pt x="1" y="63"/>
                  </a:lnTo>
                  <a:lnTo>
                    <a:pt x="1" y="95"/>
                  </a:lnTo>
                  <a:lnTo>
                    <a:pt x="49" y="143"/>
                  </a:lnTo>
                  <a:lnTo>
                    <a:pt x="80" y="143"/>
                  </a:lnTo>
                  <a:lnTo>
                    <a:pt x="95" y="143"/>
                  </a:lnTo>
                  <a:cubicBezTo>
                    <a:pt x="112" y="126"/>
                    <a:pt x="112" y="95"/>
                    <a:pt x="95" y="95"/>
                  </a:cubicBezTo>
                  <a:lnTo>
                    <a:pt x="64" y="63"/>
                  </a:lnTo>
                  <a:lnTo>
                    <a:pt x="80" y="48"/>
                  </a:lnTo>
                  <a:cubicBezTo>
                    <a:pt x="80" y="32"/>
                    <a:pt x="80" y="17"/>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0" name="Google Shape;1700;p38"/>
            <p:cNvSpPr/>
            <p:nvPr/>
          </p:nvSpPr>
          <p:spPr>
            <a:xfrm>
              <a:off x="3396976" y="1784247"/>
              <a:ext cx="5565" cy="3053"/>
            </a:xfrm>
            <a:custGeom>
              <a:avLst/>
              <a:gdLst/>
              <a:ahLst/>
              <a:cxnLst/>
              <a:rect l="l" t="t" r="r" b="b"/>
              <a:pathLst>
                <a:path w="175" h="96" extrusionOk="0">
                  <a:moveTo>
                    <a:pt x="143" y="1"/>
                  </a:moveTo>
                  <a:lnTo>
                    <a:pt x="126" y="1"/>
                  </a:lnTo>
                  <a:lnTo>
                    <a:pt x="111" y="16"/>
                  </a:lnTo>
                  <a:cubicBezTo>
                    <a:pt x="95" y="32"/>
                    <a:pt x="95" y="32"/>
                    <a:pt x="80" y="32"/>
                  </a:cubicBezTo>
                  <a:lnTo>
                    <a:pt x="48" y="32"/>
                  </a:lnTo>
                  <a:lnTo>
                    <a:pt x="17" y="32"/>
                  </a:lnTo>
                  <a:lnTo>
                    <a:pt x="17" y="32"/>
                  </a:lnTo>
                  <a:lnTo>
                    <a:pt x="17" y="32"/>
                  </a:lnTo>
                  <a:lnTo>
                    <a:pt x="0" y="95"/>
                  </a:lnTo>
                  <a:lnTo>
                    <a:pt x="17" y="95"/>
                  </a:lnTo>
                  <a:lnTo>
                    <a:pt x="32" y="95"/>
                  </a:lnTo>
                  <a:lnTo>
                    <a:pt x="63" y="95"/>
                  </a:lnTo>
                  <a:lnTo>
                    <a:pt x="80" y="95"/>
                  </a:lnTo>
                  <a:cubicBezTo>
                    <a:pt x="95" y="95"/>
                    <a:pt x="126" y="95"/>
                    <a:pt x="143" y="79"/>
                  </a:cubicBezTo>
                  <a:lnTo>
                    <a:pt x="158" y="64"/>
                  </a:lnTo>
                  <a:cubicBezTo>
                    <a:pt x="174" y="47"/>
                    <a:pt x="174" y="16"/>
                    <a:pt x="158" y="16"/>
                  </a:cubicBezTo>
                  <a:cubicBezTo>
                    <a:pt x="158" y="1"/>
                    <a:pt x="143"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1" name="Google Shape;1701;p38"/>
            <p:cNvSpPr/>
            <p:nvPr/>
          </p:nvSpPr>
          <p:spPr>
            <a:xfrm>
              <a:off x="3027163" y="1819803"/>
              <a:ext cx="6042" cy="4580"/>
            </a:xfrm>
            <a:custGeom>
              <a:avLst/>
              <a:gdLst/>
              <a:ahLst/>
              <a:cxnLst/>
              <a:rect l="l" t="t" r="r" b="b"/>
              <a:pathLst>
                <a:path w="190" h="144" extrusionOk="0">
                  <a:moveTo>
                    <a:pt x="143" y="1"/>
                  </a:moveTo>
                  <a:lnTo>
                    <a:pt x="143" y="1"/>
                  </a:lnTo>
                  <a:cubicBezTo>
                    <a:pt x="143" y="1"/>
                    <a:pt x="127" y="1"/>
                    <a:pt x="127" y="17"/>
                  </a:cubicBezTo>
                  <a:lnTo>
                    <a:pt x="80" y="64"/>
                  </a:lnTo>
                  <a:lnTo>
                    <a:pt x="64" y="49"/>
                  </a:lnTo>
                  <a:lnTo>
                    <a:pt x="49" y="49"/>
                  </a:lnTo>
                  <a:cubicBezTo>
                    <a:pt x="49" y="64"/>
                    <a:pt x="49" y="64"/>
                    <a:pt x="32" y="64"/>
                  </a:cubicBezTo>
                  <a:cubicBezTo>
                    <a:pt x="17" y="64"/>
                    <a:pt x="17" y="80"/>
                    <a:pt x="1" y="112"/>
                  </a:cubicBezTo>
                  <a:cubicBezTo>
                    <a:pt x="1" y="127"/>
                    <a:pt x="17" y="143"/>
                    <a:pt x="32" y="143"/>
                  </a:cubicBezTo>
                  <a:lnTo>
                    <a:pt x="49" y="143"/>
                  </a:lnTo>
                  <a:lnTo>
                    <a:pt x="64" y="143"/>
                  </a:lnTo>
                  <a:lnTo>
                    <a:pt x="64" y="127"/>
                  </a:lnTo>
                  <a:lnTo>
                    <a:pt x="95" y="127"/>
                  </a:lnTo>
                  <a:lnTo>
                    <a:pt x="127" y="127"/>
                  </a:lnTo>
                  <a:cubicBezTo>
                    <a:pt x="127" y="127"/>
                    <a:pt x="143" y="112"/>
                    <a:pt x="143" y="95"/>
                  </a:cubicBezTo>
                  <a:lnTo>
                    <a:pt x="143" y="95"/>
                  </a:lnTo>
                  <a:lnTo>
                    <a:pt x="175" y="49"/>
                  </a:lnTo>
                  <a:cubicBezTo>
                    <a:pt x="190" y="32"/>
                    <a:pt x="190" y="17"/>
                    <a:pt x="175" y="1"/>
                  </a:cubicBez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2" name="Google Shape;1702;p38"/>
            <p:cNvSpPr/>
            <p:nvPr/>
          </p:nvSpPr>
          <p:spPr>
            <a:xfrm>
              <a:off x="3146427" y="1836373"/>
              <a:ext cx="4039" cy="3498"/>
            </a:xfrm>
            <a:custGeom>
              <a:avLst/>
              <a:gdLst/>
              <a:ahLst/>
              <a:cxnLst/>
              <a:rect l="l" t="t" r="r" b="b"/>
              <a:pathLst>
                <a:path w="127" h="110" extrusionOk="0">
                  <a:moveTo>
                    <a:pt x="48" y="0"/>
                  </a:moveTo>
                  <a:lnTo>
                    <a:pt x="32" y="0"/>
                  </a:lnTo>
                  <a:cubicBezTo>
                    <a:pt x="17" y="0"/>
                    <a:pt x="1" y="32"/>
                    <a:pt x="1" y="47"/>
                  </a:cubicBezTo>
                  <a:lnTo>
                    <a:pt x="17" y="78"/>
                  </a:lnTo>
                  <a:cubicBezTo>
                    <a:pt x="17" y="78"/>
                    <a:pt x="17" y="95"/>
                    <a:pt x="32" y="95"/>
                  </a:cubicBezTo>
                  <a:cubicBezTo>
                    <a:pt x="32" y="95"/>
                    <a:pt x="32" y="110"/>
                    <a:pt x="48" y="110"/>
                  </a:cubicBezTo>
                  <a:lnTo>
                    <a:pt x="48" y="95"/>
                  </a:lnTo>
                  <a:lnTo>
                    <a:pt x="95" y="95"/>
                  </a:lnTo>
                  <a:cubicBezTo>
                    <a:pt x="111" y="78"/>
                    <a:pt x="127" y="63"/>
                    <a:pt x="111" y="47"/>
                  </a:cubicBezTo>
                  <a:cubicBezTo>
                    <a:pt x="111" y="32"/>
                    <a:pt x="95" y="32"/>
                    <a:pt x="80" y="32"/>
                  </a:cubicBez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3" name="Google Shape;1703;p38"/>
            <p:cNvSpPr/>
            <p:nvPr/>
          </p:nvSpPr>
          <p:spPr>
            <a:xfrm>
              <a:off x="3338839" y="1809308"/>
              <a:ext cx="3053" cy="4516"/>
            </a:xfrm>
            <a:custGeom>
              <a:avLst/>
              <a:gdLst/>
              <a:ahLst/>
              <a:cxnLst/>
              <a:rect l="l" t="t" r="r" b="b"/>
              <a:pathLst>
                <a:path w="96" h="142" extrusionOk="0">
                  <a:moveTo>
                    <a:pt x="64" y="110"/>
                  </a:moveTo>
                  <a:lnTo>
                    <a:pt x="64" y="110"/>
                  </a:lnTo>
                  <a:lnTo>
                    <a:pt x="64" y="110"/>
                  </a:lnTo>
                  <a:close/>
                  <a:moveTo>
                    <a:pt x="32" y="0"/>
                  </a:moveTo>
                  <a:lnTo>
                    <a:pt x="32" y="0"/>
                  </a:lnTo>
                  <a:lnTo>
                    <a:pt x="17" y="0"/>
                  </a:lnTo>
                  <a:lnTo>
                    <a:pt x="1" y="47"/>
                  </a:lnTo>
                  <a:lnTo>
                    <a:pt x="17" y="64"/>
                  </a:lnTo>
                  <a:lnTo>
                    <a:pt x="17" y="79"/>
                  </a:lnTo>
                  <a:lnTo>
                    <a:pt x="17" y="79"/>
                  </a:lnTo>
                  <a:lnTo>
                    <a:pt x="17" y="79"/>
                  </a:lnTo>
                  <a:lnTo>
                    <a:pt x="32" y="127"/>
                  </a:lnTo>
                  <a:lnTo>
                    <a:pt x="32" y="142"/>
                  </a:lnTo>
                  <a:lnTo>
                    <a:pt x="80" y="127"/>
                  </a:lnTo>
                  <a:lnTo>
                    <a:pt x="80" y="110"/>
                  </a:lnTo>
                  <a:cubicBezTo>
                    <a:pt x="80" y="110"/>
                    <a:pt x="95" y="110"/>
                    <a:pt x="95" y="95"/>
                  </a:cubicBezTo>
                  <a:lnTo>
                    <a:pt x="95" y="64"/>
                  </a:lnTo>
                  <a:lnTo>
                    <a:pt x="64" y="16"/>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4" name="Google Shape;1704;p38"/>
            <p:cNvSpPr/>
            <p:nvPr/>
          </p:nvSpPr>
          <p:spPr>
            <a:xfrm>
              <a:off x="3229116" y="1799767"/>
              <a:ext cx="3053" cy="6042"/>
            </a:xfrm>
            <a:custGeom>
              <a:avLst/>
              <a:gdLst/>
              <a:ahLst/>
              <a:cxnLst/>
              <a:rect l="l" t="t" r="r" b="b"/>
              <a:pathLst>
                <a:path w="96" h="190" extrusionOk="0">
                  <a:moveTo>
                    <a:pt x="32" y="1"/>
                  </a:moveTo>
                  <a:lnTo>
                    <a:pt x="32" y="1"/>
                  </a:lnTo>
                  <a:lnTo>
                    <a:pt x="16" y="17"/>
                  </a:lnTo>
                  <a:cubicBezTo>
                    <a:pt x="16" y="17"/>
                    <a:pt x="1" y="17"/>
                    <a:pt x="1" y="32"/>
                  </a:cubicBezTo>
                  <a:lnTo>
                    <a:pt x="1" y="32"/>
                  </a:lnTo>
                  <a:lnTo>
                    <a:pt x="1" y="158"/>
                  </a:lnTo>
                  <a:lnTo>
                    <a:pt x="1" y="174"/>
                  </a:lnTo>
                  <a:cubicBezTo>
                    <a:pt x="16" y="190"/>
                    <a:pt x="16" y="190"/>
                    <a:pt x="32" y="190"/>
                  </a:cubicBezTo>
                  <a:lnTo>
                    <a:pt x="48" y="190"/>
                  </a:lnTo>
                  <a:lnTo>
                    <a:pt x="48" y="190"/>
                  </a:lnTo>
                  <a:cubicBezTo>
                    <a:pt x="64" y="190"/>
                    <a:pt x="64" y="190"/>
                    <a:pt x="79" y="174"/>
                  </a:cubicBezTo>
                  <a:lnTo>
                    <a:pt x="64" y="174"/>
                  </a:lnTo>
                  <a:cubicBezTo>
                    <a:pt x="48" y="158"/>
                    <a:pt x="64" y="143"/>
                    <a:pt x="64" y="127"/>
                  </a:cubicBezTo>
                  <a:lnTo>
                    <a:pt x="79" y="111"/>
                  </a:lnTo>
                  <a:lnTo>
                    <a:pt x="79" y="111"/>
                  </a:lnTo>
                  <a:lnTo>
                    <a:pt x="79" y="111"/>
                  </a:lnTo>
                  <a:lnTo>
                    <a:pt x="79" y="95"/>
                  </a:lnTo>
                  <a:lnTo>
                    <a:pt x="95" y="48"/>
                  </a:lnTo>
                  <a:lnTo>
                    <a:pt x="95" y="32"/>
                  </a:lnTo>
                  <a:lnTo>
                    <a:pt x="79" y="17"/>
                  </a:lnTo>
                  <a:lnTo>
                    <a:pt x="64"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5" name="Google Shape;1705;p38"/>
            <p:cNvSpPr/>
            <p:nvPr/>
          </p:nvSpPr>
          <p:spPr>
            <a:xfrm>
              <a:off x="3414023" y="1804283"/>
              <a:ext cx="7569" cy="3530"/>
            </a:xfrm>
            <a:custGeom>
              <a:avLst/>
              <a:gdLst/>
              <a:ahLst/>
              <a:cxnLst/>
              <a:rect l="l" t="t" r="r" b="b"/>
              <a:pathLst>
                <a:path w="238" h="111" extrusionOk="0">
                  <a:moveTo>
                    <a:pt x="48" y="1"/>
                  </a:moveTo>
                  <a:lnTo>
                    <a:pt x="48" y="1"/>
                  </a:lnTo>
                  <a:lnTo>
                    <a:pt x="48" y="1"/>
                  </a:lnTo>
                  <a:close/>
                  <a:moveTo>
                    <a:pt x="32" y="1"/>
                  </a:moveTo>
                  <a:lnTo>
                    <a:pt x="32" y="1"/>
                  </a:lnTo>
                  <a:lnTo>
                    <a:pt x="16" y="1"/>
                  </a:lnTo>
                  <a:lnTo>
                    <a:pt x="0" y="16"/>
                  </a:lnTo>
                  <a:lnTo>
                    <a:pt x="0" y="32"/>
                  </a:lnTo>
                  <a:cubicBezTo>
                    <a:pt x="0" y="48"/>
                    <a:pt x="0" y="64"/>
                    <a:pt x="16" y="64"/>
                  </a:cubicBezTo>
                  <a:lnTo>
                    <a:pt x="32" y="79"/>
                  </a:lnTo>
                  <a:cubicBezTo>
                    <a:pt x="32" y="64"/>
                    <a:pt x="32" y="64"/>
                    <a:pt x="48" y="64"/>
                  </a:cubicBezTo>
                  <a:lnTo>
                    <a:pt x="63" y="48"/>
                  </a:lnTo>
                  <a:lnTo>
                    <a:pt x="79" y="48"/>
                  </a:lnTo>
                  <a:lnTo>
                    <a:pt x="79" y="48"/>
                  </a:lnTo>
                  <a:cubicBezTo>
                    <a:pt x="95" y="48"/>
                    <a:pt x="95" y="64"/>
                    <a:pt x="111" y="64"/>
                  </a:cubicBezTo>
                  <a:lnTo>
                    <a:pt x="111" y="79"/>
                  </a:lnTo>
                  <a:lnTo>
                    <a:pt x="111" y="79"/>
                  </a:lnTo>
                  <a:cubicBezTo>
                    <a:pt x="126" y="79"/>
                    <a:pt x="126" y="95"/>
                    <a:pt x="143" y="95"/>
                  </a:cubicBezTo>
                  <a:lnTo>
                    <a:pt x="174" y="95"/>
                  </a:lnTo>
                  <a:cubicBezTo>
                    <a:pt x="174" y="95"/>
                    <a:pt x="189" y="95"/>
                    <a:pt x="189" y="111"/>
                  </a:cubicBezTo>
                  <a:lnTo>
                    <a:pt x="206" y="111"/>
                  </a:lnTo>
                  <a:cubicBezTo>
                    <a:pt x="221" y="111"/>
                    <a:pt x="221" y="95"/>
                    <a:pt x="237" y="79"/>
                  </a:cubicBezTo>
                  <a:lnTo>
                    <a:pt x="237" y="64"/>
                  </a:lnTo>
                  <a:cubicBezTo>
                    <a:pt x="237" y="64"/>
                    <a:pt x="237" y="48"/>
                    <a:pt x="221" y="48"/>
                  </a:cubicBezTo>
                  <a:lnTo>
                    <a:pt x="206" y="32"/>
                  </a:lnTo>
                  <a:lnTo>
                    <a:pt x="206" y="32"/>
                  </a:lnTo>
                  <a:lnTo>
                    <a:pt x="206" y="64"/>
                  </a:lnTo>
                  <a:lnTo>
                    <a:pt x="174" y="95"/>
                  </a:lnTo>
                  <a:lnTo>
                    <a:pt x="174" y="95"/>
                  </a:lnTo>
                  <a:lnTo>
                    <a:pt x="158" y="95"/>
                  </a:lnTo>
                  <a:lnTo>
                    <a:pt x="126" y="79"/>
                  </a:lnTo>
                  <a:cubicBezTo>
                    <a:pt x="111" y="64"/>
                    <a:pt x="111" y="64"/>
                    <a:pt x="111" y="48"/>
                  </a:cubicBezTo>
                  <a:lnTo>
                    <a:pt x="111" y="16"/>
                  </a:lnTo>
                  <a:lnTo>
                    <a:pt x="79" y="16"/>
                  </a:ln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6" name="Google Shape;1706;p38"/>
            <p:cNvSpPr/>
            <p:nvPr/>
          </p:nvSpPr>
          <p:spPr>
            <a:xfrm>
              <a:off x="3415518" y="180428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7" name="Google Shape;1707;p38"/>
            <p:cNvSpPr/>
            <p:nvPr/>
          </p:nvSpPr>
          <p:spPr>
            <a:xfrm>
              <a:off x="3422546" y="1769712"/>
              <a:ext cx="4516" cy="4039"/>
            </a:xfrm>
            <a:custGeom>
              <a:avLst/>
              <a:gdLst/>
              <a:ahLst/>
              <a:cxnLst/>
              <a:rect l="l" t="t" r="r" b="b"/>
              <a:pathLst>
                <a:path w="142" h="127" extrusionOk="0">
                  <a:moveTo>
                    <a:pt x="47" y="0"/>
                  </a:moveTo>
                  <a:lnTo>
                    <a:pt x="47" y="0"/>
                  </a:lnTo>
                  <a:cubicBezTo>
                    <a:pt x="32" y="17"/>
                    <a:pt x="16" y="17"/>
                    <a:pt x="16" y="17"/>
                  </a:cubicBezTo>
                  <a:cubicBezTo>
                    <a:pt x="1" y="32"/>
                    <a:pt x="1" y="63"/>
                    <a:pt x="16" y="63"/>
                  </a:cubicBezTo>
                  <a:lnTo>
                    <a:pt x="79" y="111"/>
                  </a:lnTo>
                  <a:cubicBezTo>
                    <a:pt x="79" y="126"/>
                    <a:pt x="95" y="126"/>
                    <a:pt x="95" y="126"/>
                  </a:cubicBezTo>
                  <a:cubicBezTo>
                    <a:pt x="95" y="111"/>
                    <a:pt x="110" y="95"/>
                    <a:pt x="110" y="95"/>
                  </a:cubicBezTo>
                  <a:lnTo>
                    <a:pt x="127" y="95"/>
                  </a:lnTo>
                  <a:lnTo>
                    <a:pt x="127" y="95"/>
                  </a:lnTo>
                  <a:lnTo>
                    <a:pt x="142" y="95"/>
                  </a:lnTo>
                  <a:cubicBezTo>
                    <a:pt x="142" y="80"/>
                    <a:pt x="142" y="63"/>
                    <a:pt x="127" y="63"/>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8" name="Google Shape;1708;p38"/>
            <p:cNvSpPr/>
            <p:nvPr/>
          </p:nvSpPr>
          <p:spPr>
            <a:xfrm>
              <a:off x="3429034" y="1779254"/>
              <a:ext cx="3562" cy="3498"/>
            </a:xfrm>
            <a:custGeom>
              <a:avLst/>
              <a:gdLst/>
              <a:ahLst/>
              <a:cxnLst/>
              <a:rect l="l" t="t" r="r" b="b"/>
              <a:pathLst>
                <a:path w="112" h="110" extrusionOk="0">
                  <a:moveTo>
                    <a:pt x="49" y="0"/>
                  </a:moveTo>
                  <a:lnTo>
                    <a:pt x="32" y="0"/>
                  </a:lnTo>
                  <a:cubicBezTo>
                    <a:pt x="17" y="0"/>
                    <a:pt x="17" y="0"/>
                    <a:pt x="1" y="15"/>
                  </a:cubicBezTo>
                  <a:cubicBezTo>
                    <a:pt x="1" y="32"/>
                    <a:pt x="1" y="47"/>
                    <a:pt x="17" y="63"/>
                  </a:cubicBezTo>
                  <a:lnTo>
                    <a:pt x="17" y="95"/>
                  </a:lnTo>
                  <a:cubicBezTo>
                    <a:pt x="17" y="95"/>
                    <a:pt x="17" y="110"/>
                    <a:pt x="32" y="110"/>
                  </a:cubicBezTo>
                  <a:lnTo>
                    <a:pt x="64" y="78"/>
                  </a:lnTo>
                  <a:lnTo>
                    <a:pt x="80" y="78"/>
                  </a:lnTo>
                  <a:lnTo>
                    <a:pt x="80" y="78"/>
                  </a:lnTo>
                  <a:lnTo>
                    <a:pt x="95" y="78"/>
                  </a:lnTo>
                  <a:cubicBezTo>
                    <a:pt x="95" y="78"/>
                    <a:pt x="112" y="63"/>
                    <a:pt x="112" y="47"/>
                  </a:cubicBezTo>
                  <a:cubicBezTo>
                    <a:pt x="95" y="15"/>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9" name="Google Shape;1709;p38"/>
            <p:cNvSpPr/>
            <p:nvPr/>
          </p:nvSpPr>
          <p:spPr>
            <a:xfrm>
              <a:off x="3385940" y="1772702"/>
              <a:ext cx="5565" cy="4580"/>
            </a:xfrm>
            <a:custGeom>
              <a:avLst/>
              <a:gdLst/>
              <a:ahLst/>
              <a:cxnLst/>
              <a:rect l="l" t="t" r="r" b="b"/>
              <a:pathLst>
                <a:path w="175" h="144" extrusionOk="0">
                  <a:moveTo>
                    <a:pt x="112" y="1"/>
                  </a:moveTo>
                  <a:lnTo>
                    <a:pt x="112" y="1"/>
                  </a:lnTo>
                  <a:cubicBezTo>
                    <a:pt x="112" y="1"/>
                    <a:pt x="95" y="1"/>
                    <a:pt x="95" y="17"/>
                  </a:cubicBezTo>
                  <a:cubicBezTo>
                    <a:pt x="80" y="32"/>
                    <a:pt x="80" y="49"/>
                    <a:pt x="95" y="64"/>
                  </a:cubicBezTo>
                  <a:lnTo>
                    <a:pt x="95" y="64"/>
                  </a:lnTo>
                  <a:lnTo>
                    <a:pt x="95" y="64"/>
                  </a:lnTo>
                  <a:cubicBezTo>
                    <a:pt x="80" y="64"/>
                    <a:pt x="80" y="80"/>
                    <a:pt x="80" y="80"/>
                  </a:cubicBezTo>
                  <a:lnTo>
                    <a:pt x="80" y="80"/>
                  </a:lnTo>
                  <a:lnTo>
                    <a:pt x="49" y="80"/>
                  </a:lnTo>
                  <a:lnTo>
                    <a:pt x="32" y="80"/>
                  </a:lnTo>
                  <a:lnTo>
                    <a:pt x="32" y="80"/>
                  </a:lnTo>
                  <a:cubicBezTo>
                    <a:pt x="17" y="80"/>
                    <a:pt x="1" y="80"/>
                    <a:pt x="1" y="112"/>
                  </a:cubicBezTo>
                  <a:lnTo>
                    <a:pt x="1" y="127"/>
                  </a:lnTo>
                  <a:lnTo>
                    <a:pt x="32" y="127"/>
                  </a:lnTo>
                  <a:lnTo>
                    <a:pt x="32" y="127"/>
                  </a:lnTo>
                  <a:lnTo>
                    <a:pt x="49" y="127"/>
                  </a:lnTo>
                  <a:lnTo>
                    <a:pt x="95" y="143"/>
                  </a:lnTo>
                  <a:lnTo>
                    <a:pt x="95" y="143"/>
                  </a:lnTo>
                  <a:lnTo>
                    <a:pt x="112" y="143"/>
                  </a:lnTo>
                  <a:lnTo>
                    <a:pt x="112" y="143"/>
                  </a:lnTo>
                  <a:cubicBezTo>
                    <a:pt x="112" y="127"/>
                    <a:pt x="112" y="127"/>
                    <a:pt x="127" y="112"/>
                  </a:cubicBezTo>
                  <a:cubicBezTo>
                    <a:pt x="112" y="112"/>
                    <a:pt x="95" y="95"/>
                    <a:pt x="95" y="80"/>
                  </a:cubicBezTo>
                  <a:cubicBezTo>
                    <a:pt x="95" y="64"/>
                    <a:pt x="112" y="49"/>
                    <a:pt x="127" y="49"/>
                  </a:cubicBezTo>
                  <a:lnTo>
                    <a:pt x="143" y="49"/>
                  </a:lnTo>
                  <a:lnTo>
                    <a:pt x="175" y="49"/>
                  </a:lnTo>
                  <a:lnTo>
                    <a:pt x="175" y="49"/>
                  </a:ln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0" name="Google Shape;1710;p38"/>
            <p:cNvSpPr/>
            <p:nvPr/>
          </p:nvSpPr>
          <p:spPr>
            <a:xfrm>
              <a:off x="3017654" y="1804792"/>
              <a:ext cx="4071" cy="6042"/>
            </a:xfrm>
            <a:custGeom>
              <a:avLst/>
              <a:gdLst/>
              <a:ahLst/>
              <a:cxnLst/>
              <a:rect l="l" t="t" r="r" b="b"/>
              <a:pathLst>
                <a:path w="128" h="190" extrusionOk="0">
                  <a:moveTo>
                    <a:pt x="33" y="0"/>
                  </a:moveTo>
                  <a:lnTo>
                    <a:pt x="33" y="16"/>
                  </a:lnTo>
                  <a:cubicBezTo>
                    <a:pt x="16" y="32"/>
                    <a:pt x="16" y="48"/>
                    <a:pt x="33" y="63"/>
                  </a:cubicBezTo>
                  <a:cubicBezTo>
                    <a:pt x="48" y="63"/>
                    <a:pt x="64" y="79"/>
                    <a:pt x="64" y="79"/>
                  </a:cubicBezTo>
                  <a:lnTo>
                    <a:pt x="48" y="79"/>
                  </a:lnTo>
                  <a:lnTo>
                    <a:pt x="33" y="79"/>
                  </a:lnTo>
                  <a:cubicBezTo>
                    <a:pt x="16" y="79"/>
                    <a:pt x="1" y="111"/>
                    <a:pt x="16" y="126"/>
                  </a:cubicBezTo>
                  <a:lnTo>
                    <a:pt x="16" y="142"/>
                  </a:lnTo>
                  <a:cubicBezTo>
                    <a:pt x="33" y="158"/>
                    <a:pt x="33" y="174"/>
                    <a:pt x="48" y="189"/>
                  </a:cubicBezTo>
                  <a:lnTo>
                    <a:pt x="48" y="189"/>
                  </a:lnTo>
                  <a:lnTo>
                    <a:pt x="64" y="189"/>
                  </a:lnTo>
                  <a:lnTo>
                    <a:pt x="64" y="189"/>
                  </a:lnTo>
                  <a:lnTo>
                    <a:pt x="64" y="174"/>
                  </a:lnTo>
                  <a:lnTo>
                    <a:pt x="64" y="174"/>
                  </a:lnTo>
                  <a:lnTo>
                    <a:pt x="64" y="174"/>
                  </a:lnTo>
                  <a:cubicBezTo>
                    <a:pt x="48" y="158"/>
                    <a:pt x="48" y="126"/>
                    <a:pt x="64" y="111"/>
                  </a:cubicBezTo>
                  <a:lnTo>
                    <a:pt x="79" y="111"/>
                  </a:lnTo>
                  <a:lnTo>
                    <a:pt x="79" y="111"/>
                  </a:lnTo>
                  <a:cubicBezTo>
                    <a:pt x="96" y="111"/>
                    <a:pt x="111" y="111"/>
                    <a:pt x="111" y="126"/>
                  </a:cubicBezTo>
                  <a:lnTo>
                    <a:pt x="127" y="142"/>
                  </a:lnTo>
                  <a:lnTo>
                    <a:pt x="127" y="111"/>
                  </a:lnTo>
                  <a:lnTo>
                    <a:pt x="111" y="111"/>
                  </a:lnTo>
                  <a:cubicBezTo>
                    <a:pt x="111" y="111"/>
                    <a:pt x="96" y="111"/>
                    <a:pt x="79" y="95"/>
                  </a:cubicBezTo>
                  <a:lnTo>
                    <a:pt x="79" y="63"/>
                  </a:lnTo>
                  <a:lnTo>
                    <a:pt x="79" y="48"/>
                  </a:lnTo>
                  <a:cubicBezTo>
                    <a:pt x="79" y="32"/>
                    <a:pt x="79" y="32"/>
                    <a:pt x="96" y="16"/>
                  </a:cubicBezTo>
                  <a:lnTo>
                    <a:pt x="96" y="16"/>
                  </a:lnTo>
                  <a:lnTo>
                    <a:pt x="79" y="16"/>
                  </a:lnTo>
                  <a:lnTo>
                    <a:pt x="64" y="16"/>
                  </a:lnTo>
                  <a:lnTo>
                    <a:pt x="48" y="16"/>
                  </a:lnTo>
                  <a:cubicBezTo>
                    <a:pt x="33" y="16"/>
                    <a:pt x="33" y="16"/>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1" name="Google Shape;1711;p38"/>
            <p:cNvSpPr/>
            <p:nvPr/>
          </p:nvSpPr>
          <p:spPr>
            <a:xfrm>
              <a:off x="3419557" y="1764687"/>
              <a:ext cx="2512" cy="2035"/>
            </a:xfrm>
            <a:custGeom>
              <a:avLst/>
              <a:gdLst/>
              <a:ahLst/>
              <a:cxnLst/>
              <a:rect l="l" t="t" r="r" b="b"/>
              <a:pathLst>
                <a:path w="79" h="64" extrusionOk="0">
                  <a:moveTo>
                    <a:pt x="63" y="1"/>
                  </a:moveTo>
                  <a:lnTo>
                    <a:pt x="0" y="32"/>
                  </a:lnTo>
                  <a:lnTo>
                    <a:pt x="0" y="32"/>
                  </a:lnTo>
                  <a:lnTo>
                    <a:pt x="63" y="64"/>
                  </a:lnTo>
                  <a:lnTo>
                    <a:pt x="63" y="64"/>
                  </a:lnTo>
                  <a:lnTo>
                    <a:pt x="78" y="64"/>
                  </a:lnTo>
                  <a:cubicBezTo>
                    <a:pt x="63" y="49"/>
                    <a:pt x="63"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2" name="Google Shape;1712;p38"/>
            <p:cNvSpPr/>
            <p:nvPr/>
          </p:nvSpPr>
          <p:spPr>
            <a:xfrm>
              <a:off x="3048726" y="1820344"/>
              <a:ext cx="3530" cy="2035"/>
            </a:xfrm>
            <a:custGeom>
              <a:avLst/>
              <a:gdLst/>
              <a:ahLst/>
              <a:cxnLst/>
              <a:rect l="l" t="t" r="r" b="b"/>
              <a:pathLst>
                <a:path w="111" h="64" extrusionOk="0">
                  <a:moveTo>
                    <a:pt x="32" y="0"/>
                  </a:moveTo>
                  <a:lnTo>
                    <a:pt x="32" y="0"/>
                  </a:lnTo>
                  <a:cubicBezTo>
                    <a:pt x="16" y="15"/>
                    <a:pt x="1" y="15"/>
                    <a:pt x="1" y="32"/>
                  </a:cubicBezTo>
                  <a:lnTo>
                    <a:pt x="1" y="63"/>
                  </a:lnTo>
                  <a:cubicBezTo>
                    <a:pt x="16" y="63"/>
                    <a:pt x="16" y="63"/>
                    <a:pt x="32" y="47"/>
                  </a:cubicBezTo>
                  <a:cubicBezTo>
                    <a:pt x="47" y="47"/>
                    <a:pt x="79" y="47"/>
                    <a:pt x="95" y="32"/>
                  </a:cubicBezTo>
                  <a:lnTo>
                    <a:pt x="111" y="32"/>
                  </a:lnTo>
                  <a:lnTo>
                    <a:pt x="95" y="32"/>
                  </a:lnTo>
                  <a:lnTo>
                    <a:pt x="79" y="15"/>
                  </a:lnTo>
                  <a:lnTo>
                    <a:pt x="4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3" name="Google Shape;1713;p38"/>
            <p:cNvSpPr/>
            <p:nvPr/>
          </p:nvSpPr>
          <p:spPr>
            <a:xfrm>
              <a:off x="3268203" y="1763702"/>
              <a:ext cx="5534" cy="2544"/>
            </a:xfrm>
            <a:custGeom>
              <a:avLst/>
              <a:gdLst/>
              <a:ahLst/>
              <a:cxnLst/>
              <a:rect l="l" t="t" r="r" b="b"/>
              <a:pathLst>
                <a:path w="174" h="80" extrusionOk="0">
                  <a:moveTo>
                    <a:pt x="173" y="0"/>
                  </a:moveTo>
                  <a:cubicBezTo>
                    <a:pt x="110" y="0"/>
                    <a:pt x="47" y="16"/>
                    <a:pt x="1" y="16"/>
                  </a:cubicBezTo>
                  <a:lnTo>
                    <a:pt x="1" y="32"/>
                  </a:lnTo>
                  <a:lnTo>
                    <a:pt x="47" y="63"/>
                  </a:lnTo>
                  <a:lnTo>
                    <a:pt x="64" y="80"/>
                  </a:lnTo>
                  <a:lnTo>
                    <a:pt x="79" y="80"/>
                  </a:lnTo>
                  <a:lnTo>
                    <a:pt x="95" y="80"/>
                  </a:lnTo>
                  <a:lnTo>
                    <a:pt x="110" y="80"/>
                  </a:lnTo>
                  <a:lnTo>
                    <a:pt x="158" y="32"/>
                  </a:lnTo>
                  <a:cubicBezTo>
                    <a:pt x="173" y="32"/>
                    <a:pt x="173"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4" name="Google Shape;1714;p38"/>
            <p:cNvSpPr/>
            <p:nvPr/>
          </p:nvSpPr>
          <p:spPr>
            <a:xfrm>
              <a:off x="3324813" y="1773243"/>
              <a:ext cx="9064" cy="4039"/>
            </a:xfrm>
            <a:custGeom>
              <a:avLst/>
              <a:gdLst/>
              <a:ahLst/>
              <a:cxnLst/>
              <a:rect l="l" t="t" r="r" b="b"/>
              <a:pathLst>
                <a:path w="285" h="127" extrusionOk="0">
                  <a:moveTo>
                    <a:pt x="238" y="0"/>
                  </a:moveTo>
                  <a:lnTo>
                    <a:pt x="238" y="0"/>
                  </a:lnTo>
                  <a:lnTo>
                    <a:pt x="238" y="0"/>
                  </a:lnTo>
                  <a:lnTo>
                    <a:pt x="158" y="32"/>
                  </a:lnTo>
                  <a:cubicBezTo>
                    <a:pt x="143" y="15"/>
                    <a:pt x="127" y="15"/>
                    <a:pt x="127" y="15"/>
                  </a:cubicBezTo>
                  <a:cubicBezTo>
                    <a:pt x="80" y="15"/>
                    <a:pt x="48" y="32"/>
                    <a:pt x="17" y="47"/>
                  </a:cubicBezTo>
                  <a:cubicBezTo>
                    <a:pt x="1" y="47"/>
                    <a:pt x="1" y="47"/>
                    <a:pt x="1" y="63"/>
                  </a:cubicBezTo>
                  <a:lnTo>
                    <a:pt x="1" y="63"/>
                  </a:lnTo>
                  <a:lnTo>
                    <a:pt x="1" y="63"/>
                  </a:lnTo>
                  <a:lnTo>
                    <a:pt x="17" y="78"/>
                  </a:lnTo>
                  <a:lnTo>
                    <a:pt x="17" y="110"/>
                  </a:lnTo>
                  <a:lnTo>
                    <a:pt x="17" y="126"/>
                  </a:lnTo>
                  <a:lnTo>
                    <a:pt x="95" y="78"/>
                  </a:lnTo>
                  <a:lnTo>
                    <a:pt x="111" y="63"/>
                  </a:lnTo>
                  <a:lnTo>
                    <a:pt x="111" y="63"/>
                  </a:lnTo>
                  <a:cubicBezTo>
                    <a:pt x="127" y="63"/>
                    <a:pt x="143" y="78"/>
                    <a:pt x="143" y="78"/>
                  </a:cubicBezTo>
                  <a:cubicBezTo>
                    <a:pt x="143" y="95"/>
                    <a:pt x="158" y="95"/>
                    <a:pt x="158" y="95"/>
                  </a:cubicBezTo>
                  <a:lnTo>
                    <a:pt x="158" y="95"/>
                  </a:lnTo>
                  <a:lnTo>
                    <a:pt x="158" y="95"/>
                  </a:lnTo>
                  <a:lnTo>
                    <a:pt x="158" y="78"/>
                  </a:lnTo>
                  <a:cubicBezTo>
                    <a:pt x="143" y="63"/>
                    <a:pt x="158" y="47"/>
                    <a:pt x="175" y="32"/>
                  </a:cubicBezTo>
                  <a:lnTo>
                    <a:pt x="175" y="32"/>
                  </a:lnTo>
                  <a:lnTo>
                    <a:pt x="190" y="32"/>
                  </a:lnTo>
                  <a:cubicBezTo>
                    <a:pt x="190" y="32"/>
                    <a:pt x="206" y="32"/>
                    <a:pt x="221" y="47"/>
                  </a:cubicBezTo>
                  <a:lnTo>
                    <a:pt x="221" y="47"/>
                  </a:lnTo>
                  <a:lnTo>
                    <a:pt x="221" y="47"/>
                  </a:lnTo>
                  <a:cubicBezTo>
                    <a:pt x="221" y="32"/>
                    <a:pt x="238" y="15"/>
                    <a:pt x="253" y="15"/>
                  </a:cubicBezTo>
                  <a:cubicBezTo>
                    <a:pt x="253" y="15"/>
                    <a:pt x="269" y="15"/>
                    <a:pt x="269" y="32"/>
                  </a:cubicBezTo>
                  <a:lnTo>
                    <a:pt x="284" y="32"/>
                  </a:lnTo>
                  <a:cubicBezTo>
                    <a:pt x="284" y="32"/>
                    <a:pt x="284" y="15"/>
                    <a:pt x="269" y="15"/>
                  </a:cubicBezTo>
                  <a:cubicBezTo>
                    <a:pt x="269" y="0"/>
                    <a:pt x="253" y="0"/>
                    <a:pt x="25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5" name="Google Shape;1715;p38"/>
            <p:cNvSpPr/>
            <p:nvPr/>
          </p:nvSpPr>
          <p:spPr>
            <a:xfrm>
              <a:off x="3420543" y="1761698"/>
              <a:ext cx="8046" cy="3530"/>
            </a:xfrm>
            <a:custGeom>
              <a:avLst/>
              <a:gdLst/>
              <a:ahLst/>
              <a:cxnLst/>
              <a:rect l="l" t="t" r="r" b="b"/>
              <a:pathLst>
                <a:path w="253" h="111" extrusionOk="0">
                  <a:moveTo>
                    <a:pt x="47" y="0"/>
                  </a:moveTo>
                  <a:lnTo>
                    <a:pt x="32" y="0"/>
                  </a:lnTo>
                  <a:lnTo>
                    <a:pt x="16" y="16"/>
                  </a:lnTo>
                  <a:cubicBezTo>
                    <a:pt x="16" y="16"/>
                    <a:pt x="16" y="32"/>
                    <a:pt x="1" y="32"/>
                  </a:cubicBezTo>
                  <a:lnTo>
                    <a:pt x="16" y="32"/>
                  </a:lnTo>
                  <a:lnTo>
                    <a:pt x="16" y="32"/>
                  </a:lnTo>
                  <a:cubicBezTo>
                    <a:pt x="16" y="32"/>
                    <a:pt x="32" y="32"/>
                    <a:pt x="32" y="48"/>
                  </a:cubicBezTo>
                  <a:cubicBezTo>
                    <a:pt x="47" y="32"/>
                    <a:pt x="47" y="32"/>
                    <a:pt x="64" y="32"/>
                  </a:cubicBezTo>
                  <a:lnTo>
                    <a:pt x="64" y="32"/>
                  </a:lnTo>
                  <a:lnTo>
                    <a:pt x="64" y="32"/>
                  </a:lnTo>
                  <a:cubicBezTo>
                    <a:pt x="79" y="32"/>
                    <a:pt x="95" y="48"/>
                    <a:pt x="95" y="63"/>
                  </a:cubicBezTo>
                  <a:lnTo>
                    <a:pt x="95" y="95"/>
                  </a:lnTo>
                  <a:lnTo>
                    <a:pt x="95" y="95"/>
                  </a:lnTo>
                  <a:lnTo>
                    <a:pt x="110" y="95"/>
                  </a:lnTo>
                  <a:lnTo>
                    <a:pt x="127" y="95"/>
                  </a:lnTo>
                  <a:lnTo>
                    <a:pt x="142" y="95"/>
                  </a:lnTo>
                  <a:lnTo>
                    <a:pt x="158" y="95"/>
                  </a:lnTo>
                  <a:cubicBezTo>
                    <a:pt x="158" y="111"/>
                    <a:pt x="190" y="111"/>
                    <a:pt x="205" y="111"/>
                  </a:cubicBezTo>
                  <a:lnTo>
                    <a:pt x="221" y="111"/>
                  </a:lnTo>
                  <a:cubicBezTo>
                    <a:pt x="236" y="111"/>
                    <a:pt x="253" y="95"/>
                    <a:pt x="236" y="79"/>
                  </a:cubicBezTo>
                  <a:cubicBezTo>
                    <a:pt x="236" y="63"/>
                    <a:pt x="221" y="48"/>
                    <a:pt x="205" y="48"/>
                  </a:cubicBezTo>
                  <a:lnTo>
                    <a:pt x="205" y="48"/>
                  </a:lnTo>
                  <a:lnTo>
                    <a:pt x="190" y="48"/>
                  </a:lnTo>
                  <a:cubicBezTo>
                    <a:pt x="173" y="32"/>
                    <a:pt x="158" y="32"/>
                    <a:pt x="127" y="32"/>
                  </a:cubicBezTo>
                  <a:lnTo>
                    <a:pt x="95" y="32"/>
                  </a:lnTo>
                  <a:lnTo>
                    <a:pt x="79" y="32"/>
                  </a:lnTo>
                  <a:lnTo>
                    <a:pt x="79" y="32"/>
                  </a:lnTo>
                  <a:cubicBezTo>
                    <a:pt x="64" y="32"/>
                    <a:pt x="64" y="32"/>
                    <a:pt x="64" y="16"/>
                  </a:cubicBezTo>
                  <a:cubicBezTo>
                    <a:pt x="47" y="16"/>
                    <a:pt x="47" y="16"/>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6" name="Google Shape;1716;p38"/>
            <p:cNvSpPr/>
            <p:nvPr/>
          </p:nvSpPr>
          <p:spPr>
            <a:xfrm>
              <a:off x="3020166" y="1804283"/>
              <a:ext cx="6042" cy="4039"/>
            </a:xfrm>
            <a:custGeom>
              <a:avLst/>
              <a:gdLst/>
              <a:ahLst/>
              <a:cxnLst/>
              <a:rect l="l" t="t" r="r" b="b"/>
              <a:pathLst>
                <a:path w="190" h="127" extrusionOk="0">
                  <a:moveTo>
                    <a:pt x="158" y="1"/>
                  </a:moveTo>
                  <a:lnTo>
                    <a:pt x="158" y="1"/>
                  </a:lnTo>
                  <a:lnTo>
                    <a:pt x="158" y="1"/>
                  </a:lnTo>
                  <a:cubicBezTo>
                    <a:pt x="143" y="16"/>
                    <a:pt x="143" y="32"/>
                    <a:pt x="126" y="32"/>
                  </a:cubicBezTo>
                  <a:lnTo>
                    <a:pt x="111" y="32"/>
                  </a:lnTo>
                  <a:lnTo>
                    <a:pt x="111" y="32"/>
                  </a:lnTo>
                  <a:lnTo>
                    <a:pt x="80" y="32"/>
                  </a:lnTo>
                  <a:cubicBezTo>
                    <a:pt x="80" y="48"/>
                    <a:pt x="95" y="48"/>
                    <a:pt x="95" y="64"/>
                  </a:cubicBezTo>
                  <a:cubicBezTo>
                    <a:pt x="95" y="79"/>
                    <a:pt x="80" y="95"/>
                    <a:pt x="63" y="95"/>
                  </a:cubicBezTo>
                  <a:lnTo>
                    <a:pt x="32" y="95"/>
                  </a:lnTo>
                  <a:lnTo>
                    <a:pt x="32" y="95"/>
                  </a:lnTo>
                  <a:cubicBezTo>
                    <a:pt x="17" y="95"/>
                    <a:pt x="17" y="95"/>
                    <a:pt x="0" y="79"/>
                  </a:cubicBezTo>
                  <a:lnTo>
                    <a:pt x="0" y="111"/>
                  </a:lnTo>
                  <a:cubicBezTo>
                    <a:pt x="17" y="127"/>
                    <a:pt x="32" y="127"/>
                    <a:pt x="32" y="127"/>
                  </a:cubicBezTo>
                  <a:lnTo>
                    <a:pt x="48" y="127"/>
                  </a:lnTo>
                  <a:lnTo>
                    <a:pt x="48" y="127"/>
                  </a:lnTo>
                  <a:lnTo>
                    <a:pt x="126" y="95"/>
                  </a:lnTo>
                  <a:lnTo>
                    <a:pt x="158" y="79"/>
                  </a:lnTo>
                  <a:cubicBezTo>
                    <a:pt x="158" y="64"/>
                    <a:pt x="158" y="64"/>
                    <a:pt x="174" y="64"/>
                  </a:cubicBezTo>
                  <a:lnTo>
                    <a:pt x="189" y="48"/>
                  </a:lnTo>
                  <a:lnTo>
                    <a:pt x="189" y="16"/>
                  </a:lnTo>
                  <a:cubicBezTo>
                    <a:pt x="189" y="16"/>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7" name="Google Shape;1717;p38"/>
            <p:cNvSpPr/>
            <p:nvPr/>
          </p:nvSpPr>
          <p:spPr>
            <a:xfrm>
              <a:off x="3338362" y="1812806"/>
              <a:ext cx="4516" cy="3021"/>
            </a:xfrm>
            <a:custGeom>
              <a:avLst/>
              <a:gdLst/>
              <a:ahLst/>
              <a:cxnLst/>
              <a:rect l="l" t="t" r="r" b="b"/>
              <a:pathLst>
                <a:path w="142" h="95" extrusionOk="0">
                  <a:moveTo>
                    <a:pt x="127" y="0"/>
                  </a:moveTo>
                  <a:lnTo>
                    <a:pt x="95" y="17"/>
                  </a:lnTo>
                  <a:lnTo>
                    <a:pt x="47" y="32"/>
                  </a:lnTo>
                  <a:cubicBezTo>
                    <a:pt x="47" y="48"/>
                    <a:pt x="32" y="63"/>
                    <a:pt x="16" y="63"/>
                  </a:cubicBezTo>
                  <a:lnTo>
                    <a:pt x="16" y="63"/>
                  </a:lnTo>
                  <a:lnTo>
                    <a:pt x="1" y="63"/>
                  </a:lnTo>
                  <a:lnTo>
                    <a:pt x="1" y="80"/>
                  </a:lnTo>
                  <a:cubicBezTo>
                    <a:pt x="1" y="95"/>
                    <a:pt x="1" y="95"/>
                    <a:pt x="16" y="95"/>
                  </a:cubicBezTo>
                  <a:lnTo>
                    <a:pt x="32" y="95"/>
                  </a:lnTo>
                  <a:cubicBezTo>
                    <a:pt x="32" y="95"/>
                    <a:pt x="32" y="80"/>
                    <a:pt x="47" y="80"/>
                  </a:cubicBezTo>
                  <a:lnTo>
                    <a:pt x="64" y="63"/>
                  </a:lnTo>
                  <a:lnTo>
                    <a:pt x="79" y="63"/>
                  </a:lnTo>
                  <a:lnTo>
                    <a:pt x="79" y="63"/>
                  </a:lnTo>
                  <a:cubicBezTo>
                    <a:pt x="95" y="63"/>
                    <a:pt x="95" y="63"/>
                    <a:pt x="110" y="80"/>
                  </a:cubicBezTo>
                  <a:lnTo>
                    <a:pt x="110" y="80"/>
                  </a:lnTo>
                  <a:lnTo>
                    <a:pt x="142" y="63"/>
                  </a:lnTo>
                  <a:lnTo>
                    <a:pt x="127" y="63"/>
                  </a:lnTo>
                  <a:cubicBezTo>
                    <a:pt x="110" y="48"/>
                    <a:pt x="110" y="48"/>
                    <a:pt x="110" y="32"/>
                  </a:cubicBezTo>
                  <a:cubicBezTo>
                    <a:pt x="110" y="17"/>
                    <a:pt x="110"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8" name="Google Shape;1718;p38"/>
            <p:cNvSpPr/>
            <p:nvPr/>
          </p:nvSpPr>
          <p:spPr>
            <a:xfrm>
              <a:off x="3182015" y="1804792"/>
              <a:ext cx="3053" cy="4548"/>
            </a:xfrm>
            <a:custGeom>
              <a:avLst/>
              <a:gdLst/>
              <a:ahLst/>
              <a:cxnLst/>
              <a:rect l="l" t="t" r="r" b="b"/>
              <a:pathLst>
                <a:path w="96" h="143" extrusionOk="0">
                  <a:moveTo>
                    <a:pt x="16" y="0"/>
                  </a:moveTo>
                  <a:lnTo>
                    <a:pt x="16" y="0"/>
                  </a:lnTo>
                  <a:lnTo>
                    <a:pt x="16" y="0"/>
                  </a:lnTo>
                  <a:cubicBezTo>
                    <a:pt x="1" y="0"/>
                    <a:pt x="1" y="0"/>
                    <a:pt x="1" y="16"/>
                  </a:cubicBezTo>
                  <a:lnTo>
                    <a:pt x="16" y="95"/>
                  </a:lnTo>
                  <a:lnTo>
                    <a:pt x="16" y="111"/>
                  </a:lnTo>
                  <a:lnTo>
                    <a:pt x="47" y="142"/>
                  </a:lnTo>
                  <a:lnTo>
                    <a:pt x="64" y="142"/>
                  </a:lnTo>
                  <a:cubicBezTo>
                    <a:pt x="79" y="126"/>
                    <a:pt x="95" y="111"/>
                    <a:pt x="79" y="95"/>
                  </a:cubicBezTo>
                  <a:lnTo>
                    <a:pt x="47" y="16"/>
                  </a:lnTo>
                  <a:cubicBezTo>
                    <a:pt x="47" y="16"/>
                    <a:pt x="32" y="0"/>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9" name="Google Shape;1719;p38"/>
            <p:cNvSpPr/>
            <p:nvPr/>
          </p:nvSpPr>
          <p:spPr>
            <a:xfrm>
              <a:off x="3036704" y="1799767"/>
              <a:ext cx="5534" cy="4548"/>
            </a:xfrm>
            <a:custGeom>
              <a:avLst/>
              <a:gdLst/>
              <a:ahLst/>
              <a:cxnLst/>
              <a:rect l="l" t="t" r="r" b="b"/>
              <a:pathLst>
                <a:path w="174" h="143" extrusionOk="0">
                  <a:moveTo>
                    <a:pt x="110" y="1"/>
                  </a:moveTo>
                  <a:lnTo>
                    <a:pt x="110" y="1"/>
                  </a:lnTo>
                  <a:lnTo>
                    <a:pt x="95" y="1"/>
                  </a:lnTo>
                  <a:lnTo>
                    <a:pt x="95" y="1"/>
                  </a:lnTo>
                  <a:cubicBezTo>
                    <a:pt x="79" y="1"/>
                    <a:pt x="64" y="17"/>
                    <a:pt x="64" y="32"/>
                  </a:cubicBezTo>
                  <a:lnTo>
                    <a:pt x="47" y="64"/>
                  </a:lnTo>
                  <a:lnTo>
                    <a:pt x="47" y="64"/>
                  </a:lnTo>
                  <a:lnTo>
                    <a:pt x="32" y="64"/>
                  </a:lnTo>
                  <a:lnTo>
                    <a:pt x="32" y="64"/>
                  </a:lnTo>
                  <a:cubicBezTo>
                    <a:pt x="16" y="64"/>
                    <a:pt x="16" y="64"/>
                    <a:pt x="1" y="80"/>
                  </a:cubicBezTo>
                  <a:cubicBezTo>
                    <a:pt x="1" y="95"/>
                    <a:pt x="1" y="111"/>
                    <a:pt x="16" y="111"/>
                  </a:cubicBezTo>
                  <a:cubicBezTo>
                    <a:pt x="1" y="95"/>
                    <a:pt x="16" y="80"/>
                    <a:pt x="32" y="80"/>
                  </a:cubicBezTo>
                  <a:lnTo>
                    <a:pt x="47" y="80"/>
                  </a:lnTo>
                  <a:lnTo>
                    <a:pt x="47" y="80"/>
                  </a:lnTo>
                  <a:cubicBezTo>
                    <a:pt x="64" y="80"/>
                    <a:pt x="64" y="80"/>
                    <a:pt x="79" y="95"/>
                  </a:cubicBezTo>
                  <a:lnTo>
                    <a:pt x="95" y="127"/>
                  </a:lnTo>
                  <a:lnTo>
                    <a:pt x="95" y="143"/>
                  </a:lnTo>
                  <a:lnTo>
                    <a:pt x="110" y="127"/>
                  </a:lnTo>
                  <a:lnTo>
                    <a:pt x="110" y="95"/>
                  </a:lnTo>
                  <a:lnTo>
                    <a:pt x="127" y="111"/>
                  </a:lnTo>
                  <a:lnTo>
                    <a:pt x="142" y="111"/>
                  </a:lnTo>
                  <a:cubicBezTo>
                    <a:pt x="173" y="95"/>
                    <a:pt x="173" y="80"/>
                    <a:pt x="158" y="64"/>
                  </a:cubicBezTo>
                  <a:lnTo>
                    <a:pt x="142" y="17"/>
                  </a:lnTo>
                  <a:cubicBezTo>
                    <a:pt x="142" y="1"/>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0" name="Google Shape;1720;p38"/>
            <p:cNvSpPr/>
            <p:nvPr/>
          </p:nvSpPr>
          <p:spPr>
            <a:xfrm>
              <a:off x="3443600" y="1804283"/>
              <a:ext cx="4039" cy="6042"/>
            </a:xfrm>
            <a:custGeom>
              <a:avLst/>
              <a:gdLst/>
              <a:ahLst/>
              <a:cxnLst/>
              <a:rect l="l" t="t" r="r" b="b"/>
              <a:pathLst>
                <a:path w="127" h="190" extrusionOk="0">
                  <a:moveTo>
                    <a:pt x="95" y="1"/>
                  </a:moveTo>
                  <a:lnTo>
                    <a:pt x="63" y="16"/>
                  </a:lnTo>
                  <a:cubicBezTo>
                    <a:pt x="63" y="32"/>
                    <a:pt x="63" y="32"/>
                    <a:pt x="47" y="32"/>
                  </a:cubicBezTo>
                  <a:lnTo>
                    <a:pt x="47" y="32"/>
                  </a:lnTo>
                  <a:lnTo>
                    <a:pt x="32" y="32"/>
                  </a:lnTo>
                  <a:cubicBezTo>
                    <a:pt x="32" y="32"/>
                    <a:pt x="32" y="48"/>
                    <a:pt x="15" y="64"/>
                  </a:cubicBezTo>
                  <a:cubicBezTo>
                    <a:pt x="15" y="79"/>
                    <a:pt x="32" y="95"/>
                    <a:pt x="47" y="111"/>
                  </a:cubicBezTo>
                  <a:lnTo>
                    <a:pt x="15" y="127"/>
                  </a:lnTo>
                  <a:cubicBezTo>
                    <a:pt x="0" y="142"/>
                    <a:pt x="0" y="158"/>
                    <a:pt x="0" y="174"/>
                  </a:cubicBezTo>
                  <a:cubicBezTo>
                    <a:pt x="15" y="190"/>
                    <a:pt x="32" y="190"/>
                    <a:pt x="32" y="190"/>
                  </a:cubicBezTo>
                  <a:lnTo>
                    <a:pt x="47" y="190"/>
                  </a:lnTo>
                  <a:lnTo>
                    <a:pt x="63" y="190"/>
                  </a:lnTo>
                  <a:lnTo>
                    <a:pt x="95" y="158"/>
                  </a:lnTo>
                  <a:lnTo>
                    <a:pt x="95" y="142"/>
                  </a:lnTo>
                  <a:cubicBezTo>
                    <a:pt x="110" y="142"/>
                    <a:pt x="110" y="127"/>
                    <a:pt x="126" y="127"/>
                  </a:cubicBezTo>
                  <a:cubicBezTo>
                    <a:pt x="126" y="95"/>
                    <a:pt x="110" y="79"/>
                    <a:pt x="95" y="64"/>
                  </a:cubicBezTo>
                  <a:lnTo>
                    <a:pt x="95" y="64"/>
                  </a:lnTo>
                  <a:lnTo>
                    <a:pt x="95" y="64"/>
                  </a:lnTo>
                  <a:cubicBezTo>
                    <a:pt x="110" y="64"/>
                    <a:pt x="126" y="32"/>
                    <a:pt x="110" y="16"/>
                  </a:cubicBezTo>
                  <a:cubicBezTo>
                    <a:pt x="110" y="16"/>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1" name="Google Shape;1721;p38"/>
            <p:cNvSpPr/>
            <p:nvPr/>
          </p:nvSpPr>
          <p:spPr>
            <a:xfrm>
              <a:off x="3309293" y="1813315"/>
              <a:ext cx="6042" cy="5534"/>
            </a:xfrm>
            <a:custGeom>
              <a:avLst/>
              <a:gdLst/>
              <a:ahLst/>
              <a:cxnLst/>
              <a:rect l="l" t="t" r="r" b="b"/>
              <a:pathLst>
                <a:path w="190" h="174" extrusionOk="0">
                  <a:moveTo>
                    <a:pt x="110" y="1"/>
                  </a:moveTo>
                  <a:cubicBezTo>
                    <a:pt x="127" y="1"/>
                    <a:pt x="127" y="16"/>
                    <a:pt x="110" y="16"/>
                  </a:cubicBezTo>
                  <a:cubicBezTo>
                    <a:pt x="110" y="32"/>
                    <a:pt x="95" y="47"/>
                    <a:pt x="79" y="47"/>
                  </a:cubicBezTo>
                  <a:lnTo>
                    <a:pt x="64" y="32"/>
                  </a:lnTo>
                  <a:lnTo>
                    <a:pt x="16" y="16"/>
                  </a:lnTo>
                  <a:lnTo>
                    <a:pt x="16" y="1"/>
                  </a:lnTo>
                  <a:cubicBezTo>
                    <a:pt x="16" y="16"/>
                    <a:pt x="16" y="16"/>
                    <a:pt x="1" y="16"/>
                  </a:cubicBezTo>
                  <a:lnTo>
                    <a:pt x="1" y="32"/>
                  </a:lnTo>
                  <a:lnTo>
                    <a:pt x="1" y="47"/>
                  </a:lnTo>
                  <a:lnTo>
                    <a:pt x="1" y="47"/>
                  </a:lnTo>
                  <a:lnTo>
                    <a:pt x="1" y="47"/>
                  </a:lnTo>
                  <a:cubicBezTo>
                    <a:pt x="16" y="47"/>
                    <a:pt x="32" y="47"/>
                    <a:pt x="32" y="64"/>
                  </a:cubicBezTo>
                  <a:lnTo>
                    <a:pt x="32" y="64"/>
                  </a:lnTo>
                  <a:lnTo>
                    <a:pt x="64" y="64"/>
                  </a:lnTo>
                  <a:lnTo>
                    <a:pt x="64" y="47"/>
                  </a:lnTo>
                  <a:cubicBezTo>
                    <a:pt x="79" y="47"/>
                    <a:pt x="79" y="47"/>
                    <a:pt x="95" y="64"/>
                  </a:cubicBezTo>
                  <a:lnTo>
                    <a:pt x="110" y="64"/>
                  </a:lnTo>
                  <a:lnTo>
                    <a:pt x="110" y="79"/>
                  </a:lnTo>
                  <a:lnTo>
                    <a:pt x="110" y="127"/>
                  </a:lnTo>
                  <a:lnTo>
                    <a:pt x="110" y="142"/>
                  </a:lnTo>
                  <a:cubicBezTo>
                    <a:pt x="110" y="158"/>
                    <a:pt x="127" y="173"/>
                    <a:pt x="142" y="173"/>
                  </a:cubicBezTo>
                  <a:lnTo>
                    <a:pt x="142" y="173"/>
                  </a:lnTo>
                  <a:cubicBezTo>
                    <a:pt x="173" y="173"/>
                    <a:pt x="190" y="158"/>
                    <a:pt x="173" y="142"/>
                  </a:cubicBezTo>
                  <a:lnTo>
                    <a:pt x="173" y="127"/>
                  </a:lnTo>
                  <a:lnTo>
                    <a:pt x="173" y="32"/>
                  </a:lnTo>
                  <a:cubicBezTo>
                    <a:pt x="173" y="16"/>
                    <a:pt x="158" y="16"/>
                    <a:pt x="142" y="1"/>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2" name="Google Shape;1722;p38"/>
            <p:cNvSpPr/>
            <p:nvPr/>
          </p:nvSpPr>
          <p:spPr>
            <a:xfrm>
              <a:off x="3320329" y="1775246"/>
              <a:ext cx="5025" cy="3498"/>
            </a:xfrm>
            <a:custGeom>
              <a:avLst/>
              <a:gdLst/>
              <a:ahLst/>
              <a:cxnLst/>
              <a:rect l="l" t="t" r="r" b="b"/>
              <a:pathLst>
                <a:path w="158" h="110" extrusionOk="0">
                  <a:moveTo>
                    <a:pt x="126" y="0"/>
                  </a:moveTo>
                  <a:lnTo>
                    <a:pt x="110" y="0"/>
                  </a:lnTo>
                  <a:lnTo>
                    <a:pt x="110" y="0"/>
                  </a:lnTo>
                  <a:lnTo>
                    <a:pt x="79" y="15"/>
                  </a:lnTo>
                  <a:lnTo>
                    <a:pt x="47" y="15"/>
                  </a:lnTo>
                  <a:lnTo>
                    <a:pt x="32" y="15"/>
                  </a:lnTo>
                  <a:lnTo>
                    <a:pt x="32" y="15"/>
                  </a:lnTo>
                  <a:cubicBezTo>
                    <a:pt x="16" y="15"/>
                    <a:pt x="16" y="15"/>
                    <a:pt x="16" y="32"/>
                  </a:cubicBezTo>
                  <a:lnTo>
                    <a:pt x="16" y="32"/>
                  </a:lnTo>
                  <a:lnTo>
                    <a:pt x="0" y="32"/>
                  </a:lnTo>
                  <a:lnTo>
                    <a:pt x="0" y="32"/>
                  </a:lnTo>
                  <a:cubicBezTo>
                    <a:pt x="0" y="47"/>
                    <a:pt x="16" y="47"/>
                    <a:pt x="16" y="63"/>
                  </a:cubicBezTo>
                  <a:lnTo>
                    <a:pt x="32" y="95"/>
                  </a:lnTo>
                  <a:lnTo>
                    <a:pt x="32" y="95"/>
                  </a:lnTo>
                  <a:lnTo>
                    <a:pt x="32" y="95"/>
                  </a:lnTo>
                  <a:cubicBezTo>
                    <a:pt x="47" y="110"/>
                    <a:pt x="63" y="110"/>
                    <a:pt x="79" y="110"/>
                  </a:cubicBezTo>
                  <a:lnTo>
                    <a:pt x="79" y="110"/>
                  </a:lnTo>
                  <a:lnTo>
                    <a:pt x="79" y="110"/>
                  </a:lnTo>
                  <a:lnTo>
                    <a:pt x="110" y="110"/>
                  </a:lnTo>
                  <a:cubicBezTo>
                    <a:pt x="110" y="95"/>
                    <a:pt x="126" y="78"/>
                    <a:pt x="126" y="78"/>
                  </a:cubicBezTo>
                  <a:lnTo>
                    <a:pt x="158" y="63"/>
                  </a:lnTo>
                  <a:lnTo>
                    <a:pt x="158" y="47"/>
                  </a:lnTo>
                  <a:lnTo>
                    <a:pt x="158" y="15"/>
                  </a:lnTo>
                  <a:lnTo>
                    <a:pt x="142"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3" name="Google Shape;1723;p38"/>
            <p:cNvSpPr/>
            <p:nvPr/>
          </p:nvSpPr>
          <p:spPr>
            <a:xfrm>
              <a:off x="3013137" y="1799290"/>
              <a:ext cx="3053" cy="6042"/>
            </a:xfrm>
            <a:custGeom>
              <a:avLst/>
              <a:gdLst/>
              <a:ahLst/>
              <a:cxnLst/>
              <a:rect l="l" t="t" r="r" b="b"/>
              <a:pathLst>
                <a:path w="96" h="190" extrusionOk="0">
                  <a:moveTo>
                    <a:pt x="48" y="0"/>
                  </a:moveTo>
                  <a:lnTo>
                    <a:pt x="48" y="0"/>
                  </a:lnTo>
                  <a:cubicBezTo>
                    <a:pt x="32" y="0"/>
                    <a:pt x="17" y="16"/>
                    <a:pt x="17" y="16"/>
                  </a:cubicBezTo>
                  <a:lnTo>
                    <a:pt x="17" y="32"/>
                  </a:lnTo>
                  <a:cubicBezTo>
                    <a:pt x="1" y="47"/>
                    <a:pt x="1" y="63"/>
                    <a:pt x="1" y="79"/>
                  </a:cubicBezTo>
                  <a:cubicBezTo>
                    <a:pt x="17" y="110"/>
                    <a:pt x="48" y="142"/>
                    <a:pt x="80" y="189"/>
                  </a:cubicBezTo>
                  <a:cubicBezTo>
                    <a:pt x="95" y="158"/>
                    <a:pt x="95" y="142"/>
                    <a:pt x="95" y="110"/>
                  </a:cubicBezTo>
                  <a:lnTo>
                    <a:pt x="95" y="95"/>
                  </a:lnTo>
                  <a:cubicBezTo>
                    <a:pt x="95" y="79"/>
                    <a:pt x="80" y="79"/>
                    <a:pt x="80" y="63"/>
                  </a:cubicBezTo>
                  <a:lnTo>
                    <a:pt x="80" y="47"/>
                  </a:lnTo>
                  <a:lnTo>
                    <a:pt x="80" y="32"/>
                  </a:lnTo>
                  <a:cubicBezTo>
                    <a:pt x="80" y="32"/>
                    <a:pt x="80" y="16"/>
                    <a:pt x="64" y="0"/>
                  </a:cubicBezTo>
                  <a:lnTo>
                    <a:pt x="64"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4" name="Google Shape;1724;p38"/>
            <p:cNvSpPr/>
            <p:nvPr/>
          </p:nvSpPr>
          <p:spPr>
            <a:xfrm>
              <a:off x="3179025" y="1783261"/>
              <a:ext cx="3021" cy="2512"/>
            </a:xfrm>
            <a:custGeom>
              <a:avLst/>
              <a:gdLst/>
              <a:ahLst/>
              <a:cxnLst/>
              <a:rect l="l" t="t" r="r" b="b"/>
              <a:pathLst>
                <a:path w="95" h="79" extrusionOk="0">
                  <a:moveTo>
                    <a:pt x="95" y="0"/>
                  </a:moveTo>
                  <a:cubicBezTo>
                    <a:pt x="78" y="0"/>
                    <a:pt x="63" y="15"/>
                    <a:pt x="47" y="15"/>
                  </a:cubicBezTo>
                  <a:cubicBezTo>
                    <a:pt x="32" y="15"/>
                    <a:pt x="32" y="15"/>
                    <a:pt x="15" y="0"/>
                  </a:cubicBezTo>
                  <a:lnTo>
                    <a:pt x="0" y="47"/>
                  </a:lnTo>
                  <a:cubicBezTo>
                    <a:pt x="0" y="63"/>
                    <a:pt x="15" y="78"/>
                    <a:pt x="32" y="78"/>
                  </a:cubicBezTo>
                  <a:lnTo>
                    <a:pt x="47" y="78"/>
                  </a:lnTo>
                  <a:lnTo>
                    <a:pt x="63" y="78"/>
                  </a:lnTo>
                  <a:lnTo>
                    <a:pt x="78" y="63"/>
                  </a:lnTo>
                  <a:lnTo>
                    <a:pt x="78" y="32"/>
                  </a:lnTo>
                  <a:lnTo>
                    <a:pt x="78"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5" name="Google Shape;1725;p38"/>
            <p:cNvSpPr/>
            <p:nvPr/>
          </p:nvSpPr>
          <p:spPr>
            <a:xfrm>
              <a:off x="3327835" y="1766214"/>
              <a:ext cx="3562" cy="4039"/>
            </a:xfrm>
            <a:custGeom>
              <a:avLst/>
              <a:gdLst/>
              <a:ahLst/>
              <a:cxnLst/>
              <a:rect l="l" t="t" r="r" b="b"/>
              <a:pathLst>
                <a:path w="112" h="127" extrusionOk="0">
                  <a:moveTo>
                    <a:pt x="63" y="1"/>
                  </a:moveTo>
                  <a:lnTo>
                    <a:pt x="63" y="1"/>
                  </a:lnTo>
                  <a:cubicBezTo>
                    <a:pt x="48" y="16"/>
                    <a:pt x="32" y="16"/>
                    <a:pt x="32" y="32"/>
                  </a:cubicBezTo>
                  <a:lnTo>
                    <a:pt x="0" y="64"/>
                  </a:lnTo>
                  <a:lnTo>
                    <a:pt x="0" y="79"/>
                  </a:lnTo>
                  <a:cubicBezTo>
                    <a:pt x="0" y="95"/>
                    <a:pt x="0" y="110"/>
                    <a:pt x="16" y="110"/>
                  </a:cubicBezTo>
                  <a:lnTo>
                    <a:pt x="32" y="110"/>
                  </a:lnTo>
                  <a:lnTo>
                    <a:pt x="48" y="110"/>
                  </a:lnTo>
                  <a:cubicBezTo>
                    <a:pt x="63" y="127"/>
                    <a:pt x="63" y="127"/>
                    <a:pt x="80" y="127"/>
                  </a:cubicBezTo>
                  <a:lnTo>
                    <a:pt x="95" y="127"/>
                  </a:lnTo>
                  <a:cubicBezTo>
                    <a:pt x="95" y="127"/>
                    <a:pt x="111" y="110"/>
                    <a:pt x="111" y="95"/>
                  </a:cubicBezTo>
                  <a:lnTo>
                    <a:pt x="111" y="79"/>
                  </a:lnTo>
                  <a:lnTo>
                    <a:pt x="95" y="32"/>
                  </a:lnTo>
                  <a:cubicBezTo>
                    <a:pt x="95"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6" name="Google Shape;1726;p38"/>
            <p:cNvSpPr/>
            <p:nvPr/>
          </p:nvSpPr>
          <p:spPr>
            <a:xfrm>
              <a:off x="3439052" y="1772702"/>
              <a:ext cx="5565" cy="7060"/>
            </a:xfrm>
            <a:custGeom>
              <a:avLst/>
              <a:gdLst/>
              <a:ahLst/>
              <a:cxnLst/>
              <a:rect l="l" t="t" r="r" b="b"/>
              <a:pathLst>
                <a:path w="175" h="222" extrusionOk="0">
                  <a:moveTo>
                    <a:pt x="32" y="1"/>
                  </a:moveTo>
                  <a:lnTo>
                    <a:pt x="32" y="1"/>
                  </a:lnTo>
                  <a:cubicBezTo>
                    <a:pt x="17" y="1"/>
                    <a:pt x="1" y="17"/>
                    <a:pt x="1" y="17"/>
                  </a:cubicBezTo>
                  <a:cubicBezTo>
                    <a:pt x="1" y="32"/>
                    <a:pt x="1" y="64"/>
                    <a:pt x="17" y="64"/>
                  </a:cubicBezTo>
                  <a:lnTo>
                    <a:pt x="32" y="64"/>
                  </a:lnTo>
                  <a:lnTo>
                    <a:pt x="17" y="95"/>
                  </a:lnTo>
                  <a:cubicBezTo>
                    <a:pt x="1" y="112"/>
                    <a:pt x="1" y="127"/>
                    <a:pt x="17" y="143"/>
                  </a:cubicBezTo>
                  <a:lnTo>
                    <a:pt x="64" y="206"/>
                  </a:lnTo>
                  <a:cubicBezTo>
                    <a:pt x="80" y="221"/>
                    <a:pt x="80" y="221"/>
                    <a:pt x="95" y="221"/>
                  </a:cubicBezTo>
                  <a:lnTo>
                    <a:pt x="95" y="221"/>
                  </a:lnTo>
                  <a:lnTo>
                    <a:pt x="95" y="221"/>
                  </a:lnTo>
                  <a:lnTo>
                    <a:pt x="95" y="221"/>
                  </a:lnTo>
                  <a:cubicBezTo>
                    <a:pt x="112" y="221"/>
                    <a:pt x="127" y="206"/>
                    <a:pt x="127" y="206"/>
                  </a:cubicBezTo>
                  <a:lnTo>
                    <a:pt x="143" y="175"/>
                  </a:lnTo>
                  <a:lnTo>
                    <a:pt x="158" y="127"/>
                  </a:lnTo>
                  <a:cubicBezTo>
                    <a:pt x="175" y="112"/>
                    <a:pt x="175" y="95"/>
                    <a:pt x="158" y="80"/>
                  </a:cubicBezTo>
                  <a:lnTo>
                    <a:pt x="143" y="80"/>
                  </a:lnTo>
                  <a:cubicBezTo>
                    <a:pt x="143" y="95"/>
                    <a:pt x="143" y="95"/>
                    <a:pt x="127" y="112"/>
                  </a:cubicBezTo>
                  <a:lnTo>
                    <a:pt x="95" y="127"/>
                  </a:lnTo>
                  <a:lnTo>
                    <a:pt x="95" y="127"/>
                  </a:lnTo>
                  <a:lnTo>
                    <a:pt x="80" y="127"/>
                  </a:lnTo>
                  <a:lnTo>
                    <a:pt x="80" y="127"/>
                  </a:lnTo>
                  <a:lnTo>
                    <a:pt x="64" y="127"/>
                  </a:lnTo>
                  <a:cubicBezTo>
                    <a:pt x="64" y="127"/>
                    <a:pt x="49" y="127"/>
                    <a:pt x="32" y="112"/>
                  </a:cubicBezTo>
                  <a:cubicBezTo>
                    <a:pt x="32" y="95"/>
                    <a:pt x="32" y="64"/>
                    <a:pt x="64" y="64"/>
                  </a:cubicBezTo>
                  <a:lnTo>
                    <a:pt x="95" y="49"/>
                  </a:lnTo>
                  <a:lnTo>
                    <a:pt x="95" y="49"/>
                  </a:ln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7" name="Google Shape;1727;p38"/>
            <p:cNvSpPr/>
            <p:nvPr/>
          </p:nvSpPr>
          <p:spPr>
            <a:xfrm>
              <a:off x="3180011" y="1801771"/>
              <a:ext cx="2512" cy="7060"/>
            </a:xfrm>
            <a:custGeom>
              <a:avLst/>
              <a:gdLst/>
              <a:ahLst/>
              <a:cxnLst/>
              <a:rect l="l" t="t" r="r" b="b"/>
              <a:pathLst>
                <a:path w="79" h="222" extrusionOk="0">
                  <a:moveTo>
                    <a:pt x="32" y="1"/>
                  </a:moveTo>
                  <a:lnTo>
                    <a:pt x="32" y="1"/>
                  </a:lnTo>
                  <a:cubicBezTo>
                    <a:pt x="47" y="17"/>
                    <a:pt x="32" y="32"/>
                    <a:pt x="16" y="48"/>
                  </a:cubicBezTo>
                  <a:lnTo>
                    <a:pt x="1" y="48"/>
                  </a:lnTo>
                  <a:lnTo>
                    <a:pt x="32" y="95"/>
                  </a:lnTo>
                  <a:cubicBezTo>
                    <a:pt x="32" y="111"/>
                    <a:pt x="32" y="143"/>
                    <a:pt x="16" y="143"/>
                  </a:cubicBezTo>
                  <a:lnTo>
                    <a:pt x="1" y="158"/>
                  </a:lnTo>
                  <a:lnTo>
                    <a:pt x="1" y="190"/>
                  </a:lnTo>
                  <a:cubicBezTo>
                    <a:pt x="1" y="206"/>
                    <a:pt x="16" y="221"/>
                    <a:pt x="32" y="221"/>
                  </a:cubicBezTo>
                  <a:lnTo>
                    <a:pt x="32" y="221"/>
                  </a:lnTo>
                  <a:cubicBezTo>
                    <a:pt x="64" y="221"/>
                    <a:pt x="79" y="206"/>
                    <a:pt x="79" y="190"/>
                  </a:cubicBezTo>
                  <a:lnTo>
                    <a:pt x="79" y="190"/>
                  </a:lnTo>
                  <a:lnTo>
                    <a:pt x="64" y="111"/>
                  </a:lnTo>
                  <a:lnTo>
                    <a:pt x="64"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8" name="Google Shape;1728;p38"/>
            <p:cNvSpPr/>
            <p:nvPr/>
          </p:nvSpPr>
          <p:spPr>
            <a:xfrm>
              <a:off x="3170470" y="1801771"/>
              <a:ext cx="5565" cy="3053"/>
            </a:xfrm>
            <a:custGeom>
              <a:avLst/>
              <a:gdLst/>
              <a:ahLst/>
              <a:cxnLst/>
              <a:rect l="l" t="t" r="r" b="b"/>
              <a:pathLst>
                <a:path w="175" h="96" extrusionOk="0">
                  <a:moveTo>
                    <a:pt x="143" y="1"/>
                  </a:moveTo>
                  <a:lnTo>
                    <a:pt x="143" y="1"/>
                  </a:lnTo>
                  <a:lnTo>
                    <a:pt x="127" y="17"/>
                  </a:lnTo>
                  <a:lnTo>
                    <a:pt x="49" y="17"/>
                  </a:lnTo>
                  <a:lnTo>
                    <a:pt x="32" y="17"/>
                  </a:lnTo>
                  <a:lnTo>
                    <a:pt x="1" y="17"/>
                  </a:lnTo>
                  <a:lnTo>
                    <a:pt x="1" y="17"/>
                  </a:lnTo>
                  <a:cubicBezTo>
                    <a:pt x="17" y="17"/>
                    <a:pt x="17" y="32"/>
                    <a:pt x="32" y="48"/>
                  </a:cubicBezTo>
                  <a:cubicBezTo>
                    <a:pt x="32" y="64"/>
                    <a:pt x="32" y="80"/>
                    <a:pt x="1" y="95"/>
                  </a:cubicBezTo>
                  <a:lnTo>
                    <a:pt x="1" y="95"/>
                  </a:lnTo>
                  <a:lnTo>
                    <a:pt x="17" y="95"/>
                  </a:lnTo>
                  <a:lnTo>
                    <a:pt x="17" y="95"/>
                  </a:lnTo>
                  <a:lnTo>
                    <a:pt x="112" y="80"/>
                  </a:lnTo>
                  <a:lnTo>
                    <a:pt x="158" y="80"/>
                  </a:lnTo>
                  <a:lnTo>
                    <a:pt x="175" y="64"/>
                  </a:lnTo>
                  <a:cubicBezTo>
                    <a:pt x="158" y="64"/>
                    <a:pt x="158" y="48"/>
                    <a:pt x="158" y="32"/>
                  </a:cubicBezTo>
                  <a:lnTo>
                    <a:pt x="175" y="17"/>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9" name="Google Shape;1729;p38"/>
            <p:cNvSpPr/>
            <p:nvPr/>
          </p:nvSpPr>
          <p:spPr>
            <a:xfrm>
              <a:off x="3158448" y="1804792"/>
              <a:ext cx="5565" cy="3021"/>
            </a:xfrm>
            <a:custGeom>
              <a:avLst/>
              <a:gdLst/>
              <a:ahLst/>
              <a:cxnLst/>
              <a:rect l="l" t="t" r="r" b="b"/>
              <a:pathLst>
                <a:path w="175" h="95" extrusionOk="0">
                  <a:moveTo>
                    <a:pt x="32" y="0"/>
                  </a:moveTo>
                  <a:lnTo>
                    <a:pt x="32" y="0"/>
                  </a:lnTo>
                  <a:lnTo>
                    <a:pt x="17" y="0"/>
                  </a:lnTo>
                  <a:cubicBezTo>
                    <a:pt x="1" y="0"/>
                    <a:pt x="1" y="32"/>
                    <a:pt x="1" y="48"/>
                  </a:cubicBezTo>
                  <a:cubicBezTo>
                    <a:pt x="17" y="48"/>
                    <a:pt x="17" y="48"/>
                    <a:pt x="17" y="63"/>
                  </a:cubicBezTo>
                  <a:lnTo>
                    <a:pt x="17" y="63"/>
                  </a:lnTo>
                  <a:lnTo>
                    <a:pt x="17" y="48"/>
                  </a:lnTo>
                  <a:cubicBezTo>
                    <a:pt x="32" y="32"/>
                    <a:pt x="32" y="16"/>
                    <a:pt x="49" y="16"/>
                  </a:cubicBezTo>
                  <a:lnTo>
                    <a:pt x="49" y="16"/>
                  </a:lnTo>
                  <a:cubicBezTo>
                    <a:pt x="64" y="16"/>
                    <a:pt x="64" y="16"/>
                    <a:pt x="64" y="32"/>
                  </a:cubicBezTo>
                  <a:cubicBezTo>
                    <a:pt x="80" y="32"/>
                    <a:pt x="95" y="48"/>
                    <a:pt x="80" y="63"/>
                  </a:cubicBezTo>
                  <a:lnTo>
                    <a:pt x="80" y="95"/>
                  </a:lnTo>
                  <a:lnTo>
                    <a:pt x="95" y="95"/>
                  </a:lnTo>
                  <a:lnTo>
                    <a:pt x="95" y="95"/>
                  </a:lnTo>
                  <a:lnTo>
                    <a:pt x="95" y="63"/>
                  </a:lnTo>
                  <a:cubicBezTo>
                    <a:pt x="95" y="48"/>
                    <a:pt x="112" y="32"/>
                    <a:pt x="127" y="32"/>
                  </a:cubicBezTo>
                  <a:lnTo>
                    <a:pt x="127" y="32"/>
                  </a:lnTo>
                  <a:lnTo>
                    <a:pt x="127" y="32"/>
                  </a:lnTo>
                  <a:lnTo>
                    <a:pt x="158" y="48"/>
                  </a:lnTo>
                  <a:lnTo>
                    <a:pt x="175" y="48"/>
                  </a:lnTo>
                  <a:lnTo>
                    <a:pt x="158" y="32"/>
                  </a:lnTo>
                  <a:cubicBezTo>
                    <a:pt x="158" y="16"/>
                    <a:pt x="143" y="16"/>
                    <a:pt x="127" y="16"/>
                  </a:cubicBezTo>
                  <a:lnTo>
                    <a:pt x="112" y="16"/>
                  </a:lnTo>
                  <a:cubicBezTo>
                    <a:pt x="112" y="32"/>
                    <a:pt x="95" y="32"/>
                    <a:pt x="95" y="32"/>
                  </a:cubicBezTo>
                  <a:cubicBezTo>
                    <a:pt x="80" y="32"/>
                    <a:pt x="80" y="32"/>
                    <a:pt x="80" y="16"/>
                  </a:cubicBezTo>
                  <a:lnTo>
                    <a:pt x="64" y="16"/>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0" name="Google Shape;1730;p38"/>
            <p:cNvSpPr/>
            <p:nvPr/>
          </p:nvSpPr>
          <p:spPr>
            <a:xfrm>
              <a:off x="3110361" y="1786250"/>
              <a:ext cx="4039" cy="3053"/>
            </a:xfrm>
            <a:custGeom>
              <a:avLst/>
              <a:gdLst/>
              <a:ahLst/>
              <a:cxnLst/>
              <a:rect l="l" t="t" r="r" b="b"/>
              <a:pathLst>
                <a:path w="127" h="96" extrusionOk="0">
                  <a:moveTo>
                    <a:pt x="95" y="1"/>
                  </a:moveTo>
                  <a:lnTo>
                    <a:pt x="80" y="1"/>
                  </a:lnTo>
                  <a:lnTo>
                    <a:pt x="63" y="1"/>
                  </a:lnTo>
                  <a:cubicBezTo>
                    <a:pt x="48" y="16"/>
                    <a:pt x="32" y="16"/>
                    <a:pt x="17" y="16"/>
                  </a:cubicBezTo>
                  <a:lnTo>
                    <a:pt x="17" y="47"/>
                  </a:lnTo>
                  <a:cubicBezTo>
                    <a:pt x="17" y="64"/>
                    <a:pt x="17" y="79"/>
                    <a:pt x="0" y="79"/>
                  </a:cubicBezTo>
                  <a:cubicBezTo>
                    <a:pt x="0" y="95"/>
                    <a:pt x="17" y="95"/>
                    <a:pt x="17" y="95"/>
                  </a:cubicBezTo>
                  <a:lnTo>
                    <a:pt x="32" y="95"/>
                  </a:lnTo>
                  <a:lnTo>
                    <a:pt x="80" y="79"/>
                  </a:lnTo>
                  <a:lnTo>
                    <a:pt x="80" y="79"/>
                  </a:lnTo>
                  <a:lnTo>
                    <a:pt x="95" y="64"/>
                  </a:lnTo>
                  <a:cubicBezTo>
                    <a:pt x="111" y="64"/>
                    <a:pt x="126" y="47"/>
                    <a:pt x="111" y="32"/>
                  </a:cubicBezTo>
                  <a:lnTo>
                    <a:pt x="111" y="16"/>
                  </a:lnTo>
                  <a:lnTo>
                    <a:pt x="111" y="16"/>
                  </a:lnTo>
                  <a:cubicBezTo>
                    <a:pt x="111" y="1"/>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1" name="Google Shape;1731;p38"/>
            <p:cNvSpPr/>
            <p:nvPr/>
          </p:nvSpPr>
          <p:spPr>
            <a:xfrm>
              <a:off x="3245654" y="1824828"/>
              <a:ext cx="5025" cy="3562"/>
            </a:xfrm>
            <a:custGeom>
              <a:avLst/>
              <a:gdLst/>
              <a:ahLst/>
              <a:cxnLst/>
              <a:rect l="l" t="t" r="r" b="b"/>
              <a:pathLst>
                <a:path w="158" h="112" extrusionOk="0">
                  <a:moveTo>
                    <a:pt x="32" y="0"/>
                  </a:moveTo>
                  <a:lnTo>
                    <a:pt x="32" y="0"/>
                  </a:lnTo>
                  <a:lnTo>
                    <a:pt x="17" y="0"/>
                  </a:lnTo>
                  <a:cubicBezTo>
                    <a:pt x="0" y="0"/>
                    <a:pt x="0" y="17"/>
                    <a:pt x="0" y="32"/>
                  </a:cubicBezTo>
                  <a:cubicBezTo>
                    <a:pt x="0" y="48"/>
                    <a:pt x="17" y="63"/>
                    <a:pt x="32" y="63"/>
                  </a:cubicBezTo>
                  <a:lnTo>
                    <a:pt x="32" y="63"/>
                  </a:lnTo>
                  <a:lnTo>
                    <a:pt x="48" y="63"/>
                  </a:lnTo>
                  <a:cubicBezTo>
                    <a:pt x="48" y="80"/>
                    <a:pt x="63" y="111"/>
                    <a:pt x="95" y="111"/>
                  </a:cubicBezTo>
                  <a:lnTo>
                    <a:pt x="95" y="111"/>
                  </a:lnTo>
                  <a:cubicBezTo>
                    <a:pt x="126" y="111"/>
                    <a:pt x="143" y="80"/>
                    <a:pt x="158" y="63"/>
                  </a:cubicBezTo>
                  <a:lnTo>
                    <a:pt x="158" y="32"/>
                  </a:lnTo>
                  <a:cubicBezTo>
                    <a:pt x="158" y="32"/>
                    <a:pt x="158" y="17"/>
                    <a:pt x="143" y="17"/>
                  </a:cubicBezTo>
                  <a:lnTo>
                    <a:pt x="126" y="17"/>
                  </a:lnTo>
                  <a:cubicBezTo>
                    <a:pt x="111" y="17"/>
                    <a:pt x="111" y="17"/>
                    <a:pt x="95" y="32"/>
                  </a:cubicBezTo>
                  <a:lnTo>
                    <a:pt x="95" y="32"/>
                  </a:lnTo>
                  <a:lnTo>
                    <a:pt x="95" y="32"/>
                  </a:lnTo>
                  <a:lnTo>
                    <a:pt x="95" y="17"/>
                  </a:lnTo>
                  <a:cubicBezTo>
                    <a:pt x="80" y="17"/>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2" name="Google Shape;1732;p38"/>
            <p:cNvSpPr/>
            <p:nvPr/>
          </p:nvSpPr>
          <p:spPr>
            <a:xfrm>
              <a:off x="3053751" y="1809308"/>
              <a:ext cx="5025" cy="4516"/>
            </a:xfrm>
            <a:custGeom>
              <a:avLst/>
              <a:gdLst/>
              <a:ahLst/>
              <a:cxnLst/>
              <a:rect l="l" t="t" r="r" b="b"/>
              <a:pathLst>
                <a:path w="158" h="142" extrusionOk="0">
                  <a:moveTo>
                    <a:pt x="126" y="0"/>
                  </a:moveTo>
                  <a:lnTo>
                    <a:pt x="126" y="0"/>
                  </a:lnTo>
                  <a:lnTo>
                    <a:pt x="95" y="0"/>
                  </a:lnTo>
                  <a:lnTo>
                    <a:pt x="16" y="95"/>
                  </a:lnTo>
                  <a:cubicBezTo>
                    <a:pt x="0" y="110"/>
                    <a:pt x="0" y="127"/>
                    <a:pt x="16" y="142"/>
                  </a:cubicBezTo>
                  <a:lnTo>
                    <a:pt x="32" y="142"/>
                  </a:lnTo>
                  <a:lnTo>
                    <a:pt x="63" y="142"/>
                  </a:lnTo>
                  <a:lnTo>
                    <a:pt x="142" y="47"/>
                  </a:lnTo>
                  <a:cubicBezTo>
                    <a:pt x="158" y="47"/>
                    <a:pt x="158" y="16"/>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3" name="Google Shape;1733;p38"/>
            <p:cNvSpPr/>
            <p:nvPr/>
          </p:nvSpPr>
          <p:spPr>
            <a:xfrm>
              <a:off x="3337853" y="1788254"/>
              <a:ext cx="4039" cy="2512"/>
            </a:xfrm>
            <a:custGeom>
              <a:avLst/>
              <a:gdLst/>
              <a:ahLst/>
              <a:cxnLst/>
              <a:rect l="l" t="t" r="r" b="b"/>
              <a:pathLst>
                <a:path w="127" h="79" extrusionOk="0">
                  <a:moveTo>
                    <a:pt x="95" y="1"/>
                  </a:moveTo>
                  <a:lnTo>
                    <a:pt x="95" y="1"/>
                  </a:lnTo>
                  <a:lnTo>
                    <a:pt x="32" y="16"/>
                  </a:lnTo>
                  <a:cubicBezTo>
                    <a:pt x="17" y="16"/>
                    <a:pt x="0" y="32"/>
                    <a:pt x="0" y="47"/>
                  </a:cubicBezTo>
                  <a:cubicBezTo>
                    <a:pt x="0" y="64"/>
                    <a:pt x="0" y="64"/>
                    <a:pt x="17" y="79"/>
                  </a:cubicBezTo>
                  <a:lnTo>
                    <a:pt x="17" y="79"/>
                  </a:lnTo>
                  <a:lnTo>
                    <a:pt x="32" y="64"/>
                  </a:lnTo>
                  <a:cubicBezTo>
                    <a:pt x="48" y="64"/>
                    <a:pt x="48" y="47"/>
                    <a:pt x="63" y="47"/>
                  </a:cubicBezTo>
                  <a:lnTo>
                    <a:pt x="63" y="47"/>
                  </a:lnTo>
                  <a:lnTo>
                    <a:pt x="63" y="47"/>
                  </a:lnTo>
                  <a:lnTo>
                    <a:pt x="63" y="47"/>
                  </a:lnTo>
                  <a:cubicBezTo>
                    <a:pt x="63" y="32"/>
                    <a:pt x="80" y="32"/>
                    <a:pt x="95" y="32"/>
                  </a:cubicBezTo>
                  <a:lnTo>
                    <a:pt x="95" y="32"/>
                  </a:lnTo>
                  <a:lnTo>
                    <a:pt x="111" y="32"/>
                  </a:lnTo>
                  <a:cubicBezTo>
                    <a:pt x="111" y="32"/>
                    <a:pt x="111" y="16"/>
                    <a:pt x="126" y="16"/>
                  </a:cubicBezTo>
                  <a:lnTo>
                    <a:pt x="126" y="16"/>
                  </a:lnTo>
                  <a:lnTo>
                    <a:pt x="126" y="16"/>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4" name="Google Shape;1734;p38"/>
            <p:cNvSpPr/>
            <p:nvPr/>
          </p:nvSpPr>
          <p:spPr>
            <a:xfrm>
              <a:off x="3399488" y="1784724"/>
              <a:ext cx="5534" cy="4580"/>
            </a:xfrm>
            <a:custGeom>
              <a:avLst/>
              <a:gdLst/>
              <a:ahLst/>
              <a:cxnLst/>
              <a:rect l="l" t="t" r="r" b="b"/>
              <a:pathLst>
                <a:path w="174" h="144" extrusionOk="0">
                  <a:moveTo>
                    <a:pt x="142" y="1"/>
                  </a:moveTo>
                  <a:lnTo>
                    <a:pt x="127" y="1"/>
                  </a:lnTo>
                  <a:cubicBezTo>
                    <a:pt x="127" y="1"/>
                    <a:pt x="110" y="17"/>
                    <a:pt x="110" y="32"/>
                  </a:cubicBezTo>
                  <a:lnTo>
                    <a:pt x="79" y="80"/>
                  </a:lnTo>
                  <a:lnTo>
                    <a:pt x="64" y="80"/>
                  </a:lnTo>
                  <a:lnTo>
                    <a:pt x="47" y="80"/>
                  </a:lnTo>
                  <a:cubicBezTo>
                    <a:pt x="16" y="80"/>
                    <a:pt x="1" y="95"/>
                    <a:pt x="16" y="127"/>
                  </a:cubicBezTo>
                  <a:cubicBezTo>
                    <a:pt x="16" y="143"/>
                    <a:pt x="32" y="143"/>
                    <a:pt x="47" y="143"/>
                  </a:cubicBezTo>
                  <a:lnTo>
                    <a:pt x="47" y="143"/>
                  </a:lnTo>
                  <a:lnTo>
                    <a:pt x="47" y="143"/>
                  </a:lnTo>
                  <a:lnTo>
                    <a:pt x="79" y="143"/>
                  </a:lnTo>
                  <a:lnTo>
                    <a:pt x="158" y="95"/>
                  </a:lnTo>
                  <a:lnTo>
                    <a:pt x="158" y="64"/>
                  </a:lnTo>
                  <a:lnTo>
                    <a:pt x="173" y="49"/>
                  </a:lnTo>
                  <a:lnTo>
                    <a:pt x="173" y="49"/>
                  </a:lnTo>
                  <a:cubicBezTo>
                    <a:pt x="173" y="32"/>
                    <a:pt x="173" y="17"/>
                    <a:pt x="14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5" name="Google Shape;1735;p38"/>
            <p:cNvSpPr/>
            <p:nvPr/>
          </p:nvSpPr>
          <p:spPr>
            <a:xfrm>
              <a:off x="3174000" y="1797763"/>
              <a:ext cx="9541" cy="2544"/>
            </a:xfrm>
            <a:custGeom>
              <a:avLst/>
              <a:gdLst/>
              <a:ahLst/>
              <a:cxnLst/>
              <a:rect l="l" t="t" r="r" b="b"/>
              <a:pathLst>
                <a:path w="300" h="80" extrusionOk="0">
                  <a:moveTo>
                    <a:pt x="47" y="0"/>
                  </a:moveTo>
                  <a:lnTo>
                    <a:pt x="32" y="0"/>
                  </a:lnTo>
                  <a:cubicBezTo>
                    <a:pt x="32" y="0"/>
                    <a:pt x="16" y="0"/>
                    <a:pt x="16" y="17"/>
                  </a:cubicBezTo>
                  <a:cubicBezTo>
                    <a:pt x="1" y="17"/>
                    <a:pt x="1" y="32"/>
                    <a:pt x="16" y="48"/>
                  </a:cubicBezTo>
                  <a:lnTo>
                    <a:pt x="16" y="48"/>
                  </a:lnTo>
                  <a:cubicBezTo>
                    <a:pt x="16" y="64"/>
                    <a:pt x="32" y="64"/>
                    <a:pt x="32" y="64"/>
                  </a:cubicBezTo>
                  <a:lnTo>
                    <a:pt x="47" y="64"/>
                  </a:lnTo>
                  <a:cubicBezTo>
                    <a:pt x="79" y="80"/>
                    <a:pt x="110" y="80"/>
                    <a:pt x="142" y="80"/>
                  </a:cubicBezTo>
                  <a:lnTo>
                    <a:pt x="205" y="80"/>
                  </a:lnTo>
                  <a:cubicBezTo>
                    <a:pt x="221" y="80"/>
                    <a:pt x="236" y="80"/>
                    <a:pt x="253" y="64"/>
                  </a:cubicBezTo>
                  <a:lnTo>
                    <a:pt x="253" y="64"/>
                  </a:lnTo>
                  <a:lnTo>
                    <a:pt x="268" y="64"/>
                  </a:lnTo>
                  <a:lnTo>
                    <a:pt x="284" y="64"/>
                  </a:lnTo>
                  <a:cubicBezTo>
                    <a:pt x="284" y="48"/>
                    <a:pt x="299" y="48"/>
                    <a:pt x="299" y="32"/>
                  </a:cubicBezTo>
                  <a:cubicBezTo>
                    <a:pt x="299" y="17"/>
                    <a:pt x="284" y="17"/>
                    <a:pt x="284" y="0"/>
                  </a:cubicBezTo>
                  <a:lnTo>
                    <a:pt x="268" y="0"/>
                  </a:lnTo>
                  <a:lnTo>
                    <a:pt x="253" y="0"/>
                  </a:lnTo>
                  <a:lnTo>
                    <a:pt x="221" y="0"/>
                  </a:lnTo>
                  <a:lnTo>
                    <a:pt x="205" y="0"/>
                  </a:lnTo>
                  <a:cubicBezTo>
                    <a:pt x="173" y="17"/>
                    <a:pt x="158" y="32"/>
                    <a:pt x="142" y="32"/>
                  </a:cubicBezTo>
                  <a:cubicBezTo>
                    <a:pt x="127" y="32"/>
                    <a:pt x="127" y="48"/>
                    <a:pt x="110" y="48"/>
                  </a:cubicBezTo>
                  <a:lnTo>
                    <a:pt x="95" y="48"/>
                  </a:lnTo>
                  <a:cubicBezTo>
                    <a:pt x="95" y="48"/>
                    <a:pt x="79" y="48"/>
                    <a:pt x="64" y="32"/>
                  </a:cubicBezTo>
                  <a:lnTo>
                    <a:pt x="64" y="0"/>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6" name="Google Shape;1736;p38"/>
            <p:cNvSpPr/>
            <p:nvPr/>
          </p:nvSpPr>
          <p:spPr>
            <a:xfrm>
              <a:off x="3420034" y="1751648"/>
              <a:ext cx="5025" cy="3562"/>
            </a:xfrm>
            <a:custGeom>
              <a:avLst/>
              <a:gdLst/>
              <a:ahLst/>
              <a:cxnLst/>
              <a:rect l="l" t="t" r="r" b="b"/>
              <a:pathLst>
                <a:path w="158" h="112" extrusionOk="0">
                  <a:moveTo>
                    <a:pt x="95" y="1"/>
                  </a:moveTo>
                  <a:lnTo>
                    <a:pt x="95" y="1"/>
                  </a:lnTo>
                  <a:cubicBezTo>
                    <a:pt x="63" y="1"/>
                    <a:pt x="48" y="17"/>
                    <a:pt x="32" y="32"/>
                  </a:cubicBezTo>
                  <a:lnTo>
                    <a:pt x="32" y="32"/>
                  </a:lnTo>
                  <a:lnTo>
                    <a:pt x="17" y="49"/>
                  </a:lnTo>
                  <a:cubicBezTo>
                    <a:pt x="17" y="49"/>
                    <a:pt x="0" y="64"/>
                    <a:pt x="17" y="80"/>
                  </a:cubicBezTo>
                  <a:lnTo>
                    <a:pt x="17" y="80"/>
                  </a:lnTo>
                  <a:lnTo>
                    <a:pt x="17" y="80"/>
                  </a:lnTo>
                  <a:cubicBezTo>
                    <a:pt x="17" y="96"/>
                    <a:pt x="32" y="96"/>
                    <a:pt x="32" y="96"/>
                  </a:cubicBezTo>
                  <a:lnTo>
                    <a:pt x="48" y="96"/>
                  </a:lnTo>
                  <a:lnTo>
                    <a:pt x="63" y="96"/>
                  </a:lnTo>
                  <a:cubicBezTo>
                    <a:pt x="63" y="96"/>
                    <a:pt x="80" y="96"/>
                    <a:pt x="80" y="80"/>
                  </a:cubicBezTo>
                  <a:lnTo>
                    <a:pt x="80" y="80"/>
                  </a:lnTo>
                  <a:lnTo>
                    <a:pt x="95" y="80"/>
                  </a:lnTo>
                  <a:lnTo>
                    <a:pt x="80" y="80"/>
                  </a:lnTo>
                  <a:lnTo>
                    <a:pt x="63" y="112"/>
                  </a:lnTo>
                  <a:lnTo>
                    <a:pt x="95" y="112"/>
                  </a:lnTo>
                  <a:lnTo>
                    <a:pt x="95" y="112"/>
                  </a:lnTo>
                  <a:cubicBezTo>
                    <a:pt x="95" y="112"/>
                    <a:pt x="95" y="96"/>
                    <a:pt x="111" y="96"/>
                  </a:cubicBezTo>
                  <a:cubicBezTo>
                    <a:pt x="111" y="80"/>
                    <a:pt x="95" y="80"/>
                    <a:pt x="111" y="64"/>
                  </a:cubicBezTo>
                  <a:cubicBezTo>
                    <a:pt x="111" y="49"/>
                    <a:pt x="111" y="32"/>
                    <a:pt x="126" y="32"/>
                  </a:cubicBezTo>
                  <a:lnTo>
                    <a:pt x="143" y="32"/>
                  </a:lnTo>
                  <a:lnTo>
                    <a:pt x="158" y="32"/>
                  </a:lnTo>
                  <a:cubicBezTo>
                    <a:pt x="143" y="17"/>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7" name="Google Shape;1737;p38"/>
            <p:cNvSpPr/>
            <p:nvPr/>
          </p:nvSpPr>
          <p:spPr>
            <a:xfrm>
              <a:off x="3403973" y="1773720"/>
              <a:ext cx="4039" cy="5025"/>
            </a:xfrm>
            <a:custGeom>
              <a:avLst/>
              <a:gdLst/>
              <a:ahLst/>
              <a:cxnLst/>
              <a:rect l="l" t="t" r="r" b="b"/>
              <a:pathLst>
                <a:path w="127" h="158" extrusionOk="0">
                  <a:moveTo>
                    <a:pt x="49" y="0"/>
                  </a:moveTo>
                  <a:lnTo>
                    <a:pt x="49" y="0"/>
                  </a:lnTo>
                  <a:cubicBezTo>
                    <a:pt x="32" y="0"/>
                    <a:pt x="17" y="0"/>
                    <a:pt x="17" y="17"/>
                  </a:cubicBezTo>
                  <a:cubicBezTo>
                    <a:pt x="1" y="32"/>
                    <a:pt x="17" y="63"/>
                    <a:pt x="32" y="63"/>
                  </a:cubicBezTo>
                  <a:lnTo>
                    <a:pt x="32" y="63"/>
                  </a:lnTo>
                  <a:lnTo>
                    <a:pt x="49" y="63"/>
                  </a:lnTo>
                  <a:lnTo>
                    <a:pt x="64" y="126"/>
                  </a:lnTo>
                  <a:lnTo>
                    <a:pt x="64" y="126"/>
                  </a:lnTo>
                  <a:cubicBezTo>
                    <a:pt x="64" y="143"/>
                    <a:pt x="80" y="158"/>
                    <a:pt x="95" y="158"/>
                  </a:cubicBezTo>
                  <a:lnTo>
                    <a:pt x="95" y="158"/>
                  </a:lnTo>
                  <a:cubicBezTo>
                    <a:pt x="95" y="143"/>
                    <a:pt x="112" y="126"/>
                    <a:pt x="127" y="126"/>
                  </a:cubicBezTo>
                  <a:lnTo>
                    <a:pt x="127" y="126"/>
                  </a:lnTo>
                  <a:lnTo>
                    <a:pt x="127" y="111"/>
                  </a:lnTo>
                  <a:lnTo>
                    <a:pt x="127" y="80"/>
                  </a:lnTo>
                  <a:lnTo>
                    <a:pt x="112" y="32"/>
                  </a:lnTo>
                  <a:cubicBezTo>
                    <a:pt x="112" y="17"/>
                    <a:pt x="95" y="17"/>
                    <a:pt x="80" y="0"/>
                  </a:cubicBez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8" name="Google Shape;1738;p38"/>
            <p:cNvSpPr/>
            <p:nvPr/>
          </p:nvSpPr>
          <p:spPr>
            <a:xfrm>
              <a:off x="3334355" y="1771716"/>
              <a:ext cx="4516" cy="2544"/>
            </a:xfrm>
            <a:custGeom>
              <a:avLst/>
              <a:gdLst/>
              <a:ahLst/>
              <a:cxnLst/>
              <a:rect l="l" t="t" r="r" b="b"/>
              <a:pathLst>
                <a:path w="142" h="80" extrusionOk="0">
                  <a:moveTo>
                    <a:pt x="110" y="0"/>
                  </a:moveTo>
                  <a:lnTo>
                    <a:pt x="95" y="0"/>
                  </a:lnTo>
                  <a:lnTo>
                    <a:pt x="32" y="17"/>
                  </a:lnTo>
                  <a:lnTo>
                    <a:pt x="16" y="17"/>
                  </a:lnTo>
                  <a:cubicBezTo>
                    <a:pt x="16" y="32"/>
                    <a:pt x="1" y="32"/>
                    <a:pt x="1" y="48"/>
                  </a:cubicBezTo>
                  <a:cubicBezTo>
                    <a:pt x="16" y="63"/>
                    <a:pt x="32" y="80"/>
                    <a:pt x="47" y="80"/>
                  </a:cubicBezTo>
                  <a:lnTo>
                    <a:pt x="47" y="80"/>
                  </a:lnTo>
                  <a:lnTo>
                    <a:pt x="79" y="80"/>
                  </a:lnTo>
                  <a:lnTo>
                    <a:pt x="110" y="80"/>
                  </a:lnTo>
                  <a:cubicBezTo>
                    <a:pt x="127" y="80"/>
                    <a:pt x="142" y="63"/>
                    <a:pt x="142" y="32"/>
                  </a:cubicBezTo>
                  <a:cubicBezTo>
                    <a:pt x="142" y="17"/>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9" name="Google Shape;1739;p38"/>
            <p:cNvSpPr/>
            <p:nvPr/>
          </p:nvSpPr>
          <p:spPr>
            <a:xfrm>
              <a:off x="3300770" y="1822825"/>
              <a:ext cx="3562" cy="2544"/>
            </a:xfrm>
            <a:custGeom>
              <a:avLst/>
              <a:gdLst/>
              <a:ahLst/>
              <a:cxnLst/>
              <a:rect l="l" t="t" r="r" b="b"/>
              <a:pathLst>
                <a:path w="112" h="80" extrusionOk="0">
                  <a:moveTo>
                    <a:pt x="63" y="0"/>
                  </a:moveTo>
                  <a:lnTo>
                    <a:pt x="17" y="0"/>
                  </a:lnTo>
                  <a:cubicBezTo>
                    <a:pt x="0" y="0"/>
                    <a:pt x="0" y="0"/>
                    <a:pt x="0" y="17"/>
                  </a:cubicBezTo>
                  <a:cubicBezTo>
                    <a:pt x="17" y="17"/>
                    <a:pt x="17" y="32"/>
                    <a:pt x="17" y="48"/>
                  </a:cubicBezTo>
                  <a:cubicBezTo>
                    <a:pt x="17" y="63"/>
                    <a:pt x="0" y="63"/>
                    <a:pt x="0" y="63"/>
                  </a:cubicBezTo>
                  <a:cubicBezTo>
                    <a:pt x="0" y="63"/>
                    <a:pt x="0" y="80"/>
                    <a:pt x="17" y="80"/>
                  </a:cubicBezTo>
                  <a:lnTo>
                    <a:pt x="17" y="80"/>
                  </a:lnTo>
                  <a:lnTo>
                    <a:pt x="80" y="63"/>
                  </a:lnTo>
                  <a:cubicBezTo>
                    <a:pt x="95" y="63"/>
                    <a:pt x="111" y="48"/>
                    <a:pt x="111" y="32"/>
                  </a:cubicBezTo>
                  <a:lnTo>
                    <a:pt x="95" y="32"/>
                  </a:lnTo>
                  <a:cubicBezTo>
                    <a:pt x="80" y="32"/>
                    <a:pt x="63"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0" name="Google Shape;1740;p38"/>
            <p:cNvSpPr/>
            <p:nvPr/>
          </p:nvSpPr>
          <p:spPr>
            <a:xfrm>
              <a:off x="3432564" y="1753174"/>
              <a:ext cx="3530" cy="4548"/>
            </a:xfrm>
            <a:custGeom>
              <a:avLst/>
              <a:gdLst/>
              <a:ahLst/>
              <a:cxnLst/>
              <a:rect l="l" t="t" r="r" b="b"/>
              <a:pathLst>
                <a:path w="111" h="143" extrusionOk="0">
                  <a:moveTo>
                    <a:pt x="32" y="1"/>
                  </a:moveTo>
                  <a:lnTo>
                    <a:pt x="32" y="1"/>
                  </a:lnTo>
                  <a:lnTo>
                    <a:pt x="16" y="1"/>
                  </a:lnTo>
                  <a:cubicBezTo>
                    <a:pt x="1" y="16"/>
                    <a:pt x="1" y="32"/>
                    <a:pt x="1" y="48"/>
                  </a:cubicBezTo>
                  <a:lnTo>
                    <a:pt x="47" y="142"/>
                  </a:lnTo>
                  <a:lnTo>
                    <a:pt x="64" y="142"/>
                  </a:lnTo>
                  <a:lnTo>
                    <a:pt x="79" y="142"/>
                  </a:lnTo>
                  <a:lnTo>
                    <a:pt x="79" y="142"/>
                  </a:lnTo>
                  <a:lnTo>
                    <a:pt x="79" y="142"/>
                  </a:lnTo>
                  <a:lnTo>
                    <a:pt x="110" y="142"/>
                  </a:lnTo>
                  <a:cubicBezTo>
                    <a:pt x="95" y="127"/>
                    <a:pt x="110" y="127"/>
                    <a:pt x="110" y="111"/>
                  </a:cubicBezTo>
                  <a:lnTo>
                    <a:pt x="110" y="111"/>
                  </a:lnTo>
                  <a:lnTo>
                    <a:pt x="110" y="111"/>
                  </a:lnTo>
                  <a:lnTo>
                    <a:pt x="110" y="95"/>
                  </a:lnTo>
                  <a:cubicBezTo>
                    <a:pt x="95" y="95"/>
                    <a:pt x="79" y="79"/>
                    <a:pt x="79" y="79"/>
                  </a:cubicBezTo>
                  <a:cubicBezTo>
                    <a:pt x="47" y="64"/>
                    <a:pt x="47" y="32"/>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1" name="Google Shape;1741;p38"/>
            <p:cNvSpPr/>
            <p:nvPr/>
          </p:nvSpPr>
          <p:spPr>
            <a:xfrm>
              <a:off x="3423564" y="1793756"/>
              <a:ext cx="2512" cy="4039"/>
            </a:xfrm>
            <a:custGeom>
              <a:avLst/>
              <a:gdLst/>
              <a:ahLst/>
              <a:cxnLst/>
              <a:rect l="l" t="t" r="r" b="b"/>
              <a:pathLst>
                <a:path w="79" h="127" extrusionOk="0">
                  <a:moveTo>
                    <a:pt x="47" y="0"/>
                  </a:moveTo>
                  <a:lnTo>
                    <a:pt x="47" y="0"/>
                  </a:lnTo>
                  <a:lnTo>
                    <a:pt x="32" y="0"/>
                  </a:lnTo>
                  <a:cubicBezTo>
                    <a:pt x="15" y="0"/>
                    <a:pt x="15" y="17"/>
                    <a:pt x="0" y="32"/>
                  </a:cubicBezTo>
                  <a:lnTo>
                    <a:pt x="0" y="80"/>
                  </a:lnTo>
                  <a:lnTo>
                    <a:pt x="0" y="80"/>
                  </a:lnTo>
                  <a:lnTo>
                    <a:pt x="0" y="95"/>
                  </a:lnTo>
                  <a:cubicBezTo>
                    <a:pt x="0" y="111"/>
                    <a:pt x="15" y="126"/>
                    <a:pt x="47" y="126"/>
                  </a:cubicBezTo>
                  <a:lnTo>
                    <a:pt x="47" y="126"/>
                  </a:lnTo>
                  <a:cubicBezTo>
                    <a:pt x="63" y="126"/>
                    <a:pt x="78" y="111"/>
                    <a:pt x="78" y="95"/>
                  </a:cubicBezTo>
                  <a:lnTo>
                    <a:pt x="78" y="80"/>
                  </a:lnTo>
                  <a:lnTo>
                    <a:pt x="78" y="32"/>
                  </a:lnTo>
                  <a:lnTo>
                    <a:pt x="78" y="32"/>
                  </a:lnTo>
                  <a:lnTo>
                    <a:pt x="63" y="17"/>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2" name="Google Shape;1742;p38"/>
            <p:cNvSpPr/>
            <p:nvPr/>
          </p:nvSpPr>
          <p:spPr>
            <a:xfrm>
              <a:off x="3394495" y="1789749"/>
              <a:ext cx="2512" cy="3562"/>
            </a:xfrm>
            <a:custGeom>
              <a:avLst/>
              <a:gdLst/>
              <a:ahLst/>
              <a:cxnLst/>
              <a:rect l="l" t="t" r="r" b="b"/>
              <a:pathLst>
                <a:path w="79" h="112" extrusionOk="0">
                  <a:moveTo>
                    <a:pt x="63" y="0"/>
                  </a:moveTo>
                  <a:lnTo>
                    <a:pt x="63" y="0"/>
                  </a:lnTo>
                  <a:cubicBezTo>
                    <a:pt x="63" y="17"/>
                    <a:pt x="47" y="32"/>
                    <a:pt x="32" y="32"/>
                  </a:cubicBezTo>
                  <a:lnTo>
                    <a:pt x="15" y="32"/>
                  </a:lnTo>
                  <a:cubicBezTo>
                    <a:pt x="15" y="32"/>
                    <a:pt x="0" y="32"/>
                    <a:pt x="0" y="17"/>
                  </a:cubicBezTo>
                  <a:lnTo>
                    <a:pt x="0" y="80"/>
                  </a:lnTo>
                  <a:cubicBezTo>
                    <a:pt x="15" y="95"/>
                    <a:pt x="15" y="111"/>
                    <a:pt x="32" y="111"/>
                  </a:cubicBezTo>
                  <a:lnTo>
                    <a:pt x="47" y="111"/>
                  </a:lnTo>
                  <a:lnTo>
                    <a:pt x="47" y="111"/>
                  </a:lnTo>
                  <a:cubicBezTo>
                    <a:pt x="63" y="111"/>
                    <a:pt x="78" y="95"/>
                    <a:pt x="78" y="80"/>
                  </a:cubicBezTo>
                  <a:lnTo>
                    <a:pt x="63" y="32"/>
                  </a:lnTo>
                  <a:lnTo>
                    <a:pt x="63" y="17"/>
                  </a:lnTo>
                  <a:lnTo>
                    <a:pt x="63" y="17"/>
                  </a:lnTo>
                  <a:lnTo>
                    <a:pt x="63" y="0"/>
                  </a:lnTo>
                  <a:lnTo>
                    <a:pt x="63" y="0"/>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3" name="Google Shape;1743;p38"/>
            <p:cNvSpPr/>
            <p:nvPr/>
          </p:nvSpPr>
          <p:spPr>
            <a:xfrm>
              <a:off x="3109884" y="1794742"/>
              <a:ext cx="4039" cy="2576"/>
            </a:xfrm>
            <a:custGeom>
              <a:avLst/>
              <a:gdLst/>
              <a:ahLst/>
              <a:cxnLst/>
              <a:rect l="l" t="t" r="r" b="b"/>
              <a:pathLst>
                <a:path w="127" h="81" extrusionOk="0">
                  <a:moveTo>
                    <a:pt x="95" y="1"/>
                  </a:moveTo>
                  <a:lnTo>
                    <a:pt x="95" y="1"/>
                  </a:lnTo>
                  <a:lnTo>
                    <a:pt x="78" y="1"/>
                  </a:lnTo>
                  <a:lnTo>
                    <a:pt x="32" y="17"/>
                  </a:lnTo>
                  <a:lnTo>
                    <a:pt x="15" y="17"/>
                  </a:lnTo>
                  <a:lnTo>
                    <a:pt x="15" y="17"/>
                  </a:lnTo>
                  <a:cubicBezTo>
                    <a:pt x="0" y="32"/>
                    <a:pt x="0" y="32"/>
                    <a:pt x="0" y="49"/>
                  </a:cubicBezTo>
                  <a:cubicBezTo>
                    <a:pt x="0" y="64"/>
                    <a:pt x="15" y="64"/>
                    <a:pt x="15" y="80"/>
                  </a:cubicBezTo>
                  <a:lnTo>
                    <a:pt x="32" y="80"/>
                  </a:lnTo>
                  <a:lnTo>
                    <a:pt x="47" y="80"/>
                  </a:lnTo>
                  <a:lnTo>
                    <a:pt x="63" y="64"/>
                  </a:lnTo>
                  <a:lnTo>
                    <a:pt x="95" y="64"/>
                  </a:lnTo>
                  <a:lnTo>
                    <a:pt x="95" y="49"/>
                  </a:lnTo>
                  <a:cubicBezTo>
                    <a:pt x="95" y="32"/>
                    <a:pt x="110" y="17"/>
                    <a:pt x="126" y="17"/>
                  </a:cubicBezTo>
                  <a:lnTo>
                    <a:pt x="126" y="17"/>
                  </a:lnTo>
                  <a:lnTo>
                    <a:pt x="126" y="17"/>
                  </a:lnTo>
                  <a:cubicBezTo>
                    <a:pt x="126" y="1"/>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4" name="Google Shape;1744;p38"/>
            <p:cNvSpPr/>
            <p:nvPr/>
          </p:nvSpPr>
          <p:spPr>
            <a:xfrm>
              <a:off x="3056740" y="1799767"/>
              <a:ext cx="2544" cy="3562"/>
            </a:xfrm>
            <a:custGeom>
              <a:avLst/>
              <a:gdLst/>
              <a:ahLst/>
              <a:cxnLst/>
              <a:rect l="l" t="t" r="r" b="b"/>
              <a:pathLst>
                <a:path w="80" h="112" extrusionOk="0">
                  <a:moveTo>
                    <a:pt x="64" y="1"/>
                  </a:moveTo>
                  <a:lnTo>
                    <a:pt x="64" y="1"/>
                  </a:lnTo>
                  <a:cubicBezTo>
                    <a:pt x="48" y="17"/>
                    <a:pt x="32" y="32"/>
                    <a:pt x="16" y="32"/>
                  </a:cubicBezTo>
                  <a:lnTo>
                    <a:pt x="1" y="80"/>
                  </a:lnTo>
                  <a:cubicBezTo>
                    <a:pt x="1" y="95"/>
                    <a:pt x="16" y="111"/>
                    <a:pt x="32" y="111"/>
                  </a:cubicBezTo>
                  <a:lnTo>
                    <a:pt x="32" y="111"/>
                  </a:lnTo>
                  <a:cubicBezTo>
                    <a:pt x="48" y="111"/>
                    <a:pt x="64" y="111"/>
                    <a:pt x="64" y="80"/>
                  </a:cubicBezTo>
                  <a:lnTo>
                    <a:pt x="79"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5" name="Google Shape;1745;p38"/>
            <p:cNvSpPr/>
            <p:nvPr/>
          </p:nvSpPr>
          <p:spPr>
            <a:xfrm>
              <a:off x="3412019" y="1756673"/>
              <a:ext cx="4039" cy="2035"/>
            </a:xfrm>
            <a:custGeom>
              <a:avLst/>
              <a:gdLst/>
              <a:ahLst/>
              <a:cxnLst/>
              <a:rect l="l" t="t" r="r" b="b"/>
              <a:pathLst>
                <a:path w="127" h="64" extrusionOk="0">
                  <a:moveTo>
                    <a:pt x="32" y="1"/>
                  </a:moveTo>
                  <a:lnTo>
                    <a:pt x="32" y="1"/>
                  </a:lnTo>
                  <a:cubicBezTo>
                    <a:pt x="16" y="1"/>
                    <a:pt x="0" y="17"/>
                    <a:pt x="0" y="32"/>
                  </a:cubicBezTo>
                  <a:cubicBezTo>
                    <a:pt x="0" y="48"/>
                    <a:pt x="0" y="48"/>
                    <a:pt x="16" y="48"/>
                  </a:cubicBezTo>
                  <a:cubicBezTo>
                    <a:pt x="16" y="64"/>
                    <a:pt x="16" y="64"/>
                    <a:pt x="32" y="64"/>
                  </a:cubicBezTo>
                  <a:lnTo>
                    <a:pt x="32" y="64"/>
                  </a:lnTo>
                  <a:lnTo>
                    <a:pt x="95" y="64"/>
                  </a:lnTo>
                  <a:lnTo>
                    <a:pt x="95" y="64"/>
                  </a:lnTo>
                  <a:cubicBezTo>
                    <a:pt x="111" y="64"/>
                    <a:pt x="126" y="48"/>
                    <a:pt x="126" y="32"/>
                  </a:cubicBezTo>
                  <a:lnTo>
                    <a:pt x="126" y="17"/>
                  </a:lnTo>
                  <a:cubicBezTo>
                    <a:pt x="126" y="1"/>
                    <a:pt x="111" y="1"/>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6" name="Google Shape;1746;p38"/>
            <p:cNvSpPr/>
            <p:nvPr/>
          </p:nvSpPr>
          <p:spPr>
            <a:xfrm>
              <a:off x="3304300" y="1807781"/>
              <a:ext cx="5025" cy="4039"/>
            </a:xfrm>
            <a:custGeom>
              <a:avLst/>
              <a:gdLst/>
              <a:ahLst/>
              <a:cxnLst/>
              <a:rect l="l" t="t" r="r" b="b"/>
              <a:pathLst>
                <a:path w="158" h="127" extrusionOk="0">
                  <a:moveTo>
                    <a:pt x="126" y="1"/>
                  </a:moveTo>
                  <a:lnTo>
                    <a:pt x="110" y="1"/>
                  </a:lnTo>
                  <a:cubicBezTo>
                    <a:pt x="110" y="1"/>
                    <a:pt x="110" y="17"/>
                    <a:pt x="95" y="17"/>
                  </a:cubicBezTo>
                  <a:lnTo>
                    <a:pt x="32" y="64"/>
                  </a:lnTo>
                  <a:lnTo>
                    <a:pt x="32" y="64"/>
                  </a:lnTo>
                  <a:cubicBezTo>
                    <a:pt x="15" y="80"/>
                    <a:pt x="0" y="95"/>
                    <a:pt x="15" y="112"/>
                  </a:cubicBezTo>
                  <a:cubicBezTo>
                    <a:pt x="32" y="127"/>
                    <a:pt x="32" y="127"/>
                    <a:pt x="47" y="127"/>
                  </a:cubicBezTo>
                  <a:lnTo>
                    <a:pt x="47" y="127"/>
                  </a:lnTo>
                  <a:lnTo>
                    <a:pt x="63" y="127"/>
                  </a:lnTo>
                  <a:lnTo>
                    <a:pt x="141" y="64"/>
                  </a:lnTo>
                  <a:cubicBezTo>
                    <a:pt x="158" y="48"/>
                    <a:pt x="158" y="32"/>
                    <a:pt x="14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7" name="Google Shape;1747;p38"/>
            <p:cNvSpPr/>
            <p:nvPr/>
          </p:nvSpPr>
          <p:spPr>
            <a:xfrm>
              <a:off x="3190538" y="1784724"/>
              <a:ext cx="4039" cy="5565"/>
            </a:xfrm>
            <a:custGeom>
              <a:avLst/>
              <a:gdLst/>
              <a:ahLst/>
              <a:cxnLst/>
              <a:rect l="l" t="t" r="r" b="b"/>
              <a:pathLst>
                <a:path w="127" h="175" extrusionOk="0">
                  <a:moveTo>
                    <a:pt x="0" y="112"/>
                  </a:moveTo>
                  <a:lnTo>
                    <a:pt x="0" y="127"/>
                  </a:lnTo>
                  <a:lnTo>
                    <a:pt x="0" y="112"/>
                  </a:lnTo>
                  <a:lnTo>
                    <a:pt x="0" y="112"/>
                  </a:lnTo>
                  <a:close/>
                  <a:moveTo>
                    <a:pt x="111" y="1"/>
                  </a:moveTo>
                  <a:lnTo>
                    <a:pt x="48" y="49"/>
                  </a:lnTo>
                  <a:cubicBezTo>
                    <a:pt x="32" y="49"/>
                    <a:pt x="32" y="64"/>
                    <a:pt x="32" y="80"/>
                  </a:cubicBezTo>
                  <a:lnTo>
                    <a:pt x="32" y="80"/>
                  </a:lnTo>
                  <a:lnTo>
                    <a:pt x="79" y="64"/>
                  </a:lnTo>
                  <a:lnTo>
                    <a:pt x="79" y="64"/>
                  </a:lnTo>
                  <a:lnTo>
                    <a:pt x="95" y="64"/>
                  </a:lnTo>
                  <a:lnTo>
                    <a:pt x="126" y="95"/>
                  </a:lnTo>
                  <a:cubicBezTo>
                    <a:pt x="126" y="112"/>
                    <a:pt x="111" y="127"/>
                    <a:pt x="95" y="127"/>
                  </a:cubicBezTo>
                  <a:lnTo>
                    <a:pt x="63" y="143"/>
                  </a:lnTo>
                  <a:lnTo>
                    <a:pt x="63" y="158"/>
                  </a:lnTo>
                  <a:lnTo>
                    <a:pt x="63" y="175"/>
                  </a:lnTo>
                  <a:lnTo>
                    <a:pt x="79" y="175"/>
                  </a:lnTo>
                  <a:lnTo>
                    <a:pt x="95" y="158"/>
                  </a:lnTo>
                  <a:cubicBezTo>
                    <a:pt x="111" y="158"/>
                    <a:pt x="126" y="143"/>
                    <a:pt x="126" y="127"/>
                  </a:cubicBezTo>
                  <a:lnTo>
                    <a:pt x="126" y="112"/>
                  </a:lnTo>
                  <a:lnTo>
                    <a:pt x="126" y="80"/>
                  </a:lnTo>
                  <a:lnTo>
                    <a:pt x="126" y="80"/>
                  </a:lnTo>
                  <a:lnTo>
                    <a:pt x="126" y="64"/>
                  </a:lnTo>
                  <a:cubicBezTo>
                    <a:pt x="126" y="64"/>
                    <a:pt x="111" y="49"/>
                    <a:pt x="111"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8" name="Google Shape;1748;p38"/>
            <p:cNvSpPr/>
            <p:nvPr/>
          </p:nvSpPr>
          <p:spPr>
            <a:xfrm>
              <a:off x="3090834" y="1792261"/>
              <a:ext cx="4516" cy="4516"/>
            </a:xfrm>
            <a:custGeom>
              <a:avLst/>
              <a:gdLst/>
              <a:ahLst/>
              <a:cxnLst/>
              <a:rect l="l" t="t" r="r" b="b"/>
              <a:pathLst>
                <a:path w="142" h="142" extrusionOk="0">
                  <a:moveTo>
                    <a:pt x="110" y="1"/>
                  </a:moveTo>
                  <a:lnTo>
                    <a:pt x="110" y="1"/>
                  </a:lnTo>
                  <a:lnTo>
                    <a:pt x="110" y="1"/>
                  </a:lnTo>
                  <a:cubicBezTo>
                    <a:pt x="95" y="1"/>
                    <a:pt x="95" y="16"/>
                    <a:pt x="95" y="16"/>
                  </a:cubicBezTo>
                  <a:lnTo>
                    <a:pt x="78" y="16"/>
                  </a:lnTo>
                  <a:cubicBezTo>
                    <a:pt x="63" y="32"/>
                    <a:pt x="0" y="64"/>
                    <a:pt x="32" y="127"/>
                  </a:cubicBezTo>
                  <a:cubicBezTo>
                    <a:pt x="47" y="142"/>
                    <a:pt x="63" y="142"/>
                    <a:pt x="63" y="142"/>
                  </a:cubicBezTo>
                  <a:lnTo>
                    <a:pt x="78" y="142"/>
                  </a:lnTo>
                  <a:lnTo>
                    <a:pt x="95" y="142"/>
                  </a:lnTo>
                  <a:lnTo>
                    <a:pt x="63" y="79"/>
                  </a:lnTo>
                  <a:cubicBezTo>
                    <a:pt x="63" y="64"/>
                    <a:pt x="63" y="47"/>
                    <a:pt x="78" y="32"/>
                  </a:cubicBezTo>
                  <a:lnTo>
                    <a:pt x="95" y="32"/>
                  </a:lnTo>
                  <a:lnTo>
                    <a:pt x="95" y="32"/>
                  </a:lnTo>
                  <a:cubicBezTo>
                    <a:pt x="110" y="32"/>
                    <a:pt x="110" y="32"/>
                    <a:pt x="110" y="47"/>
                  </a:cubicBezTo>
                  <a:cubicBezTo>
                    <a:pt x="126" y="32"/>
                    <a:pt x="126" y="16"/>
                    <a:pt x="141" y="16"/>
                  </a:cubicBezTo>
                  <a:lnTo>
                    <a:pt x="141" y="16"/>
                  </a:lnTo>
                  <a:lnTo>
                    <a:pt x="141"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9" name="Google Shape;1749;p38"/>
            <p:cNvSpPr/>
            <p:nvPr/>
          </p:nvSpPr>
          <p:spPr>
            <a:xfrm>
              <a:off x="3193528" y="1782243"/>
              <a:ext cx="4580" cy="5057"/>
            </a:xfrm>
            <a:custGeom>
              <a:avLst/>
              <a:gdLst/>
              <a:ahLst/>
              <a:cxnLst/>
              <a:rect l="l" t="t" r="r" b="b"/>
              <a:pathLst>
                <a:path w="144" h="159" extrusionOk="0">
                  <a:moveTo>
                    <a:pt x="48" y="1"/>
                  </a:moveTo>
                  <a:lnTo>
                    <a:pt x="32" y="1"/>
                  </a:lnTo>
                  <a:cubicBezTo>
                    <a:pt x="17" y="1"/>
                    <a:pt x="1" y="16"/>
                    <a:pt x="1" y="32"/>
                  </a:cubicBezTo>
                  <a:lnTo>
                    <a:pt x="1" y="64"/>
                  </a:lnTo>
                  <a:cubicBezTo>
                    <a:pt x="17" y="64"/>
                    <a:pt x="17" y="79"/>
                    <a:pt x="17" y="79"/>
                  </a:cubicBezTo>
                  <a:lnTo>
                    <a:pt x="17" y="110"/>
                  </a:lnTo>
                  <a:cubicBezTo>
                    <a:pt x="17" y="127"/>
                    <a:pt x="32" y="142"/>
                    <a:pt x="32" y="142"/>
                  </a:cubicBezTo>
                  <a:cubicBezTo>
                    <a:pt x="48" y="158"/>
                    <a:pt x="48" y="158"/>
                    <a:pt x="64" y="158"/>
                  </a:cubicBezTo>
                  <a:lnTo>
                    <a:pt x="64" y="158"/>
                  </a:lnTo>
                  <a:lnTo>
                    <a:pt x="80" y="158"/>
                  </a:lnTo>
                  <a:lnTo>
                    <a:pt x="95" y="158"/>
                  </a:lnTo>
                  <a:lnTo>
                    <a:pt x="95" y="158"/>
                  </a:lnTo>
                  <a:lnTo>
                    <a:pt x="112" y="158"/>
                  </a:lnTo>
                  <a:cubicBezTo>
                    <a:pt x="112" y="158"/>
                    <a:pt x="127" y="158"/>
                    <a:pt x="127" y="142"/>
                  </a:cubicBezTo>
                  <a:cubicBezTo>
                    <a:pt x="127" y="142"/>
                    <a:pt x="143" y="142"/>
                    <a:pt x="143" y="127"/>
                  </a:cubicBezTo>
                  <a:lnTo>
                    <a:pt x="127" y="142"/>
                  </a:lnTo>
                  <a:lnTo>
                    <a:pt x="112" y="142"/>
                  </a:lnTo>
                  <a:cubicBezTo>
                    <a:pt x="95" y="142"/>
                    <a:pt x="80" y="127"/>
                    <a:pt x="80" y="110"/>
                  </a:cubicBezTo>
                  <a:lnTo>
                    <a:pt x="80" y="95"/>
                  </a:lnTo>
                  <a:lnTo>
                    <a:pt x="80" y="47"/>
                  </a:lnTo>
                  <a:lnTo>
                    <a:pt x="80" y="32"/>
                  </a:lnTo>
                  <a:lnTo>
                    <a:pt x="80"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0" name="Google Shape;1750;p38"/>
            <p:cNvSpPr/>
            <p:nvPr/>
          </p:nvSpPr>
          <p:spPr>
            <a:xfrm>
              <a:off x="3392492" y="1812806"/>
              <a:ext cx="5025" cy="6042"/>
            </a:xfrm>
            <a:custGeom>
              <a:avLst/>
              <a:gdLst/>
              <a:ahLst/>
              <a:cxnLst/>
              <a:rect l="l" t="t" r="r" b="b"/>
              <a:pathLst>
                <a:path w="158" h="190" extrusionOk="0">
                  <a:moveTo>
                    <a:pt x="95" y="174"/>
                  </a:moveTo>
                  <a:lnTo>
                    <a:pt x="95" y="189"/>
                  </a:lnTo>
                  <a:lnTo>
                    <a:pt x="95" y="189"/>
                  </a:lnTo>
                  <a:lnTo>
                    <a:pt x="95" y="174"/>
                  </a:lnTo>
                  <a:close/>
                  <a:moveTo>
                    <a:pt x="47" y="48"/>
                  </a:moveTo>
                  <a:lnTo>
                    <a:pt x="47" y="48"/>
                  </a:lnTo>
                  <a:lnTo>
                    <a:pt x="47" y="48"/>
                  </a:lnTo>
                  <a:close/>
                  <a:moveTo>
                    <a:pt x="126" y="0"/>
                  </a:moveTo>
                  <a:lnTo>
                    <a:pt x="110" y="0"/>
                  </a:lnTo>
                  <a:lnTo>
                    <a:pt x="110" y="0"/>
                  </a:lnTo>
                  <a:lnTo>
                    <a:pt x="47" y="17"/>
                  </a:lnTo>
                  <a:cubicBezTo>
                    <a:pt x="32" y="17"/>
                    <a:pt x="32" y="17"/>
                    <a:pt x="32" y="32"/>
                  </a:cubicBezTo>
                  <a:cubicBezTo>
                    <a:pt x="0" y="63"/>
                    <a:pt x="0" y="80"/>
                    <a:pt x="0" y="111"/>
                  </a:cubicBezTo>
                  <a:lnTo>
                    <a:pt x="32" y="111"/>
                  </a:lnTo>
                  <a:lnTo>
                    <a:pt x="32" y="111"/>
                  </a:lnTo>
                  <a:cubicBezTo>
                    <a:pt x="47" y="126"/>
                    <a:pt x="95" y="126"/>
                    <a:pt x="95" y="174"/>
                  </a:cubicBezTo>
                  <a:lnTo>
                    <a:pt x="95" y="174"/>
                  </a:lnTo>
                  <a:lnTo>
                    <a:pt x="126" y="174"/>
                  </a:lnTo>
                  <a:lnTo>
                    <a:pt x="141" y="174"/>
                  </a:lnTo>
                  <a:cubicBezTo>
                    <a:pt x="141" y="143"/>
                    <a:pt x="141" y="126"/>
                    <a:pt x="126" y="126"/>
                  </a:cubicBezTo>
                  <a:cubicBezTo>
                    <a:pt x="110" y="126"/>
                    <a:pt x="110" y="111"/>
                    <a:pt x="95" y="111"/>
                  </a:cubicBezTo>
                  <a:cubicBezTo>
                    <a:pt x="78" y="111"/>
                    <a:pt x="78" y="95"/>
                    <a:pt x="78" y="95"/>
                  </a:cubicBezTo>
                  <a:lnTo>
                    <a:pt x="78" y="80"/>
                  </a:lnTo>
                  <a:lnTo>
                    <a:pt x="126" y="63"/>
                  </a:lnTo>
                  <a:cubicBezTo>
                    <a:pt x="141" y="63"/>
                    <a:pt x="158" y="48"/>
                    <a:pt x="158" y="32"/>
                  </a:cubicBezTo>
                  <a:lnTo>
                    <a:pt x="158" y="17"/>
                  </a:ln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1" name="Google Shape;1751;p38"/>
            <p:cNvSpPr/>
            <p:nvPr/>
          </p:nvSpPr>
          <p:spPr>
            <a:xfrm>
              <a:off x="3393955" y="1814333"/>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2" name="Google Shape;1752;p38"/>
            <p:cNvSpPr/>
            <p:nvPr/>
          </p:nvSpPr>
          <p:spPr>
            <a:xfrm>
              <a:off x="3297271" y="1820344"/>
              <a:ext cx="3053" cy="2512"/>
            </a:xfrm>
            <a:custGeom>
              <a:avLst/>
              <a:gdLst/>
              <a:ahLst/>
              <a:cxnLst/>
              <a:rect l="l" t="t" r="r" b="b"/>
              <a:pathLst>
                <a:path w="96" h="79" extrusionOk="0">
                  <a:moveTo>
                    <a:pt x="64" y="0"/>
                  </a:moveTo>
                  <a:lnTo>
                    <a:pt x="64" y="0"/>
                  </a:lnTo>
                  <a:cubicBezTo>
                    <a:pt x="47" y="0"/>
                    <a:pt x="47" y="0"/>
                    <a:pt x="47" y="15"/>
                  </a:cubicBezTo>
                  <a:lnTo>
                    <a:pt x="32" y="0"/>
                  </a:lnTo>
                  <a:lnTo>
                    <a:pt x="32" y="0"/>
                  </a:lnTo>
                  <a:cubicBezTo>
                    <a:pt x="16" y="0"/>
                    <a:pt x="16" y="15"/>
                    <a:pt x="16" y="15"/>
                  </a:cubicBezTo>
                  <a:lnTo>
                    <a:pt x="1" y="63"/>
                  </a:lnTo>
                  <a:lnTo>
                    <a:pt x="1" y="78"/>
                  </a:lnTo>
                  <a:lnTo>
                    <a:pt x="1" y="78"/>
                  </a:lnTo>
                  <a:lnTo>
                    <a:pt x="1" y="78"/>
                  </a:lnTo>
                  <a:lnTo>
                    <a:pt x="32" y="78"/>
                  </a:lnTo>
                  <a:lnTo>
                    <a:pt x="32" y="78"/>
                  </a:lnTo>
                  <a:lnTo>
                    <a:pt x="32" y="78"/>
                  </a:lnTo>
                  <a:lnTo>
                    <a:pt x="64" y="78"/>
                  </a:lnTo>
                  <a:lnTo>
                    <a:pt x="79" y="63"/>
                  </a:lnTo>
                  <a:cubicBezTo>
                    <a:pt x="79" y="63"/>
                    <a:pt x="95" y="63"/>
                    <a:pt x="95" y="47"/>
                  </a:cubicBezTo>
                  <a:cubicBezTo>
                    <a:pt x="95" y="47"/>
                    <a:pt x="95" y="32"/>
                    <a:pt x="79" y="15"/>
                  </a:cubicBezTo>
                  <a:cubicBezTo>
                    <a:pt x="79"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3" name="Google Shape;1753;p38"/>
            <p:cNvSpPr/>
            <p:nvPr/>
          </p:nvSpPr>
          <p:spPr>
            <a:xfrm>
              <a:off x="3127376" y="1825337"/>
              <a:ext cx="3053" cy="4516"/>
            </a:xfrm>
            <a:custGeom>
              <a:avLst/>
              <a:gdLst/>
              <a:ahLst/>
              <a:cxnLst/>
              <a:rect l="l" t="t" r="r" b="b"/>
              <a:pathLst>
                <a:path w="96" h="142" extrusionOk="0">
                  <a:moveTo>
                    <a:pt x="64" y="1"/>
                  </a:moveTo>
                  <a:lnTo>
                    <a:pt x="64" y="1"/>
                  </a:lnTo>
                  <a:lnTo>
                    <a:pt x="32" y="1"/>
                  </a:lnTo>
                  <a:lnTo>
                    <a:pt x="32" y="1"/>
                  </a:lnTo>
                  <a:cubicBezTo>
                    <a:pt x="17" y="1"/>
                    <a:pt x="1" y="16"/>
                    <a:pt x="1" y="32"/>
                  </a:cubicBezTo>
                  <a:cubicBezTo>
                    <a:pt x="1" y="64"/>
                    <a:pt x="17" y="64"/>
                    <a:pt x="32" y="79"/>
                  </a:cubicBezTo>
                  <a:lnTo>
                    <a:pt x="17" y="110"/>
                  </a:lnTo>
                  <a:cubicBezTo>
                    <a:pt x="17" y="127"/>
                    <a:pt x="32" y="142"/>
                    <a:pt x="49" y="142"/>
                  </a:cubicBezTo>
                  <a:lnTo>
                    <a:pt x="64" y="142"/>
                  </a:lnTo>
                  <a:cubicBezTo>
                    <a:pt x="80" y="142"/>
                    <a:pt x="95" y="142"/>
                    <a:pt x="95" y="110"/>
                  </a:cubicBezTo>
                  <a:lnTo>
                    <a:pt x="95" y="47"/>
                  </a:lnTo>
                  <a:lnTo>
                    <a:pt x="95" y="16"/>
                  </a:lnTo>
                  <a:cubicBezTo>
                    <a:pt x="80" y="1"/>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4" name="Google Shape;1754;p38"/>
            <p:cNvSpPr/>
            <p:nvPr/>
          </p:nvSpPr>
          <p:spPr>
            <a:xfrm>
              <a:off x="3412019" y="1761189"/>
              <a:ext cx="4039" cy="5534"/>
            </a:xfrm>
            <a:custGeom>
              <a:avLst/>
              <a:gdLst/>
              <a:ahLst/>
              <a:cxnLst/>
              <a:rect l="l" t="t" r="r" b="b"/>
              <a:pathLst>
                <a:path w="127" h="174" extrusionOk="0">
                  <a:moveTo>
                    <a:pt x="95" y="111"/>
                  </a:moveTo>
                  <a:lnTo>
                    <a:pt x="16" y="127"/>
                  </a:lnTo>
                  <a:lnTo>
                    <a:pt x="63" y="174"/>
                  </a:lnTo>
                  <a:lnTo>
                    <a:pt x="79" y="174"/>
                  </a:lnTo>
                  <a:lnTo>
                    <a:pt x="79" y="174"/>
                  </a:lnTo>
                  <a:lnTo>
                    <a:pt x="95" y="174"/>
                  </a:lnTo>
                  <a:lnTo>
                    <a:pt x="111" y="174"/>
                  </a:lnTo>
                  <a:cubicBezTo>
                    <a:pt x="126" y="159"/>
                    <a:pt x="126" y="142"/>
                    <a:pt x="111" y="127"/>
                  </a:cubicBezTo>
                  <a:cubicBezTo>
                    <a:pt x="111" y="111"/>
                    <a:pt x="95" y="111"/>
                    <a:pt x="95" y="111"/>
                  </a:cubicBezTo>
                  <a:close/>
                  <a:moveTo>
                    <a:pt x="16" y="1"/>
                  </a:moveTo>
                  <a:cubicBezTo>
                    <a:pt x="16" y="1"/>
                    <a:pt x="0" y="1"/>
                    <a:pt x="0" y="16"/>
                  </a:cubicBezTo>
                  <a:lnTo>
                    <a:pt x="0" y="64"/>
                  </a:lnTo>
                  <a:lnTo>
                    <a:pt x="32" y="48"/>
                  </a:lnTo>
                  <a:cubicBezTo>
                    <a:pt x="16" y="48"/>
                    <a:pt x="32" y="48"/>
                    <a:pt x="32" y="32"/>
                  </a:cubicBezTo>
                  <a:cubicBezTo>
                    <a:pt x="32" y="16"/>
                    <a:pt x="32" y="16"/>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5" name="Google Shape;1755;p38"/>
            <p:cNvSpPr/>
            <p:nvPr/>
          </p:nvSpPr>
          <p:spPr>
            <a:xfrm>
              <a:off x="3332828" y="1816814"/>
              <a:ext cx="6583" cy="4548"/>
            </a:xfrm>
            <a:custGeom>
              <a:avLst/>
              <a:gdLst/>
              <a:ahLst/>
              <a:cxnLst/>
              <a:rect l="l" t="t" r="r" b="b"/>
              <a:pathLst>
                <a:path w="207" h="143" extrusionOk="0">
                  <a:moveTo>
                    <a:pt x="175" y="0"/>
                  </a:moveTo>
                  <a:lnTo>
                    <a:pt x="175" y="0"/>
                  </a:lnTo>
                  <a:lnTo>
                    <a:pt x="158" y="0"/>
                  </a:lnTo>
                  <a:lnTo>
                    <a:pt x="127" y="17"/>
                  </a:lnTo>
                  <a:lnTo>
                    <a:pt x="112" y="17"/>
                  </a:lnTo>
                  <a:cubicBezTo>
                    <a:pt x="127" y="32"/>
                    <a:pt x="127" y="32"/>
                    <a:pt x="127" y="48"/>
                  </a:cubicBezTo>
                  <a:cubicBezTo>
                    <a:pt x="143" y="63"/>
                    <a:pt x="127" y="80"/>
                    <a:pt x="112" y="80"/>
                  </a:cubicBezTo>
                  <a:lnTo>
                    <a:pt x="95" y="80"/>
                  </a:lnTo>
                  <a:cubicBezTo>
                    <a:pt x="80" y="80"/>
                    <a:pt x="64" y="80"/>
                    <a:pt x="64" y="63"/>
                  </a:cubicBezTo>
                  <a:lnTo>
                    <a:pt x="64" y="63"/>
                  </a:lnTo>
                  <a:lnTo>
                    <a:pt x="32" y="80"/>
                  </a:lnTo>
                  <a:lnTo>
                    <a:pt x="32" y="80"/>
                  </a:lnTo>
                  <a:cubicBezTo>
                    <a:pt x="17" y="80"/>
                    <a:pt x="1" y="111"/>
                    <a:pt x="17" y="126"/>
                  </a:cubicBezTo>
                  <a:cubicBezTo>
                    <a:pt x="17" y="126"/>
                    <a:pt x="32" y="143"/>
                    <a:pt x="49" y="143"/>
                  </a:cubicBezTo>
                  <a:cubicBezTo>
                    <a:pt x="49" y="143"/>
                    <a:pt x="64" y="143"/>
                    <a:pt x="64" y="126"/>
                  </a:cubicBezTo>
                  <a:lnTo>
                    <a:pt x="80" y="126"/>
                  </a:lnTo>
                  <a:lnTo>
                    <a:pt x="190" y="63"/>
                  </a:lnTo>
                  <a:lnTo>
                    <a:pt x="190" y="48"/>
                  </a:lnTo>
                  <a:lnTo>
                    <a:pt x="206" y="0"/>
                  </a:lnTo>
                  <a:lnTo>
                    <a:pt x="17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6" name="Google Shape;1756;p38"/>
            <p:cNvSpPr/>
            <p:nvPr/>
          </p:nvSpPr>
          <p:spPr>
            <a:xfrm>
              <a:off x="3189521" y="1798272"/>
              <a:ext cx="3053" cy="2544"/>
            </a:xfrm>
            <a:custGeom>
              <a:avLst/>
              <a:gdLst/>
              <a:ahLst/>
              <a:cxnLst/>
              <a:rect l="l" t="t" r="r" b="b"/>
              <a:pathLst>
                <a:path w="96" h="80" extrusionOk="0">
                  <a:moveTo>
                    <a:pt x="48" y="1"/>
                  </a:moveTo>
                  <a:lnTo>
                    <a:pt x="48" y="1"/>
                  </a:lnTo>
                  <a:cubicBezTo>
                    <a:pt x="48" y="16"/>
                    <a:pt x="17" y="32"/>
                    <a:pt x="1" y="32"/>
                  </a:cubicBezTo>
                  <a:lnTo>
                    <a:pt x="1" y="48"/>
                  </a:lnTo>
                  <a:cubicBezTo>
                    <a:pt x="1" y="64"/>
                    <a:pt x="17" y="79"/>
                    <a:pt x="32" y="79"/>
                  </a:cubicBezTo>
                  <a:lnTo>
                    <a:pt x="32" y="79"/>
                  </a:lnTo>
                  <a:lnTo>
                    <a:pt x="80" y="64"/>
                  </a:lnTo>
                  <a:lnTo>
                    <a:pt x="95" y="64"/>
                  </a:lnTo>
                  <a:lnTo>
                    <a:pt x="95" y="64"/>
                  </a:lnTo>
                  <a:cubicBezTo>
                    <a:pt x="80" y="48"/>
                    <a:pt x="64" y="32"/>
                    <a:pt x="80" y="16"/>
                  </a:cubicBezTo>
                  <a:lnTo>
                    <a:pt x="95" y="16"/>
                  </a:lnTo>
                  <a:cubicBezTo>
                    <a:pt x="80" y="16"/>
                    <a:pt x="64" y="16"/>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7" name="Google Shape;1757;p38"/>
            <p:cNvSpPr/>
            <p:nvPr/>
          </p:nvSpPr>
          <p:spPr>
            <a:xfrm>
              <a:off x="3081802" y="1808799"/>
              <a:ext cx="5534" cy="5025"/>
            </a:xfrm>
            <a:custGeom>
              <a:avLst/>
              <a:gdLst/>
              <a:ahLst/>
              <a:cxnLst/>
              <a:rect l="l" t="t" r="r" b="b"/>
              <a:pathLst>
                <a:path w="174" h="158" extrusionOk="0">
                  <a:moveTo>
                    <a:pt x="95" y="0"/>
                  </a:moveTo>
                  <a:lnTo>
                    <a:pt x="95" y="16"/>
                  </a:lnTo>
                  <a:cubicBezTo>
                    <a:pt x="110" y="32"/>
                    <a:pt x="95" y="48"/>
                    <a:pt x="79" y="48"/>
                  </a:cubicBezTo>
                  <a:cubicBezTo>
                    <a:pt x="79" y="63"/>
                    <a:pt x="79" y="63"/>
                    <a:pt x="64" y="63"/>
                  </a:cubicBezTo>
                  <a:cubicBezTo>
                    <a:pt x="64" y="63"/>
                    <a:pt x="64" y="48"/>
                    <a:pt x="47" y="48"/>
                  </a:cubicBezTo>
                  <a:cubicBezTo>
                    <a:pt x="47" y="63"/>
                    <a:pt x="47" y="80"/>
                    <a:pt x="32" y="80"/>
                  </a:cubicBezTo>
                  <a:lnTo>
                    <a:pt x="16" y="80"/>
                  </a:lnTo>
                  <a:lnTo>
                    <a:pt x="1" y="80"/>
                  </a:lnTo>
                  <a:cubicBezTo>
                    <a:pt x="1" y="95"/>
                    <a:pt x="16" y="95"/>
                    <a:pt x="32" y="95"/>
                  </a:cubicBezTo>
                  <a:lnTo>
                    <a:pt x="32" y="95"/>
                  </a:lnTo>
                  <a:lnTo>
                    <a:pt x="47" y="95"/>
                  </a:lnTo>
                  <a:lnTo>
                    <a:pt x="47" y="111"/>
                  </a:lnTo>
                  <a:lnTo>
                    <a:pt x="47" y="111"/>
                  </a:lnTo>
                  <a:cubicBezTo>
                    <a:pt x="47" y="126"/>
                    <a:pt x="64" y="126"/>
                    <a:pt x="64" y="126"/>
                  </a:cubicBezTo>
                  <a:lnTo>
                    <a:pt x="110" y="158"/>
                  </a:lnTo>
                  <a:lnTo>
                    <a:pt x="142" y="158"/>
                  </a:lnTo>
                  <a:lnTo>
                    <a:pt x="142" y="158"/>
                  </a:lnTo>
                  <a:lnTo>
                    <a:pt x="158" y="158"/>
                  </a:lnTo>
                  <a:cubicBezTo>
                    <a:pt x="158" y="158"/>
                    <a:pt x="173" y="158"/>
                    <a:pt x="173" y="143"/>
                  </a:cubicBezTo>
                  <a:lnTo>
                    <a:pt x="158" y="143"/>
                  </a:lnTo>
                  <a:cubicBezTo>
                    <a:pt x="127" y="126"/>
                    <a:pt x="127" y="111"/>
                    <a:pt x="127" y="95"/>
                  </a:cubicBezTo>
                  <a:cubicBezTo>
                    <a:pt x="142" y="80"/>
                    <a:pt x="142" y="80"/>
                    <a:pt x="158" y="80"/>
                  </a:cubicBezTo>
                  <a:lnTo>
                    <a:pt x="173" y="80"/>
                  </a:lnTo>
                  <a:lnTo>
                    <a:pt x="173" y="80"/>
                  </a:lnTo>
                  <a:lnTo>
                    <a:pt x="158" y="48"/>
                  </a:lnTo>
                  <a:cubicBezTo>
                    <a:pt x="158" y="48"/>
                    <a:pt x="158" y="32"/>
                    <a:pt x="142" y="32"/>
                  </a:cubicBezTo>
                  <a:cubicBezTo>
                    <a:pt x="142" y="16"/>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8" name="Google Shape;1758;p38"/>
            <p:cNvSpPr/>
            <p:nvPr/>
          </p:nvSpPr>
          <p:spPr>
            <a:xfrm>
              <a:off x="3425568" y="1772702"/>
              <a:ext cx="4516" cy="2576"/>
            </a:xfrm>
            <a:custGeom>
              <a:avLst/>
              <a:gdLst/>
              <a:ahLst/>
              <a:cxnLst/>
              <a:rect l="l" t="t" r="r" b="b"/>
              <a:pathLst>
                <a:path w="142" h="81" extrusionOk="0">
                  <a:moveTo>
                    <a:pt x="32" y="1"/>
                  </a:moveTo>
                  <a:lnTo>
                    <a:pt x="32" y="1"/>
                  </a:lnTo>
                  <a:lnTo>
                    <a:pt x="15" y="1"/>
                  </a:lnTo>
                  <a:cubicBezTo>
                    <a:pt x="15" y="1"/>
                    <a:pt x="0" y="17"/>
                    <a:pt x="0" y="32"/>
                  </a:cubicBezTo>
                  <a:lnTo>
                    <a:pt x="0" y="49"/>
                  </a:lnTo>
                  <a:cubicBezTo>
                    <a:pt x="15" y="64"/>
                    <a:pt x="15" y="80"/>
                    <a:pt x="47" y="80"/>
                  </a:cubicBezTo>
                  <a:lnTo>
                    <a:pt x="47" y="80"/>
                  </a:lnTo>
                  <a:lnTo>
                    <a:pt x="126" y="80"/>
                  </a:lnTo>
                  <a:cubicBezTo>
                    <a:pt x="141" y="64"/>
                    <a:pt x="141" y="64"/>
                    <a:pt x="141" y="32"/>
                  </a:cubicBezTo>
                  <a:lnTo>
                    <a:pt x="141" y="32"/>
                  </a:lnTo>
                  <a:cubicBezTo>
                    <a:pt x="141" y="17"/>
                    <a:pt x="126" y="1"/>
                    <a:pt x="110" y="1"/>
                  </a:cubicBezTo>
                  <a:lnTo>
                    <a:pt x="110" y="1"/>
                  </a:lnTo>
                  <a:lnTo>
                    <a:pt x="95" y="1"/>
                  </a:lnTo>
                  <a:lnTo>
                    <a:pt x="63" y="17"/>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9" name="Google Shape;1759;p38"/>
            <p:cNvSpPr/>
            <p:nvPr/>
          </p:nvSpPr>
          <p:spPr>
            <a:xfrm>
              <a:off x="3167481" y="1797763"/>
              <a:ext cx="7569" cy="4548"/>
            </a:xfrm>
            <a:custGeom>
              <a:avLst/>
              <a:gdLst/>
              <a:ahLst/>
              <a:cxnLst/>
              <a:rect l="l" t="t" r="r" b="b"/>
              <a:pathLst>
                <a:path w="238" h="143" extrusionOk="0">
                  <a:moveTo>
                    <a:pt x="32" y="0"/>
                  </a:moveTo>
                  <a:lnTo>
                    <a:pt x="32" y="0"/>
                  </a:lnTo>
                  <a:lnTo>
                    <a:pt x="32" y="0"/>
                  </a:lnTo>
                  <a:cubicBezTo>
                    <a:pt x="17" y="0"/>
                    <a:pt x="0" y="17"/>
                    <a:pt x="0" y="32"/>
                  </a:cubicBezTo>
                  <a:lnTo>
                    <a:pt x="0" y="80"/>
                  </a:lnTo>
                  <a:cubicBezTo>
                    <a:pt x="0" y="95"/>
                    <a:pt x="0" y="111"/>
                    <a:pt x="17" y="111"/>
                  </a:cubicBezTo>
                  <a:cubicBezTo>
                    <a:pt x="17" y="127"/>
                    <a:pt x="32" y="127"/>
                    <a:pt x="32" y="127"/>
                  </a:cubicBezTo>
                  <a:lnTo>
                    <a:pt x="32" y="127"/>
                  </a:lnTo>
                  <a:cubicBezTo>
                    <a:pt x="48" y="127"/>
                    <a:pt x="48" y="111"/>
                    <a:pt x="63" y="111"/>
                  </a:cubicBezTo>
                  <a:lnTo>
                    <a:pt x="63" y="111"/>
                  </a:lnTo>
                  <a:lnTo>
                    <a:pt x="63" y="111"/>
                  </a:lnTo>
                  <a:lnTo>
                    <a:pt x="80" y="127"/>
                  </a:lnTo>
                  <a:cubicBezTo>
                    <a:pt x="95" y="127"/>
                    <a:pt x="95" y="143"/>
                    <a:pt x="111" y="143"/>
                  </a:cubicBezTo>
                  <a:lnTo>
                    <a:pt x="111" y="143"/>
                  </a:lnTo>
                  <a:cubicBezTo>
                    <a:pt x="126" y="143"/>
                    <a:pt x="126" y="127"/>
                    <a:pt x="126" y="127"/>
                  </a:cubicBezTo>
                  <a:lnTo>
                    <a:pt x="143" y="127"/>
                  </a:lnTo>
                  <a:lnTo>
                    <a:pt x="206" y="95"/>
                  </a:lnTo>
                  <a:lnTo>
                    <a:pt x="221" y="95"/>
                  </a:lnTo>
                  <a:lnTo>
                    <a:pt x="221" y="80"/>
                  </a:lnTo>
                  <a:cubicBezTo>
                    <a:pt x="237" y="80"/>
                    <a:pt x="237" y="64"/>
                    <a:pt x="221" y="64"/>
                  </a:cubicBezTo>
                  <a:lnTo>
                    <a:pt x="221" y="48"/>
                  </a:lnTo>
                  <a:lnTo>
                    <a:pt x="221" y="48"/>
                  </a:lnTo>
                  <a:cubicBezTo>
                    <a:pt x="206" y="32"/>
                    <a:pt x="206" y="32"/>
                    <a:pt x="189" y="32"/>
                  </a:cubicBezTo>
                  <a:lnTo>
                    <a:pt x="189" y="32"/>
                  </a:lnTo>
                  <a:lnTo>
                    <a:pt x="174" y="48"/>
                  </a:lnTo>
                  <a:lnTo>
                    <a:pt x="111" y="64"/>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0" name="Google Shape;1760;p38"/>
            <p:cNvSpPr/>
            <p:nvPr/>
          </p:nvSpPr>
          <p:spPr>
            <a:xfrm>
              <a:off x="3409507" y="1775246"/>
              <a:ext cx="4548" cy="3498"/>
            </a:xfrm>
            <a:custGeom>
              <a:avLst/>
              <a:gdLst/>
              <a:ahLst/>
              <a:cxnLst/>
              <a:rect l="l" t="t" r="r" b="b"/>
              <a:pathLst>
                <a:path w="143" h="110" extrusionOk="0">
                  <a:moveTo>
                    <a:pt x="111" y="0"/>
                  </a:moveTo>
                  <a:lnTo>
                    <a:pt x="111" y="0"/>
                  </a:lnTo>
                  <a:lnTo>
                    <a:pt x="95" y="0"/>
                  </a:lnTo>
                  <a:lnTo>
                    <a:pt x="48" y="32"/>
                  </a:lnTo>
                  <a:lnTo>
                    <a:pt x="32" y="32"/>
                  </a:lnTo>
                  <a:lnTo>
                    <a:pt x="16" y="47"/>
                  </a:lnTo>
                  <a:cubicBezTo>
                    <a:pt x="1" y="47"/>
                    <a:pt x="1" y="63"/>
                    <a:pt x="1" y="78"/>
                  </a:cubicBezTo>
                  <a:lnTo>
                    <a:pt x="1" y="78"/>
                  </a:lnTo>
                  <a:cubicBezTo>
                    <a:pt x="16" y="78"/>
                    <a:pt x="32" y="95"/>
                    <a:pt x="32" y="110"/>
                  </a:cubicBezTo>
                  <a:lnTo>
                    <a:pt x="48" y="110"/>
                  </a:lnTo>
                  <a:lnTo>
                    <a:pt x="48" y="95"/>
                  </a:lnTo>
                  <a:lnTo>
                    <a:pt x="48" y="95"/>
                  </a:lnTo>
                  <a:lnTo>
                    <a:pt x="64" y="110"/>
                  </a:lnTo>
                  <a:lnTo>
                    <a:pt x="79" y="110"/>
                  </a:lnTo>
                  <a:lnTo>
                    <a:pt x="79" y="110"/>
                  </a:lnTo>
                  <a:lnTo>
                    <a:pt x="79" y="95"/>
                  </a:lnTo>
                  <a:cubicBezTo>
                    <a:pt x="79" y="78"/>
                    <a:pt x="95" y="63"/>
                    <a:pt x="111" y="63"/>
                  </a:cubicBezTo>
                  <a:lnTo>
                    <a:pt x="111" y="63"/>
                  </a:lnTo>
                  <a:lnTo>
                    <a:pt x="127" y="63"/>
                  </a:lnTo>
                  <a:lnTo>
                    <a:pt x="142" y="78"/>
                  </a:lnTo>
                  <a:lnTo>
                    <a:pt x="142" y="63"/>
                  </a:lnTo>
                  <a:lnTo>
                    <a:pt x="142" y="32"/>
                  </a:lnTo>
                  <a:cubicBezTo>
                    <a:pt x="142" y="15"/>
                    <a:pt x="142" y="15"/>
                    <a:pt x="127" y="0"/>
                  </a:cubicBezTo>
                  <a:lnTo>
                    <a:pt x="12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1" name="Google Shape;1761;p38"/>
            <p:cNvSpPr/>
            <p:nvPr/>
          </p:nvSpPr>
          <p:spPr>
            <a:xfrm>
              <a:off x="3403496" y="1793279"/>
              <a:ext cx="4039" cy="2035"/>
            </a:xfrm>
            <a:custGeom>
              <a:avLst/>
              <a:gdLst/>
              <a:ahLst/>
              <a:cxnLst/>
              <a:rect l="l" t="t" r="r" b="b"/>
              <a:pathLst>
                <a:path w="127" h="64" extrusionOk="0">
                  <a:moveTo>
                    <a:pt x="16" y="47"/>
                  </a:moveTo>
                  <a:lnTo>
                    <a:pt x="1" y="63"/>
                  </a:lnTo>
                  <a:lnTo>
                    <a:pt x="16" y="63"/>
                  </a:lnTo>
                  <a:lnTo>
                    <a:pt x="16" y="47"/>
                  </a:lnTo>
                  <a:close/>
                  <a:moveTo>
                    <a:pt x="79" y="0"/>
                  </a:moveTo>
                  <a:lnTo>
                    <a:pt x="79" y="15"/>
                  </a:lnTo>
                  <a:lnTo>
                    <a:pt x="79" y="47"/>
                  </a:lnTo>
                  <a:lnTo>
                    <a:pt x="127" y="32"/>
                  </a:lnTo>
                  <a:lnTo>
                    <a:pt x="110" y="15"/>
                  </a:lnTo>
                  <a:lnTo>
                    <a:pt x="110" y="0"/>
                  </a:lnTo>
                  <a:lnTo>
                    <a:pt x="95" y="0"/>
                  </a:ln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2" name="Google Shape;1762;p38"/>
            <p:cNvSpPr/>
            <p:nvPr/>
          </p:nvSpPr>
          <p:spPr>
            <a:xfrm>
              <a:off x="3072801" y="1809308"/>
              <a:ext cx="2512" cy="4516"/>
            </a:xfrm>
            <a:custGeom>
              <a:avLst/>
              <a:gdLst/>
              <a:ahLst/>
              <a:cxnLst/>
              <a:rect l="l" t="t" r="r" b="b"/>
              <a:pathLst>
                <a:path w="79" h="142" extrusionOk="0">
                  <a:moveTo>
                    <a:pt x="47" y="0"/>
                  </a:moveTo>
                  <a:lnTo>
                    <a:pt x="32" y="0"/>
                  </a:lnTo>
                  <a:cubicBezTo>
                    <a:pt x="15" y="0"/>
                    <a:pt x="15" y="16"/>
                    <a:pt x="15" y="32"/>
                  </a:cubicBezTo>
                  <a:lnTo>
                    <a:pt x="0" y="95"/>
                  </a:lnTo>
                  <a:cubicBezTo>
                    <a:pt x="0" y="110"/>
                    <a:pt x="15" y="127"/>
                    <a:pt x="32" y="142"/>
                  </a:cubicBezTo>
                  <a:lnTo>
                    <a:pt x="32" y="142"/>
                  </a:lnTo>
                  <a:cubicBezTo>
                    <a:pt x="47" y="142"/>
                    <a:pt x="63" y="127"/>
                    <a:pt x="63" y="110"/>
                  </a:cubicBezTo>
                  <a:lnTo>
                    <a:pt x="78" y="47"/>
                  </a:lnTo>
                  <a:cubicBezTo>
                    <a:pt x="78" y="32"/>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3" name="Google Shape;1763;p38"/>
            <p:cNvSpPr/>
            <p:nvPr/>
          </p:nvSpPr>
          <p:spPr>
            <a:xfrm>
              <a:off x="3019148" y="1808290"/>
              <a:ext cx="3562" cy="5534"/>
            </a:xfrm>
            <a:custGeom>
              <a:avLst/>
              <a:gdLst/>
              <a:ahLst/>
              <a:cxnLst/>
              <a:rect l="l" t="t" r="r" b="b"/>
              <a:pathLst>
                <a:path w="112" h="174" extrusionOk="0">
                  <a:moveTo>
                    <a:pt x="32" y="1"/>
                  </a:moveTo>
                  <a:lnTo>
                    <a:pt x="32" y="1"/>
                  </a:lnTo>
                  <a:lnTo>
                    <a:pt x="17" y="1"/>
                  </a:lnTo>
                  <a:cubicBezTo>
                    <a:pt x="1" y="16"/>
                    <a:pt x="1" y="48"/>
                    <a:pt x="17" y="64"/>
                  </a:cubicBezTo>
                  <a:lnTo>
                    <a:pt x="17" y="64"/>
                  </a:lnTo>
                  <a:lnTo>
                    <a:pt x="17" y="64"/>
                  </a:lnTo>
                  <a:lnTo>
                    <a:pt x="17" y="79"/>
                  </a:lnTo>
                  <a:cubicBezTo>
                    <a:pt x="17" y="96"/>
                    <a:pt x="1" y="96"/>
                    <a:pt x="1" y="96"/>
                  </a:cubicBezTo>
                  <a:cubicBezTo>
                    <a:pt x="17" y="127"/>
                    <a:pt x="32" y="142"/>
                    <a:pt x="32" y="174"/>
                  </a:cubicBezTo>
                  <a:cubicBezTo>
                    <a:pt x="64" y="142"/>
                    <a:pt x="80" y="111"/>
                    <a:pt x="95" y="96"/>
                  </a:cubicBezTo>
                  <a:cubicBezTo>
                    <a:pt x="112" y="64"/>
                    <a:pt x="95" y="48"/>
                    <a:pt x="80" y="32"/>
                  </a:cubicBezTo>
                  <a:lnTo>
                    <a:pt x="80" y="32"/>
                  </a:lnTo>
                  <a:lnTo>
                    <a:pt x="80" y="32"/>
                  </a:lnTo>
                  <a:lnTo>
                    <a:pt x="64" y="16"/>
                  </a:lnTo>
                  <a:cubicBezTo>
                    <a:pt x="64"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4" name="Google Shape;1764;p38"/>
            <p:cNvSpPr/>
            <p:nvPr/>
          </p:nvSpPr>
          <p:spPr>
            <a:xfrm>
              <a:off x="3180488" y="1816337"/>
              <a:ext cx="3053" cy="6042"/>
            </a:xfrm>
            <a:custGeom>
              <a:avLst/>
              <a:gdLst/>
              <a:ahLst/>
              <a:cxnLst/>
              <a:rect l="l" t="t" r="r" b="b"/>
              <a:pathLst>
                <a:path w="96" h="190" extrusionOk="0">
                  <a:moveTo>
                    <a:pt x="49" y="0"/>
                  </a:moveTo>
                  <a:lnTo>
                    <a:pt x="49" y="0"/>
                  </a:lnTo>
                  <a:lnTo>
                    <a:pt x="49" y="0"/>
                  </a:lnTo>
                  <a:cubicBezTo>
                    <a:pt x="32" y="0"/>
                    <a:pt x="32" y="15"/>
                    <a:pt x="17" y="32"/>
                  </a:cubicBezTo>
                  <a:lnTo>
                    <a:pt x="17" y="32"/>
                  </a:lnTo>
                  <a:lnTo>
                    <a:pt x="17" y="63"/>
                  </a:lnTo>
                  <a:lnTo>
                    <a:pt x="17" y="63"/>
                  </a:lnTo>
                  <a:lnTo>
                    <a:pt x="17" y="63"/>
                  </a:lnTo>
                  <a:cubicBezTo>
                    <a:pt x="32" y="63"/>
                    <a:pt x="49" y="63"/>
                    <a:pt x="49" y="78"/>
                  </a:cubicBezTo>
                  <a:cubicBezTo>
                    <a:pt x="64" y="95"/>
                    <a:pt x="49" y="110"/>
                    <a:pt x="32" y="126"/>
                  </a:cubicBezTo>
                  <a:lnTo>
                    <a:pt x="1" y="126"/>
                  </a:lnTo>
                  <a:cubicBezTo>
                    <a:pt x="17" y="141"/>
                    <a:pt x="17" y="158"/>
                    <a:pt x="1" y="173"/>
                  </a:cubicBezTo>
                  <a:lnTo>
                    <a:pt x="1" y="173"/>
                  </a:lnTo>
                  <a:lnTo>
                    <a:pt x="1" y="189"/>
                  </a:lnTo>
                  <a:lnTo>
                    <a:pt x="17" y="189"/>
                  </a:lnTo>
                  <a:cubicBezTo>
                    <a:pt x="32" y="189"/>
                    <a:pt x="49" y="173"/>
                    <a:pt x="49" y="158"/>
                  </a:cubicBezTo>
                  <a:lnTo>
                    <a:pt x="80" y="47"/>
                  </a:lnTo>
                  <a:cubicBezTo>
                    <a:pt x="95" y="32"/>
                    <a:pt x="80" y="15"/>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5" name="Google Shape;1765;p38"/>
            <p:cNvSpPr/>
            <p:nvPr/>
          </p:nvSpPr>
          <p:spPr>
            <a:xfrm>
              <a:off x="3190538" y="1794742"/>
              <a:ext cx="5534" cy="4580"/>
            </a:xfrm>
            <a:custGeom>
              <a:avLst/>
              <a:gdLst/>
              <a:ahLst/>
              <a:cxnLst/>
              <a:rect l="l" t="t" r="r" b="b"/>
              <a:pathLst>
                <a:path w="174" h="144" extrusionOk="0">
                  <a:moveTo>
                    <a:pt x="63" y="1"/>
                  </a:moveTo>
                  <a:lnTo>
                    <a:pt x="48" y="1"/>
                  </a:lnTo>
                  <a:lnTo>
                    <a:pt x="48" y="1"/>
                  </a:lnTo>
                  <a:cubicBezTo>
                    <a:pt x="32" y="1"/>
                    <a:pt x="16" y="17"/>
                    <a:pt x="0" y="32"/>
                  </a:cubicBezTo>
                  <a:lnTo>
                    <a:pt x="0" y="32"/>
                  </a:lnTo>
                  <a:lnTo>
                    <a:pt x="0" y="32"/>
                  </a:lnTo>
                  <a:lnTo>
                    <a:pt x="0" y="49"/>
                  </a:lnTo>
                  <a:cubicBezTo>
                    <a:pt x="0" y="49"/>
                    <a:pt x="16" y="49"/>
                    <a:pt x="16" y="32"/>
                  </a:cubicBezTo>
                  <a:lnTo>
                    <a:pt x="32" y="32"/>
                  </a:lnTo>
                  <a:lnTo>
                    <a:pt x="32" y="32"/>
                  </a:lnTo>
                  <a:cubicBezTo>
                    <a:pt x="48" y="32"/>
                    <a:pt x="63" y="49"/>
                    <a:pt x="63" y="49"/>
                  </a:cubicBezTo>
                  <a:cubicBezTo>
                    <a:pt x="63" y="80"/>
                    <a:pt x="63" y="95"/>
                    <a:pt x="48" y="95"/>
                  </a:cubicBezTo>
                  <a:cubicBezTo>
                    <a:pt x="32" y="95"/>
                    <a:pt x="32" y="112"/>
                    <a:pt x="16" y="112"/>
                  </a:cubicBezTo>
                  <a:lnTo>
                    <a:pt x="32" y="112"/>
                  </a:lnTo>
                  <a:cubicBezTo>
                    <a:pt x="32" y="127"/>
                    <a:pt x="48" y="127"/>
                    <a:pt x="63" y="127"/>
                  </a:cubicBezTo>
                  <a:cubicBezTo>
                    <a:pt x="63" y="127"/>
                    <a:pt x="63" y="112"/>
                    <a:pt x="79" y="112"/>
                  </a:cubicBezTo>
                  <a:lnTo>
                    <a:pt x="79" y="112"/>
                  </a:lnTo>
                  <a:cubicBezTo>
                    <a:pt x="79" y="112"/>
                    <a:pt x="95" y="112"/>
                    <a:pt x="95" y="127"/>
                  </a:cubicBezTo>
                  <a:lnTo>
                    <a:pt x="126" y="143"/>
                  </a:lnTo>
                  <a:lnTo>
                    <a:pt x="126" y="143"/>
                  </a:lnTo>
                  <a:lnTo>
                    <a:pt x="158" y="95"/>
                  </a:lnTo>
                  <a:cubicBezTo>
                    <a:pt x="174" y="95"/>
                    <a:pt x="174" y="80"/>
                    <a:pt x="174" y="64"/>
                  </a:cubicBezTo>
                  <a:cubicBezTo>
                    <a:pt x="174" y="49"/>
                    <a:pt x="158" y="49"/>
                    <a:pt x="142" y="49"/>
                  </a:cubicBezTo>
                  <a:lnTo>
                    <a:pt x="126" y="49"/>
                  </a:lnTo>
                  <a:lnTo>
                    <a:pt x="126" y="32"/>
                  </a:lnTo>
                  <a:lnTo>
                    <a:pt x="126" y="32"/>
                  </a:lnTo>
                  <a:cubicBezTo>
                    <a:pt x="111"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6" name="Google Shape;1766;p38"/>
            <p:cNvSpPr/>
            <p:nvPr/>
          </p:nvSpPr>
          <p:spPr>
            <a:xfrm>
              <a:off x="3082819" y="1806287"/>
              <a:ext cx="2512" cy="4548"/>
            </a:xfrm>
            <a:custGeom>
              <a:avLst/>
              <a:gdLst/>
              <a:ahLst/>
              <a:cxnLst/>
              <a:rect l="l" t="t" r="r" b="b"/>
              <a:pathLst>
                <a:path w="79" h="143" extrusionOk="0">
                  <a:moveTo>
                    <a:pt x="15" y="1"/>
                  </a:moveTo>
                  <a:lnTo>
                    <a:pt x="15" y="1"/>
                  </a:lnTo>
                  <a:lnTo>
                    <a:pt x="0" y="16"/>
                  </a:lnTo>
                  <a:lnTo>
                    <a:pt x="0" y="16"/>
                  </a:lnTo>
                  <a:lnTo>
                    <a:pt x="15" y="32"/>
                  </a:lnTo>
                  <a:cubicBezTo>
                    <a:pt x="32" y="48"/>
                    <a:pt x="15" y="79"/>
                    <a:pt x="0" y="95"/>
                  </a:cubicBezTo>
                  <a:lnTo>
                    <a:pt x="0" y="95"/>
                  </a:lnTo>
                  <a:lnTo>
                    <a:pt x="0" y="95"/>
                  </a:lnTo>
                  <a:lnTo>
                    <a:pt x="15" y="111"/>
                  </a:lnTo>
                  <a:lnTo>
                    <a:pt x="15" y="127"/>
                  </a:lnTo>
                  <a:cubicBezTo>
                    <a:pt x="32" y="127"/>
                    <a:pt x="32" y="142"/>
                    <a:pt x="32" y="142"/>
                  </a:cubicBezTo>
                  <a:cubicBezTo>
                    <a:pt x="47" y="142"/>
                    <a:pt x="47" y="142"/>
                    <a:pt x="47" y="127"/>
                  </a:cubicBezTo>
                  <a:cubicBezTo>
                    <a:pt x="63" y="127"/>
                    <a:pt x="78" y="111"/>
                    <a:pt x="63" y="95"/>
                  </a:cubicBezTo>
                  <a:lnTo>
                    <a:pt x="63" y="79"/>
                  </a:lnTo>
                  <a:lnTo>
                    <a:pt x="47" y="32"/>
                  </a:lnTo>
                  <a:cubicBezTo>
                    <a:pt x="47" y="16"/>
                    <a:pt x="32" y="1"/>
                    <a:pt x="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7" name="Google Shape;1767;p38"/>
            <p:cNvSpPr/>
            <p:nvPr/>
          </p:nvSpPr>
          <p:spPr>
            <a:xfrm>
              <a:off x="3133928" y="1800276"/>
              <a:ext cx="3021" cy="4039"/>
            </a:xfrm>
            <a:custGeom>
              <a:avLst/>
              <a:gdLst/>
              <a:ahLst/>
              <a:cxnLst/>
              <a:rect l="l" t="t" r="r" b="b"/>
              <a:pathLst>
                <a:path w="95" h="127" extrusionOk="0">
                  <a:moveTo>
                    <a:pt x="32" y="1"/>
                  </a:moveTo>
                  <a:lnTo>
                    <a:pt x="32" y="1"/>
                  </a:lnTo>
                  <a:lnTo>
                    <a:pt x="32" y="1"/>
                  </a:lnTo>
                  <a:cubicBezTo>
                    <a:pt x="0" y="16"/>
                    <a:pt x="0" y="32"/>
                    <a:pt x="0" y="48"/>
                  </a:cubicBezTo>
                  <a:lnTo>
                    <a:pt x="32" y="111"/>
                  </a:lnTo>
                  <a:cubicBezTo>
                    <a:pt x="32" y="127"/>
                    <a:pt x="47" y="127"/>
                    <a:pt x="63" y="127"/>
                  </a:cubicBezTo>
                  <a:lnTo>
                    <a:pt x="63" y="127"/>
                  </a:lnTo>
                  <a:cubicBezTo>
                    <a:pt x="95" y="127"/>
                    <a:pt x="95" y="111"/>
                    <a:pt x="95" y="95"/>
                  </a:cubicBez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8" name="Google Shape;1768;p38"/>
            <p:cNvSpPr/>
            <p:nvPr/>
          </p:nvSpPr>
          <p:spPr>
            <a:xfrm>
              <a:off x="3280225" y="1803774"/>
              <a:ext cx="6074" cy="2544"/>
            </a:xfrm>
            <a:custGeom>
              <a:avLst/>
              <a:gdLst/>
              <a:ahLst/>
              <a:cxnLst/>
              <a:rect l="l" t="t" r="r" b="b"/>
              <a:pathLst>
                <a:path w="191" h="80" extrusionOk="0">
                  <a:moveTo>
                    <a:pt x="142" y="1"/>
                  </a:moveTo>
                  <a:lnTo>
                    <a:pt x="32" y="17"/>
                  </a:lnTo>
                  <a:cubicBezTo>
                    <a:pt x="16" y="17"/>
                    <a:pt x="1" y="32"/>
                    <a:pt x="1" y="48"/>
                  </a:cubicBezTo>
                  <a:cubicBezTo>
                    <a:pt x="1" y="80"/>
                    <a:pt x="16" y="80"/>
                    <a:pt x="32" y="80"/>
                  </a:cubicBezTo>
                  <a:lnTo>
                    <a:pt x="32" y="80"/>
                  </a:lnTo>
                  <a:lnTo>
                    <a:pt x="159" y="80"/>
                  </a:lnTo>
                  <a:lnTo>
                    <a:pt x="174" y="80"/>
                  </a:lnTo>
                  <a:cubicBezTo>
                    <a:pt x="190" y="64"/>
                    <a:pt x="190" y="48"/>
                    <a:pt x="190" y="32"/>
                  </a:cubicBezTo>
                  <a:lnTo>
                    <a:pt x="190" y="32"/>
                  </a:lnTo>
                  <a:lnTo>
                    <a:pt x="159" y="32"/>
                  </a:lnTo>
                  <a:lnTo>
                    <a:pt x="14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9" name="Google Shape;1769;p38"/>
            <p:cNvSpPr/>
            <p:nvPr/>
          </p:nvSpPr>
          <p:spPr>
            <a:xfrm>
              <a:off x="3099325" y="1810803"/>
              <a:ext cx="2544" cy="4039"/>
            </a:xfrm>
            <a:custGeom>
              <a:avLst/>
              <a:gdLst/>
              <a:ahLst/>
              <a:cxnLst/>
              <a:rect l="l" t="t" r="r" b="b"/>
              <a:pathLst>
                <a:path w="80" h="127" extrusionOk="0">
                  <a:moveTo>
                    <a:pt x="32" y="0"/>
                  </a:moveTo>
                  <a:lnTo>
                    <a:pt x="32" y="0"/>
                  </a:lnTo>
                  <a:cubicBezTo>
                    <a:pt x="17" y="0"/>
                    <a:pt x="1" y="17"/>
                    <a:pt x="1" y="32"/>
                  </a:cubicBezTo>
                  <a:lnTo>
                    <a:pt x="17" y="95"/>
                  </a:lnTo>
                  <a:cubicBezTo>
                    <a:pt x="17" y="111"/>
                    <a:pt x="32" y="126"/>
                    <a:pt x="48" y="126"/>
                  </a:cubicBezTo>
                  <a:lnTo>
                    <a:pt x="48" y="126"/>
                  </a:lnTo>
                  <a:cubicBezTo>
                    <a:pt x="64" y="126"/>
                    <a:pt x="80" y="111"/>
                    <a:pt x="80" y="80"/>
                  </a:cubicBezTo>
                  <a:lnTo>
                    <a:pt x="80" y="32"/>
                  </a:lnTo>
                  <a:cubicBezTo>
                    <a:pt x="80"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0" name="Google Shape;1770;p38"/>
            <p:cNvSpPr/>
            <p:nvPr/>
          </p:nvSpPr>
          <p:spPr>
            <a:xfrm>
              <a:off x="3322333" y="1786727"/>
              <a:ext cx="4039" cy="3562"/>
            </a:xfrm>
            <a:custGeom>
              <a:avLst/>
              <a:gdLst/>
              <a:ahLst/>
              <a:cxnLst/>
              <a:rect l="l" t="t" r="r" b="b"/>
              <a:pathLst>
                <a:path w="127" h="112" extrusionOk="0">
                  <a:moveTo>
                    <a:pt x="32" y="1"/>
                  </a:moveTo>
                  <a:lnTo>
                    <a:pt x="32" y="1"/>
                  </a:lnTo>
                  <a:cubicBezTo>
                    <a:pt x="16" y="1"/>
                    <a:pt x="16" y="17"/>
                    <a:pt x="0" y="17"/>
                  </a:cubicBezTo>
                  <a:lnTo>
                    <a:pt x="0" y="49"/>
                  </a:lnTo>
                  <a:cubicBezTo>
                    <a:pt x="0" y="49"/>
                    <a:pt x="0" y="64"/>
                    <a:pt x="16" y="80"/>
                  </a:cubicBezTo>
                  <a:lnTo>
                    <a:pt x="79" y="112"/>
                  </a:lnTo>
                  <a:lnTo>
                    <a:pt x="95" y="112"/>
                  </a:lnTo>
                  <a:cubicBezTo>
                    <a:pt x="95" y="112"/>
                    <a:pt x="110" y="112"/>
                    <a:pt x="126" y="95"/>
                  </a:cubicBezTo>
                  <a:lnTo>
                    <a:pt x="126" y="95"/>
                  </a:lnTo>
                  <a:lnTo>
                    <a:pt x="110" y="95"/>
                  </a:lnTo>
                  <a:lnTo>
                    <a:pt x="95" y="95"/>
                  </a:lnTo>
                  <a:cubicBezTo>
                    <a:pt x="79" y="95"/>
                    <a:pt x="63" y="80"/>
                    <a:pt x="63" y="64"/>
                  </a:cubicBezTo>
                  <a:cubicBezTo>
                    <a:pt x="63" y="49"/>
                    <a:pt x="79" y="49"/>
                    <a:pt x="79" y="49"/>
                  </a:cubicBezTo>
                  <a:cubicBezTo>
                    <a:pt x="79" y="17"/>
                    <a:pt x="79" y="17"/>
                    <a:pt x="63"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1" name="Google Shape;1771;p38"/>
            <p:cNvSpPr/>
            <p:nvPr/>
          </p:nvSpPr>
          <p:spPr>
            <a:xfrm>
              <a:off x="3171011" y="1804792"/>
              <a:ext cx="6042" cy="3530"/>
            </a:xfrm>
            <a:custGeom>
              <a:avLst/>
              <a:gdLst/>
              <a:ahLst/>
              <a:cxnLst/>
              <a:rect l="l" t="t" r="r" b="b"/>
              <a:pathLst>
                <a:path w="190" h="111" extrusionOk="0">
                  <a:moveTo>
                    <a:pt x="158" y="0"/>
                  </a:moveTo>
                  <a:lnTo>
                    <a:pt x="158" y="0"/>
                  </a:lnTo>
                  <a:lnTo>
                    <a:pt x="141" y="0"/>
                  </a:lnTo>
                  <a:lnTo>
                    <a:pt x="32" y="32"/>
                  </a:lnTo>
                  <a:cubicBezTo>
                    <a:pt x="15" y="48"/>
                    <a:pt x="0" y="63"/>
                    <a:pt x="15" y="79"/>
                  </a:cubicBezTo>
                  <a:cubicBezTo>
                    <a:pt x="15" y="95"/>
                    <a:pt x="32" y="111"/>
                    <a:pt x="47" y="111"/>
                  </a:cubicBezTo>
                  <a:lnTo>
                    <a:pt x="47" y="111"/>
                  </a:lnTo>
                  <a:lnTo>
                    <a:pt x="173" y="63"/>
                  </a:lnTo>
                  <a:lnTo>
                    <a:pt x="189" y="63"/>
                  </a:lnTo>
                  <a:lnTo>
                    <a:pt x="189" y="32"/>
                  </a:lnTo>
                  <a:cubicBezTo>
                    <a:pt x="189" y="16"/>
                    <a:pt x="189"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2" name="Google Shape;1772;p38"/>
            <p:cNvSpPr/>
            <p:nvPr/>
          </p:nvSpPr>
          <p:spPr>
            <a:xfrm>
              <a:off x="3294282" y="1791752"/>
              <a:ext cx="3498" cy="4039"/>
            </a:xfrm>
            <a:custGeom>
              <a:avLst/>
              <a:gdLst/>
              <a:ahLst/>
              <a:cxnLst/>
              <a:rect l="l" t="t" r="r" b="b"/>
              <a:pathLst>
                <a:path w="110" h="127" extrusionOk="0">
                  <a:moveTo>
                    <a:pt x="63" y="0"/>
                  </a:moveTo>
                  <a:lnTo>
                    <a:pt x="63" y="0"/>
                  </a:lnTo>
                  <a:cubicBezTo>
                    <a:pt x="47" y="0"/>
                    <a:pt x="47" y="17"/>
                    <a:pt x="32" y="32"/>
                  </a:cubicBezTo>
                  <a:lnTo>
                    <a:pt x="15" y="80"/>
                  </a:lnTo>
                  <a:cubicBezTo>
                    <a:pt x="0" y="95"/>
                    <a:pt x="15" y="111"/>
                    <a:pt x="32" y="126"/>
                  </a:cubicBezTo>
                  <a:lnTo>
                    <a:pt x="47" y="126"/>
                  </a:lnTo>
                  <a:cubicBezTo>
                    <a:pt x="63" y="126"/>
                    <a:pt x="63" y="111"/>
                    <a:pt x="78" y="111"/>
                  </a:cubicBezTo>
                  <a:lnTo>
                    <a:pt x="95" y="63"/>
                  </a:lnTo>
                  <a:cubicBezTo>
                    <a:pt x="110" y="32"/>
                    <a:pt x="95" y="17"/>
                    <a:pt x="78" y="17"/>
                  </a:cubicBezTo>
                  <a:cubicBezTo>
                    <a:pt x="78" y="0"/>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3" name="Google Shape;1773;p38"/>
            <p:cNvSpPr/>
            <p:nvPr/>
          </p:nvSpPr>
          <p:spPr>
            <a:xfrm>
              <a:off x="3037722" y="1818817"/>
              <a:ext cx="3498" cy="3021"/>
            </a:xfrm>
            <a:custGeom>
              <a:avLst/>
              <a:gdLst/>
              <a:ahLst/>
              <a:cxnLst/>
              <a:rect l="l" t="t" r="r" b="b"/>
              <a:pathLst>
                <a:path w="110" h="95" extrusionOk="0">
                  <a:moveTo>
                    <a:pt x="32" y="0"/>
                  </a:moveTo>
                  <a:lnTo>
                    <a:pt x="32" y="0"/>
                  </a:lnTo>
                  <a:cubicBezTo>
                    <a:pt x="15" y="0"/>
                    <a:pt x="0" y="17"/>
                    <a:pt x="0" y="32"/>
                  </a:cubicBezTo>
                  <a:lnTo>
                    <a:pt x="0" y="32"/>
                  </a:lnTo>
                  <a:lnTo>
                    <a:pt x="0" y="32"/>
                  </a:lnTo>
                  <a:lnTo>
                    <a:pt x="0" y="32"/>
                  </a:lnTo>
                  <a:cubicBezTo>
                    <a:pt x="15" y="32"/>
                    <a:pt x="32" y="48"/>
                    <a:pt x="32" y="48"/>
                  </a:cubicBezTo>
                  <a:lnTo>
                    <a:pt x="63" y="95"/>
                  </a:lnTo>
                  <a:lnTo>
                    <a:pt x="78" y="95"/>
                  </a:lnTo>
                  <a:lnTo>
                    <a:pt x="78" y="80"/>
                  </a:lnTo>
                  <a:lnTo>
                    <a:pt x="95" y="63"/>
                  </a:lnTo>
                  <a:cubicBezTo>
                    <a:pt x="110" y="48"/>
                    <a:pt x="110" y="32"/>
                    <a:pt x="95" y="32"/>
                  </a:cubicBezTo>
                  <a:cubicBezTo>
                    <a:pt x="95" y="17"/>
                    <a:pt x="78" y="17"/>
                    <a:pt x="78" y="17"/>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4" name="Google Shape;1774;p38"/>
            <p:cNvSpPr/>
            <p:nvPr/>
          </p:nvSpPr>
          <p:spPr>
            <a:xfrm>
              <a:off x="3153964" y="1816337"/>
              <a:ext cx="4039" cy="4516"/>
            </a:xfrm>
            <a:custGeom>
              <a:avLst/>
              <a:gdLst/>
              <a:ahLst/>
              <a:cxnLst/>
              <a:rect l="l" t="t" r="r" b="b"/>
              <a:pathLst>
                <a:path w="127" h="142" extrusionOk="0">
                  <a:moveTo>
                    <a:pt x="79" y="0"/>
                  </a:moveTo>
                  <a:lnTo>
                    <a:pt x="79" y="0"/>
                  </a:lnTo>
                  <a:cubicBezTo>
                    <a:pt x="79" y="15"/>
                    <a:pt x="64" y="15"/>
                    <a:pt x="64" y="15"/>
                  </a:cubicBezTo>
                  <a:lnTo>
                    <a:pt x="64" y="15"/>
                  </a:lnTo>
                  <a:cubicBezTo>
                    <a:pt x="47" y="15"/>
                    <a:pt x="47" y="32"/>
                    <a:pt x="47" y="47"/>
                  </a:cubicBezTo>
                  <a:lnTo>
                    <a:pt x="47" y="63"/>
                  </a:lnTo>
                  <a:lnTo>
                    <a:pt x="16" y="78"/>
                  </a:lnTo>
                  <a:cubicBezTo>
                    <a:pt x="1" y="95"/>
                    <a:pt x="1" y="110"/>
                    <a:pt x="16" y="126"/>
                  </a:cubicBezTo>
                  <a:cubicBezTo>
                    <a:pt x="16" y="141"/>
                    <a:pt x="32" y="141"/>
                    <a:pt x="32" y="141"/>
                  </a:cubicBezTo>
                  <a:lnTo>
                    <a:pt x="47" y="141"/>
                  </a:lnTo>
                  <a:lnTo>
                    <a:pt x="64" y="141"/>
                  </a:lnTo>
                  <a:lnTo>
                    <a:pt x="110" y="95"/>
                  </a:lnTo>
                  <a:cubicBezTo>
                    <a:pt x="127" y="95"/>
                    <a:pt x="127" y="78"/>
                    <a:pt x="127" y="78"/>
                  </a:cubicBezTo>
                  <a:lnTo>
                    <a:pt x="127" y="63"/>
                  </a:lnTo>
                  <a:lnTo>
                    <a:pt x="110" y="32"/>
                  </a:lnTo>
                  <a:cubicBezTo>
                    <a:pt x="110" y="15"/>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5" name="Google Shape;1775;p38"/>
            <p:cNvSpPr/>
            <p:nvPr/>
          </p:nvSpPr>
          <p:spPr>
            <a:xfrm>
              <a:off x="3085809" y="1809785"/>
              <a:ext cx="5057" cy="4039"/>
            </a:xfrm>
            <a:custGeom>
              <a:avLst/>
              <a:gdLst/>
              <a:ahLst/>
              <a:cxnLst/>
              <a:rect l="l" t="t" r="r" b="b"/>
              <a:pathLst>
                <a:path w="159" h="127" extrusionOk="0">
                  <a:moveTo>
                    <a:pt x="110" y="1"/>
                  </a:moveTo>
                  <a:lnTo>
                    <a:pt x="95" y="1"/>
                  </a:lnTo>
                  <a:lnTo>
                    <a:pt x="95" y="1"/>
                  </a:lnTo>
                  <a:lnTo>
                    <a:pt x="95" y="1"/>
                  </a:lnTo>
                  <a:cubicBezTo>
                    <a:pt x="95" y="1"/>
                    <a:pt x="79" y="1"/>
                    <a:pt x="79" y="17"/>
                  </a:cubicBezTo>
                  <a:lnTo>
                    <a:pt x="64" y="49"/>
                  </a:lnTo>
                  <a:lnTo>
                    <a:pt x="47" y="49"/>
                  </a:lnTo>
                  <a:lnTo>
                    <a:pt x="47" y="49"/>
                  </a:lnTo>
                  <a:lnTo>
                    <a:pt x="32" y="49"/>
                  </a:lnTo>
                  <a:cubicBezTo>
                    <a:pt x="16" y="49"/>
                    <a:pt x="16" y="49"/>
                    <a:pt x="1" y="64"/>
                  </a:cubicBezTo>
                  <a:cubicBezTo>
                    <a:pt x="1" y="80"/>
                    <a:pt x="1" y="95"/>
                    <a:pt x="32" y="112"/>
                  </a:cubicBezTo>
                  <a:lnTo>
                    <a:pt x="47" y="112"/>
                  </a:lnTo>
                  <a:lnTo>
                    <a:pt x="64" y="112"/>
                  </a:lnTo>
                  <a:lnTo>
                    <a:pt x="64" y="127"/>
                  </a:lnTo>
                  <a:cubicBezTo>
                    <a:pt x="79" y="127"/>
                    <a:pt x="95" y="112"/>
                    <a:pt x="95" y="112"/>
                  </a:cubicBezTo>
                  <a:lnTo>
                    <a:pt x="95" y="95"/>
                  </a:lnTo>
                  <a:lnTo>
                    <a:pt x="110" y="95"/>
                  </a:lnTo>
                  <a:lnTo>
                    <a:pt x="127" y="95"/>
                  </a:lnTo>
                  <a:lnTo>
                    <a:pt x="142" y="80"/>
                  </a:lnTo>
                  <a:cubicBezTo>
                    <a:pt x="158" y="64"/>
                    <a:pt x="158" y="64"/>
                    <a:pt x="158" y="49"/>
                  </a:cubicBezTo>
                  <a:cubicBezTo>
                    <a:pt x="158" y="32"/>
                    <a:pt x="158" y="32"/>
                    <a:pt x="142" y="17"/>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6" name="Google Shape;1776;p38"/>
            <p:cNvSpPr/>
            <p:nvPr/>
          </p:nvSpPr>
          <p:spPr>
            <a:xfrm>
              <a:off x="3167004" y="1802279"/>
              <a:ext cx="4516" cy="3053"/>
            </a:xfrm>
            <a:custGeom>
              <a:avLst/>
              <a:gdLst/>
              <a:ahLst/>
              <a:cxnLst/>
              <a:rect l="l" t="t" r="r" b="b"/>
              <a:pathLst>
                <a:path w="142" h="96" extrusionOk="0">
                  <a:moveTo>
                    <a:pt x="110" y="1"/>
                  </a:moveTo>
                  <a:lnTo>
                    <a:pt x="95" y="1"/>
                  </a:lnTo>
                  <a:lnTo>
                    <a:pt x="95" y="16"/>
                  </a:lnTo>
                  <a:lnTo>
                    <a:pt x="32" y="32"/>
                  </a:lnTo>
                  <a:lnTo>
                    <a:pt x="15" y="32"/>
                  </a:lnTo>
                  <a:cubicBezTo>
                    <a:pt x="15" y="48"/>
                    <a:pt x="0" y="64"/>
                    <a:pt x="15" y="79"/>
                  </a:cubicBezTo>
                  <a:cubicBezTo>
                    <a:pt x="15" y="95"/>
                    <a:pt x="32" y="95"/>
                    <a:pt x="47" y="95"/>
                  </a:cubicBezTo>
                  <a:lnTo>
                    <a:pt x="63" y="95"/>
                  </a:lnTo>
                  <a:lnTo>
                    <a:pt x="78" y="79"/>
                  </a:lnTo>
                  <a:lnTo>
                    <a:pt x="110" y="79"/>
                  </a:lnTo>
                  <a:lnTo>
                    <a:pt x="110" y="79"/>
                  </a:lnTo>
                  <a:cubicBezTo>
                    <a:pt x="141" y="64"/>
                    <a:pt x="141" y="48"/>
                    <a:pt x="141" y="32"/>
                  </a:cubicBezTo>
                  <a:cubicBezTo>
                    <a:pt x="126" y="16"/>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7" name="Google Shape;1777;p38"/>
            <p:cNvSpPr/>
            <p:nvPr/>
          </p:nvSpPr>
          <p:spPr>
            <a:xfrm>
              <a:off x="3411001" y="1778713"/>
              <a:ext cx="2035" cy="2035"/>
            </a:xfrm>
            <a:custGeom>
              <a:avLst/>
              <a:gdLst/>
              <a:ahLst/>
              <a:cxnLst/>
              <a:rect l="l" t="t" r="r" b="b"/>
              <a:pathLst>
                <a:path w="64" h="64" extrusionOk="0">
                  <a:moveTo>
                    <a:pt x="32" y="1"/>
                  </a:moveTo>
                  <a:lnTo>
                    <a:pt x="32" y="1"/>
                  </a:lnTo>
                  <a:lnTo>
                    <a:pt x="17" y="1"/>
                  </a:lnTo>
                  <a:lnTo>
                    <a:pt x="1" y="17"/>
                  </a:lnTo>
                  <a:lnTo>
                    <a:pt x="1" y="49"/>
                  </a:lnTo>
                  <a:lnTo>
                    <a:pt x="1" y="49"/>
                  </a:lnTo>
                  <a:cubicBezTo>
                    <a:pt x="1" y="64"/>
                    <a:pt x="17" y="64"/>
                    <a:pt x="32" y="64"/>
                  </a:cubicBezTo>
                  <a:lnTo>
                    <a:pt x="32" y="64"/>
                  </a:lnTo>
                  <a:lnTo>
                    <a:pt x="64" y="64"/>
                  </a:lnTo>
                  <a:lnTo>
                    <a:pt x="64" y="64"/>
                  </a:lnTo>
                  <a:lnTo>
                    <a:pt x="64" y="32"/>
                  </a:lnTo>
                  <a:lnTo>
                    <a:pt x="48" y="17"/>
                  </a:lnTo>
                  <a:cubicBezTo>
                    <a:pt x="48" y="17"/>
                    <a:pt x="32" y="17"/>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8" name="Google Shape;1778;p38"/>
            <p:cNvSpPr/>
            <p:nvPr/>
          </p:nvSpPr>
          <p:spPr>
            <a:xfrm>
              <a:off x="3415518" y="1791275"/>
              <a:ext cx="4548" cy="4516"/>
            </a:xfrm>
            <a:custGeom>
              <a:avLst/>
              <a:gdLst/>
              <a:ahLst/>
              <a:cxnLst/>
              <a:rect l="l" t="t" r="r" b="b"/>
              <a:pathLst>
                <a:path w="143" h="142" extrusionOk="0">
                  <a:moveTo>
                    <a:pt x="111" y="0"/>
                  </a:moveTo>
                  <a:lnTo>
                    <a:pt x="111" y="0"/>
                  </a:lnTo>
                  <a:cubicBezTo>
                    <a:pt x="96" y="0"/>
                    <a:pt x="96" y="0"/>
                    <a:pt x="96" y="15"/>
                  </a:cubicBezTo>
                  <a:lnTo>
                    <a:pt x="64" y="15"/>
                  </a:lnTo>
                  <a:cubicBezTo>
                    <a:pt x="64" y="15"/>
                    <a:pt x="48" y="32"/>
                    <a:pt x="32" y="32"/>
                  </a:cubicBezTo>
                  <a:cubicBezTo>
                    <a:pt x="16" y="32"/>
                    <a:pt x="16" y="47"/>
                    <a:pt x="16" y="47"/>
                  </a:cubicBezTo>
                  <a:cubicBezTo>
                    <a:pt x="1" y="63"/>
                    <a:pt x="1" y="63"/>
                    <a:pt x="1" y="78"/>
                  </a:cubicBezTo>
                  <a:lnTo>
                    <a:pt x="16" y="95"/>
                  </a:lnTo>
                  <a:cubicBezTo>
                    <a:pt x="16" y="110"/>
                    <a:pt x="16" y="126"/>
                    <a:pt x="1" y="126"/>
                  </a:cubicBezTo>
                  <a:lnTo>
                    <a:pt x="16" y="126"/>
                  </a:lnTo>
                  <a:lnTo>
                    <a:pt x="32" y="141"/>
                  </a:lnTo>
                  <a:cubicBezTo>
                    <a:pt x="48" y="141"/>
                    <a:pt x="64" y="126"/>
                    <a:pt x="64" y="95"/>
                  </a:cubicBezTo>
                  <a:lnTo>
                    <a:pt x="79" y="78"/>
                  </a:lnTo>
                  <a:lnTo>
                    <a:pt x="96" y="78"/>
                  </a:lnTo>
                  <a:cubicBezTo>
                    <a:pt x="96" y="78"/>
                    <a:pt x="111" y="78"/>
                    <a:pt x="127" y="63"/>
                  </a:cubicBezTo>
                  <a:cubicBezTo>
                    <a:pt x="142" y="63"/>
                    <a:pt x="142" y="32"/>
                    <a:pt x="142" y="15"/>
                  </a:cubicBezTo>
                  <a:lnTo>
                    <a:pt x="142" y="15"/>
                  </a:lnTo>
                  <a:cubicBezTo>
                    <a:pt x="127" y="15"/>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9" name="Google Shape;1779;p38"/>
            <p:cNvSpPr/>
            <p:nvPr/>
          </p:nvSpPr>
          <p:spPr>
            <a:xfrm>
              <a:off x="3178008" y="1801294"/>
              <a:ext cx="3530" cy="5534"/>
            </a:xfrm>
            <a:custGeom>
              <a:avLst/>
              <a:gdLst/>
              <a:ahLst/>
              <a:cxnLst/>
              <a:rect l="l" t="t" r="r" b="b"/>
              <a:pathLst>
                <a:path w="111" h="174" extrusionOk="0">
                  <a:moveTo>
                    <a:pt x="64" y="0"/>
                  </a:moveTo>
                  <a:lnTo>
                    <a:pt x="64" y="0"/>
                  </a:lnTo>
                  <a:lnTo>
                    <a:pt x="47" y="0"/>
                  </a:lnTo>
                  <a:lnTo>
                    <a:pt x="1" y="32"/>
                  </a:lnTo>
                  <a:cubicBezTo>
                    <a:pt x="16" y="32"/>
                    <a:pt x="16" y="32"/>
                    <a:pt x="1" y="47"/>
                  </a:cubicBezTo>
                  <a:lnTo>
                    <a:pt x="1" y="79"/>
                  </a:lnTo>
                  <a:lnTo>
                    <a:pt x="32" y="142"/>
                  </a:lnTo>
                  <a:cubicBezTo>
                    <a:pt x="32" y="158"/>
                    <a:pt x="47" y="173"/>
                    <a:pt x="64" y="173"/>
                  </a:cubicBezTo>
                  <a:lnTo>
                    <a:pt x="64" y="173"/>
                  </a:lnTo>
                  <a:lnTo>
                    <a:pt x="64" y="173"/>
                  </a:lnTo>
                  <a:lnTo>
                    <a:pt x="79" y="158"/>
                  </a:lnTo>
                  <a:cubicBezTo>
                    <a:pt x="95" y="158"/>
                    <a:pt x="95" y="126"/>
                    <a:pt x="95" y="110"/>
                  </a:cubicBezTo>
                  <a:lnTo>
                    <a:pt x="64" y="63"/>
                  </a:lnTo>
                  <a:lnTo>
                    <a:pt x="79" y="63"/>
                  </a:lnTo>
                  <a:cubicBezTo>
                    <a:pt x="95" y="47"/>
                    <a:pt x="110" y="32"/>
                    <a:pt x="95" y="16"/>
                  </a:cubicBezTo>
                  <a:lnTo>
                    <a:pt x="95" y="16"/>
                  </a:ln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0" name="Google Shape;1780;p38"/>
            <p:cNvSpPr/>
            <p:nvPr/>
          </p:nvSpPr>
          <p:spPr>
            <a:xfrm>
              <a:off x="3157463" y="1809308"/>
              <a:ext cx="4039" cy="2512"/>
            </a:xfrm>
            <a:custGeom>
              <a:avLst/>
              <a:gdLst/>
              <a:ahLst/>
              <a:cxnLst/>
              <a:rect l="l" t="t" r="r" b="b"/>
              <a:pathLst>
                <a:path w="127" h="79" extrusionOk="0">
                  <a:moveTo>
                    <a:pt x="32" y="0"/>
                  </a:moveTo>
                  <a:lnTo>
                    <a:pt x="32" y="0"/>
                  </a:lnTo>
                  <a:lnTo>
                    <a:pt x="17" y="0"/>
                  </a:lnTo>
                  <a:lnTo>
                    <a:pt x="0" y="0"/>
                  </a:lnTo>
                  <a:lnTo>
                    <a:pt x="17" y="16"/>
                  </a:lnTo>
                  <a:lnTo>
                    <a:pt x="32" y="47"/>
                  </a:lnTo>
                  <a:lnTo>
                    <a:pt x="17" y="64"/>
                  </a:lnTo>
                  <a:lnTo>
                    <a:pt x="17" y="64"/>
                  </a:lnTo>
                  <a:lnTo>
                    <a:pt x="80" y="64"/>
                  </a:lnTo>
                  <a:cubicBezTo>
                    <a:pt x="80" y="64"/>
                    <a:pt x="95" y="64"/>
                    <a:pt x="95" y="79"/>
                  </a:cubicBezTo>
                  <a:lnTo>
                    <a:pt x="95" y="79"/>
                  </a:lnTo>
                  <a:lnTo>
                    <a:pt x="111" y="64"/>
                  </a:lnTo>
                  <a:cubicBezTo>
                    <a:pt x="126" y="47"/>
                    <a:pt x="126" y="32"/>
                    <a:pt x="111" y="16"/>
                  </a:cubicBezTo>
                  <a:lnTo>
                    <a:pt x="95" y="16"/>
                  </a:lnTo>
                  <a:lnTo>
                    <a:pt x="95" y="16"/>
                  </a:lnTo>
                  <a:lnTo>
                    <a:pt x="95" y="16"/>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1" name="Google Shape;1781;p38"/>
            <p:cNvSpPr/>
            <p:nvPr/>
          </p:nvSpPr>
          <p:spPr>
            <a:xfrm>
              <a:off x="3323828" y="1775246"/>
              <a:ext cx="6042" cy="4516"/>
            </a:xfrm>
            <a:custGeom>
              <a:avLst/>
              <a:gdLst/>
              <a:ahLst/>
              <a:cxnLst/>
              <a:rect l="l" t="t" r="r" b="b"/>
              <a:pathLst>
                <a:path w="190" h="142" extrusionOk="0">
                  <a:moveTo>
                    <a:pt x="142" y="0"/>
                  </a:moveTo>
                  <a:lnTo>
                    <a:pt x="142" y="0"/>
                  </a:lnTo>
                  <a:lnTo>
                    <a:pt x="126" y="15"/>
                  </a:lnTo>
                  <a:lnTo>
                    <a:pt x="48" y="63"/>
                  </a:lnTo>
                  <a:lnTo>
                    <a:pt x="16" y="78"/>
                  </a:lnTo>
                  <a:cubicBezTo>
                    <a:pt x="16" y="78"/>
                    <a:pt x="0" y="95"/>
                    <a:pt x="0" y="110"/>
                  </a:cubicBezTo>
                  <a:lnTo>
                    <a:pt x="16" y="126"/>
                  </a:lnTo>
                  <a:lnTo>
                    <a:pt x="32" y="141"/>
                  </a:lnTo>
                  <a:cubicBezTo>
                    <a:pt x="48" y="141"/>
                    <a:pt x="48" y="141"/>
                    <a:pt x="63" y="126"/>
                  </a:cubicBezTo>
                  <a:lnTo>
                    <a:pt x="95" y="110"/>
                  </a:lnTo>
                  <a:lnTo>
                    <a:pt x="142" y="78"/>
                  </a:lnTo>
                  <a:cubicBezTo>
                    <a:pt x="126" y="78"/>
                    <a:pt x="126" y="63"/>
                    <a:pt x="142" y="47"/>
                  </a:cubicBezTo>
                  <a:lnTo>
                    <a:pt x="158" y="32"/>
                  </a:lnTo>
                  <a:lnTo>
                    <a:pt x="174" y="32"/>
                  </a:lnTo>
                  <a:lnTo>
                    <a:pt x="189" y="32"/>
                  </a:lnTo>
                  <a:lnTo>
                    <a:pt x="189" y="32"/>
                  </a:lnTo>
                  <a:cubicBezTo>
                    <a:pt x="189" y="32"/>
                    <a:pt x="174" y="32"/>
                    <a:pt x="174" y="15"/>
                  </a:cubicBezTo>
                  <a:cubicBezTo>
                    <a:pt x="174" y="15"/>
                    <a:pt x="158" y="0"/>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2" name="Google Shape;1782;p38"/>
            <p:cNvSpPr/>
            <p:nvPr/>
          </p:nvSpPr>
          <p:spPr>
            <a:xfrm>
              <a:off x="3432055" y="1787268"/>
              <a:ext cx="5025" cy="2512"/>
            </a:xfrm>
            <a:custGeom>
              <a:avLst/>
              <a:gdLst/>
              <a:ahLst/>
              <a:cxnLst/>
              <a:rect l="l" t="t" r="r" b="b"/>
              <a:pathLst>
                <a:path w="158" h="79" extrusionOk="0">
                  <a:moveTo>
                    <a:pt x="32" y="0"/>
                  </a:moveTo>
                  <a:lnTo>
                    <a:pt x="32" y="0"/>
                  </a:lnTo>
                  <a:lnTo>
                    <a:pt x="32" y="0"/>
                  </a:lnTo>
                  <a:cubicBezTo>
                    <a:pt x="17" y="0"/>
                    <a:pt x="0" y="15"/>
                    <a:pt x="0" y="32"/>
                  </a:cubicBezTo>
                  <a:cubicBezTo>
                    <a:pt x="0" y="47"/>
                    <a:pt x="17" y="63"/>
                    <a:pt x="32" y="63"/>
                  </a:cubicBezTo>
                  <a:lnTo>
                    <a:pt x="143" y="78"/>
                  </a:lnTo>
                  <a:lnTo>
                    <a:pt x="143" y="78"/>
                  </a:lnTo>
                  <a:lnTo>
                    <a:pt x="143" y="78"/>
                  </a:lnTo>
                  <a:lnTo>
                    <a:pt x="158" y="78"/>
                  </a:lnTo>
                  <a:lnTo>
                    <a:pt x="158" y="63"/>
                  </a:lnTo>
                  <a:lnTo>
                    <a:pt x="158" y="32"/>
                  </a:lnTo>
                  <a:lnTo>
                    <a:pt x="158" y="32"/>
                  </a:lnTo>
                  <a:cubicBezTo>
                    <a:pt x="158" y="15"/>
                    <a:pt x="143" y="15"/>
                    <a:pt x="143" y="15"/>
                  </a:cubicBezTo>
                  <a:lnTo>
                    <a:pt x="111"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3" name="Google Shape;1783;p38"/>
            <p:cNvSpPr/>
            <p:nvPr/>
          </p:nvSpPr>
          <p:spPr>
            <a:xfrm>
              <a:off x="3421560" y="1762684"/>
              <a:ext cx="3498" cy="6042"/>
            </a:xfrm>
            <a:custGeom>
              <a:avLst/>
              <a:gdLst/>
              <a:ahLst/>
              <a:cxnLst/>
              <a:rect l="l" t="t" r="r" b="b"/>
              <a:pathLst>
                <a:path w="110" h="190" extrusionOk="0">
                  <a:moveTo>
                    <a:pt x="32" y="1"/>
                  </a:moveTo>
                  <a:lnTo>
                    <a:pt x="32" y="1"/>
                  </a:lnTo>
                  <a:lnTo>
                    <a:pt x="32" y="1"/>
                  </a:lnTo>
                  <a:cubicBezTo>
                    <a:pt x="15" y="1"/>
                    <a:pt x="15" y="1"/>
                    <a:pt x="0" y="17"/>
                  </a:cubicBezTo>
                  <a:lnTo>
                    <a:pt x="15" y="17"/>
                  </a:lnTo>
                  <a:cubicBezTo>
                    <a:pt x="15" y="32"/>
                    <a:pt x="15" y="48"/>
                    <a:pt x="0" y="64"/>
                  </a:cubicBezTo>
                  <a:lnTo>
                    <a:pt x="0" y="64"/>
                  </a:lnTo>
                  <a:cubicBezTo>
                    <a:pt x="0" y="80"/>
                    <a:pt x="0" y="112"/>
                    <a:pt x="15" y="127"/>
                  </a:cubicBezTo>
                  <a:cubicBezTo>
                    <a:pt x="15" y="112"/>
                    <a:pt x="15" y="112"/>
                    <a:pt x="32" y="112"/>
                  </a:cubicBezTo>
                  <a:lnTo>
                    <a:pt x="47" y="112"/>
                  </a:lnTo>
                  <a:cubicBezTo>
                    <a:pt x="63" y="112"/>
                    <a:pt x="78" y="127"/>
                    <a:pt x="78" y="143"/>
                  </a:cubicBezTo>
                  <a:lnTo>
                    <a:pt x="78" y="190"/>
                  </a:lnTo>
                  <a:lnTo>
                    <a:pt x="78" y="190"/>
                  </a:lnTo>
                  <a:cubicBezTo>
                    <a:pt x="78" y="175"/>
                    <a:pt x="78" y="158"/>
                    <a:pt x="95" y="158"/>
                  </a:cubicBezTo>
                  <a:lnTo>
                    <a:pt x="110" y="143"/>
                  </a:lnTo>
                  <a:lnTo>
                    <a:pt x="95" y="143"/>
                  </a:lnTo>
                  <a:lnTo>
                    <a:pt x="78" y="127"/>
                  </a:lnTo>
                  <a:lnTo>
                    <a:pt x="63" y="112"/>
                  </a:lnTo>
                  <a:cubicBezTo>
                    <a:pt x="47" y="112"/>
                    <a:pt x="47" y="80"/>
                    <a:pt x="63" y="64"/>
                  </a:cubicBezTo>
                  <a:lnTo>
                    <a:pt x="63" y="64"/>
                  </a:lnTo>
                  <a:lnTo>
                    <a:pt x="63" y="64"/>
                  </a:lnTo>
                  <a:lnTo>
                    <a:pt x="63" y="32"/>
                  </a:ln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4" name="Google Shape;1784;p38"/>
            <p:cNvSpPr/>
            <p:nvPr/>
          </p:nvSpPr>
          <p:spPr>
            <a:xfrm>
              <a:off x="3421560" y="1809785"/>
              <a:ext cx="7028" cy="6042"/>
            </a:xfrm>
            <a:custGeom>
              <a:avLst/>
              <a:gdLst/>
              <a:ahLst/>
              <a:cxnLst/>
              <a:rect l="l" t="t" r="r" b="b"/>
              <a:pathLst>
                <a:path w="221" h="190" extrusionOk="0">
                  <a:moveTo>
                    <a:pt x="189" y="1"/>
                  </a:moveTo>
                  <a:lnTo>
                    <a:pt x="189" y="1"/>
                  </a:lnTo>
                  <a:cubicBezTo>
                    <a:pt x="173" y="1"/>
                    <a:pt x="158" y="17"/>
                    <a:pt x="158" y="32"/>
                  </a:cubicBezTo>
                  <a:lnTo>
                    <a:pt x="158" y="32"/>
                  </a:lnTo>
                  <a:cubicBezTo>
                    <a:pt x="158" y="49"/>
                    <a:pt x="141" y="49"/>
                    <a:pt x="110" y="49"/>
                  </a:cubicBezTo>
                  <a:lnTo>
                    <a:pt x="78" y="49"/>
                  </a:lnTo>
                  <a:lnTo>
                    <a:pt x="63" y="64"/>
                  </a:lnTo>
                  <a:cubicBezTo>
                    <a:pt x="47" y="64"/>
                    <a:pt x="47" y="64"/>
                    <a:pt x="32" y="80"/>
                  </a:cubicBezTo>
                  <a:lnTo>
                    <a:pt x="32" y="95"/>
                  </a:lnTo>
                  <a:lnTo>
                    <a:pt x="15" y="127"/>
                  </a:lnTo>
                  <a:lnTo>
                    <a:pt x="15" y="158"/>
                  </a:lnTo>
                  <a:cubicBezTo>
                    <a:pt x="0" y="175"/>
                    <a:pt x="15" y="190"/>
                    <a:pt x="32" y="190"/>
                  </a:cubicBezTo>
                  <a:lnTo>
                    <a:pt x="47" y="190"/>
                  </a:lnTo>
                  <a:cubicBezTo>
                    <a:pt x="63" y="190"/>
                    <a:pt x="78" y="190"/>
                    <a:pt x="78" y="175"/>
                  </a:cubicBezTo>
                  <a:lnTo>
                    <a:pt x="95" y="127"/>
                  </a:lnTo>
                  <a:cubicBezTo>
                    <a:pt x="95" y="127"/>
                    <a:pt x="110" y="112"/>
                    <a:pt x="126" y="112"/>
                  </a:cubicBezTo>
                  <a:cubicBezTo>
                    <a:pt x="158" y="112"/>
                    <a:pt x="204" y="112"/>
                    <a:pt x="221" y="49"/>
                  </a:cubicBezTo>
                  <a:lnTo>
                    <a:pt x="221" y="49"/>
                  </a:lnTo>
                  <a:lnTo>
                    <a:pt x="221" y="17"/>
                  </a:lnTo>
                  <a:cubicBezTo>
                    <a:pt x="204" y="17"/>
                    <a:pt x="204"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5" name="Google Shape;1785;p38"/>
            <p:cNvSpPr/>
            <p:nvPr/>
          </p:nvSpPr>
          <p:spPr>
            <a:xfrm>
              <a:off x="3278730" y="1779254"/>
              <a:ext cx="5025" cy="5502"/>
            </a:xfrm>
            <a:custGeom>
              <a:avLst/>
              <a:gdLst/>
              <a:ahLst/>
              <a:cxnLst/>
              <a:rect l="l" t="t" r="r" b="b"/>
              <a:pathLst>
                <a:path w="158" h="173" extrusionOk="0">
                  <a:moveTo>
                    <a:pt x="48" y="0"/>
                  </a:moveTo>
                  <a:lnTo>
                    <a:pt x="32" y="0"/>
                  </a:lnTo>
                  <a:lnTo>
                    <a:pt x="16" y="15"/>
                  </a:lnTo>
                  <a:lnTo>
                    <a:pt x="0" y="32"/>
                  </a:lnTo>
                  <a:cubicBezTo>
                    <a:pt x="0" y="47"/>
                    <a:pt x="0" y="47"/>
                    <a:pt x="16" y="63"/>
                  </a:cubicBezTo>
                  <a:lnTo>
                    <a:pt x="32" y="78"/>
                  </a:lnTo>
                  <a:lnTo>
                    <a:pt x="63" y="141"/>
                  </a:lnTo>
                  <a:lnTo>
                    <a:pt x="79" y="158"/>
                  </a:lnTo>
                  <a:cubicBezTo>
                    <a:pt x="79" y="173"/>
                    <a:pt x="95" y="173"/>
                    <a:pt x="111" y="173"/>
                  </a:cubicBezTo>
                  <a:lnTo>
                    <a:pt x="111" y="173"/>
                  </a:lnTo>
                  <a:cubicBezTo>
                    <a:pt x="126" y="173"/>
                    <a:pt x="142" y="158"/>
                    <a:pt x="142" y="141"/>
                  </a:cubicBezTo>
                  <a:lnTo>
                    <a:pt x="158" y="95"/>
                  </a:lnTo>
                  <a:cubicBezTo>
                    <a:pt x="158" y="78"/>
                    <a:pt x="142" y="63"/>
                    <a:pt x="126" y="63"/>
                  </a:cubicBezTo>
                  <a:lnTo>
                    <a:pt x="111" y="63"/>
                  </a:lnTo>
                  <a:lnTo>
                    <a:pt x="95" y="63"/>
                  </a:lnTo>
                  <a:lnTo>
                    <a:pt x="95" y="63"/>
                  </a:lnTo>
                  <a:lnTo>
                    <a:pt x="63"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6" name="Google Shape;1786;p38"/>
            <p:cNvSpPr/>
            <p:nvPr/>
          </p:nvSpPr>
          <p:spPr>
            <a:xfrm>
              <a:off x="3183510" y="1787745"/>
              <a:ext cx="4548" cy="3021"/>
            </a:xfrm>
            <a:custGeom>
              <a:avLst/>
              <a:gdLst/>
              <a:ahLst/>
              <a:cxnLst/>
              <a:rect l="l" t="t" r="r" b="b"/>
              <a:pathLst>
                <a:path w="143" h="95" extrusionOk="0">
                  <a:moveTo>
                    <a:pt x="95" y="0"/>
                  </a:moveTo>
                  <a:lnTo>
                    <a:pt x="95" y="0"/>
                  </a:lnTo>
                  <a:lnTo>
                    <a:pt x="95" y="17"/>
                  </a:lnTo>
                  <a:lnTo>
                    <a:pt x="32" y="32"/>
                  </a:lnTo>
                  <a:cubicBezTo>
                    <a:pt x="17" y="32"/>
                    <a:pt x="0" y="63"/>
                    <a:pt x="17" y="80"/>
                  </a:cubicBezTo>
                  <a:cubicBezTo>
                    <a:pt x="17" y="80"/>
                    <a:pt x="17" y="95"/>
                    <a:pt x="32" y="95"/>
                  </a:cubicBezTo>
                  <a:lnTo>
                    <a:pt x="48" y="95"/>
                  </a:lnTo>
                  <a:lnTo>
                    <a:pt x="48" y="95"/>
                  </a:lnTo>
                  <a:lnTo>
                    <a:pt x="111" y="80"/>
                  </a:lnTo>
                  <a:lnTo>
                    <a:pt x="111" y="80"/>
                  </a:lnTo>
                  <a:cubicBezTo>
                    <a:pt x="127" y="63"/>
                    <a:pt x="143" y="48"/>
                    <a:pt x="127" y="32"/>
                  </a:cubicBezTo>
                  <a:cubicBezTo>
                    <a:pt x="127" y="17"/>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7" name="Google Shape;1787;p38"/>
            <p:cNvSpPr/>
            <p:nvPr/>
          </p:nvSpPr>
          <p:spPr>
            <a:xfrm>
              <a:off x="3441597" y="1786250"/>
              <a:ext cx="4516" cy="3053"/>
            </a:xfrm>
            <a:custGeom>
              <a:avLst/>
              <a:gdLst/>
              <a:ahLst/>
              <a:cxnLst/>
              <a:rect l="l" t="t" r="r" b="b"/>
              <a:pathLst>
                <a:path w="142" h="96" extrusionOk="0">
                  <a:moveTo>
                    <a:pt x="95" y="1"/>
                  </a:moveTo>
                  <a:lnTo>
                    <a:pt x="95" y="1"/>
                  </a:lnTo>
                  <a:lnTo>
                    <a:pt x="95" y="1"/>
                  </a:lnTo>
                  <a:lnTo>
                    <a:pt x="78" y="1"/>
                  </a:lnTo>
                  <a:lnTo>
                    <a:pt x="32" y="32"/>
                  </a:lnTo>
                  <a:cubicBezTo>
                    <a:pt x="15" y="32"/>
                    <a:pt x="0" y="47"/>
                    <a:pt x="0" y="64"/>
                  </a:cubicBezTo>
                  <a:lnTo>
                    <a:pt x="32" y="95"/>
                  </a:lnTo>
                  <a:lnTo>
                    <a:pt x="47" y="95"/>
                  </a:lnTo>
                  <a:lnTo>
                    <a:pt x="110" y="64"/>
                  </a:lnTo>
                  <a:cubicBezTo>
                    <a:pt x="126" y="64"/>
                    <a:pt x="141" y="47"/>
                    <a:pt x="126" y="16"/>
                  </a:cubicBezTo>
                  <a:lnTo>
                    <a:pt x="126"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8" name="Google Shape;1788;p38"/>
            <p:cNvSpPr/>
            <p:nvPr/>
          </p:nvSpPr>
          <p:spPr>
            <a:xfrm>
              <a:off x="3057758" y="1825337"/>
              <a:ext cx="7060" cy="4039"/>
            </a:xfrm>
            <a:custGeom>
              <a:avLst/>
              <a:gdLst/>
              <a:ahLst/>
              <a:cxnLst/>
              <a:rect l="l" t="t" r="r" b="b"/>
              <a:pathLst>
                <a:path w="222" h="127" extrusionOk="0">
                  <a:moveTo>
                    <a:pt x="79" y="1"/>
                  </a:moveTo>
                  <a:lnTo>
                    <a:pt x="79" y="16"/>
                  </a:lnTo>
                  <a:lnTo>
                    <a:pt x="79" y="47"/>
                  </a:lnTo>
                  <a:lnTo>
                    <a:pt x="79" y="79"/>
                  </a:lnTo>
                  <a:lnTo>
                    <a:pt x="110" y="79"/>
                  </a:lnTo>
                  <a:lnTo>
                    <a:pt x="126" y="79"/>
                  </a:lnTo>
                  <a:lnTo>
                    <a:pt x="158" y="95"/>
                  </a:lnTo>
                  <a:lnTo>
                    <a:pt x="158" y="110"/>
                  </a:lnTo>
                  <a:cubicBezTo>
                    <a:pt x="173" y="110"/>
                    <a:pt x="173" y="127"/>
                    <a:pt x="190" y="127"/>
                  </a:cubicBezTo>
                  <a:lnTo>
                    <a:pt x="205" y="110"/>
                  </a:lnTo>
                  <a:lnTo>
                    <a:pt x="205" y="110"/>
                  </a:lnTo>
                  <a:lnTo>
                    <a:pt x="205" y="110"/>
                  </a:lnTo>
                  <a:cubicBezTo>
                    <a:pt x="205" y="95"/>
                    <a:pt x="205" y="95"/>
                    <a:pt x="221" y="79"/>
                  </a:cubicBezTo>
                  <a:lnTo>
                    <a:pt x="221" y="79"/>
                  </a:lnTo>
                  <a:lnTo>
                    <a:pt x="221" y="79"/>
                  </a:lnTo>
                  <a:cubicBezTo>
                    <a:pt x="205" y="32"/>
                    <a:pt x="173" y="32"/>
                    <a:pt x="142" y="16"/>
                  </a:cubicBezTo>
                  <a:lnTo>
                    <a:pt x="126" y="16"/>
                  </a:lnTo>
                  <a:cubicBezTo>
                    <a:pt x="110" y="16"/>
                    <a:pt x="95" y="1"/>
                    <a:pt x="79" y="1"/>
                  </a:cubicBezTo>
                  <a:close/>
                  <a:moveTo>
                    <a:pt x="32" y="1"/>
                  </a:moveTo>
                  <a:cubicBezTo>
                    <a:pt x="16" y="1"/>
                    <a:pt x="16" y="16"/>
                    <a:pt x="16" y="32"/>
                  </a:cubicBezTo>
                  <a:cubicBezTo>
                    <a:pt x="0" y="32"/>
                    <a:pt x="16" y="47"/>
                    <a:pt x="16" y="47"/>
                  </a:cubicBezTo>
                  <a:lnTo>
                    <a:pt x="16" y="32"/>
                  </a:lnTo>
                  <a:cubicBezTo>
                    <a:pt x="16" y="32"/>
                    <a:pt x="16" y="16"/>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9" name="Google Shape;1789;p38"/>
            <p:cNvSpPr/>
            <p:nvPr/>
          </p:nvSpPr>
          <p:spPr>
            <a:xfrm>
              <a:off x="3185036" y="1792738"/>
              <a:ext cx="2512" cy="4039"/>
            </a:xfrm>
            <a:custGeom>
              <a:avLst/>
              <a:gdLst/>
              <a:ahLst/>
              <a:cxnLst/>
              <a:rect l="l" t="t" r="r" b="b"/>
              <a:pathLst>
                <a:path w="79" h="127" extrusionOk="0">
                  <a:moveTo>
                    <a:pt x="16" y="1"/>
                  </a:moveTo>
                  <a:lnTo>
                    <a:pt x="16" y="1"/>
                  </a:lnTo>
                  <a:lnTo>
                    <a:pt x="0" y="1"/>
                  </a:lnTo>
                  <a:lnTo>
                    <a:pt x="0" y="1"/>
                  </a:lnTo>
                  <a:cubicBezTo>
                    <a:pt x="16" y="1"/>
                    <a:pt x="16" y="32"/>
                    <a:pt x="16" y="49"/>
                  </a:cubicBezTo>
                  <a:lnTo>
                    <a:pt x="16" y="49"/>
                  </a:lnTo>
                  <a:cubicBezTo>
                    <a:pt x="16" y="64"/>
                    <a:pt x="0" y="80"/>
                    <a:pt x="0" y="80"/>
                  </a:cubicBezTo>
                  <a:lnTo>
                    <a:pt x="0" y="95"/>
                  </a:lnTo>
                  <a:lnTo>
                    <a:pt x="0" y="95"/>
                  </a:lnTo>
                  <a:cubicBezTo>
                    <a:pt x="16" y="112"/>
                    <a:pt x="16" y="127"/>
                    <a:pt x="32" y="127"/>
                  </a:cubicBezTo>
                  <a:lnTo>
                    <a:pt x="47" y="127"/>
                  </a:lnTo>
                  <a:cubicBezTo>
                    <a:pt x="63" y="112"/>
                    <a:pt x="79" y="95"/>
                    <a:pt x="63" y="80"/>
                  </a:cubicBezTo>
                  <a:lnTo>
                    <a:pt x="63" y="49"/>
                  </a:lnTo>
                  <a:lnTo>
                    <a:pt x="63" y="49"/>
                  </a:lnTo>
                  <a:lnTo>
                    <a:pt x="47" y="17"/>
                  </a:lnTo>
                  <a:cubicBezTo>
                    <a:pt x="47" y="1"/>
                    <a:pt x="32" y="1"/>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0" name="Google Shape;1790;p38"/>
            <p:cNvSpPr/>
            <p:nvPr/>
          </p:nvSpPr>
          <p:spPr>
            <a:xfrm>
              <a:off x="3408012" y="1772702"/>
              <a:ext cx="2544" cy="2576"/>
            </a:xfrm>
            <a:custGeom>
              <a:avLst/>
              <a:gdLst/>
              <a:ahLst/>
              <a:cxnLst/>
              <a:rect l="l" t="t" r="r" b="b"/>
              <a:pathLst>
                <a:path w="80" h="81" extrusionOk="0">
                  <a:moveTo>
                    <a:pt x="48" y="1"/>
                  </a:moveTo>
                  <a:lnTo>
                    <a:pt x="48" y="1"/>
                  </a:lnTo>
                  <a:lnTo>
                    <a:pt x="48" y="1"/>
                  </a:lnTo>
                  <a:lnTo>
                    <a:pt x="48" y="1"/>
                  </a:lnTo>
                  <a:cubicBezTo>
                    <a:pt x="63" y="17"/>
                    <a:pt x="48" y="49"/>
                    <a:pt x="32" y="49"/>
                  </a:cubicBezTo>
                  <a:cubicBezTo>
                    <a:pt x="32" y="64"/>
                    <a:pt x="32" y="64"/>
                    <a:pt x="16" y="64"/>
                  </a:cubicBezTo>
                  <a:cubicBezTo>
                    <a:pt x="16" y="64"/>
                    <a:pt x="0" y="64"/>
                    <a:pt x="0" y="49"/>
                  </a:cubicBezTo>
                  <a:cubicBezTo>
                    <a:pt x="0" y="64"/>
                    <a:pt x="16" y="80"/>
                    <a:pt x="32" y="80"/>
                  </a:cubicBezTo>
                  <a:lnTo>
                    <a:pt x="32" y="80"/>
                  </a:lnTo>
                  <a:lnTo>
                    <a:pt x="32" y="80"/>
                  </a:lnTo>
                  <a:lnTo>
                    <a:pt x="48" y="80"/>
                  </a:lnTo>
                  <a:cubicBezTo>
                    <a:pt x="79" y="80"/>
                    <a:pt x="79" y="64"/>
                    <a:pt x="79" y="32"/>
                  </a:cubicBezTo>
                  <a:cubicBezTo>
                    <a:pt x="79"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1" name="Google Shape;1791;p38"/>
            <p:cNvSpPr/>
            <p:nvPr/>
          </p:nvSpPr>
          <p:spPr>
            <a:xfrm>
              <a:off x="3160993" y="1795760"/>
              <a:ext cx="6520" cy="4548"/>
            </a:xfrm>
            <a:custGeom>
              <a:avLst/>
              <a:gdLst/>
              <a:ahLst/>
              <a:cxnLst/>
              <a:rect l="l" t="t" r="r" b="b"/>
              <a:pathLst>
                <a:path w="205" h="143" extrusionOk="0">
                  <a:moveTo>
                    <a:pt x="158" y="0"/>
                  </a:moveTo>
                  <a:lnTo>
                    <a:pt x="158" y="0"/>
                  </a:lnTo>
                  <a:cubicBezTo>
                    <a:pt x="158" y="17"/>
                    <a:pt x="158" y="17"/>
                    <a:pt x="141" y="17"/>
                  </a:cubicBezTo>
                  <a:lnTo>
                    <a:pt x="32" y="95"/>
                  </a:lnTo>
                  <a:cubicBezTo>
                    <a:pt x="15" y="95"/>
                    <a:pt x="0" y="111"/>
                    <a:pt x="15" y="143"/>
                  </a:cubicBezTo>
                  <a:lnTo>
                    <a:pt x="15" y="143"/>
                  </a:lnTo>
                  <a:lnTo>
                    <a:pt x="47" y="143"/>
                  </a:lnTo>
                  <a:lnTo>
                    <a:pt x="63" y="143"/>
                  </a:lnTo>
                  <a:lnTo>
                    <a:pt x="110" y="127"/>
                  </a:lnTo>
                  <a:lnTo>
                    <a:pt x="189" y="63"/>
                  </a:lnTo>
                  <a:cubicBezTo>
                    <a:pt x="204" y="63"/>
                    <a:pt x="204" y="32"/>
                    <a:pt x="189" y="17"/>
                  </a:cubicBezTo>
                  <a:cubicBezTo>
                    <a:pt x="189" y="17"/>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2" name="Google Shape;1792;p38"/>
            <p:cNvSpPr/>
            <p:nvPr/>
          </p:nvSpPr>
          <p:spPr>
            <a:xfrm>
              <a:off x="3274214" y="1804283"/>
              <a:ext cx="4548" cy="2544"/>
            </a:xfrm>
            <a:custGeom>
              <a:avLst/>
              <a:gdLst/>
              <a:ahLst/>
              <a:cxnLst/>
              <a:rect l="l" t="t" r="r" b="b"/>
              <a:pathLst>
                <a:path w="143" h="80" extrusionOk="0">
                  <a:moveTo>
                    <a:pt x="32" y="1"/>
                  </a:moveTo>
                  <a:lnTo>
                    <a:pt x="32" y="1"/>
                  </a:lnTo>
                  <a:cubicBezTo>
                    <a:pt x="16" y="1"/>
                    <a:pt x="1" y="16"/>
                    <a:pt x="1" y="32"/>
                  </a:cubicBezTo>
                  <a:cubicBezTo>
                    <a:pt x="1" y="48"/>
                    <a:pt x="16" y="64"/>
                    <a:pt x="32" y="79"/>
                  </a:cubicBezTo>
                  <a:lnTo>
                    <a:pt x="95" y="79"/>
                  </a:lnTo>
                  <a:lnTo>
                    <a:pt x="95" y="79"/>
                  </a:lnTo>
                  <a:cubicBezTo>
                    <a:pt x="111" y="79"/>
                    <a:pt x="127" y="64"/>
                    <a:pt x="142" y="48"/>
                  </a:cubicBezTo>
                  <a:cubicBezTo>
                    <a:pt x="142" y="32"/>
                    <a:pt x="127" y="16"/>
                    <a:pt x="111"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3" name="Google Shape;1793;p38"/>
            <p:cNvSpPr/>
            <p:nvPr/>
          </p:nvSpPr>
          <p:spPr>
            <a:xfrm>
              <a:off x="3398980" y="1791275"/>
              <a:ext cx="4039" cy="3021"/>
            </a:xfrm>
            <a:custGeom>
              <a:avLst/>
              <a:gdLst/>
              <a:ahLst/>
              <a:cxnLst/>
              <a:rect l="l" t="t" r="r" b="b"/>
              <a:pathLst>
                <a:path w="127" h="95" extrusionOk="0">
                  <a:moveTo>
                    <a:pt x="48" y="0"/>
                  </a:moveTo>
                  <a:lnTo>
                    <a:pt x="32" y="0"/>
                  </a:lnTo>
                  <a:cubicBezTo>
                    <a:pt x="32" y="0"/>
                    <a:pt x="17" y="15"/>
                    <a:pt x="17" y="32"/>
                  </a:cubicBezTo>
                  <a:cubicBezTo>
                    <a:pt x="0" y="47"/>
                    <a:pt x="17" y="63"/>
                    <a:pt x="32" y="63"/>
                  </a:cubicBezTo>
                  <a:lnTo>
                    <a:pt x="48" y="78"/>
                  </a:lnTo>
                  <a:lnTo>
                    <a:pt x="80" y="95"/>
                  </a:lnTo>
                  <a:lnTo>
                    <a:pt x="126" y="32"/>
                  </a:lnTo>
                  <a:lnTo>
                    <a:pt x="111" y="32"/>
                  </a:lnTo>
                  <a:lnTo>
                    <a:pt x="63"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4" name="Google Shape;1794;p38"/>
            <p:cNvSpPr/>
            <p:nvPr/>
          </p:nvSpPr>
          <p:spPr>
            <a:xfrm>
              <a:off x="3406517" y="1769712"/>
              <a:ext cx="3530" cy="5025"/>
            </a:xfrm>
            <a:custGeom>
              <a:avLst/>
              <a:gdLst/>
              <a:ahLst/>
              <a:cxnLst/>
              <a:rect l="l" t="t" r="r" b="b"/>
              <a:pathLst>
                <a:path w="111" h="158" extrusionOk="0">
                  <a:moveTo>
                    <a:pt x="63" y="0"/>
                  </a:moveTo>
                  <a:lnTo>
                    <a:pt x="63" y="0"/>
                  </a:lnTo>
                  <a:lnTo>
                    <a:pt x="47" y="0"/>
                  </a:lnTo>
                  <a:cubicBezTo>
                    <a:pt x="32" y="17"/>
                    <a:pt x="15" y="32"/>
                    <a:pt x="15" y="48"/>
                  </a:cubicBezTo>
                  <a:lnTo>
                    <a:pt x="15" y="63"/>
                  </a:lnTo>
                  <a:cubicBezTo>
                    <a:pt x="0" y="95"/>
                    <a:pt x="15" y="126"/>
                    <a:pt x="32" y="143"/>
                  </a:cubicBezTo>
                  <a:lnTo>
                    <a:pt x="47" y="143"/>
                  </a:lnTo>
                  <a:cubicBezTo>
                    <a:pt x="47" y="158"/>
                    <a:pt x="63" y="158"/>
                    <a:pt x="63" y="158"/>
                  </a:cubicBezTo>
                  <a:cubicBezTo>
                    <a:pt x="79" y="158"/>
                    <a:pt x="79" y="158"/>
                    <a:pt x="79" y="143"/>
                  </a:cubicBezTo>
                  <a:cubicBezTo>
                    <a:pt x="95" y="143"/>
                    <a:pt x="110" y="111"/>
                    <a:pt x="95" y="95"/>
                  </a:cubicBezTo>
                  <a:lnTo>
                    <a:pt x="95" y="95"/>
                  </a:lnTo>
                  <a:lnTo>
                    <a:pt x="79" y="80"/>
                  </a:lnTo>
                  <a:lnTo>
                    <a:pt x="95" y="63"/>
                  </a:lnTo>
                  <a:cubicBezTo>
                    <a:pt x="110" y="63"/>
                    <a:pt x="110" y="32"/>
                    <a:pt x="95" y="17"/>
                  </a:cubicBezTo>
                  <a:lnTo>
                    <a:pt x="95" y="17"/>
                  </a:lnTo>
                  <a:cubicBezTo>
                    <a:pt x="95" y="0"/>
                    <a:pt x="79"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5" name="Google Shape;1795;p38"/>
            <p:cNvSpPr/>
            <p:nvPr/>
          </p:nvSpPr>
          <p:spPr>
            <a:xfrm>
              <a:off x="3379929" y="1771239"/>
              <a:ext cx="3053" cy="6042"/>
            </a:xfrm>
            <a:custGeom>
              <a:avLst/>
              <a:gdLst/>
              <a:ahLst/>
              <a:cxnLst/>
              <a:rect l="l" t="t" r="r" b="b"/>
              <a:pathLst>
                <a:path w="96" h="190" extrusionOk="0">
                  <a:moveTo>
                    <a:pt x="64" y="0"/>
                  </a:moveTo>
                  <a:lnTo>
                    <a:pt x="49" y="0"/>
                  </a:lnTo>
                  <a:lnTo>
                    <a:pt x="32" y="15"/>
                  </a:lnTo>
                  <a:lnTo>
                    <a:pt x="1" y="126"/>
                  </a:lnTo>
                  <a:lnTo>
                    <a:pt x="1" y="158"/>
                  </a:lnTo>
                  <a:cubicBezTo>
                    <a:pt x="1" y="158"/>
                    <a:pt x="1" y="173"/>
                    <a:pt x="17" y="189"/>
                  </a:cubicBezTo>
                  <a:lnTo>
                    <a:pt x="32" y="189"/>
                  </a:lnTo>
                  <a:lnTo>
                    <a:pt x="32" y="189"/>
                  </a:lnTo>
                  <a:cubicBezTo>
                    <a:pt x="49" y="189"/>
                    <a:pt x="64" y="173"/>
                    <a:pt x="64" y="158"/>
                  </a:cubicBezTo>
                  <a:lnTo>
                    <a:pt x="95" y="32"/>
                  </a:lnTo>
                  <a:cubicBezTo>
                    <a:pt x="95" y="15"/>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6" name="Google Shape;1796;p38"/>
            <p:cNvSpPr/>
            <p:nvPr/>
          </p:nvSpPr>
          <p:spPr>
            <a:xfrm>
              <a:off x="3061256" y="1829344"/>
              <a:ext cx="4039" cy="4516"/>
            </a:xfrm>
            <a:custGeom>
              <a:avLst/>
              <a:gdLst/>
              <a:ahLst/>
              <a:cxnLst/>
              <a:rect l="l" t="t" r="r" b="b"/>
              <a:pathLst>
                <a:path w="127" h="142" extrusionOk="0">
                  <a:moveTo>
                    <a:pt x="95" y="1"/>
                  </a:moveTo>
                  <a:lnTo>
                    <a:pt x="95" y="1"/>
                  </a:lnTo>
                  <a:lnTo>
                    <a:pt x="95" y="1"/>
                  </a:lnTo>
                  <a:cubicBezTo>
                    <a:pt x="80" y="1"/>
                    <a:pt x="63" y="16"/>
                    <a:pt x="63" y="32"/>
                  </a:cubicBezTo>
                  <a:cubicBezTo>
                    <a:pt x="48" y="32"/>
                    <a:pt x="48" y="16"/>
                    <a:pt x="48" y="16"/>
                  </a:cubicBezTo>
                  <a:lnTo>
                    <a:pt x="32" y="16"/>
                  </a:lnTo>
                  <a:lnTo>
                    <a:pt x="16" y="32"/>
                  </a:lnTo>
                  <a:cubicBezTo>
                    <a:pt x="16" y="47"/>
                    <a:pt x="0" y="47"/>
                    <a:pt x="0" y="64"/>
                  </a:cubicBezTo>
                  <a:lnTo>
                    <a:pt x="16" y="110"/>
                  </a:lnTo>
                  <a:cubicBezTo>
                    <a:pt x="16" y="127"/>
                    <a:pt x="32" y="142"/>
                    <a:pt x="48" y="142"/>
                  </a:cubicBezTo>
                  <a:lnTo>
                    <a:pt x="48" y="142"/>
                  </a:lnTo>
                  <a:cubicBezTo>
                    <a:pt x="80" y="142"/>
                    <a:pt x="95" y="127"/>
                    <a:pt x="111" y="110"/>
                  </a:cubicBezTo>
                  <a:cubicBezTo>
                    <a:pt x="126" y="95"/>
                    <a:pt x="126" y="79"/>
                    <a:pt x="126" y="79"/>
                  </a:cubicBezTo>
                  <a:lnTo>
                    <a:pt x="126" y="32"/>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7" name="Google Shape;1797;p38"/>
            <p:cNvSpPr/>
            <p:nvPr/>
          </p:nvSpPr>
          <p:spPr>
            <a:xfrm>
              <a:off x="3120379" y="1824351"/>
              <a:ext cx="4039" cy="3498"/>
            </a:xfrm>
            <a:custGeom>
              <a:avLst/>
              <a:gdLst/>
              <a:ahLst/>
              <a:cxnLst/>
              <a:rect l="l" t="t" r="r" b="b"/>
              <a:pathLst>
                <a:path w="127" h="110" extrusionOk="0">
                  <a:moveTo>
                    <a:pt x="48" y="0"/>
                  </a:moveTo>
                  <a:lnTo>
                    <a:pt x="48" y="0"/>
                  </a:lnTo>
                  <a:lnTo>
                    <a:pt x="32" y="0"/>
                  </a:lnTo>
                  <a:cubicBezTo>
                    <a:pt x="17" y="15"/>
                    <a:pt x="0" y="32"/>
                    <a:pt x="17" y="47"/>
                  </a:cubicBezTo>
                  <a:lnTo>
                    <a:pt x="48" y="78"/>
                  </a:lnTo>
                  <a:lnTo>
                    <a:pt x="48" y="95"/>
                  </a:lnTo>
                  <a:cubicBezTo>
                    <a:pt x="63" y="110"/>
                    <a:pt x="80" y="110"/>
                    <a:pt x="80" y="110"/>
                  </a:cubicBezTo>
                  <a:lnTo>
                    <a:pt x="111" y="110"/>
                  </a:lnTo>
                  <a:cubicBezTo>
                    <a:pt x="111" y="95"/>
                    <a:pt x="126" y="78"/>
                    <a:pt x="111" y="63"/>
                  </a:cubicBezTo>
                  <a:cubicBezTo>
                    <a:pt x="111" y="78"/>
                    <a:pt x="95" y="78"/>
                    <a:pt x="95" y="78"/>
                  </a:cubicBezTo>
                  <a:cubicBezTo>
                    <a:pt x="95" y="78"/>
                    <a:pt x="80" y="78"/>
                    <a:pt x="80" y="63"/>
                  </a:cubicBezTo>
                  <a:lnTo>
                    <a:pt x="63" y="47"/>
                  </a:lnTo>
                  <a:cubicBezTo>
                    <a:pt x="48" y="47"/>
                    <a:pt x="32" y="15"/>
                    <a:pt x="48"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8" name="Google Shape;1798;p38"/>
            <p:cNvSpPr/>
            <p:nvPr/>
          </p:nvSpPr>
          <p:spPr>
            <a:xfrm>
              <a:off x="3403496" y="1789749"/>
              <a:ext cx="6042" cy="7569"/>
            </a:xfrm>
            <a:custGeom>
              <a:avLst/>
              <a:gdLst/>
              <a:ahLst/>
              <a:cxnLst/>
              <a:rect l="l" t="t" r="r" b="b"/>
              <a:pathLst>
                <a:path w="190" h="238" extrusionOk="0">
                  <a:moveTo>
                    <a:pt x="79" y="0"/>
                  </a:moveTo>
                  <a:lnTo>
                    <a:pt x="79" y="0"/>
                  </a:lnTo>
                  <a:lnTo>
                    <a:pt x="64" y="0"/>
                  </a:lnTo>
                  <a:lnTo>
                    <a:pt x="47" y="17"/>
                  </a:lnTo>
                  <a:cubicBezTo>
                    <a:pt x="32" y="32"/>
                    <a:pt x="16" y="48"/>
                    <a:pt x="16" y="63"/>
                  </a:cubicBezTo>
                  <a:lnTo>
                    <a:pt x="32" y="63"/>
                  </a:lnTo>
                  <a:lnTo>
                    <a:pt x="32" y="63"/>
                  </a:lnTo>
                  <a:lnTo>
                    <a:pt x="64" y="63"/>
                  </a:lnTo>
                  <a:cubicBezTo>
                    <a:pt x="79" y="80"/>
                    <a:pt x="64" y="111"/>
                    <a:pt x="64" y="111"/>
                  </a:cubicBezTo>
                  <a:lnTo>
                    <a:pt x="16" y="158"/>
                  </a:lnTo>
                  <a:lnTo>
                    <a:pt x="16" y="174"/>
                  </a:lnTo>
                  <a:cubicBezTo>
                    <a:pt x="16" y="174"/>
                    <a:pt x="16" y="189"/>
                    <a:pt x="1" y="189"/>
                  </a:cubicBezTo>
                  <a:lnTo>
                    <a:pt x="1" y="221"/>
                  </a:lnTo>
                  <a:cubicBezTo>
                    <a:pt x="1" y="237"/>
                    <a:pt x="1" y="237"/>
                    <a:pt x="16" y="237"/>
                  </a:cubicBezTo>
                  <a:lnTo>
                    <a:pt x="32" y="237"/>
                  </a:lnTo>
                  <a:lnTo>
                    <a:pt x="47" y="237"/>
                  </a:lnTo>
                  <a:lnTo>
                    <a:pt x="47" y="237"/>
                  </a:lnTo>
                  <a:lnTo>
                    <a:pt x="158" y="206"/>
                  </a:lnTo>
                  <a:lnTo>
                    <a:pt x="174" y="206"/>
                  </a:lnTo>
                  <a:lnTo>
                    <a:pt x="174" y="206"/>
                  </a:lnTo>
                  <a:cubicBezTo>
                    <a:pt x="190" y="189"/>
                    <a:pt x="190" y="174"/>
                    <a:pt x="190" y="158"/>
                  </a:cubicBezTo>
                  <a:cubicBezTo>
                    <a:pt x="190" y="143"/>
                    <a:pt x="174" y="143"/>
                    <a:pt x="174" y="126"/>
                  </a:cubicBezTo>
                  <a:lnTo>
                    <a:pt x="158" y="126"/>
                  </a:lnTo>
                  <a:lnTo>
                    <a:pt x="142" y="126"/>
                  </a:lnTo>
                  <a:lnTo>
                    <a:pt x="127" y="143"/>
                  </a:lnTo>
                  <a:lnTo>
                    <a:pt x="79" y="158"/>
                  </a:lnTo>
                  <a:lnTo>
                    <a:pt x="79" y="126"/>
                  </a:lnTo>
                  <a:lnTo>
                    <a:pt x="79" y="111"/>
                  </a:lnTo>
                  <a:lnTo>
                    <a:pt x="79" y="80"/>
                  </a:lnTo>
                  <a:cubicBezTo>
                    <a:pt x="79" y="80"/>
                    <a:pt x="79" y="63"/>
                    <a:pt x="95" y="63"/>
                  </a:cubicBezTo>
                  <a:cubicBezTo>
                    <a:pt x="110" y="48"/>
                    <a:pt x="127" y="32"/>
                    <a:pt x="110" y="17"/>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9" name="Google Shape;1799;p38"/>
            <p:cNvSpPr/>
            <p:nvPr/>
          </p:nvSpPr>
          <p:spPr>
            <a:xfrm>
              <a:off x="3160993" y="1815319"/>
              <a:ext cx="4039" cy="4516"/>
            </a:xfrm>
            <a:custGeom>
              <a:avLst/>
              <a:gdLst/>
              <a:ahLst/>
              <a:cxnLst/>
              <a:rect l="l" t="t" r="r" b="b"/>
              <a:pathLst>
                <a:path w="127" h="142" extrusionOk="0">
                  <a:moveTo>
                    <a:pt x="63" y="1"/>
                  </a:moveTo>
                  <a:cubicBezTo>
                    <a:pt x="78" y="1"/>
                    <a:pt x="63" y="16"/>
                    <a:pt x="63" y="16"/>
                  </a:cubicBezTo>
                  <a:cubicBezTo>
                    <a:pt x="63" y="32"/>
                    <a:pt x="47" y="32"/>
                    <a:pt x="47" y="32"/>
                  </a:cubicBezTo>
                  <a:lnTo>
                    <a:pt x="32" y="32"/>
                  </a:lnTo>
                  <a:lnTo>
                    <a:pt x="15" y="47"/>
                  </a:lnTo>
                  <a:lnTo>
                    <a:pt x="0" y="79"/>
                  </a:lnTo>
                  <a:cubicBezTo>
                    <a:pt x="0" y="95"/>
                    <a:pt x="0" y="110"/>
                    <a:pt x="15" y="110"/>
                  </a:cubicBezTo>
                  <a:lnTo>
                    <a:pt x="32" y="142"/>
                  </a:lnTo>
                  <a:lnTo>
                    <a:pt x="47" y="142"/>
                  </a:lnTo>
                  <a:lnTo>
                    <a:pt x="63" y="142"/>
                  </a:lnTo>
                  <a:lnTo>
                    <a:pt x="95" y="142"/>
                  </a:lnTo>
                  <a:lnTo>
                    <a:pt x="110" y="142"/>
                  </a:lnTo>
                  <a:lnTo>
                    <a:pt x="110" y="142"/>
                  </a:lnTo>
                  <a:lnTo>
                    <a:pt x="126" y="142"/>
                  </a:lnTo>
                  <a:cubicBezTo>
                    <a:pt x="126" y="142"/>
                    <a:pt x="126" y="127"/>
                    <a:pt x="110" y="127"/>
                  </a:cubicBezTo>
                  <a:lnTo>
                    <a:pt x="78" y="79"/>
                  </a:lnTo>
                  <a:lnTo>
                    <a:pt x="95" y="32"/>
                  </a:lnTo>
                  <a:cubicBezTo>
                    <a:pt x="110" y="32"/>
                    <a:pt x="110" y="16"/>
                    <a:pt x="95" y="16"/>
                  </a:cubicBezTo>
                  <a:lnTo>
                    <a:pt x="95" y="16"/>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0" name="Google Shape;1800;p38"/>
            <p:cNvSpPr/>
            <p:nvPr/>
          </p:nvSpPr>
          <p:spPr>
            <a:xfrm>
              <a:off x="3391951" y="1794742"/>
              <a:ext cx="3053" cy="4580"/>
            </a:xfrm>
            <a:custGeom>
              <a:avLst/>
              <a:gdLst/>
              <a:ahLst/>
              <a:cxnLst/>
              <a:rect l="l" t="t" r="r" b="b"/>
              <a:pathLst>
                <a:path w="96" h="144" extrusionOk="0">
                  <a:moveTo>
                    <a:pt x="64" y="80"/>
                  </a:moveTo>
                  <a:lnTo>
                    <a:pt x="64" y="80"/>
                  </a:lnTo>
                  <a:lnTo>
                    <a:pt x="64" y="80"/>
                  </a:lnTo>
                  <a:close/>
                  <a:moveTo>
                    <a:pt x="64" y="1"/>
                  </a:moveTo>
                  <a:lnTo>
                    <a:pt x="64" y="1"/>
                  </a:lnTo>
                  <a:cubicBezTo>
                    <a:pt x="49" y="1"/>
                    <a:pt x="32" y="1"/>
                    <a:pt x="32" y="17"/>
                  </a:cubicBezTo>
                  <a:cubicBezTo>
                    <a:pt x="32" y="17"/>
                    <a:pt x="32" y="32"/>
                    <a:pt x="17" y="32"/>
                  </a:cubicBezTo>
                  <a:cubicBezTo>
                    <a:pt x="17" y="49"/>
                    <a:pt x="1" y="64"/>
                    <a:pt x="1" y="95"/>
                  </a:cubicBezTo>
                  <a:cubicBezTo>
                    <a:pt x="1" y="112"/>
                    <a:pt x="17" y="112"/>
                    <a:pt x="17" y="127"/>
                  </a:cubicBezTo>
                  <a:cubicBezTo>
                    <a:pt x="32" y="127"/>
                    <a:pt x="32" y="127"/>
                    <a:pt x="49" y="143"/>
                  </a:cubicBezTo>
                  <a:lnTo>
                    <a:pt x="64" y="143"/>
                  </a:lnTo>
                  <a:cubicBezTo>
                    <a:pt x="80" y="143"/>
                    <a:pt x="80" y="143"/>
                    <a:pt x="95" y="127"/>
                  </a:cubicBezTo>
                  <a:lnTo>
                    <a:pt x="95" y="127"/>
                  </a:lnTo>
                  <a:cubicBezTo>
                    <a:pt x="95" y="112"/>
                    <a:pt x="95" y="80"/>
                    <a:pt x="80" y="80"/>
                  </a:cubicBezTo>
                  <a:lnTo>
                    <a:pt x="80" y="80"/>
                  </a:lnTo>
                  <a:lnTo>
                    <a:pt x="80" y="64"/>
                  </a:lnTo>
                  <a:lnTo>
                    <a:pt x="95" y="49"/>
                  </a:lnTo>
                  <a:lnTo>
                    <a:pt x="95" y="17"/>
                  </a:lnTo>
                  <a:lnTo>
                    <a:pt x="80" y="1"/>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1" name="Google Shape;1801;p38"/>
            <p:cNvSpPr/>
            <p:nvPr/>
          </p:nvSpPr>
          <p:spPr>
            <a:xfrm>
              <a:off x="3393955" y="179728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2" name="Google Shape;1802;p38"/>
            <p:cNvSpPr/>
            <p:nvPr/>
          </p:nvSpPr>
          <p:spPr>
            <a:xfrm>
              <a:off x="3334832" y="1809785"/>
              <a:ext cx="5057" cy="5057"/>
            </a:xfrm>
            <a:custGeom>
              <a:avLst/>
              <a:gdLst/>
              <a:ahLst/>
              <a:cxnLst/>
              <a:rect l="l" t="t" r="r" b="b"/>
              <a:pathLst>
                <a:path w="159" h="159" extrusionOk="0">
                  <a:moveTo>
                    <a:pt x="64" y="1"/>
                  </a:moveTo>
                  <a:lnTo>
                    <a:pt x="17" y="32"/>
                  </a:lnTo>
                  <a:lnTo>
                    <a:pt x="32" y="49"/>
                  </a:lnTo>
                  <a:cubicBezTo>
                    <a:pt x="32" y="64"/>
                    <a:pt x="17" y="80"/>
                    <a:pt x="1" y="95"/>
                  </a:cubicBezTo>
                  <a:lnTo>
                    <a:pt x="32" y="95"/>
                  </a:lnTo>
                  <a:lnTo>
                    <a:pt x="49" y="95"/>
                  </a:lnTo>
                  <a:lnTo>
                    <a:pt x="64" y="80"/>
                  </a:lnTo>
                  <a:lnTo>
                    <a:pt x="80" y="127"/>
                  </a:lnTo>
                  <a:lnTo>
                    <a:pt x="80" y="127"/>
                  </a:lnTo>
                  <a:lnTo>
                    <a:pt x="80" y="127"/>
                  </a:lnTo>
                  <a:cubicBezTo>
                    <a:pt x="95" y="143"/>
                    <a:pt x="95" y="158"/>
                    <a:pt x="112" y="158"/>
                  </a:cubicBezTo>
                  <a:lnTo>
                    <a:pt x="127" y="158"/>
                  </a:lnTo>
                  <a:lnTo>
                    <a:pt x="127" y="158"/>
                  </a:lnTo>
                  <a:cubicBezTo>
                    <a:pt x="143" y="158"/>
                    <a:pt x="158" y="143"/>
                    <a:pt x="158" y="127"/>
                  </a:cubicBezTo>
                  <a:lnTo>
                    <a:pt x="158" y="112"/>
                  </a:lnTo>
                  <a:lnTo>
                    <a:pt x="143" y="64"/>
                  </a:lnTo>
                  <a:lnTo>
                    <a:pt x="143" y="64"/>
                  </a:lnTo>
                  <a:lnTo>
                    <a:pt x="143" y="49"/>
                  </a:lnTo>
                  <a:lnTo>
                    <a:pt x="127" y="32"/>
                  </a:lnTo>
                  <a:lnTo>
                    <a:pt x="127" y="49"/>
                  </a:lnTo>
                  <a:cubicBezTo>
                    <a:pt x="127" y="64"/>
                    <a:pt x="112" y="64"/>
                    <a:pt x="95" y="64"/>
                  </a:cubicBezTo>
                  <a:lnTo>
                    <a:pt x="95" y="64"/>
                  </a:lnTo>
                  <a:cubicBezTo>
                    <a:pt x="64" y="64"/>
                    <a:pt x="64" y="49"/>
                    <a:pt x="64"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3" name="Google Shape;1803;p38"/>
            <p:cNvSpPr/>
            <p:nvPr/>
          </p:nvSpPr>
          <p:spPr>
            <a:xfrm>
              <a:off x="3353405" y="1813315"/>
              <a:ext cx="3498" cy="2035"/>
            </a:xfrm>
            <a:custGeom>
              <a:avLst/>
              <a:gdLst/>
              <a:ahLst/>
              <a:cxnLst/>
              <a:rect l="l" t="t" r="r" b="b"/>
              <a:pathLst>
                <a:path w="110" h="64" extrusionOk="0">
                  <a:moveTo>
                    <a:pt x="78" y="1"/>
                  </a:moveTo>
                  <a:lnTo>
                    <a:pt x="63" y="16"/>
                  </a:lnTo>
                  <a:lnTo>
                    <a:pt x="0" y="16"/>
                  </a:lnTo>
                  <a:lnTo>
                    <a:pt x="0" y="32"/>
                  </a:lnTo>
                  <a:lnTo>
                    <a:pt x="0" y="32"/>
                  </a:lnTo>
                  <a:lnTo>
                    <a:pt x="63" y="64"/>
                  </a:lnTo>
                  <a:lnTo>
                    <a:pt x="63" y="64"/>
                  </a:lnTo>
                  <a:lnTo>
                    <a:pt x="78" y="64"/>
                  </a:lnTo>
                  <a:cubicBezTo>
                    <a:pt x="95" y="64"/>
                    <a:pt x="95" y="64"/>
                    <a:pt x="110" y="47"/>
                  </a:cubicBezTo>
                  <a:cubicBezTo>
                    <a:pt x="110" y="32"/>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4" name="Google Shape;1804;p38"/>
            <p:cNvSpPr/>
            <p:nvPr/>
          </p:nvSpPr>
          <p:spPr>
            <a:xfrm>
              <a:off x="3295745" y="1814333"/>
              <a:ext cx="6042" cy="4516"/>
            </a:xfrm>
            <a:custGeom>
              <a:avLst/>
              <a:gdLst/>
              <a:ahLst/>
              <a:cxnLst/>
              <a:rect l="l" t="t" r="r" b="b"/>
              <a:pathLst>
                <a:path w="190" h="142" extrusionOk="0">
                  <a:moveTo>
                    <a:pt x="95" y="0"/>
                  </a:moveTo>
                  <a:lnTo>
                    <a:pt x="95" y="15"/>
                  </a:lnTo>
                  <a:lnTo>
                    <a:pt x="95" y="32"/>
                  </a:lnTo>
                  <a:lnTo>
                    <a:pt x="95" y="32"/>
                  </a:lnTo>
                  <a:lnTo>
                    <a:pt x="95" y="63"/>
                  </a:lnTo>
                  <a:lnTo>
                    <a:pt x="64" y="95"/>
                  </a:lnTo>
                  <a:cubicBezTo>
                    <a:pt x="49" y="95"/>
                    <a:pt x="49" y="95"/>
                    <a:pt x="49" y="78"/>
                  </a:cubicBezTo>
                  <a:lnTo>
                    <a:pt x="17" y="78"/>
                  </a:lnTo>
                  <a:lnTo>
                    <a:pt x="17" y="78"/>
                  </a:lnTo>
                  <a:cubicBezTo>
                    <a:pt x="17" y="95"/>
                    <a:pt x="17" y="110"/>
                    <a:pt x="1" y="110"/>
                  </a:cubicBezTo>
                  <a:lnTo>
                    <a:pt x="1" y="126"/>
                  </a:lnTo>
                  <a:cubicBezTo>
                    <a:pt x="17" y="126"/>
                    <a:pt x="17" y="141"/>
                    <a:pt x="32" y="141"/>
                  </a:cubicBezTo>
                  <a:cubicBezTo>
                    <a:pt x="49" y="141"/>
                    <a:pt x="49" y="126"/>
                    <a:pt x="64" y="126"/>
                  </a:cubicBezTo>
                  <a:lnTo>
                    <a:pt x="64" y="110"/>
                  </a:lnTo>
                  <a:cubicBezTo>
                    <a:pt x="80" y="110"/>
                    <a:pt x="80" y="95"/>
                    <a:pt x="95" y="95"/>
                  </a:cubicBezTo>
                  <a:lnTo>
                    <a:pt x="95" y="95"/>
                  </a:lnTo>
                  <a:lnTo>
                    <a:pt x="143" y="47"/>
                  </a:lnTo>
                  <a:cubicBezTo>
                    <a:pt x="158" y="47"/>
                    <a:pt x="175" y="32"/>
                    <a:pt x="175" y="32"/>
                  </a:cubicBezTo>
                  <a:lnTo>
                    <a:pt x="190" y="32"/>
                  </a:lnTo>
                  <a:lnTo>
                    <a:pt x="175" y="15"/>
                  </a:lnTo>
                  <a:cubicBezTo>
                    <a:pt x="175" y="32"/>
                    <a:pt x="158" y="32"/>
                    <a:pt x="158" y="32"/>
                  </a:cubicBezTo>
                  <a:lnTo>
                    <a:pt x="143" y="32"/>
                  </a:lnTo>
                  <a:lnTo>
                    <a:pt x="12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5" name="Google Shape;1805;p38"/>
            <p:cNvSpPr/>
            <p:nvPr/>
          </p:nvSpPr>
          <p:spPr>
            <a:xfrm>
              <a:off x="3316322" y="1814333"/>
              <a:ext cx="5025" cy="2512"/>
            </a:xfrm>
            <a:custGeom>
              <a:avLst/>
              <a:gdLst/>
              <a:ahLst/>
              <a:cxnLst/>
              <a:rect l="l" t="t" r="r" b="b"/>
              <a:pathLst>
                <a:path w="158" h="79" extrusionOk="0">
                  <a:moveTo>
                    <a:pt x="79" y="0"/>
                  </a:moveTo>
                  <a:lnTo>
                    <a:pt x="32" y="15"/>
                  </a:lnTo>
                  <a:cubicBezTo>
                    <a:pt x="15" y="15"/>
                    <a:pt x="15" y="15"/>
                    <a:pt x="0" y="32"/>
                  </a:cubicBezTo>
                  <a:cubicBezTo>
                    <a:pt x="15" y="32"/>
                    <a:pt x="15" y="15"/>
                    <a:pt x="15" y="15"/>
                  </a:cubicBezTo>
                  <a:lnTo>
                    <a:pt x="15" y="15"/>
                  </a:lnTo>
                  <a:cubicBezTo>
                    <a:pt x="32" y="15"/>
                    <a:pt x="47" y="32"/>
                    <a:pt x="47" y="32"/>
                  </a:cubicBezTo>
                  <a:lnTo>
                    <a:pt x="47" y="47"/>
                  </a:lnTo>
                  <a:lnTo>
                    <a:pt x="63" y="47"/>
                  </a:lnTo>
                  <a:lnTo>
                    <a:pt x="95" y="78"/>
                  </a:lnTo>
                  <a:lnTo>
                    <a:pt x="95" y="78"/>
                  </a:lnTo>
                  <a:lnTo>
                    <a:pt x="126" y="63"/>
                  </a:lnTo>
                  <a:cubicBezTo>
                    <a:pt x="142" y="63"/>
                    <a:pt x="158" y="47"/>
                    <a:pt x="158" y="32"/>
                  </a:cubicBezTo>
                  <a:lnTo>
                    <a:pt x="158"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6" name="Google Shape;1806;p38"/>
            <p:cNvSpPr/>
            <p:nvPr/>
          </p:nvSpPr>
          <p:spPr>
            <a:xfrm>
              <a:off x="3393478" y="1752189"/>
              <a:ext cx="4039" cy="5534"/>
            </a:xfrm>
            <a:custGeom>
              <a:avLst/>
              <a:gdLst/>
              <a:ahLst/>
              <a:cxnLst/>
              <a:rect l="l" t="t" r="r" b="b"/>
              <a:pathLst>
                <a:path w="127" h="174" extrusionOk="0">
                  <a:moveTo>
                    <a:pt x="95" y="0"/>
                  </a:moveTo>
                  <a:lnTo>
                    <a:pt x="79" y="0"/>
                  </a:lnTo>
                  <a:cubicBezTo>
                    <a:pt x="79" y="0"/>
                    <a:pt x="64" y="15"/>
                    <a:pt x="47" y="15"/>
                  </a:cubicBezTo>
                  <a:lnTo>
                    <a:pt x="16" y="126"/>
                  </a:lnTo>
                  <a:cubicBezTo>
                    <a:pt x="1" y="158"/>
                    <a:pt x="16" y="173"/>
                    <a:pt x="32" y="173"/>
                  </a:cubicBezTo>
                  <a:lnTo>
                    <a:pt x="47" y="173"/>
                  </a:lnTo>
                  <a:cubicBezTo>
                    <a:pt x="64" y="173"/>
                    <a:pt x="79" y="173"/>
                    <a:pt x="79" y="158"/>
                  </a:cubicBezTo>
                  <a:lnTo>
                    <a:pt x="79" y="142"/>
                  </a:lnTo>
                  <a:cubicBezTo>
                    <a:pt x="64" y="142"/>
                    <a:pt x="64" y="126"/>
                    <a:pt x="47" y="110"/>
                  </a:cubicBezTo>
                  <a:cubicBezTo>
                    <a:pt x="47" y="95"/>
                    <a:pt x="64" y="79"/>
                    <a:pt x="79" y="63"/>
                  </a:cubicBezTo>
                  <a:lnTo>
                    <a:pt x="110" y="63"/>
                  </a:lnTo>
                  <a:lnTo>
                    <a:pt x="127" y="47"/>
                  </a:lnTo>
                  <a:cubicBezTo>
                    <a:pt x="127" y="32"/>
                    <a:pt x="11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7" name="Google Shape;1807;p38"/>
            <p:cNvSpPr/>
            <p:nvPr/>
          </p:nvSpPr>
          <p:spPr>
            <a:xfrm>
              <a:off x="3176004" y="1831348"/>
              <a:ext cx="3530" cy="3053"/>
            </a:xfrm>
            <a:custGeom>
              <a:avLst/>
              <a:gdLst/>
              <a:ahLst/>
              <a:cxnLst/>
              <a:rect l="l" t="t" r="r" b="b"/>
              <a:pathLst>
                <a:path w="111" h="96" extrusionOk="0">
                  <a:moveTo>
                    <a:pt x="64" y="1"/>
                  </a:moveTo>
                  <a:lnTo>
                    <a:pt x="64" y="1"/>
                  </a:lnTo>
                  <a:lnTo>
                    <a:pt x="47" y="1"/>
                  </a:lnTo>
                  <a:lnTo>
                    <a:pt x="1" y="32"/>
                  </a:lnTo>
                  <a:lnTo>
                    <a:pt x="1" y="47"/>
                  </a:lnTo>
                  <a:lnTo>
                    <a:pt x="1" y="79"/>
                  </a:lnTo>
                  <a:lnTo>
                    <a:pt x="1" y="79"/>
                  </a:lnTo>
                  <a:cubicBezTo>
                    <a:pt x="1" y="95"/>
                    <a:pt x="16" y="95"/>
                    <a:pt x="32" y="95"/>
                  </a:cubicBezTo>
                  <a:lnTo>
                    <a:pt x="47" y="95"/>
                  </a:lnTo>
                  <a:lnTo>
                    <a:pt x="95" y="47"/>
                  </a:lnTo>
                  <a:cubicBezTo>
                    <a:pt x="110" y="47"/>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8" name="Google Shape;1808;p38"/>
            <p:cNvSpPr/>
            <p:nvPr/>
          </p:nvSpPr>
          <p:spPr>
            <a:xfrm>
              <a:off x="3265690" y="1815319"/>
              <a:ext cx="4548" cy="5534"/>
            </a:xfrm>
            <a:custGeom>
              <a:avLst/>
              <a:gdLst/>
              <a:ahLst/>
              <a:cxnLst/>
              <a:rect l="l" t="t" r="r" b="b"/>
              <a:pathLst>
                <a:path w="143" h="174" extrusionOk="0">
                  <a:moveTo>
                    <a:pt x="95" y="1"/>
                  </a:moveTo>
                  <a:lnTo>
                    <a:pt x="95" y="1"/>
                  </a:lnTo>
                  <a:cubicBezTo>
                    <a:pt x="80" y="1"/>
                    <a:pt x="80" y="16"/>
                    <a:pt x="63" y="32"/>
                  </a:cubicBezTo>
                  <a:lnTo>
                    <a:pt x="63" y="47"/>
                  </a:lnTo>
                  <a:lnTo>
                    <a:pt x="63" y="47"/>
                  </a:lnTo>
                  <a:cubicBezTo>
                    <a:pt x="48" y="64"/>
                    <a:pt x="48" y="64"/>
                    <a:pt x="48" y="79"/>
                  </a:cubicBezTo>
                  <a:cubicBezTo>
                    <a:pt x="32" y="79"/>
                    <a:pt x="32" y="95"/>
                    <a:pt x="32" y="95"/>
                  </a:cubicBezTo>
                  <a:lnTo>
                    <a:pt x="17" y="95"/>
                  </a:lnTo>
                  <a:cubicBezTo>
                    <a:pt x="17" y="110"/>
                    <a:pt x="17" y="110"/>
                    <a:pt x="0" y="110"/>
                  </a:cubicBezTo>
                  <a:lnTo>
                    <a:pt x="0" y="127"/>
                  </a:lnTo>
                  <a:lnTo>
                    <a:pt x="0" y="158"/>
                  </a:lnTo>
                  <a:cubicBezTo>
                    <a:pt x="17" y="173"/>
                    <a:pt x="17" y="173"/>
                    <a:pt x="32" y="173"/>
                  </a:cubicBezTo>
                  <a:cubicBezTo>
                    <a:pt x="32" y="173"/>
                    <a:pt x="48" y="173"/>
                    <a:pt x="48" y="158"/>
                  </a:cubicBezTo>
                  <a:lnTo>
                    <a:pt x="48" y="158"/>
                  </a:lnTo>
                  <a:lnTo>
                    <a:pt x="63" y="158"/>
                  </a:lnTo>
                  <a:lnTo>
                    <a:pt x="63" y="158"/>
                  </a:lnTo>
                  <a:lnTo>
                    <a:pt x="32" y="127"/>
                  </a:lnTo>
                  <a:cubicBezTo>
                    <a:pt x="32" y="110"/>
                    <a:pt x="32" y="79"/>
                    <a:pt x="48" y="79"/>
                  </a:cubicBezTo>
                  <a:lnTo>
                    <a:pt x="63" y="64"/>
                  </a:lnTo>
                  <a:lnTo>
                    <a:pt x="63" y="64"/>
                  </a:lnTo>
                  <a:cubicBezTo>
                    <a:pt x="80" y="64"/>
                    <a:pt x="95" y="79"/>
                    <a:pt x="95" y="79"/>
                  </a:cubicBezTo>
                  <a:lnTo>
                    <a:pt x="111" y="110"/>
                  </a:lnTo>
                  <a:cubicBezTo>
                    <a:pt x="111" y="95"/>
                    <a:pt x="126" y="79"/>
                    <a:pt x="126" y="64"/>
                  </a:cubicBezTo>
                  <a:lnTo>
                    <a:pt x="126" y="64"/>
                  </a:lnTo>
                  <a:lnTo>
                    <a:pt x="126" y="47"/>
                  </a:lnTo>
                  <a:cubicBezTo>
                    <a:pt x="143" y="32"/>
                    <a:pt x="126" y="16"/>
                    <a:pt x="126" y="16"/>
                  </a:cubicBezTo>
                  <a:cubicBezTo>
                    <a:pt x="111" y="16"/>
                    <a:pt x="111"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9" name="Google Shape;1809;p38"/>
            <p:cNvSpPr/>
            <p:nvPr/>
          </p:nvSpPr>
          <p:spPr>
            <a:xfrm>
              <a:off x="3412528" y="1781734"/>
              <a:ext cx="3530" cy="5565"/>
            </a:xfrm>
            <a:custGeom>
              <a:avLst/>
              <a:gdLst/>
              <a:ahLst/>
              <a:cxnLst/>
              <a:rect l="l" t="t" r="r" b="b"/>
              <a:pathLst>
                <a:path w="111" h="175" extrusionOk="0">
                  <a:moveTo>
                    <a:pt x="79" y="0"/>
                  </a:moveTo>
                  <a:lnTo>
                    <a:pt x="79" y="0"/>
                  </a:lnTo>
                  <a:cubicBezTo>
                    <a:pt x="63" y="0"/>
                    <a:pt x="63" y="0"/>
                    <a:pt x="63" y="17"/>
                  </a:cubicBezTo>
                  <a:cubicBezTo>
                    <a:pt x="63" y="17"/>
                    <a:pt x="47" y="17"/>
                    <a:pt x="47" y="32"/>
                  </a:cubicBezTo>
                  <a:lnTo>
                    <a:pt x="32" y="63"/>
                  </a:lnTo>
                  <a:lnTo>
                    <a:pt x="0" y="126"/>
                  </a:lnTo>
                  <a:cubicBezTo>
                    <a:pt x="0" y="143"/>
                    <a:pt x="0" y="158"/>
                    <a:pt x="16" y="174"/>
                  </a:cubicBezTo>
                  <a:lnTo>
                    <a:pt x="32" y="174"/>
                  </a:lnTo>
                  <a:cubicBezTo>
                    <a:pt x="47" y="174"/>
                    <a:pt x="63" y="158"/>
                    <a:pt x="63" y="158"/>
                  </a:cubicBezTo>
                  <a:lnTo>
                    <a:pt x="63" y="143"/>
                  </a:lnTo>
                  <a:cubicBezTo>
                    <a:pt x="79" y="143"/>
                    <a:pt x="79" y="126"/>
                    <a:pt x="79" y="126"/>
                  </a:cubicBezTo>
                  <a:lnTo>
                    <a:pt x="79" y="126"/>
                  </a:lnTo>
                  <a:lnTo>
                    <a:pt x="110" y="63"/>
                  </a:lnTo>
                  <a:lnTo>
                    <a:pt x="110" y="48"/>
                  </a:lnTo>
                  <a:lnTo>
                    <a:pt x="110" y="17"/>
                  </a:lnTo>
                  <a:lnTo>
                    <a:pt x="95" y="17"/>
                  </a:lnTo>
                  <a:cubicBezTo>
                    <a:pt x="95" y="17"/>
                    <a:pt x="79" y="17"/>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0" name="Google Shape;1810;p38"/>
            <p:cNvSpPr/>
            <p:nvPr/>
          </p:nvSpPr>
          <p:spPr>
            <a:xfrm>
              <a:off x="3165986" y="1826832"/>
              <a:ext cx="5057" cy="2544"/>
            </a:xfrm>
            <a:custGeom>
              <a:avLst/>
              <a:gdLst/>
              <a:ahLst/>
              <a:cxnLst/>
              <a:rect l="l" t="t" r="r" b="b"/>
              <a:pathLst>
                <a:path w="159" h="80" extrusionOk="0">
                  <a:moveTo>
                    <a:pt x="32" y="0"/>
                  </a:moveTo>
                  <a:lnTo>
                    <a:pt x="32" y="0"/>
                  </a:lnTo>
                  <a:cubicBezTo>
                    <a:pt x="16" y="0"/>
                    <a:pt x="1" y="0"/>
                    <a:pt x="1" y="17"/>
                  </a:cubicBezTo>
                  <a:cubicBezTo>
                    <a:pt x="1" y="32"/>
                    <a:pt x="1" y="63"/>
                    <a:pt x="32" y="63"/>
                  </a:cubicBezTo>
                  <a:lnTo>
                    <a:pt x="95" y="80"/>
                  </a:lnTo>
                  <a:lnTo>
                    <a:pt x="95" y="80"/>
                  </a:lnTo>
                  <a:lnTo>
                    <a:pt x="110" y="80"/>
                  </a:lnTo>
                  <a:lnTo>
                    <a:pt x="127" y="80"/>
                  </a:lnTo>
                  <a:cubicBezTo>
                    <a:pt x="142" y="80"/>
                    <a:pt x="158" y="48"/>
                    <a:pt x="158" y="32"/>
                  </a:cubicBezTo>
                  <a:lnTo>
                    <a:pt x="158" y="32"/>
                  </a:lnTo>
                  <a:lnTo>
                    <a:pt x="158" y="32"/>
                  </a:lnTo>
                  <a:cubicBezTo>
                    <a:pt x="142" y="48"/>
                    <a:pt x="142" y="48"/>
                    <a:pt x="127" y="48"/>
                  </a:cubicBezTo>
                  <a:lnTo>
                    <a:pt x="110" y="48"/>
                  </a:lnTo>
                  <a:lnTo>
                    <a:pt x="79" y="32"/>
                  </a:lnTo>
                  <a:cubicBezTo>
                    <a:pt x="79" y="17"/>
                    <a:pt x="64" y="17"/>
                    <a:pt x="64"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1" name="Google Shape;1811;p38"/>
            <p:cNvSpPr/>
            <p:nvPr/>
          </p:nvSpPr>
          <p:spPr>
            <a:xfrm>
              <a:off x="3398980" y="1802788"/>
              <a:ext cx="3562" cy="3021"/>
            </a:xfrm>
            <a:custGeom>
              <a:avLst/>
              <a:gdLst/>
              <a:ahLst/>
              <a:cxnLst/>
              <a:rect l="l" t="t" r="r" b="b"/>
              <a:pathLst>
                <a:path w="112" h="95" extrusionOk="0">
                  <a:moveTo>
                    <a:pt x="111" y="0"/>
                  </a:moveTo>
                  <a:lnTo>
                    <a:pt x="111" y="0"/>
                  </a:lnTo>
                  <a:lnTo>
                    <a:pt x="48" y="16"/>
                  </a:lnTo>
                  <a:lnTo>
                    <a:pt x="48" y="16"/>
                  </a:lnTo>
                  <a:lnTo>
                    <a:pt x="32" y="16"/>
                  </a:lnTo>
                  <a:lnTo>
                    <a:pt x="17" y="32"/>
                  </a:lnTo>
                  <a:cubicBezTo>
                    <a:pt x="0" y="32"/>
                    <a:pt x="0" y="32"/>
                    <a:pt x="0" y="48"/>
                  </a:cubicBezTo>
                  <a:cubicBezTo>
                    <a:pt x="17" y="48"/>
                    <a:pt x="17" y="48"/>
                    <a:pt x="17" y="63"/>
                  </a:cubicBezTo>
                  <a:lnTo>
                    <a:pt x="17" y="79"/>
                  </a:lnTo>
                  <a:lnTo>
                    <a:pt x="32" y="95"/>
                  </a:lnTo>
                  <a:lnTo>
                    <a:pt x="32" y="95"/>
                  </a:lnTo>
                  <a:cubicBezTo>
                    <a:pt x="32" y="95"/>
                    <a:pt x="48" y="95"/>
                    <a:pt x="48" y="79"/>
                  </a:cubicBezTo>
                  <a:lnTo>
                    <a:pt x="48" y="79"/>
                  </a:lnTo>
                  <a:lnTo>
                    <a:pt x="80" y="63"/>
                  </a:lnTo>
                  <a:lnTo>
                    <a:pt x="95" y="48"/>
                  </a:lnTo>
                  <a:cubicBezTo>
                    <a:pt x="111" y="32"/>
                    <a:pt x="111" y="16"/>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2" name="Google Shape;1812;p38"/>
            <p:cNvSpPr/>
            <p:nvPr/>
          </p:nvSpPr>
          <p:spPr>
            <a:xfrm>
              <a:off x="3444077" y="1799767"/>
              <a:ext cx="4548" cy="5565"/>
            </a:xfrm>
            <a:custGeom>
              <a:avLst/>
              <a:gdLst/>
              <a:ahLst/>
              <a:cxnLst/>
              <a:rect l="l" t="t" r="r" b="b"/>
              <a:pathLst>
                <a:path w="143" h="175" extrusionOk="0">
                  <a:moveTo>
                    <a:pt x="95" y="1"/>
                  </a:moveTo>
                  <a:lnTo>
                    <a:pt x="95" y="1"/>
                  </a:lnTo>
                  <a:cubicBezTo>
                    <a:pt x="80" y="1"/>
                    <a:pt x="80" y="1"/>
                    <a:pt x="63" y="17"/>
                  </a:cubicBezTo>
                  <a:lnTo>
                    <a:pt x="63" y="32"/>
                  </a:lnTo>
                  <a:lnTo>
                    <a:pt x="63" y="80"/>
                  </a:lnTo>
                  <a:lnTo>
                    <a:pt x="63" y="80"/>
                  </a:lnTo>
                  <a:lnTo>
                    <a:pt x="63" y="80"/>
                  </a:lnTo>
                  <a:lnTo>
                    <a:pt x="17" y="111"/>
                  </a:lnTo>
                  <a:lnTo>
                    <a:pt x="0" y="111"/>
                  </a:lnTo>
                  <a:lnTo>
                    <a:pt x="0" y="158"/>
                  </a:lnTo>
                  <a:cubicBezTo>
                    <a:pt x="17" y="158"/>
                    <a:pt x="17" y="158"/>
                    <a:pt x="32" y="174"/>
                  </a:cubicBezTo>
                  <a:lnTo>
                    <a:pt x="32" y="174"/>
                  </a:lnTo>
                  <a:cubicBezTo>
                    <a:pt x="48" y="174"/>
                    <a:pt x="48" y="174"/>
                    <a:pt x="48" y="158"/>
                  </a:cubicBezTo>
                  <a:lnTo>
                    <a:pt x="80" y="143"/>
                  </a:lnTo>
                  <a:lnTo>
                    <a:pt x="126" y="127"/>
                  </a:lnTo>
                  <a:cubicBezTo>
                    <a:pt x="126" y="111"/>
                    <a:pt x="143" y="111"/>
                    <a:pt x="143" y="95"/>
                  </a:cubicBezTo>
                  <a:lnTo>
                    <a:pt x="126" y="32"/>
                  </a:lnTo>
                  <a:lnTo>
                    <a:pt x="126" y="32"/>
                  </a:lnTo>
                  <a:cubicBezTo>
                    <a:pt x="126" y="17"/>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3" name="Google Shape;1813;p38"/>
            <p:cNvSpPr/>
            <p:nvPr/>
          </p:nvSpPr>
          <p:spPr>
            <a:xfrm>
              <a:off x="3438575" y="1802788"/>
              <a:ext cx="4039" cy="2544"/>
            </a:xfrm>
            <a:custGeom>
              <a:avLst/>
              <a:gdLst/>
              <a:ahLst/>
              <a:cxnLst/>
              <a:rect l="l" t="t" r="r" b="b"/>
              <a:pathLst>
                <a:path w="127" h="80" extrusionOk="0">
                  <a:moveTo>
                    <a:pt x="79" y="0"/>
                  </a:moveTo>
                  <a:lnTo>
                    <a:pt x="79" y="0"/>
                  </a:lnTo>
                  <a:lnTo>
                    <a:pt x="79" y="0"/>
                  </a:lnTo>
                  <a:lnTo>
                    <a:pt x="32" y="0"/>
                  </a:lnTo>
                  <a:lnTo>
                    <a:pt x="16" y="16"/>
                  </a:lnTo>
                  <a:cubicBezTo>
                    <a:pt x="1" y="16"/>
                    <a:pt x="1" y="32"/>
                    <a:pt x="1" y="48"/>
                  </a:cubicBezTo>
                  <a:lnTo>
                    <a:pt x="1" y="48"/>
                  </a:lnTo>
                  <a:lnTo>
                    <a:pt x="1" y="63"/>
                  </a:lnTo>
                  <a:cubicBezTo>
                    <a:pt x="16" y="79"/>
                    <a:pt x="16" y="79"/>
                    <a:pt x="32" y="79"/>
                  </a:cubicBezTo>
                  <a:lnTo>
                    <a:pt x="32" y="79"/>
                  </a:lnTo>
                  <a:lnTo>
                    <a:pt x="95" y="63"/>
                  </a:lnTo>
                  <a:lnTo>
                    <a:pt x="95" y="63"/>
                  </a:lnTo>
                  <a:cubicBezTo>
                    <a:pt x="110" y="48"/>
                    <a:pt x="127" y="32"/>
                    <a:pt x="110" y="16"/>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4" name="Google Shape;1814;p38"/>
            <p:cNvSpPr/>
            <p:nvPr/>
          </p:nvSpPr>
          <p:spPr>
            <a:xfrm>
              <a:off x="3329361" y="1813315"/>
              <a:ext cx="4516" cy="3530"/>
            </a:xfrm>
            <a:custGeom>
              <a:avLst/>
              <a:gdLst/>
              <a:ahLst/>
              <a:cxnLst/>
              <a:rect l="l" t="t" r="r" b="b"/>
              <a:pathLst>
                <a:path w="142" h="111" extrusionOk="0">
                  <a:moveTo>
                    <a:pt x="32" y="1"/>
                  </a:moveTo>
                  <a:lnTo>
                    <a:pt x="32" y="1"/>
                  </a:lnTo>
                  <a:lnTo>
                    <a:pt x="32" y="1"/>
                  </a:lnTo>
                  <a:cubicBezTo>
                    <a:pt x="32" y="1"/>
                    <a:pt x="15" y="1"/>
                    <a:pt x="15" y="16"/>
                  </a:cubicBezTo>
                  <a:cubicBezTo>
                    <a:pt x="0" y="16"/>
                    <a:pt x="0" y="16"/>
                    <a:pt x="0" y="32"/>
                  </a:cubicBezTo>
                  <a:lnTo>
                    <a:pt x="0" y="32"/>
                  </a:lnTo>
                  <a:cubicBezTo>
                    <a:pt x="0" y="47"/>
                    <a:pt x="15" y="64"/>
                    <a:pt x="32" y="64"/>
                  </a:cubicBezTo>
                  <a:lnTo>
                    <a:pt x="15" y="64"/>
                  </a:lnTo>
                  <a:lnTo>
                    <a:pt x="32" y="64"/>
                  </a:lnTo>
                  <a:lnTo>
                    <a:pt x="32" y="64"/>
                  </a:lnTo>
                  <a:lnTo>
                    <a:pt x="47" y="79"/>
                  </a:lnTo>
                  <a:cubicBezTo>
                    <a:pt x="63" y="95"/>
                    <a:pt x="63" y="95"/>
                    <a:pt x="63" y="110"/>
                  </a:cubicBezTo>
                  <a:lnTo>
                    <a:pt x="78" y="110"/>
                  </a:lnTo>
                  <a:lnTo>
                    <a:pt x="78" y="110"/>
                  </a:lnTo>
                  <a:lnTo>
                    <a:pt x="110" y="79"/>
                  </a:lnTo>
                  <a:lnTo>
                    <a:pt x="126" y="79"/>
                  </a:lnTo>
                  <a:cubicBezTo>
                    <a:pt x="141" y="79"/>
                    <a:pt x="141" y="64"/>
                    <a:pt x="141" y="47"/>
                  </a:cubicBezTo>
                  <a:cubicBezTo>
                    <a:pt x="141" y="32"/>
                    <a:pt x="141" y="32"/>
                    <a:pt x="126" y="32"/>
                  </a:cubicBezTo>
                  <a:cubicBezTo>
                    <a:pt x="126" y="16"/>
                    <a:pt x="126" y="16"/>
                    <a:pt x="110"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5" name="Google Shape;1815;p38"/>
            <p:cNvSpPr/>
            <p:nvPr/>
          </p:nvSpPr>
          <p:spPr>
            <a:xfrm>
              <a:off x="3296286" y="1810803"/>
              <a:ext cx="9032" cy="4548"/>
            </a:xfrm>
            <a:custGeom>
              <a:avLst/>
              <a:gdLst/>
              <a:ahLst/>
              <a:cxnLst/>
              <a:rect l="l" t="t" r="r" b="b"/>
              <a:pathLst>
                <a:path w="284" h="143" extrusionOk="0">
                  <a:moveTo>
                    <a:pt x="32" y="0"/>
                  </a:moveTo>
                  <a:lnTo>
                    <a:pt x="32" y="0"/>
                  </a:lnTo>
                  <a:cubicBezTo>
                    <a:pt x="32" y="17"/>
                    <a:pt x="15" y="17"/>
                    <a:pt x="15" y="17"/>
                  </a:cubicBezTo>
                  <a:cubicBezTo>
                    <a:pt x="0" y="32"/>
                    <a:pt x="0" y="48"/>
                    <a:pt x="15" y="63"/>
                  </a:cubicBezTo>
                  <a:lnTo>
                    <a:pt x="15" y="63"/>
                  </a:lnTo>
                  <a:cubicBezTo>
                    <a:pt x="15" y="63"/>
                    <a:pt x="15" y="80"/>
                    <a:pt x="32" y="80"/>
                  </a:cubicBezTo>
                  <a:lnTo>
                    <a:pt x="47" y="95"/>
                  </a:lnTo>
                  <a:lnTo>
                    <a:pt x="47" y="95"/>
                  </a:lnTo>
                  <a:cubicBezTo>
                    <a:pt x="47" y="95"/>
                    <a:pt x="63" y="95"/>
                    <a:pt x="63" y="111"/>
                  </a:cubicBezTo>
                  <a:lnTo>
                    <a:pt x="78" y="111"/>
                  </a:lnTo>
                  <a:lnTo>
                    <a:pt x="110" y="143"/>
                  </a:lnTo>
                  <a:lnTo>
                    <a:pt x="126" y="143"/>
                  </a:lnTo>
                  <a:lnTo>
                    <a:pt x="141" y="143"/>
                  </a:lnTo>
                  <a:cubicBezTo>
                    <a:pt x="141" y="143"/>
                    <a:pt x="158" y="143"/>
                    <a:pt x="158" y="126"/>
                  </a:cubicBezTo>
                  <a:lnTo>
                    <a:pt x="173" y="143"/>
                  </a:lnTo>
                  <a:lnTo>
                    <a:pt x="236" y="143"/>
                  </a:lnTo>
                  <a:lnTo>
                    <a:pt x="252" y="143"/>
                  </a:lnTo>
                  <a:cubicBezTo>
                    <a:pt x="267" y="143"/>
                    <a:pt x="284" y="126"/>
                    <a:pt x="284" y="111"/>
                  </a:cubicBezTo>
                  <a:lnTo>
                    <a:pt x="284" y="95"/>
                  </a:lnTo>
                  <a:cubicBezTo>
                    <a:pt x="267" y="95"/>
                    <a:pt x="267" y="95"/>
                    <a:pt x="267" y="80"/>
                  </a:cubicBezTo>
                  <a:cubicBezTo>
                    <a:pt x="267" y="95"/>
                    <a:pt x="267" y="95"/>
                    <a:pt x="252" y="95"/>
                  </a:cubicBezTo>
                  <a:lnTo>
                    <a:pt x="236" y="126"/>
                  </a:lnTo>
                  <a:lnTo>
                    <a:pt x="221" y="126"/>
                  </a:lnTo>
                  <a:cubicBezTo>
                    <a:pt x="204" y="126"/>
                    <a:pt x="189" y="126"/>
                    <a:pt x="189" y="111"/>
                  </a:cubicBezTo>
                  <a:cubicBezTo>
                    <a:pt x="173" y="95"/>
                    <a:pt x="173" y="80"/>
                    <a:pt x="189" y="63"/>
                  </a:cubicBezTo>
                  <a:lnTo>
                    <a:pt x="173" y="63"/>
                  </a:lnTo>
                  <a:lnTo>
                    <a:pt x="141" y="63"/>
                  </a:lnTo>
                  <a:lnTo>
                    <a:pt x="126" y="63"/>
                  </a:lnTo>
                  <a:lnTo>
                    <a:pt x="126" y="63"/>
                  </a:lnTo>
                  <a:lnTo>
                    <a:pt x="78" y="32"/>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6" name="Google Shape;1816;p38"/>
            <p:cNvSpPr/>
            <p:nvPr/>
          </p:nvSpPr>
          <p:spPr>
            <a:xfrm>
              <a:off x="3264196" y="1822348"/>
              <a:ext cx="4516" cy="3021"/>
            </a:xfrm>
            <a:custGeom>
              <a:avLst/>
              <a:gdLst/>
              <a:ahLst/>
              <a:cxnLst/>
              <a:rect l="l" t="t" r="r" b="b"/>
              <a:pathLst>
                <a:path w="142" h="95" extrusionOk="0">
                  <a:moveTo>
                    <a:pt x="95" y="0"/>
                  </a:moveTo>
                  <a:lnTo>
                    <a:pt x="95" y="0"/>
                  </a:lnTo>
                  <a:cubicBezTo>
                    <a:pt x="95" y="0"/>
                    <a:pt x="79" y="0"/>
                    <a:pt x="79" y="15"/>
                  </a:cubicBezTo>
                  <a:lnTo>
                    <a:pt x="64" y="15"/>
                  </a:lnTo>
                  <a:lnTo>
                    <a:pt x="32" y="32"/>
                  </a:lnTo>
                  <a:cubicBezTo>
                    <a:pt x="16" y="47"/>
                    <a:pt x="1" y="63"/>
                    <a:pt x="16" y="78"/>
                  </a:cubicBezTo>
                  <a:cubicBezTo>
                    <a:pt x="16" y="95"/>
                    <a:pt x="32" y="95"/>
                    <a:pt x="47" y="95"/>
                  </a:cubicBezTo>
                  <a:lnTo>
                    <a:pt x="47" y="95"/>
                  </a:lnTo>
                  <a:lnTo>
                    <a:pt x="64" y="95"/>
                  </a:lnTo>
                  <a:lnTo>
                    <a:pt x="110" y="63"/>
                  </a:lnTo>
                  <a:cubicBezTo>
                    <a:pt x="127" y="63"/>
                    <a:pt x="142" y="32"/>
                    <a:pt x="127" y="15"/>
                  </a:cubicBezTo>
                  <a:lnTo>
                    <a:pt x="127" y="15"/>
                  </a:lnTo>
                  <a:cubicBezTo>
                    <a:pt x="110"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7" name="Google Shape;1817;p38"/>
            <p:cNvSpPr/>
            <p:nvPr/>
          </p:nvSpPr>
          <p:spPr>
            <a:xfrm>
              <a:off x="3322333" y="1763702"/>
              <a:ext cx="4039" cy="2544"/>
            </a:xfrm>
            <a:custGeom>
              <a:avLst/>
              <a:gdLst/>
              <a:ahLst/>
              <a:cxnLst/>
              <a:rect l="l" t="t" r="r" b="b"/>
              <a:pathLst>
                <a:path w="127" h="80" extrusionOk="0">
                  <a:moveTo>
                    <a:pt x="32" y="0"/>
                  </a:moveTo>
                  <a:lnTo>
                    <a:pt x="32" y="0"/>
                  </a:lnTo>
                  <a:cubicBezTo>
                    <a:pt x="16" y="0"/>
                    <a:pt x="0" y="16"/>
                    <a:pt x="0" y="32"/>
                  </a:cubicBezTo>
                  <a:lnTo>
                    <a:pt x="0" y="32"/>
                  </a:lnTo>
                  <a:cubicBezTo>
                    <a:pt x="0" y="63"/>
                    <a:pt x="16" y="80"/>
                    <a:pt x="32" y="80"/>
                  </a:cubicBezTo>
                  <a:lnTo>
                    <a:pt x="79" y="80"/>
                  </a:lnTo>
                  <a:lnTo>
                    <a:pt x="95" y="80"/>
                  </a:lnTo>
                  <a:lnTo>
                    <a:pt x="95" y="80"/>
                  </a:lnTo>
                  <a:cubicBezTo>
                    <a:pt x="110" y="80"/>
                    <a:pt x="110" y="80"/>
                    <a:pt x="110" y="63"/>
                  </a:cubicBezTo>
                  <a:lnTo>
                    <a:pt x="126" y="63"/>
                  </a:lnTo>
                  <a:lnTo>
                    <a:pt x="126" y="48"/>
                  </a:lnTo>
                  <a:lnTo>
                    <a:pt x="126" y="48"/>
                  </a:lnTo>
                  <a:cubicBezTo>
                    <a:pt x="126" y="16"/>
                    <a:pt x="110" y="0"/>
                    <a:pt x="95"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8" name="Google Shape;1818;p38"/>
            <p:cNvSpPr/>
            <p:nvPr/>
          </p:nvSpPr>
          <p:spPr>
            <a:xfrm>
              <a:off x="3243650" y="1772702"/>
              <a:ext cx="4548" cy="2576"/>
            </a:xfrm>
            <a:custGeom>
              <a:avLst/>
              <a:gdLst/>
              <a:ahLst/>
              <a:cxnLst/>
              <a:rect l="l" t="t" r="r" b="b"/>
              <a:pathLst>
                <a:path w="143" h="81" extrusionOk="0">
                  <a:moveTo>
                    <a:pt x="32" y="1"/>
                  </a:moveTo>
                  <a:lnTo>
                    <a:pt x="32" y="1"/>
                  </a:lnTo>
                  <a:cubicBezTo>
                    <a:pt x="17" y="1"/>
                    <a:pt x="0" y="17"/>
                    <a:pt x="0" y="32"/>
                  </a:cubicBezTo>
                  <a:cubicBezTo>
                    <a:pt x="0" y="49"/>
                    <a:pt x="17" y="64"/>
                    <a:pt x="32" y="64"/>
                  </a:cubicBezTo>
                  <a:lnTo>
                    <a:pt x="95" y="80"/>
                  </a:lnTo>
                  <a:lnTo>
                    <a:pt x="95" y="80"/>
                  </a:lnTo>
                  <a:cubicBezTo>
                    <a:pt x="111" y="80"/>
                    <a:pt x="126" y="64"/>
                    <a:pt x="126" y="49"/>
                  </a:cubicBezTo>
                  <a:cubicBezTo>
                    <a:pt x="143" y="32"/>
                    <a:pt x="126" y="17"/>
                    <a:pt x="111" y="1"/>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9" name="Google Shape;1819;p38"/>
            <p:cNvSpPr/>
            <p:nvPr/>
          </p:nvSpPr>
          <p:spPr>
            <a:xfrm>
              <a:off x="3376940" y="1790258"/>
              <a:ext cx="5565" cy="6520"/>
            </a:xfrm>
            <a:custGeom>
              <a:avLst/>
              <a:gdLst/>
              <a:ahLst/>
              <a:cxnLst/>
              <a:rect l="l" t="t" r="r" b="b"/>
              <a:pathLst>
                <a:path w="175" h="205" extrusionOk="0">
                  <a:moveTo>
                    <a:pt x="63" y="1"/>
                  </a:moveTo>
                  <a:lnTo>
                    <a:pt x="63" y="1"/>
                  </a:lnTo>
                  <a:lnTo>
                    <a:pt x="63" y="1"/>
                  </a:lnTo>
                  <a:lnTo>
                    <a:pt x="48" y="1"/>
                  </a:lnTo>
                  <a:lnTo>
                    <a:pt x="32" y="16"/>
                  </a:lnTo>
                  <a:lnTo>
                    <a:pt x="32" y="16"/>
                  </a:lnTo>
                  <a:lnTo>
                    <a:pt x="0" y="127"/>
                  </a:lnTo>
                  <a:cubicBezTo>
                    <a:pt x="0" y="142"/>
                    <a:pt x="0" y="158"/>
                    <a:pt x="17" y="158"/>
                  </a:cubicBezTo>
                  <a:lnTo>
                    <a:pt x="80" y="190"/>
                  </a:lnTo>
                  <a:cubicBezTo>
                    <a:pt x="80" y="190"/>
                    <a:pt x="80" y="205"/>
                    <a:pt x="95" y="205"/>
                  </a:cubicBezTo>
                  <a:lnTo>
                    <a:pt x="111" y="190"/>
                  </a:lnTo>
                  <a:lnTo>
                    <a:pt x="158" y="158"/>
                  </a:lnTo>
                  <a:lnTo>
                    <a:pt x="158" y="158"/>
                  </a:lnTo>
                  <a:lnTo>
                    <a:pt x="158" y="142"/>
                  </a:lnTo>
                  <a:cubicBezTo>
                    <a:pt x="174" y="127"/>
                    <a:pt x="158" y="110"/>
                    <a:pt x="158" y="110"/>
                  </a:cubicBezTo>
                  <a:cubicBezTo>
                    <a:pt x="158" y="95"/>
                    <a:pt x="143" y="95"/>
                    <a:pt x="126" y="95"/>
                  </a:cubicBezTo>
                  <a:lnTo>
                    <a:pt x="126" y="95"/>
                  </a:lnTo>
                  <a:lnTo>
                    <a:pt x="126" y="95"/>
                  </a:lnTo>
                  <a:cubicBezTo>
                    <a:pt x="126" y="110"/>
                    <a:pt x="126" y="142"/>
                    <a:pt x="95" y="142"/>
                  </a:cubicBezTo>
                  <a:lnTo>
                    <a:pt x="80" y="142"/>
                  </a:lnTo>
                  <a:lnTo>
                    <a:pt x="80" y="142"/>
                  </a:lnTo>
                  <a:cubicBezTo>
                    <a:pt x="63" y="142"/>
                    <a:pt x="48" y="127"/>
                    <a:pt x="32" y="110"/>
                  </a:cubicBezTo>
                  <a:cubicBezTo>
                    <a:pt x="32" y="95"/>
                    <a:pt x="48" y="79"/>
                    <a:pt x="63" y="64"/>
                  </a:cubicBezTo>
                  <a:lnTo>
                    <a:pt x="95" y="64"/>
                  </a:lnTo>
                  <a:lnTo>
                    <a:pt x="95" y="32"/>
                  </a:lnTo>
                  <a:cubicBezTo>
                    <a:pt x="111"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0" name="Google Shape;1820;p38"/>
            <p:cNvSpPr/>
            <p:nvPr/>
          </p:nvSpPr>
          <p:spPr>
            <a:xfrm>
              <a:off x="3398980" y="1800785"/>
              <a:ext cx="4548" cy="2544"/>
            </a:xfrm>
            <a:custGeom>
              <a:avLst/>
              <a:gdLst/>
              <a:ahLst/>
              <a:cxnLst/>
              <a:rect l="l" t="t" r="r" b="b"/>
              <a:pathLst>
                <a:path w="143" h="80" extrusionOk="0">
                  <a:moveTo>
                    <a:pt x="111" y="0"/>
                  </a:moveTo>
                  <a:lnTo>
                    <a:pt x="95" y="0"/>
                  </a:lnTo>
                  <a:lnTo>
                    <a:pt x="48" y="0"/>
                  </a:lnTo>
                  <a:cubicBezTo>
                    <a:pt x="32" y="16"/>
                    <a:pt x="32" y="16"/>
                    <a:pt x="17" y="16"/>
                  </a:cubicBezTo>
                  <a:lnTo>
                    <a:pt x="17" y="16"/>
                  </a:lnTo>
                  <a:lnTo>
                    <a:pt x="17" y="16"/>
                  </a:lnTo>
                  <a:cubicBezTo>
                    <a:pt x="17" y="16"/>
                    <a:pt x="0" y="32"/>
                    <a:pt x="0" y="48"/>
                  </a:cubicBezTo>
                  <a:cubicBezTo>
                    <a:pt x="0" y="63"/>
                    <a:pt x="17" y="63"/>
                    <a:pt x="32" y="79"/>
                  </a:cubicBezTo>
                  <a:lnTo>
                    <a:pt x="48" y="79"/>
                  </a:lnTo>
                  <a:lnTo>
                    <a:pt x="48" y="79"/>
                  </a:lnTo>
                  <a:lnTo>
                    <a:pt x="111" y="63"/>
                  </a:lnTo>
                  <a:lnTo>
                    <a:pt x="111" y="63"/>
                  </a:lnTo>
                  <a:cubicBezTo>
                    <a:pt x="126" y="63"/>
                    <a:pt x="143" y="48"/>
                    <a:pt x="143" y="32"/>
                  </a:cubicBezTo>
                  <a:cubicBezTo>
                    <a:pt x="143" y="32"/>
                    <a:pt x="143" y="16"/>
                    <a:pt x="126" y="16"/>
                  </a:cubicBezTo>
                  <a:cubicBezTo>
                    <a:pt x="126" y="0"/>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1" name="Google Shape;1821;p38"/>
            <p:cNvSpPr/>
            <p:nvPr/>
          </p:nvSpPr>
          <p:spPr>
            <a:xfrm>
              <a:off x="3290275" y="1815796"/>
              <a:ext cx="3498" cy="2576"/>
            </a:xfrm>
            <a:custGeom>
              <a:avLst/>
              <a:gdLst/>
              <a:ahLst/>
              <a:cxnLst/>
              <a:rect l="l" t="t" r="r" b="b"/>
              <a:pathLst>
                <a:path w="110" h="81" extrusionOk="0">
                  <a:moveTo>
                    <a:pt x="110" y="1"/>
                  </a:moveTo>
                  <a:lnTo>
                    <a:pt x="78" y="17"/>
                  </a:lnTo>
                  <a:lnTo>
                    <a:pt x="78" y="17"/>
                  </a:lnTo>
                  <a:cubicBezTo>
                    <a:pt x="63" y="17"/>
                    <a:pt x="63" y="17"/>
                    <a:pt x="63" y="1"/>
                  </a:cubicBezTo>
                  <a:lnTo>
                    <a:pt x="47" y="17"/>
                  </a:lnTo>
                  <a:lnTo>
                    <a:pt x="0" y="32"/>
                  </a:lnTo>
                  <a:cubicBezTo>
                    <a:pt x="0" y="49"/>
                    <a:pt x="0" y="64"/>
                    <a:pt x="15" y="64"/>
                  </a:cubicBezTo>
                  <a:lnTo>
                    <a:pt x="32" y="80"/>
                  </a:lnTo>
                  <a:cubicBezTo>
                    <a:pt x="47" y="80"/>
                    <a:pt x="63" y="64"/>
                    <a:pt x="63" y="64"/>
                  </a:cubicBezTo>
                  <a:lnTo>
                    <a:pt x="78" y="49"/>
                  </a:lnTo>
                  <a:lnTo>
                    <a:pt x="95" y="17"/>
                  </a:lnTo>
                  <a:cubicBezTo>
                    <a:pt x="110" y="17"/>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2" name="Google Shape;1822;p38"/>
            <p:cNvSpPr/>
            <p:nvPr/>
          </p:nvSpPr>
          <p:spPr>
            <a:xfrm>
              <a:off x="3393955" y="1784247"/>
              <a:ext cx="3562" cy="6520"/>
            </a:xfrm>
            <a:custGeom>
              <a:avLst/>
              <a:gdLst/>
              <a:ahLst/>
              <a:cxnLst/>
              <a:rect l="l" t="t" r="r" b="b"/>
              <a:pathLst>
                <a:path w="112" h="205" extrusionOk="0">
                  <a:moveTo>
                    <a:pt x="80" y="1"/>
                  </a:moveTo>
                  <a:lnTo>
                    <a:pt x="64" y="1"/>
                  </a:lnTo>
                  <a:cubicBezTo>
                    <a:pt x="64" y="1"/>
                    <a:pt x="49" y="1"/>
                    <a:pt x="49" y="16"/>
                  </a:cubicBezTo>
                  <a:lnTo>
                    <a:pt x="49" y="16"/>
                  </a:lnTo>
                  <a:lnTo>
                    <a:pt x="1" y="158"/>
                  </a:lnTo>
                  <a:lnTo>
                    <a:pt x="1" y="173"/>
                  </a:lnTo>
                  <a:cubicBezTo>
                    <a:pt x="1" y="190"/>
                    <a:pt x="17" y="190"/>
                    <a:pt x="17" y="190"/>
                  </a:cubicBezTo>
                  <a:cubicBezTo>
                    <a:pt x="17" y="205"/>
                    <a:pt x="32" y="205"/>
                    <a:pt x="32" y="205"/>
                  </a:cubicBezTo>
                  <a:lnTo>
                    <a:pt x="49" y="205"/>
                  </a:lnTo>
                  <a:cubicBezTo>
                    <a:pt x="64" y="205"/>
                    <a:pt x="80" y="190"/>
                    <a:pt x="80" y="173"/>
                  </a:cubicBezTo>
                  <a:lnTo>
                    <a:pt x="80" y="173"/>
                  </a:lnTo>
                  <a:lnTo>
                    <a:pt x="95" y="95"/>
                  </a:lnTo>
                  <a:lnTo>
                    <a:pt x="112" y="32"/>
                  </a:lnTo>
                  <a:lnTo>
                    <a:pt x="112" y="32"/>
                  </a:lnTo>
                  <a:cubicBezTo>
                    <a:pt x="112" y="16"/>
                    <a:pt x="112" y="16"/>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3" name="Google Shape;1823;p38"/>
            <p:cNvSpPr/>
            <p:nvPr/>
          </p:nvSpPr>
          <p:spPr>
            <a:xfrm>
              <a:off x="3423023" y="1754669"/>
              <a:ext cx="6042" cy="1558"/>
            </a:xfrm>
            <a:custGeom>
              <a:avLst/>
              <a:gdLst/>
              <a:ahLst/>
              <a:cxnLst/>
              <a:rect l="l" t="t" r="r" b="b"/>
              <a:pathLst>
                <a:path w="190" h="49" extrusionOk="0">
                  <a:moveTo>
                    <a:pt x="95" y="17"/>
                  </a:moveTo>
                  <a:cubicBezTo>
                    <a:pt x="112" y="17"/>
                    <a:pt x="112" y="32"/>
                    <a:pt x="112" y="48"/>
                  </a:cubicBezTo>
                  <a:lnTo>
                    <a:pt x="112" y="48"/>
                  </a:lnTo>
                  <a:lnTo>
                    <a:pt x="175" y="32"/>
                  </a:lnTo>
                  <a:lnTo>
                    <a:pt x="190" y="32"/>
                  </a:lnTo>
                  <a:lnTo>
                    <a:pt x="190" y="17"/>
                  </a:lnTo>
                  <a:lnTo>
                    <a:pt x="190" y="17"/>
                  </a:lnTo>
                  <a:lnTo>
                    <a:pt x="95" y="17"/>
                  </a:lnTo>
                  <a:close/>
                  <a:moveTo>
                    <a:pt x="17" y="1"/>
                  </a:moveTo>
                  <a:cubicBezTo>
                    <a:pt x="1" y="1"/>
                    <a:pt x="1" y="17"/>
                    <a:pt x="1" y="17"/>
                  </a:cubicBezTo>
                  <a:lnTo>
                    <a:pt x="17" y="17"/>
                  </a:lnTo>
                  <a:lnTo>
                    <a:pt x="32" y="32"/>
                  </a:lnTo>
                  <a:cubicBezTo>
                    <a:pt x="49" y="32"/>
                    <a:pt x="49" y="48"/>
                    <a:pt x="49" y="48"/>
                  </a:cubicBezTo>
                  <a:lnTo>
                    <a:pt x="49" y="32"/>
                  </a:lnTo>
                  <a:cubicBezTo>
                    <a:pt x="49" y="17"/>
                    <a:pt x="64" y="17"/>
                    <a:pt x="64" y="1"/>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4" name="Google Shape;1824;p38"/>
            <p:cNvSpPr/>
            <p:nvPr/>
          </p:nvSpPr>
          <p:spPr>
            <a:xfrm>
              <a:off x="3162996" y="1812806"/>
              <a:ext cx="3498" cy="3021"/>
            </a:xfrm>
            <a:custGeom>
              <a:avLst/>
              <a:gdLst/>
              <a:ahLst/>
              <a:cxnLst/>
              <a:rect l="l" t="t" r="r" b="b"/>
              <a:pathLst>
                <a:path w="110" h="95" extrusionOk="0">
                  <a:moveTo>
                    <a:pt x="32" y="0"/>
                  </a:moveTo>
                  <a:lnTo>
                    <a:pt x="32" y="0"/>
                  </a:lnTo>
                  <a:lnTo>
                    <a:pt x="32" y="0"/>
                  </a:lnTo>
                  <a:lnTo>
                    <a:pt x="15" y="0"/>
                  </a:lnTo>
                  <a:cubicBezTo>
                    <a:pt x="15" y="17"/>
                    <a:pt x="0" y="17"/>
                    <a:pt x="0" y="32"/>
                  </a:cubicBezTo>
                  <a:lnTo>
                    <a:pt x="0" y="48"/>
                  </a:lnTo>
                  <a:lnTo>
                    <a:pt x="0" y="63"/>
                  </a:lnTo>
                  <a:lnTo>
                    <a:pt x="0" y="80"/>
                  </a:lnTo>
                  <a:cubicBezTo>
                    <a:pt x="15" y="80"/>
                    <a:pt x="15" y="80"/>
                    <a:pt x="32" y="95"/>
                  </a:cubicBezTo>
                  <a:lnTo>
                    <a:pt x="32" y="95"/>
                  </a:lnTo>
                  <a:lnTo>
                    <a:pt x="47" y="95"/>
                  </a:lnTo>
                  <a:cubicBezTo>
                    <a:pt x="63" y="95"/>
                    <a:pt x="78" y="95"/>
                    <a:pt x="95" y="80"/>
                  </a:cubicBezTo>
                  <a:lnTo>
                    <a:pt x="95" y="80"/>
                  </a:lnTo>
                  <a:cubicBezTo>
                    <a:pt x="110" y="80"/>
                    <a:pt x="110" y="48"/>
                    <a:pt x="110" y="32"/>
                  </a:cubicBezTo>
                  <a:cubicBezTo>
                    <a:pt x="110" y="17"/>
                    <a:pt x="95" y="17"/>
                    <a:pt x="78" y="17"/>
                  </a:cubicBezTo>
                  <a:lnTo>
                    <a:pt x="63" y="17"/>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5" name="Google Shape;1825;p38"/>
            <p:cNvSpPr/>
            <p:nvPr/>
          </p:nvSpPr>
          <p:spPr>
            <a:xfrm>
              <a:off x="3425568" y="1800276"/>
              <a:ext cx="5502" cy="3530"/>
            </a:xfrm>
            <a:custGeom>
              <a:avLst/>
              <a:gdLst/>
              <a:ahLst/>
              <a:cxnLst/>
              <a:rect l="l" t="t" r="r" b="b"/>
              <a:pathLst>
                <a:path w="173" h="111" extrusionOk="0">
                  <a:moveTo>
                    <a:pt x="47" y="1"/>
                  </a:moveTo>
                  <a:lnTo>
                    <a:pt x="32" y="1"/>
                  </a:lnTo>
                  <a:lnTo>
                    <a:pt x="32" y="1"/>
                  </a:lnTo>
                  <a:cubicBezTo>
                    <a:pt x="15" y="1"/>
                    <a:pt x="15" y="16"/>
                    <a:pt x="0" y="32"/>
                  </a:cubicBezTo>
                  <a:cubicBezTo>
                    <a:pt x="0" y="48"/>
                    <a:pt x="15" y="64"/>
                    <a:pt x="32" y="64"/>
                  </a:cubicBezTo>
                  <a:lnTo>
                    <a:pt x="32" y="79"/>
                  </a:lnTo>
                  <a:lnTo>
                    <a:pt x="47" y="79"/>
                  </a:lnTo>
                  <a:lnTo>
                    <a:pt x="47" y="79"/>
                  </a:lnTo>
                  <a:cubicBezTo>
                    <a:pt x="63" y="79"/>
                    <a:pt x="63" y="79"/>
                    <a:pt x="63" y="95"/>
                  </a:cubicBezTo>
                  <a:cubicBezTo>
                    <a:pt x="78" y="95"/>
                    <a:pt x="95" y="111"/>
                    <a:pt x="110" y="111"/>
                  </a:cubicBezTo>
                  <a:cubicBezTo>
                    <a:pt x="126" y="111"/>
                    <a:pt x="141" y="95"/>
                    <a:pt x="158" y="79"/>
                  </a:cubicBezTo>
                  <a:lnTo>
                    <a:pt x="173" y="79"/>
                  </a:lnTo>
                  <a:lnTo>
                    <a:pt x="173" y="32"/>
                  </a:lnTo>
                  <a:cubicBezTo>
                    <a:pt x="158" y="16"/>
                    <a:pt x="158" y="16"/>
                    <a:pt x="141" y="16"/>
                  </a:cubicBezTo>
                  <a:cubicBezTo>
                    <a:pt x="126" y="16"/>
                    <a:pt x="126" y="16"/>
                    <a:pt x="110" y="32"/>
                  </a:cubicBezTo>
                  <a:lnTo>
                    <a:pt x="110" y="32"/>
                  </a:lnTo>
                  <a:lnTo>
                    <a:pt x="95"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6" name="Google Shape;1826;p38"/>
            <p:cNvSpPr/>
            <p:nvPr/>
          </p:nvSpPr>
          <p:spPr>
            <a:xfrm>
              <a:off x="3386481" y="1785741"/>
              <a:ext cx="3498" cy="3562"/>
            </a:xfrm>
            <a:custGeom>
              <a:avLst/>
              <a:gdLst/>
              <a:ahLst/>
              <a:cxnLst/>
              <a:rect l="l" t="t" r="r" b="b"/>
              <a:pathLst>
                <a:path w="110" h="112" extrusionOk="0">
                  <a:moveTo>
                    <a:pt x="32" y="0"/>
                  </a:moveTo>
                  <a:lnTo>
                    <a:pt x="32" y="0"/>
                  </a:lnTo>
                  <a:lnTo>
                    <a:pt x="15" y="0"/>
                  </a:lnTo>
                  <a:lnTo>
                    <a:pt x="15" y="0"/>
                  </a:lnTo>
                  <a:cubicBezTo>
                    <a:pt x="0" y="17"/>
                    <a:pt x="0" y="32"/>
                    <a:pt x="0" y="48"/>
                  </a:cubicBezTo>
                  <a:lnTo>
                    <a:pt x="15" y="63"/>
                  </a:lnTo>
                  <a:lnTo>
                    <a:pt x="47" y="111"/>
                  </a:lnTo>
                  <a:lnTo>
                    <a:pt x="47" y="111"/>
                  </a:lnTo>
                  <a:cubicBezTo>
                    <a:pt x="63" y="95"/>
                    <a:pt x="78" y="95"/>
                    <a:pt x="95" y="95"/>
                  </a:cubicBezTo>
                  <a:lnTo>
                    <a:pt x="110" y="95"/>
                  </a:lnTo>
                  <a:lnTo>
                    <a:pt x="110" y="95"/>
                  </a:lnTo>
                  <a:lnTo>
                    <a:pt x="110" y="63"/>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7" name="Google Shape;1827;p38"/>
            <p:cNvSpPr/>
            <p:nvPr/>
          </p:nvSpPr>
          <p:spPr>
            <a:xfrm>
              <a:off x="3425027" y="1788254"/>
              <a:ext cx="4580" cy="6520"/>
            </a:xfrm>
            <a:custGeom>
              <a:avLst/>
              <a:gdLst/>
              <a:ahLst/>
              <a:cxnLst/>
              <a:rect l="l" t="t" r="r" b="b"/>
              <a:pathLst>
                <a:path w="144" h="205" extrusionOk="0">
                  <a:moveTo>
                    <a:pt x="64" y="1"/>
                  </a:moveTo>
                  <a:lnTo>
                    <a:pt x="64" y="1"/>
                  </a:lnTo>
                  <a:cubicBezTo>
                    <a:pt x="49" y="1"/>
                    <a:pt x="32" y="16"/>
                    <a:pt x="32" y="32"/>
                  </a:cubicBezTo>
                  <a:lnTo>
                    <a:pt x="32" y="47"/>
                  </a:lnTo>
                  <a:lnTo>
                    <a:pt x="1" y="79"/>
                  </a:lnTo>
                  <a:lnTo>
                    <a:pt x="49" y="95"/>
                  </a:lnTo>
                  <a:lnTo>
                    <a:pt x="64" y="110"/>
                  </a:lnTo>
                  <a:lnTo>
                    <a:pt x="112" y="205"/>
                  </a:lnTo>
                  <a:lnTo>
                    <a:pt x="112" y="205"/>
                  </a:lnTo>
                  <a:lnTo>
                    <a:pt x="127" y="205"/>
                  </a:lnTo>
                  <a:cubicBezTo>
                    <a:pt x="143" y="205"/>
                    <a:pt x="143" y="173"/>
                    <a:pt x="127" y="158"/>
                  </a:cubicBezTo>
                  <a:lnTo>
                    <a:pt x="127" y="142"/>
                  </a:lnTo>
                  <a:lnTo>
                    <a:pt x="80" y="95"/>
                  </a:lnTo>
                  <a:lnTo>
                    <a:pt x="80" y="95"/>
                  </a:lnTo>
                  <a:lnTo>
                    <a:pt x="95" y="64"/>
                  </a:lnTo>
                  <a:lnTo>
                    <a:pt x="95" y="47"/>
                  </a:lnTo>
                  <a:cubicBezTo>
                    <a:pt x="95" y="32"/>
                    <a:pt x="95" y="16"/>
                    <a:pt x="80" y="16"/>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8" name="Google Shape;1828;p38"/>
            <p:cNvSpPr/>
            <p:nvPr/>
          </p:nvSpPr>
          <p:spPr>
            <a:xfrm>
              <a:off x="3437049" y="1788254"/>
              <a:ext cx="2035" cy="2512"/>
            </a:xfrm>
            <a:custGeom>
              <a:avLst/>
              <a:gdLst/>
              <a:ahLst/>
              <a:cxnLst/>
              <a:rect l="l" t="t" r="r" b="b"/>
              <a:pathLst>
                <a:path w="64" h="79" extrusionOk="0">
                  <a:moveTo>
                    <a:pt x="1" y="1"/>
                  </a:moveTo>
                  <a:lnTo>
                    <a:pt x="1" y="32"/>
                  </a:lnTo>
                  <a:lnTo>
                    <a:pt x="1" y="47"/>
                  </a:lnTo>
                  <a:cubicBezTo>
                    <a:pt x="1" y="64"/>
                    <a:pt x="1" y="64"/>
                    <a:pt x="17" y="64"/>
                  </a:cubicBezTo>
                  <a:cubicBezTo>
                    <a:pt x="17" y="79"/>
                    <a:pt x="17" y="79"/>
                    <a:pt x="32" y="79"/>
                  </a:cubicBezTo>
                  <a:lnTo>
                    <a:pt x="32" y="79"/>
                  </a:lnTo>
                  <a:lnTo>
                    <a:pt x="49" y="64"/>
                  </a:lnTo>
                  <a:cubicBezTo>
                    <a:pt x="64" y="64"/>
                    <a:pt x="64" y="47"/>
                    <a:pt x="64" y="47"/>
                  </a:cubicBezTo>
                  <a:lnTo>
                    <a:pt x="64" y="32"/>
                  </a:lnTo>
                  <a:lnTo>
                    <a:pt x="64" y="32"/>
                  </a:lnTo>
                  <a:cubicBezTo>
                    <a:pt x="32" y="32"/>
                    <a:pt x="17" y="16"/>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9" name="Google Shape;1829;p38"/>
            <p:cNvSpPr/>
            <p:nvPr/>
          </p:nvSpPr>
          <p:spPr>
            <a:xfrm>
              <a:off x="3076808" y="1807304"/>
              <a:ext cx="3498" cy="2512"/>
            </a:xfrm>
            <a:custGeom>
              <a:avLst/>
              <a:gdLst/>
              <a:ahLst/>
              <a:cxnLst/>
              <a:rect l="l" t="t" r="r" b="b"/>
              <a:pathLst>
                <a:path w="110" h="79" extrusionOk="0">
                  <a:moveTo>
                    <a:pt x="95" y="0"/>
                  </a:moveTo>
                  <a:lnTo>
                    <a:pt x="78" y="0"/>
                  </a:lnTo>
                  <a:lnTo>
                    <a:pt x="78" y="0"/>
                  </a:lnTo>
                  <a:lnTo>
                    <a:pt x="32" y="16"/>
                  </a:lnTo>
                  <a:cubicBezTo>
                    <a:pt x="15" y="16"/>
                    <a:pt x="0" y="32"/>
                    <a:pt x="0" y="47"/>
                  </a:cubicBezTo>
                  <a:cubicBezTo>
                    <a:pt x="0" y="63"/>
                    <a:pt x="15" y="79"/>
                    <a:pt x="32" y="79"/>
                  </a:cubicBezTo>
                  <a:lnTo>
                    <a:pt x="47" y="79"/>
                  </a:lnTo>
                  <a:lnTo>
                    <a:pt x="63" y="63"/>
                  </a:lnTo>
                  <a:lnTo>
                    <a:pt x="63" y="47"/>
                  </a:lnTo>
                  <a:cubicBezTo>
                    <a:pt x="63" y="32"/>
                    <a:pt x="63" y="32"/>
                    <a:pt x="78" y="16"/>
                  </a:cubicBezTo>
                  <a:lnTo>
                    <a:pt x="95" y="16"/>
                  </a:lnTo>
                  <a:cubicBezTo>
                    <a:pt x="95" y="0"/>
                    <a:pt x="95"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0" name="Google Shape;1830;p38"/>
            <p:cNvSpPr/>
            <p:nvPr/>
          </p:nvSpPr>
          <p:spPr>
            <a:xfrm>
              <a:off x="3426045" y="1777250"/>
              <a:ext cx="2544" cy="3498"/>
            </a:xfrm>
            <a:custGeom>
              <a:avLst/>
              <a:gdLst/>
              <a:ahLst/>
              <a:cxnLst/>
              <a:rect l="l" t="t" r="r" b="b"/>
              <a:pathLst>
                <a:path w="80" h="110" extrusionOk="0">
                  <a:moveTo>
                    <a:pt x="32" y="0"/>
                  </a:moveTo>
                  <a:lnTo>
                    <a:pt x="32" y="0"/>
                  </a:lnTo>
                  <a:cubicBezTo>
                    <a:pt x="17" y="0"/>
                    <a:pt x="0" y="15"/>
                    <a:pt x="0" y="32"/>
                  </a:cubicBezTo>
                  <a:lnTo>
                    <a:pt x="0" y="78"/>
                  </a:lnTo>
                  <a:cubicBezTo>
                    <a:pt x="0" y="95"/>
                    <a:pt x="17" y="110"/>
                    <a:pt x="32" y="110"/>
                  </a:cubicBezTo>
                  <a:lnTo>
                    <a:pt x="48" y="110"/>
                  </a:lnTo>
                  <a:cubicBezTo>
                    <a:pt x="63" y="110"/>
                    <a:pt x="80" y="95"/>
                    <a:pt x="80" y="63"/>
                  </a:cubicBezTo>
                  <a:lnTo>
                    <a:pt x="63" y="15"/>
                  </a:lnTo>
                  <a:cubicBezTo>
                    <a:pt x="63"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1" name="Google Shape;1831;p38"/>
            <p:cNvSpPr/>
            <p:nvPr/>
          </p:nvSpPr>
          <p:spPr>
            <a:xfrm>
              <a:off x="3400506" y="1791752"/>
              <a:ext cx="5502" cy="4548"/>
            </a:xfrm>
            <a:custGeom>
              <a:avLst/>
              <a:gdLst/>
              <a:ahLst/>
              <a:cxnLst/>
              <a:rect l="l" t="t" r="r" b="b"/>
              <a:pathLst>
                <a:path w="173" h="143" extrusionOk="0">
                  <a:moveTo>
                    <a:pt x="126" y="0"/>
                  </a:moveTo>
                  <a:lnTo>
                    <a:pt x="126" y="0"/>
                  </a:lnTo>
                  <a:lnTo>
                    <a:pt x="110" y="0"/>
                  </a:lnTo>
                  <a:lnTo>
                    <a:pt x="110" y="0"/>
                  </a:lnTo>
                  <a:lnTo>
                    <a:pt x="78" y="17"/>
                  </a:lnTo>
                  <a:lnTo>
                    <a:pt x="32" y="80"/>
                  </a:lnTo>
                  <a:lnTo>
                    <a:pt x="15" y="80"/>
                  </a:lnTo>
                  <a:cubicBezTo>
                    <a:pt x="0" y="95"/>
                    <a:pt x="0" y="111"/>
                    <a:pt x="15" y="126"/>
                  </a:cubicBezTo>
                  <a:cubicBezTo>
                    <a:pt x="15" y="143"/>
                    <a:pt x="32" y="143"/>
                    <a:pt x="47" y="143"/>
                  </a:cubicBezTo>
                  <a:cubicBezTo>
                    <a:pt x="47" y="143"/>
                    <a:pt x="63" y="143"/>
                    <a:pt x="63" y="126"/>
                  </a:cubicBezTo>
                  <a:lnTo>
                    <a:pt x="95" y="111"/>
                  </a:lnTo>
                  <a:lnTo>
                    <a:pt x="110" y="95"/>
                  </a:lnTo>
                  <a:lnTo>
                    <a:pt x="158" y="48"/>
                  </a:lnTo>
                  <a:cubicBezTo>
                    <a:pt x="158" y="48"/>
                    <a:pt x="173" y="17"/>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2" name="Google Shape;1832;p38"/>
            <p:cNvSpPr/>
            <p:nvPr/>
          </p:nvSpPr>
          <p:spPr>
            <a:xfrm>
              <a:off x="3399966" y="1773720"/>
              <a:ext cx="4580" cy="3021"/>
            </a:xfrm>
            <a:custGeom>
              <a:avLst/>
              <a:gdLst/>
              <a:ahLst/>
              <a:cxnLst/>
              <a:rect l="l" t="t" r="r" b="b"/>
              <a:pathLst>
                <a:path w="144" h="95" extrusionOk="0">
                  <a:moveTo>
                    <a:pt x="32" y="0"/>
                  </a:moveTo>
                  <a:lnTo>
                    <a:pt x="32" y="0"/>
                  </a:lnTo>
                  <a:cubicBezTo>
                    <a:pt x="17" y="0"/>
                    <a:pt x="17" y="0"/>
                    <a:pt x="1" y="17"/>
                  </a:cubicBezTo>
                  <a:lnTo>
                    <a:pt x="1" y="32"/>
                  </a:lnTo>
                  <a:lnTo>
                    <a:pt x="1" y="48"/>
                  </a:lnTo>
                  <a:cubicBezTo>
                    <a:pt x="17" y="48"/>
                    <a:pt x="17" y="63"/>
                    <a:pt x="17" y="63"/>
                  </a:cubicBezTo>
                  <a:lnTo>
                    <a:pt x="80" y="80"/>
                  </a:lnTo>
                  <a:lnTo>
                    <a:pt x="95" y="95"/>
                  </a:lnTo>
                  <a:cubicBezTo>
                    <a:pt x="112" y="95"/>
                    <a:pt x="127" y="80"/>
                    <a:pt x="127" y="63"/>
                  </a:cubicBezTo>
                  <a:cubicBezTo>
                    <a:pt x="143" y="48"/>
                    <a:pt x="127" y="32"/>
                    <a:pt x="112"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3" name="Google Shape;1833;p38"/>
            <p:cNvSpPr/>
            <p:nvPr/>
          </p:nvSpPr>
          <p:spPr>
            <a:xfrm>
              <a:off x="3344850" y="1786250"/>
              <a:ext cx="4039" cy="2512"/>
            </a:xfrm>
            <a:custGeom>
              <a:avLst/>
              <a:gdLst/>
              <a:ahLst/>
              <a:cxnLst/>
              <a:rect l="l" t="t" r="r" b="b"/>
              <a:pathLst>
                <a:path w="127" h="79" extrusionOk="0">
                  <a:moveTo>
                    <a:pt x="32" y="1"/>
                  </a:moveTo>
                  <a:lnTo>
                    <a:pt x="32" y="1"/>
                  </a:lnTo>
                  <a:cubicBezTo>
                    <a:pt x="17" y="1"/>
                    <a:pt x="1" y="16"/>
                    <a:pt x="1" y="32"/>
                  </a:cubicBezTo>
                  <a:cubicBezTo>
                    <a:pt x="1" y="47"/>
                    <a:pt x="17" y="64"/>
                    <a:pt x="32" y="64"/>
                  </a:cubicBezTo>
                  <a:lnTo>
                    <a:pt x="64" y="79"/>
                  </a:lnTo>
                  <a:lnTo>
                    <a:pt x="95" y="79"/>
                  </a:lnTo>
                  <a:lnTo>
                    <a:pt x="95" y="79"/>
                  </a:lnTo>
                  <a:cubicBezTo>
                    <a:pt x="112" y="79"/>
                    <a:pt x="127" y="64"/>
                    <a:pt x="127" y="47"/>
                  </a:cubicBezTo>
                  <a:lnTo>
                    <a:pt x="127" y="47"/>
                  </a:lnTo>
                  <a:cubicBezTo>
                    <a:pt x="127" y="47"/>
                    <a:pt x="112" y="47"/>
                    <a:pt x="112" y="32"/>
                  </a:cubicBezTo>
                  <a:lnTo>
                    <a:pt x="95" y="32"/>
                  </a:lnTo>
                  <a:lnTo>
                    <a:pt x="80" y="16"/>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4" name="Google Shape;1834;p38"/>
            <p:cNvSpPr/>
            <p:nvPr/>
          </p:nvSpPr>
          <p:spPr>
            <a:xfrm>
              <a:off x="3079289" y="1804792"/>
              <a:ext cx="4548" cy="4548"/>
            </a:xfrm>
            <a:custGeom>
              <a:avLst/>
              <a:gdLst/>
              <a:ahLst/>
              <a:cxnLst/>
              <a:rect l="l" t="t" r="r" b="b"/>
              <a:pathLst>
                <a:path w="143" h="143" extrusionOk="0">
                  <a:moveTo>
                    <a:pt x="48" y="0"/>
                  </a:moveTo>
                  <a:lnTo>
                    <a:pt x="32" y="0"/>
                  </a:lnTo>
                  <a:lnTo>
                    <a:pt x="17" y="16"/>
                  </a:lnTo>
                  <a:cubicBezTo>
                    <a:pt x="0" y="16"/>
                    <a:pt x="0" y="48"/>
                    <a:pt x="17" y="63"/>
                  </a:cubicBezTo>
                  <a:lnTo>
                    <a:pt x="32" y="79"/>
                  </a:lnTo>
                  <a:lnTo>
                    <a:pt x="32" y="79"/>
                  </a:lnTo>
                  <a:cubicBezTo>
                    <a:pt x="48" y="79"/>
                    <a:pt x="48" y="79"/>
                    <a:pt x="63" y="95"/>
                  </a:cubicBezTo>
                  <a:lnTo>
                    <a:pt x="63" y="126"/>
                  </a:lnTo>
                  <a:lnTo>
                    <a:pt x="63" y="126"/>
                  </a:lnTo>
                  <a:lnTo>
                    <a:pt x="63" y="126"/>
                  </a:lnTo>
                  <a:lnTo>
                    <a:pt x="80" y="126"/>
                  </a:lnTo>
                  <a:lnTo>
                    <a:pt x="80" y="126"/>
                  </a:lnTo>
                  <a:cubicBezTo>
                    <a:pt x="95" y="126"/>
                    <a:pt x="111" y="126"/>
                    <a:pt x="111" y="142"/>
                  </a:cubicBezTo>
                  <a:lnTo>
                    <a:pt x="111" y="142"/>
                  </a:lnTo>
                  <a:cubicBezTo>
                    <a:pt x="126" y="126"/>
                    <a:pt x="143" y="95"/>
                    <a:pt x="126" y="79"/>
                  </a:cubicBezTo>
                  <a:lnTo>
                    <a:pt x="111" y="63"/>
                  </a:lnTo>
                  <a:lnTo>
                    <a:pt x="63" y="16"/>
                  </a:ln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5" name="Google Shape;1835;p38"/>
            <p:cNvSpPr/>
            <p:nvPr/>
          </p:nvSpPr>
          <p:spPr>
            <a:xfrm>
              <a:off x="3371915" y="1775723"/>
              <a:ext cx="3562" cy="4039"/>
            </a:xfrm>
            <a:custGeom>
              <a:avLst/>
              <a:gdLst/>
              <a:ahLst/>
              <a:cxnLst/>
              <a:rect l="l" t="t" r="r" b="b"/>
              <a:pathLst>
                <a:path w="112" h="127" extrusionOk="0">
                  <a:moveTo>
                    <a:pt x="80" y="0"/>
                  </a:moveTo>
                  <a:lnTo>
                    <a:pt x="80" y="0"/>
                  </a:lnTo>
                  <a:lnTo>
                    <a:pt x="80" y="0"/>
                  </a:lnTo>
                  <a:cubicBezTo>
                    <a:pt x="48" y="0"/>
                    <a:pt x="17" y="17"/>
                    <a:pt x="1" y="32"/>
                  </a:cubicBezTo>
                  <a:lnTo>
                    <a:pt x="1" y="111"/>
                  </a:lnTo>
                  <a:cubicBezTo>
                    <a:pt x="1" y="126"/>
                    <a:pt x="17" y="126"/>
                    <a:pt x="32" y="126"/>
                  </a:cubicBezTo>
                  <a:lnTo>
                    <a:pt x="48" y="126"/>
                  </a:lnTo>
                  <a:cubicBezTo>
                    <a:pt x="64" y="126"/>
                    <a:pt x="64" y="111"/>
                    <a:pt x="64" y="95"/>
                  </a:cubicBezTo>
                  <a:lnTo>
                    <a:pt x="64" y="80"/>
                  </a:lnTo>
                  <a:lnTo>
                    <a:pt x="64" y="80"/>
                  </a:lnTo>
                  <a:lnTo>
                    <a:pt x="80" y="63"/>
                  </a:lnTo>
                  <a:cubicBezTo>
                    <a:pt x="95" y="63"/>
                    <a:pt x="112" y="63"/>
                    <a:pt x="112" y="48"/>
                  </a:cubicBezTo>
                  <a:lnTo>
                    <a:pt x="112" y="32"/>
                  </a:lnTo>
                  <a:cubicBezTo>
                    <a:pt x="112"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6" name="Google Shape;1836;p38"/>
            <p:cNvSpPr/>
            <p:nvPr/>
          </p:nvSpPr>
          <p:spPr>
            <a:xfrm>
              <a:off x="3178008" y="1818340"/>
              <a:ext cx="4516" cy="4039"/>
            </a:xfrm>
            <a:custGeom>
              <a:avLst/>
              <a:gdLst/>
              <a:ahLst/>
              <a:cxnLst/>
              <a:rect l="l" t="t" r="r" b="b"/>
              <a:pathLst>
                <a:path w="142" h="127" extrusionOk="0">
                  <a:moveTo>
                    <a:pt x="95" y="0"/>
                  </a:moveTo>
                  <a:lnTo>
                    <a:pt x="95" y="0"/>
                  </a:lnTo>
                  <a:lnTo>
                    <a:pt x="95" y="0"/>
                  </a:lnTo>
                  <a:lnTo>
                    <a:pt x="95" y="0"/>
                  </a:lnTo>
                  <a:lnTo>
                    <a:pt x="32" y="15"/>
                  </a:lnTo>
                  <a:lnTo>
                    <a:pt x="1" y="63"/>
                  </a:lnTo>
                  <a:lnTo>
                    <a:pt x="1" y="63"/>
                  </a:lnTo>
                  <a:lnTo>
                    <a:pt x="32" y="110"/>
                  </a:lnTo>
                  <a:cubicBezTo>
                    <a:pt x="32" y="110"/>
                    <a:pt x="47" y="126"/>
                    <a:pt x="64" y="126"/>
                  </a:cubicBezTo>
                  <a:cubicBezTo>
                    <a:pt x="64" y="126"/>
                    <a:pt x="64" y="110"/>
                    <a:pt x="79" y="110"/>
                  </a:cubicBezTo>
                  <a:lnTo>
                    <a:pt x="79" y="110"/>
                  </a:lnTo>
                  <a:cubicBezTo>
                    <a:pt x="95" y="95"/>
                    <a:pt x="95" y="78"/>
                    <a:pt x="79" y="63"/>
                  </a:cubicBezTo>
                  <a:lnTo>
                    <a:pt x="110" y="63"/>
                  </a:lnTo>
                  <a:cubicBezTo>
                    <a:pt x="127" y="47"/>
                    <a:pt x="142" y="32"/>
                    <a:pt x="127" y="15"/>
                  </a:cubicBezTo>
                  <a:cubicBezTo>
                    <a:pt x="127"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7" name="Google Shape;1837;p38"/>
            <p:cNvSpPr/>
            <p:nvPr/>
          </p:nvSpPr>
          <p:spPr>
            <a:xfrm>
              <a:off x="3412528" y="1793279"/>
              <a:ext cx="3530" cy="2512"/>
            </a:xfrm>
            <a:custGeom>
              <a:avLst/>
              <a:gdLst/>
              <a:ahLst/>
              <a:cxnLst/>
              <a:rect l="l" t="t" r="r" b="b"/>
              <a:pathLst>
                <a:path w="111" h="79" extrusionOk="0">
                  <a:moveTo>
                    <a:pt x="79" y="0"/>
                  </a:moveTo>
                  <a:lnTo>
                    <a:pt x="79" y="0"/>
                  </a:lnTo>
                  <a:lnTo>
                    <a:pt x="32" y="15"/>
                  </a:lnTo>
                  <a:cubicBezTo>
                    <a:pt x="16" y="15"/>
                    <a:pt x="0" y="15"/>
                    <a:pt x="0" y="32"/>
                  </a:cubicBezTo>
                  <a:lnTo>
                    <a:pt x="0" y="47"/>
                  </a:lnTo>
                  <a:lnTo>
                    <a:pt x="16" y="47"/>
                  </a:lnTo>
                  <a:lnTo>
                    <a:pt x="16" y="32"/>
                  </a:lnTo>
                  <a:lnTo>
                    <a:pt x="32" y="32"/>
                  </a:lnTo>
                  <a:lnTo>
                    <a:pt x="47" y="47"/>
                  </a:lnTo>
                  <a:cubicBezTo>
                    <a:pt x="63" y="63"/>
                    <a:pt x="63" y="63"/>
                    <a:pt x="63" y="78"/>
                  </a:cubicBezTo>
                  <a:lnTo>
                    <a:pt x="79" y="78"/>
                  </a:lnTo>
                  <a:cubicBezTo>
                    <a:pt x="95" y="78"/>
                    <a:pt x="95" y="63"/>
                    <a:pt x="95" y="63"/>
                  </a:cubicBezTo>
                  <a:cubicBezTo>
                    <a:pt x="110" y="63"/>
                    <a:pt x="110" y="47"/>
                    <a:pt x="110" y="32"/>
                  </a:cubicBezTo>
                  <a:lnTo>
                    <a:pt x="95" y="15"/>
                  </a:lnTo>
                  <a:cubicBezTo>
                    <a:pt x="79" y="15"/>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8" name="Google Shape;1838;p38"/>
            <p:cNvSpPr/>
            <p:nvPr/>
          </p:nvSpPr>
          <p:spPr>
            <a:xfrm>
              <a:off x="3154441" y="1813315"/>
              <a:ext cx="4039" cy="3530"/>
            </a:xfrm>
            <a:custGeom>
              <a:avLst/>
              <a:gdLst/>
              <a:ahLst/>
              <a:cxnLst/>
              <a:rect l="l" t="t" r="r" b="b"/>
              <a:pathLst>
                <a:path w="127" h="111" extrusionOk="0">
                  <a:moveTo>
                    <a:pt x="64" y="47"/>
                  </a:moveTo>
                  <a:lnTo>
                    <a:pt x="64" y="47"/>
                  </a:lnTo>
                  <a:lnTo>
                    <a:pt x="64" y="47"/>
                  </a:lnTo>
                  <a:close/>
                  <a:moveTo>
                    <a:pt x="32" y="1"/>
                  </a:moveTo>
                  <a:cubicBezTo>
                    <a:pt x="17" y="1"/>
                    <a:pt x="17" y="16"/>
                    <a:pt x="1" y="32"/>
                  </a:cubicBezTo>
                  <a:cubicBezTo>
                    <a:pt x="1" y="47"/>
                    <a:pt x="17" y="79"/>
                    <a:pt x="17" y="95"/>
                  </a:cubicBezTo>
                  <a:cubicBezTo>
                    <a:pt x="17" y="95"/>
                    <a:pt x="32" y="110"/>
                    <a:pt x="49" y="110"/>
                  </a:cubicBezTo>
                  <a:lnTo>
                    <a:pt x="49" y="110"/>
                  </a:lnTo>
                  <a:cubicBezTo>
                    <a:pt x="49" y="110"/>
                    <a:pt x="64" y="110"/>
                    <a:pt x="64" y="95"/>
                  </a:cubicBezTo>
                  <a:lnTo>
                    <a:pt x="64" y="95"/>
                  </a:lnTo>
                  <a:cubicBezTo>
                    <a:pt x="80" y="95"/>
                    <a:pt x="80" y="64"/>
                    <a:pt x="80" y="47"/>
                  </a:cubicBezTo>
                  <a:lnTo>
                    <a:pt x="80" y="47"/>
                  </a:lnTo>
                  <a:lnTo>
                    <a:pt x="80" y="47"/>
                  </a:lnTo>
                  <a:lnTo>
                    <a:pt x="95" y="47"/>
                  </a:lnTo>
                  <a:lnTo>
                    <a:pt x="95" y="47"/>
                  </a:lnTo>
                  <a:cubicBezTo>
                    <a:pt x="95" y="32"/>
                    <a:pt x="112" y="16"/>
                    <a:pt x="112" y="16"/>
                  </a:cubicBezTo>
                  <a:lnTo>
                    <a:pt x="127" y="16"/>
                  </a:lnTo>
                  <a:lnTo>
                    <a:pt x="127"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9" name="Google Shape;1839;p38"/>
            <p:cNvSpPr/>
            <p:nvPr/>
          </p:nvSpPr>
          <p:spPr>
            <a:xfrm>
              <a:off x="3156445" y="1814810"/>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0" name="Google Shape;1840;p38"/>
            <p:cNvSpPr/>
            <p:nvPr/>
          </p:nvSpPr>
          <p:spPr>
            <a:xfrm>
              <a:off x="3387467" y="1788731"/>
              <a:ext cx="4516" cy="4039"/>
            </a:xfrm>
            <a:custGeom>
              <a:avLst/>
              <a:gdLst/>
              <a:ahLst/>
              <a:cxnLst/>
              <a:rect l="l" t="t" r="r" b="b"/>
              <a:pathLst>
                <a:path w="142" h="127" extrusionOk="0">
                  <a:moveTo>
                    <a:pt x="79" y="1"/>
                  </a:moveTo>
                  <a:lnTo>
                    <a:pt x="64" y="1"/>
                  </a:lnTo>
                  <a:cubicBezTo>
                    <a:pt x="47" y="1"/>
                    <a:pt x="32" y="1"/>
                    <a:pt x="16" y="17"/>
                  </a:cubicBezTo>
                  <a:lnTo>
                    <a:pt x="16" y="17"/>
                  </a:lnTo>
                  <a:lnTo>
                    <a:pt x="16" y="17"/>
                  </a:lnTo>
                  <a:cubicBezTo>
                    <a:pt x="1" y="32"/>
                    <a:pt x="1" y="64"/>
                    <a:pt x="16" y="95"/>
                  </a:cubicBezTo>
                  <a:lnTo>
                    <a:pt x="16" y="95"/>
                  </a:lnTo>
                  <a:cubicBezTo>
                    <a:pt x="16" y="112"/>
                    <a:pt x="32" y="127"/>
                    <a:pt x="47" y="127"/>
                  </a:cubicBezTo>
                  <a:lnTo>
                    <a:pt x="64" y="127"/>
                  </a:lnTo>
                  <a:cubicBezTo>
                    <a:pt x="79" y="112"/>
                    <a:pt x="79" y="112"/>
                    <a:pt x="79" y="95"/>
                  </a:cubicBezTo>
                  <a:lnTo>
                    <a:pt x="79" y="80"/>
                  </a:lnTo>
                  <a:lnTo>
                    <a:pt x="79" y="64"/>
                  </a:lnTo>
                  <a:lnTo>
                    <a:pt x="95" y="64"/>
                  </a:lnTo>
                  <a:lnTo>
                    <a:pt x="95" y="64"/>
                  </a:lnTo>
                  <a:cubicBezTo>
                    <a:pt x="110" y="64"/>
                    <a:pt x="127" y="49"/>
                    <a:pt x="127" y="32"/>
                  </a:cubicBezTo>
                  <a:cubicBezTo>
                    <a:pt x="142" y="17"/>
                    <a:pt x="127" y="1"/>
                    <a:pt x="95" y="1"/>
                  </a:cubicBez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1" name="Google Shape;1841;p38"/>
            <p:cNvSpPr/>
            <p:nvPr/>
          </p:nvSpPr>
          <p:spPr>
            <a:xfrm>
              <a:off x="3080816" y="1814333"/>
              <a:ext cx="2512" cy="3498"/>
            </a:xfrm>
            <a:custGeom>
              <a:avLst/>
              <a:gdLst/>
              <a:ahLst/>
              <a:cxnLst/>
              <a:rect l="l" t="t" r="r" b="b"/>
              <a:pathLst>
                <a:path w="79" h="110" extrusionOk="0">
                  <a:moveTo>
                    <a:pt x="32" y="0"/>
                  </a:moveTo>
                  <a:lnTo>
                    <a:pt x="15" y="0"/>
                  </a:lnTo>
                  <a:lnTo>
                    <a:pt x="15" y="0"/>
                  </a:lnTo>
                  <a:lnTo>
                    <a:pt x="15" y="0"/>
                  </a:lnTo>
                  <a:lnTo>
                    <a:pt x="0" y="0"/>
                  </a:lnTo>
                  <a:lnTo>
                    <a:pt x="15" y="32"/>
                  </a:lnTo>
                  <a:cubicBezTo>
                    <a:pt x="32" y="47"/>
                    <a:pt x="32" y="63"/>
                    <a:pt x="15" y="78"/>
                  </a:cubicBezTo>
                  <a:lnTo>
                    <a:pt x="15" y="78"/>
                  </a:lnTo>
                  <a:lnTo>
                    <a:pt x="15" y="78"/>
                  </a:lnTo>
                  <a:cubicBezTo>
                    <a:pt x="15" y="95"/>
                    <a:pt x="32" y="110"/>
                    <a:pt x="47" y="110"/>
                  </a:cubicBezTo>
                  <a:lnTo>
                    <a:pt x="63" y="95"/>
                  </a:lnTo>
                  <a:cubicBezTo>
                    <a:pt x="78" y="95"/>
                    <a:pt x="78" y="78"/>
                    <a:pt x="78" y="63"/>
                  </a:cubicBezTo>
                  <a:lnTo>
                    <a:pt x="63" y="32"/>
                  </a:lnTo>
                  <a:lnTo>
                    <a:pt x="63" y="15"/>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2" name="Google Shape;1842;p38"/>
            <p:cNvSpPr/>
            <p:nvPr/>
          </p:nvSpPr>
          <p:spPr>
            <a:xfrm>
              <a:off x="3357889" y="1809785"/>
              <a:ext cx="4039" cy="5565"/>
            </a:xfrm>
            <a:custGeom>
              <a:avLst/>
              <a:gdLst/>
              <a:ahLst/>
              <a:cxnLst/>
              <a:rect l="l" t="t" r="r" b="b"/>
              <a:pathLst>
                <a:path w="127" h="175" extrusionOk="0">
                  <a:moveTo>
                    <a:pt x="63" y="1"/>
                  </a:moveTo>
                  <a:lnTo>
                    <a:pt x="63" y="1"/>
                  </a:lnTo>
                  <a:lnTo>
                    <a:pt x="48" y="1"/>
                  </a:lnTo>
                  <a:cubicBezTo>
                    <a:pt x="48" y="17"/>
                    <a:pt x="32" y="17"/>
                    <a:pt x="32" y="32"/>
                  </a:cubicBezTo>
                  <a:lnTo>
                    <a:pt x="0" y="127"/>
                  </a:lnTo>
                  <a:lnTo>
                    <a:pt x="0" y="143"/>
                  </a:lnTo>
                  <a:cubicBezTo>
                    <a:pt x="0" y="158"/>
                    <a:pt x="17" y="175"/>
                    <a:pt x="32" y="175"/>
                  </a:cubicBezTo>
                  <a:lnTo>
                    <a:pt x="32" y="175"/>
                  </a:lnTo>
                  <a:cubicBezTo>
                    <a:pt x="48" y="175"/>
                    <a:pt x="63" y="175"/>
                    <a:pt x="63" y="158"/>
                  </a:cubicBezTo>
                  <a:lnTo>
                    <a:pt x="63" y="158"/>
                  </a:lnTo>
                  <a:lnTo>
                    <a:pt x="80" y="127"/>
                  </a:lnTo>
                  <a:cubicBezTo>
                    <a:pt x="95" y="112"/>
                    <a:pt x="95" y="112"/>
                    <a:pt x="95" y="95"/>
                  </a:cubicBezTo>
                  <a:lnTo>
                    <a:pt x="126" y="64"/>
                  </a:lnTo>
                  <a:lnTo>
                    <a:pt x="126" y="32"/>
                  </a:lnTo>
                  <a:cubicBezTo>
                    <a:pt x="126" y="17"/>
                    <a:pt x="111" y="17"/>
                    <a:pt x="111"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3" name="Google Shape;1843;p38"/>
            <p:cNvSpPr/>
            <p:nvPr/>
          </p:nvSpPr>
          <p:spPr>
            <a:xfrm>
              <a:off x="3326817" y="1778713"/>
              <a:ext cx="3562" cy="4039"/>
            </a:xfrm>
            <a:custGeom>
              <a:avLst/>
              <a:gdLst/>
              <a:ahLst/>
              <a:cxnLst/>
              <a:rect l="l" t="t" r="r" b="b"/>
              <a:pathLst>
                <a:path w="112" h="127" extrusionOk="0">
                  <a:moveTo>
                    <a:pt x="64" y="49"/>
                  </a:moveTo>
                  <a:lnTo>
                    <a:pt x="64" y="49"/>
                  </a:lnTo>
                  <a:lnTo>
                    <a:pt x="64" y="49"/>
                  </a:lnTo>
                  <a:close/>
                  <a:moveTo>
                    <a:pt x="64" y="1"/>
                  </a:moveTo>
                  <a:lnTo>
                    <a:pt x="32" y="1"/>
                  </a:lnTo>
                  <a:lnTo>
                    <a:pt x="1" y="32"/>
                  </a:lnTo>
                  <a:lnTo>
                    <a:pt x="1" y="80"/>
                  </a:lnTo>
                  <a:cubicBezTo>
                    <a:pt x="1" y="95"/>
                    <a:pt x="17" y="112"/>
                    <a:pt x="32" y="127"/>
                  </a:cubicBezTo>
                  <a:lnTo>
                    <a:pt x="64" y="127"/>
                  </a:lnTo>
                  <a:lnTo>
                    <a:pt x="80" y="127"/>
                  </a:lnTo>
                  <a:cubicBezTo>
                    <a:pt x="95" y="112"/>
                    <a:pt x="95" y="95"/>
                    <a:pt x="80" y="80"/>
                  </a:cubicBezTo>
                  <a:lnTo>
                    <a:pt x="80" y="64"/>
                  </a:lnTo>
                  <a:lnTo>
                    <a:pt x="80" y="64"/>
                  </a:lnTo>
                  <a:lnTo>
                    <a:pt x="80" y="64"/>
                  </a:lnTo>
                  <a:cubicBezTo>
                    <a:pt x="95" y="64"/>
                    <a:pt x="112" y="49"/>
                    <a:pt x="112" y="17"/>
                  </a:cubicBezTo>
                  <a:lnTo>
                    <a:pt x="11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4" name="Google Shape;1844;p38"/>
            <p:cNvSpPr/>
            <p:nvPr/>
          </p:nvSpPr>
          <p:spPr>
            <a:xfrm>
              <a:off x="3328821" y="178023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5" name="Google Shape;1845;p38"/>
            <p:cNvSpPr/>
            <p:nvPr/>
          </p:nvSpPr>
          <p:spPr>
            <a:xfrm>
              <a:off x="3317785" y="1812329"/>
              <a:ext cx="5565" cy="3021"/>
            </a:xfrm>
            <a:custGeom>
              <a:avLst/>
              <a:gdLst/>
              <a:ahLst/>
              <a:cxnLst/>
              <a:rect l="l" t="t" r="r" b="b"/>
              <a:pathLst>
                <a:path w="175" h="95" extrusionOk="0">
                  <a:moveTo>
                    <a:pt x="33" y="0"/>
                  </a:moveTo>
                  <a:lnTo>
                    <a:pt x="33" y="0"/>
                  </a:lnTo>
                  <a:cubicBezTo>
                    <a:pt x="17" y="0"/>
                    <a:pt x="1" y="15"/>
                    <a:pt x="1" y="15"/>
                  </a:cubicBezTo>
                  <a:cubicBezTo>
                    <a:pt x="1" y="47"/>
                    <a:pt x="1" y="63"/>
                    <a:pt x="33" y="63"/>
                  </a:cubicBezTo>
                  <a:lnTo>
                    <a:pt x="33" y="63"/>
                  </a:lnTo>
                  <a:lnTo>
                    <a:pt x="112" y="95"/>
                  </a:lnTo>
                  <a:lnTo>
                    <a:pt x="127" y="95"/>
                  </a:lnTo>
                  <a:lnTo>
                    <a:pt x="127" y="95"/>
                  </a:lnTo>
                  <a:lnTo>
                    <a:pt x="127" y="95"/>
                  </a:lnTo>
                  <a:cubicBezTo>
                    <a:pt x="143" y="95"/>
                    <a:pt x="159" y="78"/>
                    <a:pt x="159" y="63"/>
                  </a:cubicBezTo>
                  <a:cubicBezTo>
                    <a:pt x="175" y="47"/>
                    <a:pt x="159" y="32"/>
                    <a:pt x="143" y="32"/>
                  </a:cubicBezTo>
                  <a:lnTo>
                    <a:pt x="143" y="32"/>
                  </a:lnTo>
                  <a:lnTo>
                    <a:pt x="127" y="32"/>
                  </a:ln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6" name="Google Shape;1846;p38"/>
            <p:cNvSpPr/>
            <p:nvPr/>
          </p:nvSpPr>
          <p:spPr>
            <a:xfrm>
              <a:off x="3419016" y="1801294"/>
              <a:ext cx="2576" cy="2035"/>
            </a:xfrm>
            <a:custGeom>
              <a:avLst/>
              <a:gdLst/>
              <a:ahLst/>
              <a:cxnLst/>
              <a:rect l="l" t="t" r="r" b="b"/>
              <a:pathLst>
                <a:path w="81" h="64" extrusionOk="0">
                  <a:moveTo>
                    <a:pt x="49" y="0"/>
                  </a:moveTo>
                  <a:lnTo>
                    <a:pt x="49" y="0"/>
                  </a:lnTo>
                  <a:lnTo>
                    <a:pt x="17" y="0"/>
                  </a:lnTo>
                  <a:lnTo>
                    <a:pt x="1" y="16"/>
                  </a:lnTo>
                  <a:lnTo>
                    <a:pt x="32" y="47"/>
                  </a:lnTo>
                  <a:lnTo>
                    <a:pt x="32" y="63"/>
                  </a:lnTo>
                  <a:lnTo>
                    <a:pt x="49" y="63"/>
                  </a:lnTo>
                  <a:lnTo>
                    <a:pt x="49" y="63"/>
                  </a:lnTo>
                  <a:lnTo>
                    <a:pt x="64" y="47"/>
                  </a:lnTo>
                  <a:cubicBezTo>
                    <a:pt x="80" y="47"/>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7" name="Google Shape;1847;p38"/>
            <p:cNvSpPr/>
            <p:nvPr/>
          </p:nvSpPr>
          <p:spPr>
            <a:xfrm>
              <a:off x="3440070" y="1774229"/>
              <a:ext cx="4039" cy="2512"/>
            </a:xfrm>
            <a:custGeom>
              <a:avLst/>
              <a:gdLst/>
              <a:ahLst/>
              <a:cxnLst/>
              <a:rect l="l" t="t" r="r" b="b"/>
              <a:pathLst>
                <a:path w="127" h="79" extrusionOk="0">
                  <a:moveTo>
                    <a:pt x="63" y="1"/>
                  </a:moveTo>
                  <a:lnTo>
                    <a:pt x="32" y="16"/>
                  </a:lnTo>
                  <a:cubicBezTo>
                    <a:pt x="0" y="16"/>
                    <a:pt x="0" y="47"/>
                    <a:pt x="0" y="64"/>
                  </a:cubicBezTo>
                  <a:cubicBezTo>
                    <a:pt x="17" y="79"/>
                    <a:pt x="32" y="79"/>
                    <a:pt x="32" y="79"/>
                  </a:cubicBezTo>
                  <a:lnTo>
                    <a:pt x="48" y="79"/>
                  </a:lnTo>
                  <a:lnTo>
                    <a:pt x="48" y="79"/>
                  </a:lnTo>
                  <a:lnTo>
                    <a:pt x="63" y="79"/>
                  </a:lnTo>
                  <a:lnTo>
                    <a:pt x="95" y="64"/>
                  </a:lnTo>
                  <a:cubicBezTo>
                    <a:pt x="111" y="47"/>
                    <a:pt x="111" y="47"/>
                    <a:pt x="111" y="32"/>
                  </a:cubicBezTo>
                  <a:cubicBezTo>
                    <a:pt x="126" y="32"/>
                    <a:pt x="126" y="16"/>
                    <a:pt x="111" y="16"/>
                  </a:cubicBezTo>
                  <a:lnTo>
                    <a:pt x="111"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8" name="Google Shape;1848;p38"/>
            <p:cNvSpPr/>
            <p:nvPr/>
          </p:nvSpPr>
          <p:spPr>
            <a:xfrm>
              <a:off x="3416535" y="1800785"/>
              <a:ext cx="5057" cy="4548"/>
            </a:xfrm>
            <a:custGeom>
              <a:avLst/>
              <a:gdLst/>
              <a:ahLst/>
              <a:cxnLst/>
              <a:rect l="l" t="t" r="r" b="b"/>
              <a:pathLst>
                <a:path w="159" h="143" extrusionOk="0">
                  <a:moveTo>
                    <a:pt x="32" y="0"/>
                  </a:moveTo>
                  <a:lnTo>
                    <a:pt x="32" y="0"/>
                  </a:lnTo>
                  <a:lnTo>
                    <a:pt x="32" y="0"/>
                  </a:lnTo>
                  <a:cubicBezTo>
                    <a:pt x="0" y="0"/>
                    <a:pt x="0" y="16"/>
                    <a:pt x="0" y="32"/>
                  </a:cubicBezTo>
                  <a:lnTo>
                    <a:pt x="0" y="48"/>
                  </a:lnTo>
                  <a:cubicBezTo>
                    <a:pt x="0" y="79"/>
                    <a:pt x="16" y="79"/>
                    <a:pt x="32" y="95"/>
                  </a:cubicBezTo>
                  <a:lnTo>
                    <a:pt x="32" y="95"/>
                  </a:lnTo>
                  <a:lnTo>
                    <a:pt x="32" y="111"/>
                  </a:lnTo>
                  <a:lnTo>
                    <a:pt x="32" y="111"/>
                  </a:lnTo>
                  <a:cubicBezTo>
                    <a:pt x="32" y="95"/>
                    <a:pt x="47" y="79"/>
                    <a:pt x="64" y="79"/>
                  </a:cubicBezTo>
                  <a:lnTo>
                    <a:pt x="64" y="79"/>
                  </a:lnTo>
                  <a:lnTo>
                    <a:pt x="64" y="79"/>
                  </a:lnTo>
                  <a:cubicBezTo>
                    <a:pt x="79" y="79"/>
                    <a:pt x="95" y="79"/>
                    <a:pt x="95" y="95"/>
                  </a:cubicBezTo>
                  <a:lnTo>
                    <a:pt x="95" y="95"/>
                  </a:lnTo>
                  <a:lnTo>
                    <a:pt x="110" y="95"/>
                  </a:lnTo>
                  <a:cubicBezTo>
                    <a:pt x="127" y="111"/>
                    <a:pt x="142" y="126"/>
                    <a:pt x="127" y="142"/>
                  </a:cubicBezTo>
                  <a:lnTo>
                    <a:pt x="127" y="142"/>
                  </a:lnTo>
                  <a:lnTo>
                    <a:pt x="127" y="142"/>
                  </a:lnTo>
                  <a:cubicBezTo>
                    <a:pt x="142" y="142"/>
                    <a:pt x="158" y="142"/>
                    <a:pt x="158" y="126"/>
                  </a:cubicBezTo>
                  <a:lnTo>
                    <a:pt x="158" y="126"/>
                  </a:lnTo>
                  <a:cubicBezTo>
                    <a:pt x="158" y="95"/>
                    <a:pt x="142" y="79"/>
                    <a:pt x="127" y="79"/>
                  </a:cubicBezTo>
                  <a:lnTo>
                    <a:pt x="127" y="79"/>
                  </a:lnTo>
                  <a:lnTo>
                    <a:pt x="110" y="79"/>
                  </a:lnTo>
                  <a:lnTo>
                    <a:pt x="110" y="63"/>
                  </a:lnTo>
                  <a:lnTo>
                    <a:pt x="79" y="32"/>
                  </a:lnTo>
                  <a:lnTo>
                    <a:pt x="64" y="32"/>
                  </a:lnTo>
                  <a:lnTo>
                    <a:pt x="64" y="32"/>
                  </a:lnTo>
                  <a:cubicBezTo>
                    <a:pt x="64"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9" name="Google Shape;1849;p38"/>
            <p:cNvSpPr/>
            <p:nvPr/>
          </p:nvSpPr>
          <p:spPr>
            <a:xfrm>
              <a:off x="3440579" y="1771239"/>
              <a:ext cx="3530" cy="3021"/>
            </a:xfrm>
            <a:custGeom>
              <a:avLst/>
              <a:gdLst/>
              <a:ahLst/>
              <a:cxnLst/>
              <a:rect l="l" t="t" r="r" b="b"/>
              <a:pathLst>
                <a:path w="111" h="95" extrusionOk="0">
                  <a:moveTo>
                    <a:pt x="47" y="0"/>
                  </a:moveTo>
                  <a:lnTo>
                    <a:pt x="32" y="0"/>
                  </a:lnTo>
                  <a:lnTo>
                    <a:pt x="16" y="0"/>
                  </a:lnTo>
                  <a:cubicBezTo>
                    <a:pt x="1" y="15"/>
                    <a:pt x="1" y="32"/>
                    <a:pt x="16" y="47"/>
                  </a:cubicBezTo>
                  <a:lnTo>
                    <a:pt x="32" y="63"/>
                  </a:lnTo>
                  <a:lnTo>
                    <a:pt x="47" y="95"/>
                  </a:lnTo>
                  <a:lnTo>
                    <a:pt x="47" y="95"/>
                  </a:lnTo>
                  <a:lnTo>
                    <a:pt x="79" y="95"/>
                  </a:lnTo>
                  <a:lnTo>
                    <a:pt x="95" y="95"/>
                  </a:lnTo>
                  <a:lnTo>
                    <a:pt x="95"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0" name="Google Shape;1850;p38"/>
            <p:cNvSpPr/>
            <p:nvPr/>
          </p:nvSpPr>
          <p:spPr>
            <a:xfrm>
              <a:off x="3042715" y="1812329"/>
              <a:ext cx="3530" cy="3021"/>
            </a:xfrm>
            <a:custGeom>
              <a:avLst/>
              <a:gdLst/>
              <a:ahLst/>
              <a:cxnLst/>
              <a:rect l="l" t="t" r="r" b="b"/>
              <a:pathLst>
                <a:path w="111" h="95" extrusionOk="0">
                  <a:moveTo>
                    <a:pt x="32" y="0"/>
                  </a:moveTo>
                  <a:lnTo>
                    <a:pt x="32" y="0"/>
                  </a:lnTo>
                  <a:cubicBezTo>
                    <a:pt x="16" y="0"/>
                    <a:pt x="16" y="0"/>
                    <a:pt x="16" y="15"/>
                  </a:cubicBezTo>
                  <a:cubicBezTo>
                    <a:pt x="1" y="32"/>
                    <a:pt x="1" y="47"/>
                    <a:pt x="16" y="63"/>
                  </a:cubicBezTo>
                  <a:lnTo>
                    <a:pt x="64" y="95"/>
                  </a:lnTo>
                  <a:lnTo>
                    <a:pt x="79" y="95"/>
                  </a:lnTo>
                  <a:lnTo>
                    <a:pt x="110"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1" name="Google Shape;1851;p38"/>
            <p:cNvSpPr/>
            <p:nvPr/>
          </p:nvSpPr>
          <p:spPr>
            <a:xfrm>
              <a:off x="3418539" y="1774229"/>
              <a:ext cx="4039" cy="2512"/>
            </a:xfrm>
            <a:custGeom>
              <a:avLst/>
              <a:gdLst/>
              <a:ahLst/>
              <a:cxnLst/>
              <a:rect l="l" t="t" r="r" b="b"/>
              <a:pathLst>
                <a:path w="127" h="79" extrusionOk="0">
                  <a:moveTo>
                    <a:pt x="95" y="1"/>
                  </a:moveTo>
                  <a:lnTo>
                    <a:pt x="79" y="1"/>
                  </a:lnTo>
                  <a:lnTo>
                    <a:pt x="64" y="1"/>
                  </a:lnTo>
                  <a:lnTo>
                    <a:pt x="32" y="1"/>
                  </a:lnTo>
                  <a:cubicBezTo>
                    <a:pt x="16" y="1"/>
                    <a:pt x="1" y="16"/>
                    <a:pt x="1" y="47"/>
                  </a:cubicBezTo>
                  <a:cubicBezTo>
                    <a:pt x="1" y="64"/>
                    <a:pt x="16" y="79"/>
                    <a:pt x="32" y="79"/>
                  </a:cubicBezTo>
                  <a:lnTo>
                    <a:pt x="32" y="79"/>
                  </a:lnTo>
                  <a:lnTo>
                    <a:pt x="47" y="64"/>
                  </a:lnTo>
                  <a:lnTo>
                    <a:pt x="79" y="64"/>
                  </a:lnTo>
                  <a:cubicBezTo>
                    <a:pt x="79" y="64"/>
                    <a:pt x="79" y="47"/>
                    <a:pt x="95" y="47"/>
                  </a:cubicBezTo>
                  <a:lnTo>
                    <a:pt x="127"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2" name="Google Shape;1852;p38"/>
            <p:cNvSpPr/>
            <p:nvPr/>
          </p:nvSpPr>
          <p:spPr>
            <a:xfrm>
              <a:off x="3197058" y="1796269"/>
              <a:ext cx="3530" cy="3053"/>
            </a:xfrm>
            <a:custGeom>
              <a:avLst/>
              <a:gdLst/>
              <a:ahLst/>
              <a:cxnLst/>
              <a:rect l="l" t="t" r="r" b="b"/>
              <a:pathLst>
                <a:path w="111" h="96" extrusionOk="0">
                  <a:moveTo>
                    <a:pt x="79" y="1"/>
                  </a:moveTo>
                  <a:lnTo>
                    <a:pt x="79" y="1"/>
                  </a:lnTo>
                  <a:lnTo>
                    <a:pt x="47" y="1"/>
                  </a:lnTo>
                  <a:lnTo>
                    <a:pt x="16" y="32"/>
                  </a:lnTo>
                  <a:cubicBezTo>
                    <a:pt x="1" y="47"/>
                    <a:pt x="1" y="64"/>
                    <a:pt x="1" y="79"/>
                  </a:cubicBezTo>
                  <a:cubicBezTo>
                    <a:pt x="16" y="95"/>
                    <a:pt x="16" y="95"/>
                    <a:pt x="32" y="95"/>
                  </a:cubicBezTo>
                  <a:lnTo>
                    <a:pt x="47" y="95"/>
                  </a:lnTo>
                  <a:lnTo>
                    <a:pt x="95" y="47"/>
                  </a:lnTo>
                  <a:cubicBezTo>
                    <a:pt x="110" y="47"/>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3" name="Google Shape;1853;p38"/>
            <p:cNvSpPr/>
            <p:nvPr/>
          </p:nvSpPr>
          <p:spPr>
            <a:xfrm>
              <a:off x="3323828" y="1785264"/>
              <a:ext cx="3530" cy="4516"/>
            </a:xfrm>
            <a:custGeom>
              <a:avLst/>
              <a:gdLst/>
              <a:ahLst/>
              <a:cxnLst/>
              <a:rect l="l" t="t" r="r" b="b"/>
              <a:pathLst>
                <a:path w="111" h="142" extrusionOk="0">
                  <a:moveTo>
                    <a:pt x="48" y="0"/>
                  </a:moveTo>
                  <a:lnTo>
                    <a:pt x="32" y="0"/>
                  </a:lnTo>
                  <a:cubicBezTo>
                    <a:pt x="32" y="0"/>
                    <a:pt x="16" y="0"/>
                    <a:pt x="16" y="15"/>
                  </a:cubicBezTo>
                  <a:cubicBezTo>
                    <a:pt x="0" y="15"/>
                    <a:pt x="0" y="32"/>
                    <a:pt x="16" y="47"/>
                  </a:cubicBezTo>
                  <a:lnTo>
                    <a:pt x="16" y="63"/>
                  </a:lnTo>
                  <a:cubicBezTo>
                    <a:pt x="32" y="63"/>
                    <a:pt x="32" y="63"/>
                    <a:pt x="32" y="95"/>
                  </a:cubicBezTo>
                  <a:cubicBezTo>
                    <a:pt x="32" y="95"/>
                    <a:pt x="16" y="95"/>
                    <a:pt x="16" y="110"/>
                  </a:cubicBezTo>
                  <a:cubicBezTo>
                    <a:pt x="16" y="126"/>
                    <a:pt x="32" y="141"/>
                    <a:pt x="48" y="141"/>
                  </a:cubicBezTo>
                  <a:lnTo>
                    <a:pt x="63" y="141"/>
                  </a:lnTo>
                  <a:lnTo>
                    <a:pt x="79" y="141"/>
                  </a:lnTo>
                  <a:cubicBezTo>
                    <a:pt x="79" y="141"/>
                    <a:pt x="95" y="126"/>
                    <a:pt x="95" y="110"/>
                  </a:cubicBezTo>
                  <a:lnTo>
                    <a:pt x="95" y="110"/>
                  </a:lnTo>
                  <a:cubicBezTo>
                    <a:pt x="95" y="78"/>
                    <a:pt x="111" y="32"/>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4" name="Google Shape;1854;p38"/>
            <p:cNvSpPr/>
            <p:nvPr/>
          </p:nvSpPr>
          <p:spPr>
            <a:xfrm>
              <a:off x="3375922" y="1780239"/>
              <a:ext cx="2576" cy="4516"/>
            </a:xfrm>
            <a:custGeom>
              <a:avLst/>
              <a:gdLst/>
              <a:ahLst/>
              <a:cxnLst/>
              <a:rect l="l" t="t" r="r" b="b"/>
              <a:pathLst>
                <a:path w="81" h="142" extrusionOk="0">
                  <a:moveTo>
                    <a:pt x="32" y="1"/>
                  </a:moveTo>
                  <a:lnTo>
                    <a:pt x="17" y="1"/>
                  </a:lnTo>
                  <a:lnTo>
                    <a:pt x="17" y="16"/>
                  </a:lnTo>
                  <a:cubicBezTo>
                    <a:pt x="1" y="16"/>
                    <a:pt x="1" y="32"/>
                    <a:pt x="1" y="32"/>
                  </a:cubicBezTo>
                  <a:lnTo>
                    <a:pt x="1" y="47"/>
                  </a:lnTo>
                  <a:lnTo>
                    <a:pt x="1" y="64"/>
                  </a:lnTo>
                  <a:lnTo>
                    <a:pt x="1" y="64"/>
                  </a:lnTo>
                  <a:cubicBezTo>
                    <a:pt x="17" y="64"/>
                    <a:pt x="17" y="79"/>
                    <a:pt x="17" y="95"/>
                  </a:cubicBezTo>
                  <a:lnTo>
                    <a:pt x="17" y="110"/>
                  </a:lnTo>
                  <a:lnTo>
                    <a:pt x="17" y="110"/>
                  </a:lnTo>
                  <a:lnTo>
                    <a:pt x="17" y="110"/>
                  </a:lnTo>
                  <a:cubicBezTo>
                    <a:pt x="17" y="127"/>
                    <a:pt x="32" y="127"/>
                    <a:pt x="32" y="127"/>
                  </a:cubicBezTo>
                  <a:lnTo>
                    <a:pt x="49" y="142"/>
                  </a:lnTo>
                  <a:cubicBezTo>
                    <a:pt x="49" y="142"/>
                    <a:pt x="64" y="142"/>
                    <a:pt x="64" y="127"/>
                  </a:cubicBezTo>
                  <a:cubicBezTo>
                    <a:pt x="64" y="127"/>
                    <a:pt x="80" y="127"/>
                    <a:pt x="80" y="110"/>
                  </a:cubicBezTo>
                  <a:lnTo>
                    <a:pt x="80" y="95"/>
                  </a:lnTo>
                  <a:lnTo>
                    <a:pt x="64" y="32"/>
                  </a:lnTo>
                  <a:cubicBezTo>
                    <a:pt x="49"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5" name="Google Shape;1855;p38"/>
            <p:cNvSpPr/>
            <p:nvPr/>
          </p:nvSpPr>
          <p:spPr>
            <a:xfrm>
              <a:off x="3185036" y="1795760"/>
              <a:ext cx="7537" cy="3562"/>
            </a:xfrm>
            <a:custGeom>
              <a:avLst/>
              <a:gdLst/>
              <a:ahLst/>
              <a:cxnLst/>
              <a:rect l="l" t="t" r="r" b="b"/>
              <a:pathLst>
                <a:path w="237" h="112" extrusionOk="0">
                  <a:moveTo>
                    <a:pt x="205" y="0"/>
                  </a:moveTo>
                  <a:lnTo>
                    <a:pt x="205" y="0"/>
                  </a:lnTo>
                  <a:lnTo>
                    <a:pt x="189" y="0"/>
                  </a:lnTo>
                  <a:cubicBezTo>
                    <a:pt x="189" y="17"/>
                    <a:pt x="173" y="17"/>
                    <a:pt x="173" y="17"/>
                  </a:cubicBezTo>
                  <a:cubicBezTo>
                    <a:pt x="158" y="17"/>
                    <a:pt x="158" y="32"/>
                    <a:pt x="158" y="32"/>
                  </a:cubicBezTo>
                  <a:cubicBezTo>
                    <a:pt x="142" y="32"/>
                    <a:pt x="126" y="48"/>
                    <a:pt x="126" y="48"/>
                  </a:cubicBezTo>
                  <a:cubicBezTo>
                    <a:pt x="126" y="48"/>
                    <a:pt x="110" y="48"/>
                    <a:pt x="110" y="32"/>
                  </a:cubicBezTo>
                  <a:cubicBezTo>
                    <a:pt x="110" y="32"/>
                    <a:pt x="95" y="17"/>
                    <a:pt x="79" y="17"/>
                  </a:cubicBezTo>
                  <a:lnTo>
                    <a:pt x="79" y="17"/>
                  </a:lnTo>
                  <a:cubicBezTo>
                    <a:pt x="63" y="32"/>
                    <a:pt x="47" y="32"/>
                    <a:pt x="47" y="32"/>
                  </a:cubicBezTo>
                  <a:lnTo>
                    <a:pt x="32" y="48"/>
                  </a:lnTo>
                  <a:cubicBezTo>
                    <a:pt x="16" y="48"/>
                    <a:pt x="0" y="80"/>
                    <a:pt x="16" y="95"/>
                  </a:cubicBezTo>
                  <a:cubicBezTo>
                    <a:pt x="16" y="95"/>
                    <a:pt x="16" y="111"/>
                    <a:pt x="32" y="111"/>
                  </a:cubicBezTo>
                  <a:lnTo>
                    <a:pt x="47" y="111"/>
                  </a:lnTo>
                  <a:lnTo>
                    <a:pt x="63" y="80"/>
                  </a:lnTo>
                  <a:cubicBezTo>
                    <a:pt x="63" y="63"/>
                    <a:pt x="79" y="48"/>
                    <a:pt x="95" y="48"/>
                  </a:cubicBezTo>
                  <a:lnTo>
                    <a:pt x="95" y="48"/>
                  </a:lnTo>
                  <a:lnTo>
                    <a:pt x="110" y="63"/>
                  </a:lnTo>
                  <a:cubicBezTo>
                    <a:pt x="126" y="63"/>
                    <a:pt x="126" y="80"/>
                    <a:pt x="126" y="95"/>
                  </a:cubicBezTo>
                  <a:lnTo>
                    <a:pt x="126" y="111"/>
                  </a:lnTo>
                  <a:lnTo>
                    <a:pt x="126" y="111"/>
                  </a:lnTo>
                  <a:lnTo>
                    <a:pt x="126" y="111"/>
                  </a:lnTo>
                  <a:lnTo>
                    <a:pt x="142" y="111"/>
                  </a:lnTo>
                  <a:cubicBezTo>
                    <a:pt x="158" y="111"/>
                    <a:pt x="189" y="95"/>
                    <a:pt x="189" y="80"/>
                  </a:cubicBezTo>
                  <a:lnTo>
                    <a:pt x="189" y="80"/>
                  </a:lnTo>
                  <a:cubicBezTo>
                    <a:pt x="205" y="80"/>
                    <a:pt x="205" y="63"/>
                    <a:pt x="221" y="63"/>
                  </a:cubicBezTo>
                  <a:cubicBezTo>
                    <a:pt x="236" y="63"/>
                    <a:pt x="236" y="48"/>
                    <a:pt x="236" y="17"/>
                  </a:cubicBezTo>
                  <a:cubicBezTo>
                    <a:pt x="236" y="17"/>
                    <a:pt x="221"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6" name="Google Shape;1856;p38"/>
            <p:cNvSpPr/>
            <p:nvPr/>
          </p:nvSpPr>
          <p:spPr>
            <a:xfrm>
              <a:off x="3171011" y="1818340"/>
              <a:ext cx="6042" cy="3498"/>
            </a:xfrm>
            <a:custGeom>
              <a:avLst/>
              <a:gdLst/>
              <a:ahLst/>
              <a:cxnLst/>
              <a:rect l="l" t="t" r="r" b="b"/>
              <a:pathLst>
                <a:path w="190" h="110" extrusionOk="0">
                  <a:moveTo>
                    <a:pt x="47" y="0"/>
                  </a:moveTo>
                  <a:lnTo>
                    <a:pt x="47" y="0"/>
                  </a:lnTo>
                  <a:cubicBezTo>
                    <a:pt x="32" y="0"/>
                    <a:pt x="15" y="15"/>
                    <a:pt x="15" y="32"/>
                  </a:cubicBezTo>
                  <a:cubicBezTo>
                    <a:pt x="0" y="47"/>
                    <a:pt x="15" y="63"/>
                    <a:pt x="32" y="78"/>
                  </a:cubicBezTo>
                  <a:lnTo>
                    <a:pt x="47" y="78"/>
                  </a:lnTo>
                  <a:cubicBezTo>
                    <a:pt x="63" y="78"/>
                    <a:pt x="78" y="78"/>
                    <a:pt x="95" y="95"/>
                  </a:cubicBezTo>
                  <a:cubicBezTo>
                    <a:pt x="110" y="95"/>
                    <a:pt x="110" y="95"/>
                    <a:pt x="126" y="110"/>
                  </a:cubicBezTo>
                  <a:lnTo>
                    <a:pt x="141" y="110"/>
                  </a:lnTo>
                  <a:lnTo>
                    <a:pt x="158" y="110"/>
                  </a:lnTo>
                  <a:cubicBezTo>
                    <a:pt x="173" y="110"/>
                    <a:pt x="189" y="110"/>
                    <a:pt x="189" y="95"/>
                  </a:cubicBezTo>
                  <a:lnTo>
                    <a:pt x="189" y="95"/>
                  </a:lnTo>
                  <a:lnTo>
                    <a:pt x="189" y="95"/>
                  </a:lnTo>
                  <a:lnTo>
                    <a:pt x="173" y="95"/>
                  </a:lnTo>
                  <a:lnTo>
                    <a:pt x="158" y="78"/>
                  </a:lnTo>
                  <a:lnTo>
                    <a:pt x="141" y="78"/>
                  </a:lnTo>
                  <a:cubicBezTo>
                    <a:pt x="141" y="95"/>
                    <a:pt x="126" y="95"/>
                    <a:pt x="126" y="95"/>
                  </a:cubicBezTo>
                  <a:cubicBezTo>
                    <a:pt x="110" y="95"/>
                    <a:pt x="95" y="78"/>
                    <a:pt x="95" y="63"/>
                  </a:cubicBezTo>
                  <a:cubicBezTo>
                    <a:pt x="95" y="47"/>
                    <a:pt x="95" y="32"/>
                    <a:pt x="110" y="15"/>
                  </a:cubicBezTo>
                  <a:lnTo>
                    <a:pt x="78" y="15"/>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7" name="Google Shape;1857;p38"/>
            <p:cNvSpPr/>
            <p:nvPr/>
          </p:nvSpPr>
          <p:spPr>
            <a:xfrm>
              <a:off x="3385463" y="1776709"/>
              <a:ext cx="4039" cy="2035"/>
            </a:xfrm>
            <a:custGeom>
              <a:avLst/>
              <a:gdLst/>
              <a:ahLst/>
              <a:cxnLst/>
              <a:rect l="l" t="t" r="r" b="b"/>
              <a:pathLst>
                <a:path w="127" h="64" extrusionOk="0">
                  <a:moveTo>
                    <a:pt x="47" y="1"/>
                  </a:moveTo>
                  <a:lnTo>
                    <a:pt x="47" y="1"/>
                  </a:lnTo>
                  <a:lnTo>
                    <a:pt x="16" y="1"/>
                  </a:lnTo>
                  <a:lnTo>
                    <a:pt x="16" y="17"/>
                  </a:lnTo>
                  <a:cubicBezTo>
                    <a:pt x="1" y="32"/>
                    <a:pt x="16" y="49"/>
                    <a:pt x="32" y="64"/>
                  </a:cubicBezTo>
                  <a:lnTo>
                    <a:pt x="47" y="64"/>
                  </a:lnTo>
                  <a:cubicBezTo>
                    <a:pt x="47" y="49"/>
                    <a:pt x="64" y="32"/>
                    <a:pt x="64" y="32"/>
                  </a:cubicBezTo>
                  <a:lnTo>
                    <a:pt x="127" y="32"/>
                  </a:lnTo>
                  <a:lnTo>
                    <a:pt x="110" y="17"/>
                  </a:lnTo>
                  <a:lnTo>
                    <a:pt x="110" y="17"/>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8" name="Google Shape;1858;p38"/>
            <p:cNvSpPr/>
            <p:nvPr/>
          </p:nvSpPr>
          <p:spPr>
            <a:xfrm>
              <a:off x="3415009" y="1777250"/>
              <a:ext cx="4039" cy="3021"/>
            </a:xfrm>
            <a:custGeom>
              <a:avLst/>
              <a:gdLst/>
              <a:ahLst/>
              <a:cxnLst/>
              <a:rect l="l" t="t" r="r" b="b"/>
              <a:pathLst>
                <a:path w="127" h="95" extrusionOk="0">
                  <a:moveTo>
                    <a:pt x="80" y="0"/>
                  </a:moveTo>
                  <a:lnTo>
                    <a:pt x="80" y="0"/>
                  </a:lnTo>
                  <a:lnTo>
                    <a:pt x="64" y="0"/>
                  </a:lnTo>
                  <a:lnTo>
                    <a:pt x="64" y="15"/>
                  </a:lnTo>
                  <a:lnTo>
                    <a:pt x="48" y="32"/>
                  </a:lnTo>
                  <a:lnTo>
                    <a:pt x="1" y="15"/>
                  </a:lnTo>
                  <a:lnTo>
                    <a:pt x="1" y="15"/>
                  </a:lnTo>
                  <a:cubicBezTo>
                    <a:pt x="1" y="32"/>
                    <a:pt x="17" y="32"/>
                    <a:pt x="17" y="47"/>
                  </a:cubicBezTo>
                  <a:lnTo>
                    <a:pt x="17" y="95"/>
                  </a:lnTo>
                  <a:lnTo>
                    <a:pt x="17" y="95"/>
                  </a:lnTo>
                  <a:lnTo>
                    <a:pt x="80" y="78"/>
                  </a:lnTo>
                  <a:lnTo>
                    <a:pt x="112" y="63"/>
                  </a:lnTo>
                  <a:cubicBezTo>
                    <a:pt x="112" y="47"/>
                    <a:pt x="127" y="47"/>
                    <a:pt x="127" y="32"/>
                  </a:cubicBezTo>
                  <a:lnTo>
                    <a:pt x="112" y="15"/>
                  </a:lnTo>
                  <a:cubicBezTo>
                    <a:pt x="112" y="0"/>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9" name="Google Shape;1859;p38"/>
            <p:cNvSpPr/>
            <p:nvPr/>
          </p:nvSpPr>
          <p:spPr>
            <a:xfrm>
              <a:off x="3294759" y="1815319"/>
              <a:ext cx="4039" cy="2035"/>
            </a:xfrm>
            <a:custGeom>
              <a:avLst/>
              <a:gdLst/>
              <a:ahLst/>
              <a:cxnLst/>
              <a:rect l="l" t="t" r="r" b="b"/>
              <a:pathLst>
                <a:path w="127" h="64" extrusionOk="0">
                  <a:moveTo>
                    <a:pt x="17" y="1"/>
                  </a:moveTo>
                  <a:lnTo>
                    <a:pt x="0" y="1"/>
                  </a:lnTo>
                  <a:lnTo>
                    <a:pt x="0" y="16"/>
                  </a:lnTo>
                  <a:lnTo>
                    <a:pt x="17" y="16"/>
                  </a:lnTo>
                  <a:lnTo>
                    <a:pt x="17" y="16"/>
                  </a:lnTo>
                  <a:cubicBezTo>
                    <a:pt x="32" y="16"/>
                    <a:pt x="48" y="32"/>
                    <a:pt x="48" y="47"/>
                  </a:cubicBezTo>
                  <a:lnTo>
                    <a:pt x="80" y="47"/>
                  </a:lnTo>
                  <a:cubicBezTo>
                    <a:pt x="80" y="64"/>
                    <a:pt x="80" y="64"/>
                    <a:pt x="95" y="64"/>
                  </a:cubicBezTo>
                  <a:lnTo>
                    <a:pt x="126" y="32"/>
                  </a:lnTo>
                  <a:lnTo>
                    <a:pt x="126" y="1"/>
                  </a:lnTo>
                  <a:cubicBezTo>
                    <a:pt x="111" y="16"/>
                    <a:pt x="111" y="32"/>
                    <a:pt x="95" y="32"/>
                  </a:cubicBezTo>
                  <a:lnTo>
                    <a:pt x="80" y="32"/>
                  </a:lnTo>
                  <a:cubicBezTo>
                    <a:pt x="63" y="32"/>
                    <a:pt x="48" y="16"/>
                    <a:pt x="48" y="1"/>
                  </a:cubicBez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0" name="Google Shape;1860;p38"/>
            <p:cNvSpPr/>
            <p:nvPr/>
          </p:nvSpPr>
          <p:spPr>
            <a:xfrm>
              <a:off x="3311774" y="1806796"/>
              <a:ext cx="3053" cy="4039"/>
            </a:xfrm>
            <a:custGeom>
              <a:avLst/>
              <a:gdLst/>
              <a:ahLst/>
              <a:cxnLst/>
              <a:rect l="l" t="t" r="r" b="b"/>
              <a:pathLst>
                <a:path w="96" h="127" extrusionOk="0">
                  <a:moveTo>
                    <a:pt x="49" y="0"/>
                  </a:moveTo>
                  <a:lnTo>
                    <a:pt x="49" y="0"/>
                  </a:lnTo>
                  <a:cubicBezTo>
                    <a:pt x="32" y="0"/>
                    <a:pt x="32" y="16"/>
                    <a:pt x="17" y="16"/>
                  </a:cubicBezTo>
                  <a:lnTo>
                    <a:pt x="1" y="79"/>
                  </a:lnTo>
                  <a:lnTo>
                    <a:pt x="1" y="79"/>
                  </a:lnTo>
                  <a:lnTo>
                    <a:pt x="1" y="79"/>
                  </a:lnTo>
                  <a:lnTo>
                    <a:pt x="17" y="79"/>
                  </a:lnTo>
                  <a:cubicBezTo>
                    <a:pt x="32" y="95"/>
                    <a:pt x="32" y="111"/>
                    <a:pt x="32" y="126"/>
                  </a:cubicBezTo>
                  <a:cubicBezTo>
                    <a:pt x="32" y="126"/>
                    <a:pt x="49" y="111"/>
                    <a:pt x="64" y="111"/>
                  </a:cubicBezTo>
                  <a:lnTo>
                    <a:pt x="80" y="48"/>
                  </a:lnTo>
                  <a:cubicBezTo>
                    <a:pt x="95" y="32"/>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1" name="Google Shape;1861;p38"/>
            <p:cNvSpPr/>
            <p:nvPr/>
          </p:nvSpPr>
          <p:spPr>
            <a:xfrm>
              <a:off x="3394972" y="1754192"/>
              <a:ext cx="4039" cy="2512"/>
            </a:xfrm>
            <a:custGeom>
              <a:avLst/>
              <a:gdLst/>
              <a:ahLst/>
              <a:cxnLst/>
              <a:rect l="l" t="t" r="r" b="b"/>
              <a:pathLst>
                <a:path w="127" h="79" extrusionOk="0">
                  <a:moveTo>
                    <a:pt x="95" y="0"/>
                  </a:moveTo>
                  <a:lnTo>
                    <a:pt x="95" y="0"/>
                  </a:lnTo>
                  <a:lnTo>
                    <a:pt x="80" y="0"/>
                  </a:lnTo>
                  <a:lnTo>
                    <a:pt x="63" y="0"/>
                  </a:lnTo>
                  <a:lnTo>
                    <a:pt x="32" y="0"/>
                  </a:lnTo>
                  <a:cubicBezTo>
                    <a:pt x="17" y="16"/>
                    <a:pt x="0" y="32"/>
                    <a:pt x="0" y="47"/>
                  </a:cubicBezTo>
                  <a:cubicBezTo>
                    <a:pt x="17" y="63"/>
                    <a:pt x="17" y="79"/>
                    <a:pt x="32" y="79"/>
                  </a:cubicBezTo>
                  <a:lnTo>
                    <a:pt x="32" y="79"/>
                  </a:lnTo>
                  <a:lnTo>
                    <a:pt x="48" y="79"/>
                  </a:lnTo>
                  <a:lnTo>
                    <a:pt x="95" y="63"/>
                  </a:lnTo>
                  <a:cubicBezTo>
                    <a:pt x="126" y="47"/>
                    <a:pt x="126" y="32"/>
                    <a:pt x="126" y="16"/>
                  </a:cubicBezTo>
                  <a:cubicBezTo>
                    <a:pt x="126" y="0"/>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2" name="Google Shape;1862;p38"/>
            <p:cNvSpPr/>
            <p:nvPr/>
          </p:nvSpPr>
          <p:spPr>
            <a:xfrm>
              <a:off x="3086286" y="1795283"/>
              <a:ext cx="3053" cy="2035"/>
            </a:xfrm>
            <a:custGeom>
              <a:avLst/>
              <a:gdLst/>
              <a:ahLst/>
              <a:cxnLst/>
              <a:rect l="l" t="t" r="r" b="b"/>
              <a:pathLst>
                <a:path w="96" h="64" extrusionOk="0">
                  <a:moveTo>
                    <a:pt x="49" y="0"/>
                  </a:moveTo>
                  <a:lnTo>
                    <a:pt x="1" y="32"/>
                  </a:lnTo>
                  <a:cubicBezTo>
                    <a:pt x="17" y="32"/>
                    <a:pt x="17" y="47"/>
                    <a:pt x="32" y="47"/>
                  </a:cubicBezTo>
                  <a:lnTo>
                    <a:pt x="32" y="47"/>
                  </a:lnTo>
                  <a:lnTo>
                    <a:pt x="80" y="47"/>
                  </a:lnTo>
                  <a:lnTo>
                    <a:pt x="80" y="63"/>
                  </a:lnTo>
                  <a:cubicBezTo>
                    <a:pt x="95" y="63"/>
                    <a:pt x="95" y="47"/>
                    <a:pt x="95" y="47"/>
                  </a:cubicBezTo>
                  <a:cubicBezTo>
                    <a:pt x="80" y="47"/>
                    <a:pt x="64" y="32"/>
                    <a:pt x="4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3" name="Google Shape;1863;p38"/>
            <p:cNvSpPr/>
            <p:nvPr/>
          </p:nvSpPr>
          <p:spPr>
            <a:xfrm>
              <a:off x="3456608" y="1802788"/>
              <a:ext cx="1527" cy="6551"/>
            </a:xfrm>
            <a:custGeom>
              <a:avLst/>
              <a:gdLst/>
              <a:ahLst/>
              <a:cxnLst/>
              <a:rect l="l" t="t" r="r" b="b"/>
              <a:pathLst>
                <a:path w="48" h="206" extrusionOk="0">
                  <a:moveTo>
                    <a:pt x="48" y="0"/>
                  </a:moveTo>
                  <a:lnTo>
                    <a:pt x="32" y="16"/>
                  </a:lnTo>
                  <a:lnTo>
                    <a:pt x="32" y="32"/>
                  </a:lnTo>
                  <a:lnTo>
                    <a:pt x="32" y="48"/>
                  </a:lnTo>
                  <a:lnTo>
                    <a:pt x="32" y="48"/>
                  </a:lnTo>
                  <a:cubicBezTo>
                    <a:pt x="32" y="63"/>
                    <a:pt x="32" y="79"/>
                    <a:pt x="16" y="79"/>
                  </a:cubicBezTo>
                  <a:lnTo>
                    <a:pt x="16" y="79"/>
                  </a:lnTo>
                  <a:lnTo>
                    <a:pt x="1" y="174"/>
                  </a:lnTo>
                  <a:lnTo>
                    <a:pt x="1" y="205"/>
                  </a:lnTo>
                  <a:cubicBezTo>
                    <a:pt x="16" y="189"/>
                    <a:pt x="32" y="189"/>
                    <a:pt x="48" y="18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4" name="Google Shape;1864;p38"/>
            <p:cNvSpPr/>
            <p:nvPr/>
          </p:nvSpPr>
          <p:spPr>
            <a:xfrm>
              <a:off x="3349398" y="1816814"/>
              <a:ext cx="2035" cy="2544"/>
            </a:xfrm>
            <a:custGeom>
              <a:avLst/>
              <a:gdLst/>
              <a:ahLst/>
              <a:cxnLst/>
              <a:rect l="l" t="t" r="r" b="b"/>
              <a:pathLst>
                <a:path w="64" h="80" extrusionOk="0">
                  <a:moveTo>
                    <a:pt x="15" y="48"/>
                  </a:moveTo>
                  <a:cubicBezTo>
                    <a:pt x="32" y="63"/>
                    <a:pt x="15" y="80"/>
                    <a:pt x="0" y="80"/>
                  </a:cubicBezTo>
                  <a:lnTo>
                    <a:pt x="15" y="80"/>
                  </a:lnTo>
                  <a:lnTo>
                    <a:pt x="47" y="80"/>
                  </a:lnTo>
                  <a:lnTo>
                    <a:pt x="63" y="63"/>
                  </a:lnTo>
                  <a:lnTo>
                    <a:pt x="47" y="63"/>
                  </a:lnTo>
                  <a:lnTo>
                    <a:pt x="47" y="63"/>
                  </a:lnTo>
                  <a:cubicBezTo>
                    <a:pt x="47" y="63"/>
                    <a:pt x="32" y="48"/>
                    <a:pt x="15" y="48"/>
                  </a:cubicBezTo>
                  <a:close/>
                  <a:moveTo>
                    <a:pt x="15" y="0"/>
                  </a:moveTo>
                  <a:lnTo>
                    <a:pt x="0" y="17"/>
                  </a:lnTo>
                  <a:cubicBezTo>
                    <a:pt x="15" y="17"/>
                    <a:pt x="15" y="17"/>
                    <a:pt x="15" y="32"/>
                  </a:cubicBezTo>
                  <a:lnTo>
                    <a:pt x="1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5" name="Google Shape;1865;p38"/>
            <p:cNvSpPr/>
            <p:nvPr/>
          </p:nvSpPr>
          <p:spPr>
            <a:xfrm>
              <a:off x="3118885" y="1789272"/>
              <a:ext cx="3530" cy="3498"/>
            </a:xfrm>
            <a:custGeom>
              <a:avLst/>
              <a:gdLst/>
              <a:ahLst/>
              <a:cxnLst/>
              <a:rect l="l" t="t" r="r" b="b"/>
              <a:pathLst>
                <a:path w="111" h="110" extrusionOk="0">
                  <a:moveTo>
                    <a:pt x="47" y="0"/>
                  </a:moveTo>
                  <a:lnTo>
                    <a:pt x="47" y="0"/>
                  </a:lnTo>
                  <a:cubicBezTo>
                    <a:pt x="32" y="0"/>
                    <a:pt x="32" y="15"/>
                    <a:pt x="16" y="15"/>
                  </a:cubicBezTo>
                  <a:cubicBezTo>
                    <a:pt x="1" y="32"/>
                    <a:pt x="1" y="47"/>
                    <a:pt x="16" y="63"/>
                  </a:cubicBezTo>
                  <a:lnTo>
                    <a:pt x="32" y="63"/>
                  </a:lnTo>
                  <a:lnTo>
                    <a:pt x="47" y="110"/>
                  </a:lnTo>
                  <a:lnTo>
                    <a:pt x="79" y="110"/>
                  </a:lnTo>
                  <a:lnTo>
                    <a:pt x="95" y="110"/>
                  </a:lnTo>
                  <a:cubicBezTo>
                    <a:pt x="110" y="110"/>
                    <a:pt x="110" y="95"/>
                    <a:pt x="110" y="95"/>
                  </a:cubicBezTo>
                  <a:lnTo>
                    <a:pt x="110" y="78"/>
                  </a:lnTo>
                  <a:lnTo>
                    <a:pt x="110" y="78"/>
                  </a:lnTo>
                  <a:lnTo>
                    <a:pt x="110" y="63"/>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6" name="Google Shape;1866;p38"/>
            <p:cNvSpPr/>
            <p:nvPr/>
          </p:nvSpPr>
          <p:spPr>
            <a:xfrm>
              <a:off x="3349875" y="1812329"/>
              <a:ext cx="5565" cy="6520"/>
            </a:xfrm>
            <a:custGeom>
              <a:avLst/>
              <a:gdLst/>
              <a:ahLst/>
              <a:cxnLst/>
              <a:rect l="l" t="t" r="r" b="b"/>
              <a:pathLst>
                <a:path w="175" h="205" extrusionOk="0">
                  <a:moveTo>
                    <a:pt x="48" y="0"/>
                  </a:moveTo>
                  <a:lnTo>
                    <a:pt x="48" y="15"/>
                  </a:lnTo>
                  <a:lnTo>
                    <a:pt x="0" y="141"/>
                  </a:lnTo>
                  <a:lnTo>
                    <a:pt x="0" y="158"/>
                  </a:lnTo>
                  <a:lnTo>
                    <a:pt x="0" y="173"/>
                  </a:lnTo>
                  <a:lnTo>
                    <a:pt x="0" y="189"/>
                  </a:lnTo>
                  <a:lnTo>
                    <a:pt x="0" y="189"/>
                  </a:lnTo>
                  <a:cubicBezTo>
                    <a:pt x="17" y="189"/>
                    <a:pt x="32" y="204"/>
                    <a:pt x="32" y="204"/>
                  </a:cubicBezTo>
                  <a:lnTo>
                    <a:pt x="32" y="204"/>
                  </a:lnTo>
                  <a:lnTo>
                    <a:pt x="48" y="204"/>
                  </a:lnTo>
                  <a:lnTo>
                    <a:pt x="48" y="204"/>
                  </a:lnTo>
                  <a:lnTo>
                    <a:pt x="143" y="204"/>
                  </a:lnTo>
                  <a:lnTo>
                    <a:pt x="143" y="204"/>
                  </a:lnTo>
                  <a:cubicBezTo>
                    <a:pt x="158" y="204"/>
                    <a:pt x="174" y="189"/>
                    <a:pt x="174" y="158"/>
                  </a:cubicBezTo>
                  <a:cubicBezTo>
                    <a:pt x="174" y="158"/>
                    <a:pt x="158" y="141"/>
                    <a:pt x="143" y="141"/>
                  </a:cubicBezTo>
                  <a:lnTo>
                    <a:pt x="143" y="126"/>
                  </a:lnTo>
                  <a:lnTo>
                    <a:pt x="143" y="126"/>
                  </a:lnTo>
                  <a:lnTo>
                    <a:pt x="80" y="126"/>
                  </a:lnTo>
                  <a:lnTo>
                    <a:pt x="95" y="95"/>
                  </a:lnTo>
                  <a:lnTo>
                    <a:pt x="111" y="63"/>
                  </a:lnTo>
                  <a:lnTo>
                    <a:pt x="111" y="47"/>
                  </a:lnTo>
                  <a:lnTo>
                    <a:pt x="95" y="47"/>
                  </a:lnTo>
                  <a:lnTo>
                    <a:pt x="80" y="47"/>
                  </a:lnTo>
                  <a:cubicBezTo>
                    <a:pt x="80" y="47"/>
                    <a:pt x="63" y="47"/>
                    <a:pt x="63" y="32"/>
                  </a:cubicBezTo>
                  <a:cubicBezTo>
                    <a:pt x="48" y="32"/>
                    <a:pt x="48" y="15"/>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7" name="Google Shape;1867;p38"/>
            <p:cNvSpPr/>
            <p:nvPr/>
          </p:nvSpPr>
          <p:spPr>
            <a:xfrm>
              <a:off x="3081293" y="1794742"/>
              <a:ext cx="5025" cy="4039"/>
            </a:xfrm>
            <a:custGeom>
              <a:avLst/>
              <a:gdLst/>
              <a:ahLst/>
              <a:cxnLst/>
              <a:rect l="l" t="t" r="r" b="b"/>
              <a:pathLst>
                <a:path w="158" h="127" extrusionOk="0">
                  <a:moveTo>
                    <a:pt x="80" y="1"/>
                  </a:moveTo>
                  <a:lnTo>
                    <a:pt x="80" y="1"/>
                  </a:lnTo>
                  <a:cubicBezTo>
                    <a:pt x="80" y="1"/>
                    <a:pt x="63" y="1"/>
                    <a:pt x="63" y="17"/>
                  </a:cubicBezTo>
                  <a:lnTo>
                    <a:pt x="17" y="32"/>
                  </a:lnTo>
                  <a:cubicBezTo>
                    <a:pt x="0" y="49"/>
                    <a:pt x="0" y="64"/>
                    <a:pt x="17" y="80"/>
                  </a:cubicBezTo>
                  <a:cubicBezTo>
                    <a:pt x="17" y="95"/>
                    <a:pt x="32" y="95"/>
                    <a:pt x="48" y="95"/>
                  </a:cubicBezTo>
                  <a:lnTo>
                    <a:pt x="63" y="95"/>
                  </a:lnTo>
                  <a:lnTo>
                    <a:pt x="80" y="80"/>
                  </a:lnTo>
                  <a:lnTo>
                    <a:pt x="95" y="112"/>
                  </a:lnTo>
                  <a:cubicBezTo>
                    <a:pt x="95" y="127"/>
                    <a:pt x="111" y="127"/>
                    <a:pt x="126" y="127"/>
                  </a:cubicBezTo>
                  <a:lnTo>
                    <a:pt x="126" y="127"/>
                  </a:lnTo>
                  <a:lnTo>
                    <a:pt x="143" y="127"/>
                  </a:lnTo>
                  <a:cubicBezTo>
                    <a:pt x="158" y="112"/>
                    <a:pt x="158" y="95"/>
                    <a:pt x="158" y="80"/>
                  </a:cubicBezTo>
                  <a:lnTo>
                    <a:pt x="143" y="49"/>
                  </a:lnTo>
                  <a:cubicBezTo>
                    <a:pt x="126" y="49"/>
                    <a:pt x="126" y="49"/>
                    <a:pt x="111" y="32"/>
                  </a:cubicBezTo>
                  <a:lnTo>
                    <a:pt x="111"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8" name="Google Shape;1868;p38"/>
            <p:cNvSpPr/>
            <p:nvPr/>
          </p:nvSpPr>
          <p:spPr>
            <a:xfrm>
              <a:off x="3021152" y="1802279"/>
              <a:ext cx="4039" cy="3053"/>
            </a:xfrm>
            <a:custGeom>
              <a:avLst/>
              <a:gdLst/>
              <a:ahLst/>
              <a:cxnLst/>
              <a:rect l="l" t="t" r="r" b="b"/>
              <a:pathLst>
                <a:path w="127" h="96" extrusionOk="0">
                  <a:moveTo>
                    <a:pt x="32" y="1"/>
                  </a:moveTo>
                  <a:lnTo>
                    <a:pt x="32" y="1"/>
                  </a:lnTo>
                  <a:cubicBezTo>
                    <a:pt x="17" y="1"/>
                    <a:pt x="1" y="16"/>
                    <a:pt x="1" y="32"/>
                  </a:cubicBezTo>
                  <a:lnTo>
                    <a:pt x="1" y="32"/>
                  </a:lnTo>
                  <a:cubicBezTo>
                    <a:pt x="17" y="32"/>
                    <a:pt x="32" y="32"/>
                    <a:pt x="32" y="48"/>
                  </a:cubicBezTo>
                  <a:lnTo>
                    <a:pt x="32" y="79"/>
                  </a:lnTo>
                  <a:lnTo>
                    <a:pt x="80" y="95"/>
                  </a:lnTo>
                  <a:lnTo>
                    <a:pt x="80" y="95"/>
                  </a:lnTo>
                  <a:lnTo>
                    <a:pt x="95" y="95"/>
                  </a:lnTo>
                  <a:cubicBezTo>
                    <a:pt x="112" y="95"/>
                    <a:pt x="112" y="79"/>
                    <a:pt x="127" y="64"/>
                  </a:cubicBezTo>
                  <a:lnTo>
                    <a:pt x="127" y="64"/>
                  </a:lnTo>
                  <a:cubicBezTo>
                    <a:pt x="127" y="48"/>
                    <a:pt x="112" y="32"/>
                    <a:pt x="95" y="32"/>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9" name="Google Shape;1869;p38"/>
            <p:cNvSpPr/>
            <p:nvPr/>
          </p:nvSpPr>
          <p:spPr>
            <a:xfrm>
              <a:off x="3302774" y="1821807"/>
              <a:ext cx="6042" cy="2576"/>
            </a:xfrm>
            <a:custGeom>
              <a:avLst/>
              <a:gdLst/>
              <a:ahLst/>
              <a:cxnLst/>
              <a:rect l="l" t="t" r="r" b="b"/>
              <a:pathLst>
                <a:path w="190" h="81" extrusionOk="0">
                  <a:moveTo>
                    <a:pt x="32" y="1"/>
                  </a:moveTo>
                  <a:lnTo>
                    <a:pt x="32" y="1"/>
                  </a:lnTo>
                  <a:cubicBezTo>
                    <a:pt x="17" y="1"/>
                    <a:pt x="0" y="1"/>
                    <a:pt x="0" y="17"/>
                  </a:cubicBezTo>
                  <a:lnTo>
                    <a:pt x="0" y="32"/>
                  </a:lnTo>
                  <a:cubicBezTo>
                    <a:pt x="0" y="49"/>
                    <a:pt x="17" y="64"/>
                    <a:pt x="32" y="64"/>
                  </a:cubicBezTo>
                  <a:lnTo>
                    <a:pt x="48" y="64"/>
                  </a:lnTo>
                  <a:lnTo>
                    <a:pt x="143" y="80"/>
                  </a:lnTo>
                  <a:lnTo>
                    <a:pt x="143" y="80"/>
                  </a:lnTo>
                  <a:lnTo>
                    <a:pt x="174" y="80"/>
                  </a:lnTo>
                  <a:cubicBezTo>
                    <a:pt x="174" y="80"/>
                    <a:pt x="189" y="64"/>
                    <a:pt x="189" y="49"/>
                  </a:cubicBezTo>
                  <a:cubicBezTo>
                    <a:pt x="189" y="32"/>
                    <a:pt x="174" y="17"/>
                    <a:pt x="158" y="17"/>
                  </a:cubicBezTo>
                  <a:lnTo>
                    <a:pt x="158" y="17"/>
                  </a:lnTo>
                  <a:lnTo>
                    <a:pt x="143" y="17"/>
                  </a:lnTo>
                  <a:lnTo>
                    <a:pt x="126"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0" name="Google Shape;1870;p38"/>
            <p:cNvSpPr/>
            <p:nvPr/>
          </p:nvSpPr>
          <p:spPr>
            <a:xfrm>
              <a:off x="3200556" y="1772225"/>
              <a:ext cx="6551" cy="2512"/>
            </a:xfrm>
            <a:custGeom>
              <a:avLst/>
              <a:gdLst/>
              <a:ahLst/>
              <a:cxnLst/>
              <a:rect l="l" t="t" r="r" b="b"/>
              <a:pathLst>
                <a:path w="206" h="79" extrusionOk="0">
                  <a:moveTo>
                    <a:pt x="206" y="1"/>
                  </a:moveTo>
                  <a:cubicBezTo>
                    <a:pt x="143" y="1"/>
                    <a:pt x="95" y="1"/>
                    <a:pt x="48" y="16"/>
                  </a:cubicBezTo>
                  <a:lnTo>
                    <a:pt x="32" y="16"/>
                  </a:lnTo>
                  <a:cubicBezTo>
                    <a:pt x="17" y="32"/>
                    <a:pt x="0" y="47"/>
                    <a:pt x="17" y="64"/>
                  </a:cubicBezTo>
                  <a:cubicBezTo>
                    <a:pt x="17" y="79"/>
                    <a:pt x="32" y="79"/>
                    <a:pt x="48" y="79"/>
                  </a:cubicBezTo>
                  <a:lnTo>
                    <a:pt x="63" y="79"/>
                  </a:lnTo>
                  <a:lnTo>
                    <a:pt x="174" y="16"/>
                  </a:lnTo>
                  <a:cubicBezTo>
                    <a:pt x="189" y="16"/>
                    <a:pt x="206"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1" name="Google Shape;1871;p38"/>
            <p:cNvSpPr/>
            <p:nvPr/>
          </p:nvSpPr>
          <p:spPr>
            <a:xfrm>
              <a:off x="3411001" y="1761698"/>
              <a:ext cx="8046" cy="3530"/>
            </a:xfrm>
            <a:custGeom>
              <a:avLst/>
              <a:gdLst/>
              <a:ahLst/>
              <a:cxnLst/>
              <a:rect l="l" t="t" r="r" b="b"/>
              <a:pathLst>
                <a:path w="253" h="111" extrusionOk="0">
                  <a:moveTo>
                    <a:pt x="221" y="0"/>
                  </a:moveTo>
                  <a:lnTo>
                    <a:pt x="221" y="16"/>
                  </a:lnTo>
                  <a:lnTo>
                    <a:pt x="221" y="16"/>
                  </a:lnTo>
                  <a:lnTo>
                    <a:pt x="174" y="16"/>
                  </a:lnTo>
                  <a:lnTo>
                    <a:pt x="127" y="32"/>
                  </a:lnTo>
                  <a:lnTo>
                    <a:pt x="127" y="48"/>
                  </a:lnTo>
                  <a:cubicBezTo>
                    <a:pt x="111" y="63"/>
                    <a:pt x="111" y="63"/>
                    <a:pt x="95" y="63"/>
                  </a:cubicBezTo>
                  <a:lnTo>
                    <a:pt x="80" y="63"/>
                  </a:lnTo>
                  <a:cubicBezTo>
                    <a:pt x="64" y="63"/>
                    <a:pt x="64" y="48"/>
                    <a:pt x="64" y="32"/>
                  </a:cubicBezTo>
                  <a:lnTo>
                    <a:pt x="32" y="48"/>
                  </a:lnTo>
                  <a:lnTo>
                    <a:pt x="17" y="48"/>
                  </a:lnTo>
                  <a:lnTo>
                    <a:pt x="1" y="48"/>
                  </a:lnTo>
                  <a:cubicBezTo>
                    <a:pt x="1" y="63"/>
                    <a:pt x="17" y="63"/>
                    <a:pt x="17" y="79"/>
                  </a:cubicBezTo>
                  <a:lnTo>
                    <a:pt x="17" y="95"/>
                  </a:lnTo>
                  <a:lnTo>
                    <a:pt x="17" y="111"/>
                  </a:lnTo>
                  <a:lnTo>
                    <a:pt x="32" y="111"/>
                  </a:lnTo>
                  <a:lnTo>
                    <a:pt x="32" y="111"/>
                  </a:lnTo>
                  <a:lnTo>
                    <a:pt x="48" y="111"/>
                  </a:lnTo>
                  <a:lnTo>
                    <a:pt x="127" y="95"/>
                  </a:lnTo>
                  <a:lnTo>
                    <a:pt x="190" y="79"/>
                  </a:lnTo>
                  <a:lnTo>
                    <a:pt x="221" y="79"/>
                  </a:lnTo>
                  <a:lnTo>
                    <a:pt x="253" y="63"/>
                  </a:lnTo>
                  <a:lnTo>
                    <a:pt x="253" y="32"/>
                  </a:lnTo>
                  <a:lnTo>
                    <a:pt x="253" y="32"/>
                  </a:lnTo>
                  <a:cubicBezTo>
                    <a:pt x="253" y="16"/>
                    <a:pt x="238"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2" name="Google Shape;1872;p38"/>
            <p:cNvSpPr/>
            <p:nvPr/>
          </p:nvSpPr>
          <p:spPr>
            <a:xfrm>
              <a:off x="3131924" y="1824351"/>
              <a:ext cx="4516" cy="4516"/>
            </a:xfrm>
            <a:custGeom>
              <a:avLst/>
              <a:gdLst/>
              <a:ahLst/>
              <a:cxnLst/>
              <a:rect l="l" t="t" r="r" b="b"/>
              <a:pathLst>
                <a:path w="142" h="142" extrusionOk="0">
                  <a:moveTo>
                    <a:pt x="15" y="63"/>
                  </a:moveTo>
                  <a:lnTo>
                    <a:pt x="15" y="63"/>
                  </a:lnTo>
                  <a:lnTo>
                    <a:pt x="15" y="63"/>
                  </a:lnTo>
                  <a:close/>
                  <a:moveTo>
                    <a:pt x="47" y="0"/>
                  </a:moveTo>
                  <a:lnTo>
                    <a:pt x="47" y="0"/>
                  </a:lnTo>
                  <a:cubicBezTo>
                    <a:pt x="32" y="0"/>
                    <a:pt x="32" y="15"/>
                    <a:pt x="15" y="15"/>
                  </a:cubicBezTo>
                  <a:cubicBezTo>
                    <a:pt x="0" y="32"/>
                    <a:pt x="0" y="47"/>
                    <a:pt x="15" y="63"/>
                  </a:cubicBezTo>
                  <a:lnTo>
                    <a:pt x="15" y="63"/>
                  </a:lnTo>
                  <a:cubicBezTo>
                    <a:pt x="15" y="78"/>
                    <a:pt x="32" y="110"/>
                    <a:pt x="47" y="126"/>
                  </a:cubicBezTo>
                  <a:lnTo>
                    <a:pt x="78" y="126"/>
                  </a:lnTo>
                  <a:lnTo>
                    <a:pt x="78" y="126"/>
                  </a:lnTo>
                  <a:lnTo>
                    <a:pt x="78" y="126"/>
                  </a:lnTo>
                  <a:cubicBezTo>
                    <a:pt x="95" y="141"/>
                    <a:pt x="110" y="141"/>
                    <a:pt x="110" y="141"/>
                  </a:cubicBezTo>
                  <a:lnTo>
                    <a:pt x="126" y="141"/>
                  </a:lnTo>
                  <a:lnTo>
                    <a:pt x="126" y="141"/>
                  </a:lnTo>
                  <a:cubicBezTo>
                    <a:pt x="141" y="126"/>
                    <a:pt x="141" y="126"/>
                    <a:pt x="141" y="110"/>
                  </a:cubicBezTo>
                  <a:lnTo>
                    <a:pt x="141" y="95"/>
                  </a:lnTo>
                  <a:lnTo>
                    <a:pt x="141" y="78"/>
                  </a:lnTo>
                  <a:cubicBezTo>
                    <a:pt x="126" y="63"/>
                    <a:pt x="110" y="47"/>
                    <a:pt x="95" y="47"/>
                  </a:cubicBezTo>
                  <a:lnTo>
                    <a:pt x="78" y="47"/>
                  </a:lnTo>
                  <a:cubicBezTo>
                    <a:pt x="78" y="32"/>
                    <a:pt x="78" y="32"/>
                    <a:pt x="63" y="15"/>
                  </a:cubicBez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3" name="Google Shape;1873;p38"/>
            <p:cNvSpPr/>
            <p:nvPr/>
          </p:nvSpPr>
          <p:spPr>
            <a:xfrm>
              <a:off x="3132401" y="1826355"/>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4" name="Google Shape;1874;p38"/>
            <p:cNvSpPr/>
            <p:nvPr/>
          </p:nvSpPr>
          <p:spPr>
            <a:xfrm>
              <a:off x="3196072" y="1783261"/>
              <a:ext cx="5502" cy="3498"/>
            </a:xfrm>
            <a:custGeom>
              <a:avLst/>
              <a:gdLst/>
              <a:ahLst/>
              <a:cxnLst/>
              <a:rect l="l" t="t" r="r" b="b"/>
              <a:pathLst>
                <a:path w="173" h="110" extrusionOk="0">
                  <a:moveTo>
                    <a:pt x="126" y="0"/>
                  </a:moveTo>
                  <a:lnTo>
                    <a:pt x="126" y="0"/>
                  </a:lnTo>
                  <a:lnTo>
                    <a:pt x="110" y="0"/>
                  </a:lnTo>
                  <a:lnTo>
                    <a:pt x="15" y="47"/>
                  </a:lnTo>
                  <a:cubicBezTo>
                    <a:pt x="15" y="47"/>
                    <a:pt x="0" y="47"/>
                    <a:pt x="0" y="63"/>
                  </a:cubicBezTo>
                  <a:lnTo>
                    <a:pt x="0" y="78"/>
                  </a:lnTo>
                  <a:cubicBezTo>
                    <a:pt x="0" y="95"/>
                    <a:pt x="15" y="110"/>
                    <a:pt x="32" y="110"/>
                  </a:cubicBezTo>
                  <a:lnTo>
                    <a:pt x="47" y="110"/>
                  </a:lnTo>
                  <a:lnTo>
                    <a:pt x="63" y="95"/>
                  </a:lnTo>
                  <a:lnTo>
                    <a:pt x="141" y="63"/>
                  </a:lnTo>
                  <a:cubicBezTo>
                    <a:pt x="158" y="63"/>
                    <a:pt x="173" y="32"/>
                    <a:pt x="158" y="15"/>
                  </a:cubicBez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5" name="Google Shape;1875;p38"/>
            <p:cNvSpPr/>
            <p:nvPr/>
          </p:nvSpPr>
          <p:spPr>
            <a:xfrm>
              <a:off x="3017145" y="1801294"/>
              <a:ext cx="2576" cy="4039"/>
            </a:xfrm>
            <a:custGeom>
              <a:avLst/>
              <a:gdLst/>
              <a:ahLst/>
              <a:cxnLst/>
              <a:rect l="l" t="t" r="r" b="b"/>
              <a:pathLst>
                <a:path w="81" h="127" extrusionOk="0">
                  <a:moveTo>
                    <a:pt x="49" y="0"/>
                  </a:moveTo>
                  <a:lnTo>
                    <a:pt x="49" y="0"/>
                  </a:lnTo>
                  <a:lnTo>
                    <a:pt x="32" y="0"/>
                  </a:lnTo>
                  <a:cubicBezTo>
                    <a:pt x="17" y="16"/>
                    <a:pt x="1" y="32"/>
                    <a:pt x="17" y="47"/>
                  </a:cubicBezTo>
                  <a:lnTo>
                    <a:pt x="32" y="95"/>
                  </a:lnTo>
                  <a:cubicBezTo>
                    <a:pt x="32" y="110"/>
                    <a:pt x="49" y="110"/>
                    <a:pt x="49" y="110"/>
                  </a:cubicBezTo>
                  <a:cubicBezTo>
                    <a:pt x="49" y="126"/>
                    <a:pt x="49" y="126"/>
                    <a:pt x="64" y="126"/>
                  </a:cubicBezTo>
                  <a:lnTo>
                    <a:pt x="49" y="110"/>
                  </a:lnTo>
                  <a:lnTo>
                    <a:pt x="32" y="63"/>
                  </a:lnTo>
                  <a:cubicBezTo>
                    <a:pt x="32" y="47"/>
                    <a:pt x="49" y="32"/>
                    <a:pt x="64" y="32"/>
                  </a:cubicBezTo>
                  <a:lnTo>
                    <a:pt x="64" y="16"/>
                  </a:lnTo>
                  <a:lnTo>
                    <a:pt x="80" y="16"/>
                  </a:lnTo>
                  <a:lnTo>
                    <a:pt x="80" y="32"/>
                  </a:lnTo>
                  <a:cubicBezTo>
                    <a:pt x="80" y="16"/>
                    <a:pt x="80" y="16"/>
                    <a:pt x="64" y="16"/>
                  </a:cubicBezTo>
                  <a:cubicBezTo>
                    <a:pt x="64"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6" name="Google Shape;1876;p38"/>
            <p:cNvSpPr/>
            <p:nvPr/>
          </p:nvSpPr>
          <p:spPr>
            <a:xfrm>
              <a:off x="3317308" y="1817800"/>
              <a:ext cx="7537" cy="4039"/>
            </a:xfrm>
            <a:custGeom>
              <a:avLst/>
              <a:gdLst/>
              <a:ahLst/>
              <a:cxnLst/>
              <a:rect l="l" t="t" r="r" b="b"/>
              <a:pathLst>
                <a:path w="237" h="127" extrusionOk="0">
                  <a:moveTo>
                    <a:pt x="111" y="1"/>
                  </a:moveTo>
                  <a:cubicBezTo>
                    <a:pt x="127" y="17"/>
                    <a:pt x="127" y="17"/>
                    <a:pt x="127" y="32"/>
                  </a:cubicBezTo>
                  <a:cubicBezTo>
                    <a:pt x="127" y="49"/>
                    <a:pt x="111" y="64"/>
                    <a:pt x="95" y="64"/>
                  </a:cubicBezTo>
                  <a:lnTo>
                    <a:pt x="79" y="64"/>
                  </a:lnTo>
                  <a:lnTo>
                    <a:pt x="64" y="64"/>
                  </a:lnTo>
                  <a:lnTo>
                    <a:pt x="48" y="64"/>
                  </a:lnTo>
                  <a:lnTo>
                    <a:pt x="32" y="64"/>
                  </a:lnTo>
                  <a:lnTo>
                    <a:pt x="16" y="64"/>
                  </a:lnTo>
                  <a:lnTo>
                    <a:pt x="32" y="64"/>
                  </a:lnTo>
                  <a:lnTo>
                    <a:pt x="32" y="80"/>
                  </a:lnTo>
                  <a:lnTo>
                    <a:pt x="79" y="95"/>
                  </a:lnTo>
                  <a:lnTo>
                    <a:pt x="79" y="95"/>
                  </a:lnTo>
                  <a:cubicBezTo>
                    <a:pt x="95" y="95"/>
                    <a:pt x="111" y="80"/>
                    <a:pt x="111" y="80"/>
                  </a:cubicBezTo>
                  <a:lnTo>
                    <a:pt x="111" y="80"/>
                  </a:lnTo>
                  <a:cubicBezTo>
                    <a:pt x="111" y="80"/>
                    <a:pt x="127" y="80"/>
                    <a:pt x="127" y="95"/>
                  </a:cubicBezTo>
                  <a:cubicBezTo>
                    <a:pt x="142" y="95"/>
                    <a:pt x="158" y="112"/>
                    <a:pt x="190" y="112"/>
                  </a:cubicBezTo>
                  <a:lnTo>
                    <a:pt x="190" y="127"/>
                  </a:lnTo>
                  <a:cubicBezTo>
                    <a:pt x="205" y="127"/>
                    <a:pt x="221" y="112"/>
                    <a:pt x="221" y="95"/>
                  </a:cubicBezTo>
                  <a:cubicBezTo>
                    <a:pt x="237" y="80"/>
                    <a:pt x="221" y="49"/>
                    <a:pt x="205" y="49"/>
                  </a:cubicBezTo>
                  <a:lnTo>
                    <a:pt x="190" y="49"/>
                  </a:lnTo>
                  <a:cubicBezTo>
                    <a:pt x="174" y="49"/>
                    <a:pt x="174" y="32"/>
                    <a:pt x="174" y="32"/>
                  </a:cubicBezTo>
                  <a:cubicBezTo>
                    <a:pt x="174" y="32"/>
                    <a:pt x="158" y="17"/>
                    <a:pt x="142" y="17"/>
                  </a:cubicBezTo>
                  <a:cubicBezTo>
                    <a:pt x="127" y="17"/>
                    <a:pt x="127" y="1"/>
                    <a:pt x="111" y="1"/>
                  </a:cubicBezTo>
                  <a:close/>
                  <a:moveTo>
                    <a:pt x="1" y="1"/>
                  </a:moveTo>
                  <a:lnTo>
                    <a:pt x="1" y="1"/>
                  </a:lnTo>
                  <a:lnTo>
                    <a:pt x="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7" name="Google Shape;1877;p38"/>
            <p:cNvSpPr/>
            <p:nvPr/>
          </p:nvSpPr>
          <p:spPr>
            <a:xfrm>
              <a:off x="3424041" y="1754669"/>
              <a:ext cx="6042" cy="7060"/>
            </a:xfrm>
            <a:custGeom>
              <a:avLst/>
              <a:gdLst/>
              <a:ahLst/>
              <a:cxnLst/>
              <a:rect l="l" t="t" r="r" b="b"/>
              <a:pathLst>
                <a:path w="190" h="222" extrusionOk="0">
                  <a:moveTo>
                    <a:pt x="32" y="1"/>
                  </a:moveTo>
                  <a:cubicBezTo>
                    <a:pt x="32" y="17"/>
                    <a:pt x="17" y="17"/>
                    <a:pt x="17" y="32"/>
                  </a:cubicBezTo>
                  <a:lnTo>
                    <a:pt x="17" y="48"/>
                  </a:lnTo>
                  <a:lnTo>
                    <a:pt x="17" y="64"/>
                  </a:lnTo>
                  <a:cubicBezTo>
                    <a:pt x="0" y="80"/>
                    <a:pt x="17" y="95"/>
                    <a:pt x="17" y="111"/>
                  </a:cubicBezTo>
                  <a:lnTo>
                    <a:pt x="17" y="127"/>
                  </a:lnTo>
                  <a:cubicBezTo>
                    <a:pt x="17" y="143"/>
                    <a:pt x="32" y="143"/>
                    <a:pt x="32" y="143"/>
                  </a:cubicBezTo>
                  <a:lnTo>
                    <a:pt x="48" y="143"/>
                  </a:lnTo>
                  <a:lnTo>
                    <a:pt x="111" y="111"/>
                  </a:lnTo>
                  <a:lnTo>
                    <a:pt x="80" y="190"/>
                  </a:lnTo>
                  <a:cubicBezTo>
                    <a:pt x="80" y="206"/>
                    <a:pt x="95" y="221"/>
                    <a:pt x="111" y="221"/>
                  </a:cubicBezTo>
                  <a:lnTo>
                    <a:pt x="126" y="221"/>
                  </a:lnTo>
                  <a:cubicBezTo>
                    <a:pt x="143" y="221"/>
                    <a:pt x="143" y="221"/>
                    <a:pt x="158" y="206"/>
                  </a:cubicBezTo>
                  <a:lnTo>
                    <a:pt x="158" y="174"/>
                  </a:lnTo>
                  <a:lnTo>
                    <a:pt x="189" y="80"/>
                  </a:lnTo>
                  <a:lnTo>
                    <a:pt x="189" y="64"/>
                  </a:lnTo>
                  <a:cubicBezTo>
                    <a:pt x="189" y="64"/>
                    <a:pt x="189" y="48"/>
                    <a:pt x="174" y="32"/>
                  </a:cubicBezTo>
                  <a:lnTo>
                    <a:pt x="158" y="32"/>
                  </a:lnTo>
                  <a:lnTo>
                    <a:pt x="158" y="32"/>
                  </a:lnTo>
                  <a:lnTo>
                    <a:pt x="143" y="32"/>
                  </a:lnTo>
                  <a:lnTo>
                    <a:pt x="80" y="48"/>
                  </a:lnTo>
                  <a:lnTo>
                    <a:pt x="80" y="48"/>
                  </a:lnTo>
                  <a:cubicBezTo>
                    <a:pt x="80" y="32"/>
                    <a:pt x="80" y="17"/>
                    <a:pt x="63"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8" name="Google Shape;1878;p38"/>
            <p:cNvSpPr/>
            <p:nvPr/>
          </p:nvSpPr>
          <p:spPr>
            <a:xfrm>
              <a:off x="3142928" y="1823333"/>
              <a:ext cx="3530" cy="5534"/>
            </a:xfrm>
            <a:custGeom>
              <a:avLst/>
              <a:gdLst/>
              <a:ahLst/>
              <a:cxnLst/>
              <a:rect l="l" t="t" r="r" b="b"/>
              <a:pathLst>
                <a:path w="111" h="174" extrusionOk="0">
                  <a:moveTo>
                    <a:pt x="48" y="1"/>
                  </a:moveTo>
                  <a:lnTo>
                    <a:pt x="32" y="1"/>
                  </a:lnTo>
                  <a:lnTo>
                    <a:pt x="32" y="16"/>
                  </a:lnTo>
                  <a:cubicBezTo>
                    <a:pt x="16" y="16"/>
                    <a:pt x="1" y="32"/>
                    <a:pt x="16" y="47"/>
                  </a:cubicBezTo>
                  <a:lnTo>
                    <a:pt x="16" y="79"/>
                  </a:lnTo>
                  <a:lnTo>
                    <a:pt x="16" y="110"/>
                  </a:lnTo>
                  <a:lnTo>
                    <a:pt x="16" y="110"/>
                  </a:lnTo>
                  <a:lnTo>
                    <a:pt x="1" y="110"/>
                  </a:lnTo>
                  <a:cubicBezTo>
                    <a:pt x="1" y="127"/>
                    <a:pt x="1" y="158"/>
                    <a:pt x="16" y="158"/>
                  </a:cubicBezTo>
                  <a:cubicBezTo>
                    <a:pt x="16" y="173"/>
                    <a:pt x="32" y="173"/>
                    <a:pt x="32" y="173"/>
                  </a:cubicBezTo>
                  <a:cubicBezTo>
                    <a:pt x="48" y="173"/>
                    <a:pt x="48" y="173"/>
                    <a:pt x="64" y="158"/>
                  </a:cubicBezTo>
                  <a:lnTo>
                    <a:pt x="64" y="158"/>
                  </a:lnTo>
                  <a:cubicBezTo>
                    <a:pt x="79" y="142"/>
                    <a:pt x="79" y="127"/>
                    <a:pt x="95" y="110"/>
                  </a:cubicBezTo>
                  <a:cubicBezTo>
                    <a:pt x="95" y="110"/>
                    <a:pt x="95" y="95"/>
                    <a:pt x="79" y="95"/>
                  </a:cubicBezTo>
                  <a:lnTo>
                    <a:pt x="95" y="95"/>
                  </a:lnTo>
                  <a:lnTo>
                    <a:pt x="95" y="95"/>
                  </a:lnTo>
                  <a:cubicBezTo>
                    <a:pt x="111" y="64"/>
                    <a:pt x="95" y="47"/>
                    <a:pt x="95" y="32"/>
                  </a:cubicBezTo>
                  <a:cubicBezTo>
                    <a:pt x="95" y="32"/>
                    <a:pt x="79" y="32"/>
                    <a:pt x="79" y="16"/>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9" name="Google Shape;1879;p38"/>
            <p:cNvSpPr/>
            <p:nvPr/>
          </p:nvSpPr>
          <p:spPr>
            <a:xfrm>
              <a:off x="3326817" y="1815319"/>
              <a:ext cx="4580" cy="4516"/>
            </a:xfrm>
            <a:custGeom>
              <a:avLst/>
              <a:gdLst/>
              <a:ahLst/>
              <a:cxnLst/>
              <a:rect l="l" t="t" r="r" b="b"/>
              <a:pathLst>
                <a:path w="144" h="142" extrusionOk="0">
                  <a:moveTo>
                    <a:pt x="112" y="1"/>
                  </a:moveTo>
                  <a:lnTo>
                    <a:pt x="112" y="1"/>
                  </a:lnTo>
                  <a:lnTo>
                    <a:pt x="95" y="1"/>
                  </a:lnTo>
                  <a:cubicBezTo>
                    <a:pt x="95" y="1"/>
                    <a:pt x="95" y="16"/>
                    <a:pt x="80" y="16"/>
                  </a:cubicBezTo>
                  <a:lnTo>
                    <a:pt x="80" y="16"/>
                  </a:lnTo>
                  <a:lnTo>
                    <a:pt x="80" y="16"/>
                  </a:lnTo>
                  <a:cubicBezTo>
                    <a:pt x="64" y="32"/>
                    <a:pt x="64" y="32"/>
                    <a:pt x="48" y="32"/>
                  </a:cubicBezTo>
                  <a:lnTo>
                    <a:pt x="48" y="47"/>
                  </a:lnTo>
                  <a:lnTo>
                    <a:pt x="48" y="47"/>
                  </a:lnTo>
                  <a:cubicBezTo>
                    <a:pt x="32" y="47"/>
                    <a:pt x="32" y="64"/>
                    <a:pt x="17" y="64"/>
                  </a:cubicBezTo>
                  <a:lnTo>
                    <a:pt x="17" y="79"/>
                  </a:lnTo>
                  <a:cubicBezTo>
                    <a:pt x="1" y="95"/>
                    <a:pt x="1" y="110"/>
                    <a:pt x="17" y="127"/>
                  </a:cubicBezTo>
                  <a:cubicBezTo>
                    <a:pt x="32" y="127"/>
                    <a:pt x="32" y="142"/>
                    <a:pt x="48" y="142"/>
                  </a:cubicBezTo>
                  <a:lnTo>
                    <a:pt x="64" y="127"/>
                  </a:lnTo>
                  <a:cubicBezTo>
                    <a:pt x="80" y="127"/>
                    <a:pt x="80" y="110"/>
                    <a:pt x="80" y="110"/>
                  </a:cubicBezTo>
                  <a:lnTo>
                    <a:pt x="95" y="95"/>
                  </a:lnTo>
                  <a:lnTo>
                    <a:pt x="95" y="95"/>
                  </a:lnTo>
                  <a:lnTo>
                    <a:pt x="112" y="79"/>
                  </a:lnTo>
                  <a:cubicBezTo>
                    <a:pt x="127" y="79"/>
                    <a:pt x="127" y="64"/>
                    <a:pt x="127" y="64"/>
                  </a:cubicBezTo>
                  <a:cubicBezTo>
                    <a:pt x="127" y="64"/>
                    <a:pt x="143" y="64"/>
                    <a:pt x="143" y="47"/>
                  </a:cubicBezTo>
                  <a:cubicBezTo>
                    <a:pt x="143" y="32"/>
                    <a:pt x="143" y="32"/>
                    <a:pt x="12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0" name="Google Shape;1880;p38"/>
            <p:cNvSpPr/>
            <p:nvPr/>
          </p:nvSpPr>
          <p:spPr>
            <a:xfrm>
              <a:off x="3021152" y="1794265"/>
              <a:ext cx="4580" cy="3530"/>
            </a:xfrm>
            <a:custGeom>
              <a:avLst/>
              <a:gdLst/>
              <a:ahLst/>
              <a:cxnLst/>
              <a:rect l="l" t="t" r="r" b="b"/>
              <a:pathLst>
                <a:path w="144" h="111" extrusionOk="0">
                  <a:moveTo>
                    <a:pt x="80" y="1"/>
                  </a:moveTo>
                  <a:lnTo>
                    <a:pt x="80" y="1"/>
                  </a:lnTo>
                  <a:lnTo>
                    <a:pt x="64" y="1"/>
                  </a:lnTo>
                  <a:lnTo>
                    <a:pt x="32" y="16"/>
                  </a:lnTo>
                  <a:lnTo>
                    <a:pt x="17" y="32"/>
                  </a:lnTo>
                  <a:cubicBezTo>
                    <a:pt x="1" y="47"/>
                    <a:pt x="1" y="64"/>
                    <a:pt x="1" y="64"/>
                  </a:cubicBezTo>
                  <a:cubicBezTo>
                    <a:pt x="1" y="79"/>
                    <a:pt x="17" y="95"/>
                    <a:pt x="32" y="95"/>
                  </a:cubicBezTo>
                  <a:lnTo>
                    <a:pt x="32" y="95"/>
                  </a:lnTo>
                  <a:lnTo>
                    <a:pt x="95" y="110"/>
                  </a:lnTo>
                  <a:lnTo>
                    <a:pt x="95" y="110"/>
                  </a:lnTo>
                  <a:cubicBezTo>
                    <a:pt x="112" y="110"/>
                    <a:pt x="127" y="95"/>
                    <a:pt x="127" y="79"/>
                  </a:cubicBezTo>
                  <a:cubicBezTo>
                    <a:pt x="143" y="64"/>
                    <a:pt x="127" y="47"/>
                    <a:pt x="112" y="47"/>
                  </a:cubicBezTo>
                  <a:lnTo>
                    <a:pt x="112"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1" name="Google Shape;1881;p38"/>
            <p:cNvSpPr/>
            <p:nvPr/>
          </p:nvSpPr>
          <p:spPr>
            <a:xfrm>
              <a:off x="3268203" y="1771239"/>
              <a:ext cx="6520" cy="3021"/>
            </a:xfrm>
            <a:custGeom>
              <a:avLst/>
              <a:gdLst/>
              <a:ahLst/>
              <a:cxnLst/>
              <a:rect l="l" t="t" r="r" b="b"/>
              <a:pathLst>
                <a:path w="205" h="95" extrusionOk="0">
                  <a:moveTo>
                    <a:pt x="47" y="0"/>
                  </a:moveTo>
                  <a:lnTo>
                    <a:pt x="47" y="0"/>
                  </a:lnTo>
                  <a:cubicBezTo>
                    <a:pt x="47" y="15"/>
                    <a:pt x="32" y="15"/>
                    <a:pt x="16" y="15"/>
                  </a:cubicBezTo>
                  <a:lnTo>
                    <a:pt x="1" y="15"/>
                  </a:lnTo>
                  <a:cubicBezTo>
                    <a:pt x="1" y="32"/>
                    <a:pt x="1" y="47"/>
                    <a:pt x="16" y="63"/>
                  </a:cubicBezTo>
                  <a:cubicBezTo>
                    <a:pt x="32" y="63"/>
                    <a:pt x="47" y="63"/>
                    <a:pt x="47" y="78"/>
                  </a:cubicBezTo>
                  <a:lnTo>
                    <a:pt x="79" y="78"/>
                  </a:lnTo>
                  <a:lnTo>
                    <a:pt x="95" y="78"/>
                  </a:lnTo>
                  <a:cubicBezTo>
                    <a:pt x="110" y="63"/>
                    <a:pt x="110" y="63"/>
                    <a:pt x="127" y="63"/>
                  </a:cubicBezTo>
                  <a:lnTo>
                    <a:pt x="127" y="63"/>
                  </a:lnTo>
                  <a:cubicBezTo>
                    <a:pt x="142" y="63"/>
                    <a:pt x="142" y="78"/>
                    <a:pt x="142" y="78"/>
                  </a:cubicBezTo>
                  <a:lnTo>
                    <a:pt x="142" y="78"/>
                  </a:lnTo>
                  <a:cubicBezTo>
                    <a:pt x="158" y="95"/>
                    <a:pt x="158" y="95"/>
                    <a:pt x="173" y="95"/>
                  </a:cubicBezTo>
                  <a:lnTo>
                    <a:pt x="190" y="95"/>
                  </a:lnTo>
                  <a:cubicBezTo>
                    <a:pt x="205" y="95"/>
                    <a:pt x="205" y="78"/>
                    <a:pt x="205" y="78"/>
                  </a:cubicBezTo>
                  <a:lnTo>
                    <a:pt x="205" y="47"/>
                  </a:lnTo>
                  <a:cubicBezTo>
                    <a:pt x="205" y="32"/>
                    <a:pt x="190" y="32"/>
                    <a:pt x="190" y="15"/>
                  </a:cubicBezTo>
                  <a:lnTo>
                    <a:pt x="190" y="15"/>
                  </a:lnTo>
                  <a:cubicBezTo>
                    <a:pt x="190" y="47"/>
                    <a:pt x="173" y="63"/>
                    <a:pt x="158" y="63"/>
                  </a:cubicBezTo>
                  <a:lnTo>
                    <a:pt x="142" y="63"/>
                  </a:lnTo>
                  <a:cubicBezTo>
                    <a:pt x="127" y="63"/>
                    <a:pt x="110" y="47"/>
                    <a:pt x="110" y="32"/>
                  </a:cubicBezTo>
                  <a:lnTo>
                    <a:pt x="110" y="0"/>
                  </a:lnTo>
                  <a:lnTo>
                    <a:pt x="95" y="0"/>
                  </a:lnTo>
                  <a:lnTo>
                    <a:pt x="79" y="0"/>
                  </a:lnTo>
                  <a:lnTo>
                    <a:pt x="79"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2" name="Google Shape;1882;p38"/>
            <p:cNvSpPr/>
            <p:nvPr/>
          </p:nvSpPr>
          <p:spPr>
            <a:xfrm>
              <a:off x="3417012" y="1755178"/>
              <a:ext cx="7569" cy="7537"/>
            </a:xfrm>
            <a:custGeom>
              <a:avLst/>
              <a:gdLst/>
              <a:ahLst/>
              <a:cxnLst/>
              <a:rect l="l" t="t" r="r" b="b"/>
              <a:pathLst>
                <a:path w="238" h="237" extrusionOk="0">
                  <a:moveTo>
                    <a:pt x="190" y="1"/>
                  </a:moveTo>
                  <a:lnTo>
                    <a:pt x="158" y="1"/>
                  </a:lnTo>
                  <a:lnTo>
                    <a:pt x="143" y="16"/>
                  </a:lnTo>
                  <a:lnTo>
                    <a:pt x="127" y="16"/>
                  </a:lnTo>
                  <a:lnTo>
                    <a:pt x="80" y="16"/>
                  </a:lnTo>
                  <a:lnTo>
                    <a:pt x="64" y="16"/>
                  </a:lnTo>
                  <a:lnTo>
                    <a:pt x="49" y="16"/>
                  </a:lnTo>
                  <a:lnTo>
                    <a:pt x="32" y="16"/>
                  </a:lnTo>
                  <a:lnTo>
                    <a:pt x="32" y="16"/>
                  </a:lnTo>
                  <a:cubicBezTo>
                    <a:pt x="17" y="16"/>
                    <a:pt x="17" y="16"/>
                    <a:pt x="1" y="32"/>
                  </a:cubicBezTo>
                  <a:lnTo>
                    <a:pt x="1" y="64"/>
                  </a:lnTo>
                  <a:cubicBezTo>
                    <a:pt x="17" y="64"/>
                    <a:pt x="17" y="79"/>
                    <a:pt x="17" y="79"/>
                  </a:cubicBezTo>
                  <a:cubicBezTo>
                    <a:pt x="49" y="79"/>
                    <a:pt x="64" y="95"/>
                    <a:pt x="80" y="95"/>
                  </a:cubicBezTo>
                  <a:lnTo>
                    <a:pt x="80" y="95"/>
                  </a:lnTo>
                  <a:cubicBezTo>
                    <a:pt x="95" y="95"/>
                    <a:pt x="127" y="79"/>
                    <a:pt x="143" y="79"/>
                  </a:cubicBezTo>
                  <a:lnTo>
                    <a:pt x="158" y="79"/>
                  </a:lnTo>
                  <a:lnTo>
                    <a:pt x="158" y="79"/>
                  </a:lnTo>
                  <a:cubicBezTo>
                    <a:pt x="158" y="95"/>
                    <a:pt x="158" y="95"/>
                    <a:pt x="175" y="111"/>
                  </a:cubicBezTo>
                  <a:cubicBezTo>
                    <a:pt x="175" y="142"/>
                    <a:pt x="175" y="158"/>
                    <a:pt x="158" y="174"/>
                  </a:cubicBezTo>
                  <a:lnTo>
                    <a:pt x="158" y="205"/>
                  </a:lnTo>
                  <a:cubicBezTo>
                    <a:pt x="158" y="221"/>
                    <a:pt x="158" y="221"/>
                    <a:pt x="175" y="221"/>
                  </a:cubicBezTo>
                  <a:cubicBezTo>
                    <a:pt x="175" y="237"/>
                    <a:pt x="175" y="237"/>
                    <a:pt x="190" y="237"/>
                  </a:cubicBezTo>
                  <a:lnTo>
                    <a:pt x="190" y="237"/>
                  </a:lnTo>
                  <a:cubicBezTo>
                    <a:pt x="206" y="237"/>
                    <a:pt x="206" y="221"/>
                    <a:pt x="221" y="221"/>
                  </a:cubicBezTo>
                  <a:cubicBezTo>
                    <a:pt x="238" y="190"/>
                    <a:pt x="238" y="142"/>
                    <a:pt x="238" y="111"/>
                  </a:cubicBezTo>
                  <a:lnTo>
                    <a:pt x="238" y="95"/>
                  </a:lnTo>
                  <a:cubicBezTo>
                    <a:pt x="238" y="79"/>
                    <a:pt x="221" y="64"/>
                    <a:pt x="238" y="48"/>
                  </a:cubicBezTo>
                  <a:lnTo>
                    <a:pt x="238" y="32"/>
                  </a:lnTo>
                  <a:cubicBezTo>
                    <a:pt x="238" y="32"/>
                    <a:pt x="238" y="16"/>
                    <a:pt x="221" y="16"/>
                  </a:cubicBezTo>
                  <a:lnTo>
                    <a:pt x="206" y="1"/>
                  </a:lnTo>
                  <a:lnTo>
                    <a:pt x="19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3" name="Google Shape;1883;p38"/>
            <p:cNvSpPr/>
            <p:nvPr/>
          </p:nvSpPr>
          <p:spPr>
            <a:xfrm>
              <a:off x="3271701" y="1769235"/>
              <a:ext cx="2544" cy="4039"/>
            </a:xfrm>
            <a:custGeom>
              <a:avLst/>
              <a:gdLst/>
              <a:ahLst/>
              <a:cxnLst/>
              <a:rect l="l" t="t" r="r" b="b"/>
              <a:pathLst>
                <a:path w="80" h="127" extrusionOk="0">
                  <a:moveTo>
                    <a:pt x="32" y="0"/>
                  </a:moveTo>
                  <a:lnTo>
                    <a:pt x="32" y="0"/>
                  </a:lnTo>
                  <a:cubicBezTo>
                    <a:pt x="17" y="0"/>
                    <a:pt x="0" y="15"/>
                    <a:pt x="0" y="47"/>
                  </a:cubicBezTo>
                  <a:lnTo>
                    <a:pt x="0" y="63"/>
                  </a:lnTo>
                  <a:lnTo>
                    <a:pt x="0" y="95"/>
                  </a:lnTo>
                  <a:cubicBezTo>
                    <a:pt x="0" y="110"/>
                    <a:pt x="17" y="126"/>
                    <a:pt x="32" y="126"/>
                  </a:cubicBezTo>
                  <a:lnTo>
                    <a:pt x="48" y="126"/>
                  </a:lnTo>
                  <a:cubicBezTo>
                    <a:pt x="63" y="126"/>
                    <a:pt x="80" y="110"/>
                    <a:pt x="80" y="78"/>
                  </a:cubicBezTo>
                  <a:lnTo>
                    <a:pt x="80" y="78"/>
                  </a:lnTo>
                  <a:lnTo>
                    <a:pt x="63" y="32"/>
                  </a:lnTo>
                  <a:lnTo>
                    <a:pt x="63" y="15"/>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4" name="Google Shape;1884;p38"/>
            <p:cNvSpPr/>
            <p:nvPr/>
          </p:nvSpPr>
          <p:spPr>
            <a:xfrm>
              <a:off x="3080275" y="1789749"/>
              <a:ext cx="5565" cy="3562"/>
            </a:xfrm>
            <a:custGeom>
              <a:avLst/>
              <a:gdLst/>
              <a:ahLst/>
              <a:cxnLst/>
              <a:rect l="l" t="t" r="r" b="b"/>
              <a:pathLst>
                <a:path w="175" h="112" extrusionOk="0">
                  <a:moveTo>
                    <a:pt x="95" y="48"/>
                  </a:moveTo>
                  <a:lnTo>
                    <a:pt x="95" y="32"/>
                  </a:lnTo>
                  <a:lnTo>
                    <a:pt x="95" y="48"/>
                  </a:lnTo>
                  <a:lnTo>
                    <a:pt x="95" y="48"/>
                  </a:lnTo>
                  <a:close/>
                  <a:moveTo>
                    <a:pt x="17" y="0"/>
                  </a:moveTo>
                  <a:cubicBezTo>
                    <a:pt x="17" y="0"/>
                    <a:pt x="1" y="0"/>
                    <a:pt x="1" y="17"/>
                  </a:cubicBezTo>
                  <a:lnTo>
                    <a:pt x="1" y="32"/>
                  </a:lnTo>
                  <a:cubicBezTo>
                    <a:pt x="17" y="95"/>
                    <a:pt x="64" y="111"/>
                    <a:pt x="95" y="111"/>
                  </a:cubicBezTo>
                  <a:lnTo>
                    <a:pt x="112" y="111"/>
                  </a:lnTo>
                  <a:lnTo>
                    <a:pt x="143" y="111"/>
                  </a:lnTo>
                  <a:lnTo>
                    <a:pt x="143" y="111"/>
                  </a:lnTo>
                  <a:lnTo>
                    <a:pt x="143" y="111"/>
                  </a:lnTo>
                  <a:cubicBezTo>
                    <a:pt x="158" y="111"/>
                    <a:pt x="175" y="95"/>
                    <a:pt x="175" y="95"/>
                  </a:cubicBezTo>
                  <a:lnTo>
                    <a:pt x="175" y="80"/>
                  </a:lnTo>
                  <a:lnTo>
                    <a:pt x="175" y="63"/>
                  </a:lnTo>
                  <a:lnTo>
                    <a:pt x="175" y="48"/>
                  </a:lnTo>
                  <a:cubicBezTo>
                    <a:pt x="158" y="48"/>
                    <a:pt x="158" y="32"/>
                    <a:pt x="158" y="32"/>
                  </a:cubicBezTo>
                  <a:lnTo>
                    <a:pt x="143" y="17"/>
                  </a:lnTo>
                  <a:lnTo>
                    <a:pt x="127" y="17"/>
                  </a:lnTo>
                  <a:lnTo>
                    <a:pt x="95" y="32"/>
                  </a:lnTo>
                  <a:lnTo>
                    <a:pt x="95" y="32"/>
                  </a:lnTo>
                  <a:cubicBezTo>
                    <a:pt x="80" y="32"/>
                    <a:pt x="64" y="17"/>
                    <a:pt x="64"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5" name="Google Shape;1885;p38"/>
            <p:cNvSpPr/>
            <p:nvPr/>
          </p:nvSpPr>
          <p:spPr>
            <a:xfrm>
              <a:off x="3083296" y="1790735"/>
              <a:ext cx="32" cy="572"/>
            </a:xfrm>
            <a:custGeom>
              <a:avLst/>
              <a:gdLst/>
              <a:ahLst/>
              <a:cxnLst/>
              <a:rect l="l" t="t" r="r" b="b"/>
              <a:pathLst>
                <a:path w="1" h="18" extrusionOk="0">
                  <a:moveTo>
                    <a:pt x="0" y="1"/>
                  </a:moveTo>
                  <a:lnTo>
                    <a:pt x="0" y="17"/>
                  </a:lnTo>
                  <a:lnTo>
                    <a:pt x="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6" name="Google Shape;1886;p38"/>
            <p:cNvSpPr/>
            <p:nvPr/>
          </p:nvSpPr>
          <p:spPr>
            <a:xfrm>
              <a:off x="3340843" y="1788731"/>
              <a:ext cx="5057" cy="5057"/>
            </a:xfrm>
            <a:custGeom>
              <a:avLst/>
              <a:gdLst/>
              <a:ahLst/>
              <a:cxnLst/>
              <a:rect l="l" t="t" r="r" b="b"/>
              <a:pathLst>
                <a:path w="159" h="159" extrusionOk="0">
                  <a:moveTo>
                    <a:pt x="32" y="1"/>
                  </a:moveTo>
                  <a:lnTo>
                    <a:pt x="32" y="1"/>
                  </a:lnTo>
                  <a:cubicBezTo>
                    <a:pt x="17" y="1"/>
                    <a:pt x="17" y="17"/>
                    <a:pt x="17" y="17"/>
                  </a:cubicBezTo>
                  <a:lnTo>
                    <a:pt x="17" y="17"/>
                  </a:lnTo>
                  <a:cubicBezTo>
                    <a:pt x="32" y="17"/>
                    <a:pt x="49" y="49"/>
                    <a:pt x="32" y="64"/>
                  </a:cubicBezTo>
                  <a:lnTo>
                    <a:pt x="32" y="80"/>
                  </a:lnTo>
                  <a:lnTo>
                    <a:pt x="49" y="95"/>
                  </a:lnTo>
                  <a:lnTo>
                    <a:pt x="32" y="95"/>
                  </a:lnTo>
                  <a:cubicBezTo>
                    <a:pt x="17" y="95"/>
                    <a:pt x="1" y="127"/>
                    <a:pt x="17" y="143"/>
                  </a:cubicBezTo>
                  <a:cubicBezTo>
                    <a:pt x="17" y="143"/>
                    <a:pt x="17" y="158"/>
                    <a:pt x="32" y="158"/>
                  </a:cubicBezTo>
                  <a:lnTo>
                    <a:pt x="32" y="158"/>
                  </a:lnTo>
                  <a:lnTo>
                    <a:pt x="112" y="127"/>
                  </a:lnTo>
                  <a:cubicBezTo>
                    <a:pt x="112" y="112"/>
                    <a:pt x="127" y="95"/>
                    <a:pt x="143" y="95"/>
                  </a:cubicBezTo>
                  <a:lnTo>
                    <a:pt x="158" y="95"/>
                  </a:lnTo>
                  <a:cubicBezTo>
                    <a:pt x="158" y="80"/>
                    <a:pt x="143" y="80"/>
                    <a:pt x="143" y="64"/>
                  </a:cubicBezTo>
                  <a:lnTo>
                    <a:pt x="95" y="49"/>
                  </a:lnTo>
                  <a:lnTo>
                    <a:pt x="49" y="17"/>
                  </a:lnTo>
                  <a:lnTo>
                    <a:pt x="49"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7" name="Google Shape;1887;p38"/>
            <p:cNvSpPr/>
            <p:nvPr/>
          </p:nvSpPr>
          <p:spPr>
            <a:xfrm>
              <a:off x="3092837" y="1786727"/>
              <a:ext cx="6042" cy="5057"/>
            </a:xfrm>
            <a:custGeom>
              <a:avLst/>
              <a:gdLst/>
              <a:ahLst/>
              <a:cxnLst/>
              <a:rect l="l" t="t" r="r" b="b"/>
              <a:pathLst>
                <a:path w="190" h="159" extrusionOk="0">
                  <a:moveTo>
                    <a:pt x="63" y="1"/>
                  </a:moveTo>
                  <a:lnTo>
                    <a:pt x="63" y="1"/>
                  </a:lnTo>
                  <a:cubicBezTo>
                    <a:pt x="47" y="1"/>
                    <a:pt x="32" y="1"/>
                    <a:pt x="32" y="17"/>
                  </a:cubicBezTo>
                  <a:lnTo>
                    <a:pt x="15" y="80"/>
                  </a:lnTo>
                  <a:cubicBezTo>
                    <a:pt x="0" y="95"/>
                    <a:pt x="0" y="95"/>
                    <a:pt x="15" y="112"/>
                  </a:cubicBezTo>
                  <a:lnTo>
                    <a:pt x="15" y="112"/>
                  </a:lnTo>
                  <a:cubicBezTo>
                    <a:pt x="15" y="112"/>
                    <a:pt x="15" y="127"/>
                    <a:pt x="32" y="127"/>
                  </a:cubicBezTo>
                  <a:lnTo>
                    <a:pt x="110" y="158"/>
                  </a:lnTo>
                  <a:lnTo>
                    <a:pt x="126" y="158"/>
                  </a:lnTo>
                  <a:lnTo>
                    <a:pt x="142" y="158"/>
                  </a:lnTo>
                  <a:lnTo>
                    <a:pt x="142" y="158"/>
                  </a:lnTo>
                  <a:cubicBezTo>
                    <a:pt x="158" y="158"/>
                    <a:pt x="158" y="158"/>
                    <a:pt x="158" y="143"/>
                  </a:cubicBezTo>
                  <a:lnTo>
                    <a:pt x="173" y="143"/>
                  </a:lnTo>
                  <a:lnTo>
                    <a:pt x="189" y="80"/>
                  </a:lnTo>
                  <a:lnTo>
                    <a:pt x="189" y="80"/>
                  </a:lnTo>
                  <a:lnTo>
                    <a:pt x="189" y="80"/>
                  </a:lnTo>
                  <a:cubicBezTo>
                    <a:pt x="189" y="64"/>
                    <a:pt x="189" y="49"/>
                    <a:pt x="173" y="32"/>
                  </a:cubicBezTo>
                  <a:lnTo>
                    <a:pt x="158" y="32"/>
                  </a:lnTo>
                  <a:cubicBezTo>
                    <a:pt x="142" y="32"/>
                    <a:pt x="126" y="49"/>
                    <a:pt x="126" y="64"/>
                  </a:cubicBezTo>
                  <a:lnTo>
                    <a:pt x="110" y="80"/>
                  </a:lnTo>
                  <a:lnTo>
                    <a:pt x="78" y="80"/>
                  </a:lnTo>
                  <a:lnTo>
                    <a:pt x="95" y="49"/>
                  </a:lnTo>
                  <a:lnTo>
                    <a:pt x="95" y="49"/>
                  </a:lnTo>
                  <a:cubicBezTo>
                    <a:pt x="110" y="32"/>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8" name="Google Shape;1888;p38"/>
            <p:cNvSpPr/>
            <p:nvPr/>
          </p:nvSpPr>
          <p:spPr>
            <a:xfrm>
              <a:off x="3273228" y="1811312"/>
              <a:ext cx="4516" cy="5057"/>
            </a:xfrm>
            <a:custGeom>
              <a:avLst/>
              <a:gdLst/>
              <a:ahLst/>
              <a:cxnLst/>
              <a:rect l="l" t="t" r="r" b="b"/>
              <a:pathLst>
                <a:path w="142" h="159" extrusionOk="0">
                  <a:moveTo>
                    <a:pt x="110" y="1"/>
                  </a:moveTo>
                  <a:lnTo>
                    <a:pt x="110" y="1"/>
                  </a:lnTo>
                  <a:cubicBezTo>
                    <a:pt x="79" y="1"/>
                    <a:pt x="79" y="16"/>
                    <a:pt x="79" y="32"/>
                  </a:cubicBezTo>
                  <a:lnTo>
                    <a:pt x="63" y="79"/>
                  </a:lnTo>
                  <a:lnTo>
                    <a:pt x="47" y="64"/>
                  </a:lnTo>
                  <a:lnTo>
                    <a:pt x="47" y="64"/>
                  </a:lnTo>
                  <a:lnTo>
                    <a:pt x="15" y="64"/>
                  </a:lnTo>
                  <a:lnTo>
                    <a:pt x="15" y="79"/>
                  </a:lnTo>
                  <a:lnTo>
                    <a:pt x="15" y="95"/>
                  </a:lnTo>
                  <a:cubicBezTo>
                    <a:pt x="0" y="110"/>
                    <a:pt x="15" y="127"/>
                    <a:pt x="32" y="127"/>
                  </a:cubicBezTo>
                  <a:lnTo>
                    <a:pt x="95" y="158"/>
                  </a:lnTo>
                  <a:lnTo>
                    <a:pt x="110" y="158"/>
                  </a:lnTo>
                  <a:lnTo>
                    <a:pt x="126" y="158"/>
                  </a:lnTo>
                  <a:cubicBezTo>
                    <a:pt x="126" y="142"/>
                    <a:pt x="142" y="127"/>
                    <a:pt x="142" y="127"/>
                  </a:cubicBezTo>
                  <a:lnTo>
                    <a:pt x="142" y="95"/>
                  </a:lnTo>
                  <a:lnTo>
                    <a:pt x="142" y="32"/>
                  </a:lnTo>
                  <a:lnTo>
                    <a:pt x="142"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9" name="Google Shape;1889;p38"/>
            <p:cNvSpPr/>
            <p:nvPr/>
          </p:nvSpPr>
          <p:spPr>
            <a:xfrm>
              <a:off x="3084823" y="1793279"/>
              <a:ext cx="3021" cy="3021"/>
            </a:xfrm>
            <a:custGeom>
              <a:avLst/>
              <a:gdLst/>
              <a:ahLst/>
              <a:cxnLst/>
              <a:rect l="l" t="t" r="r" b="b"/>
              <a:pathLst>
                <a:path w="95" h="95" extrusionOk="0">
                  <a:moveTo>
                    <a:pt x="78" y="0"/>
                  </a:moveTo>
                  <a:lnTo>
                    <a:pt x="63" y="0"/>
                  </a:lnTo>
                  <a:lnTo>
                    <a:pt x="47" y="0"/>
                  </a:lnTo>
                  <a:lnTo>
                    <a:pt x="47" y="0"/>
                  </a:lnTo>
                  <a:lnTo>
                    <a:pt x="0" y="32"/>
                  </a:lnTo>
                  <a:lnTo>
                    <a:pt x="0" y="63"/>
                  </a:lnTo>
                  <a:lnTo>
                    <a:pt x="0" y="78"/>
                  </a:lnTo>
                  <a:cubicBezTo>
                    <a:pt x="15" y="95"/>
                    <a:pt x="15" y="95"/>
                    <a:pt x="32" y="95"/>
                  </a:cubicBezTo>
                  <a:lnTo>
                    <a:pt x="32" y="95"/>
                  </a:lnTo>
                  <a:lnTo>
                    <a:pt x="47" y="95"/>
                  </a:lnTo>
                  <a:lnTo>
                    <a:pt x="47" y="95"/>
                  </a:lnTo>
                  <a:lnTo>
                    <a:pt x="95" y="63"/>
                  </a:lnTo>
                  <a:cubicBezTo>
                    <a:pt x="78" y="47"/>
                    <a:pt x="95" y="32"/>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0" name="Google Shape;1890;p38"/>
            <p:cNvSpPr/>
            <p:nvPr/>
          </p:nvSpPr>
          <p:spPr>
            <a:xfrm>
              <a:off x="3310311" y="1819326"/>
              <a:ext cx="3498" cy="3053"/>
            </a:xfrm>
            <a:custGeom>
              <a:avLst/>
              <a:gdLst/>
              <a:ahLst/>
              <a:cxnLst/>
              <a:rect l="l" t="t" r="r" b="b"/>
              <a:pathLst>
                <a:path w="110" h="96" extrusionOk="0">
                  <a:moveTo>
                    <a:pt x="47" y="1"/>
                  </a:moveTo>
                  <a:lnTo>
                    <a:pt x="47" y="1"/>
                  </a:lnTo>
                  <a:cubicBezTo>
                    <a:pt x="32" y="1"/>
                    <a:pt x="32" y="1"/>
                    <a:pt x="15" y="16"/>
                  </a:cubicBezTo>
                  <a:lnTo>
                    <a:pt x="15" y="16"/>
                  </a:lnTo>
                  <a:cubicBezTo>
                    <a:pt x="0" y="32"/>
                    <a:pt x="15" y="47"/>
                    <a:pt x="15" y="64"/>
                  </a:cubicBezTo>
                  <a:lnTo>
                    <a:pt x="63" y="95"/>
                  </a:lnTo>
                  <a:lnTo>
                    <a:pt x="78" y="95"/>
                  </a:lnTo>
                  <a:lnTo>
                    <a:pt x="78" y="95"/>
                  </a:lnTo>
                  <a:cubicBezTo>
                    <a:pt x="95" y="95"/>
                    <a:pt x="95" y="95"/>
                    <a:pt x="110" y="79"/>
                  </a:cubicBezTo>
                  <a:cubicBezTo>
                    <a:pt x="110" y="64"/>
                    <a:pt x="110" y="47"/>
                    <a:pt x="95" y="32"/>
                  </a:cubicBez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1" name="Google Shape;1891;p38"/>
            <p:cNvSpPr/>
            <p:nvPr/>
          </p:nvSpPr>
          <p:spPr>
            <a:xfrm>
              <a:off x="3423023" y="1752666"/>
              <a:ext cx="9064" cy="2544"/>
            </a:xfrm>
            <a:custGeom>
              <a:avLst/>
              <a:gdLst/>
              <a:ahLst/>
              <a:cxnLst/>
              <a:rect l="l" t="t" r="r" b="b"/>
              <a:pathLst>
                <a:path w="285" h="80" extrusionOk="0">
                  <a:moveTo>
                    <a:pt x="49" y="0"/>
                  </a:moveTo>
                  <a:lnTo>
                    <a:pt x="32" y="0"/>
                  </a:lnTo>
                  <a:cubicBezTo>
                    <a:pt x="17" y="0"/>
                    <a:pt x="17" y="17"/>
                    <a:pt x="17" y="32"/>
                  </a:cubicBezTo>
                  <a:cubicBezTo>
                    <a:pt x="1" y="48"/>
                    <a:pt x="17" y="48"/>
                    <a:pt x="17" y="64"/>
                  </a:cubicBezTo>
                  <a:lnTo>
                    <a:pt x="49" y="64"/>
                  </a:lnTo>
                  <a:lnTo>
                    <a:pt x="64" y="64"/>
                  </a:lnTo>
                  <a:lnTo>
                    <a:pt x="95" y="80"/>
                  </a:lnTo>
                  <a:lnTo>
                    <a:pt x="190" y="80"/>
                  </a:lnTo>
                  <a:lnTo>
                    <a:pt x="253" y="80"/>
                  </a:lnTo>
                  <a:lnTo>
                    <a:pt x="253" y="80"/>
                  </a:lnTo>
                  <a:cubicBezTo>
                    <a:pt x="269" y="80"/>
                    <a:pt x="284" y="64"/>
                    <a:pt x="284" y="48"/>
                  </a:cubicBezTo>
                  <a:lnTo>
                    <a:pt x="284" y="32"/>
                  </a:lnTo>
                  <a:cubicBezTo>
                    <a:pt x="284" y="17"/>
                    <a:pt x="269" y="17"/>
                    <a:pt x="253" y="17"/>
                  </a:cubicBezTo>
                  <a:lnTo>
                    <a:pt x="190"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2" name="Google Shape;1892;p38"/>
            <p:cNvSpPr/>
            <p:nvPr/>
          </p:nvSpPr>
          <p:spPr>
            <a:xfrm>
              <a:off x="3292278" y="1813315"/>
              <a:ext cx="3021" cy="3053"/>
            </a:xfrm>
            <a:custGeom>
              <a:avLst/>
              <a:gdLst/>
              <a:ahLst/>
              <a:cxnLst/>
              <a:rect l="l" t="t" r="r" b="b"/>
              <a:pathLst>
                <a:path w="95" h="96" extrusionOk="0">
                  <a:moveTo>
                    <a:pt x="63" y="1"/>
                  </a:moveTo>
                  <a:lnTo>
                    <a:pt x="63" y="1"/>
                  </a:lnTo>
                  <a:lnTo>
                    <a:pt x="47" y="1"/>
                  </a:lnTo>
                  <a:lnTo>
                    <a:pt x="0" y="16"/>
                  </a:lnTo>
                  <a:lnTo>
                    <a:pt x="0" y="64"/>
                  </a:lnTo>
                  <a:lnTo>
                    <a:pt x="0" y="79"/>
                  </a:lnTo>
                  <a:cubicBezTo>
                    <a:pt x="0" y="95"/>
                    <a:pt x="0" y="95"/>
                    <a:pt x="15" y="95"/>
                  </a:cubicBezTo>
                  <a:lnTo>
                    <a:pt x="15" y="95"/>
                  </a:lnTo>
                  <a:lnTo>
                    <a:pt x="47" y="79"/>
                  </a:lnTo>
                  <a:lnTo>
                    <a:pt x="78" y="64"/>
                  </a:lnTo>
                  <a:lnTo>
                    <a:pt x="78" y="64"/>
                  </a:lnTo>
                  <a:lnTo>
                    <a:pt x="95" y="64"/>
                  </a:lnTo>
                  <a:lnTo>
                    <a:pt x="78" y="64"/>
                  </a:lnTo>
                  <a:cubicBezTo>
                    <a:pt x="78" y="47"/>
                    <a:pt x="63" y="16"/>
                    <a:pt x="78" y="16"/>
                  </a:cubicBezTo>
                  <a:lnTo>
                    <a:pt x="7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3" name="Google Shape;1893;p38"/>
            <p:cNvSpPr/>
            <p:nvPr/>
          </p:nvSpPr>
          <p:spPr>
            <a:xfrm>
              <a:off x="3317308" y="1776232"/>
              <a:ext cx="2512" cy="3530"/>
            </a:xfrm>
            <a:custGeom>
              <a:avLst/>
              <a:gdLst/>
              <a:ahLst/>
              <a:cxnLst/>
              <a:rect l="l" t="t" r="r" b="b"/>
              <a:pathLst>
                <a:path w="79" h="111" extrusionOk="0">
                  <a:moveTo>
                    <a:pt x="64" y="1"/>
                  </a:moveTo>
                  <a:lnTo>
                    <a:pt x="64" y="1"/>
                  </a:lnTo>
                  <a:cubicBezTo>
                    <a:pt x="48" y="1"/>
                    <a:pt x="32" y="1"/>
                    <a:pt x="32" y="16"/>
                  </a:cubicBezTo>
                  <a:lnTo>
                    <a:pt x="1" y="47"/>
                  </a:lnTo>
                  <a:cubicBezTo>
                    <a:pt x="1" y="64"/>
                    <a:pt x="1" y="95"/>
                    <a:pt x="16" y="95"/>
                  </a:cubicBezTo>
                  <a:cubicBezTo>
                    <a:pt x="16" y="110"/>
                    <a:pt x="32" y="110"/>
                    <a:pt x="32" y="110"/>
                  </a:cubicBezTo>
                  <a:cubicBezTo>
                    <a:pt x="32" y="110"/>
                    <a:pt x="48" y="110"/>
                    <a:pt x="48" y="95"/>
                  </a:cubicBezTo>
                  <a:lnTo>
                    <a:pt x="32" y="47"/>
                  </a:lnTo>
                  <a:cubicBezTo>
                    <a:pt x="32" y="32"/>
                    <a:pt x="48" y="1"/>
                    <a:pt x="64" y="1"/>
                  </a:cubicBezTo>
                  <a:lnTo>
                    <a:pt x="64" y="1"/>
                  </a:lnTo>
                  <a:lnTo>
                    <a:pt x="64" y="1"/>
                  </a:lnTo>
                  <a:lnTo>
                    <a:pt x="64" y="1"/>
                  </a:lnTo>
                  <a:lnTo>
                    <a:pt x="79" y="1"/>
                  </a:lnTo>
                  <a:lnTo>
                    <a:pt x="79" y="1"/>
                  </a:lnTo>
                  <a:lnTo>
                    <a:pt x="79" y="1"/>
                  </a:lnTo>
                  <a:lnTo>
                    <a:pt x="79" y="1"/>
                  </a:lnTo>
                  <a:lnTo>
                    <a:pt x="79"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4" name="Google Shape;1894;p38"/>
            <p:cNvSpPr/>
            <p:nvPr/>
          </p:nvSpPr>
          <p:spPr>
            <a:xfrm>
              <a:off x="3436063" y="1763702"/>
              <a:ext cx="2035" cy="4548"/>
            </a:xfrm>
            <a:custGeom>
              <a:avLst/>
              <a:gdLst/>
              <a:ahLst/>
              <a:cxnLst/>
              <a:rect l="l" t="t" r="r" b="b"/>
              <a:pathLst>
                <a:path w="64" h="143" extrusionOk="0">
                  <a:moveTo>
                    <a:pt x="32" y="0"/>
                  </a:moveTo>
                  <a:lnTo>
                    <a:pt x="32" y="0"/>
                  </a:lnTo>
                  <a:cubicBezTo>
                    <a:pt x="17" y="0"/>
                    <a:pt x="0" y="16"/>
                    <a:pt x="0" y="16"/>
                  </a:cubicBezTo>
                  <a:lnTo>
                    <a:pt x="0" y="32"/>
                  </a:lnTo>
                  <a:lnTo>
                    <a:pt x="0" y="111"/>
                  </a:lnTo>
                  <a:cubicBezTo>
                    <a:pt x="0" y="126"/>
                    <a:pt x="17" y="126"/>
                    <a:pt x="32" y="143"/>
                  </a:cubicBezTo>
                  <a:lnTo>
                    <a:pt x="17" y="126"/>
                  </a:lnTo>
                  <a:lnTo>
                    <a:pt x="17" y="111"/>
                  </a:lnTo>
                  <a:lnTo>
                    <a:pt x="48" y="80"/>
                  </a:lnTo>
                  <a:lnTo>
                    <a:pt x="63" y="80"/>
                  </a:lnTo>
                  <a:lnTo>
                    <a:pt x="63" y="32"/>
                  </a:lnTo>
                  <a:cubicBezTo>
                    <a:pt x="63"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5" name="Google Shape;1895;p38"/>
            <p:cNvSpPr/>
            <p:nvPr/>
          </p:nvSpPr>
          <p:spPr>
            <a:xfrm>
              <a:off x="3400983" y="1765705"/>
              <a:ext cx="6551" cy="5025"/>
            </a:xfrm>
            <a:custGeom>
              <a:avLst/>
              <a:gdLst/>
              <a:ahLst/>
              <a:cxnLst/>
              <a:rect l="l" t="t" r="r" b="b"/>
              <a:pathLst>
                <a:path w="206" h="158" extrusionOk="0">
                  <a:moveTo>
                    <a:pt x="48" y="0"/>
                  </a:moveTo>
                  <a:lnTo>
                    <a:pt x="48" y="0"/>
                  </a:lnTo>
                  <a:lnTo>
                    <a:pt x="32" y="0"/>
                  </a:lnTo>
                  <a:cubicBezTo>
                    <a:pt x="17" y="17"/>
                    <a:pt x="0" y="32"/>
                    <a:pt x="17" y="48"/>
                  </a:cubicBezTo>
                  <a:lnTo>
                    <a:pt x="17" y="63"/>
                  </a:lnTo>
                  <a:lnTo>
                    <a:pt x="32" y="111"/>
                  </a:lnTo>
                  <a:lnTo>
                    <a:pt x="32" y="126"/>
                  </a:lnTo>
                  <a:lnTo>
                    <a:pt x="48" y="126"/>
                  </a:lnTo>
                  <a:lnTo>
                    <a:pt x="63" y="126"/>
                  </a:lnTo>
                  <a:lnTo>
                    <a:pt x="63" y="126"/>
                  </a:lnTo>
                  <a:lnTo>
                    <a:pt x="95" y="126"/>
                  </a:lnTo>
                  <a:lnTo>
                    <a:pt x="126" y="126"/>
                  </a:lnTo>
                  <a:lnTo>
                    <a:pt x="126" y="143"/>
                  </a:lnTo>
                  <a:cubicBezTo>
                    <a:pt x="143" y="158"/>
                    <a:pt x="143" y="158"/>
                    <a:pt x="158" y="158"/>
                  </a:cubicBezTo>
                  <a:lnTo>
                    <a:pt x="174" y="158"/>
                  </a:lnTo>
                  <a:cubicBezTo>
                    <a:pt x="189" y="143"/>
                    <a:pt x="206" y="126"/>
                    <a:pt x="189" y="111"/>
                  </a:cubicBezTo>
                  <a:lnTo>
                    <a:pt x="189" y="95"/>
                  </a:lnTo>
                  <a:lnTo>
                    <a:pt x="174" y="63"/>
                  </a:lnTo>
                  <a:cubicBezTo>
                    <a:pt x="158" y="48"/>
                    <a:pt x="158" y="48"/>
                    <a:pt x="143" y="48"/>
                  </a:cubicBezTo>
                  <a:lnTo>
                    <a:pt x="126" y="48"/>
                  </a:lnTo>
                  <a:lnTo>
                    <a:pt x="80" y="63"/>
                  </a:lnTo>
                  <a:lnTo>
                    <a:pt x="80" y="32"/>
                  </a:lnTo>
                  <a:cubicBezTo>
                    <a:pt x="80" y="17"/>
                    <a:pt x="63" y="17"/>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6" name="Google Shape;1896;p38"/>
            <p:cNvSpPr/>
            <p:nvPr/>
          </p:nvSpPr>
          <p:spPr>
            <a:xfrm>
              <a:off x="3049203" y="1802279"/>
              <a:ext cx="5057" cy="3530"/>
            </a:xfrm>
            <a:custGeom>
              <a:avLst/>
              <a:gdLst/>
              <a:ahLst/>
              <a:cxnLst/>
              <a:rect l="l" t="t" r="r" b="b"/>
              <a:pathLst>
                <a:path w="159" h="111" extrusionOk="0">
                  <a:moveTo>
                    <a:pt x="32" y="1"/>
                  </a:moveTo>
                  <a:lnTo>
                    <a:pt x="32" y="1"/>
                  </a:lnTo>
                  <a:cubicBezTo>
                    <a:pt x="17" y="1"/>
                    <a:pt x="1" y="16"/>
                    <a:pt x="1" y="16"/>
                  </a:cubicBezTo>
                  <a:cubicBezTo>
                    <a:pt x="1" y="32"/>
                    <a:pt x="1" y="64"/>
                    <a:pt x="17" y="64"/>
                  </a:cubicBezTo>
                  <a:lnTo>
                    <a:pt x="17" y="64"/>
                  </a:lnTo>
                  <a:lnTo>
                    <a:pt x="64" y="95"/>
                  </a:lnTo>
                  <a:cubicBezTo>
                    <a:pt x="80" y="79"/>
                    <a:pt x="80" y="79"/>
                    <a:pt x="96" y="79"/>
                  </a:cubicBezTo>
                  <a:lnTo>
                    <a:pt x="96" y="79"/>
                  </a:lnTo>
                  <a:cubicBezTo>
                    <a:pt x="112" y="79"/>
                    <a:pt x="127" y="95"/>
                    <a:pt x="127" y="111"/>
                  </a:cubicBezTo>
                  <a:lnTo>
                    <a:pt x="127" y="111"/>
                  </a:lnTo>
                  <a:cubicBezTo>
                    <a:pt x="143" y="111"/>
                    <a:pt x="143" y="111"/>
                    <a:pt x="159" y="95"/>
                  </a:cubicBezTo>
                  <a:cubicBezTo>
                    <a:pt x="159" y="79"/>
                    <a:pt x="159" y="64"/>
                    <a:pt x="143" y="48"/>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7" name="Google Shape;1897;p38"/>
            <p:cNvSpPr/>
            <p:nvPr/>
          </p:nvSpPr>
          <p:spPr>
            <a:xfrm>
              <a:off x="3176004" y="1789749"/>
              <a:ext cx="4039" cy="4548"/>
            </a:xfrm>
            <a:custGeom>
              <a:avLst/>
              <a:gdLst/>
              <a:ahLst/>
              <a:cxnLst/>
              <a:rect l="l" t="t" r="r" b="b"/>
              <a:pathLst>
                <a:path w="127" h="143" extrusionOk="0">
                  <a:moveTo>
                    <a:pt x="16" y="80"/>
                  </a:moveTo>
                  <a:lnTo>
                    <a:pt x="16" y="80"/>
                  </a:lnTo>
                  <a:lnTo>
                    <a:pt x="16" y="80"/>
                  </a:lnTo>
                  <a:close/>
                  <a:moveTo>
                    <a:pt x="79" y="0"/>
                  </a:moveTo>
                  <a:lnTo>
                    <a:pt x="64" y="0"/>
                  </a:lnTo>
                  <a:cubicBezTo>
                    <a:pt x="64" y="0"/>
                    <a:pt x="47" y="0"/>
                    <a:pt x="32" y="17"/>
                  </a:cubicBezTo>
                  <a:cubicBezTo>
                    <a:pt x="16" y="32"/>
                    <a:pt x="16" y="48"/>
                    <a:pt x="16" y="63"/>
                  </a:cubicBezTo>
                  <a:lnTo>
                    <a:pt x="16" y="80"/>
                  </a:lnTo>
                  <a:lnTo>
                    <a:pt x="16" y="80"/>
                  </a:lnTo>
                  <a:cubicBezTo>
                    <a:pt x="1" y="95"/>
                    <a:pt x="16" y="111"/>
                    <a:pt x="16" y="126"/>
                  </a:cubicBezTo>
                  <a:cubicBezTo>
                    <a:pt x="32" y="126"/>
                    <a:pt x="32" y="143"/>
                    <a:pt x="47" y="143"/>
                  </a:cubicBezTo>
                  <a:cubicBezTo>
                    <a:pt x="47" y="143"/>
                    <a:pt x="64" y="126"/>
                    <a:pt x="79" y="126"/>
                  </a:cubicBezTo>
                  <a:lnTo>
                    <a:pt x="79" y="80"/>
                  </a:lnTo>
                  <a:lnTo>
                    <a:pt x="79" y="80"/>
                  </a:lnTo>
                  <a:lnTo>
                    <a:pt x="79" y="63"/>
                  </a:lnTo>
                  <a:lnTo>
                    <a:pt x="95" y="63"/>
                  </a:lnTo>
                  <a:lnTo>
                    <a:pt x="95" y="63"/>
                  </a:lnTo>
                  <a:cubicBezTo>
                    <a:pt x="110" y="63"/>
                    <a:pt x="127" y="63"/>
                    <a:pt x="127" y="48"/>
                  </a:cubicBezTo>
                  <a:cubicBezTo>
                    <a:pt x="127" y="17"/>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8" name="Google Shape;1898;p38"/>
            <p:cNvSpPr/>
            <p:nvPr/>
          </p:nvSpPr>
          <p:spPr>
            <a:xfrm>
              <a:off x="3176481" y="179226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9" name="Google Shape;1899;p38"/>
            <p:cNvSpPr/>
            <p:nvPr/>
          </p:nvSpPr>
          <p:spPr>
            <a:xfrm>
              <a:off x="3314795" y="1814810"/>
              <a:ext cx="3562" cy="6551"/>
            </a:xfrm>
            <a:custGeom>
              <a:avLst/>
              <a:gdLst/>
              <a:ahLst/>
              <a:cxnLst/>
              <a:rect l="l" t="t" r="r" b="b"/>
              <a:pathLst>
                <a:path w="112" h="206" extrusionOk="0">
                  <a:moveTo>
                    <a:pt x="63" y="0"/>
                  </a:moveTo>
                  <a:lnTo>
                    <a:pt x="63" y="0"/>
                  </a:lnTo>
                  <a:cubicBezTo>
                    <a:pt x="63" y="0"/>
                    <a:pt x="63" y="17"/>
                    <a:pt x="48" y="17"/>
                  </a:cubicBezTo>
                  <a:lnTo>
                    <a:pt x="48" y="17"/>
                  </a:lnTo>
                  <a:lnTo>
                    <a:pt x="48" y="17"/>
                  </a:lnTo>
                  <a:cubicBezTo>
                    <a:pt x="32" y="17"/>
                    <a:pt x="17" y="32"/>
                    <a:pt x="17" y="48"/>
                  </a:cubicBezTo>
                  <a:lnTo>
                    <a:pt x="17" y="80"/>
                  </a:lnTo>
                  <a:cubicBezTo>
                    <a:pt x="0" y="95"/>
                    <a:pt x="17" y="126"/>
                    <a:pt x="17" y="143"/>
                  </a:cubicBezTo>
                  <a:cubicBezTo>
                    <a:pt x="32" y="158"/>
                    <a:pt x="32" y="158"/>
                    <a:pt x="32" y="174"/>
                  </a:cubicBezTo>
                  <a:lnTo>
                    <a:pt x="48" y="189"/>
                  </a:lnTo>
                  <a:cubicBezTo>
                    <a:pt x="48" y="206"/>
                    <a:pt x="63" y="206"/>
                    <a:pt x="80" y="206"/>
                  </a:cubicBezTo>
                  <a:lnTo>
                    <a:pt x="95" y="206"/>
                  </a:lnTo>
                  <a:cubicBezTo>
                    <a:pt x="111" y="206"/>
                    <a:pt x="111" y="189"/>
                    <a:pt x="111" y="174"/>
                  </a:cubicBezTo>
                  <a:lnTo>
                    <a:pt x="111" y="158"/>
                  </a:lnTo>
                  <a:lnTo>
                    <a:pt x="95" y="158"/>
                  </a:lnTo>
                  <a:lnTo>
                    <a:pt x="95" y="158"/>
                  </a:lnTo>
                  <a:cubicBezTo>
                    <a:pt x="80" y="143"/>
                    <a:pt x="63" y="126"/>
                    <a:pt x="80" y="111"/>
                  </a:cubicBezTo>
                  <a:lnTo>
                    <a:pt x="80" y="95"/>
                  </a:lnTo>
                  <a:lnTo>
                    <a:pt x="80" y="95"/>
                  </a:lnTo>
                  <a:lnTo>
                    <a:pt x="80" y="95"/>
                  </a:lnTo>
                  <a:lnTo>
                    <a:pt x="63" y="80"/>
                  </a:lnTo>
                  <a:lnTo>
                    <a:pt x="63" y="32"/>
                  </a:lnTo>
                  <a:lnTo>
                    <a:pt x="95" y="32"/>
                  </a:lnTo>
                  <a:lnTo>
                    <a:pt x="95" y="17"/>
                  </a:lnTo>
                  <a:lnTo>
                    <a:pt x="95" y="32"/>
                  </a:lnTo>
                  <a:lnTo>
                    <a:pt x="95" y="17"/>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0" name="Google Shape;1900;p38"/>
            <p:cNvSpPr/>
            <p:nvPr/>
          </p:nvSpPr>
          <p:spPr>
            <a:xfrm>
              <a:off x="3392492" y="1805301"/>
              <a:ext cx="7028" cy="5534"/>
            </a:xfrm>
            <a:custGeom>
              <a:avLst/>
              <a:gdLst/>
              <a:ahLst/>
              <a:cxnLst/>
              <a:rect l="l" t="t" r="r" b="b"/>
              <a:pathLst>
                <a:path w="221" h="174" extrusionOk="0">
                  <a:moveTo>
                    <a:pt x="126" y="0"/>
                  </a:moveTo>
                  <a:lnTo>
                    <a:pt x="126" y="0"/>
                  </a:lnTo>
                  <a:lnTo>
                    <a:pt x="110" y="0"/>
                  </a:lnTo>
                  <a:cubicBezTo>
                    <a:pt x="110" y="16"/>
                    <a:pt x="95" y="32"/>
                    <a:pt x="78" y="32"/>
                  </a:cubicBezTo>
                  <a:lnTo>
                    <a:pt x="63" y="32"/>
                  </a:lnTo>
                  <a:lnTo>
                    <a:pt x="63" y="47"/>
                  </a:lnTo>
                  <a:lnTo>
                    <a:pt x="15" y="95"/>
                  </a:lnTo>
                  <a:lnTo>
                    <a:pt x="15" y="95"/>
                  </a:lnTo>
                  <a:cubicBezTo>
                    <a:pt x="0" y="110"/>
                    <a:pt x="0" y="126"/>
                    <a:pt x="15" y="142"/>
                  </a:cubicBezTo>
                  <a:lnTo>
                    <a:pt x="15" y="142"/>
                  </a:lnTo>
                  <a:lnTo>
                    <a:pt x="15" y="142"/>
                  </a:lnTo>
                  <a:lnTo>
                    <a:pt x="32" y="173"/>
                  </a:lnTo>
                  <a:lnTo>
                    <a:pt x="63" y="173"/>
                  </a:lnTo>
                  <a:cubicBezTo>
                    <a:pt x="63" y="173"/>
                    <a:pt x="78" y="173"/>
                    <a:pt x="78" y="158"/>
                  </a:cubicBezTo>
                  <a:cubicBezTo>
                    <a:pt x="95" y="158"/>
                    <a:pt x="95" y="126"/>
                    <a:pt x="78" y="126"/>
                  </a:cubicBezTo>
                  <a:lnTo>
                    <a:pt x="110" y="79"/>
                  </a:lnTo>
                  <a:lnTo>
                    <a:pt x="158" y="158"/>
                  </a:lnTo>
                  <a:cubicBezTo>
                    <a:pt x="173" y="158"/>
                    <a:pt x="173" y="173"/>
                    <a:pt x="189" y="173"/>
                  </a:cubicBezTo>
                  <a:lnTo>
                    <a:pt x="189" y="173"/>
                  </a:lnTo>
                  <a:cubicBezTo>
                    <a:pt x="204" y="158"/>
                    <a:pt x="204" y="142"/>
                    <a:pt x="221" y="142"/>
                  </a:cubicBezTo>
                  <a:lnTo>
                    <a:pt x="221" y="142"/>
                  </a:lnTo>
                  <a:lnTo>
                    <a:pt x="221" y="110"/>
                  </a:lnTo>
                  <a:lnTo>
                    <a:pt x="189" y="47"/>
                  </a:lnTo>
                  <a:lnTo>
                    <a:pt x="158" y="32"/>
                  </a:lnTo>
                  <a:lnTo>
                    <a:pt x="158" y="32"/>
                  </a:lnTo>
                  <a:lnTo>
                    <a:pt x="158" y="32"/>
                  </a:lnTo>
                  <a:cubicBezTo>
                    <a:pt x="141" y="32"/>
                    <a:pt x="126" y="16"/>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1" name="Google Shape;1901;p38"/>
            <p:cNvSpPr/>
            <p:nvPr/>
          </p:nvSpPr>
          <p:spPr>
            <a:xfrm>
              <a:off x="3319311" y="1820821"/>
              <a:ext cx="5534" cy="3021"/>
            </a:xfrm>
            <a:custGeom>
              <a:avLst/>
              <a:gdLst/>
              <a:ahLst/>
              <a:cxnLst/>
              <a:rect l="l" t="t" r="r" b="b"/>
              <a:pathLst>
                <a:path w="174" h="95" extrusionOk="0">
                  <a:moveTo>
                    <a:pt x="32" y="0"/>
                  </a:moveTo>
                  <a:lnTo>
                    <a:pt x="32" y="0"/>
                  </a:lnTo>
                  <a:cubicBezTo>
                    <a:pt x="16" y="0"/>
                    <a:pt x="16" y="17"/>
                    <a:pt x="1" y="17"/>
                  </a:cubicBezTo>
                  <a:cubicBezTo>
                    <a:pt x="1" y="32"/>
                    <a:pt x="1" y="63"/>
                    <a:pt x="16" y="63"/>
                  </a:cubicBezTo>
                  <a:lnTo>
                    <a:pt x="48" y="95"/>
                  </a:lnTo>
                  <a:lnTo>
                    <a:pt x="79" y="95"/>
                  </a:lnTo>
                  <a:lnTo>
                    <a:pt x="79" y="95"/>
                  </a:lnTo>
                  <a:lnTo>
                    <a:pt x="142" y="95"/>
                  </a:lnTo>
                  <a:cubicBezTo>
                    <a:pt x="158" y="95"/>
                    <a:pt x="174" y="80"/>
                    <a:pt x="174" y="48"/>
                  </a:cubicBezTo>
                  <a:cubicBezTo>
                    <a:pt x="174" y="32"/>
                    <a:pt x="158" y="32"/>
                    <a:pt x="142" y="32"/>
                  </a:cubicBezTo>
                  <a:lnTo>
                    <a:pt x="127" y="32"/>
                  </a:lnTo>
                  <a:lnTo>
                    <a:pt x="79" y="32"/>
                  </a:lnTo>
                  <a:lnTo>
                    <a:pt x="48" y="17"/>
                  </a:lnTo>
                  <a:cubicBezTo>
                    <a:pt x="48"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2" name="Google Shape;1902;p38"/>
            <p:cNvSpPr/>
            <p:nvPr/>
          </p:nvSpPr>
          <p:spPr>
            <a:xfrm>
              <a:off x="3175495" y="1810803"/>
              <a:ext cx="3021" cy="3021"/>
            </a:xfrm>
            <a:custGeom>
              <a:avLst/>
              <a:gdLst/>
              <a:ahLst/>
              <a:cxnLst/>
              <a:rect l="l" t="t" r="r" b="b"/>
              <a:pathLst>
                <a:path w="95" h="95" extrusionOk="0">
                  <a:moveTo>
                    <a:pt x="63" y="0"/>
                  </a:moveTo>
                  <a:lnTo>
                    <a:pt x="63" y="0"/>
                  </a:lnTo>
                  <a:lnTo>
                    <a:pt x="32" y="0"/>
                  </a:lnTo>
                  <a:cubicBezTo>
                    <a:pt x="17" y="0"/>
                    <a:pt x="17" y="17"/>
                    <a:pt x="0" y="17"/>
                  </a:cubicBezTo>
                  <a:lnTo>
                    <a:pt x="0" y="48"/>
                  </a:lnTo>
                  <a:lnTo>
                    <a:pt x="17" y="80"/>
                  </a:lnTo>
                  <a:cubicBezTo>
                    <a:pt x="17" y="80"/>
                    <a:pt x="17" y="95"/>
                    <a:pt x="32" y="95"/>
                  </a:cubicBezTo>
                  <a:lnTo>
                    <a:pt x="48" y="95"/>
                  </a:lnTo>
                  <a:lnTo>
                    <a:pt x="63" y="95"/>
                  </a:lnTo>
                  <a:cubicBezTo>
                    <a:pt x="80" y="95"/>
                    <a:pt x="80" y="80"/>
                    <a:pt x="80" y="63"/>
                  </a:cubicBezTo>
                  <a:cubicBezTo>
                    <a:pt x="95" y="48"/>
                    <a:pt x="95" y="48"/>
                    <a:pt x="95" y="32"/>
                  </a:cubicBez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3" name="Google Shape;1903;p38"/>
            <p:cNvSpPr/>
            <p:nvPr/>
          </p:nvSpPr>
          <p:spPr>
            <a:xfrm>
              <a:off x="3397485" y="1814810"/>
              <a:ext cx="5534" cy="2544"/>
            </a:xfrm>
            <a:custGeom>
              <a:avLst/>
              <a:gdLst/>
              <a:ahLst/>
              <a:cxnLst/>
              <a:rect l="l" t="t" r="r" b="b"/>
              <a:pathLst>
                <a:path w="174" h="80" extrusionOk="0">
                  <a:moveTo>
                    <a:pt x="127" y="0"/>
                  </a:moveTo>
                  <a:lnTo>
                    <a:pt x="127" y="0"/>
                  </a:lnTo>
                  <a:lnTo>
                    <a:pt x="110" y="0"/>
                  </a:lnTo>
                  <a:lnTo>
                    <a:pt x="32" y="17"/>
                  </a:lnTo>
                  <a:lnTo>
                    <a:pt x="32" y="17"/>
                  </a:lnTo>
                  <a:cubicBezTo>
                    <a:pt x="16" y="17"/>
                    <a:pt x="1" y="32"/>
                    <a:pt x="1" y="48"/>
                  </a:cubicBezTo>
                  <a:cubicBezTo>
                    <a:pt x="1" y="63"/>
                    <a:pt x="16" y="80"/>
                    <a:pt x="47" y="80"/>
                  </a:cubicBezTo>
                  <a:lnTo>
                    <a:pt x="47" y="80"/>
                  </a:lnTo>
                  <a:lnTo>
                    <a:pt x="95" y="80"/>
                  </a:lnTo>
                  <a:lnTo>
                    <a:pt x="142" y="80"/>
                  </a:lnTo>
                  <a:cubicBezTo>
                    <a:pt x="158" y="80"/>
                    <a:pt x="173" y="63"/>
                    <a:pt x="173" y="48"/>
                  </a:cubicBezTo>
                  <a:cubicBezTo>
                    <a:pt x="173" y="17"/>
                    <a:pt x="158"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4" name="Google Shape;1904;p38"/>
            <p:cNvSpPr/>
            <p:nvPr/>
          </p:nvSpPr>
          <p:spPr>
            <a:xfrm>
              <a:off x="3037181" y="1819803"/>
              <a:ext cx="3053" cy="4039"/>
            </a:xfrm>
            <a:custGeom>
              <a:avLst/>
              <a:gdLst/>
              <a:ahLst/>
              <a:cxnLst/>
              <a:rect l="l" t="t" r="r" b="b"/>
              <a:pathLst>
                <a:path w="96" h="127" extrusionOk="0">
                  <a:moveTo>
                    <a:pt x="17" y="1"/>
                  </a:moveTo>
                  <a:lnTo>
                    <a:pt x="17" y="1"/>
                  </a:lnTo>
                  <a:lnTo>
                    <a:pt x="17" y="1"/>
                  </a:lnTo>
                  <a:cubicBezTo>
                    <a:pt x="17" y="17"/>
                    <a:pt x="17" y="17"/>
                    <a:pt x="1" y="17"/>
                  </a:cubicBezTo>
                  <a:lnTo>
                    <a:pt x="17" y="17"/>
                  </a:lnTo>
                  <a:cubicBezTo>
                    <a:pt x="17" y="32"/>
                    <a:pt x="17" y="49"/>
                    <a:pt x="1" y="64"/>
                  </a:cubicBezTo>
                  <a:lnTo>
                    <a:pt x="1" y="64"/>
                  </a:lnTo>
                  <a:lnTo>
                    <a:pt x="32" y="112"/>
                  </a:lnTo>
                  <a:cubicBezTo>
                    <a:pt x="32" y="127"/>
                    <a:pt x="49" y="127"/>
                    <a:pt x="64" y="127"/>
                  </a:cubicBezTo>
                  <a:lnTo>
                    <a:pt x="64" y="127"/>
                  </a:lnTo>
                  <a:lnTo>
                    <a:pt x="95" y="95"/>
                  </a:lnTo>
                  <a:lnTo>
                    <a:pt x="95" y="80"/>
                  </a:lnTo>
                  <a:lnTo>
                    <a:pt x="80" y="64"/>
                  </a:lnTo>
                  <a:lnTo>
                    <a:pt x="49" y="17"/>
                  </a:lnTo>
                  <a:cubicBezTo>
                    <a:pt x="49" y="17"/>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5" name="Google Shape;1905;p38"/>
            <p:cNvSpPr/>
            <p:nvPr/>
          </p:nvSpPr>
          <p:spPr>
            <a:xfrm>
              <a:off x="3327835" y="1776232"/>
              <a:ext cx="4039" cy="3053"/>
            </a:xfrm>
            <a:custGeom>
              <a:avLst/>
              <a:gdLst/>
              <a:ahLst/>
              <a:cxnLst/>
              <a:rect l="l" t="t" r="r" b="b"/>
              <a:pathLst>
                <a:path w="127" h="96" extrusionOk="0">
                  <a:moveTo>
                    <a:pt x="48" y="1"/>
                  </a:moveTo>
                  <a:lnTo>
                    <a:pt x="32" y="1"/>
                  </a:lnTo>
                  <a:lnTo>
                    <a:pt x="16" y="16"/>
                  </a:lnTo>
                  <a:cubicBezTo>
                    <a:pt x="0" y="32"/>
                    <a:pt x="0" y="47"/>
                    <a:pt x="16" y="47"/>
                  </a:cubicBezTo>
                  <a:cubicBezTo>
                    <a:pt x="16" y="64"/>
                    <a:pt x="16" y="64"/>
                    <a:pt x="32" y="64"/>
                  </a:cubicBezTo>
                  <a:lnTo>
                    <a:pt x="32" y="79"/>
                  </a:lnTo>
                  <a:lnTo>
                    <a:pt x="80" y="95"/>
                  </a:lnTo>
                  <a:lnTo>
                    <a:pt x="80" y="95"/>
                  </a:lnTo>
                  <a:lnTo>
                    <a:pt x="95" y="95"/>
                  </a:lnTo>
                  <a:cubicBezTo>
                    <a:pt x="80" y="95"/>
                    <a:pt x="80" y="79"/>
                    <a:pt x="80" y="79"/>
                  </a:cubicBezTo>
                  <a:cubicBezTo>
                    <a:pt x="80" y="64"/>
                    <a:pt x="95" y="47"/>
                    <a:pt x="111" y="47"/>
                  </a:cubicBezTo>
                  <a:lnTo>
                    <a:pt x="111" y="47"/>
                  </a:lnTo>
                  <a:lnTo>
                    <a:pt x="126" y="47"/>
                  </a:lnTo>
                  <a:lnTo>
                    <a:pt x="126" y="47"/>
                  </a:lnTo>
                  <a:lnTo>
                    <a:pt x="111" y="32"/>
                  </a:lnTo>
                  <a:lnTo>
                    <a:pt x="111" y="32"/>
                  </a:lnTo>
                  <a:lnTo>
                    <a:pt x="95" y="32"/>
                  </a:lnTo>
                  <a:lnTo>
                    <a:pt x="63"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6" name="Google Shape;1906;p38"/>
            <p:cNvSpPr/>
            <p:nvPr/>
          </p:nvSpPr>
          <p:spPr>
            <a:xfrm>
              <a:off x="3318803" y="1772225"/>
              <a:ext cx="3562" cy="4039"/>
            </a:xfrm>
            <a:custGeom>
              <a:avLst/>
              <a:gdLst/>
              <a:ahLst/>
              <a:cxnLst/>
              <a:rect l="l" t="t" r="r" b="b"/>
              <a:pathLst>
                <a:path w="112" h="127" extrusionOk="0">
                  <a:moveTo>
                    <a:pt x="32" y="1"/>
                  </a:moveTo>
                  <a:lnTo>
                    <a:pt x="32" y="1"/>
                  </a:lnTo>
                  <a:cubicBezTo>
                    <a:pt x="17" y="1"/>
                    <a:pt x="1" y="16"/>
                    <a:pt x="1" y="32"/>
                  </a:cubicBezTo>
                  <a:lnTo>
                    <a:pt x="1" y="47"/>
                  </a:lnTo>
                  <a:lnTo>
                    <a:pt x="1" y="95"/>
                  </a:lnTo>
                  <a:cubicBezTo>
                    <a:pt x="1" y="95"/>
                    <a:pt x="1" y="110"/>
                    <a:pt x="17" y="110"/>
                  </a:cubicBezTo>
                  <a:lnTo>
                    <a:pt x="17" y="127"/>
                  </a:lnTo>
                  <a:lnTo>
                    <a:pt x="32" y="127"/>
                  </a:lnTo>
                  <a:lnTo>
                    <a:pt x="32" y="127"/>
                  </a:lnTo>
                  <a:lnTo>
                    <a:pt x="32" y="127"/>
                  </a:lnTo>
                  <a:lnTo>
                    <a:pt x="64" y="127"/>
                  </a:lnTo>
                  <a:cubicBezTo>
                    <a:pt x="64" y="110"/>
                    <a:pt x="64" y="110"/>
                    <a:pt x="80" y="110"/>
                  </a:cubicBezTo>
                  <a:cubicBezTo>
                    <a:pt x="95" y="110"/>
                    <a:pt x="95" y="95"/>
                    <a:pt x="111" y="64"/>
                  </a:cubicBezTo>
                  <a:lnTo>
                    <a:pt x="111" y="47"/>
                  </a:lnTo>
                  <a:lnTo>
                    <a:pt x="80" y="16"/>
                  </a:lnTo>
                  <a:lnTo>
                    <a:pt x="80" y="16"/>
                  </a:lnTo>
                  <a:lnTo>
                    <a:pt x="64" y="16"/>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7" name="Google Shape;1907;p38"/>
            <p:cNvSpPr/>
            <p:nvPr/>
          </p:nvSpPr>
          <p:spPr>
            <a:xfrm>
              <a:off x="3443600" y="1796746"/>
              <a:ext cx="4039" cy="3053"/>
            </a:xfrm>
            <a:custGeom>
              <a:avLst/>
              <a:gdLst/>
              <a:ahLst/>
              <a:cxnLst/>
              <a:rect l="l" t="t" r="r" b="b"/>
              <a:pathLst>
                <a:path w="127" h="96" extrusionOk="0">
                  <a:moveTo>
                    <a:pt x="63" y="1"/>
                  </a:moveTo>
                  <a:lnTo>
                    <a:pt x="47" y="1"/>
                  </a:lnTo>
                  <a:lnTo>
                    <a:pt x="32" y="1"/>
                  </a:lnTo>
                  <a:lnTo>
                    <a:pt x="15" y="17"/>
                  </a:lnTo>
                  <a:cubicBezTo>
                    <a:pt x="0" y="32"/>
                    <a:pt x="0" y="49"/>
                    <a:pt x="0" y="64"/>
                  </a:cubicBezTo>
                  <a:cubicBezTo>
                    <a:pt x="0" y="64"/>
                    <a:pt x="15" y="64"/>
                    <a:pt x="15" y="80"/>
                  </a:cubicBezTo>
                  <a:lnTo>
                    <a:pt x="15" y="80"/>
                  </a:lnTo>
                  <a:lnTo>
                    <a:pt x="15" y="80"/>
                  </a:lnTo>
                  <a:cubicBezTo>
                    <a:pt x="32" y="96"/>
                    <a:pt x="32" y="96"/>
                    <a:pt x="47" y="96"/>
                  </a:cubicBezTo>
                  <a:lnTo>
                    <a:pt x="47" y="96"/>
                  </a:lnTo>
                  <a:cubicBezTo>
                    <a:pt x="47" y="96"/>
                    <a:pt x="63" y="96"/>
                    <a:pt x="63" y="80"/>
                  </a:cubicBezTo>
                  <a:cubicBezTo>
                    <a:pt x="63" y="80"/>
                    <a:pt x="78" y="80"/>
                    <a:pt x="78" y="64"/>
                  </a:cubicBezTo>
                  <a:lnTo>
                    <a:pt x="78" y="80"/>
                  </a:lnTo>
                  <a:lnTo>
                    <a:pt x="78" y="80"/>
                  </a:lnTo>
                  <a:lnTo>
                    <a:pt x="78" y="80"/>
                  </a:lnTo>
                  <a:cubicBezTo>
                    <a:pt x="95" y="80"/>
                    <a:pt x="110" y="64"/>
                    <a:pt x="126" y="49"/>
                  </a:cubicBezTo>
                  <a:cubicBezTo>
                    <a:pt x="126" y="49"/>
                    <a:pt x="126" y="32"/>
                    <a:pt x="110" y="32"/>
                  </a:cubicBezTo>
                  <a:cubicBezTo>
                    <a:pt x="110" y="17"/>
                    <a:pt x="110" y="17"/>
                    <a:pt x="95" y="1"/>
                  </a:cubicBezTo>
                  <a:lnTo>
                    <a:pt x="95"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8" name="Google Shape;1908;p38"/>
            <p:cNvSpPr/>
            <p:nvPr/>
          </p:nvSpPr>
          <p:spPr>
            <a:xfrm>
              <a:off x="3334355" y="1803774"/>
              <a:ext cx="3530" cy="3562"/>
            </a:xfrm>
            <a:custGeom>
              <a:avLst/>
              <a:gdLst/>
              <a:ahLst/>
              <a:cxnLst/>
              <a:rect l="l" t="t" r="r" b="b"/>
              <a:pathLst>
                <a:path w="111" h="112" extrusionOk="0">
                  <a:moveTo>
                    <a:pt x="79" y="1"/>
                  </a:moveTo>
                  <a:lnTo>
                    <a:pt x="64" y="32"/>
                  </a:lnTo>
                  <a:lnTo>
                    <a:pt x="47" y="32"/>
                  </a:lnTo>
                  <a:lnTo>
                    <a:pt x="32" y="32"/>
                  </a:lnTo>
                  <a:cubicBezTo>
                    <a:pt x="16" y="32"/>
                    <a:pt x="16" y="32"/>
                    <a:pt x="1" y="48"/>
                  </a:cubicBezTo>
                  <a:cubicBezTo>
                    <a:pt x="1" y="64"/>
                    <a:pt x="16" y="80"/>
                    <a:pt x="32" y="95"/>
                  </a:cubicBezTo>
                  <a:lnTo>
                    <a:pt x="64" y="111"/>
                  </a:lnTo>
                  <a:lnTo>
                    <a:pt x="64" y="111"/>
                  </a:lnTo>
                  <a:cubicBezTo>
                    <a:pt x="79" y="111"/>
                    <a:pt x="95" y="95"/>
                    <a:pt x="95" y="95"/>
                  </a:cubicBezTo>
                  <a:lnTo>
                    <a:pt x="110" y="80"/>
                  </a:lnTo>
                  <a:lnTo>
                    <a:pt x="95" y="80"/>
                  </a:lnTo>
                  <a:cubicBezTo>
                    <a:pt x="79" y="80"/>
                    <a:pt x="64" y="64"/>
                    <a:pt x="64" y="32"/>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9" name="Google Shape;1909;p38"/>
            <p:cNvSpPr/>
            <p:nvPr/>
          </p:nvSpPr>
          <p:spPr>
            <a:xfrm>
              <a:off x="3205073" y="1785741"/>
              <a:ext cx="4039" cy="3021"/>
            </a:xfrm>
            <a:custGeom>
              <a:avLst/>
              <a:gdLst/>
              <a:ahLst/>
              <a:cxnLst/>
              <a:rect l="l" t="t" r="r" b="b"/>
              <a:pathLst>
                <a:path w="127" h="95" extrusionOk="0">
                  <a:moveTo>
                    <a:pt x="47" y="0"/>
                  </a:moveTo>
                  <a:lnTo>
                    <a:pt x="32" y="0"/>
                  </a:lnTo>
                  <a:cubicBezTo>
                    <a:pt x="32" y="17"/>
                    <a:pt x="16" y="17"/>
                    <a:pt x="16" y="17"/>
                  </a:cubicBezTo>
                  <a:cubicBezTo>
                    <a:pt x="1" y="32"/>
                    <a:pt x="1" y="63"/>
                    <a:pt x="16" y="63"/>
                  </a:cubicBezTo>
                  <a:lnTo>
                    <a:pt x="47" y="95"/>
                  </a:lnTo>
                  <a:lnTo>
                    <a:pt x="64" y="95"/>
                  </a:lnTo>
                  <a:cubicBezTo>
                    <a:pt x="64" y="80"/>
                    <a:pt x="79" y="80"/>
                    <a:pt x="79" y="80"/>
                  </a:cubicBezTo>
                  <a:lnTo>
                    <a:pt x="95" y="80"/>
                  </a:lnTo>
                  <a:lnTo>
                    <a:pt x="95" y="80"/>
                  </a:lnTo>
                  <a:cubicBezTo>
                    <a:pt x="110" y="80"/>
                    <a:pt x="110" y="80"/>
                    <a:pt x="110" y="95"/>
                  </a:cubicBezTo>
                  <a:cubicBezTo>
                    <a:pt x="127" y="80"/>
                    <a:pt x="110" y="63"/>
                    <a:pt x="110" y="48"/>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0" name="Google Shape;1910;p38"/>
            <p:cNvSpPr/>
            <p:nvPr/>
          </p:nvSpPr>
          <p:spPr>
            <a:xfrm>
              <a:off x="3408521" y="1763193"/>
              <a:ext cx="3021" cy="5534"/>
            </a:xfrm>
            <a:custGeom>
              <a:avLst/>
              <a:gdLst/>
              <a:ahLst/>
              <a:cxnLst/>
              <a:rect l="l" t="t" r="r" b="b"/>
              <a:pathLst>
                <a:path w="95" h="174" extrusionOk="0">
                  <a:moveTo>
                    <a:pt x="63" y="1"/>
                  </a:moveTo>
                  <a:lnTo>
                    <a:pt x="47" y="1"/>
                  </a:lnTo>
                  <a:cubicBezTo>
                    <a:pt x="32" y="1"/>
                    <a:pt x="16" y="16"/>
                    <a:pt x="16" y="32"/>
                  </a:cubicBezTo>
                  <a:lnTo>
                    <a:pt x="32" y="64"/>
                  </a:lnTo>
                  <a:lnTo>
                    <a:pt x="32" y="96"/>
                  </a:lnTo>
                  <a:cubicBezTo>
                    <a:pt x="16" y="96"/>
                    <a:pt x="16" y="96"/>
                    <a:pt x="16" y="111"/>
                  </a:cubicBezTo>
                  <a:cubicBezTo>
                    <a:pt x="0" y="127"/>
                    <a:pt x="0" y="142"/>
                    <a:pt x="16" y="159"/>
                  </a:cubicBezTo>
                  <a:cubicBezTo>
                    <a:pt x="16" y="159"/>
                    <a:pt x="32" y="174"/>
                    <a:pt x="47" y="174"/>
                  </a:cubicBezTo>
                  <a:lnTo>
                    <a:pt x="63" y="174"/>
                  </a:lnTo>
                  <a:lnTo>
                    <a:pt x="79" y="174"/>
                  </a:lnTo>
                  <a:cubicBezTo>
                    <a:pt x="95" y="159"/>
                    <a:pt x="95" y="159"/>
                    <a:pt x="95" y="142"/>
                  </a:cubicBezTo>
                  <a:lnTo>
                    <a:pt x="95" y="111"/>
                  </a:lnTo>
                  <a:lnTo>
                    <a:pt x="95" y="64"/>
                  </a:lnTo>
                  <a:lnTo>
                    <a:pt x="95" y="48"/>
                  </a:lnTo>
                  <a:lnTo>
                    <a:pt x="95" y="32"/>
                  </a:lnTo>
                  <a:cubicBezTo>
                    <a:pt x="95" y="16"/>
                    <a:pt x="79"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1" name="Google Shape;1911;p38"/>
            <p:cNvSpPr/>
            <p:nvPr/>
          </p:nvSpPr>
          <p:spPr>
            <a:xfrm>
              <a:off x="3188026" y="1788731"/>
              <a:ext cx="2544" cy="2035"/>
            </a:xfrm>
            <a:custGeom>
              <a:avLst/>
              <a:gdLst/>
              <a:ahLst/>
              <a:cxnLst/>
              <a:rect l="l" t="t" r="r" b="b"/>
              <a:pathLst>
                <a:path w="80" h="64" extrusionOk="0">
                  <a:moveTo>
                    <a:pt x="79" y="1"/>
                  </a:moveTo>
                  <a:lnTo>
                    <a:pt x="32" y="1"/>
                  </a:lnTo>
                  <a:cubicBezTo>
                    <a:pt x="16" y="1"/>
                    <a:pt x="1" y="17"/>
                    <a:pt x="1" y="32"/>
                  </a:cubicBezTo>
                  <a:cubicBezTo>
                    <a:pt x="1" y="49"/>
                    <a:pt x="16" y="64"/>
                    <a:pt x="32" y="64"/>
                  </a:cubicBezTo>
                  <a:lnTo>
                    <a:pt x="48" y="64"/>
                  </a:lnTo>
                  <a:lnTo>
                    <a:pt x="48" y="64"/>
                  </a:lnTo>
                  <a:lnTo>
                    <a:pt x="64" y="64"/>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2" name="Google Shape;1912;p38"/>
            <p:cNvSpPr/>
            <p:nvPr/>
          </p:nvSpPr>
          <p:spPr>
            <a:xfrm>
              <a:off x="3112365" y="1795283"/>
              <a:ext cx="2544" cy="4039"/>
            </a:xfrm>
            <a:custGeom>
              <a:avLst/>
              <a:gdLst/>
              <a:ahLst/>
              <a:cxnLst/>
              <a:rect l="l" t="t" r="r" b="b"/>
              <a:pathLst>
                <a:path w="80" h="127" extrusionOk="0">
                  <a:moveTo>
                    <a:pt x="48" y="0"/>
                  </a:moveTo>
                  <a:lnTo>
                    <a:pt x="48" y="0"/>
                  </a:lnTo>
                  <a:lnTo>
                    <a:pt x="48" y="0"/>
                  </a:lnTo>
                  <a:cubicBezTo>
                    <a:pt x="32" y="0"/>
                    <a:pt x="17" y="15"/>
                    <a:pt x="17" y="32"/>
                  </a:cubicBezTo>
                  <a:lnTo>
                    <a:pt x="17" y="47"/>
                  </a:lnTo>
                  <a:lnTo>
                    <a:pt x="0" y="78"/>
                  </a:lnTo>
                  <a:lnTo>
                    <a:pt x="0" y="78"/>
                  </a:lnTo>
                  <a:lnTo>
                    <a:pt x="0" y="78"/>
                  </a:lnTo>
                  <a:cubicBezTo>
                    <a:pt x="0" y="110"/>
                    <a:pt x="17" y="126"/>
                    <a:pt x="32" y="126"/>
                  </a:cubicBezTo>
                  <a:lnTo>
                    <a:pt x="32" y="126"/>
                  </a:lnTo>
                  <a:cubicBezTo>
                    <a:pt x="48" y="126"/>
                    <a:pt x="63" y="110"/>
                    <a:pt x="80" y="95"/>
                  </a:cubicBezTo>
                  <a:lnTo>
                    <a:pt x="80" y="32"/>
                  </a:lnTo>
                  <a:cubicBezTo>
                    <a:pt x="80" y="15"/>
                    <a:pt x="80"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3" name="Google Shape;1913;p38"/>
            <p:cNvSpPr/>
            <p:nvPr/>
          </p:nvSpPr>
          <p:spPr>
            <a:xfrm>
              <a:off x="3338839" y="1814810"/>
              <a:ext cx="6042" cy="6551"/>
            </a:xfrm>
            <a:custGeom>
              <a:avLst/>
              <a:gdLst/>
              <a:ahLst/>
              <a:cxnLst/>
              <a:rect l="l" t="t" r="r" b="b"/>
              <a:pathLst>
                <a:path w="190" h="206" extrusionOk="0">
                  <a:moveTo>
                    <a:pt x="64" y="0"/>
                  </a:moveTo>
                  <a:lnTo>
                    <a:pt x="64" y="0"/>
                  </a:lnTo>
                  <a:lnTo>
                    <a:pt x="49" y="0"/>
                  </a:lnTo>
                  <a:lnTo>
                    <a:pt x="32" y="17"/>
                  </a:lnTo>
                  <a:cubicBezTo>
                    <a:pt x="17" y="17"/>
                    <a:pt x="17" y="32"/>
                    <a:pt x="17" y="32"/>
                  </a:cubicBezTo>
                  <a:lnTo>
                    <a:pt x="17" y="32"/>
                  </a:lnTo>
                  <a:lnTo>
                    <a:pt x="17" y="63"/>
                  </a:lnTo>
                  <a:lnTo>
                    <a:pt x="1" y="111"/>
                  </a:lnTo>
                  <a:lnTo>
                    <a:pt x="1" y="126"/>
                  </a:lnTo>
                  <a:cubicBezTo>
                    <a:pt x="1" y="158"/>
                    <a:pt x="17" y="174"/>
                    <a:pt x="49" y="174"/>
                  </a:cubicBezTo>
                  <a:cubicBezTo>
                    <a:pt x="64" y="174"/>
                    <a:pt x="80" y="158"/>
                    <a:pt x="80" y="126"/>
                  </a:cubicBezTo>
                  <a:lnTo>
                    <a:pt x="80" y="111"/>
                  </a:lnTo>
                  <a:lnTo>
                    <a:pt x="80" y="126"/>
                  </a:lnTo>
                  <a:cubicBezTo>
                    <a:pt x="95" y="143"/>
                    <a:pt x="95" y="158"/>
                    <a:pt x="112" y="174"/>
                  </a:cubicBezTo>
                  <a:lnTo>
                    <a:pt x="112" y="174"/>
                  </a:lnTo>
                  <a:lnTo>
                    <a:pt x="127" y="189"/>
                  </a:lnTo>
                  <a:cubicBezTo>
                    <a:pt x="127" y="189"/>
                    <a:pt x="143" y="206"/>
                    <a:pt x="158" y="206"/>
                  </a:cubicBezTo>
                  <a:cubicBezTo>
                    <a:pt x="158" y="206"/>
                    <a:pt x="175" y="206"/>
                    <a:pt x="175" y="189"/>
                  </a:cubicBezTo>
                  <a:cubicBezTo>
                    <a:pt x="190" y="189"/>
                    <a:pt x="190" y="158"/>
                    <a:pt x="190" y="143"/>
                  </a:cubicBezTo>
                  <a:lnTo>
                    <a:pt x="175" y="143"/>
                  </a:lnTo>
                  <a:lnTo>
                    <a:pt x="175" y="126"/>
                  </a:lnTo>
                  <a:cubicBezTo>
                    <a:pt x="158" y="111"/>
                    <a:pt x="143" y="95"/>
                    <a:pt x="143" y="80"/>
                  </a:cubicBezTo>
                  <a:cubicBezTo>
                    <a:pt x="127" y="63"/>
                    <a:pt x="112" y="48"/>
                    <a:pt x="112" y="32"/>
                  </a:cubicBezTo>
                  <a:lnTo>
                    <a:pt x="95" y="17"/>
                  </a:lnTo>
                  <a:lnTo>
                    <a:pt x="95" y="17"/>
                  </a:lnTo>
                  <a:cubicBezTo>
                    <a:pt x="80" y="0"/>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4" name="Google Shape;1914;p38"/>
            <p:cNvSpPr/>
            <p:nvPr/>
          </p:nvSpPr>
          <p:spPr>
            <a:xfrm>
              <a:off x="3417012" y="1762684"/>
              <a:ext cx="5057" cy="3562"/>
            </a:xfrm>
            <a:custGeom>
              <a:avLst/>
              <a:gdLst/>
              <a:ahLst/>
              <a:cxnLst/>
              <a:rect l="l" t="t" r="r" b="b"/>
              <a:pathLst>
                <a:path w="159" h="112" extrusionOk="0">
                  <a:moveTo>
                    <a:pt x="127" y="1"/>
                  </a:moveTo>
                  <a:lnTo>
                    <a:pt x="127" y="1"/>
                  </a:lnTo>
                  <a:lnTo>
                    <a:pt x="112" y="1"/>
                  </a:lnTo>
                  <a:lnTo>
                    <a:pt x="112" y="1"/>
                  </a:lnTo>
                  <a:lnTo>
                    <a:pt x="64" y="32"/>
                  </a:lnTo>
                  <a:lnTo>
                    <a:pt x="32" y="48"/>
                  </a:lnTo>
                  <a:lnTo>
                    <a:pt x="32" y="48"/>
                  </a:lnTo>
                  <a:cubicBezTo>
                    <a:pt x="17" y="64"/>
                    <a:pt x="1" y="80"/>
                    <a:pt x="17" y="95"/>
                  </a:cubicBezTo>
                  <a:cubicBezTo>
                    <a:pt x="17" y="112"/>
                    <a:pt x="32" y="112"/>
                    <a:pt x="49" y="112"/>
                  </a:cubicBezTo>
                  <a:lnTo>
                    <a:pt x="64" y="112"/>
                  </a:lnTo>
                  <a:lnTo>
                    <a:pt x="80" y="95"/>
                  </a:lnTo>
                  <a:lnTo>
                    <a:pt x="80" y="95"/>
                  </a:lnTo>
                  <a:lnTo>
                    <a:pt x="143" y="64"/>
                  </a:lnTo>
                  <a:lnTo>
                    <a:pt x="143" y="64"/>
                  </a:lnTo>
                  <a:cubicBezTo>
                    <a:pt x="158" y="48"/>
                    <a:pt x="158" y="32"/>
                    <a:pt x="158" y="17"/>
                  </a:cubicBezTo>
                  <a:lnTo>
                    <a:pt x="143" y="17"/>
                  </a:ln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5" name="Google Shape;1915;p38"/>
            <p:cNvSpPr/>
            <p:nvPr/>
          </p:nvSpPr>
          <p:spPr>
            <a:xfrm>
              <a:off x="3167990" y="1825337"/>
              <a:ext cx="3530" cy="3053"/>
            </a:xfrm>
            <a:custGeom>
              <a:avLst/>
              <a:gdLst/>
              <a:ahLst/>
              <a:cxnLst/>
              <a:rect l="l" t="t" r="r" b="b"/>
              <a:pathLst>
                <a:path w="111" h="96" extrusionOk="0">
                  <a:moveTo>
                    <a:pt x="47" y="1"/>
                  </a:moveTo>
                  <a:lnTo>
                    <a:pt x="47" y="1"/>
                  </a:lnTo>
                  <a:lnTo>
                    <a:pt x="47" y="1"/>
                  </a:lnTo>
                  <a:cubicBezTo>
                    <a:pt x="32" y="1"/>
                    <a:pt x="32" y="16"/>
                    <a:pt x="16" y="16"/>
                  </a:cubicBezTo>
                  <a:lnTo>
                    <a:pt x="16" y="16"/>
                  </a:lnTo>
                  <a:lnTo>
                    <a:pt x="16" y="32"/>
                  </a:lnTo>
                  <a:cubicBezTo>
                    <a:pt x="1" y="32"/>
                    <a:pt x="1" y="47"/>
                    <a:pt x="1" y="47"/>
                  </a:cubicBezTo>
                  <a:cubicBezTo>
                    <a:pt x="1" y="64"/>
                    <a:pt x="16" y="64"/>
                    <a:pt x="16" y="79"/>
                  </a:cubicBezTo>
                  <a:lnTo>
                    <a:pt x="47" y="95"/>
                  </a:lnTo>
                  <a:lnTo>
                    <a:pt x="64" y="95"/>
                  </a:lnTo>
                  <a:cubicBezTo>
                    <a:pt x="79" y="95"/>
                    <a:pt x="79" y="95"/>
                    <a:pt x="95" y="79"/>
                  </a:cubicBezTo>
                  <a:lnTo>
                    <a:pt x="95" y="79"/>
                  </a:lnTo>
                  <a:lnTo>
                    <a:pt x="95" y="64"/>
                  </a:lnTo>
                  <a:cubicBezTo>
                    <a:pt x="110" y="64"/>
                    <a:pt x="110" y="47"/>
                    <a:pt x="110" y="47"/>
                  </a:cubicBez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6" name="Google Shape;1916;p38"/>
            <p:cNvSpPr/>
            <p:nvPr/>
          </p:nvSpPr>
          <p:spPr>
            <a:xfrm>
              <a:off x="3305286" y="1816337"/>
              <a:ext cx="6520" cy="3498"/>
            </a:xfrm>
            <a:custGeom>
              <a:avLst/>
              <a:gdLst/>
              <a:ahLst/>
              <a:cxnLst/>
              <a:rect l="l" t="t" r="r" b="b"/>
              <a:pathLst>
                <a:path w="205" h="110" extrusionOk="0">
                  <a:moveTo>
                    <a:pt x="158" y="0"/>
                  </a:moveTo>
                  <a:lnTo>
                    <a:pt x="158" y="15"/>
                  </a:lnTo>
                  <a:lnTo>
                    <a:pt x="110" y="47"/>
                  </a:lnTo>
                  <a:cubicBezTo>
                    <a:pt x="110" y="63"/>
                    <a:pt x="95" y="63"/>
                    <a:pt x="95" y="63"/>
                  </a:cubicBezTo>
                  <a:lnTo>
                    <a:pt x="79" y="63"/>
                  </a:lnTo>
                  <a:lnTo>
                    <a:pt x="32" y="47"/>
                  </a:lnTo>
                  <a:cubicBezTo>
                    <a:pt x="16" y="47"/>
                    <a:pt x="1" y="63"/>
                    <a:pt x="1" y="78"/>
                  </a:cubicBezTo>
                  <a:cubicBezTo>
                    <a:pt x="1" y="95"/>
                    <a:pt x="16" y="95"/>
                    <a:pt x="16" y="95"/>
                  </a:cubicBezTo>
                  <a:cubicBezTo>
                    <a:pt x="16" y="110"/>
                    <a:pt x="32" y="110"/>
                    <a:pt x="47" y="110"/>
                  </a:cubicBezTo>
                  <a:lnTo>
                    <a:pt x="47" y="110"/>
                  </a:lnTo>
                  <a:lnTo>
                    <a:pt x="47" y="110"/>
                  </a:lnTo>
                  <a:lnTo>
                    <a:pt x="64" y="110"/>
                  </a:lnTo>
                  <a:lnTo>
                    <a:pt x="79" y="110"/>
                  </a:lnTo>
                  <a:lnTo>
                    <a:pt x="79" y="110"/>
                  </a:lnTo>
                  <a:lnTo>
                    <a:pt x="95" y="110"/>
                  </a:lnTo>
                  <a:lnTo>
                    <a:pt x="127" y="110"/>
                  </a:lnTo>
                  <a:lnTo>
                    <a:pt x="127" y="110"/>
                  </a:lnTo>
                  <a:cubicBezTo>
                    <a:pt x="142" y="110"/>
                    <a:pt x="190" y="110"/>
                    <a:pt x="190" y="47"/>
                  </a:cubicBezTo>
                  <a:cubicBezTo>
                    <a:pt x="205" y="47"/>
                    <a:pt x="190" y="32"/>
                    <a:pt x="190" y="32"/>
                  </a:cubicBezTo>
                  <a:cubicBezTo>
                    <a:pt x="190" y="15"/>
                    <a:pt x="190" y="15"/>
                    <a:pt x="173" y="15"/>
                  </a:cubicBezTo>
                  <a:cubicBezTo>
                    <a:pt x="173" y="15"/>
                    <a:pt x="158"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7" name="Google Shape;1917;p38"/>
            <p:cNvSpPr/>
            <p:nvPr/>
          </p:nvSpPr>
          <p:spPr>
            <a:xfrm>
              <a:off x="3174477" y="1792738"/>
              <a:ext cx="11067" cy="4039"/>
            </a:xfrm>
            <a:custGeom>
              <a:avLst/>
              <a:gdLst/>
              <a:ahLst/>
              <a:cxnLst/>
              <a:rect l="l" t="t" r="r" b="b"/>
              <a:pathLst>
                <a:path w="348" h="127" extrusionOk="0">
                  <a:moveTo>
                    <a:pt x="316" y="1"/>
                  </a:moveTo>
                  <a:lnTo>
                    <a:pt x="316" y="1"/>
                  </a:lnTo>
                  <a:cubicBezTo>
                    <a:pt x="301" y="1"/>
                    <a:pt x="284" y="1"/>
                    <a:pt x="284" y="17"/>
                  </a:cubicBezTo>
                  <a:lnTo>
                    <a:pt x="284" y="32"/>
                  </a:lnTo>
                  <a:lnTo>
                    <a:pt x="284" y="32"/>
                  </a:lnTo>
                  <a:cubicBezTo>
                    <a:pt x="253" y="49"/>
                    <a:pt x="221" y="49"/>
                    <a:pt x="206" y="49"/>
                  </a:cubicBezTo>
                  <a:cubicBezTo>
                    <a:pt x="190" y="64"/>
                    <a:pt x="158" y="64"/>
                    <a:pt x="143" y="64"/>
                  </a:cubicBezTo>
                  <a:lnTo>
                    <a:pt x="95" y="64"/>
                  </a:lnTo>
                  <a:cubicBezTo>
                    <a:pt x="80" y="49"/>
                    <a:pt x="64" y="49"/>
                    <a:pt x="32" y="49"/>
                  </a:cubicBezTo>
                  <a:lnTo>
                    <a:pt x="32" y="49"/>
                  </a:lnTo>
                  <a:cubicBezTo>
                    <a:pt x="17" y="49"/>
                    <a:pt x="1" y="64"/>
                    <a:pt x="1" y="80"/>
                  </a:cubicBezTo>
                  <a:cubicBezTo>
                    <a:pt x="1" y="95"/>
                    <a:pt x="1" y="112"/>
                    <a:pt x="32" y="112"/>
                  </a:cubicBezTo>
                  <a:lnTo>
                    <a:pt x="32" y="112"/>
                  </a:lnTo>
                  <a:cubicBezTo>
                    <a:pt x="64" y="127"/>
                    <a:pt x="80" y="127"/>
                    <a:pt x="112" y="127"/>
                  </a:cubicBezTo>
                  <a:cubicBezTo>
                    <a:pt x="143" y="112"/>
                    <a:pt x="143" y="112"/>
                    <a:pt x="143" y="95"/>
                  </a:cubicBezTo>
                  <a:cubicBezTo>
                    <a:pt x="143" y="80"/>
                    <a:pt x="158" y="64"/>
                    <a:pt x="175" y="64"/>
                  </a:cubicBezTo>
                  <a:lnTo>
                    <a:pt x="175" y="64"/>
                  </a:lnTo>
                  <a:lnTo>
                    <a:pt x="175" y="64"/>
                  </a:lnTo>
                  <a:cubicBezTo>
                    <a:pt x="190" y="64"/>
                    <a:pt x="206" y="80"/>
                    <a:pt x="206" y="95"/>
                  </a:cubicBezTo>
                  <a:lnTo>
                    <a:pt x="206" y="127"/>
                  </a:lnTo>
                  <a:cubicBezTo>
                    <a:pt x="221" y="127"/>
                    <a:pt x="253" y="112"/>
                    <a:pt x="269" y="112"/>
                  </a:cubicBezTo>
                  <a:cubicBezTo>
                    <a:pt x="284" y="112"/>
                    <a:pt x="301" y="95"/>
                    <a:pt x="316" y="95"/>
                  </a:cubicBezTo>
                  <a:cubicBezTo>
                    <a:pt x="316" y="95"/>
                    <a:pt x="332" y="95"/>
                    <a:pt x="332" y="80"/>
                  </a:cubicBezTo>
                  <a:cubicBezTo>
                    <a:pt x="332" y="80"/>
                    <a:pt x="348" y="64"/>
                    <a:pt x="348" y="49"/>
                  </a:cubicBezTo>
                  <a:lnTo>
                    <a:pt x="348" y="49"/>
                  </a:lnTo>
                  <a:cubicBezTo>
                    <a:pt x="348" y="32"/>
                    <a:pt x="348" y="1"/>
                    <a:pt x="332" y="1"/>
                  </a:cubicBezTo>
                  <a:lnTo>
                    <a:pt x="3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8" name="Google Shape;1918;p38"/>
            <p:cNvSpPr/>
            <p:nvPr/>
          </p:nvSpPr>
          <p:spPr>
            <a:xfrm>
              <a:off x="3299752" y="1781257"/>
              <a:ext cx="4580" cy="3021"/>
            </a:xfrm>
            <a:custGeom>
              <a:avLst/>
              <a:gdLst/>
              <a:ahLst/>
              <a:cxnLst/>
              <a:rect l="l" t="t" r="r" b="b"/>
              <a:pathLst>
                <a:path w="144" h="95" extrusionOk="0">
                  <a:moveTo>
                    <a:pt x="112" y="0"/>
                  </a:moveTo>
                  <a:lnTo>
                    <a:pt x="112" y="0"/>
                  </a:lnTo>
                  <a:lnTo>
                    <a:pt x="95" y="0"/>
                  </a:lnTo>
                  <a:lnTo>
                    <a:pt x="49" y="15"/>
                  </a:lnTo>
                  <a:lnTo>
                    <a:pt x="32" y="32"/>
                  </a:lnTo>
                  <a:cubicBezTo>
                    <a:pt x="17" y="32"/>
                    <a:pt x="1" y="47"/>
                    <a:pt x="1" y="78"/>
                  </a:cubicBezTo>
                  <a:cubicBezTo>
                    <a:pt x="17" y="95"/>
                    <a:pt x="17" y="95"/>
                    <a:pt x="32" y="95"/>
                  </a:cubicBezTo>
                  <a:lnTo>
                    <a:pt x="32" y="95"/>
                  </a:lnTo>
                  <a:lnTo>
                    <a:pt x="49" y="95"/>
                  </a:lnTo>
                  <a:lnTo>
                    <a:pt x="127" y="78"/>
                  </a:lnTo>
                  <a:lnTo>
                    <a:pt x="127" y="63"/>
                  </a:lnTo>
                  <a:cubicBezTo>
                    <a:pt x="143" y="63"/>
                    <a:pt x="143" y="47"/>
                    <a:pt x="143" y="32"/>
                  </a:cubicBezTo>
                  <a:cubicBezTo>
                    <a:pt x="143" y="15"/>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9" name="Google Shape;1919;p38"/>
            <p:cNvSpPr/>
            <p:nvPr/>
          </p:nvSpPr>
          <p:spPr>
            <a:xfrm>
              <a:off x="3088290" y="1785741"/>
              <a:ext cx="3053" cy="3021"/>
            </a:xfrm>
            <a:custGeom>
              <a:avLst/>
              <a:gdLst/>
              <a:ahLst/>
              <a:cxnLst/>
              <a:rect l="l" t="t" r="r" b="b"/>
              <a:pathLst>
                <a:path w="96" h="95" extrusionOk="0">
                  <a:moveTo>
                    <a:pt x="49" y="0"/>
                  </a:moveTo>
                  <a:lnTo>
                    <a:pt x="32" y="0"/>
                  </a:lnTo>
                  <a:lnTo>
                    <a:pt x="32" y="0"/>
                  </a:lnTo>
                  <a:cubicBezTo>
                    <a:pt x="17" y="0"/>
                    <a:pt x="1" y="17"/>
                    <a:pt x="1" y="48"/>
                  </a:cubicBezTo>
                  <a:lnTo>
                    <a:pt x="17" y="95"/>
                  </a:lnTo>
                  <a:lnTo>
                    <a:pt x="80" y="95"/>
                  </a:lnTo>
                  <a:lnTo>
                    <a:pt x="95" y="95"/>
                  </a:lnTo>
                  <a:lnTo>
                    <a:pt x="80" y="32"/>
                  </a:lnTo>
                  <a:cubicBezTo>
                    <a:pt x="64" y="17"/>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0" name="Google Shape;1920;p38"/>
            <p:cNvSpPr/>
            <p:nvPr/>
          </p:nvSpPr>
          <p:spPr>
            <a:xfrm>
              <a:off x="3104350" y="1791752"/>
              <a:ext cx="4039" cy="3562"/>
            </a:xfrm>
            <a:custGeom>
              <a:avLst/>
              <a:gdLst/>
              <a:ahLst/>
              <a:cxnLst/>
              <a:rect l="l" t="t" r="r" b="b"/>
              <a:pathLst>
                <a:path w="127" h="112" extrusionOk="0">
                  <a:moveTo>
                    <a:pt x="48" y="0"/>
                  </a:moveTo>
                  <a:lnTo>
                    <a:pt x="48" y="0"/>
                  </a:lnTo>
                  <a:cubicBezTo>
                    <a:pt x="32" y="0"/>
                    <a:pt x="16" y="17"/>
                    <a:pt x="16" y="32"/>
                  </a:cubicBezTo>
                  <a:lnTo>
                    <a:pt x="16" y="32"/>
                  </a:lnTo>
                  <a:lnTo>
                    <a:pt x="16" y="32"/>
                  </a:lnTo>
                  <a:lnTo>
                    <a:pt x="0" y="80"/>
                  </a:lnTo>
                  <a:cubicBezTo>
                    <a:pt x="0" y="80"/>
                    <a:pt x="0" y="95"/>
                    <a:pt x="16" y="95"/>
                  </a:cubicBezTo>
                  <a:cubicBezTo>
                    <a:pt x="16" y="111"/>
                    <a:pt x="32" y="111"/>
                    <a:pt x="48" y="111"/>
                  </a:cubicBezTo>
                  <a:lnTo>
                    <a:pt x="48" y="111"/>
                  </a:lnTo>
                  <a:lnTo>
                    <a:pt x="63" y="111"/>
                  </a:lnTo>
                  <a:lnTo>
                    <a:pt x="95" y="111"/>
                  </a:lnTo>
                  <a:cubicBezTo>
                    <a:pt x="95" y="111"/>
                    <a:pt x="111" y="111"/>
                    <a:pt x="111" y="95"/>
                  </a:cubicBezTo>
                  <a:cubicBezTo>
                    <a:pt x="126" y="95"/>
                    <a:pt x="126" y="80"/>
                    <a:pt x="126" y="63"/>
                  </a:cubicBezTo>
                  <a:cubicBezTo>
                    <a:pt x="126" y="48"/>
                    <a:pt x="111" y="48"/>
                    <a:pt x="95" y="32"/>
                  </a:cubicBezTo>
                  <a:lnTo>
                    <a:pt x="95" y="32"/>
                  </a:lnTo>
                  <a:lnTo>
                    <a:pt x="95" y="32"/>
                  </a:lnTo>
                  <a:lnTo>
                    <a:pt x="79" y="32"/>
                  </a:lnTo>
                  <a:lnTo>
                    <a:pt x="79" y="32"/>
                  </a:lnTo>
                  <a:cubicBezTo>
                    <a:pt x="79" y="17"/>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1" name="Google Shape;1921;p38"/>
            <p:cNvSpPr/>
            <p:nvPr/>
          </p:nvSpPr>
          <p:spPr>
            <a:xfrm>
              <a:off x="3156445" y="1806796"/>
              <a:ext cx="2576" cy="2544"/>
            </a:xfrm>
            <a:custGeom>
              <a:avLst/>
              <a:gdLst/>
              <a:ahLst/>
              <a:cxnLst/>
              <a:rect l="l" t="t" r="r" b="b"/>
              <a:pathLst>
                <a:path w="81" h="80" extrusionOk="0">
                  <a:moveTo>
                    <a:pt x="80" y="0"/>
                  </a:moveTo>
                  <a:lnTo>
                    <a:pt x="80" y="0"/>
                  </a:lnTo>
                  <a:lnTo>
                    <a:pt x="80" y="0"/>
                  </a:lnTo>
                  <a:lnTo>
                    <a:pt x="64" y="0"/>
                  </a:lnTo>
                  <a:lnTo>
                    <a:pt x="32" y="16"/>
                  </a:lnTo>
                  <a:cubicBezTo>
                    <a:pt x="17" y="16"/>
                    <a:pt x="1" y="48"/>
                    <a:pt x="17" y="63"/>
                  </a:cubicBezTo>
                  <a:lnTo>
                    <a:pt x="32" y="79"/>
                  </a:lnTo>
                  <a:lnTo>
                    <a:pt x="49" y="79"/>
                  </a:lnTo>
                  <a:lnTo>
                    <a:pt x="64" y="79"/>
                  </a:lnTo>
                  <a:lnTo>
                    <a:pt x="64" y="79"/>
                  </a:lnTo>
                  <a:lnTo>
                    <a:pt x="64" y="63"/>
                  </a:lnTo>
                  <a:lnTo>
                    <a:pt x="64"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2" name="Google Shape;1922;p38"/>
            <p:cNvSpPr/>
            <p:nvPr/>
          </p:nvSpPr>
          <p:spPr>
            <a:xfrm>
              <a:off x="3414532" y="1779731"/>
              <a:ext cx="5534" cy="2544"/>
            </a:xfrm>
            <a:custGeom>
              <a:avLst/>
              <a:gdLst/>
              <a:ahLst/>
              <a:cxnLst/>
              <a:rect l="l" t="t" r="r" b="b"/>
              <a:pathLst>
                <a:path w="174" h="80" extrusionOk="0">
                  <a:moveTo>
                    <a:pt x="127" y="0"/>
                  </a:moveTo>
                  <a:lnTo>
                    <a:pt x="127" y="0"/>
                  </a:lnTo>
                  <a:lnTo>
                    <a:pt x="127" y="0"/>
                  </a:lnTo>
                  <a:lnTo>
                    <a:pt x="95" y="0"/>
                  </a:lnTo>
                  <a:lnTo>
                    <a:pt x="32" y="17"/>
                  </a:lnTo>
                  <a:lnTo>
                    <a:pt x="32" y="17"/>
                  </a:lnTo>
                  <a:lnTo>
                    <a:pt x="32" y="17"/>
                  </a:lnTo>
                  <a:lnTo>
                    <a:pt x="32" y="32"/>
                  </a:lnTo>
                  <a:cubicBezTo>
                    <a:pt x="32" y="48"/>
                    <a:pt x="16" y="48"/>
                    <a:pt x="0" y="63"/>
                  </a:cubicBezTo>
                  <a:lnTo>
                    <a:pt x="16" y="63"/>
                  </a:lnTo>
                  <a:cubicBezTo>
                    <a:pt x="16" y="80"/>
                    <a:pt x="32" y="80"/>
                    <a:pt x="32" y="80"/>
                  </a:cubicBezTo>
                  <a:lnTo>
                    <a:pt x="47" y="80"/>
                  </a:lnTo>
                  <a:lnTo>
                    <a:pt x="47" y="80"/>
                  </a:lnTo>
                  <a:lnTo>
                    <a:pt x="142" y="63"/>
                  </a:lnTo>
                  <a:lnTo>
                    <a:pt x="142" y="63"/>
                  </a:lnTo>
                  <a:cubicBezTo>
                    <a:pt x="158" y="48"/>
                    <a:pt x="173" y="32"/>
                    <a:pt x="158" y="17"/>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3" name="Google Shape;1923;p38"/>
            <p:cNvSpPr/>
            <p:nvPr/>
          </p:nvSpPr>
          <p:spPr>
            <a:xfrm>
              <a:off x="3437049" y="1767709"/>
              <a:ext cx="4039" cy="4039"/>
            </a:xfrm>
            <a:custGeom>
              <a:avLst/>
              <a:gdLst/>
              <a:ahLst/>
              <a:cxnLst/>
              <a:rect l="l" t="t" r="r" b="b"/>
              <a:pathLst>
                <a:path w="127" h="127" extrusionOk="0">
                  <a:moveTo>
                    <a:pt x="127" y="0"/>
                  </a:moveTo>
                  <a:lnTo>
                    <a:pt x="64" y="17"/>
                  </a:lnTo>
                  <a:lnTo>
                    <a:pt x="80" y="17"/>
                  </a:lnTo>
                  <a:cubicBezTo>
                    <a:pt x="80" y="32"/>
                    <a:pt x="80" y="63"/>
                    <a:pt x="49" y="63"/>
                  </a:cubicBezTo>
                  <a:lnTo>
                    <a:pt x="49" y="63"/>
                  </a:lnTo>
                  <a:cubicBezTo>
                    <a:pt x="32" y="63"/>
                    <a:pt x="17" y="63"/>
                    <a:pt x="17" y="48"/>
                  </a:cubicBezTo>
                  <a:lnTo>
                    <a:pt x="1" y="48"/>
                  </a:lnTo>
                  <a:lnTo>
                    <a:pt x="1" y="95"/>
                  </a:lnTo>
                  <a:cubicBezTo>
                    <a:pt x="17" y="111"/>
                    <a:pt x="32" y="126"/>
                    <a:pt x="49" y="126"/>
                  </a:cubicBezTo>
                  <a:lnTo>
                    <a:pt x="80" y="126"/>
                  </a:lnTo>
                  <a:cubicBezTo>
                    <a:pt x="95" y="111"/>
                    <a:pt x="112" y="95"/>
                    <a:pt x="112" y="80"/>
                  </a:cubicBezTo>
                  <a:cubicBezTo>
                    <a:pt x="95" y="63"/>
                    <a:pt x="95" y="63"/>
                    <a:pt x="80" y="63"/>
                  </a:cubicBezTo>
                  <a:lnTo>
                    <a:pt x="95" y="48"/>
                  </a:lnTo>
                  <a:cubicBezTo>
                    <a:pt x="95" y="48"/>
                    <a:pt x="112" y="48"/>
                    <a:pt x="112" y="32"/>
                  </a:cubicBezTo>
                  <a:cubicBezTo>
                    <a:pt x="127" y="32"/>
                    <a:pt x="127"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4" name="Google Shape;1924;p38"/>
            <p:cNvSpPr/>
            <p:nvPr/>
          </p:nvSpPr>
          <p:spPr>
            <a:xfrm>
              <a:off x="3190538" y="1786727"/>
              <a:ext cx="4039" cy="2576"/>
            </a:xfrm>
            <a:custGeom>
              <a:avLst/>
              <a:gdLst/>
              <a:ahLst/>
              <a:cxnLst/>
              <a:rect l="l" t="t" r="r" b="b"/>
              <a:pathLst>
                <a:path w="127" h="81" extrusionOk="0">
                  <a:moveTo>
                    <a:pt x="95" y="1"/>
                  </a:moveTo>
                  <a:lnTo>
                    <a:pt x="79" y="1"/>
                  </a:lnTo>
                  <a:lnTo>
                    <a:pt x="79" y="1"/>
                  </a:lnTo>
                  <a:lnTo>
                    <a:pt x="32" y="17"/>
                  </a:lnTo>
                  <a:lnTo>
                    <a:pt x="32" y="17"/>
                  </a:lnTo>
                  <a:cubicBezTo>
                    <a:pt x="16" y="17"/>
                    <a:pt x="0" y="32"/>
                    <a:pt x="0" y="49"/>
                  </a:cubicBezTo>
                  <a:lnTo>
                    <a:pt x="0" y="49"/>
                  </a:lnTo>
                  <a:lnTo>
                    <a:pt x="32" y="49"/>
                  </a:lnTo>
                  <a:lnTo>
                    <a:pt x="32" y="49"/>
                  </a:lnTo>
                  <a:lnTo>
                    <a:pt x="48" y="49"/>
                  </a:lnTo>
                  <a:cubicBezTo>
                    <a:pt x="48" y="49"/>
                    <a:pt x="63" y="64"/>
                    <a:pt x="63" y="80"/>
                  </a:cubicBezTo>
                  <a:lnTo>
                    <a:pt x="95" y="64"/>
                  </a:lnTo>
                  <a:cubicBezTo>
                    <a:pt x="111" y="64"/>
                    <a:pt x="126" y="49"/>
                    <a:pt x="126"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5" name="Google Shape;1925;p38"/>
            <p:cNvSpPr/>
            <p:nvPr/>
          </p:nvSpPr>
          <p:spPr>
            <a:xfrm>
              <a:off x="3431038" y="1768218"/>
              <a:ext cx="4039" cy="6042"/>
            </a:xfrm>
            <a:custGeom>
              <a:avLst/>
              <a:gdLst/>
              <a:ahLst/>
              <a:cxnLst/>
              <a:rect l="l" t="t" r="r" b="b"/>
              <a:pathLst>
                <a:path w="127" h="190" extrusionOk="0">
                  <a:moveTo>
                    <a:pt x="49" y="1"/>
                  </a:moveTo>
                  <a:cubicBezTo>
                    <a:pt x="32" y="1"/>
                    <a:pt x="17" y="16"/>
                    <a:pt x="17" y="16"/>
                  </a:cubicBezTo>
                  <a:lnTo>
                    <a:pt x="17" y="32"/>
                  </a:lnTo>
                  <a:cubicBezTo>
                    <a:pt x="17" y="47"/>
                    <a:pt x="1" y="64"/>
                    <a:pt x="17" y="95"/>
                  </a:cubicBezTo>
                  <a:lnTo>
                    <a:pt x="17" y="95"/>
                  </a:lnTo>
                  <a:cubicBezTo>
                    <a:pt x="17" y="110"/>
                    <a:pt x="17" y="110"/>
                    <a:pt x="32" y="127"/>
                  </a:cubicBezTo>
                  <a:lnTo>
                    <a:pt x="32" y="158"/>
                  </a:lnTo>
                  <a:cubicBezTo>
                    <a:pt x="49" y="158"/>
                    <a:pt x="49" y="173"/>
                    <a:pt x="49" y="173"/>
                  </a:cubicBezTo>
                  <a:cubicBezTo>
                    <a:pt x="49" y="190"/>
                    <a:pt x="64" y="190"/>
                    <a:pt x="80" y="190"/>
                  </a:cubicBezTo>
                  <a:lnTo>
                    <a:pt x="95" y="190"/>
                  </a:lnTo>
                  <a:cubicBezTo>
                    <a:pt x="112" y="173"/>
                    <a:pt x="127" y="158"/>
                    <a:pt x="112" y="142"/>
                  </a:cubicBezTo>
                  <a:lnTo>
                    <a:pt x="112" y="142"/>
                  </a:lnTo>
                  <a:cubicBezTo>
                    <a:pt x="112" y="127"/>
                    <a:pt x="95" y="127"/>
                    <a:pt x="95" y="127"/>
                  </a:cubicBezTo>
                  <a:cubicBezTo>
                    <a:pt x="95" y="95"/>
                    <a:pt x="80" y="79"/>
                    <a:pt x="80" y="64"/>
                  </a:cubicBezTo>
                  <a:lnTo>
                    <a:pt x="80" y="64"/>
                  </a:lnTo>
                  <a:lnTo>
                    <a:pt x="80" y="32"/>
                  </a:lnTo>
                  <a:lnTo>
                    <a:pt x="80" y="32"/>
                  </a:lnTo>
                  <a:lnTo>
                    <a:pt x="80" y="32"/>
                  </a:lnTo>
                  <a:cubicBezTo>
                    <a:pt x="80" y="32"/>
                    <a:pt x="64" y="32"/>
                    <a:pt x="64" y="16"/>
                  </a:cubicBezTo>
                  <a:cubicBezTo>
                    <a:pt x="49" y="16"/>
                    <a:pt x="49" y="1"/>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6" name="Google Shape;1926;p38"/>
            <p:cNvSpPr/>
            <p:nvPr/>
          </p:nvSpPr>
          <p:spPr>
            <a:xfrm>
              <a:off x="3308784" y="1780239"/>
              <a:ext cx="5565" cy="4516"/>
            </a:xfrm>
            <a:custGeom>
              <a:avLst/>
              <a:gdLst/>
              <a:ahLst/>
              <a:cxnLst/>
              <a:rect l="l" t="t" r="r" b="b"/>
              <a:pathLst>
                <a:path w="175" h="142" extrusionOk="0">
                  <a:moveTo>
                    <a:pt x="48" y="1"/>
                  </a:moveTo>
                  <a:lnTo>
                    <a:pt x="48" y="1"/>
                  </a:lnTo>
                  <a:cubicBezTo>
                    <a:pt x="32" y="1"/>
                    <a:pt x="17" y="1"/>
                    <a:pt x="17" y="16"/>
                  </a:cubicBezTo>
                  <a:cubicBezTo>
                    <a:pt x="0" y="32"/>
                    <a:pt x="17" y="47"/>
                    <a:pt x="32" y="64"/>
                  </a:cubicBezTo>
                  <a:lnTo>
                    <a:pt x="63" y="79"/>
                  </a:lnTo>
                  <a:lnTo>
                    <a:pt x="63" y="110"/>
                  </a:lnTo>
                  <a:lnTo>
                    <a:pt x="95" y="142"/>
                  </a:lnTo>
                  <a:lnTo>
                    <a:pt x="111" y="142"/>
                  </a:lnTo>
                  <a:lnTo>
                    <a:pt x="126" y="127"/>
                  </a:lnTo>
                  <a:lnTo>
                    <a:pt x="158" y="110"/>
                  </a:lnTo>
                  <a:cubicBezTo>
                    <a:pt x="174" y="110"/>
                    <a:pt x="174" y="95"/>
                    <a:pt x="174" y="79"/>
                  </a:cubicBezTo>
                  <a:lnTo>
                    <a:pt x="174" y="64"/>
                  </a:lnTo>
                  <a:cubicBezTo>
                    <a:pt x="174" y="64"/>
                    <a:pt x="174" y="47"/>
                    <a:pt x="158" y="47"/>
                  </a:cubicBezTo>
                  <a:lnTo>
                    <a:pt x="126"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7" name="Google Shape;1927;p38"/>
            <p:cNvSpPr/>
            <p:nvPr/>
          </p:nvSpPr>
          <p:spPr>
            <a:xfrm>
              <a:off x="3416026" y="1769235"/>
              <a:ext cx="4039" cy="4039"/>
            </a:xfrm>
            <a:custGeom>
              <a:avLst/>
              <a:gdLst/>
              <a:ahLst/>
              <a:cxnLst/>
              <a:rect l="l" t="t" r="r" b="b"/>
              <a:pathLst>
                <a:path w="127" h="127" extrusionOk="0">
                  <a:moveTo>
                    <a:pt x="48" y="0"/>
                  </a:moveTo>
                  <a:lnTo>
                    <a:pt x="48" y="0"/>
                  </a:lnTo>
                  <a:cubicBezTo>
                    <a:pt x="32" y="0"/>
                    <a:pt x="16" y="15"/>
                    <a:pt x="16" y="32"/>
                  </a:cubicBezTo>
                  <a:lnTo>
                    <a:pt x="0" y="78"/>
                  </a:lnTo>
                  <a:cubicBezTo>
                    <a:pt x="0" y="78"/>
                    <a:pt x="0" y="95"/>
                    <a:pt x="16" y="110"/>
                  </a:cubicBezTo>
                  <a:lnTo>
                    <a:pt x="32" y="126"/>
                  </a:lnTo>
                  <a:lnTo>
                    <a:pt x="80" y="126"/>
                  </a:lnTo>
                  <a:lnTo>
                    <a:pt x="80" y="126"/>
                  </a:lnTo>
                  <a:lnTo>
                    <a:pt x="95" y="126"/>
                  </a:lnTo>
                  <a:cubicBezTo>
                    <a:pt x="111" y="126"/>
                    <a:pt x="126" y="126"/>
                    <a:pt x="126" y="110"/>
                  </a:cubicBezTo>
                  <a:cubicBezTo>
                    <a:pt x="126" y="78"/>
                    <a:pt x="111" y="63"/>
                    <a:pt x="95" y="63"/>
                  </a:cubicBezTo>
                  <a:lnTo>
                    <a:pt x="80" y="63"/>
                  </a:lnTo>
                  <a:lnTo>
                    <a:pt x="80" y="63"/>
                  </a:lnTo>
                  <a:lnTo>
                    <a:pt x="80" y="47"/>
                  </a:lnTo>
                  <a:lnTo>
                    <a:pt x="80" y="32"/>
                  </a:lnTo>
                  <a:cubicBezTo>
                    <a:pt x="80" y="15"/>
                    <a:pt x="80" y="15"/>
                    <a:pt x="63"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8" name="Google Shape;1928;p38"/>
            <p:cNvSpPr/>
            <p:nvPr/>
          </p:nvSpPr>
          <p:spPr>
            <a:xfrm>
              <a:off x="3388961" y="1771716"/>
              <a:ext cx="5565" cy="5025"/>
            </a:xfrm>
            <a:custGeom>
              <a:avLst/>
              <a:gdLst/>
              <a:ahLst/>
              <a:cxnLst/>
              <a:rect l="l" t="t" r="r" b="b"/>
              <a:pathLst>
                <a:path w="175" h="158" extrusionOk="0">
                  <a:moveTo>
                    <a:pt x="143" y="0"/>
                  </a:moveTo>
                  <a:lnTo>
                    <a:pt x="126" y="0"/>
                  </a:lnTo>
                  <a:lnTo>
                    <a:pt x="111" y="17"/>
                  </a:lnTo>
                  <a:lnTo>
                    <a:pt x="80" y="80"/>
                  </a:lnTo>
                  <a:lnTo>
                    <a:pt x="80" y="80"/>
                  </a:lnTo>
                  <a:lnTo>
                    <a:pt x="48" y="80"/>
                  </a:lnTo>
                  <a:lnTo>
                    <a:pt x="32" y="80"/>
                  </a:lnTo>
                  <a:cubicBezTo>
                    <a:pt x="17" y="80"/>
                    <a:pt x="0" y="95"/>
                    <a:pt x="0" y="111"/>
                  </a:cubicBezTo>
                  <a:cubicBezTo>
                    <a:pt x="0" y="126"/>
                    <a:pt x="17" y="143"/>
                    <a:pt x="32" y="143"/>
                  </a:cubicBezTo>
                  <a:lnTo>
                    <a:pt x="48" y="143"/>
                  </a:lnTo>
                  <a:lnTo>
                    <a:pt x="63" y="143"/>
                  </a:lnTo>
                  <a:lnTo>
                    <a:pt x="80" y="143"/>
                  </a:lnTo>
                  <a:cubicBezTo>
                    <a:pt x="80" y="143"/>
                    <a:pt x="95" y="143"/>
                    <a:pt x="111" y="158"/>
                  </a:cubicBezTo>
                  <a:lnTo>
                    <a:pt x="126" y="143"/>
                  </a:lnTo>
                  <a:lnTo>
                    <a:pt x="143" y="95"/>
                  </a:lnTo>
                  <a:lnTo>
                    <a:pt x="174" y="48"/>
                  </a:lnTo>
                  <a:cubicBezTo>
                    <a:pt x="174" y="32"/>
                    <a:pt x="174" y="17"/>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9" name="Google Shape;1929;p38"/>
            <p:cNvSpPr/>
            <p:nvPr/>
          </p:nvSpPr>
          <p:spPr>
            <a:xfrm>
              <a:off x="3421020" y="1774229"/>
              <a:ext cx="3562" cy="3530"/>
            </a:xfrm>
            <a:custGeom>
              <a:avLst/>
              <a:gdLst/>
              <a:ahLst/>
              <a:cxnLst/>
              <a:rect l="l" t="t" r="r" b="b"/>
              <a:pathLst>
                <a:path w="112" h="111" extrusionOk="0">
                  <a:moveTo>
                    <a:pt x="80" y="1"/>
                  </a:moveTo>
                  <a:lnTo>
                    <a:pt x="64" y="1"/>
                  </a:lnTo>
                  <a:cubicBezTo>
                    <a:pt x="64" y="1"/>
                    <a:pt x="64" y="16"/>
                    <a:pt x="49" y="16"/>
                  </a:cubicBezTo>
                  <a:lnTo>
                    <a:pt x="49" y="16"/>
                  </a:lnTo>
                  <a:lnTo>
                    <a:pt x="17" y="47"/>
                  </a:lnTo>
                  <a:cubicBezTo>
                    <a:pt x="1" y="47"/>
                    <a:pt x="1" y="64"/>
                    <a:pt x="1" y="64"/>
                  </a:cubicBezTo>
                  <a:lnTo>
                    <a:pt x="1" y="95"/>
                  </a:lnTo>
                  <a:cubicBezTo>
                    <a:pt x="17" y="110"/>
                    <a:pt x="17" y="110"/>
                    <a:pt x="32" y="110"/>
                  </a:cubicBezTo>
                  <a:cubicBezTo>
                    <a:pt x="32" y="110"/>
                    <a:pt x="49" y="110"/>
                    <a:pt x="49" y="95"/>
                  </a:cubicBezTo>
                  <a:lnTo>
                    <a:pt x="95" y="64"/>
                  </a:lnTo>
                  <a:cubicBezTo>
                    <a:pt x="112" y="47"/>
                    <a:pt x="112"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0" name="Google Shape;1930;p38"/>
            <p:cNvSpPr/>
            <p:nvPr/>
          </p:nvSpPr>
          <p:spPr>
            <a:xfrm>
              <a:off x="3406994" y="1777727"/>
              <a:ext cx="3562" cy="2544"/>
            </a:xfrm>
            <a:custGeom>
              <a:avLst/>
              <a:gdLst/>
              <a:ahLst/>
              <a:cxnLst/>
              <a:rect l="l" t="t" r="r" b="b"/>
              <a:pathLst>
                <a:path w="112" h="80" extrusionOk="0">
                  <a:moveTo>
                    <a:pt x="32" y="0"/>
                  </a:moveTo>
                  <a:lnTo>
                    <a:pt x="32" y="0"/>
                  </a:lnTo>
                  <a:lnTo>
                    <a:pt x="32" y="0"/>
                  </a:lnTo>
                  <a:cubicBezTo>
                    <a:pt x="17" y="0"/>
                    <a:pt x="0" y="17"/>
                    <a:pt x="0" y="32"/>
                  </a:cubicBezTo>
                  <a:lnTo>
                    <a:pt x="0" y="32"/>
                  </a:lnTo>
                  <a:lnTo>
                    <a:pt x="0" y="48"/>
                  </a:lnTo>
                  <a:cubicBezTo>
                    <a:pt x="17" y="63"/>
                    <a:pt x="17" y="63"/>
                    <a:pt x="32" y="63"/>
                  </a:cubicBezTo>
                  <a:lnTo>
                    <a:pt x="48" y="63"/>
                  </a:lnTo>
                  <a:lnTo>
                    <a:pt x="80" y="80"/>
                  </a:lnTo>
                  <a:lnTo>
                    <a:pt x="80" y="80"/>
                  </a:lnTo>
                  <a:cubicBezTo>
                    <a:pt x="95" y="80"/>
                    <a:pt x="111" y="63"/>
                    <a:pt x="111" y="32"/>
                  </a:cubicBezTo>
                  <a:lnTo>
                    <a:pt x="111" y="32"/>
                  </a:lnTo>
                  <a:cubicBezTo>
                    <a:pt x="111" y="17"/>
                    <a:pt x="95" y="0"/>
                    <a:pt x="80" y="0"/>
                  </a:cubicBezTo>
                  <a:lnTo>
                    <a:pt x="80"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1" name="Google Shape;1931;p38"/>
            <p:cNvSpPr/>
            <p:nvPr/>
          </p:nvSpPr>
          <p:spPr>
            <a:xfrm>
              <a:off x="3369434" y="1756196"/>
              <a:ext cx="3021" cy="3021"/>
            </a:xfrm>
            <a:custGeom>
              <a:avLst/>
              <a:gdLst/>
              <a:ahLst/>
              <a:cxnLst/>
              <a:rect l="l" t="t" r="r" b="b"/>
              <a:pathLst>
                <a:path w="95" h="95" extrusionOk="0">
                  <a:moveTo>
                    <a:pt x="63" y="0"/>
                  </a:moveTo>
                  <a:lnTo>
                    <a:pt x="63" y="0"/>
                  </a:lnTo>
                  <a:cubicBezTo>
                    <a:pt x="47" y="0"/>
                    <a:pt x="32" y="0"/>
                    <a:pt x="32" y="16"/>
                  </a:cubicBezTo>
                  <a:lnTo>
                    <a:pt x="0" y="47"/>
                  </a:lnTo>
                  <a:cubicBezTo>
                    <a:pt x="0" y="63"/>
                    <a:pt x="0" y="79"/>
                    <a:pt x="16" y="95"/>
                  </a:cubicBezTo>
                  <a:lnTo>
                    <a:pt x="32" y="95"/>
                  </a:lnTo>
                  <a:lnTo>
                    <a:pt x="63" y="95"/>
                  </a:lnTo>
                  <a:lnTo>
                    <a:pt x="79" y="63"/>
                  </a:lnTo>
                  <a:cubicBezTo>
                    <a:pt x="95" y="47"/>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2" name="Google Shape;1932;p38"/>
            <p:cNvSpPr/>
            <p:nvPr/>
          </p:nvSpPr>
          <p:spPr>
            <a:xfrm>
              <a:off x="3092837" y="1793279"/>
              <a:ext cx="3498" cy="5502"/>
            </a:xfrm>
            <a:custGeom>
              <a:avLst/>
              <a:gdLst/>
              <a:ahLst/>
              <a:cxnLst/>
              <a:rect l="l" t="t" r="r" b="b"/>
              <a:pathLst>
                <a:path w="110" h="173" extrusionOk="0">
                  <a:moveTo>
                    <a:pt x="32" y="0"/>
                  </a:moveTo>
                  <a:lnTo>
                    <a:pt x="32" y="0"/>
                  </a:lnTo>
                  <a:lnTo>
                    <a:pt x="15" y="0"/>
                  </a:lnTo>
                  <a:cubicBezTo>
                    <a:pt x="0" y="15"/>
                    <a:pt x="0" y="32"/>
                    <a:pt x="0" y="47"/>
                  </a:cubicBezTo>
                  <a:lnTo>
                    <a:pt x="32" y="110"/>
                  </a:lnTo>
                  <a:lnTo>
                    <a:pt x="47" y="141"/>
                  </a:lnTo>
                  <a:cubicBezTo>
                    <a:pt x="47" y="158"/>
                    <a:pt x="63" y="173"/>
                    <a:pt x="78" y="173"/>
                  </a:cubicBezTo>
                  <a:lnTo>
                    <a:pt x="78" y="158"/>
                  </a:lnTo>
                  <a:cubicBezTo>
                    <a:pt x="110" y="158"/>
                    <a:pt x="110" y="141"/>
                    <a:pt x="110" y="126"/>
                  </a:cubicBezTo>
                  <a:lnTo>
                    <a:pt x="95" y="110"/>
                  </a:lnTo>
                  <a:lnTo>
                    <a:pt x="78" y="126"/>
                  </a:lnTo>
                  <a:lnTo>
                    <a:pt x="78" y="126"/>
                  </a:lnTo>
                  <a:cubicBezTo>
                    <a:pt x="47" y="126"/>
                    <a:pt x="32" y="95"/>
                    <a:pt x="47" y="78"/>
                  </a:cubicBezTo>
                  <a:lnTo>
                    <a:pt x="47" y="15"/>
                  </a:lnTo>
                  <a:lnTo>
                    <a:pt x="47"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3" name="Google Shape;1933;p38"/>
            <p:cNvSpPr/>
            <p:nvPr/>
          </p:nvSpPr>
          <p:spPr>
            <a:xfrm>
              <a:off x="3392969" y="1801294"/>
              <a:ext cx="3021" cy="5025"/>
            </a:xfrm>
            <a:custGeom>
              <a:avLst/>
              <a:gdLst/>
              <a:ahLst/>
              <a:cxnLst/>
              <a:rect l="l" t="t" r="r" b="b"/>
              <a:pathLst>
                <a:path w="95" h="158" extrusionOk="0">
                  <a:moveTo>
                    <a:pt x="48" y="0"/>
                  </a:moveTo>
                  <a:lnTo>
                    <a:pt x="32" y="0"/>
                  </a:lnTo>
                  <a:cubicBezTo>
                    <a:pt x="32" y="0"/>
                    <a:pt x="17" y="0"/>
                    <a:pt x="17" y="16"/>
                  </a:cubicBezTo>
                  <a:cubicBezTo>
                    <a:pt x="17" y="16"/>
                    <a:pt x="0" y="16"/>
                    <a:pt x="17" y="32"/>
                  </a:cubicBezTo>
                  <a:lnTo>
                    <a:pt x="17" y="79"/>
                  </a:lnTo>
                  <a:lnTo>
                    <a:pt x="17" y="95"/>
                  </a:lnTo>
                  <a:cubicBezTo>
                    <a:pt x="32" y="95"/>
                    <a:pt x="32" y="110"/>
                    <a:pt x="17" y="126"/>
                  </a:cubicBezTo>
                  <a:lnTo>
                    <a:pt x="17" y="126"/>
                  </a:lnTo>
                  <a:cubicBezTo>
                    <a:pt x="17" y="142"/>
                    <a:pt x="32" y="158"/>
                    <a:pt x="48" y="158"/>
                  </a:cubicBezTo>
                  <a:lnTo>
                    <a:pt x="48" y="158"/>
                  </a:lnTo>
                  <a:lnTo>
                    <a:pt x="63" y="158"/>
                  </a:lnTo>
                  <a:cubicBezTo>
                    <a:pt x="80" y="158"/>
                    <a:pt x="95" y="142"/>
                    <a:pt x="95" y="126"/>
                  </a:cubicBezTo>
                  <a:lnTo>
                    <a:pt x="95" y="126"/>
                  </a:lnTo>
                  <a:lnTo>
                    <a:pt x="80" y="110"/>
                  </a:lnTo>
                  <a:lnTo>
                    <a:pt x="80" y="32"/>
                  </a:lnTo>
                  <a:lnTo>
                    <a:pt x="80" y="16"/>
                  </a:lnTo>
                  <a:lnTo>
                    <a:pt x="80" y="16"/>
                  </a:ln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4" name="Google Shape;1934;p38"/>
            <p:cNvSpPr/>
            <p:nvPr/>
          </p:nvSpPr>
          <p:spPr>
            <a:xfrm>
              <a:off x="3332828" y="1807781"/>
              <a:ext cx="3053" cy="5057"/>
            </a:xfrm>
            <a:custGeom>
              <a:avLst/>
              <a:gdLst/>
              <a:ahLst/>
              <a:cxnLst/>
              <a:rect l="l" t="t" r="r" b="b"/>
              <a:pathLst>
                <a:path w="96" h="159" extrusionOk="0">
                  <a:moveTo>
                    <a:pt x="32" y="1"/>
                  </a:moveTo>
                  <a:lnTo>
                    <a:pt x="32" y="1"/>
                  </a:lnTo>
                  <a:lnTo>
                    <a:pt x="17" y="1"/>
                  </a:lnTo>
                  <a:cubicBezTo>
                    <a:pt x="1" y="1"/>
                    <a:pt x="1" y="32"/>
                    <a:pt x="1" y="48"/>
                  </a:cubicBezTo>
                  <a:lnTo>
                    <a:pt x="17" y="112"/>
                  </a:lnTo>
                  <a:lnTo>
                    <a:pt x="32" y="127"/>
                  </a:lnTo>
                  <a:cubicBezTo>
                    <a:pt x="32" y="143"/>
                    <a:pt x="49" y="158"/>
                    <a:pt x="64" y="158"/>
                  </a:cubicBezTo>
                  <a:lnTo>
                    <a:pt x="64" y="158"/>
                  </a:lnTo>
                  <a:lnTo>
                    <a:pt x="64" y="158"/>
                  </a:lnTo>
                  <a:cubicBezTo>
                    <a:pt x="80" y="143"/>
                    <a:pt x="95" y="127"/>
                    <a:pt x="95" y="112"/>
                  </a:cubicBezTo>
                  <a:lnTo>
                    <a:pt x="80" y="95"/>
                  </a:lnTo>
                  <a:lnTo>
                    <a:pt x="64" y="32"/>
                  </a:lnTo>
                  <a:cubicBezTo>
                    <a:pt x="64" y="17"/>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5" name="Google Shape;1935;p38"/>
            <p:cNvSpPr/>
            <p:nvPr/>
          </p:nvSpPr>
          <p:spPr>
            <a:xfrm>
              <a:off x="3030184" y="1797286"/>
              <a:ext cx="3562" cy="2035"/>
            </a:xfrm>
            <a:custGeom>
              <a:avLst/>
              <a:gdLst/>
              <a:ahLst/>
              <a:cxnLst/>
              <a:rect l="l" t="t" r="r" b="b"/>
              <a:pathLst>
                <a:path w="112" h="64" extrusionOk="0">
                  <a:moveTo>
                    <a:pt x="17" y="0"/>
                  </a:moveTo>
                  <a:lnTo>
                    <a:pt x="17" y="0"/>
                  </a:lnTo>
                  <a:cubicBezTo>
                    <a:pt x="32" y="15"/>
                    <a:pt x="32" y="15"/>
                    <a:pt x="32" y="32"/>
                  </a:cubicBezTo>
                  <a:cubicBezTo>
                    <a:pt x="32" y="47"/>
                    <a:pt x="17" y="47"/>
                    <a:pt x="17" y="63"/>
                  </a:cubicBezTo>
                  <a:lnTo>
                    <a:pt x="0" y="63"/>
                  </a:lnTo>
                  <a:lnTo>
                    <a:pt x="17" y="63"/>
                  </a:lnTo>
                  <a:lnTo>
                    <a:pt x="80" y="63"/>
                  </a:lnTo>
                  <a:lnTo>
                    <a:pt x="80" y="63"/>
                  </a:lnTo>
                  <a:cubicBezTo>
                    <a:pt x="95" y="63"/>
                    <a:pt x="111" y="47"/>
                    <a:pt x="111" y="32"/>
                  </a:cubicBezTo>
                  <a:cubicBezTo>
                    <a:pt x="111" y="15"/>
                    <a:pt x="95" y="0"/>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6" name="Google Shape;1936;p38"/>
            <p:cNvSpPr/>
            <p:nvPr/>
          </p:nvSpPr>
          <p:spPr>
            <a:xfrm>
              <a:off x="3178008" y="1780239"/>
              <a:ext cx="6042" cy="3530"/>
            </a:xfrm>
            <a:custGeom>
              <a:avLst/>
              <a:gdLst/>
              <a:ahLst/>
              <a:cxnLst/>
              <a:rect l="l" t="t" r="r" b="b"/>
              <a:pathLst>
                <a:path w="190" h="111" extrusionOk="0">
                  <a:moveTo>
                    <a:pt x="158" y="1"/>
                  </a:moveTo>
                  <a:lnTo>
                    <a:pt x="158" y="1"/>
                  </a:lnTo>
                  <a:lnTo>
                    <a:pt x="142" y="1"/>
                  </a:lnTo>
                  <a:cubicBezTo>
                    <a:pt x="127" y="1"/>
                    <a:pt x="110" y="16"/>
                    <a:pt x="110" y="16"/>
                  </a:cubicBezTo>
                  <a:cubicBezTo>
                    <a:pt x="95" y="32"/>
                    <a:pt x="79" y="32"/>
                    <a:pt x="79" y="32"/>
                  </a:cubicBezTo>
                  <a:lnTo>
                    <a:pt x="64" y="32"/>
                  </a:lnTo>
                  <a:lnTo>
                    <a:pt x="47" y="32"/>
                  </a:lnTo>
                  <a:cubicBezTo>
                    <a:pt x="32" y="32"/>
                    <a:pt x="16" y="32"/>
                    <a:pt x="16" y="47"/>
                  </a:cubicBezTo>
                  <a:cubicBezTo>
                    <a:pt x="1" y="64"/>
                    <a:pt x="1" y="79"/>
                    <a:pt x="16" y="95"/>
                  </a:cubicBezTo>
                  <a:lnTo>
                    <a:pt x="47" y="95"/>
                  </a:lnTo>
                  <a:cubicBezTo>
                    <a:pt x="64" y="110"/>
                    <a:pt x="64" y="110"/>
                    <a:pt x="79" y="110"/>
                  </a:cubicBezTo>
                  <a:cubicBezTo>
                    <a:pt x="95" y="110"/>
                    <a:pt x="110" y="95"/>
                    <a:pt x="127" y="95"/>
                  </a:cubicBezTo>
                  <a:cubicBezTo>
                    <a:pt x="127" y="79"/>
                    <a:pt x="142" y="79"/>
                    <a:pt x="142" y="79"/>
                  </a:cubicBezTo>
                  <a:cubicBezTo>
                    <a:pt x="158" y="64"/>
                    <a:pt x="158" y="64"/>
                    <a:pt x="173" y="64"/>
                  </a:cubicBezTo>
                  <a:cubicBezTo>
                    <a:pt x="190" y="47"/>
                    <a:pt x="190" y="32"/>
                    <a:pt x="190" y="16"/>
                  </a:cubicBezTo>
                  <a:cubicBezTo>
                    <a:pt x="190" y="16"/>
                    <a:pt x="190" y="1"/>
                    <a:pt x="17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7" name="Google Shape;1937;p38"/>
            <p:cNvSpPr/>
            <p:nvPr/>
          </p:nvSpPr>
          <p:spPr>
            <a:xfrm>
              <a:off x="3417521" y="1803297"/>
              <a:ext cx="3530" cy="4039"/>
            </a:xfrm>
            <a:custGeom>
              <a:avLst/>
              <a:gdLst/>
              <a:ahLst/>
              <a:cxnLst/>
              <a:rect l="l" t="t" r="r" b="b"/>
              <a:pathLst>
                <a:path w="111" h="127" extrusionOk="0">
                  <a:moveTo>
                    <a:pt x="33" y="0"/>
                  </a:moveTo>
                  <a:lnTo>
                    <a:pt x="33" y="0"/>
                  </a:lnTo>
                  <a:cubicBezTo>
                    <a:pt x="16" y="0"/>
                    <a:pt x="1" y="16"/>
                    <a:pt x="1" y="32"/>
                  </a:cubicBezTo>
                  <a:lnTo>
                    <a:pt x="1" y="32"/>
                  </a:lnTo>
                  <a:lnTo>
                    <a:pt x="1" y="47"/>
                  </a:lnTo>
                  <a:lnTo>
                    <a:pt x="1" y="79"/>
                  </a:lnTo>
                  <a:cubicBezTo>
                    <a:pt x="1" y="95"/>
                    <a:pt x="1" y="95"/>
                    <a:pt x="16" y="110"/>
                  </a:cubicBezTo>
                  <a:lnTo>
                    <a:pt x="48" y="126"/>
                  </a:lnTo>
                  <a:lnTo>
                    <a:pt x="64" y="126"/>
                  </a:lnTo>
                  <a:lnTo>
                    <a:pt x="64" y="126"/>
                  </a:lnTo>
                  <a:lnTo>
                    <a:pt x="96" y="95"/>
                  </a:lnTo>
                  <a:lnTo>
                    <a:pt x="96" y="63"/>
                  </a:lnTo>
                  <a:lnTo>
                    <a:pt x="96" y="63"/>
                  </a:lnTo>
                  <a:lnTo>
                    <a:pt x="96" y="63"/>
                  </a:lnTo>
                  <a:lnTo>
                    <a:pt x="96" y="63"/>
                  </a:lnTo>
                  <a:cubicBezTo>
                    <a:pt x="111" y="47"/>
                    <a:pt x="96" y="32"/>
                    <a:pt x="79" y="16"/>
                  </a:cubicBezTo>
                  <a:lnTo>
                    <a:pt x="64" y="16"/>
                  </a:lnTo>
                  <a:lnTo>
                    <a:pt x="64" y="16"/>
                  </a:lnTo>
                  <a:cubicBezTo>
                    <a:pt x="64" y="0"/>
                    <a:pt x="48" y="0"/>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8" name="Google Shape;1938;p38"/>
            <p:cNvSpPr/>
            <p:nvPr/>
          </p:nvSpPr>
          <p:spPr>
            <a:xfrm>
              <a:off x="3305286" y="1814810"/>
              <a:ext cx="5534" cy="3562"/>
            </a:xfrm>
            <a:custGeom>
              <a:avLst/>
              <a:gdLst/>
              <a:ahLst/>
              <a:cxnLst/>
              <a:rect l="l" t="t" r="r" b="b"/>
              <a:pathLst>
                <a:path w="174" h="112" extrusionOk="0">
                  <a:moveTo>
                    <a:pt x="127" y="0"/>
                  </a:moveTo>
                  <a:lnTo>
                    <a:pt x="127" y="0"/>
                  </a:lnTo>
                  <a:lnTo>
                    <a:pt x="127" y="0"/>
                  </a:lnTo>
                  <a:lnTo>
                    <a:pt x="110" y="17"/>
                  </a:lnTo>
                  <a:lnTo>
                    <a:pt x="79" y="32"/>
                  </a:lnTo>
                  <a:lnTo>
                    <a:pt x="47" y="32"/>
                  </a:lnTo>
                  <a:cubicBezTo>
                    <a:pt x="47" y="17"/>
                    <a:pt x="32" y="17"/>
                    <a:pt x="32" y="17"/>
                  </a:cubicBezTo>
                  <a:lnTo>
                    <a:pt x="32" y="17"/>
                  </a:lnTo>
                  <a:cubicBezTo>
                    <a:pt x="16" y="32"/>
                    <a:pt x="1" y="32"/>
                    <a:pt x="1" y="48"/>
                  </a:cubicBezTo>
                  <a:cubicBezTo>
                    <a:pt x="1" y="63"/>
                    <a:pt x="1" y="80"/>
                    <a:pt x="16" y="95"/>
                  </a:cubicBezTo>
                  <a:lnTo>
                    <a:pt x="32" y="95"/>
                  </a:lnTo>
                  <a:lnTo>
                    <a:pt x="79" y="111"/>
                  </a:lnTo>
                  <a:lnTo>
                    <a:pt x="95" y="111"/>
                  </a:lnTo>
                  <a:cubicBezTo>
                    <a:pt x="95" y="111"/>
                    <a:pt x="110" y="111"/>
                    <a:pt x="110" y="95"/>
                  </a:cubicBezTo>
                  <a:lnTo>
                    <a:pt x="158" y="63"/>
                  </a:lnTo>
                  <a:lnTo>
                    <a:pt x="158" y="48"/>
                  </a:lnTo>
                  <a:lnTo>
                    <a:pt x="173" y="48"/>
                  </a:lnTo>
                  <a:cubicBezTo>
                    <a:pt x="173" y="32"/>
                    <a:pt x="173" y="32"/>
                    <a:pt x="158" y="17"/>
                  </a:cubicBezTo>
                  <a:lnTo>
                    <a:pt x="158" y="17"/>
                  </a:lnTo>
                  <a:cubicBezTo>
                    <a:pt x="158" y="0"/>
                    <a:pt x="142"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9" name="Google Shape;1939;p38"/>
            <p:cNvSpPr/>
            <p:nvPr/>
          </p:nvSpPr>
          <p:spPr>
            <a:xfrm>
              <a:off x="3329361" y="1773720"/>
              <a:ext cx="4516" cy="3562"/>
            </a:xfrm>
            <a:custGeom>
              <a:avLst/>
              <a:gdLst/>
              <a:ahLst/>
              <a:cxnLst/>
              <a:rect l="l" t="t" r="r" b="b"/>
              <a:pathLst>
                <a:path w="142" h="112" extrusionOk="0">
                  <a:moveTo>
                    <a:pt x="110" y="0"/>
                  </a:moveTo>
                  <a:cubicBezTo>
                    <a:pt x="95" y="0"/>
                    <a:pt x="78" y="17"/>
                    <a:pt x="78" y="32"/>
                  </a:cubicBezTo>
                  <a:lnTo>
                    <a:pt x="78" y="32"/>
                  </a:lnTo>
                  <a:lnTo>
                    <a:pt x="78" y="32"/>
                  </a:lnTo>
                  <a:cubicBezTo>
                    <a:pt x="63" y="17"/>
                    <a:pt x="47" y="17"/>
                    <a:pt x="47" y="17"/>
                  </a:cubicBezTo>
                  <a:lnTo>
                    <a:pt x="32" y="17"/>
                  </a:lnTo>
                  <a:lnTo>
                    <a:pt x="32" y="17"/>
                  </a:lnTo>
                  <a:cubicBezTo>
                    <a:pt x="15" y="32"/>
                    <a:pt x="0" y="48"/>
                    <a:pt x="15" y="63"/>
                  </a:cubicBezTo>
                  <a:lnTo>
                    <a:pt x="15" y="80"/>
                  </a:lnTo>
                  <a:lnTo>
                    <a:pt x="47" y="111"/>
                  </a:lnTo>
                  <a:lnTo>
                    <a:pt x="63" y="111"/>
                  </a:lnTo>
                  <a:lnTo>
                    <a:pt x="78" y="111"/>
                  </a:lnTo>
                  <a:lnTo>
                    <a:pt x="78" y="111"/>
                  </a:lnTo>
                  <a:cubicBezTo>
                    <a:pt x="110" y="111"/>
                    <a:pt x="126" y="95"/>
                    <a:pt x="141" y="63"/>
                  </a:cubicBezTo>
                  <a:lnTo>
                    <a:pt x="141" y="48"/>
                  </a:lnTo>
                  <a:lnTo>
                    <a:pt x="141" y="17"/>
                  </a:lnTo>
                  <a:lnTo>
                    <a:pt x="126" y="17"/>
                  </a:lnTo>
                  <a:cubicBezTo>
                    <a:pt x="126" y="0"/>
                    <a:pt x="110"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0" name="Google Shape;1940;p38"/>
            <p:cNvSpPr/>
            <p:nvPr/>
          </p:nvSpPr>
          <p:spPr>
            <a:xfrm>
              <a:off x="3332828" y="1793756"/>
              <a:ext cx="3562" cy="2544"/>
            </a:xfrm>
            <a:custGeom>
              <a:avLst/>
              <a:gdLst/>
              <a:ahLst/>
              <a:cxnLst/>
              <a:rect l="l" t="t" r="r" b="b"/>
              <a:pathLst>
                <a:path w="112" h="80" extrusionOk="0">
                  <a:moveTo>
                    <a:pt x="17" y="0"/>
                  </a:moveTo>
                  <a:lnTo>
                    <a:pt x="1" y="0"/>
                  </a:lnTo>
                  <a:lnTo>
                    <a:pt x="1" y="0"/>
                  </a:lnTo>
                  <a:cubicBezTo>
                    <a:pt x="17" y="17"/>
                    <a:pt x="17" y="32"/>
                    <a:pt x="1" y="48"/>
                  </a:cubicBezTo>
                  <a:lnTo>
                    <a:pt x="1" y="48"/>
                  </a:lnTo>
                  <a:lnTo>
                    <a:pt x="1" y="63"/>
                  </a:lnTo>
                  <a:cubicBezTo>
                    <a:pt x="17" y="63"/>
                    <a:pt x="49" y="80"/>
                    <a:pt x="64" y="80"/>
                  </a:cubicBezTo>
                  <a:cubicBezTo>
                    <a:pt x="64" y="80"/>
                    <a:pt x="80" y="63"/>
                    <a:pt x="95" y="63"/>
                  </a:cubicBezTo>
                  <a:lnTo>
                    <a:pt x="112" y="48"/>
                  </a:lnTo>
                  <a:cubicBezTo>
                    <a:pt x="95" y="48"/>
                    <a:pt x="80" y="48"/>
                    <a:pt x="80" y="32"/>
                  </a:cubicBezTo>
                  <a:cubicBezTo>
                    <a:pt x="64" y="17"/>
                    <a:pt x="64" y="0"/>
                    <a:pt x="64" y="0"/>
                  </a:cubicBezTo>
                  <a:lnTo>
                    <a:pt x="64" y="0"/>
                  </a:lnTo>
                  <a:lnTo>
                    <a:pt x="64" y="0"/>
                  </a:lnTo>
                  <a:lnTo>
                    <a:pt x="64"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1" name="Google Shape;1941;p38"/>
            <p:cNvSpPr/>
            <p:nvPr/>
          </p:nvSpPr>
          <p:spPr>
            <a:xfrm>
              <a:off x="3244636" y="1801294"/>
              <a:ext cx="4039" cy="5534"/>
            </a:xfrm>
            <a:custGeom>
              <a:avLst/>
              <a:gdLst/>
              <a:ahLst/>
              <a:cxnLst/>
              <a:rect l="l" t="t" r="r" b="b"/>
              <a:pathLst>
                <a:path w="127" h="174" extrusionOk="0">
                  <a:moveTo>
                    <a:pt x="32" y="63"/>
                  </a:moveTo>
                  <a:lnTo>
                    <a:pt x="32" y="63"/>
                  </a:lnTo>
                  <a:lnTo>
                    <a:pt x="32" y="63"/>
                  </a:lnTo>
                  <a:close/>
                  <a:moveTo>
                    <a:pt x="32" y="0"/>
                  </a:moveTo>
                  <a:lnTo>
                    <a:pt x="32" y="0"/>
                  </a:lnTo>
                  <a:cubicBezTo>
                    <a:pt x="17" y="0"/>
                    <a:pt x="17" y="0"/>
                    <a:pt x="1" y="16"/>
                  </a:cubicBezTo>
                  <a:cubicBezTo>
                    <a:pt x="1" y="32"/>
                    <a:pt x="1" y="47"/>
                    <a:pt x="17" y="63"/>
                  </a:cubicBezTo>
                  <a:lnTo>
                    <a:pt x="32" y="63"/>
                  </a:lnTo>
                  <a:lnTo>
                    <a:pt x="49" y="63"/>
                  </a:lnTo>
                  <a:lnTo>
                    <a:pt x="49" y="79"/>
                  </a:lnTo>
                  <a:lnTo>
                    <a:pt x="49" y="95"/>
                  </a:lnTo>
                  <a:lnTo>
                    <a:pt x="49" y="95"/>
                  </a:lnTo>
                  <a:cubicBezTo>
                    <a:pt x="17" y="110"/>
                    <a:pt x="17" y="126"/>
                    <a:pt x="17" y="142"/>
                  </a:cubicBezTo>
                  <a:cubicBezTo>
                    <a:pt x="17" y="158"/>
                    <a:pt x="17" y="158"/>
                    <a:pt x="32" y="173"/>
                  </a:cubicBezTo>
                  <a:lnTo>
                    <a:pt x="49" y="173"/>
                  </a:lnTo>
                  <a:lnTo>
                    <a:pt x="49" y="173"/>
                  </a:lnTo>
                  <a:lnTo>
                    <a:pt x="49" y="173"/>
                  </a:lnTo>
                  <a:cubicBezTo>
                    <a:pt x="80" y="173"/>
                    <a:pt x="95" y="158"/>
                    <a:pt x="112" y="142"/>
                  </a:cubicBezTo>
                  <a:lnTo>
                    <a:pt x="112" y="142"/>
                  </a:lnTo>
                  <a:cubicBezTo>
                    <a:pt x="127" y="110"/>
                    <a:pt x="112" y="79"/>
                    <a:pt x="112" y="63"/>
                  </a:cubicBezTo>
                  <a:lnTo>
                    <a:pt x="112" y="47"/>
                  </a:lnTo>
                  <a:cubicBezTo>
                    <a:pt x="112" y="47"/>
                    <a:pt x="112" y="32"/>
                    <a:pt x="95" y="32"/>
                  </a:cubicBezTo>
                  <a:cubicBezTo>
                    <a:pt x="95" y="16"/>
                    <a:pt x="80" y="16"/>
                    <a:pt x="64" y="0"/>
                  </a:cubicBezTo>
                  <a:lnTo>
                    <a:pt x="49"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2" name="Google Shape;1942;p38"/>
            <p:cNvSpPr/>
            <p:nvPr/>
          </p:nvSpPr>
          <p:spPr>
            <a:xfrm>
              <a:off x="3245654" y="1803297"/>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3" name="Google Shape;1943;p38"/>
            <p:cNvSpPr/>
            <p:nvPr/>
          </p:nvSpPr>
          <p:spPr>
            <a:xfrm>
              <a:off x="3048726" y="1821330"/>
              <a:ext cx="8046" cy="3530"/>
            </a:xfrm>
            <a:custGeom>
              <a:avLst/>
              <a:gdLst/>
              <a:ahLst/>
              <a:cxnLst/>
              <a:rect l="l" t="t" r="r" b="b"/>
              <a:pathLst>
                <a:path w="253" h="111" extrusionOk="0">
                  <a:moveTo>
                    <a:pt x="127" y="1"/>
                  </a:moveTo>
                  <a:lnTo>
                    <a:pt x="111" y="1"/>
                  </a:lnTo>
                  <a:lnTo>
                    <a:pt x="95" y="1"/>
                  </a:lnTo>
                  <a:cubicBezTo>
                    <a:pt x="79" y="16"/>
                    <a:pt x="47" y="16"/>
                    <a:pt x="32" y="16"/>
                  </a:cubicBezTo>
                  <a:cubicBezTo>
                    <a:pt x="16" y="32"/>
                    <a:pt x="16" y="32"/>
                    <a:pt x="1" y="32"/>
                  </a:cubicBezTo>
                  <a:lnTo>
                    <a:pt x="1" y="64"/>
                  </a:lnTo>
                  <a:cubicBezTo>
                    <a:pt x="1" y="79"/>
                    <a:pt x="16" y="95"/>
                    <a:pt x="32" y="95"/>
                  </a:cubicBezTo>
                  <a:lnTo>
                    <a:pt x="47" y="95"/>
                  </a:lnTo>
                  <a:lnTo>
                    <a:pt x="47" y="95"/>
                  </a:lnTo>
                  <a:cubicBezTo>
                    <a:pt x="64" y="79"/>
                    <a:pt x="79" y="79"/>
                    <a:pt x="95" y="79"/>
                  </a:cubicBezTo>
                  <a:lnTo>
                    <a:pt x="127" y="79"/>
                  </a:lnTo>
                  <a:cubicBezTo>
                    <a:pt x="142" y="79"/>
                    <a:pt x="158" y="79"/>
                    <a:pt x="190" y="95"/>
                  </a:cubicBezTo>
                  <a:cubicBezTo>
                    <a:pt x="190" y="110"/>
                    <a:pt x="190" y="110"/>
                    <a:pt x="205" y="110"/>
                  </a:cubicBezTo>
                  <a:lnTo>
                    <a:pt x="205" y="110"/>
                  </a:lnTo>
                  <a:cubicBezTo>
                    <a:pt x="221" y="110"/>
                    <a:pt x="221" y="110"/>
                    <a:pt x="237" y="95"/>
                  </a:cubicBezTo>
                  <a:cubicBezTo>
                    <a:pt x="253" y="95"/>
                    <a:pt x="253" y="64"/>
                    <a:pt x="237" y="47"/>
                  </a:cubicBezTo>
                  <a:cubicBezTo>
                    <a:pt x="221" y="32"/>
                    <a:pt x="205" y="32"/>
                    <a:pt x="190" y="16"/>
                  </a:cubicBezTo>
                  <a:cubicBezTo>
                    <a:pt x="174"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4" name="Google Shape;1944;p38"/>
            <p:cNvSpPr/>
            <p:nvPr/>
          </p:nvSpPr>
          <p:spPr>
            <a:xfrm>
              <a:off x="3271701" y="1800276"/>
              <a:ext cx="3562" cy="3053"/>
            </a:xfrm>
            <a:custGeom>
              <a:avLst/>
              <a:gdLst/>
              <a:ahLst/>
              <a:cxnLst/>
              <a:rect l="l" t="t" r="r" b="b"/>
              <a:pathLst>
                <a:path w="112" h="96" extrusionOk="0">
                  <a:moveTo>
                    <a:pt x="63" y="1"/>
                  </a:moveTo>
                  <a:lnTo>
                    <a:pt x="63" y="1"/>
                  </a:lnTo>
                  <a:cubicBezTo>
                    <a:pt x="63" y="1"/>
                    <a:pt x="48" y="1"/>
                    <a:pt x="48" y="16"/>
                  </a:cubicBezTo>
                  <a:lnTo>
                    <a:pt x="17" y="48"/>
                  </a:lnTo>
                  <a:cubicBezTo>
                    <a:pt x="0" y="64"/>
                    <a:pt x="0" y="79"/>
                    <a:pt x="17" y="95"/>
                  </a:cubicBezTo>
                  <a:lnTo>
                    <a:pt x="48" y="95"/>
                  </a:lnTo>
                  <a:cubicBezTo>
                    <a:pt x="48" y="95"/>
                    <a:pt x="63" y="95"/>
                    <a:pt x="63" y="79"/>
                  </a:cubicBezTo>
                  <a:lnTo>
                    <a:pt x="95" y="48"/>
                  </a:lnTo>
                  <a:cubicBezTo>
                    <a:pt x="111"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5" name="Google Shape;1945;p38"/>
            <p:cNvSpPr/>
            <p:nvPr/>
          </p:nvSpPr>
          <p:spPr>
            <a:xfrm>
              <a:off x="3390965" y="1803774"/>
              <a:ext cx="3021" cy="4039"/>
            </a:xfrm>
            <a:custGeom>
              <a:avLst/>
              <a:gdLst/>
              <a:ahLst/>
              <a:cxnLst/>
              <a:rect l="l" t="t" r="r" b="b"/>
              <a:pathLst>
                <a:path w="95" h="127" extrusionOk="0">
                  <a:moveTo>
                    <a:pt x="48" y="1"/>
                  </a:moveTo>
                  <a:lnTo>
                    <a:pt x="48" y="1"/>
                  </a:lnTo>
                  <a:lnTo>
                    <a:pt x="32" y="1"/>
                  </a:lnTo>
                  <a:lnTo>
                    <a:pt x="32" y="1"/>
                  </a:lnTo>
                  <a:lnTo>
                    <a:pt x="17" y="17"/>
                  </a:lnTo>
                  <a:cubicBezTo>
                    <a:pt x="17" y="17"/>
                    <a:pt x="0" y="17"/>
                    <a:pt x="0" y="32"/>
                  </a:cubicBezTo>
                  <a:lnTo>
                    <a:pt x="17" y="32"/>
                  </a:lnTo>
                  <a:cubicBezTo>
                    <a:pt x="32" y="48"/>
                    <a:pt x="48" y="64"/>
                    <a:pt x="32" y="80"/>
                  </a:cubicBezTo>
                  <a:cubicBezTo>
                    <a:pt x="32" y="95"/>
                    <a:pt x="17" y="95"/>
                    <a:pt x="0" y="95"/>
                  </a:cubicBezTo>
                  <a:lnTo>
                    <a:pt x="0" y="95"/>
                  </a:lnTo>
                  <a:cubicBezTo>
                    <a:pt x="0" y="111"/>
                    <a:pt x="0" y="111"/>
                    <a:pt x="17" y="127"/>
                  </a:cubicBezTo>
                  <a:lnTo>
                    <a:pt x="32" y="127"/>
                  </a:lnTo>
                  <a:lnTo>
                    <a:pt x="48" y="127"/>
                  </a:lnTo>
                  <a:cubicBezTo>
                    <a:pt x="63" y="127"/>
                    <a:pt x="63" y="111"/>
                    <a:pt x="63" y="95"/>
                  </a:cubicBezTo>
                  <a:lnTo>
                    <a:pt x="63" y="80"/>
                  </a:lnTo>
                  <a:lnTo>
                    <a:pt x="63" y="64"/>
                  </a:lnTo>
                  <a:lnTo>
                    <a:pt x="80" y="64"/>
                  </a:lnTo>
                  <a:lnTo>
                    <a:pt x="80" y="48"/>
                  </a:lnTo>
                  <a:cubicBezTo>
                    <a:pt x="95" y="32"/>
                    <a:pt x="95" y="17"/>
                    <a:pt x="80"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6" name="Google Shape;1946;p38"/>
            <p:cNvSpPr/>
            <p:nvPr/>
          </p:nvSpPr>
          <p:spPr>
            <a:xfrm>
              <a:off x="3454095" y="1797763"/>
              <a:ext cx="3562" cy="5565"/>
            </a:xfrm>
            <a:custGeom>
              <a:avLst/>
              <a:gdLst/>
              <a:ahLst/>
              <a:cxnLst/>
              <a:rect l="l" t="t" r="r" b="b"/>
              <a:pathLst>
                <a:path w="112" h="175" extrusionOk="0">
                  <a:moveTo>
                    <a:pt x="64" y="0"/>
                  </a:moveTo>
                  <a:lnTo>
                    <a:pt x="64" y="0"/>
                  </a:lnTo>
                  <a:cubicBezTo>
                    <a:pt x="48" y="0"/>
                    <a:pt x="48" y="0"/>
                    <a:pt x="32" y="17"/>
                  </a:cubicBezTo>
                  <a:lnTo>
                    <a:pt x="1" y="127"/>
                  </a:lnTo>
                  <a:cubicBezTo>
                    <a:pt x="1" y="143"/>
                    <a:pt x="1" y="158"/>
                    <a:pt x="17" y="158"/>
                  </a:cubicBezTo>
                  <a:cubicBezTo>
                    <a:pt x="17" y="174"/>
                    <a:pt x="32" y="174"/>
                    <a:pt x="32" y="174"/>
                  </a:cubicBezTo>
                  <a:lnTo>
                    <a:pt x="48" y="174"/>
                  </a:lnTo>
                  <a:lnTo>
                    <a:pt x="64" y="174"/>
                  </a:lnTo>
                  <a:lnTo>
                    <a:pt x="80" y="174"/>
                  </a:lnTo>
                  <a:lnTo>
                    <a:pt x="80" y="174"/>
                  </a:lnTo>
                  <a:lnTo>
                    <a:pt x="80" y="174"/>
                  </a:lnTo>
                  <a:lnTo>
                    <a:pt x="80" y="174"/>
                  </a:lnTo>
                  <a:lnTo>
                    <a:pt x="80" y="174"/>
                  </a:lnTo>
                  <a:cubicBezTo>
                    <a:pt x="111" y="174"/>
                    <a:pt x="111" y="158"/>
                    <a:pt x="111" y="127"/>
                  </a:cubicBezTo>
                  <a:cubicBezTo>
                    <a:pt x="111" y="111"/>
                    <a:pt x="95" y="111"/>
                    <a:pt x="80" y="95"/>
                  </a:cubicBezTo>
                  <a:lnTo>
                    <a:pt x="111" y="32"/>
                  </a:ln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7" name="Google Shape;1947;p38"/>
            <p:cNvSpPr/>
            <p:nvPr/>
          </p:nvSpPr>
          <p:spPr>
            <a:xfrm>
              <a:off x="3196549" y="1810803"/>
              <a:ext cx="3562" cy="3021"/>
            </a:xfrm>
            <a:custGeom>
              <a:avLst/>
              <a:gdLst/>
              <a:ahLst/>
              <a:cxnLst/>
              <a:rect l="l" t="t" r="r" b="b"/>
              <a:pathLst>
                <a:path w="112" h="95" extrusionOk="0">
                  <a:moveTo>
                    <a:pt x="32" y="0"/>
                  </a:moveTo>
                  <a:lnTo>
                    <a:pt x="32" y="0"/>
                  </a:lnTo>
                  <a:cubicBezTo>
                    <a:pt x="17" y="0"/>
                    <a:pt x="17" y="17"/>
                    <a:pt x="0" y="17"/>
                  </a:cubicBezTo>
                  <a:cubicBezTo>
                    <a:pt x="0" y="32"/>
                    <a:pt x="0" y="48"/>
                    <a:pt x="17" y="63"/>
                  </a:cubicBezTo>
                  <a:lnTo>
                    <a:pt x="48" y="95"/>
                  </a:lnTo>
                  <a:lnTo>
                    <a:pt x="63" y="95"/>
                  </a:lnTo>
                  <a:lnTo>
                    <a:pt x="95" y="95"/>
                  </a:lnTo>
                  <a:cubicBezTo>
                    <a:pt x="111" y="80"/>
                    <a:pt x="95" y="48"/>
                    <a:pt x="95" y="48"/>
                  </a:cubicBezTo>
                  <a:lnTo>
                    <a:pt x="48"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8" name="Google Shape;1948;p38"/>
            <p:cNvSpPr/>
            <p:nvPr/>
          </p:nvSpPr>
          <p:spPr>
            <a:xfrm>
              <a:off x="3434059" y="1752666"/>
              <a:ext cx="4039" cy="3562"/>
            </a:xfrm>
            <a:custGeom>
              <a:avLst/>
              <a:gdLst/>
              <a:ahLst/>
              <a:cxnLst/>
              <a:rect l="l" t="t" r="r" b="b"/>
              <a:pathLst>
                <a:path w="127" h="112" extrusionOk="0">
                  <a:moveTo>
                    <a:pt x="17" y="0"/>
                  </a:moveTo>
                  <a:lnTo>
                    <a:pt x="0" y="17"/>
                  </a:lnTo>
                  <a:lnTo>
                    <a:pt x="0" y="17"/>
                  </a:lnTo>
                  <a:lnTo>
                    <a:pt x="0" y="17"/>
                  </a:lnTo>
                  <a:cubicBezTo>
                    <a:pt x="0" y="48"/>
                    <a:pt x="0" y="80"/>
                    <a:pt x="32" y="95"/>
                  </a:cubicBezTo>
                  <a:cubicBezTo>
                    <a:pt x="32" y="95"/>
                    <a:pt x="48" y="111"/>
                    <a:pt x="63" y="111"/>
                  </a:cubicBezTo>
                  <a:lnTo>
                    <a:pt x="63" y="111"/>
                  </a:lnTo>
                  <a:lnTo>
                    <a:pt x="95" y="111"/>
                  </a:lnTo>
                  <a:cubicBezTo>
                    <a:pt x="111" y="111"/>
                    <a:pt x="126" y="80"/>
                    <a:pt x="111" y="64"/>
                  </a:cubicBezTo>
                  <a:cubicBezTo>
                    <a:pt x="111" y="48"/>
                    <a:pt x="111" y="48"/>
                    <a:pt x="95" y="48"/>
                  </a:cubicBezTo>
                  <a:lnTo>
                    <a:pt x="63" y="48"/>
                  </a:lnTo>
                  <a:lnTo>
                    <a:pt x="63" y="48"/>
                  </a:lnTo>
                  <a:cubicBezTo>
                    <a:pt x="63" y="48"/>
                    <a:pt x="48" y="48"/>
                    <a:pt x="48" y="32"/>
                  </a:cubicBezTo>
                  <a:lnTo>
                    <a:pt x="1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9" name="Google Shape;1949;p38"/>
            <p:cNvSpPr/>
            <p:nvPr/>
          </p:nvSpPr>
          <p:spPr>
            <a:xfrm>
              <a:off x="3397485" y="1797763"/>
              <a:ext cx="4039" cy="3562"/>
            </a:xfrm>
            <a:custGeom>
              <a:avLst/>
              <a:gdLst/>
              <a:ahLst/>
              <a:cxnLst/>
              <a:rect l="l" t="t" r="r" b="b"/>
              <a:pathLst>
                <a:path w="127" h="112" extrusionOk="0">
                  <a:moveTo>
                    <a:pt x="95" y="0"/>
                  </a:moveTo>
                  <a:lnTo>
                    <a:pt x="95" y="0"/>
                  </a:lnTo>
                  <a:cubicBezTo>
                    <a:pt x="79" y="0"/>
                    <a:pt x="79" y="17"/>
                    <a:pt x="64" y="17"/>
                  </a:cubicBezTo>
                  <a:lnTo>
                    <a:pt x="64" y="32"/>
                  </a:lnTo>
                  <a:lnTo>
                    <a:pt x="64" y="32"/>
                  </a:lnTo>
                  <a:lnTo>
                    <a:pt x="47" y="32"/>
                  </a:lnTo>
                  <a:lnTo>
                    <a:pt x="32" y="32"/>
                  </a:lnTo>
                  <a:cubicBezTo>
                    <a:pt x="32" y="32"/>
                    <a:pt x="16" y="32"/>
                    <a:pt x="16" y="48"/>
                  </a:cubicBezTo>
                  <a:cubicBezTo>
                    <a:pt x="1" y="64"/>
                    <a:pt x="16" y="80"/>
                    <a:pt x="32" y="95"/>
                  </a:cubicBezTo>
                  <a:lnTo>
                    <a:pt x="32" y="95"/>
                  </a:lnTo>
                  <a:lnTo>
                    <a:pt x="47" y="111"/>
                  </a:lnTo>
                  <a:lnTo>
                    <a:pt x="64" y="111"/>
                  </a:lnTo>
                  <a:lnTo>
                    <a:pt x="64" y="111"/>
                  </a:lnTo>
                  <a:lnTo>
                    <a:pt x="64" y="111"/>
                  </a:lnTo>
                  <a:cubicBezTo>
                    <a:pt x="79" y="111"/>
                    <a:pt x="79" y="111"/>
                    <a:pt x="95" y="95"/>
                  </a:cubicBezTo>
                  <a:lnTo>
                    <a:pt x="95" y="95"/>
                  </a:lnTo>
                  <a:lnTo>
                    <a:pt x="127" y="64"/>
                  </a:lnTo>
                  <a:lnTo>
                    <a:pt x="127" y="64"/>
                  </a:lnTo>
                  <a:lnTo>
                    <a:pt x="127" y="17"/>
                  </a:lnTo>
                  <a:lnTo>
                    <a:pt x="110" y="17"/>
                  </a:lnTo>
                  <a:cubicBezTo>
                    <a:pt x="110"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0" name="Google Shape;1950;p38"/>
            <p:cNvSpPr/>
            <p:nvPr/>
          </p:nvSpPr>
          <p:spPr>
            <a:xfrm>
              <a:off x="3058235" y="1825814"/>
              <a:ext cx="3053" cy="4039"/>
            </a:xfrm>
            <a:custGeom>
              <a:avLst/>
              <a:gdLst/>
              <a:ahLst/>
              <a:cxnLst/>
              <a:rect l="l" t="t" r="r" b="b"/>
              <a:pathLst>
                <a:path w="96" h="127" extrusionOk="0">
                  <a:moveTo>
                    <a:pt x="17" y="1"/>
                  </a:moveTo>
                  <a:cubicBezTo>
                    <a:pt x="1" y="1"/>
                    <a:pt x="1" y="17"/>
                    <a:pt x="1" y="17"/>
                  </a:cubicBezTo>
                  <a:lnTo>
                    <a:pt x="1" y="32"/>
                  </a:lnTo>
                  <a:lnTo>
                    <a:pt x="1" y="49"/>
                  </a:lnTo>
                  <a:lnTo>
                    <a:pt x="1" y="80"/>
                  </a:lnTo>
                  <a:cubicBezTo>
                    <a:pt x="1" y="95"/>
                    <a:pt x="1" y="112"/>
                    <a:pt x="17" y="112"/>
                  </a:cubicBezTo>
                  <a:lnTo>
                    <a:pt x="48" y="127"/>
                  </a:lnTo>
                  <a:lnTo>
                    <a:pt x="48" y="127"/>
                  </a:lnTo>
                  <a:lnTo>
                    <a:pt x="64" y="127"/>
                  </a:lnTo>
                  <a:cubicBezTo>
                    <a:pt x="64" y="127"/>
                    <a:pt x="80" y="127"/>
                    <a:pt x="95" y="112"/>
                  </a:cubicBezTo>
                  <a:cubicBezTo>
                    <a:pt x="95" y="95"/>
                    <a:pt x="95" y="80"/>
                    <a:pt x="80" y="64"/>
                  </a:cubicBezTo>
                  <a:lnTo>
                    <a:pt x="80" y="64"/>
                  </a:lnTo>
                  <a:lnTo>
                    <a:pt x="64" y="64"/>
                  </a:lnTo>
                  <a:lnTo>
                    <a:pt x="64" y="64"/>
                  </a:lnTo>
                  <a:lnTo>
                    <a:pt x="64" y="32"/>
                  </a:lnTo>
                  <a:lnTo>
                    <a:pt x="64" y="1"/>
                  </a:lnTo>
                  <a:lnTo>
                    <a:pt x="32"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1" name="Google Shape;1951;p38"/>
            <p:cNvSpPr/>
            <p:nvPr/>
          </p:nvSpPr>
          <p:spPr>
            <a:xfrm>
              <a:off x="3366922" y="1793279"/>
              <a:ext cx="5534" cy="4039"/>
            </a:xfrm>
            <a:custGeom>
              <a:avLst/>
              <a:gdLst/>
              <a:ahLst/>
              <a:cxnLst/>
              <a:rect l="l" t="t" r="r" b="b"/>
              <a:pathLst>
                <a:path w="174" h="127" extrusionOk="0">
                  <a:moveTo>
                    <a:pt x="32" y="0"/>
                  </a:moveTo>
                  <a:lnTo>
                    <a:pt x="32" y="0"/>
                  </a:lnTo>
                  <a:cubicBezTo>
                    <a:pt x="16" y="0"/>
                    <a:pt x="0" y="15"/>
                    <a:pt x="0" y="32"/>
                  </a:cubicBezTo>
                  <a:lnTo>
                    <a:pt x="0" y="95"/>
                  </a:lnTo>
                  <a:cubicBezTo>
                    <a:pt x="0" y="110"/>
                    <a:pt x="16" y="126"/>
                    <a:pt x="32" y="126"/>
                  </a:cubicBezTo>
                  <a:lnTo>
                    <a:pt x="48" y="126"/>
                  </a:lnTo>
                  <a:lnTo>
                    <a:pt x="142" y="110"/>
                  </a:lnTo>
                  <a:cubicBezTo>
                    <a:pt x="158" y="110"/>
                    <a:pt x="174" y="95"/>
                    <a:pt x="174" y="78"/>
                  </a:cubicBezTo>
                  <a:cubicBezTo>
                    <a:pt x="174" y="47"/>
                    <a:pt x="158" y="47"/>
                    <a:pt x="142" y="47"/>
                  </a:cubicBezTo>
                  <a:lnTo>
                    <a:pt x="142" y="47"/>
                  </a:lnTo>
                  <a:lnTo>
                    <a:pt x="63" y="47"/>
                  </a:lnTo>
                  <a:lnTo>
                    <a:pt x="63" y="32"/>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2" name="Google Shape;1952;p38"/>
            <p:cNvSpPr/>
            <p:nvPr/>
          </p:nvSpPr>
          <p:spPr>
            <a:xfrm>
              <a:off x="3356872" y="1800785"/>
              <a:ext cx="2576" cy="3530"/>
            </a:xfrm>
            <a:custGeom>
              <a:avLst/>
              <a:gdLst/>
              <a:ahLst/>
              <a:cxnLst/>
              <a:rect l="l" t="t" r="r" b="b"/>
              <a:pathLst>
                <a:path w="81" h="111" extrusionOk="0">
                  <a:moveTo>
                    <a:pt x="32" y="0"/>
                  </a:moveTo>
                  <a:lnTo>
                    <a:pt x="32" y="0"/>
                  </a:lnTo>
                  <a:lnTo>
                    <a:pt x="32" y="0"/>
                  </a:lnTo>
                  <a:lnTo>
                    <a:pt x="32" y="16"/>
                  </a:lnTo>
                  <a:cubicBezTo>
                    <a:pt x="32" y="16"/>
                    <a:pt x="32" y="32"/>
                    <a:pt x="17" y="32"/>
                  </a:cubicBezTo>
                  <a:lnTo>
                    <a:pt x="17" y="48"/>
                  </a:lnTo>
                  <a:cubicBezTo>
                    <a:pt x="32" y="63"/>
                    <a:pt x="32" y="79"/>
                    <a:pt x="17" y="95"/>
                  </a:cubicBezTo>
                  <a:lnTo>
                    <a:pt x="1" y="111"/>
                  </a:lnTo>
                  <a:lnTo>
                    <a:pt x="1" y="111"/>
                  </a:lnTo>
                  <a:lnTo>
                    <a:pt x="17" y="111"/>
                  </a:lnTo>
                  <a:lnTo>
                    <a:pt x="32" y="111"/>
                  </a:lnTo>
                  <a:cubicBezTo>
                    <a:pt x="49" y="111"/>
                    <a:pt x="49" y="111"/>
                    <a:pt x="64" y="95"/>
                  </a:cubicBezTo>
                  <a:lnTo>
                    <a:pt x="64" y="95"/>
                  </a:lnTo>
                  <a:lnTo>
                    <a:pt x="64" y="48"/>
                  </a:lnTo>
                  <a:cubicBezTo>
                    <a:pt x="80" y="32"/>
                    <a:pt x="64" y="32"/>
                    <a:pt x="64" y="16"/>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3" name="Google Shape;1953;p38"/>
            <p:cNvSpPr/>
            <p:nvPr/>
          </p:nvSpPr>
          <p:spPr>
            <a:xfrm>
              <a:off x="3313301" y="1804792"/>
              <a:ext cx="4039" cy="2544"/>
            </a:xfrm>
            <a:custGeom>
              <a:avLst/>
              <a:gdLst/>
              <a:ahLst/>
              <a:cxnLst/>
              <a:rect l="l" t="t" r="r" b="b"/>
              <a:pathLst>
                <a:path w="127" h="80" extrusionOk="0">
                  <a:moveTo>
                    <a:pt x="47" y="0"/>
                  </a:moveTo>
                  <a:lnTo>
                    <a:pt x="47" y="0"/>
                  </a:lnTo>
                  <a:cubicBezTo>
                    <a:pt x="32" y="0"/>
                    <a:pt x="16" y="16"/>
                    <a:pt x="16" y="32"/>
                  </a:cubicBezTo>
                  <a:cubicBezTo>
                    <a:pt x="1" y="48"/>
                    <a:pt x="16" y="63"/>
                    <a:pt x="32" y="63"/>
                  </a:cubicBezTo>
                  <a:lnTo>
                    <a:pt x="79" y="79"/>
                  </a:lnTo>
                  <a:lnTo>
                    <a:pt x="95" y="79"/>
                  </a:lnTo>
                  <a:cubicBezTo>
                    <a:pt x="110" y="79"/>
                    <a:pt x="127" y="63"/>
                    <a:pt x="127" y="48"/>
                  </a:cubicBezTo>
                  <a:cubicBezTo>
                    <a:pt x="127" y="32"/>
                    <a:pt x="110" y="16"/>
                    <a:pt x="95"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4" name="Google Shape;1954;p38"/>
            <p:cNvSpPr/>
            <p:nvPr/>
          </p:nvSpPr>
          <p:spPr>
            <a:xfrm>
              <a:off x="3422037" y="1790258"/>
              <a:ext cx="6551" cy="6042"/>
            </a:xfrm>
            <a:custGeom>
              <a:avLst/>
              <a:gdLst/>
              <a:ahLst/>
              <a:cxnLst/>
              <a:rect l="l" t="t" r="r" b="b"/>
              <a:pathLst>
                <a:path w="206" h="190" extrusionOk="0">
                  <a:moveTo>
                    <a:pt x="32" y="1"/>
                  </a:moveTo>
                  <a:lnTo>
                    <a:pt x="32" y="1"/>
                  </a:lnTo>
                  <a:lnTo>
                    <a:pt x="17" y="1"/>
                  </a:lnTo>
                  <a:cubicBezTo>
                    <a:pt x="0" y="1"/>
                    <a:pt x="0" y="16"/>
                    <a:pt x="0" y="16"/>
                  </a:cubicBezTo>
                  <a:cubicBezTo>
                    <a:pt x="0" y="32"/>
                    <a:pt x="0" y="64"/>
                    <a:pt x="17" y="64"/>
                  </a:cubicBezTo>
                  <a:lnTo>
                    <a:pt x="32" y="64"/>
                  </a:lnTo>
                  <a:lnTo>
                    <a:pt x="95" y="95"/>
                  </a:lnTo>
                  <a:lnTo>
                    <a:pt x="95" y="95"/>
                  </a:lnTo>
                  <a:lnTo>
                    <a:pt x="111" y="127"/>
                  </a:lnTo>
                  <a:lnTo>
                    <a:pt x="126" y="142"/>
                  </a:lnTo>
                  <a:lnTo>
                    <a:pt x="143" y="158"/>
                  </a:lnTo>
                  <a:lnTo>
                    <a:pt x="143" y="158"/>
                  </a:lnTo>
                  <a:cubicBezTo>
                    <a:pt x="143" y="173"/>
                    <a:pt x="158" y="190"/>
                    <a:pt x="174" y="190"/>
                  </a:cubicBezTo>
                  <a:lnTo>
                    <a:pt x="189" y="173"/>
                  </a:lnTo>
                  <a:cubicBezTo>
                    <a:pt x="189" y="173"/>
                    <a:pt x="206" y="158"/>
                    <a:pt x="206" y="142"/>
                  </a:cubicBezTo>
                  <a:lnTo>
                    <a:pt x="206" y="142"/>
                  </a:lnTo>
                  <a:lnTo>
                    <a:pt x="158" y="47"/>
                  </a:lnTo>
                  <a:lnTo>
                    <a:pt x="143" y="32"/>
                  </a:lnTo>
                  <a:lnTo>
                    <a:pt x="95" y="16"/>
                  </a:lnTo>
                  <a:lnTo>
                    <a:pt x="48"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5" name="Google Shape;1955;p38"/>
            <p:cNvSpPr/>
            <p:nvPr/>
          </p:nvSpPr>
          <p:spPr>
            <a:xfrm>
              <a:off x="3401492" y="1786727"/>
              <a:ext cx="8046" cy="5057"/>
            </a:xfrm>
            <a:custGeom>
              <a:avLst/>
              <a:gdLst/>
              <a:ahLst/>
              <a:cxnLst/>
              <a:rect l="l" t="t" r="r" b="b"/>
              <a:pathLst>
                <a:path w="253" h="159" extrusionOk="0">
                  <a:moveTo>
                    <a:pt x="142" y="1"/>
                  </a:moveTo>
                  <a:lnTo>
                    <a:pt x="127" y="1"/>
                  </a:lnTo>
                  <a:cubicBezTo>
                    <a:pt x="127" y="1"/>
                    <a:pt x="110" y="1"/>
                    <a:pt x="110" y="17"/>
                  </a:cubicBezTo>
                  <a:lnTo>
                    <a:pt x="95" y="17"/>
                  </a:lnTo>
                  <a:lnTo>
                    <a:pt x="95" y="32"/>
                  </a:lnTo>
                  <a:lnTo>
                    <a:pt x="16" y="80"/>
                  </a:lnTo>
                  <a:lnTo>
                    <a:pt x="16" y="95"/>
                  </a:lnTo>
                  <a:cubicBezTo>
                    <a:pt x="1" y="95"/>
                    <a:pt x="1" y="127"/>
                    <a:pt x="1" y="143"/>
                  </a:cubicBezTo>
                  <a:cubicBezTo>
                    <a:pt x="16" y="143"/>
                    <a:pt x="32" y="158"/>
                    <a:pt x="32" y="158"/>
                  </a:cubicBezTo>
                  <a:cubicBezTo>
                    <a:pt x="47" y="158"/>
                    <a:pt x="47" y="143"/>
                    <a:pt x="64" y="143"/>
                  </a:cubicBezTo>
                  <a:lnTo>
                    <a:pt x="110" y="95"/>
                  </a:lnTo>
                  <a:lnTo>
                    <a:pt x="142" y="64"/>
                  </a:lnTo>
                  <a:lnTo>
                    <a:pt x="173" y="80"/>
                  </a:lnTo>
                  <a:lnTo>
                    <a:pt x="205" y="80"/>
                  </a:lnTo>
                  <a:lnTo>
                    <a:pt x="221" y="80"/>
                  </a:lnTo>
                  <a:lnTo>
                    <a:pt x="237" y="80"/>
                  </a:lnTo>
                  <a:cubicBezTo>
                    <a:pt x="237" y="64"/>
                    <a:pt x="253" y="64"/>
                    <a:pt x="253" y="49"/>
                  </a:cubicBezTo>
                  <a:cubicBezTo>
                    <a:pt x="253" y="32"/>
                    <a:pt x="237" y="17"/>
                    <a:pt x="221" y="17"/>
                  </a:cubicBezTo>
                  <a:lnTo>
                    <a:pt x="205" y="1"/>
                  </a:lnTo>
                  <a:lnTo>
                    <a:pt x="173" y="1"/>
                  </a:lnTo>
                  <a:lnTo>
                    <a:pt x="14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6" name="Google Shape;1956;p38"/>
            <p:cNvSpPr/>
            <p:nvPr/>
          </p:nvSpPr>
          <p:spPr>
            <a:xfrm>
              <a:off x="3287253" y="1813792"/>
              <a:ext cx="5057" cy="3562"/>
            </a:xfrm>
            <a:custGeom>
              <a:avLst/>
              <a:gdLst/>
              <a:ahLst/>
              <a:cxnLst/>
              <a:rect l="l" t="t" r="r" b="b"/>
              <a:pathLst>
                <a:path w="159" h="112" extrusionOk="0">
                  <a:moveTo>
                    <a:pt x="158" y="1"/>
                  </a:moveTo>
                  <a:lnTo>
                    <a:pt x="142" y="1"/>
                  </a:lnTo>
                  <a:lnTo>
                    <a:pt x="127" y="17"/>
                  </a:lnTo>
                  <a:cubicBezTo>
                    <a:pt x="127" y="17"/>
                    <a:pt x="142" y="32"/>
                    <a:pt x="142" y="49"/>
                  </a:cubicBezTo>
                  <a:cubicBezTo>
                    <a:pt x="142" y="64"/>
                    <a:pt x="127" y="64"/>
                    <a:pt x="110" y="80"/>
                  </a:cubicBezTo>
                  <a:lnTo>
                    <a:pt x="95" y="95"/>
                  </a:lnTo>
                  <a:lnTo>
                    <a:pt x="79" y="95"/>
                  </a:lnTo>
                  <a:cubicBezTo>
                    <a:pt x="64" y="95"/>
                    <a:pt x="47" y="95"/>
                    <a:pt x="47" y="80"/>
                  </a:cubicBezTo>
                  <a:lnTo>
                    <a:pt x="32" y="49"/>
                  </a:lnTo>
                  <a:lnTo>
                    <a:pt x="32" y="49"/>
                  </a:lnTo>
                  <a:cubicBezTo>
                    <a:pt x="1" y="64"/>
                    <a:pt x="1" y="80"/>
                    <a:pt x="1" y="95"/>
                  </a:cubicBezTo>
                  <a:cubicBezTo>
                    <a:pt x="16" y="112"/>
                    <a:pt x="32" y="112"/>
                    <a:pt x="32" y="112"/>
                  </a:cubicBezTo>
                  <a:lnTo>
                    <a:pt x="47" y="112"/>
                  </a:lnTo>
                  <a:lnTo>
                    <a:pt x="95" y="95"/>
                  </a:lnTo>
                  <a:lnTo>
                    <a:pt x="95" y="95"/>
                  </a:lnTo>
                  <a:lnTo>
                    <a:pt x="142" y="80"/>
                  </a:lnTo>
                  <a:lnTo>
                    <a:pt x="158" y="64"/>
                  </a:lnTo>
                  <a:lnTo>
                    <a:pt x="158" y="49"/>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7" name="Google Shape;1957;p38"/>
            <p:cNvSpPr/>
            <p:nvPr/>
          </p:nvSpPr>
          <p:spPr>
            <a:xfrm>
              <a:off x="3432055" y="1783261"/>
              <a:ext cx="8555" cy="6042"/>
            </a:xfrm>
            <a:custGeom>
              <a:avLst/>
              <a:gdLst/>
              <a:ahLst/>
              <a:cxnLst/>
              <a:rect l="l" t="t" r="r" b="b"/>
              <a:pathLst>
                <a:path w="269" h="190" extrusionOk="0">
                  <a:moveTo>
                    <a:pt x="48" y="0"/>
                  </a:moveTo>
                  <a:lnTo>
                    <a:pt x="48" y="0"/>
                  </a:lnTo>
                  <a:cubicBezTo>
                    <a:pt x="32" y="0"/>
                    <a:pt x="17" y="15"/>
                    <a:pt x="17" y="15"/>
                  </a:cubicBezTo>
                  <a:lnTo>
                    <a:pt x="17" y="32"/>
                  </a:lnTo>
                  <a:lnTo>
                    <a:pt x="0" y="63"/>
                  </a:lnTo>
                  <a:lnTo>
                    <a:pt x="0" y="63"/>
                  </a:lnTo>
                  <a:lnTo>
                    <a:pt x="0" y="78"/>
                  </a:lnTo>
                  <a:cubicBezTo>
                    <a:pt x="0" y="95"/>
                    <a:pt x="0" y="95"/>
                    <a:pt x="17" y="95"/>
                  </a:cubicBezTo>
                  <a:lnTo>
                    <a:pt x="17" y="95"/>
                  </a:lnTo>
                  <a:cubicBezTo>
                    <a:pt x="17" y="95"/>
                    <a:pt x="17" y="110"/>
                    <a:pt x="32" y="110"/>
                  </a:cubicBezTo>
                  <a:lnTo>
                    <a:pt x="48" y="110"/>
                  </a:lnTo>
                  <a:lnTo>
                    <a:pt x="63" y="110"/>
                  </a:lnTo>
                  <a:lnTo>
                    <a:pt x="80" y="110"/>
                  </a:lnTo>
                  <a:lnTo>
                    <a:pt x="111" y="110"/>
                  </a:lnTo>
                  <a:cubicBezTo>
                    <a:pt x="111" y="126"/>
                    <a:pt x="126" y="126"/>
                    <a:pt x="143" y="141"/>
                  </a:cubicBezTo>
                  <a:cubicBezTo>
                    <a:pt x="143" y="141"/>
                    <a:pt x="158" y="141"/>
                    <a:pt x="158" y="158"/>
                  </a:cubicBezTo>
                  <a:lnTo>
                    <a:pt x="158" y="158"/>
                  </a:lnTo>
                  <a:cubicBezTo>
                    <a:pt x="174" y="173"/>
                    <a:pt x="189" y="189"/>
                    <a:pt x="221" y="189"/>
                  </a:cubicBezTo>
                  <a:lnTo>
                    <a:pt x="221" y="189"/>
                  </a:lnTo>
                  <a:lnTo>
                    <a:pt x="237" y="189"/>
                  </a:lnTo>
                  <a:lnTo>
                    <a:pt x="252" y="189"/>
                  </a:lnTo>
                  <a:cubicBezTo>
                    <a:pt x="252" y="189"/>
                    <a:pt x="252" y="173"/>
                    <a:pt x="269" y="173"/>
                  </a:cubicBezTo>
                  <a:cubicBezTo>
                    <a:pt x="269" y="158"/>
                    <a:pt x="269" y="141"/>
                    <a:pt x="252" y="126"/>
                  </a:cubicBezTo>
                  <a:cubicBezTo>
                    <a:pt x="237" y="126"/>
                    <a:pt x="221" y="110"/>
                    <a:pt x="206" y="95"/>
                  </a:cubicBezTo>
                  <a:cubicBezTo>
                    <a:pt x="174" y="78"/>
                    <a:pt x="126" y="47"/>
                    <a:pt x="80" y="47"/>
                  </a:cubicBezTo>
                  <a:cubicBezTo>
                    <a:pt x="80" y="32"/>
                    <a:pt x="80"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8" name="Google Shape;1958;p38"/>
            <p:cNvSpPr/>
            <p:nvPr/>
          </p:nvSpPr>
          <p:spPr>
            <a:xfrm>
              <a:off x="3157463" y="1813792"/>
              <a:ext cx="3021" cy="2576"/>
            </a:xfrm>
            <a:custGeom>
              <a:avLst/>
              <a:gdLst/>
              <a:ahLst/>
              <a:cxnLst/>
              <a:rect l="l" t="t" r="r" b="b"/>
              <a:pathLst>
                <a:path w="95" h="81" extrusionOk="0">
                  <a:moveTo>
                    <a:pt x="32" y="1"/>
                  </a:moveTo>
                  <a:lnTo>
                    <a:pt x="32" y="1"/>
                  </a:lnTo>
                  <a:lnTo>
                    <a:pt x="17" y="1"/>
                  </a:lnTo>
                  <a:cubicBezTo>
                    <a:pt x="17" y="1"/>
                    <a:pt x="0" y="17"/>
                    <a:pt x="0" y="32"/>
                  </a:cubicBezTo>
                  <a:lnTo>
                    <a:pt x="0" y="32"/>
                  </a:lnTo>
                  <a:cubicBezTo>
                    <a:pt x="0" y="49"/>
                    <a:pt x="0" y="64"/>
                    <a:pt x="17" y="64"/>
                  </a:cubicBezTo>
                  <a:lnTo>
                    <a:pt x="63" y="80"/>
                  </a:lnTo>
                  <a:lnTo>
                    <a:pt x="95" y="32"/>
                  </a:lnTo>
                  <a:lnTo>
                    <a:pt x="95"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9" name="Google Shape;1959;p38"/>
            <p:cNvSpPr/>
            <p:nvPr/>
          </p:nvSpPr>
          <p:spPr>
            <a:xfrm>
              <a:off x="3161979" y="1819803"/>
              <a:ext cx="4039" cy="3053"/>
            </a:xfrm>
            <a:custGeom>
              <a:avLst/>
              <a:gdLst/>
              <a:ahLst/>
              <a:cxnLst/>
              <a:rect l="l" t="t" r="r" b="b"/>
              <a:pathLst>
                <a:path w="127" h="96" extrusionOk="0">
                  <a:moveTo>
                    <a:pt x="79" y="1"/>
                  </a:moveTo>
                  <a:lnTo>
                    <a:pt x="79" y="1"/>
                  </a:lnTo>
                  <a:lnTo>
                    <a:pt x="64" y="1"/>
                  </a:lnTo>
                  <a:lnTo>
                    <a:pt x="32" y="1"/>
                  </a:lnTo>
                  <a:cubicBezTo>
                    <a:pt x="47" y="17"/>
                    <a:pt x="47" y="32"/>
                    <a:pt x="47" y="49"/>
                  </a:cubicBezTo>
                  <a:cubicBezTo>
                    <a:pt x="47" y="64"/>
                    <a:pt x="32" y="64"/>
                    <a:pt x="16" y="64"/>
                  </a:cubicBezTo>
                  <a:lnTo>
                    <a:pt x="1" y="64"/>
                  </a:lnTo>
                  <a:lnTo>
                    <a:pt x="1" y="64"/>
                  </a:lnTo>
                  <a:cubicBezTo>
                    <a:pt x="1" y="80"/>
                    <a:pt x="16" y="80"/>
                    <a:pt x="16" y="80"/>
                  </a:cubicBezTo>
                  <a:lnTo>
                    <a:pt x="32" y="80"/>
                  </a:lnTo>
                  <a:lnTo>
                    <a:pt x="47" y="80"/>
                  </a:lnTo>
                  <a:lnTo>
                    <a:pt x="47" y="80"/>
                  </a:lnTo>
                  <a:cubicBezTo>
                    <a:pt x="64" y="80"/>
                    <a:pt x="64" y="80"/>
                    <a:pt x="64" y="95"/>
                  </a:cubicBezTo>
                  <a:lnTo>
                    <a:pt x="95" y="95"/>
                  </a:lnTo>
                  <a:lnTo>
                    <a:pt x="95" y="95"/>
                  </a:lnTo>
                  <a:cubicBezTo>
                    <a:pt x="110" y="95"/>
                    <a:pt x="127" y="64"/>
                    <a:pt x="127" y="49"/>
                  </a:cubicBezTo>
                  <a:lnTo>
                    <a:pt x="127" y="49"/>
                  </a:lnTo>
                  <a:lnTo>
                    <a:pt x="110"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0" name="Google Shape;1960;p38"/>
            <p:cNvSpPr/>
            <p:nvPr/>
          </p:nvSpPr>
          <p:spPr>
            <a:xfrm>
              <a:off x="3026177" y="1796269"/>
              <a:ext cx="5025" cy="3530"/>
            </a:xfrm>
            <a:custGeom>
              <a:avLst/>
              <a:gdLst/>
              <a:ahLst/>
              <a:cxnLst/>
              <a:rect l="l" t="t" r="r" b="b"/>
              <a:pathLst>
                <a:path w="158" h="111" extrusionOk="0">
                  <a:moveTo>
                    <a:pt x="48" y="1"/>
                  </a:moveTo>
                  <a:lnTo>
                    <a:pt x="32" y="1"/>
                  </a:lnTo>
                  <a:lnTo>
                    <a:pt x="17" y="1"/>
                  </a:lnTo>
                  <a:lnTo>
                    <a:pt x="17" y="16"/>
                  </a:lnTo>
                  <a:cubicBezTo>
                    <a:pt x="0" y="32"/>
                    <a:pt x="17" y="47"/>
                    <a:pt x="17" y="47"/>
                  </a:cubicBezTo>
                  <a:lnTo>
                    <a:pt x="32" y="64"/>
                  </a:lnTo>
                  <a:lnTo>
                    <a:pt x="48" y="64"/>
                  </a:lnTo>
                  <a:cubicBezTo>
                    <a:pt x="48" y="79"/>
                    <a:pt x="48" y="79"/>
                    <a:pt x="63" y="95"/>
                  </a:cubicBezTo>
                  <a:cubicBezTo>
                    <a:pt x="63" y="111"/>
                    <a:pt x="80" y="111"/>
                    <a:pt x="80" y="111"/>
                  </a:cubicBezTo>
                  <a:lnTo>
                    <a:pt x="95" y="111"/>
                  </a:lnTo>
                  <a:lnTo>
                    <a:pt x="95" y="111"/>
                  </a:lnTo>
                  <a:lnTo>
                    <a:pt x="126" y="95"/>
                  </a:lnTo>
                  <a:lnTo>
                    <a:pt x="143" y="95"/>
                  </a:lnTo>
                  <a:cubicBezTo>
                    <a:pt x="143" y="79"/>
                    <a:pt x="158" y="79"/>
                    <a:pt x="158" y="64"/>
                  </a:cubicBezTo>
                  <a:cubicBezTo>
                    <a:pt x="158" y="47"/>
                    <a:pt x="158" y="47"/>
                    <a:pt x="143" y="32"/>
                  </a:cubicBezTo>
                  <a:lnTo>
                    <a:pt x="143" y="32"/>
                  </a:lnTo>
                  <a:lnTo>
                    <a:pt x="126" y="16"/>
                  </a:lnTo>
                  <a:lnTo>
                    <a:pt x="111" y="1"/>
                  </a:lnTo>
                  <a:lnTo>
                    <a:pt x="63"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1" name="Google Shape;1961;p38"/>
            <p:cNvSpPr/>
            <p:nvPr/>
          </p:nvSpPr>
          <p:spPr>
            <a:xfrm>
              <a:off x="3087812" y="1788731"/>
              <a:ext cx="4039" cy="2035"/>
            </a:xfrm>
            <a:custGeom>
              <a:avLst/>
              <a:gdLst/>
              <a:ahLst/>
              <a:cxnLst/>
              <a:rect l="l" t="t" r="r" b="b"/>
              <a:pathLst>
                <a:path w="127" h="64" extrusionOk="0">
                  <a:moveTo>
                    <a:pt x="16" y="1"/>
                  </a:moveTo>
                  <a:lnTo>
                    <a:pt x="16" y="1"/>
                  </a:lnTo>
                  <a:lnTo>
                    <a:pt x="1" y="1"/>
                  </a:lnTo>
                  <a:cubicBezTo>
                    <a:pt x="16" y="1"/>
                    <a:pt x="32" y="17"/>
                    <a:pt x="32" y="32"/>
                  </a:cubicBezTo>
                  <a:cubicBezTo>
                    <a:pt x="47" y="49"/>
                    <a:pt x="32" y="64"/>
                    <a:pt x="16" y="64"/>
                  </a:cubicBezTo>
                  <a:lnTo>
                    <a:pt x="16" y="64"/>
                  </a:lnTo>
                  <a:lnTo>
                    <a:pt x="32" y="64"/>
                  </a:lnTo>
                  <a:lnTo>
                    <a:pt x="95" y="64"/>
                  </a:lnTo>
                  <a:cubicBezTo>
                    <a:pt x="110" y="64"/>
                    <a:pt x="127" y="49"/>
                    <a:pt x="127" y="32"/>
                  </a:cubicBezTo>
                  <a:cubicBezTo>
                    <a:pt x="127" y="17"/>
                    <a:pt x="110" y="17"/>
                    <a:pt x="110" y="1"/>
                  </a:cubicBezTo>
                  <a:lnTo>
                    <a:pt x="95"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2" name="Google Shape;1962;p38"/>
            <p:cNvSpPr/>
            <p:nvPr/>
          </p:nvSpPr>
          <p:spPr>
            <a:xfrm>
              <a:off x="3446081" y="1808290"/>
              <a:ext cx="3562" cy="3530"/>
            </a:xfrm>
            <a:custGeom>
              <a:avLst/>
              <a:gdLst/>
              <a:ahLst/>
              <a:cxnLst/>
              <a:rect l="l" t="t" r="r" b="b"/>
              <a:pathLst>
                <a:path w="112" h="111" extrusionOk="0">
                  <a:moveTo>
                    <a:pt x="48" y="1"/>
                  </a:moveTo>
                  <a:lnTo>
                    <a:pt x="48" y="1"/>
                  </a:lnTo>
                  <a:lnTo>
                    <a:pt x="48" y="1"/>
                  </a:lnTo>
                  <a:cubicBezTo>
                    <a:pt x="32" y="1"/>
                    <a:pt x="32" y="16"/>
                    <a:pt x="17" y="16"/>
                  </a:cubicBezTo>
                  <a:lnTo>
                    <a:pt x="17" y="32"/>
                  </a:lnTo>
                  <a:lnTo>
                    <a:pt x="0" y="64"/>
                  </a:lnTo>
                  <a:lnTo>
                    <a:pt x="0" y="96"/>
                  </a:lnTo>
                  <a:lnTo>
                    <a:pt x="17" y="111"/>
                  </a:lnTo>
                  <a:lnTo>
                    <a:pt x="17" y="111"/>
                  </a:lnTo>
                  <a:lnTo>
                    <a:pt x="32" y="111"/>
                  </a:lnTo>
                  <a:lnTo>
                    <a:pt x="48" y="111"/>
                  </a:lnTo>
                  <a:lnTo>
                    <a:pt x="80" y="96"/>
                  </a:lnTo>
                  <a:lnTo>
                    <a:pt x="95" y="96"/>
                  </a:lnTo>
                  <a:cubicBezTo>
                    <a:pt x="111" y="79"/>
                    <a:pt x="111" y="64"/>
                    <a:pt x="95" y="48"/>
                  </a:cubicBez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3" name="Google Shape;1963;p38"/>
            <p:cNvSpPr/>
            <p:nvPr/>
          </p:nvSpPr>
          <p:spPr>
            <a:xfrm>
              <a:off x="3429034" y="1808290"/>
              <a:ext cx="4580" cy="5534"/>
            </a:xfrm>
            <a:custGeom>
              <a:avLst/>
              <a:gdLst/>
              <a:ahLst/>
              <a:cxnLst/>
              <a:rect l="l" t="t" r="r" b="b"/>
              <a:pathLst>
                <a:path w="144" h="174" extrusionOk="0">
                  <a:moveTo>
                    <a:pt x="127" y="1"/>
                  </a:moveTo>
                  <a:lnTo>
                    <a:pt x="112" y="1"/>
                  </a:lnTo>
                  <a:cubicBezTo>
                    <a:pt x="95" y="1"/>
                    <a:pt x="95" y="16"/>
                    <a:pt x="80" y="32"/>
                  </a:cubicBezTo>
                  <a:lnTo>
                    <a:pt x="80" y="64"/>
                  </a:lnTo>
                  <a:lnTo>
                    <a:pt x="95" y="79"/>
                  </a:lnTo>
                  <a:cubicBezTo>
                    <a:pt x="112" y="79"/>
                    <a:pt x="112" y="111"/>
                    <a:pt x="95" y="127"/>
                  </a:cubicBezTo>
                  <a:lnTo>
                    <a:pt x="80" y="142"/>
                  </a:lnTo>
                  <a:cubicBezTo>
                    <a:pt x="64" y="142"/>
                    <a:pt x="64" y="142"/>
                    <a:pt x="49" y="127"/>
                  </a:cubicBezTo>
                  <a:lnTo>
                    <a:pt x="17" y="111"/>
                  </a:lnTo>
                  <a:lnTo>
                    <a:pt x="17" y="111"/>
                  </a:lnTo>
                  <a:cubicBezTo>
                    <a:pt x="1" y="127"/>
                    <a:pt x="1" y="142"/>
                    <a:pt x="1" y="159"/>
                  </a:cubicBezTo>
                  <a:cubicBezTo>
                    <a:pt x="17" y="174"/>
                    <a:pt x="32" y="174"/>
                    <a:pt x="32" y="174"/>
                  </a:cubicBezTo>
                  <a:lnTo>
                    <a:pt x="49" y="174"/>
                  </a:lnTo>
                  <a:lnTo>
                    <a:pt x="112" y="142"/>
                  </a:lnTo>
                  <a:cubicBezTo>
                    <a:pt x="127" y="142"/>
                    <a:pt x="127" y="142"/>
                    <a:pt x="143" y="127"/>
                  </a:cubicBezTo>
                  <a:lnTo>
                    <a:pt x="143" y="64"/>
                  </a:lnTo>
                  <a:lnTo>
                    <a:pt x="143" y="48"/>
                  </a:lnTo>
                  <a:cubicBezTo>
                    <a:pt x="127" y="32"/>
                    <a:pt x="127" y="16"/>
                    <a:pt x="143" y="16"/>
                  </a:cubicBez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4" name="Google Shape;1964;p38"/>
            <p:cNvSpPr/>
            <p:nvPr/>
          </p:nvSpPr>
          <p:spPr>
            <a:xfrm>
              <a:off x="3084823" y="1788731"/>
              <a:ext cx="4516" cy="2576"/>
            </a:xfrm>
            <a:custGeom>
              <a:avLst/>
              <a:gdLst/>
              <a:ahLst/>
              <a:cxnLst/>
              <a:rect l="l" t="t" r="r" b="b"/>
              <a:pathLst>
                <a:path w="142" h="81" extrusionOk="0">
                  <a:moveTo>
                    <a:pt x="32" y="1"/>
                  </a:moveTo>
                  <a:lnTo>
                    <a:pt x="32" y="1"/>
                  </a:lnTo>
                  <a:lnTo>
                    <a:pt x="15" y="1"/>
                  </a:lnTo>
                  <a:lnTo>
                    <a:pt x="15" y="1"/>
                  </a:lnTo>
                  <a:lnTo>
                    <a:pt x="15" y="17"/>
                  </a:lnTo>
                  <a:cubicBezTo>
                    <a:pt x="15" y="17"/>
                    <a:pt x="15" y="32"/>
                    <a:pt x="0" y="49"/>
                  </a:cubicBezTo>
                  <a:lnTo>
                    <a:pt x="15" y="64"/>
                  </a:lnTo>
                  <a:cubicBezTo>
                    <a:pt x="15" y="64"/>
                    <a:pt x="15" y="80"/>
                    <a:pt x="32" y="80"/>
                  </a:cubicBezTo>
                  <a:lnTo>
                    <a:pt x="47" y="80"/>
                  </a:lnTo>
                  <a:lnTo>
                    <a:pt x="47" y="80"/>
                  </a:lnTo>
                  <a:lnTo>
                    <a:pt x="110" y="64"/>
                  </a:lnTo>
                  <a:lnTo>
                    <a:pt x="110" y="64"/>
                  </a:lnTo>
                  <a:cubicBezTo>
                    <a:pt x="126" y="64"/>
                    <a:pt x="141" y="49"/>
                    <a:pt x="126" y="32"/>
                  </a:cubicBezTo>
                  <a:cubicBezTo>
                    <a:pt x="126" y="17"/>
                    <a:pt x="110" y="1"/>
                    <a:pt x="95" y="1"/>
                  </a:cubicBezTo>
                  <a:lnTo>
                    <a:pt x="95" y="1"/>
                  </a:lnTo>
                  <a:lnTo>
                    <a:pt x="95"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5" name="Google Shape;1965;p38"/>
            <p:cNvSpPr/>
            <p:nvPr/>
          </p:nvSpPr>
          <p:spPr>
            <a:xfrm>
              <a:off x="3115354" y="1812329"/>
              <a:ext cx="3562" cy="5025"/>
            </a:xfrm>
            <a:custGeom>
              <a:avLst/>
              <a:gdLst/>
              <a:ahLst/>
              <a:cxnLst/>
              <a:rect l="l" t="t" r="r" b="b"/>
              <a:pathLst>
                <a:path w="112" h="158" extrusionOk="0">
                  <a:moveTo>
                    <a:pt x="32" y="0"/>
                  </a:moveTo>
                  <a:lnTo>
                    <a:pt x="32" y="0"/>
                  </a:lnTo>
                  <a:cubicBezTo>
                    <a:pt x="17" y="0"/>
                    <a:pt x="17" y="0"/>
                    <a:pt x="1" y="15"/>
                  </a:cubicBezTo>
                  <a:lnTo>
                    <a:pt x="1" y="15"/>
                  </a:lnTo>
                  <a:lnTo>
                    <a:pt x="17" y="15"/>
                  </a:lnTo>
                  <a:lnTo>
                    <a:pt x="17" y="15"/>
                  </a:lnTo>
                  <a:lnTo>
                    <a:pt x="49" y="15"/>
                  </a:lnTo>
                  <a:lnTo>
                    <a:pt x="64" y="15"/>
                  </a:lnTo>
                  <a:cubicBezTo>
                    <a:pt x="95" y="15"/>
                    <a:pt x="95" y="32"/>
                    <a:pt x="95" y="47"/>
                  </a:cubicBezTo>
                  <a:cubicBezTo>
                    <a:pt x="95" y="63"/>
                    <a:pt x="80" y="78"/>
                    <a:pt x="64" y="78"/>
                  </a:cubicBezTo>
                  <a:lnTo>
                    <a:pt x="64" y="78"/>
                  </a:lnTo>
                  <a:cubicBezTo>
                    <a:pt x="64" y="95"/>
                    <a:pt x="49" y="110"/>
                    <a:pt x="32" y="126"/>
                  </a:cubicBezTo>
                  <a:lnTo>
                    <a:pt x="17" y="126"/>
                  </a:lnTo>
                  <a:cubicBezTo>
                    <a:pt x="17" y="141"/>
                    <a:pt x="32" y="158"/>
                    <a:pt x="49" y="158"/>
                  </a:cubicBezTo>
                  <a:lnTo>
                    <a:pt x="64" y="158"/>
                  </a:lnTo>
                  <a:cubicBezTo>
                    <a:pt x="80" y="158"/>
                    <a:pt x="80" y="141"/>
                    <a:pt x="95" y="126"/>
                  </a:cubicBezTo>
                  <a:lnTo>
                    <a:pt x="95" y="110"/>
                  </a:lnTo>
                  <a:lnTo>
                    <a:pt x="95" y="110"/>
                  </a:lnTo>
                  <a:cubicBezTo>
                    <a:pt x="95" y="95"/>
                    <a:pt x="112" y="78"/>
                    <a:pt x="112" y="47"/>
                  </a:cubicBezTo>
                  <a:lnTo>
                    <a:pt x="112" y="47"/>
                  </a:lnTo>
                  <a:cubicBezTo>
                    <a:pt x="95" y="32"/>
                    <a:pt x="80" y="15"/>
                    <a:pt x="64" y="15"/>
                  </a:cubicBez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6" name="Google Shape;1966;p38"/>
            <p:cNvSpPr/>
            <p:nvPr/>
          </p:nvSpPr>
          <p:spPr>
            <a:xfrm>
              <a:off x="3025159" y="1791752"/>
              <a:ext cx="6042" cy="1558"/>
            </a:xfrm>
            <a:custGeom>
              <a:avLst/>
              <a:gdLst/>
              <a:ahLst/>
              <a:cxnLst/>
              <a:rect l="l" t="t" r="r" b="b"/>
              <a:pathLst>
                <a:path w="190" h="49" extrusionOk="0">
                  <a:moveTo>
                    <a:pt x="190" y="0"/>
                  </a:moveTo>
                  <a:cubicBezTo>
                    <a:pt x="127" y="0"/>
                    <a:pt x="64" y="17"/>
                    <a:pt x="1" y="17"/>
                  </a:cubicBezTo>
                  <a:lnTo>
                    <a:pt x="1" y="17"/>
                  </a:lnTo>
                  <a:cubicBezTo>
                    <a:pt x="1" y="32"/>
                    <a:pt x="17" y="48"/>
                    <a:pt x="32" y="48"/>
                  </a:cubicBezTo>
                  <a:lnTo>
                    <a:pt x="32" y="48"/>
                  </a:lnTo>
                  <a:lnTo>
                    <a:pt x="32" y="48"/>
                  </a:lnTo>
                  <a:lnTo>
                    <a:pt x="158" y="17"/>
                  </a:lnTo>
                  <a:cubicBezTo>
                    <a:pt x="175" y="17"/>
                    <a:pt x="190" y="17"/>
                    <a:pt x="19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7" name="Google Shape;1967;p38"/>
            <p:cNvSpPr/>
            <p:nvPr/>
          </p:nvSpPr>
          <p:spPr>
            <a:xfrm>
              <a:off x="3172474" y="1831825"/>
              <a:ext cx="3562" cy="3053"/>
            </a:xfrm>
            <a:custGeom>
              <a:avLst/>
              <a:gdLst/>
              <a:ahLst/>
              <a:cxnLst/>
              <a:rect l="l" t="t" r="r" b="b"/>
              <a:pathLst>
                <a:path w="112" h="96" extrusionOk="0">
                  <a:moveTo>
                    <a:pt x="32" y="1"/>
                  </a:moveTo>
                  <a:lnTo>
                    <a:pt x="17" y="1"/>
                  </a:lnTo>
                  <a:lnTo>
                    <a:pt x="17" y="1"/>
                  </a:lnTo>
                  <a:cubicBezTo>
                    <a:pt x="17" y="17"/>
                    <a:pt x="17" y="32"/>
                    <a:pt x="1" y="32"/>
                  </a:cubicBezTo>
                  <a:lnTo>
                    <a:pt x="1" y="49"/>
                  </a:lnTo>
                  <a:lnTo>
                    <a:pt x="17" y="64"/>
                  </a:lnTo>
                  <a:lnTo>
                    <a:pt x="64" y="80"/>
                  </a:lnTo>
                  <a:cubicBezTo>
                    <a:pt x="64" y="95"/>
                    <a:pt x="64" y="95"/>
                    <a:pt x="80" y="95"/>
                  </a:cubicBezTo>
                  <a:cubicBezTo>
                    <a:pt x="95" y="95"/>
                    <a:pt x="95" y="80"/>
                    <a:pt x="112" y="64"/>
                  </a:cubicBezTo>
                  <a:lnTo>
                    <a:pt x="112" y="64"/>
                  </a:lnTo>
                  <a:lnTo>
                    <a:pt x="112" y="32"/>
                  </a:lnTo>
                  <a:lnTo>
                    <a:pt x="95" y="32"/>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8" name="Google Shape;1968;p38"/>
            <p:cNvSpPr/>
            <p:nvPr/>
          </p:nvSpPr>
          <p:spPr>
            <a:xfrm>
              <a:off x="3316799" y="1815319"/>
              <a:ext cx="3021" cy="4516"/>
            </a:xfrm>
            <a:custGeom>
              <a:avLst/>
              <a:gdLst/>
              <a:ahLst/>
              <a:cxnLst/>
              <a:rect l="l" t="t" r="r" b="b"/>
              <a:pathLst>
                <a:path w="95" h="142" extrusionOk="0">
                  <a:moveTo>
                    <a:pt x="32" y="1"/>
                  </a:moveTo>
                  <a:lnTo>
                    <a:pt x="32" y="16"/>
                  </a:lnTo>
                  <a:lnTo>
                    <a:pt x="0" y="16"/>
                  </a:lnTo>
                  <a:lnTo>
                    <a:pt x="0" y="64"/>
                  </a:lnTo>
                  <a:lnTo>
                    <a:pt x="17" y="79"/>
                  </a:lnTo>
                  <a:lnTo>
                    <a:pt x="17" y="79"/>
                  </a:lnTo>
                  <a:lnTo>
                    <a:pt x="17" y="79"/>
                  </a:lnTo>
                  <a:lnTo>
                    <a:pt x="17" y="79"/>
                  </a:lnTo>
                  <a:lnTo>
                    <a:pt x="17" y="95"/>
                  </a:lnTo>
                  <a:cubicBezTo>
                    <a:pt x="0" y="110"/>
                    <a:pt x="17" y="127"/>
                    <a:pt x="32" y="142"/>
                  </a:cubicBezTo>
                  <a:lnTo>
                    <a:pt x="32" y="142"/>
                  </a:lnTo>
                  <a:lnTo>
                    <a:pt x="48" y="142"/>
                  </a:lnTo>
                  <a:lnTo>
                    <a:pt x="64" y="142"/>
                  </a:lnTo>
                  <a:cubicBezTo>
                    <a:pt x="48" y="127"/>
                    <a:pt x="48" y="127"/>
                    <a:pt x="48" y="110"/>
                  </a:cubicBezTo>
                  <a:cubicBezTo>
                    <a:pt x="48" y="95"/>
                    <a:pt x="64" y="79"/>
                    <a:pt x="80" y="79"/>
                  </a:cubicBezTo>
                  <a:lnTo>
                    <a:pt x="80" y="79"/>
                  </a:lnTo>
                  <a:lnTo>
                    <a:pt x="95" y="79"/>
                  </a:lnTo>
                  <a:cubicBezTo>
                    <a:pt x="95" y="64"/>
                    <a:pt x="80" y="47"/>
                    <a:pt x="80" y="47"/>
                  </a:cubicBezTo>
                  <a:lnTo>
                    <a:pt x="80" y="47"/>
                  </a:lnTo>
                  <a:lnTo>
                    <a:pt x="48" y="16"/>
                  </a:lnTo>
                  <a:lnTo>
                    <a:pt x="3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9" name="Google Shape;1969;p38"/>
            <p:cNvSpPr/>
            <p:nvPr/>
          </p:nvSpPr>
          <p:spPr>
            <a:xfrm>
              <a:off x="3453109" y="1803297"/>
              <a:ext cx="4548" cy="3530"/>
            </a:xfrm>
            <a:custGeom>
              <a:avLst/>
              <a:gdLst/>
              <a:ahLst/>
              <a:cxnLst/>
              <a:rect l="l" t="t" r="r" b="b"/>
              <a:pathLst>
                <a:path w="143" h="111" extrusionOk="0">
                  <a:moveTo>
                    <a:pt x="111" y="0"/>
                  </a:moveTo>
                  <a:lnTo>
                    <a:pt x="111" y="0"/>
                  </a:lnTo>
                  <a:lnTo>
                    <a:pt x="111" y="0"/>
                  </a:lnTo>
                  <a:lnTo>
                    <a:pt x="95" y="0"/>
                  </a:lnTo>
                  <a:lnTo>
                    <a:pt x="63" y="0"/>
                  </a:lnTo>
                  <a:cubicBezTo>
                    <a:pt x="48" y="0"/>
                    <a:pt x="32" y="16"/>
                    <a:pt x="32" y="47"/>
                  </a:cubicBezTo>
                  <a:lnTo>
                    <a:pt x="16" y="47"/>
                  </a:lnTo>
                  <a:cubicBezTo>
                    <a:pt x="0" y="63"/>
                    <a:pt x="0" y="79"/>
                    <a:pt x="16" y="95"/>
                  </a:cubicBezTo>
                  <a:cubicBezTo>
                    <a:pt x="16" y="110"/>
                    <a:pt x="32" y="110"/>
                    <a:pt x="32" y="110"/>
                  </a:cubicBezTo>
                  <a:lnTo>
                    <a:pt x="48" y="110"/>
                  </a:lnTo>
                  <a:lnTo>
                    <a:pt x="126" y="63"/>
                  </a:lnTo>
                  <a:lnTo>
                    <a:pt x="126" y="63"/>
                  </a:lnTo>
                  <a:cubicBezTo>
                    <a:pt x="142" y="63"/>
                    <a:pt x="142" y="47"/>
                    <a:pt x="142" y="32"/>
                  </a:cubicBezTo>
                  <a:lnTo>
                    <a:pt x="142" y="32"/>
                  </a:lnTo>
                  <a:lnTo>
                    <a:pt x="142" y="16"/>
                  </a:lnTo>
                  <a:cubicBezTo>
                    <a:pt x="142" y="16"/>
                    <a:pt x="142" y="0"/>
                    <a:pt x="126" y="0"/>
                  </a:cubicBez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0" name="Google Shape;1970;p38"/>
            <p:cNvSpPr/>
            <p:nvPr/>
          </p:nvSpPr>
          <p:spPr>
            <a:xfrm>
              <a:off x="3295268" y="1818817"/>
              <a:ext cx="2512" cy="4548"/>
            </a:xfrm>
            <a:custGeom>
              <a:avLst/>
              <a:gdLst/>
              <a:ahLst/>
              <a:cxnLst/>
              <a:rect l="l" t="t" r="r" b="b"/>
              <a:pathLst>
                <a:path w="79" h="143" extrusionOk="0">
                  <a:moveTo>
                    <a:pt x="47" y="0"/>
                  </a:moveTo>
                  <a:lnTo>
                    <a:pt x="47" y="0"/>
                  </a:lnTo>
                  <a:cubicBezTo>
                    <a:pt x="32" y="0"/>
                    <a:pt x="32" y="17"/>
                    <a:pt x="32" y="17"/>
                  </a:cubicBezTo>
                  <a:cubicBezTo>
                    <a:pt x="16" y="17"/>
                    <a:pt x="16" y="17"/>
                    <a:pt x="16" y="32"/>
                  </a:cubicBezTo>
                  <a:lnTo>
                    <a:pt x="1" y="80"/>
                  </a:lnTo>
                  <a:lnTo>
                    <a:pt x="1" y="95"/>
                  </a:lnTo>
                  <a:cubicBezTo>
                    <a:pt x="1" y="111"/>
                    <a:pt x="1" y="126"/>
                    <a:pt x="16" y="143"/>
                  </a:cubicBezTo>
                  <a:lnTo>
                    <a:pt x="32" y="143"/>
                  </a:lnTo>
                  <a:cubicBezTo>
                    <a:pt x="47" y="143"/>
                    <a:pt x="47" y="126"/>
                    <a:pt x="64" y="126"/>
                  </a:cubicBezTo>
                  <a:lnTo>
                    <a:pt x="64" y="111"/>
                  </a:lnTo>
                  <a:lnTo>
                    <a:pt x="79" y="63"/>
                  </a:lnTo>
                  <a:lnTo>
                    <a:pt x="79" y="48"/>
                  </a:lnTo>
                  <a:lnTo>
                    <a:pt x="79"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1" name="Google Shape;1971;p38"/>
            <p:cNvSpPr/>
            <p:nvPr/>
          </p:nvSpPr>
          <p:spPr>
            <a:xfrm>
              <a:off x="3429034" y="1803297"/>
              <a:ext cx="3562" cy="5025"/>
            </a:xfrm>
            <a:custGeom>
              <a:avLst/>
              <a:gdLst/>
              <a:ahLst/>
              <a:cxnLst/>
              <a:rect l="l" t="t" r="r" b="b"/>
              <a:pathLst>
                <a:path w="112" h="158" extrusionOk="0">
                  <a:moveTo>
                    <a:pt x="80" y="0"/>
                  </a:moveTo>
                  <a:lnTo>
                    <a:pt x="64" y="0"/>
                  </a:lnTo>
                  <a:lnTo>
                    <a:pt x="49" y="0"/>
                  </a:lnTo>
                  <a:cubicBezTo>
                    <a:pt x="32" y="16"/>
                    <a:pt x="17" y="32"/>
                    <a:pt x="1" y="63"/>
                  </a:cubicBezTo>
                  <a:lnTo>
                    <a:pt x="1" y="79"/>
                  </a:lnTo>
                  <a:cubicBezTo>
                    <a:pt x="1" y="95"/>
                    <a:pt x="17" y="126"/>
                    <a:pt x="32" y="142"/>
                  </a:cubicBezTo>
                  <a:lnTo>
                    <a:pt x="32" y="158"/>
                  </a:lnTo>
                  <a:lnTo>
                    <a:pt x="64" y="158"/>
                  </a:lnTo>
                  <a:cubicBezTo>
                    <a:pt x="64" y="158"/>
                    <a:pt x="80" y="158"/>
                    <a:pt x="80" y="142"/>
                  </a:cubicBezTo>
                  <a:lnTo>
                    <a:pt x="80" y="142"/>
                  </a:lnTo>
                  <a:lnTo>
                    <a:pt x="80" y="126"/>
                  </a:lnTo>
                  <a:lnTo>
                    <a:pt x="80" y="110"/>
                  </a:lnTo>
                  <a:lnTo>
                    <a:pt x="80" y="95"/>
                  </a:lnTo>
                  <a:cubicBezTo>
                    <a:pt x="64" y="95"/>
                    <a:pt x="64" y="79"/>
                    <a:pt x="64" y="79"/>
                  </a:cubicBezTo>
                  <a:cubicBezTo>
                    <a:pt x="64" y="79"/>
                    <a:pt x="80" y="63"/>
                    <a:pt x="95" y="63"/>
                  </a:cubicBezTo>
                  <a:lnTo>
                    <a:pt x="95" y="47"/>
                  </a:lnTo>
                  <a:cubicBezTo>
                    <a:pt x="112" y="47"/>
                    <a:pt x="112" y="32"/>
                    <a:pt x="95" y="16"/>
                  </a:cubicBez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2" name="Google Shape;1972;p38"/>
            <p:cNvSpPr/>
            <p:nvPr/>
          </p:nvSpPr>
          <p:spPr>
            <a:xfrm>
              <a:off x="3230611" y="1802279"/>
              <a:ext cx="4039" cy="3530"/>
            </a:xfrm>
            <a:custGeom>
              <a:avLst/>
              <a:gdLst/>
              <a:ahLst/>
              <a:cxnLst/>
              <a:rect l="l" t="t" r="r" b="b"/>
              <a:pathLst>
                <a:path w="127" h="111" extrusionOk="0">
                  <a:moveTo>
                    <a:pt x="95" y="1"/>
                  </a:moveTo>
                  <a:lnTo>
                    <a:pt x="80" y="1"/>
                  </a:lnTo>
                  <a:lnTo>
                    <a:pt x="64" y="16"/>
                  </a:lnTo>
                  <a:lnTo>
                    <a:pt x="32" y="32"/>
                  </a:lnTo>
                  <a:lnTo>
                    <a:pt x="17" y="48"/>
                  </a:lnTo>
                  <a:cubicBezTo>
                    <a:pt x="17" y="64"/>
                    <a:pt x="1" y="79"/>
                    <a:pt x="17" y="95"/>
                  </a:cubicBezTo>
                  <a:lnTo>
                    <a:pt x="32" y="95"/>
                  </a:lnTo>
                  <a:cubicBezTo>
                    <a:pt x="32" y="111"/>
                    <a:pt x="32" y="111"/>
                    <a:pt x="48" y="111"/>
                  </a:cubicBezTo>
                  <a:cubicBezTo>
                    <a:pt x="48" y="111"/>
                    <a:pt x="64" y="111"/>
                    <a:pt x="64" y="95"/>
                  </a:cubicBezTo>
                  <a:lnTo>
                    <a:pt x="111" y="64"/>
                  </a:lnTo>
                  <a:cubicBezTo>
                    <a:pt x="127" y="48"/>
                    <a:pt x="127" y="32"/>
                    <a:pt x="111" y="16"/>
                  </a:cubicBezTo>
                  <a:cubicBezTo>
                    <a:pt x="111" y="1"/>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3" name="Google Shape;1973;p38"/>
            <p:cNvSpPr/>
            <p:nvPr/>
          </p:nvSpPr>
          <p:spPr>
            <a:xfrm>
              <a:off x="3169007" y="1830839"/>
              <a:ext cx="4039" cy="4039"/>
            </a:xfrm>
            <a:custGeom>
              <a:avLst/>
              <a:gdLst/>
              <a:ahLst/>
              <a:cxnLst/>
              <a:rect l="l" t="t" r="r" b="b"/>
              <a:pathLst>
                <a:path w="127" h="127" extrusionOk="0">
                  <a:moveTo>
                    <a:pt x="95" y="0"/>
                  </a:moveTo>
                  <a:cubicBezTo>
                    <a:pt x="78" y="0"/>
                    <a:pt x="78" y="0"/>
                    <a:pt x="78" y="17"/>
                  </a:cubicBezTo>
                  <a:lnTo>
                    <a:pt x="63" y="17"/>
                  </a:lnTo>
                  <a:lnTo>
                    <a:pt x="15" y="63"/>
                  </a:lnTo>
                  <a:cubicBezTo>
                    <a:pt x="0" y="80"/>
                    <a:pt x="0" y="95"/>
                    <a:pt x="15" y="111"/>
                  </a:cubicBezTo>
                  <a:cubicBezTo>
                    <a:pt x="32" y="111"/>
                    <a:pt x="32" y="126"/>
                    <a:pt x="47" y="126"/>
                  </a:cubicBezTo>
                  <a:lnTo>
                    <a:pt x="63" y="111"/>
                  </a:lnTo>
                  <a:lnTo>
                    <a:pt x="110" y="80"/>
                  </a:lnTo>
                  <a:lnTo>
                    <a:pt x="110" y="63"/>
                  </a:lnTo>
                  <a:cubicBezTo>
                    <a:pt x="126" y="63"/>
                    <a:pt x="126" y="48"/>
                    <a:pt x="126" y="32"/>
                  </a:cubicBez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4" name="Google Shape;1974;p38"/>
            <p:cNvSpPr/>
            <p:nvPr/>
          </p:nvSpPr>
          <p:spPr>
            <a:xfrm>
              <a:off x="3227590" y="1787268"/>
              <a:ext cx="4071" cy="5502"/>
            </a:xfrm>
            <a:custGeom>
              <a:avLst/>
              <a:gdLst/>
              <a:ahLst/>
              <a:cxnLst/>
              <a:rect l="l" t="t" r="r" b="b"/>
              <a:pathLst>
                <a:path w="128" h="173" extrusionOk="0">
                  <a:moveTo>
                    <a:pt x="49" y="0"/>
                  </a:moveTo>
                  <a:lnTo>
                    <a:pt x="32" y="0"/>
                  </a:lnTo>
                  <a:lnTo>
                    <a:pt x="32" y="0"/>
                  </a:lnTo>
                  <a:cubicBezTo>
                    <a:pt x="1" y="0"/>
                    <a:pt x="1" y="32"/>
                    <a:pt x="17" y="47"/>
                  </a:cubicBezTo>
                  <a:lnTo>
                    <a:pt x="17" y="63"/>
                  </a:lnTo>
                  <a:lnTo>
                    <a:pt x="64" y="141"/>
                  </a:lnTo>
                  <a:cubicBezTo>
                    <a:pt x="64" y="158"/>
                    <a:pt x="64" y="158"/>
                    <a:pt x="80" y="158"/>
                  </a:cubicBezTo>
                  <a:cubicBezTo>
                    <a:pt x="80" y="158"/>
                    <a:pt x="80" y="173"/>
                    <a:pt x="96" y="173"/>
                  </a:cubicBezTo>
                  <a:cubicBezTo>
                    <a:pt x="96" y="173"/>
                    <a:pt x="96" y="158"/>
                    <a:pt x="112" y="158"/>
                  </a:cubicBezTo>
                  <a:cubicBezTo>
                    <a:pt x="127" y="158"/>
                    <a:pt x="127" y="141"/>
                    <a:pt x="127" y="110"/>
                  </a:cubicBezTo>
                  <a:lnTo>
                    <a:pt x="64" y="15"/>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5" name="Google Shape;1975;p38"/>
            <p:cNvSpPr/>
            <p:nvPr/>
          </p:nvSpPr>
          <p:spPr>
            <a:xfrm>
              <a:off x="3330824" y="1789272"/>
              <a:ext cx="11576" cy="5025"/>
            </a:xfrm>
            <a:custGeom>
              <a:avLst/>
              <a:gdLst/>
              <a:ahLst/>
              <a:cxnLst/>
              <a:rect l="l" t="t" r="r" b="b"/>
              <a:pathLst>
                <a:path w="364" h="158" extrusionOk="0">
                  <a:moveTo>
                    <a:pt x="49" y="63"/>
                  </a:moveTo>
                  <a:cubicBezTo>
                    <a:pt x="32" y="63"/>
                    <a:pt x="17" y="78"/>
                    <a:pt x="17" y="95"/>
                  </a:cubicBezTo>
                  <a:cubicBezTo>
                    <a:pt x="1" y="110"/>
                    <a:pt x="17" y="126"/>
                    <a:pt x="32" y="126"/>
                  </a:cubicBezTo>
                  <a:lnTo>
                    <a:pt x="127" y="141"/>
                  </a:lnTo>
                  <a:lnTo>
                    <a:pt x="127" y="141"/>
                  </a:lnTo>
                  <a:lnTo>
                    <a:pt x="143" y="126"/>
                  </a:lnTo>
                  <a:lnTo>
                    <a:pt x="158" y="126"/>
                  </a:lnTo>
                  <a:lnTo>
                    <a:pt x="158" y="126"/>
                  </a:lnTo>
                  <a:lnTo>
                    <a:pt x="190" y="126"/>
                  </a:lnTo>
                  <a:lnTo>
                    <a:pt x="206" y="126"/>
                  </a:lnTo>
                  <a:lnTo>
                    <a:pt x="206" y="126"/>
                  </a:lnTo>
                  <a:cubicBezTo>
                    <a:pt x="190" y="110"/>
                    <a:pt x="190" y="95"/>
                    <a:pt x="206" y="78"/>
                  </a:cubicBezTo>
                  <a:lnTo>
                    <a:pt x="206" y="78"/>
                  </a:lnTo>
                  <a:lnTo>
                    <a:pt x="112" y="63"/>
                  </a:lnTo>
                  <a:lnTo>
                    <a:pt x="49" y="63"/>
                  </a:lnTo>
                  <a:lnTo>
                    <a:pt x="49" y="63"/>
                  </a:lnTo>
                  <a:close/>
                  <a:moveTo>
                    <a:pt x="316" y="0"/>
                  </a:moveTo>
                  <a:lnTo>
                    <a:pt x="316" y="0"/>
                  </a:lnTo>
                  <a:cubicBezTo>
                    <a:pt x="301" y="0"/>
                    <a:pt x="284" y="0"/>
                    <a:pt x="284" y="15"/>
                  </a:cubicBezTo>
                  <a:lnTo>
                    <a:pt x="284" y="15"/>
                  </a:lnTo>
                  <a:lnTo>
                    <a:pt x="301" y="32"/>
                  </a:lnTo>
                  <a:cubicBezTo>
                    <a:pt x="316" y="47"/>
                    <a:pt x="316" y="63"/>
                    <a:pt x="301" y="78"/>
                  </a:cubicBezTo>
                  <a:lnTo>
                    <a:pt x="253" y="126"/>
                  </a:lnTo>
                  <a:lnTo>
                    <a:pt x="238" y="141"/>
                  </a:lnTo>
                  <a:cubicBezTo>
                    <a:pt x="253" y="141"/>
                    <a:pt x="253" y="141"/>
                    <a:pt x="269" y="158"/>
                  </a:cubicBezTo>
                  <a:lnTo>
                    <a:pt x="269" y="158"/>
                  </a:lnTo>
                  <a:lnTo>
                    <a:pt x="269" y="158"/>
                  </a:lnTo>
                  <a:cubicBezTo>
                    <a:pt x="284" y="158"/>
                    <a:pt x="301" y="141"/>
                    <a:pt x="301" y="141"/>
                  </a:cubicBezTo>
                  <a:lnTo>
                    <a:pt x="347" y="63"/>
                  </a:lnTo>
                  <a:lnTo>
                    <a:pt x="347" y="47"/>
                  </a:lnTo>
                  <a:cubicBezTo>
                    <a:pt x="364" y="32"/>
                    <a:pt x="347" y="0"/>
                    <a:pt x="332" y="0"/>
                  </a:cubicBezTo>
                  <a:lnTo>
                    <a:pt x="3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6" name="Google Shape;1976;p38"/>
            <p:cNvSpPr/>
            <p:nvPr/>
          </p:nvSpPr>
          <p:spPr>
            <a:xfrm>
              <a:off x="3024682" y="1805778"/>
              <a:ext cx="3530" cy="4039"/>
            </a:xfrm>
            <a:custGeom>
              <a:avLst/>
              <a:gdLst/>
              <a:ahLst/>
              <a:cxnLst/>
              <a:rect l="l" t="t" r="r" b="b"/>
              <a:pathLst>
                <a:path w="111" h="127" extrusionOk="0">
                  <a:moveTo>
                    <a:pt x="64" y="80"/>
                  </a:moveTo>
                  <a:lnTo>
                    <a:pt x="64" y="80"/>
                  </a:lnTo>
                  <a:lnTo>
                    <a:pt x="64" y="80"/>
                  </a:lnTo>
                  <a:close/>
                  <a:moveTo>
                    <a:pt x="47" y="1"/>
                  </a:moveTo>
                  <a:lnTo>
                    <a:pt x="47" y="1"/>
                  </a:lnTo>
                  <a:lnTo>
                    <a:pt x="47" y="1"/>
                  </a:lnTo>
                  <a:lnTo>
                    <a:pt x="32" y="17"/>
                  </a:lnTo>
                  <a:cubicBezTo>
                    <a:pt x="16" y="17"/>
                    <a:pt x="16" y="17"/>
                    <a:pt x="16" y="32"/>
                  </a:cubicBezTo>
                  <a:lnTo>
                    <a:pt x="16" y="48"/>
                  </a:lnTo>
                  <a:lnTo>
                    <a:pt x="1" y="64"/>
                  </a:lnTo>
                  <a:lnTo>
                    <a:pt x="1" y="95"/>
                  </a:lnTo>
                  <a:cubicBezTo>
                    <a:pt x="1" y="111"/>
                    <a:pt x="16" y="127"/>
                    <a:pt x="32" y="127"/>
                  </a:cubicBezTo>
                  <a:lnTo>
                    <a:pt x="47" y="127"/>
                  </a:lnTo>
                  <a:cubicBezTo>
                    <a:pt x="47" y="111"/>
                    <a:pt x="64" y="111"/>
                    <a:pt x="64" y="111"/>
                  </a:cubicBezTo>
                  <a:cubicBezTo>
                    <a:pt x="79" y="95"/>
                    <a:pt x="95" y="95"/>
                    <a:pt x="95" y="64"/>
                  </a:cubicBezTo>
                  <a:cubicBezTo>
                    <a:pt x="110" y="32"/>
                    <a:pt x="79" y="17"/>
                    <a:pt x="79" y="17"/>
                  </a:cubicBezTo>
                  <a:cubicBezTo>
                    <a:pt x="64" y="17"/>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7" name="Google Shape;1977;p38"/>
            <p:cNvSpPr/>
            <p:nvPr/>
          </p:nvSpPr>
          <p:spPr>
            <a:xfrm>
              <a:off x="3026686" y="180829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8" name="Google Shape;1978;p38"/>
            <p:cNvSpPr/>
            <p:nvPr/>
          </p:nvSpPr>
          <p:spPr>
            <a:xfrm>
              <a:off x="3030693" y="1804283"/>
              <a:ext cx="3053" cy="3530"/>
            </a:xfrm>
            <a:custGeom>
              <a:avLst/>
              <a:gdLst/>
              <a:ahLst/>
              <a:cxnLst/>
              <a:rect l="l" t="t" r="r" b="b"/>
              <a:pathLst>
                <a:path w="96" h="111" extrusionOk="0">
                  <a:moveTo>
                    <a:pt x="64" y="1"/>
                  </a:moveTo>
                  <a:lnTo>
                    <a:pt x="64" y="1"/>
                  </a:lnTo>
                  <a:cubicBezTo>
                    <a:pt x="64" y="1"/>
                    <a:pt x="47" y="1"/>
                    <a:pt x="47" y="16"/>
                  </a:cubicBezTo>
                  <a:lnTo>
                    <a:pt x="16" y="32"/>
                  </a:lnTo>
                  <a:lnTo>
                    <a:pt x="16" y="48"/>
                  </a:lnTo>
                  <a:cubicBezTo>
                    <a:pt x="1" y="64"/>
                    <a:pt x="1" y="79"/>
                    <a:pt x="16" y="95"/>
                  </a:cubicBezTo>
                  <a:lnTo>
                    <a:pt x="32" y="95"/>
                  </a:lnTo>
                  <a:cubicBezTo>
                    <a:pt x="32" y="111"/>
                    <a:pt x="32" y="111"/>
                    <a:pt x="47" y="111"/>
                  </a:cubicBezTo>
                  <a:lnTo>
                    <a:pt x="64" y="95"/>
                  </a:lnTo>
                  <a:lnTo>
                    <a:pt x="79" y="64"/>
                  </a:lnTo>
                  <a:lnTo>
                    <a:pt x="95" y="64"/>
                  </a:lnTo>
                  <a:lnTo>
                    <a:pt x="95" y="32"/>
                  </a:lnTo>
                  <a:lnTo>
                    <a:pt x="95" y="16"/>
                  </a:lnTo>
                  <a:lnTo>
                    <a:pt x="95" y="16"/>
                  </a:ln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9" name="Google Shape;1979;p38"/>
            <p:cNvSpPr/>
            <p:nvPr/>
          </p:nvSpPr>
          <p:spPr>
            <a:xfrm>
              <a:off x="3195532" y="1789272"/>
              <a:ext cx="2576" cy="2512"/>
            </a:xfrm>
            <a:custGeom>
              <a:avLst/>
              <a:gdLst/>
              <a:ahLst/>
              <a:cxnLst/>
              <a:rect l="l" t="t" r="r" b="b"/>
              <a:pathLst>
                <a:path w="81" h="79" extrusionOk="0">
                  <a:moveTo>
                    <a:pt x="17" y="0"/>
                  </a:moveTo>
                  <a:lnTo>
                    <a:pt x="17" y="15"/>
                  </a:lnTo>
                  <a:cubicBezTo>
                    <a:pt x="17" y="32"/>
                    <a:pt x="1" y="32"/>
                    <a:pt x="1" y="32"/>
                  </a:cubicBezTo>
                  <a:cubicBezTo>
                    <a:pt x="1" y="47"/>
                    <a:pt x="1" y="47"/>
                    <a:pt x="17" y="63"/>
                  </a:cubicBezTo>
                  <a:lnTo>
                    <a:pt x="17" y="63"/>
                  </a:lnTo>
                  <a:cubicBezTo>
                    <a:pt x="17" y="63"/>
                    <a:pt x="32" y="63"/>
                    <a:pt x="32" y="78"/>
                  </a:cubicBezTo>
                  <a:cubicBezTo>
                    <a:pt x="32" y="63"/>
                    <a:pt x="49" y="63"/>
                    <a:pt x="49" y="63"/>
                  </a:cubicBezTo>
                  <a:lnTo>
                    <a:pt x="49" y="63"/>
                  </a:lnTo>
                  <a:lnTo>
                    <a:pt x="64" y="63"/>
                  </a:lnTo>
                  <a:lnTo>
                    <a:pt x="64" y="63"/>
                  </a:lnTo>
                  <a:lnTo>
                    <a:pt x="80" y="47"/>
                  </a:lnTo>
                  <a:cubicBezTo>
                    <a:pt x="64" y="32"/>
                    <a:pt x="64" y="32"/>
                    <a:pt x="64"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0" name="Google Shape;1980;p38"/>
            <p:cNvSpPr/>
            <p:nvPr/>
          </p:nvSpPr>
          <p:spPr>
            <a:xfrm>
              <a:off x="3411001" y="1758199"/>
              <a:ext cx="4548" cy="5534"/>
            </a:xfrm>
            <a:custGeom>
              <a:avLst/>
              <a:gdLst/>
              <a:ahLst/>
              <a:cxnLst/>
              <a:rect l="l" t="t" r="r" b="b"/>
              <a:pathLst>
                <a:path w="143" h="174" extrusionOk="0">
                  <a:moveTo>
                    <a:pt x="32" y="0"/>
                  </a:moveTo>
                  <a:lnTo>
                    <a:pt x="32" y="0"/>
                  </a:lnTo>
                  <a:cubicBezTo>
                    <a:pt x="17" y="0"/>
                    <a:pt x="17" y="16"/>
                    <a:pt x="17" y="16"/>
                  </a:cubicBezTo>
                  <a:cubicBezTo>
                    <a:pt x="1" y="32"/>
                    <a:pt x="1" y="47"/>
                    <a:pt x="1" y="63"/>
                  </a:cubicBezTo>
                  <a:cubicBezTo>
                    <a:pt x="17" y="79"/>
                    <a:pt x="32" y="79"/>
                    <a:pt x="32" y="95"/>
                  </a:cubicBezTo>
                  <a:lnTo>
                    <a:pt x="48" y="95"/>
                  </a:lnTo>
                  <a:cubicBezTo>
                    <a:pt x="64" y="110"/>
                    <a:pt x="64" y="110"/>
                    <a:pt x="64" y="126"/>
                  </a:cubicBezTo>
                  <a:cubicBezTo>
                    <a:pt x="64" y="142"/>
                    <a:pt x="48" y="142"/>
                    <a:pt x="64" y="142"/>
                  </a:cubicBezTo>
                  <a:cubicBezTo>
                    <a:pt x="64" y="158"/>
                    <a:pt x="64" y="173"/>
                    <a:pt x="80" y="173"/>
                  </a:cubicBezTo>
                  <a:lnTo>
                    <a:pt x="95" y="173"/>
                  </a:lnTo>
                  <a:cubicBezTo>
                    <a:pt x="111" y="173"/>
                    <a:pt x="111" y="173"/>
                    <a:pt x="127" y="158"/>
                  </a:cubicBezTo>
                  <a:lnTo>
                    <a:pt x="127" y="142"/>
                  </a:lnTo>
                  <a:cubicBezTo>
                    <a:pt x="143" y="79"/>
                    <a:pt x="95" y="63"/>
                    <a:pt x="80" y="32"/>
                  </a:cubicBezTo>
                  <a:cubicBezTo>
                    <a:pt x="80" y="32"/>
                    <a:pt x="64" y="32"/>
                    <a:pt x="64" y="16"/>
                  </a:cubicBezTo>
                  <a:lnTo>
                    <a:pt x="64" y="16"/>
                  </a:lnTo>
                  <a:cubicBezTo>
                    <a:pt x="48"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1" name="Google Shape;1981;p38"/>
            <p:cNvSpPr/>
            <p:nvPr/>
          </p:nvSpPr>
          <p:spPr>
            <a:xfrm>
              <a:off x="3108866" y="1784247"/>
              <a:ext cx="5057" cy="4516"/>
            </a:xfrm>
            <a:custGeom>
              <a:avLst/>
              <a:gdLst/>
              <a:ahLst/>
              <a:cxnLst/>
              <a:rect l="l" t="t" r="r" b="b"/>
              <a:pathLst>
                <a:path w="159" h="142" extrusionOk="0">
                  <a:moveTo>
                    <a:pt x="127" y="1"/>
                  </a:moveTo>
                  <a:lnTo>
                    <a:pt x="127" y="1"/>
                  </a:lnTo>
                  <a:lnTo>
                    <a:pt x="110" y="1"/>
                  </a:lnTo>
                  <a:lnTo>
                    <a:pt x="95" y="1"/>
                  </a:lnTo>
                  <a:cubicBezTo>
                    <a:pt x="64" y="1"/>
                    <a:pt x="32" y="16"/>
                    <a:pt x="16" y="47"/>
                  </a:cubicBezTo>
                  <a:cubicBezTo>
                    <a:pt x="1" y="47"/>
                    <a:pt x="1" y="64"/>
                    <a:pt x="1" y="79"/>
                  </a:cubicBezTo>
                  <a:lnTo>
                    <a:pt x="1" y="127"/>
                  </a:lnTo>
                  <a:cubicBezTo>
                    <a:pt x="1" y="142"/>
                    <a:pt x="16" y="142"/>
                    <a:pt x="32" y="142"/>
                  </a:cubicBezTo>
                  <a:lnTo>
                    <a:pt x="32" y="142"/>
                  </a:lnTo>
                  <a:lnTo>
                    <a:pt x="47" y="142"/>
                  </a:lnTo>
                  <a:cubicBezTo>
                    <a:pt x="64" y="142"/>
                    <a:pt x="64" y="127"/>
                    <a:pt x="64" y="110"/>
                  </a:cubicBezTo>
                  <a:lnTo>
                    <a:pt x="64" y="79"/>
                  </a:lnTo>
                  <a:cubicBezTo>
                    <a:pt x="79" y="79"/>
                    <a:pt x="95" y="79"/>
                    <a:pt x="110" y="64"/>
                  </a:cubicBezTo>
                  <a:lnTo>
                    <a:pt x="127" y="64"/>
                  </a:lnTo>
                  <a:lnTo>
                    <a:pt x="142" y="64"/>
                  </a:lnTo>
                  <a:cubicBezTo>
                    <a:pt x="158" y="47"/>
                    <a:pt x="158" y="47"/>
                    <a:pt x="158" y="32"/>
                  </a:cubicBezTo>
                  <a:cubicBezTo>
                    <a:pt x="158"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2" name="Google Shape;1982;p38"/>
            <p:cNvSpPr/>
            <p:nvPr/>
          </p:nvSpPr>
          <p:spPr>
            <a:xfrm>
              <a:off x="3018162" y="1801771"/>
              <a:ext cx="4039" cy="3562"/>
            </a:xfrm>
            <a:custGeom>
              <a:avLst/>
              <a:gdLst/>
              <a:ahLst/>
              <a:cxnLst/>
              <a:rect l="l" t="t" r="r" b="b"/>
              <a:pathLst>
                <a:path w="127" h="112" extrusionOk="0">
                  <a:moveTo>
                    <a:pt x="48" y="1"/>
                  </a:moveTo>
                  <a:lnTo>
                    <a:pt x="32" y="1"/>
                  </a:lnTo>
                  <a:lnTo>
                    <a:pt x="32" y="17"/>
                  </a:lnTo>
                  <a:cubicBezTo>
                    <a:pt x="17" y="17"/>
                    <a:pt x="0" y="32"/>
                    <a:pt x="0" y="48"/>
                  </a:cubicBezTo>
                  <a:lnTo>
                    <a:pt x="17" y="95"/>
                  </a:lnTo>
                  <a:lnTo>
                    <a:pt x="32" y="111"/>
                  </a:lnTo>
                  <a:lnTo>
                    <a:pt x="48" y="111"/>
                  </a:lnTo>
                  <a:lnTo>
                    <a:pt x="63" y="111"/>
                  </a:lnTo>
                  <a:lnTo>
                    <a:pt x="80" y="111"/>
                  </a:lnTo>
                  <a:lnTo>
                    <a:pt x="111" y="111"/>
                  </a:lnTo>
                  <a:lnTo>
                    <a:pt x="126" y="95"/>
                  </a:lnTo>
                  <a:lnTo>
                    <a:pt x="126" y="64"/>
                  </a:lnTo>
                  <a:cubicBezTo>
                    <a:pt x="126" y="48"/>
                    <a:pt x="111" y="48"/>
                    <a:pt x="95" y="48"/>
                  </a:cubicBezTo>
                  <a:lnTo>
                    <a:pt x="95" y="48"/>
                  </a:lnTo>
                  <a:lnTo>
                    <a:pt x="95" y="48"/>
                  </a:lnTo>
                  <a:lnTo>
                    <a:pt x="80" y="48"/>
                  </a:lnTo>
                  <a:lnTo>
                    <a:pt x="80" y="32"/>
                  </a:lnTo>
                  <a:cubicBezTo>
                    <a:pt x="63" y="17"/>
                    <a:pt x="63" y="17"/>
                    <a:pt x="4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3" name="Google Shape;1983;p38"/>
            <p:cNvSpPr/>
            <p:nvPr/>
          </p:nvSpPr>
          <p:spPr>
            <a:xfrm>
              <a:off x="3036704" y="1802279"/>
              <a:ext cx="3053" cy="3053"/>
            </a:xfrm>
            <a:custGeom>
              <a:avLst/>
              <a:gdLst/>
              <a:ahLst/>
              <a:cxnLst/>
              <a:rect l="l" t="t" r="r" b="b"/>
              <a:pathLst>
                <a:path w="96" h="96" extrusionOk="0">
                  <a:moveTo>
                    <a:pt x="47" y="1"/>
                  </a:moveTo>
                  <a:lnTo>
                    <a:pt x="47" y="1"/>
                  </a:lnTo>
                  <a:lnTo>
                    <a:pt x="32" y="1"/>
                  </a:lnTo>
                  <a:cubicBezTo>
                    <a:pt x="16" y="1"/>
                    <a:pt x="1" y="16"/>
                    <a:pt x="16" y="32"/>
                  </a:cubicBezTo>
                  <a:lnTo>
                    <a:pt x="16" y="48"/>
                  </a:lnTo>
                  <a:lnTo>
                    <a:pt x="16" y="64"/>
                  </a:lnTo>
                  <a:lnTo>
                    <a:pt x="32" y="79"/>
                  </a:lnTo>
                  <a:cubicBezTo>
                    <a:pt x="32" y="95"/>
                    <a:pt x="47" y="95"/>
                    <a:pt x="64" y="95"/>
                  </a:cubicBezTo>
                  <a:lnTo>
                    <a:pt x="79" y="95"/>
                  </a:lnTo>
                  <a:cubicBezTo>
                    <a:pt x="95" y="95"/>
                    <a:pt x="95" y="79"/>
                    <a:pt x="95" y="64"/>
                  </a:cubicBezTo>
                  <a:lnTo>
                    <a:pt x="95" y="48"/>
                  </a:lnTo>
                  <a:lnTo>
                    <a:pt x="79" y="16"/>
                  </a:lnTo>
                  <a:cubicBezTo>
                    <a:pt x="64" y="1"/>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4" name="Google Shape;1984;p38"/>
            <p:cNvSpPr/>
            <p:nvPr/>
          </p:nvSpPr>
          <p:spPr>
            <a:xfrm>
              <a:off x="3124896" y="1793279"/>
              <a:ext cx="4039" cy="3021"/>
            </a:xfrm>
            <a:custGeom>
              <a:avLst/>
              <a:gdLst/>
              <a:ahLst/>
              <a:cxnLst/>
              <a:rect l="l" t="t" r="r" b="b"/>
              <a:pathLst>
                <a:path w="127" h="95" extrusionOk="0">
                  <a:moveTo>
                    <a:pt x="79" y="0"/>
                  </a:moveTo>
                  <a:lnTo>
                    <a:pt x="79" y="0"/>
                  </a:lnTo>
                  <a:lnTo>
                    <a:pt x="32" y="0"/>
                  </a:lnTo>
                  <a:cubicBezTo>
                    <a:pt x="32" y="15"/>
                    <a:pt x="16" y="15"/>
                    <a:pt x="16" y="15"/>
                  </a:cubicBezTo>
                  <a:cubicBezTo>
                    <a:pt x="1" y="32"/>
                    <a:pt x="1" y="47"/>
                    <a:pt x="1" y="47"/>
                  </a:cubicBezTo>
                  <a:lnTo>
                    <a:pt x="16" y="78"/>
                  </a:lnTo>
                  <a:cubicBezTo>
                    <a:pt x="16" y="78"/>
                    <a:pt x="16" y="95"/>
                    <a:pt x="32" y="95"/>
                  </a:cubicBezTo>
                  <a:lnTo>
                    <a:pt x="47" y="95"/>
                  </a:lnTo>
                  <a:lnTo>
                    <a:pt x="64" y="95"/>
                  </a:lnTo>
                  <a:lnTo>
                    <a:pt x="110" y="78"/>
                  </a:lnTo>
                  <a:cubicBezTo>
                    <a:pt x="127" y="63"/>
                    <a:pt x="127" y="47"/>
                    <a:pt x="127" y="32"/>
                  </a:cubicBezTo>
                  <a:cubicBezTo>
                    <a:pt x="127" y="32"/>
                    <a:pt x="127" y="15"/>
                    <a:pt x="110" y="15"/>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5" name="Google Shape;1985;p38"/>
            <p:cNvSpPr/>
            <p:nvPr/>
          </p:nvSpPr>
          <p:spPr>
            <a:xfrm>
              <a:off x="3434059" y="1757691"/>
              <a:ext cx="4548" cy="4039"/>
            </a:xfrm>
            <a:custGeom>
              <a:avLst/>
              <a:gdLst/>
              <a:ahLst/>
              <a:cxnLst/>
              <a:rect l="l" t="t" r="r" b="b"/>
              <a:pathLst>
                <a:path w="143" h="127" extrusionOk="0">
                  <a:moveTo>
                    <a:pt x="32" y="0"/>
                  </a:moveTo>
                  <a:lnTo>
                    <a:pt x="32" y="0"/>
                  </a:lnTo>
                  <a:lnTo>
                    <a:pt x="17" y="0"/>
                  </a:lnTo>
                  <a:cubicBezTo>
                    <a:pt x="0" y="0"/>
                    <a:pt x="0" y="16"/>
                    <a:pt x="0" y="16"/>
                  </a:cubicBezTo>
                  <a:lnTo>
                    <a:pt x="0" y="48"/>
                  </a:lnTo>
                  <a:cubicBezTo>
                    <a:pt x="0" y="48"/>
                    <a:pt x="17" y="48"/>
                    <a:pt x="17" y="63"/>
                  </a:cubicBezTo>
                  <a:lnTo>
                    <a:pt x="0" y="95"/>
                  </a:lnTo>
                  <a:lnTo>
                    <a:pt x="17" y="111"/>
                  </a:lnTo>
                  <a:lnTo>
                    <a:pt x="17" y="111"/>
                  </a:lnTo>
                  <a:lnTo>
                    <a:pt x="17" y="126"/>
                  </a:lnTo>
                  <a:lnTo>
                    <a:pt x="48" y="126"/>
                  </a:lnTo>
                  <a:lnTo>
                    <a:pt x="63" y="126"/>
                  </a:lnTo>
                  <a:lnTo>
                    <a:pt x="63" y="126"/>
                  </a:lnTo>
                  <a:lnTo>
                    <a:pt x="111" y="95"/>
                  </a:lnTo>
                  <a:cubicBezTo>
                    <a:pt x="126" y="95"/>
                    <a:pt x="143" y="63"/>
                    <a:pt x="126" y="48"/>
                  </a:cubicBezTo>
                  <a:lnTo>
                    <a:pt x="126" y="48"/>
                  </a:lnTo>
                  <a:cubicBezTo>
                    <a:pt x="126" y="48"/>
                    <a:pt x="111" y="48"/>
                    <a:pt x="111" y="32"/>
                  </a:cubicBezTo>
                  <a:lnTo>
                    <a:pt x="111" y="32"/>
                  </a:lnTo>
                  <a:lnTo>
                    <a:pt x="95" y="32"/>
                  </a:lnTo>
                  <a:lnTo>
                    <a:pt x="95" y="32"/>
                  </a:lnTo>
                  <a:lnTo>
                    <a:pt x="95" y="32"/>
                  </a:lnTo>
                  <a:lnTo>
                    <a:pt x="80" y="32"/>
                  </a:lnTo>
                  <a:lnTo>
                    <a:pt x="63" y="16"/>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6" name="Google Shape;1986;p38"/>
            <p:cNvSpPr/>
            <p:nvPr/>
          </p:nvSpPr>
          <p:spPr>
            <a:xfrm>
              <a:off x="3087304" y="1792261"/>
              <a:ext cx="4548" cy="5057"/>
            </a:xfrm>
            <a:custGeom>
              <a:avLst/>
              <a:gdLst/>
              <a:ahLst/>
              <a:cxnLst/>
              <a:rect l="l" t="t" r="r" b="b"/>
              <a:pathLst>
                <a:path w="143" h="159" extrusionOk="0">
                  <a:moveTo>
                    <a:pt x="63" y="1"/>
                  </a:moveTo>
                  <a:lnTo>
                    <a:pt x="63" y="1"/>
                  </a:lnTo>
                  <a:cubicBezTo>
                    <a:pt x="48" y="1"/>
                    <a:pt x="32" y="1"/>
                    <a:pt x="32" y="16"/>
                  </a:cubicBezTo>
                  <a:lnTo>
                    <a:pt x="32" y="16"/>
                  </a:lnTo>
                  <a:cubicBezTo>
                    <a:pt x="32" y="32"/>
                    <a:pt x="17" y="32"/>
                    <a:pt x="17" y="32"/>
                  </a:cubicBezTo>
                  <a:cubicBezTo>
                    <a:pt x="17" y="64"/>
                    <a:pt x="0" y="79"/>
                    <a:pt x="17" y="95"/>
                  </a:cubicBezTo>
                  <a:lnTo>
                    <a:pt x="17" y="110"/>
                  </a:lnTo>
                  <a:cubicBezTo>
                    <a:pt x="32" y="127"/>
                    <a:pt x="48" y="142"/>
                    <a:pt x="63" y="142"/>
                  </a:cubicBezTo>
                  <a:cubicBezTo>
                    <a:pt x="80" y="142"/>
                    <a:pt x="80" y="158"/>
                    <a:pt x="95" y="158"/>
                  </a:cubicBezTo>
                  <a:lnTo>
                    <a:pt x="95" y="158"/>
                  </a:lnTo>
                  <a:cubicBezTo>
                    <a:pt x="111" y="158"/>
                    <a:pt x="126" y="142"/>
                    <a:pt x="143" y="127"/>
                  </a:cubicBezTo>
                  <a:cubicBezTo>
                    <a:pt x="143" y="110"/>
                    <a:pt x="126" y="95"/>
                    <a:pt x="111" y="79"/>
                  </a:cubicBezTo>
                  <a:lnTo>
                    <a:pt x="80" y="79"/>
                  </a:lnTo>
                  <a:cubicBezTo>
                    <a:pt x="80" y="79"/>
                    <a:pt x="80" y="64"/>
                    <a:pt x="95" y="47"/>
                  </a:cubicBezTo>
                  <a:cubicBezTo>
                    <a:pt x="95"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7" name="Google Shape;1987;p38"/>
            <p:cNvSpPr/>
            <p:nvPr/>
          </p:nvSpPr>
          <p:spPr>
            <a:xfrm>
              <a:off x="3054228" y="1797763"/>
              <a:ext cx="5057" cy="3053"/>
            </a:xfrm>
            <a:custGeom>
              <a:avLst/>
              <a:gdLst/>
              <a:ahLst/>
              <a:cxnLst/>
              <a:rect l="l" t="t" r="r" b="b"/>
              <a:pathLst>
                <a:path w="159" h="96" extrusionOk="0">
                  <a:moveTo>
                    <a:pt x="48" y="0"/>
                  </a:moveTo>
                  <a:lnTo>
                    <a:pt x="32" y="0"/>
                  </a:lnTo>
                  <a:lnTo>
                    <a:pt x="17" y="17"/>
                  </a:lnTo>
                  <a:cubicBezTo>
                    <a:pt x="1" y="32"/>
                    <a:pt x="1" y="48"/>
                    <a:pt x="17" y="48"/>
                  </a:cubicBezTo>
                  <a:cubicBezTo>
                    <a:pt x="48" y="80"/>
                    <a:pt x="64" y="95"/>
                    <a:pt x="80" y="95"/>
                  </a:cubicBezTo>
                  <a:lnTo>
                    <a:pt x="95" y="95"/>
                  </a:lnTo>
                  <a:cubicBezTo>
                    <a:pt x="111" y="95"/>
                    <a:pt x="127" y="80"/>
                    <a:pt x="143" y="64"/>
                  </a:cubicBezTo>
                  <a:lnTo>
                    <a:pt x="143" y="64"/>
                  </a:lnTo>
                  <a:cubicBezTo>
                    <a:pt x="158" y="48"/>
                    <a:pt x="158" y="32"/>
                    <a:pt x="143" y="17"/>
                  </a:cubicBezTo>
                  <a:cubicBezTo>
                    <a:pt x="143" y="0"/>
                    <a:pt x="127" y="0"/>
                    <a:pt x="127" y="0"/>
                  </a:cubicBezTo>
                  <a:cubicBezTo>
                    <a:pt x="111" y="0"/>
                    <a:pt x="95" y="0"/>
                    <a:pt x="95" y="17"/>
                  </a:cubicBezTo>
                  <a:lnTo>
                    <a:pt x="80"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8" name="Google Shape;1988;p38"/>
            <p:cNvSpPr/>
            <p:nvPr/>
          </p:nvSpPr>
          <p:spPr>
            <a:xfrm>
              <a:off x="3113891" y="1812806"/>
              <a:ext cx="4516" cy="3562"/>
            </a:xfrm>
            <a:custGeom>
              <a:avLst/>
              <a:gdLst/>
              <a:ahLst/>
              <a:cxnLst/>
              <a:rect l="l" t="t" r="r" b="b"/>
              <a:pathLst>
                <a:path w="142" h="112" extrusionOk="0">
                  <a:moveTo>
                    <a:pt x="63" y="0"/>
                  </a:moveTo>
                  <a:lnTo>
                    <a:pt x="63" y="0"/>
                  </a:lnTo>
                  <a:lnTo>
                    <a:pt x="47" y="0"/>
                  </a:lnTo>
                  <a:cubicBezTo>
                    <a:pt x="47" y="0"/>
                    <a:pt x="32" y="0"/>
                    <a:pt x="32" y="17"/>
                  </a:cubicBezTo>
                  <a:cubicBezTo>
                    <a:pt x="15" y="17"/>
                    <a:pt x="0" y="48"/>
                    <a:pt x="0" y="80"/>
                  </a:cubicBezTo>
                  <a:lnTo>
                    <a:pt x="15" y="63"/>
                  </a:lnTo>
                  <a:lnTo>
                    <a:pt x="32" y="63"/>
                  </a:lnTo>
                  <a:lnTo>
                    <a:pt x="32" y="63"/>
                  </a:lnTo>
                  <a:cubicBezTo>
                    <a:pt x="47" y="80"/>
                    <a:pt x="63" y="95"/>
                    <a:pt x="63" y="111"/>
                  </a:cubicBezTo>
                  <a:lnTo>
                    <a:pt x="63" y="111"/>
                  </a:lnTo>
                  <a:lnTo>
                    <a:pt x="78" y="111"/>
                  </a:lnTo>
                  <a:cubicBezTo>
                    <a:pt x="95" y="95"/>
                    <a:pt x="110" y="80"/>
                    <a:pt x="110" y="63"/>
                  </a:cubicBezTo>
                  <a:lnTo>
                    <a:pt x="110" y="63"/>
                  </a:lnTo>
                  <a:cubicBezTo>
                    <a:pt x="126" y="63"/>
                    <a:pt x="141" y="48"/>
                    <a:pt x="141" y="32"/>
                  </a:cubicBezTo>
                  <a:cubicBezTo>
                    <a:pt x="141" y="17"/>
                    <a:pt x="141" y="0"/>
                    <a:pt x="110" y="0"/>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9" name="Google Shape;1989;p38"/>
            <p:cNvSpPr/>
            <p:nvPr/>
          </p:nvSpPr>
          <p:spPr>
            <a:xfrm>
              <a:off x="3428557" y="1808290"/>
              <a:ext cx="4039" cy="4548"/>
            </a:xfrm>
            <a:custGeom>
              <a:avLst/>
              <a:gdLst/>
              <a:ahLst/>
              <a:cxnLst/>
              <a:rect l="l" t="t" r="r" b="b"/>
              <a:pathLst>
                <a:path w="127" h="143" extrusionOk="0">
                  <a:moveTo>
                    <a:pt x="47" y="1"/>
                  </a:moveTo>
                  <a:lnTo>
                    <a:pt x="32" y="1"/>
                  </a:lnTo>
                  <a:lnTo>
                    <a:pt x="32" y="1"/>
                  </a:lnTo>
                  <a:lnTo>
                    <a:pt x="32" y="16"/>
                  </a:lnTo>
                  <a:cubicBezTo>
                    <a:pt x="32" y="32"/>
                    <a:pt x="16" y="32"/>
                    <a:pt x="1" y="32"/>
                  </a:cubicBezTo>
                  <a:lnTo>
                    <a:pt x="1" y="48"/>
                  </a:lnTo>
                  <a:lnTo>
                    <a:pt x="1" y="64"/>
                  </a:lnTo>
                  <a:lnTo>
                    <a:pt x="1" y="64"/>
                  </a:lnTo>
                  <a:lnTo>
                    <a:pt x="1" y="96"/>
                  </a:lnTo>
                  <a:lnTo>
                    <a:pt x="16" y="96"/>
                  </a:lnTo>
                  <a:lnTo>
                    <a:pt x="32" y="111"/>
                  </a:lnTo>
                  <a:lnTo>
                    <a:pt x="64" y="127"/>
                  </a:lnTo>
                  <a:cubicBezTo>
                    <a:pt x="79" y="142"/>
                    <a:pt x="79" y="142"/>
                    <a:pt x="95" y="142"/>
                  </a:cubicBezTo>
                  <a:lnTo>
                    <a:pt x="110" y="127"/>
                  </a:lnTo>
                  <a:cubicBezTo>
                    <a:pt x="127" y="111"/>
                    <a:pt x="127" y="79"/>
                    <a:pt x="110" y="79"/>
                  </a:cubicBezTo>
                  <a:lnTo>
                    <a:pt x="95" y="64"/>
                  </a:lnTo>
                  <a:lnTo>
                    <a:pt x="79" y="64"/>
                  </a:lnTo>
                  <a:lnTo>
                    <a:pt x="64" y="48"/>
                  </a:lnTo>
                  <a:lnTo>
                    <a:pt x="79" y="48"/>
                  </a:lnTo>
                  <a:cubicBezTo>
                    <a:pt x="79" y="16"/>
                    <a:pt x="64" y="1"/>
                    <a:pt x="47"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0" name="Google Shape;1990;p38"/>
            <p:cNvSpPr/>
            <p:nvPr/>
          </p:nvSpPr>
          <p:spPr>
            <a:xfrm>
              <a:off x="3380470" y="1815796"/>
              <a:ext cx="3021" cy="2576"/>
            </a:xfrm>
            <a:custGeom>
              <a:avLst/>
              <a:gdLst/>
              <a:ahLst/>
              <a:cxnLst/>
              <a:rect l="l" t="t" r="r" b="b"/>
              <a:pathLst>
                <a:path w="95" h="81" extrusionOk="0">
                  <a:moveTo>
                    <a:pt x="47" y="1"/>
                  </a:moveTo>
                  <a:lnTo>
                    <a:pt x="15" y="17"/>
                  </a:lnTo>
                  <a:cubicBezTo>
                    <a:pt x="0" y="17"/>
                    <a:pt x="0" y="32"/>
                    <a:pt x="0" y="49"/>
                  </a:cubicBezTo>
                  <a:cubicBezTo>
                    <a:pt x="0" y="64"/>
                    <a:pt x="15" y="80"/>
                    <a:pt x="32" y="80"/>
                  </a:cubicBezTo>
                  <a:lnTo>
                    <a:pt x="47" y="80"/>
                  </a:lnTo>
                  <a:lnTo>
                    <a:pt x="78" y="64"/>
                  </a:lnTo>
                  <a:cubicBezTo>
                    <a:pt x="95" y="64"/>
                    <a:pt x="95" y="64"/>
                    <a:pt x="95" y="49"/>
                  </a:cubicBezTo>
                  <a:lnTo>
                    <a:pt x="95" y="49"/>
                  </a:lnTo>
                  <a:cubicBezTo>
                    <a:pt x="78" y="49"/>
                    <a:pt x="63" y="32"/>
                    <a:pt x="63" y="32"/>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1" name="Google Shape;1991;p38"/>
            <p:cNvSpPr/>
            <p:nvPr/>
          </p:nvSpPr>
          <p:spPr>
            <a:xfrm>
              <a:off x="3422546" y="1783738"/>
              <a:ext cx="5534" cy="2544"/>
            </a:xfrm>
            <a:custGeom>
              <a:avLst/>
              <a:gdLst/>
              <a:ahLst/>
              <a:cxnLst/>
              <a:rect l="l" t="t" r="r" b="b"/>
              <a:pathLst>
                <a:path w="174" h="80" extrusionOk="0">
                  <a:moveTo>
                    <a:pt x="47" y="0"/>
                  </a:moveTo>
                  <a:lnTo>
                    <a:pt x="32" y="0"/>
                  </a:lnTo>
                  <a:cubicBezTo>
                    <a:pt x="16" y="0"/>
                    <a:pt x="16" y="17"/>
                    <a:pt x="1" y="32"/>
                  </a:cubicBezTo>
                  <a:lnTo>
                    <a:pt x="1" y="32"/>
                  </a:lnTo>
                  <a:cubicBezTo>
                    <a:pt x="1" y="48"/>
                    <a:pt x="16" y="63"/>
                    <a:pt x="32" y="63"/>
                  </a:cubicBezTo>
                  <a:lnTo>
                    <a:pt x="47" y="63"/>
                  </a:lnTo>
                  <a:lnTo>
                    <a:pt x="64" y="63"/>
                  </a:lnTo>
                  <a:lnTo>
                    <a:pt x="127" y="80"/>
                  </a:lnTo>
                  <a:lnTo>
                    <a:pt x="142" y="80"/>
                  </a:lnTo>
                  <a:lnTo>
                    <a:pt x="142" y="80"/>
                  </a:lnTo>
                  <a:cubicBezTo>
                    <a:pt x="158" y="63"/>
                    <a:pt x="173" y="63"/>
                    <a:pt x="173" y="48"/>
                  </a:cubicBezTo>
                  <a:cubicBezTo>
                    <a:pt x="173" y="17"/>
                    <a:pt x="158" y="0"/>
                    <a:pt x="142" y="0"/>
                  </a:cubicBezTo>
                  <a:lnTo>
                    <a:pt x="110" y="0"/>
                  </a:ln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2" name="Google Shape;1992;p38"/>
            <p:cNvSpPr/>
            <p:nvPr/>
          </p:nvSpPr>
          <p:spPr>
            <a:xfrm>
              <a:off x="3154982" y="1811312"/>
              <a:ext cx="6042" cy="2512"/>
            </a:xfrm>
            <a:custGeom>
              <a:avLst/>
              <a:gdLst/>
              <a:ahLst/>
              <a:cxnLst/>
              <a:rect l="l" t="t" r="r" b="b"/>
              <a:pathLst>
                <a:path w="190" h="79" extrusionOk="0">
                  <a:moveTo>
                    <a:pt x="32" y="1"/>
                  </a:moveTo>
                  <a:lnTo>
                    <a:pt x="32" y="1"/>
                  </a:lnTo>
                  <a:cubicBezTo>
                    <a:pt x="0" y="1"/>
                    <a:pt x="0" y="16"/>
                    <a:pt x="0" y="32"/>
                  </a:cubicBezTo>
                  <a:cubicBezTo>
                    <a:pt x="0" y="47"/>
                    <a:pt x="0" y="64"/>
                    <a:pt x="15" y="64"/>
                  </a:cubicBezTo>
                  <a:lnTo>
                    <a:pt x="32" y="64"/>
                  </a:lnTo>
                  <a:lnTo>
                    <a:pt x="110" y="64"/>
                  </a:lnTo>
                  <a:lnTo>
                    <a:pt x="141" y="79"/>
                  </a:lnTo>
                  <a:lnTo>
                    <a:pt x="158" y="79"/>
                  </a:lnTo>
                  <a:lnTo>
                    <a:pt x="158" y="79"/>
                  </a:lnTo>
                  <a:lnTo>
                    <a:pt x="173" y="64"/>
                  </a:lnTo>
                  <a:cubicBezTo>
                    <a:pt x="173" y="64"/>
                    <a:pt x="173" y="47"/>
                    <a:pt x="189" y="47"/>
                  </a:cubicBezTo>
                  <a:lnTo>
                    <a:pt x="189" y="32"/>
                  </a:lnTo>
                  <a:cubicBezTo>
                    <a:pt x="189" y="32"/>
                    <a:pt x="189" y="16"/>
                    <a:pt x="173" y="16"/>
                  </a:cubicBezTo>
                  <a:cubicBezTo>
                    <a:pt x="173" y="1"/>
                    <a:pt x="158" y="1"/>
                    <a:pt x="158"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3" name="Google Shape;1993;p38"/>
            <p:cNvSpPr/>
            <p:nvPr/>
          </p:nvSpPr>
          <p:spPr>
            <a:xfrm>
              <a:off x="3331365" y="1816337"/>
              <a:ext cx="6042" cy="3021"/>
            </a:xfrm>
            <a:custGeom>
              <a:avLst/>
              <a:gdLst/>
              <a:ahLst/>
              <a:cxnLst/>
              <a:rect l="l" t="t" r="r" b="b"/>
              <a:pathLst>
                <a:path w="190" h="95" extrusionOk="0">
                  <a:moveTo>
                    <a:pt x="110" y="0"/>
                  </a:moveTo>
                  <a:lnTo>
                    <a:pt x="95" y="0"/>
                  </a:lnTo>
                  <a:cubicBezTo>
                    <a:pt x="78" y="0"/>
                    <a:pt x="63" y="0"/>
                    <a:pt x="63" y="15"/>
                  </a:cubicBezTo>
                  <a:lnTo>
                    <a:pt x="47" y="15"/>
                  </a:lnTo>
                  <a:lnTo>
                    <a:pt x="32" y="15"/>
                  </a:lnTo>
                  <a:cubicBezTo>
                    <a:pt x="32" y="15"/>
                    <a:pt x="32" y="32"/>
                    <a:pt x="15" y="32"/>
                  </a:cubicBezTo>
                  <a:cubicBezTo>
                    <a:pt x="15" y="32"/>
                    <a:pt x="0" y="47"/>
                    <a:pt x="0" y="63"/>
                  </a:cubicBezTo>
                  <a:cubicBezTo>
                    <a:pt x="15" y="78"/>
                    <a:pt x="15" y="95"/>
                    <a:pt x="32" y="95"/>
                  </a:cubicBezTo>
                  <a:lnTo>
                    <a:pt x="47" y="95"/>
                  </a:lnTo>
                  <a:lnTo>
                    <a:pt x="63" y="78"/>
                  </a:lnTo>
                  <a:lnTo>
                    <a:pt x="78" y="78"/>
                  </a:lnTo>
                  <a:cubicBezTo>
                    <a:pt x="95" y="78"/>
                    <a:pt x="95" y="63"/>
                    <a:pt x="95" y="63"/>
                  </a:cubicBezTo>
                  <a:cubicBezTo>
                    <a:pt x="95" y="63"/>
                    <a:pt x="110" y="63"/>
                    <a:pt x="110" y="78"/>
                  </a:cubicBezTo>
                  <a:lnTo>
                    <a:pt x="110" y="78"/>
                  </a:lnTo>
                  <a:cubicBezTo>
                    <a:pt x="110" y="95"/>
                    <a:pt x="126" y="95"/>
                    <a:pt x="141" y="95"/>
                  </a:cubicBezTo>
                  <a:lnTo>
                    <a:pt x="158" y="95"/>
                  </a:lnTo>
                  <a:cubicBezTo>
                    <a:pt x="173" y="95"/>
                    <a:pt x="189" y="78"/>
                    <a:pt x="173" y="63"/>
                  </a:cubicBezTo>
                  <a:cubicBezTo>
                    <a:pt x="173" y="47"/>
                    <a:pt x="173" y="47"/>
                    <a:pt x="158" y="32"/>
                  </a:cubicBezTo>
                  <a:lnTo>
                    <a:pt x="158" y="15"/>
                  </a:lnTo>
                  <a:cubicBezTo>
                    <a:pt x="141" y="15"/>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4" name="Google Shape;1994;p38"/>
            <p:cNvSpPr/>
            <p:nvPr/>
          </p:nvSpPr>
          <p:spPr>
            <a:xfrm>
              <a:off x="3399966" y="1811789"/>
              <a:ext cx="3562" cy="2035"/>
            </a:xfrm>
            <a:custGeom>
              <a:avLst/>
              <a:gdLst/>
              <a:ahLst/>
              <a:cxnLst/>
              <a:rect l="l" t="t" r="r" b="b"/>
              <a:pathLst>
                <a:path w="112" h="64" extrusionOk="0">
                  <a:moveTo>
                    <a:pt x="32" y="1"/>
                  </a:moveTo>
                  <a:lnTo>
                    <a:pt x="32" y="1"/>
                  </a:lnTo>
                  <a:lnTo>
                    <a:pt x="17" y="1"/>
                  </a:lnTo>
                  <a:lnTo>
                    <a:pt x="17" y="1"/>
                  </a:lnTo>
                  <a:lnTo>
                    <a:pt x="17" y="1"/>
                  </a:lnTo>
                  <a:cubicBezTo>
                    <a:pt x="17" y="17"/>
                    <a:pt x="1" y="32"/>
                    <a:pt x="1" y="32"/>
                  </a:cubicBezTo>
                  <a:cubicBezTo>
                    <a:pt x="1" y="49"/>
                    <a:pt x="1" y="64"/>
                    <a:pt x="32" y="64"/>
                  </a:cubicBezTo>
                  <a:lnTo>
                    <a:pt x="49" y="64"/>
                  </a:lnTo>
                  <a:lnTo>
                    <a:pt x="64" y="64"/>
                  </a:lnTo>
                  <a:lnTo>
                    <a:pt x="64" y="64"/>
                  </a:lnTo>
                  <a:cubicBezTo>
                    <a:pt x="80" y="64"/>
                    <a:pt x="95" y="49"/>
                    <a:pt x="95" y="32"/>
                  </a:cubicBezTo>
                  <a:cubicBezTo>
                    <a:pt x="112" y="32"/>
                    <a:pt x="95" y="17"/>
                    <a:pt x="80" y="1"/>
                  </a:cubicBezTo>
                  <a:lnTo>
                    <a:pt x="80"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5" name="Google Shape;1995;p38"/>
            <p:cNvSpPr/>
            <p:nvPr/>
          </p:nvSpPr>
          <p:spPr>
            <a:xfrm>
              <a:off x="3437049" y="1805778"/>
              <a:ext cx="3562" cy="3562"/>
            </a:xfrm>
            <a:custGeom>
              <a:avLst/>
              <a:gdLst/>
              <a:ahLst/>
              <a:cxnLst/>
              <a:rect l="l" t="t" r="r" b="b"/>
              <a:pathLst>
                <a:path w="112" h="112" extrusionOk="0">
                  <a:moveTo>
                    <a:pt x="32" y="1"/>
                  </a:moveTo>
                  <a:lnTo>
                    <a:pt x="32" y="1"/>
                  </a:lnTo>
                  <a:lnTo>
                    <a:pt x="17" y="1"/>
                  </a:lnTo>
                  <a:cubicBezTo>
                    <a:pt x="1" y="17"/>
                    <a:pt x="1" y="32"/>
                    <a:pt x="1" y="48"/>
                  </a:cubicBezTo>
                  <a:lnTo>
                    <a:pt x="1" y="48"/>
                  </a:lnTo>
                  <a:lnTo>
                    <a:pt x="32" y="80"/>
                  </a:lnTo>
                  <a:lnTo>
                    <a:pt x="49" y="80"/>
                  </a:lnTo>
                  <a:lnTo>
                    <a:pt x="49" y="64"/>
                  </a:lnTo>
                  <a:cubicBezTo>
                    <a:pt x="64" y="64"/>
                    <a:pt x="64" y="80"/>
                    <a:pt x="80" y="80"/>
                  </a:cubicBezTo>
                  <a:lnTo>
                    <a:pt x="80" y="111"/>
                  </a:lnTo>
                  <a:lnTo>
                    <a:pt x="95" y="111"/>
                  </a:lnTo>
                  <a:cubicBezTo>
                    <a:pt x="95" y="95"/>
                    <a:pt x="112" y="80"/>
                    <a:pt x="95" y="64"/>
                  </a:cubicBezTo>
                  <a:lnTo>
                    <a:pt x="80" y="32"/>
                  </a:lnTo>
                  <a:lnTo>
                    <a:pt x="64" y="17"/>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6" name="Google Shape;1996;p38"/>
            <p:cNvSpPr/>
            <p:nvPr/>
          </p:nvSpPr>
          <p:spPr>
            <a:xfrm>
              <a:off x="3426045" y="1806796"/>
              <a:ext cx="3562" cy="2544"/>
            </a:xfrm>
            <a:custGeom>
              <a:avLst/>
              <a:gdLst/>
              <a:ahLst/>
              <a:cxnLst/>
              <a:rect l="l" t="t" r="r" b="b"/>
              <a:pathLst>
                <a:path w="112" h="80" extrusionOk="0">
                  <a:moveTo>
                    <a:pt x="32" y="0"/>
                  </a:moveTo>
                  <a:lnTo>
                    <a:pt x="32" y="0"/>
                  </a:lnTo>
                  <a:lnTo>
                    <a:pt x="32" y="16"/>
                  </a:lnTo>
                  <a:lnTo>
                    <a:pt x="17" y="16"/>
                  </a:lnTo>
                  <a:lnTo>
                    <a:pt x="0" y="32"/>
                  </a:lnTo>
                  <a:cubicBezTo>
                    <a:pt x="0" y="48"/>
                    <a:pt x="17" y="63"/>
                    <a:pt x="32" y="79"/>
                  </a:cubicBezTo>
                  <a:lnTo>
                    <a:pt x="63" y="79"/>
                  </a:lnTo>
                  <a:lnTo>
                    <a:pt x="80" y="79"/>
                  </a:lnTo>
                  <a:lnTo>
                    <a:pt x="80" y="79"/>
                  </a:lnTo>
                  <a:lnTo>
                    <a:pt x="80" y="79"/>
                  </a:lnTo>
                  <a:cubicBezTo>
                    <a:pt x="95" y="79"/>
                    <a:pt x="111" y="79"/>
                    <a:pt x="111" y="63"/>
                  </a:cubicBezTo>
                  <a:lnTo>
                    <a:pt x="111" y="48"/>
                  </a:lnTo>
                  <a:cubicBezTo>
                    <a:pt x="111" y="32"/>
                    <a:pt x="95" y="16"/>
                    <a:pt x="95" y="16"/>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7" name="Google Shape;1997;p38"/>
            <p:cNvSpPr/>
            <p:nvPr/>
          </p:nvSpPr>
          <p:spPr>
            <a:xfrm>
              <a:off x="3390965" y="1782243"/>
              <a:ext cx="3562" cy="3053"/>
            </a:xfrm>
            <a:custGeom>
              <a:avLst/>
              <a:gdLst/>
              <a:ahLst/>
              <a:cxnLst/>
              <a:rect l="l" t="t" r="r" b="b"/>
              <a:pathLst>
                <a:path w="112" h="96" extrusionOk="0">
                  <a:moveTo>
                    <a:pt x="63" y="1"/>
                  </a:moveTo>
                  <a:lnTo>
                    <a:pt x="63" y="1"/>
                  </a:lnTo>
                  <a:cubicBezTo>
                    <a:pt x="63" y="1"/>
                    <a:pt x="63" y="16"/>
                    <a:pt x="48" y="16"/>
                  </a:cubicBezTo>
                  <a:lnTo>
                    <a:pt x="32" y="16"/>
                  </a:lnTo>
                  <a:lnTo>
                    <a:pt x="17" y="32"/>
                  </a:lnTo>
                  <a:lnTo>
                    <a:pt x="17" y="32"/>
                  </a:lnTo>
                  <a:cubicBezTo>
                    <a:pt x="0" y="47"/>
                    <a:pt x="0" y="64"/>
                    <a:pt x="0" y="79"/>
                  </a:cubicBezTo>
                  <a:cubicBezTo>
                    <a:pt x="0" y="95"/>
                    <a:pt x="17" y="95"/>
                    <a:pt x="32" y="95"/>
                  </a:cubicBezTo>
                  <a:lnTo>
                    <a:pt x="48" y="95"/>
                  </a:lnTo>
                  <a:lnTo>
                    <a:pt x="63" y="79"/>
                  </a:lnTo>
                  <a:lnTo>
                    <a:pt x="80" y="79"/>
                  </a:lnTo>
                  <a:cubicBezTo>
                    <a:pt x="95" y="64"/>
                    <a:pt x="111" y="47"/>
                    <a:pt x="95" y="32"/>
                  </a:cubicBezTo>
                  <a:cubicBezTo>
                    <a:pt x="95" y="16"/>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8" name="Google Shape;1998;p38"/>
            <p:cNvSpPr/>
            <p:nvPr/>
          </p:nvSpPr>
          <p:spPr>
            <a:xfrm>
              <a:off x="3336835" y="1789749"/>
              <a:ext cx="4039" cy="4039"/>
            </a:xfrm>
            <a:custGeom>
              <a:avLst/>
              <a:gdLst/>
              <a:ahLst/>
              <a:cxnLst/>
              <a:rect l="l" t="t" r="r" b="b"/>
              <a:pathLst>
                <a:path w="127" h="127" extrusionOk="0">
                  <a:moveTo>
                    <a:pt x="95" y="0"/>
                  </a:moveTo>
                  <a:lnTo>
                    <a:pt x="95" y="0"/>
                  </a:lnTo>
                  <a:cubicBezTo>
                    <a:pt x="80" y="0"/>
                    <a:pt x="80" y="17"/>
                    <a:pt x="64" y="17"/>
                  </a:cubicBezTo>
                  <a:lnTo>
                    <a:pt x="49" y="32"/>
                  </a:lnTo>
                  <a:lnTo>
                    <a:pt x="49" y="32"/>
                  </a:lnTo>
                  <a:lnTo>
                    <a:pt x="17" y="63"/>
                  </a:lnTo>
                  <a:lnTo>
                    <a:pt x="17" y="63"/>
                  </a:lnTo>
                  <a:cubicBezTo>
                    <a:pt x="1" y="80"/>
                    <a:pt x="1" y="95"/>
                    <a:pt x="17" y="111"/>
                  </a:cubicBezTo>
                  <a:lnTo>
                    <a:pt x="17" y="111"/>
                  </a:lnTo>
                  <a:lnTo>
                    <a:pt x="17" y="111"/>
                  </a:lnTo>
                  <a:cubicBezTo>
                    <a:pt x="17" y="111"/>
                    <a:pt x="32" y="126"/>
                    <a:pt x="49" y="126"/>
                  </a:cubicBezTo>
                  <a:lnTo>
                    <a:pt x="64" y="111"/>
                  </a:lnTo>
                  <a:lnTo>
                    <a:pt x="112" y="63"/>
                  </a:lnTo>
                  <a:cubicBezTo>
                    <a:pt x="127"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9" name="Google Shape;1999;p38"/>
            <p:cNvSpPr/>
            <p:nvPr/>
          </p:nvSpPr>
          <p:spPr>
            <a:xfrm>
              <a:off x="3437589" y="1779254"/>
              <a:ext cx="4039" cy="5025"/>
            </a:xfrm>
            <a:custGeom>
              <a:avLst/>
              <a:gdLst/>
              <a:ahLst/>
              <a:cxnLst/>
              <a:rect l="l" t="t" r="r" b="b"/>
              <a:pathLst>
                <a:path w="127" h="158" extrusionOk="0">
                  <a:moveTo>
                    <a:pt x="32" y="0"/>
                  </a:moveTo>
                  <a:lnTo>
                    <a:pt x="32" y="0"/>
                  </a:lnTo>
                  <a:cubicBezTo>
                    <a:pt x="15" y="0"/>
                    <a:pt x="0" y="0"/>
                    <a:pt x="0" y="15"/>
                  </a:cubicBezTo>
                  <a:lnTo>
                    <a:pt x="0" y="15"/>
                  </a:lnTo>
                  <a:lnTo>
                    <a:pt x="0" y="47"/>
                  </a:lnTo>
                  <a:cubicBezTo>
                    <a:pt x="0" y="47"/>
                    <a:pt x="15" y="63"/>
                    <a:pt x="32" y="63"/>
                  </a:cubicBezTo>
                  <a:lnTo>
                    <a:pt x="32" y="63"/>
                  </a:lnTo>
                  <a:lnTo>
                    <a:pt x="15" y="110"/>
                  </a:lnTo>
                  <a:cubicBezTo>
                    <a:pt x="15" y="126"/>
                    <a:pt x="32" y="141"/>
                    <a:pt x="47" y="158"/>
                  </a:cubicBezTo>
                  <a:lnTo>
                    <a:pt x="47" y="158"/>
                  </a:lnTo>
                  <a:cubicBezTo>
                    <a:pt x="63" y="158"/>
                    <a:pt x="78" y="141"/>
                    <a:pt x="95" y="126"/>
                  </a:cubicBezTo>
                  <a:lnTo>
                    <a:pt x="110" y="47"/>
                  </a:lnTo>
                  <a:cubicBezTo>
                    <a:pt x="126" y="32"/>
                    <a:pt x="110" y="32"/>
                    <a:pt x="110" y="15"/>
                  </a:cubicBezTo>
                  <a:lnTo>
                    <a:pt x="95" y="0"/>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0" name="Google Shape;2000;p38"/>
            <p:cNvSpPr/>
            <p:nvPr/>
          </p:nvSpPr>
          <p:spPr>
            <a:xfrm>
              <a:off x="3079798" y="1787745"/>
              <a:ext cx="5534" cy="3021"/>
            </a:xfrm>
            <a:custGeom>
              <a:avLst/>
              <a:gdLst/>
              <a:ahLst/>
              <a:cxnLst/>
              <a:rect l="l" t="t" r="r" b="b"/>
              <a:pathLst>
                <a:path w="174" h="95" extrusionOk="0">
                  <a:moveTo>
                    <a:pt x="32" y="0"/>
                  </a:moveTo>
                  <a:lnTo>
                    <a:pt x="32" y="0"/>
                  </a:lnTo>
                  <a:cubicBezTo>
                    <a:pt x="16" y="0"/>
                    <a:pt x="1" y="17"/>
                    <a:pt x="1" y="32"/>
                  </a:cubicBezTo>
                  <a:cubicBezTo>
                    <a:pt x="1" y="48"/>
                    <a:pt x="16" y="63"/>
                    <a:pt x="32" y="63"/>
                  </a:cubicBezTo>
                  <a:lnTo>
                    <a:pt x="32" y="63"/>
                  </a:lnTo>
                  <a:lnTo>
                    <a:pt x="79" y="63"/>
                  </a:lnTo>
                  <a:lnTo>
                    <a:pt x="79" y="80"/>
                  </a:lnTo>
                  <a:cubicBezTo>
                    <a:pt x="79" y="80"/>
                    <a:pt x="95" y="95"/>
                    <a:pt x="110" y="95"/>
                  </a:cubicBezTo>
                  <a:lnTo>
                    <a:pt x="110" y="95"/>
                  </a:lnTo>
                  <a:lnTo>
                    <a:pt x="142" y="80"/>
                  </a:lnTo>
                  <a:lnTo>
                    <a:pt x="158" y="80"/>
                  </a:lnTo>
                  <a:cubicBezTo>
                    <a:pt x="173" y="63"/>
                    <a:pt x="173" y="48"/>
                    <a:pt x="173" y="48"/>
                  </a:cubicBezTo>
                  <a:lnTo>
                    <a:pt x="173" y="32"/>
                  </a:lnTo>
                  <a:lnTo>
                    <a:pt x="173" y="32"/>
                  </a:lnTo>
                  <a:cubicBezTo>
                    <a:pt x="158" y="17"/>
                    <a:pt x="158" y="0"/>
                    <a:pt x="142"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1" name="Google Shape;2001;p38"/>
            <p:cNvSpPr/>
            <p:nvPr/>
          </p:nvSpPr>
          <p:spPr>
            <a:xfrm>
              <a:off x="3160452" y="1812806"/>
              <a:ext cx="3053" cy="3562"/>
            </a:xfrm>
            <a:custGeom>
              <a:avLst/>
              <a:gdLst/>
              <a:ahLst/>
              <a:cxnLst/>
              <a:rect l="l" t="t" r="r" b="b"/>
              <a:pathLst>
                <a:path w="96" h="112" extrusionOk="0">
                  <a:moveTo>
                    <a:pt x="32" y="0"/>
                  </a:moveTo>
                  <a:lnTo>
                    <a:pt x="32" y="0"/>
                  </a:lnTo>
                  <a:lnTo>
                    <a:pt x="17" y="0"/>
                  </a:lnTo>
                  <a:lnTo>
                    <a:pt x="17" y="0"/>
                  </a:lnTo>
                  <a:cubicBezTo>
                    <a:pt x="1" y="0"/>
                    <a:pt x="1" y="17"/>
                    <a:pt x="1" y="17"/>
                  </a:cubicBezTo>
                  <a:lnTo>
                    <a:pt x="1" y="32"/>
                  </a:lnTo>
                  <a:lnTo>
                    <a:pt x="1" y="48"/>
                  </a:lnTo>
                  <a:lnTo>
                    <a:pt x="1" y="48"/>
                  </a:lnTo>
                  <a:lnTo>
                    <a:pt x="1" y="63"/>
                  </a:lnTo>
                  <a:lnTo>
                    <a:pt x="1" y="48"/>
                  </a:lnTo>
                  <a:cubicBezTo>
                    <a:pt x="17" y="48"/>
                    <a:pt x="17" y="32"/>
                    <a:pt x="32" y="32"/>
                  </a:cubicBezTo>
                  <a:lnTo>
                    <a:pt x="32" y="32"/>
                  </a:lnTo>
                  <a:cubicBezTo>
                    <a:pt x="49" y="32"/>
                    <a:pt x="49" y="32"/>
                    <a:pt x="49" y="48"/>
                  </a:cubicBezTo>
                  <a:cubicBezTo>
                    <a:pt x="64" y="48"/>
                    <a:pt x="80" y="80"/>
                    <a:pt x="64" y="95"/>
                  </a:cubicBezTo>
                  <a:lnTo>
                    <a:pt x="49" y="111"/>
                  </a:lnTo>
                  <a:lnTo>
                    <a:pt x="64" y="111"/>
                  </a:lnTo>
                  <a:cubicBezTo>
                    <a:pt x="64" y="111"/>
                    <a:pt x="80" y="111"/>
                    <a:pt x="80" y="95"/>
                  </a:cubicBezTo>
                  <a:cubicBezTo>
                    <a:pt x="80" y="95"/>
                    <a:pt x="95" y="80"/>
                    <a:pt x="80" y="80"/>
                  </a:cubicBezTo>
                  <a:lnTo>
                    <a:pt x="80" y="63"/>
                  </a:lnTo>
                  <a:lnTo>
                    <a:pt x="80" y="48"/>
                  </a:lnTo>
                  <a:lnTo>
                    <a:pt x="80" y="32"/>
                  </a:lnTo>
                  <a:cubicBezTo>
                    <a:pt x="80" y="17"/>
                    <a:pt x="64" y="17"/>
                    <a:pt x="64" y="17"/>
                  </a:cubicBez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2" name="Google Shape;2002;p38"/>
            <p:cNvSpPr/>
            <p:nvPr/>
          </p:nvSpPr>
          <p:spPr>
            <a:xfrm>
              <a:off x="3287730" y="1809785"/>
              <a:ext cx="5565" cy="4580"/>
            </a:xfrm>
            <a:custGeom>
              <a:avLst/>
              <a:gdLst/>
              <a:ahLst/>
              <a:cxnLst/>
              <a:rect l="l" t="t" r="r" b="b"/>
              <a:pathLst>
                <a:path w="175" h="144" extrusionOk="0">
                  <a:moveTo>
                    <a:pt x="127" y="1"/>
                  </a:moveTo>
                  <a:lnTo>
                    <a:pt x="127" y="1"/>
                  </a:lnTo>
                  <a:lnTo>
                    <a:pt x="112" y="1"/>
                  </a:lnTo>
                  <a:lnTo>
                    <a:pt x="95" y="17"/>
                  </a:lnTo>
                  <a:lnTo>
                    <a:pt x="80" y="17"/>
                  </a:lnTo>
                  <a:cubicBezTo>
                    <a:pt x="64" y="32"/>
                    <a:pt x="49" y="32"/>
                    <a:pt x="49" y="49"/>
                  </a:cubicBezTo>
                  <a:cubicBezTo>
                    <a:pt x="32" y="49"/>
                    <a:pt x="32" y="49"/>
                    <a:pt x="17" y="64"/>
                  </a:cubicBezTo>
                  <a:cubicBezTo>
                    <a:pt x="1" y="64"/>
                    <a:pt x="1" y="64"/>
                    <a:pt x="1" y="80"/>
                  </a:cubicBezTo>
                  <a:lnTo>
                    <a:pt x="1" y="112"/>
                  </a:lnTo>
                  <a:lnTo>
                    <a:pt x="17" y="127"/>
                  </a:lnTo>
                  <a:lnTo>
                    <a:pt x="32" y="127"/>
                  </a:lnTo>
                  <a:lnTo>
                    <a:pt x="49" y="127"/>
                  </a:lnTo>
                  <a:lnTo>
                    <a:pt x="49" y="127"/>
                  </a:lnTo>
                  <a:lnTo>
                    <a:pt x="49" y="127"/>
                  </a:lnTo>
                  <a:lnTo>
                    <a:pt x="95" y="127"/>
                  </a:lnTo>
                  <a:lnTo>
                    <a:pt x="112" y="143"/>
                  </a:lnTo>
                  <a:lnTo>
                    <a:pt x="127" y="127"/>
                  </a:lnTo>
                  <a:lnTo>
                    <a:pt x="143" y="127"/>
                  </a:lnTo>
                  <a:cubicBezTo>
                    <a:pt x="158" y="127"/>
                    <a:pt x="158" y="112"/>
                    <a:pt x="158" y="95"/>
                  </a:cubicBezTo>
                  <a:lnTo>
                    <a:pt x="175" y="32"/>
                  </a:lnTo>
                  <a:cubicBezTo>
                    <a:pt x="175" y="17"/>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3" name="Google Shape;2003;p38"/>
            <p:cNvSpPr/>
            <p:nvPr/>
          </p:nvSpPr>
          <p:spPr>
            <a:xfrm>
              <a:off x="3120888" y="1817800"/>
              <a:ext cx="3530" cy="3053"/>
            </a:xfrm>
            <a:custGeom>
              <a:avLst/>
              <a:gdLst/>
              <a:ahLst/>
              <a:cxnLst/>
              <a:rect l="l" t="t" r="r" b="b"/>
              <a:pathLst>
                <a:path w="111" h="96" extrusionOk="0">
                  <a:moveTo>
                    <a:pt x="79" y="1"/>
                  </a:moveTo>
                  <a:lnTo>
                    <a:pt x="79" y="1"/>
                  </a:lnTo>
                  <a:lnTo>
                    <a:pt x="79" y="1"/>
                  </a:lnTo>
                  <a:lnTo>
                    <a:pt x="64" y="1"/>
                  </a:lnTo>
                  <a:lnTo>
                    <a:pt x="16" y="32"/>
                  </a:lnTo>
                  <a:cubicBezTo>
                    <a:pt x="1" y="49"/>
                    <a:pt x="1" y="80"/>
                    <a:pt x="16" y="95"/>
                  </a:cubicBezTo>
                  <a:lnTo>
                    <a:pt x="47" y="95"/>
                  </a:lnTo>
                  <a:lnTo>
                    <a:pt x="64" y="95"/>
                  </a:lnTo>
                  <a:lnTo>
                    <a:pt x="110" y="49"/>
                  </a:lnTo>
                  <a:lnTo>
                    <a:pt x="110"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4" name="Google Shape;2004;p38"/>
            <p:cNvSpPr/>
            <p:nvPr/>
          </p:nvSpPr>
          <p:spPr>
            <a:xfrm>
              <a:off x="3288271" y="1805301"/>
              <a:ext cx="4039" cy="3021"/>
            </a:xfrm>
            <a:custGeom>
              <a:avLst/>
              <a:gdLst/>
              <a:ahLst/>
              <a:cxnLst/>
              <a:rect l="l" t="t" r="r" b="b"/>
              <a:pathLst>
                <a:path w="127" h="95" extrusionOk="0">
                  <a:moveTo>
                    <a:pt x="63" y="0"/>
                  </a:moveTo>
                  <a:lnTo>
                    <a:pt x="63" y="0"/>
                  </a:lnTo>
                  <a:lnTo>
                    <a:pt x="47" y="0"/>
                  </a:lnTo>
                  <a:cubicBezTo>
                    <a:pt x="47" y="0"/>
                    <a:pt x="32" y="0"/>
                    <a:pt x="32" y="16"/>
                  </a:cubicBezTo>
                  <a:lnTo>
                    <a:pt x="15" y="32"/>
                  </a:lnTo>
                  <a:lnTo>
                    <a:pt x="0" y="47"/>
                  </a:lnTo>
                  <a:lnTo>
                    <a:pt x="0" y="63"/>
                  </a:lnTo>
                  <a:lnTo>
                    <a:pt x="32" y="95"/>
                  </a:lnTo>
                  <a:lnTo>
                    <a:pt x="63" y="95"/>
                  </a:lnTo>
                  <a:lnTo>
                    <a:pt x="63" y="95"/>
                  </a:lnTo>
                  <a:lnTo>
                    <a:pt x="78" y="95"/>
                  </a:lnTo>
                  <a:cubicBezTo>
                    <a:pt x="95" y="95"/>
                    <a:pt x="95" y="95"/>
                    <a:pt x="110" y="79"/>
                  </a:cubicBezTo>
                  <a:lnTo>
                    <a:pt x="110" y="79"/>
                  </a:lnTo>
                  <a:cubicBezTo>
                    <a:pt x="126" y="63"/>
                    <a:pt x="126" y="47"/>
                    <a:pt x="110" y="32"/>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5" name="Google Shape;2005;p38"/>
            <p:cNvSpPr/>
            <p:nvPr/>
          </p:nvSpPr>
          <p:spPr>
            <a:xfrm>
              <a:off x="3443060" y="1789272"/>
              <a:ext cx="5565" cy="4516"/>
            </a:xfrm>
            <a:custGeom>
              <a:avLst/>
              <a:gdLst/>
              <a:ahLst/>
              <a:cxnLst/>
              <a:rect l="l" t="t" r="r" b="b"/>
              <a:pathLst>
                <a:path w="175" h="142" extrusionOk="0">
                  <a:moveTo>
                    <a:pt x="127" y="0"/>
                  </a:moveTo>
                  <a:lnTo>
                    <a:pt x="127" y="0"/>
                  </a:lnTo>
                  <a:lnTo>
                    <a:pt x="127" y="0"/>
                  </a:lnTo>
                  <a:cubicBezTo>
                    <a:pt x="95" y="15"/>
                    <a:pt x="80" y="32"/>
                    <a:pt x="64" y="47"/>
                  </a:cubicBezTo>
                  <a:cubicBezTo>
                    <a:pt x="64" y="63"/>
                    <a:pt x="49" y="63"/>
                    <a:pt x="49" y="63"/>
                  </a:cubicBezTo>
                  <a:lnTo>
                    <a:pt x="49" y="63"/>
                  </a:lnTo>
                  <a:lnTo>
                    <a:pt x="49" y="63"/>
                  </a:lnTo>
                  <a:lnTo>
                    <a:pt x="32" y="63"/>
                  </a:lnTo>
                  <a:cubicBezTo>
                    <a:pt x="17" y="63"/>
                    <a:pt x="1" y="78"/>
                    <a:pt x="1" y="95"/>
                  </a:cubicBezTo>
                  <a:cubicBezTo>
                    <a:pt x="1" y="110"/>
                    <a:pt x="1" y="126"/>
                    <a:pt x="17" y="126"/>
                  </a:cubicBezTo>
                  <a:cubicBezTo>
                    <a:pt x="17" y="141"/>
                    <a:pt x="32" y="141"/>
                    <a:pt x="32" y="141"/>
                  </a:cubicBezTo>
                  <a:lnTo>
                    <a:pt x="49" y="141"/>
                  </a:lnTo>
                  <a:cubicBezTo>
                    <a:pt x="64" y="141"/>
                    <a:pt x="80" y="126"/>
                    <a:pt x="95" y="126"/>
                  </a:cubicBezTo>
                  <a:cubicBezTo>
                    <a:pt x="112" y="110"/>
                    <a:pt x="127" y="95"/>
                    <a:pt x="127" y="78"/>
                  </a:cubicBezTo>
                  <a:lnTo>
                    <a:pt x="143" y="78"/>
                  </a:lnTo>
                  <a:lnTo>
                    <a:pt x="143" y="63"/>
                  </a:lnTo>
                  <a:cubicBezTo>
                    <a:pt x="158" y="63"/>
                    <a:pt x="175" y="32"/>
                    <a:pt x="158" y="15"/>
                  </a:cubicBezTo>
                  <a:cubicBezTo>
                    <a:pt x="158" y="0"/>
                    <a:pt x="143"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6" name="Google Shape;2006;p38"/>
            <p:cNvSpPr/>
            <p:nvPr/>
          </p:nvSpPr>
          <p:spPr>
            <a:xfrm>
              <a:off x="3333369" y="1798749"/>
              <a:ext cx="3498" cy="5057"/>
            </a:xfrm>
            <a:custGeom>
              <a:avLst/>
              <a:gdLst/>
              <a:ahLst/>
              <a:cxnLst/>
              <a:rect l="l" t="t" r="r" b="b"/>
              <a:pathLst>
                <a:path w="110" h="159" extrusionOk="0">
                  <a:moveTo>
                    <a:pt x="47" y="1"/>
                  </a:moveTo>
                  <a:lnTo>
                    <a:pt x="32" y="1"/>
                  </a:lnTo>
                  <a:lnTo>
                    <a:pt x="32" y="1"/>
                  </a:lnTo>
                  <a:cubicBezTo>
                    <a:pt x="15" y="17"/>
                    <a:pt x="0" y="33"/>
                    <a:pt x="15" y="49"/>
                  </a:cubicBezTo>
                  <a:lnTo>
                    <a:pt x="15" y="49"/>
                  </a:lnTo>
                  <a:lnTo>
                    <a:pt x="32" y="96"/>
                  </a:lnTo>
                  <a:lnTo>
                    <a:pt x="32" y="112"/>
                  </a:lnTo>
                  <a:cubicBezTo>
                    <a:pt x="15" y="127"/>
                    <a:pt x="32" y="143"/>
                    <a:pt x="32" y="159"/>
                  </a:cubicBezTo>
                  <a:lnTo>
                    <a:pt x="63" y="159"/>
                  </a:lnTo>
                  <a:cubicBezTo>
                    <a:pt x="63" y="159"/>
                    <a:pt x="78" y="159"/>
                    <a:pt x="95" y="143"/>
                  </a:cubicBezTo>
                  <a:lnTo>
                    <a:pt x="95" y="143"/>
                  </a:lnTo>
                  <a:lnTo>
                    <a:pt x="95" y="143"/>
                  </a:lnTo>
                  <a:cubicBezTo>
                    <a:pt x="95" y="127"/>
                    <a:pt x="110" y="112"/>
                    <a:pt x="110" y="96"/>
                  </a:cubicBezTo>
                  <a:lnTo>
                    <a:pt x="110" y="80"/>
                  </a:lnTo>
                  <a:lnTo>
                    <a:pt x="95" y="64"/>
                  </a:lnTo>
                  <a:lnTo>
                    <a:pt x="78" y="17"/>
                  </a:lnTo>
                  <a:cubicBezTo>
                    <a:pt x="63" y="17"/>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7" name="Google Shape;2007;p38"/>
            <p:cNvSpPr/>
            <p:nvPr/>
          </p:nvSpPr>
          <p:spPr>
            <a:xfrm>
              <a:off x="3411001" y="1794265"/>
              <a:ext cx="3562" cy="3053"/>
            </a:xfrm>
            <a:custGeom>
              <a:avLst/>
              <a:gdLst/>
              <a:ahLst/>
              <a:cxnLst/>
              <a:rect l="l" t="t" r="r" b="b"/>
              <a:pathLst>
                <a:path w="112" h="96" extrusionOk="0">
                  <a:moveTo>
                    <a:pt x="80" y="1"/>
                  </a:moveTo>
                  <a:lnTo>
                    <a:pt x="64" y="1"/>
                  </a:lnTo>
                  <a:lnTo>
                    <a:pt x="64" y="16"/>
                  </a:lnTo>
                  <a:lnTo>
                    <a:pt x="48" y="16"/>
                  </a:lnTo>
                  <a:lnTo>
                    <a:pt x="17" y="32"/>
                  </a:lnTo>
                  <a:lnTo>
                    <a:pt x="17" y="32"/>
                  </a:lnTo>
                  <a:cubicBezTo>
                    <a:pt x="1" y="47"/>
                    <a:pt x="1" y="64"/>
                    <a:pt x="1" y="79"/>
                  </a:cubicBezTo>
                  <a:lnTo>
                    <a:pt x="17" y="79"/>
                  </a:lnTo>
                  <a:cubicBezTo>
                    <a:pt x="17" y="95"/>
                    <a:pt x="32" y="95"/>
                    <a:pt x="32" y="95"/>
                  </a:cubicBezTo>
                  <a:lnTo>
                    <a:pt x="48" y="95"/>
                  </a:lnTo>
                  <a:lnTo>
                    <a:pt x="95" y="64"/>
                  </a:lnTo>
                  <a:cubicBezTo>
                    <a:pt x="95" y="64"/>
                    <a:pt x="111" y="64"/>
                    <a:pt x="111" y="47"/>
                  </a:cubicBezTo>
                  <a:cubicBezTo>
                    <a:pt x="111" y="32"/>
                    <a:pt x="111"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8" name="Google Shape;2008;p38"/>
            <p:cNvSpPr/>
            <p:nvPr/>
          </p:nvSpPr>
          <p:spPr>
            <a:xfrm>
              <a:off x="3158448" y="1813792"/>
              <a:ext cx="4580" cy="5057"/>
            </a:xfrm>
            <a:custGeom>
              <a:avLst/>
              <a:gdLst/>
              <a:ahLst/>
              <a:cxnLst/>
              <a:rect l="l" t="t" r="r" b="b"/>
              <a:pathLst>
                <a:path w="144" h="159" extrusionOk="0">
                  <a:moveTo>
                    <a:pt x="95" y="1"/>
                  </a:moveTo>
                  <a:lnTo>
                    <a:pt x="95" y="1"/>
                  </a:lnTo>
                  <a:cubicBezTo>
                    <a:pt x="80" y="1"/>
                    <a:pt x="80" y="17"/>
                    <a:pt x="64" y="17"/>
                  </a:cubicBezTo>
                  <a:lnTo>
                    <a:pt x="64" y="32"/>
                  </a:lnTo>
                  <a:lnTo>
                    <a:pt x="32" y="80"/>
                  </a:lnTo>
                  <a:lnTo>
                    <a:pt x="1" y="112"/>
                  </a:lnTo>
                  <a:cubicBezTo>
                    <a:pt x="1" y="127"/>
                    <a:pt x="1" y="143"/>
                    <a:pt x="17" y="158"/>
                  </a:cubicBezTo>
                  <a:lnTo>
                    <a:pt x="17" y="158"/>
                  </a:lnTo>
                  <a:lnTo>
                    <a:pt x="32" y="158"/>
                  </a:lnTo>
                  <a:lnTo>
                    <a:pt x="64" y="158"/>
                  </a:lnTo>
                  <a:lnTo>
                    <a:pt x="64" y="143"/>
                  </a:lnTo>
                  <a:lnTo>
                    <a:pt x="95" y="95"/>
                  </a:lnTo>
                  <a:lnTo>
                    <a:pt x="112" y="80"/>
                  </a:lnTo>
                  <a:lnTo>
                    <a:pt x="127" y="64"/>
                  </a:lnTo>
                  <a:cubicBezTo>
                    <a:pt x="143" y="49"/>
                    <a:pt x="127" y="17"/>
                    <a:pt x="112" y="17"/>
                  </a:cubicBezTo>
                  <a:cubicBezTo>
                    <a:pt x="112"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9" name="Google Shape;2009;p38"/>
            <p:cNvSpPr/>
            <p:nvPr/>
          </p:nvSpPr>
          <p:spPr>
            <a:xfrm>
              <a:off x="3174000" y="1816337"/>
              <a:ext cx="5534" cy="5025"/>
            </a:xfrm>
            <a:custGeom>
              <a:avLst/>
              <a:gdLst/>
              <a:ahLst/>
              <a:cxnLst/>
              <a:rect l="l" t="t" r="r" b="b"/>
              <a:pathLst>
                <a:path w="174" h="158" extrusionOk="0">
                  <a:moveTo>
                    <a:pt x="142" y="0"/>
                  </a:moveTo>
                  <a:lnTo>
                    <a:pt x="142" y="0"/>
                  </a:lnTo>
                  <a:cubicBezTo>
                    <a:pt x="127" y="0"/>
                    <a:pt x="110" y="0"/>
                    <a:pt x="110" y="15"/>
                  </a:cubicBezTo>
                  <a:lnTo>
                    <a:pt x="95" y="47"/>
                  </a:lnTo>
                  <a:lnTo>
                    <a:pt x="79" y="63"/>
                  </a:lnTo>
                  <a:lnTo>
                    <a:pt x="79" y="63"/>
                  </a:lnTo>
                  <a:lnTo>
                    <a:pt x="64" y="63"/>
                  </a:lnTo>
                  <a:lnTo>
                    <a:pt x="16" y="78"/>
                  </a:lnTo>
                  <a:lnTo>
                    <a:pt x="16" y="78"/>
                  </a:lnTo>
                  <a:cubicBezTo>
                    <a:pt x="1" y="95"/>
                    <a:pt x="1" y="110"/>
                    <a:pt x="1" y="126"/>
                  </a:cubicBezTo>
                  <a:cubicBezTo>
                    <a:pt x="1" y="141"/>
                    <a:pt x="16" y="158"/>
                    <a:pt x="32" y="158"/>
                  </a:cubicBezTo>
                  <a:cubicBezTo>
                    <a:pt x="32" y="158"/>
                    <a:pt x="47" y="158"/>
                    <a:pt x="47" y="141"/>
                  </a:cubicBezTo>
                  <a:lnTo>
                    <a:pt x="64" y="141"/>
                  </a:lnTo>
                  <a:lnTo>
                    <a:pt x="79" y="158"/>
                  </a:lnTo>
                  <a:lnTo>
                    <a:pt x="95" y="158"/>
                  </a:lnTo>
                  <a:lnTo>
                    <a:pt x="95" y="158"/>
                  </a:lnTo>
                  <a:lnTo>
                    <a:pt x="110" y="141"/>
                  </a:lnTo>
                  <a:lnTo>
                    <a:pt x="127" y="126"/>
                  </a:lnTo>
                  <a:lnTo>
                    <a:pt x="158" y="78"/>
                  </a:lnTo>
                  <a:lnTo>
                    <a:pt x="158" y="47"/>
                  </a:lnTo>
                  <a:lnTo>
                    <a:pt x="173" y="47"/>
                  </a:lnTo>
                  <a:cubicBezTo>
                    <a:pt x="173" y="32"/>
                    <a:pt x="173"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0" name="Google Shape;2010;p38"/>
            <p:cNvSpPr/>
            <p:nvPr/>
          </p:nvSpPr>
          <p:spPr>
            <a:xfrm>
              <a:off x="3292755" y="1815796"/>
              <a:ext cx="3562" cy="2576"/>
            </a:xfrm>
            <a:custGeom>
              <a:avLst/>
              <a:gdLst/>
              <a:ahLst/>
              <a:cxnLst/>
              <a:rect l="l" t="t" r="r" b="b"/>
              <a:pathLst>
                <a:path w="112" h="81" extrusionOk="0">
                  <a:moveTo>
                    <a:pt x="80" y="1"/>
                  </a:moveTo>
                  <a:lnTo>
                    <a:pt x="80" y="1"/>
                  </a:lnTo>
                  <a:lnTo>
                    <a:pt x="63" y="1"/>
                  </a:lnTo>
                  <a:lnTo>
                    <a:pt x="63" y="1"/>
                  </a:lnTo>
                  <a:lnTo>
                    <a:pt x="32" y="17"/>
                  </a:lnTo>
                  <a:cubicBezTo>
                    <a:pt x="17" y="17"/>
                    <a:pt x="0" y="32"/>
                    <a:pt x="0" y="49"/>
                  </a:cubicBezTo>
                  <a:lnTo>
                    <a:pt x="0" y="64"/>
                  </a:lnTo>
                  <a:cubicBezTo>
                    <a:pt x="17" y="80"/>
                    <a:pt x="32" y="80"/>
                    <a:pt x="32" y="80"/>
                  </a:cubicBezTo>
                  <a:lnTo>
                    <a:pt x="48" y="80"/>
                  </a:lnTo>
                  <a:lnTo>
                    <a:pt x="95" y="64"/>
                  </a:lnTo>
                  <a:lnTo>
                    <a:pt x="95" y="64"/>
                  </a:lnTo>
                  <a:cubicBezTo>
                    <a:pt x="111" y="64"/>
                    <a:pt x="111" y="49"/>
                    <a:pt x="111" y="32"/>
                  </a:cubicBezTo>
                  <a:lnTo>
                    <a:pt x="111" y="32"/>
                  </a:lnTo>
                  <a:cubicBezTo>
                    <a:pt x="111" y="17"/>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1" name="Google Shape;2011;p38"/>
            <p:cNvSpPr/>
            <p:nvPr/>
          </p:nvSpPr>
          <p:spPr>
            <a:xfrm>
              <a:off x="3341860" y="1812329"/>
              <a:ext cx="6042" cy="5025"/>
            </a:xfrm>
            <a:custGeom>
              <a:avLst/>
              <a:gdLst/>
              <a:ahLst/>
              <a:cxnLst/>
              <a:rect l="l" t="t" r="r" b="b"/>
              <a:pathLst>
                <a:path w="190" h="158" extrusionOk="0">
                  <a:moveTo>
                    <a:pt x="63" y="0"/>
                  </a:moveTo>
                  <a:lnTo>
                    <a:pt x="48" y="0"/>
                  </a:lnTo>
                  <a:cubicBezTo>
                    <a:pt x="48" y="0"/>
                    <a:pt x="48" y="15"/>
                    <a:pt x="32" y="15"/>
                  </a:cubicBezTo>
                  <a:lnTo>
                    <a:pt x="32" y="0"/>
                  </a:lnTo>
                  <a:lnTo>
                    <a:pt x="17" y="15"/>
                  </a:lnTo>
                  <a:lnTo>
                    <a:pt x="17" y="15"/>
                  </a:lnTo>
                  <a:cubicBezTo>
                    <a:pt x="0" y="32"/>
                    <a:pt x="0" y="32"/>
                    <a:pt x="0" y="47"/>
                  </a:cubicBezTo>
                  <a:cubicBezTo>
                    <a:pt x="0" y="63"/>
                    <a:pt x="0" y="63"/>
                    <a:pt x="17" y="78"/>
                  </a:cubicBezTo>
                  <a:lnTo>
                    <a:pt x="32" y="78"/>
                  </a:lnTo>
                  <a:lnTo>
                    <a:pt x="126" y="141"/>
                  </a:lnTo>
                  <a:cubicBezTo>
                    <a:pt x="126" y="158"/>
                    <a:pt x="143" y="158"/>
                    <a:pt x="143" y="158"/>
                  </a:cubicBezTo>
                  <a:lnTo>
                    <a:pt x="143" y="158"/>
                  </a:lnTo>
                  <a:cubicBezTo>
                    <a:pt x="158" y="158"/>
                    <a:pt x="174" y="141"/>
                    <a:pt x="174" y="141"/>
                  </a:cubicBezTo>
                  <a:cubicBezTo>
                    <a:pt x="189" y="126"/>
                    <a:pt x="189" y="110"/>
                    <a:pt x="174" y="95"/>
                  </a:cubicBezTo>
                  <a:lnTo>
                    <a:pt x="143" y="78"/>
                  </a:lnTo>
                  <a:lnTo>
                    <a:pt x="126" y="78"/>
                  </a:lnTo>
                  <a:cubicBezTo>
                    <a:pt x="126" y="78"/>
                    <a:pt x="111" y="78"/>
                    <a:pt x="111" y="6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2" name="Google Shape;2012;p38"/>
            <p:cNvSpPr/>
            <p:nvPr/>
          </p:nvSpPr>
          <p:spPr>
            <a:xfrm>
              <a:off x="3422037" y="1801771"/>
              <a:ext cx="2544" cy="3053"/>
            </a:xfrm>
            <a:custGeom>
              <a:avLst/>
              <a:gdLst/>
              <a:ahLst/>
              <a:cxnLst/>
              <a:rect l="l" t="t" r="r" b="b"/>
              <a:pathLst>
                <a:path w="80" h="96" extrusionOk="0">
                  <a:moveTo>
                    <a:pt x="48" y="1"/>
                  </a:moveTo>
                  <a:lnTo>
                    <a:pt x="32" y="1"/>
                  </a:lnTo>
                  <a:lnTo>
                    <a:pt x="17" y="1"/>
                  </a:lnTo>
                  <a:lnTo>
                    <a:pt x="17" y="1"/>
                  </a:lnTo>
                  <a:cubicBezTo>
                    <a:pt x="0" y="1"/>
                    <a:pt x="0" y="17"/>
                    <a:pt x="0" y="32"/>
                  </a:cubicBezTo>
                  <a:lnTo>
                    <a:pt x="17" y="64"/>
                  </a:lnTo>
                  <a:lnTo>
                    <a:pt x="17" y="64"/>
                  </a:lnTo>
                  <a:cubicBezTo>
                    <a:pt x="17" y="80"/>
                    <a:pt x="32" y="95"/>
                    <a:pt x="48" y="95"/>
                  </a:cubicBezTo>
                  <a:lnTo>
                    <a:pt x="48" y="95"/>
                  </a:lnTo>
                  <a:cubicBezTo>
                    <a:pt x="63" y="95"/>
                    <a:pt x="80" y="80"/>
                    <a:pt x="80" y="64"/>
                  </a:cubicBezTo>
                  <a:lnTo>
                    <a:pt x="80" y="32"/>
                  </a:lnTo>
                  <a:lnTo>
                    <a:pt x="63" y="17"/>
                  </a:lnTo>
                  <a:cubicBezTo>
                    <a:pt x="63" y="1"/>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3" name="Google Shape;2013;p38"/>
            <p:cNvSpPr/>
            <p:nvPr/>
          </p:nvSpPr>
          <p:spPr>
            <a:xfrm>
              <a:off x="3343864" y="1811789"/>
              <a:ext cx="3021" cy="3053"/>
            </a:xfrm>
            <a:custGeom>
              <a:avLst/>
              <a:gdLst/>
              <a:ahLst/>
              <a:cxnLst/>
              <a:rect l="l" t="t" r="r" b="b"/>
              <a:pathLst>
                <a:path w="95" h="96" extrusionOk="0">
                  <a:moveTo>
                    <a:pt x="17" y="1"/>
                  </a:moveTo>
                  <a:lnTo>
                    <a:pt x="0" y="17"/>
                  </a:lnTo>
                  <a:lnTo>
                    <a:pt x="48" y="80"/>
                  </a:lnTo>
                  <a:cubicBezTo>
                    <a:pt x="48" y="95"/>
                    <a:pt x="63" y="95"/>
                    <a:pt x="63" y="95"/>
                  </a:cubicBezTo>
                  <a:lnTo>
                    <a:pt x="80" y="95"/>
                  </a:lnTo>
                  <a:lnTo>
                    <a:pt x="95" y="95"/>
                  </a:lnTo>
                  <a:lnTo>
                    <a:pt x="95" y="80"/>
                  </a:lnTo>
                  <a:lnTo>
                    <a:pt x="95" y="49"/>
                  </a:lnTo>
                  <a:lnTo>
                    <a:pt x="95" y="49"/>
                  </a:lnTo>
                  <a:lnTo>
                    <a:pt x="95" y="32"/>
                  </a:lnTo>
                  <a:lnTo>
                    <a:pt x="95" y="32"/>
                  </a:lnTo>
                  <a:lnTo>
                    <a:pt x="80" y="49"/>
                  </a:lnTo>
                  <a:lnTo>
                    <a:pt x="63" y="49"/>
                  </a:lnTo>
                  <a:cubicBezTo>
                    <a:pt x="48" y="49"/>
                    <a:pt x="32" y="49"/>
                    <a:pt x="32" y="32"/>
                  </a:cubicBezTo>
                  <a:cubicBezTo>
                    <a:pt x="17"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4" name="Google Shape;2014;p38"/>
            <p:cNvSpPr/>
            <p:nvPr/>
          </p:nvSpPr>
          <p:spPr>
            <a:xfrm>
              <a:off x="3329838" y="1793279"/>
              <a:ext cx="3562" cy="3021"/>
            </a:xfrm>
            <a:custGeom>
              <a:avLst/>
              <a:gdLst/>
              <a:ahLst/>
              <a:cxnLst/>
              <a:rect l="l" t="t" r="r" b="b"/>
              <a:pathLst>
                <a:path w="112" h="95" extrusionOk="0">
                  <a:moveTo>
                    <a:pt x="80" y="0"/>
                  </a:moveTo>
                  <a:lnTo>
                    <a:pt x="63" y="0"/>
                  </a:lnTo>
                  <a:cubicBezTo>
                    <a:pt x="63" y="0"/>
                    <a:pt x="63" y="15"/>
                    <a:pt x="48" y="15"/>
                  </a:cubicBezTo>
                  <a:lnTo>
                    <a:pt x="17" y="32"/>
                  </a:lnTo>
                  <a:cubicBezTo>
                    <a:pt x="0" y="47"/>
                    <a:pt x="0" y="78"/>
                    <a:pt x="17" y="78"/>
                  </a:cubicBezTo>
                  <a:cubicBezTo>
                    <a:pt x="17" y="95"/>
                    <a:pt x="32" y="95"/>
                    <a:pt x="32" y="95"/>
                  </a:cubicBezTo>
                  <a:lnTo>
                    <a:pt x="63" y="95"/>
                  </a:lnTo>
                  <a:lnTo>
                    <a:pt x="95" y="63"/>
                  </a:lnTo>
                  <a:lnTo>
                    <a:pt x="95" y="63"/>
                  </a:lnTo>
                  <a:cubicBezTo>
                    <a:pt x="111" y="47"/>
                    <a:pt x="111" y="32"/>
                    <a:pt x="95" y="15"/>
                  </a:cubicBezTo>
                  <a:lnTo>
                    <a:pt x="95" y="15"/>
                  </a:ln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5" name="Google Shape;2015;p38"/>
            <p:cNvSpPr/>
            <p:nvPr/>
          </p:nvSpPr>
          <p:spPr>
            <a:xfrm>
              <a:off x="3362914" y="1805778"/>
              <a:ext cx="2544" cy="3053"/>
            </a:xfrm>
            <a:custGeom>
              <a:avLst/>
              <a:gdLst/>
              <a:ahLst/>
              <a:cxnLst/>
              <a:rect l="l" t="t" r="r" b="b"/>
              <a:pathLst>
                <a:path w="80" h="96" extrusionOk="0">
                  <a:moveTo>
                    <a:pt x="32" y="1"/>
                  </a:moveTo>
                  <a:lnTo>
                    <a:pt x="32" y="1"/>
                  </a:lnTo>
                  <a:lnTo>
                    <a:pt x="32" y="1"/>
                  </a:lnTo>
                  <a:cubicBezTo>
                    <a:pt x="0" y="1"/>
                    <a:pt x="0" y="17"/>
                    <a:pt x="0" y="32"/>
                  </a:cubicBezTo>
                  <a:lnTo>
                    <a:pt x="16" y="80"/>
                  </a:lnTo>
                  <a:cubicBezTo>
                    <a:pt x="16" y="95"/>
                    <a:pt x="32" y="95"/>
                    <a:pt x="48" y="95"/>
                  </a:cubicBezTo>
                  <a:lnTo>
                    <a:pt x="63" y="95"/>
                  </a:lnTo>
                  <a:cubicBezTo>
                    <a:pt x="79" y="95"/>
                    <a:pt x="79" y="80"/>
                    <a:pt x="79" y="64"/>
                  </a:cubicBezTo>
                  <a:lnTo>
                    <a:pt x="63" y="17"/>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6" name="Google Shape;2016;p38"/>
            <p:cNvSpPr/>
            <p:nvPr/>
          </p:nvSpPr>
          <p:spPr>
            <a:xfrm>
              <a:off x="3190538" y="1824351"/>
              <a:ext cx="3530" cy="2035"/>
            </a:xfrm>
            <a:custGeom>
              <a:avLst/>
              <a:gdLst/>
              <a:ahLst/>
              <a:cxnLst/>
              <a:rect l="l" t="t" r="r" b="b"/>
              <a:pathLst>
                <a:path w="111" h="64" extrusionOk="0">
                  <a:moveTo>
                    <a:pt x="32" y="0"/>
                  </a:moveTo>
                  <a:lnTo>
                    <a:pt x="32" y="0"/>
                  </a:lnTo>
                  <a:cubicBezTo>
                    <a:pt x="16" y="0"/>
                    <a:pt x="0" y="15"/>
                    <a:pt x="0" y="32"/>
                  </a:cubicBezTo>
                  <a:cubicBezTo>
                    <a:pt x="0" y="47"/>
                    <a:pt x="16" y="63"/>
                    <a:pt x="32" y="63"/>
                  </a:cubicBezTo>
                  <a:lnTo>
                    <a:pt x="79" y="63"/>
                  </a:lnTo>
                  <a:lnTo>
                    <a:pt x="79" y="63"/>
                  </a:lnTo>
                  <a:cubicBezTo>
                    <a:pt x="95" y="63"/>
                    <a:pt x="111" y="47"/>
                    <a:pt x="111" y="32"/>
                  </a:cubicBezTo>
                  <a:cubicBezTo>
                    <a:pt x="111" y="15"/>
                    <a:pt x="95" y="0"/>
                    <a:pt x="79"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7" name="Google Shape;2017;p38"/>
            <p:cNvSpPr/>
            <p:nvPr/>
          </p:nvSpPr>
          <p:spPr>
            <a:xfrm>
              <a:off x="3113351" y="1817323"/>
              <a:ext cx="2035" cy="2035"/>
            </a:xfrm>
            <a:custGeom>
              <a:avLst/>
              <a:gdLst/>
              <a:ahLst/>
              <a:cxnLst/>
              <a:rect l="l" t="t" r="r" b="b"/>
              <a:pathLst>
                <a:path w="64" h="64" extrusionOk="0">
                  <a:moveTo>
                    <a:pt x="1" y="1"/>
                  </a:moveTo>
                  <a:lnTo>
                    <a:pt x="64" y="64"/>
                  </a:lnTo>
                  <a:cubicBezTo>
                    <a:pt x="64" y="47"/>
                    <a:pt x="49" y="47"/>
                    <a:pt x="49" y="32"/>
                  </a:cubicBezTo>
                  <a:lnTo>
                    <a:pt x="49" y="32"/>
                  </a:lnTo>
                  <a:lnTo>
                    <a:pt x="49" y="32"/>
                  </a:lnTo>
                  <a:cubicBezTo>
                    <a:pt x="32" y="16"/>
                    <a:pt x="32" y="1"/>
                    <a:pt x="1" y="1"/>
                  </a:cubicBez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8" name="Google Shape;2018;p38"/>
            <p:cNvSpPr/>
            <p:nvPr/>
          </p:nvSpPr>
          <p:spPr>
            <a:xfrm>
              <a:off x="3113351" y="1816814"/>
              <a:ext cx="2035" cy="2544"/>
            </a:xfrm>
            <a:custGeom>
              <a:avLst/>
              <a:gdLst/>
              <a:ahLst/>
              <a:cxnLst/>
              <a:rect l="l" t="t" r="r" b="b"/>
              <a:pathLst>
                <a:path w="64" h="80" extrusionOk="0">
                  <a:moveTo>
                    <a:pt x="49" y="48"/>
                  </a:moveTo>
                  <a:lnTo>
                    <a:pt x="49" y="48"/>
                  </a:lnTo>
                  <a:cubicBezTo>
                    <a:pt x="49" y="63"/>
                    <a:pt x="64" y="63"/>
                    <a:pt x="64" y="80"/>
                  </a:cubicBezTo>
                  <a:lnTo>
                    <a:pt x="64" y="80"/>
                  </a:lnTo>
                  <a:cubicBezTo>
                    <a:pt x="64" y="63"/>
                    <a:pt x="49" y="63"/>
                    <a:pt x="49" y="48"/>
                  </a:cubicBezTo>
                  <a:lnTo>
                    <a:pt x="49" y="48"/>
                  </a:lnTo>
                  <a:close/>
                  <a:moveTo>
                    <a:pt x="1" y="0"/>
                  </a:moveTo>
                  <a:lnTo>
                    <a:pt x="1" y="17"/>
                  </a:lnTo>
                  <a:lnTo>
                    <a:pt x="1" y="17"/>
                  </a:lnTo>
                  <a:cubicBezTo>
                    <a:pt x="32" y="17"/>
                    <a:pt x="32" y="32"/>
                    <a:pt x="49" y="48"/>
                  </a:cubicBezTo>
                  <a:cubicBezTo>
                    <a:pt x="49" y="32"/>
                    <a:pt x="17" y="17"/>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9" name="Google Shape;2019;p38"/>
            <p:cNvSpPr/>
            <p:nvPr/>
          </p:nvSpPr>
          <p:spPr>
            <a:xfrm>
              <a:off x="3113351" y="1814810"/>
              <a:ext cx="4039" cy="5025"/>
            </a:xfrm>
            <a:custGeom>
              <a:avLst/>
              <a:gdLst/>
              <a:ahLst/>
              <a:cxnLst/>
              <a:rect l="l" t="t" r="r" b="b"/>
              <a:pathLst>
                <a:path w="127" h="158" extrusionOk="0">
                  <a:moveTo>
                    <a:pt x="49" y="0"/>
                  </a:moveTo>
                  <a:lnTo>
                    <a:pt x="32" y="0"/>
                  </a:lnTo>
                  <a:lnTo>
                    <a:pt x="17" y="17"/>
                  </a:lnTo>
                  <a:lnTo>
                    <a:pt x="17" y="17"/>
                  </a:lnTo>
                  <a:lnTo>
                    <a:pt x="1" y="48"/>
                  </a:lnTo>
                  <a:lnTo>
                    <a:pt x="1" y="63"/>
                  </a:lnTo>
                  <a:cubicBezTo>
                    <a:pt x="17" y="80"/>
                    <a:pt x="49" y="95"/>
                    <a:pt x="49" y="111"/>
                  </a:cubicBezTo>
                  <a:lnTo>
                    <a:pt x="49" y="111"/>
                  </a:lnTo>
                  <a:lnTo>
                    <a:pt x="49" y="111"/>
                  </a:lnTo>
                  <a:cubicBezTo>
                    <a:pt x="49" y="126"/>
                    <a:pt x="64" y="126"/>
                    <a:pt x="64" y="143"/>
                  </a:cubicBezTo>
                  <a:lnTo>
                    <a:pt x="64" y="158"/>
                  </a:lnTo>
                  <a:lnTo>
                    <a:pt x="95" y="158"/>
                  </a:lnTo>
                  <a:lnTo>
                    <a:pt x="112" y="158"/>
                  </a:lnTo>
                  <a:cubicBezTo>
                    <a:pt x="127" y="143"/>
                    <a:pt x="127" y="126"/>
                    <a:pt x="112" y="111"/>
                  </a:cubicBezTo>
                  <a:lnTo>
                    <a:pt x="64" y="48"/>
                  </a:lnTo>
                  <a:lnTo>
                    <a:pt x="80" y="48"/>
                  </a:lnTo>
                  <a:lnTo>
                    <a:pt x="80" y="48"/>
                  </a:lnTo>
                  <a:cubicBezTo>
                    <a:pt x="80" y="32"/>
                    <a:pt x="64" y="17"/>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0" name="Google Shape;2020;p38"/>
            <p:cNvSpPr/>
            <p:nvPr/>
          </p:nvSpPr>
          <p:spPr>
            <a:xfrm>
              <a:off x="3269221" y="1784724"/>
              <a:ext cx="3021" cy="3562"/>
            </a:xfrm>
            <a:custGeom>
              <a:avLst/>
              <a:gdLst/>
              <a:ahLst/>
              <a:cxnLst/>
              <a:rect l="l" t="t" r="r" b="b"/>
              <a:pathLst>
                <a:path w="95" h="112" extrusionOk="0">
                  <a:moveTo>
                    <a:pt x="47" y="1"/>
                  </a:moveTo>
                  <a:lnTo>
                    <a:pt x="47" y="1"/>
                  </a:lnTo>
                  <a:cubicBezTo>
                    <a:pt x="47" y="1"/>
                    <a:pt x="32" y="1"/>
                    <a:pt x="32" y="17"/>
                  </a:cubicBezTo>
                  <a:lnTo>
                    <a:pt x="15" y="17"/>
                  </a:lnTo>
                  <a:lnTo>
                    <a:pt x="0" y="64"/>
                  </a:lnTo>
                  <a:cubicBezTo>
                    <a:pt x="0" y="80"/>
                    <a:pt x="0" y="95"/>
                    <a:pt x="15" y="112"/>
                  </a:cubicBezTo>
                  <a:lnTo>
                    <a:pt x="32" y="112"/>
                  </a:lnTo>
                  <a:cubicBezTo>
                    <a:pt x="47" y="112"/>
                    <a:pt x="63" y="95"/>
                    <a:pt x="63" y="95"/>
                  </a:cubicBezTo>
                  <a:lnTo>
                    <a:pt x="78" y="49"/>
                  </a:lnTo>
                  <a:cubicBezTo>
                    <a:pt x="95" y="32"/>
                    <a:pt x="78"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1" name="Google Shape;2021;p38"/>
            <p:cNvSpPr/>
            <p:nvPr/>
          </p:nvSpPr>
          <p:spPr>
            <a:xfrm>
              <a:off x="3176004" y="1794742"/>
              <a:ext cx="5057" cy="4580"/>
            </a:xfrm>
            <a:custGeom>
              <a:avLst/>
              <a:gdLst/>
              <a:ahLst/>
              <a:cxnLst/>
              <a:rect l="l" t="t" r="r" b="b"/>
              <a:pathLst>
                <a:path w="159" h="144" extrusionOk="0">
                  <a:moveTo>
                    <a:pt x="127" y="1"/>
                  </a:moveTo>
                  <a:lnTo>
                    <a:pt x="127" y="1"/>
                  </a:lnTo>
                  <a:lnTo>
                    <a:pt x="127" y="1"/>
                  </a:lnTo>
                  <a:cubicBezTo>
                    <a:pt x="110" y="1"/>
                    <a:pt x="95" y="17"/>
                    <a:pt x="95" y="32"/>
                  </a:cubicBezTo>
                  <a:cubicBezTo>
                    <a:pt x="95" y="49"/>
                    <a:pt x="95" y="49"/>
                    <a:pt x="64" y="64"/>
                  </a:cubicBezTo>
                  <a:lnTo>
                    <a:pt x="64" y="64"/>
                  </a:lnTo>
                  <a:cubicBezTo>
                    <a:pt x="47" y="64"/>
                    <a:pt x="32" y="64"/>
                    <a:pt x="16" y="80"/>
                  </a:cubicBezTo>
                  <a:cubicBezTo>
                    <a:pt x="16" y="80"/>
                    <a:pt x="16" y="95"/>
                    <a:pt x="1" y="95"/>
                  </a:cubicBezTo>
                  <a:lnTo>
                    <a:pt x="1" y="127"/>
                  </a:lnTo>
                  <a:cubicBezTo>
                    <a:pt x="16" y="143"/>
                    <a:pt x="32" y="143"/>
                    <a:pt x="32" y="143"/>
                  </a:cubicBezTo>
                  <a:lnTo>
                    <a:pt x="47" y="143"/>
                  </a:lnTo>
                  <a:cubicBezTo>
                    <a:pt x="64" y="143"/>
                    <a:pt x="64" y="127"/>
                    <a:pt x="79" y="127"/>
                  </a:cubicBezTo>
                  <a:cubicBezTo>
                    <a:pt x="95" y="127"/>
                    <a:pt x="110" y="112"/>
                    <a:pt x="142" y="95"/>
                  </a:cubicBezTo>
                  <a:cubicBezTo>
                    <a:pt x="142" y="95"/>
                    <a:pt x="158" y="80"/>
                    <a:pt x="158" y="64"/>
                  </a:cubicBezTo>
                  <a:lnTo>
                    <a:pt x="158" y="32"/>
                  </a:lnTo>
                  <a:cubicBezTo>
                    <a:pt x="158" y="17"/>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2" name="Google Shape;2022;p38"/>
            <p:cNvSpPr/>
            <p:nvPr/>
          </p:nvSpPr>
          <p:spPr>
            <a:xfrm>
              <a:off x="3032697" y="1806796"/>
              <a:ext cx="2512" cy="3530"/>
            </a:xfrm>
            <a:custGeom>
              <a:avLst/>
              <a:gdLst/>
              <a:ahLst/>
              <a:cxnLst/>
              <a:rect l="l" t="t" r="r" b="b"/>
              <a:pathLst>
                <a:path w="79" h="111" extrusionOk="0">
                  <a:moveTo>
                    <a:pt x="16" y="0"/>
                  </a:moveTo>
                  <a:lnTo>
                    <a:pt x="16" y="32"/>
                  </a:lnTo>
                  <a:lnTo>
                    <a:pt x="1" y="63"/>
                  </a:lnTo>
                  <a:lnTo>
                    <a:pt x="1" y="79"/>
                  </a:lnTo>
                  <a:lnTo>
                    <a:pt x="32" y="111"/>
                  </a:lnTo>
                  <a:lnTo>
                    <a:pt x="47" y="111"/>
                  </a:lnTo>
                  <a:cubicBezTo>
                    <a:pt x="64" y="111"/>
                    <a:pt x="79" y="95"/>
                    <a:pt x="79" y="79"/>
                  </a:cubicBezTo>
                  <a:lnTo>
                    <a:pt x="79" y="32"/>
                  </a:lnTo>
                  <a:lnTo>
                    <a:pt x="79" y="32"/>
                  </a:lnTo>
                  <a:lnTo>
                    <a:pt x="64" y="32"/>
                  </a:lnTo>
                  <a:lnTo>
                    <a:pt x="47" y="32"/>
                  </a:lnTo>
                  <a:cubicBezTo>
                    <a:pt x="32" y="16"/>
                    <a:pt x="16" y="16"/>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3" name="Google Shape;2023;p38"/>
            <p:cNvSpPr/>
            <p:nvPr/>
          </p:nvSpPr>
          <p:spPr>
            <a:xfrm>
              <a:off x="3088290" y="1800785"/>
              <a:ext cx="4039" cy="3021"/>
            </a:xfrm>
            <a:custGeom>
              <a:avLst/>
              <a:gdLst/>
              <a:ahLst/>
              <a:cxnLst/>
              <a:rect l="l" t="t" r="r" b="b"/>
              <a:pathLst>
                <a:path w="127" h="95" extrusionOk="0">
                  <a:moveTo>
                    <a:pt x="80" y="0"/>
                  </a:moveTo>
                  <a:lnTo>
                    <a:pt x="80" y="0"/>
                  </a:lnTo>
                  <a:lnTo>
                    <a:pt x="64" y="0"/>
                  </a:lnTo>
                  <a:lnTo>
                    <a:pt x="32" y="32"/>
                  </a:lnTo>
                  <a:cubicBezTo>
                    <a:pt x="17" y="32"/>
                    <a:pt x="1" y="48"/>
                    <a:pt x="17" y="63"/>
                  </a:cubicBezTo>
                  <a:cubicBezTo>
                    <a:pt x="17" y="79"/>
                    <a:pt x="32" y="95"/>
                    <a:pt x="49" y="95"/>
                  </a:cubicBezTo>
                  <a:lnTo>
                    <a:pt x="49" y="95"/>
                  </a:lnTo>
                  <a:lnTo>
                    <a:pt x="64" y="95"/>
                  </a:lnTo>
                  <a:lnTo>
                    <a:pt x="80" y="95"/>
                  </a:lnTo>
                  <a:cubicBezTo>
                    <a:pt x="95" y="95"/>
                    <a:pt x="112" y="95"/>
                    <a:pt x="112" y="79"/>
                  </a:cubicBezTo>
                  <a:lnTo>
                    <a:pt x="112" y="48"/>
                  </a:lnTo>
                  <a:cubicBezTo>
                    <a:pt x="127" y="32"/>
                    <a:pt x="112" y="16"/>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4" name="Google Shape;2024;p38"/>
            <p:cNvSpPr/>
            <p:nvPr/>
          </p:nvSpPr>
          <p:spPr>
            <a:xfrm>
              <a:off x="3206090" y="1788254"/>
              <a:ext cx="3021" cy="3053"/>
            </a:xfrm>
            <a:custGeom>
              <a:avLst/>
              <a:gdLst/>
              <a:ahLst/>
              <a:cxnLst/>
              <a:rect l="l" t="t" r="r" b="b"/>
              <a:pathLst>
                <a:path w="95" h="96" extrusionOk="0">
                  <a:moveTo>
                    <a:pt x="63" y="1"/>
                  </a:moveTo>
                  <a:lnTo>
                    <a:pt x="47" y="1"/>
                  </a:lnTo>
                  <a:cubicBezTo>
                    <a:pt x="47" y="1"/>
                    <a:pt x="32" y="1"/>
                    <a:pt x="32" y="16"/>
                  </a:cubicBezTo>
                  <a:lnTo>
                    <a:pt x="15" y="16"/>
                  </a:lnTo>
                  <a:lnTo>
                    <a:pt x="0" y="47"/>
                  </a:lnTo>
                  <a:cubicBezTo>
                    <a:pt x="0" y="64"/>
                    <a:pt x="0" y="95"/>
                    <a:pt x="15" y="95"/>
                  </a:cubicBezTo>
                  <a:lnTo>
                    <a:pt x="32" y="95"/>
                  </a:lnTo>
                  <a:cubicBezTo>
                    <a:pt x="47" y="95"/>
                    <a:pt x="63" y="95"/>
                    <a:pt x="63" y="79"/>
                  </a:cubicBezTo>
                  <a:lnTo>
                    <a:pt x="95" y="47"/>
                  </a:lnTo>
                  <a:cubicBezTo>
                    <a:pt x="95" y="32"/>
                    <a:pt x="95" y="16"/>
                    <a:pt x="78" y="16"/>
                  </a:cubicBez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5" name="Google Shape;2025;p38"/>
            <p:cNvSpPr/>
            <p:nvPr/>
          </p:nvSpPr>
          <p:spPr>
            <a:xfrm>
              <a:off x="3318326" y="1776232"/>
              <a:ext cx="3021" cy="4039"/>
            </a:xfrm>
            <a:custGeom>
              <a:avLst/>
              <a:gdLst/>
              <a:ahLst/>
              <a:cxnLst/>
              <a:rect l="l" t="t" r="r" b="b"/>
              <a:pathLst>
                <a:path w="95" h="127" extrusionOk="0">
                  <a:moveTo>
                    <a:pt x="32" y="1"/>
                  </a:moveTo>
                  <a:lnTo>
                    <a:pt x="32" y="1"/>
                  </a:lnTo>
                  <a:lnTo>
                    <a:pt x="32" y="1"/>
                  </a:lnTo>
                  <a:cubicBezTo>
                    <a:pt x="16" y="1"/>
                    <a:pt x="0" y="32"/>
                    <a:pt x="0" y="47"/>
                  </a:cubicBezTo>
                  <a:lnTo>
                    <a:pt x="16" y="95"/>
                  </a:lnTo>
                  <a:lnTo>
                    <a:pt x="16" y="110"/>
                  </a:lnTo>
                  <a:cubicBezTo>
                    <a:pt x="16" y="110"/>
                    <a:pt x="32" y="127"/>
                    <a:pt x="47" y="127"/>
                  </a:cubicBezTo>
                  <a:lnTo>
                    <a:pt x="47" y="127"/>
                  </a:lnTo>
                  <a:lnTo>
                    <a:pt x="63" y="127"/>
                  </a:lnTo>
                  <a:cubicBezTo>
                    <a:pt x="79" y="127"/>
                    <a:pt x="95" y="110"/>
                    <a:pt x="79" y="95"/>
                  </a:cubicBezTo>
                  <a:cubicBezTo>
                    <a:pt x="79" y="95"/>
                    <a:pt x="79" y="110"/>
                    <a:pt x="63" y="110"/>
                  </a:cubicBezTo>
                  <a:lnTo>
                    <a:pt x="63" y="110"/>
                  </a:lnTo>
                  <a:cubicBezTo>
                    <a:pt x="47" y="110"/>
                    <a:pt x="32" y="95"/>
                    <a:pt x="16" y="79"/>
                  </a:cubicBezTo>
                  <a:lnTo>
                    <a:pt x="16" y="47"/>
                  </a:lnTo>
                  <a:cubicBezTo>
                    <a:pt x="0" y="32"/>
                    <a:pt x="16" y="16"/>
                    <a:pt x="32"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6" name="Google Shape;2026;p38"/>
            <p:cNvSpPr/>
            <p:nvPr/>
          </p:nvSpPr>
          <p:spPr>
            <a:xfrm>
              <a:off x="3118376" y="1799767"/>
              <a:ext cx="2544" cy="3053"/>
            </a:xfrm>
            <a:custGeom>
              <a:avLst/>
              <a:gdLst/>
              <a:ahLst/>
              <a:cxnLst/>
              <a:rect l="l" t="t" r="r" b="b"/>
              <a:pathLst>
                <a:path w="80" h="96" extrusionOk="0">
                  <a:moveTo>
                    <a:pt x="32" y="1"/>
                  </a:moveTo>
                  <a:lnTo>
                    <a:pt x="32" y="1"/>
                  </a:lnTo>
                  <a:lnTo>
                    <a:pt x="32" y="1"/>
                  </a:lnTo>
                  <a:cubicBezTo>
                    <a:pt x="17" y="1"/>
                    <a:pt x="0" y="17"/>
                    <a:pt x="0" y="32"/>
                  </a:cubicBezTo>
                  <a:lnTo>
                    <a:pt x="0" y="64"/>
                  </a:lnTo>
                  <a:cubicBezTo>
                    <a:pt x="0" y="80"/>
                    <a:pt x="17" y="95"/>
                    <a:pt x="32" y="95"/>
                  </a:cubicBezTo>
                  <a:lnTo>
                    <a:pt x="32" y="95"/>
                  </a:lnTo>
                  <a:lnTo>
                    <a:pt x="63" y="95"/>
                  </a:lnTo>
                  <a:cubicBezTo>
                    <a:pt x="48" y="80"/>
                    <a:pt x="48" y="64"/>
                    <a:pt x="48" y="48"/>
                  </a:cubicBezTo>
                  <a:cubicBezTo>
                    <a:pt x="48" y="32"/>
                    <a:pt x="63" y="32"/>
                    <a:pt x="80" y="32"/>
                  </a:cubicBezTo>
                  <a:cubicBezTo>
                    <a:pt x="80"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7" name="Google Shape;2027;p38"/>
            <p:cNvSpPr/>
            <p:nvPr/>
          </p:nvSpPr>
          <p:spPr>
            <a:xfrm>
              <a:off x="3196549" y="1792261"/>
              <a:ext cx="4039" cy="2035"/>
            </a:xfrm>
            <a:custGeom>
              <a:avLst/>
              <a:gdLst/>
              <a:ahLst/>
              <a:cxnLst/>
              <a:rect l="l" t="t" r="r" b="b"/>
              <a:pathLst>
                <a:path w="127" h="64" extrusionOk="0">
                  <a:moveTo>
                    <a:pt x="48" y="1"/>
                  </a:moveTo>
                  <a:lnTo>
                    <a:pt x="63" y="1"/>
                  </a:lnTo>
                  <a:cubicBezTo>
                    <a:pt x="63" y="16"/>
                    <a:pt x="48" y="32"/>
                    <a:pt x="32" y="32"/>
                  </a:cubicBezTo>
                  <a:lnTo>
                    <a:pt x="17" y="47"/>
                  </a:lnTo>
                  <a:lnTo>
                    <a:pt x="0" y="47"/>
                  </a:lnTo>
                  <a:cubicBezTo>
                    <a:pt x="0" y="64"/>
                    <a:pt x="17" y="64"/>
                    <a:pt x="32" y="64"/>
                  </a:cubicBezTo>
                  <a:lnTo>
                    <a:pt x="95" y="64"/>
                  </a:lnTo>
                  <a:cubicBezTo>
                    <a:pt x="111" y="64"/>
                    <a:pt x="126" y="47"/>
                    <a:pt x="126" y="32"/>
                  </a:cubicBezTo>
                  <a:lnTo>
                    <a:pt x="126" y="32"/>
                  </a:lnTo>
                  <a:cubicBezTo>
                    <a:pt x="126" y="16"/>
                    <a:pt x="111" y="1"/>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8" name="Google Shape;2028;p38"/>
            <p:cNvSpPr/>
            <p:nvPr/>
          </p:nvSpPr>
          <p:spPr>
            <a:xfrm>
              <a:off x="3039185" y="1806796"/>
              <a:ext cx="4039" cy="4548"/>
            </a:xfrm>
            <a:custGeom>
              <a:avLst/>
              <a:gdLst/>
              <a:ahLst/>
              <a:cxnLst/>
              <a:rect l="l" t="t" r="r" b="b"/>
              <a:pathLst>
                <a:path w="127" h="143" extrusionOk="0">
                  <a:moveTo>
                    <a:pt x="95" y="0"/>
                  </a:moveTo>
                  <a:lnTo>
                    <a:pt x="80" y="0"/>
                  </a:lnTo>
                  <a:lnTo>
                    <a:pt x="64" y="16"/>
                  </a:lnTo>
                  <a:lnTo>
                    <a:pt x="17" y="48"/>
                  </a:lnTo>
                  <a:lnTo>
                    <a:pt x="17" y="63"/>
                  </a:lnTo>
                  <a:lnTo>
                    <a:pt x="1" y="95"/>
                  </a:lnTo>
                  <a:cubicBezTo>
                    <a:pt x="1" y="111"/>
                    <a:pt x="17" y="143"/>
                    <a:pt x="32" y="143"/>
                  </a:cubicBezTo>
                  <a:lnTo>
                    <a:pt x="49" y="143"/>
                  </a:lnTo>
                  <a:cubicBezTo>
                    <a:pt x="64" y="143"/>
                    <a:pt x="80" y="126"/>
                    <a:pt x="80" y="111"/>
                  </a:cubicBezTo>
                  <a:lnTo>
                    <a:pt x="80" y="95"/>
                  </a:lnTo>
                  <a:lnTo>
                    <a:pt x="112" y="63"/>
                  </a:lnTo>
                  <a:cubicBezTo>
                    <a:pt x="127" y="48"/>
                    <a:pt x="127" y="32"/>
                    <a:pt x="112" y="16"/>
                  </a:cubicBezTo>
                  <a:cubicBezTo>
                    <a:pt x="112"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9" name="Google Shape;2029;p38"/>
            <p:cNvSpPr/>
            <p:nvPr/>
          </p:nvSpPr>
          <p:spPr>
            <a:xfrm>
              <a:off x="3193051" y="1790735"/>
              <a:ext cx="5534" cy="3053"/>
            </a:xfrm>
            <a:custGeom>
              <a:avLst/>
              <a:gdLst/>
              <a:ahLst/>
              <a:cxnLst/>
              <a:rect l="l" t="t" r="r" b="b"/>
              <a:pathLst>
                <a:path w="174" h="96" extrusionOk="0">
                  <a:moveTo>
                    <a:pt x="32" y="1"/>
                  </a:moveTo>
                  <a:lnTo>
                    <a:pt x="32" y="1"/>
                  </a:lnTo>
                  <a:lnTo>
                    <a:pt x="16" y="17"/>
                  </a:lnTo>
                  <a:cubicBezTo>
                    <a:pt x="0" y="17"/>
                    <a:pt x="0" y="32"/>
                    <a:pt x="0" y="64"/>
                  </a:cubicBezTo>
                  <a:lnTo>
                    <a:pt x="16" y="64"/>
                  </a:lnTo>
                  <a:cubicBezTo>
                    <a:pt x="32" y="95"/>
                    <a:pt x="47" y="95"/>
                    <a:pt x="79" y="95"/>
                  </a:cubicBezTo>
                  <a:lnTo>
                    <a:pt x="110" y="95"/>
                  </a:lnTo>
                  <a:lnTo>
                    <a:pt x="127" y="95"/>
                  </a:lnTo>
                  <a:lnTo>
                    <a:pt x="142" y="80"/>
                  </a:lnTo>
                  <a:cubicBezTo>
                    <a:pt x="158" y="80"/>
                    <a:pt x="173" y="64"/>
                    <a:pt x="173" y="49"/>
                  </a:cubicBezTo>
                  <a:lnTo>
                    <a:pt x="158" y="49"/>
                  </a:lnTo>
                  <a:cubicBezTo>
                    <a:pt x="158" y="32"/>
                    <a:pt x="158" y="17"/>
                    <a:pt x="142" y="17"/>
                  </a:cubicBezTo>
                  <a:lnTo>
                    <a:pt x="127" y="17"/>
                  </a:lnTo>
                  <a:lnTo>
                    <a:pt x="127" y="17"/>
                  </a:lnTo>
                  <a:cubicBezTo>
                    <a:pt x="127" y="17"/>
                    <a:pt x="110" y="17"/>
                    <a:pt x="110" y="32"/>
                  </a:cubicBezTo>
                  <a:lnTo>
                    <a:pt x="95" y="32"/>
                  </a:lnTo>
                  <a:lnTo>
                    <a:pt x="79" y="32"/>
                  </a:lnTo>
                  <a:lnTo>
                    <a:pt x="79" y="32"/>
                  </a:lnTo>
                  <a:cubicBezTo>
                    <a:pt x="79" y="32"/>
                    <a:pt x="63" y="32"/>
                    <a:pt x="63" y="17"/>
                  </a:cubicBez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0" name="Google Shape;2030;p38"/>
            <p:cNvSpPr/>
            <p:nvPr/>
          </p:nvSpPr>
          <p:spPr>
            <a:xfrm>
              <a:off x="3419557" y="1777727"/>
              <a:ext cx="3498" cy="2544"/>
            </a:xfrm>
            <a:custGeom>
              <a:avLst/>
              <a:gdLst/>
              <a:ahLst/>
              <a:cxnLst/>
              <a:rect l="l" t="t" r="r" b="b"/>
              <a:pathLst>
                <a:path w="110" h="80" extrusionOk="0">
                  <a:moveTo>
                    <a:pt x="32" y="0"/>
                  </a:moveTo>
                  <a:lnTo>
                    <a:pt x="32" y="0"/>
                  </a:lnTo>
                  <a:cubicBezTo>
                    <a:pt x="15" y="17"/>
                    <a:pt x="0" y="17"/>
                    <a:pt x="0" y="32"/>
                  </a:cubicBezTo>
                  <a:lnTo>
                    <a:pt x="0" y="63"/>
                  </a:lnTo>
                  <a:cubicBezTo>
                    <a:pt x="15" y="63"/>
                    <a:pt x="15" y="80"/>
                    <a:pt x="32" y="80"/>
                  </a:cubicBezTo>
                  <a:lnTo>
                    <a:pt x="47" y="80"/>
                  </a:lnTo>
                  <a:lnTo>
                    <a:pt x="63" y="80"/>
                  </a:lnTo>
                  <a:lnTo>
                    <a:pt x="63" y="80"/>
                  </a:lnTo>
                  <a:cubicBezTo>
                    <a:pt x="95" y="80"/>
                    <a:pt x="110" y="63"/>
                    <a:pt x="110" y="48"/>
                  </a:cubicBezTo>
                  <a:cubicBezTo>
                    <a:pt x="110" y="32"/>
                    <a:pt x="95" y="17"/>
                    <a:pt x="78" y="17"/>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1" name="Google Shape;2031;p38"/>
            <p:cNvSpPr/>
            <p:nvPr/>
          </p:nvSpPr>
          <p:spPr>
            <a:xfrm>
              <a:off x="3412019" y="1777250"/>
              <a:ext cx="3530" cy="4516"/>
            </a:xfrm>
            <a:custGeom>
              <a:avLst/>
              <a:gdLst/>
              <a:ahLst/>
              <a:cxnLst/>
              <a:rect l="l" t="t" r="r" b="b"/>
              <a:pathLst>
                <a:path w="111" h="142" extrusionOk="0">
                  <a:moveTo>
                    <a:pt x="32" y="0"/>
                  </a:moveTo>
                  <a:lnTo>
                    <a:pt x="32" y="0"/>
                  </a:lnTo>
                  <a:cubicBezTo>
                    <a:pt x="16" y="0"/>
                    <a:pt x="0" y="15"/>
                    <a:pt x="0" y="32"/>
                  </a:cubicBezTo>
                  <a:lnTo>
                    <a:pt x="0" y="47"/>
                  </a:lnTo>
                  <a:cubicBezTo>
                    <a:pt x="0" y="63"/>
                    <a:pt x="16" y="63"/>
                    <a:pt x="16" y="63"/>
                  </a:cubicBezTo>
                  <a:lnTo>
                    <a:pt x="32" y="78"/>
                  </a:lnTo>
                  <a:lnTo>
                    <a:pt x="32" y="110"/>
                  </a:lnTo>
                  <a:lnTo>
                    <a:pt x="32" y="110"/>
                  </a:lnTo>
                  <a:cubicBezTo>
                    <a:pt x="32" y="126"/>
                    <a:pt x="48" y="126"/>
                    <a:pt x="48" y="141"/>
                  </a:cubicBezTo>
                  <a:lnTo>
                    <a:pt x="63" y="141"/>
                  </a:lnTo>
                  <a:lnTo>
                    <a:pt x="63" y="141"/>
                  </a:lnTo>
                  <a:lnTo>
                    <a:pt x="63" y="141"/>
                  </a:lnTo>
                  <a:lnTo>
                    <a:pt x="79" y="141"/>
                  </a:lnTo>
                  <a:cubicBezTo>
                    <a:pt x="95" y="126"/>
                    <a:pt x="111" y="126"/>
                    <a:pt x="111" y="110"/>
                  </a:cubicBezTo>
                  <a:lnTo>
                    <a:pt x="111" y="95"/>
                  </a:lnTo>
                  <a:lnTo>
                    <a:pt x="111" y="95"/>
                  </a:lnTo>
                  <a:lnTo>
                    <a:pt x="111" y="47"/>
                  </a:lnTo>
                  <a:cubicBezTo>
                    <a:pt x="111" y="32"/>
                    <a:pt x="95" y="32"/>
                    <a:pt x="95" y="15"/>
                  </a:cubicBezTo>
                  <a:lnTo>
                    <a:pt x="79" y="15"/>
                  </a:lnTo>
                  <a:lnTo>
                    <a:pt x="63"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2" name="Google Shape;2032;p38"/>
            <p:cNvSpPr/>
            <p:nvPr/>
          </p:nvSpPr>
          <p:spPr>
            <a:xfrm>
              <a:off x="3078812" y="1807304"/>
              <a:ext cx="2512" cy="3021"/>
            </a:xfrm>
            <a:custGeom>
              <a:avLst/>
              <a:gdLst/>
              <a:ahLst/>
              <a:cxnLst/>
              <a:rect l="l" t="t" r="r" b="b"/>
              <a:pathLst>
                <a:path w="79" h="95" extrusionOk="0">
                  <a:moveTo>
                    <a:pt x="47" y="0"/>
                  </a:moveTo>
                  <a:lnTo>
                    <a:pt x="47" y="0"/>
                  </a:lnTo>
                  <a:lnTo>
                    <a:pt x="47" y="0"/>
                  </a:lnTo>
                  <a:lnTo>
                    <a:pt x="47" y="0"/>
                  </a:lnTo>
                  <a:cubicBezTo>
                    <a:pt x="32" y="0"/>
                    <a:pt x="32" y="0"/>
                    <a:pt x="32" y="16"/>
                  </a:cubicBezTo>
                  <a:lnTo>
                    <a:pt x="15" y="16"/>
                  </a:lnTo>
                  <a:cubicBezTo>
                    <a:pt x="0" y="32"/>
                    <a:pt x="0" y="32"/>
                    <a:pt x="0" y="47"/>
                  </a:cubicBezTo>
                  <a:lnTo>
                    <a:pt x="0" y="63"/>
                  </a:lnTo>
                  <a:cubicBezTo>
                    <a:pt x="0" y="79"/>
                    <a:pt x="15" y="79"/>
                    <a:pt x="15" y="79"/>
                  </a:cubicBezTo>
                  <a:lnTo>
                    <a:pt x="15" y="79"/>
                  </a:lnTo>
                  <a:lnTo>
                    <a:pt x="32" y="95"/>
                  </a:lnTo>
                  <a:lnTo>
                    <a:pt x="47" y="95"/>
                  </a:lnTo>
                  <a:lnTo>
                    <a:pt x="78" y="95"/>
                  </a:lnTo>
                  <a:lnTo>
                    <a:pt x="63" y="95"/>
                  </a:lnTo>
                  <a:cubicBezTo>
                    <a:pt x="63" y="79"/>
                    <a:pt x="63" y="63"/>
                    <a:pt x="78" y="47"/>
                  </a:cubicBezTo>
                  <a:lnTo>
                    <a:pt x="78" y="47"/>
                  </a:lnTo>
                  <a:lnTo>
                    <a:pt x="78" y="47"/>
                  </a:lnTo>
                  <a:lnTo>
                    <a:pt x="78" y="16"/>
                  </a:lnTo>
                  <a:cubicBezTo>
                    <a:pt x="63" y="0"/>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3" name="Google Shape;2033;p38"/>
            <p:cNvSpPr/>
            <p:nvPr/>
          </p:nvSpPr>
          <p:spPr>
            <a:xfrm>
              <a:off x="3186022" y="1797286"/>
              <a:ext cx="3053" cy="3530"/>
            </a:xfrm>
            <a:custGeom>
              <a:avLst/>
              <a:gdLst/>
              <a:ahLst/>
              <a:cxnLst/>
              <a:rect l="l" t="t" r="r" b="b"/>
              <a:pathLst>
                <a:path w="96" h="111" extrusionOk="0">
                  <a:moveTo>
                    <a:pt x="64" y="0"/>
                  </a:moveTo>
                  <a:lnTo>
                    <a:pt x="64" y="0"/>
                  </a:lnTo>
                  <a:cubicBezTo>
                    <a:pt x="48" y="0"/>
                    <a:pt x="32" y="15"/>
                    <a:pt x="32" y="32"/>
                  </a:cubicBezTo>
                  <a:lnTo>
                    <a:pt x="16" y="63"/>
                  </a:lnTo>
                  <a:lnTo>
                    <a:pt x="16" y="63"/>
                  </a:lnTo>
                  <a:lnTo>
                    <a:pt x="16" y="63"/>
                  </a:lnTo>
                  <a:cubicBezTo>
                    <a:pt x="1" y="79"/>
                    <a:pt x="1" y="95"/>
                    <a:pt x="16" y="110"/>
                  </a:cubicBezTo>
                  <a:lnTo>
                    <a:pt x="32" y="110"/>
                  </a:lnTo>
                  <a:lnTo>
                    <a:pt x="48" y="110"/>
                  </a:lnTo>
                  <a:cubicBezTo>
                    <a:pt x="48" y="110"/>
                    <a:pt x="64" y="110"/>
                    <a:pt x="79" y="95"/>
                  </a:cubicBezTo>
                  <a:lnTo>
                    <a:pt x="79" y="79"/>
                  </a:lnTo>
                  <a:lnTo>
                    <a:pt x="79" y="63"/>
                  </a:lnTo>
                  <a:lnTo>
                    <a:pt x="95" y="63"/>
                  </a:lnTo>
                  <a:lnTo>
                    <a:pt x="95" y="47"/>
                  </a:lnTo>
                  <a:cubicBezTo>
                    <a:pt x="95" y="32"/>
                    <a:pt x="95" y="15"/>
                    <a:pt x="7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4" name="Google Shape;2034;p38"/>
            <p:cNvSpPr/>
            <p:nvPr/>
          </p:nvSpPr>
          <p:spPr>
            <a:xfrm>
              <a:off x="3386958" y="1777250"/>
              <a:ext cx="5565" cy="3021"/>
            </a:xfrm>
            <a:custGeom>
              <a:avLst/>
              <a:gdLst/>
              <a:ahLst/>
              <a:cxnLst/>
              <a:rect l="l" t="t" r="r" b="b"/>
              <a:pathLst>
                <a:path w="175" h="95" extrusionOk="0">
                  <a:moveTo>
                    <a:pt x="80" y="0"/>
                  </a:moveTo>
                  <a:lnTo>
                    <a:pt x="80" y="15"/>
                  </a:lnTo>
                  <a:lnTo>
                    <a:pt x="17" y="15"/>
                  </a:lnTo>
                  <a:cubicBezTo>
                    <a:pt x="17" y="15"/>
                    <a:pt x="0" y="32"/>
                    <a:pt x="0" y="47"/>
                  </a:cubicBezTo>
                  <a:lnTo>
                    <a:pt x="0" y="47"/>
                  </a:lnTo>
                  <a:lnTo>
                    <a:pt x="0" y="63"/>
                  </a:lnTo>
                  <a:cubicBezTo>
                    <a:pt x="0" y="78"/>
                    <a:pt x="17" y="95"/>
                    <a:pt x="32" y="95"/>
                  </a:cubicBezTo>
                  <a:lnTo>
                    <a:pt x="48" y="78"/>
                  </a:lnTo>
                  <a:lnTo>
                    <a:pt x="143" y="63"/>
                  </a:lnTo>
                  <a:cubicBezTo>
                    <a:pt x="158" y="63"/>
                    <a:pt x="158" y="63"/>
                    <a:pt x="158" y="47"/>
                  </a:cubicBezTo>
                  <a:cubicBezTo>
                    <a:pt x="174" y="47"/>
                    <a:pt x="174" y="32"/>
                    <a:pt x="174" y="15"/>
                  </a:cubicBezTo>
                  <a:lnTo>
                    <a:pt x="174" y="15"/>
                  </a:lnTo>
                  <a:lnTo>
                    <a:pt x="174" y="15"/>
                  </a:lnTo>
                  <a:cubicBezTo>
                    <a:pt x="158" y="15"/>
                    <a:pt x="158" y="32"/>
                    <a:pt x="143" y="32"/>
                  </a:cubicBezTo>
                  <a:lnTo>
                    <a:pt x="111" y="32"/>
                  </a:lnTo>
                  <a:lnTo>
                    <a:pt x="111" y="32"/>
                  </a:lnTo>
                  <a:cubicBezTo>
                    <a:pt x="95" y="32"/>
                    <a:pt x="80" y="15"/>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5" name="Google Shape;2035;p38"/>
            <p:cNvSpPr/>
            <p:nvPr/>
          </p:nvSpPr>
          <p:spPr>
            <a:xfrm>
              <a:off x="3268680" y="1766214"/>
              <a:ext cx="4580" cy="3530"/>
            </a:xfrm>
            <a:custGeom>
              <a:avLst/>
              <a:gdLst/>
              <a:ahLst/>
              <a:cxnLst/>
              <a:rect l="l" t="t" r="r" b="b"/>
              <a:pathLst>
                <a:path w="144" h="111" extrusionOk="0">
                  <a:moveTo>
                    <a:pt x="112" y="1"/>
                  </a:moveTo>
                  <a:lnTo>
                    <a:pt x="112" y="1"/>
                  </a:lnTo>
                  <a:cubicBezTo>
                    <a:pt x="112" y="1"/>
                    <a:pt x="95" y="1"/>
                    <a:pt x="95" y="16"/>
                  </a:cubicBezTo>
                  <a:lnTo>
                    <a:pt x="80" y="16"/>
                  </a:lnTo>
                  <a:lnTo>
                    <a:pt x="80" y="16"/>
                  </a:lnTo>
                  <a:lnTo>
                    <a:pt x="17" y="47"/>
                  </a:lnTo>
                  <a:cubicBezTo>
                    <a:pt x="1" y="64"/>
                    <a:pt x="1" y="79"/>
                    <a:pt x="1" y="95"/>
                  </a:cubicBezTo>
                  <a:cubicBezTo>
                    <a:pt x="17" y="95"/>
                    <a:pt x="17" y="79"/>
                    <a:pt x="17" y="79"/>
                  </a:cubicBezTo>
                  <a:lnTo>
                    <a:pt x="32" y="79"/>
                  </a:lnTo>
                  <a:lnTo>
                    <a:pt x="49" y="95"/>
                  </a:lnTo>
                  <a:lnTo>
                    <a:pt x="64" y="110"/>
                  </a:lnTo>
                  <a:lnTo>
                    <a:pt x="112" y="79"/>
                  </a:lnTo>
                  <a:lnTo>
                    <a:pt x="127" y="64"/>
                  </a:lnTo>
                  <a:cubicBezTo>
                    <a:pt x="143" y="64"/>
                    <a:pt x="143" y="64"/>
                    <a:pt x="143" y="47"/>
                  </a:cubicBezTo>
                  <a:lnTo>
                    <a:pt x="143" y="32"/>
                  </a:lnTo>
                  <a:cubicBezTo>
                    <a:pt x="143" y="16"/>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6" name="Google Shape;2036;p38"/>
            <p:cNvSpPr/>
            <p:nvPr/>
          </p:nvSpPr>
          <p:spPr>
            <a:xfrm>
              <a:off x="3078812" y="1813792"/>
              <a:ext cx="3021" cy="3053"/>
            </a:xfrm>
            <a:custGeom>
              <a:avLst/>
              <a:gdLst/>
              <a:ahLst/>
              <a:cxnLst/>
              <a:rect l="l" t="t" r="r" b="b"/>
              <a:pathLst>
                <a:path w="95" h="96" extrusionOk="0">
                  <a:moveTo>
                    <a:pt x="32" y="1"/>
                  </a:moveTo>
                  <a:lnTo>
                    <a:pt x="32" y="1"/>
                  </a:lnTo>
                  <a:lnTo>
                    <a:pt x="15" y="1"/>
                  </a:lnTo>
                  <a:cubicBezTo>
                    <a:pt x="0" y="17"/>
                    <a:pt x="0" y="32"/>
                    <a:pt x="15" y="49"/>
                  </a:cubicBezTo>
                  <a:lnTo>
                    <a:pt x="32" y="80"/>
                  </a:lnTo>
                  <a:cubicBezTo>
                    <a:pt x="32" y="95"/>
                    <a:pt x="47" y="95"/>
                    <a:pt x="63" y="95"/>
                  </a:cubicBezTo>
                  <a:lnTo>
                    <a:pt x="78" y="95"/>
                  </a:lnTo>
                  <a:lnTo>
                    <a:pt x="78" y="95"/>
                  </a:lnTo>
                  <a:cubicBezTo>
                    <a:pt x="95" y="80"/>
                    <a:pt x="95" y="64"/>
                    <a:pt x="78" y="49"/>
                  </a:cubicBezTo>
                  <a:lnTo>
                    <a:pt x="63" y="17"/>
                  </a:lnTo>
                  <a:lnTo>
                    <a:pt x="63" y="17"/>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7" name="Google Shape;2037;p38"/>
            <p:cNvSpPr/>
            <p:nvPr/>
          </p:nvSpPr>
          <p:spPr>
            <a:xfrm>
              <a:off x="3175495" y="1801294"/>
              <a:ext cx="3021" cy="3021"/>
            </a:xfrm>
            <a:custGeom>
              <a:avLst/>
              <a:gdLst/>
              <a:ahLst/>
              <a:cxnLst/>
              <a:rect l="l" t="t" r="r" b="b"/>
              <a:pathLst>
                <a:path w="95" h="95" extrusionOk="0">
                  <a:moveTo>
                    <a:pt x="48" y="0"/>
                  </a:moveTo>
                  <a:lnTo>
                    <a:pt x="48" y="0"/>
                  </a:lnTo>
                  <a:cubicBezTo>
                    <a:pt x="32" y="0"/>
                    <a:pt x="32" y="16"/>
                    <a:pt x="17" y="16"/>
                  </a:cubicBezTo>
                  <a:lnTo>
                    <a:pt x="17" y="32"/>
                  </a:lnTo>
                  <a:lnTo>
                    <a:pt x="0" y="47"/>
                  </a:lnTo>
                  <a:cubicBezTo>
                    <a:pt x="0" y="63"/>
                    <a:pt x="0" y="79"/>
                    <a:pt x="17" y="79"/>
                  </a:cubicBezTo>
                  <a:cubicBezTo>
                    <a:pt x="17" y="95"/>
                    <a:pt x="17" y="95"/>
                    <a:pt x="32" y="95"/>
                  </a:cubicBezTo>
                  <a:lnTo>
                    <a:pt x="32" y="95"/>
                  </a:lnTo>
                  <a:lnTo>
                    <a:pt x="48" y="95"/>
                  </a:lnTo>
                  <a:cubicBezTo>
                    <a:pt x="48" y="95"/>
                    <a:pt x="63" y="95"/>
                    <a:pt x="80" y="79"/>
                  </a:cubicBezTo>
                  <a:lnTo>
                    <a:pt x="80" y="79"/>
                  </a:lnTo>
                  <a:lnTo>
                    <a:pt x="80" y="47"/>
                  </a:lnTo>
                  <a:cubicBezTo>
                    <a:pt x="95" y="32"/>
                    <a:pt x="95" y="32"/>
                    <a:pt x="80" y="32"/>
                  </a:cubicBezTo>
                  <a:cubicBezTo>
                    <a:pt x="80" y="16"/>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8" name="Google Shape;2038;p38"/>
            <p:cNvSpPr/>
            <p:nvPr/>
          </p:nvSpPr>
          <p:spPr>
            <a:xfrm>
              <a:off x="3158448" y="1805301"/>
              <a:ext cx="3053" cy="4516"/>
            </a:xfrm>
            <a:custGeom>
              <a:avLst/>
              <a:gdLst/>
              <a:ahLst/>
              <a:cxnLst/>
              <a:rect l="l" t="t" r="r" b="b"/>
              <a:pathLst>
                <a:path w="96" h="142" extrusionOk="0">
                  <a:moveTo>
                    <a:pt x="49" y="0"/>
                  </a:moveTo>
                  <a:lnTo>
                    <a:pt x="49" y="0"/>
                  </a:lnTo>
                  <a:cubicBezTo>
                    <a:pt x="32" y="0"/>
                    <a:pt x="32" y="16"/>
                    <a:pt x="17" y="32"/>
                  </a:cubicBezTo>
                  <a:lnTo>
                    <a:pt x="17" y="47"/>
                  </a:lnTo>
                  <a:lnTo>
                    <a:pt x="1" y="79"/>
                  </a:lnTo>
                  <a:lnTo>
                    <a:pt x="1" y="110"/>
                  </a:lnTo>
                  <a:lnTo>
                    <a:pt x="1" y="126"/>
                  </a:lnTo>
                  <a:lnTo>
                    <a:pt x="32" y="126"/>
                  </a:lnTo>
                  <a:lnTo>
                    <a:pt x="64" y="142"/>
                  </a:lnTo>
                  <a:lnTo>
                    <a:pt x="64" y="142"/>
                  </a:lnTo>
                  <a:lnTo>
                    <a:pt x="64" y="142"/>
                  </a:lnTo>
                  <a:cubicBezTo>
                    <a:pt x="80" y="126"/>
                    <a:pt x="95" y="126"/>
                    <a:pt x="95" y="110"/>
                  </a:cubicBezTo>
                  <a:lnTo>
                    <a:pt x="95" y="79"/>
                  </a:lnTo>
                  <a:lnTo>
                    <a:pt x="80" y="79"/>
                  </a:lnTo>
                  <a:lnTo>
                    <a:pt x="80" y="47"/>
                  </a:lnTo>
                  <a:cubicBezTo>
                    <a:pt x="95" y="32"/>
                    <a:pt x="80" y="16"/>
                    <a:pt x="64"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9" name="Google Shape;2039;p38"/>
            <p:cNvSpPr/>
            <p:nvPr/>
          </p:nvSpPr>
          <p:spPr>
            <a:xfrm>
              <a:off x="3388961" y="1815319"/>
              <a:ext cx="6551" cy="3530"/>
            </a:xfrm>
            <a:custGeom>
              <a:avLst/>
              <a:gdLst/>
              <a:ahLst/>
              <a:cxnLst/>
              <a:rect l="l" t="t" r="r" b="b"/>
              <a:pathLst>
                <a:path w="206" h="111" extrusionOk="0">
                  <a:moveTo>
                    <a:pt x="48" y="1"/>
                  </a:moveTo>
                  <a:lnTo>
                    <a:pt x="32" y="1"/>
                  </a:lnTo>
                  <a:cubicBezTo>
                    <a:pt x="32" y="1"/>
                    <a:pt x="17" y="1"/>
                    <a:pt x="17" y="16"/>
                  </a:cubicBezTo>
                  <a:cubicBezTo>
                    <a:pt x="0" y="32"/>
                    <a:pt x="17" y="47"/>
                    <a:pt x="32" y="64"/>
                  </a:cubicBezTo>
                  <a:cubicBezTo>
                    <a:pt x="32" y="64"/>
                    <a:pt x="48" y="64"/>
                    <a:pt x="48" y="79"/>
                  </a:cubicBezTo>
                  <a:cubicBezTo>
                    <a:pt x="80" y="95"/>
                    <a:pt x="95" y="110"/>
                    <a:pt x="126" y="110"/>
                  </a:cubicBezTo>
                  <a:lnTo>
                    <a:pt x="143" y="110"/>
                  </a:lnTo>
                  <a:lnTo>
                    <a:pt x="206" y="110"/>
                  </a:lnTo>
                  <a:lnTo>
                    <a:pt x="206" y="95"/>
                  </a:lnTo>
                  <a:lnTo>
                    <a:pt x="206" y="95"/>
                  </a:lnTo>
                  <a:lnTo>
                    <a:pt x="206" y="95"/>
                  </a:lnTo>
                  <a:lnTo>
                    <a:pt x="206" y="95"/>
                  </a:lnTo>
                  <a:cubicBezTo>
                    <a:pt x="206" y="47"/>
                    <a:pt x="158" y="47"/>
                    <a:pt x="143" y="32"/>
                  </a:cubicBezTo>
                  <a:lnTo>
                    <a:pt x="143" y="32"/>
                  </a:lnTo>
                  <a:lnTo>
                    <a:pt x="111" y="32"/>
                  </a:lnTo>
                  <a:lnTo>
                    <a:pt x="95" y="16"/>
                  </a:lnTo>
                  <a:cubicBezTo>
                    <a:pt x="80" y="16"/>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0" name="Google Shape;2040;p38"/>
            <p:cNvSpPr/>
            <p:nvPr/>
          </p:nvSpPr>
          <p:spPr>
            <a:xfrm>
              <a:off x="3033174" y="1819803"/>
              <a:ext cx="4580" cy="3562"/>
            </a:xfrm>
            <a:custGeom>
              <a:avLst/>
              <a:gdLst/>
              <a:ahLst/>
              <a:cxnLst/>
              <a:rect l="l" t="t" r="r" b="b"/>
              <a:pathLst>
                <a:path w="144" h="112" extrusionOk="0">
                  <a:moveTo>
                    <a:pt x="112" y="1"/>
                  </a:moveTo>
                  <a:lnTo>
                    <a:pt x="112" y="1"/>
                  </a:lnTo>
                  <a:cubicBezTo>
                    <a:pt x="95" y="1"/>
                    <a:pt x="95" y="1"/>
                    <a:pt x="95" y="17"/>
                  </a:cubicBezTo>
                  <a:lnTo>
                    <a:pt x="49" y="32"/>
                  </a:lnTo>
                  <a:lnTo>
                    <a:pt x="32" y="49"/>
                  </a:lnTo>
                  <a:cubicBezTo>
                    <a:pt x="17" y="64"/>
                    <a:pt x="1" y="95"/>
                    <a:pt x="17" y="95"/>
                  </a:cubicBezTo>
                  <a:lnTo>
                    <a:pt x="17" y="112"/>
                  </a:lnTo>
                  <a:lnTo>
                    <a:pt x="32" y="112"/>
                  </a:lnTo>
                  <a:lnTo>
                    <a:pt x="49" y="112"/>
                  </a:lnTo>
                  <a:lnTo>
                    <a:pt x="64" y="112"/>
                  </a:lnTo>
                  <a:lnTo>
                    <a:pt x="112" y="80"/>
                  </a:lnTo>
                  <a:lnTo>
                    <a:pt x="127" y="64"/>
                  </a:lnTo>
                  <a:lnTo>
                    <a:pt x="127" y="64"/>
                  </a:lnTo>
                  <a:cubicBezTo>
                    <a:pt x="143" y="49"/>
                    <a:pt x="143" y="32"/>
                    <a:pt x="143" y="17"/>
                  </a:cubicBezTo>
                  <a:lnTo>
                    <a:pt x="127" y="17"/>
                  </a:lnTo>
                  <a:cubicBezTo>
                    <a:pt x="127" y="1"/>
                    <a:pt x="112"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1" name="Google Shape;2041;p38"/>
            <p:cNvSpPr/>
            <p:nvPr/>
          </p:nvSpPr>
          <p:spPr>
            <a:xfrm>
              <a:off x="3354391" y="1779731"/>
              <a:ext cx="2035" cy="3562"/>
            </a:xfrm>
            <a:custGeom>
              <a:avLst/>
              <a:gdLst/>
              <a:ahLst/>
              <a:cxnLst/>
              <a:rect l="l" t="t" r="r" b="b"/>
              <a:pathLst>
                <a:path w="64" h="112" extrusionOk="0">
                  <a:moveTo>
                    <a:pt x="32" y="0"/>
                  </a:moveTo>
                  <a:lnTo>
                    <a:pt x="32" y="0"/>
                  </a:lnTo>
                  <a:cubicBezTo>
                    <a:pt x="16" y="17"/>
                    <a:pt x="1" y="32"/>
                    <a:pt x="1" y="48"/>
                  </a:cubicBezTo>
                  <a:lnTo>
                    <a:pt x="1" y="80"/>
                  </a:lnTo>
                  <a:cubicBezTo>
                    <a:pt x="1" y="95"/>
                    <a:pt x="16" y="111"/>
                    <a:pt x="32" y="111"/>
                  </a:cubicBezTo>
                  <a:lnTo>
                    <a:pt x="32" y="111"/>
                  </a:lnTo>
                  <a:cubicBezTo>
                    <a:pt x="64" y="111"/>
                    <a:pt x="64" y="95"/>
                    <a:pt x="64" y="63"/>
                  </a:cubicBezTo>
                  <a:lnTo>
                    <a:pt x="64" y="32"/>
                  </a:lnTo>
                  <a:cubicBezTo>
                    <a:pt x="64"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2" name="Google Shape;2042;p38"/>
            <p:cNvSpPr/>
            <p:nvPr/>
          </p:nvSpPr>
          <p:spPr>
            <a:xfrm>
              <a:off x="3277235" y="1788254"/>
              <a:ext cx="3021" cy="3053"/>
            </a:xfrm>
            <a:custGeom>
              <a:avLst/>
              <a:gdLst/>
              <a:ahLst/>
              <a:cxnLst/>
              <a:rect l="l" t="t" r="r" b="b"/>
              <a:pathLst>
                <a:path w="95" h="96" extrusionOk="0">
                  <a:moveTo>
                    <a:pt x="63" y="1"/>
                  </a:moveTo>
                  <a:lnTo>
                    <a:pt x="63" y="1"/>
                  </a:lnTo>
                  <a:lnTo>
                    <a:pt x="47" y="1"/>
                  </a:lnTo>
                  <a:lnTo>
                    <a:pt x="16" y="32"/>
                  </a:lnTo>
                  <a:cubicBezTo>
                    <a:pt x="0" y="32"/>
                    <a:pt x="0" y="64"/>
                    <a:pt x="0" y="79"/>
                  </a:cubicBezTo>
                  <a:cubicBezTo>
                    <a:pt x="16" y="79"/>
                    <a:pt x="16" y="95"/>
                    <a:pt x="32" y="95"/>
                  </a:cubicBezTo>
                  <a:lnTo>
                    <a:pt x="47" y="79"/>
                  </a:lnTo>
                  <a:lnTo>
                    <a:pt x="79" y="64"/>
                  </a:lnTo>
                  <a:cubicBezTo>
                    <a:pt x="95" y="47"/>
                    <a:pt x="95" y="32"/>
                    <a:pt x="95" y="16"/>
                  </a:cubicBezTo>
                  <a:cubicBezTo>
                    <a:pt x="79"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3" name="Google Shape;2043;p38"/>
            <p:cNvSpPr/>
            <p:nvPr/>
          </p:nvSpPr>
          <p:spPr>
            <a:xfrm>
              <a:off x="3299275" y="1786727"/>
              <a:ext cx="3530" cy="4039"/>
            </a:xfrm>
            <a:custGeom>
              <a:avLst/>
              <a:gdLst/>
              <a:ahLst/>
              <a:cxnLst/>
              <a:rect l="l" t="t" r="r" b="b"/>
              <a:pathLst>
                <a:path w="111" h="127" extrusionOk="0">
                  <a:moveTo>
                    <a:pt x="64" y="1"/>
                  </a:moveTo>
                  <a:lnTo>
                    <a:pt x="64" y="17"/>
                  </a:lnTo>
                  <a:lnTo>
                    <a:pt x="47" y="17"/>
                  </a:lnTo>
                  <a:cubicBezTo>
                    <a:pt x="47" y="17"/>
                    <a:pt x="32" y="32"/>
                    <a:pt x="32" y="49"/>
                  </a:cubicBezTo>
                  <a:lnTo>
                    <a:pt x="16" y="49"/>
                  </a:lnTo>
                  <a:cubicBezTo>
                    <a:pt x="1" y="64"/>
                    <a:pt x="1" y="80"/>
                    <a:pt x="1" y="95"/>
                  </a:cubicBezTo>
                  <a:cubicBezTo>
                    <a:pt x="1" y="112"/>
                    <a:pt x="16" y="127"/>
                    <a:pt x="32" y="127"/>
                  </a:cubicBezTo>
                  <a:lnTo>
                    <a:pt x="47" y="112"/>
                  </a:lnTo>
                  <a:lnTo>
                    <a:pt x="95" y="95"/>
                  </a:lnTo>
                  <a:cubicBezTo>
                    <a:pt x="110" y="95"/>
                    <a:pt x="110" y="64"/>
                    <a:pt x="110" y="49"/>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4" name="Google Shape;2044;p38"/>
            <p:cNvSpPr/>
            <p:nvPr/>
          </p:nvSpPr>
          <p:spPr>
            <a:xfrm>
              <a:off x="3235127" y="1793279"/>
              <a:ext cx="3053" cy="3021"/>
            </a:xfrm>
            <a:custGeom>
              <a:avLst/>
              <a:gdLst/>
              <a:ahLst/>
              <a:cxnLst/>
              <a:rect l="l" t="t" r="r" b="b"/>
              <a:pathLst>
                <a:path w="96" h="95" extrusionOk="0">
                  <a:moveTo>
                    <a:pt x="64" y="0"/>
                  </a:moveTo>
                  <a:lnTo>
                    <a:pt x="48" y="0"/>
                  </a:lnTo>
                  <a:cubicBezTo>
                    <a:pt x="48" y="0"/>
                    <a:pt x="32" y="0"/>
                    <a:pt x="32" y="15"/>
                  </a:cubicBezTo>
                  <a:lnTo>
                    <a:pt x="16" y="47"/>
                  </a:lnTo>
                  <a:cubicBezTo>
                    <a:pt x="1" y="63"/>
                    <a:pt x="16" y="95"/>
                    <a:pt x="32" y="95"/>
                  </a:cubicBezTo>
                  <a:lnTo>
                    <a:pt x="48" y="95"/>
                  </a:lnTo>
                  <a:cubicBezTo>
                    <a:pt x="64" y="95"/>
                    <a:pt x="79" y="95"/>
                    <a:pt x="79" y="78"/>
                  </a:cubicBezTo>
                  <a:lnTo>
                    <a:pt x="95" y="47"/>
                  </a:lnTo>
                  <a:cubicBezTo>
                    <a:pt x="95" y="32"/>
                    <a:pt x="95"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5" name="Google Shape;2045;p38"/>
            <p:cNvSpPr/>
            <p:nvPr/>
          </p:nvSpPr>
          <p:spPr>
            <a:xfrm>
              <a:off x="3420034" y="1797763"/>
              <a:ext cx="4039" cy="4039"/>
            </a:xfrm>
            <a:custGeom>
              <a:avLst/>
              <a:gdLst/>
              <a:ahLst/>
              <a:cxnLst/>
              <a:rect l="l" t="t" r="r" b="b"/>
              <a:pathLst>
                <a:path w="127" h="127" extrusionOk="0">
                  <a:moveTo>
                    <a:pt x="80" y="0"/>
                  </a:moveTo>
                  <a:lnTo>
                    <a:pt x="80" y="0"/>
                  </a:lnTo>
                  <a:cubicBezTo>
                    <a:pt x="63" y="0"/>
                    <a:pt x="63" y="0"/>
                    <a:pt x="63" y="17"/>
                  </a:cubicBezTo>
                  <a:lnTo>
                    <a:pt x="63" y="17"/>
                  </a:lnTo>
                  <a:lnTo>
                    <a:pt x="17" y="48"/>
                  </a:lnTo>
                  <a:cubicBezTo>
                    <a:pt x="0" y="48"/>
                    <a:pt x="0" y="64"/>
                    <a:pt x="0" y="80"/>
                  </a:cubicBezTo>
                  <a:cubicBezTo>
                    <a:pt x="0" y="95"/>
                    <a:pt x="17" y="95"/>
                    <a:pt x="32" y="111"/>
                  </a:cubicBezTo>
                  <a:lnTo>
                    <a:pt x="80" y="127"/>
                  </a:lnTo>
                  <a:lnTo>
                    <a:pt x="80" y="127"/>
                  </a:lnTo>
                  <a:lnTo>
                    <a:pt x="95" y="127"/>
                  </a:lnTo>
                  <a:lnTo>
                    <a:pt x="111" y="127"/>
                  </a:lnTo>
                  <a:cubicBezTo>
                    <a:pt x="111" y="111"/>
                    <a:pt x="126" y="111"/>
                    <a:pt x="126" y="95"/>
                  </a:cubicBezTo>
                  <a:lnTo>
                    <a:pt x="126" y="95"/>
                  </a:lnTo>
                  <a:cubicBezTo>
                    <a:pt x="126" y="80"/>
                    <a:pt x="126" y="64"/>
                    <a:pt x="111" y="64"/>
                  </a:cubicBezTo>
                  <a:lnTo>
                    <a:pt x="111" y="17"/>
                  </a:lnTo>
                  <a:cubicBezTo>
                    <a:pt x="95"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6" name="Google Shape;2046;p38"/>
            <p:cNvSpPr/>
            <p:nvPr/>
          </p:nvSpPr>
          <p:spPr>
            <a:xfrm>
              <a:off x="3247658" y="1816814"/>
              <a:ext cx="3021" cy="3021"/>
            </a:xfrm>
            <a:custGeom>
              <a:avLst/>
              <a:gdLst/>
              <a:ahLst/>
              <a:cxnLst/>
              <a:rect l="l" t="t" r="r" b="b"/>
              <a:pathLst>
                <a:path w="95" h="95" extrusionOk="0">
                  <a:moveTo>
                    <a:pt x="48" y="0"/>
                  </a:moveTo>
                  <a:cubicBezTo>
                    <a:pt x="48" y="17"/>
                    <a:pt x="48" y="17"/>
                    <a:pt x="32" y="32"/>
                  </a:cubicBezTo>
                  <a:lnTo>
                    <a:pt x="17" y="32"/>
                  </a:lnTo>
                  <a:lnTo>
                    <a:pt x="0" y="32"/>
                  </a:lnTo>
                  <a:lnTo>
                    <a:pt x="0" y="48"/>
                  </a:lnTo>
                  <a:lnTo>
                    <a:pt x="32" y="80"/>
                  </a:lnTo>
                  <a:lnTo>
                    <a:pt x="48" y="95"/>
                  </a:lnTo>
                  <a:cubicBezTo>
                    <a:pt x="63" y="95"/>
                    <a:pt x="63" y="80"/>
                    <a:pt x="80" y="80"/>
                  </a:cubicBezTo>
                  <a:cubicBezTo>
                    <a:pt x="95" y="80"/>
                    <a:pt x="95" y="48"/>
                    <a:pt x="80" y="32"/>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7" name="Google Shape;2047;p38"/>
            <p:cNvSpPr/>
            <p:nvPr/>
          </p:nvSpPr>
          <p:spPr>
            <a:xfrm>
              <a:off x="3431578" y="1795760"/>
              <a:ext cx="3021" cy="3021"/>
            </a:xfrm>
            <a:custGeom>
              <a:avLst/>
              <a:gdLst/>
              <a:ahLst/>
              <a:cxnLst/>
              <a:rect l="l" t="t" r="r" b="b"/>
              <a:pathLst>
                <a:path w="95" h="95" extrusionOk="0">
                  <a:moveTo>
                    <a:pt x="63" y="0"/>
                  </a:moveTo>
                  <a:lnTo>
                    <a:pt x="63" y="0"/>
                  </a:lnTo>
                  <a:lnTo>
                    <a:pt x="47" y="17"/>
                  </a:lnTo>
                  <a:lnTo>
                    <a:pt x="15" y="32"/>
                  </a:lnTo>
                  <a:cubicBezTo>
                    <a:pt x="0" y="48"/>
                    <a:pt x="0" y="63"/>
                    <a:pt x="0" y="80"/>
                  </a:cubicBezTo>
                  <a:cubicBezTo>
                    <a:pt x="15" y="95"/>
                    <a:pt x="15" y="95"/>
                    <a:pt x="32" y="95"/>
                  </a:cubicBezTo>
                  <a:lnTo>
                    <a:pt x="47" y="95"/>
                  </a:lnTo>
                  <a:lnTo>
                    <a:pt x="78" y="63"/>
                  </a:lnTo>
                  <a:cubicBezTo>
                    <a:pt x="95" y="63"/>
                    <a:pt x="95" y="32"/>
                    <a:pt x="95" y="17"/>
                  </a:cubicBezTo>
                  <a:cubicBezTo>
                    <a:pt x="78" y="17"/>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8" name="Google Shape;2048;p38"/>
            <p:cNvSpPr/>
            <p:nvPr/>
          </p:nvSpPr>
          <p:spPr>
            <a:xfrm>
              <a:off x="3440579" y="1797763"/>
              <a:ext cx="4039" cy="3562"/>
            </a:xfrm>
            <a:custGeom>
              <a:avLst/>
              <a:gdLst/>
              <a:ahLst/>
              <a:cxnLst/>
              <a:rect l="l" t="t" r="r" b="b"/>
              <a:pathLst>
                <a:path w="127" h="112" extrusionOk="0">
                  <a:moveTo>
                    <a:pt x="47" y="0"/>
                  </a:moveTo>
                  <a:lnTo>
                    <a:pt x="47" y="0"/>
                  </a:lnTo>
                  <a:cubicBezTo>
                    <a:pt x="32" y="0"/>
                    <a:pt x="16" y="0"/>
                    <a:pt x="16" y="17"/>
                  </a:cubicBezTo>
                  <a:cubicBezTo>
                    <a:pt x="1" y="32"/>
                    <a:pt x="1" y="48"/>
                    <a:pt x="16" y="64"/>
                  </a:cubicBezTo>
                  <a:lnTo>
                    <a:pt x="16" y="64"/>
                  </a:lnTo>
                  <a:lnTo>
                    <a:pt x="64" y="95"/>
                  </a:lnTo>
                  <a:lnTo>
                    <a:pt x="79" y="111"/>
                  </a:lnTo>
                  <a:lnTo>
                    <a:pt x="79" y="111"/>
                  </a:lnTo>
                  <a:cubicBezTo>
                    <a:pt x="95" y="111"/>
                    <a:pt x="110" y="95"/>
                    <a:pt x="110" y="95"/>
                  </a:cubicBezTo>
                  <a:lnTo>
                    <a:pt x="110" y="80"/>
                  </a:lnTo>
                  <a:cubicBezTo>
                    <a:pt x="127" y="80"/>
                    <a:pt x="127" y="64"/>
                    <a:pt x="110" y="48"/>
                  </a:cubicBezTo>
                  <a:lnTo>
                    <a:pt x="110" y="48"/>
                  </a:lnTo>
                  <a:lnTo>
                    <a:pt x="110" y="48"/>
                  </a:lnTo>
                  <a:lnTo>
                    <a:pt x="64" y="17"/>
                  </a:lnTo>
                  <a:cubicBezTo>
                    <a:pt x="64" y="0"/>
                    <a:pt x="64"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9" name="Google Shape;2049;p38"/>
            <p:cNvSpPr/>
            <p:nvPr/>
          </p:nvSpPr>
          <p:spPr>
            <a:xfrm>
              <a:off x="3269698" y="1815796"/>
              <a:ext cx="3021" cy="3562"/>
            </a:xfrm>
            <a:custGeom>
              <a:avLst/>
              <a:gdLst/>
              <a:ahLst/>
              <a:cxnLst/>
              <a:rect l="l" t="t" r="r" b="b"/>
              <a:pathLst>
                <a:path w="95" h="112" extrusionOk="0">
                  <a:moveTo>
                    <a:pt x="48" y="1"/>
                  </a:moveTo>
                  <a:lnTo>
                    <a:pt x="48" y="1"/>
                  </a:lnTo>
                  <a:cubicBezTo>
                    <a:pt x="32" y="1"/>
                    <a:pt x="32" y="17"/>
                    <a:pt x="17" y="32"/>
                  </a:cubicBezTo>
                  <a:lnTo>
                    <a:pt x="17" y="49"/>
                  </a:lnTo>
                  <a:lnTo>
                    <a:pt x="0" y="64"/>
                  </a:lnTo>
                  <a:cubicBezTo>
                    <a:pt x="0" y="80"/>
                    <a:pt x="17" y="95"/>
                    <a:pt x="32" y="95"/>
                  </a:cubicBezTo>
                  <a:lnTo>
                    <a:pt x="32" y="112"/>
                  </a:lnTo>
                  <a:cubicBezTo>
                    <a:pt x="48" y="112"/>
                    <a:pt x="63" y="95"/>
                    <a:pt x="80" y="80"/>
                  </a:cubicBezTo>
                  <a:lnTo>
                    <a:pt x="80" y="64"/>
                  </a:lnTo>
                  <a:lnTo>
                    <a:pt x="80" y="49"/>
                  </a:lnTo>
                  <a:cubicBezTo>
                    <a:pt x="95" y="32"/>
                    <a:pt x="80"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0" name="Google Shape;2050;p38"/>
            <p:cNvSpPr/>
            <p:nvPr/>
          </p:nvSpPr>
          <p:spPr>
            <a:xfrm>
              <a:off x="3396499" y="1803774"/>
              <a:ext cx="3021" cy="2544"/>
            </a:xfrm>
            <a:custGeom>
              <a:avLst/>
              <a:gdLst/>
              <a:ahLst/>
              <a:cxnLst/>
              <a:rect l="l" t="t" r="r" b="b"/>
              <a:pathLst>
                <a:path w="95" h="80" extrusionOk="0">
                  <a:moveTo>
                    <a:pt x="63" y="1"/>
                  </a:moveTo>
                  <a:lnTo>
                    <a:pt x="47" y="1"/>
                  </a:lnTo>
                  <a:lnTo>
                    <a:pt x="47" y="1"/>
                  </a:lnTo>
                  <a:lnTo>
                    <a:pt x="32" y="1"/>
                  </a:lnTo>
                  <a:cubicBezTo>
                    <a:pt x="15" y="1"/>
                    <a:pt x="0" y="17"/>
                    <a:pt x="0" y="17"/>
                  </a:cubicBezTo>
                  <a:lnTo>
                    <a:pt x="0" y="17"/>
                  </a:lnTo>
                  <a:lnTo>
                    <a:pt x="0" y="48"/>
                  </a:lnTo>
                  <a:lnTo>
                    <a:pt x="0" y="48"/>
                  </a:lnTo>
                  <a:cubicBezTo>
                    <a:pt x="0" y="64"/>
                    <a:pt x="15" y="80"/>
                    <a:pt x="32" y="80"/>
                  </a:cubicBezTo>
                  <a:lnTo>
                    <a:pt x="32" y="80"/>
                  </a:lnTo>
                  <a:lnTo>
                    <a:pt x="32" y="80"/>
                  </a:lnTo>
                  <a:lnTo>
                    <a:pt x="63" y="64"/>
                  </a:lnTo>
                  <a:cubicBezTo>
                    <a:pt x="78" y="64"/>
                    <a:pt x="78" y="64"/>
                    <a:pt x="95" y="48"/>
                  </a:cubicBezTo>
                  <a:lnTo>
                    <a:pt x="95" y="32"/>
                  </a:lnTo>
                  <a:cubicBezTo>
                    <a:pt x="95" y="17"/>
                    <a:pt x="95"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1" name="Google Shape;2051;p38"/>
            <p:cNvSpPr/>
            <p:nvPr/>
          </p:nvSpPr>
          <p:spPr>
            <a:xfrm>
              <a:off x="3387944" y="1804283"/>
              <a:ext cx="4580" cy="3530"/>
            </a:xfrm>
            <a:custGeom>
              <a:avLst/>
              <a:gdLst/>
              <a:ahLst/>
              <a:cxnLst/>
              <a:rect l="l" t="t" r="r" b="b"/>
              <a:pathLst>
                <a:path w="144" h="111" extrusionOk="0">
                  <a:moveTo>
                    <a:pt x="64" y="1"/>
                  </a:moveTo>
                  <a:lnTo>
                    <a:pt x="64" y="1"/>
                  </a:lnTo>
                  <a:cubicBezTo>
                    <a:pt x="49" y="1"/>
                    <a:pt x="32" y="16"/>
                    <a:pt x="32" y="16"/>
                  </a:cubicBezTo>
                  <a:lnTo>
                    <a:pt x="17" y="48"/>
                  </a:lnTo>
                  <a:lnTo>
                    <a:pt x="17" y="64"/>
                  </a:lnTo>
                  <a:cubicBezTo>
                    <a:pt x="17" y="64"/>
                    <a:pt x="1" y="79"/>
                    <a:pt x="17" y="79"/>
                  </a:cubicBezTo>
                  <a:cubicBezTo>
                    <a:pt x="17" y="95"/>
                    <a:pt x="17" y="95"/>
                    <a:pt x="32" y="95"/>
                  </a:cubicBezTo>
                  <a:cubicBezTo>
                    <a:pt x="32" y="111"/>
                    <a:pt x="32" y="111"/>
                    <a:pt x="49" y="111"/>
                  </a:cubicBezTo>
                  <a:cubicBezTo>
                    <a:pt x="49" y="111"/>
                    <a:pt x="64" y="95"/>
                    <a:pt x="80" y="95"/>
                  </a:cubicBezTo>
                  <a:lnTo>
                    <a:pt x="80" y="79"/>
                  </a:lnTo>
                  <a:lnTo>
                    <a:pt x="80" y="79"/>
                  </a:lnTo>
                  <a:lnTo>
                    <a:pt x="95" y="79"/>
                  </a:lnTo>
                  <a:lnTo>
                    <a:pt x="95" y="79"/>
                  </a:lnTo>
                  <a:cubicBezTo>
                    <a:pt x="112" y="79"/>
                    <a:pt x="127" y="79"/>
                    <a:pt x="127" y="64"/>
                  </a:cubicBezTo>
                  <a:cubicBezTo>
                    <a:pt x="143" y="48"/>
                    <a:pt x="127" y="32"/>
                    <a:pt x="112" y="16"/>
                  </a:cubicBezTo>
                  <a:lnTo>
                    <a:pt x="95" y="16"/>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2" name="Google Shape;2052;p38"/>
            <p:cNvSpPr/>
            <p:nvPr/>
          </p:nvSpPr>
          <p:spPr>
            <a:xfrm>
              <a:off x="3266676" y="1817323"/>
              <a:ext cx="3053" cy="3530"/>
            </a:xfrm>
            <a:custGeom>
              <a:avLst/>
              <a:gdLst/>
              <a:ahLst/>
              <a:cxnLst/>
              <a:rect l="l" t="t" r="r" b="b"/>
              <a:pathLst>
                <a:path w="96" h="111" extrusionOk="0">
                  <a:moveTo>
                    <a:pt x="32" y="1"/>
                  </a:moveTo>
                  <a:lnTo>
                    <a:pt x="32" y="1"/>
                  </a:lnTo>
                  <a:lnTo>
                    <a:pt x="17" y="16"/>
                  </a:lnTo>
                  <a:cubicBezTo>
                    <a:pt x="1" y="16"/>
                    <a:pt x="1" y="47"/>
                    <a:pt x="1" y="64"/>
                  </a:cubicBezTo>
                  <a:lnTo>
                    <a:pt x="32" y="95"/>
                  </a:lnTo>
                  <a:lnTo>
                    <a:pt x="32" y="95"/>
                  </a:lnTo>
                  <a:lnTo>
                    <a:pt x="49" y="95"/>
                  </a:lnTo>
                  <a:lnTo>
                    <a:pt x="49" y="110"/>
                  </a:lnTo>
                  <a:cubicBezTo>
                    <a:pt x="64" y="110"/>
                    <a:pt x="64" y="95"/>
                    <a:pt x="80" y="95"/>
                  </a:cubicBezTo>
                  <a:lnTo>
                    <a:pt x="80" y="95"/>
                  </a:lnTo>
                  <a:cubicBezTo>
                    <a:pt x="95" y="79"/>
                    <a:pt x="95" y="64"/>
                    <a:pt x="80" y="47"/>
                  </a:cubicBezTo>
                  <a:lnTo>
                    <a:pt x="80" y="47"/>
                  </a:lnTo>
                  <a:lnTo>
                    <a:pt x="64" y="16"/>
                  </a:lnTo>
                  <a:cubicBezTo>
                    <a:pt x="64"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3" name="Google Shape;2053;p38"/>
            <p:cNvSpPr/>
            <p:nvPr/>
          </p:nvSpPr>
          <p:spPr>
            <a:xfrm>
              <a:off x="3312792" y="1810803"/>
              <a:ext cx="4548" cy="3562"/>
            </a:xfrm>
            <a:custGeom>
              <a:avLst/>
              <a:gdLst/>
              <a:ahLst/>
              <a:cxnLst/>
              <a:rect l="l" t="t" r="r" b="b"/>
              <a:pathLst>
                <a:path w="143" h="112" extrusionOk="0">
                  <a:moveTo>
                    <a:pt x="48" y="0"/>
                  </a:moveTo>
                  <a:lnTo>
                    <a:pt x="32" y="0"/>
                  </a:lnTo>
                  <a:cubicBezTo>
                    <a:pt x="32" y="0"/>
                    <a:pt x="17" y="0"/>
                    <a:pt x="17" y="17"/>
                  </a:cubicBezTo>
                  <a:cubicBezTo>
                    <a:pt x="0" y="32"/>
                    <a:pt x="0" y="48"/>
                    <a:pt x="17" y="63"/>
                  </a:cubicBezTo>
                  <a:lnTo>
                    <a:pt x="95" y="111"/>
                  </a:lnTo>
                  <a:lnTo>
                    <a:pt x="111" y="111"/>
                  </a:lnTo>
                  <a:cubicBezTo>
                    <a:pt x="111" y="111"/>
                    <a:pt x="126" y="111"/>
                    <a:pt x="143" y="95"/>
                  </a:cubicBezTo>
                  <a:cubicBezTo>
                    <a:pt x="143" y="80"/>
                    <a:pt x="143" y="63"/>
                    <a:pt x="126" y="48"/>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4" name="Google Shape;2054;p38"/>
            <p:cNvSpPr/>
            <p:nvPr/>
          </p:nvSpPr>
          <p:spPr>
            <a:xfrm>
              <a:off x="3287730" y="1813792"/>
              <a:ext cx="4039" cy="3053"/>
            </a:xfrm>
            <a:custGeom>
              <a:avLst/>
              <a:gdLst/>
              <a:ahLst/>
              <a:cxnLst/>
              <a:rect l="l" t="t" r="r" b="b"/>
              <a:pathLst>
                <a:path w="127" h="96" extrusionOk="0">
                  <a:moveTo>
                    <a:pt x="49" y="1"/>
                  </a:moveTo>
                  <a:lnTo>
                    <a:pt x="49" y="1"/>
                  </a:lnTo>
                  <a:lnTo>
                    <a:pt x="32" y="1"/>
                  </a:lnTo>
                  <a:cubicBezTo>
                    <a:pt x="17" y="1"/>
                    <a:pt x="17" y="1"/>
                    <a:pt x="17" y="17"/>
                  </a:cubicBezTo>
                  <a:cubicBezTo>
                    <a:pt x="17" y="17"/>
                    <a:pt x="1" y="32"/>
                    <a:pt x="17" y="49"/>
                  </a:cubicBezTo>
                  <a:lnTo>
                    <a:pt x="17" y="49"/>
                  </a:lnTo>
                  <a:lnTo>
                    <a:pt x="32" y="80"/>
                  </a:lnTo>
                  <a:cubicBezTo>
                    <a:pt x="32" y="95"/>
                    <a:pt x="49" y="95"/>
                    <a:pt x="64" y="95"/>
                  </a:cubicBezTo>
                  <a:lnTo>
                    <a:pt x="80" y="95"/>
                  </a:lnTo>
                  <a:lnTo>
                    <a:pt x="95" y="80"/>
                  </a:lnTo>
                  <a:cubicBezTo>
                    <a:pt x="112" y="64"/>
                    <a:pt x="127" y="64"/>
                    <a:pt x="127" y="49"/>
                  </a:cubicBezTo>
                  <a:cubicBezTo>
                    <a:pt x="127" y="32"/>
                    <a:pt x="112" y="17"/>
                    <a:pt x="112" y="17"/>
                  </a:cubicBezTo>
                  <a:lnTo>
                    <a:pt x="95"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5" name="Google Shape;2055;p38"/>
            <p:cNvSpPr/>
            <p:nvPr/>
          </p:nvSpPr>
          <p:spPr>
            <a:xfrm>
              <a:off x="3309293" y="1811789"/>
              <a:ext cx="4039" cy="3053"/>
            </a:xfrm>
            <a:custGeom>
              <a:avLst/>
              <a:gdLst/>
              <a:ahLst/>
              <a:cxnLst/>
              <a:rect l="l" t="t" r="r" b="b"/>
              <a:pathLst>
                <a:path w="127" h="96" extrusionOk="0">
                  <a:moveTo>
                    <a:pt x="32" y="1"/>
                  </a:moveTo>
                  <a:lnTo>
                    <a:pt x="32" y="1"/>
                  </a:lnTo>
                  <a:cubicBezTo>
                    <a:pt x="16" y="1"/>
                    <a:pt x="16" y="1"/>
                    <a:pt x="1" y="17"/>
                  </a:cubicBezTo>
                  <a:cubicBezTo>
                    <a:pt x="1" y="32"/>
                    <a:pt x="1" y="49"/>
                    <a:pt x="16" y="49"/>
                  </a:cubicBezTo>
                  <a:lnTo>
                    <a:pt x="16" y="64"/>
                  </a:lnTo>
                  <a:lnTo>
                    <a:pt x="64" y="80"/>
                  </a:lnTo>
                  <a:lnTo>
                    <a:pt x="79" y="95"/>
                  </a:lnTo>
                  <a:cubicBezTo>
                    <a:pt x="95" y="95"/>
                    <a:pt x="110" y="80"/>
                    <a:pt x="110" y="64"/>
                  </a:cubicBezTo>
                  <a:cubicBezTo>
                    <a:pt x="127" y="64"/>
                    <a:pt x="127" y="49"/>
                    <a:pt x="110" y="49"/>
                  </a:cubicBezTo>
                  <a:cubicBezTo>
                    <a:pt x="110" y="32"/>
                    <a:pt x="110" y="32"/>
                    <a:pt x="95"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6" name="Google Shape;2056;p38"/>
            <p:cNvSpPr/>
            <p:nvPr/>
          </p:nvSpPr>
          <p:spPr>
            <a:xfrm>
              <a:off x="3122892" y="1830839"/>
              <a:ext cx="3530" cy="2544"/>
            </a:xfrm>
            <a:custGeom>
              <a:avLst/>
              <a:gdLst/>
              <a:ahLst/>
              <a:cxnLst/>
              <a:rect l="l" t="t" r="r" b="b"/>
              <a:pathLst>
                <a:path w="111" h="80" extrusionOk="0">
                  <a:moveTo>
                    <a:pt x="64" y="0"/>
                  </a:moveTo>
                  <a:lnTo>
                    <a:pt x="64" y="0"/>
                  </a:lnTo>
                  <a:lnTo>
                    <a:pt x="47" y="0"/>
                  </a:lnTo>
                  <a:lnTo>
                    <a:pt x="16" y="17"/>
                  </a:lnTo>
                  <a:cubicBezTo>
                    <a:pt x="1" y="32"/>
                    <a:pt x="1" y="48"/>
                    <a:pt x="16" y="63"/>
                  </a:cubicBezTo>
                  <a:cubicBezTo>
                    <a:pt x="16" y="80"/>
                    <a:pt x="32" y="80"/>
                    <a:pt x="32" y="80"/>
                  </a:cubicBezTo>
                  <a:lnTo>
                    <a:pt x="64" y="80"/>
                  </a:lnTo>
                  <a:lnTo>
                    <a:pt x="79" y="63"/>
                  </a:lnTo>
                  <a:cubicBezTo>
                    <a:pt x="95" y="48"/>
                    <a:pt x="110"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7" name="Google Shape;2057;p38"/>
            <p:cNvSpPr/>
            <p:nvPr/>
          </p:nvSpPr>
          <p:spPr>
            <a:xfrm>
              <a:off x="3251665" y="1810803"/>
              <a:ext cx="3021" cy="3021"/>
            </a:xfrm>
            <a:custGeom>
              <a:avLst/>
              <a:gdLst/>
              <a:ahLst/>
              <a:cxnLst/>
              <a:rect l="l" t="t" r="r" b="b"/>
              <a:pathLst>
                <a:path w="95" h="95" extrusionOk="0">
                  <a:moveTo>
                    <a:pt x="32" y="0"/>
                  </a:moveTo>
                  <a:lnTo>
                    <a:pt x="32" y="0"/>
                  </a:lnTo>
                  <a:lnTo>
                    <a:pt x="17" y="0"/>
                  </a:lnTo>
                  <a:cubicBezTo>
                    <a:pt x="0" y="17"/>
                    <a:pt x="0" y="32"/>
                    <a:pt x="0" y="48"/>
                  </a:cubicBezTo>
                  <a:lnTo>
                    <a:pt x="17" y="80"/>
                  </a:lnTo>
                  <a:cubicBezTo>
                    <a:pt x="32" y="95"/>
                    <a:pt x="32" y="95"/>
                    <a:pt x="48" y="95"/>
                  </a:cubicBezTo>
                  <a:lnTo>
                    <a:pt x="63" y="95"/>
                  </a:lnTo>
                  <a:cubicBezTo>
                    <a:pt x="80" y="80"/>
                    <a:pt x="95" y="63"/>
                    <a:pt x="80" y="48"/>
                  </a:cubicBezTo>
                  <a:lnTo>
                    <a:pt x="63" y="17"/>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8" name="Google Shape;2058;p38"/>
            <p:cNvSpPr/>
            <p:nvPr/>
          </p:nvSpPr>
          <p:spPr>
            <a:xfrm>
              <a:off x="3249184" y="1807304"/>
              <a:ext cx="3021" cy="3530"/>
            </a:xfrm>
            <a:custGeom>
              <a:avLst/>
              <a:gdLst/>
              <a:ahLst/>
              <a:cxnLst/>
              <a:rect l="l" t="t" r="r" b="b"/>
              <a:pathLst>
                <a:path w="95" h="111" extrusionOk="0">
                  <a:moveTo>
                    <a:pt x="32" y="0"/>
                  </a:moveTo>
                  <a:lnTo>
                    <a:pt x="32" y="0"/>
                  </a:lnTo>
                  <a:cubicBezTo>
                    <a:pt x="32" y="0"/>
                    <a:pt x="32" y="16"/>
                    <a:pt x="15" y="16"/>
                  </a:cubicBezTo>
                  <a:cubicBezTo>
                    <a:pt x="0" y="16"/>
                    <a:pt x="0" y="47"/>
                    <a:pt x="15" y="63"/>
                  </a:cubicBezTo>
                  <a:lnTo>
                    <a:pt x="32" y="95"/>
                  </a:lnTo>
                  <a:cubicBezTo>
                    <a:pt x="32" y="95"/>
                    <a:pt x="47" y="110"/>
                    <a:pt x="63" y="110"/>
                  </a:cubicBezTo>
                  <a:cubicBezTo>
                    <a:pt x="63" y="110"/>
                    <a:pt x="63" y="95"/>
                    <a:pt x="78" y="95"/>
                  </a:cubicBezTo>
                  <a:cubicBezTo>
                    <a:pt x="95" y="95"/>
                    <a:pt x="95" y="63"/>
                    <a:pt x="78" y="47"/>
                  </a:cubicBezTo>
                  <a:lnTo>
                    <a:pt x="63" y="16"/>
                  </a:lnTo>
                  <a:cubicBezTo>
                    <a:pt x="63"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9" name="Google Shape;2059;p38"/>
            <p:cNvSpPr/>
            <p:nvPr/>
          </p:nvSpPr>
          <p:spPr>
            <a:xfrm>
              <a:off x="3446081" y="1793279"/>
              <a:ext cx="3562" cy="2512"/>
            </a:xfrm>
            <a:custGeom>
              <a:avLst/>
              <a:gdLst/>
              <a:ahLst/>
              <a:cxnLst/>
              <a:rect l="l" t="t" r="r" b="b"/>
              <a:pathLst>
                <a:path w="112" h="79" extrusionOk="0">
                  <a:moveTo>
                    <a:pt x="63" y="0"/>
                  </a:moveTo>
                  <a:lnTo>
                    <a:pt x="63" y="0"/>
                  </a:lnTo>
                  <a:lnTo>
                    <a:pt x="32" y="0"/>
                  </a:lnTo>
                  <a:lnTo>
                    <a:pt x="32" y="15"/>
                  </a:lnTo>
                  <a:lnTo>
                    <a:pt x="17" y="32"/>
                  </a:lnTo>
                  <a:cubicBezTo>
                    <a:pt x="0" y="47"/>
                    <a:pt x="17" y="63"/>
                    <a:pt x="17" y="78"/>
                  </a:cubicBezTo>
                  <a:lnTo>
                    <a:pt x="48" y="78"/>
                  </a:lnTo>
                  <a:lnTo>
                    <a:pt x="80" y="78"/>
                  </a:lnTo>
                  <a:lnTo>
                    <a:pt x="80" y="63"/>
                  </a:lnTo>
                  <a:lnTo>
                    <a:pt x="95" y="47"/>
                  </a:lnTo>
                  <a:cubicBezTo>
                    <a:pt x="111" y="32"/>
                    <a:pt x="95" y="15"/>
                    <a:pt x="95"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0" name="Google Shape;2060;p38"/>
            <p:cNvSpPr/>
            <p:nvPr/>
          </p:nvSpPr>
          <p:spPr>
            <a:xfrm>
              <a:off x="3246163" y="1813792"/>
              <a:ext cx="3053" cy="4039"/>
            </a:xfrm>
            <a:custGeom>
              <a:avLst/>
              <a:gdLst/>
              <a:ahLst/>
              <a:cxnLst/>
              <a:rect l="l" t="t" r="r" b="b"/>
              <a:pathLst>
                <a:path w="96" h="127" extrusionOk="0">
                  <a:moveTo>
                    <a:pt x="64" y="1"/>
                  </a:moveTo>
                  <a:cubicBezTo>
                    <a:pt x="64" y="1"/>
                    <a:pt x="47" y="1"/>
                    <a:pt x="47" y="17"/>
                  </a:cubicBezTo>
                  <a:lnTo>
                    <a:pt x="32" y="17"/>
                  </a:lnTo>
                  <a:cubicBezTo>
                    <a:pt x="16" y="17"/>
                    <a:pt x="16" y="17"/>
                    <a:pt x="16" y="1"/>
                  </a:cubicBezTo>
                  <a:lnTo>
                    <a:pt x="16" y="17"/>
                  </a:lnTo>
                  <a:lnTo>
                    <a:pt x="16" y="17"/>
                  </a:lnTo>
                  <a:lnTo>
                    <a:pt x="16" y="17"/>
                  </a:lnTo>
                  <a:lnTo>
                    <a:pt x="16" y="17"/>
                  </a:lnTo>
                  <a:lnTo>
                    <a:pt x="16" y="17"/>
                  </a:lnTo>
                  <a:lnTo>
                    <a:pt x="16" y="17"/>
                  </a:lnTo>
                  <a:lnTo>
                    <a:pt x="16" y="17"/>
                  </a:lnTo>
                  <a:cubicBezTo>
                    <a:pt x="1" y="17"/>
                    <a:pt x="1" y="32"/>
                    <a:pt x="16" y="32"/>
                  </a:cubicBezTo>
                  <a:lnTo>
                    <a:pt x="32" y="95"/>
                  </a:lnTo>
                  <a:cubicBezTo>
                    <a:pt x="32" y="112"/>
                    <a:pt x="47" y="112"/>
                    <a:pt x="47" y="127"/>
                  </a:cubicBezTo>
                  <a:lnTo>
                    <a:pt x="64" y="127"/>
                  </a:lnTo>
                  <a:lnTo>
                    <a:pt x="79" y="127"/>
                  </a:lnTo>
                  <a:cubicBezTo>
                    <a:pt x="95" y="112"/>
                    <a:pt x="95" y="112"/>
                    <a:pt x="95" y="95"/>
                  </a:cubicBezTo>
                  <a:lnTo>
                    <a:pt x="95" y="80"/>
                  </a:lnTo>
                  <a:lnTo>
                    <a:pt x="95" y="80"/>
                  </a:lnTo>
                  <a:lnTo>
                    <a:pt x="79" y="17"/>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1" name="Google Shape;2061;p38"/>
            <p:cNvSpPr/>
            <p:nvPr/>
          </p:nvSpPr>
          <p:spPr>
            <a:xfrm>
              <a:off x="3271701" y="1810803"/>
              <a:ext cx="3021" cy="3562"/>
            </a:xfrm>
            <a:custGeom>
              <a:avLst/>
              <a:gdLst/>
              <a:ahLst/>
              <a:cxnLst/>
              <a:rect l="l" t="t" r="r" b="b"/>
              <a:pathLst>
                <a:path w="95" h="112" extrusionOk="0">
                  <a:moveTo>
                    <a:pt x="48" y="0"/>
                  </a:moveTo>
                  <a:lnTo>
                    <a:pt x="48" y="0"/>
                  </a:lnTo>
                  <a:lnTo>
                    <a:pt x="32" y="0"/>
                  </a:lnTo>
                  <a:cubicBezTo>
                    <a:pt x="17" y="0"/>
                    <a:pt x="17" y="17"/>
                    <a:pt x="17" y="17"/>
                  </a:cubicBezTo>
                  <a:lnTo>
                    <a:pt x="17" y="32"/>
                  </a:lnTo>
                  <a:lnTo>
                    <a:pt x="0" y="63"/>
                  </a:lnTo>
                  <a:cubicBezTo>
                    <a:pt x="0" y="80"/>
                    <a:pt x="17" y="111"/>
                    <a:pt x="32" y="111"/>
                  </a:cubicBezTo>
                  <a:lnTo>
                    <a:pt x="32" y="111"/>
                  </a:lnTo>
                  <a:cubicBezTo>
                    <a:pt x="48" y="111"/>
                    <a:pt x="48" y="111"/>
                    <a:pt x="63" y="95"/>
                  </a:cubicBezTo>
                  <a:lnTo>
                    <a:pt x="63" y="80"/>
                  </a:lnTo>
                  <a:lnTo>
                    <a:pt x="80" y="80"/>
                  </a:lnTo>
                  <a:lnTo>
                    <a:pt x="80"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2" name="Google Shape;2062;p38"/>
            <p:cNvSpPr/>
            <p:nvPr/>
          </p:nvSpPr>
          <p:spPr>
            <a:xfrm>
              <a:off x="3415518" y="1787745"/>
              <a:ext cx="3053" cy="4039"/>
            </a:xfrm>
            <a:custGeom>
              <a:avLst/>
              <a:gdLst/>
              <a:ahLst/>
              <a:cxnLst/>
              <a:rect l="l" t="t" r="r" b="b"/>
              <a:pathLst>
                <a:path w="96" h="127" extrusionOk="0">
                  <a:moveTo>
                    <a:pt x="32" y="0"/>
                  </a:moveTo>
                  <a:lnTo>
                    <a:pt x="32" y="0"/>
                  </a:lnTo>
                  <a:cubicBezTo>
                    <a:pt x="16" y="0"/>
                    <a:pt x="16" y="17"/>
                    <a:pt x="1" y="17"/>
                  </a:cubicBezTo>
                  <a:lnTo>
                    <a:pt x="1" y="32"/>
                  </a:lnTo>
                  <a:cubicBezTo>
                    <a:pt x="1" y="48"/>
                    <a:pt x="1" y="63"/>
                    <a:pt x="16" y="80"/>
                  </a:cubicBezTo>
                  <a:lnTo>
                    <a:pt x="16" y="80"/>
                  </a:lnTo>
                  <a:lnTo>
                    <a:pt x="16" y="80"/>
                  </a:lnTo>
                  <a:lnTo>
                    <a:pt x="16" y="80"/>
                  </a:lnTo>
                  <a:cubicBezTo>
                    <a:pt x="16" y="95"/>
                    <a:pt x="32" y="126"/>
                    <a:pt x="48" y="126"/>
                  </a:cubicBezTo>
                  <a:lnTo>
                    <a:pt x="48" y="126"/>
                  </a:lnTo>
                  <a:cubicBezTo>
                    <a:pt x="64" y="126"/>
                    <a:pt x="79" y="111"/>
                    <a:pt x="96" y="95"/>
                  </a:cubicBezTo>
                  <a:lnTo>
                    <a:pt x="96" y="63"/>
                  </a:lnTo>
                  <a:lnTo>
                    <a:pt x="96" y="63"/>
                  </a:lnTo>
                  <a:cubicBezTo>
                    <a:pt x="96" y="48"/>
                    <a:pt x="96" y="17"/>
                    <a:pt x="79" y="17"/>
                  </a:cubicBezTo>
                  <a:lnTo>
                    <a:pt x="64" y="17"/>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3" name="Google Shape;2063;p38"/>
            <p:cNvSpPr/>
            <p:nvPr/>
          </p:nvSpPr>
          <p:spPr>
            <a:xfrm>
              <a:off x="3361419" y="1800785"/>
              <a:ext cx="3530" cy="2544"/>
            </a:xfrm>
            <a:custGeom>
              <a:avLst/>
              <a:gdLst/>
              <a:ahLst/>
              <a:cxnLst/>
              <a:rect l="l" t="t" r="r" b="b"/>
              <a:pathLst>
                <a:path w="111" h="80" extrusionOk="0">
                  <a:moveTo>
                    <a:pt x="32" y="0"/>
                  </a:moveTo>
                  <a:lnTo>
                    <a:pt x="32" y="0"/>
                  </a:lnTo>
                  <a:cubicBezTo>
                    <a:pt x="15" y="0"/>
                    <a:pt x="0" y="16"/>
                    <a:pt x="0" y="32"/>
                  </a:cubicBezTo>
                  <a:cubicBezTo>
                    <a:pt x="0" y="48"/>
                    <a:pt x="0" y="63"/>
                    <a:pt x="15" y="63"/>
                  </a:cubicBezTo>
                  <a:lnTo>
                    <a:pt x="47" y="79"/>
                  </a:lnTo>
                  <a:lnTo>
                    <a:pt x="63" y="79"/>
                  </a:lnTo>
                  <a:cubicBezTo>
                    <a:pt x="79" y="79"/>
                    <a:pt x="95" y="79"/>
                    <a:pt x="95" y="63"/>
                  </a:cubicBezTo>
                  <a:cubicBezTo>
                    <a:pt x="110" y="48"/>
                    <a:pt x="95" y="32"/>
                    <a:pt x="79"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4" name="Google Shape;2064;p38"/>
            <p:cNvSpPr/>
            <p:nvPr/>
          </p:nvSpPr>
          <p:spPr>
            <a:xfrm>
              <a:off x="3296763" y="1822825"/>
              <a:ext cx="4548" cy="2544"/>
            </a:xfrm>
            <a:custGeom>
              <a:avLst/>
              <a:gdLst/>
              <a:ahLst/>
              <a:cxnLst/>
              <a:rect l="l" t="t" r="r" b="b"/>
              <a:pathLst>
                <a:path w="143" h="80" extrusionOk="0">
                  <a:moveTo>
                    <a:pt x="48" y="0"/>
                  </a:moveTo>
                  <a:lnTo>
                    <a:pt x="48" y="0"/>
                  </a:lnTo>
                  <a:lnTo>
                    <a:pt x="17" y="0"/>
                  </a:lnTo>
                  <a:lnTo>
                    <a:pt x="17" y="32"/>
                  </a:lnTo>
                  <a:cubicBezTo>
                    <a:pt x="0" y="32"/>
                    <a:pt x="17" y="48"/>
                    <a:pt x="17" y="63"/>
                  </a:cubicBezTo>
                  <a:lnTo>
                    <a:pt x="32" y="63"/>
                  </a:lnTo>
                  <a:lnTo>
                    <a:pt x="48" y="63"/>
                  </a:lnTo>
                  <a:lnTo>
                    <a:pt x="95" y="80"/>
                  </a:lnTo>
                  <a:lnTo>
                    <a:pt x="111" y="80"/>
                  </a:lnTo>
                  <a:cubicBezTo>
                    <a:pt x="111" y="80"/>
                    <a:pt x="126" y="80"/>
                    <a:pt x="126" y="63"/>
                  </a:cubicBezTo>
                  <a:cubicBezTo>
                    <a:pt x="126" y="63"/>
                    <a:pt x="143" y="63"/>
                    <a:pt x="143" y="48"/>
                  </a:cubicBezTo>
                  <a:cubicBezTo>
                    <a:pt x="143" y="32"/>
                    <a:pt x="143" y="17"/>
                    <a:pt x="126" y="17"/>
                  </a:cubicBezTo>
                  <a:lnTo>
                    <a:pt x="111" y="0"/>
                  </a:lnTo>
                  <a:lnTo>
                    <a:pt x="80"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5" name="Google Shape;2065;p38"/>
            <p:cNvSpPr/>
            <p:nvPr/>
          </p:nvSpPr>
          <p:spPr>
            <a:xfrm>
              <a:off x="3436572" y="1807781"/>
              <a:ext cx="3053" cy="3053"/>
            </a:xfrm>
            <a:custGeom>
              <a:avLst/>
              <a:gdLst/>
              <a:ahLst/>
              <a:cxnLst/>
              <a:rect l="l" t="t" r="r" b="b"/>
              <a:pathLst>
                <a:path w="96" h="96" extrusionOk="0">
                  <a:moveTo>
                    <a:pt x="64" y="1"/>
                  </a:moveTo>
                  <a:lnTo>
                    <a:pt x="64" y="17"/>
                  </a:lnTo>
                  <a:lnTo>
                    <a:pt x="47" y="17"/>
                  </a:lnTo>
                  <a:lnTo>
                    <a:pt x="32" y="17"/>
                  </a:lnTo>
                  <a:lnTo>
                    <a:pt x="16" y="48"/>
                  </a:lnTo>
                  <a:cubicBezTo>
                    <a:pt x="1" y="64"/>
                    <a:pt x="1" y="80"/>
                    <a:pt x="16" y="95"/>
                  </a:cubicBezTo>
                  <a:lnTo>
                    <a:pt x="32" y="95"/>
                  </a:lnTo>
                  <a:lnTo>
                    <a:pt x="64" y="95"/>
                  </a:lnTo>
                  <a:lnTo>
                    <a:pt x="79" y="64"/>
                  </a:lnTo>
                  <a:cubicBezTo>
                    <a:pt x="95" y="64"/>
                    <a:pt x="95" y="48"/>
                    <a:pt x="95" y="48"/>
                  </a:cubicBezTo>
                  <a:lnTo>
                    <a:pt x="95"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6" name="Google Shape;2066;p38"/>
            <p:cNvSpPr/>
            <p:nvPr/>
          </p:nvSpPr>
          <p:spPr>
            <a:xfrm>
              <a:off x="3346853" y="1817323"/>
              <a:ext cx="3562" cy="2035"/>
            </a:xfrm>
            <a:custGeom>
              <a:avLst/>
              <a:gdLst/>
              <a:ahLst/>
              <a:cxnLst/>
              <a:rect l="l" t="t" r="r" b="b"/>
              <a:pathLst>
                <a:path w="112" h="64" extrusionOk="0">
                  <a:moveTo>
                    <a:pt x="64" y="1"/>
                  </a:moveTo>
                  <a:lnTo>
                    <a:pt x="64" y="1"/>
                  </a:lnTo>
                  <a:lnTo>
                    <a:pt x="49" y="1"/>
                  </a:lnTo>
                  <a:lnTo>
                    <a:pt x="32" y="1"/>
                  </a:lnTo>
                  <a:cubicBezTo>
                    <a:pt x="17" y="1"/>
                    <a:pt x="1" y="16"/>
                    <a:pt x="1" y="32"/>
                  </a:cubicBezTo>
                  <a:lnTo>
                    <a:pt x="1" y="32"/>
                  </a:lnTo>
                  <a:cubicBezTo>
                    <a:pt x="1" y="64"/>
                    <a:pt x="17" y="64"/>
                    <a:pt x="32" y="64"/>
                  </a:cubicBezTo>
                  <a:lnTo>
                    <a:pt x="32" y="64"/>
                  </a:lnTo>
                  <a:lnTo>
                    <a:pt x="49" y="64"/>
                  </a:lnTo>
                  <a:lnTo>
                    <a:pt x="80" y="64"/>
                  </a:lnTo>
                  <a:lnTo>
                    <a:pt x="80" y="64"/>
                  </a:lnTo>
                  <a:cubicBezTo>
                    <a:pt x="95" y="64"/>
                    <a:pt x="112" y="47"/>
                    <a:pt x="95" y="32"/>
                  </a:cubicBezTo>
                  <a:lnTo>
                    <a:pt x="95" y="32"/>
                  </a:lnTo>
                  <a:lnTo>
                    <a:pt x="95"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7" name="Google Shape;2067;p38"/>
            <p:cNvSpPr/>
            <p:nvPr/>
          </p:nvSpPr>
          <p:spPr>
            <a:xfrm>
              <a:off x="3381456" y="1814333"/>
              <a:ext cx="5057" cy="3021"/>
            </a:xfrm>
            <a:custGeom>
              <a:avLst/>
              <a:gdLst/>
              <a:ahLst/>
              <a:cxnLst/>
              <a:rect l="l" t="t" r="r" b="b"/>
              <a:pathLst>
                <a:path w="159" h="95" extrusionOk="0">
                  <a:moveTo>
                    <a:pt x="79" y="32"/>
                  </a:moveTo>
                  <a:lnTo>
                    <a:pt x="79" y="32"/>
                  </a:lnTo>
                  <a:lnTo>
                    <a:pt x="79" y="32"/>
                  </a:lnTo>
                  <a:close/>
                  <a:moveTo>
                    <a:pt x="47" y="0"/>
                  </a:moveTo>
                  <a:lnTo>
                    <a:pt x="32" y="0"/>
                  </a:lnTo>
                  <a:lnTo>
                    <a:pt x="16" y="15"/>
                  </a:lnTo>
                  <a:cubicBezTo>
                    <a:pt x="1" y="32"/>
                    <a:pt x="1" y="47"/>
                    <a:pt x="16" y="47"/>
                  </a:cubicBezTo>
                  <a:lnTo>
                    <a:pt x="16" y="63"/>
                  </a:lnTo>
                  <a:lnTo>
                    <a:pt x="32" y="78"/>
                  </a:lnTo>
                  <a:cubicBezTo>
                    <a:pt x="32" y="78"/>
                    <a:pt x="47" y="95"/>
                    <a:pt x="64" y="95"/>
                  </a:cubicBezTo>
                  <a:lnTo>
                    <a:pt x="64" y="95"/>
                  </a:lnTo>
                  <a:lnTo>
                    <a:pt x="110" y="95"/>
                  </a:lnTo>
                  <a:lnTo>
                    <a:pt x="127" y="95"/>
                  </a:lnTo>
                  <a:lnTo>
                    <a:pt x="127" y="95"/>
                  </a:lnTo>
                  <a:cubicBezTo>
                    <a:pt x="142" y="95"/>
                    <a:pt x="158" y="78"/>
                    <a:pt x="158" y="63"/>
                  </a:cubicBezTo>
                  <a:cubicBezTo>
                    <a:pt x="158" y="47"/>
                    <a:pt x="142" y="32"/>
                    <a:pt x="127" y="32"/>
                  </a:cubicBezTo>
                  <a:lnTo>
                    <a:pt x="110" y="32"/>
                  </a:lnTo>
                  <a:lnTo>
                    <a:pt x="79" y="32"/>
                  </a:lnTo>
                  <a:lnTo>
                    <a:pt x="79" y="32"/>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8" name="Google Shape;2068;p38"/>
            <p:cNvSpPr/>
            <p:nvPr/>
          </p:nvSpPr>
          <p:spPr>
            <a:xfrm>
              <a:off x="3383936" y="181531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9" name="Google Shape;2069;p38"/>
            <p:cNvSpPr/>
            <p:nvPr/>
          </p:nvSpPr>
          <p:spPr>
            <a:xfrm>
              <a:off x="3440070" y="1808799"/>
              <a:ext cx="2035" cy="3021"/>
            </a:xfrm>
            <a:custGeom>
              <a:avLst/>
              <a:gdLst/>
              <a:ahLst/>
              <a:cxnLst/>
              <a:rect l="l" t="t" r="r" b="b"/>
              <a:pathLst>
                <a:path w="64" h="95" extrusionOk="0">
                  <a:moveTo>
                    <a:pt x="32" y="0"/>
                  </a:moveTo>
                  <a:lnTo>
                    <a:pt x="32" y="0"/>
                  </a:lnTo>
                  <a:cubicBezTo>
                    <a:pt x="17" y="0"/>
                    <a:pt x="0" y="16"/>
                    <a:pt x="0" y="32"/>
                  </a:cubicBezTo>
                  <a:lnTo>
                    <a:pt x="0" y="63"/>
                  </a:lnTo>
                  <a:lnTo>
                    <a:pt x="0" y="63"/>
                  </a:lnTo>
                  <a:cubicBezTo>
                    <a:pt x="0" y="80"/>
                    <a:pt x="17" y="95"/>
                    <a:pt x="32" y="95"/>
                  </a:cubicBezTo>
                  <a:lnTo>
                    <a:pt x="32" y="95"/>
                  </a:lnTo>
                  <a:cubicBezTo>
                    <a:pt x="48" y="95"/>
                    <a:pt x="63" y="80"/>
                    <a:pt x="63" y="63"/>
                  </a:cubicBezTo>
                  <a:lnTo>
                    <a:pt x="63" y="63"/>
                  </a:lnTo>
                  <a:lnTo>
                    <a:pt x="63" y="32"/>
                  </a:lnTo>
                  <a:cubicBezTo>
                    <a:pt x="63" y="16"/>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0" name="Google Shape;2070;p38"/>
            <p:cNvSpPr/>
            <p:nvPr/>
          </p:nvSpPr>
          <p:spPr>
            <a:xfrm>
              <a:off x="3109884" y="1816337"/>
              <a:ext cx="1495" cy="509"/>
            </a:xfrm>
            <a:custGeom>
              <a:avLst/>
              <a:gdLst/>
              <a:ahLst/>
              <a:cxnLst/>
              <a:rect l="l" t="t" r="r" b="b"/>
              <a:pathLst>
                <a:path w="47" h="16" extrusionOk="0">
                  <a:moveTo>
                    <a:pt x="47" y="0"/>
                  </a:moveTo>
                  <a:cubicBezTo>
                    <a:pt x="32" y="0"/>
                    <a:pt x="15" y="0"/>
                    <a:pt x="0" y="15"/>
                  </a:cubicBezTo>
                  <a:lnTo>
                    <a:pt x="0" y="15"/>
                  </a:lnTo>
                  <a:lnTo>
                    <a:pt x="15" y="15"/>
                  </a:lnTo>
                  <a:cubicBezTo>
                    <a:pt x="32" y="15"/>
                    <a:pt x="32" y="15"/>
                    <a:pt x="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1" name="Google Shape;2071;p38"/>
            <p:cNvSpPr/>
            <p:nvPr/>
          </p:nvSpPr>
          <p:spPr>
            <a:xfrm>
              <a:off x="3108358" y="1814333"/>
              <a:ext cx="3562" cy="2512"/>
            </a:xfrm>
            <a:custGeom>
              <a:avLst/>
              <a:gdLst/>
              <a:ahLst/>
              <a:cxnLst/>
              <a:rect l="l" t="t" r="r" b="b"/>
              <a:pathLst>
                <a:path w="112" h="79" extrusionOk="0">
                  <a:moveTo>
                    <a:pt x="32" y="0"/>
                  </a:moveTo>
                  <a:lnTo>
                    <a:pt x="32" y="0"/>
                  </a:lnTo>
                  <a:cubicBezTo>
                    <a:pt x="17" y="0"/>
                    <a:pt x="0" y="0"/>
                    <a:pt x="0" y="15"/>
                  </a:cubicBezTo>
                  <a:lnTo>
                    <a:pt x="0" y="15"/>
                  </a:lnTo>
                  <a:cubicBezTo>
                    <a:pt x="0" y="32"/>
                    <a:pt x="0" y="47"/>
                    <a:pt x="17" y="63"/>
                  </a:cubicBezTo>
                  <a:lnTo>
                    <a:pt x="48" y="78"/>
                  </a:lnTo>
                  <a:cubicBezTo>
                    <a:pt x="63" y="63"/>
                    <a:pt x="80" y="63"/>
                    <a:pt x="95" y="63"/>
                  </a:cubicBezTo>
                  <a:lnTo>
                    <a:pt x="95" y="47"/>
                  </a:lnTo>
                  <a:cubicBezTo>
                    <a:pt x="111" y="32"/>
                    <a:pt x="95" y="15"/>
                    <a:pt x="80"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2" name="Google Shape;2072;p38"/>
            <p:cNvSpPr/>
            <p:nvPr/>
          </p:nvSpPr>
          <p:spPr>
            <a:xfrm>
              <a:off x="3414532" y="1784724"/>
              <a:ext cx="3530" cy="2576"/>
            </a:xfrm>
            <a:custGeom>
              <a:avLst/>
              <a:gdLst/>
              <a:ahLst/>
              <a:cxnLst/>
              <a:rect l="l" t="t" r="r" b="b"/>
              <a:pathLst>
                <a:path w="111" h="81" extrusionOk="0">
                  <a:moveTo>
                    <a:pt x="63" y="1"/>
                  </a:moveTo>
                  <a:lnTo>
                    <a:pt x="63" y="1"/>
                  </a:lnTo>
                  <a:lnTo>
                    <a:pt x="47" y="1"/>
                  </a:lnTo>
                  <a:lnTo>
                    <a:pt x="16" y="17"/>
                  </a:lnTo>
                  <a:lnTo>
                    <a:pt x="16" y="32"/>
                  </a:lnTo>
                  <a:lnTo>
                    <a:pt x="16" y="32"/>
                  </a:lnTo>
                  <a:cubicBezTo>
                    <a:pt x="16" y="32"/>
                    <a:pt x="16" y="49"/>
                    <a:pt x="0" y="49"/>
                  </a:cubicBezTo>
                  <a:cubicBezTo>
                    <a:pt x="0" y="49"/>
                    <a:pt x="0" y="64"/>
                    <a:pt x="16" y="64"/>
                  </a:cubicBezTo>
                  <a:cubicBezTo>
                    <a:pt x="16" y="80"/>
                    <a:pt x="16" y="80"/>
                    <a:pt x="32" y="80"/>
                  </a:cubicBezTo>
                  <a:lnTo>
                    <a:pt x="47" y="80"/>
                  </a:lnTo>
                  <a:lnTo>
                    <a:pt x="63" y="80"/>
                  </a:lnTo>
                  <a:lnTo>
                    <a:pt x="95" y="64"/>
                  </a:lnTo>
                  <a:cubicBezTo>
                    <a:pt x="95" y="64"/>
                    <a:pt x="110" y="49"/>
                    <a:pt x="110" y="32"/>
                  </a:cubicBezTo>
                  <a:lnTo>
                    <a:pt x="110" y="32"/>
                  </a:lnTo>
                  <a:cubicBezTo>
                    <a:pt x="110" y="32"/>
                    <a:pt x="110" y="17"/>
                    <a:pt x="95" y="17"/>
                  </a:cubicBezTo>
                  <a:cubicBezTo>
                    <a:pt x="95"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3" name="Google Shape;2073;p38"/>
            <p:cNvSpPr/>
            <p:nvPr/>
          </p:nvSpPr>
          <p:spPr>
            <a:xfrm>
              <a:off x="3057249" y="1821807"/>
              <a:ext cx="3530" cy="4039"/>
            </a:xfrm>
            <a:custGeom>
              <a:avLst/>
              <a:gdLst/>
              <a:ahLst/>
              <a:cxnLst/>
              <a:rect l="l" t="t" r="r" b="b"/>
              <a:pathLst>
                <a:path w="111" h="127" extrusionOk="0">
                  <a:moveTo>
                    <a:pt x="63" y="1"/>
                  </a:moveTo>
                  <a:lnTo>
                    <a:pt x="63" y="1"/>
                  </a:lnTo>
                  <a:cubicBezTo>
                    <a:pt x="48" y="1"/>
                    <a:pt x="48" y="1"/>
                    <a:pt x="32" y="17"/>
                  </a:cubicBezTo>
                  <a:lnTo>
                    <a:pt x="0" y="64"/>
                  </a:lnTo>
                  <a:cubicBezTo>
                    <a:pt x="0" y="80"/>
                    <a:pt x="0" y="95"/>
                    <a:pt x="16" y="112"/>
                  </a:cubicBezTo>
                  <a:lnTo>
                    <a:pt x="32" y="112"/>
                  </a:lnTo>
                  <a:lnTo>
                    <a:pt x="32" y="112"/>
                  </a:lnTo>
                  <a:lnTo>
                    <a:pt x="32" y="112"/>
                  </a:lnTo>
                  <a:lnTo>
                    <a:pt x="48" y="112"/>
                  </a:lnTo>
                  <a:lnTo>
                    <a:pt x="48" y="127"/>
                  </a:lnTo>
                  <a:lnTo>
                    <a:pt x="63" y="127"/>
                  </a:lnTo>
                  <a:lnTo>
                    <a:pt x="63" y="127"/>
                  </a:lnTo>
                  <a:lnTo>
                    <a:pt x="95" y="127"/>
                  </a:lnTo>
                  <a:lnTo>
                    <a:pt x="95" y="112"/>
                  </a:lnTo>
                  <a:lnTo>
                    <a:pt x="111" y="95"/>
                  </a:lnTo>
                  <a:lnTo>
                    <a:pt x="95" y="32"/>
                  </a:lnTo>
                  <a:cubicBezTo>
                    <a:pt x="95" y="17"/>
                    <a:pt x="95"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4" name="Google Shape;2074;p38"/>
            <p:cNvSpPr/>
            <p:nvPr/>
          </p:nvSpPr>
          <p:spPr>
            <a:xfrm>
              <a:off x="3399488" y="1808799"/>
              <a:ext cx="3530" cy="2544"/>
            </a:xfrm>
            <a:custGeom>
              <a:avLst/>
              <a:gdLst/>
              <a:ahLst/>
              <a:cxnLst/>
              <a:rect l="l" t="t" r="r" b="b"/>
              <a:pathLst>
                <a:path w="111" h="80" extrusionOk="0">
                  <a:moveTo>
                    <a:pt x="64" y="0"/>
                  </a:moveTo>
                  <a:lnTo>
                    <a:pt x="64" y="0"/>
                  </a:lnTo>
                  <a:lnTo>
                    <a:pt x="47" y="0"/>
                  </a:lnTo>
                  <a:lnTo>
                    <a:pt x="16" y="16"/>
                  </a:lnTo>
                  <a:cubicBezTo>
                    <a:pt x="16" y="16"/>
                    <a:pt x="16" y="32"/>
                    <a:pt x="1" y="32"/>
                  </a:cubicBezTo>
                  <a:lnTo>
                    <a:pt x="1" y="32"/>
                  </a:lnTo>
                  <a:cubicBezTo>
                    <a:pt x="32" y="32"/>
                    <a:pt x="32" y="48"/>
                    <a:pt x="47" y="63"/>
                  </a:cubicBezTo>
                  <a:lnTo>
                    <a:pt x="47" y="80"/>
                  </a:lnTo>
                  <a:lnTo>
                    <a:pt x="47" y="80"/>
                  </a:lnTo>
                  <a:lnTo>
                    <a:pt x="79" y="63"/>
                  </a:lnTo>
                  <a:cubicBezTo>
                    <a:pt x="95" y="48"/>
                    <a:pt x="110" y="32"/>
                    <a:pt x="95" y="16"/>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5" name="Google Shape;2075;p38"/>
            <p:cNvSpPr/>
            <p:nvPr/>
          </p:nvSpPr>
          <p:spPr>
            <a:xfrm>
              <a:off x="3377926" y="1811789"/>
              <a:ext cx="3053" cy="3562"/>
            </a:xfrm>
            <a:custGeom>
              <a:avLst/>
              <a:gdLst/>
              <a:ahLst/>
              <a:cxnLst/>
              <a:rect l="l" t="t" r="r" b="b"/>
              <a:pathLst>
                <a:path w="96" h="112" extrusionOk="0">
                  <a:moveTo>
                    <a:pt x="49" y="1"/>
                  </a:moveTo>
                  <a:lnTo>
                    <a:pt x="49" y="1"/>
                  </a:lnTo>
                  <a:cubicBezTo>
                    <a:pt x="32" y="1"/>
                    <a:pt x="17" y="17"/>
                    <a:pt x="17" y="32"/>
                  </a:cubicBezTo>
                  <a:lnTo>
                    <a:pt x="1" y="64"/>
                  </a:lnTo>
                  <a:cubicBezTo>
                    <a:pt x="1" y="80"/>
                    <a:pt x="17" y="95"/>
                    <a:pt x="32" y="95"/>
                  </a:cubicBezTo>
                  <a:lnTo>
                    <a:pt x="32" y="112"/>
                  </a:lnTo>
                  <a:cubicBezTo>
                    <a:pt x="49" y="112"/>
                    <a:pt x="64" y="95"/>
                    <a:pt x="64" y="80"/>
                  </a:cubicBezTo>
                  <a:lnTo>
                    <a:pt x="80" y="49"/>
                  </a:lnTo>
                  <a:cubicBezTo>
                    <a:pt x="95" y="32"/>
                    <a:pt x="80"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6" name="Google Shape;2076;p38"/>
            <p:cNvSpPr/>
            <p:nvPr/>
          </p:nvSpPr>
          <p:spPr>
            <a:xfrm>
              <a:off x="3405499" y="1808799"/>
              <a:ext cx="4548" cy="3021"/>
            </a:xfrm>
            <a:custGeom>
              <a:avLst/>
              <a:gdLst/>
              <a:ahLst/>
              <a:cxnLst/>
              <a:rect l="l" t="t" r="r" b="b"/>
              <a:pathLst>
                <a:path w="143" h="95" extrusionOk="0">
                  <a:moveTo>
                    <a:pt x="95" y="0"/>
                  </a:moveTo>
                  <a:lnTo>
                    <a:pt x="95" y="0"/>
                  </a:lnTo>
                  <a:lnTo>
                    <a:pt x="79" y="0"/>
                  </a:lnTo>
                  <a:lnTo>
                    <a:pt x="32" y="32"/>
                  </a:lnTo>
                  <a:cubicBezTo>
                    <a:pt x="1" y="32"/>
                    <a:pt x="1" y="48"/>
                    <a:pt x="1" y="80"/>
                  </a:cubicBezTo>
                  <a:cubicBezTo>
                    <a:pt x="16" y="80"/>
                    <a:pt x="16" y="95"/>
                    <a:pt x="32" y="95"/>
                  </a:cubicBezTo>
                  <a:lnTo>
                    <a:pt x="47" y="95"/>
                  </a:lnTo>
                  <a:lnTo>
                    <a:pt x="111" y="63"/>
                  </a:lnTo>
                  <a:cubicBezTo>
                    <a:pt x="127" y="63"/>
                    <a:pt x="142" y="48"/>
                    <a:pt x="127" y="32"/>
                  </a:cubicBezTo>
                  <a:cubicBezTo>
                    <a:pt x="127" y="16"/>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7" name="Google Shape;2077;p38"/>
            <p:cNvSpPr/>
            <p:nvPr/>
          </p:nvSpPr>
          <p:spPr>
            <a:xfrm>
              <a:off x="3187517" y="1781734"/>
              <a:ext cx="3562" cy="2544"/>
            </a:xfrm>
            <a:custGeom>
              <a:avLst/>
              <a:gdLst/>
              <a:ahLst/>
              <a:cxnLst/>
              <a:rect l="l" t="t" r="r" b="b"/>
              <a:pathLst>
                <a:path w="112" h="80" extrusionOk="0">
                  <a:moveTo>
                    <a:pt x="32" y="0"/>
                  </a:moveTo>
                  <a:lnTo>
                    <a:pt x="32" y="0"/>
                  </a:lnTo>
                  <a:cubicBezTo>
                    <a:pt x="17" y="0"/>
                    <a:pt x="1" y="17"/>
                    <a:pt x="1" y="32"/>
                  </a:cubicBezTo>
                  <a:cubicBezTo>
                    <a:pt x="1" y="48"/>
                    <a:pt x="1" y="63"/>
                    <a:pt x="17" y="80"/>
                  </a:cubicBezTo>
                  <a:lnTo>
                    <a:pt x="48" y="80"/>
                  </a:lnTo>
                  <a:lnTo>
                    <a:pt x="64" y="80"/>
                  </a:lnTo>
                  <a:cubicBezTo>
                    <a:pt x="80" y="80"/>
                    <a:pt x="95" y="80"/>
                    <a:pt x="95" y="63"/>
                  </a:cubicBezTo>
                  <a:cubicBezTo>
                    <a:pt x="111" y="48"/>
                    <a:pt x="95" y="32"/>
                    <a:pt x="80" y="17"/>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8" name="Google Shape;2078;p38"/>
            <p:cNvSpPr/>
            <p:nvPr/>
          </p:nvSpPr>
          <p:spPr>
            <a:xfrm>
              <a:off x="3437589" y="1756673"/>
              <a:ext cx="3021" cy="2544"/>
            </a:xfrm>
            <a:custGeom>
              <a:avLst/>
              <a:gdLst/>
              <a:ahLst/>
              <a:cxnLst/>
              <a:rect l="l" t="t" r="r" b="b"/>
              <a:pathLst>
                <a:path w="95" h="80" extrusionOk="0">
                  <a:moveTo>
                    <a:pt x="63" y="1"/>
                  </a:moveTo>
                  <a:lnTo>
                    <a:pt x="63" y="1"/>
                  </a:lnTo>
                  <a:lnTo>
                    <a:pt x="47" y="1"/>
                  </a:lnTo>
                  <a:lnTo>
                    <a:pt x="32" y="17"/>
                  </a:lnTo>
                  <a:lnTo>
                    <a:pt x="15" y="17"/>
                  </a:lnTo>
                  <a:cubicBezTo>
                    <a:pt x="32" y="32"/>
                    <a:pt x="32" y="48"/>
                    <a:pt x="32" y="64"/>
                  </a:cubicBezTo>
                  <a:lnTo>
                    <a:pt x="0" y="64"/>
                  </a:lnTo>
                  <a:cubicBezTo>
                    <a:pt x="0" y="80"/>
                    <a:pt x="15" y="80"/>
                    <a:pt x="15" y="80"/>
                  </a:cubicBezTo>
                  <a:lnTo>
                    <a:pt x="32" y="80"/>
                  </a:lnTo>
                  <a:lnTo>
                    <a:pt x="47" y="80"/>
                  </a:lnTo>
                  <a:lnTo>
                    <a:pt x="63" y="80"/>
                  </a:lnTo>
                  <a:lnTo>
                    <a:pt x="78" y="64"/>
                  </a:lnTo>
                  <a:cubicBezTo>
                    <a:pt x="95" y="48"/>
                    <a:pt x="95" y="32"/>
                    <a:pt x="95"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9" name="Google Shape;2079;p38"/>
            <p:cNvSpPr/>
            <p:nvPr/>
          </p:nvSpPr>
          <p:spPr>
            <a:xfrm>
              <a:off x="3052733" y="1795760"/>
              <a:ext cx="3530" cy="2544"/>
            </a:xfrm>
            <a:custGeom>
              <a:avLst/>
              <a:gdLst/>
              <a:ahLst/>
              <a:cxnLst/>
              <a:rect l="l" t="t" r="r" b="b"/>
              <a:pathLst>
                <a:path w="111" h="80" extrusionOk="0">
                  <a:moveTo>
                    <a:pt x="64" y="0"/>
                  </a:moveTo>
                  <a:lnTo>
                    <a:pt x="64" y="0"/>
                  </a:lnTo>
                  <a:lnTo>
                    <a:pt x="48" y="0"/>
                  </a:lnTo>
                  <a:lnTo>
                    <a:pt x="16" y="17"/>
                  </a:lnTo>
                  <a:cubicBezTo>
                    <a:pt x="1" y="32"/>
                    <a:pt x="1" y="48"/>
                    <a:pt x="1" y="63"/>
                  </a:cubicBezTo>
                  <a:cubicBezTo>
                    <a:pt x="16" y="80"/>
                    <a:pt x="32" y="80"/>
                    <a:pt x="32" y="80"/>
                  </a:cubicBezTo>
                  <a:lnTo>
                    <a:pt x="48" y="80"/>
                  </a:lnTo>
                  <a:lnTo>
                    <a:pt x="64" y="80"/>
                  </a:lnTo>
                  <a:lnTo>
                    <a:pt x="79" y="63"/>
                  </a:lnTo>
                  <a:lnTo>
                    <a:pt x="95" y="63"/>
                  </a:lnTo>
                  <a:cubicBezTo>
                    <a:pt x="95" y="48"/>
                    <a:pt x="111"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0" name="Google Shape;2080;p38"/>
            <p:cNvSpPr/>
            <p:nvPr/>
          </p:nvSpPr>
          <p:spPr>
            <a:xfrm>
              <a:off x="3093823" y="1792738"/>
              <a:ext cx="3053" cy="4580"/>
            </a:xfrm>
            <a:custGeom>
              <a:avLst/>
              <a:gdLst/>
              <a:ahLst/>
              <a:cxnLst/>
              <a:rect l="l" t="t" r="r" b="b"/>
              <a:pathLst>
                <a:path w="96" h="144" extrusionOk="0">
                  <a:moveTo>
                    <a:pt x="47" y="1"/>
                  </a:moveTo>
                  <a:lnTo>
                    <a:pt x="47" y="1"/>
                  </a:lnTo>
                  <a:lnTo>
                    <a:pt x="47" y="1"/>
                  </a:lnTo>
                  <a:cubicBezTo>
                    <a:pt x="32" y="1"/>
                    <a:pt x="32" y="17"/>
                    <a:pt x="16" y="32"/>
                  </a:cubicBezTo>
                  <a:lnTo>
                    <a:pt x="16" y="32"/>
                  </a:lnTo>
                  <a:lnTo>
                    <a:pt x="16" y="95"/>
                  </a:lnTo>
                  <a:cubicBezTo>
                    <a:pt x="1" y="112"/>
                    <a:pt x="16" y="143"/>
                    <a:pt x="47" y="143"/>
                  </a:cubicBezTo>
                  <a:lnTo>
                    <a:pt x="47" y="143"/>
                  </a:lnTo>
                  <a:lnTo>
                    <a:pt x="64" y="127"/>
                  </a:lnTo>
                  <a:cubicBezTo>
                    <a:pt x="79" y="127"/>
                    <a:pt x="79" y="127"/>
                    <a:pt x="79" y="112"/>
                  </a:cubicBezTo>
                  <a:lnTo>
                    <a:pt x="79" y="112"/>
                  </a:lnTo>
                  <a:lnTo>
                    <a:pt x="95" y="49"/>
                  </a:lnTo>
                  <a:lnTo>
                    <a:pt x="95" y="49"/>
                  </a:lnTo>
                  <a:cubicBezTo>
                    <a:pt x="95" y="32"/>
                    <a:pt x="79" y="32"/>
                    <a:pt x="79" y="17"/>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1" name="Google Shape;2081;p38"/>
            <p:cNvSpPr/>
            <p:nvPr/>
          </p:nvSpPr>
          <p:spPr>
            <a:xfrm>
              <a:off x="3114369" y="1791275"/>
              <a:ext cx="2544" cy="3021"/>
            </a:xfrm>
            <a:custGeom>
              <a:avLst/>
              <a:gdLst/>
              <a:ahLst/>
              <a:cxnLst/>
              <a:rect l="l" t="t" r="r" b="b"/>
              <a:pathLst>
                <a:path w="80" h="95" extrusionOk="0">
                  <a:moveTo>
                    <a:pt x="48" y="0"/>
                  </a:moveTo>
                  <a:lnTo>
                    <a:pt x="32" y="0"/>
                  </a:lnTo>
                  <a:lnTo>
                    <a:pt x="32" y="0"/>
                  </a:lnTo>
                  <a:cubicBezTo>
                    <a:pt x="17" y="0"/>
                    <a:pt x="0" y="15"/>
                    <a:pt x="17" y="32"/>
                  </a:cubicBezTo>
                  <a:lnTo>
                    <a:pt x="17" y="63"/>
                  </a:lnTo>
                  <a:lnTo>
                    <a:pt x="17" y="78"/>
                  </a:lnTo>
                  <a:cubicBezTo>
                    <a:pt x="17" y="78"/>
                    <a:pt x="32" y="95"/>
                    <a:pt x="48" y="95"/>
                  </a:cubicBezTo>
                  <a:lnTo>
                    <a:pt x="48" y="95"/>
                  </a:lnTo>
                  <a:cubicBezTo>
                    <a:pt x="63" y="95"/>
                    <a:pt x="80" y="78"/>
                    <a:pt x="80" y="63"/>
                  </a:cubicBezTo>
                  <a:lnTo>
                    <a:pt x="80" y="47"/>
                  </a:lnTo>
                  <a:lnTo>
                    <a:pt x="80" y="32"/>
                  </a:lnTo>
                  <a:cubicBezTo>
                    <a:pt x="80" y="15"/>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2" name="Google Shape;2082;p38"/>
            <p:cNvSpPr/>
            <p:nvPr/>
          </p:nvSpPr>
          <p:spPr>
            <a:xfrm>
              <a:off x="3267694" y="1768695"/>
              <a:ext cx="3021" cy="3053"/>
            </a:xfrm>
            <a:custGeom>
              <a:avLst/>
              <a:gdLst/>
              <a:ahLst/>
              <a:cxnLst/>
              <a:rect l="l" t="t" r="r" b="b"/>
              <a:pathLst>
                <a:path w="95" h="96" extrusionOk="0">
                  <a:moveTo>
                    <a:pt x="63" y="1"/>
                  </a:moveTo>
                  <a:lnTo>
                    <a:pt x="48" y="1"/>
                  </a:lnTo>
                  <a:cubicBezTo>
                    <a:pt x="48" y="1"/>
                    <a:pt x="48" y="17"/>
                    <a:pt x="32" y="17"/>
                  </a:cubicBezTo>
                  <a:lnTo>
                    <a:pt x="32" y="17"/>
                  </a:lnTo>
                  <a:lnTo>
                    <a:pt x="32" y="17"/>
                  </a:lnTo>
                  <a:lnTo>
                    <a:pt x="17" y="49"/>
                  </a:lnTo>
                  <a:cubicBezTo>
                    <a:pt x="0" y="64"/>
                    <a:pt x="0" y="80"/>
                    <a:pt x="17" y="95"/>
                  </a:cubicBezTo>
                  <a:lnTo>
                    <a:pt x="17" y="95"/>
                  </a:lnTo>
                  <a:lnTo>
                    <a:pt x="32" y="95"/>
                  </a:lnTo>
                  <a:cubicBezTo>
                    <a:pt x="48" y="95"/>
                    <a:pt x="63" y="95"/>
                    <a:pt x="63" y="80"/>
                  </a:cubicBezTo>
                  <a:lnTo>
                    <a:pt x="63" y="80"/>
                  </a:lnTo>
                  <a:lnTo>
                    <a:pt x="80" y="80"/>
                  </a:lnTo>
                  <a:lnTo>
                    <a:pt x="80" y="64"/>
                  </a:lnTo>
                  <a:cubicBezTo>
                    <a:pt x="95" y="49"/>
                    <a:pt x="95" y="32"/>
                    <a:pt x="95" y="32"/>
                  </a:cubicBez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3" name="Google Shape;2083;p38"/>
            <p:cNvSpPr/>
            <p:nvPr/>
          </p:nvSpPr>
          <p:spPr>
            <a:xfrm>
              <a:off x="3048217" y="1790735"/>
              <a:ext cx="3021" cy="4039"/>
            </a:xfrm>
            <a:custGeom>
              <a:avLst/>
              <a:gdLst/>
              <a:ahLst/>
              <a:cxnLst/>
              <a:rect l="l" t="t" r="r" b="b"/>
              <a:pathLst>
                <a:path w="95" h="127" extrusionOk="0">
                  <a:moveTo>
                    <a:pt x="48" y="1"/>
                  </a:moveTo>
                  <a:lnTo>
                    <a:pt x="48" y="1"/>
                  </a:lnTo>
                  <a:cubicBezTo>
                    <a:pt x="32" y="1"/>
                    <a:pt x="17" y="17"/>
                    <a:pt x="17" y="32"/>
                  </a:cubicBezTo>
                  <a:lnTo>
                    <a:pt x="0" y="95"/>
                  </a:lnTo>
                  <a:cubicBezTo>
                    <a:pt x="0" y="112"/>
                    <a:pt x="17" y="127"/>
                    <a:pt x="32" y="127"/>
                  </a:cubicBezTo>
                  <a:lnTo>
                    <a:pt x="48" y="127"/>
                  </a:lnTo>
                  <a:cubicBezTo>
                    <a:pt x="63" y="127"/>
                    <a:pt x="80" y="127"/>
                    <a:pt x="80" y="95"/>
                  </a:cubicBezTo>
                  <a:lnTo>
                    <a:pt x="80" y="49"/>
                  </a:lnTo>
                  <a:cubicBezTo>
                    <a:pt x="95" y="17"/>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4" name="Google Shape;2084;p38"/>
            <p:cNvSpPr/>
            <p:nvPr/>
          </p:nvSpPr>
          <p:spPr>
            <a:xfrm>
              <a:off x="3040711" y="1790258"/>
              <a:ext cx="4516" cy="4516"/>
            </a:xfrm>
            <a:custGeom>
              <a:avLst/>
              <a:gdLst/>
              <a:ahLst/>
              <a:cxnLst/>
              <a:rect l="l" t="t" r="r" b="b"/>
              <a:pathLst>
                <a:path w="142" h="142" extrusionOk="0">
                  <a:moveTo>
                    <a:pt x="95" y="1"/>
                  </a:moveTo>
                  <a:lnTo>
                    <a:pt x="95" y="1"/>
                  </a:lnTo>
                  <a:cubicBezTo>
                    <a:pt x="79" y="1"/>
                    <a:pt x="79" y="16"/>
                    <a:pt x="64" y="16"/>
                  </a:cubicBezTo>
                  <a:lnTo>
                    <a:pt x="64" y="32"/>
                  </a:lnTo>
                  <a:lnTo>
                    <a:pt x="64" y="32"/>
                  </a:lnTo>
                  <a:lnTo>
                    <a:pt x="47" y="32"/>
                  </a:lnTo>
                  <a:lnTo>
                    <a:pt x="32" y="32"/>
                  </a:lnTo>
                  <a:cubicBezTo>
                    <a:pt x="16" y="47"/>
                    <a:pt x="1" y="64"/>
                    <a:pt x="16" y="79"/>
                  </a:cubicBezTo>
                  <a:lnTo>
                    <a:pt x="32" y="110"/>
                  </a:lnTo>
                  <a:lnTo>
                    <a:pt x="47" y="127"/>
                  </a:lnTo>
                  <a:cubicBezTo>
                    <a:pt x="47" y="142"/>
                    <a:pt x="64" y="142"/>
                    <a:pt x="79" y="142"/>
                  </a:cubicBezTo>
                  <a:lnTo>
                    <a:pt x="79" y="142"/>
                  </a:lnTo>
                  <a:lnTo>
                    <a:pt x="79" y="142"/>
                  </a:lnTo>
                  <a:cubicBezTo>
                    <a:pt x="95" y="142"/>
                    <a:pt x="95" y="127"/>
                    <a:pt x="110" y="127"/>
                  </a:cubicBezTo>
                  <a:lnTo>
                    <a:pt x="127" y="47"/>
                  </a:lnTo>
                  <a:lnTo>
                    <a:pt x="127" y="47"/>
                  </a:lnTo>
                  <a:cubicBezTo>
                    <a:pt x="142" y="32"/>
                    <a:pt x="127"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5" name="Google Shape;2085;p38"/>
            <p:cNvSpPr/>
            <p:nvPr/>
          </p:nvSpPr>
          <p:spPr>
            <a:xfrm>
              <a:off x="3105845" y="1788731"/>
              <a:ext cx="3530" cy="3562"/>
            </a:xfrm>
            <a:custGeom>
              <a:avLst/>
              <a:gdLst/>
              <a:ahLst/>
              <a:cxnLst/>
              <a:rect l="l" t="t" r="r" b="b"/>
              <a:pathLst>
                <a:path w="111" h="112" extrusionOk="0">
                  <a:moveTo>
                    <a:pt x="32" y="1"/>
                  </a:moveTo>
                  <a:lnTo>
                    <a:pt x="32" y="1"/>
                  </a:lnTo>
                  <a:lnTo>
                    <a:pt x="16" y="1"/>
                  </a:lnTo>
                  <a:cubicBezTo>
                    <a:pt x="1" y="17"/>
                    <a:pt x="1" y="49"/>
                    <a:pt x="16" y="49"/>
                  </a:cubicBezTo>
                  <a:lnTo>
                    <a:pt x="16" y="64"/>
                  </a:lnTo>
                  <a:lnTo>
                    <a:pt x="32" y="64"/>
                  </a:lnTo>
                  <a:lnTo>
                    <a:pt x="64" y="95"/>
                  </a:lnTo>
                  <a:lnTo>
                    <a:pt x="64" y="95"/>
                  </a:lnTo>
                  <a:cubicBezTo>
                    <a:pt x="64" y="112"/>
                    <a:pt x="79" y="112"/>
                    <a:pt x="79" y="112"/>
                  </a:cubicBezTo>
                  <a:cubicBezTo>
                    <a:pt x="96" y="112"/>
                    <a:pt x="96" y="95"/>
                    <a:pt x="111" y="95"/>
                  </a:cubicBezTo>
                  <a:lnTo>
                    <a:pt x="111" y="95"/>
                  </a:lnTo>
                  <a:lnTo>
                    <a:pt x="111" y="64"/>
                  </a:lnTo>
                  <a:lnTo>
                    <a:pt x="111" y="49"/>
                  </a:ln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6" name="Google Shape;2086;p38"/>
            <p:cNvSpPr/>
            <p:nvPr/>
          </p:nvSpPr>
          <p:spPr>
            <a:xfrm>
              <a:off x="3325831" y="1764687"/>
              <a:ext cx="3021" cy="3053"/>
            </a:xfrm>
            <a:custGeom>
              <a:avLst/>
              <a:gdLst/>
              <a:ahLst/>
              <a:cxnLst/>
              <a:rect l="l" t="t" r="r" b="b"/>
              <a:pathLst>
                <a:path w="95" h="96" extrusionOk="0">
                  <a:moveTo>
                    <a:pt x="48" y="1"/>
                  </a:moveTo>
                  <a:lnTo>
                    <a:pt x="48" y="1"/>
                  </a:lnTo>
                  <a:cubicBezTo>
                    <a:pt x="32" y="1"/>
                    <a:pt x="32" y="17"/>
                    <a:pt x="32" y="17"/>
                  </a:cubicBezTo>
                  <a:lnTo>
                    <a:pt x="16" y="17"/>
                  </a:lnTo>
                  <a:lnTo>
                    <a:pt x="16" y="32"/>
                  </a:lnTo>
                  <a:lnTo>
                    <a:pt x="16" y="49"/>
                  </a:lnTo>
                  <a:lnTo>
                    <a:pt x="16" y="49"/>
                  </a:lnTo>
                  <a:cubicBezTo>
                    <a:pt x="0" y="64"/>
                    <a:pt x="0" y="80"/>
                    <a:pt x="16" y="80"/>
                  </a:cubicBezTo>
                  <a:lnTo>
                    <a:pt x="16" y="95"/>
                  </a:lnTo>
                  <a:lnTo>
                    <a:pt x="32" y="95"/>
                  </a:lnTo>
                  <a:lnTo>
                    <a:pt x="63" y="95"/>
                  </a:lnTo>
                  <a:lnTo>
                    <a:pt x="79" y="80"/>
                  </a:lnTo>
                  <a:cubicBezTo>
                    <a:pt x="79" y="80"/>
                    <a:pt x="79" y="64"/>
                    <a:pt x="95" y="64"/>
                  </a:cubicBezTo>
                  <a:cubicBezTo>
                    <a:pt x="95" y="49"/>
                    <a:pt x="79" y="49"/>
                    <a:pt x="79" y="32"/>
                  </a:cubicBezTo>
                  <a:lnTo>
                    <a:pt x="79" y="17"/>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7" name="Google Shape;2087;p38"/>
            <p:cNvSpPr/>
            <p:nvPr/>
          </p:nvSpPr>
          <p:spPr>
            <a:xfrm>
              <a:off x="3103333" y="1784724"/>
              <a:ext cx="4548" cy="5565"/>
            </a:xfrm>
            <a:custGeom>
              <a:avLst/>
              <a:gdLst/>
              <a:ahLst/>
              <a:cxnLst/>
              <a:rect l="l" t="t" r="r" b="b"/>
              <a:pathLst>
                <a:path w="143" h="175" extrusionOk="0">
                  <a:moveTo>
                    <a:pt x="111" y="1"/>
                  </a:moveTo>
                  <a:lnTo>
                    <a:pt x="111" y="1"/>
                  </a:lnTo>
                  <a:cubicBezTo>
                    <a:pt x="95" y="1"/>
                    <a:pt x="95" y="17"/>
                    <a:pt x="80" y="17"/>
                  </a:cubicBezTo>
                  <a:lnTo>
                    <a:pt x="64" y="32"/>
                  </a:lnTo>
                  <a:lnTo>
                    <a:pt x="64" y="49"/>
                  </a:lnTo>
                  <a:lnTo>
                    <a:pt x="64" y="49"/>
                  </a:lnTo>
                  <a:lnTo>
                    <a:pt x="48" y="49"/>
                  </a:lnTo>
                  <a:lnTo>
                    <a:pt x="48" y="49"/>
                  </a:lnTo>
                  <a:cubicBezTo>
                    <a:pt x="32" y="49"/>
                    <a:pt x="17" y="64"/>
                    <a:pt x="17" y="80"/>
                  </a:cubicBezTo>
                  <a:lnTo>
                    <a:pt x="1" y="127"/>
                  </a:lnTo>
                  <a:cubicBezTo>
                    <a:pt x="1" y="143"/>
                    <a:pt x="17" y="158"/>
                    <a:pt x="32" y="175"/>
                  </a:cubicBezTo>
                  <a:lnTo>
                    <a:pt x="32" y="175"/>
                  </a:lnTo>
                  <a:lnTo>
                    <a:pt x="32" y="175"/>
                  </a:lnTo>
                  <a:cubicBezTo>
                    <a:pt x="48" y="175"/>
                    <a:pt x="64" y="158"/>
                    <a:pt x="64" y="158"/>
                  </a:cubicBezTo>
                  <a:lnTo>
                    <a:pt x="111" y="95"/>
                  </a:lnTo>
                  <a:lnTo>
                    <a:pt x="143" y="64"/>
                  </a:lnTo>
                  <a:lnTo>
                    <a:pt x="143" y="49"/>
                  </a:lnTo>
                  <a:cubicBezTo>
                    <a:pt x="143" y="32"/>
                    <a:pt x="143" y="17"/>
                    <a:pt x="127" y="17"/>
                  </a:cubicBezTo>
                  <a:cubicBezTo>
                    <a:pt x="127" y="1"/>
                    <a:pt x="127"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8" name="Google Shape;2088;p38"/>
            <p:cNvSpPr/>
            <p:nvPr/>
          </p:nvSpPr>
          <p:spPr>
            <a:xfrm>
              <a:off x="3424041" y="1766691"/>
              <a:ext cx="3562" cy="3053"/>
            </a:xfrm>
            <a:custGeom>
              <a:avLst/>
              <a:gdLst/>
              <a:ahLst/>
              <a:cxnLst/>
              <a:rect l="l" t="t" r="r" b="b"/>
              <a:pathLst>
                <a:path w="112" h="96" extrusionOk="0">
                  <a:moveTo>
                    <a:pt x="63" y="1"/>
                  </a:moveTo>
                  <a:lnTo>
                    <a:pt x="63" y="1"/>
                  </a:lnTo>
                  <a:lnTo>
                    <a:pt x="48" y="1"/>
                  </a:lnTo>
                  <a:lnTo>
                    <a:pt x="32" y="17"/>
                  </a:lnTo>
                  <a:lnTo>
                    <a:pt x="17" y="32"/>
                  </a:lnTo>
                  <a:cubicBezTo>
                    <a:pt x="0" y="32"/>
                    <a:pt x="0" y="49"/>
                    <a:pt x="0" y="64"/>
                  </a:cubicBezTo>
                  <a:lnTo>
                    <a:pt x="0" y="80"/>
                  </a:lnTo>
                  <a:cubicBezTo>
                    <a:pt x="17" y="80"/>
                    <a:pt x="17" y="95"/>
                    <a:pt x="32" y="95"/>
                  </a:cubicBezTo>
                  <a:cubicBezTo>
                    <a:pt x="48" y="95"/>
                    <a:pt x="48" y="95"/>
                    <a:pt x="48" y="80"/>
                  </a:cubicBezTo>
                  <a:lnTo>
                    <a:pt x="80" y="64"/>
                  </a:lnTo>
                  <a:cubicBezTo>
                    <a:pt x="95" y="49"/>
                    <a:pt x="111" y="32"/>
                    <a:pt x="95" y="17"/>
                  </a:cubicBezTo>
                  <a:cubicBezTo>
                    <a:pt x="95"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9" name="Google Shape;2089;p38"/>
            <p:cNvSpPr/>
            <p:nvPr/>
          </p:nvSpPr>
          <p:spPr>
            <a:xfrm>
              <a:off x="3421560" y="1766214"/>
              <a:ext cx="2512" cy="4039"/>
            </a:xfrm>
            <a:custGeom>
              <a:avLst/>
              <a:gdLst/>
              <a:ahLst/>
              <a:cxnLst/>
              <a:rect l="l" t="t" r="r" b="b"/>
              <a:pathLst>
                <a:path w="79" h="127" extrusionOk="0">
                  <a:moveTo>
                    <a:pt x="47" y="1"/>
                  </a:moveTo>
                  <a:lnTo>
                    <a:pt x="32" y="1"/>
                  </a:lnTo>
                  <a:cubicBezTo>
                    <a:pt x="15" y="1"/>
                    <a:pt x="15" y="1"/>
                    <a:pt x="15" y="16"/>
                  </a:cubicBezTo>
                  <a:lnTo>
                    <a:pt x="0" y="16"/>
                  </a:lnTo>
                  <a:lnTo>
                    <a:pt x="0" y="32"/>
                  </a:lnTo>
                  <a:lnTo>
                    <a:pt x="0" y="95"/>
                  </a:lnTo>
                  <a:cubicBezTo>
                    <a:pt x="0" y="110"/>
                    <a:pt x="15" y="127"/>
                    <a:pt x="32" y="127"/>
                  </a:cubicBezTo>
                  <a:lnTo>
                    <a:pt x="32" y="127"/>
                  </a:lnTo>
                  <a:cubicBezTo>
                    <a:pt x="63" y="127"/>
                    <a:pt x="78" y="110"/>
                    <a:pt x="78" y="95"/>
                  </a:cubicBezTo>
                  <a:lnTo>
                    <a:pt x="78" y="79"/>
                  </a:lnTo>
                  <a:lnTo>
                    <a:pt x="78"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0" name="Google Shape;2090;p38"/>
            <p:cNvSpPr/>
            <p:nvPr/>
          </p:nvSpPr>
          <p:spPr>
            <a:xfrm>
              <a:off x="3436572" y="1765196"/>
              <a:ext cx="5534" cy="4548"/>
            </a:xfrm>
            <a:custGeom>
              <a:avLst/>
              <a:gdLst/>
              <a:ahLst/>
              <a:cxnLst/>
              <a:rect l="l" t="t" r="r" b="b"/>
              <a:pathLst>
                <a:path w="174" h="143" extrusionOk="0">
                  <a:moveTo>
                    <a:pt x="142" y="1"/>
                  </a:moveTo>
                  <a:lnTo>
                    <a:pt x="127" y="1"/>
                  </a:lnTo>
                  <a:lnTo>
                    <a:pt x="127" y="1"/>
                  </a:lnTo>
                  <a:lnTo>
                    <a:pt x="47" y="33"/>
                  </a:lnTo>
                  <a:lnTo>
                    <a:pt x="32" y="33"/>
                  </a:lnTo>
                  <a:lnTo>
                    <a:pt x="1" y="64"/>
                  </a:lnTo>
                  <a:lnTo>
                    <a:pt x="1" y="79"/>
                  </a:lnTo>
                  <a:lnTo>
                    <a:pt x="16" y="96"/>
                  </a:lnTo>
                  <a:lnTo>
                    <a:pt x="16" y="127"/>
                  </a:lnTo>
                  <a:lnTo>
                    <a:pt x="32" y="127"/>
                  </a:lnTo>
                  <a:cubicBezTo>
                    <a:pt x="32" y="142"/>
                    <a:pt x="47" y="142"/>
                    <a:pt x="64" y="142"/>
                  </a:cubicBezTo>
                  <a:lnTo>
                    <a:pt x="64" y="142"/>
                  </a:lnTo>
                  <a:cubicBezTo>
                    <a:pt x="95" y="142"/>
                    <a:pt x="95" y="111"/>
                    <a:pt x="95" y="96"/>
                  </a:cubicBezTo>
                  <a:lnTo>
                    <a:pt x="79" y="96"/>
                  </a:lnTo>
                  <a:lnTo>
                    <a:pt x="142" y="79"/>
                  </a:lnTo>
                  <a:lnTo>
                    <a:pt x="142" y="64"/>
                  </a:lnTo>
                  <a:cubicBezTo>
                    <a:pt x="158" y="64"/>
                    <a:pt x="173" y="48"/>
                    <a:pt x="173" y="3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1" name="Google Shape;2091;p38"/>
            <p:cNvSpPr/>
            <p:nvPr/>
          </p:nvSpPr>
          <p:spPr>
            <a:xfrm>
              <a:off x="3119902" y="1800785"/>
              <a:ext cx="3498" cy="2544"/>
            </a:xfrm>
            <a:custGeom>
              <a:avLst/>
              <a:gdLst/>
              <a:ahLst/>
              <a:cxnLst/>
              <a:rect l="l" t="t" r="r" b="b"/>
              <a:pathLst>
                <a:path w="110" h="80" extrusionOk="0">
                  <a:moveTo>
                    <a:pt x="32" y="0"/>
                  </a:moveTo>
                  <a:lnTo>
                    <a:pt x="32" y="0"/>
                  </a:lnTo>
                  <a:lnTo>
                    <a:pt x="32" y="0"/>
                  </a:lnTo>
                  <a:cubicBezTo>
                    <a:pt x="15" y="0"/>
                    <a:pt x="0" y="0"/>
                    <a:pt x="0" y="16"/>
                  </a:cubicBezTo>
                  <a:cubicBezTo>
                    <a:pt x="0" y="32"/>
                    <a:pt x="0" y="48"/>
                    <a:pt x="15" y="63"/>
                  </a:cubicBezTo>
                  <a:lnTo>
                    <a:pt x="15" y="63"/>
                  </a:lnTo>
                  <a:lnTo>
                    <a:pt x="47" y="79"/>
                  </a:lnTo>
                  <a:lnTo>
                    <a:pt x="63" y="79"/>
                  </a:lnTo>
                  <a:cubicBezTo>
                    <a:pt x="78" y="79"/>
                    <a:pt x="95" y="63"/>
                    <a:pt x="95" y="48"/>
                  </a:cubicBezTo>
                  <a:cubicBezTo>
                    <a:pt x="110" y="32"/>
                    <a:pt x="95" y="16"/>
                    <a:pt x="78" y="16"/>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2" name="Google Shape;2092;p38"/>
            <p:cNvSpPr/>
            <p:nvPr/>
          </p:nvSpPr>
          <p:spPr>
            <a:xfrm>
              <a:off x="3271701" y="1779254"/>
              <a:ext cx="3562" cy="2512"/>
            </a:xfrm>
            <a:custGeom>
              <a:avLst/>
              <a:gdLst/>
              <a:ahLst/>
              <a:cxnLst/>
              <a:rect l="l" t="t" r="r" b="b"/>
              <a:pathLst>
                <a:path w="112" h="79" extrusionOk="0">
                  <a:moveTo>
                    <a:pt x="48" y="0"/>
                  </a:moveTo>
                  <a:lnTo>
                    <a:pt x="32" y="0"/>
                  </a:lnTo>
                  <a:cubicBezTo>
                    <a:pt x="32" y="0"/>
                    <a:pt x="17" y="15"/>
                    <a:pt x="17" y="32"/>
                  </a:cubicBezTo>
                  <a:cubicBezTo>
                    <a:pt x="0" y="32"/>
                    <a:pt x="0" y="47"/>
                    <a:pt x="17" y="63"/>
                  </a:cubicBezTo>
                  <a:lnTo>
                    <a:pt x="32" y="63"/>
                  </a:lnTo>
                  <a:lnTo>
                    <a:pt x="63" y="78"/>
                  </a:lnTo>
                  <a:lnTo>
                    <a:pt x="80" y="78"/>
                  </a:lnTo>
                  <a:cubicBezTo>
                    <a:pt x="95" y="78"/>
                    <a:pt x="95" y="78"/>
                    <a:pt x="111" y="63"/>
                  </a:cubicBezTo>
                  <a:cubicBezTo>
                    <a:pt x="111" y="47"/>
                    <a:pt x="111" y="32"/>
                    <a:pt x="95" y="15"/>
                  </a:cubicBezTo>
                  <a:lnTo>
                    <a:pt x="95"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3" name="Google Shape;2093;p38"/>
            <p:cNvSpPr/>
            <p:nvPr/>
          </p:nvSpPr>
          <p:spPr>
            <a:xfrm>
              <a:off x="3198076" y="1786250"/>
              <a:ext cx="3021" cy="2035"/>
            </a:xfrm>
            <a:custGeom>
              <a:avLst/>
              <a:gdLst/>
              <a:ahLst/>
              <a:cxnLst/>
              <a:rect l="l" t="t" r="r" b="b"/>
              <a:pathLst>
                <a:path w="95" h="64" extrusionOk="0">
                  <a:moveTo>
                    <a:pt x="63" y="1"/>
                  </a:moveTo>
                  <a:lnTo>
                    <a:pt x="63" y="1"/>
                  </a:lnTo>
                  <a:lnTo>
                    <a:pt x="32" y="1"/>
                  </a:lnTo>
                  <a:cubicBezTo>
                    <a:pt x="0" y="1"/>
                    <a:pt x="0" y="16"/>
                    <a:pt x="0" y="32"/>
                  </a:cubicBezTo>
                  <a:lnTo>
                    <a:pt x="0" y="47"/>
                  </a:lnTo>
                  <a:lnTo>
                    <a:pt x="15" y="64"/>
                  </a:lnTo>
                  <a:lnTo>
                    <a:pt x="32" y="47"/>
                  </a:lnTo>
                  <a:lnTo>
                    <a:pt x="47" y="47"/>
                  </a:lnTo>
                  <a:cubicBezTo>
                    <a:pt x="47" y="47"/>
                    <a:pt x="63" y="47"/>
                    <a:pt x="63" y="64"/>
                  </a:cubicBezTo>
                  <a:lnTo>
                    <a:pt x="63" y="64"/>
                  </a:lnTo>
                  <a:cubicBezTo>
                    <a:pt x="78" y="64"/>
                    <a:pt x="95" y="47"/>
                    <a:pt x="95" y="32"/>
                  </a:cubicBezTo>
                  <a:cubicBezTo>
                    <a:pt x="95" y="16"/>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4" name="Google Shape;2094;p38"/>
            <p:cNvSpPr/>
            <p:nvPr/>
          </p:nvSpPr>
          <p:spPr>
            <a:xfrm>
              <a:off x="3318326" y="1776232"/>
              <a:ext cx="3021" cy="3530"/>
            </a:xfrm>
            <a:custGeom>
              <a:avLst/>
              <a:gdLst/>
              <a:ahLst/>
              <a:cxnLst/>
              <a:rect l="l" t="t" r="r" b="b"/>
              <a:pathLst>
                <a:path w="95" h="111" extrusionOk="0">
                  <a:moveTo>
                    <a:pt x="47" y="1"/>
                  </a:moveTo>
                  <a:lnTo>
                    <a:pt x="47" y="1"/>
                  </a:lnTo>
                  <a:lnTo>
                    <a:pt x="32" y="1"/>
                  </a:lnTo>
                  <a:lnTo>
                    <a:pt x="32" y="1"/>
                  </a:lnTo>
                  <a:cubicBezTo>
                    <a:pt x="16" y="16"/>
                    <a:pt x="0" y="32"/>
                    <a:pt x="16" y="47"/>
                  </a:cubicBezTo>
                  <a:lnTo>
                    <a:pt x="16" y="79"/>
                  </a:lnTo>
                  <a:cubicBezTo>
                    <a:pt x="32" y="95"/>
                    <a:pt x="47" y="110"/>
                    <a:pt x="63" y="110"/>
                  </a:cubicBezTo>
                  <a:lnTo>
                    <a:pt x="63" y="110"/>
                  </a:lnTo>
                  <a:cubicBezTo>
                    <a:pt x="79" y="110"/>
                    <a:pt x="79" y="95"/>
                    <a:pt x="79" y="95"/>
                  </a:cubicBezTo>
                  <a:lnTo>
                    <a:pt x="95" y="79"/>
                  </a:lnTo>
                  <a:lnTo>
                    <a:pt x="95" y="64"/>
                  </a:lnTo>
                  <a:lnTo>
                    <a:pt x="95" y="64"/>
                  </a:lnTo>
                  <a:lnTo>
                    <a:pt x="79" y="32"/>
                  </a:lnTo>
                  <a:cubicBezTo>
                    <a:pt x="79" y="16"/>
                    <a:pt x="63" y="16"/>
                    <a:pt x="63"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5" name="Google Shape;2095;p38"/>
            <p:cNvSpPr/>
            <p:nvPr/>
          </p:nvSpPr>
          <p:spPr>
            <a:xfrm>
              <a:off x="3189521" y="1788254"/>
              <a:ext cx="3562" cy="5057"/>
            </a:xfrm>
            <a:custGeom>
              <a:avLst/>
              <a:gdLst/>
              <a:ahLst/>
              <a:cxnLst/>
              <a:rect l="l" t="t" r="r" b="b"/>
              <a:pathLst>
                <a:path w="112" h="159" extrusionOk="0">
                  <a:moveTo>
                    <a:pt x="64" y="1"/>
                  </a:moveTo>
                  <a:lnTo>
                    <a:pt x="64" y="1"/>
                  </a:lnTo>
                  <a:lnTo>
                    <a:pt x="32" y="1"/>
                  </a:lnTo>
                  <a:lnTo>
                    <a:pt x="32" y="16"/>
                  </a:lnTo>
                  <a:lnTo>
                    <a:pt x="32" y="16"/>
                  </a:lnTo>
                  <a:lnTo>
                    <a:pt x="32" y="16"/>
                  </a:lnTo>
                  <a:lnTo>
                    <a:pt x="17" y="79"/>
                  </a:lnTo>
                  <a:lnTo>
                    <a:pt x="1" y="79"/>
                  </a:lnTo>
                  <a:cubicBezTo>
                    <a:pt x="1" y="95"/>
                    <a:pt x="17" y="95"/>
                    <a:pt x="17" y="110"/>
                  </a:cubicBezTo>
                  <a:lnTo>
                    <a:pt x="48" y="142"/>
                  </a:lnTo>
                  <a:lnTo>
                    <a:pt x="48" y="142"/>
                  </a:lnTo>
                  <a:lnTo>
                    <a:pt x="64" y="158"/>
                  </a:lnTo>
                  <a:cubicBezTo>
                    <a:pt x="80" y="158"/>
                    <a:pt x="80" y="142"/>
                    <a:pt x="95" y="142"/>
                  </a:cubicBezTo>
                  <a:cubicBezTo>
                    <a:pt x="111" y="127"/>
                    <a:pt x="111" y="110"/>
                    <a:pt x="95" y="95"/>
                  </a:cubicBezTo>
                  <a:lnTo>
                    <a:pt x="80" y="79"/>
                  </a:lnTo>
                  <a:lnTo>
                    <a:pt x="80" y="79"/>
                  </a:lnTo>
                  <a:lnTo>
                    <a:pt x="95" y="64"/>
                  </a:lnTo>
                  <a:lnTo>
                    <a:pt x="95" y="47"/>
                  </a:lnTo>
                  <a:lnTo>
                    <a:pt x="95" y="32"/>
                  </a:lnTo>
                  <a:cubicBezTo>
                    <a:pt x="95" y="16"/>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6" name="Google Shape;2096;p38"/>
            <p:cNvSpPr/>
            <p:nvPr/>
          </p:nvSpPr>
          <p:spPr>
            <a:xfrm>
              <a:off x="3033174" y="1804283"/>
              <a:ext cx="3562" cy="3530"/>
            </a:xfrm>
            <a:custGeom>
              <a:avLst/>
              <a:gdLst/>
              <a:ahLst/>
              <a:cxnLst/>
              <a:rect l="l" t="t" r="r" b="b"/>
              <a:pathLst>
                <a:path w="112" h="111" extrusionOk="0">
                  <a:moveTo>
                    <a:pt x="64" y="1"/>
                  </a:moveTo>
                  <a:lnTo>
                    <a:pt x="64" y="1"/>
                  </a:lnTo>
                  <a:lnTo>
                    <a:pt x="64" y="1"/>
                  </a:lnTo>
                  <a:cubicBezTo>
                    <a:pt x="49" y="1"/>
                    <a:pt x="49" y="1"/>
                    <a:pt x="32" y="16"/>
                  </a:cubicBezTo>
                  <a:lnTo>
                    <a:pt x="17" y="32"/>
                  </a:lnTo>
                  <a:lnTo>
                    <a:pt x="17" y="64"/>
                  </a:lnTo>
                  <a:lnTo>
                    <a:pt x="1" y="64"/>
                  </a:lnTo>
                  <a:lnTo>
                    <a:pt x="1" y="79"/>
                  </a:lnTo>
                  <a:cubicBezTo>
                    <a:pt x="1" y="95"/>
                    <a:pt x="17" y="95"/>
                    <a:pt x="32" y="111"/>
                  </a:cubicBezTo>
                  <a:lnTo>
                    <a:pt x="49" y="111"/>
                  </a:lnTo>
                  <a:lnTo>
                    <a:pt x="64" y="111"/>
                  </a:lnTo>
                  <a:lnTo>
                    <a:pt x="64" y="95"/>
                  </a:lnTo>
                  <a:lnTo>
                    <a:pt x="95" y="48"/>
                  </a:lnTo>
                  <a:lnTo>
                    <a:pt x="95" y="48"/>
                  </a:lnTo>
                  <a:cubicBezTo>
                    <a:pt x="112"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7" name="Google Shape;2097;p38"/>
            <p:cNvSpPr/>
            <p:nvPr/>
          </p:nvSpPr>
          <p:spPr>
            <a:xfrm>
              <a:off x="3197535" y="1787745"/>
              <a:ext cx="3053" cy="3021"/>
            </a:xfrm>
            <a:custGeom>
              <a:avLst/>
              <a:gdLst/>
              <a:ahLst/>
              <a:cxnLst/>
              <a:rect l="l" t="t" r="r" b="b"/>
              <a:pathLst>
                <a:path w="96" h="95" extrusionOk="0">
                  <a:moveTo>
                    <a:pt x="64" y="0"/>
                  </a:moveTo>
                  <a:lnTo>
                    <a:pt x="49" y="0"/>
                  </a:lnTo>
                  <a:lnTo>
                    <a:pt x="32" y="17"/>
                  </a:lnTo>
                  <a:lnTo>
                    <a:pt x="49" y="17"/>
                  </a:lnTo>
                  <a:cubicBezTo>
                    <a:pt x="64" y="17"/>
                    <a:pt x="64" y="48"/>
                    <a:pt x="64" y="63"/>
                  </a:cubicBezTo>
                  <a:cubicBezTo>
                    <a:pt x="49" y="63"/>
                    <a:pt x="32" y="80"/>
                    <a:pt x="32" y="80"/>
                  </a:cubicBezTo>
                  <a:lnTo>
                    <a:pt x="17" y="80"/>
                  </a:lnTo>
                  <a:lnTo>
                    <a:pt x="1" y="63"/>
                  </a:lnTo>
                  <a:cubicBezTo>
                    <a:pt x="1" y="80"/>
                    <a:pt x="1" y="80"/>
                    <a:pt x="17" y="95"/>
                  </a:cubicBezTo>
                  <a:lnTo>
                    <a:pt x="17" y="95"/>
                  </a:lnTo>
                  <a:lnTo>
                    <a:pt x="32" y="95"/>
                  </a:lnTo>
                  <a:cubicBezTo>
                    <a:pt x="49" y="95"/>
                    <a:pt x="64" y="95"/>
                    <a:pt x="64" y="80"/>
                  </a:cubicBezTo>
                  <a:lnTo>
                    <a:pt x="80" y="63"/>
                  </a:lnTo>
                  <a:cubicBezTo>
                    <a:pt x="95" y="48"/>
                    <a:pt x="95" y="32"/>
                    <a:pt x="80" y="17"/>
                  </a:cubicBezTo>
                  <a:lnTo>
                    <a:pt x="80" y="17"/>
                  </a:lnTo>
                  <a:cubicBezTo>
                    <a:pt x="80"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8" name="Google Shape;2098;p38"/>
            <p:cNvSpPr/>
            <p:nvPr/>
          </p:nvSpPr>
          <p:spPr>
            <a:xfrm>
              <a:off x="3191524" y="1798272"/>
              <a:ext cx="3562" cy="3053"/>
            </a:xfrm>
            <a:custGeom>
              <a:avLst/>
              <a:gdLst/>
              <a:ahLst/>
              <a:cxnLst/>
              <a:rect l="l" t="t" r="r" b="b"/>
              <a:pathLst>
                <a:path w="112" h="96" extrusionOk="0">
                  <a:moveTo>
                    <a:pt x="48" y="1"/>
                  </a:moveTo>
                  <a:lnTo>
                    <a:pt x="48" y="1"/>
                  </a:lnTo>
                  <a:cubicBezTo>
                    <a:pt x="32" y="1"/>
                    <a:pt x="32" y="16"/>
                    <a:pt x="32" y="16"/>
                  </a:cubicBezTo>
                  <a:lnTo>
                    <a:pt x="17" y="16"/>
                  </a:lnTo>
                  <a:cubicBezTo>
                    <a:pt x="1" y="32"/>
                    <a:pt x="17" y="48"/>
                    <a:pt x="32" y="64"/>
                  </a:cubicBezTo>
                  <a:lnTo>
                    <a:pt x="32" y="64"/>
                  </a:lnTo>
                  <a:lnTo>
                    <a:pt x="48" y="79"/>
                  </a:lnTo>
                  <a:cubicBezTo>
                    <a:pt x="64" y="95"/>
                    <a:pt x="64" y="95"/>
                    <a:pt x="80" y="95"/>
                  </a:cubicBezTo>
                  <a:cubicBezTo>
                    <a:pt x="80" y="95"/>
                    <a:pt x="95" y="95"/>
                    <a:pt x="95" y="79"/>
                  </a:cubicBezTo>
                  <a:cubicBezTo>
                    <a:pt x="111" y="64"/>
                    <a:pt x="111" y="48"/>
                    <a:pt x="95" y="32"/>
                  </a:cubicBezTo>
                  <a:lnTo>
                    <a:pt x="95" y="32"/>
                  </a:ln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9" name="Google Shape;2099;p38"/>
            <p:cNvSpPr/>
            <p:nvPr/>
          </p:nvSpPr>
          <p:spPr>
            <a:xfrm>
              <a:off x="3363423" y="1783738"/>
              <a:ext cx="3021" cy="3021"/>
            </a:xfrm>
            <a:custGeom>
              <a:avLst/>
              <a:gdLst/>
              <a:ahLst/>
              <a:cxnLst/>
              <a:rect l="l" t="t" r="r" b="b"/>
              <a:pathLst>
                <a:path w="95" h="95" extrusionOk="0">
                  <a:moveTo>
                    <a:pt x="47" y="0"/>
                  </a:moveTo>
                  <a:lnTo>
                    <a:pt x="32" y="0"/>
                  </a:lnTo>
                  <a:lnTo>
                    <a:pt x="16" y="17"/>
                  </a:lnTo>
                  <a:cubicBezTo>
                    <a:pt x="0" y="32"/>
                    <a:pt x="0" y="48"/>
                    <a:pt x="16" y="63"/>
                  </a:cubicBezTo>
                  <a:lnTo>
                    <a:pt x="32" y="80"/>
                  </a:lnTo>
                  <a:cubicBezTo>
                    <a:pt x="47" y="80"/>
                    <a:pt x="47" y="95"/>
                    <a:pt x="63" y="95"/>
                  </a:cubicBezTo>
                  <a:lnTo>
                    <a:pt x="79" y="80"/>
                  </a:lnTo>
                  <a:cubicBezTo>
                    <a:pt x="95" y="63"/>
                    <a:pt x="95" y="32"/>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0" name="Google Shape;2100;p38"/>
            <p:cNvSpPr/>
            <p:nvPr/>
          </p:nvSpPr>
          <p:spPr>
            <a:xfrm>
              <a:off x="3361419" y="1785741"/>
              <a:ext cx="3021" cy="2035"/>
            </a:xfrm>
            <a:custGeom>
              <a:avLst/>
              <a:gdLst/>
              <a:ahLst/>
              <a:cxnLst/>
              <a:rect l="l" t="t" r="r" b="b"/>
              <a:pathLst>
                <a:path w="95" h="64" extrusionOk="0">
                  <a:moveTo>
                    <a:pt x="32" y="0"/>
                  </a:moveTo>
                  <a:lnTo>
                    <a:pt x="32" y="0"/>
                  </a:lnTo>
                  <a:cubicBezTo>
                    <a:pt x="15" y="0"/>
                    <a:pt x="0" y="17"/>
                    <a:pt x="0" y="17"/>
                  </a:cubicBezTo>
                  <a:cubicBezTo>
                    <a:pt x="0" y="48"/>
                    <a:pt x="0" y="63"/>
                    <a:pt x="32" y="63"/>
                  </a:cubicBezTo>
                  <a:lnTo>
                    <a:pt x="47" y="63"/>
                  </a:lnTo>
                  <a:lnTo>
                    <a:pt x="63" y="63"/>
                  </a:lnTo>
                  <a:cubicBezTo>
                    <a:pt x="79" y="63"/>
                    <a:pt x="79" y="63"/>
                    <a:pt x="95" y="48"/>
                  </a:cubicBezTo>
                  <a:cubicBezTo>
                    <a:pt x="95" y="32"/>
                    <a:pt x="79" y="0"/>
                    <a:pt x="63"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1" name="Google Shape;2101;p38"/>
            <p:cNvSpPr/>
            <p:nvPr/>
          </p:nvSpPr>
          <p:spPr>
            <a:xfrm>
              <a:off x="3243650" y="1797763"/>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4"/>
                    <a:pt x="17" y="80"/>
                  </a:cubicBezTo>
                  <a:lnTo>
                    <a:pt x="48" y="80"/>
                  </a:lnTo>
                  <a:lnTo>
                    <a:pt x="63" y="80"/>
                  </a:lnTo>
                  <a:lnTo>
                    <a:pt x="63" y="64"/>
                  </a:lnTo>
                  <a:lnTo>
                    <a:pt x="80" y="48"/>
                  </a:lnTo>
                  <a:cubicBezTo>
                    <a:pt x="95" y="32"/>
                    <a:pt x="95" y="17"/>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2" name="Google Shape;2102;p38"/>
            <p:cNvSpPr/>
            <p:nvPr/>
          </p:nvSpPr>
          <p:spPr>
            <a:xfrm>
              <a:off x="3046213" y="1817323"/>
              <a:ext cx="4039" cy="3053"/>
            </a:xfrm>
            <a:custGeom>
              <a:avLst/>
              <a:gdLst/>
              <a:ahLst/>
              <a:cxnLst/>
              <a:rect l="l" t="t" r="r" b="b"/>
              <a:pathLst>
                <a:path w="127" h="96" extrusionOk="0">
                  <a:moveTo>
                    <a:pt x="48" y="1"/>
                  </a:moveTo>
                  <a:lnTo>
                    <a:pt x="48" y="16"/>
                  </a:lnTo>
                  <a:cubicBezTo>
                    <a:pt x="32" y="16"/>
                    <a:pt x="17" y="16"/>
                    <a:pt x="17" y="32"/>
                  </a:cubicBezTo>
                  <a:cubicBezTo>
                    <a:pt x="0" y="47"/>
                    <a:pt x="17" y="64"/>
                    <a:pt x="32" y="79"/>
                  </a:cubicBezTo>
                  <a:lnTo>
                    <a:pt x="80" y="95"/>
                  </a:lnTo>
                  <a:lnTo>
                    <a:pt x="95" y="95"/>
                  </a:lnTo>
                  <a:cubicBezTo>
                    <a:pt x="111" y="95"/>
                    <a:pt x="111" y="95"/>
                    <a:pt x="126" y="79"/>
                  </a:cubicBezTo>
                  <a:cubicBezTo>
                    <a:pt x="126" y="64"/>
                    <a:pt x="126" y="47"/>
                    <a:pt x="111" y="32"/>
                  </a:cubicBezTo>
                  <a:lnTo>
                    <a:pt x="63" y="16"/>
                  </a:lnTo>
                  <a:cubicBezTo>
                    <a:pt x="48" y="16"/>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3" name="Google Shape;2103;p38"/>
            <p:cNvSpPr/>
            <p:nvPr/>
          </p:nvSpPr>
          <p:spPr>
            <a:xfrm>
              <a:off x="3161470" y="1805778"/>
              <a:ext cx="3021" cy="2544"/>
            </a:xfrm>
            <a:custGeom>
              <a:avLst/>
              <a:gdLst/>
              <a:ahLst/>
              <a:cxnLst/>
              <a:rect l="l" t="t" r="r" b="b"/>
              <a:pathLst>
                <a:path w="95" h="80" extrusionOk="0">
                  <a:moveTo>
                    <a:pt x="32" y="1"/>
                  </a:moveTo>
                  <a:lnTo>
                    <a:pt x="32" y="1"/>
                  </a:lnTo>
                  <a:cubicBezTo>
                    <a:pt x="17" y="1"/>
                    <a:pt x="0" y="17"/>
                    <a:pt x="0" y="32"/>
                  </a:cubicBezTo>
                  <a:lnTo>
                    <a:pt x="0" y="64"/>
                  </a:lnTo>
                  <a:cubicBezTo>
                    <a:pt x="17" y="64"/>
                    <a:pt x="17" y="80"/>
                    <a:pt x="32" y="80"/>
                  </a:cubicBezTo>
                  <a:lnTo>
                    <a:pt x="48" y="80"/>
                  </a:lnTo>
                  <a:lnTo>
                    <a:pt x="63" y="80"/>
                  </a:lnTo>
                  <a:cubicBezTo>
                    <a:pt x="80" y="80"/>
                    <a:pt x="80" y="64"/>
                    <a:pt x="95" y="48"/>
                  </a:cubicBezTo>
                  <a:cubicBezTo>
                    <a:pt x="95" y="32"/>
                    <a:pt x="80" y="17"/>
                    <a:pt x="80" y="17"/>
                  </a:cubicBezTo>
                  <a:lnTo>
                    <a:pt x="63"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4" name="Google Shape;2104;p38"/>
            <p:cNvSpPr/>
            <p:nvPr/>
          </p:nvSpPr>
          <p:spPr>
            <a:xfrm>
              <a:off x="3347394" y="1785264"/>
              <a:ext cx="3021" cy="2512"/>
            </a:xfrm>
            <a:custGeom>
              <a:avLst/>
              <a:gdLst/>
              <a:ahLst/>
              <a:cxnLst/>
              <a:rect l="l" t="t" r="r" b="b"/>
              <a:pathLst>
                <a:path w="95" h="79" extrusionOk="0">
                  <a:moveTo>
                    <a:pt x="32" y="0"/>
                  </a:moveTo>
                  <a:lnTo>
                    <a:pt x="32" y="0"/>
                  </a:lnTo>
                  <a:cubicBezTo>
                    <a:pt x="15" y="0"/>
                    <a:pt x="15" y="0"/>
                    <a:pt x="0" y="15"/>
                  </a:cubicBezTo>
                  <a:lnTo>
                    <a:pt x="0" y="47"/>
                  </a:lnTo>
                  <a:lnTo>
                    <a:pt x="15" y="63"/>
                  </a:lnTo>
                  <a:lnTo>
                    <a:pt x="32" y="63"/>
                  </a:lnTo>
                  <a:cubicBezTo>
                    <a:pt x="32" y="78"/>
                    <a:pt x="47" y="78"/>
                    <a:pt x="47" y="78"/>
                  </a:cubicBezTo>
                  <a:lnTo>
                    <a:pt x="47" y="78"/>
                  </a:lnTo>
                  <a:cubicBezTo>
                    <a:pt x="63" y="78"/>
                    <a:pt x="63" y="78"/>
                    <a:pt x="78" y="63"/>
                  </a:cubicBezTo>
                  <a:lnTo>
                    <a:pt x="78" y="47"/>
                  </a:lnTo>
                  <a:cubicBezTo>
                    <a:pt x="95" y="32"/>
                    <a:pt x="78" y="32"/>
                    <a:pt x="78"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5" name="Google Shape;2105;p38"/>
            <p:cNvSpPr/>
            <p:nvPr/>
          </p:nvSpPr>
          <p:spPr>
            <a:xfrm>
              <a:off x="3373918" y="1781734"/>
              <a:ext cx="2576" cy="3021"/>
            </a:xfrm>
            <a:custGeom>
              <a:avLst/>
              <a:gdLst/>
              <a:ahLst/>
              <a:cxnLst/>
              <a:rect l="l" t="t" r="r" b="b"/>
              <a:pathLst>
                <a:path w="81" h="95" extrusionOk="0">
                  <a:moveTo>
                    <a:pt x="64" y="32"/>
                  </a:moveTo>
                  <a:lnTo>
                    <a:pt x="64" y="32"/>
                  </a:lnTo>
                  <a:lnTo>
                    <a:pt x="64" y="32"/>
                  </a:lnTo>
                  <a:close/>
                  <a:moveTo>
                    <a:pt x="49" y="0"/>
                  </a:moveTo>
                  <a:lnTo>
                    <a:pt x="32" y="0"/>
                  </a:lnTo>
                  <a:lnTo>
                    <a:pt x="17" y="17"/>
                  </a:lnTo>
                  <a:cubicBezTo>
                    <a:pt x="1" y="32"/>
                    <a:pt x="1" y="48"/>
                    <a:pt x="1" y="48"/>
                  </a:cubicBezTo>
                  <a:lnTo>
                    <a:pt x="1" y="63"/>
                  </a:lnTo>
                  <a:lnTo>
                    <a:pt x="17" y="80"/>
                  </a:lnTo>
                  <a:lnTo>
                    <a:pt x="17" y="80"/>
                  </a:lnTo>
                  <a:cubicBezTo>
                    <a:pt x="17" y="95"/>
                    <a:pt x="32" y="95"/>
                    <a:pt x="49" y="95"/>
                  </a:cubicBezTo>
                  <a:lnTo>
                    <a:pt x="64" y="95"/>
                  </a:lnTo>
                  <a:cubicBezTo>
                    <a:pt x="80" y="80"/>
                    <a:pt x="80" y="63"/>
                    <a:pt x="80" y="63"/>
                  </a:cubicBezTo>
                  <a:lnTo>
                    <a:pt x="80" y="63"/>
                  </a:lnTo>
                  <a:lnTo>
                    <a:pt x="80" y="48"/>
                  </a:lnTo>
                  <a:cubicBezTo>
                    <a:pt x="80" y="32"/>
                    <a:pt x="80" y="17"/>
                    <a:pt x="64" y="17"/>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6" name="Google Shape;2106;p38"/>
            <p:cNvSpPr/>
            <p:nvPr/>
          </p:nvSpPr>
          <p:spPr>
            <a:xfrm>
              <a:off x="3375922" y="178272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7" name="Google Shape;2107;p38"/>
            <p:cNvSpPr/>
            <p:nvPr/>
          </p:nvSpPr>
          <p:spPr>
            <a:xfrm>
              <a:off x="3420543" y="1771716"/>
              <a:ext cx="3053" cy="2544"/>
            </a:xfrm>
            <a:custGeom>
              <a:avLst/>
              <a:gdLst/>
              <a:ahLst/>
              <a:cxnLst/>
              <a:rect l="l" t="t" r="r" b="b"/>
              <a:pathLst>
                <a:path w="96" h="80" extrusionOk="0">
                  <a:moveTo>
                    <a:pt x="32" y="0"/>
                  </a:moveTo>
                  <a:lnTo>
                    <a:pt x="32" y="0"/>
                  </a:lnTo>
                  <a:cubicBezTo>
                    <a:pt x="16" y="0"/>
                    <a:pt x="16" y="0"/>
                    <a:pt x="16" y="17"/>
                  </a:cubicBezTo>
                  <a:lnTo>
                    <a:pt x="1" y="17"/>
                  </a:lnTo>
                  <a:lnTo>
                    <a:pt x="1" y="48"/>
                  </a:lnTo>
                  <a:cubicBezTo>
                    <a:pt x="1" y="48"/>
                    <a:pt x="1" y="63"/>
                    <a:pt x="16" y="63"/>
                  </a:cubicBezTo>
                  <a:lnTo>
                    <a:pt x="32" y="80"/>
                  </a:lnTo>
                  <a:lnTo>
                    <a:pt x="47" y="80"/>
                  </a:lnTo>
                  <a:cubicBezTo>
                    <a:pt x="64" y="80"/>
                    <a:pt x="79" y="80"/>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8" name="Google Shape;2108;p38"/>
            <p:cNvSpPr/>
            <p:nvPr/>
          </p:nvSpPr>
          <p:spPr>
            <a:xfrm>
              <a:off x="3254177" y="1788731"/>
              <a:ext cx="3053" cy="2576"/>
            </a:xfrm>
            <a:custGeom>
              <a:avLst/>
              <a:gdLst/>
              <a:ahLst/>
              <a:cxnLst/>
              <a:rect l="l" t="t" r="r" b="b"/>
              <a:pathLst>
                <a:path w="96" h="81" extrusionOk="0">
                  <a:moveTo>
                    <a:pt x="32" y="1"/>
                  </a:moveTo>
                  <a:lnTo>
                    <a:pt x="32" y="1"/>
                  </a:lnTo>
                  <a:cubicBezTo>
                    <a:pt x="32" y="1"/>
                    <a:pt x="16" y="1"/>
                    <a:pt x="16" y="17"/>
                  </a:cubicBezTo>
                  <a:cubicBezTo>
                    <a:pt x="1" y="32"/>
                    <a:pt x="1" y="49"/>
                    <a:pt x="16" y="64"/>
                  </a:cubicBezTo>
                  <a:lnTo>
                    <a:pt x="32" y="80"/>
                  </a:lnTo>
                  <a:lnTo>
                    <a:pt x="64" y="80"/>
                  </a:lnTo>
                  <a:cubicBezTo>
                    <a:pt x="64" y="80"/>
                    <a:pt x="79" y="80"/>
                    <a:pt x="79" y="64"/>
                  </a:cubicBezTo>
                  <a:cubicBezTo>
                    <a:pt x="95" y="64"/>
                    <a:pt x="95" y="32"/>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9" name="Google Shape;2109;p38"/>
            <p:cNvSpPr/>
            <p:nvPr/>
          </p:nvSpPr>
          <p:spPr>
            <a:xfrm>
              <a:off x="3031711" y="1811789"/>
              <a:ext cx="3021" cy="2576"/>
            </a:xfrm>
            <a:custGeom>
              <a:avLst/>
              <a:gdLst/>
              <a:ahLst/>
              <a:cxnLst/>
              <a:rect l="l" t="t" r="r" b="b"/>
              <a:pathLst>
                <a:path w="95" h="81" extrusionOk="0">
                  <a:moveTo>
                    <a:pt x="63" y="1"/>
                  </a:moveTo>
                  <a:lnTo>
                    <a:pt x="63" y="1"/>
                  </a:lnTo>
                  <a:lnTo>
                    <a:pt x="32" y="1"/>
                  </a:lnTo>
                  <a:lnTo>
                    <a:pt x="15" y="32"/>
                  </a:lnTo>
                  <a:cubicBezTo>
                    <a:pt x="0" y="32"/>
                    <a:pt x="15" y="64"/>
                    <a:pt x="32" y="80"/>
                  </a:cubicBezTo>
                  <a:lnTo>
                    <a:pt x="47" y="80"/>
                  </a:lnTo>
                  <a:cubicBezTo>
                    <a:pt x="63" y="80"/>
                    <a:pt x="63" y="80"/>
                    <a:pt x="78"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0" name="Google Shape;2110;p38"/>
            <p:cNvSpPr/>
            <p:nvPr/>
          </p:nvSpPr>
          <p:spPr>
            <a:xfrm>
              <a:off x="3080816" y="1808799"/>
              <a:ext cx="2512" cy="2544"/>
            </a:xfrm>
            <a:custGeom>
              <a:avLst/>
              <a:gdLst/>
              <a:ahLst/>
              <a:cxnLst/>
              <a:rect l="l" t="t" r="r" b="b"/>
              <a:pathLst>
                <a:path w="79" h="80" extrusionOk="0">
                  <a:moveTo>
                    <a:pt x="32" y="0"/>
                  </a:moveTo>
                  <a:lnTo>
                    <a:pt x="32" y="0"/>
                  </a:lnTo>
                  <a:lnTo>
                    <a:pt x="15" y="0"/>
                  </a:lnTo>
                  <a:lnTo>
                    <a:pt x="15" y="0"/>
                  </a:lnTo>
                  <a:lnTo>
                    <a:pt x="15" y="0"/>
                  </a:lnTo>
                  <a:cubicBezTo>
                    <a:pt x="0" y="16"/>
                    <a:pt x="0" y="32"/>
                    <a:pt x="0" y="48"/>
                  </a:cubicBezTo>
                  <a:lnTo>
                    <a:pt x="15" y="48"/>
                  </a:lnTo>
                  <a:lnTo>
                    <a:pt x="15" y="63"/>
                  </a:lnTo>
                  <a:cubicBezTo>
                    <a:pt x="15" y="63"/>
                    <a:pt x="15" y="80"/>
                    <a:pt x="32" y="80"/>
                  </a:cubicBezTo>
                  <a:lnTo>
                    <a:pt x="47" y="80"/>
                  </a:lnTo>
                  <a:lnTo>
                    <a:pt x="63" y="80"/>
                  </a:lnTo>
                  <a:cubicBezTo>
                    <a:pt x="78" y="80"/>
                    <a:pt x="78" y="63"/>
                    <a:pt x="78" y="48"/>
                  </a:cubicBezTo>
                  <a:lnTo>
                    <a:pt x="78" y="32"/>
                  </a:lnTo>
                  <a:lnTo>
                    <a:pt x="63" y="16"/>
                  </a:lnTo>
                  <a:lnTo>
                    <a:pt x="63" y="16"/>
                  </a:lnTo>
                  <a:cubicBezTo>
                    <a:pt x="63"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1" name="Google Shape;2111;p38"/>
            <p:cNvSpPr/>
            <p:nvPr/>
          </p:nvSpPr>
          <p:spPr>
            <a:xfrm>
              <a:off x="3389470" y="1776232"/>
              <a:ext cx="3053" cy="2035"/>
            </a:xfrm>
            <a:custGeom>
              <a:avLst/>
              <a:gdLst/>
              <a:ahLst/>
              <a:cxnLst/>
              <a:rect l="l" t="t" r="r" b="b"/>
              <a:pathLst>
                <a:path w="96" h="64" extrusionOk="0">
                  <a:moveTo>
                    <a:pt x="64" y="1"/>
                  </a:moveTo>
                  <a:lnTo>
                    <a:pt x="47" y="1"/>
                  </a:lnTo>
                  <a:lnTo>
                    <a:pt x="32" y="1"/>
                  </a:lnTo>
                  <a:lnTo>
                    <a:pt x="16" y="1"/>
                  </a:lnTo>
                  <a:cubicBezTo>
                    <a:pt x="1" y="16"/>
                    <a:pt x="1" y="16"/>
                    <a:pt x="1" y="32"/>
                  </a:cubicBezTo>
                  <a:lnTo>
                    <a:pt x="1" y="32"/>
                  </a:lnTo>
                  <a:lnTo>
                    <a:pt x="1" y="32"/>
                  </a:lnTo>
                  <a:cubicBezTo>
                    <a:pt x="1" y="47"/>
                    <a:pt x="16" y="64"/>
                    <a:pt x="32" y="64"/>
                  </a:cubicBezTo>
                  <a:lnTo>
                    <a:pt x="32" y="64"/>
                  </a:lnTo>
                  <a:lnTo>
                    <a:pt x="64" y="64"/>
                  </a:lnTo>
                  <a:cubicBezTo>
                    <a:pt x="79" y="64"/>
                    <a:pt x="79" y="47"/>
                    <a:pt x="95" y="47"/>
                  </a:cubicBezTo>
                  <a:lnTo>
                    <a:pt x="95" y="32"/>
                  </a:lnTo>
                  <a:lnTo>
                    <a:pt x="95" y="16"/>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2" name="Google Shape;2112;p38"/>
            <p:cNvSpPr/>
            <p:nvPr/>
          </p:nvSpPr>
          <p:spPr>
            <a:xfrm>
              <a:off x="3301756" y="1812329"/>
              <a:ext cx="3053" cy="2512"/>
            </a:xfrm>
            <a:custGeom>
              <a:avLst/>
              <a:gdLst/>
              <a:ahLst/>
              <a:cxnLst/>
              <a:rect l="l" t="t" r="r" b="b"/>
              <a:pathLst>
                <a:path w="96" h="79" extrusionOk="0">
                  <a:moveTo>
                    <a:pt x="64" y="0"/>
                  </a:moveTo>
                  <a:lnTo>
                    <a:pt x="64" y="0"/>
                  </a:lnTo>
                  <a:lnTo>
                    <a:pt x="49" y="0"/>
                  </a:lnTo>
                  <a:lnTo>
                    <a:pt x="32" y="15"/>
                  </a:lnTo>
                  <a:lnTo>
                    <a:pt x="17" y="15"/>
                  </a:lnTo>
                  <a:lnTo>
                    <a:pt x="17" y="15"/>
                  </a:lnTo>
                  <a:cubicBezTo>
                    <a:pt x="1" y="32"/>
                    <a:pt x="1" y="47"/>
                    <a:pt x="17" y="63"/>
                  </a:cubicBezTo>
                  <a:cubicBezTo>
                    <a:pt x="17" y="78"/>
                    <a:pt x="32" y="78"/>
                    <a:pt x="49" y="78"/>
                  </a:cubicBezTo>
                  <a:lnTo>
                    <a:pt x="64" y="78"/>
                  </a:lnTo>
                  <a:lnTo>
                    <a:pt x="80" y="47"/>
                  </a:lnTo>
                  <a:cubicBezTo>
                    <a:pt x="95" y="47"/>
                    <a:pt x="95" y="47"/>
                    <a:pt x="95"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3" name="Google Shape;2113;p38"/>
            <p:cNvSpPr/>
            <p:nvPr/>
          </p:nvSpPr>
          <p:spPr>
            <a:xfrm>
              <a:off x="3171997" y="1825814"/>
              <a:ext cx="4039" cy="3562"/>
            </a:xfrm>
            <a:custGeom>
              <a:avLst/>
              <a:gdLst/>
              <a:ahLst/>
              <a:cxnLst/>
              <a:rect l="l" t="t" r="r" b="b"/>
              <a:pathLst>
                <a:path w="127" h="112" extrusionOk="0">
                  <a:moveTo>
                    <a:pt x="32" y="1"/>
                  </a:moveTo>
                  <a:lnTo>
                    <a:pt x="32" y="1"/>
                  </a:lnTo>
                  <a:cubicBezTo>
                    <a:pt x="32" y="1"/>
                    <a:pt x="16" y="1"/>
                    <a:pt x="16" y="17"/>
                  </a:cubicBezTo>
                  <a:cubicBezTo>
                    <a:pt x="1" y="32"/>
                    <a:pt x="1" y="49"/>
                    <a:pt x="16" y="64"/>
                  </a:cubicBezTo>
                  <a:lnTo>
                    <a:pt x="64" y="95"/>
                  </a:lnTo>
                  <a:cubicBezTo>
                    <a:pt x="79" y="112"/>
                    <a:pt x="79" y="112"/>
                    <a:pt x="95" y="112"/>
                  </a:cubicBezTo>
                  <a:cubicBezTo>
                    <a:pt x="95" y="112"/>
                    <a:pt x="110" y="112"/>
                    <a:pt x="110" y="95"/>
                  </a:cubicBezTo>
                  <a:cubicBezTo>
                    <a:pt x="127" y="80"/>
                    <a:pt x="127" y="64"/>
                    <a:pt x="110" y="49"/>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4" name="Google Shape;2114;p38"/>
            <p:cNvSpPr/>
            <p:nvPr/>
          </p:nvSpPr>
          <p:spPr>
            <a:xfrm>
              <a:off x="3278221" y="1814333"/>
              <a:ext cx="3053" cy="2512"/>
            </a:xfrm>
            <a:custGeom>
              <a:avLst/>
              <a:gdLst/>
              <a:ahLst/>
              <a:cxnLst/>
              <a:rect l="l" t="t" r="r" b="b"/>
              <a:pathLst>
                <a:path w="96" h="79" extrusionOk="0">
                  <a:moveTo>
                    <a:pt x="32" y="0"/>
                  </a:moveTo>
                  <a:lnTo>
                    <a:pt x="32" y="0"/>
                  </a:lnTo>
                  <a:cubicBezTo>
                    <a:pt x="32" y="0"/>
                    <a:pt x="16" y="0"/>
                    <a:pt x="16" y="15"/>
                  </a:cubicBezTo>
                  <a:cubicBezTo>
                    <a:pt x="1" y="32"/>
                    <a:pt x="1" y="47"/>
                    <a:pt x="16" y="63"/>
                  </a:cubicBezTo>
                  <a:lnTo>
                    <a:pt x="32" y="78"/>
                  </a:lnTo>
                  <a:lnTo>
                    <a:pt x="48" y="78"/>
                  </a:lnTo>
                  <a:cubicBezTo>
                    <a:pt x="64" y="78"/>
                    <a:pt x="79" y="78"/>
                    <a:pt x="79" y="63"/>
                  </a:cubicBezTo>
                  <a:cubicBezTo>
                    <a:pt x="95" y="63"/>
                    <a:pt x="95" y="32"/>
                    <a:pt x="79" y="15"/>
                  </a:cubicBezTo>
                  <a:lnTo>
                    <a:pt x="64" y="15"/>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5" name="Google Shape;2115;p38"/>
            <p:cNvSpPr/>
            <p:nvPr/>
          </p:nvSpPr>
          <p:spPr>
            <a:xfrm>
              <a:off x="3294282" y="1812806"/>
              <a:ext cx="3021" cy="2544"/>
            </a:xfrm>
            <a:custGeom>
              <a:avLst/>
              <a:gdLst/>
              <a:ahLst/>
              <a:cxnLst/>
              <a:rect l="l" t="t" r="r" b="b"/>
              <a:pathLst>
                <a:path w="95" h="80" extrusionOk="0">
                  <a:moveTo>
                    <a:pt x="63" y="0"/>
                  </a:moveTo>
                  <a:lnTo>
                    <a:pt x="47" y="0"/>
                  </a:lnTo>
                  <a:lnTo>
                    <a:pt x="32" y="0"/>
                  </a:lnTo>
                  <a:lnTo>
                    <a:pt x="15" y="17"/>
                  </a:lnTo>
                  <a:lnTo>
                    <a:pt x="15" y="32"/>
                  </a:lnTo>
                  <a:cubicBezTo>
                    <a:pt x="0" y="32"/>
                    <a:pt x="15" y="63"/>
                    <a:pt x="15" y="80"/>
                  </a:cubicBezTo>
                  <a:lnTo>
                    <a:pt x="32" y="80"/>
                  </a:lnTo>
                  <a:lnTo>
                    <a:pt x="47" y="80"/>
                  </a:lnTo>
                  <a:lnTo>
                    <a:pt x="63" y="80"/>
                  </a:lnTo>
                  <a:lnTo>
                    <a:pt x="63" y="32"/>
                  </a:lnTo>
                  <a:cubicBezTo>
                    <a:pt x="78" y="32"/>
                    <a:pt x="78" y="17"/>
                    <a:pt x="95" y="17"/>
                  </a:cubicBezTo>
                  <a:lnTo>
                    <a:pt x="95" y="17"/>
                  </a:lnTo>
                  <a:lnTo>
                    <a:pt x="95" y="17"/>
                  </a:lnTo>
                  <a:cubicBezTo>
                    <a:pt x="78" y="17"/>
                    <a:pt x="78" y="0"/>
                    <a:pt x="78" y="0"/>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6" name="Google Shape;2116;p38"/>
            <p:cNvSpPr/>
            <p:nvPr/>
          </p:nvSpPr>
          <p:spPr>
            <a:xfrm>
              <a:off x="3296286" y="1813315"/>
              <a:ext cx="2512" cy="3053"/>
            </a:xfrm>
            <a:custGeom>
              <a:avLst/>
              <a:gdLst/>
              <a:ahLst/>
              <a:cxnLst/>
              <a:rect l="l" t="t" r="r" b="b"/>
              <a:pathLst>
                <a:path w="79" h="96" extrusionOk="0">
                  <a:moveTo>
                    <a:pt x="32" y="1"/>
                  </a:moveTo>
                  <a:lnTo>
                    <a:pt x="32" y="1"/>
                  </a:lnTo>
                  <a:lnTo>
                    <a:pt x="32" y="1"/>
                  </a:lnTo>
                  <a:cubicBezTo>
                    <a:pt x="15" y="1"/>
                    <a:pt x="15" y="16"/>
                    <a:pt x="0" y="16"/>
                  </a:cubicBezTo>
                  <a:lnTo>
                    <a:pt x="0" y="64"/>
                  </a:lnTo>
                  <a:lnTo>
                    <a:pt x="0" y="64"/>
                  </a:lnTo>
                  <a:lnTo>
                    <a:pt x="0" y="64"/>
                  </a:lnTo>
                  <a:cubicBezTo>
                    <a:pt x="0" y="79"/>
                    <a:pt x="15" y="95"/>
                    <a:pt x="32" y="95"/>
                  </a:cubicBezTo>
                  <a:lnTo>
                    <a:pt x="47" y="95"/>
                  </a:lnTo>
                  <a:cubicBezTo>
                    <a:pt x="63" y="95"/>
                    <a:pt x="63" y="79"/>
                    <a:pt x="78" y="64"/>
                  </a:cubicBezTo>
                  <a:lnTo>
                    <a:pt x="78" y="64"/>
                  </a:lnTo>
                  <a:lnTo>
                    <a:pt x="78" y="47"/>
                  </a:lnTo>
                  <a:cubicBezTo>
                    <a:pt x="78" y="32"/>
                    <a:pt x="63" y="32"/>
                    <a:pt x="63" y="32"/>
                  </a:cubicBezTo>
                  <a:lnTo>
                    <a:pt x="63" y="32"/>
                  </a:lnTo>
                  <a:cubicBezTo>
                    <a:pt x="63" y="16"/>
                    <a:pt x="47" y="16"/>
                    <a:pt x="47" y="16"/>
                  </a:cubicBezTo>
                  <a:lnTo>
                    <a:pt x="47"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7" name="Google Shape;2117;p38"/>
            <p:cNvSpPr/>
            <p:nvPr/>
          </p:nvSpPr>
          <p:spPr>
            <a:xfrm>
              <a:off x="3382951" y="1789749"/>
              <a:ext cx="2544" cy="2544"/>
            </a:xfrm>
            <a:custGeom>
              <a:avLst/>
              <a:gdLst/>
              <a:ahLst/>
              <a:cxnLst/>
              <a:rect l="l" t="t" r="r" b="b"/>
              <a:pathLst>
                <a:path w="80" h="80" extrusionOk="0">
                  <a:moveTo>
                    <a:pt x="32" y="0"/>
                  </a:moveTo>
                  <a:lnTo>
                    <a:pt x="32" y="0"/>
                  </a:lnTo>
                  <a:lnTo>
                    <a:pt x="17" y="0"/>
                  </a:lnTo>
                  <a:cubicBezTo>
                    <a:pt x="0" y="0"/>
                    <a:pt x="0" y="17"/>
                    <a:pt x="0" y="32"/>
                  </a:cubicBezTo>
                  <a:lnTo>
                    <a:pt x="0" y="48"/>
                  </a:lnTo>
                  <a:lnTo>
                    <a:pt x="0" y="63"/>
                  </a:lnTo>
                  <a:cubicBezTo>
                    <a:pt x="17" y="80"/>
                    <a:pt x="17" y="80"/>
                    <a:pt x="32" y="80"/>
                  </a:cubicBezTo>
                  <a:lnTo>
                    <a:pt x="48" y="80"/>
                  </a:lnTo>
                  <a:lnTo>
                    <a:pt x="48" y="80"/>
                  </a:lnTo>
                  <a:cubicBezTo>
                    <a:pt x="63" y="80"/>
                    <a:pt x="63" y="80"/>
                    <a:pt x="63" y="63"/>
                  </a:cubicBezTo>
                  <a:cubicBezTo>
                    <a:pt x="63" y="63"/>
                    <a:pt x="80" y="63"/>
                    <a:pt x="80" y="48"/>
                  </a:cubicBezTo>
                  <a:lnTo>
                    <a:pt x="63" y="48"/>
                  </a:lnTo>
                  <a:lnTo>
                    <a:pt x="63" y="17"/>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8" name="Google Shape;2118;p38"/>
            <p:cNvSpPr/>
            <p:nvPr/>
          </p:nvSpPr>
          <p:spPr>
            <a:xfrm>
              <a:off x="3309770" y="1809308"/>
              <a:ext cx="3053" cy="2512"/>
            </a:xfrm>
            <a:custGeom>
              <a:avLst/>
              <a:gdLst/>
              <a:ahLst/>
              <a:cxnLst/>
              <a:rect l="l" t="t" r="r" b="b"/>
              <a:pathLst>
                <a:path w="96" h="79" extrusionOk="0">
                  <a:moveTo>
                    <a:pt x="64" y="0"/>
                  </a:moveTo>
                  <a:lnTo>
                    <a:pt x="64" y="0"/>
                  </a:lnTo>
                  <a:lnTo>
                    <a:pt x="49" y="0"/>
                  </a:lnTo>
                  <a:lnTo>
                    <a:pt x="32" y="0"/>
                  </a:lnTo>
                  <a:lnTo>
                    <a:pt x="17" y="16"/>
                  </a:lnTo>
                  <a:cubicBezTo>
                    <a:pt x="1" y="32"/>
                    <a:pt x="17" y="64"/>
                    <a:pt x="17" y="64"/>
                  </a:cubicBezTo>
                  <a:cubicBezTo>
                    <a:pt x="32" y="79"/>
                    <a:pt x="32" y="79"/>
                    <a:pt x="49" y="79"/>
                  </a:cubicBezTo>
                  <a:cubicBezTo>
                    <a:pt x="49" y="79"/>
                    <a:pt x="64" y="79"/>
                    <a:pt x="80" y="64"/>
                  </a:cubicBezTo>
                  <a:lnTo>
                    <a:pt x="80" y="47"/>
                  </a:lnTo>
                  <a:lnTo>
                    <a:pt x="95" y="47"/>
                  </a:lnTo>
                  <a:cubicBezTo>
                    <a:pt x="95" y="32"/>
                    <a:pt x="95"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9" name="Google Shape;2119;p38"/>
            <p:cNvSpPr/>
            <p:nvPr/>
          </p:nvSpPr>
          <p:spPr>
            <a:xfrm>
              <a:off x="3365904" y="1790258"/>
              <a:ext cx="3053" cy="2512"/>
            </a:xfrm>
            <a:custGeom>
              <a:avLst/>
              <a:gdLst/>
              <a:ahLst/>
              <a:cxnLst/>
              <a:rect l="l" t="t" r="r" b="b"/>
              <a:pathLst>
                <a:path w="96" h="79" extrusionOk="0">
                  <a:moveTo>
                    <a:pt x="48" y="1"/>
                  </a:moveTo>
                  <a:lnTo>
                    <a:pt x="48" y="1"/>
                  </a:lnTo>
                  <a:lnTo>
                    <a:pt x="17" y="1"/>
                  </a:lnTo>
                  <a:cubicBezTo>
                    <a:pt x="1" y="16"/>
                    <a:pt x="17" y="47"/>
                    <a:pt x="17" y="47"/>
                  </a:cubicBezTo>
                  <a:lnTo>
                    <a:pt x="48" y="64"/>
                  </a:lnTo>
                  <a:cubicBezTo>
                    <a:pt x="48" y="79"/>
                    <a:pt x="48" y="79"/>
                    <a:pt x="64" y="79"/>
                  </a:cubicBezTo>
                  <a:cubicBezTo>
                    <a:pt x="80" y="79"/>
                    <a:pt x="80" y="64"/>
                    <a:pt x="95" y="64"/>
                  </a:cubicBezTo>
                  <a:cubicBezTo>
                    <a:pt x="95" y="47"/>
                    <a:pt x="95" y="32"/>
                    <a:pt x="80" y="16"/>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0" name="Google Shape;2120;p38"/>
            <p:cNvSpPr/>
            <p:nvPr/>
          </p:nvSpPr>
          <p:spPr>
            <a:xfrm>
              <a:off x="3121365" y="1824351"/>
              <a:ext cx="3053" cy="2512"/>
            </a:xfrm>
            <a:custGeom>
              <a:avLst/>
              <a:gdLst/>
              <a:ahLst/>
              <a:cxnLst/>
              <a:rect l="l" t="t" r="r" b="b"/>
              <a:pathLst>
                <a:path w="96" h="79" extrusionOk="0">
                  <a:moveTo>
                    <a:pt x="49" y="0"/>
                  </a:moveTo>
                  <a:lnTo>
                    <a:pt x="49" y="0"/>
                  </a:lnTo>
                  <a:lnTo>
                    <a:pt x="32" y="0"/>
                  </a:lnTo>
                  <a:lnTo>
                    <a:pt x="17" y="0"/>
                  </a:lnTo>
                  <a:cubicBezTo>
                    <a:pt x="1" y="15"/>
                    <a:pt x="17" y="47"/>
                    <a:pt x="32" y="47"/>
                  </a:cubicBezTo>
                  <a:lnTo>
                    <a:pt x="49" y="63"/>
                  </a:lnTo>
                  <a:cubicBezTo>
                    <a:pt x="49" y="78"/>
                    <a:pt x="64" y="78"/>
                    <a:pt x="64" y="78"/>
                  </a:cubicBezTo>
                  <a:cubicBezTo>
                    <a:pt x="64" y="78"/>
                    <a:pt x="80" y="78"/>
                    <a:pt x="80" y="63"/>
                  </a:cubicBezTo>
                  <a:lnTo>
                    <a:pt x="95" y="63"/>
                  </a:lnTo>
                  <a:lnTo>
                    <a:pt x="95" y="63"/>
                  </a:lnTo>
                  <a:cubicBezTo>
                    <a:pt x="95" y="47"/>
                    <a:pt x="95" y="32"/>
                    <a:pt x="80" y="15"/>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1" name="Google Shape;2121;p38"/>
            <p:cNvSpPr/>
            <p:nvPr/>
          </p:nvSpPr>
          <p:spPr>
            <a:xfrm>
              <a:off x="3245654" y="1811312"/>
              <a:ext cx="2544" cy="3053"/>
            </a:xfrm>
            <a:custGeom>
              <a:avLst/>
              <a:gdLst/>
              <a:ahLst/>
              <a:cxnLst/>
              <a:rect l="l" t="t" r="r" b="b"/>
              <a:pathLst>
                <a:path w="80" h="96" extrusionOk="0">
                  <a:moveTo>
                    <a:pt x="32" y="1"/>
                  </a:moveTo>
                  <a:lnTo>
                    <a:pt x="32" y="1"/>
                  </a:lnTo>
                  <a:lnTo>
                    <a:pt x="17" y="1"/>
                  </a:lnTo>
                  <a:cubicBezTo>
                    <a:pt x="0" y="16"/>
                    <a:pt x="0" y="32"/>
                    <a:pt x="0" y="47"/>
                  </a:cubicBezTo>
                  <a:lnTo>
                    <a:pt x="17" y="64"/>
                  </a:lnTo>
                  <a:cubicBezTo>
                    <a:pt x="17" y="79"/>
                    <a:pt x="17" y="79"/>
                    <a:pt x="32" y="79"/>
                  </a:cubicBezTo>
                  <a:lnTo>
                    <a:pt x="32" y="79"/>
                  </a:lnTo>
                  <a:cubicBezTo>
                    <a:pt x="32" y="95"/>
                    <a:pt x="32" y="95"/>
                    <a:pt x="48" y="95"/>
                  </a:cubicBezTo>
                  <a:lnTo>
                    <a:pt x="63" y="95"/>
                  </a:lnTo>
                  <a:cubicBezTo>
                    <a:pt x="63" y="79"/>
                    <a:pt x="80" y="79"/>
                    <a:pt x="80" y="79"/>
                  </a:cubicBezTo>
                  <a:lnTo>
                    <a:pt x="80" y="64"/>
                  </a:lnTo>
                  <a:lnTo>
                    <a:pt x="80" y="47"/>
                  </a:ln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2" name="Google Shape;2122;p38"/>
            <p:cNvSpPr/>
            <p:nvPr/>
          </p:nvSpPr>
          <p:spPr>
            <a:xfrm>
              <a:off x="3156985" y="1820821"/>
              <a:ext cx="3021" cy="3021"/>
            </a:xfrm>
            <a:custGeom>
              <a:avLst/>
              <a:gdLst/>
              <a:ahLst/>
              <a:cxnLst/>
              <a:rect l="l" t="t" r="r" b="b"/>
              <a:pathLst>
                <a:path w="95" h="95" extrusionOk="0">
                  <a:moveTo>
                    <a:pt x="47" y="0"/>
                  </a:moveTo>
                  <a:lnTo>
                    <a:pt x="32" y="0"/>
                  </a:lnTo>
                  <a:lnTo>
                    <a:pt x="32" y="0"/>
                  </a:lnTo>
                  <a:lnTo>
                    <a:pt x="32" y="0"/>
                  </a:lnTo>
                  <a:cubicBezTo>
                    <a:pt x="15" y="17"/>
                    <a:pt x="0" y="32"/>
                    <a:pt x="15" y="48"/>
                  </a:cubicBezTo>
                  <a:lnTo>
                    <a:pt x="15" y="80"/>
                  </a:lnTo>
                  <a:cubicBezTo>
                    <a:pt x="32" y="80"/>
                    <a:pt x="32" y="80"/>
                    <a:pt x="32" y="95"/>
                  </a:cubicBezTo>
                  <a:lnTo>
                    <a:pt x="47" y="95"/>
                  </a:lnTo>
                  <a:lnTo>
                    <a:pt x="63" y="95"/>
                  </a:lnTo>
                  <a:cubicBezTo>
                    <a:pt x="78" y="80"/>
                    <a:pt x="95" y="63"/>
                    <a:pt x="78" y="48"/>
                  </a:cubicBezTo>
                  <a:lnTo>
                    <a:pt x="78" y="17"/>
                  </a:lnTo>
                  <a:lnTo>
                    <a:pt x="78" y="17"/>
                  </a:lnTo>
                  <a:cubicBezTo>
                    <a:pt x="63" y="17"/>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3" name="Google Shape;2123;p38"/>
            <p:cNvSpPr/>
            <p:nvPr/>
          </p:nvSpPr>
          <p:spPr>
            <a:xfrm>
              <a:off x="3064246" y="1826832"/>
              <a:ext cx="3053" cy="3021"/>
            </a:xfrm>
            <a:custGeom>
              <a:avLst/>
              <a:gdLst/>
              <a:ahLst/>
              <a:cxnLst/>
              <a:rect l="l" t="t" r="r" b="b"/>
              <a:pathLst>
                <a:path w="96" h="95" extrusionOk="0">
                  <a:moveTo>
                    <a:pt x="49" y="0"/>
                  </a:moveTo>
                  <a:lnTo>
                    <a:pt x="49" y="0"/>
                  </a:lnTo>
                  <a:lnTo>
                    <a:pt x="32" y="17"/>
                  </a:lnTo>
                  <a:lnTo>
                    <a:pt x="17" y="32"/>
                  </a:lnTo>
                  <a:lnTo>
                    <a:pt x="17" y="32"/>
                  </a:lnTo>
                  <a:cubicBezTo>
                    <a:pt x="1" y="48"/>
                    <a:pt x="1" y="48"/>
                    <a:pt x="1" y="63"/>
                  </a:cubicBezTo>
                  <a:cubicBezTo>
                    <a:pt x="1" y="63"/>
                    <a:pt x="17" y="63"/>
                    <a:pt x="17" y="80"/>
                  </a:cubicBezTo>
                  <a:lnTo>
                    <a:pt x="17" y="80"/>
                  </a:lnTo>
                  <a:cubicBezTo>
                    <a:pt x="32" y="95"/>
                    <a:pt x="32" y="95"/>
                    <a:pt x="49" y="95"/>
                  </a:cubicBezTo>
                  <a:lnTo>
                    <a:pt x="64" y="80"/>
                  </a:lnTo>
                  <a:lnTo>
                    <a:pt x="64" y="80"/>
                  </a:lnTo>
                  <a:lnTo>
                    <a:pt x="64" y="80"/>
                  </a:lnTo>
                  <a:lnTo>
                    <a:pt x="80" y="63"/>
                  </a:lnTo>
                  <a:cubicBezTo>
                    <a:pt x="80" y="63"/>
                    <a:pt x="80" y="48"/>
                    <a:pt x="95" y="48"/>
                  </a:cubicBezTo>
                  <a:cubicBezTo>
                    <a:pt x="95" y="32"/>
                    <a:pt x="95" y="17"/>
                    <a:pt x="80" y="17"/>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4" name="Google Shape;2124;p38"/>
            <p:cNvSpPr/>
            <p:nvPr/>
          </p:nvSpPr>
          <p:spPr>
            <a:xfrm>
              <a:off x="3233632" y="1809785"/>
              <a:ext cx="3021" cy="3053"/>
            </a:xfrm>
            <a:custGeom>
              <a:avLst/>
              <a:gdLst/>
              <a:ahLst/>
              <a:cxnLst/>
              <a:rect l="l" t="t" r="r" b="b"/>
              <a:pathLst>
                <a:path w="95" h="96" extrusionOk="0">
                  <a:moveTo>
                    <a:pt x="48" y="1"/>
                  </a:moveTo>
                  <a:lnTo>
                    <a:pt x="48" y="17"/>
                  </a:lnTo>
                  <a:lnTo>
                    <a:pt x="16" y="17"/>
                  </a:lnTo>
                  <a:lnTo>
                    <a:pt x="16" y="32"/>
                  </a:lnTo>
                  <a:cubicBezTo>
                    <a:pt x="0" y="49"/>
                    <a:pt x="0" y="80"/>
                    <a:pt x="16" y="80"/>
                  </a:cubicBezTo>
                  <a:cubicBezTo>
                    <a:pt x="16" y="95"/>
                    <a:pt x="32" y="95"/>
                    <a:pt x="32" y="95"/>
                  </a:cubicBezTo>
                  <a:cubicBezTo>
                    <a:pt x="48" y="95"/>
                    <a:pt x="63" y="95"/>
                    <a:pt x="63" y="80"/>
                  </a:cubicBezTo>
                  <a:lnTo>
                    <a:pt x="79" y="64"/>
                  </a:lnTo>
                  <a:cubicBezTo>
                    <a:pt x="95" y="49"/>
                    <a:pt x="79" y="32"/>
                    <a:pt x="79" y="17"/>
                  </a:cubicBez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5" name="Google Shape;2125;p38"/>
            <p:cNvSpPr/>
            <p:nvPr/>
          </p:nvSpPr>
          <p:spPr>
            <a:xfrm>
              <a:off x="3160452" y="1819803"/>
              <a:ext cx="3053" cy="2035"/>
            </a:xfrm>
            <a:custGeom>
              <a:avLst/>
              <a:gdLst/>
              <a:ahLst/>
              <a:cxnLst/>
              <a:rect l="l" t="t" r="r" b="b"/>
              <a:pathLst>
                <a:path w="96" h="64" extrusionOk="0">
                  <a:moveTo>
                    <a:pt x="32" y="1"/>
                  </a:moveTo>
                  <a:lnTo>
                    <a:pt x="32" y="1"/>
                  </a:lnTo>
                  <a:lnTo>
                    <a:pt x="32" y="1"/>
                  </a:lnTo>
                  <a:cubicBezTo>
                    <a:pt x="17" y="1"/>
                    <a:pt x="1" y="1"/>
                    <a:pt x="1" y="17"/>
                  </a:cubicBezTo>
                  <a:lnTo>
                    <a:pt x="1" y="32"/>
                  </a:lnTo>
                  <a:cubicBezTo>
                    <a:pt x="1" y="49"/>
                    <a:pt x="17" y="64"/>
                    <a:pt x="32" y="64"/>
                  </a:cubicBezTo>
                  <a:lnTo>
                    <a:pt x="49" y="64"/>
                  </a:lnTo>
                  <a:lnTo>
                    <a:pt x="49" y="64"/>
                  </a:lnTo>
                  <a:lnTo>
                    <a:pt x="64" y="64"/>
                  </a:lnTo>
                  <a:cubicBezTo>
                    <a:pt x="80" y="64"/>
                    <a:pt x="95" y="64"/>
                    <a:pt x="95" y="49"/>
                  </a:cubicBezTo>
                  <a:cubicBezTo>
                    <a:pt x="95" y="32"/>
                    <a:pt x="95" y="17"/>
                    <a:pt x="80" y="1"/>
                  </a:cubicBezTo>
                  <a:lnTo>
                    <a:pt x="64" y="1"/>
                  </a:lnTo>
                  <a:lnTo>
                    <a:pt x="49"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6" name="Google Shape;2126;p38"/>
            <p:cNvSpPr/>
            <p:nvPr/>
          </p:nvSpPr>
          <p:spPr>
            <a:xfrm>
              <a:off x="3377926" y="1792261"/>
              <a:ext cx="3053" cy="2512"/>
            </a:xfrm>
            <a:custGeom>
              <a:avLst/>
              <a:gdLst/>
              <a:ahLst/>
              <a:cxnLst/>
              <a:rect l="l" t="t" r="r" b="b"/>
              <a:pathLst>
                <a:path w="96" h="79" extrusionOk="0">
                  <a:moveTo>
                    <a:pt x="64" y="1"/>
                  </a:moveTo>
                  <a:lnTo>
                    <a:pt x="64" y="1"/>
                  </a:lnTo>
                  <a:lnTo>
                    <a:pt x="64" y="1"/>
                  </a:lnTo>
                  <a:lnTo>
                    <a:pt x="32" y="1"/>
                  </a:lnTo>
                  <a:cubicBezTo>
                    <a:pt x="17" y="16"/>
                    <a:pt x="1" y="32"/>
                    <a:pt x="1" y="47"/>
                  </a:cubicBezTo>
                  <a:cubicBezTo>
                    <a:pt x="17" y="64"/>
                    <a:pt x="32" y="79"/>
                    <a:pt x="49" y="79"/>
                  </a:cubicBezTo>
                  <a:lnTo>
                    <a:pt x="49" y="79"/>
                  </a:lnTo>
                  <a:lnTo>
                    <a:pt x="64" y="79"/>
                  </a:lnTo>
                  <a:cubicBezTo>
                    <a:pt x="95" y="79"/>
                    <a:pt x="95" y="47"/>
                    <a:pt x="95" y="32"/>
                  </a:cubicBezTo>
                  <a:lnTo>
                    <a:pt x="95" y="32"/>
                  </a:lnTo>
                  <a:lnTo>
                    <a:pt x="95" y="16"/>
                  </a:lnTo>
                  <a:cubicBezTo>
                    <a:pt x="95" y="16"/>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7" name="Google Shape;2127;p38"/>
            <p:cNvSpPr/>
            <p:nvPr/>
          </p:nvSpPr>
          <p:spPr>
            <a:xfrm>
              <a:off x="3383936" y="1799767"/>
              <a:ext cx="3053" cy="3053"/>
            </a:xfrm>
            <a:custGeom>
              <a:avLst/>
              <a:gdLst/>
              <a:ahLst/>
              <a:cxnLst/>
              <a:rect l="l" t="t" r="r" b="b"/>
              <a:pathLst>
                <a:path w="96" h="96" extrusionOk="0">
                  <a:moveTo>
                    <a:pt x="64" y="1"/>
                  </a:moveTo>
                  <a:lnTo>
                    <a:pt x="49" y="1"/>
                  </a:lnTo>
                  <a:lnTo>
                    <a:pt x="32" y="17"/>
                  </a:lnTo>
                  <a:lnTo>
                    <a:pt x="17" y="32"/>
                  </a:lnTo>
                  <a:cubicBezTo>
                    <a:pt x="1" y="48"/>
                    <a:pt x="1" y="80"/>
                    <a:pt x="17" y="80"/>
                  </a:cubicBezTo>
                  <a:cubicBezTo>
                    <a:pt x="32" y="95"/>
                    <a:pt x="32" y="95"/>
                    <a:pt x="49" y="95"/>
                  </a:cubicBezTo>
                  <a:lnTo>
                    <a:pt x="64" y="80"/>
                  </a:lnTo>
                  <a:lnTo>
                    <a:pt x="80" y="64"/>
                  </a:lnTo>
                  <a:cubicBezTo>
                    <a:pt x="95" y="48"/>
                    <a:pt x="95" y="32"/>
                    <a:pt x="80"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8" name="Google Shape;2128;p38"/>
            <p:cNvSpPr/>
            <p:nvPr/>
          </p:nvSpPr>
          <p:spPr>
            <a:xfrm>
              <a:off x="3413005" y="1796269"/>
              <a:ext cx="4039" cy="3530"/>
            </a:xfrm>
            <a:custGeom>
              <a:avLst/>
              <a:gdLst/>
              <a:ahLst/>
              <a:cxnLst/>
              <a:rect l="l" t="t" r="r" b="b"/>
              <a:pathLst>
                <a:path w="127" h="111" extrusionOk="0">
                  <a:moveTo>
                    <a:pt x="80" y="1"/>
                  </a:moveTo>
                  <a:lnTo>
                    <a:pt x="80" y="1"/>
                  </a:lnTo>
                  <a:cubicBezTo>
                    <a:pt x="80" y="1"/>
                    <a:pt x="64" y="1"/>
                    <a:pt x="64" y="16"/>
                  </a:cubicBezTo>
                  <a:lnTo>
                    <a:pt x="48" y="1"/>
                  </a:lnTo>
                  <a:lnTo>
                    <a:pt x="32" y="16"/>
                  </a:lnTo>
                  <a:cubicBezTo>
                    <a:pt x="17" y="16"/>
                    <a:pt x="1" y="47"/>
                    <a:pt x="17" y="64"/>
                  </a:cubicBezTo>
                  <a:lnTo>
                    <a:pt x="32" y="95"/>
                  </a:lnTo>
                  <a:cubicBezTo>
                    <a:pt x="48" y="111"/>
                    <a:pt x="48" y="111"/>
                    <a:pt x="64" y="111"/>
                  </a:cubicBezTo>
                  <a:lnTo>
                    <a:pt x="64" y="111"/>
                  </a:lnTo>
                  <a:lnTo>
                    <a:pt x="80" y="111"/>
                  </a:lnTo>
                  <a:cubicBezTo>
                    <a:pt x="80" y="111"/>
                    <a:pt x="95" y="111"/>
                    <a:pt x="95" y="95"/>
                  </a:cubicBezTo>
                  <a:lnTo>
                    <a:pt x="111" y="79"/>
                  </a:lnTo>
                  <a:lnTo>
                    <a:pt x="111" y="64"/>
                  </a:lnTo>
                  <a:lnTo>
                    <a:pt x="111" y="47"/>
                  </a:lnTo>
                  <a:lnTo>
                    <a:pt x="127" y="47"/>
                  </a:lnTo>
                  <a:cubicBezTo>
                    <a:pt x="127"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9" name="Google Shape;2129;p38"/>
            <p:cNvSpPr/>
            <p:nvPr/>
          </p:nvSpPr>
          <p:spPr>
            <a:xfrm>
              <a:off x="3284232" y="1802279"/>
              <a:ext cx="3053" cy="2544"/>
            </a:xfrm>
            <a:custGeom>
              <a:avLst/>
              <a:gdLst/>
              <a:ahLst/>
              <a:cxnLst/>
              <a:rect l="l" t="t" r="r" b="b"/>
              <a:pathLst>
                <a:path w="96" h="80" extrusionOk="0">
                  <a:moveTo>
                    <a:pt x="48" y="1"/>
                  </a:moveTo>
                  <a:lnTo>
                    <a:pt x="48" y="1"/>
                  </a:lnTo>
                  <a:cubicBezTo>
                    <a:pt x="33" y="1"/>
                    <a:pt x="16" y="16"/>
                    <a:pt x="16" y="16"/>
                  </a:cubicBezTo>
                  <a:cubicBezTo>
                    <a:pt x="16" y="32"/>
                    <a:pt x="1" y="48"/>
                    <a:pt x="16" y="48"/>
                  </a:cubicBezTo>
                  <a:lnTo>
                    <a:pt x="16" y="64"/>
                  </a:lnTo>
                  <a:lnTo>
                    <a:pt x="33" y="79"/>
                  </a:lnTo>
                  <a:lnTo>
                    <a:pt x="64" y="79"/>
                  </a:lnTo>
                  <a:lnTo>
                    <a:pt x="64" y="79"/>
                  </a:lnTo>
                  <a:lnTo>
                    <a:pt x="96" y="79"/>
                  </a:lnTo>
                  <a:lnTo>
                    <a:pt x="96" y="64"/>
                  </a:lnTo>
                  <a:cubicBezTo>
                    <a:pt x="96" y="48"/>
                    <a:pt x="96" y="32"/>
                    <a:pt x="79"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0" name="Google Shape;2130;p38"/>
            <p:cNvSpPr/>
            <p:nvPr/>
          </p:nvSpPr>
          <p:spPr>
            <a:xfrm>
              <a:off x="3408521" y="1814333"/>
              <a:ext cx="3021" cy="2512"/>
            </a:xfrm>
            <a:custGeom>
              <a:avLst/>
              <a:gdLst/>
              <a:ahLst/>
              <a:cxnLst/>
              <a:rect l="l" t="t" r="r" b="b"/>
              <a:pathLst>
                <a:path w="95" h="79" extrusionOk="0">
                  <a:moveTo>
                    <a:pt x="32" y="0"/>
                  </a:moveTo>
                  <a:lnTo>
                    <a:pt x="32" y="0"/>
                  </a:lnTo>
                  <a:cubicBezTo>
                    <a:pt x="16" y="0"/>
                    <a:pt x="16" y="0"/>
                    <a:pt x="0" y="15"/>
                  </a:cubicBezTo>
                  <a:cubicBezTo>
                    <a:pt x="0" y="32"/>
                    <a:pt x="0" y="47"/>
                    <a:pt x="16" y="63"/>
                  </a:cubicBezTo>
                  <a:lnTo>
                    <a:pt x="32" y="78"/>
                  </a:lnTo>
                  <a:lnTo>
                    <a:pt x="47" y="78"/>
                  </a:lnTo>
                  <a:cubicBezTo>
                    <a:pt x="63" y="78"/>
                    <a:pt x="79" y="78"/>
                    <a:pt x="79" y="63"/>
                  </a:cubicBezTo>
                  <a:cubicBezTo>
                    <a:pt x="95" y="47"/>
                    <a:pt x="95" y="32"/>
                    <a:pt x="79"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1" name="Google Shape;2131;p38"/>
            <p:cNvSpPr/>
            <p:nvPr/>
          </p:nvSpPr>
          <p:spPr>
            <a:xfrm>
              <a:off x="3357889" y="1786727"/>
              <a:ext cx="3021" cy="2576"/>
            </a:xfrm>
            <a:custGeom>
              <a:avLst/>
              <a:gdLst/>
              <a:ahLst/>
              <a:cxnLst/>
              <a:rect l="l" t="t" r="r" b="b"/>
              <a:pathLst>
                <a:path w="95" h="81" extrusionOk="0">
                  <a:moveTo>
                    <a:pt x="63" y="1"/>
                  </a:moveTo>
                  <a:lnTo>
                    <a:pt x="63" y="1"/>
                  </a:lnTo>
                  <a:lnTo>
                    <a:pt x="48" y="1"/>
                  </a:lnTo>
                  <a:lnTo>
                    <a:pt x="17" y="17"/>
                  </a:lnTo>
                  <a:cubicBezTo>
                    <a:pt x="0" y="17"/>
                    <a:pt x="0" y="32"/>
                    <a:pt x="0" y="49"/>
                  </a:cubicBezTo>
                  <a:lnTo>
                    <a:pt x="32" y="80"/>
                  </a:lnTo>
                  <a:lnTo>
                    <a:pt x="48" y="80"/>
                  </a:lnTo>
                  <a:lnTo>
                    <a:pt x="80" y="64"/>
                  </a:lnTo>
                  <a:cubicBezTo>
                    <a:pt x="95" y="49"/>
                    <a:pt x="95" y="32"/>
                    <a:pt x="95" y="17"/>
                  </a:cubicBezTo>
                  <a:cubicBezTo>
                    <a:pt x="80"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2" name="Google Shape;2132;p38"/>
            <p:cNvSpPr/>
            <p:nvPr/>
          </p:nvSpPr>
          <p:spPr>
            <a:xfrm>
              <a:off x="3312792" y="1791275"/>
              <a:ext cx="3021" cy="2512"/>
            </a:xfrm>
            <a:custGeom>
              <a:avLst/>
              <a:gdLst/>
              <a:ahLst/>
              <a:cxnLst/>
              <a:rect l="l" t="t" r="r" b="b"/>
              <a:pathLst>
                <a:path w="95" h="79" extrusionOk="0">
                  <a:moveTo>
                    <a:pt x="48" y="0"/>
                  </a:moveTo>
                  <a:lnTo>
                    <a:pt x="48" y="0"/>
                  </a:lnTo>
                  <a:lnTo>
                    <a:pt x="17" y="0"/>
                  </a:lnTo>
                  <a:cubicBezTo>
                    <a:pt x="0" y="15"/>
                    <a:pt x="17" y="47"/>
                    <a:pt x="32" y="47"/>
                  </a:cubicBezTo>
                  <a:lnTo>
                    <a:pt x="48" y="63"/>
                  </a:lnTo>
                  <a:cubicBezTo>
                    <a:pt x="48" y="78"/>
                    <a:pt x="63" y="78"/>
                    <a:pt x="63" y="78"/>
                  </a:cubicBezTo>
                  <a:cubicBezTo>
                    <a:pt x="80" y="78"/>
                    <a:pt x="80" y="78"/>
                    <a:pt x="95" y="63"/>
                  </a:cubicBezTo>
                  <a:cubicBezTo>
                    <a:pt x="95" y="47"/>
                    <a:pt x="95" y="32"/>
                    <a:pt x="80"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3" name="Google Shape;2133;p38"/>
            <p:cNvSpPr/>
            <p:nvPr/>
          </p:nvSpPr>
          <p:spPr>
            <a:xfrm>
              <a:off x="3052224" y="1817800"/>
              <a:ext cx="2544" cy="3053"/>
            </a:xfrm>
            <a:custGeom>
              <a:avLst/>
              <a:gdLst/>
              <a:ahLst/>
              <a:cxnLst/>
              <a:rect l="l" t="t" r="r" b="b"/>
              <a:pathLst>
                <a:path w="80" h="96" extrusionOk="0">
                  <a:moveTo>
                    <a:pt x="48" y="1"/>
                  </a:moveTo>
                  <a:lnTo>
                    <a:pt x="48" y="1"/>
                  </a:lnTo>
                  <a:cubicBezTo>
                    <a:pt x="32" y="1"/>
                    <a:pt x="17" y="17"/>
                    <a:pt x="17" y="17"/>
                  </a:cubicBezTo>
                  <a:lnTo>
                    <a:pt x="1" y="32"/>
                  </a:lnTo>
                  <a:lnTo>
                    <a:pt x="1" y="49"/>
                  </a:lnTo>
                  <a:cubicBezTo>
                    <a:pt x="1" y="64"/>
                    <a:pt x="1" y="80"/>
                    <a:pt x="17" y="80"/>
                  </a:cubicBezTo>
                  <a:cubicBezTo>
                    <a:pt x="17" y="80"/>
                    <a:pt x="17" y="95"/>
                    <a:pt x="32" y="95"/>
                  </a:cubicBezTo>
                  <a:lnTo>
                    <a:pt x="48" y="80"/>
                  </a:lnTo>
                  <a:lnTo>
                    <a:pt x="64" y="80"/>
                  </a:lnTo>
                  <a:lnTo>
                    <a:pt x="64" y="64"/>
                  </a:lnTo>
                  <a:cubicBezTo>
                    <a:pt x="80" y="49"/>
                    <a:pt x="80" y="17"/>
                    <a:pt x="64" y="17"/>
                  </a:cubicBez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4" name="Google Shape;2134;p38"/>
            <p:cNvSpPr/>
            <p:nvPr/>
          </p:nvSpPr>
          <p:spPr>
            <a:xfrm>
              <a:off x="3202560" y="1801771"/>
              <a:ext cx="2544" cy="3053"/>
            </a:xfrm>
            <a:custGeom>
              <a:avLst/>
              <a:gdLst/>
              <a:ahLst/>
              <a:cxnLst/>
              <a:rect l="l" t="t" r="r" b="b"/>
              <a:pathLst>
                <a:path w="80" h="96" extrusionOk="0">
                  <a:moveTo>
                    <a:pt x="48" y="1"/>
                  </a:moveTo>
                  <a:lnTo>
                    <a:pt x="48" y="1"/>
                  </a:lnTo>
                  <a:cubicBezTo>
                    <a:pt x="32" y="1"/>
                    <a:pt x="32" y="17"/>
                    <a:pt x="17" y="17"/>
                  </a:cubicBezTo>
                  <a:lnTo>
                    <a:pt x="0" y="32"/>
                  </a:lnTo>
                  <a:cubicBezTo>
                    <a:pt x="0" y="48"/>
                    <a:pt x="0" y="64"/>
                    <a:pt x="17" y="80"/>
                  </a:cubicBezTo>
                  <a:cubicBezTo>
                    <a:pt x="17" y="95"/>
                    <a:pt x="32" y="95"/>
                    <a:pt x="32" y="95"/>
                  </a:cubicBezTo>
                  <a:lnTo>
                    <a:pt x="32" y="95"/>
                  </a:lnTo>
                  <a:cubicBezTo>
                    <a:pt x="48" y="95"/>
                    <a:pt x="48" y="95"/>
                    <a:pt x="63" y="80"/>
                  </a:cubicBezTo>
                  <a:lnTo>
                    <a:pt x="63" y="80"/>
                  </a:lnTo>
                  <a:lnTo>
                    <a:pt x="80" y="64"/>
                  </a:lnTo>
                  <a:cubicBezTo>
                    <a:pt x="80" y="48"/>
                    <a:pt x="80" y="32"/>
                    <a:pt x="63" y="17"/>
                  </a:cubicBezTo>
                  <a:cubicBezTo>
                    <a:pt x="63"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5" name="Google Shape;2135;p38"/>
            <p:cNvSpPr/>
            <p:nvPr/>
          </p:nvSpPr>
          <p:spPr>
            <a:xfrm>
              <a:off x="3431578" y="1806287"/>
              <a:ext cx="3021" cy="2035"/>
            </a:xfrm>
            <a:custGeom>
              <a:avLst/>
              <a:gdLst/>
              <a:ahLst/>
              <a:cxnLst/>
              <a:rect l="l" t="t" r="r" b="b"/>
              <a:pathLst>
                <a:path w="95" h="64" extrusionOk="0">
                  <a:moveTo>
                    <a:pt x="63" y="1"/>
                  </a:moveTo>
                  <a:lnTo>
                    <a:pt x="47" y="1"/>
                  </a:lnTo>
                  <a:lnTo>
                    <a:pt x="32" y="1"/>
                  </a:lnTo>
                  <a:cubicBezTo>
                    <a:pt x="15" y="1"/>
                    <a:pt x="15" y="1"/>
                    <a:pt x="0" y="16"/>
                  </a:cubicBezTo>
                  <a:lnTo>
                    <a:pt x="0" y="32"/>
                  </a:lnTo>
                  <a:lnTo>
                    <a:pt x="0" y="48"/>
                  </a:lnTo>
                  <a:lnTo>
                    <a:pt x="15" y="64"/>
                  </a:lnTo>
                  <a:lnTo>
                    <a:pt x="32" y="64"/>
                  </a:lnTo>
                  <a:lnTo>
                    <a:pt x="32" y="64"/>
                  </a:lnTo>
                  <a:lnTo>
                    <a:pt x="63" y="64"/>
                  </a:lnTo>
                  <a:cubicBezTo>
                    <a:pt x="78" y="64"/>
                    <a:pt x="95" y="48"/>
                    <a:pt x="95" y="32"/>
                  </a:cubicBezTo>
                  <a:lnTo>
                    <a:pt x="95" y="32"/>
                  </a:lnTo>
                  <a:cubicBezTo>
                    <a:pt x="95"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6" name="Google Shape;2136;p38"/>
            <p:cNvSpPr/>
            <p:nvPr/>
          </p:nvSpPr>
          <p:spPr>
            <a:xfrm>
              <a:off x="3205550" y="1828836"/>
              <a:ext cx="3053" cy="2544"/>
            </a:xfrm>
            <a:custGeom>
              <a:avLst/>
              <a:gdLst/>
              <a:ahLst/>
              <a:cxnLst/>
              <a:rect l="l" t="t" r="r" b="b"/>
              <a:pathLst>
                <a:path w="96" h="80" extrusionOk="0">
                  <a:moveTo>
                    <a:pt x="49" y="0"/>
                  </a:moveTo>
                  <a:lnTo>
                    <a:pt x="49" y="0"/>
                  </a:lnTo>
                  <a:lnTo>
                    <a:pt x="32" y="0"/>
                  </a:lnTo>
                  <a:lnTo>
                    <a:pt x="17" y="32"/>
                  </a:lnTo>
                  <a:cubicBezTo>
                    <a:pt x="1" y="32"/>
                    <a:pt x="1" y="63"/>
                    <a:pt x="17" y="80"/>
                  </a:cubicBezTo>
                  <a:lnTo>
                    <a:pt x="32" y="80"/>
                  </a:lnTo>
                  <a:lnTo>
                    <a:pt x="32" y="48"/>
                  </a:lnTo>
                  <a:lnTo>
                    <a:pt x="64" y="48"/>
                  </a:lnTo>
                  <a:lnTo>
                    <a:pt x="64" y="48"/>
                  </a:lnTo>
                  <a:lnTo>
                    <a:pt x="80" y="48"/>
                  </a:lnTo>
                  <a:lnTo>
                    <a:pt x="80" y="48"/>
                  </a:lnTo>
                  <a:cubicBezTo>
                    <a:pt x="95" y="32"/>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7" name="Google Shape;2137;p38"/>
            <p:cNvSpPr/>
            <p:nvPr/>
          </p:nvSpPr>
          <p:spPr>
            <a:xfrm>
              <a:off x="3318326" y="1817800"/>
              <a:ext cx="3021" cy="2035"/>
            </a:xfrm>
            <a:custGeom>
              <a:avLst/>
              <a:gdLst/>
              <a:ahLst/>
              <a:cxnLst/>
              <a:rect l="l" t="t" r="r" b="b"/>
              <a:pathLst>
                <a:path w="95" h="64" extrusionOk="0">
                  <a:moveTo>
                    <a:pt x="63" y="1"/>
                  </a:moveTo>
                  <a:lnTo>
                    <a:pt x="63" y="1"/>
                  </a:lnTo>
                  <a:lnTo>
                    <a:pt x="32" y="1"/>
                  </a:lnTo>
                  <a:lnTo>
                    <a:pt x="32" y="1"/>
                  </a:lnTo>
                  <a:cubicBezTo>
                    <a:pt x="16" y="1"/>
                    <a:pt x="0" y="17"/>
                    <a:pt x="0" y="32"/>
                  </a:cubicBezTo>
                  <a:cubicBezTo>
                    <a:pt x="0" y="49"/>
                    <a:pt x="0" y="49"/>
                    <a:pt x="16" y="64"/>
                  </a:cubicBezTo>
                  <a:lnTo>
                    <a:pt x="32" y="64"/>
                  </a:lnTo>
                  <a:lnTo>
                    <a:pt x="47" y="64"/>
                  </a:lnTo>
                  <a:lnTo>
                    <a:pt x="63" y="64"/>
                  </a:lnTo>
                  <a:cubicBezTo>
                    <a:pt x="79" y="64"/>
                    <a:pt x="95" y="49"/>
                    <a:pt x="95" y="32"/>
                  </a:cubicBezTo>
                  <a:cubicBezTo>
                    <a:pt x="95"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8" name="Google Shape;2138;p38"/>
            <p:cNvSpPr/>
            <p:nvPr/>
          </p:nvSpPr>
          <p:spPr>
            <a:xfrm>
              <a:off x="3398503" y="1809785"/>
              <a:ext cx="2512" cy="3053"/>
            </a:xfrm>
            <a:custGeom>
              <a:avLst/>
              <a:gdLst/>
              <a:ahLst/>
              <a:cxnLst/>
              <a:rect l="l" t="t" r="r" b="b"/>
              <a:pathLst>
                <a:path w="79" h="96" extrusionOk="0">
                  <a:moveTo>
                    <a:pt x="32" y="1"/>
                  </a:moveTo>
                  <a:lnTo>
                    <a:pt x="32" y="1"/>
                  </a:lnTo>
                  <a:lnTo>
                    <a:pt x="32" y="1"/>
                  </a:lnTo>
                  <a:lnTo>
                    <a:pt x="32" y="1"/>
                  </a:lnTo>
                  <a:cubicBezTo>
                    <a:pt x="15" y="1"/>
                    <a:pt x="15" y="17"/>
                    <a:pt x="0" y="32"/>
                  </a:cubicBezTo>
                  <a:lnTo>
                    <a:pt x="0" y="32"/>
                  </a:lnTo>
                  <a:lnTo>
                    <a:pt x="0" y="49"/>
                  </a:lnTo>
                  <a:lnTo>
                    <a:pt x="0" y="49"/>
                  </a:lnTo>
                  <a:cubicBezTo>
                    <a:pt x="0" y="64"/>
                    <a:pt x="0" y="80"/>
                    <a:pt x="15" y="95"/>
                  </a:cubicBezTo>
                  <a:lnTo>
                    <a:pt x="32" y="95"/>
                  </a:lnTo>
                  <a:lnTo>
                    <a:pt x="47" y="95"/>
                  </a:lnTo>
                  <a:cubicBezTo>
                    <a:pt x="47" y="95"/>
                    <a:pt x="63" y="80"/>
                    <a:pt x="63" y="64"/>
                  </a:cubicBezTo>
                  <a:lnTo>
                    <a:pt x="63" y="64"/>
                  </a:lnTo>
                  <a:lnTo>
                    <a:pt x="63" y="64"/>
                  </a:lnTo>
                  <a:lnTo>
                    <a:pt x="78" y="49"/>
                  </a:lnTo>
                  <a:lnTo>
                    <a:pt x="78" y="49"/>
                  </a:lnTo>
                  <a:lnTo>
                    <a:pt x="78" y="32"/>
                  </a:lnTo>
                  <a:cubicBezTo>
                    <a:pt x="63" y="17"/>
                    <a:pt x="63"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9" name="Google Shape;2139;p38"/>
            <p:cNvSpPr/>
            <p:nvPr/>
          </p:nvSpPr>
          <p:spPr>
            <a:xfrm>
              <a:off x="3206567" y="1830362"/>
              <a:ext cx="2544" cy="2512"/>
            </a:xfrm>
            <a:custGeom>
              <a:avLst/>
              <a:gdLst/>
              <a:ahLst/>
              <a:cxnLst/>
              <a:rect l="l" t="t" r="r" b="b"/>
              <a:pathLst>
                <a:path w="80" h="79" extrusionOk="0">
                  <a:moveTo>
                    <a:pt x="32" y="0"/>
                  </a:moveTo>
                  <a:lnTo>
                    <a:pt x="32" y="0"/>
                  </a:lnTo>
                  <a:lnTo>
                    <a:pt x="0" y="0"/>
                  </a:lnTo>
                  <a:lnTo>
                    <a:pt x="0" y="32"/>
                  </a:lnTo>
                  <a:lnTo>
                    <a:pt x="0" y="47"/>
                  </a:lnTo>
                  <a:lnTo>
                    <a:pt x="17" y="63"/>
                  </a:lnTo>
                  <a:cubicBezTo>
                    <a:pt x="32" y="78"/>
                    <a:pt x="32" y="78"/>
                    <a:pt x="48" y="78"/>
                  </a:cubicBezTo>
                  <a:cubicBezTo>
                    <a:pt x="48" y="78"/>
                    <a:pt x="63" y="63"/>
                    <a:pt x="80" y="63"/>
                  </a:cubicBezTo>
                  <a:cubicBezTo>
                    <a:pt x="80" y="47"/>
                    <a:pt x="80" y="32"/>
                    <a:pt x="63"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0" name="Google Shape;2140;p38"/>
            <p:cNvSpPr/>
            <p:nvPr/>
          </p:nvSpPr>
          <p:spPr>
            <a:xfrm>
              <a:off x="3429034" y="1781734"/>
              <a:ext cx="4039" cy="3021"/>
            </a:xfrm>
            <a:custGeom>
              <a:avLst/>
              <a:gdLst/>
              <a:ahLst/>
              <a:cxnLst/>
              <a:rect l="l" t="t" r="r" b="b"/>
              <a:pathLst>
                <a:path w="127" h="95" extrusionOk="0">
                  <a:moveTo>
                    <a:pt x="80" y="0"/>
                  </a:moveTo>
                  <a:lnTo>
                    <a:pt x="80" y="0"/>
                  </a:lnTo>
                  <a:lnTo>
                    <a:pt x="64" y="0"/>
                  </a:lnTo>
                  <a:lnTo>
                    <a:pt x="32" y="32"/>
                  </a:lnTo>
                  <a:lnTo>
                    <a:pt x="17" y="32"/>
                  </a:lnTo>
                  <a:cubicBezTo>
                    <a:pt x="17" y="32"/>
                    <a:pt x="1" y="48"/>
                    <a:pt x="1" y="63"/>
                  </a:cubicBezTo>
                  <a:lnTo>
                    <a:pt x="1" y="80"/>
                  </a:lnTo>
                  <a:cubicBezTo>
                    <a:pt x="17" y="95"/>
                    <a:pt x="32" y="95"/>
                    <a:pt x="32" y="95"/>
                  </a:cubicBezTo>
                  <a:lnTo>
                    <a:pt x="49" y="95"/>
                  </a:lnTo>
                  <a:lnTo>
                    <a:pt x="95" y="63"/>
                  </a:lnTo>
                  <a:lnTo>
                    <a:pt x="95" y="63"/>
                  </a:lnTo>
                  <a:cubicBezTo>
                    <a:pt x="112"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1" name="Google Shape;2141;p38"/>
            <p:cNvSpPr/>
            <p:nvPr/>
          </p:nvSpPr>
          <p:spPr>
            <a:xfrm>
              <a:off x="3362914" y="1788731"/>
              <a:ext cx="3021" cy="3053"/>
            </a:xfrm>
            <a:custGeom>
              <a:avLst/>
              <a:gdLst/>
              <a:ahLst/>
              <a:cxnLst/>
              <a:rect l="l" t="t" r="r" b="b"/>
              <a:pathLst>
                <a:path w="95" h="96" extrusionOk="0">
                  <a:moveTo>
                    <a:pt x="48" y="1"/>
                  </a:moveTo>
                  <a:lnTo>
                    <a:pt x="32" y="1"/>
                  </a:lnTo>
                  <a:lnTo>
                    <a:pt x="32" y="1"/>
                  </a:lnTo>
                  <a:cubicBezTo>
                    <a:pt x="16" y="17"/>
                    <a:pt x="0" y="32"/>
                    <a:pt x="16" y="49"/>
                  </a:cubicBezTo>
                  <a:lnTo>
                    <a:pt x="16" y="80"/>
                  </a:lnTo>
                  <a:cubicBezTo>
                    <a:pt x="32" y="95"/>
                    <a:pt x="32" y="95"/>
                    <a:pt x="48" y="95"/>
                  </a:cubicBezTo>
                  <a:lnTo>
                    <a:pt x="63" y="95"/>
                  </a:lnTo>
                  <a:cubicBezTo>
                    <a:pt x="79" y="80"/>
                    <a:pt x="95" y="64"/>
                    <a:pt x="79" y="49"/>
                  </a:cubicBezTo>
                  <a:lnTo>
                    <a:pt x="79" y="32"/>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2" name="Google Shape;2142;p38"/>
            <p:cNvSpPr/>
            <p:nvPr/>
          </p:nvSpPr>
          <p:spPr>
            <a:xfrm>
              <a:off x="3414532" y="1805778"/>
              <a:ext cx="3021" cy="2544"/>
            </a:xfrm>
            <a:custGeom>
              <a:avLst/>
              <a:gdLst/>
              <a:ahLst/>
              <a:cxnLst/>
              <a:rect l="l" t="t" r="r" b="b"/>
              <a:pathLst>
                <a:path w="95" h="80" extrusionOk="0">
                  <a:moveTo>
                    <a:pt x="63" y="1"/>
                  </a:moveTo>
                  <a:lnTo>
                    <a:pt x="63" y="1"/>
                  </a:lnTo>
                  <a:lnTo>
                    <a:pt x="47" y="1"/>
                  </a:lnTo>
                  <a:lnTo>
                    <a:pt x="32" y="17"/>
                  </a:lnTo>
                  <a:cubicBezTo>
                    <a:pt x="16" y="17"/>
                    <a:pt x="16" y="17"/>
                    <a:pt x="16" y="32"/>
                  </a:cubicBezTo>
                  <a:cubicBezTo>
                    <a:pt x="0" y="32"/>
                    <a:pt x="0" y="48"/>
                    <a:pt x="0" y="64"/>
                  </a:cubicBezTo>
                  <a:cubicBezTo>
                    <a:pt x="16" y="80"/>
                    <a:pt x="32" y="80"/>
                    <a:pt x="32" y="80"/>
                  </a:cubicBezTo>
                  <a:lnTo>
                    <a:pt x="32" y="80"/>
                  </a:lnTo>
                  <a:lnTo>
                    <a:pt x="47" y="80"/>
                  </a:lnTo>
                  <a:lnTo>
                    <a:pt x="79" y="64"/>
                  </a:lnTo>
                  <a:cubicBezTo>
                    <a:pt x="95" y="64"/>
                    <a:pt x="95" y="48"/>
                    <a:pt x="95" y="32"/>
                  </a:cubicBezTo>
                  <a:lnTo>
                    <a:pt x="95" y="32"/>
                  </a:lnTo>
                  <a:lnTo>
                    <a:pt x="95" y="17"/>
                  </a:lnTo>
                  <a:cubicBezTo>
                    <a:pt x="79" y="17"/>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3" name="Google Shape;2143;p38"/>
            <p:cNvSpPr/>
            <p:nvPr/>
          </p:nvSpPr>
          <p:spPr>
            <a:xfrm>
              <a:off x="3143946" y="1833829"/>
              <a:ext cx="3021" cy="3053"/>
            </a:xfrm>
            <a:custGeom>
              <a:avLst/>
              <a:gdLst/>
              <a:ahLst/>
              <a:cxnLst/>
              <a:rect l="l" t="t" r="r" b="b"/>
              <a:pathLst>
                <a:path w="95" h="96" extrusionOk="0">
                  <a:moveTo>
                    <a:pt x="47" y="1"/>
                  </a:moveTo>
                  <a:lnTo>
                    <a:pt x="32" y="1"/>
                  </a:lnTo>
                  <a:cubicBezTo>
                    <a:pt x="32" y="17"/>
                    <a:pt x="16" y="17"/>
                    <a:pt x="16" y="17"/>
                  </a:cubicBezTo>
                  <a:cubicBezTo>
                    <a:pt x="0" y="32"/>
                    <a:pt x="0" y="64"/>
                    <a:pt x="16" y="64"/>
                  </a:cubicBezTo>
                  <a:lnTo>
                    <a:pt x="32" y="80"/>
                  </a:lnTo>
                  <a:cubicBezTo>
                    <a:pt x="47" y="80"/>
                    <a:pt x="47" y="95"/>
                    <a:pt x="63" y="95"/>
                  </a:cubicBezTo>
                  <a:lnTo>
                    <a:pt x="79" y="80"/>
                  </a:lnTo>
                  <a:cubicBezTo>
                    <a:pt x="95" y="64"/>
                    <a:pt x="95" y="49"/>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4" name="Google Shape;2144;p38"/>
            <p:cNvSpPr/>
            <p:nvPr/>
          </p:nvSpPr>
          <p:spPr>
            <a:xfrm>
              <a:off x="3191524" y="1829344"/>
              <a:ext cx="3053" cy="2512"/>
            </a:xfrm>
            <a:custGeom>
              <a:avLst/>
              <a:gdLst/>
              <a:ahLst/>
              <a:cxnLst/>
              <a:rect l="l" t="t" r="r" b="b"/>
              <a:pathLst>
                <a:path w="96" h="79" extrusionOk="0">
                  <a:moveTo>
                    <a:pt x="64" y="1"/>
                  </a:moveTo>
                  <a:lnTo>
                    <a:pt x="64" y="1"/>
                  </a:lnTo>
                  <a:lnTo>
                    <a:pt x="32" y="1"/>
                  </a:lnTo>
                  <a:lnTo>
                    <a:pt x="17" y="16"/>
                  </a:lnTo>
                  <a:cubicBezTo>
                    <a:pt x="1" y="32"/>
                    <a:pt x="17" y="64"/>
                    <a:pt x="32" y="64"/>
                  </a:cubicBezTo>
                  <a:cubicBezTo>
                    <a:pt x="32" y="79"/>
                    <a:pt x="32" y="79"/>
                    <a:pt x="48" y="79"/>
                  </a:cubicBezTo>
                  <a:cubicBezTo>
                    <a:pt x="64" y="79"/>
                    <a:pt x="64" y="79"/>
                    <a:pt x="80" y="64"/>
                  </a:cubicBezTo>
                  <a:lnTo>
                    <a:pt x="80" y="47"/>
                  </a:lnTo>
                  <a:cubicBezTo>
                    <a:pt x="95" y="32"/>
                    <a:pt x="95" y="16"/>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5" name="Google Shape;2145;p38"/>
            <p:cNvSpPr/>
            <p:nvPr/>
          </p:nvSpPr>
          <p:spPr>
            <a:xfrm>
              <a:off x="3452601" y="1781257"/>
              <a:ext cx="3530" cy="2035"/>
            </a:xfrm>
            <a:custGeom>
              <a:avLst/>
              <a:gdLst/>
              <a:ahLst/>
              <a:cxnLst/>
              <a:rect l="l" t="t" r="r" b="b"/>
              <a:pathLst>
                <a:path w="111" h="64" extrusionOk="0">
                  <a:moveTo>
                    <a:pt x="48" y="0"/>
                  </a:moveTo>
                  <a:lnTo>
                    <a:pt x="32" y="0"/>
                  </a:lnTo>
                  <a:cubicBezTo>
                    <a:pt x="16" y="0"/>
                    <a:pt x="16" y="15"/>
                    <a:pt x="1" y="15"/>
                  </a:cubicBezTo>
                  <a:cubicBezTo>
                    <a:pt x="1" y="47"/>
                    <a:pt x="16" y="63"/>
                    <a:pt x="32" y="63"/>
                  </a:cubicBezTo>
                  <a:lnTo>
                    <a:pt x="64" y="63"/>
                  </a:lnTo>
                  <a:lnTo>
                    <a:pt x="64" y="63"/>
                  </a:lnTo>
                  <a:cubicBezTo>
                    <a:pt x="79" y="63"/>
                    <a:pt x="95" y="63"/>
                    <a:pt x="95" y="47"/>
                  </a:cubicBezTo>
                  <a:cubicBezTo>
                    <a:pt x="111" y="32"/>
                    <a:pt x="95" y="0"/>
                    <a:pt x="79"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6" name="Google Shape;2146;p38"/>
            <p:cNvSpPr/>
            <p:nvPr/>
          </p:nvSpPr>
          <p:spPr>
            <a:xfrm>
              <a:off x="3260188" y="1822825"/>
              <a:ext cx="3053" cy="2544"/>
            </a:xfrm>
            <a:custGeom>
              <a:avLst/>
              <a:gdLst/>
              <a:ahLst/>
              <a:cxnLst/>
              <a:rect l="l" t="t" r="r" b="b"/>
              <a:pathLst>
                <a:path w="96" h="80" extrusionOk="0">
                  <a:moveTo>
                    <a:pt x="32" y="0"/>
                  </a:moveTo>
                  <a:lnTo>
                    <a:pt x="32" y="0"/>
                  </a:lnTo>
                  <a:lnTo>
                    <a:pt x="16" y="0"/>
                  </a:lnTo>
                  <a:cubicBezTo>
                    <a:pt x="1" y="17"/>
                    <a:pt x="1" y="48"/>
                    <a:pt x="16" y="48"/>
                  </a:cubicBezTo>
                  <a:lnTo>
                    <a:pt x="32" y="63"/>
                  </a:lnTo>
                  <a:cubicBezTo>
                    <a:pt x="32" y="80"/>
                    <a:pt x="47" y="80"/>
                    <a:pt x="47" y="80"/>
                  </a:cubicBezTo>
                  <a:cubicBezTo>
                    <a:pt x="64" y="80"/>
                    <a:pt x="79" y="63"/>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7" name="Google Shape;2147;p38"/>
            <p:cNvSpPr/>
            <p:nvPr/>
          </p:nvSpPr>
          <p:spPr>
            <a:xfrm>
              <a:off x="3039185" y="1822825"/>
              <a:ext cx="3053" cy="2544"/>
            </a:xfrm>
            <a:custGeom>
              <a:avLst/>
              <a:gdLst/>
              <a:ahLst/>
              <a:cxnLst/>
              <a:rect l="l" t="t" r="r" b="b"/>
              <a:pathLst>
                <a:path w="96" h="80" extrusionOk="0">
                  <a:moveTo>
                    <a:pt x="49" y="0"/>
                  </a:moveTo>
                  <a:lnTo>
                    <a:pt x="32" y="0"/>
                  </a:lnTo>
                  <a:lnTo>
                    <a:pt x="32" y="0"/>
                  </a:lnTo>
                  <a:lnTo>
                    <a:pt x="1" y="32"/>
                  </a:lnTo>
                  <a:lnTo>
                    <a:pt x="1" y="32"/>
                  </a:lnTo>
                  <a:lnTo>
                    <a:pt x="1" y="48"/>
                  </a:lnTo>
                  <a:lnTo>
                    <a:pt x="32" y="80"/>
                  </a:lnTo>
                  <a:lnTo>
                    <a:pt x="64" y="80"/>
                  </a:lnTo>
                  <a:lnTo>
                    <a:pt x="64" y="80"/>
                  </a:lnTo>
                  <a:cubicBezTo>
                    <a:pt x="80" y="80"/>
                    <a:pt x="95" y="63"/>
                    <a:pt x="95" y="48"/>
                  </a:cubicBezTo>
                  <a:lnTo>
                    <a:pt x="95" y="48"/>
                  </a:lnTo>
                  <a:lnTo>
                    <a:pt x="95" y="32"/>
                  </a:lnTo>
                  <a:cubicBezTo>
                    <a:pt x="95" y="17"/>
                    <a:pt x="80" y="17"/>
                    <a:pt x="80"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8" name="Google Shape;2148;p38"/>
            <p:cNvSpPr/>
            <p:nvPr/>
          </p:nvSpPr>
          <p:spPr>
            <a:xfrm>
              <a:off x="3404513" y="1813315"/>
              <a:ext cx="2512" cy="2512"/>
            </a:xfrm>
            <a:custGeom>
              <a:avLst/>
              <a:gdLst/>
              <a:ahLst/>
              <a:cxnLst/>
              <a:rect l="l" t="t" r="r" b="b"/>
              <a:pathLst>
                <a:path w="79" h="79" extrusionOk="0">
                  <a:moveTo>
                    <a:pt x="47" y="1"/>
                  </a:moveTo>
                  <a:lnTo>
                    <a:pt x="47" y="1"/>
                  </a:lnTo>
                  <a:lnTo>
                    <a:pt x="47" y="1"/>
                  </a:lnTo>
                  <a:lnTo>
                    <a:pt x="15" y="1"/>
                  </a:lnTo>
                  <a:lnTo>
                    <a:pt x="15" y="16"/>
                  </a:lnTo>
                  <a:lnTo>
                    <a:pt x="0" y="16"/>
                  </a:lnTo>
                  <a:cubicBezTo>
                    <a:pt x="0" y="32"/>
                    <a:pt x="0" y="64"/>
                    <a:pt x="15" y="79"/>
                  </a:cubicBezTo>
                  <a:lnTo>
                    <a:pt x="32" y="79"/>
                  </a:lnTo>
                  <a:cubicBezTo>
                    <a:pt x="47" y="79"/>
                    <a:pt x="47" y="79"/>
                    <a:pt x="63" y="64"/>
                  </a:cubicBezTo>
                  <a:lnTo>
                    <a:pt x="78" y="47"/>
                  </a:lnTo>
                  <a:cubicBezTo>
                    <a:pt x="78" y="32"/>
                    <a:pt x="78"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9" name="Google Shape;2149;p38"/>
            <p:cNvSpPr/>
            <p:nvPr/>
          </p:nvSpPr>
          <p:spPr>
            <a:xfrm>
              <a:off x="3200079" y="1831825"/>
              <a:ext cx="3021" cy="2576"/>
            </a:xfrm>
            <a:custGeom>
              <a:avLst/>
              <a:gdLst/>
              <a:ahLst/>
              <a:cxnLst/>
              <a:rect l="l" t="t" r="r" b="b"/>
              <a:pathLst>
                <a:path w="95" h="81" extrusionOk="0">
                  <a:moveTo>
                    <a:pt x="47" y="1"/>
                  </a:moveTo>
                  <a:lnTo>
                    <a:pt x="47" y="1"/>
                  </a:lnTo>
                  <a:cubicBezTo>
                    <a:pt x="32" y="1"/>
                    <a:pt x="32" y="1"/>
                    <a:pt x="32" y="17"/>
                  </a:cubicBezTo>
                  <a:lnTo>
                    <a:pt x="15" y="32"/>
                  </a:lnTo>
                  <a:cubicBezTo>
                    <a:pt x="0" y="49"/>
                    <a:pt x="0" y="64"/>
                    <a:pt x="15" y="80"/>
                  </a:cubicBezTo>
                  <a:lnTo>
                    <a:pt x="32" y="80"/>
                  </a:lnTo>
                  <a:cubicBezTo>
                    <a:pt x="47" y="80"/>
                    <a:pt x="63" y="80"/>
                    <a:pt x="63"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0" name="Google Shape;2150;p38"/>
            <p:cNvSpPr/>
            <p:nvPr/>
          </p:nvSpPr>
          <p:spPr>
            <a:xfrm>
              <a:off x="3192033" y="1831825"/>
              <a:ext cx="3053" cy="3053"/>
            </a:xfrm>
            <a:custGeom>
              <a:avLst/>
              <a:gdLst/>
              <a:ahLst/>
              <a:cxnLst/>
              <a:rect l="l" t="t" r="r" b="b"/>
              <a:pathLst>
                <a:path w="96" h="96" extrusionOk="0">
                  <a:moveTo>
                    <a:pt x="48" y="1"/>
                  </a:moveTo>
                  <a:lnTo>
                    <a:pt x="48" y="1"/>
                  </a:lnTo>
                  <a:lnTo>
                    <a:pt x="32" y="17"/>
                  </a:lnTo>
                  <a:lnTo>
                    <a:pt x="16" y="32"/>
                  </a:lnTo>
                  <a:cubicBezTo>
                    <a:pt x="1" y="49"/>
                    <a:pt x="1" y="80"/>
                    <a:pt x="16" y="80"/>
                  </a:cubicBezTo>
                  <a:cubicBezTo>
                    <a:pt x="32" y="95"/>
                    <a:pt x="32" y="95"/>
                    <a:pt x="48" y="95"/>
                  </a:cubicBezTo>
                  <a:lnTo>
                    <a:pt x="64" y="80"/>
                  </a:lnTo>
                  <a:lnTo>
                    <a:pt x="79" y="64"/>
                  </a:lnTo>
                  <a:cubicBezTo>
                    <a:pt x="95" y="49"/>
                    <a:pt x="95" y="32"/>
                    <a:pt x="79" y="17"/>
                  </a:cubicBezTo>
                  <a:cubicBezTo>
                    <a:pt x="64" y="17"/>
                    <a:pt x="64"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1" name="Google Shape;2151;p38"/>
            <p:cNvSpPr/>
            <p:nvPr/>
          </p:nvSpPr>
          <p:spPr>
            <a:xfrm>
              <a:off x="3433041" y="1807781"/>
              <a:ext cx="3053" cy="2544"/>
            </a:xfrm>
            <a:custGeom>
              <a:avLst/>
              <a:gdLst/>
              <a:ahLst/>
              <a:cxnLst/>
              <a:rect l="l" t="t" r="r" b="b"/>
              <a:pathLst>
                <a:path w="96" h="80" extrusionOk="0">
                  <a:moveTo>
                    <a:pt x="64" y="1"/>
                  </a:moveTo>
                  <a:lnTo>
                    <a:pt x="64" y="1"/>
                  </a:lnTo>
                  <a:lnTo>
                    <a:pt x="49" y="1"/>
                  </a:lnTo>
                  <a:lnTo>
                    <a:pt x="32" y="17"/>
                  </a:lnTo>
                  <a:cubicBezTo>
                    <a:pt x="17" y="17"/>
                    <a:pt x="17" y="17"/>
                    <a:pt x="17" y="32"/>
                  </a:cubicBezTo>
                  <a:cubicBezTo>
                    <a:pt x="1" y="32"/>
                    <a:pt x="1" y="48"/>
                    <a:pt x="17" y="64"/>
                  </a:cubicBezTo>
                  <a:lnTo>
                    <a:pt x="17" y="80"/>
                  </a:lnTo>
                  <a:lnTo>
                    <a:pt x="49" y="80"/>
                  </a:lnTo>
                  <a:lnTo>
                    <a:pt x="49" y="80"/>
                  </a:lnTo>
                  <a:lnTo>
                    <a:pt x="80" y="64"/>
                  </a:lnTo>
                  <a:cubicBezTo>
                    <a:pt x="95" y="64"/>
                    <a:pt x="95" y="48"/>
                    <a:pt x="95" y="17"/>
                  </a:cubicBezTo>
                  <a:cubicBezTo>
                    <a:pt x="95" y="17"/>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2" name="Google Shape;2152;p38"/>
            <p:cNvSpPr/>
            <p:nvPr/>
          </p:nvSpPr>
          <p:spPr>
            <a:xfrm>
              <a:off x="3269698" y="1824828"/>
              <a:ext cx="3021" cy="3021"/>
            </a:xfrm>
            <a:custGeom>
              <a:avLst/>
              <a:gdLst/>
              <a:ahLst/>
              <a:cxnLst/>
              <a:rect l="l" t="t" r="r" b="b"/>
              <a:pathLst>
                <a:path w="95" h="95" extrusionOk="0">
                  <a:moveTo>
                    <a:pt x="63" y="0"/>
                  </a:moveTo>
                  <a:lnTo>
                    <a:pt x="48" y="0"/>
                  </a:lnTo>
                  <a:lnTo>
                    <a:pt x="32" y="17"/>
                  </a:lnTo>
                  <a:lnTo>
                    <a:pt x="17" y="32"/>
                  </a:lnTo>
                  <a:cubicBezTo>
                    <a:pt x="0" y="48"/>
                    <a:pt x="0" y="63"/>
                    <a:pt x="17" y="80"/>
                  </a:cubicBezTo>
                  <a:cubicBezTo>
                    <a:pt x="32" y="95"/>
                    <a:pt x="32" y="95"/>
                    <a:pt x="48" y="95"/>
                  </a:cubicBezTo>
                  <a:lnTo>
                    <a:pt x="63" y="80"/>
                  </a:lnTo>
                  <a:lnTo>
                    <a:pt x="80" y="63"/>
                  </a:lnTo>
                  <a:cubicBezTo>
                    <a:pt x="95" y="48"/>
                    <a:pt x="95" y="32"/>
                    <a:pt x="80" y="17"/>
                  </a:cubicBezTo>
                  <a:cubicBezTo>
                    <a:pt x="80"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3" name="Google Shape;2153;p38"/>
            <p:cNvSpPr/>
            <p:nvPr/>
          </p:nvSpPr>
          <p:spPr>
            <a:xfrm>
              <a:off x="3356395" y="1757182"/>
              <a:ext cx="2512" cy="2544"/>
            </a:xfrm>
            <a:custGeom>
              <a:avLst/>
              <a:gdLst/>
              <a:ahLst/>
              <a:cxnLst/>
              <a:rect l="l" t="t" r="r" b="b"/>
              <a:pathLst>
                <a:path w="79" h="80" extrusionOk="0">
                  <a:moveTo>
                    <a:pt x="32" y="1"/>
                  </a:moveTo>
                  <a:lnTo>
                    <a:pt x="32" y="1"/>
                  </a:lnTo>
                  <a:cubicBezTo>
                    <a:pt x="16" y="1"/>
                    <a:pt x="16" y="1"/>
                    <a:pt x="16" y="16"/>
                  </a:cubicBezTo>
                  <a:cubicBezTo>
                    <a:pt x="1" y="32"/>
                    <a:pt x="1" y="48"/>
                    <a:pt x="16" y="64"/>
                  </a:cubicBezTo>
                  <a:lnTo>
                    <a:pt x="32" y="79"/>
                  </a:lnTo>
                  <a:lnTo>
                    <a:pt x="47" y="79"/>
                  </a:lnTo>
                  <a:lnTo>
                    <a:pt x="64" y="79"/>
                  </a:lnTo>
                  <a:cubicBezTo>
                    <a:pt x="64" y="64"/>
                    <a:pt x="64" y="48"/>
                    <a:pt x="79" y="48"/>
                  </a:cubicBezTo>
                  <a:lnTo>
                    <a:pt x="79" y="48"/>
                  </a:ln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4" name="Google Shape;2154;p38"/>
            <p:cNvSpPr/>
            <p:nvPr/>
          </p:nvSpPr>
          <p:spPr>
            <a:xfrm>
              <a:off x="3020166" y="1805301"/>
              <a:ext cx="3021" cy="2035"/>
            </a:xfrm>
            <a:custGeom>
              <a:avLst/>
              <a:gdLst/>
              <a:ahLst/>
              <a:cxnLst/>
              <a:rect l="l" t="t" r="r" b="b"/>
              <a:pathLst>
                <a:path w="95" h="64" extrusionOk="0">
                  <a:moveTo>
                    <a:pt x="63" y="0"/>
                  </a:moveTo>
                  <a:lnTo>
                    <a:pt x="48" y="0"/>
                  </a:lnTo>
                  <a:lnTo>
                    <a:pt x="32" y="0"/>
                  </a:lnTo>
                  <a:lnTo>
                    <a:pt x="17" y="0"/>
                  </a:lnTo>
                  <a:cubicBezTo>
                    <a:pt x="0" y="16"/>
                    <a:pt x="0" y="16"/>
                    <a:pt x="0" y="32"/>
                  </a:cubicBezTo>
                  <a:lnTo>
                    <a:pt x="0" y="47"/>
                  </a:lnTo>
                  <a:cubicBezTo>
                    <a:pt x="17" y="63"/>
                    <a:pt x="17" y="63"/>
                    <a:pt x="32" y="63"/>
                  </a:cubicBezTo>
                  <a:lnTo>
                    <a:pt x="32" y="63"/>
                  </a:lnTo>
                  <a:lnTo>
                    <a:pt x="63" y="63"/>
                  </a:lnTo>
                  <a:cubicBezTo>
                    <a:pt x="80" y="63"/>
                    <a:pt x="95" y="47"/>
                    <a:pt x="95" y="32"/>
                  </a:cubicBezTo>
                  <a:cubicBezTo>
                    <a:pt x="95" y="16"/>
                    <a:pt x="80"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5" name="Google Shape;2155;p38"/>
            <p:cNvSpPr/>
            <p:nvPr/>
          </p:nvSpPr>
          <p:spPr>
            <a:xfrm>
              <a:off x="3103333" y="1795283"/>
              <a:ext cx="4039" cy="2512"/>
            </a:xfrm>
            <a:custGeom>
              <a:avLst/>
              <a:gdLst/>
              <a:ahLst/>
              <a:cxnLst/>
              <a:rect l="l" t="t" r="r" b="b"/>
              <a:pathLst>
                <a:path w="127" h="79" extrusionOk="0">
                  <a:moveTo>
                    <a:pt x="32" y="0"/>
                  </a:moveTo>
                  <a:lnTo>
                    <a:pt x="32" y="0"/>
                  </a:lnTo>
                  <a:cubicBezTo>
                    <a:pt x="17" y="15"/>
                    <a:pt x="1" y="15"/>
                    <a:pt x="1" y="32"/>
                  </a:cubicBezTo>
                  <a:lnTo>
                    <a:pt x="1" y="47"/>
                  </a:lnTo>
                  <a:lnTo>
                    <a:pt x="17" y="63"/>
                  </a:lnTo>
                  <a:lnTo>
                    <a:pt x="32" y="78"/>
                  </a:lnTo>
                  <a:lnTo>
                    <a:pt x="95" y="78"/>
                  </a:lnTo>
                  <a:lnTo>
                    <a:pt x="95" y="78"/>
                  </a:lnTo>
                  <a:cubicBezTo>
                    <a:pt x="111" y="78"/>
                    <a:pt x="111" y="63"/>
                    <a:pt x="127" y="47"/>
                  </a:cubicBezTo>
                  <a:lnTo>
                    <a:pt x="127" y="47"/>
                  </a:lnTo>
                  <a:lnTo>
                    <a:pt x="127" y="15"/>
                  </a:lnTo>
                  <a:lnTo>
                    <a:pt x="95"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6" name="Google Shape;2156;p38"/>
            <p:cNvSpPr/>
            <p:nvPr/>
          </p:nvSpPr>
          <p:spPr>
            <a:xfrm>
              <a:off x="3442074" y="1751648"/>
              <a:ext cx="3021" cy="2576"/>
            </a:xfrm>
            <a:custGeom>
              <a:avLst/>
              <a:gdLst/>
              <a:ahLst/>
              <a:cxnLst/>
              <a:rect l="l" t="t" r="r" b="b"/>
              <a:pathLst>
                <a:path w="95" h="81" extrusionOk="0">
                  <a:moveTo>
                    <a:pt x="63" y="1"/>
                  </a:moveTo>
                  <a:lnTo>
                    <a:pt x="48" y="1"/>
                  </a:lnTo>
                  <a:cubicBezTo>
                    <a:pt x="48" y="1"/>
                    <a:pt x="32" y="1"/>
                    <a:pt x="32" y="17"/>
                  </a:cubicBezTo>
                  <a:lnTo>
                    <a:pt x="17" y="32"/>
                  </a:lnTo>
                  <a:cubicBezTo>
                    <a:pt x="0" y="49"/>
                    <a:pt x="0" y="64"/>
                    <a:pt x="17" y="80"/>
                  </a:cubicBezTo>
                  <a:lnTo>
                    <a:pt x="48" y="80"/>
                  </a:lnTo>
                  <a:lnTo>
                    <a:pt x="63" y="80"/>
                  </a:lnTo>
                  <a:lnTo>
                    <a:pt x="80" y="64"/>
                  </a:lnTo>
                  <a:cubicBezTo>
                    <a:pt x="95" y="49"/>
                    <a:pt x="95" y="17"/>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7" name="Google Shape;2157;p38"/>
            <p:cNvSpPr/>
            <p:nvPr/>
          </p:nvSpPr>
          <p:spPr>
            <a:xfrm>
              <a:off x="3435586" y="1756196"/>
              <a:ext cx="3021" cy="2512"/>
            </a:xfrm>
            <a:custGeom>
              <a:avLst/>
              <a:gdLst/>
              <a:ahLst/>
              <a:cxnLst/>
              <a:rect l="l" t="t" r="r" b="b"/>
              <a:pathLst>
                <a:path w="95" h="79" extrusionOk="0">
                  <a:moveTo>
                    <a:pt x="47" y="0"/>
                  </a:moveTo>
                  <a:lnTo>
                    <a:pt x="47" y="0"/>
                  </a:lnTo>
                  <a:cubicBezTo>
                    <a:pt x="32" y="0"/>
                    <a:pt x="32" y="16"/>
                    <a:pt x="15" y="16"/>
                  </a:cubicBezTo>
                  <a:lnTo>
                    <a:pt x="15" y="16"/>
                  </a:lnTo>
                  <a:cubicBezTo>
                    <a:pt x="15" y="32"/>
                    <a:pt x="0" y="32"/>
                    <a:pt x="15" y="47"/>
                  </a:cubicBezTo>
                  <a:lnTo>
                    <a:pt x="15" y="63"/>
                  </a:lnTo>
                  <a:lnTo>
                    <a:pt x="32" y="79"/>
                  </a:lnTo>
                  <a:lnTo>
                    <a:pt x="47" y="79"/>
                  </a:lnTo>
                  <a:lnTo>
                    <a:pt x="47" y="79"/>
                  </a:lnTo>
                  <a:lnTo>
                    <a:pt x="63" y="79"/>
                  </a:lnTo>
                  <a:lnTo>
                    <a:pt x="63" y="79"/>
                  </a:lnTo>
                  <a:lnTo>
                    <a:pt x="95" y="79"/>
                  </a:lnTo>
                  <a:cubicBezTo>
                    <a:pt x="95" y="63"/>
                    <a:pt x="95" y="47"/>
                    <a:pt x="78" y="32"/>
                  </a:cubicBezTo>
                  <a:lnTo>
                    <a:pt x="78" y="32"/>
                  </a:lnTo>
                  <a:lnTo>
                    <a:pt x="63" y="16"/>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8" name="Google Shape;2158;p38"/>
            <p:cNvSpPr/>
            <p:nvPr/>
          </p:nvSpPr>
          <p:spPr>
            <a:xfrm>
              <a:off x="3280225" y="1770698"/>
              <a:ext cx="3530" cy="3053"/>
            </a:xfrm>
            <a:custGeom>
              <a:avLst/>
              <a:gdLst/>
              <a:ahLst/>
              <a:cxnLst/>
              <a:rect l="l" t="t" r="r" b="b"/>
              <a:pathLst>
                <a:path w="111" h="96" extrusionOk="0">
                  <a:moveTo>
                    <a:pt x="64" y="1"/>
                  </a:moveTo>
                  <a:lnTo>
                    <a:pt x="64" y="1"/>
                  </a:lnTo>
                  <a:cubicBezTo>
                    <a:pt x="48" y="1"/>
                    <a:pt x="48" y="1"/>
                    <a:pt x="48" y="17"/>
                  </a:cubicBezTo>
                  <a:lnTo>
                    <a:pt x="16" y="49"/>
                  </a:lnTo>
                  <a:cubicBezTo>
                    <a:pt x="1" y="49"/>
                    <a:pt x="16" y="80"/>
                    <a:pt x="32" y="95"/>
                  </a:cubicBezTo>
                  <a:lnTo>
                    <a:pt x="48" y="95"/>
                  </a:lnTo>
                  <a:cubicBezTo>
                    <a:pt x="64" y="95"/>
                    <a:pt x="64" y="95"/>
                    <a:pt x="79" y="80"/>
                  </a:cubicBezTo>
                  <a:lnTo>
                    <a:pt x="95" y="64"/>
                  </a:lnTo>
                  <a:cubicBezTo>
                    <a:pt x="111" y="49"/>
                    <a:pt x="111" y="17"/>
                    <a:pt x="95" y="17"/>
                  </a:cubicBez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9" name="Google Shape;2159;p38"/>
            <p:cNvSpPr/>
            <p:nvPr/>
          </p:nvSpPr>
          <p:spPr>
            <a:xfrm>
              <a:off x="3260665" y="1774229"/>
              <a:ext cx="2576" cy="2512"/>
            </a:xfrm>
            <a:custGeom>
              <a:avLst/>
              <a:gdLst/>
              <a:ahLst/>
              <a:cxnLst/>
              <a:rect l="l" t="t" r="r" b="b"/>
              <a:pathLst>
                <a:path w="81" h="79" extrusionOk="0">
                  <a:moveTo>
                    <a:pt x="17" y="1"/>
                  </a:moveTo>
                  <a:lnTo>
                    <a:pt x="17" y="1"/>
                  </a:lnTo>
                  <a:lnTo>
                    <a:pt x="1" y="16"/>
                  </a:lnTo>
                  <a:lnTo>
                    <a:pt x="1" y="32"/>
                  </a:lnTo>
                  <a:cubicBezTo>
                    <a:pt x="1" y="47"/>
                    <a:pt x="17" y="64"/>
                    <a:pt x="17" y="64"/>
                  </a:cubicBezTo>
                  <a:cubicBezTo>
                    <a:pt x="32" y="64"/>
                    <a:pt x="32" y="79"/>
                    <a:pt x="32" y="79"/>
                  </a:cubicBezTo>
                  <a:cubicBezTo>
                    <a:pt x="49" y="79"/>
                    <a:pt x="64" y="64"/>
                    <a:pt x="64" y="64"/>
                  </a:cubicBezTo>
                  <a:lnTo>
                    <a:pt x="64" y="47"/>
                  </a:lnTo>
                  <a:lnTo>
                    <a:pt x="80" y="32"/>
                  </a:lnTo>
                  <a:lnTo>
                    <a:pt x="80" y="1"/>
                  </a:lnTo>
                  <a:cubicBezTo>
                    <a:pt x="80" y="16"/>
                    <a:pt x="64" y="16"/>
                    <a:pt x="49" y="16"/>
                  </a:cubicBezTo>
                  <a:lnTo>
                    <a:pt x="32" y="16"/>
                  </a:lnTo>
                  <a:cubicBezTo>
                    <a:pt x="32" y="16"/>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0" name="Google Shape;2160;p38"/>
            <p:cNvSpPr/>
            <p:nvPr/>
          </p:nvSpPr>
          <p:spPr>
            <a:xfrm>
              <a:off x="3401969" y="1761698"/>
              <a:ext cx="3053" cy="2544"/>
            </a:xfrm>
            <a:custGeom>
              <a:avLst/>
              <a:gdLst/>
              <a:ahLst/>
              <a:cxnLst/>
              <a:rect l="l" t="t" r="r" b="b"/>
              <a:pathLst>
                <a:path w="96" h="80" extrusionOk="0">
                  <a:moveTo>
                    <a:pt x="49" y="0"/>
                  </a:moveTo>
                  <a:lnTo>
                    <a:pt x="49" y="0"/>
                  </a:lnTo>
                  <a:cubicBezTo>
                    <a:pt x="49" y="0"/>
                    <a:pt x="32" y="0"/>
                    <a:pt x="32" y="16"/>
                  </a:cubicBezTo>
                  <a:lnTo>
                    <a:pt x="17" y="32"/>
                  </a:lnTo>
                  <a:cubicBezTo>
                    <a:pt x="1" y="48"/>
                    <a:pt x="1" y="63"/>
                    <a:pt x="17" y="79"/>
                  </a:cubicBezTo>
                  <a:lnTo>
                    <a:pt x="49" y="79"/>
                  </a:lnTo>
                  <a:lnTo>
                    <a:pt x="64" y="79"/>
                  </a:lnTo>
                  <a:lnTo>
                    <a:pt x="80" y="63"/>
                  </a:lnTo>
                  <a:cubicBezTo>
                    <a:pt x="95" y="48"/>
                    <a:pt x="95" y="16"/>
                    <a:pt x="80"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1" name="Google Shape;2161;p38"/>
            <p:cNvSpPr/>
            <p:nvPr/>
          </p:nvSpPr>
          <p:spPr>
            <a:xfrm>
              <a:off x="3279239" y="1763702"/>
              <a:ext cx="3021" cy="2544"/>
            </a:xfrm>
            <a:custGeom>
              <a:avLst/>
              <a:gdLst/>
              <a:ahLst/>
              <a:cxnLst/>
              <a:rect l="l" t="t" r="r" b="b"/>
              <a:pathLst>
                <a:path w="95" h="80" extrusionOk="0">
                  <a:moveTo>
                    <a:pt x="63" y="0"/>
                  </a:moveTo>
                  <a:lnTo>
                    <a:pt x="63" y="0"/>
                  </a:lnTo>
                  <a:lnTo>
                    <a:pt x="32" y="0"/>
                  </a:lnTo>
                  <a:lnTo>
                    <a:pt x="16" y="32"/>
                  </a:lnTo>
                  <a:cubicBezTo>
                    <a:pt x="0" y="32"/>
                    <a:pt x="16" y="63"/>
                    <a:pt x="32" y="80"/>
                  </a:cubicBezTo>
                  <a:lnTo>
                    <a:pt x="47" y="80"/>
                  </a:lnTo>
                  <a:cubicBezTo>
                    <a:pt x="63" y="80"/>
                    <a:pt x="63" y="80"/>
                    <a:pt x="79" y="63"/>
                  </a:cubicBezTo>
                  <a:lnTo>
                    <a:pt x="79" y="48"/>
                  </a:lnTo>
                  <a:cubicBezTo>
                    <a:pt x="95" y="32"/>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2" name="Google Shape;2162;p38"/>
            <p:cNvSpPr/>
            <p:nvPr/>
          </p:nvSpPr>
          <p:spPr>
            <a:xfrm>
              <a:off x="3236622" y="1774229"/>
              <a:ext cx="3053" cy="2512"/>
            </a:xfrm>
            <a:custGeom>
              <a:avLst/>
              <a:gdLst/>
              <a:ahLst/>
              <a:cxnLst/>
              <a:rect l="l" t="t" r="r" b="b"/>
              <a:pathLst>
                <a:path w="96" h="79" extrusionOk="0">
                  <a:moveTo>
                    <a:pt x="48" y="1"/>
                  </a:moveTo>
                  <a:lnTo>
                    <a:pt x="32" y="1"/>
                  </a:lnTo>
                  <a:lnTo>
                    <a:pt x="17" y="16"/>
                  </a:lnTo>
                  <a:cubicBezTo>
                    <a:pt x="1" y="32"/>
                    <a:pt x="1" y="47"/>
                    <a:pt x="17" y="64"/>
                  </a:cubicBezTo>
                  <a:lnTo>
                    <a:pt x="32" y="79"/>
                  </a:lnTo>
                  <a:lnTo>
                    <a:pt x="64" y="79"/>
                  </a:lnTo>
                  <a:lnTo>
                    <a:pt x="80" y="79"/>
                  </a:lnTo>
                  <a:cubicBezTo>
                    <a:pt x="95" y="64"/>
                    <a:pt x="95" y="32"/>
                    <a:pt x="80"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3" name="Google Shape;2163;p38"/>
            <p:cNvSpPr/>
            <p:nvPr/>
          </p:nvSpPr>
          <p:spPr>
            <a:xfrm>
              <a:off x="3261206" y="1771716"/>
              <a:ext cx="3021" cy="3021"/>
            </a:xfrm>
            <a:custGeom>
              <a:avLst/>
              <a:gdLst/>
              <a:ahLst/>
              <a:cxnLst/>
              <a:rect l="l" t="t" r="r" b="b"/>
              <a:pathLst>
                <a:path w="95" h="95" extrusionOk="0">
                  <a:moveTo>
                    <a:pt x="47" y="0"/>
                  </a:moveTo>
                  <a:lnTo>
                    <a:pt x="47" y="0"/>
                  </a:lnTo>
                  <a:cubicBezTo>
                    <a:pt x="32" y="0"/>
                    <a:pt x="32" y="17"/>
                    <a:pt x="15" y="17"/>
                  </a:cubicBezTo>
                  <a:lnTo>
                    <a:pt x="15" y="48"/>
                  </a:lnTo>
                  <a:lnTo>
                    <a:pt x="0" y="48"/>
                  </a:lnTo>
                  <a:lnTo>
                    <a:pt x="0" y="80"/>
                  </a:lnTo>
                  <a:cubicBezTo>
                    <a:pt x="15" y="80"/>
                    <a:pt x="15" y="95"/>
                    <a:pt x="15" y="95"/>
                  </a:cubicBezTo>
                  <a:lnTo>
                    <a:pt x="32" y="95"/>
                  </a:lnTo>
                  <a:cubicBezTo>
                    <a:pt x="47" y="95"/>
                    <a:pt x="63" y="95"/>
                    <a:pt x="63" y="80"/>
                  </a:cubicBezTo>
                  <a:lnTo>
                    <a:pt x="63" y="80"/>
                  </a:lnTo>
                  <a:lnTo>
                    <a:pt x="78" y="63"/>
                  </a:lnTo>
                  <a:lnTo>
                    <a:pt x="78" y="48"/>
                  </a:lnTo>
                  <a:cubicBezTo>
                    <a:pt x="95" y="32"/>
                    <a:pt x="78"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4" name="Google Shape;2164;p38"/>
            <p:cNvSpPr/>
            <p:nvPr/>
          </p:nvSpPr>
          <p:spPr>
            <a:xfrm>
              <a:off x="3333369" y="1776709"/>
              <a:ext cx="3021" cy="2576"/>
            </a:xfrm>
            <a:custGeom>
              <a:avLst/>
              <a:gdLst/>
              <a:ahLst/>
              <a:cxnLst/>
              <a:rect l="l" t="t" r="r" b="b"/>
              <a:pathLst>
                <a:path w="95" h="81" extrusionOk="0">
                  <a:moveTo>
                    <a:pt x="47" y="1"/>
                  </a:moveTo>
                  <a:lnTo>
                    <a:pt x="32" y="1"/>
                  </a:lnTo>
                  <a:cubicBezTo>
                    <a:pt x="32" y="1"/>
                    <a:pt x="15" y="1"/>
                    <a:pt x="15" y="17"/>
                  </a:cubicBezTo>
                  <a:cubicBezTo>
                    <a:pt x="0" y="32"/>
                    <a:pt x="0" y="49"/>
                    <a:pt x="15" y="64"/>
                  </a:cubicBezTo>
                  <a:lnTo>
                    <a:pt x="32" y="80"/>
                  </a:lnTo>
                  <a:lnTo>
                    <a:pt x="63" y="80"/>
                  </a:lnTo>
                  <a:cubicBezTo>
                    <a:pt x="63" y="80"/>
                    <a:pt x="78" y="80"/>
                    <a:pt x="78" y="64"/>
                  </a:cubicBezTo>
                  <a:cubicBezTo>
                    <a:pt x="95" y="49"/>
                    <a:pt x="95" y="32"/>
                    <a:pt x="78"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5" name="Google Shape;2165;p38"/>
            <p:cNvSpPr/>
            <p:nvPr/>
          </p:nvSpPr>
          <p:spPr>
            <a:xfrm>
              <a:off x="3287730" y="1781257"/>
              <a:ext cx="3053" cy="3021"/>
            </a:xfrm>
            <a:custGeom>
              <a:avLst/>
              <a:gdLst/>
              <a:ahLst/>
              <a:cxnLst/>
              <a:rect l="l" t="t" r="r" b="b"/>
              <a:pathLst>
                <a:path w="96" h="95" extrusionOk="0">
                  <a:moveTo>
                    <a:pt x="32" y="0"/>
                  </a:moveTo>
                  <a:lnTo>
                    <a:pt x="32" y="0"/>
                  </a:lnTo>
                  <a:lnTo>
                    <a:pt x="17" y="15"/>
                  </a:lnTo>
                  <a:cubicBezTo>
                    <a:pt x="1" y="32"/>
                    <a:pt x="1" y="47"/>
                    <a:pt x="17" y="63"/>
                  </a:cubicBezTo>
                  <a:lnTo>
                    <a:pt x="32" y="78"/>
                  </a:lnTo>
                  <a:lnTo>
                    <a:pt x="49" y="95"/>
                  </a:lnTo>
                  <a:cubicBezTo>
                    <a:pt x="64" y="95"/>
                    <a:pt x="80" y="78"/>
                    <a:pt x="80" y="78"/>
                  </a:cubicBezTo>
                  <a:cubicBezTo>
                    <a:pt x="95" y="63"/>
                    <a:pt x="95" y="32"/>
                    <a:pt x="80" y="32"/>
                  </a:cubicBezTo>
                  <a:lnTo>
                    <a:pt x="64" y="15"/>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6" name="Google Shape;2166;p38"/>
            <p:cNvSpPr/>
            <p:nvPr/>
          </p:nvSpPr>
          <p:spPr>
            <a:xfrm>
              <a:off x="3095827" y="1799767"/>
              <a:ext cx="2544" cy="2544"/>
            </a:xfrm>
            <a:custGeom>
              <a:avLst/>
              <a:gdLst/>
              <a:ahLst/>
              <a:cxnLst/>
              <a:rect l="l" t="t" r="r" b="b"/>
              <a:pathLst>
                <a:path w="80" h="80" extrusionOk="0">
                  <a:moveTo>
                    <a:pt x="48" y="1"/>
                  </a:moveTo>
                  <a:lnTo>
                    <a:pt x="48" y="1"/>
                  </a:lnTo>
                  <a:cubicBezTo>
                    <a:pt x="32" y="1"/>
                    <a:pt x="32" y="1"/>
                    <a:pt x="32" y="17"/>
                  </a:cubicBezTo>
                  <a:lnTo>
                    <a:pt x="16" y="32"/>
                  </a:lnTo>
                  <a:cubicBezTo>
                    <a:pt x="1" y="48"/>
                    <a:pt x="1" y="64"/>
                    <a:pt x="16" y="80"/>
                  </a:cubicBezTo>
                  <a:lnTo>
                    <a:pt x="32" y="80"/>
                  </a:lnTo>
                  <a:cubicBezTo>
                    <a:pt x="48" y="80"/>
                    <a:pt x="64" y="80"/>
                    <a:pt x="64" y="64"/>
                  </a:cubicBezTo>
                  <a:lnTo>
                    <a:pt x="79" y="48"/>
                  </a:lnTo>
                  <a:lnTo>
                    <a:pt x="79" y="48"/>
                  </a:lnTo>
                  <a:lnTo>
                    <a:pt x="79" y="17"/>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7" name="Google Shape;2167;p38"/>
            <p:cNvSpPr/>
            <p:nvPr/>
          </p:nvSpPr>
          <p:spPr>
            <a:xfrm>
              <a:off x="3098339" y="1799290"/>
              <a:ext cx="3021" cy="3021"/>
            </a:xfrm>
            <a:custGeom>
              <a:avLst/>
              <a:gdLst/>
              <a:ahLst/>
              <a:cxnLst/>
              <a:rect l="l" t="t" r="r" b="b"/>
              <a:pathLst>
                <a:path w="95" h="95" extrusionOk="0">
                  <a:moveTo>
                    <a:pt x="48" y="0"/>
                  </a:moveTo>
                  <a:lnTo>
                    <a:pt x="48" y="0"/>
                  </a:lnTo>
                  <a:cubicBezTo>
                    <a:pt x="32" y="0"/>
                    <a:pt x="32" y="16"/>
                    <a:pt x="16" y="16"/>
                  </a:cubicBezTo>
                  <a:lnTo>
                    <a:pt x="16" y="32"/>
                  </a:lnTo>
                  <a:lnTo>
                    <a:pt x="0" y="32"/>
                  </a:lnTo>
                  <a:lnTo>
                    <a:pt x="0" y="63"/>
                  </a:lnTo>
                  <a:lnTo>
                    <a:pt x="16" y="79"/>
                  </a:lnTo>
                  <a:lnTo>
                    <a:pt x="32" y="95"/>
                  </a:lnTo>
                  <a:cubicBezTo>
                    <a:pt x="48" y="95"/>
                    <a:pt x="63" y="79"/>
                    <a:pt x="63" y="79"/>
                  </a:cubicBezTo>
                  <a:lnTo>
                    <a:pt x="79" y="63"/>
                  </a:lnTo>
                  <a:cubicBezTo>
                    <a:pt x="95" y="47"/>
                    <a:pt x="79" y="16"/>
                    <a:pt x="79" y="16"/>
                  </a:cubicBez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8" name="Google Shape;2168;p38"/>
            <p:cNvSpPr/>
            <p:nvPr/>
          </p:nvSpPr>
          <p:spPr>
            <a:xfrm>
              <a:off x="3050729" y="1804792"/>
              <a:ext cx="2544" cy="3021"/>
            </a:xfrm>
            <a:custGeom>
              <a:avLst/>
              <a:gdLst/>
              <a:ahLst/>
              <a:cxnLst/>
              <a:rect l="l" t="t" r="r" b="b"/>
              <a:pathLst>
                <a:path w="80" h="95" extrusionOk="0">
                  <a:moveTo>
                    <a:pt x="48" y="0"/>
                  </a:moveTo>
                  <a:lnTo>
                    <a:pt x="48" y="0"/>
                  </a:lnTo>
                  <a:cubicBezTo>
                    <a:pt x="32" y="0"/>
                    <a:pt x="32" y="0"/>
                    <a:pt x="16" y="16"/>
                  </a:cubicBezTo>
                  <a:lnTo>
                    <a:pt x="16" y="32"/>
                  </a:lnTo>
                  <a:lnTo>
                    <a:pt x="16" y="48"/>
                  </a:lnTo>
                  <a:lnTo>
                    <a:pt x="16" y="48"/>
                  </a:lnTo>
                  <a:cubicBezTo>
                    <a:pt x="1" y="63"/>
                    <a:pt x="16" y="79"/>
                    <a:pt x="32" y="95"/>
                  </a:cubicBezTo>
                  <a:lnTo>
                    <a:pt x="48" y="95"/>
                  </a:lnTo>
                  <a:lnTo>
                    <a:pt x="48" y="95"/>
                  </a:lnTo>
                  <a:cubicBezTo>
                    <a:pt x="64" y="95"/>
                    <a:pt x="64" y="79"/>
                    <a:pt x="79" y="63"/>
                  </a:cubicBezTo>
                  <a:lnTo>
                    <a:pt x="79" y="63"/>
                  </a:lnTo>
                  <a:lnTo>
                    <a:pt x="79" y="48"/>
                  </a:lnTo>
                  <a:lnTo>
                    <a:pt x="79" y="32"/>
                  </a:lnTo>
                  <a:lnTo>
                    <a:pt x="79" y="32"/>
                  </a:lnTo>
                  <a:cubicBezTo>
                    <a:pt x="79"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9" name="Google Shape;2169;p38"/>
            <p:cNvSpPr/>
            <p:nvPr/>
          </p:nvSpPr>
          <p:spPr>
            <a:xfrm>
              <a:off x="3206090" y="1774229"/>
              <a:ext cx="3021" cy="2512"/>
            </a:xfrm>
            <a:custGeom>
              <a:avLst/>
              <a:gdLst/>
              <a:ahLst/>
              <a:cxnLst/>
              <a:rect l="l" t="t" r="r" b="b"/>
              <a:pathLst>
                <a:path w="95" h="79" extrusionOk="0">
                  <a:moveTo>
                    <a:pt x="32" y="1"/>
                  </a:moveTo>
                  <a:lnTo>
                    <a:pt x="32" y="1"/>
                  </a:lnTo>
                  <a:cubicBezTo>
                    <a:pt x="15" y="1"/>
                    <a:pt x="15" y="1"/>
                    <a:pt x="0" y="16"/>
                  </a:cubicBezTo>
                  <a:cubicBezTo>
                    <a:pt x="0" y="16"/>
                    <a:pt x="0" y="47"/>
                    <a:pt x="15" y="64"/>
                  </a:cubicBezTo>
                  <a:lnTo>
                    <a:pt x="32" y="64"/>
                  </a:lnTo>
                  <a:cubicBezTo>
                    <a:pt x="32" y="79"/>
                    <a:pt x="47" y="79"/>
                    <a:pt x="47" y="79"/>
                  </a:cubicBezTo>
                  <a:cubicBezTo>
                    <a:pt x="63" y="79"/>
                    <a:pt x="78" y="79"/>
                    <a:pt x="78" y="64"/>
                  </a:cubicBezTo>
                  <a:cubicBezTo>
                    <a:pt x="95" y="47"/>
                    <a:pt x="95" y="32"/>
                    <a:pt x="78" y="16"/>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0" name="Google Shape;2170;p38"/>
            <p:cNvSpPr/>
            <p:nvPr/>
          </p:nvSpPr>
          <p:spPr>
            <a:xfrm>
              <a:off x="3358398" y="1757691"/>
              <a:ext cx="3530" cy="3021"/>
            </a:xfrm>
            <a:custGeom>
              <a:avLst/>
              <a:gdLst/>
              <a:ahLst/>
              <a:cxnLst/>
              <a:rect l="l" t="t" r="r" b="b"/>
              <a:pathLst>
                <a:path w="111" h="95" extrusionOk="0">
                  <a:moveTo>
                    <a:pt x="79" y="0"/>
                  </a:moveTo>
                  <a:lnTo>
                    <a:pt x="79" y="0"/>
                  </a:lnTo>
                  <a:cubicBezTo>
                    <a:pt x="64" y="0"/>
                    <a:pt x="47" y="0"/>
                    <a:pt x="47" y="16"/>
                  </a:cubicBezTo>
                  <a:lnTo>
                    <a:pt x="32" y="32"/>
                  </a:lnTo>
                  <a:lnTo>
                    <a:pt x="32" y="32"/>
                  </a:lnTo>
                  <a:lnTo>
                    <a:pt x="32" y="32"/>
                  </a:lnTo>
                  <a:lnTo>
                    <a:pt x="16" y="32"/>
                  </a:lnTo>
                  <a:lnTo>
                    <a:pt x="16" y="32"/>
                  </a:lnTo>
                  <a:cubicBezTo>
                    <a:pt x="1" y="32"/>
                    <a:pt x="1" y="48"/>
                    <a:pt x="1" y="63"/>
                  </a:cubicBezTo>
                  <a:lnTo>
                    <a:pt x="1" y="79"/>
                  </a:lnTo>
                  <a:cubicBezTo>
                    <a:pt x="1" y="95"/>
                    <a:pt x="16" y="95"/>
                    <a:pt x="32" y="95"/>
                  </a:cubicBezTo>
                  <a:lnTo>
                    <a:pt x="47" y="95"/>
                  </a:lnTo>
                  <a:lnTo>
                    <a:pt x="47" y="95"/>
                  </a:lnTo>
                  <a:cubicBezTo>
                    <a:pt x="64" y="95"/>
                    <a:pt x="79" y="95"/>
                    <a:pt x="79" y="79"/>
                  </a:cubicBezTo>
                  <a:lnTo>
                    <a:pt x="110" y="48"/>
                  </a:lnTo>
                  <a:lnTo>
                    <a:pt x="110" y="48"/>
                  </a:lnTo>
                  <a:cubicBezTo>
                    <a:pt x="110" y="32"/>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1" name="Google Shape;2171;p38"/>
            <p:cNvSpPr/>
            <p:nvPr/>
          </p:nvSpPr>
          <p:spPr>
            <a:xfrm>
              <a:off x="3432564" y="1766691"/>
              <a:ext cx="2512" cy="2576"/>
            </a:xfrm>
            <a:custGeom>
              <a:avLst/>
              <a:gdLst/>
              <a:ahLst/>
              <a:cxnLst/>
              <a:rect l="l" t="t" r="r" b="b"/>
              <a:pathLst>
                <a:path w="79" h="81" extrusionOk="0">
                  <a:moveTo>
                    <a:pt x="47" y="1"/>
                  </a:moveTo>
                  <a:lnTo>
                    <a:pt x="47" y="1"/>
                  </a:lnTo>
                  <a:lnTo>
                    <a:pt x="16" y="1"/>
                  </a:lnTo>
                  <a:lnTo>
                    <a:pt x="1" y="17"/>
                  </a:lnTo>
                  <a:lnTo>
                    <a:pt x="1" y="49"/>
                  </a:lnTo>
                  <a:cubicBezTo>
                    <a:pt x="1" y="49"/>
                    <a:pt x="1" y="64"/>
                    <a:pt x="16" y="64"/>
                  </a:cubicBezTo>
                  <a:cubicBezTo>
                    <a:pt x="16" y="80"/>
                    <a:pt x="32" y="80"/>
                    <a:pt x="32" y="80"/>
                  </a:cubicBezTo>
                  <a:lnTo>
                    <a:pt x="32" y="80"/>
                  </a:lnTo>
                  <a:cubicBezTo>
                    <a:pt x="47" y="80"/>
                    <a:pt x="47" y="80"/>
                    <a:pt x="64" y="64"/>
                  </a:cubicBezTo>
                  <a:lnTo>
                    <a:pt x="79" y="49"/>
                  </a:lnTo>
                  <a:cubicBezTo>
                    <a:pt x="79" y="32"/>
                    <a:pt x="79"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2" name="Google Shape;2172;p38"/>
            <p:cNvSpPr/>
            <p:nvPr/>
          </p:nvSpPr>
          <p:spPr>
            <a:xfrm>
              <a:off x="3053751" y="1806287"/>
              <a:ext cx="3021" cy="3053"/>
            </a:xfrm>
            <a:custGeom>
              <a:avLst/>
              <a:gdLst/>
              <a:ahLst/>
              <a:cxnLst/>
              <a:rect l="l" t="t" r="r" b="b"/>
              <a:pathLst>
                <a:path w="95" h="96" extrusionOk="0">
                  <a:moveTo>
                    <a:pt x="47" y="1"/>
                  </a:moveTo>
                  <a:lnTo>
                    <a:pt x="47" y="1"/>
                  </a:lnTo>
                  <a:lnTo>
                    <a:pt x="32" y="16"/>
                  </a:lnTo>
                  <a:lnTo>
                    <a:pt x="16" y="32"/>
                  </a:lnTo>
                  <a:cubicBezTo>
                    <a:pt x="0" y="48"/>
                    <a:pt x="0" y="64"/>
                    <a:pt x="16" y="79"/>
                  </a:cubicBezTo>
                  <a:lnTo>
                    <a:pt x="32" y="95"/>
                  </a:lnTo>
                  <a:cubicBezTo>
                    <a:pt x="47" y="95"/>
                    <a:pt x="63" y="79"/>
                    <a:pt x="63" y="79"/>
                  </a:cubicBezTo>
                  <a:lnTo>
                    <a:pt x="79" y="64"/>
                  </a:lnTo>
                  <a:cubicBezTo>
                    <a:pt x="95" y="48"/>
                    <a:pt x="95" y="32"/>
                    <a:pt x="79" y="16"/>
                  </a:cubicBezTo>
                  <a:cubicBezTo>
                    <a:pt x="63" y="1"/>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3" name="Google Shape;2173;p38"/>
            <p:cNvSpPr/>
            <p:nvPr/>
          </p:nvSpPr>
          <p:spPr>
            <a:xfrm>
              <a:off x="3330347" y="1777727"/>
              <a:ext cx="3053" cy="2544"/>
            </a:xfrm>
            <a:custGeom>
              <a:avLst/>
              <a:gdLst/>
              <a:ahLst/>
              <a:cxnLst/>
              <a:rect l="l" t="t" r="r" b="b"/>
              <a:pathLst>
                <a:path w="96" h="80" extrusionOk="0">
                  <a:moveTo>
                    <a:pt x="32" y="0"/>
                  </a:moveTo>
                  <a:lnTo>
                    <a:pt x="32" y="0"/>
                  </a:lnTo>
                  <a:cubicBezTo>
                    <a:pt x="16" y="0"/>
                    <a:pt x="1" y="17"/>
                    <a:pt x="1" y="32"/>
                  </a:cubicBezTo>
                  <a:cubicBezTo>
                    <a:pt x="1" y="32"/>
                    <a:pt x="1" y="48"/>
                    <a:pt x="16" y="48"/>
                  </a:cubicBezTo>
                  <a:cubicBezTo>
                    <a:pt x="16" y="63"/>
                    <a:pt x="16" y="63"/>
                    <a:pt x="32" y="63"/>
                  </a:cubicBezTo>
                  <a:lnTo>
                    <a:pt x="32" y="63"/>
                  </a:lnTo>
                  <a:lnTo>
                    <a:pt x="47" y="80"/>
                  </a:lnTo>
                  <a:lnTo>
                    <a:pt x="64" y="80"/>
                  </a:lnTo>
                  <a:cubicBezTo>
                    <a:pt x="64" y="80"/>
                    <a:pt x="79" y="80"/>
                    <a:pt x="79" y="63"/>
                  </a:cubicBezTo>
                  <a:cubicBezTo>
                    <a:pt x="95" y="63"/>
                    <a:pt x="95" y="63"/>
                    <a:pt x="95" y="48"/>
                  </a:cubicBezTo>
                  <a:cubicBezTo>
                    <a:pt x="95" y="32"/>
                    <a:pt x="95" y="17"/>
                    <a:pt x="64" y="0"/>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4" name="Google Shape;2174;p38"/>
            <p:cNvSpPr/>
            <p:nvPr/>
          </p:nvSpPr>
          <p:spPr>
            <a:xfrm>
              <a:off x="3257676" y="1769712"/>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3"/>
                    <a:pt x="17" y="80"/>
                  </a:cubicBezTo>
                  <a:lnTo>
                    <a:pt x="48" y="80"/>
                  </a:lnTo>
                  <a:lnTo>
                    <a:pt x="63" y="80"/>
                  </a:lnTo>
                  <a:lnTo>
                    <a:pt x="80" y="48"/>
                  </a:lnTo>
                  <a:cubicBezTo>
                    <a:pt x="95" y="48"/>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5" name="Google Shape;2175;p38"/>
            <p:cNvSpPr/>
            <p:nvPr/>
          </p:nvSpPr>
          <p:spPr>
            <a:xfrm>
              <a:off x="3434568" y="1750662"/>
              <a:ext cx="3530" cy="3562"/>
            </a:xfrm>
            <a:custGeom>
              <a:avLst/>
              <a:gdLst/>
              <a:ahLst/>
              <a:cxnLst/>
              <a:rect l="l" t="t" r="r" b="b"/>
              <a:pathLst>
                <a:path w="111" h="112" extrusionOk="0">
                  <a:moveTo>
                    <a:pt x="79" y="0"/>
                  </a:moveTo>
                  <a:lnTo>
                    <a:pt x="64" y="0"/>
                  </a:lnTo>
                  <a:cubicBezTo>
                    <a:pt x="64" y="17"/>
                    <a:pt x="64" y="17"/>
                    <a:pt x="47" y="17"/>
                  </a:cubicBezTo>
                  <a:lnTo>
                    <a:pt x="32" y="17"/>
                  </a:lnTo>
                  <a:lnTo>
                    <a:pt x="16" y="17"/>
                  </a:lnTo>
                  <a:cubicBezTo>
                    <a:pt x="1" y="32"/>
                    <a:pt x="1" y="48"/>
                    <a:pt x="1" y="63"/>
                  </a:cubicBezTo>
                  <a:lnTo>
                    <a:pt x="1" y="63"/>
                  </a:lnTo>
                  <a:lnTo>
                    <a:pt x="32" y="95"/>
                  </a:lnTo>
                  <a:cubicBezTo>
                    <a:pt x="32" y="111"/>
                    <a:pt x="47" y="111"/>
                    <a:pt x="47" y="111"/>
                  </a:cubicBezTo>
                  <a:lnTo>
                    <a:pt x="47" y="111"/>
                  </a:lnTo>
                  <a:lnTo>
                    <a:pt x="79" y="111"/>
                  </a:lnTo>
                  <a:lnTo>
                    <a:pt x="79" y="111"/>
                  </a:lnTo>
                  <a:lnTo>
                    <a:pt x="95" y="95"/>
                  </a:lnTo>
                  <a:lnTo>
                    <a:pt x="95" y="80"/>
                  </a:lnTo>
                  <a:lnTo>
                    <a:pt x="110" y="48"/>
                  </a:lnTo>
                  <a:cubicBezTo>
                    <a:pt x="110" y="32"/>
                    <a:pt x="110" y="17"/>
                    <a:pt x="95" y="17"/>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6" name="Google Shape;2176;p38"/>
            <p:cNvSpPr/>
            <p:nvPr/>
          </p:nvSpPr>
          <p:spPr>
            <a:xfrm>
              <a:off x="3423023" y="1764687"/>
              <a:ext cx="3053" cy="2576"/>
            </a:xfrm>
            <a:custGeom>
              <a:avLst/>
              <a:gdLst/>
              <a:ahLst/>
              <a:cxnLst/>
              <a:rect l="l" t="t" r="r" b="b"/>
              <a:pathLst>
                <a:path w="96" h="81" extrusionOk="0">
                  <a:moveTo>
                    <a:pt x="49" y="1"/>
                  </a:moveTo>
                  <a:lnTo>
                    <a:pt x="32" y="1"/>
                  </a:lnTo>
                  <a:lnTo>
                    <a:pt x="17" y="1"/>
                  </a:lnTo>
                  <a:lnTo>
                    <a:pt x="17" y="1"/>
                  </a:lnTo>
                  <a:cubicBezTo>
                    <a:pt x="1" y="17"/>
                    <a:pt x="1" y="49"/>
                    <a:pt x="17" y="49"/>
                  </a:cubicBezTo>
                  <a:lnTo>
                    <a:pt x="32" y="64"/>
                  </a:lnTo>
                  <a:lnTo>
                    <a:pt x="49" y="80"/>
                  </a:lnTo>
                  <a:lnTo>
                    <a:pt x="64" y="80"/>
                  </a:lnTo>
                  <a:cubicBezTo>
                    <a:pt x="64" y="80"/>
                    <a:pt x="80" y="80"/>
                    <a:pt x="80" y="64"/>
                  </a:cubicBezTo>
                  <a:cubicBezTo>
                    <a:pt x="95" y="49"/>
                    <a:pt x="95" y="32"/>
                    <a:pt x="80" y="17"/>
                  </a:cubicBez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7" name="Google Shape;2177;p38"/>
            <p:cNvSpPr/>
            <p:nvPr/>
          </p:nvSpPr>
          <p:spPr>
            <a:xfrm>
              <a:off x="3195054" y="1787268"/>
              <a:ext cx="4516" cy="3021"/>
            </a:xfrm>
            <a:custGeom>
              <a:avLst/>
              <a:gdLst/>
              <a:ahLst/>
              <a:cxnLst/>
              <a:rect l="l" t="t" r="r" b="b"/>
              <a:pathLst>
                <a:path w="142" h="95" extrusionOk="0">
                  <a:moveTo>
                    <a:pt x="47" y="0"/>
                  </a:moveTo>
                  <a:lnTo>
                    <a:pt x="32" y="0"/>
                  </a:lnTo>
                  <a:lnTo>
                    <a:pt x="16" y="0"/>
                  </a:lnTo>
                  <a:lnTo>
                    <a:pt x="16" y="15"/>
                  </a:lnTo>
                  <a:cubicBezTo>
                    <a:pt x="0" y="32"/>
                    <a:pt x="0" y="47"/>
                    <a:pt x="32" y="63"/>
                  </a:cubicBezTo>
                  <a:lnTo>
                    <a:pt x="32" y="63"/>
                  </a:lnTo>
                  <a:lnTo>
                    <a:pt x="79" y="78"/>
                  </a:lnTo>
                  <a:lnTo>
                    <a:pt x="95" y="95"/>
                  </a:lnTo>
                  <a:lnTo>
                    <a:pt x="110" y="95"/>
                  </a:lnTo>
                  <a:cubicBezTo>
                    <a:pt x="110" y="95"/>
                    <a:pt x="127" y="78"/>
                    <a:pt x="142" y="78"/>
                  </a:cubicBezTo>
                  <a:cubicBezTo>
                    <a:pt x="142" y="63"/>
                    <a:pt x="142" y="32"/>
                    <a:pt x="127" y="32"/>
                  </a:cubicBezTo>
                  <a:lnTo>
                    <a:pt x="110" y="32"/>
                  </a:lnTo>
                  <a:lnTo>
                    <a:pt x="95" y="15"/>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grpSp>
      <p:pic>
        <p:nvPicPr>
          <p:cNvPr id="2183" name="Google Shape;2183;p38"/>
          <p:cNvPicPr preferRelativeResize="0"/>
          <p:nvPr/>
        </p:nvPicPr>
        <p:blipFill>
          <a:blip r:embed="rId3">
            <a:alphaModFix/>
          </a:blip>
          <a:stretch>
            <a:fillRect/>
          </a:stretch>
        </p:blipFill>
        <p:spPr>
          <a:xfrm rot="1091411" flipH="1">
            <a:off x="-32180" y="3730959"/>
            <a:ext cx="1008387" cy="1052353"/>
          </a:xfrm>
          <a:prstGeom prst="rect">
            <a:avLst/>
          </a:prstGeom>
          <a:noFill/>
          <a:ln>
            <a:noFill/>
          </a:ln>
        </p:spPr>
      </p:pic>
      <p:sp>
        <p:nvSpPr>
          <p:cNvPr id="2184" name="Google Shape;2184;p38"/>
          <p:cNvSpPr/>
          <p:nvPr/>
        </p:nvSpPr>
        <p:spPr>
          <a:xfrm rot="-1305378">
            <a:off x="6405603" y="508783"/>
            <a:ext cx="875713" cy="618025"/>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85" name="Google Shape;2185;p38"/>
          <p:cNvSpPr/>
          <p:nvPr/>
        </p:nvSpPr>
        <p:spPr>
          <a:xfrm rot="-3714108">
            <a:off x="168041" y="258723"/>
            <a:ext cx="875706" cy="618021"/>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 name="כותרת 2">
            <a:extLst>
              <a:ext uri="{FF2B5EF4-FFF2-40B4-BE49-F238E27FC236}">
                <a16:creationId xmlns:a16="http://schemas.microsoft.com/office/drawing/2014/main" id="{D202561C-5841-C6E0-FEBB-CE77E90649C3}"/>
              </a:ext>
            </a:extLst>
          </p:cNvPr>
          <p:cNvSpPr>
            <a:spLocks noGrp="1"/>
          </p:cNvSpPr>
          <p:nvPr>
            <p:ph type="title"/>
          </p:nvPr>
        </p:nvSpPr>
        <p:spPr>
          <a:xfrm>
            <a:off x="1145829" y="995748"/>
            <a:ext cx="4068402" cy="2865498"/>
          </a:xfrm>
        </p:spPr>
        <p:txBody>
          <a:bodyPr/>
          <a:lstStyle/>
          <a:p>
            <a:pPr algn="r" rtl="1"/>
            <a:br>
              <a:rPr kumimoji="0" lang="he-IL" sz="1200" b="1" i="0" u="none" strike="noStrike" kern="1200" cap="none" spc="0" normalizeH="0" baseline="0" noProof="0" dirty="0">
                <a:ln>
                  <a:noFill/>
                </a:ln>
                <a:solidFill>
                  <a:srgbClr val="F89C7A">
                    <a:lumMod val="50000"/>
                  </a:srgbClr>
                </a:solidFill>
                <a:effectLst/>
                <a:uLnTx/>
                <a:uFillTx/>
                <a:latin typeface="David" panose="020E0502060401010101" pitchFamily="34" charset="-79"/>
                <a:ea typeface="+mn-ea"/>
                <a:cs typeface="David" panose="020E0502060401010101" pitchFamily="34" charset="-79"/>
                <a:sym typeface="Aleo"/>
              </a:rPr>
            </a:br>
            <a:br>
              <a:rPr kumimoji="0" lang="he-IL" sz="1200" b="1" i="0" u="none" strike="noStrike" kern="1200" cap="none" spc="0" normalizeH="0" baseline="0" noProof="0" dirty="0">
                <a:ln>
                  <a:noFill/>
                </a:ln>
                <a:solidFill>
                  <a:srgbClr val="F89C7A">
                    <a:lumMod val="50000"/>
                  </a:srgbClr>
                </a:solidFill>
                <a:effectLst/>
                <a:uLnTx/>
                <a:uFillTx/>
                <a:latin typeface="David" panose="020E0502060401010101" pitchFamily="34" charset="-79"/>
                <a:ea typeface="+mn-ea"/>
                <a:cs typeface="David" panose="020E0502060401010101" pitchFamily="34" charset="-79"/>
                <a:sym typeface="Aleo"/>
              </a:rPr>
            </a:br>
            <a:br>
              <a:rPr kumimoji="0" lang="he-IL" sz="1200" b="1" i="0" u="none" strike="noStrike" kern="1200" cap="none" spc="0" normalizeH="0" baseline="0" noProof="0" dirty="0">
                <a:ln>
                  <a:noFill/>
                </a:ln>
                <a:solidFill>
                  <a:srgbClr val="F89C7A">
                    <a:lumMod val="50000"/>
                  </a:srgbClr>
                </a:solidFill>
                <a:effectLst/>
                <a:uLnTx/>
                <a:uFillTx/>
                <a:latin typeface="David" panose="020E0502060401010101" pitchFamily="34" charset="-79"/>
                <a:ea typeface="+mn-ea"/>
                <a:cs typeface="David" panose="020E0502060401010101" pitchFamily="34" charset="-79"/>
                <a:sym typeface="Aleo"/>
              </a:rPr>
            </a:br>
            <a:endParaRPr lang="he-IL" dirty="0">
              <a:solidFill>
                <a:schemeClr val="tx1"/>
              </a:solidFill>
              <a:latin typeface="David" panose="020E0502060401010101" pitchFamily="34" charset="-79"/>
              <a:cs typeface="David" panose="020E0502060401010101" pitchFamily="34" charset="-79"/>
            </a:endParaRPr>
          </a:p>
        </p:txBody>
      </p:sp>
      <p:sp>
        <p:nvSpPr>
          <p:cNvPr id="8" name="תיבת טקסט 7">
            <a:extLst>
              <a:ext uri="{FF2B5EF4-FFF2-40B4-BE49-F238E27FC236}">
                <a16:creationId xmlns:a16="http://schemas.microsoft.com/office/drawing/2014/main" id="{9C5B0A1E-07C5-960A-915E-B9DF17968854}"/>
              </a:ext>
            </a:extLst>
          </p:cNvPr>
          <p:cNvSpPr txBox="1"/>
          <p:nvPr/>
        </p:nvSpPr>
        <p:spPr>
          <a:xfrm>
            <a:off x="5722870" y="1153102"/>
            <a:ext cx="2407373" cy="1569660"/>
          </a:xfrm>
          <a:prstGeom prst="rect">
            <a:avLst/>
          </a:prstGeom>
          <a:noFill/>
        </p:spPr>
        <p:txBody>
          <a:bodyPr wrap="square" rtlCol="1">
            <a:spAutoFit/>
          </a:bodyPr>
          <a:lstStyle/>
          <a:p>
            <a:pPr algn="ctr"/>
            <a:r>
              <a:rPr lang="he-IL" sz="2000" b="1" dirty="0">
                <a:solidFill>
                  <a:schemeClr val="accent3">
                    <a:lumMod val="50000"/>
                  </a:schemeClr>
                </a:solidFill>
                <a:latin typeface="David" panose="020E0502060401010101" pitchFamily="34" charset="-79"/>
                <a:cs typeface="David" panose="020E0502060401010101" pitchFamily="34" charset="-79"/>
              </a:rPr>
              <a:t>"</a:t>
            </a:r>
            <a:r>
              <a:rPr lang="he-IL" sz="2400" b="1" dirty="0">
                <a:solidFill>
                  <a:schemeClr val="accent3">
                    <a:lumMod val="50000"/>
                  </a:schemeClr>
                </a:solidFill>
                <a:latin typeface="David" panose="020E0502060401010101" pitchFamily="34" charset="-79"/>
                <a:cs typeface="David" panose="020E0502060401010101" pitchFamily="34" charset="-79"/>
              </a:rPr>
              <a:t>ה' עוז לעמו </a:t>
            </a:r>
            <a:r>
              <a:rPr lang="he-IL" sz="2400" b="1" dirty="0" err="1">
                <a:solidFill>
                  <a:schemeClr val="accent3">
                    <a:lumMod val="50000"/>
                  </a:schemeClr>
                </a:solidFill>
                <a:latin typeface="David" panose="020E0502060401010101" pitchFamily="34" charset="-79"/>
                <a:cs typeface="David" panose="020E0502060401010101" pitchFamily="34" charset="-79"/>
              </a:rPr>
              <a:t>יתן</a:t>
            </a:r>
            <a:r>
              <a:rPr lang="he-IL" sz="2400" b="1" dirty="0">
                <a:solidFill>
                  <a:schemeClr val="accent3">
                    <a:lumMod val="50000"/>
                  </a:schemeClr>
                </a:solidFill>
                <a:latin typeface="David" panose="020E0502060401010101" pitchFamily="34" charset="-79"/>
                <a:cs typeface="David" panose="020E0502060401010101" pitchFamily="34" charset="-79"/>
              </a:rPr>
              <a:t> </a:t>
            </a:r>
            <a:br>
              <a:rPr lang="he-IL" sz="2400" b="1" dirty="0">
                <a:solidFill>
                  <a:schemeClr val="accent3">
                    <a:lumMod val="50000"/>
                  </a:schemeClr>
                </a:solidFill>
                <a:latin typeface="David" panose="020E0502060401010101" pitchFamily="34" charset="-79"/>
                <a:cs typeface="David" panose="020E0502060401010101" pitchFamily="34" charset="-79"/>
              </a:rPr>
            </a:br>
            <a:r>
              <a:rPr lang="he-IL" sz="2400" b="1" dirty="0">
                <a:solidFill>
                  <a:schemeClr val="accent3">
                    <a:lumMod val="50000"/>
                  </a:schemeClr>
                </a:solidFill>
                <a:latin typeface="David" panose="020E0502060401010101" pitchFamily="34" charset="-79"/>
                <a:cs typeface="David" panose="020E0502060401010101" pitchFamily="34" charset="-79"/>
              </a:rPr>
              <a:t>ה' יברך את עמו בשלום"</a:t>
            </a:r>
            <a:br>
              <a:rPr lang="he-IL" sz="2400" b="1" dirty="0">
                <a:solidFill>
                  <a:schemeClr val="accent3">
                    <a:lumMod val="50000"/>
                  </a:schemeClr>
                </a:solidFill>
                <a:latin typeface="David" panose="020E0502060401010101" pitchFamily="34" charset="-79"/>
                <a:cs typeface="David" panose="020E0502060401010101" pitchFamily="34" charset="-79"/>
              </a:rPr>
            </a:br>
            <a:r>
              <a:rPr lang="he-IL" sz="1200" dirty="0">
                <a:solidFill>
                  <a:schemeClr val="accent3">
                    <a:lumMod val="50000"/>
                  </a:schemeClr>
                </a:solidFill>
                <a:latin typeface="David" panose="020E0502060401010101" pitchFamily="34" charset="-79"/>
                <a:cs typeface="David" panose="020E0502060401010101" pitchFamily="34" charset="-79"/>
              </a:rPr>
              <a:t>(תהילים </a:t>
            </a:r>
            <a:r>
              <a:rPr lang="he-IL" sz="1200" dirty="0" err="1">
                <a:solidFill>
                  <a:schemeClr val="accent3">
                    <a:lumMod val="50000"/>
                  </a:schemeClr>
                </a:solidFill>
                <a:latin typeface="David" panose="020E0502060401010101" pitchFamily="34" charset="-79"/>
                <a:cs typeface="David" panose="020E0502060401010101" pitchFamily="34" charset="-79"/>
              </a:rPr>
              <a:t>כ"ט,י"א</a:t>
            </a:r>
            <a:r>
              <a:rPr lang="he-IL" sz="1200" dirty="0">
                <a:solidFill>
                  <a:schemeClr val="accent3">
                    <a:lumMod val="50000"/>
                  </a:schemeClr>
                </a:solidFill>
                <a:latin typeface="David" panose="020E0502060401010101" pitchFamily="34" charset="-79"/>
                <a:cs typeface="David" panose="020E0502060401010101" pitchFamily="34" charset="-79"/>
              </a:rPr>
              <a:t>)</a:t>
            </a:r>
            <a:br>
              <a:rPr lang="he-IL" sz="1200" dirty="0">
                <a:latin typeface="David" panose="020E0502060401010101" pitchFamily="34" charset="-79"/>
                <a:cs typeface="David" panose="020E0502060401010101" pitchFamily="34" charset="-79"/>
              </a:rPr>
            </a:br>
            <a:endParaRPr lang="he-IL" sz="1200" dirty="0">
              <a:latin typeface="David" panose="020E0502060401010101" pitchFamily="34" charset="-79"/>
              <a:cs typeface="David" panose="020E0502060401010101" pitchFamily="34" charset="-79"/>
            </a:endParaRPr>
          </a:p>
        </p:txBody>
      </p:sp>
      <p:sp>
        <p:nvSpPr>
          <p:cNvPr id="9" name="Google Shape;8365;p54">
            <a:extLst>
              <a:ext uri="{FF2B5EF4-FFF2-40B4-BE49-F238E27FC236}">
                <a16:creationId xmlns:a16="http://schemas.microsoft.com/office/drawing/2014/main" id="{355C4D12-95E6-CC65-8E34-A74CB424175C}"/>
              </a:ext>
            </a:extLst>
          </p:cNvPr>
          <p:cNvSpPr txBox="1">
            <a:spLocks/>
          </p:cNvSpPr>
          <p:nvPr/>
        </p:nvSpPr>
        <p:spPr>
          <a:xfrm>
            <a:off x="5819546" y="2579771"/>
            <a:ext cx="2407372" cy="901887"/>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1pPr>
            <a:lvl2pPr marL="914400" marR="0" lvl="1"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2pPr>
            <a:lvl3pPr marL="1371600" marR="0" lvl="2"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3pPr>
            <a:lvl4pPr marL="1828800" marR="0" lvl="3"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4pPr>
            <a:lvl5pPr marL="2286000" marR="0" lvl="4"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5pPr>
            <a:lvl6pPr marL="2743200" marR="0" lvl="5"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6pPr>
            <a:lvl7pPr marL="3200400" marR="0" lvl="6"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7pPr>
            <a:lvl8pPr marL="3657600" marR="0" lvl="7"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8pPr>
            <a:lvl9pPr marL="4114800" marR="0" lvl="8"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9pPr>
          </a:lstStyle>
          <a:p>
            <a:pPr marL="0" indent="0" rtl="1">
              <a:spcBef>
                <a:spcPts val="1200"/>
              </a:spcBef>
              <a:buClrTx/>
              <a:buSzTx/>
              <a:buFontTx/>
              <a:buNone/>
              <a:defRPr/>
            </a:pPr>
            <a:r>
              <a:rPr lang="he-IL" sz="2800" b="1" kern="1200" dirty="0">
                <a:solidFill>
                  <a:srgbClr val="C00000"/>
                </a:solidFill>
                <a:latin typeface="David" panose="020E0502060401010101" pitchFamily="34" charset="-79"/>
                <a:ea typeface="+mn-ea"/>
                <a:cs typeface="David" panose="020E0502060401010101" pitchFamily="34" charset="-79"/>
              </a:rPr>
              <a:t>באיזה נוסח יתפללו?</a:t>
            </a:r>
          </a:p>
          <a:p>
            <a:pPr marL="0" indent="0" rtl="1">
              <a:spcBef>
                <a:spcPts val="1200"/>
              </a:spcBef>
              <a:buClrTx/>
              <a:buSzTx/>
              <a:buFontTx/>
              <a:buNone/>
              <a:defRPr/>
            </a:pPr>
            <a:endParaRPr lang="he-IL" kern="1200" dirty="0">
              <a:solidFill>
                <a:srgbClr val="002060"/>
              </a:solidFill>
              <a:latin typeface="David" panose="020E0502060401010101" pitchFamily="34" charset="-79"/>
              <a:ea typeface="+mn-ea"/>
              <a:cs typeface="David" panose="020E0502060401010101" pitchFamily="34" charset="-79"/>
            </a:endParaRPr>
          </a:p>
        </p:txBody>
      </p:sp>
      <p:sp>
        <p:nvSpPr>
          <p:cNvPr id="4" name="כותרת משנה 3">
            <a:extLst>
              <a:ext uri="{FF2B5EF4-FFF2-40B4-BE49-F238E27FC236}">
                <a16:creationId xmlns:a16="http://schemas.microsoft.com/office/drawing/2014/main" id="{E61CCEE1-9AD2-D50C-836F-4277B39A34B7}"/>
              </a:ext>
            </a:extLst>
          </p:cNvPr>
          <p:cNvSpPr>
            <a:spLocks noGrp="1"/>
          </p:cNvSpPr>
          <p:nvPr>
            <p:ph type="subTitle" idx="1"/>
          </p:nvPr>
        </p:nvSpPr>
        <p:spPr>
          <a:xfrm>
            <a:off x="364293" y="529702"/>
            <a:ext cx="4703029" cy="4163682"/>
          </a:xfrm>
        </p:spPr>
        <p:txBody>
          <a:bodyPr/>
          <a:lstStyle/>
          <a:p>
            <a:pPr marL="584200" lvl="1" indent="0" algn="r" rtl="1">
              <a:lnSpc>
                <a:spcPct val="100000"/>
              </a:lnSpc>
            </a:pPr>
            <a:endParaRPr lang="he-IL" dirty="0">
              <a:latin typeface="David" panose="020E0502060401010101" pitchFamily="34" charset="-79"/>
              <a:cs typeface="David" panose="020E0502060401010101" pitchFamily="34" charset="-79"/>
            </a:endParaRPr>
          </a:p>
          <a:p>
            <a:pPr marL="869950" lvl="1" indent="-285750" algn="r" rtl="1">
              <a:lnSpc>
                <a:spcPct val="100000"/>
              </a:lnSpc>
              <a:buFont typeface="Wingdings" panose="05000000000000000000" pitchFamily="2" charset="2"/>
              <a:buChar char="Ø"/>
            </a:pPr>
            <a:r>
              <a:rPr lang="he-IL" dirty="0">
                <a:latin typeface="David" panose="020E0502060401010101" pitchFamily="34" charset="-79"/>
                <a:cs typeface="David" panose="020E0502060401010101" pitchFamily="34" charset="-79"/>
              </a:rPr>
              <a:t>על כל תלמיד/ה להתפלל בסידור כמנהג אבותיו. בכיתה בה תלמידים/</a:t>
            </a:r>
            <a:r>
              <a:rPr lang="he-IL" dirty="0" err="1">
                <a:latin typeface="David" panose="020E0502060401010101" pitchFamily="34" charset="-79"/>
                <a:cs typeface="David" panose="020E0502060401010101" pitchFamily="34" charset="-79"/>
              </a:rPr>
              <a:t>ות</a:t>
            </a:r>
            <a:r>
              <a:rPr lang="he-IL" dirty="0">
                <a:latin typeface="David" panose="020E0502060401010101" pitchFamily="34" charset="-79"/>
                <a:cs typeface="David" panose="020E0502060401010101" pitchFamily="34" charset="-79"/>
              </a:rPr>
              <a:t> שמתפללים בנוסחים שונים, התפילה תהיה לפי הנוסח של החזן. (ההבדלים הם מעטים). </a:t>
            </a:r>
          </a:p>
          <a:p>
            <a:pPr marL="869950" lvl="1" indent="-285750" algn="r" rtl="1">
              <a:lnSpc>
                <a:spcPct val="100000"/>
              </a:lnSpc>
              <a:buFont typeface="Wingdings" panose="05000000000000000000" pitchFamily="2" charset="2"/>
              <a:buChar char="Ø"/>
            </a:pPr>
            <a:endParaRPr lang="he-IL" dirty="0">
              <a:latin typeface="David" panose="020E0502060401010101" pitchFamily="34" charset="-79"/>
              <a:cs typeface="David" panose="020E0502060401010101" pitchFamily="34" charset="-79"/>
            </a:endParaRPr>
          </a:p>
          <a:p>
            <a:pPr marL="869950" lvl="1" indent="-285750" algn="r" rtl="1">
              <a:lnSpc>
                <a:spcPct val="100000"/>
              </a:lnSpc>
              <a:buFont typeface="Wingdings" panose="05000000000000000000" pitchFamily="2" charset="2"/>
              <a:buChar char="Ø"/>
            </a:pPr>
            <a:r>
              <a:rPr lang="he-IL" dirty="0">
                <a:latin typeface="David" panose="020E0502060401010101" pitchFamily="34" charset="-79"/>
                <a:cs typeface="David" panose="020E0502060401010101" pitchFamily="34" charset="-79"/>
              </a:rPr>
              <a:t>יש להכליל בתפילה מנגינות שונות מנוסחים שונים - כך תינתן תחושת שותפות  לכלל התלמידים מכלל הנוסחים. מומלץ גם להחליף ולגוון מדי פעם מנגינות שונות. בתפילות בקול רם יש לחנך לשמור על אחדות ושירה משותפת.</a:t>
            </a:r>
          </a:p>
          <a:p>
            <a:pPr marL="869950" lvl="1" indent="-285750" algn="r" rtl="1">
              <a:lnSpc>
                <a:spcPct val="100000"/>
              </a:lnSpc>
              <a:buFont typeface="Wingdings" panose="05000000000000000000" pitchFamily="2" charset="2"/>
              <a:buChar char="Ø"/>
            </a:pPr>
            <a:endParaRPr lang="he-IL" dirty="0">
              <a:latin typeface="David" panose="020E0502060401010101" pitchFamily="34" charset="-79"/>
              <a:cs typeface="David" panose="020E0502060401010101" pitchFamily="34" charset="-79"/>
            </a:endParaRPr>
          </a:p>
          <a:p>
            <a:pPr marL="869950" lvl="1" indent="-285750" algn="r" rtl="1">
              <a:lnSpc>
                <a:spcPct val="100000"/>
              </a:lnSpc>
              <a:buFont typeface="Wingdings" panose="05000000000000000000" pitchFamily="2" charset="2"/>
              <a:buChar char="Ø"/>
            </a:pPr>
            <a:r>
              <a:rPr lang="he-IL" dirty="0">
                <a:latin typeface="David" panose="020E0502060401010101" pitchFamily="34" charset="-79"/>
                <a:cs typeface="David" panose="020E0502060401010101" pitchFamily="34" charset="-79"/>
              </a:rPr>
              <a:t>כדאי לעודד מדי פעם שיתפללו תפילות אישיות. </a:t>
            </a:r>
          </a:p>
          <a:p>
            <a:pPr marL="869950" lvl="1" indent="-285750" algn="r" rtl="1">
              <a:lnSpc>
                <a:spcPct val="100000"/>
              </a:lnSpc>
              <a:buFont typeface="Wingdings" panose="05000000000000000000" pitchFamily="2" charset="2"/>
              <a:buChar char="Ø"/>
            </a:pPr>
            <a:endParaRPr lang="he-IL" dirty="0">
              <a:latin typeface="David" panose="020E0502060401010101" pitchFamily="34" charset="-79"/>
              <a:cs typeface="David" panose="020E0502060401010101" pitchFamily="34" charset="-79"/>
            </a:endParaRPr>
          </a:p>
          <a:p>
            <a:pPr marL="869950" lvl="1" indent="-285750" algn="r" rtl="1">
              <a:lnSpc>
                <a:spcPct val="100000"/>
              </a:lnSpc>
              <a:buFont typeface="Wingdings" panose="05000000000000000000" pitchFamily="2" charset="2"/>
              <a:buChar char="Ø"/>
            </a:pPr>
            <a:r>
              <a:rPr lang="he-IL" dirty="0">
                <a:latin typeface="David" panose="020E0502060401010101" pitchFamily="34" charset="-79"/>
                <a:cs typeface="David" panose="020E0502060401010101" pitchFamily="34" charset="-79"/>
              </a:rPr>
              <a:t>אם יש מצבים חריגים, כדאי להוסיף:</a:t>
            </a:r>
          </a:p>
          <a:p>
            <a:pPr marL="584200" lvl="1" indent="0" algn="r" rtl="1">
              <a:lnSpc>
                <a:spcPct val="100000"/>
              </a:lnSpc>
            </a:pPr>
            <a:r>
              <a:rPr lang="he-IL" dirty="0">
                <a:latin typeface="David" panose="020E0502060401010101" pitchFamily="34" charset="-79"/>
                <a:cs typeface="David" panose="020E0502060401010101" pitchFamily="34" charset="-79"/>
              </a:rPr>
              <a:t>    תלמיד\ה חולה ח"ו- להתפלל ברכת "רפאנו"</a:t>
            </a:r>
          </a:p>
          <a:p>
            <a:pPr marL="584200" lvl="1" indent="0" algn="r" rtl="1">
              <a:lnSpc>
                <a:spcPct val="100000"/>
              </a:lnSpc>
            </a:pPr>
            <a:r>
              <a:rPr lang="he-IL" dirty="0">
                <a:latin typeface="David" panose="020E0502060401010101" pitchFamily="34" charset="-79"/>
                <a:cs typeface="David" panose="020E0502060401010101" pitchFamily="34" charset="-79"/>
              </a:rPr>
              <a:t>    אם יש בצורת ח"ו – להתפלל ברכת "השנים"</a:t>
            </a:r>
          </a:p>
          <a:p>
            <a:pPr lvl="1">
              <a:lnSpc>
                <a:spcPct val="100000"/>
              </a:lnSpc>
              <a:buFont typeface="Arial" panose="020B0604020202020204" pitchFamily="34" charset="0"/>
              <a:buChar char="•"/>
            </a:pPr>
            <a:endParaRPr lang="he-IL" sz="1600" dirty="0">
              <a:latin typeface="David" panose="020E0502060401010101" pitchFamily="34" charset="-79"/>
              <a:cs typeface="David" panose="020E0502060401010101" pitchFamily="34" charset="-79"/>
            </a:endParaRPr>
          </a:p>
          <a:p>
            <a:pPr lvl="1">
              <a:lnSpc>
                <a:spcPct val="100000"/>
              </a:lnSpc>
              <a:buFont typeface="Arial" panose="020B0604020202020204" pitchFamily="34" charset="0"/>
              <a:buChar char="•"/>
            </a:pPr>
            <a:endParaRPr lang="he-IL" sz="1600" dirty="0">
              <a:latin typeface="David" panose="020E0502060401010101" pitchFamily="34" charset="-79"/>
              <a:cs typeface="David" panose="020E0502060401010101" pitchFamily="34" charset="-79"/>
            </a:endParaRPr>
          </a:p>
          <a:p>
            <a:endParaRPr lang="he-IL" dirty="0">
              <a:latin typeface="David" panose="020E0502060401010101" pitchFamily="34" charset="-79"/>
              <a:cs typeface="David" panose="020E0502060401010101" pitchFamily="34" charset="-79"/>
            </a:endParaRPr>
          </a:p>
        </p:txBody>
      </p:sp>
      <p:pic>
        <p:nvPicPr>
          <p:cNvPr id="6" name="תמונה 5">
            <a:extLst>
              <a:ext uri="{FF2B5EF4-FFF2-40B4-BE49-F238E27FC236}">
                <a16:creationId xmlns:a16="http://schemas.microsoft.com/office/drawing/2014/main" id="{2CE75666-9964-D029-B6AC-B3E1CD327FE0}"/>
              </a:ext>
            </a:extLst>
          </p:cNvPr>
          <p:cNvPicPr>
            <a:picLocks noChangeAspect="1"/>
          </p:cNvPicPr>
          <p:nvPr/>
        </p:nvPicPr>
        <p:blipFill>
          <a:blip r:embed="rId4"/>
          <a:stretch>
            <a:fillRect/>
          </a:stretch>
        </p:blipFill>
        <p:spPr>
          <a:xfrm>
            <a:off x="4531636" y="3561121"/>
            <a:ext cx="2060627" cy="1371719"/>
          </a:xfrm>
          <a:prstGeom prst="rect">
            <a:avLst/>
          </a:prstGeom>
        </p:spPr>
      </p:pic>
      <p:pic>
        <p:nvPicPr>
          <p:cNvPr id="1026" name="Picture 2" descr="סידור עם הקדשה אישית - בקרו באתר לפרטים - חושן תשמישי קדושה">
            <a:extLst>
              <a:ext uri="{FF2B5EF4-FFF2-40B4-BE49-F238E27FC236}">
                <a16:creationId xmlns:a16="http://schemas.microsoft.com/office/drawing/2014/main" id="{C64C947F-9E76-DB9E-FEDD-6E031F377507}"/>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448225" y="3698839"/>
            <a:ext cx="1011371" cy="10113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ספרי חיים | ספרי קודש בזול | סידור קורן - נוסח אשכנז - מהדורת שליח ציבור |  חומשים | ספרים מובילים">
            <a:extLst>
              <a:ext uri="{FF2B5EF4-FFF2-40B4-BE49-F238E27FC236}">
                <a16:creationId xmlns:a16="http://schemas.microsoft.com/office/drawing/2014/main" id="{C4864E14-6392-B90D-6080-0AFEC244DCF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00577" y="4013853"/>
            <a:ext cx="767378" cy="9291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שמע קולנו גדול - נוסח תימן">
            <a:extLst>
              <a:ext uri="{FF2B5EF4-FFF2-40B4-BE49-F238E27FC236}">
                <a16:creationId xmlns:a16="http://schemas.microsoft.com/office/drawing/2014/main" id="{F673EB52-AACE-D226-9A6A-5CB0DA60ECE2}"/>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83539" y="3709670"/>
            <a:ext cx="741107" cy="1094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0323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86"/>
        <p:cNvGrpSpPr/>
        <p:nvPr/>
      </p:nvGrpSpPr>
      <p:grpSpPr>
        <a:xfrm>
          <a:off x="0" y="0"/>
          <a:ext cx="0" cy="0"/>
          <a:chOff x="0" y="0"/>
          <a:chExt cx="0" cy="0"/>
        </a:xfrm>
      </p:grpSpPr>
      <p:sp>
        <p:nvSpPr>
          <p:cNvPr id="2987" name="Google Shape;2987;p41"/>
          <p:cNvSpPr/>
          <p:nvPr/>
        </p:nvSpPr>
        <p:spPr>
          <a:xfrm>
            <a:off x="589437" y="136099"/>
            <a:ext cx="7790976" cy="614526"/>
          </a:xfrm>
          <a:custGeom>
            <a:avLst/>
            <a:gdLst/>
            <a:ahLst/>
            <a:cxnLst/>
            <a:rect l="l" t="t" r="r" b="b"/>
            <a:pathLst>
              <a:path w="16088" h="2490" extrusionOk="0">
                <a:moveTo>
                  <a:pt x="15993" y="1780"/>
                </a:moveTo>
                <a:lnTo>
                  <a:pt x="16071" y="1560"/>
                </a:lnTo>
                <a:lnTo>
                  <a:pt x="16056" y="1355"/>
                </a:lnTo>
                <a:lnTo>
                  <a:pt x="15899" y="1150"/>
                </a:lnTo>
                <a:lnTo>
                  <a:pt x="16008" y="929"/>
                </a:lnTo>
                <a:lnTo>
                  <a:pt x="16008" y="725"/>
                </a:lnTo>
                <a:lnTo>
                  <a:pt x="15977" y="520"/>
                </a:lnTo>
                <a:lnTo>
                  <a:pt x="15930" y="316"/>
                </a:lnTo>
                <a:lnTo>
                  <a:pt x="15836" y="95"/>
                </a:lnTo>
                <a:lnTo>
                  <a:pt x="15867" y="0"/>
                </a:lnTo>
                <a:lnTo>
                  <a:pt x="1" y="0"/>
                </a:lnTo>
                <a:lnTo>
                  <a:pt x="1" y="2410"/>
                </a:lnTo>
                <a:lnTo>
                  <a:pt x="206" y="2442"/>
                </a:lnTo>
                <a:lnTo>
                  <a:pt x="599" y="2458"/>
                </a:lnTo>
                <a:lnTo>
                  <a:pt x="978" y="2427"/>
                </a:lnTo>
                <a:lnTo>
                  <a:pt x="1372" y="2332"/>
                </a:lnTo>
                <a:lnTo>
                  <a:pt x="1750" y="2410"/>
                </a:lnTo>
                <a:lnTo>
                  <a:pt x="2128" y="2332"/>
                </a:lnTo>
                <a:lnTo>
                  <a:pt x="2522" y="2379"/>
                </a:lnTo>
                <a:lnTo>
                  <a:pt x="2900" y="2347"/>
                </a:lnTo>
                <a:lnTo>
                  <a:pt x="3294" y="2364"/>
                </a:lnTo>
                <a:lnTo>
                  <a:pt x="3672" y="2442"/>
                </a:lnTo>
                <a:lnTo>
                  <a:pt x="4051" y="2473"/>
                </a:lnTo>
                <a:lnTo>
                  <a:pt x="4444" y="2410"/>
                </a:lnTo>
                <a:lnTo>
                  <a:pt x="4822" y="2458"/>
                </a:lnTo>
                <a:lnTo>
                  <a:pt x="5200" y="2442"/>
                </a:lnTo>
                <a:lnTo>
                  <a:pt x="5595" y="2473"/>
                </a:lnTo>
                <a:lnTo>
                  <a:pt x="5973" y="2316"/>
                </a:lnTo>
                <a:lnTo>
                  <a:pt x="6351" y="2395"/>
                </a:lnTo>
                <a:lnTo>
                  <a:pt x="6744" y="2379"/>
                </a:lnTo>
                <a:lnTo>
                  <a:pt x="7122" y="2347"/>
                </a:lnTo>
                <a:lnTo>
                  <a:pt x="7517" y="2364"/>
                </a:lnTo>
                <a:lnTo>
                  <a:pt x="7895" y="2427"/>
                </a:lnTo>
                <a:lnTo>
                  <a:pt x="8273" y="2347"/>
                </a:lnTo>
                <a:lnTo>
                  <a:pt x="8666" y="2332"/>
                </a:lnTo>
                <a:lnTo>
                  <a:pt x="9044" y="2458"/>
                </a:lnTo>
                <a:lnTo>
                  <a:pt x="9423" y="2379"/>
                </a:lnTo>
                <a:lnTo>
                  <a:pt x="9817" y="2490"/>
                </a:lnTo>
                <a:lnTo>
                  <a:pt x="10195" y="2410"/>
                </a:lnTo>
                <a:lnTo>
                  <a:pt x="10573" y="2442"/>
                </a:lnTo>
                <a:lnTo>
                  <a:pt x="10967" y="2364"/>
                </a:lnTo>
                <a:lnTo>
                  <a:pt x="11345" y="2473"/>
                </a:lnTo>
                <a:lnTo>
                  <a:pt x="11739" y="2332"/>
                </a:lnTo>
                <a:lnTo>
                  <a:pt x="12117" y="2410"/>
                </a:lnTo>
                <a:lnTo>
                  <a:pt x="12496" y="2490"/>
                </a:lnTo>
                <a:lnTo>
                  <a:pt x="12889" y="2395"/>
                </a:lnTo>
                <a:lnTo>
                  <a:pt x="13267" y="2458"/>
                </a:lnTo>
                <a:lnTo>
                  <a:pt x="13645" y="2364"/>
                </a:lnTo>
                <a:lnTo>
                  <a:pt x="14040" y="2316"/>
                </a:lnTo>
                <a:lnTo>
                  <a:pt x="14418" y="2364"/>
                </a:lnTo>
                <a:lnTo>
                  <a:pt x="14796" y="2458"/>
                </a:lnTo>
                <a:lnTo>
                  <a:pt x="15189" y="2427"/>
                </a:lnTo>
                <a:lnTo>
                  <a:pt x="15567" y="2332"/>
                </a:lnTo>
                <a:lnTo>
                  <a:pt x="16008" y="2442"/>
                </a:lnTo>
                <a:lnTo>
                  <a:pt x="15836" y="2190"/>
                </a:lnTo>
                <a:lnTo>
                  <a:pt x="16088" y="1986"/>
                </a:lnTo>
                <a:close/>
              </a:path>
            </a:pathLst>
          </a:custGeom>
          <a:solidFill>
            <a:srgbClr val="FFFFFF"/>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88" name="Google Shape;2988;p41"/>
          <p:cNvSpPr txBox="1">
            <a:spLocks noGrp="1"/>
          </p:cNvSpPr>
          <p:nvPr>
            <p:ph type="title"/>
          </p:nvPr>
        </p:nvSpPr>
        <p:spPr>
          <a:xfrm>
            <a:off x="720000" y="273025"/>
            <a:ext cx="7704000" cy="477600"/>
          </a:xfrm>
          <a:prstGeom prst="rect">
            <a:avLst/>
          </a:prstGeom>
        </p:spPr>
        <p:txBody>
          <a:bodyPr spcFirstLastPara="1" wrap="square" lIns="91425" tIns="0" rIns="91425" bIns="0" anchor="t" anchorCtr="0">
            <a:noAutofit/>
          </a:bodyPr>
          <a:lstStyle/>
          <a:p>
            <a:pPr marL="0" lvl="0" indent="0" algn="ctr" rtl="0">
              <a:spcBef>
                <a:spcPts val="0"/>
              </a:spcBef>
              <a:spcAft>
                <a:spcPts val="0"/>
              </a:spcAft>
              <a:buNone/>
            </a:pPr>
            <a:r>
              <a:rPr lang="he-IL" b="1" dirty="0">
                <a:solidFill>
                  <a:srgbClr val="FF0000"/>
                </a:solidFill>
                <a:latin typeface="David" panose="020E0502060401010101" pitchFamily="34" charset="-79"/>
                <a:cs typeface="David" panose="020E0502060401010101" pitchFamily="34" charset="-79"/>
              </a:rPr>
              <a:t>תכנית כיתה א'</a:t>
            </a:r>
            <a:endParaRPr b="1" dirty="0">
              <a:solidFill>
                <a:srgbClr val="FF0000"/>
              </a:solidFill>
              <a:latin typeface="David" panose="020E0502060401010101" pitchFamily="34" charset="-79"/>
              <a:cs typeface="David" panose="020E0502060401010101" pitchFamily="34" charset="-79"/>
            </a:endParaRPr>
          </a:p>
        </p:txBody>
      </p:sp>
      <p:graphicFrame>
        <p:nvGraphicFramePr>
          <p:cNvPr id="13" name="טבלה 13">
            <a:extLst>
              <a:ext uri="{FF2B5EF4-FFF2-40B4-BE49-F238E27FC236}">
                <a16:creationId xmlns:a16="http://schemas.microsoft.com/office/drawing/2014/main" id="{F915053B-C86F-99D9-75C2-4155D8335E52}"/>
              </a:ext>
            </a:extLst>
          </p:cNvPr>
          <p:cNvGraphicFramePr>
            <a:graphicFrameLocks noGrp="1"/>
          </p:cNvGraphicFramePr>
          <p:nvPr>
            <p:extLst>
              <p:ext uri="{D42A27DB-BD31-4B8C-83A1-F6EECF244321}">
                <p14:modId xmlns:p14="http://schemas.microsoft.com/office/powerpoint/2010/main" val="529840181"/>
              </p:ext>
            </p:extLst>
          </p:nvPr>
        </p:nvGraphicFramePr>
        <p:xfrm>
          <a:off x="632925" y="907721"/>
          <a:ext cx="7703999" cy="3291840"/>
        </p:xfrm>
        <a:graphic>
          <a:graphicData uri="http://schemas.openxmlformats.org/drawingml/2006/table">
            <a:tbl>
              <a:tblPr rtl="1" firstRow="1" bandRow="1">
                <a:tableStyleId>{F5379084-322C-4DAB-9956-D44A4CA77A22}</a:tableStyleId>
              </a:tblPr>
              <a:tblGrid>
                <a:gridCol w="1605087">
                  <a:extLst>
                    <a:ext uri="{9D8B030D-6E8A-4147-A177-3AD203B41FA5}">
                      <a16:colId xmlns:a16="http://schemas.microsoft.com/office/drawing/2014/main" val="56309615"/>
                    </a:ext>
                  </a:extLst>
                </a:gridCol>
                <a:gridCol w="1476512">
                  <a:extLst>
                    <a:ext uri="{9D8B030D-6E8A-4147-A177-3AD203B41FA5}">
                      <a16:colId xmlns:a16="http://schemas.microsoft.com/office/drawing/2014/main" val="2763375746"/>
                    </a:ext>
                  </a:extLst>
                </a:gridCol>
                <a:gridCol w="1540800">
                  <a:extLst>
                    <a:ext uri="{9D8B030D-6E8A-4147-A177-3AD203B41FA5}">
                      <a16:colId xmlns:a16="http://schemas.microsoft.com/office/drawing/2014/main" val="38790622"/>
                    </a:ext>
                  </a:extLst>
                </a:gridCol>
                <a:gridCol w="1540800">
                  <a:extLst>
                    <a:ext uri="{9D8B030D-6E8A-4147-A177-3AD203B41FA5}">
                      <a16:colId xmlns:a16="http://schemas.microsoft.com/office/drawing/2014/main" val="2529346024"/>
                    </a:ext>
                  </a:extLst>
                </a:gridCol>
                <a:gridCol w="1540800">
                  <a:extLst>
                    <a:ext uri="{9D8B030D-6E8A-4147-A177-3AD203B41FA5}">
                      <a16:colId xmlns:a16="http://schemas.microsoft.com/office/drawing/2014/main" val="4251561164"/>
                    </a:ext>
                  </a:extLst>
                </a:gridCol>
              </a:tblGrid>
              <a:tr h="0">
                <a:tc>
                  <a:txBody>
                    <a:bodyPr/>
                    <a:lstStyle/>
                    <a:p>
                      <a:pPr algn="ctr" rtl="1"/>
                      <a:r>
                        <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rPr>
                        <a:t>ברכות השחר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F0000"/>
                    </a:solidFill>
                  </a:tcPr>
                </a:tc>
                <a:tc>
                  <a:txBody>
                    <a:bodyPr/>
                    <a:lstStyle/>
                    <a:p>
                      <a:pPr algn="ctr" rtl="1"/>
                      <a:r>
                        <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rPr>
                        <a:t>פסוקי </a:t>
                      </a:r>
                      <a:r>
                        <a:rPr lang="he-IL" sz="1200" b="1" dirty="0" err="1">
                          <a:solidFill>
                            <a:schemeClr val="bg1"/>
                          </a:solidFill>
                          <a:latin typeface="David" panose="020E0502060401010101" pitchFamily="34" charset="-79"/>
                          <a:ea typeface="Gadugi" panose="020B0502040204020203" pitchFamily="34" charset="0"/>
                          <a:cs typeface="David" panose="020E0502060401010101" pitchFamily="34" charset="-79"/>
                        </a:rPr>
                        <a:t>דזמרא</a:t>
                      </a:r>
                      <a:endPar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rPr>
                        <a:t>קריאת שמע וברכותיה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75000"/>
                      </a:schemeClr>
                    </a:solidFill>
                  </a:tcPr>
                </a:tc>
                <a:tc>
                  <a:txBody>
                    <a:bodyPr/>
                    <a:lstStyle/>
                    <a:p>
                      <a:pPr algn="ctr" rtl="1"/>
                      <a:r>
                        <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rPr>
                        <a:t>תפילת עמידה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rPr>
                        <a:t>סיום התפילה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F0000"/>
                    </a:solidFill>
                  </a:tcPr>
                </a:tc>
                <a:extLst>
                  <a:ext uri="{0D108BD9-81ED-4DB2-BD59-A6C34878D82A}">
                    <a16:rowId xmlns:a16="http://schemas.microsoft.com/office/drawing/2014/main" val="744381721"/>
                  </a:ext>
                </a:extLst>
              </a:tr>
              <a:tr h="221425">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he-IL" sz="1200" b="1"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*מודה אני (עדיף בבית), א-להי נשמה, אשר יצר, מצוות ציצית לבנים, אדון עולם ברכות התורה, ברכת </a:t>
                      </a:r>
                      <a:r>
                        <a:rPr kumimoji="0" lang="he-IL" sz="1200" b="1" i="0" u="none" strike="noStrike" kern="1200" cap="none" spc="0" normalizeH="0" baseline="0" dirty="0" err="1">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הכהנים</a:t>
                      </a:r>
                      <a:endParaRPr kumimoji="0" lang="he-IL" sz="1200" b="1"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endParaRPr>
                    </a:p>
                    <a:p>
                      <a:pPr rtl="1"/>
                      <a:endParaRPr lang="he-IL" sz="1200" b="1"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rtl="1"/>
                      <a:endParaRPr lang="he-IL" sz="1200" b="1"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1"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rPr>
                        <a:t>"שמע ישראל"</a:t>
                      </a:r>
                    </a:p>
                    <a:p>
                      <a:pPr marL="0" marR="0" lvl="0" indent="0" algn="ctr" defTabSz="914400" rtl="1" eaLnBrk="1" fontAlgn="auto" latinLnBrk="0" hangingPunct="1">
                        <a:lnSpc>
                          <a:spcPct val="100000"/>
                        </a:lnSpc>
                        <a:spcBef>
                          <a:spcPts val="0"/>
                        </a:spcBef>
                        <a:spcAft>
                          <a:spcPts val="0"/>
                        </a:spcAft>
                        <a:buClrTx/>
                        <a:buSzTx/>
                        <a:buFontTx/>
                        <a:buNone/>
                        <a:tabLst/>
                        <a:defRPr/>
                      </a:pPr>
                      <a:br>
                        <a:rPr kumimoji="0" lang="en-US" sz="1200" b="1"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rPr>
                      </a:br>
                      <a:r>
                        <a:rPr kumimoji="0" lang="he-IL" sz="1200" b="1"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rPr>
                        <a:t>"ואהבת"</a:t>
                      </a:r>
                    </a:p>
                    <a:p>
                      <a:pPr algn="r" rtl="1"/>
                      <a:endParaRPr lang="he-IL" sz="1200" b="1"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r>
                        <a:rPr kumimoji="0" lang="he-IL" sz="1200" b="1"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בקיץ: מוריד הטל; ותן ברכה /ברכנו</a:t>
                      </a:r>
                    </a:p>
                    <a:p>
                      <a:pPr algn="r" rtl="1"/>
                      <a:endParaRPr kumimoji="0" lang="he-IL" sz="1200" b="1"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endParaRPr>
                    </a:p>
                    <a:p>
                      <a:pPr algn="r" rtl="1"/>
                      <a:r>
                        <a:rPr kumimoji="0" lang="he-IL" sz="1200" b="1"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בחורף: משיב הרוח ומוריד הגשם; ותן טל ומטר לברכה</a:t>
                      </a:r>
                    </a:p>
                    <a:p>
                      <a:pPr algn="r" rtl="1"/>
                      <a:endParaRPr lang="he-IL" sz="1200" b="1"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r>
                        <a:rPr lang="he-IL" sz="1200" b="1" i="0" u="none" strike="noStrike" cap="none" dirty="0">
                          <a:solidFill>
                            <a:srgbClr val="002060"/>
                          </a:solidFill>
                          <a:latin typeface="David" panose="020E0502060401010101" pitchFamily="34" charset="-79"/>
                          <a:ea typeface="Arial"/>
                          <a:cs typeface="David" panose="020E0502060401010101" pitchFamily="34" charset="-79"/>
                          <a:sym typeface="Arial"/>
                        </a:rPr>
                        <a:t>שירת "אבינו שבשמים"</a:t>
                      </a:r>
                    </a:p>
                    <a:p>
                      <a:pPr algn="r" rtl="1"/>
                      <a:r>
                        <a:rPr lang="he-IL" sz="1200" b="1" i="0" u="none" strike="noStrike" cap="none" dirty="0">
                          <a:solidFill>
                            <a:srgbClr val="002060"/>
                          </a:solidFill>
                          <a:latin typeface="David" panose="020E0502060401010101" pitchFamily="34" charset="-79"/>
                          <a:ea typeface="Arial"/>
                          <a:cs typeface="David" panose="020E0502060401010101" pitchFamily="34" charset="-79"/>
                          <a:sym typeface="Arial"/>
                        </a:rPr>
                        <a:t>חודש אלול:  פיוט מסליחות - "אדון הסליחות" (בית אחד)</a:t>
                      </a:r>
                    </a:p>
                    <a:p>
                      <a:pPr algn="r" rtl="1"/>
                      <a:r>
                        <a:rPr lang="he-IL" sz="1200" b="1" i="0" u="none" strike="noStrike" cap="none" dirty="0">
                          <a:solidFill>
                            <a:srgbClr val="002060"/>
                          </a:solidFill>
                          <a:latin typeface="David" panose="020E0502060401010101" pitchFamily="34" charset="-79"/>
                          <a:ea typeface="Arial"/>
                          <a:cs typeface="David" panose="020E0502060401010101" pitchFamily="34" charset="-79"/>
                          <a:sym typeface="Arial"/>
                        </a:rPr>
                        <a:t>בעשי"ת: "אבינו מלכנו חננו ועננו" או: "בספר חיים ברכה ושלום..."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478821425"/>
                  </a:ext>
                </a:extLst>
              </a:tr>
              <a:tr h="217554">
                <a:tc>
                  <a:txBody>
                    <a:bodyPr/>
                    <a:lstStyle/>
                    <a:p>
                      <a:pPr algn="r" rtl="1"/>
                      <a:r>
                        <a:rPr lang="he-IL" sz="1200" b="1" dirty="0">
                          <a:solidFill>
                            <a:srgbClr val="002060"/>
                          </a:solidFill>
                          <a:latin typeface="David" panose="020E0502060401010101" pitchFamily="34" charset="-79"/>
                          <a:cs typeface="David" panose="020E0502060401010101" pitchFamily="34" charset="-79"/>
                        </a:rPr>
                        <a:t>במחצית שניה: </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200" b="1">
                          <a:solidFill>
                            <a:srgbClr val="002060"/>
                          </a:solidFill>
                          <a:latin typeface="David" panose="020E0502060401010101" pitchFamily="34" charset="-79"/>
                          <a:cs typeface="David" panose="020E0502060401010101" pitchFamily="34" charset="-79"/>
                        </a:rPr>
                        <a:t>הקניה של ברכות השחר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rtl="1"/>
                      <a:endParaRPr lang="he-IL" sz="1200" b="1"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endParaRPr lang="he-IL" sz="1200" b="1"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endParaRPr lang="he-IL" sz="1200" b="1"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endParaRPr lang="he-IL" sz="1200" b="1" i="0" u="none" strike="noStrike" cap="none" dirty="0">
                        <a:solidFill>
                          <a:srgbClr val="002060"/>
                        </a:solidFill>
                        <a:latin typeface="David" panose="020E0502060401010101" pitchFamily="34" charset="-79"/>
                        <a:ea typeface="Arial"/>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1279338803"/>
                  </a:ext>
                </a:extLst>
              </a:tr>
              <a:tr h="191902">
                <a:tc>
                  <a:txBody>
                    <a:bodyPr/>
                    <a:lstStyle/>
                    <a:p>
                      <a:pPr algn="r" rtl="1"/>
                      <a:r>
                        <a:rPr lang="he-IL" sz="1200" b="1" dirty="0">
                          <a:solidFill>
                            <a:srgbClr val="002060"/>
                          </a:solidFill>
                          <a:latin typeface="David" panose="020E0502060401010101" pitchFamily="34" charset="-79"/>
                          <a:cs typeface="David" panose="020E0502060401010101" pitchFamily="34" charset="-79"/>
                        </a:rPr>
                        <a:t>הוספות בראש חודש ובספירת העומר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algn="r" rtl="1"/>
                      <a:endParaRPr lang="he-IL" sz="1200" b="1">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algn="r" rtl="1"/>
                      <a:endParaRPr lang="he-IL" sz="1200" b="1"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200" b="1" dirty="0">
                          <a:solidFill>
                            <a:srgbClr val="002060"/>
                          </a:solidFill>
                          <a:latin typeface="David" panose="020E0502060401010101" pitchFamily="34" charset="-79"/>
                          <a:cs typeface="David" panose="020E0502060401010101" pitchFamily="34" charset="-79"/>
                        </a:rPr>
                        <a:t>בראש חודש- "חדש עלינו את החודש הזה לטובה ולברכה"</a:t>
                      </a:r>
                    </a:p>
                    <a:p>
                      <a:pPr algn="r" rtl="1"/>
                      <a:endParaRPr lang="he-IL" sz="1200" b="1"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algn="r" rtl="1"/>
                      <a:r>
                        <a:rPr lang="he-IL" sz="1200" b="1" dirty="0">
                          <a:solidFill>
                            <a:srgbClr val="002060"/>
                          </a:solidFill>
                          <a:latin typeface="David" panose="020E0502060401010101" pitchFamily="34" charset="-79"/>
                          <a:cs typeface="David" panose="020E0502060401010101" pitchFamily="34" charset="-79"/>
                        </a:rPr>
                        <a:t>בימי ספירת העומר- </a:t>
                      </a:r>
                    </a:p>
                    <a:p>
                      <a:pPr algn="r" rtl="1"/>
                      <a:r>
                        <a:rPr lang="he-IL" sz="1200" b="1" dirty="0">
                          <a:solidFill>
                            <a:srgbClr val="002060"/>
                          </a:solidFill>
                          <a:latin typeface="David" panose="020E0502060401010101" pitchFamily="34" charset="-79"/>
                          <a:cs typeface="David" panose="020E0502060401010101" pitchFamily="34" charset="-79"/>
                        </a:rPr>
                        <a:t>שרים "הנני מוכן ומזומן", ואומרים:</a:t>
                      </a:r>
                    </a:p>
                    <a:p>
                      <a:pPr algn="r" rtl="1"/>
                      <a:r>
                        <a:rPr lang="he-IL" sz="1200" b="1" dirty="0">
                          <a:solidFill>
                            <a:srgbClr val="002060"/>
                          </a:solidFill>
                          <a:latin typeface="David" panose="020E0502060401010101" pitchFamily="34" charset="-79"/>
                          <a:cs typeface="David" panose="020E0502060401010101" pitchFamily="34" charset="-79"/>
                        </a:rPr>
                        <a:t>היום כך וכך ימים ב/לעומר</a:t>
                      </a:r>
                    </a:p>
                    <a:p>
                      <a:pPr algn="r" rtl="1"/>
                      <a:endParaRPr lang="he-IL" sz="1200" b="1"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extLst>
                  <a:ext uri="{0D108BD9-81ED-4DB2-BD59-A6C34878D82A}">
                    <a16:rowId xmlns:a16="http://schemas.microsoft.com/office/drawing/2014/main" val="865089777"/>
                  </a:ext>
                </a:extLst>
              </a:tr>
            </a:tbl>
          </a:graphicData>
        </a:graphic>
      </p:graphicFrame>
      <p:sp>
        <p:nvSpPr>
          <p:cNvPr id="14" name="תיבת טקסט 13">
            <a:extLst>
              <a:ext uri="{FF2B5EF4-FFF2-40B4-BE49-F238E27FC236}">
                <a16:creationId xmlns:a16="http://schemas.microsoft.com/office/drawing/2014/main" id="{63703B10-A889-A96D-F0A7-8D1A2A080D58}"/>
              </a:ext>
            </a:extLst>
          </p:cNvPr>
          <p:cNvSpPr txBox="1"/>
          <p:nvPr/>
        </p:nvSpPr>
        <p:spPr>
          <a:xfrm>
            <a:off x="1010875" y="4177175"/>
            <a:ext cx="7122250" cy="830997"/>
          </a:xfrm>
          <a:prstGeom prst="rect">
            <a:avLst/>
          </a:prstGeom>
          <a:noFill/>
        </p:spPr>
        <p:txBody>
          <a:bodyPr wrap="square" rtlCol="1">
            <a:spAutoFit/>
          </a:bodyPr>
          <a:lstStyle/>
          <a:p>
            <a:pPr algn="r" rtl="1"/>
            <a:r>
              <a:rPr lang="he-IL" sz="1200" dirty="0">
                <a:latin typeface="David" panose="020E0502060401010101" pitchFamily="34" charset="-79"/>
                <a:cs typeface="David" panose="020E0502060401010101" pitchFamily="34" charset="-79"/>
              </a:rPr>
              <a:t>*הערה:</a:t>
            </a:r>
            <a:r>
              <a:rPr lang="en-US" sz="1200" dirty="0">
                <a:latin typeface="David" panose="020E0502060401010101" pitchFamily="34" charset="-79"/>
                <a:cs typeface="David" panose="020E0502060401010101" pitchFamily="34" charset="-79"/>
              </a:rPr>
              <a:t> </a:t>
            </a:r>
            <a:r>
              <a:rPr lang="he-IL" sz="1200" dirty="0">
                <a:latin typeface="David" panose="020E0502060401010101" pitchFamily="34" charset="-79"/>
                <a:cs typeface="David" panose="020E0502060401010101" pitchFamily="34" charset="-79"/>
              </a:rPr>
              <a:t> לגבי נטילת ידיים של בוקר, חשוב להרגיל את הילדים לברך בסמוך לנטילה עצמה. מי שלא נטל בבית, </a:t>
            </a:r>
            <a:r>
              <a:rPr lang="he-IL" sz="1200" dirty="0" err="1">
                <a:latin typeface="David" panose="020E0502060401010101" pitchFamily="34" charset="-79"/>
                <a:cs typeface="David" panose="020E0502060401010101" pitchFamily="34" charset="-79"/>
              </a:rPr>
              <a:t>שיטול</a:t>
            </a:r>
            <a:r>
              <a:rPr lang="he-IL" sz="1200" dirty="0">
                <a:latin typeface="David" panose="020E0502060401010101" pitchFamily="34" charset="-79"/>
                <a:cs typeface="David" panose="020E0502060401010101" pitchFamily="34" charset="-79"/>
              </a:rPr>
              <a:t> בבית ספר על פי ההלכה (3 פעמים לסירוגין) ויברך. לכן לא הכנסנו לסדר התפילה.</a:t>
            </a:r>
          </a:p>
          <a:p>
            <a:pPr algn="r" rtl="1"/>
            <a:endParaRPr lang="he-IL" sz="1200" dirty="0">
              <a:latin typeface="David" panose="020E0502060401010101" pitchFamily="34" charset="-79"/>
              <a:cs typeface="David" panose="020E0502060401010101" pitchFamily="34" charset="-79"/>
            </a:endParaRPr>
          </a:p>
          <a:p>
            <a:pPr algn="r" rtl="1"/>
            <a:r>
              <a:rPr lang="he-IL" sz="1200" dirty="0">
                <a:latin typeface="David" panose="020E0502060401010101" pitchFamily="34" charset="-79"/>
                <a:cs typeface="David" panose="020E0502060401010101" pitchFamily="34" charset="-79"/>
              </a:rPr>
              <a:t>** לגבי אמירת מודה אני – יש לחנך את הילדים לומר מיד בעת קימתם מהשינה. אם לא אמרו בקימה, יאמרו בכיתה.</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6"/>
        <p:cNvGrpSpPr/>
        <p:nvPr/>
      </p:nvGrpSpPr>
      <p:grpSpPr>
        <a:xfrm>
          <a:off x="0" y="0"/>
          <a:ext cx="0" cy="0"/>
          <a:chOff x="0" y="0"/>
          <a:chExt cx="0" cy="0"/>
        </a:xfrm>
      </p:grpSpPr>
      <p:sp>
        <p:nvSpPr>
          <p:cNvPr id="2987" name="Google Shape;2987;p41"/>
          <p:cNvSpPr/>
          <p:nvPr/>
        </p:nvSpPr>
        <p:spPr>
          <a:xfrm>
            <a:off x="589437" y="136099"/>
            <a:ext cx="7790976" cy="614526"/>
          </a:xfrm>
          <a:custGeom>
            <a:avLst/>
            <a:gdLst/>
            <a:ahLst/>
            <a:cxnLst/>
            <a:rect l="l" t="t" r="r" b="b"/>
            <a:pathLst>
              <a:path w="16088" h="2490" extrusionOk="0">
                <a:moveTo>
                  <a:pt x="15993" y="1780"/>
                </a:moveTo>
                <a:lnTo>
                  <a:pt x="16071" y="1560"/>
                </a:lnTo>
                <a:lnTo>
                  <a:pt x="16056" y="1355"/>
                </a:lnTo>
                <a:lnTo>
                  <a:pt x="15899" y="1150"/>
                </a:lnTo>
                <a:lnTo>
                  <a:pt x="16008" y="929"/>
                </a:lnTo>
                <a:lnTo>
                  <a:pt x="16008" y="725"/>
                </a:lnTo>
                <a:lnTo>
                  <a:pt x="15977" y="520"/>
                </a:lnTo>
                <a:lnTo>
                  <a:pt x="15930" y="316"/>
                </a:lnTo>
                <a:lnTo>
                  <a:pt x="15836" y="95"/>
                </a:lnTo>
                <a:lnTo>
                  <a:pt x="15867" y="0"/>
                </a:lnTo>
                <a:lnTo>
                  <a:pt x="1" y="0"/>
                </a:lnTo>
                <a:lnTo>
                  <a:pt x="1" y="2410"/>
                </a:lnTo>
                <a:lnTo>
                  <a:pt x="206" y="2442"/>
                </a:lnTo>
                <a:lnTo>
                  <a:pt x="599" y="2458"/>
                </a:lnTo>
                <a:lnTo>
                  <a:pt x="978" y="2427"/>
                </a:lnTo>
                <a:lnTo>
                  <a:pt x="1372" y="2332"/>
                </a:lnTo>
                <a:lnTo>
                  <a:pt x="1750" y="2410"/>
                </a:lnTo>
                <a:lnTo>
                  <a:pt x="2128" y="2332"/>
                </a:lnTo>
                <a:lnTo>
                  <a:pt x="2522" y="2379"/>
                </a:lnTo>
                <a:lnTo>
                  <a:pt x="2900" y="2347"/>
                </a:lnTo>
                <a:lnTo>
                  <a:pt x="3294" y="2364"/>
                </a:lnTo>
                <a:lnTo>
                  <a:pt x="3672" y="2442"/>
                </a:lnTo>
                <a:lnTo>
                  <a:pt x="4051" y="2473"/>
                </a:lnTo>
                <a:lnTo>
                  <a:pt x="4444" y="2410"/>
                </a:lnTo>
                <a:lnTo>
                  <a:pt x="4822" y="2458"/>
                </a:lnTo>
                <a:lnTo>
                  <a:pt x="5200" y="2442"/>
                </a:lnTo>
                <a:lnTo>
                  <a:pt x="5595" y="2473"/>
                </a:lnTo>
                <a:lnTo>
                  <a:pt x="5973" y="2316"/>
                </a:lnTo>
                <a:lnTo>
                  <a:pt x="6351" y="2395"/>
                </a:lnTo>
                <a:lnTo>
                  <a:pt x="6744" y="2379"/>
                </a:lnTo>
                <a:lnTo>
                  <a:pt x="7122" y="2347"/>
                </a:lnTo>
                <a:lnTo>
                  <a:pt x="7517" y="2364"/>
                </a:lnTo>
                <a:lnTo>
                  <a:pt x="7895" y="2427"/>
                </a:lnTo>
                <a:lnTo>
                  <a:pt x="8273" y="2347"/>
                </a:lnTo>
                <a:lnTo>
                  <a:pt x="8666" y="2332"/>
                </a:lnTo>
                <a:lnTo>
                  <a:pt x="9044" y="2458"/>
                </a:lnTo>
                <a:lnTo>
                  <a:pt x="9423" y="2379"/>
                </a:lnTo>
                <a:lnTo>
                  <a:pt x="9817" y="2490"/>
                </a:lnTo>
                <a:lnTo>
                  <a:pt x="10195" y="2410"/>
                </a:lnTo>
                <a:lnTo>
                  <a:pt x="10573" y="2442"/>
                </a:lnTo>
                <a:lnTo>
                  <a:pt x="10967" y="2364"/>
                </a:lnTo>
                <a:lnTo>
                  <a:pt x="11345" y="2473"/>
                </a:lnTo>
                <a:lnTo>
                  <a:pt x="11739" y="2332"/>
                </a:lnTo>
                <a:lnTo>
                  <a:pt x="12117" y="2410"/>
                </a:lnTo>
                <a:lnTo>
                  <a:pt x="12496" y="2490"/>
                </a:lnTo>
                <a:lnTo>
                  <a:pt x="12889" y="2395"/>
                </a:lnTo>
                <a:lnTo>
                  <a:pt x="13267" y="2458"/>
                </a:lnTo>
                <a:lnTo>
                  <a:pt x="13645" y="2364"/>
                </a:lnTo>
                <a:lnTo>
                  <a:pt x="14040" y="2316"/>
                </a:lnTo>
                <a:lnTo>
                  <a:pt x="14418" y="2364"/>
                </a:lnTo>
                <a:lnTo>
                  <a:pt x="14796" y="2458"/>
                </a:lnTo>
                <a:lnTo>
                  <a:pt x="15189" y="2427"/>
                </a:lnTo>
                <a:lnTo>
                  <a:pt x="15567" y="2332"/>
                </a:lnTo>
                <a:lnTo>
                  <a:pt x="16008" y="2442"/>
                </a:lnTo>
                <a:lnTo>
                  <a:pt x="15836" y="2190"/>
                </a:lnTo>
                <a:lnTo>
                  <a:pt x="16088" y="1986"/>
                </a:lnTo>
                <a:close/>
              </a:path>
            </a:pathLst>
          </a:custGeom>
          <a:solidFill>
            <a:srgbClr val="FFFFFF"/>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88" name="Google Shape;2988;p41"/>
          <p:cNvSpPr txBox="1">
            <a:spLocks noGrp="1"/>
          </p:cNvSpPr>
          <p:nvPr>
            <p:ph type="title"/>
          </p:nvPr>
        </p:nvSpPr>
        <p:spPr>
          <a:xfrm>
            <a:off x="720000" y="273025"/>
            <a:ext cx="7704000" cy="477600"/>
          </a:xfrm>
          <a:prstGeom prst="rect">
            <a:avLst/>
          </a:prstGeom>
        </p:spPr>
        <p:txBody>
          <a:bodyPr spcFirstLastPara="1" wrap="square" lIns="91425" tIns="0" rIns="91425" bIns="0" anchor="t" anchorCtr="0">
            <a:noAutofit/>
          </a:bodyPr>
          <a:lstStyle/>
          <a:p>
            <a:pPr marL="0" lvl="0" indent="0" algn="ctr" rtl="0">
              <a:spcBef>
                <a:spcPts val="0"/>
              </a:spcBef>
              <a:spcAft>
                <a:spcPts val="0"/>
              </a:spcAft>
              <a:buNone/>
            </a:pPr>
            <a:r>
              <a:rPr lang="he-IL" b="1" dirty="0">
                <a:solidFill>
                  <a:srgbClr val="FF0000"/>
                </a:solidFill>
                <a:latin typeface="David" panose="020E0502060401010101" pitchFamily="34" charset="-79"/>
                <a:cs typeface="David" panose="020E0502060401010101" pitchFamily="34" charset="-79"/>
              </a:rPr>
              <a:t>תכנית כיתה ב'</a:t>
            </a:r>
            <a:endParaRPr b="1" dirty="0">
              <a:solidFill>
                <a:srgbClr val="FF0000"/>
              </a:solidFill>
              <a:latin typeface="David" panose="020E0502060401010101" pitchFamily="34" charset="-79"/>
              <a:cs typeface="David" panose="020E0502060401010101" pitchFamily="34" charset="-79"/>
            </a:endParaRPr>
          </a:p>
        </p:txBody>
      </p:sp>
      <p:graphicFrame>
        <p:nvGraphicFramePr>
          <p:cNvPr id="13" name="טבלה 13">
            <a:extLst>
              <a:ext uri="{FF2B5EF4-FFF2-40B4-BE49-F238E27FC236}">
                <a16:creationId xmlns:a16="http://schemas.microsoft.com/office/drawing/2014/main" id="{F915053B-C86F-99D9-75C2-4155D8335E52}"/>
              </a:ext>
            </a:extLst>
          </p:cNvPr>
          <p:cNvGraphicFramePr>
            <a:graphicFrameLocks noGrp="1"/>
          </p:cNvGraphicFramePr>
          <p:nvPr>
            <p:extLst>
              <p:ext uri="{D42A27DB-BD31-4B8C-83A1-F6EECF244321}">
                <p14:modId xmlns:p14="http://schemas.microsoft.com/office/powerpoint/2010/main" val="3305059531"/>
              </p:ext>
            </p:extLst>
          </p:nvPr>
        </p:nvGraphicFramePr>
        <p:xfrm>
          <a:off x="809907" y="859775"/>
          <a:ext cx="7524186" cy="3992880"/>
        </p:xfrm>
        <a:graphic>
          <a:graphicData uri="http://schemas.openxmlformats.org/drawingml/2006/table">
            <a:tbl>
              <a:tblPr rtl="1" firstRow="1" bandRow="1">
                <a:tableStyleId>{F5379084-322C-4DAB-9956-D44A4CA77A22}</a:tableStyleId>
              </a:tblPr>
              <a:tblGrid>
                <a:gridCol w="1567624">
                  <a:extLst>
                    <a:ext uri="{9D8B030D-6E8A-4147-A177-3AD203B41FA5}">
                      <a16:colId xmlns:a16="http://schemas.microsoft.com/office/drawing/2014/main" val="56309615"/>
                    </a:ext>
                  </a:extLst>
                </a:gridCol>
                <a:gridCol w="642229">
                  <a:extLst>
                    <a:ext uri="{9D8B030D-6E8A-4147-A177-3AD203B41FA5}">
                      <a16:colId xmlns:a16="http://schemas.microsoft.com/office/drawing/2014/main" val="2763375746"/>
                    </a:ext>
                  </a:extLst>
                </a:gridCol>
                <a:gridCol w="1411705">
                  <a:extLst>
                    <a:ext uri="{9D8B030D-6E8A-4147-A177-3AD203B41FA5}">
                      <a16:colId xmlns:a16="http://schemas.microsoft.com/office/drawing/2014/main" val="38790622"/>
                    </a:ext>
                  </a:extLst>
                </a:gridCol>
                <a:gridCol w="2397791">
                  <a:extLst>
                    <a:ext uri="{9D8B030D-6E8A-4147-A177-3AD203B41FA5}">
                      <a16:colId xmlns:a16="http://schemas.microsoft.com/office/drawing/2014/main" val="2529346024"/>
                    </a:ext>
                  </a:extLst>
                </a:gridCol>
                <a:gridCol w="1504837">
                  <a:extLst>
                    <a:ext uri="{9D8B030D-6E8A-4147-A177-3AD203B41FA5}">
                      <a16:colId xmlns:a16="http://schemas.microsoft.com/office/drawing/2014/main" val="4251561164"/>
                    </a:ext>
                  </a:extLst>
                </a:gridCol>
              </a:tblGrid>
              <a:tr h="0">
                <a:tc>
                  <a:txBody>
                    <a:bodyPr/>
                    <a:lstStyle/>
                    <a:p>
                      <a:pPr algn="ctr" rtl="1"/>
                      <a:r>
                        <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rPr>
                        <a:t>ברכות השחר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F0000"/>
                    </a:solidFill>
                  </a:tcPr>
                </a:tc>
                <a:tc>
                  <a:txBody>
                    <a:bodyPr/>
                    <a:lstStyle/>
                    <a:p>
                      <a:pPr algn="ctr" rtl="1"/>
                      <a:r>
                        <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rPr>
                        <a:t>פסוקי </a:t>
                      </a:r>
                      <a:r>
                        <a:rPr lang="he-IL" sz="1200" b="1" dirty="0" err="1">
                          <a:solidFill>
                            <a:schemeClr val="bg1"/>
                          </a:solidFill>
                          <a:latin typeface="David" panose="020E0502060401010101" pitchFamily="34" charset="-79"/>
                          <a:ea typeface="Gadugi" panose="020B0502040204020203" pitchFamily="34" charset="0"/>
                          <a:cs typeface="David" panose="020E0502060401010101" pitchFamily="34" charset="-79"/>
                        </a:rPr>
                        <a:t>דזמרא</a:t>
                      </a:r>
                      <a:endPar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rPr>
                        <a:t>קריאת שמע וברכותיה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75000"/>
                      </a:schemeClr>
                    </a:solidFill>
                  </a:tcPr>
                </a:tc>
                <a:tc>
                  <a:txBody>
                    <a:bodyPr/>
                    <a:lstStyle/>
                    <a:p>
                      <a:pPr algn="ctr" rtl="1"/>
                      <a:r>
                        <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rPr>
                        <a:t>תפילת עמידה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sz="1200" b="1" dirty="0">
                          <a:solidFill>
                            <a:schemeClr val="bg1"/>
                          </a:solidFill>
                          <a:latin typeface="David" panose="020E0502060401010101" pitchFamily="34" charset="-79"/>
                          <a:ea typeface="Gadugi" panose="020B0502040204020203" pitchFamily="34" charset="0"/>
                          <a:cs typeface="David" panose="020E0502060401010101" pitchFamily="34" charset="-79"/>
                        </a:rPr>
                        <a:t>סיום התפילה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F0000"/>
                    </a:solidFill>
                  </a:tcPr>
                </a:tc>
                <a:extLst>
                  <a:ext uri="{0D108BD9-81ED-4DB2-BD59-A6C34878D82A}">
                    <a16:rowId xmlns:a16="http://schemas.microsoft.com/office/drawing/2014/main" val="744381721"/>
                  </a:ext>
                </a:extLst>
              </a:tr>
              <a:tr h="183287">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he-IL" sz="12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*מודה אני (עדיף בבית), א-להי נשמה, אשר יצר, מצוות ציצית לבנים, אדון עולם ברכות התורה, ברכת </a:t>
                      </a:r>
                      <a:r>
                        <a:rPr kumimoji="0" lang="he-IL" sz="1200" b="0" i="0" u="none" strike="noStrike" kern="1200" cap="none" spc="0" normalizeH="0" baseline="0" dirty="0" err="1">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הכהנים</a:t>
                      </a:r>
                      <a:endParaRPr kumimoji="0" lang="he-IL" sz="12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endParaRPr>
                    </a:p>
                    <a:p>
                      <a:pPr rtl="1"/>
                      <a:endParaRPr lang="he-IL" sz="1200" dirty="0">
                        <a:solidFill>
                          <a:srgbClr val="002060"/>
                        </a:solidFill>
                        <a:latin typeface="David" panose="020E0502060401010101" pitchFamily="34" charset="-79"/>
                        <a:cs typeface="David" panose="020E0502060401010101" pitchFamily="34" charset="-79"/>
                      </a:endParaRPr>
                    </a:p>
                    <a:p>
                      <a:pPr algn="ctr" rtl="1"/>
                      <a:r>
                        <a:rPr lang="he-IL" sz="1200" dirty="0">
                          <a:solidFill>
                            <a:srgbClr val="002060"/>
                          </a:solidFill>
                          <a:latin typeface="David" panose="020E0502060401010101" pitchFamily="34" charset="-79"/>
                          <a:cs typeface="David" panose="020E0502060401010101" pitchFamily="34" charset="-79"/>
                        </a:rPr>
                        <a:t>הקניה של ברכות השחר</a:t>
                      </a:r>
                    </a:p>
                    <a:p>
                      <a:pPr algn="r" rtl="1"/>
                      <a:endParaRPr lang="he-IL" sz="12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rtl="1"/>
                      <a:endParaRPr lang="he-IL" sz="12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0"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rPr>
                        <a:t>"שמע ישראל"</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0"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rPr>
                        <a:t>"ואהבת"</a:t>
                      </a:r>
                    </a:p>
                    <a:p>
                      <a:pPr algn="ctr" rtl="1"/>
                      <a:r>
                        <a:rPr kumimoji="0" lang="he-IL" sz="1200" b="0" i="0" u="none" strike="noStrike" kern="1200" cap="none" spc="0" normalizeH="0" baseline="0" dirty="0">
                          <a:ln>
                            <a:noFill/>
                          </a:ln>
                          <a:solidFill>
                            <a:srgbClr val="002060"/>
                          </a:solidFill>
                          <a:effectLst/>
                          <a:highlight>
                            <a:srgbClr val="FFFF00"/>
                          </a:highlight>
                          <a:uLnTx/>
                          <a:uFillTx/>
                          <a:latin typeface="David" panose="020E0502060401010101" pitchFamily="34" charset="-79"/>
                          <a:ea typeface="Arial"/>
                          <a:cs typeface="David" panose="020E0502060401010101" pitchFamily="34" charset="-79"/>
                          <a:sym typeface="Arial"/>
                        </a:rPr>
                        <a:t>והיה אם שמוע</a:t>
                      </a:r>
                    </a:p>
                    <a:p>
                      <a:pPr algn="ctr" rtl="1"/>
                      <a:r>
                        <a:rPr kumimoji="0" lang="he-IL" sz="1200" b="0" i="0" u="none" strike="noStrike" kern="1200" cap="none" spc="0" normalizeH="0" baseline="0" dirty="0">
                          <a:ln>
                            <a:noFill/>
                          </a:ln>
                          <a:solidFill>
                            <a:srgbClr val="002060"/>
                          </a:solidFill>
                          <a:effectLst/>
                          <a:highlight>
                            <a:srgbClr val="FFFF00"/>
                          </a:highlight>
                          <a:uLnTx/>
                          <a:uFillTx/>
                          <a:latin typeface="David" panose="020E0502060401010101" pitchFamily="34" charset="-79"/>
                          <a:ea typeface="Arial"/>
                          <a:cs typeface="David" panose="020E0502060401010101" pitchFamily="34" charset="-79"/>
                          <a:sym typeface="Arial"/>
                        </a:rPr>
                        <a:t>ויאמר</a:t>
                      </a:r>
                    </a:p>
                    <a:p>
                      <a:pPr algn="ctr" rtl="1"/>
                      <a:endParaRPr kumimoji="0" lang="he-IL" sz="400" b="0" i="0" u="none" strike="noStrike" kern="1200" cap="none" spc="0" normalizeH="0" baseline="0" dirty="0">
                        <a:ln>
                          <a:noFill/>
                        </a:ln>
                        <a:solidFill>
                          <a:srgbClr val="002060"/>
                        </a:solidFill>
                        <a:effectLst/>
                        <a:highlight>
                          <a:srgbClr val="FFFF00"/>
                        </a:highlight>
                        <a:uLnTx/>
                        <a:uFillTx/>
                        <a:latin typeface="David" panose="020E0502060401010101" pitchFamily="34" charset="-79"/>
                        <a:ea typeface="Arial"/>
                        <a:cs typeface="David" panose="020E0502060401010101" pitchFamily="34" charset="-79"/>
                        <a:sym typeface="Arial"/>
                      </a:endParaRPr>
                    </a:p>
                    <a:p>
                      <a:pPr algn="r" rtl="1"/>
                      <a:r>
                        <a:rPr kumimoji="0" lang="he-IL" sz="1200" b="0" i="0" u="none" strike="noStrike" kern="1200" cap="none" spc="0" normalizeH="0" baseline="0" dirty="0">
                          <a:ln>
                            <a:noFill/>
                          </a:ln>
                          <a:solidFill>
                            <a:srgbClr val="000000"/>
                          </a:solidFill>
                          <a:effectLst/>
                          <a:highlight>
                            <a:srgbClr val="FFFF00"/>
                          </a:highlight>
                          <a:uLnTx/>
                          <a:uFillTx/>
                          <a:latin typeface="David" panose="020E0502060401010101" pitchFamily="34" charset="-79"/>
                          <a:ea typeface="Arial"/>
                          <a:cs typeface="David" panose="020E0502060401010101" pitchFamily="34" charset="-79"/>
                          <a:sym typeface="Arial"/>
                        </a:rPr>
                        <a:t>להוסיף בהדרגה</a:t>
                      </a:r>
                    </a:p>
                    <a:p>
                      <a:pPr algn="r" rtl="1"/>
                      <a:r>
                        <a:rPr kumimoji="0" lang="he-IL" sz="1200" b="0" i="0" u="none" strike="noStrike" kern="1200" cap="none" spc="0" normalizeH="0" baseline="0" dirty="0">
                          <a:ln>
                            <a:noFill/>
                          </a:ln>
                          <a:solidFill>
                            <a:srgbClr val="000000"/>
                          </a:solidFill>
                          <a:effectLst/>
                          <a:highlight>
                            <a:srgbClr val="FFFF00"/>
                          </a:highlight>
                          <a:uLnTx/>
                          <a:uFillTx/>
                          <a:latin typeface="David" panose="020E0502060401010101" pitchFamily="34" charset="-79"/>
                          <a:ea typeface="Arial"/>
                          <a:cs typeface="David" panose="020E0502060401010101" pitchFamily="34" charset="-79"/>
                          <a:sym typeface="Arial"/>
                        </a:rPr>
                        <a:t>את הפרשיות הנוספות</a:t>
                      </a:r>
                    </a:p>
                    <a:p>
                      <a:pPr algn="r" rtl="1"/>
                      <a:endParaRPr kumimoji="0" lang="he-IL" sz="1200" b="0" i="0" u="none" strike="noStrike" kern="1200" cap="none" spc="0" normalizeH="0" baseline="0" dirty="0">
                        <a:ln>
                          <a:noFill/>
                        </a:ln>
                        <a:solidFill>
                          <a:srgbClr val="000000"/>
                        </a:solidFill>
                        <a:effectLst/>
                        <a:highlight>
                          <a:srgbClr val="FFFF00"/>
                        </a:highlight>
                        <a:uLnTx/>
                        <a:uFillTx/>
                        <a:latin typeface="David" panose="020E0502060401010101" pitchFamily="34" charset="-79"/>
                        <a:ea typeface="Arial"/>
                        <a:cs typeface="David" panose="020E0502060401010101" pitchFamily="34" charset="-79"/>
                        <a:sym typeface="Arial"/>
                      </a:endParaRP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he-IL" sz="10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אמירת פרשת ציצית הכרחית לתפילת הבנים הלבושים בציצית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r>
                        <a:rPr kumimoji="0" lang="he-IL" sz="12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בקיץ: מוריד הטל; ותן ברכה /ברכנו</a:t>
                      </a:r>
                    </a:p>
                    <a:p>
                      <a:pPr algn="r" rtl="1"/>
                      <a:endParaRPr kumimoji="0" lang="he-IL" sz="12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endParaRPr>
                    </a:p>
                    <a:p>
                      <a:pPr algn="r" rtl="1"/>
                      <a:r>
                        <a:rPr kumimoji="0" lang="he-IL" sz="12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בחורף: משיב הרוח ומוריד הגשם; ותן טל ומטר לברכה</a:t>
                      </a:r>
                    </a:p>
                    <a:p>
                      <a:pPr algn="r" rtl="1"/>
                      <a:endParaRPr lang="he-IL" sz="12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r>
                        <a:rPr lang="he-IL" sz="1200" b="0" i="0" u="none" strike="noStrike" cap="none" dirty="0">
                          <a:solidFill>
                            <a:srgbClr val="002060"/>
                          </a:solidFill>
                          <a:latin typeface="David" panose="020E0502060401010101" pitchFamily="34" charset="-79"/>
                          <a:ea typeface="Arial"/>
                          <a:cs typeface="David" panose="020E0502060401010101" pitchFamily="34" charset="-79"/>
                          <a:sym typeface="Arial"/>
                        </a:rPr>
                        <a:t>שירת "אבינו שבשמים"</a:t>
                      </a:r>
                    </a:p>
                    <a:p>
                      <a:pPr algn="r" rtl="1"/>
                      <a:r>
                        <a:rPr lang="he-IL" sz="1200" b="0" i="0" u="none" strike="noStrike" cap="none" dirty="0">
                          <a:solidFill>
                            <a:srgbClr val="002060"/>
                          </a:solidFill>
                          <a:latin typeface="David" panose="020E0502060401010101" pitchFamily="34" charset="-79"/>
                          <a:ea typeface="Arial"/>
                          <a:cs typeface="David" panose="020E0502060401010101" pitchFamily="34" charset="-79"/>
                          <a:sym typeface="Arial"/>
                        </a:rPr>
                        <a:t>חודש אלול:  פיוט מסליחות - "אדון הסליחות" (בית אחד)</a:t>
                      </a:r>
                    </a:p>
                    <a:p>
                      <a:pPr algn="r" rtl="1"/>
                      <a:r>
                        <a:rPr lang="he-IL" sz="1200" b="0" i="0" u="none" strike="noStrike" cap="none" dirty="0">
                          <a:solidFill>
                            <a:srgbClr val="002060"/>
                          </a:solidFill>
                          <a:latin typeface="David" panose="020E0502060401010101" pitchFamily="34" charset="-79"/>
                          <a:ea typeface="Arial"/>
                          <a:cs typeface="David" panose="020E0502060401010101" pitchFamily="34" charset="-79"/>
                          <a:sym typeface="Arial"/>
                        </a:rPr>
                        <a:t>בעשי"ת: "אבינו מלכנו חננו ועננו" או: "בספר חיים ברכה ושלום..."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478821425"/>
                  </a:ext>
                </a:extLst>
              </a:tr>
              <a:tr h="123946">
                <a:tc>
                  <a:txBody>
                    <a:bodyPr/>
                    <a:lstStyle/>
                    <a:p>
                      <a:pPr algn="r" rtl="1"/>
                      <a:r>
                        <a:rPr lang="he-IL" sz="1200" b="0" i="0" u="none" strike="noStrike" cap="none" dirty="0">
                          <a:solidFill>
                            <a:srgbClr val="000000"/>
                          </a:solidFill>
                          <a:highlight>
                            <a:srgbClr val="FFFF00"/>
                          </a:highlight>
                          <a:latin typeface="David" panose="020E0502060401010101" pitchFamily="34" charset="-79"/>
                          <a:cs typeface="David" panose="020E0502060401010101" pitchFamily="34" charset="-79"/>
                          <a:sym typeface="Arial"/>
                        </a:rPr>
                        <a:t>מחצית שניה </a:t>
                      </a:r>
                    </a:p>
                    <a:p>
                      <a:pPr algn="r" rtl="1"/>
                      <a:r>
                        <a:rPr lang="he-IL" sz="1200" b="0" i="0" u="none" strike="noStrike" cap="none" dirty="0">
                          <a:solidFill>
                            <a:srgbClr val="000000"/>
                          </a:solidFill>
                          <a:highlight>
                            <a:srgbClr val="FFFF00"/>
                          </a:highlight>
                          <a:latin typeface="David" panose="020E0502060401010101" pitchFamily="34" charset="-79"/>
                          <a:cs typeface="David" panose="020E0502060401010101" pitchFamily="34" charset="-79"/>
                          <a:sym typeface="Arial"/>
                        </a:rPr>
                        <a:t>ויהי רצון... שתרגילנו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rtl="1"/>
                      <a:endParaRPr lang="he-IL" sz="12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lang="he-IL" sz="12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endParaRPr lang="he-IL" sz="12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endParaRPr lang="he-IL" sz="1200" b="0" i="0" u="none" strike="noStrike" cap="none" dirty="0">
                        <a:solidFill>
                          <a:srgbClr val="002060"/>
                        </a:solidFill>
                        <a:latin typeface="David" panose="020E0502060401010101" pitchFamily="34" charset="-79"/>
                        <a:ea typeface="Arial"/>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2794220556"/>
                  </a:ext>
                </a:extLst>
              </a:tr>
              <a:tr h="0">
                <a:tc>
                  <a:txBody>
                    <a:bodyPr/>
                    <a:lstStyle/>
                    <a:p>
                      <a:pPr algn="r" rtl="1"/>
                      <a:endParaRPr lang="he-IL" sz="1200" dirty="0">
                        <a:solidFill>
                          <a:srgbClr val="002060"/>
                        </a:solidFill>
                        <a:latin typeface="David" panose="020E0502060401010101" pitchFamily="34" charset="-79"/>
                        <a:cs typeface="David" panose="020E0502060401010101" pitchFamily="34" charset="-79"/>
                      </a:endParaRPr>
                    </a:p>
                    <a:p>
                      <a:pPr algn="ctr" rtl="1"/>
                      <a:r>
                        <a:rPr lang="he-IL" sz="1200" b="1" dirty="0">
                          <a:solidFill>
                            <a:srgbClr val="002060"/>
                          </a:solidFill>
                          <a:latin typeface="David" panose="020E0502060401010101" pitchFamily="34" charset="-79"/>
                          <a:cs typeface="David" panose="020E0502060401010101" pitchFamily="34" charset="-79"/>
                        </a:rPr>
                        <a:t>הוספות בראש חודש ובספירת העומר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algn="r" rtl="1"/>
                      <a:endParaRPr lang="he-IL" sz="120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algn="r" rtl="1"/>
                      <a:endParaRPr lang="he-IL" sz="120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200" dirty="0">
                          <a:solidFill>
                            <a:srgbClr val="002060"/>
                          </a:solidFill>
                          <a:latin typeface="David" panose="020E0502060401010101" pitchFamily="34" charset="-79"/>
                          <a:cs typeface="David" panose="020E0502060401010101" pitchFamily="34" charset="-79"/>
                        </a:rPr>
                        <a:t>בראש חודש- חדש עלינו את החודש הזה לטובה ולברכה.</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200" b="1" dirty="0">
                          <a:solidFill>
                            <a:srgbClr val="002060"/>
                          </a:solidFill>
                          <a:highlight>
                            <a:srgbClr val="FFFF00"/>
                          </a:highlight>
                          <a:latin typeface="David" panose="020E0502060401010101" pitchFamily="34" charset="-79"/>
                          <a:cs typeface="David" panose="020E0502060401010101" pitchFamily="34" charset="-79"/>
                        </a:rPr>
                        <a:t>הלל</a:t>
                      </a:r>
                      <a:r>
                        <a:rPr lang="he-IL" sz="1200" dirty="0">
                          <a:solidFill>
                            <a:srgbClr val="002060"/>
                          </a:solidFill>
                          <a:highlight>
                            <a:srgbClr val="FFFF00"/>
                          </a:highlight>
                          <a:latin typeface="David" panose="020E0502060401010101" pitchFamily="34" charset="-79"/>
                          <a:cs typeface="David" panose="020E0502060401010101" pitchFamily="34" charset="-79"/>
                        </a:rPr>
                        <a:t> – ברכה ראשונה </a:t>
                      </a:r>
                      <a:r>
                        <a:rPr lang="he-IL" sz="1200" dirty="0" err="1">
                          <a:solidFill>
                            <a:srgbClr val="002060"/>
                          </a:solidFill>
                          <a:highlight>
                            <a:srgbClr val="FFFF00"/>
                          </a:highlight>
                          <a:latin typeface="David" panose="020E0502060401010101" pitchFamily="34" charset="-79"/>
                          <a:cs typeface="David" panose="020E0502060401010101" pitchFamily="34" charset="-79"/>
                        </a:rPr>
                        <a:t>אקב"ו</a:t>
                      </a:r>
                      <a:r>
                        <a:rPr lang="he-IL" sz="1200" dirty="0">
                          <a:solidFill>
                            <a:srgbClr val="002060"/>
                          </a:solidFill>
                          <a:highlight>
                            <a:srgbClr val="FFFF00"/>
                          </a:highlight>
                          <a:latin typeface="David" panose="020E0502060401010101" pitchFamily="34" charset="-79"/>
                          <a:cs typeface="David" panose="020E0502060401010101" pitchFamily="34" charset="-79"/>
                        </a:rPr>
                        <a:t> לקרוא את ההלל (לנוהגים), "הללו את ה' כל גויים", "הודו לה' כי טוב –  כי לעולם חסדו" עד  "יאמרו נא יראי ה' כי לעולם חסדו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algn="r" rtl="1"/>
                      <a:r>
                        <a:rPr lang="he-IL" sz="1200" dirty="0">
                          <a:solidFill>
                            <a:srgbClr val="002060"/>
                          </a:solidFill>
                          <a:latin typeface="David" panose="020E0502060401010101" pitchFamily="34" charset="-79"/>
                          <a:cs typeface="David" panose="020E0502060401010101" pitchFamily="34" charset="-79"/>
                        </a:rPr>
                        <a:t>בימי ספירת העומר- </a:t>
                      </a:r>
                    </a:p>
                    <a:p>
                      <a:pPr algn="r" rtl="1"/>
                      <a:r>
                        <a:rPr lang="he-IL" sz="1200" dirty="0">
                          <a:solidFill>
                            <a:srgbClr val="002060"/>
                          </a:solidFill>
                          <a:latin typeface="David" panose="020E0502060401010101" pitchFamily="34" charset="-79"/>
                          <a:cs typeface="David" panose="020E0502060401010101" pitchFamily="34" charset="-79"/>
                        </a:rPr>
                        <a:t>שרים הנני מוכן ומזומן. </a:t>
                      </a:r>
                    </a:p>
                    <a:p>
                      <a:pPr algn="r" rtl="1"/>
                      <a:r>
                        <a:rPr lang="he-IL" sz="1200" dirty="0">
                          <a:solidFill>
                            <a:srgbClr val="002060"/>
                          </a:solidFill>
                          <a:latin typeface="David" panose="020E0502060401010101" pitchFamily="34" charset="-79"/>
                          <a:cs typeface="David" panose="020E0502060401010101" pitchFamily="34" charset="-79"/>
                        </a:rPr>
                        <a:t>היום כך וכך ימים ב/לעומר</a:t>
                      </a:r>
                    </a:p>
                    <a:p>
                      <a:pPr algn="r" rtl="1"/>
                      <a:endParaRPr lang="he-IL" sz="12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extLst>
                  <a:ext uri="{0D108BD9-81ED-4DB2-BD59-A6C34878D82A}">
                    <a16:rowId xmlns:a16="http://schemas.microsoft.com/office/drawing/2014/main" val="865089777"/>
                  </a:ext>
                </a:extLst>
              </a:tr>
            </a:tbl>
          </a:graphicData>
        </a:graphic>
      </p:graphicFrame>
      <p:sp>
        <p:nvSpPr>
          <p:cNvPr id="2" name="TextBox 1"/>
          <p:cNvSpPr txBox="1"/>
          <p:nvPr/>
        </p:nvSpPr>
        <p:spPr>
          <a:xfrm>
            <a:off x="589437" y="4866501"/>
            <a:ext cx="7524186" cy="276999"/>
          </a:xfrm>
          <a:prstGeom prst="rect">
            <a:avLst/>
          </a:prstGeom>
          <a:noFill/>
        </p:spPr>
        <p:txBody>
          <a:bodyPr wrap="square" rtlCol="1">
            <a:spAutoFit/>
          </a:bodyPr>
          <a:lstStyle/>
          <a:p>
            <a:pPr algn="r" rtl="1"/>
            <a:r>
              <a:rPr lang="he-IL" sz="1200" dirty="0">
                <a:latin typeface="David" panose="020E0502060401010101" pitchFamily="34" charset="-79"/>
                <a:cs typeface="David" panose="020E0502060401010101" pitchFamily="34" charset="-79"/>
              </a:rPr>
              <a:t>** לגבי אמירת מודה אני – יש לחנך את הילדים לומר מיד בעת קימתם מהשינה. אם לא ברכו בבית, יש לומר בכיתה.</a:t>
            </a:r>
          </a:p>
        </p:txBody>
      </p:sp>
    </p:spTree>
    <p:extLst>
      <p:ext uri="{BB962C8B-B14F-4D97-AF65-F5344CB8AC3E}">
        <p14:creationId xmlns:p14="http://schemas.microsoft.com/office/powerpoint/2010/main" val="1056536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86"/>
        <p:cNvGrpSpPr/>
        <p:nvPr/>
      </p:nvGrpSpPr>
      <p:grpSpPr>
        <a:xfrm>
          <a:off x="0" y="0"/>
          <a:ext cx="0" cy="0"/>
          <a:chOff x="0" y="0"/>
          <a:chExt cx="0" cy="0"/>
        </a:xfrm>
      </p:grpSpPr>
      <p:sp>
        <p:nvSpPr>
          <p:cNvPr id="2987" name="Google Shape;2987;p41"/>
          <p:cNvSpPr/>
          <p:nvPr/>
        </p:nvSpPr>
        <p:spPr>
          <a:xfrm>
            <a:off x="618462" y="25375"/>
            <a:ext cx="7790976" cy="389358"/>
          </a:xfrm>
          <a:custGeom>
            <a:avLst/>
            <a:gdLst/>
            <a:ahLst/>
            <a:cxnLst/>
            <a:rect l="l" t="t" r="r" b="b"/>
            <a:pathLst>
              <a:path w="16088" h="2490" extrusionOk="0">
                <a:moveTo>
                  <a:pt x="15993" y="1780"/>
                </a:moveTo>
                <a:lnTo>
                  <a:pt x="16071" y="1560"/>
                </a:lnTo>
                <a:lnTo>
                  <a:pt x="16056" y="1355"/>
                </a:lnTo>
                <a:lnTo>
                  <a:pt x="15899" y="1150"/>
                </a:lnTo>
                <a:lnTo>
                  <a:pt x="16008" y="929"/>
                </a:lnTo>
                <a:lnTo>
                  <a:pt x="16008" y="725"/>
                </a:lnTo>
                <a:lnTo>
                  <a:pt x="15977" y="520"/>
                </a:lnTo>
                <a:lnTo>
                  <a:pt x="15930" y="316"/>
                </a:lnTo>
                <a:lnTo>
                  <a:pt x="15836" y="95"/>
                </a:lnTo>
                <a:lnTo>
                  <a:pt x="15867" y="0"/>
                </a:lnTo>
                <a:lnTo>
                  <a:pt x="1" y="0"/>
                </a:lnTo>
                <a:lnTo>
                  <a:pt x="1" y="2410"/>
                </a:lnTo>
                <a:lnTo>
                  <a:pt x="206" y="2442"/>
                </a:lnTo>
                <a:lnTo>
                  <a:pt x="599" y="2458"/>
                </a:lnTo>
                <a:lnTo>
                  <a:pt x="978" y="2427"/>
                </a:lnTo>
                <a:lnTo>
                  <a:pt x="1372" y="2332"/>
                </a:lnTo>
                <a:lnTo>
                  <a:pt x="1750" y="2410"/>
                </a:lnTo>
                <a:lnTo>
                  <a:pt x="2128" y="2332"/>
                </a:lnTo>
                <a:lnTo>
                  <a:pt x="2522" y="2379"/>
                </a:lnTo>
                <a:lnTo>
                  <a:pt x="2900" y="2347"/>
                </a:lnTo>
                <a:lnTo>
                  <a:pt x="3294" y="2364"/>
                </a:lnTo>
                <a:lnTo>
                  <a:pt x="3672" y="2442"/>
                </a:lnTo>
                <a:lnTo>
                  <a:pt x="4051" y="2473"/>
                </a:lnTo>
                <a:lnTo>
                  <a:pt x="4444" y="2410"/>
                </a:lnTo>
                <a:lnTo>
                  <a:pt x="4822" y="2458"/>
                </a:lnTo>
                <a:lnTo>
                  <a:pt x="5200" y="2442"/>
                </a:lnTo>
                <a:lnTo>
                  <a:pt x="5595" y="2473"/>
                </a:lnTo>
                <a:lnTo>
                  <a:pt x="5973" y="2316"/>
                </a:lnTo>
                <a:lnTo>
                  <a:pt x="6351" y="2395"/>
                </a:lnTo>
                <a:lnTo>
                  <a:pt x="6744" y="2379"/>
                </a:lnTo>
                <a:lnTo>
                  <a:pt x="7122" y="2347"/>
                </a:lnTo>
                <a:lnTo>
                  <a:pt x="7517" y="2364"/>
                </a:lnTo>
                <a:lnTo>
                  <a:pt x="7895" y="2427"/>
                </a:lnTo>
                <a:lnTo>
                  <a:pt x="8273" y="2347"/>
                </a:lnTo>
                <a:lnTo>
                  <a:pt x="8666" y="2332"/>
                </a:lnTo>
                <a:lnTo>
                  <a:pt x="9044" y="2458"/>
                </a:lnTo>
                <a:lnTo>
                  <a:pt x="9423" y="2379"/>
                </a:lnTo>
                <a:lnTo>
                  <a:pt x="9817" y="2490"/>
                </a:lnTo>
                <a:lnTo>
                  <a:pt x="10195" y="2410"/>
                </a:lnTo>
                <a:lnTo>
                  <a:pt x="10573" y="2442"/>
                </a:lnTo>
                <a:lnTo>
                  <a:pt x="10967" y="2364"/>
                </a:lnTo>
                <a:lnTo>
                  <a:pt x="11345" y="2473"/>
                </a:lnTo>
                <a:lnTo>
                  <a:pt x="11739" y="2332"/>
                </a:lnTo>
                <a:lnTo>
                  <a:pt x="12117" y="2410"/>
                </a:lnTo>
                <a:lnTo>
                  <a:pt x="12496" y="2490"/>
                </a:lnTo>
                <a:lnTo>
                  <a:pt x="12889" y="2395"/>
                </a:lnTo>
                <a:lnTo>
                  <a:pt x="13267" y="2458"/>
                </a:lnTo>
                <a:lnTo>
                  <a:pt x="13645" y="2364"/>
                </a:lnTo>
                <a:lnTo>
                  <a:pt x="14040" y="2316"/>
                </a:lnTo>
                <a:lnTo>
                  <a:pt x="14418" y="2364"/>
                </a:lnTo>
                <a:lnTo>
                  <a:pt x="14796" y="2458"/>
                </a:lnTo>
                <a:lnTo>
                  <a:pt x="15189" y="2427"/>
                </a:lnTo>
                <a:lnTo>
                  <a:pt x="15567" y="2332"/>
                </a:lnTo>
                <a:lnTo>
                  <a:pt x="16008" y="2442"/>
                </a:lnTo>
                <a:lnTo>
                  <a:pt x="15836" y="2190"/>
                </a:lnTo>
                <a:lnTo>
                  <a:pt x="16088" y="1986"/>
                </a:lnTo>
                <a:close/>
              </a:path>
            </a:pathLst>
          </a:custGeom>
          <a:solidFill>
            <a:srgbClr val="FFFFFF"/>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88" name="Google Shape;2988;p41"/>
          <p:cNvSpPr txBox="1">
            <a:spLocks noGrp="1"/>
          </p:cNvSpPr>
          <p:nvPr>
            <p:ph type="title"/>
          </p:nvPr>
        </p:nvSpPr>
        <p:spPr>
          <a:xfrm>
            <a:off x="734562" y="-8358"/>
            <a:ext cx="7704000" cy="227433"/>
          </a:xfrm>
          <a:prstGeom prst="rect">
            <a:avLst/>
          </a:prstGeom>
        </p:spPr>
        <p:txBody>
          <a:bodyPr spcFirstLastPara="1" wrap="square" lIns="91425" tIns="0" rIns="91425" bIns="0" anchor="t" anchorCtr="0">
            <a:noAutofit/>
          </a:bodyPr>
          <a:lstStyle/>
          <a:p>
            <a:pPr marL="0" lvl="0" indent="0" algn="ctr" rtl="0">
              <a:spcBef>
                <a:spcPts val="0"/>
              </a:spcBef>
              <a:spcAft>
                <a:spcPts val="0"/>
              </a:spcAft>
              <a:buNone/>
            </a:pPr>
            <a:r>
              <a:rPr lang="he-IL" sz="2400" b="1" dirty="0">
                <a:solidFill>
                  <a:srgbClr val="FF0000"/>
                </a:solidFill>
                <a:latin typeface="David" panose="020E0502060401010101" pitchFamily="34" charset="-79"/>
                <a:cs typeface="David" panose="020E0502060401010101" pitchFamily="34" charset="-79"/>
              </a:rPr>
              <a:t>תכנית כיתה ג'</a:t>
            </a:r>
            <a:endParaRPr sz="2400" b="1" dirty="0">
              <a:solidFill>
                <a:srgbClr val="FF0000"/>
              </a:solidFill>
              <a:latin typeface="David" panose="020E0502060401010101" pitchFamily="34" charset="-79"/>
              <a:cs typeface="David" panose="020E0502060401010101" pitchFamily="34" charset="-79"/>
            </a:endParaRPr>
          </a:p>
        </p:txBody>
      </p:sp>
      <p:graphicFrame>
        <p:nvGraphicFramePr>
          <p:cNvPr id="13" name="טבלה 13">
            <a:extLst>
              <a:ext uri="{FF2B5EF4-FFF2-40B4-BE49-F238E27FC236}">
                <a16:creationId xmlns:a16="http://schemas.microsoft.com/office/drawing/2014/main" id="{F915053B-C86F-99D9-75C2-4155D8335E52}"/>
              </a:ext>
            </a:extLst>
          </p:cNvPr>
          <p:cNvGraphicFramePr>
            <a:graphicFrameLocks noGrp="1"/>
          </p:cNvGraphicFramePr>
          <p:nvPr>
            <p:extLst>
              <p:ext uri="{D42A27DB-BD31-4B8C-83A1-F6EECF244321}">
                <p14:modId xmlns:p14="http://schemas.microsoft.com/office/powerpoint/2010/main" val="3904365435"/>
              </p:ext>
            </p:extLst>
          </p:nvPr>
        </p:nvGraphicFramePr>
        <p:xfrm>
          <a:off x="618462" y="504825"/>
          <a:ext cx="7790976" cy="4312920"/>
        </p:xfrm>
        <a:graphic>
          <a:graphicData uri="http://schemas.openxmlformats.org/drawingml/2006/table">
            <a:tbl>
              <a:tblPr rtl="1" firstRow="1" bandRow="1">
                <a:tableStyleId>{F5379084-322C-4DAB-9956-D44A4CA77A22}</a:tableStyleId>
              </a:tblPr>
              <a:tblGrid>
                <a:gridCol w="1616752">
                  <a:extLst>
                    <a:ext uri="{9D8B030D-6E8A-4147-A177-3AD203B41FA5}">
                      <a16:colId xmlns:a16="http://schemas.microsoft.com/office/drawing/2014/main" val="56309615"/>
                    </a:ext>
                  </a:extLst>
                </a:gridCol>
                <a:gridCol w="928792">
                  <a:extLst>
                    <a:ext uri="{9D8B030D-6E8A-4147-A177-3AD203B41FA5}">
                      <a16:colId xmlns:a16="http://schemas.microsoft.com/office/drawing/2014/main" val="2763375746"/>
                    </a:ext>
                  </a:extLst>
                </a:gridCol>
                <a:gridCol w="1790592">
                  <a:extLst>
                    <a:ext uri="{9D8B030D-6E8A-4147-A177-3AD203B41FA5}">
                      <a16:colId xmlns:a16="http://schemas.microsoft.com/office/drawing/2014/main" val="38790622"/>
                    </a:ext>
                  </a:extLst>
                </a:gridCol>
                <a:gridCol w="1896645">
                  <a:extLst>
                    <a:ext uri="{9D8B030D-6E8A-4147-A177-3AD203B41FA5}">
                      <a16:colId xmlns:a16="http://schemas.microsoft.com/office/drawing/2014/main" val="2529346024"/>
                    </a:ext>
                  </a:extLst>
                </a:gridCol>
                <a:gridCol w="1558195">
                  <a:extLst>
                    <a:ext uri="{9D8B030D-6E8A-4147-A177-3AD203B41FA5}">
                      <a16:colId xmlns:a16="http://schemas.microsoft.com/office/drawing/2014/main" val="4251561164"/>
                    </a:ext>
                  </a:extLst>
                </a:gridCol>
              </a:tblGrid>
              <a:tr h="361315">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ברכות השחר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F0000"/>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פסוקי </a:t>
                      </a:r>
                      <a:r>
                        <a:rPr lang="he-IL" b="1" dirty="0" err="1">
                          <a:solidFill>
                            <a:schemeClr val="bg1"/>
                          </a:solidFill>
                          <a:latin typeface="David" panose="020E0502060401010101" pitchFamily="34" charset="-79"/>
                          <a:ea typeface="Gadugi" panose="020B0502040204020203" pitchFamily="34" charset="0"/>
                          <a:cs typeface="David" panose="020E0502060401010101" pitchFamily="34" charset="-79"/>
                        </a:rPr>
                        <a:t>דזמרא</a:t>
                      </a:r>
                      <a:endParaRPr lang="he-IL" b="1" dirty="0">
                        <a:solidFill>
                          <a:schemeClr val="bg1"/>
                        </a:solidFill>
                        <a:latin typeface="David" panose="020E0502060401010101" pitchFamily="34" charset="-79"/>
                        <a:ea typeface="Gadugi" panose="020B0502040204020203" pitchFamily="34" charset="0"/>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קריאת שמע וברכותיה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75000"/>
                      </a:schemeClr>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תפילת עמידה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סיום התפילה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F0000"/>
                    </a:solidFill>
                  </a:tcPr>
                </a:tc>
                <a:extLst>
                  <a:ext uri="{0D108BD9-81ED-4DB2-BD59-A6C34878D82A}">
                    <a16:rowId xmlns:a16="http://schemas.microsoft.com/office/drawing/2014/main" val="744381721"/>
                  </a:ext>
                </a:extLst>
              </a:tr>
              <a:tr h="370840">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*מודה אני (עדיף בבית), א-להי נשמה, אשר יצר, מצוות ציצית לבנים, אדון עולם (מומלץ בסוף התפילה – אם יש עוד </a:t>
                      </a:r>
                      <a:r>
                        <a:rPr kumimoji="0" lang="he-IL" sz="1100" b="0" i="0" u="none" strike="noStrike" kern="1200" cap="none" spc="0" normalizeH="0" baseline="0" dirty="0" err="1">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כח</a:t>
                      </a: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 לתלמידים), ברכות התורה, ברכת </a:t>
                      </a:r>
                      <a:r>
                        <a:rPr kumimoji="0" lang="he-IL" sz="1100" b="0" i="0" u="none" strike="noStrike" kern="1200" cap="none" spc="0" normalizeH="0" baseline="0" dirty="0" err="1">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הכהנים</a:t>
                      </a:r>
                      <a:endPar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endParaRPr>
                    </a:p>
                    <a:p>
                      <a:pPr rtl="1"/>
                      <a:endParaRPr lang="he-IL" sz="1100" dirty="0">
                        <a:solidFill>
                          <a:srgbClr val="002060"/>
                        </a:solidFill>
                        <a:latin typeface="David" panose="020E0502060401010101" pitchFamily="34" charset="-79"/>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1100" dirty="0">
                          <a:solidFill>
                            <a:srgbClr val="002060"/>
                          </a:solidFill>
                          <a:latin typeface="David" panose="020E0502060401010101" pitchFamily="34" charset="-79"/>
                          <a:cs typeface="David" panose="020E0502060401010101" pitchFamily="34" charset="-79"/>
                        </a:rPr>
                        <a:t>ברכות השחר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ברכה ראשונה - ברוך שאמר,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פרק </a:t>
                      </a:r>
                      <a:r>
                        <a:rPr kumimoji="0" lang="he-IL" sz="1100" b="0" i="0" u="none" strike="noStrike" kern="1200" cap="none" spc="0" normalizeH="0" baseline="0" noProof="0" dirty="0" err="1">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ק'נ</a:t>
                      </a:r>
                      <a:r>
                        <a:rPr kumimoji="0" lang="he-IL" sz="1100" b="0" i="0" u="none" strike="noStrike" kern="1200" cap="none" spc="0" normalizeH="0" baseline="0" noProof="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 –"הללו אל בקודשו" עם המנגינה.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ברכה אחרונה - ישתבח</a:t>
                      </a:r>
                    </a:p>
                    <a:p>
                      <a:pPr rtl="1"/>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r>
                        <a:rPr kumimoji="0" lang="he-IL" sz="1100" b="1" i="0" u="sng"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מוסיפים ברכה ראשונה:</a:t>
                      </a:r>
                    </a:p>
                    <a:p>
                      <a:pPr algn="r" rtl="1"/>
                      <a:r>
                        <a:rPr kumimoji="0" lang="he-IL" sz="1100" b="0" i="0" u="none"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"יוצר אור – ובורא את </a:t>
                      </a:r>
                      <a:r>
                        <a:rPr kumimoji="0" lang="he-IL" sz="1100" b="0" i="0" u="none" strike="noStrike" kern="1200" cap="none" spc="0" normalizeH="0" baseline="0" dirty="0" err="1">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הכל</a:t>
                      </a:r>
                      <a:r>
                        <a:rPr kumimoji="0" lang="he-IL" sz="1100" b="0" i="0" u="none"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 ומדלגים :</a:t>
                      </a:r>
                      <a:r>
                        <a:rPr kumimoji="0" lang="en-US" sz="1100" b="0" i="0" u="none"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 </a:t>
                      </a:r>
                      <a:r>
                        <a:rPr kumimoji="0" lang="he-IL" sz="1100" b="0" i="0" u="none"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"אור חדש על ציון תאיר ... </a:t>
                      </a:r>
                      <a:r>
                        <a:rPr kumimoji="0" lang="he-IL" sz="1100" b="0" i="0" u="none" strike="noStrike" kern="1200" cap="none" spc="0" normalizeH="0" baseline="0" dirty="0" err="1">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ב.א.ה</a:t>
                      </a:r>
                      <a:r>
                        <a:rPr kumimoji="0" lang="he-IL" sz="1100" b="0" i="0" u="none"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 יוצר המאורות"</a:t>
                      </a:r>
                    </a:p>
                    <a:p>
                      <a:pPr algn="r" rtl="1"/>
                      <a:r>
                        <a:rPr kumimoji="0" lang="he-IL" sz="1100" b="1" i="0" u="sng"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מוסיפים ברכה שניה שלפני קריאת שמע: </a:t>
                      </a:r>
                    </a:p>
                    <a:p>
                      <a:pPr algn="r" rtl="1"/>
                      <a:r>
                        <a:rPr kumimoji="0" lang="en-US" sz="1100" b="0" i="0" u="none"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 </a:t>
                      </a:r>
                      <a:r>
                        <a:rPr kumimoji="0" lang="he-IL" sz="1100" b="0" i="0" u="none"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"אהבת עולם – השיר אבינו אב הרחמן ... לדלג ל:</a:t>
                      </a:r>
                      <a:r>
                        <a:rPr kumimoji="0" lang="en-US" sz="1100" b="0" i="0" u="none"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 </a:t>
                      </a:r>
                      <a:r>
                        <a:rPr kumimoji="0" lang="he-IL" sz="1100" b="0" i="0" u="none"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"ברוך אתה ה' הבוחר בעמו ישראל באהבה"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rPr>
                        <a:t>"שמע ישראל",  "ואהבת"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sym typeface="Arial"/>
                        </a:rPr>
                        <a:t>"ו</a:t>
                      </a: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היה אם שמוע", "ויאמר"</a:t>
                      </a:r>
                      <a:endPar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בקיץ: מוריד הטל; ותן ברכה /ברכנו</a:t>
                      </a:r>
                    </a:p>
                    <a:p>
                      <a:pPr algn="r" rtl="1"/>
                      <a:endPar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endParaRPr>
                    </a:p>
                    <a:p>
                      <a:pPr algn="r" rtl="1"/>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בחורף: משיב הרוח ומוריד הגשם; ותן טל ומטר לברכה</a:t>
                      </a:r>
                    </a:p>
                    <a:p>
                      <a:pPr algn="r" rtl="1"/>
                      <a:endPar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endParaRPr>
                    </a:p>
                    <a:p>
                      <a:pPr algn="r" rtl="1"/>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בראש חודש: "</a:t>
                      </a:r>
                      <a:r>
                        <a:rPr kumimoji="0" lang="he-IL" sz="1100" b="0" i="0" u="none"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ראש החודש הזה זכרנו בו לטובה... "(החלק השני של יעלה ויבוא)</a:t>
                      </a:r>
                      <a:endParaRPr kumimoji="0" lang="he-IL" sz="1100" b="0" i="0" u="none" strike="noStrike" kern="1200" cap="none" spc="0" normalizeH="0" baseline="0" dirty="0">
                        <a:ln>
                          <a:noFill/>
                        </a:ln>
                        <a:solidFill>
                          <a:srgbClr val="002060"/>
                        </a:solidFill>
                        <a:effectLst/>
                        <a:highlight>
                          <a:srgbClr val="00FF00"/>
                        </a:highlight>
                        <a:uLnTx/>
                        <a:uFillTx/>
                        <a:latin typeface="David" panose="020E0502060401010101" pitchFamily="34" charset="-79"/>
                        <a:ea typeface="Arial"/>
                        <a:cs typeface="David" panose="020E0502060401010101" pitchFamily="34" charset="-79"/>
                        <a:sym typeface="Arial"/>
                      </a:endParaRPr>
                    </a:p>
                    <a:p>
                      <a:pPr algn="r" rtl="1"/>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r>
                        <a:rPr lang="he-IL" sz="1100" b="0" i="0" u="none" strike="noStrike" cap="none" dirty="0">
                          <a:solidFill>
                            <a:srgbClr val="002060"/>
                          </a:solidFill>
                          <a:latin typeface="David" panose="020E0502060401010101" pitchFamily="34" charset="-79"/>
                          <a:ea typeface="Arial"/>
                          <a:cs typeface="David" panose="020E0502060401010101" pitchFamily="34" charset="-79"/>
                          <a:sym typeface="Arial"/>
                        </a:rPr>
                        <a:t>שירת "אבינו שבשמים"</a:t>
                      </a:r>
                    </a:p>
                    <a:p>
                      <a:pPr algn="r" rtl="1"/>
                      <a:r>
                        <a:rPr lang="he-IL" sz="1100" b="0" i="0" u="none" strike="noStrike" cap="none" dirty="0">
                          <a:solidFill>
                            <a:srgbClr val="002060"/>
                          </a:solidFill>
                          <a:latin typeface="David" panose="020E0502060401010101" pitchFamily="34" charset="-79"/>
                          <a:ea typeface="Arial"/>
                          <a:cs typeface="David" panose="020E0502060401010101" pitchFamily="34" charset="-79"/>
                          <a:sym typeface="Arial"/>
                        </a:rPr>
                        <a:t>חודש אלול:  פיוט מסליחות - "אדון הסליחות" (בית אחד)</a:t>
                      </a:r>
                    </a:p>
                    <a:p>
                      <a:pPr algn="r" rtl="1"/>
                      <a:r>
                        <a:rPr lang="he-IL" sz="1100" b="0" i="0" u="none" strike="noStrike" cap="none" dirty="0">
                          <a:solidFill>
                            <a:srgbClr val="002060"/>
                          </a:solidFill>
                          <a:latin typeface="David" panose="020E0502060401010101" pitchFamily="34" charset="-79"/>
                          <a:ea typeface="Arial"/>
                          <a:cs typeface="David" panose="020E0502060401010101" pitchFamily="34" charset="-79"/>
                          <a:sym typeface="Arial"/>
                        </a:rPr>
                        <a:t>בעשי"ת: </a:t>
                      </a:r>
                    </a:p>
                    <a:p>
                      <a:pPr algn="r" rtl="1"/>
                      <a:r>
                        <a:rPr lang="he-IL" sz="1100" b="0" i="0" u="none" strike="noStrike" cap="none" dirty="0">
                          <a:solidFill>
                            <a:srgbClr val="002060"/>
                          </a:solidFill>
                          <a:latin typeface="David" panose="020E0502060401010101" pitchFamily="34" charset="-79"/>
                          <a:ea typeface="Arial"/>
                          <a:cs typeface="David" panose="020E0502060401010101" pitchFamily="34" charset="-79"/>
                          <a:sym typeface="Arial"/>
                        </a:rPr>
                        <a:t>"אבינו מלכנו חננו ועננו" </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b="0" dirty="0">
                          <a:highlight>
                            <a:srgbClr val="00FF00"/>
                          </a:highlight>
                          <a:latin typeface="David" panose="020E0502060401010101" pitchFamily="34" charset="-79"/>
                          <a:cs typeface="David" panose="020E0502060401010101" pitchFamily="34" charset="-79"/>
                        </a:rPr>
                        <a:t>"זכרנו לחיים" </a:t>
                      </a:r>
                    </a:p>
                    <a:p>
                      <a:pPr algn="r" rtl="1"/>
                      <a:r>
                        <a:rPr lang="he-IL" sz="1100" b="0" i="0" u="none" strike="noStrike" cap="none" dirty="0">
                          <a:solidFill>
                            <a:srgbClr val="002060"/>
                          </a:solidFill>
                          <a:latin typeface="David" panose="020E0502060401010101" pitchFamily="34" charset="-79"/>
                          <a:ea typeface="Arial"/>
                          <a:cs typeface="David" panose="020E0502060401010101" pitchFamily="34" charset="-79"/>
                          <a:sym typeface="Arial"/>
                        </a:rPr>
                        <a:t>"</a:t>
                      </a:r>
                      <a:r>
                        <a:rPr lang="he-IL" sz="1100" b="0" i="0" u="none" strike="noStrike" cap="none" dirty="0">
                          <a:solidFill>
                            <a:srgbClr val="002060"/>
                          </a:solidFill>
                          <a:highlight>
                            <a:srgbClr val="00FF00"/>
                          </a:highlight>
                          <a:latin typeface="David" panose="020E0502060401010101" pitchFamily="34" charset="-79"/>
                          <a:ea typeface="Arial"/>
                          <a:cs typeface="David" panose="020E0502060401010101" pitchFamily="34" charset="-79"/>
                          <a:sym typeface="Arial"/>
                        </a:rPr>
                        <a:t>בספר חיים ברכה ושלום..."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478821425"/>
                  </a:ext>
                </a:extLst>
              </a:tr>
              <a:tr h="3708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100" b="0" i="0" u="none" strike="noStrike" cap="none" dirty="0">
                          <a:solidFill>
                            <a:srgbClr val="000000"/>
                          </a:solidFill>
                          <a:highlight>
                            <a:srgbClr val="00FF00"/>
                          </a:highlight>
                          <a:latin typeface="David" panose="020E0502060401010101" pitchFamily="34" charset="-79"/>
                          <a:cs typeface="David" panose="020E0502060401010101" pitchFamily="34" charset="-79"/>
                          <a:sym typeface="Arial"/>
                        </a:rPr>
                        <a:t>מחצית שניה:</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100" b="0" i="0" u="none" strike="noStrike" cap="none" dirty="0">
                          <a:solidFill>
                            <a:srgbClr val="000000"/>
                          </a:solidFill>
                          <a:highlight>
                            <a:srgbClr val="00FF00"/>
                          </a:highlight>
                          <a:latin typeface="David" panose="020E0502060401010101" pitchFamily="34" charset="-79"/>
                          <a:cs typeface="David" panose="020E0502060401010101" pitchFamily="34" charset="-79"/>
                          <a:sym typeface="Arial"/>
                        </a:rPr>
                        <a:t>"יהי רצון...שתצילני היום"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rtl="1"/>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he-IL" sz="1100" b="0" i="0" u="none" strike="noStrike" kern="1200" cap="none" spc="0" normalizeH="0" baseline="0" dirty="0">
                          <a:ln>
                            <a:noFill/>
                          </a:ln>
                          <a:solidFill>
                            <a:srgbClr val="000000"/>
                          </a:solidFill>
                          <a:effectLst/>
                          <a:highlight>
                            <a:srgbClr val="00FF00"/>
                          </a:highlight>
                          <a:uLnTx/>
                          <a:uFillTx/>
                          <a:latin typeface="David" panose="020E0502060401010101" pitchFamily="34" charset="-79"/>
                          <a:ea typeface="Arial"/>
                          <a:cs typeface="David" panose="020E0502060401010101" pitchFamily="34" charset="-79"/>
                          <a:sym typeface="Arial"/>
                        </a:rPr>
                        <a:t>להתחיל שלוש ברכות ראשונות ושלוש ברכות אחרונות  – בהדרגה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endParaRPr lang="he-IL" sz="1100" b="0" i="0" u="none" strike="noStrike" cap="none" dirty="0">
                        <a:solidFill>
                          <a:srgbClr val="002060"/>
                        </a:solidFill>
                        <a:highlight>
                          <a:srgbClr val="00FF00"/>
                        </a:highlight>
                        <a:latin typeface="David" panose="020E0502060401010101" pitchFamily="34" charset="-79"/>
                        <a:ea typeface="Arial"/>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943510954"/>
                  </a:ext>
                </a:extLst>
              </a:tr>
              <a:tr h="370840">
                <a:tc>
                  <a:txBody>
                    <a:bodyPr/>
                    <a:lstStyle/>
                    <a:p>
                      <a:pPr algn="r" rtl="1"/>
                      <a:endParaRPr lang="he-IL" sz="1100" dirty="0">
                        <a:solidFill>
                          <a:srgbClr val="002060"/>
                        </a:solidFill>
                        <a:latin typeface="David" panose="020E0502060401010101" pitchFamily="34" charset="-79"/>
                        <a:cs typeface="David" panose="020E0502060401010101" pitchFamily="34" charset="-79"/>
                      </a:endParaRPr>
                    </a:p>
                    <a:p>
                      <a:pPr algn="ctr" rtl="1"/>
                      <a:r>
                        <a:rPr lang="he-IL" sz="1100" b="1" dirty="0">
                          <a:solidFill>
                            <a:srgbClr val="002060"/>
                          </a:solidFill>
                          <a:latin typeface="David" panose="020E0502060401010101" pitchFamily="34" charset="-79"/>
                          <a:cs typeface="David" panose="020E0502060401010101" pitchFamily="34" charset="-79"/>
                        </a:rPr>
                        <a:t>הוספות בראש חודש ובספירת העומר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algn="r" rtl="1"/>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gridSpan="2">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lang="he-IL" sz="1100" dirty="0">
                        <a:solidFill>
                          <a:srgbClr val="002060"/>
                        </a:solidFill>
                        <a:latin typeface="David" panose="020E0502060401010101" pitchFamily="34" charset="-79"/>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David" panose="020E0502060401010101" pitchFamily="34" charset="-79"/>
                          <a:cs typeface="David" panose="020E0502060401010101" pitchFamily="34" charset="-79"/>
                        </a:rPr>
                        <a:t>בראש חודש- חדש עלינו את החודש הזה לטובה ולברכה.</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b="1" dirty="0">
                          <a:solidFill>
                            <a:srgbClr val="002060"/>
                          </a:solidFill>
                          <a:latin typeface="David" panose="020E0502060401010101" pitchFamily="34" charset="-79"/>
                          <a:cs typeface="David" panose="020E0502060401010101" pitchFamily="34" charset="-79"/>
                        </a:rPr>
                        <a:t>הלל</a:t>
                      </a:r>
                      <a:r>
                        <a:rPr lang="he-IL" sz="1100" dirty="0">
                          <a:solidFill>
                            <a:srgbClr val="002060"/>
                          </a:solidFill>
                          <a:latin typeface="David" panose="020E0502060401010101" pitchFamily="34" charset="-79"/>
                          <a:cs typeface="David" panose="020E0502060401010101" pitchFamily="34" charset="-79"/>
                        </a:rPr>
                        <a:t> – ברכה ראשונה </a:t>
                      </a:r>
                      <a:r>
                        <a:rPr lang="he-IL" sz="1100" dirty="0" err="1">
                          <a:solidFill>
                            <a:srgbClr val="002060"/>
                          </a:solidFill>
                          <a:latin typeface="David" panose="020E0502060401010101" pitchFamily="34" charset="-79"/>
                          <a:cs typeface="David" panose="020E0502060401010101" pitchFamily="34" charset="-79"/>
                        </a:rPr>
                        <a:t>אקב"ו</a:t>
                      </a:r>
                      <a:r>
                        <a:rPr lang="he-IL" sz="1100" dirty="0">
                          <a:solidFill>
                            <a:srgbClr val="002060"/>
                          </a:solidFill>
                          <a:latin typeface="David" panose="020E0502060401010101" pitchFamily="34" charset="-79"/>
                          <a:cs typeface="David" panose="020E0502060401010101" pitchFamily="34" charset="-79"/>
                        </a:rPr>
                        <a:t> לקרוא את ההלל (לנוהגים), "הללו את ה' כל גויים", "הודו לה' כי טוב –  כי לעולם חסדו" עד "יאמרו נא יראי ה' כי לעולם חסדו".</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highlight>
                            <a:srgbClr val="00FF00"/>
                          </a:highlight>
                          <a:latin typeface="David" panose="020E0502060401010101" pitchFamily="34" charset="-79"/>
                          <a:cs typeface="David" panose="020E0502060401010101" pitchFamily="34" charset="-79"/>
                        </a:rPr>
                        <a:t>"</a:t>
                      </a:r>
                      <a:r>
                        <a:rPr lang="he-IL" sz="1100" dirty="0" err="1">
                          <a:solidFill>
                            <a:srgbClr val="002060"/>
                          </a:solidFill>
                          <a:highlight>
                            <a:srgbClr val="00FF00"/>
                          </a:highlight>
                          <a:latin typeface="David" panose="020E0502060401010101" pitchFamily="34" charset="-79"/>
                          <a:cs typeface="David" panose="020E0502060401010101" pitchFamily="34" charset="-79"/>
                        </a:rPr>
                        <a:t>אודך</a:t>
                      </a:r>
                      <a:r>
                        <a:rPr lang="he-IL" sz="1100" dirty="0">
                          <a:solidFill>
                            <a:srgbClr val="002060"/>
                          </a:solidFill>
                          <a:highlight>
                            <a:srgbClr val="00FF00"/>
                          </a:highlight>
                          <a:latin typeface="David" panose="020E0502060401010101" pitchFamily="34" charset="-79"/>
                          <a:cs typeface="David" panose="020E0502060401010101" pitchFamily="34" charset="-79"/>
                        </a:rPr>
                        <a:t> כי עניתני – זה היום עשה ה' נגילה ונשמחה בך". "אנא ה' </a:t>
                      </a:r>
                      <a:r>
                        <a:rPr lang="he-IL" sz="1100" dirty="0" err="1">
                          <a:solidFill>
                            <a:srgbClr val="002060"/>
                          </a:solidFill>
                          <a:highlight>
                            <a:srgbClr val="00FF00"/>
                          </a:highlight>
                          <a:latin typeface="David" panose="020E0502060401010101" pitchFamily="34" charset="-79"/>
                          <a:cs typeface="David" panose="020E0502060401010101" pitchFamily="34" charset="-79"/>
                        </a:rPr>
                        <a:t>הושיעא</a:t>
                      </a:r>
                      <a:r>
                        <a:rPr lang="he-IL" sz="1100" dirty="0">
                          <a:solidFill>
                            <a:srgbClr val="002060"/>
                          </a:solidFill>
                          <a:highlight>
                            <a:srgbClr val="00FF00"/>
                          </a:highlight>
                          <a:latin typeface="David" panose="020E0502060401010101" pitchFamily="34" charset="-79"/>
                          <a:cs typeface="David" panose="020E0502060401010101" pitchFamily="34" charset="-79"/>
                        </a:rPr>
                        <a:t> נא, אנא ה' הצליחה נא" </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highlight>
                            <a:srgbClr val="00FF00"/>
                          </a:highlight>
                          <a:latin typeface="David" panose="020E0502060401010101" pitchFamily="34" charset="-79"/>
                          <a:cs typeface="David" panose="020E0502060401010101" pitchFamily="34" charset="-79"/>
                        </a:rPr>
                        <a:t>לסיים ברכה אחרונה של ההלל (לנוהגים)</a:t>
                      </a:r>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hMerge="1">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Gisha" panose="020B0502040204020203" pitchFamily="34" charset="-79"/>
                          <a:cs typeface="Gisha" panose="020B0502040204020203" pitchFamily="34" charset="-79"/>
                        </a:rPr>
                        <a:t>בראש חודש- חדש עלינו את החודש הזה לטובה ולברכה.</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b="1" dirty="0">
                          <a:solidFill>
                            <a:srgbClr val="002060"/>
                          </a:solidFill>
                          <a:latin typeface="Gisha" panose="020B0502040204020203" pitchFamily="34" charset="-79"/>
                          <a:cs typeface="Gisha" panose="020B0502040204020203" pitchFamily="34" charset="-79"/>
                        </a:rPr>
                        <a:t>הלל</a:t>
                      </a:r>
                      <a:r>
                        <a:rPr lang="he-IL" sz="1100" dirty="0">
                          <a:solidFill>
                            <a:srgbClr val="002060"/>
                          </a:solidFill>
                          <a:latin typeface="Gisha" panose="020B0502040204020203" pitchFamily="34" charset="-79"/>
                          <a:cs typeface="Gisha" panose="020B0502040204020203" pitchFamily="34" charset="-79"/>
                        </a:rPr>
                        <a:t> – ברכה ראשונה </a:t>
                      </a:r>
                      <a:r>
                        <a:rPr lang="he-IL" sz="1100" dirty="0" err="1">
                          <a:solidFill>
                            <a:srgbClr val="002060"/>
                          </a:solidFill>
                          <a:latin typeface="Gisha" panose="020B0502040204020203" pitchFamily="34" charset="-79"/>
                          <a:cs typeface="Gisha" panose="020B0502040204020203" pitchFamily="34" charset="-79"/>
                        </a:rPr>
                        <a:t>אקב"ו</a:t>
                      </a:r>
                      <a:r>
                        <a:rPr lang="he-IL" sz="1100" dirty="0">
                          <a:solidFill>
                            <a:srgbClr val="002060"/>
                          </a:solidFill>
                          <a:latin typeface="Gisha" panose="020B0502040204020203" pitchFamily="34" charset="-79"/>
                          <a:cs typeface="Gisha" panose="020B0502040204020203" pitchFamily="34" charset="-79"/>
                        </a:rPr>
                        <a:t> לקרוא את ההלל (לנוהגים), הללו את ה' כל גויים הודו לה' כי טוב –  כי לעולם חסדו עד  יאמרו נא יראי ה' כי לעולם חסדו</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lang="he-IL" sz="1100" dirty="0">
                        <a:solidFill>
                          <a:srgbClr val="002060"/>
                        </a:solidFill>
                        <a:latin typeface="Gisha" panose="020B0502040204020203" pitchFamily="34" charset="-79"/>
                        <a:cs typeface="Gisha" panose="020B0502040204020203" pitchFamily="34" charset="-79"/>
                      </a:endParaRPr>
                    </a:p>
                    <a:p>
                      <a:pPr algn="r" rtl="1"/>
                      <a:endParaRPr lang="he-IL" sz="1100" dirty="0">
                        <a:solidFill>
                          <a:srgbClr val="002060"/>
                        </a:solidFill>
                        <a:latin typeface="Gisha" panose="020B0502040204020203" pitchFamily="34" charset="-79"/>
                        <a:cs typeface="Gisha" panose="020B0502040204020203"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gn="r" rtl="1"/>
                      <a:endParaRPr lang="he-IL" sz="1100" dirty="0">
                        <a:solidFill>
                          <a:srgbClr val="002060"/>
                        </a:solidFill>
                        <a:latin typeface="David" panose="020E0502060401010101" pitchFamily="34" charset="-79"/>
                        <a:cs typeface="David" panose="020E0502060401010101" pitchFamily="34" charset="-79"/>
                      </a:endParaRPr>
                    </a:p>
                    <a:p>
                      <a:pPr algn="r" rtl="1"/>
                      <a:r>
                        <a:rPr lang="he-IL" sz="1100" dirty="0">
                          <a:solidFill>
                            <a:srgbClr val="002060"/>
                          </a:solidFill>
                          <a:latin typeface="David" panose="020E0502060401010101" pitchFamily="34" charset="-79"/>
                          <a:cs typeface="David" panose="020E0502060401010101" pitchFamily="34" charset="-79"/>
                        </a:rPr>
                        <a:t>בימי ספירת העומר- </a:t>
                      </a:r>
                    </a:p>
                    <a:p>
                      <a:pPr algn="r" rtl="1"/>
                      <a:r>
                        <a:rPr lang="he-IL" sz="1100" dirty="0">
                          <a:solidFill>
                            <a:srgbClr val="002060"/>
                          </a:solidFill>
                          <a:latin typeface="David" panose="020E0502060401010101" pitchFamily="34" charset="-79"/>
                          <a:cs typeface="David" panose="020E0502060401010101" pitchFamily="34" charset="-79"/>
                        </a:rPr>
                        <a:t>שרים "הנני מוכן ומזומן". </a:t>
                      </a:r>
                    </a:p>
                    <a:p>
                      <a:pPr algn="r" rtl="1"/>
                      <a:r>
                        <a:rPr lang="he-IL" sz="1100" dirty="0">
                          <a:solidFill>
                            <a:srgbClr val="002060"/>
                          </a:solidFill>
                          <a:latin typeface="David" panose="020E0502060401010101" pitchFamily="34" charset="-79"/>
                          <a:cs typeface="David" panose="020E0502060401010101" pitchFamily="34" charset="-79"/>
                        </a:rPr>
                        <a:t>ואומרים: היום כך וכך ימים ב/לעומר</a:t>
                      </a:r>
                    </a:p>
                    <a:p>
                      <a:pPr algn="r" rtl="1"/>
                      <a:endParaRPr lang="he-IL" sz="1100" dirty="0">
                        <a:solidFill>
                          <a:srgbClr val="002060"/>
                        </a:solidFill>
                        <a:latin typeface="David" panose="020E0502060401010101" pitchFamily="34" charset="-79"/>
                        <a:cs typeface="David" panose="020E0502060401010101" pitchFamily="34" charset="-79"/>
                      </a:endParaRPr>
                    </a:p>
                    <a:p>
                      <a:pPr algn="r" rtl="1"/>
                      <a:r>
                        <a:rPr lang="he-IL" sz="1100" dirty="0">
                          <a:solidFill>
                            <a:srgbClr val="002060"/>
                          </a:solidFill>
                          <a:highlight>
                            <a:srgbClr val="00FF00"/>
                          </a:highlight>
                          <a:latin typeface="David" panose="020E0502060401010101" pitchFamily="34" charset="-79"/>
                          <a:cs typeface="David" panose="020E0502060401010101" pitchFamily="34" charset="-79"/>
                        </a:rPr>
                        <a:t>בחודש אלול להוסיף "לדוד ה' אורי </a:t>
                      </a:r>
                      <a:r>
                        <a:rPr lang="he-IL" sz="1100" dirty="0" err="1">
                          <a:solidFill>
                            <a:srgbClr val="002060"/>
                          </a:solidFill>
                          <a:highlight>
                            <a:srgbClr val="00FF00"/>
                          </a:highlight>
                          <a:latin typeface="David" panose="020E0502060401010101" pitchFamily="34" charset="-79"/>
                          <a:cs typeface="David" panose="020E0502060401010101" pitchFamily="34" charset="-79"/>
                        </a:rPr>
                        <a:t>וישעי</a:t>
                      </a:r>
                      <a:r>
                        <a:rPr lang="he-IL" sz="1100" dirty="0">
                          <a:solidFill>
                            <a:srgbClr val="002060"/>
                          </a:solidFill>
                          <a:highlight>
                            <a:srgbClr val="00FF00"/>
                          </a:highlight>
                          <a:latin typeface="David" panose="020E0502060401010101" pitchFamily="34" charset="-79"/>
                          <a:cs typeface="David" panose="020E0502060401010101" pitchFamily="34" charset="-79"/>
                        </a:rPr>
                        <a:t>".</a:t>
                      </a:r>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extLst>
                  <a:ext uri="{0D108BD9-81ED-4DB2-BD59-A6C34878D82A}">
                    <a16:rowId xmlns:a16="http://schemas.microsoft.com/office/drawing/2014/main" val="865089777"/>
                  </a:ext>
                </a:extLst>
              </a:tr>
            </a:tbl>
          </a:graphicData>
        </a:graphic>
      </p:graphicFrame>
      <p:sp>
        <p:nvSpPr>
          <p:cNvPr id="8" name="TextBox 7"/>
          <p:cNvSpPr txBox="1"/>
          <p:nvPr/>
        </p:nvSpPr>
        <p:spPr>
          <a:xfrm>
            <a:off x="269341" y="4785118"/>
            <a:ext cx="8027113" cy="307777"/>
          </a:xfrm>
          <a:prstGeom prst="rect">
            <a:avLst/>
          </a:prstGeom>
          <a:noFill/>
        </p:spPr>
        <p:txBody>
          <a:bodyPr wrap="square" rtlCol="1">
            <a:spAutoFit/>
          </a:bodyPr>
          <a:lstStyle/>
          <a:p>
            <a:pPr algn="r" rtl="1"/>
            <a:r>
              <a:rPr lang="he-IL" dirty="0">
                <a:latin typeface="David" panose="020E0502060401010101" pitchFamily="34" charset="-79"/>
                <a:cs typeface="David" panose="020E0502060401010101" pitchFamily="34" charset="-79"/>
              </a:rPr>
              <a:t>** לגבי אמירת מודה אני – יש לחנך את הילדים לומר מיד בעת קימתם מהשינה, אם לא ברכו בבית, יש לברך בכיתה. </a:t>
            </a:r>
          </a:p>
        </p:txBody>
      </p:sp>
    </p:spTree>
    <p:extLst>
      <p:ext uri="{BB962C8B-B14F-4D97-AF65-F5344CB8AC3E}">
        <p14:creationId xmlns:p14="http://schemas.microsoft.com/office/powerpoint/2010/main" val="4130268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86"/>
        <p:cNvGrpSpPr/>
        <p:nvPr/>
      </p:nvGrpSpPr>
      <p:grpSpPr>
        <a:xfrm>
          <a:off x="0" y="0"/>
          <a:ext cx="0" cy="0"/>
          <a:chOff x="0" y="0"/>
          <a:chExt cx="0" cy="0"/>
        </a:xfrm>
      </p:grpSpPr>
      <p:sp>
        <p:nvSpPr>
          <p:cNvPr id="2987" name="Google Shape;2987;p41"/>
          <p:cNvSpPr/>
          <p:nvPr/>
        </p:nvSpPr>
        <p:spPr>
          <a:xfrm>
            <a:off x="586378" y="73501"/>
            <a:ext cx="7790976" cy="276999"/>
          </a:xfrm>
          <a:custGeom>
            <a:avLst/>
            <a:gdLst/>
            <a:ahLst/>
            <a:cxnLst/>
            <a:rect l="l" t="t" r="r" b="b"/>
            <a:pathLst>
              <a:path w="16088" h="2490" extrusionOk="0">
                <a:moveTo>
                  <a:pt x="15993" y="1780"/>
                </a:moveTo>
                <a:lnTo>
                  <a:pt x="16071" y="1560"/>
                </a:lnTo>
                <a:lnTo>
                  <a:pt x="16056" y="1355"/>
                </a:lnTo>
                <a:lnTo>
                  <a:pt x="15899" y="1150"/>
                </a:lnTo>
                <a:lnTo>
                  <a:pt x="16008" y="929"/>
                </a:lnTo>
                <a:lnTo>
                  <a:pt x="16008" y="725"/>
                </a:lnTo>
                <a:lnTo>
                  <a:pt x="15977" y="520"/>
                </a:lnTo>
                <a:lnTo>
                  <a:pt x="15930" y="316"/>
                </a:lnTo>
                <a:lnTo>
                  <a:pt x="15836" y="95"/>
                </a:lnTo>
                <a:lnTo>
                  <a:pt x="15867" y="0"/>
                </a:lnTo>
                <a:lnTo>
                  <a:pt x="1" y="0"/>
                </a:lnTo>
                <a:lnTo>
                  <a:pt x="1" y="2410"/>
                </a:lnTo>
                <a:lnTo>
                  <a:pt x="206" y="2442"/>
                </a:lnTo>
                <a:lnTo>
                  <a:pt x="599" y="2458"/>
                </a:lnTo>
                <a:lnTo>
                  <a:pt x="978" y="2427"/>
                </a:lnTo>
                <a:lnTo>
                  <a:pt x="1372" y="2332"/>
                </a:lnTo>
                <a:lnTo>
                  <a:pt x="1750" y="2410"/>
                </a:lnTo>
                <a:lnTo>
                  <a:pt x="2128" y="2332"/>
                </a:lnTo>
                <a:lnTo>
                  <a:pt x="2522" y="2379"/>
                </a:lnTo>
                <a:lnTo>
                  <a:pt x="2900" y="2347"/>
                </a:lnTo>
                <a:lnTo>
                  <a:pt x="3294" y="2364"/>
                </a:lnTo>
                <a:lnTo>
                  <a:pt x="3672" y="2442"/>
                </a:lnTo>
                <a:lnTo>
                  <a:pt x="4051" y="2473"/>
                </a:lnTo>
                <a:lnTo>
                  <a:pt x="4444" y="2410"/>
                </a:lnTo>
                <a:lnTo>
                  <a:pt x="4822" y="2458"/>
                </a:lnTo>
                <a:lnTo>
                  <a:pt x="5200" y="2442"/>
                </a:lnTo>
                <a:lnTo>
                  <a:pt x="5595" y="2473"/>
                </a:lnTo>
                <a:lnTo>
                  <a:pt x="5973" y="2316"/>
                </a:lnTo>
                <a:lnTo>
                  <a:pt x="6351" y="2395"/>
                </a:lnTo>
                <a:lnTo>
                  <a:pt x="6744" y="2379"/>
                </a:lnTo>
                <a:lnTo>
                  <a:pt x="7122" y="2347"/>
                </a:lnTo>
                <a:lnTo>
                  <a:pt x="7517" y="2364"/>
                </a:lnTo>
                <a:lnTo>
                  <a:pt x="7895" y="2427"/>
                </a:lnTo>
                <a:lnTo>
                  <a:pt x="8273" y="2347"/>
                </a:lnTo>
                <a:lnTo>
                  <a:pt x="8666" y="2332"/>
                </a:lnTo>
                <a:lnTo>
                  <a:pt x="9044" y="2458"/>
                </a:lnTo>
                <a:lnTo>
                  <a:pt x="9423" y="2379"/>
                </a:lnTo>
                <a:lnTo>
                  <a:pt x="9817" y="2490"/>
                </a:lnTo>
                <a:lnTo>
                  <a:pt x="10195" y="2410"/>
                </a:lnTo>
                <a:lnTo>
                  <a:pt x="10573" y="2442"/>
                </a:lnTo>
                <a:lnTo>
                  <a:pt x="10967" y="2364"/>
                </a:lnTo>
                <a:lnTo>
                  <a:pt x="11345" y="2473"/>
                </a:lnTo>
                <a:lnTo>
                  <a:pt x="11739" y="2332"/>
                </a:lnTo>
                <a:lnTo>
                  <a:pt x="12117" y="2410"/>
                </a:lnTo>
                <a:lnTo>
                  <a:pt x="12496" y="2490"/>
                </a:lnTo>
                <a:lnTo>
                  <a:pt x="12889" y="2395"/>
                </a:lnTo>
                <a:lnTo>
                  <a:pt x="13267" y="2458"/>
                </a:lnTo>
                <a:lnTo>
                  <a:pt x="13645" y="2364"/>
                </a:lnTo>
                <a:lnTo>
                  <a:pt x="14040" y="2316"/>
                </a:lnTo>
                <a:lnTo>
                  <a:pt x="14418" y="2364"/>
                </a:lnTo>
                <a:lnTo>
                  <a:pt x="14796" y="2458"/>
                </a:lnTo>
                <a:lnTo>
                  <a:pt x="15189" y="2427"/>
                </a:lnTo>
                <a:lnTo>
                  <a:pt x="15567" y="2332"/>
                </a:lnTo>
                <a:lnTo>
                  <a:pt x="16008" y="2442"/>
                </a:lnTo>
                <a:lnTo>
                  <a:pt x="15836" y="2190"/>
                </a:lnTo>
                <a:lnTo>
                  <a:pt x="16088" y="1986"/>
                </a:lnTo>
                <a:close/>
              </a:path>
            </a:pathLst>
          </a:custGeom>
          <a:solidFill>
            <a:srgbClr val="FFFFFF"/>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88" name="Google Shape;2988;p41"/>
          <p:cNvSpPr txBox="1">
            <a:spLocks noGrp="1"/>
          </p:cNvSpPr>
          <p:nvPr>
            <p:ph type="title"/>
          </p:nvPr>
        </p:nvSpPr>
        <p:spPr>
          <a:xfrm>
            <a:off x="3025232" y="0"/>
            <a:ext cx="2509294" cy="461361"/>
          </a:xfrm>
          <a:prstGeom prst="rect">
            <a:avLst/>
          </a:prstGeom>
        </p:spPr>
        <p:txBody>
          <a:bodyPr spcFirstLastPara="1" wrap="square" lIns="91425" tIns="0" rIns="91425" bIns="0" anchor="t" anchorCtr="0">
            <a:noAutofit/>
          </a:bodyPr>
          <a:lstStyle/>
          <a:p>
            <a:pPr marL="0" lvl="0" indent="0" algn="ctr" rtl="0">
              <a:spcBef>
                <a:spcPts val="0"/>
              </a:spcBef>
              <a:spcAft>
                <a:spcPts val="0"/>
              </a:spcAft>
              <a:buNone/>
            </a:pPr>
            <a:r>
              <a:rPr lang="he-IL" sz="2400" b="1" dirty="0">
                <a:solidFill>
                  <a:srgbClr val="FF0000"/>
                </a:solidFill>
                <a:latin typeface="David" panose="020E0502060401010101" pitchFamily="34" charset="-79"/>
                <a:cs typeface="David" panose="020E0502060401010101" pitchFamily="34" charset="-79"/>
              </a:rPr>
              <a:t>תכנית כיתה ד'</a:t>
            </a:r>
            <a:endParaRPr sz="2400" b="1" dirty="0">
              <a:solidFill>
                <a:srgbClr val="FF0000"/>
              </a:solidFill>
              <a:latin typeface="David" panose="020E0502060401010101" pitchFamily="34" charset="-79"/>
              <a:cs typeface="David" panose="020E0502060401010101" pitchFamily="34" charset="-79"/>
            </a:endParaRPr>
          </a:p>
        </p:txBody>
      </p:sp>
      <p:graphicFrame>
        <p:nvGraphicFramePr>
          <p:cNvPr id="13" name="טבלה 13">
            <a:extLst>
              <a:ext uri="{FF2B5EF4-FFF2-40B4-BE49-F238E27FC236}">
                <a16:creationId xmlns:a16="http://schemas.microsoft.com/office/drawing/2014/main" id="{F915053B-C86F-99D9-75C2-4155D8335E52}"/>
              </a:ext>
            </a:extLst>
          </p:cNvPr>
          <p:cNvGraphicFramePr>
            <a:graphicFrameLocks noGrp="1"/>
          </p:cNvGraphicFramePr>
          <p:nvPr>
            <p:extLst>
              <p:ext uri="{D42A27DB-BD31-4B8C-83A1-F6EECF244321}">
                <p14:modId xmlns:p14="http://schemas.microsoft.com/office/powerpoint/2010/main" val="2190403309"/>
              </p:ext>
            </p:extLst>
          </p:nvPr>
        </p:nvGraphicFramePr>
        <p:xfrm>
          <a:off x="145187" y="451005"/>
          <a:ext cx="8783626" cy="4450080"/>
        </p:xfrm>
        <a:graphic>
          <a:graphicData uri="http://schemas.openxmlformats.org/drawingml/2006/table">
            <a:tbl>
              <a:tblPr rtl="1" firstRow="1" bandRow="1">
                <a:tableStyleId>{F5379084-322C-4DAB-9956-D44A4CA77A22}</a:tableStyleId>
              </a:tblPr>
              <a:tblGrid>
                <a:gridCol w="1617908">
                  <a:extLst>
                    <a:ext uri="{9D8B030D-6E8A-4147-A177-3AD203B41FA5}">
                      <a16:colId xmlns:a16="http://schemas.microsoft.com/office/drawing/2014/main" val="56309615"/>
                    </a:ext>
                  </a:extLst>
                </a:gridCol>
                <a:gridCol w="1251964">
                  <a:extLst>
                    <a:ext uri="{9D8B030D-6E8A-4147-A177-3AD203B41FA5}">
                      <a16:colId xmlns:a16="http://schemas.microsoft.com/office/drawing/2014/main" val="2763375746"/>
                    </a:ext>
                  </a:extLst>
                </a:gridCol>
                <a:gridCol w="2701267">
                  <a:extLst>
                    <a:ext uri="{9D8B030D-6E8A-4147-A177-3AD203B41FA5}">
                      <a16:colId xmlns:a16="http://schemas.microsoft.com/office/drawing/2014/main" val="38790622"/>
                    </a:ext>
                  </a:extLst>
                </a:gridCol>
                <a:gridCol w="1156281">
                  <a:extLst>
                    <a:ext uri="{9D8B030D-6E8A-4147-A177-3AD203B41FA5}">
                      <a16:colId xmlns:a16="http://schemas.microsoft.com/office/drawing/2014/main" val="2529346024"/>
                    </a:ext>
                  </a:extLst>
                </a:gridCol>
                <a:gridCol w="2056206">
                  <a:extLst>
                    <a:ext uri="{9D8B030D-6E8A-4147-A177-3AD203B41FA5}">
                      <a16:colId xmlns:a16="http://schemas.microsoft.com/office/drawing/2014/main" val="4251561164"/>
                    </a:ext>
                  </a:extLst>
                </a:gridCol>
              </a:tblGrid>
              <a:tr h="0">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ברכות השחר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F0000"/>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פסוקי </a:t>
                      </a:r>
                      <a:r>
                        <a:rPr lang="he-IL" b="1" dirty="0" err="1">
                          <a:solidFill>
                            <a:schemeClr val="bg1"/>
                          </a:solidFill>
                          <a:latin typeface="David" panose="020E0502060401010101" pitchFamily="34" charset="-79"/>
                          <a:ea typeface="Gadugi" panose="020B0502040204020203" pitchFamily="34" charset="0"/>
                          <a:cs typeface="David" panose="020E0502060401010101" pitchFamily="34" charset="-79"/>
                        </a:rPr>
                        <a:t>דזמרא</a:t>
                      </a:r>
                      <a:endParaRPr lang="he-IL" b="1" dirty="0">
                        <a:solidFill>
                          <a:schemeClr val="bg1"/>
                        </a:solidFill>
                        <a:latin typeface="David" panose="020E0502060401010101" pitchFamily="34" charset="-79"/>
                        <a:ea typeface="Gadugi" panose="020B0502040204020203" pitchFamily="34" charset="0"/>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קריאת שמע וברכותיה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75000"/>
                      </a:schemeClr>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תפילת עמידה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סיום התפילה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F0000"/>
                    </a:solidFill>
                  </a:tcPr>
                </a:tc>
                <a:extLst>
                  <a:ext uri="{0D108BD9-81ED-4DB2-BD59-A6C34878D82A}">
                    <a16:rowId xmlns:a16="http://schemas.microsoft.com/office/drawing/2014/main" val="744381721"/>
                  </a:ext>
                </a:extLst>
              </a:tr>
              <a:tr h="191966">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*מודה אני (עדיף בבית), א-להי נשמה, אשר יצר, מצוות ציצית לבנים, אדון עולם (מומלץ בסוף התפילה – אם יש עוד </a:t>
                      </a:r>
                      <a:r>
                        <a:rPr kumimoji="0" lang="he-IL" sz="1100" b="0" i="0" u="none" strike="noStrike" kern="1200" cap="none" spc="0" normalizeH="0" baseline="0" dirty="0" err="1">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כח</a:t>
                      </a: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 לתלמידים),ברכות התורה, ברכת </a:t>
                      </a:r>
                      <a:r>
                        <a:rPr kumimoji="0" lang="he-IL" sz="1100" b="0" i="0" u="none" strike="noStrike" kern="1200" cap="none" spc="0" normalizeH="0" baseline="0" dirty="0" err="1">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הכהנים</a:t>
                      </a: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a:t>
                      </a:r>
                      <a:r>
                        <a:rPr kumimoji="0" lang="en-US"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 </a:t>
                      </a:r>
                      <a:endPar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endParaRP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ברכות השחר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100" b="0" i="0" u="none" strike="noStrike" cap="none" dirty="0">
                          <a:solidFill>
                            <a:srgbClr val="002060"/>
                          </a:solidFill>
                          <a:latin typeface="David" panose="020E0502060401010101" pitchFamily="34" charset="-79"/>
                          <a:cs typeface="David" panose="020E0502060401010101" pitchFamily="34" charset="-79"/>
                          <a:sym typeface="Arial"/>
                        </a:rPr>
                        <a:t>יהי רצון...שתצילני היום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ברכה ראשונה - ברוך שאמר, </a:t>
                      </a:r>
                    </a:p>
                    <a:p>
                      <a:pPr algn="r" rtl="1"/>
                      <a:r>
                        <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Arial"/>
                          <a:cs typeface="David" panose="020E0502060401010101" pitchFamily="34" charset="-79"/>
                          <a:sym typeface="Arial"/>
                        </a:rPr>
                        <a:t>"</a:t>
                      </a:r>
                      <a:r>
                        <a:rPr kumimoji="0" lang="he-IL" sz="1100" b="0" i="0" u="none" strike="noStrike" kern="1200" cap="none" spc="0" normalizeH="0" baseline="0" dirty="0">
                          <a:ln>
                            <a:noFill/>
                          </a:ln>
                          <a:solidFill>
                            <a:srgbClr val="002060"/>
                          </a:solidFill>
                          <a:effectLst/>
                          <a:highlight>
                            <a:srgbClr val="00FFFF"/>
                          </a:highlight>
                          <a:uLnTx/>
                          <a:uFillTx/>
                          <a:latin typeface="David" panose="020E0502060401010101" pitchFamily="34" charset="-79"/>
                          <a:ea typeface="Arial"/>
                          <a:cs typeface="David" panose="020E0502060401010101" pitchFamily="34" charset="-79"/>
                          <a:sym typeface="Arial"/>
                        </a:rPr>
                        <a:t>אשרי"</a:t>
                      </a:r>
                    </a:p>
                    <a:p>
                      <a:pPr algn="r" rtl="1"/>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פרק </a:t>
                      </a:r>
                      <a:r>
                        <a:rPr kumimoji="0" lang="he-IL" sz="1100" b="0" i="0" u="none" strike="noStrike" kern="1200" cap="none" spc="0" normalizeH="0" baseline="0" dirty="0" err="1">
                          <a:ln>
                            <a:noFill/>
                          </a:ln>
                          <a:solidFill>
                            <a:srgbClr val="002060"/>
                          </a:solidFill>
                          <a:effectLst/>
                          <a:uLnTx/>
                          <a:uFillTx/>
                          <a:latin typeface="David" panose="020E0502060401010101" pitchFamily="34" charset="-79"/>
                          <a:ea typeface="Arial"/>
                          <a:cs typeface="David" panose="020E0502060401010101" pitchFamily="34" charset="-79"/>
                          <a:sym typeface="Arial"/>
                        </a:rPr>
                        <a:t>ק'נ</a:t>
                      </a: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 – "הללו אל בקודשו" במנגינה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dirty="0">
                          <a:ln>
                            <a:noFill/>
                          </a:ln>
                          <a:solidFill>
                            <a:srgbClr val="002060"/>
                          </a:solidFill>
                          <a:effectLst/>
                          <a:highlight>
                            <a:srgbClr val="00FFFF"/>
                          </a:highlight>
                          <a:uLnTx/>
                          <a:uFillTx/>
                          <a:latin typeface="David" panose="020E0502060401010101" pitchFamily="34" charset="-79"/>
                          <a:ea typeface="Arial"/>
                          <a:cs typeface="David" panose="020E0502060401010101" pitchFamily="34" charset="-79"/>
                          <a:sym typeface="Arial"/>
                        </a:rPr>
                        <a:t>שירת הים – להתחיל לאומרה בימי שני וחמישי או בימי שישי בלבד.</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Arial"/>
                        <a:cs typeface="David" panose="020E0502060401010101" pitchFamily="34" charset="-79"/>
                        <a:sym typeface="Arial"/>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ברכה אחרונה - ישתבח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r>
                        <a:rPr kumimoji="0" lang="he-IL" sz="900" b="1" i="0" u="sng"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מוסיפים ברכה ראשונה:</a:t>
                      </a:r>
                    </a:p>
                    <a:p>
                      <a:pPr algn="r" rtl="1"/>
                      <a:r>
                        <a:rPr kumimoji="0" lang="he-IL" sz="9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"יוצר אור – ובורא את </a:t>
                      </a:r>
                      <a:r>
                        <a:rPr kumimoji="0" lang="he-IL" sz="900" b="0" i="0" u="none" strike="noStrike" kern="1200" cap="none" spc="0" normalizeH="0" baseline="0" dirty="0" err="1">
                          <a:ln>
                            <a:noFill/>
                          </a:ln>
                          <a:solidFill>
                            <a:srgbClr val="002060"/>
                          </a:solidFill>
                          <a:effectLst/>
                          <a:uLnTx/>
                          <a:uFillTx/>
                          <a:latin typeface="David" panose="020E0502060401010101" pitchFamily="34" charset="-79"/>
                          <a:ea typeface="Arial"/>
                          <a:cs typeface="David" panose="020E0502060401010101" pitchFamily="34" charset="-79"/>
                          <a:sym typeface="Arial"/>
                        </a:rPr>
                        <a:t>הכל</a:t>
                      </a:r>
                      <a:r>
                        <a:rPr kumimoji="0" lang="he-IL" sz="9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 ומדלגים :</a:t>
                      </a:r>
                      <a:r>
                        <a:rPr kumimoji="0" lang="en-US" sz="9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 </a:t>
                      </a:r>
                      <a:r>
                        <a:rPr kumimoji="0" lang="he-IL" sz="9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"אור חדש על ציון תאיר ... </a:t>
                      </a:r>
                      <a:r>
                        <a:rPr kumimoji="0" lang="he-IL" sz="900" b="0" i="0" u="none" strike="noStrike" kern="1200" cap="none" spc="0" normalizeH="0" baseline="0" dirty="0" err="1">
                          <a:ln>
                            <a:noFill/>
                          </a:ln>
                          <a:solidFill>
                            <a:srgbClr val="002060"/>
                          </a:solidFill>
                          <a:effectLst/>
                          <a:uLnTx/>
                          <a:uFillTx/>
                          <a:latin typeface="David" panose="020E0502060401010101" pitchFamily="34" charset="-79"/>
                          <a:ea typeface="Arial"/>
                          <a:cs typeface="David" panose="020E0502060401010101" pitchFamily="34" charset="-79"/>
                          <a:sym typeface="Arial"/>
                        </a:rPr>
                        <a:t>ב.א.ה</a:t>
                      </a:r>
                      <a:r>
                        <a:rPr kumimoji="0" lang="he-IL" sz="9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 יוצר המאורות"</a:t>
                      </a:r>
                    </a:p>
                    <a:p>
                      <a:pPr algn="r" rtl="1"/>
                      <a:r>
                        <a:rPr kumimoji="0" lang="he-IL" sz="900" b="1" i="0" u="sng"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מוסיפים ברכה שניה שלפני קריאת שמע: </a:t>
                      </a:r>
                    </a:p>
                    <a:p>
                      <a:pPr algn="r" rtl="1"/>
                      <a:r>
                        <a:rPr kumimoji="0" lang="en-US" sz="9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 </a:t>
                      </a:r>
                      <a:r>
                        <a:rPr kumimoji="0" lang="he-IL" sz="9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"אהבת עולם – השיר "אבינו אב הרחמן" ... לדלג ל:</a:t>
                      </a:r>
                      <a:r>
                        <a:rPr kumimoji="0" lang="en-US" sz="9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 </a:t>
                      </a:r>
                      <a:r>
                        <a:rPr kumimoji="0" lang="he-IL" sz="9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 "ברוך אתה ה' הבוחר בעמו ישראל באהבה"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900" b="0"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rPr>
                        <a:t>"שמע ישראל",  "ואהבת", "והיה אם שמוע", "ויאמר"</a:t>
                      </a:r>
                    </a:p>
                    <a:p>
                      <a:pPr algn="r" rtl="1"/>
                      <a:r>
                        <a:rPr kumimoji="0" lang="he-IL"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מוסיפים ברכה שאחרי קריאת שמע:</a:t>
                      </a:r>
                    </a:p>
                    <a:p>
                      <a:pPr algn="r" rtl="1"/>
                      <a:r>
                        <a:rPr kumimoji="0" lang="he-IL"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"אמת ויציב – הדבר הזה עלינו לעולם ועד"</a:t>
                      </a:r>
                    </a:p>
                    <a:p>
                      <a:pPr algn="r" rtl="1"/>
                      <a:r>
                        <a:rPr kumimoji="0" lang="he-IL"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ולדלג:</a:t>
                      </a:r>
                      <a:r>
                        <a:rPr kumimoji="0" lang="en-US"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 </a:t>
                      </a:r>
                      <a:r>
                        <a:rPr kumimoji="0" lang="he-IL"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"צור ישראל... גאל ישראל"</a:t>
                      </a:r>
                    </a:p>
                    <a:p>
                      <a:pPr algn="r" rtl="1"/>
                      <a:endParaRPr kumimoji="0" lang="he-IL"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2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mn-ea"/>
                          <a:cs typeface="David" panose="020E0502060401010101" pitchFamily="34" charset="-79"/>
                        </a:rPr>
                        <a:t>כל תפילת </a:t>
                      </a:r>
                      <a:r>
                        <a:rPr kumimoji="0" lang="he-IL" sz="1200" b="0" i="0" u="none" strike="noStrike" kern="1200" cap="none" spc="0" normalizeH="0" baseline="0" noProof="0" dirty="0" err="1">
                          <a:ln>
                            <a:noFill/>
                          </a:ln>
                          <a:solidFill>
                            <a:srgbClr val="000000"/>
                          </a:solidFill>
                          <a:effectLst/>
                          <a:highlight>
                            <a:srgbClr val="00FFFF"/>
                          </a:highlight>
                          <a:uLnTx/>
                          <a:uFillTx/>
                          <a:latin typeface="David" panose="020E0502060401010101" pitchFamily="34" charset="-79"/>
                          <a:ea typeface="+mn-ea"/>
                          <a:cs typeface="David" panose="020E0502060401010101" pitchFamily="34" charset="-79"/>
                        </a:rPr>
                        <a:t>תפילת</a:t>
                      </a:r>
                      <a:r>
                        <a:rPr kumimoji="0" lang="he-IL" sz="12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mn-ea"/>
                          <a:cs typeface="David" panose="020E0502060401010101" pitchFamily="34" charset="-79"/>
                        </a:rPr>
                        <a:t> עמידה בלחש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2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mn-ea"/>
                          <a:cs typeface="David" panose="020E0502060401010101" pitchFamily="34" charset="-79"/>
                        </a:rPr>
                        <a:t>(</a:t>
                      </a:r>
                      <a:r>
                        <a:rPr kumimoji="0" lang="he-IL" sz="1200" b="0" i="0" u="none" strike="noStrike" kern="1200" cap="none" spc="0" normalizeH="0" baseline="0" noProof="0" dirty="0" err="1">
                          <a:ln>
                            <a:noFill/>
                          </a:ln>
                          <a:solidFill>
                            <a:srgbClr val="000000"/>
                          </a:solidFill>
                          <a:effectLst/>
                          <a:highlight>
                            <a:srgbClr val="00FFFF"/>
                          </a:highlight>
                          <a:uLnTx/>
                          <a:uFillTx/>
                          <a:latin typeface="David" panose="020E0502060401010101" pitchFamily="34" charset="-79"/>
                          <a:ea typeface="+mn-ea"/>
                          <a:cs typeface="David" panose="020E0502060401010101" pitchFamily="34" charset="-79"/>
                        </a:rPr>
                        <a:t>בר"ח</a:t>
                      </a:r>
                      <a:r>
                        <a:rPr kumimoji="0" lang="he-IL" sz="12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mn-ea"/>
                          <a:cs typeface="David" panose="020E0502060401010101" pitchFamily="34" charset="-79"/>
                        </a:rPr>
                        <a:t>- יעלה ויבוא;</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2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mn-ea"/>
                          <a:cs typeface="David" panose="020E0502060401010101" pitchFamily="34" charset="-79"/>
                        </a:rPr>
                        <a:t>בעשי"ת: כל ההוספות "המלך הקדוש", ו"המלך המשפט")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שיר של יום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"היום יום.. שאומרים במקדש" והפסוק הראשון וכל כמה שבועות להוסיף עוד פסוק משיר של יום.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"עלינו לשבח"</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קטע ראשון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478821425"/>
                  </a:ext>
                </a:extLst>
              </a:tr>
              <a:tr h="17336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he-IL" sz="1100" b="0" i="0" u="none" strike="noStrike" cap="none" dirty="0">
                        <a:solidFill>
                          <a:srgbClr val="002060"/>
                        </a:solidFill>
                        <a:latin typeface="David" panose="020E0502060401010101" pitchFamily="34" charset="-79"/>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Arial"/>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685800" rtl="1" eaLnBrk="1" fontAlgn="auto" latinLnBrk="0" hangingPunct="1">
                        <a:lnSpc>
                          <a:spcPct val="100000"/>
                        </a:lnSpc>
                        <a:spcBef>
                          <a:spcPts val="0"/>
                        </a:spcBef>
                        <a:spcAft>
                          <a:spcPts val="0"/>
                        </a:spcAft>
                        <a:buClrTx/>
                        <a:buSzTx/>
                        <a:buFontTx/>
                        <a:buNone/>
                        <a:tabLst/>
                        <a:defRPr/>
                      </a:pPr>
                      <a:r>
                        <a:rPr kumimoji="0" lang="he-IL"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מחצית שניה:</a:t>
                      </a:r>
                    </a:p>
                    <a:p>
                      <a:pPr marL="0" marR="0" lvl="0" indent="0" algn="r" defTabSz="685800" rtl="1" eaLnBrk="1" fontAlgn="auto" latinLnBrk="0" hangingPunct="1">
                        <a:lnSpc>
                          <a:spcPct val="100000"/>
                        </a:lnSpc>
                        <a:spcBef>
                          <a:spcPts val="0"/>
                        </a:spcBef>
                        <a:spcAft>
                          <a:spcPts val="0"/>
                        </a:spcAft>
                        <a:buClrTx/>
                        <a:buSzTx/>
                        <a:buFontTx/>
                        <a:buNone/>
                        <a:tabLst/>
                        <a:defRPr/>
                      </a:pPr>
                      <a:r>
                        <a:rPr kumimoji="0" lang="he-IL"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ברכת יוצר אור:</a:t>
                      </a:r>
                      <a:r>
                        <a:rPr kumimoji="0" lang="en-US"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  </a:t>
                      </a:r>
                      <a:r>
                        <a:rPr kumimoji="0" lang="he-IL"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להוסיף באמצע: וכולם מקבלים עליהם עול מלכות  עד ברוך כבוד ה' ממקומו (חזן וקהל, או כל הכיתה)</a:t>
                      </a:r>
                    </a:p>
                    <a:p>
                      <a:pPr marL="0" marR="0" lvl="0" indent="0" algn="r" defTabSz="685800" rtl="1" eaLnBrk="1" fontAlgn="auto" latinLnBrk="0" hangingPunct="1">
                        <a:lnSpc>
                          <a:spcPct val="100000"/>
                        </a:lnSpc>
                        <a:spcBef>
                          <a:spcPts val="0"/>
                        </a:spcBef>
                        <a:spcAft>
                          <a:spcPts val="0"/>
                        </a:spcAft>
                        <a:buClrTx/>
                        <a:buSzTx/>
                        <a:buFontTx/>
                        <a:buNone/>
                        <a:tabLst/>
                        <a:defRPr/>
                      </a:pPr>
                      <a:r>
                        <a:rPr kumimoji="0" lang="he-IL"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ברכת אהבת עולם:</a:t>
                      </a:r>
                      <a:r>
                        <a:rPr kumimoji="0" lang="en-US"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  </a:t>
                      </a:r>
                      <a:r>
                        <a:rPr kumimoji="0" lang="he-IL"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להוסיף את כל הברכה </a:t>
                      </a:r>
                      <a:r>
                        <a:rPr kumimoji="0" lang="he-IL" sz="900" b="0" i="0" u="none" strike="noStrike" kern="1200" cap="none" spc="0" normalizeH="0" baseline="0" dirty="0" err="1">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השניה</a:t>
                      </a:r>
                      <a:r>
                        <a:rPr kumimoji="0" lang="he-IL" sz="900" b="0" i="0" u="none" strike="noStrike" kern="1200" cap="none" spc="0" normalizeH="0" baseline="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rPr>
                        <a:t> (אפשר בשקט)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mn-ea"/>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0000"/>
                        </a:solidFill>
                        <a:effectLst/>
                        <a:highlight>
                          <a:srgbClr val="00FFFF"/>
                        </a:highlight>
                        <a:uLnTx/>
                        <a:uFillTx/>
                        <a:latin typeface="David" panose="020E0502060401010101" pitchFamily="34" charset="-79"/>
                        <a:ea typeface="Arial"/>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399894053"/>
                  </a:ext>
                </a:extLst>
              </a:tr>
              <a:tr h="128270">
                <a:tc>
                  <a:txBody>
                    <a:bodyPr/>
                    <a:lstStyle/>
                    <a:p>
                      <a:pPr algn="r" rtl="1"/>
                      <a:endParaRPr lang="he-IL" sz="1100" dirty="0">
                        <a:solidFill>
                          <a:srgbClr val="002060"/>
                        </a:solidFill>
                        <a:latin typeface="David" panose="020E0502060401010101" pitchFamily="34" charset="-79"/>
                        <a:cs typeface="David" panose="020E0502060401010101" pitchFamily="34" charset="-79"/>
                      </a:endParaRPr>
                    </a:p>
                    <a:p>
                      <a:pPr algn="ctr" rtl="1"/>
                      <a:r>
                        <a:rPr lang="he-IL" sz="1100" b="1" dirty="0">
                          <a:solidFill>
                            <a:srgbClr val="002060"/>
                          </a:solidFill>
                          <a:latin typeface="David" panose="020E0502060401010101" pitchFamily="34" charset="-79"/>
                          <a:cs typeface="David" panose="020E0502060401010101" pitchFamily="34" charset="-79"/>
                        </a:rPr>
                        <a:t>הוספות בראש חודש ובספירת העומר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algn="r" rtl="1"/>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gridSpan="2">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David" panose="020E0502060401010101" pitchFamily="34" charset="-79"/>
                          <a:cs typeface="David" panose="020E0502060401010101" pitchFamily="34" charset="-79"/>
                        </a:rPr>
                        <a:t>בראש חודש- חדש עלינו את החודש הזה לטובה ולברכה.</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b="1" dirty="0">
                          <a:solidFill>
                            <a:srgbClr val="002060"/>
                          </a:solidFill>
                          <a:latin typeface="David" panose="020E0502060401010101" pitchFamily="34" charset="-79"/>
                          <a:cs typeface="David" panose="020E0502060401010101" pitchFamily="34" charset="-79"/>
                        </a:rPr>
                        <a:t>הלל</a:t>
                      </a:r>
                      <a:r>
                        <a:rPr lang="he-IL" sz="1100" dirty="0">
                          <a:solidFill>
                            <a:srgbClr val="002060"/>
                          </a:solidFill>
                          <a:latin typeface="David" panose="020E0502060401010101" pitchFamily="34" charset="-79"/>
                          <a:cs typeface="David" panose="020E0502060401010101" pitchFamily="34" charset="-79"/>
                        </a:rPr>
                        <a:t> – ברכה ראשונה "</a:t>
                      </a:r>
                      <a:r>
                        <a:rPr lang="he-IL" sz="1100" dirty="0" err="1">
                          <a:solidFill>
                            <a:srgbClr val="002060"/>
                          </a:solidFill>
                          <a:latin typeface="David" panose="020E0502060401010101" pitchFamily="34" charset="-79"/>
                          <a:cs typeface="David" panose="020E0502060401010101" pitchFamily="34" charset="-79"/>
                        </a:rPr>
                        <a:t>אקב"ו</a:t>
                      </a:r>
                      <a:r>
                        <a:rPr lang="he-IL" sz="1100" dirty="0">
                          <a:solidFill>
                            <a:srgbClr val="002060"/>
                          </a:solidFill>
                          <a:latin typeface="David" panose="020E0502060401010101" pitchFamily="34" charset="-79"/>
                          <a:cs typeface="David" panose="020E0502060401010101" pitchFamily="34" charset="-79"/>
                        </a:rPr>
                        <a:t> לקרוא את ההלל" (לנוהגים), "</a:t>
                      </a:r>
                      <a:r>
                        <a:rPr lang="he-IL" sz="1100" dirty="0">
                          <a:solidFill>
                            <a:srgbClr val="002060"/>
                          </a:solidFill>
                          <a:highlight>
                            <a:srgbClr val="00FFFF"/>
                          </a:highlight>
                          <a:latin typeface="David" panose="020E0502060401010101" pitchFamily="34" charset="-79"/>
                          <a:cs typeface="David" panose="020E0502060401010101" pitchFamily="34" charset="-79"/>
                        </a:rPr>
                        <a:t>בצאת ישראל ממצרים", "ה' זכרנו יברך"</a:t>
                      </a:r>
                      <a:r>
                        <a:rPr lang="he-IL" sz="1100" dirty="0">
                          <a:solidFill>
                            <a:srgbClr val="002060"/>
                          </a:solidFill>
                          <a:latin typeface="David" panose="020E0502060401010101" pitchFamily="34" charset="-79"/>
                          <a:cs typeface="David" panose="020E0502060401010101" pitchFamily="34" charset="-79"/>
                        </a:rPr>
                        <a:t>. "הללו את ה' כל גויים", "הודו לה' כי טוב –  כי לעולם חסדו "עד "יאמרו נא יראי ה' כי לעולם חסדו".</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David" panose="020E0502060401010101" pitchFamily="34" charset="-79"/>
                          <a:cs typeface="David" panose="020E0502060401010101" pitchFamily="34" charset="-79"/>
                        </a:rPr>
                        <a:t>"</a:t>
                      </a:r>
                      <a:r>
                        <a:rPr lang="he-IL" sz="1100" dirty="0" err="1">
                          <a:solidFill>
                            <a:srgbClr val="002060"/>
                          </a:solidFill>
                          <a:latin typeface="David" panose="020E0502060401010101" pitchFamily="34" charset="-79"/>
                          <a:cs typeface="David" panose="020E0502060401010101" pitchFamily="34" charset="-79"/>
                        </a:rPr>
                        <a:t>אודך</a:t>
                      </a:r>
                      <a:r>
                        <a:rPr lang="he-IL" sz="1100" dirty="0">
                          <a:solidFill>
                            <a:srgbClr val="002060"/>
                          </a:solidFill>
                          <a:latin typeface="David" panose="020E0502060401010101" pitchFamily="34" charset="-79"/>
                          <a:cs typeface="David" panose="020E0502060401010101" pitchFamily="34" charset="-79"/>
                        </a:rPr>
                        <a:t> כי עניתני – זה היום עשה ה' נגילה ונשמחה בך". "אנא ה' </a:t>
                      </a:r>
                      <a:r>
                        <a:rPr lang="he-IL" sz="1100" dirty="0" err="1">
                          <a:solidFill>
                            <a:srgbClr val="002060"/>
                          </a:solidFill>
                          <a:latin typeface="David" panose="020E0502060401010101" pitchFamily="34" charset="-79"/>
                          <a:cs typeface="David" panose="020E0502060401010101" pitchFamily="34" charset="-79"/>
                        </a:rPr>
                        <a:t>הושיעא</a:t>
                      </a:r>
                      <a:r>
                        <a:rPr lang="he-IL" sz="1100" dirty="0">
                          <a:solidFill>
                            <a:srgbClr val="002060"/>
                          </a:solidFill>
                          <a:latin typeface="David" panose="020E0502060401010101" pitchFamily="34" charset="-79"/>
                          <a:cs typeface="David" panose="020E0502060401010101" pitchFamily="34" charset="-79"/>
                        </a:rPr>
                        <a:t> נא, אנא ה' הצליחה נא"</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David" panose="020E0502060401010101" pitchFamily="34" charset="-79"/>
                          <a:cs typeface="David" panose="020E0502060401010101" pitchFamily="34" charset="-79"/>
                        </a:rPr>
                        <a:t>לסיים ברכה אחרונה של ההלל (לנוהגים)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hMerge="1">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Gisha" panose="020B0502040204020203" pitchFamily="34" charset="-79"/>
                          <a:cs typeface="Gisha" panose="020B0502040204020203" pitchFamily="34" charset="-79"/>
                        </a:rPr>
                        <a:t>בראש חודש- חדש עלינו את החודש הזה לטובה ולברכה.</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b="1" dirty="0">
                          <a:solidFill>
                            <a:srgbClr val="002060"/>
                          </a:solidFill>
                          <a:latin typeface="Gisha" panose="020B0502040204020203" pitchFamily="34" charset="-79"/>
                          <a:cs typeface="Gisha" panose="020B0502040204020203" pitchFamily="34" charset="-79"/>
                        </a:rPr>
                        <a:t>הלל</a:t>
                      </a:r>
                      <a:r>
                        <a:rPr lang="he-IL" sz="1100" dirty="0">
                          <a:solidFill>
                            <a:srgbClr val="002060"/>
                          </a:solidFill>
                          <a:latin typeface="Gisha" panose="020B0502040204020203" pitchFamily="34" charset="-79"/>
                          <a:cs typeface="Gisha" panose="020B0502040204020203" pitchFamily="34" charset="-79"/>
                        </a:rPr>
                        <a:t> – ברכה ראשונה </a:t>
                      </a:r>
                      <a:r>
                        <a:rPr lang="he-IL" sz="1100" dirty="0" err="1">
                          <a:solidFill>
                            <a:srgbClr val="002060"/>
                          </a:solidFill>
                          <a:latin typeface="Gisha" panose="020B0502040204020203" pitchFamily="34" charset="-79"/>
                          <a:cs typeface="Gisha" panose="020B0502040204020203" pitchFamily="34" charset="-79"/>
                        </a:rPr>
                        <a:t>אקב"ו</a:t>
                      </a:r>
                      <a:r>
                        <a:rPr lang="he-IL" sz="1100" dirty="0">
                          <a:solidFill>
                            <a:srgbClr val="002060"/>
                          </a:solidFill>
                          <a:latin typeface="Gisha" panose="020B0502040204020203" pitchFamily="34" charset="-79"/>
                          <a:cs typeface="Gisha" panose="020B0502040204020203" pitchFamily="34" charset="-79"/>
                        </a:rPr>
                        <a:t> לקרוא את ההלל (לנוהגים), הללו את ה' כל גויים הודו לה' כי טוב –  כי לעולם חסדו עד  יאמרו נא יראי ה' כי לעולם חסדו</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lang="he-IL" sz="1100" dirty="0">
                        <a:solidFill>
                          <a:srgbClr val="002060"/>
                        </a:solidFill>
                        <a:latin typeface="Gisha" panose="020B0502040204020203" pitchFamily="34" charset="-79"/>
                        <a:cs typeface="Gisha" panose="020B0502040204020203" pitchFamily="34" charset="-79"/>
                      </a:endParaRPr>
                    </a:p>
                    <a:p>
                      <a:pPr algn="r" rtl="1"/>
                      <a:endParaRPr lang="he-IL" sz="1100" dirty="0">
                        <a:solidFill>
                          <a:srgbClr val="002060"/>
                        </a:solidFill>
                        <a:latin typeface="Gisha" panose="020B0502040204020203" pitchFamily="34" charset="-79"/>
                        <a:cs typeface="Gisha" panose="020B0502040204020203"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gn="r" rtl="1"/>
                      <a:r>
                        <a:rPr lang="he-IL" sz="900" dirty="0">
                          <a:solidFill>
                            <a:srgbClr val="002060"/>
                          </a:solidFill>
                          <a:latin typeface="David" panose="020E0502060401010101" pitchFamily="34" charset="-79"/>
                          <a:cs typeface="David" panose="020E0502060401010101" pitchFamily="34" charset="-79"/>
                        </a:rPr>
                        <a:t>בימי ספירת העומר- </a:t>
                      </a:r>
                    </a:p>
                    <a:p>
                      <a:pPr algn="r" rtl="1"/>
                      <a:r>
                        <a:rPr lang="he-IL" sz="900" dirty="0">
                          <a:solidFill>
                            <a:srgbClr val="002060"/>
                          </a:solidFill>
                          <a:latin typeface="David" panose="020E0502060401010101" pitchFamily="34" charset="-79"/>
                          <a:cs typeface="David" panose="020E0502060401010101" pitchFamily="34" charset="-79"/>
                        </a:rPr>
                        <a:t>שרים "הנני מוכן ומזומן" , ואומרים: </a:t>
                      </a:r>
                    </a:p>
                    <a:p>
                      <a:pPr algn="r" rtl="1"/>
                      <a:r>
                        <a:rPr lang="he-IL" sz="900" dirty="0">
                          <a:solidFill>
                            <a:srgbClr val="002060"/>
                          </a:solidFill>
                          <a:latin typeface="David" panose="020E0502060401010101" pitchFamily="34" charset="-79"/>
                          <a:cs typeface="David" panose="020E0502060401010101" pitchFamily="34" charset="-79"/>
                        </a:rPr>
                        <a:t>היום כך וכך ימים ב/לעומר.</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900" dirty="0">
                          <a:latin typeface="David" panose="020E0502060401010101" pitchFamily="34" charset="-79"/>
                          <a:cs typeface="David" panose="020E0502060401010101" pitchFamily="34" charset="-79"/>
                        </a:rPr>
                        <a:t>בחודש אלול – להוסיף "לדוד ה' אורי </a:t>
                      </a:r>
                      <a:r>
                        <a:rPr lang="he-IL" sz="900" dirty="0" err="1">
                          <a:latin typeface="David" panose="020E0502060401010101" pitchFamily="34" charset="-79"/>
                          <a:cs typeface="David" panose="020E0502060401010101" pitchFamily="34" charset="-79"/>
                        </a:rPr>
                        <a:t>וישעי</a:t>
                      </a:r>
                      <a:r>
                        <a:rPr lang="he-IL" sz="900" dirty="0">
                          <a:latin typeface="David" panose="020E0502060401010101" pitchFamily="34" charset="-79"/>
                          <a:cs typeface="David" panose="020E0502060401010101" pitchFamily="34" charset="-79"/>
                        </a:rPr>
                        <a:t>" [לפחות חלק מהפסוקים]</a:t>
                      </a:r>
                    </a:p>
                    <a:p>
                      <a:pPr algn="r" rtl="1"/>
                      <a:r>
                        <a:rPr lang="he-IL" sz="900" dirty="0">
                          <a:highlight>
                            <a:srgbClr val="00FFFF"/>
                          </a:highlight>
                          <a:latin typeface="David" panose="020E0502060401010101" pitchFamily="34" charset="-79"/>
                          <a:cs typeface="David" panose="020E0502060401010101" pitchFamily="34" charset="-79"/>
                        </a:rPr>
                        <a:t>חודש אלול-  שני פיוטים מסליחות "אדון הסליחות" "בן אדם" שמע קולנו, "דרוש נא דורשך" בעשי"ת- "אבינו מלכנו חננו ועננו"</a:t>
                      </a:r>
                      <a:r>
                        <a:rPr lang="he-IL" sz="900" dirty="0">
                          <a:highlight>
                            <a:srgbClr val="FFFF00"/>
                          </a:highlight>
                          <a:latin typeface="David" panose="020E0502060401010101" pitchFamily="34" charset="-79"/>
                          <a:cs typeface="David" panose="020E0502060401010101" pitchFamily="34" charset="-79"/>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extLst>
                  <a:ext uri="{0D108BD9-81ED-4DB2-BD59-A6C34878D82A}">
                    <a16:rowId xmlns:a16="http://schemas.microsoft.com/office/drawing/2014/main" val="865089777"/>
                  </a:ext>
                </a:extLst>
              </a:tr>
            </a:tbl>
          </a:graphicData>
        </a:graphic>
      </p:graphicFrame>
      <p:sp>
        <p:nvSpPr>
          <p:cNvPr id="8" name="TextBox 7"/>
          <p:cNvSpPr txBox="1"/>
          <p:nvPr/>
        </p:nvSpPr>
        <p:spPr>
          <a:xfrm>
            <a:off x="734562" y="4899279"/>
            <a:ext cx="7524186" cy="276999"/>
          </a:xfrm>
          <a:prstGeom prst="rect">
            <a:avLst/>
          </a:prstGeom>
          <a:noFill/>
        </p:spPr>
        <p:txBody>
          <a:bodyPr wrap="square" rtlCol="1">
            <a:spAutoFit/>
          </a:bodyPr>
          <a:lstStyle/>
          <a:p>
            <a:pPr algn="r" rtl="1"/>
            <a:r>
              <a:rPr lang="he-IL" sz="1200" dirty="0">
                <a:latin typeface="David" panose="020E0502060401010101" pitchFamily="34" charset="-79"/>
                <a:cs typeface="David" panose="020E0502060401010101" pitchFamily="34" charset="-79"/>
              </a:rPr>
              <a:t>** לגבי אמירת מודה אני – יש לחנך את הילדים לומר מיד בעת קימתם מהשינה,  אם לא ברכו בבית, יש לומר בכיתה. </a:t>
            </a:r>
          </a:p>
        </p:txBody>
      </p:sp>
    </p:spTree>
    <p:extLst>
      <p:ext uri="{BB962C8B-B14F-4D97-AF65-F5344CB8AC3E}">
        <p14:creationId xmlns:p14="http://schemas.microsoft.com/office/powerpoint/2010/main" val="2062236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86"/>
        <p:cNvGrpSpPr/>
        <p:nvPr/>
      </p:nvGrpSpPr>
      <p:grpSpPr>
        <a:xfrm>
          <a:off x="0" y="0"/>
          <a:ext cx="0" cy="0"/>
          <a:chOff x="0" y="0"/>
          <a:chExt cx="0" cy="0"/>
        </a:xfrm>
      </p:grpSpPr>
      <p:sp>
        <p:nvSpPr>
          <p:cNvPr id="2987" name="Google Shape;2987;p41"/>
          <p:cNvSpPr/>
          <p:nvPr/>
        </p:nvSpPr>
        <p:spPr>
          <a:xfrm>
            <a:off x="705438" y="17115"/>
            <a:ext cx="7790976" cy="389358"/>
          </a:xfrm>
          <a:custGeom>
            <a:avLst/>
            <a:gdLst/>
            <a:ahLst/>
            <a:cxnLst/>
            <a:rect l="l" t="t" r="r" b="b"/>
            <a:pathLst>
              <a:path w="16088" h="2490" extrusionOk="0">
                <a:moveTo>
                  <a:pt x="15993" y="1780"/>
                </a:moveTo>
                <a:lnTo>
                  <a:pt x="16071" y="1560"/>
                </a:lnTo>
                <a:lnTo>
                  <a:pt x="16056" y="1355"/>
                </a:lnTo>
                <a:lnTo>
                  <a:pt x="15899" y="1150"/>
                </a:lnTo>
                <a:lnTo>
                  <a:pt x="16008" y="929"/>
                </a:lnTo>
                <a:lnTo>
                  <a:pt x="16008" y="725"/>
                </a:lnTo>
                <a:lnTo>
                  <a:pt x="15977" y="520"/>
                </a:lnTo>
                <a:lnTo>
                  <a:pt x="15930" y="316"/>
                </a:lnTo>
                <a:lnTo>
                  <a:pt x="15836" y="95"/>
                </a:lnTo>
                <a:lnTo>
                  <a:pt x="15867" y="0"/>
                </a:lnTo>
                <a:lnTo>
                  <a:pt x="1" y="0"/>
                </a:lnTo>
                <a:lnTo>
                  <a:pt x="1" y="2410"/>
                </a:lnTo>
                <a:lnTo>
                  <a:pt x="206" y="2442"/>
                </a:lnTo>
                <a:lnTo>
                  <a:pt x="599" y="2458"/>
                </a:lnTo>
                <a:lnTo>
                  <a:pt x="978" y="2427"/>
                </a:lnTo>
                <a:lnTo>
                  <a:pt x="1372" y="2332"/>
                </a:lnTo>
                <a:lnTo>
                  <a:pt x="1750" y="2410"/>
                </a:lnTo>
                <a:lnTo>
                  <a:pt x="2128" y="2332"/>
                </a:lnTo>
                <a:lnTo>
                  <a:pt x="2522" y="2379"/>
                </a:lnTo>
                <a:lnTo>
                  <a:pt x="2900" y="2347"/>
                </a:lnTo>
                <a:lnTo>
                  <a:pt x="3294" y="2364"/>
                </a:lnTo>
                <a:lnTo>
                  <a:pt x="3672" y="2442"/>
                </a:lnTo>
                <a:lnTo>
                  <a:pt x="4051" y="2473"/>
                </a:lnTo>
                <a:lnTo>
                  <a:pt x="4444" y="2410"/>
                </a:lnTo>
                <a:lnTo>
                  <a:pt x="4822" y="2458"/>
                </a:lnTo>
                <a:lnTo>
                  <a:pt x="5200" y="2442"/>
                </a:lnTo>
                <a:lnTo>
                  <a:pt x="5595" y="2473"/>
                </a:lnTo>
                <a:lnTo>
                  <a:pt x="5973" y="2316"/>
                </a:lnTo>
                <a:lnTo>
                  <a:pt x="6351" y="2395"/>
                </a:lnTo>
                <a:lnTo>
                  <a:pt x="6744" y="2379"/>
                </a:lnTo>
                <a:lnTo>
                  <a:pt x="7122" y="2347"/>
                </a:lnTo>
                <a:lnTo>
                  <a:pt x="7517" y="2364"/>
                </a:lnTo>
                <a:lnTo>
                  <a:pt x="7895" y="2427"/>
                </a:lnTo>
                <a:lnTo>
                  <a:pt x="8273" y="2347"/>
                </a:lnTo>
                <a:lnTo>
                  <a:pt x="8666" y="2332"/>
                </a:lnTo>
                <a:lnTo>
                  <a:pt x="9044" y="2458"/>
                </a:lnTo>
                <a:lnTo>
                  <a:pt x="9423" y="2379"/>
                </a:lnTo>
                <a:lnTo>
                  <a:pt x="9817" y="2490"/>
                </a:lnTo>
                <a:lnTo>
                  <a:pt x="10195" y="2410"/>
                </a:lnTo>
                <a:lnTo>
                  <a:pt x="10573" y="2442"/>
                </a:lnTo>
                <a:lnTo>
                  <a:pt x="10967" y="2364"/>
                </a:lnTo>
                <a:lnTo>
                  <a:pt x="11345" y="2473"/>
                </a:lnTo>
                <a:lnTo>
                  <a:pt x="11739" y="2332"/>
                </a:lnTo>
                <a:lnTo>
                  <a:pt x="12117" y="2410"/>
                </a:lnTo>
                <a:lnTo>
                  <a:pt x="12496" y="2490"/>
                </a:lnTo>
                <a:lnTo>
                  <a:pt x="12889" y="2395"/>
                </a:lnTo>
                <a:lnTo>
                  <a:pt x="13267" y="2458"/>
                </a:lnTo>
                <a:lnTo>
                  <a:pt x="13645" y="2364"/>
                </a:lnTo>
                <a:lnTo>
                  <a:pt x="14040" y="2316"/>
                </a:lnTo>
                <a:lnTo>
                  <a:pt x="14418" y="2364"/>
                </a:lnTo>
                <a:lnTo>
                  <a:pt x="14796" y="2458"/>
                </a:lnTo>
                <a:lnTo>
                  <a:pt x="15189" y="2427"/>
                </a:lnTo>
                <a:lnTo>
                  <a:pt x="15567" y="2332"/>
                </a:lnTo>
                <a:lnTo>
                  <a:pt x="16008" y="2442"/>
                </a:lnTo>
                <a:lnTo>
                  <a:pt x="15836" y="2190"/>
                </a:lnTo>
                <a:lnTo>
                  <a:pt x="16088" y="1986"/>
                </a:lnTo>
                <a:close/>
              </a:path>
            </a:pathLst>
          </a:custGeom>
          <a:solidFill>
            <a:srgbClr val="FFFFFF"/>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88" name="Google Shape;2988;p41"/>
          <p:cNvSpPr txBox="1">
            <a:spLocks noGrp="1"/>
          </p:cNvSpPr>
          <p:nvPr>
            <p:ph type="title"/>
          </p:nvPr>
        </p:nvSpPr>
        <p:spPr>
          <a:xfrm>
            <a:off x="734562" y="-8358"/>
            <a:ext cx="7704000" cy="227433"/>
          </a:xfrm>
          <a:prstGeom prst="rect">
            <a:avLst/>
          </a:prstGeom>
        </p:spPr>
        <p:txBody>
          <a:bodyPr spcFirstLastPara="1" wrap="square" lIns="91425" tIns="0" rIns="91425" bIns="0" anchor="t" anchorCtr="0">
            <a:noAutofit/>
          </a:bodyPr>
          <a:lstStyle/>
          <a:p>
            <a:pPr marL="0" lvl="0" indent="0" algn="ctr" rtl="0">
              <a:spcBef>
                <a:spcPts val="0"/>
              </a:spcBef>
              <a:spcAft>
                <a:spcPts val="0"/>
              </a:spcAft>
              <a:buNone/>
            </a:pPr>
            <a:r>
              <a:rPr lang="he-IL" sz="2400" b="1" dirty="0">
                <a:solidFill>
                  <a:srgbClr val="FF0000"/>
                </a:solidFill>
                <a:latin typeface="David" panose="020E0502060401010101" pitchFamily="34" charset="-79"/>
                <a:cs typeface="David" panose="020E0502060401010101" pitchFamily="34" charset="-79"/>
              </a:rPr>
              <a:t>תכנית כיתה ה'</a:t>
            </a:r>
            <a:endParaRPr sz="2400" b="1" dirty="0">
              <a:solidFill>
                <a:srgbClr val="FF0000"/>
              </a:solidFill>
              <a:latin typeface="David" panose="020E0502060401010101" pitchFamily="34" charset="-79"/>
              <a:cs typeface="David" panose="020E0502060401010101" pitchFamily="34" charset="-79"/>
            </a:endParaRPr>
          </a:p>
        </p:txBody>
      </p:sp>
      <p:graphicFrame>
        <p:nvGraphicFramePr>
          <p:cNvPr id="13" name="טבלה 13">
            <a:extLst>
              <a:ext uri="{FF2B5EF4-FFF2-40B4-BE49-F238E27FC236}">
                <a16:creationId xmlns:a16="http://schemas.microsoft.com/office/drawing/2014/main" id="{F915053B-C86F-99D9-75C2-4155D8335E52}"/>
              </a:ext>
            </a:extLst>
          </p:cNvPr>
          <p:cNvGraphicFramePr>
            <a:graphicFrameLocks noGrp="1"/>
          </p:cNvGraphicFramePr>
          <p:nvPr>
            <p:extLst>
              <p:ext uri="{D42A27DB-BD31-4B8C-83A1-F6EECF244321}">
                <p14:modId xmlns:p14="http://schemas.microsoft.com/office/powerpoint/2010/main" val="2367072254"/>
              </p:ext>
            </p:extLst>
          </p:nvPr>
        </p:nvGraphicFramePr>
        <p:xfrm>
          <a:off x="298518" y="498660"/>
          <a:ext cx="8388282" cy="4449299"/>
        </p:xfrm>
        <a:graphic>
          <a:graphicData uri="http://schemas.openxmlformats.org/drawingml/2006/table">
            <a:tbl>
              <a:tblPr rtl="1" firstRow="1" bandRow="1">
                <a:tableStyleId>{F5379084-322C-4DAB-9956-D44A4CA77A22}</a:tableStyleId>
              </a:tblPr>
              <a:tblGrid>
                <a:gridCol w="1391119">
                  <a:extLst>
                    <a:ext uri="{9D8B030D-6E8A-4147-A177-3AD203B41FA5}">
                      <a16:colId xmlns:a16="http://schemas.microsoft.com/office/drawing/2014/main" val="56309615"/>
                    </a:ext>
                  </a:extLst>
                </a:gridCol>
                <a:gridCol w="1349582">
                  <a:extLst>
                    <a:ext uri="{9D8B030D-6E8A-4147-A177-3AD203B41FA5}">
                      <a16:colId xmlns:a16="http://schemas.microsoft.com/office/drawing/2014/main" val="2763375746"/>
                    </a:ext>
                  </a:extLst>
                </a:gridCol>
                <a:gridCol w="2251238">
                  <a:extLst>
                    <a:ext uri="{9D8B030D-6E8A-4147-A177-3AD203B41FA5}">
                      <a16:colId xmlns:a16="http://schemas.microsoft.com/office/drawing/2014/main" val="38790622"/>
                    </a:ext>
                  </a:extLst>
                </a:gridCol>
                <a:gridCol w="1282930">
                  <a:extLst>
                    <a:ext uri="{9D8B030D-6E8A-4147-A177-3AD203B41FA5}">
                      <a16:colId xmlns:a16="http://schemas.microsoft.com/office/drawing/2014/main" val="2529346024"/>
                    </a:ext>
                  </a:extLst>
                </a:gridCol>
                <a:gridCol w="2113413">
                  <a:extLst>
                    <a:ext uri="{9D8B030D-6E8A-4147-A177-3AD203B41FA5}">
                      <a16:colId xmlns:a16="http://schemas.microsoft.com/office/drawing/2014/main" val="4251561164"/>
                    </a:ext>
                  </a:extLst>
                </a:gridCol>
              </a:tblGrid>
              <a:tr h="225398">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ברכות השחר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F0000"/>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פסוקי </a:t>
                      </a:r>
                      <a:r>
                        <a:rPr lang="he-IL" b="1" dirty="0" err="1">
                          <a:solidFill>
                            <a:schemeClr val="bg1"/>
                          </a:solidFill>
                          <a:latin typeface="David" panose="020E0502060401010101" pitchFamily="34" charset="-79"/>
                          <a:ea typeface="Gadugi" panose="020B0502040204020203" pitchFamily="34" charset="0"/>
                          <a:cs typeface="David" panose="020E0502060401010101" pitchFamily="34" charset="-79"/>
                        </a:rPr>
                        <a:t>דזמרא</a:t>
                      </a:r>
                      <a:endParaRPr lang="he-IL" b="1" dirty="0">
                        <a:solidFill>
                          <a:schemeClr val="bg1"/>
                        </a:solidFill>
                        <a:latin typeface="David" panose="020E0502060401010101" pitchFamily="34" charset="-79"/>
                        <a:ea typeface="Gadugi" panose="020B0502040204020203" pitchFamily="34" charset="0"/>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קריאת שמע וברכותיה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75000"/>
                      </a:schemeClr>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תפילת עמידה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b="1" dirty="0">
                          <a:solidFill>
                            <a:schemeClr val="bg1"/>
                          </a:solidFill>
                          <a:latin typeface="David" panose="020E0502060401010101" pitchFamily="34" charset="-79"/>
                          <a:ea typeface="Gadugi" panose="020B0502040204020203" pitchFamily="34" charset="0"/>
                          <a:cs typeface="David" panose="020E0502060401010101" pitchFamily="34" charset="-79"/>
                        </a:rPr>
                        <a:t>סיום התפילה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F0000"/>
                    </a:solidFill>
                  </a:tcPr>
                </a:tc>
                <a:extLst>
                  <a:ext uri="{0D108BD9-81ED-4DB2-BD59-A6C34878D82A}">
                    <a16:rowId xmlns:a16="http://schemas.microsoft.com/office/drawing/2014/main" val="744381721"/>
                  </a:ext>
                </a:extLst>
              </a:tr>
              <a:tr h="0">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*מודה אני (עדיף בבית), א-להי נשמה, אשר יצר, מצוות ציצית לבנים, אדון עולם (מומלץ בסוף התפילה – אם יש עוד </a:t>
                      </a:r>
                      <a:r>
                        <a:rPr kumimoji="0" lang="he-IL" sz="1100" b="0" i="0" u="none" strike="noStrike" kern="1200" cap="none" spc="0" normalizeH="0" baseline="0" dirty="0" err="1">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כח</a:t>
                      </a: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 לתלמידים), ברכות התורה, ברכת </a:t>
                      </a:r>
                      <a:r>
                        <a:rPr kumimoji="0" lang="he-IL" sz="1100" b="0" i="0" u="none" strike="noStrike" kern="1200" cap="none" spc="0" normalizeH="0" baseline="0" dirty="0" err="1">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הכהנים</a:t>
                      </a:r>
                      <a:r>
                        <a:rPr lang="he-IL" sz="1100" b="0" i="0" u="none" strike="noStrike" cap="none" dirty="0">
                          <a:solidFill>
                            <a:srgbClr val="002060"/>
                          </a:solidFill>
                          <a:latin typeface="David" panose="020E0502060401010101" pitchFamily="34" charset="-79"/>
                          <a:cs typeface="David" panose="020E0502060401010101" pitchFamily="34" charset="-79"/>
                          <a:sym typeface="Arial"/>
                        </a:rPr>
                        <a:t> </a:t>
                      </a:r>
                      <a:r>
                        <a:rPr kumimoji="0" lang="en-US"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 </a:t>
                      </a: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ברכות השחר -</a:t>
                      </a:r>
                      <a:r>
                        <a:rPr lang="he-IL" sz="1100" b="0" i="0" u="none" strike="noStrike" cap="none" dirty="0">
                          <a:solidFill>
                            <a:srgbClr val="002060"/>
                          </a:solidFill>
                          <a:latin typeface="David" panose="020E0502060401010101" pitchFamily="34" charset="-79"/>
                          <a:cs typeface="David" panose="020E0502060401010101" pitchFamily="34" charset="-79"/>
                          <a:sym typeface="Arial"/>
                        </a:rPr>
                        <a:t>                         "יהי רצון...שתצילני היום"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ברכה ראשונה - ברוך שאמר, "</a:t>
                      </a: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אשרי"</a:t>
                      </a:r>
                    </a:p>
                    <a:p>
                      <a:pPr algn="r" rtl="1"/>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פרק </a:t>
                      </a:r>
                      <a:r>
                        <a:rPr kumimoji="0" lang="he-IL" sz="1100" b="0" i="0" u="none" strike="noStrike" kern="1200" cap="none" spc="0" normalizeH="0" baseline="0" dirty="0" err="1">
                          <a:ln>
                            <a:noFill/>
                          </a:ln>
                          <a:solidFill>
                            <a:srgbClr val="002060"/>
                          </a:solidFill>
                          <a:effectLst/>
                          <a:uLnTx/>
                          <a:uFillTx/>
                          <a:latin typeface="David" panose="020E0502060401010101" pitchFamily="34" charset="-79"/>
                          <a:ea typeface="Arial"/>
                          <a:cs typeface="David" panose="020E0502060401010101" pitchFamily="34" charset="-79"/>
                          <a:sym typeface="Arial"/>
                        </a:rPr>
                        <a:t>ק'נ</a:t>
                      </a: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 – "הללו אל בקודשו" במנגינה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שירת הים –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Arial"/>
                          <a:cs typeface="David" panose="020E0502060401010101" pitchFamily="34" charset="-79"/>
                          <a:sym typeface="Arial"/>
                        </a:rPr>
                        <a:t>[הערה:  אם רואים שהשירה מכבידה ומגיעים לקריאת שמע עייפים, לצמצם את שירת הים לשני וחמישי וכדומה]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Arial"/>
                        <a:cs typeface="David" panose="020E0502060401010101" pitchFamily="34" charset="-79"/>
                        <a:sym typeface="Arial"/>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ברכה אחרונה - ישתבח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"יוצר אור – ובורא את </a:t>
                      </a:r>
                      <a:r>
                        <a:rPr kumimoji="0" lang="he-IL" sz="1100" b="0" i="0" u="none" strike="noStrike" kern="1200" cap="none" spc="0" normalizeH="0" baseline="0" dirty="0" err="1">
                          <a:ln>
                            <a:noFill/>
                          </a:ln>
                          <a:solidFill>
                            <a:srgbClr val="000000"/>
                          </a:solidFill>
                          <a:effectLst/>
                          <a:uLnTx/>
                          <a:uFillTx/>
                          <a:latin typeface="David" panose="020E0502060401010101" pitchFamily="34" charset="-79"/>
                          <a:ea typeface="Arial"/>
                          <a:cs typeface="David" panose="020E0502060401010101" pitchFamily="34" charset="-79"/>
                          <a:sym typeface="Arial"/>
                        </a:rPr>
                        <a:t>הכל</a:t>
                      </a:r>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 ומדלגים : </a:t>
                      </a:r>
                    </a:p>
                    <a:p>
                      <a:pPr algn="r" rtl="1"/>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"וכולם מקבלים עליהם עול מלכות  עד ברוך כבוד ה' ממקומו "(חזן וקהל, או כל הכיתה)</a:t>
                      </a:r>
                    </a:p>
                    <a:p>
                      <a:pPr algn="r" rtl="1"/>
                      <a:r>
                        <a:rPr kumimoji="0" lang="he-IL" sz="1100" b="0" i="0" u="none" strike="noStrike" kern="1200" cap="none" spc="0" normalizeH="0" baseline="0" dirty="0">
                          <a:ln>
                            <a:noFill/>
                          </a:ln>
                          <a:solidFill>
                            <a:srgbClr val="000000"/>
                          </a:solidFill>
                          <a:effectLst/>
                          <a:highlight>
                            <a:srgbClr val="FF00FF"/>
                          </a:highlight>
                          <a:uLnTx/>
                          <a:uFillTx/>
                          <a:latin typeface="David" panose="020E0502060401010101" pitchFamily="34" charset="-79"/>
                          <a:ea typeface="Arial"/>
                          <a:cs typeface="David" panose="020E0502060401010101" pitchFamily="34" charset="-79"/>
                          <a:sym typeface="Arial"/>
                        </a:rPr>
                        <a:t>הסיום: "לאל ברוך נעימות – יוצר המאורות" </a:t>
                      </a:r>
                    </a:p>
                    <a:p>
                      <a:pPr algn="r" rtl="1"/>
                      <a:r>
                        <a:rPr kumimoji="0" lang="he-IL" sz="1100" b="0" i="0" u="none" strike="noStrike" kern="1200" cap="none" spc="0" normalizeH="0" baseline="0" dirty="0">
                          <a:ln>
                            <a:noFill/>
                          </a:ln>
                          <a:solidFill>
                            <a:srgbClr val="000000"/>
                          </a:solidFill>
                          <a:effectLst/>
                          <a:highlight>
                            <a:srgbClr val="FF00FF"/>
                          </a:highlight>
                          <a:uLnTx/>
                          <a:uFillTx/>
                          <a:latin typeface="David" panose="020E0502060401010101" pitchFamily="34" charset="-79"/>
                          <a:ea typeface="Arial"/>
                          <a:cs typeface="David" panose="020E0502060401010101" pitchFamily="34" charset="-79"/>
                          <a:sym typeface="Arial"/>
                        </a:rPr>
                        <a:t>אהבת עולם – כל הברכה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900" b="0" i="0" u="none" strike="noStrike" kern="1200" cap="none" spc="0" normalizeH="0" baseline="0" noProof="0" dirty="0">
                          <a:ln>
                            <a:noFill/>
                          </a:ln>
                          <a:solidFill>
                            <a:srgbClr val="002060"/>
                          </a:solidFill>
                          <a:effectLst/>
                          <a:uLnTx/>
                          <a:uFillTx/>
                          <a:latin typeface="David" panose="020E0502060401010101" pitchFamily="34" charset="-79"/>
                          <a:ea typeface="+mn-ea"/>
                          <a:cs typeface="David" panose="020E0502060401010101" pitchFamily="34" charset="-79"/>
                          <a:sym typeface="Arial"/>
                        </a:rPr>
                        <a:t>"שמע ישראל",  "ואהבת", "והיה אם שמוע", "ויאמר"</a:t>
                      </a:r>
                    </a:p>
                    <a:p>
                      <a:pPr algn="r" rtl="1"/>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ברכת גאל ישראל: </a:t>
                      </a:r>
                    </a:p>
                    <a:p>
                      <a:pPr algn="r" rtl="1"/>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"אמת ויציב – הדבר הזה עלינו לעולם ועד"</a:t>
                      </a:r>
                    </a:p>
                    <a:p>
                      <a:pPr algn="r" rtl="1"/>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ולדלג: "צור ישראל... גאל ישראל"</a:t>
                      </a:r>
                    </a:p>
                    <a:p>
                      <a:pPr algn="r" rtl="1"/>
                      <a:endParaRPr kumimoji="0" lang="he-IL" sz="9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2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כל תפילת </a:t>
                      </a:r>
                      <a:r>
                        <a:rPr kumimoji="0" lang="he-IL" sz="1200" b="0" i="0" u="none" strike="noStrike" kern="1200" cap="none" spc="0" normalizeH="0" baseline="0" noProof="0" dirty="0" err="1">
                          <a:ln>
                            <a:noFill/>
                          </a:ln>
                          <a:solidFill>
                            <a:srgbClr val="000000"/>
                          </a:solidFill>
                          <a:effectLst/>
                          <a:uLnTx/>
                          <a:uFillTx/>
                          <a:latin typeface="David" panose="020E0502060401010101" pitchFamily="34" charset="-79"/>
                          <a:ea typeface="+mn-ea"/>
                          <a:cs typeface="David" panose="020E0502060401010101" pitchFamily="34" charset="-79"/>
                        </a:rPr>
                        <a:t>תפילת</a:t>
                      </a:r>
                      <a:r>
                        <a:rPr kumimoji="0" lang="he-IL" sz="12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עמידה בלחש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2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בעשי"ת: כל ההוספות </a:t>
                      </a:r>
                      <a:r>
                        <a:rPr kumimoji="0" lang="he-IL" sz="12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rPr>
                        <a:t> "המלך הקדוש", ו"המלך המשפט"</a:t>
                      </a:r>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rPr>
                        <a:t>שיר של יום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rPr>
                        <a:t>"היום יום.. שאומרים במקדש" והפסוק הראשון וכל כמה שבועות להוסיף עוד פסוק משיר של יום.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rPr>
                        <a:t>  עלינו לשבח</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rPr>
                        <a:t>  קטע ראשון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478821425"/>
                  </a:ext>
                </a:extLst>
              </a:tr>
              <a:tr h="0">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Arial"/>
                          <a:cs typeface="David" panose="020E0502060401010101" pitchFamily="34" charset="-79"/>
                          <a:sym typeface="Arial"/>
                        </a:rPr>
                        <a:t>במחצית שניה: </a:t>
                      </a:r>
                      <a:endParaRPr lang="he-IL" sz="1100" b="0" i="0" u="none" strike="noStrike" cap="none" dirty="0">
                        <a:solidFill>
                          <a:srgbClr val="002060"/>
                        </a:solidFill>
                        <a:latin typeface="David" panose="020E0502060401010101" pitchFamily="34" charset="-79"/>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2060"/>
                          </a:solidFill>
                          <a:effectLst/>
                          <a:uLnTx/>
                          <a:uFillTx/>
                          <a:latin typeface="David" panose="020E0502060401010101" pitchFamily="34" charset="-79"/>
                          <a:ea typeface="Arial"/>
                          <a:cs typeface="David" panose="020E0502060401010101" pitchFamily="34" charset="-79"/>
                          <a:sym typeface="Arial"/>
                        </a:rPr>
                        <a:t>הללו את ה' מן השמים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endParaRPr kumimoji="0" lang="he-IL" sz="9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rPr>
                        <a:t>שיר של יום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4253298809"/>
                  </a:ext>
                </a:extLst>
              </a:tr>
              <a:tr h="1538459">
                <a:tc>
                  <a:txBody>
                    <a:bodyPr/>
                    <a:lstStyle/>
                    <a:p>
                      <a:pPr algn="r" rtl="1"/>
                      <a:endParaRPr lang="he-IL" sz="1100" dirty="0">
                        <a:solidFill>
                          <a:srgbClr val="002060"/>
                        </a:solidFill>
                        <a:latin typeface="David" panose="020E0502060401010101" pitchFamily="34" charset="-79"/>
                        <a:cs typeface="David" panose="020E0502060401010101" pitchFamily="34" charset="-79"/>
                      </a:endParaRPr>
                    </a:p>
                    <a:p>
                      <a:pPr algn="ctr" rtl="1"/>
                      <a:r>
                        <a:rPr lang="he-IL" sz="1100" b="1" dirty="0">
                          <a:solidFill>
                            <a:srgbClr val="002060"/>
                          </a:solidFill>
                          <a:latin typeface="David" panose="020E0502060401010101" pitchFamily="34" charset="-79"/>
                          <a:cs typeface="David" panose="020E0502060401010101" pitchFamily="34" charset="-79"/>
                        </a:rPr>
                        <a:t>הוספות בראש חודש ובספירת העומר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algn="r" rtl="1"/>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gridSpan="2">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highlight>
                            <a:srgbClr val="FF00FF"/>
                          </a:highlight>
                          <a:latin typeface="David" panose="020E0502060401010101" pitchFamily="34" charset="-79"/>
                          <a:cs typeface="David" panose="020E0502060401010101" pitchFamily="34" charset="-79"/>
                        </a:rPr>
                        <a:t>בראשי חודשים – להוסיף יעלה ויבוא</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highlight>
                            <a:srgbClr val="FF00FF"/>
                          </a:highlight>
                          <a:latin typeface="David" panose="020E0502060401010101" pitchFamily="34" charset="-79"/>
                          <a:cs typeface="David" panose="020E0502060401010101" pitchFamily="34" charset="-79"/>
                        </a:rPr>
                        <a:t>אחרי תפילת עמידה: הלל – כל ההלל</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lang="he-IL" sz="1100" dirty="0">
                        <a:solidFill>
                          <a:srgbClr val="002060"/>
                        </a:solidFill>
                        <a:latin typeface="David" panose="020E0502060401010101" pitchFamily="34" charset="-79"/>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highlight>
                            <a:srgbClr val="FF00FF"/>
                          </a:highlight>
                          <a:latin typeface="David" panose="020E0502060401010101" pitchFamily="34" charset="-79"/>
                          <a:cs typeface="David" panose="020E0502060401010101" pitchFamily="34" charset="-79"/>
                        </a:rPr>
                        <a:t>מוסף של ראש חודש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hMerge="1">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Gisha" panose="020B0502040204020203" pitchFamily="34" charset="-79"/>
                          <a:cs typeface="Gisha" panose="020B0502040204020203" pitchFamily="34" charset="-79"/>
                        </a:rPr>
                        <a:t>בראש חודש- חדש עלינו את החודש הזה לטובה ולברכה.</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b="1" dirty="0">
                          <a:solidFill>
                            <a:srgbClr val="002060"/>
                          </a:solidFill>
                          <a:latin typeface="Gisha" panose="020B0502040204020203" pitchFamily="34" charset="-79"/>
                          <a:cs typeface="Gisha" panose="020B0502040204020203" pitchFamily="34" charset="-79"/>
                        </a:rPr>
                        <a:t>הלל</a:t>
                      </a:r>
                      <a:r>
                        <a:rPr lang="he-IL" sz="1100" dirty="0">
                          <a:solidFill>
                            <a:srgbClr val="002060"/>
                          </a:solidFill>
                          <a:latin typeface="Gisha" panose="020B0502040204020203" pitchFamily="34" charset="-79"/>
                          <a:cs typeface="Gisha" panose="020B0502040204020203" pitchFamily="34" charset="-79"/>
                        </a:rPr>
                        <a:t> – ברכה ראשונה </a:t>
                      </a:r>
                      <a:r>
                        <a:rPr lang="he-IL" sz="1100" dirty="0" err="1">
                          <a:solidFill>
                            <a:srgbClr val="002060"/>
                          </a:solidFill>
                          <a:latin typeface="Gisha" panose="020B0502040204020203" pitchFamily="34" charset="-79"/>
                          <a:cs typeface="Gisha" panose="020B0502040204020203" pitchFamily="34" charset="-79"/>
                        </a:rPr>
                        <a:t>אקב"ו</a:t>
                      </a:r>
                      <a:r>
                        <a:rPr lang="he-IL" sz="1100" dirty="0">
                          <a:solidFill>
                            <a:srgbClr val="002060"/>
                          </a:solidFill>
                          <a:latin typeface="Gisha" panose="020B0502040204020203" pitchFamily="34" charset="-79"/>
                          <a:cs typeface="Gisha" panose="020B0502040204020203" pitchFamily="34" charset="-79"/>
                        </a:rPr>
                        <a:t> לקרוא את ההלל (לנוהגים), הללו את ה' כל גויים הודו לה' כי טוב –  כי לעולם חסדו עד  יאמרו נא יראי ה' כי לעולם חסדו</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lang="he-IL" sz="1100" dirty="0">
                        <a:solidFill>
                          <a:srgbClr val="002060"/>
                        </a:solidFill>
                        <a:latin typeface="Gisha" panose="020B0502040204020203" pitchFamily="34" charset="-79"/>
                        <a:cs typeface="Gisha" panose="020B0502040204020203" pitchFamily="34" charset="-79"/>
                      </a:endParaRPr>
                    </a:p>
                    <a:p>
                      <a:pPr algn="r" rtl="1"/>
                      <a:endParaRPr lang="he-IL" sz="1100" dirty="0">
                        <a:solidFill>
                          <a:srgbClr val="002060"/>
                        </a:solidFill>
                        <a:latin typeface="Gisha" panose="020B0502040204020203" pitchFamily="34" charset="-79"/>
                        <a:cs typeface="Gisha" panose="020B0502040204020203"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gn="r" rtl="1"/>
                      <a:r>
                        <a:rPr lang="he-IL" sz="900" dirty="0">
                          <a:solidFill>
                            <a:srgbClr val="002060"/>
                          </a:solidFill>
                          <a:latin typeface="David" panose="020E0502060401010101" pitchFamily="34" charset="-79"/>
                          <a:cs typeface="David" panose="020E0502060401010101" pitchFamily="34" charset="-79"/>
                        </a:rPr>
                        <a:t>בימי ספירת העומר- </a:t>
                      </a:r>
                    </a:p>
                    <a:p>
                      <a:pPr algn="r" rtl="1"/>
                      <a:r>
                        <a:rPr lang="he-IL" sz="900" dirty="0">
                          <a:solidFill>
                            <a:srgbClr val="002060"/>
                          </a:solidFill>
                          <a:latin typeface="David" panose="020E0502060401010101" pitchFamily="34" charset="-79"/>
                          <a:cs typeface="David" panose="020E0502060401010101" pitchFamily="34" charset="-79"/>
                        </a:rPr>
                        <a:t>שרים "הנני מוכן ומזומן". </a:t>
                      </a:r>
                    </a:p>
                    <a:p>
                      <a:pPr algn="r" rtl="1"/>
                      <a:r>
                        <a:rPr lang="he-IL" sz="900" dirty="0">
                          <a:solidFill>
                            <a:srgbClr val="002060"/>
                          </a:solidFill>
                          <a:highlight>
                            <a:srgbClr val="FF00FF"/>
                          </a:highlight>
                          <a:latin typeface="David" panose="020E0502060401010101" pitchFamily="34" charset="-79"/>
                          <a:cs typeface="David" panose="020E0502060401010101" pitchFamily="34" charset="-79"/>
                        </a:rPr>
                        <a:t>ברכה ללא שם ומלכות, ואומרים: היום כך וכך, שהם..."</a:t>
                      </a:r>
                    </a:p>
                    <a:p>
                      <a:pPr algn="r" rtl="1"/>
                      <a:r>
                        <a:rPr lang="he-IL" sz="900" dirty="0">
                          <a:latin typeface="David" panose="020E0502060401010101" pitchFamily="34" charset="-79"/>
                          <a:cs typeface="David" panose="020E0502060401010101" pitchFamily="34" charset="-79"/>
                        </a:rPr>
                        <a:t>בחודש אלול – להוסיף "לדוד ה' אורי </a:t>
                      </a:r>
                      <a:r>
                        <a:rPr lang="he-IL" sz="900" dirty="0" err="1">
                          <a:latin typeface="David" panose="020E0502060401010101" pitchFamily="34" charset="-79"/>
                          <a:cs typeface="David" panose="020E0502060401010101" pitchFamily="34" charset="-79"/>
                        </a:rPr>
                        <a:t>וישעי</a:t>
                      </a:r>
                      <a:r>
                        <a:rPr lang="he-IL" sz="900" dirty="0">
                          <a:latin typeface="David" panose="020E0502060401010101" pitchFamily="34" charset="-79"/>
                          <a:cs typeface="David" panose="020E0502060401010101" pitchFamily="34" charset="-79"/>
                        </a:rPr>
                        <a:t> "[לפחות חלק מהפסוקים]</a:t>
                      </a:r>
                    </a:p>
                    <a:p>
                      <a:pPr algn="r" rtl="1"/>
                      <a:r>
                        <a:rPr lang="he-IL" sz="900" dirty="0">
                          <a:latin typeface="David" panose="020E0502060401010101" pitchFamily="34" charset="-79"/>
                          <a:cs typeface="David" panose="020E0502060401010101" pitchFamily="34" charset="-79"/>
                        </a:rPr>
                        <a:t>חודש אלול-  שני פיוטים מסליחות "אדון הסליחות" "בן אדם", "שמע קולנו", "דרוש נא דורשך"</a:t>
                      </a:r>
                    </a:p>
                    <a:p>
                      <a:pPr algn="r" rtl="1"/>
                      <a:r>
                        <a:rPr lang="he-IL" sz="900" dirty="0">
                          <a:latin typeface="David" panose="020E0502060401010101" pitchFamily="34" charset="-79"/>
                          <a:cs typeface="David" panose="020E0502060401010101" pitchFamily="34" charset="-79"/>
                        </a:rPr>
                        <a:t>בעשי"ת-"אבינו מלכנו חננו ועננו"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extLst>
                  <a:ext uri="{0D108BD9-81ED-4DB2-BD59-A6C34878D82A}">
                    <a16:rowId xmlns:a16="http://schemas.microsoft.com/office/drawing/2014/main" val="865089777"/>
                  </a:ext>
                </a:extLst>
              </a:tr>
            </a:tbl>
          </a:graphicData>
        </a:graphic>
      </p:graphicFrame>
      <p:sp>
        <p:nvSpPr>
          <p:cNvPr id="8" name="TextBox 7"/>
          <p:cNvSpPr txBox="1"/>
          <p:nvPr/>
        </p:nvSpPr>
        <p:spPr>
          <a:xfrm>
            <a:off x="809907" y="4871947"/>
            <a:ext cx="7524186" cy="276999"/>
          </a:xfrm>
          <a:prstGeom prst="rect">
            <a:avLst/>
          </a:prstGeom>
          <a:noFill/>
        </p:spPr>
        <p:txBody>
          <a:bodyPr wrap="square" rtlCol="1">
            <a:spAutoFit/>
          </a:bodyPr>
          <a:lstStyle/>
          <a:p>
            <a:pPr algn="r" rtl="1"/>
            <a:r>
              <a:rPr lang="he-IL" sz="1200" dirty="0">
                <a:latin typeface="David" panose="020E0502060401010101" pitchFamily="34" charset="-79"/>
                <a:cs typeface="David" panose="020E0502060401010101" pitchFamily="34" charset="-79"/>
              </a:rPr>
              <a:t>** לגבי אמירת מודה אני – יש לחנך את הילדים לומר מיד בעת קימתם מהשינה. אם לא אמרו בבית, יאמרו בכיתה. </a:t>
            </a:r>
          </a:p>
        </p:txBody>
      </p:sp>
    </p:spTree>
    <p:extLst>
      <p:ext uri="{BB962C8B-B14F-4D97-AF65-F5344CB8AC3E}">
        <p14:creationId xmlns:p14="http://schemas.microsoft.com/office/powerpoint/2010/main" val="1205656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86"/>
        <p:cNvGrpSpPr/>
        <p:nvPr/>
      </p:nvGrpSpPr>
      <p:grpSpPr>
        <a:xfrm>
          <a:off x="0" y="0"/>
          <a:ext cx="0" cy="0"/>
          <a:chOff x="0" y="0"/>
          <a:chExt cx="0" cy="0"/>
        </a:xfrm>
      </p:grpSpPr>
      <p:sp>
        <p:nvSpPr>
          <p:cNvPr id="2987" name="Google Shape;2987;p41"/>
          <p:cNvSpPr/>
          <p:nvPr/>
        </p:nvSpPr>
        <p:spPr>
          <a:xfrm>
            <a:off x="705438" y="105358"/>
            <a:ext cx="7790976" cy="389358"/>
          </a:xfrm>
          <a:custGeom>
            <a:avLst/>
            <a:gdLst/>
            <a:ahLst/>
            <a:cxnLst/>
            <a:rect l="l" t="t" r="r" b="b"/>
            <a:pathLst>
              <a:path w="16088" h="2490" extrusionOk="0">
                <a:moveTo>
                  <a:pt x="15993" y="1780"/>
                </a:moveTo>
                <a:lnTo>
                  <a:pt x="16071" y="1560"/>
                </a:lnTo>
                <a:lnTo>
                  <a:pt x="16056" y="1355"/>
                </a:lnTo>
                <a:lnTo>
                  <a:pt x="15899" y="1150"/>
                </a:lnTo>
                <a:lnTo>
                  <a:pt x="16008" y="929"/>
                </a:lnTo>
                <a:lnTo>
                  <a:pt x="16008" y="725"/>
                </a:lnTo>
                <a:lnTo>
                  <a:pt x="15977" y="520"/>
                </a:lnTo>
                <a:lnTo>
                  <a:pt x="15930" y="316"/>
                </a:lnTo>
                <a:lnTo>
                  <a:pt x="15836" y="95"/>
                </a:lnTo>
                <a:lnTo>
                  <a:pt x="15867" y="0"/>
                </a:lnTo>
                <a:lnTo>
                  <a:pt x="1" y="0"/>
                </a:lnTo>
                <a:lnTo>
                  <a:pt x="1" y="2410"/>
                </a:lnTo>
                <a:lnTo>
                  <a:pt x="206" y="2442"/>
                </a:lnTo>
                <a:lnTo>
                  <a:pt x="599" y="2458"/>
                </a:lnTo>
                <a:lnTo>
                  <a:pt x="978" y="2427"/>
                </a:lnTo>
                <a:lnTo>
                  <a:pt x="1372" y="2332"/>
                </a:lnTo>
                <a:lnTo>
                  <a:pt x="1750" y="2410"/>
                </a:lnTo>
                <a:lnTo>
                  <a:pt x="2128" y="2332"/>
                </a:lnTo>
                <a:lnTo>
                  <a:pt x="2522" y="2379"/>
                </a:lnTo>
                <a:lnTo>
                  <a:pt x="2900" y="2347"/>
                </a:lnTo>
                <a:lnTo>
                  <a:pt x="3294" y="2364"/>
                </a:lnTo>
                <a:lnTo>
                  <a:pt x="3672" y="2442"/>
                </a:lnTo>
                <a:lnTo>
                  <a:pt x="4051" y="2473"/>
                </a:lnTo>
                <a:lnTo>
                  <a:pt x="4444" y="2410"/>
                </a:lnTo>
                <a:lnTo>
                  <a:pt x="4822" y="2458"/>
                </a:lnTo>
                <a:lnTo>
                  <a:pt x="5200" y="2442"/>
                </a:lnTo>
                <a:lnTo>
                  <a:pt x="5595" y="2473"/>
                </a:lnTo>
                <a:lnTo>
                  <a:pt x="5973" y="2316"/>
                </a:lnTo>
                <a:lnTo>
                  <a:pt x="6351" y="2395"/>
                </a:lnTo>
                <a:lnTo>
                  <a:pt x="6744" y="2379"/>
                </a:lnTo>
                <a:lnTo>
                  <a:pt x="7122" y="2347"/>
                </a:lnTo>
                <a:lnTo>
                  <a:pt x="7517" y="2364"/>
                </a:lnTo>
                <a:lnTo>
                  <a:pt x="7895" y="2427"/>
                </a:lnTo>
                <a:lnTo>
                  <a:pt x="8273" y="2347"/>
                </a:lnTo>
                <a:lnTo>
                  <a:pt x="8666" y="2332"/>
                </a:lnTo>
                <a:lnTo>
                  <a:pt x="9044" y="2458"/>
                </a:lnTo>
                <a:lnTo>
                  <a:pt x="9423" y="2379"/>
                </a:lnTo>
                <a:lnTo>
                  <a:pt x="9817" y="2490"/>
                </a:lnTo>
                <a:lnTo>
                  <a:pt x="10195" y="2410"/>
                </a:lnTo>
                <a:lnTo>
                  <a:pt x="10573" y="2442"/>
                </a:lnTo>
                <a:lnTo>
                  <a:pt x="10967" y="2364"/>
                </a:lnTo>
                <a:lnTo>
                  <a:pt x="11345" y="2473"/>
                </a:lnTo>
                <a:lnTo>
                  <a:pt x="11739" y="2332"/>
                </a:lnTo>
                <a:lnTo>
                  <a:pt x="12117" y="2410"/>
                </a:lnTo>
                <a:lnTo>
                  <a:pt x="12496" y="2490"/>
                </a:lnTo>
                <a:lnTo>
                  <a:pt x="12889" y="2395"/>
                </a:lnTo>
                <a:lnTo>
                  <a:pt x="13267" y="2458"/>
                </a:lnTo>
                <a:lnTo>
                  <a:pt x="13645" y="2364"/>
                </a:lnTo>
                <a:lnTo>
                  <a:pt x="14040" y="2316"/>
                </a:lnTo>
                <a:lnTo>
                  <a:pt x="14418" y="2364"/>
                </a:lnTo>
                <a:lnTo>
                  <a:pt x="14796" y="2458"/>
                </a:lnTo>
                <a:lnTo>
                  <a:pt x="15189" y="2427"/>
                </a:lnTo>
                <a:lnTo>
                  <a:pt x="15567" y="2332"/>
                </a:lnTo>
                <a:lnTo>
                  <a:pt x="16008" y="2442"/>
                </a:lnTo>
                <a:lnTo>
                  <a:pt x="15836" y="2190"/>
                </a:lnTo>
                <a:lnTo>
                  <a:pt x="16088" y="1986"/>
                </a:lnTo>
                <a:close/>
              </a:path>
            </a:pathLst>
          </a:custGeom>
          <a:solidFill>
            <a:srgbClr val="FFFFFF"/>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988" name="Google Shape;2988;p41"/>
          <p:cNvSpPr txBox="1">
            <a:spLocks noGrp="1"/>
          </p:cNvSpPr>
          <p:nvPr>
            <p:ph type="title"/>
          </p:nvPr>
        </p:nvSpPr>
        <p:spPr>
          <a:xfrm>
            <a:off x="734562" y="105358"/>
            <a:ext cx="7704000" cy="227433"/>
          </a:xfrm>
          <a:prstGeom prst="rect">
            <a:avLst/>
          </a:prstGeom>
        </p:spPr>
        <p:txBody>
          <a:bodyPr spcFirstLastPara="1" wrap="square" lIns="91425" tIns="0" rIns="91425" bIns="0" anchor="t" anchorCtr="0">
            <a:noAutofit/>
          </a:bodyPr>
          <a:lstStyle/>
          <a:p>
            <a:pPr marL="0" lvl="0" indent="0" algn="ctr" rtl="0">
              <a:spcBef>
                <a:spcPts val="0"/>
              </a:spcBef>
              <a:spcAft>
                <a:spcPts val="0"/>
              </a:spcAft>
              <a:buNone/>
            </a:pPr>
            <a:r>
              <a:rPr lang="he-IL" sz="2400" b="1" dirty="0">
                <a:solidFill>
                  <a:srgbClr val="FF0000"/>
                </a:solidFill>
                <a:latin typeface="David" panose="020E0502060401010101" pitchFamily="34" charset="-79"/>
                <a:cs typeface="David" panose="020E0502060401010101" pitchFamily="34" charset="-79"/>
              </a:rPr>
              <a:t>תכנית כיתה ו</a:t>
            </a:r>
            <a:endParaRPr sz="2400" b="1" dirty="0">
              <a:solidFill>
                <a:srgbClr val="FF0000"/>
              </a:solidFill>
              <a:latin typeface="David" panose="020E0502060401010101" pitchFamily="34" charset="-79"/>
              <a:cs typeface="David" panose="020E0502060401010101" pitchFamily="34" charset="-79"/>
            </a:endParaRPr>
          </a:p>
        </p:txBody>
      </p:sp>
      <p:graphicFrame>
        <p:nvGraphicFramePr>
          <p:cNvPr id="13" name="טבלה 13">
            <a:extLst>
              <a:ext uri="{FF2B5EF4-FFF2-40B4-BE49-F238E27FC236}">
                <a16:creationId xmlns:a16="http://schemas.microsoft.com/office/drawing/2014/main" id="{F915053B-C86F-99D9-75C2-4155D8335E52}"/>
              </a:ext>
            </a:extLst>
          </p:cNvPr>
          <p:cNvGraphicFramePr>
            <a:graphicFrameLocks noGrp="1"/>
          </p:cNvGraphicFramePr>
          <p:nvPr>
            <p:extLst>
              <p:ext uri="{D42A27DB-BD31-4B8C-83A1-F6EECF244321}">
                <p14:modId xmlns:p14="http://schemas.microsoft.com/office/powerpoint/2010/main" val="1730659688"/>
              </p:ext>
            </p:extLst>
          </p:nvPr>
        </p:nvGraphicFramePr>
        <p:xfrm>
          <a:off x="399630" y="632542"/>
          <a:ext cx="8388282" cy="4165600"/>
        </p:xfrm>
        <a:graphic>
          <a:graphicData uri="http://schemas.openxmlformats.org/drawingml/2006/table">
            <a:tbl>
              <a:tblPr rtl="1" firstRow="1" bandRow="1">
                <a:tableStyleId>{F5379084-322C-4DAB-9956-D44A4CA77A22}</a:tableStyleId>
              </a:tblPr>
              <a:tblGrid>
                <a:gridCol w="1391119">
                  <a:extLst>
                    <a:ext uri="{9D8B030D-6E8A-4147-A177-3AD203B41FA5}">
                      <a16:colId xmlns:a16="http://schemas.microsoft.com/office/drawing/2014/main" val="56309615"/>
                    </a:ext>
                  </a:extLst>
                </a:gridCol>
                <a:gridCol w="1747757">
                  <a:extLst>
                    <a:ext uri="{9D8B030D-6E8A-4147-A177-3AD203B41FA5}">
                      <a16:colId xmlns:a16="http://schemas.microsoft.com/office/drawing/2014/main" val="2763375746"/>
                    </a:ext>
                  </a:extLst>
                </a:gridCol>
                <a:gridCol w="1675090">
                  <a:extLst>
                    <a:ext uri="{9D8B030D-6E8A-4147-A177-3AD203B41FA5}">
                      <a16:colId xmlns:a16="http://schemas.microsoft.com/office/drawing/2014/main" val="38790622"/>
                    </a:ext>
                  </a:extLst>
                </a:gridCol>
                <a:gridCol w="1460903">
                  <a:extLst>
                    <a:ext uri="{9D8B030D-6E8A-4147-A177-3AD203B41FA5}">
                      <a16:colId xmlns:a16="http://schemas.microsoft.com/office/drawing/2014/main" val="2529346024"/>
                    </a:ext>
                  </a:extLst>
                </a:gridCol>
                <a:gridCol w="2113413">
                  <a:extLst>
                    <a:ext uri="{9D8B030D-6E8A-4147-A177-3AD203B41FA5}">
                      <a16:colId xmlns:a16="http://schemas.microsoft.com/office/drawing/2014/main" val="4251561164"/>
                    </a:ext>
                  </a:extLst>
                </a:gridCol>
              </a:tblGrid>
              <a:tr h="370840">
                <a:tc>
                  <a:txBody>
                    <a:bodyPr/>
                    <a:lstStyle/>
                    <a:p>
                      <a:pPr algn="ctr" rtl="1"/>
                      <a:r>
                        <a:rPr lang="he-IL" sz="1100" b="1" dirty="0">
                          <a:solidFill>
                            <a:schemeClr val="bg1"/>
                          </a:solidFill>
                          <a:latin typeface="David" panose="020E0502060401010101" pitchFamily="34" charset="-79"/>
                          <a:ea typeface="Gadugi" panose="020B0502040204020203" pitchFamily="34" charset="0"/>
                          <a:cs typeface="David" panose="020E0502060401010101" pitchFamily="34" charset="-79"/>
                        </a:rPr>
                        <a:t>ברכות השחר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75000"/>
                      </a:schemeClr>
                    </a:solidFill>
                  </a:tcPr>
                </a:tc>
                <a:tc>
                  <a:txBody>
                    <a:bodyPr/>
                    <a:lstStyle/>
                    <a:p>
                      <a:pPr algn="ctr" rtl="1"/>
                      <a:r>
                        <a:rPr lang="he-IL" sz="1100" b="1" dirty="0">
                          <a:solidFill>
                            <a:schemeClr val="bg1"/>
                          </a:solidFill>
                          <a:latin typeface="David" panose="020E0502060401010101" pitchFamily="34" charset="-79"/>
                          <a:ea typeface="Gadugi" panose="020B0502040204020203" pitchFamily="34" charset="0"/>
                          <a:cs typeface="David" panose="020E0502060401010101" pitchFamily="34" charset="-79"/>
                        </a:rPr>
                        <a:t>פסוקי </a:t>
                      </a:r>
                      <a:r>
                        <a:rPr lang="he-IL" sz="1100" b="1" dirty="0" err="1">
                          <a:solidFill>
                            <a:schemeClr val="bg1"/>
                          </a:solidFill>
                          <a:latin typeface="David" panose="020E0502060401010101" pitchFamily="34" charset="-79"/>
                          <a:ea typeface="Gadugi" panose="020B0502040204020203" pitchFamily="34" charset="0"/>
                          <a:cs typeface="David" panose="020E0502060401010101" pitchFamily="34" charset="-79"/>
                        </a:rPr>
                        <a:t>דזמרא</a:t>
                      </a:r>
                      <a:endParaRPr lang="he-IL" sz="1100" b="1" dirty="0">
                        <a:solidFill>
                          <a:schemeClr val="bg1"/>
                        </a:solidFill>
                        <a:latin typeface="David" panose="020E0502060401010101" pitchFamily="34" charset="-79"/>
                        <a:ea typeface="Gadugi" panose="020B0502040204020203" pitchFamily="34" charset="0"/>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sz="1100" b="1" dirty="0">
                          <a:solidFill>
                            <a:schemeClr val="bg1"/>
                          </a:solidFill>
                          <a:latin typeface="David" panose="020E0502060401010101" pitchFamily="34" charset="-79"/>
                          <a:ea typeface="Gadugi" panose="020B0502040204020203" pitchFamily="34" charset="0"/>
                          <a:cs typeface="David" panose="020E0502060401010101" pitchFamily="34" charset="-79"/>
                        </a:rPr>
                        <a:t>קריאת שמע וברכותיה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75000"/>
                      </a:schemeClr>
                    </a:solidFill>
                  </a:tcPr>
                </a:tc>
                <a:tc>
                  <a:txBody>
                    <a:bodyPr/>
                    <a:lstStyle/>
                    <a:p>
                      <a:pPr algn="ctr" rtl="1"/>
                      <a:r>
                        <a:rPr lang="he-IL" sz="1100" b="1" dirty="0">
                          <a:solidFill>
                            <a:schemeClr val="bg1"/>
                          </a:solidFill>
                          <a:latin typeface="David" panose="020E0502060401010101" pitchFamily="34" charset="-79"/>
                          <a:ea typeface="Gadugi" panose="020B0502040204020203" pitchFamily="34" charset="0"/>
                          <a:cs typeface="David" panose="020E0502060401010101" pitchFamily="34" charset="-79"/>
                        </a:rPr>
                        <a:t>תפילת עמידה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lumMod val="75000"/>
                      </a:schemeClr>
                    </a:solidFill>
                  </a:tcPr>
                </a:tc>
                <a:tc>
                  <a:txBody>
                    <a:bodyPr/>
                    <a:lstStyle/>
                    <a:p>
                      <a:pPr algn="ctr" rtl="1"/>
                      <a:r>
                        <a:rPr lang="he-IL" sz="1100" b="1" dirty="0">
                          <a:solidFill>
                            <a:schemeClr val="bg1"/>
                          </a:solidFill>
                          <a:latin typeface="David" panose="020E0502060401010101" pitchFamily="34" charset="-79"/>
                          <a:ea typeface="Gadugi" panose="020B0502040204020203" pitchFamily="34" charset="0"/>
                          <a:cs typeface="David" panose="020E0502060401010101" pitchFamily="34" charset="-79"/>
                        </a:rPr>
                        <a:t>סיום התפילה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75000"/>
                      </a:schemeClr>
                    </a:solidFill>
                  </a:tcPr>
                </a:tc>
                <a:extLst>
                  <a:ext uri="{0D108BD9-81ED-4DB2-BD59-A6C34878D82A}">
                    <a16:rowId xmlns:a16="http://schemas.microsoft.com/office/drawing/2014/main" val="744381721"/>
                  </a:ext>
                </a:extLst>
              </a:tr>
              <a:tr h="0">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*מודה אני (עדיף בבית), א-להי נשמה, אשר יצר, מצוות ציצית לבנים, אדון עולם (מומלץ בסוף התפילה – אם יש עוד </a:t>
                      </a:r>
                      <a:r>
                        <a:rPr kumimoji="0" lang="he-IL" sz="1100" b="0" i="0" u="none" strike="noStrike" kern="1200" cap="none" spc="0" normalizeH="0" baseline="0" dirty="0" err="1">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כח</a:t>
                      </a: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 לתלמידים) ברכות התורה, ברכת </a:t>
                      </a:r>
                      <a:r>
                        <a:rPr kumimoji="0" lang="he-IL" sz="1100" b="0" i="0" u="none" strike="noStrike" kern="1200" cap="none" spc="0" normalizeH="0" baseline="0" dirty="0" err="1">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הכהנים</a:t>
                      </a:r>
                      <a:r>
                        <a:rPr kumimoji="0" lang="en-US"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 </a:t>
                      </a:r>
                      <a:r>
                        <a:rPr kumimoji="0" lang="he-IL" sz="1100" b="0" i="0" u="none" strike="noStrike" kern="1200" cap="none" spc="0" normalizeH="0" baseline="0" dirty="0">
                          <a:ln>
                            <a:noFill/>
                          </a:ln>
                          <a:solidFill>
                            <a:srgbClr val="002060"/>
                          </a:solidFill>
                          <a:effectLst/>
                          <a:uLnTx/>
                          <a:uFillTx/>
                          <a:latin typeface="David" panose="020E0502060401010101" pitchFamily="34" charset="-79"/>
                          <a:ea typeface="Gadugi" panose="020B0502040204020203" pitchFamily="34" charset="0"/>
                          <a:cs typeface="David" panose="020E0502060401010101" pitchFamily="34" charset="-79"/>
                          <a:sym typeface="Arial"/>
                        </a:rPr>
                        <a:t>ברכות השחר -</a:t>
                      </a:r>
                      <a:r>
                        <a:rPr lang="he-IL" sz="1100" b="0" i="0" u="none" strike="noStrike" cap="none" dirty="0">
                          <a:solidFill>
                            <a:srgbClr val="002060"/>
                          </a:solidFill>
                          <a:latin typeface="David" panose="020E0502060401010101" pitchFamily="34" charset="-79"/>
                          <a:cs typeface="David" panose="020E0502060401010101" pitchFamily="34" charset="-79"/>
                          <a:sym typeface="Arial"/>
                        </a:rPr>
                        <a:t>                              יהי רצון...שתצילני היום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r>
                        <a:rPr lang="he-IL" sz="1100" dirty="0">
                          <a:solidFill>
                            <a:srgbClr val="002060"/>
                          </a:solidFill>
                          <a:latin typeface="David" panose="020E0502060401010101" pitchFamily="34" charset="-79"/>
                          <a:cs typeface="David" panose="020E0502060401010101" pitchFamily="34" charset="-79"/>
                        </a:rPr>
                        <a:t>ברכה ראשונה - ברוך שאמר, </a:t>
                      </a:r>
                    </a:p>
                    <a:p>
                      <a:pPr algn="r" rtl="1"/>
                      <a:r>
                        <a:rPr lang="he-IL" sz="1100" dirty="0">
                          <a:solidFill>
                            <a:srgbClr val="002060"/>
                          </a:solidFill>
                          <a:latin typeface="David" panose="020E0502060401010101" pitchFamily="34" charset="-79"/>
                          <a:cs typeface="David" panose="020E0502060401010101" pitchFamily="34" charset="-79"/>
                        </a:rPr>
                        <a:t>ברכה אחרונה – ישתבח</a:t>
                      </a:r>
                    </a:p>
                    <a:p>
                      <a:pPr algn="r" rtl="1"/>
                      <a:r>
                        <a:rPr lang="he-IL" sz="1100" dirty="0">
                          <a:solidFill>
                            <a:srgbClr val="002060"/>
                          </a:solidFill>
                          <a:latin typeface="David" panose="020E0502060401010101" pitchFamily="34" charset="-79"/>
                          <a:cs typeface="David" panose="020E0502060401010101" pitchFamily="34" charset="-79"/>
                        </a:rPr>
                        <a:t>"אשרי"</a:t>
                      </a:r>
                    </a:p>
                    <a:p>
                      <a:pPr algn="r" rtl="1"/>
                      <a:r>
                        <a:rPr lang="he-IL" sz="1100" dirty="0">
                          <a:solidFill>
                            <a:srgbClr val="002060"/>
                          </a:solidFill>
                          <a:latin typeface="David" panose="020E0502060401010101" pitchFamily="34" charset="-79"/>
                          <a:cs typeface="David" panose="020E0502060401010101" pitchFamily="34" charset="-79"/>
                        </a:rPr>
                        <a:t>שירת הים</a:t>
                      </a:r>
                    </a:p>
                    <a:p>
                      <a:pPr algn="r" rtl="1"/>
                      <a:r>
                        <a:rPr lang="he-IL" sz="1100" dirty="0">
                          <a:solidFill>
                            <a:srgbClr val="002060"/>
                          </a:solidFill>
                          <a:latin typeface="David" panose="020E0502060401010101" pitchFamily="34" charset="-79"/>
                          <a:cs typeface="David" panose="020E0502060401010101" pitchFamily="34" charset="-79"/>
                        </a:rPr>
                        <a:t>הערה:  אם רואים שהשירה מכבידה ומגיעים לקריאת שמע עייפים, לצמצם את שירת הים לשני וחמישי וכדומה</a:t>
                      </a:r>
                    </a:p>
                    <a:p>
                      <a:pPr algn="r" rtl="1"/>
                      <a:endParaRPr lang="he-IL" sz="1100" dirty="0">
                        <a:solidFill>
                          <a:srgbClr val="002060"/>
                        </a:solidFill>
                        <a:latin typeface="David" panose="020E0502060401010101" pitchFamily="34" charset="-79"/>
                        <a:cs typeface="David" panose="020E0502060401010101" pitchFamily="34" charset="-79"/>
                      </a:endParaRPr>
                    </a:p>
                    <a:p>
                      <a:pPr algn="r" rtl="1"/>
                      <a:r>
                        <a:rPr lang="he-IL" sz="1100" dirty="0">
                          <a:solidFill>
                            <a:srgbClr val="002060"/>
                          </a:solidFill>
                          <a:latin typeface="David" panose="020E0502060401010101" pitchFamily="34" charset="-79"/>
                          <a:cs typeface="David" panose="020E0502060401010101" pitchFamily="34" charset="-79"/>
                        </a:rPr>
                        <a:t>"הללו א-ל בקדשו"</a:t>
                      </a:r>
                    </a:p>
                    <a:p>
                      <a:pPr algn="r" rtl="1"/>
                      <a:r>
                        <a:rPr lang="he-IL" sz="1100" dirty="0">
                          <a:solidFill>
                            <a:srgbClr val="002060"/>
                          </a:solidFill>
                          <a:latin typeface="David" panose="020E0502060401010101" pitchFamily="34" charset="-79"/>
                          <a:cs typeface="David" panose="020E0502060401010101" pitchFamily="34" charset="-79"/>
                        </a:rPr>
                        <a:t>"הללו את ה' מן השמים"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r>
                        <a:rPr kumimoji="0" lang="he-IL" sz="1100" b="0" i="0" u="none" strike="noStrike" kern="1200" cap="none" spc="0" normalizeH="0" baseline="0" dirty="0">
                          <a:ln>
                            <a:noFill/>
                          </a:ln>
                          <a:solidFill>
                            <a:srgbClr val="000000"/>
                          </a:solidFill>
                          <a:effectLst/>
                          <a:highlight>
                            <a:srgbClr val="C0C0C0"/>
                          </a:highlight>
                          <a:uLnTx/>
                          <a:uFillTx/>
                          <a:latin typeface="David" panose="020E0502060401010101" pitchFamily="34" charset="-79"/>
                          <a:ea typeface="Arial"/>
                          <a:cs typeface="David" panose="020E0502060401010101" pitchFamily="34" charset="-79"/>
                          <a:sym typeface="Arial"/>
                        </a:rPr>
                        <a:t>ברכת יוצר אור</a:t>
                      </a:r>
                    </a:p>
                    <a:p>
                      <a:pPr algn="r" rtl="1"/>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אהבת עולם </a:t>
                      </a:r>
                    </a:p>
                    <a:p>
                      <a:pPr algn="r" rtl="1"/>
                      <a:endPar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endParaRPr>
                    </a:p>
                    <a:p>
                      <a:pPr algn="r" rtl="1"/>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"שמע ישראל"</a:t>
                      </a:r>
                    </a:p>
                    <a:p>
                      <a:pPr algn="r" rtl="1"/>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"ואהבת"</a:t>
                      </a:r>
                    </a:p>
                    <a:p>
                      <a:pPr algn="r" rtl="1"/>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"והיה אם שמוע"</a:t>
                      </a:r>
                    </a:p>
                    <a:p>
                      <a:pPr algn="r" rtl="1"/>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"ויאמר"</a:t>
                      </a:r>
                    </a:p>
                    <a:p>
                      <a:pPr algn="r" rtl="1"/>
                      <a:r>
                        <a:rPr kumimoji="0" lang="he-IL" sz="1100" b="0" i="0" u="none" strike="noStrike" kern="1200" cap="none" spc="0" normalizeH="0" baseline="0" dirty="0">
                          <a:ln>
                            <a:noFill/>
                          </a:ln>
                          <a:solidFill>
                            <a:srgbClr val="000000"/>
                          </a:solidFill>
                          <a:effectLst/>
                          <a:highlight>
                            <a:srgbClr val="C0C0C0"/>
                          </a:highlight>
                          <a:uLnTx/>
                          <a:uFillTx/>
                          <a:latin typeface="David" panose="020E0502060401010101" pitchFamily="34" charset="-79"/>
                          <a:ea typeface="Arial"/>
                          <a:cs typeface="David" panose="020E0502060401010101" pitchFamily="34" charset="-79"/>
                          <a:sym typeface="Arial"/>
                        </a:rPr>
                        <a:t>"עזרת אבותינו"</a:t>
                      </a:r>
                    </a:p>
                    <a:p>
                      <a:pPr algn="r" rtl="1"/>
                      <a:endParaRPr kumimoji="0" lang="he-IL" sz="1100" b="0" i="0" u="none" strike="noStrike" kern="1200" cap="none" spc="0" normalizeH="0" baseline="0" dirty="0">
                        <a:ln>
                          <a:noFill/>
                        </a:ln>
                        <a:solidFill>
                          <a:srgbClr val="000000"/>
                        </a:solidFill>
                        <a:effectLst/>
                        <a:highlight>
                          <a:srgbClr val="C0C0C0"/>
                        </a:highlight>
                        <a:uLnTx/>
                        <a:uFillTx/>
                        <a:latin typeface="David" panose="020E0502060401010101" pitchFamily="34" charset="-79"/>
                        <a:ea typeface="Arial"/>
                        <a:cs typeface="David" panose="020E0502060401010101" pitchFamily="34" charset="-79"/>
                        <a:sym typeface="Arial"/>
                      </a:endParaRPr>
                    </a:p>
                    <a:p>
                      <a:pPr algn="r" rtl="1"/>
                      <a:r>
                        <a:rPr kumimoji="0" lang="he-IL" sz="1100" b="0" i="0" u="none" strike="noStrike" kern="1200" cap="none" spc="0" normalizeH="0" baseline="0" dirty="0">
                          <a:ln>
                            <a:noFill/>
                          </a:ln>
                          <a:solidFill>
                            <a:srgbClr val="000000"/>
                          </a:solidFill>
                          <a:effectLst/>
                          <a:highlight>
                            <a:srgbClr val="C0C0C0"/>
                          </a:highlight>
                          <a:uLnTx/>
                          <a:uFillTx/>
                          <a:latin typeface="David" panose="020E0502060401010101" pitchFamily="34" charset="-79"/>
                          <a:ea typeface="Arial"/>
                          <a:cs typeface="David" panose="020E0502060401010101" pitchFamily="34" charset="-79"/>
                          <a:sym typeface="Arial"/>
                        </a:rPr>
                        <a:t>ברכת גאל ישראל: להוסיף את כל הברכה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כל תפילת </a:t>
                      </a:r>
                      <a:r>
                        <a:rPr kumimoji="0" lang="he-IL" sz="1100" b="0" i="0" u="none" strike="noStrike" kern="1200" cap="none" spc="0" normalizeH="0" baseline="0" noProof="0" dirty="0" err="1">
                          <a:ln>
                            <a:noFill/>
                          </a:ln>
                          <a:solidFill>
                            <a:srgbClr val="000000"/>
                          </a:solidFill>
                          <a:effectLst/>
                          <a:uLnTx/>
                          <a:uFillTx/>
                          <a:latin typeface="David" panose="020E0502060401010101" pitchFamily="34" charset="-79"/>
                          <a:ea typeface="+mn-ea"/>
                          <a:cs typeface="David" panose="020E0502060401010101" pitchFamily="34" charset="-79"/>
                        </a:rPr>
                        <a:t>תפילת</a:t>
                      </a: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עמידה בלחש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(בעשי"ת: כל ההוספות "המלך הקדוש", ו"המלך המשפט")</a:t>
                      </a:r>
                    </a:p>
                    <a:p>
                      <a:pPr algn="r" rtl="1"/>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rPr>
                        <a:t>שיר של יום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rPr>
                        <a:t>"היום יום.. שאומרים במקדש" והפסוק הראשון וכל כמה שבועות להוסיף עוד פסוק משיר של יום.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rPr>
                        <a:t>  עלינו לשבח</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rPr>
                        <a:t>  קטע ראשון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478821425"/>
                  </a:ext>
                </a:extLst>
              </a:tr>
              <a:tr h="0">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b="0" i="0" u="none" strike="noStrike" cap="none" dirty="0">
                          <a:solidFill>
                            <a:srgbClr val="002060"/>
                          </a:solidFill>
                          <a:latin typeface="David" panose="020E0502060401010101" pitchFamily="34" charset="-79"/>
                          <a:cs typeface="David" panose="020E0502060401010101" pitchFamily="34" charset="-79"/>
                          <a:sym typeface="Arial"/>
                        </a:rPr>
                        <a:t>במחצית שניה: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להוסיף את המזמורים בין ברוך שאמר </a:t>
                      </a:r>
                      <a:r>
                        <a:rPr kumimoji="0" lang="he-IL" sz="1100" b="0" i="0" u="none" strike="noStrike" kern="1200" cap="none" spc="0" normalizeH="0" baseline="0" dirty="0" err="1">
                          <a:ln>
                            <a:noFill/>
                          </a:ln>
                          <a:solidFill>
                            <a:srgbClr val="000000"/>
                          </a:solidFill>
                          <a:effectLst/>
                          <a:uLnTx/>
                          <a:uFillTx/>
                          <a:latin typeface="David" panose="020E0502060401010101" pitchFamily="34" charset="-79"/>
                          <a:ea typeface="Arial"/>
                          <a:cs typeface="David" panose="020E0502060401010101" pitchFamily="34" charset="-79"/>
                          <a:sym typeface="Arial"/>
                        </a:rPr>
                        <a:t>לישתבח</a:t>
                      </a:r>
                      <a:r>
                        <a:rPr kumimoji="0" lang="he-IL" sz="1100" b="0" i="0" u="none" strike="noStrike" kern="1200" cap="none" spc="0" normalizeH="0" baseline="0" dirty="0">
                          <a:ln>
                            <a:noFill/>
                          </a:ln>
                          <a:solidFill>
                            <a:srgbClr val="000000"/>
                          </a:solidFill>
                          <a:effectLst/>
                          <a:uLnTx/>
                          <a:uFillTx/>
                          <a:latin typeface="David" panose="020E0502060401010101" pitchFamily="34" charset="-79"/>
                          <a:ea typeface="Arial"/>
                          <a:cs typeface="David" panose="020E0502060401010101" pitchFamily="34" charset="-79"/>
                          <a:sym typeface="Arial"/>
                        </a:rPr>
                        <a:t>- בהדרגה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endParaRPr kumimoji="0" lang="he-IL" sz="1100" b="0" i="0" u="none" strike="noStrike" kern="1200" cap="none" spc="0" normalizeH="0" baseline="0" dirty="0">
                        <a:ln>
                          <a:noFill/>
                        </a:ln>
                        <a:solidFill>
                          <a:srgbClr val="000000"/>
                        </a:solidFill>
                        <a:effectLst/>
                        <a:highlight>
                          <a:srgbClr val="C0C0C0"/>
                        </a:highlight>
                        <a:uLnTx/>
                        <a:uFillTx/>
                        <a:latin typeface="David" panose="020E0502060401010101" pitchFamily="34" charset="-79"/>
                        <a:ea typeface="Arial"/>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algn="r" rtl="1"/>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rPr>
                        <a:t>אשרי הנוסף לפני שיר של יום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solidFill>
                  </a:tcPr>
                </a:tc>
                <a:extLst>
                  <a:ext uri="{0D108BD9-81ED-4DB2-BD59-A6C34878D82A}">
                    <a16:rowId xmlns:a16="http://schemas.microsoft.com/office/drawing/2014/main" val="1943236534"/>
                  </a:ext>
                </a:extLst>
              </a:tr>
              <a:tr h="370840">
                <a:tc>
                  <a:txBody>
                    <a:bodyPr/>
                    <a:lstStyle/>
                    <a:p>
                      <a:pPr algn="r" rtl="1"/>
                      <a:endParaRPr lang="he-IL" sz="1100" dirty="0">
                        <a:solidFill>
                          <a:srgbClr val="002060"/>
                        </a:solidFill>
                        <a:latin typeface="David" panose="020E0502060401010101" pitchFamily="34" charset="-79"/>
                        <a:cs typeface="David" panose="020E0502060401010101" pitchFamily="34" charset="-79"/>
                      </a:endParaRPr>
                    </a:p>
                    <a:p>
                      <a:pPr algn="ctr" rtl="1"/>
                      <a:r>
                        <a:rPr lang="he-IL" sz="1100" b="1" dirty="0">
                          <a:solidFill>
                            <a:srgbClr val="002060"/>
                          </a:solidFill>
                          <a:latin typeface="David" panose="020E0502060401010101" pitchFamily="34" charset="-79"/>
                          <a:cs typeface="David" panose="020E0502060401010101" pitchFamily="34" charset="-79"/>
                        </a:rPr>
                        <a:t>הוספות בראש חודש ובספירת העומר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algn="r" rtl="1"/>
                      <a:endParaRPr lang="he-IL" sz="1100" dirty="0">
                        <a:solidFill>
                          <a:srgbClr val="002060"/>
                        </a:solidFill>
                        <a:latin typeface="David" panose="020E0502060401010101" pitchFamily="34" charset="-79"/>
                        <a:cs typeface="David" panose="020E0502060401010101"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gridSpan="2">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David" panose="020E0502060401010101" pitchFamily="34" charset="-79"/>
                          <a:cs typeface="David" panose="020E0502060401010101" pitchFamily="34" charset="-79"/>
                        </a:rPr>
                        <a:t>בראשי חודשים – להוסיף יעלה ויבוא</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David" panose="020E0502060401010101" pitchFamily="34" charset="-79"/>
                          <a:cs typeface="David" panose="020E0502060401010101" pitchFamily="34" charset="-79"/>
                        </a:rPr>
                        <a:t>אחרי תפילת עמידה: הלל – כל ההלל</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lang="he-IL" sz="1100" dirty="0">
                        <a:solidFill>
                          <a:srgbClr val="002060"/>
                        </a:solidFill>
                        <a:latin typeface="David" panose="020E0502060401010101" pitchFamily="34" charset="-79"/>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David" panose="020E0502060401010101" pitchFamily="34" charset="-79"/>
                          <a:cs typeface="David" panose="020E0502060401010101" pitchFamily="34" charset="-79"/>
                        </a:rPr>
                        <a:t>מוסף של ראש חודש</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David" panose="020E0502060401010101" pitchFamily="34" charset="-79"/>
                          <a:cs typeface="David" panose="020E0502060401010101" pitchFamily="34" charset="-79"/>
                        </a:rPr>
                        <a:t>ספירת העומר- הנני מוכן ומזומן, ברכה ללא שם ומלכות, ואומרים: היום כך וכך, שהם..."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hMerge="1">
                  <a:txBody>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dirty="0">
                          <a:solidFill>
                            <a:srgbClr val="002060"/>
                          </a:solidFill>
                          <a:latin typeface="Gisha" panose="020B0502040204020203" pitchFamily="34" charset="-79"/>
                          <a:cs typeface="Gisha" panose="020B0502040204020203" pitchFamily="34" charset="-79"/>
                        </a:rPr>
                        <a:t>בראש חודש- חדש עלינו את החודש הזה לטובה ולברכה.</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he-IL" sz="1100" b="1" dirty="0">
                          <a:solidFill>
                            <a:srgbClr val="002060"/>
                          </a:solidFill>
                          <a:latin typeface="Gisha" panose="020B0502040204020203" pitchFamily="34" charset="-79"/>
                          <a:cs typeface="Gisha" panose="020B0502040204020203" pitchFamily="34" charset="-79"/>
                        </a:rPr>
                        <a:t>הלל</a:t>
                      </a:r>
                      <a:r>
                        <a:rPr lang="he-IL" sz="1100" dirty="0">
                          <a:solidFill>
                            <a:srgbClr val="002060"/>
                          </a:solidFill>
                          <a:latin typeface="Gisha" panose="020B0502040204020203" pitchFamily="34" charset="-79"/>
                          <a:cs typeface="Gisha" panose="020B0502040204020203" pitchFamily="34" charset="-79"/>
                        </a:rPr>
                        <a:t> – ברכה ראשונה </a:t>
                      </a:r>
                      <a:r>
                        <a:rPr lang="he-IL" sz="1100" dirty="0" err="1">
                          <a:solidFill>
                            <a:srgbClr val="002060"/>
                          </a:solidFill>
                          <a:latin typeface="Gisha" panose="020B0502040204020203" pitchFamily="34" charset="-79"/>
                          <a:cs typeface="Gisha" panose="020B0502040204020203" pitchFamily="34" charset="-79"/>
                        </a:rPr>
                        <a:t>אקב"ו</a:t>
                      </a:r>
                      <a:r>
                        <a:rPr lang="he-IL" sz="1100" dirty="0">
                          <a:solidFill>
                            <a:srgbClr val="002060"/>
                          </a:solidFill>
                          <a:latin typeface="Gisha" panose="020B0502040204020203" pitchFamily="34" charset="-79"/>
                          <a:cs typeface="Gisha" panose="020B0502040204020203" pitchFamily="34" charset="-79"/>
                        </a:rPr>
                        <a:t> לקרוא את ההלל (לנוהגים), הללו את ה' כל גויים הודו לה' כי טוב –  כי לעולם חסדו עד  יאמרו נא יראי ה' כי לעולם חסדו</a:t>
                      </a:r>
                    </a:p>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lang="he-IL" sz="1100" dirty="0">
                        <a:solidFill>
                          <a:srgbClr val="002060"/>
                        </a:solidFill>
                        <a:latin typeface="Gisha" panose="020B0502040204020203" pitchFamily="34" charset="-79"/>
                        <a:cs typeface="Gisha" panose="020B0502040204020203" pitchFamily="34" charset="-79"/>
                      </a:endParaRPr>
                    </a:p>
                    <a:p>
                      <a:pPr algn="r" rtl="1"/>
                      <a:endParaRPr lang="he-IL" sz="1100" dirty="0">
                        <a:solidFill>
                          <a:srgbClr val="002060"/>
                        </a:solidFill>
                        <a:latin typeface="Gisha" panose="020B0502040204020203" pitchFamily="34" charset="-79"/>
                        <a:cs typeface="Gisha" panose="020B0502040204020203" pitchFamily="34"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he-IL" sz="1100" dirty="0">
                        <a:latin typeface="David" panose="020E0502060401010101" pitchFamily="34" charset="-79"/>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1100" dirty="0">
                          <a:latin typeface="David" panose="020E0502060401010101" pitchFamily="34" charset="-79"/>
                          <a:cs typeface="David" panose="020E0502060401010101" pitchFamily="34" charset="-79"/>
                        </a:rPr>
                        <a:t>בחודש אלול – להוסיף לדוד ה' אורי </a:t>
                      </a:r>
                      <a:r>
                        <a:rPr lang="he-IL" sz="1100" dirty="0" err="1">
                          <a:latin typeface="David" panose="020E0502060401010101" pitchFamily="34" charset="-79"/>
                          <a:cs typeface="David" panose="020E0502060401010101" pitchFamily="34" charset="-79"/>
                        </a:rPr>
                        <a:t>וישעי</a:t>
                      </a:r>
                      <a:r>
                        <a:rPr lang="he-IL" sz="1100" dirty="0">
                          <a:latin typeface="David" panose="020E0502060401010101" pitchFamily="34" charset="-79"/>
                          <a:cs typeface="David" panose="020E0502060401010101" pitchFamily="34" charset="-79"/>
                        </a:rPr>
                        <a:t> [לפחות חלק מהפסוקים]</a:t>
                      </a:r>
                    </a:p>
                    <a:p>
                      <a:pPr algn="r" rtl="1"/>
                      <a:r>
                        <a:rPr lang="he-IL" sz="1100" dirty="0">
                          <a:latin typeface="David" panose="020E0502060401010101" pitchFamily="34" charset="-79"/>
                          <a:cs typeface="David" panose="020E0502060401010101" pitchFamily="34" charset="-79"/>
                        </a:rPr>
                        <a:t>חודש אלול-  שני פיוטים מסליחות "אדון הסליחות" "בן אדם" שמע קולנו, "</a:t>
                      </a:r>
                      <a:r>
                        <a:rPr lang="he-IL" sz="1100" dirty="0">
                          <a:highlight>
                            <a:srgbClr val="C0C0C0"/>
                          </a:highlight>
                          <a:latin typeface="David" panose="020E0502060401010101" pitchFamily="34" charset="-79"/>
                          <a:cs typeface="David" panose="020E0502060401010101" pitchFamily="34" charset="-79"/>
                        </a:rPr>
                        <a:t>אשמנו בגדנו</a:t>
                      </a:r>
                      <a:r>
                        <a:rPr lang="he-IL" sz="1100" dirty="0">
                          <a:latin typeface="David" panose="020E0502060401010101" pitchFamily="34" charset="-79"/>
                          <a:cs typeface="David" panose="020E0502060401010101" pitchFamily="34" charset="-79"/>
                        </a:rPr>
                        <a:t>" "דרוש נא דורשך"</a:t>
                      </a:r>
                    </a:p>
                    <a:p>
                      <a:pPr algn="r" rtl="1"/>
                      <a:r>
                        <a:rPr lang="he-IL" sz="1100" dirty="0">
                          <a:latin typeface="David" panose="020E0502060401010101" pitchFamily="34" charset="-79"/>
                          <a:cs typeface="David" panose="020E0502060401010101" pitchFamily="34" charset="-79"/>
                        </a:rPr>
                        <a:t>בעשי"ת-"אבינו מלכנו חננו ועננו"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extLst>
                  <a:ext uri="{0D108BD9-81ED-4DB2-BD59-A6C34878D82A}">
                    <a16:rowId xmlns:a16="http://schemas.microsoft.com/office/drawing/2014/main" val="865089777"/>
                  </a:ext>
                </a:extLst>
              </a:tr>
            </a:tbl>
          </a:graphicData>
        </a:graphic>
      </p:graphicFrame>
      <p:sp>
        <p:nvSpPr>
          <p:cNvPr id="8" name="TextBox 7"/>
          <p:cNvSpPr txBox="1"/>
          <p:nvPr/>
        </p:nvSpPr>
        <p:spPr>
          <a:xfrm>
            <a:off x="914376" y="4874342"/>
            <a:ext cx="7524186" cy="276999"/>
          </a:xfrm>
          <a:prstGeom prst="rect">
            <a:avLst/>
          </a:prstGeom>
          <a:noFill/>
        </p:spPr>
        <p:txBody>
          <a:bodyPr wrap="square" rtlCol="1">
            <a:spAutoFit/>
          </a:bodyPr>
          <a:lstStyle/>
          <a:p>
            <a:pPr algn="r" rtl="1"/>
            <a:r>
              <a:rPr lang="he-IL" sz="1200" dirty="0">
                <a:latin typeface="David" panose="020E0502060401010101" pitchFamily="34" charset="-79"/>
                <a:cs typeface="David" panose="020E0502060401010101" pitchFamily="34" charset="-79"/>
              </a:rPr>
              <a:t>** לגבי אמירת מודה אני – יש לחנך את הילדים לומר מיד בעת קימתם מהשינה, כמובן שאין מניעה לומר גם בכיתה.</a:t>
            </a:r>
          </a:p>
        </p:txBody>
      </p:sp>
    </p:spTree>
    <p:extLst>
      <p:ext uri="{BB962C8B-B14F-4D97-AF65-F5344CB8AC3E}">
        <p14:creationId xmlns:p14="http://schemas.microsoft.com/office/powerpoint/2010/main" val="2912274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40"/>
        <p:cNvGrpSpPr/>
        <p:nvPr/>
      </p:nvGrpSpPr>
      <p:grpSpPr>
        <a:xfrm>
          <a:off x="0" y="0"/>
          <a:ext cx="0" cy="0"/>
          <a:chOff x="0" y="0"/>
          <a:chExt cx="0" cy="0"/>
        </a:xfrm>
      </p:grpSpPr>
      <p:grpSp>
        <p:nvGrpSpPr>
          <p:cNvPr id="3141" name="Google Shape;3141;p46"/>
          <p:cNvGrpSpPr/>
          <p:nvPr/>
        </p:nvGrpSpPr>
        <p:grpSpPr>
          <a:xfrm>
            <a:off x="889704" y="3552449"/>
            <a:ext cx="4499395" cy="1000048"/>
            <a:chOff x="2999621" y="1744174"/>
            <a:chExt cx="460023" cy="102245"/>
          </a:xfrm>
        </p:grpSpPr>
        <p:sp>
          <p:nvSpPr>
            <p:cNvPr id="3142" name="Google Shape;3142;p46"/>
            <p:cNvSpPr/>
            <p:nvPr/>
          </p:nvSpPr>
          <p:spPr>
            <a:xfrm>
              <a:off x="2999621" y="1744174"/>
              <a:ext cx="460023" cy="102245"/>
            </a:xfrm>
            <a:custGeom>
              <a:avLst/>
              <a:gdLst/>
              <a:ahLst/>
              <a:cxnLst/>
              <a:rect l="l" t="t" r="r" b="b"/>
              <a:pathLst>
                <a:path w="14465" h="3215" extrusionOk="0">
                  <a:moveTo>
                    <a:pt x="16" y="1639"/>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07" y="3088"/>
                    <a:pt x="4160" y="3103"/>
                  </a:cubicBezTo>
                  <a:cubicBezTo>
                    <a:pt x="4112" y="3103"/>
                    <a:pt x="4097" y="3135"/>
                    <a:pt x="4066" y="3088"/>
                  </a:cubicBezTo>
                  <a:cubicBezTo>
                    <a:pt x="4066" y="3057"/>
                    <a:pt x="4066" y="3040"/>
                    <a:pt x="4049" y="3025"/>
                  </a:cubicBezTo>
                  <a:cubicBezTo>
                    <a:pt x="4034" y="2994"/>
                    <a:pt x="4018" y="2977"/>
                    <a:pt x="4003" y="2962"/>
                  </a:cubicBezTo>
                  <a:cubicBezTo>
                    <a:pt x="3986" y="2946"/>
                    <a:pt x="3971" y="2946"/>
                    <a:pt x="3955" y="2946"/>
                  </a:cubicBezTo>
                  <a:lnTo>
                    <a:pt x="3923" y="2946"/>
                  </a:lnTo>
                  <a:cubicBezTo>
                    <a:pt x="3908" y="2946"/>
                    <a:pt x="3908" y="2931"/>
                    <a:pt x="3892" y="2914"/>
                  </a:cubicBezTo>
                  <a:cubicBezTo>
                    <a:pt x="3860" y="2899"/>
                    <a:pt x="3829" y="2899"/>
                    <a:pt x="3797" y="2883"/>
                  </a:cubicBezTo>
                  <a:cubicBezTo>
                    <a:pt x="3782" y="2883"/>
                    <a:pt x="3766" y="2883"/>
                    <a:pt x="3766" y="2868"/>
                  </a:cubicBezTo>
                  <a:cubicBezTo>
                    <a:pt x="3751" y="2851"/>
                    <a:pt x="3751" y="2805"/>
                    <a:pt x="3751" y="2788"/>
                  </a:cubicBezTo>
                  <a:cubicBezTo>
                    <a:pt x="3751" y="2742"/>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77" y="2301"/>
                    <a:pt x="3545" y="2301"/>
                  </a:cubicBezTo>
                  <a:cubicBezTo>
                    <a:pt x="3499" y="2316"/>
                    <a:pt x="3467" y="2316"/>
                    <a:pt x="3419" y="2316"/>
                  </a:cubicBezTo>
                  <a:lnTo>
                    <a:pt x="3388" y="2316"/>
                  </a:lnTo>
                  <a:lnTo>
                    <a:pt x="3341" y="2316"/>
                  </a:lnTo>
                  <a:cubicBezTo>
                    <a:pt x="3293" y="2332"/>
                    <a:pt x="3246" y="2347"/>
                    <a:pt x="3199" y="2379"/>
                  </a:cubicBezTo>
                  <a:cubicBezTo>
                    <a:pt x="3167" y="2395"/>
                    <a:pt x="3152" y="2395"/>
                    <a:pt x="3152" y="2410"/>
                  </a:cubicBezTo>
                  <a:cubicBezTo>
                    <a:pt x="3120" y="2458"/>
                    <a:pt x="3120" y="2505"/>
                    <a:pt x="3089" y="2536"/>
                  </a:cubicBezTo>
                  <a:cubicBezTo>
                    <a:pt x="3057" y="2521"/>
                    <a:pt x="2963" y="2521"/>
                    <a:pt x="2931" y="2568"/>
                  </a:cubicBezTo>
                  <a:cubicBezTo>
                    <a:pt x="2931" y="2584"/>
                    <a:pt x="2915" y="2584"/>
                    <a:pt x="2915" y="2599"/>
                  </a:cubicBezTo>
                  <a:cubicBezTo>
                    <a:pt x="2915" y="2599"/>
                    <a:pt x="2900" y="2616"/>
                    <a:pt x="2883" y="2616"/>
                  </a:cubicBezTo>
                  <a:cubicBezTo>
                    <a:pt x="2883" y="2631"/>
                    <a:pt x="2868" y="2631"/>
                    <a:pt x="2868" y="2662"/>
                  </a:cubicBezTo>
                  <a:cubicBezTo>
                    <a:pt x="2852" y="2694"/>
                    <a:pt x="2868" y="2710"/>
                    <a:pt x="2837" y="2725"/>
                  </a:cubicBezTo>
                  <a:cubicBezTo>
                    <a:pt x="2820" y="2742"/>
                    <a:pt x="2789" y="2742"/>
                    <a:pt x="2774" y="2757"/>
                  </a:cubicBezTo>
                  <a:cubicBezTo>
                    <a:pt x="2742" y="2773"/>
                    <a:pt x="2679" y="2788"/>
                    <a:pt x="2648" y="2820"/>
                  </a:cubicBezTo>
                  <a:cubicBezTo>
                    <a:pt x="2648" y="2836"/>
                    <a:pt x="2648" y="2868"/>
                    <a:pt x="2631" y="2883"/>
                  </a:cubicBezTo>
                  <a:cubicBezTo>
                    <a:pt x="2631" y="2899"/>
                    <a:pt x="2616" y="2977"/>
                    <a:pt x="2616" y="2977"/>
                  </a:cubicBezTo>
                  <a:cubicBezTo>
                    <a:pt x="2585" y="2994"/>
                    <a:pt x="2568" y="2977"/>
                    <a:pt x="2553" y="2977"/>
                  </a:cubicBezTo>
                  <a:cubicBezTo>
                    <a:pt x="2537" y="2962"/>
                    <a:pt x="2505" y="2962"/>
                    <a:pt x="2490" y="2962"/>
                  </a:cubicBezTo>
                  <a:lnTo>
                    <a:pt x="2427" y="2994"/>
                  </a:lnTo>
                  <a:cubicBezTo>
                    <a:pt x="2411" y="3009"/>
                    <a:pt x="2396" y="3009"/>
                    <a:pt x="2364" y="3009"/>
                  </a:cubicBezTo>
                  <a:lnTo>
                    <a:pt x="2348" y="3009"/>
                  </a:lnTo>
                  <a:cubicBezTo>
                    <a:pt x="2316" y="3009"/>
                    <a:pt x="2301" y="3009"/>
                    <a:pt x="2285" y="3025"/>
                  </a:cubicBezTo>
                  <a:cubicBezTo>
                    <a:pt x="2253" y="3040"/>
                    <a:pt x="2238" y="3040"/>
                    <a:pt x="2207" y="3057"/>
                  </a:cubicBezTo>
                  <a:cubicBezTo>
                    <a:pt x="2175" y="3057"/>
                    <a:pt x="2081" y="3088"/>
                    <a:pt x="2049" y="3057"/>
                  </a:cubicBezTo>
                  <a:cubicBezTo>
                    <a:pt x="2033" y="3040"/>
                    <a:pt x="2049" y="3040"/>
                    <a:pt x="2033" y="3025"/>
                  </a:cubicBezTo>
                  <a:cubicBezTo>
                    <a:pt x="2018" y="3009"/>
                    <a:pt x="2033" y="3009"/>
                    <a:pt x="2001" y="3009"/>
                  </a:cubicBezTo>
                  <a:lnTo>
                    <a:pt x="1970" y="3009"/>
                  </a:lnTo>
                  <a:cubicBezTo>
                    <a:pt x="1954" y="2994"/>
                    <a:pt x="1954" y="2977"/>
                    <a:pt x="1938" y="2962"/>
                  </a:cubicBezTo>
                  <a:lnTo>
                    <a:pt x="1891" y="2962"/>
                  </a:lnTo>
                  <a:cubicBezTo>
                    <a:pt x="1844" y="2977"/>
                    <a:pt x="1812" y="2977"/>
                    <a:pt x="1765" y="2977"/>
                  </a:cubicBezTo>
                  <a:lnTo>
                    <a:pt x="1702" y="2977"/>
                  </a:lnTo>
                  <a:lnTo>
                    <a:pt x="1686" y="2977"/>
                  </a:lnTo>
                  <a:lnTo>
                    <a:pt x="1655" y="2977"/>
                  </a:lnTo>
                  <a:cubicBezTo>
                    <a:pt x="1639" y="2977"/>
                    <a:pt x="1639" y="2962"/>
                    <a:pt x="1623" y="2962"/>
                  </a:cubicBezTo>
                  <a:lnTo>
                    <a:pt x="1591" y="2962"/>
                  </a:lnTo>
                  <a:cubicBezTo>
                    <a:pt x="1576" y="2977"/>
                    <a:pt x="1560" y="2977"/>
                    <a:pt x="1560" y="2977"/>
                  </a:cubicBezTo>
                  <a:cubicBezTo>
                    <a:pt x="1560" y="2962"/>
                    <a:pt x="1545" y="2962"/>
                    <a:pt x="1545" y="2962"/>
                  </a:cubicBezTo>
                  <a:cubicBezTo>
                    <a:pt x="1545" y="2946"/>
                    <a:pt x="1528" y="2946"/>
                    <a:pt x="1528" y="2946"/>
                  </a:cubicBezTo>
                  <a:cubicBezTo>
                    <a:pt x="1497" y="2946"/>
                    <a:pt x="1450" y="2946"/>
                    <a:pt x="1419" y="2931"/>
                  </a:cubicBezTo>
                  <a:cubicBezTo>
                    <a:pt x="1402" y="2914"/>
                    <a:pt x="1387" y="2914"/>
                    <a:pt x="1371" y="2899"/>
                  </a:cubicBezTo>
                  <a:lnTo>
                    <a:pt x="1293" y="2899"/>
                  </a:lnTo>
                  <a:lnTo>
                    <a:pt x="1245" y="2899"/>
                  </a:lnTo>
                  <a:cubicBezTo>
                    <a:pt x="1245" y="2883"/>
                    <a:pt x="1245" y="2883"/>
                    <a:pt x="1230" y="2883"/>
                  </a:cubicBezTo>
                  <a:lnTo>
                    <a:pt x="1198" y="2883"/>
                  </a:lnTo>
                  <a:cubicBezTo>
                    <a:pt x="1198" y="2820"/>
                    <a:pt x="1072" y="2820"/>
                    <a:pt x="1024" y="2820"/>
                  </a:cubicBezTo>
                  <a:cubicBezTo>
                    <a:pt x="978" y="2820"/>
                    <a:pt x="1009" y="2805"/>
                    <a:pt x="993" y="2773"/>
                  </a:cubicBezTo>
                  <a:cubicBezTo>
                    <a:pt x="978" y="2757"/>
                    <a:pt x="946" y="2757"/>
                    <a:pt x="915" y="2757"/>
                  </a:cubicBezTo>
                  <a:lnTo>
                    <a:pt x="883" y="2757"/>
                  </a:lnTo>
                  <a:cubicBezTo>
                    <a:pt x="883" y="2742"/>
                    <a:pt x="883" y="2694"/>
                    <a:pt x="867" y="2694"/>
                  </a:cubicBezTo>
                  <a:cubicBezTo>
                    <a:pt x="867" y="2679"/>
                    <a:pt x="835" y="2679"/>
                    <a:pt x="820" y="2694"/>
                  </a:cubicBezTo>
                  <a:lnTo>
                    <a:pt x="772" y="2694"/>
                  </a:lnTo>
                  <a:cubicBezTo>
                    <a:pt x="772" y="2647"/>
                    <a:pt x="694" y="2662"/>
                    <a:pt x="694" y="2616"/>
                  </a:cubicBezTo>
                  <a:lnTo>
                    <a:pt x="646" y="2616"/>
                  </a:lnTo>
                  <a:cubicBezTo>
                    <a:pt x="631" y="2616"/>
                    <a:pt x="600" y="2616"/>
                    <a:pt x="583" y="2599"/>
                  </a:cubicBezTo>
                  <a:cubicBezTo>
                    <a:pt x="568" y="2584"/>
                    <a:pt x="568" y="2536"/>
                    <a:pt x="552" y="2521"/>
                  </a:cubicBezTo>
                  <a:cubicBezTo>
                    <a:pt x="552" y="2473"/>
                    <a:pt x="552" y="2427"/>
                    <a:pt x="520" y="2379"/>
                  </a:cubicBezTo>
                  <a:cubicBezTo>
                    <a:pt x="505" y="2379"/>
                    <a:pt x="489" y="2364"/>
                    <a:pt x="473" y="2364"/>
                  </a:cubicBezTo>
                  <a:cubicBezTo>
                    <a:pt x="457" y="2347"/>
                    <a:pt x="394" y="2332"/>
                    <a:pt x="379" y="2316"/>
                  </a:cubicBezTo>
                  <a:cubicBezTo>
                    <a:pt x="347" y="2301"/>
                    <a:pt x="347" y="2238"/>
                    <a:pt x="347" y="2206"/>
                  </a:cubicBezTo>
                  <a:cubicBezTo>
                    <a:pt x="347" y="2158"/>
                    <a:pt x="347" y="2112"/>
                    <a:pt x="331" y="2048"/>
                  </a:cubicBezTo>
                  <a:cubicBezTo>
                    <a:pt x="316" y="2001"/>
                    <a:pt x="316" y="1954"/>
                    <a:pt x="300" y="1906"/>
                  </a:cubicBezTo>
                  <a:cubicBezTo>
                    <a:pt x="300" y="1891"/>
                    <a:pt x="300" y="1891"/>
                    <a:pt x="284" y="1875"/>
                  </a:cubicBezTo>
                  <a:cubicBezTo>
                    <a:pt x="253" y="1843"/>
                    <a:pt x="173" y="1843"/>
                    <a:pt x="158" y="1796"/>
                  </a:cubicBezTo>
                  <a:cubicBezTo>
                    <a:pt x="142" y="1749"/>
                    <a:pt x="173" y="1670"/>
                    <a:pt x="127" y="1654"/>
                  </a:cubicBezTo>
                  <a:cubicBezTo>
                    <a:pt x="110" y="1639"/>
                    <a:pt x="95" y="1639"/>
                    <a:pt x="79" y="163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43" name="Google Shape;3143;p46"/>
            <p:cNvSpPr/>
            <p:nvPr/>
          </p:nvSpPr>
          <p:spPr>
            <a:xfrm>
              <a:off x="2999621" y="1744174"/>
              <a:ext cx="460023" cy="102245"/>
            </a:xfrm>
            <a:custGeom>
              <a:avLst/>
              <a:gdLst/>
              <a:ahLst/>
              <a:cxnLst/>
              <a:rect l="l" t="t" r="r" b="b"/>
              <a:pathLst>
                <a:path w="14465" h="3215" extrusionOk="0">
                  <a:moveTo>
                    <a:pt x="47" y="1622"/>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55" y="3025"/>
                    <a:pt x="4207" y="3025"/>
                  </a:cubicBezTo>
                  <a:cubicBezTo>
                    <a:pt x="4160" y="3040"/>
                    <a:pt x="4144" y="3072"/>
                    <a:pt x="4112" y="3009"/>
                  </a:cubicBezTo>
                  <a:cubicBezTo>
                    <a:pt x="4112" y="2994"/>
                    <a:pt x="4097" y="2977"/>
                    <a:pt x="4081" y="2946"/>
                  </a:cubicBezTo>
                  <a:cubicBezTo>
                    <a:pt x="4081" y="2931"/>
                    <a:pt x="4066" y="2914"/>
                    <a:pt x="4049" y="2899"/>
                  </a:cubicBezTo>
                  <a:cubicBezTo>
                    <a:pt x="4018" y="2868"/>
                    <a:pt x="4018" y="2868"/>
                    <a:pt x="4003" y="2868"/>
                  </a:cubicBezTo>
                  <a:lnTo>
                    <a:pt x="3971" y="2868"/>
                  </a:lnTo>
                  <a:cubicBezTo>
                    <a:pt x="3955" y="2868"/>
                    <a:pt x="3940" y="2851"/>
                    <a:pt x="3940" y="2851"/>
                  </a:cubicBezTo>
                  <a:cubicBezTo>
                    <a:pt x="3908" y="2836"/>
                    <a:pt x="3877" y="2836"/>
                    <a:pt x="3845" y="2820"/>
                  </a:cubicBezTo>
                  <a:cubicBezTo>
                    <a:pt x="3829" y="2805"/>
                    <a:pt x="3814" y="2805"/>
                    <a:pt x="3814" y="2805"/>
                  </a:cubicBezTo>
                  <a:cubicBezTo>
                    <a:pt x="3797" y="2788"/>
                    <a:pt x="3782" y="2788"/>
                    <a:pt x="3782" y="2773"/>
                  </a:cubicBezTo>
                  <a:cubicBezTo>
                    <a:pt x="3766" y="2710"/>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62" y="2269"/>
                    <a:pt x="3530" y="2269"/>
                  </a:cubicBezTo>
                  <a:cubicBezTo>
                    <a:pt x="3482" y="2269"/>
                    <a:pt x="3436" y="2284"/>
                    <a:pt x="3404" y="2284"/>
                  </a:cubicBezTo>
                  <a:lnTo>
                    <a:pt x="3372" y="2284"/>
                  </a:lnTo>
                  <a:cubicBezTo>
                    <a:pt x="3356" y="2269"/>
                    <a:pt x="3341" y="2269"/>
                    <a:pt x="3309" y="2284"/>
                  </a:cubicBezTo>
                  <a:cubicBezTo>
                    <a:pt x="3262" y="2284"/>
                    <a:pt x="3199" y="2269"/>
                    <a:pt x="3152" y="2301"/>
                  </a:cubicBezTo>
                  <a:cubicBezTo>
                    <a:pt x="3136" y="2316"/>
                    <a:pt x="3120" y="2316"/>
                    <a:pt x="3104" y="2332"/>
                  </a:cubicBezTo>
                  <a:cubicBezTo>
                    <a:pt x="3089" y="2379"/>
                    <a:pt x="3089" y="2427"/>
                    <a:pt x="3057" y="2473"/>
                  </a:cubicBezTo>
                  <a:cubicBezTo>
                    <a:pt x="3009" y="2442"/>
                    <a:pt x="2868" y="2442"/>
                    <a:pt x="2837" y="2490"/>
                  </a:cubicBezTo>
                  <a:cubicBezTo>
                    <a:pt x="2837" y="2505"/>
                    <a:pt x="2820" y="2505"/>
                    <a:pt x="2820" y="2521"/>
                  </a:cubicBezTo>
                  <a:cubicBezTo>
                    <a:pt x="2820" y="2521"/>
                    <a:pt x="2805" y="2536"/>
                    <a:pt x="2789" y="2536"/>
                  </a:cubicBezTo>
                  <a:cubicBezTo>
                    <a:pt x="2789" y="2553"/>
                    <a:pt x="2774" y="2553"/>
                    <a:pt x="2774" y="2584"/>
                  </a:cubicBezTo>
                  <a:cubicBezTo>
                    <a:pt x="2757" y="2616"/>
                    <a:pt x="2774" y="2631"/>
                    <a:pt x="2742" y="2647"/>
                  </a:cubicBezTo>
                  <a:cubicBezTo>
                    <a:pt x="2726" y="2662"/>
                    <a:pt x="2694" y="2662"/>
                    <a:pt x="2679" y="2679"/>
                  </a:cubicBezTo>
                  <a:cubicBezTo>
                    <a:pt x="2648" y="2694"/>
                    <a:pt x="2648" y="2757"/>
                    <a:pt x="2616" y="2773"/>
                  </a:cubicBezTo>
                  <a:cubicBezTo>
                    <a:pt x="2600" y="2788"/>
                    <a:pt x="2585" y="2773"/>
                    <a:pt x="2585" y="2788"/>
                  </a:cubicBezTo>
                  <a:cubicBezTo>
                    <a:pt x="2568" y="2805"/>
                    <a:pt x="2568" y="2883"/>
                    <a:pt x="2553" y="2899"/>
                  </a:cubicBezTo>
                  <a:cubicBezTo>
                    <a:pt x="2537" y="2899"/>
                    <a:pt x="2522" y="2883"/>
                    <a:pt x="2505" y="2883"/>
                  </a:cubicBezTo>
                  <a:lnTo>
                    <a:pt x="2442" y="2883"/>
                  </a:lnTo>
                  <a:cubicBezTo>
                    <a:pt x="2411" y="2883"/>
                    <a:pt x="2474" y="2962"/>
                    <a:pt x="2442" y="2962"/>
                  </a:cubicBezTo>
                  <a:cubicBezTo>
                    <a:pt x="2427" y="2977"/>
                    <a:pt x="2396" y="2977"/>
                    <a:pt x="2379" y="2977"/>
                  </a:cubicBezTo>
                  <a:lnTo>
                    <a:pt x="2364" y="2977"/>
                  </a:lnTo>
                  <a:cubicBezTo>
                    <a:pt x="2333" y="2977"/>
                    <a:pt x="2316" y="2977"/>
                    <a:pt x="2301" y="2994"/>
                  </a:cubicBezTo>
                  <a:cubicBezTo>
                    <a:pt x="2270" y="3009"/>
                    <a:pt x="2253" y="3025"/>
                    <a:pt x="2222" y="3025"/>
                  </a:cubicBezTo>
                  <a:cubicBezTo>
                    <a:pt x="2190" y="3025"/>
                    <a:pt x="2096" y="3057"/>
                    <a:pt x="2064" y="3025"/>
                  </a:cubicBezTo>
                  <a:cubicBezTo>
                    <a:pt x="2049" y="3009"/>
                    <a:pt x="2064" y="3025"/>
                    <a:pt x="2049" y="2994"/>
                  </a:cubicBezTo>
                  <a:cubicBezTo>
                    <a:pt x="2033" y="2977"/>
                    <a:pt x="2049" y="2977"/>
                    <a:pt x="2018" y="2977"/>
                  </a:cubicBezTo>
                  <a:cubicBezTo>
                    <a:pt x="2018" y="2977"/>
                    <a:pt x="1986" y="2994"/>
                    <a:pt x="1986" y="2977"/>
                  </a:cubicBezTo>
                  <a:cubicBezTo>
                    <a:pt x="1970" y="2962"/>
                    <a:pt x="1954" y="2914"/>
                    <a:pt x="1938" y="2899"/>
                  </a:cubicBezTo>
                  <a:cubicBezTo>
                    <a:pt x="1923" y="2899"/>
                    <a:pt x="1907" y="2914"/>
                    <a:pt x="1891" y="2914"/>
                  </a:cubicBezTo>
                  <a:lnTo>
                    <a:pt x="1781" y="2914"/>
                  </a:lnTo>
                  <a:cubicBezTo>
                    <a:pt x="1749" y="2931"/>
                    <a:pt x="1734" y="2931"/>
                    <a:pt x="1702" y="2931"/>
                  </a:cubicBezTo>
                  <a:cubicBezTo>
                    <a:pt x="1702" y="2914"/>
                    <a:pt x="1702" y="2914"/>
                    <a:pt x="1686" y="2914"/>
                  </a:cubicBezTo>
                  <a:lnTo>
                    <a:pt x="1655" y="2914"/>
                  </a:lnTo>
                  <a:lnTo>
                    <a:pt x="1623" y="2914"/>
                  </a:lnTo>
                  <a:lnTo>
                    <a:pt x="1591" y="2914"/>
                  </a:lnTo>
                  <a:lnTo>
                    <a:pt x="1560" y="2914"/>
                  </a:lnTo>
                  <a:cubicBezTo>
                    <a:pt x="1560" y="2914"/>
                    <a:pt x="1560" y="2899"/>
                    <a:pt x="1545" y="2899"/>
                  </a:cubicBezTo>
                  <a:lnTo>
                    <a:pt x="1528" y="2899"/>
                  </a:lnTo>
                  <a:cubicBezTo>
                    <a:pt x="1513" y="2883"/>
                    <a:pt x="1497" y="2899"/>
                    <a:pt x="1497" y="2899"/>
                  </a:cubicBezTo>
                  <a:cubicBezTo>
                    <a:pt x="1482" y="2899"/>
                    <a:pt x="1465" y="2899"/>
                    <a:pt x="1450" y="2883"/>
                  </a:cubicBezTo>
                  <a:cubicBezTo>
                    <a:pt x="1419" y="2883"/>
                    <a:pt x="1419" y="2868"/>
                    <a:pt x="1387" y="2851"/>
                  </a:cubicBezTo>
                  <a:lnTo>
                    <a:pt x="1324" y="2851"/>
                  </a:lnTo>
                  <a:lnTo>
                    <a:pt x="1276" y="2851"/>
                  </a:lnTo>
                  <a:cubicBezTo>
                    <a:pt x="1261" y="2851"/>
                    <a:pt x="1261" y="2836"/>
                    <a:pt x="1261" y="2836"/>
                  </a:cubicBezTo>
                  <a:lnTo>
                    <a:pt x="1230" y="2836"/>
                  </a:lnTo>
                  <a:cubicBezTo>
                    <a:pt x="1230" y="2773"/>
                    <a:pt x="1150" y="2742"/>
                    <a:pt x="1104" y="2742"/>
                  </a:cubicBezTo>
                  <a:cubicBezTo>
                    <a:pt x="1056" y="2757"/>
                    <a:pt x="1087" y="2742"/>
                    <a:pt x="1072" y="2710"/>
                  </a:cubicBezTo>
                  <a:cubicBezTo>
                    <a:pt x="1041" y="2679"/>
                    <a:pt x="1024" y="2679"/>
                    <a:pt x="993" y="2679"/>
                  </a:cubicBezTo>
                  <a:cubicBezTo>
                    <a:pt x="978" y="2662"/>
                    <a:pt x="961" y="2631"/>
                    <a:pt x="961" y="2616"/>
                  </a:cubicBezTo>
                  <a:cubicBezTo>
                    <a:pt x="930" y="2599"/>
                    <a:pt x="898" y="2584"/>
                    <a:pt x="867" y="2584"/>
                  </a:cubicBezTo>
                  <a:cubicBezTo>
                    <a:pt x="867" y="2427"/>
                    <a:pt x="741" y="2395"/>
                    <a:pt x="741" y="2458"/>
                  </a:cubicBezTo>
                  <a:lnTo>
                    <a:pt x="709" y="2458"/>
                  </a:lnTo>
                  <a:cubicBezTo>
                    <a:pt x="694" y="2473"/>
                    <a:pt x="694" y="2473"/>
                    <a:pt x="678" y="2458"/>
                  </a:cubicBezTo>
                  <a:cubicBezTo>
                    <a:pt x="663" y="2442"/>
                    <a:pt x="646" y="2379"/>
                    <a:pt x="646" y="2364"/>
                  </a:cubicBezTo>
                  <a:cubicBezTo>
                    <a:pt x="631" y="2332"/>
                    <a:pt x="646" y="2316"/>
                    <a:pt x="631" y="2284"/>
                  </a:cubicBezTo>
                  <a:cubicBezTo>
                    <a:pt x="615" y="2284"/>
                    <a:pt x="600" y="2269"/>
                    <a:pt x="583" y="2269"/>
                  </a:cubicBezTo>
                  <a:cubicBezTo>
                    <a:pt x="552" y="2253"/>
                    <a:pt x="505" y="2238"/>
                    <a:pt x="473" y="2221"/>
                  </a:cubicBezTo>
                  <a:cubicBezTo>
                    <a:pt x="457" y="2190"/>
                    <a:pt x="457" y="2143"/>
                    <a:pt x="457" y="2112"/>
                  </a:cubicBezTo>
                  <a:cubicBezTo>
                    <a:pt x="457" y="2064"/>
                    <a:pt x="457" y="2001"/>
                    <a:pt x="442" y="1954"/>
                  </a:cubicBezTo>
                  <a:cubicBezTo>
                    <a:pt x="426" y="1906"/>
                    <a:pt x="363" y="1938"/>
                    <a:pt x="347" y="1891"/>
                  </a:cubicBezTo>
                  <a:cubicBezTo>
                    <a:pt x="347" y="1875"/>
                    <a:pt x="347" y="1875"/>
                    <a:pt x="331" y="1859"/>
                  </a:cubicBezTo>
                  <a:cubicBezTo>
                    <a:pt x="300" y="1828"/>
                    <a:pt x="221" y="1828"/>
                    <a:pt x="205" y="1780"/>
                  </a:cubicBezTo>
                  <a:cubicBezTo>
                    <a:pt x="190" y="1733"/>
                    <a:pt x="221" y="1654"/>
                    <a:pt x="158" y="1639"/>
                  </a:cubicBezTo>
                  <a:cubicBezTo>
                    <a:pt x="142" y="1622"/>
                    <a:pt x="142" y="1639"/>
                    <a:pt x="110" y="1622"/>
                  </a:cubicBezTo>
                  <a:close/>
                </a:path>
              </a:pathLst>
            </a:custGeom>
            <a:solidFill>
              <a:srgbClr val="BDCD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44" name="Google Shape;3144;p46"/>
            <p:cNvSpPr/>
            <p:nvPr/>
          </p:nvSpPr>
          <p:spPr>
            <a:xfrm>
              <a:off x="3345867" y="1783261"/>
              <a:ext cx="12053" cy="7028"/>
            </a:xfrm>
            <a:custGeom>
              <a:avLst/>
              <a:gdLst/>
              <a:ahLst/>
              <a:cxnLst/>
              <a:rect l="l" t="t" r="r" b="b"/>
              <a:pathLst>
                <a:path w="379" h="221" extrusionOk="0">
                  <a:moveTo>
                    <a:pt x="300" y="0"/>
                  </a:moveTo>
                  <a:lnTo>
                    <a:pt x="300" y="15"/>
                  </a:lnTo>
                  <a:cubicBezTo>
                    <a:pt x="315" y="32"/>
                    <a:pt x="300" y="47"/>
                    <a:pt x="300" y="63"/>
                  </a:cubicBezTo>
                  <a:lnTo>
                    <a:pt x="269" y="63"/>
                  </a:lnTo>
                  <a:lnTo>
                    <a:pt x="252" y="63"/>
                  </a:lnTo>
                  <a:lnTo>
                    <a:pt x="221" y="110"/>
                  </a:lnTo>
                  <a:lnTo>
                    <a:pt x="206" y="126"/>
                  </a:lnTo>
                  <a:lnTo>
                    <a:pt x="189" y="126"/>
                  </a:lnTo>
                  <a:lnTo>
                    <a:pt x="158" y="95"/>
                  </a:lnTo>
                  <a:lnTo>
                    <a:pt x="126" y="110"/>
                  </a:lnTo>
                  <a:lnTo>
                    <a:pt x="126" y="126"/>
                  </a:lnTo>
                  <a:cubicBezTo>
                    <a:pt x="111" y="141"/>
                    <a:pt x="111" y="141"/>
                    <a:pt x="95" y="141"/>
                  </a:cubicBezTo>
                  <a:lnTo>
                    <a:pt x="95" y="141"/>
                  </a:lnTo>
                  <a:lnTo>
                    <a:pt x="95" y="141"/>
                  </a:lnTo>
                  <a:cubicBezTo>
                    <a:pt x="95" y="158"/>
                    <a:pt x="80" y="173"/>
                    <a:pt x="63" y="173"/>
                  </a:cubicBezTo>
                  <a:lnTo>
                    <a:pt x="63" y="173"/>
                  </a:lnTo>
                  <a:lnTo>
                    <a:pt x="32" y="173"/>
                  </a:lnTo>
                  <a:lnTo>
                    <a:pt x="17" y="189"/>
                  </a:lnTo>
                  <a:lnTo>
                    <a:pt x="0" y="189"/>
                  </a:lnTo>
                  <a:lnTo>
                    <a:pt x="17" y="189"/>
                  </a:lnTo>
                  <a:lnTo>
                    <a:pt x="17" y="189"/>
                  </a:lnTo>
                  <a:lnTo>
                    <a:pt x="32" y="189"/>
                  </a:lnTo>
                  <a:cubicBezTo>
                    <a:pt x="48" y="204"/>
                    <a:pt x="48" y="204"/>
                    <a:pt x="48" y="221"/>
                  </a:cubicBezTo>
                  <a:lnTo>
                    <a:pt x="63" y="221"/>
                  </a:lnTo>
                  <a:lnTo>
                    <a:pt x="63" y="221"/>
                  </a:lnTo>
                  <a:lnTo>
                    <a:pt x="95" y="221"/>
                  </a:lnTo>
                  <a:lnTo>
                    <a:pt x="315" y="78"/>
                  </a:lnTo>
                  <a:lnTo>
                    <a:pt x="315" y="78"/>
                  </a:lnTo>
                  <a:lnTo>
                    <a:pt x="332" y="78"/>
                  </a:lnTo>
                  <a:lnTo>
                    <a:pt x="347" y="78"/>
                  </a:lnTo>
                  <a:cubicBezTo>
                    <a:pt x="363" y="78"/>
                    <a:pt x="378" y="78"/>
                    <a:pt x="378" y="63"/>
                  </a:cubicBezTo>
                  <a:cubicBezTo>
                    <a:pt x="378" y="32"/>
                    <a:pt x="363" y="15"/>
                    <a:pt x="347" y="15"/>
                  </a:cubicBezTo>
                  <a:lnTo>
                    <a:pt x="30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45" name="Google Shape;3145;p46"/>
            <p:cNvSpPr/>
            <p:nvPr/>
          </p:nvSpPr>
          <p:spPr>
            <a:xfrm>
              <a:off x="3387467" y="1780239"/>
              <a:ext cx="8523" cy="3053"/>
            </a:xfrm>
            <a:custGeom>
              <a:avLst/>
              <a:gdLst/>
              <a:ahLst/>
              <a:cxnLst/>
              <a:rect l="l" t="t" r="r" b="b"/>
              <a:pathLst>
                <a:path w="268" h="96" extrusionOk="0">
                  <a:moveTo>
                    <a:pt x="253" y="1"/>
                  </a:moveTo>
                  <a:cubicBezTo>
                    <a:pt x="253" y="16"/>
                    <a:pt x="236" y="16"/>
                    <a:pt x="236" y="16"/>
                  </a:cubicBezTo>
                  <a:lnTo>
                    <a:pt x="205" y="16"/>
                  </a:lnTo>
                  <a:cubicBezTo>
                    <a:pt x="173" y="16"/>
                    <a:pt x="158" y="32"/>
                    <a:pt x="127" y="32"/>
                  </a:cubicBezTo>
                  <a:lnTo>
                    <a:pt x="79" y="32"/>
                  </a:lnTo>
                  <a:lnTo>
                    <a:pt x="47" y="32"/>
                  </a:lnTo>
                  <a:lnTo>
                    <a:pt x="47" y="32"/>
                  </a:lnTo>
                  <a:cubicBezTo>
                    <a:pt x="32" y="32"/>
                    <a:pt x="16" y="47"/>
                    <a:pt x="16" y="64"/>
                  </a:cubicBezTo>
                  <a:cubicBezTo>
                    <a:pt x="1" y="79"/>
                    <a:pt x="16" y="95"/>
                    <a:pt x="32" y="95"/>
                  </a:cubicBezTo>
                  <a:lnTo>
                    <a:pt x="79" y="95"/>
                  </a:lnTo>
                  <a:lnTo>
                    <a:pt x="127" y="95"/>
                  </a:lnTo>
                  <a:lnTo>
                    <a:pt x="127" y="95"/>
                  </a:lnTo>
                  <a:lnTo>
                    <a:pt x="142" y="79"/>
                  </a:lnTo>
                  <a:lnTo>
                    <a:pt x="142" y="64"/>
                  </a:lnTo>
                  <a:cubicBezTo>
                    <a:pt x="142" y="47"/>
                    <a:pt x="142" y="32"/>
                    <a:pt x="158" y="32"/>
                  </a:cubicBezTo>
                  <a:lnTo>
                    <a:pt x="173" y="32"/>
                  </a:lnTo>
                  <a:lnTo>
                    <a:pt x="173" y="32"/>
                  </a:lnTo>
                  <a:cubicBezTo>
                    <a:pt x="190" y="32"/>
                    <a:pt x="205" y="32"/>
                    <a:pt x="205" y="47"/>
                  </a:cubicBezTo>
                  <a:lnTo>
                    <a:pt x="205" y="64"/>
                  </a:lnTo>
                  <a:cubicBezTo>
                    <a:pt x="221" y="64"/>
                    <a:pt x="236" y="47"/>
                    <a:pt x="253" y="47"/>
                  </a:cubicBezTo>
                  <a:cubicBezTo>
                    <a:pt x="253" y="32"/>
                    <a:pt x="268" y="16"/>
                    <a:pt x="25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46" name="Google Shape;3146;p46"/>
            <p:cNvSpPr/>
            <p:nvPr/>
          </p:nvSpPr>
          <p:spPr>
            <a:xfrm>
              <a:off x="3269698" y="1778713"/>
              <a:ext cx="7060" cy="6583"/>
            </a:xfrm>
            <a:custGeom>
              <a:avLst/>
              <a:gdLst/>
              <a:ahLst/>
              <a:cxnLst/>
              <a:rect l="l" t="t" r="r" b="b"/>
              <a:pathLst>
                <a:path w="222" h="207" extrusionOk="0">
                  <a:moveTo>
                    <a:pt x="190" y="1"/>
                  </a:moveTo>
                  <a:lnTo>
                    <a:pt x="190" y="1"/>
                  </a:lnTo>
                  <a:cubicBezTo>
                    <a:pt x="190" y="1"/>
                    <a:pt x="190" y="17"/>
                    <a:pt x="174" y="32"/>
                  </a:cubicBezTo>
                  <a:lnTo>
                    <a:pt x="158" y="32"/>
                  </a:lnTo>
                  <a:cubicBezTo>
                    <a:pt x="174" y="49"/>
                    <a:pt x="174" y="64"/>
                    <a:pt x="174" y="80"/>
                  </a:cubicBezTo>
                  <a:cubicBezTo>
                    <a:pt x="158" y="95"/>
                    <a:pt x="158" y="95"/>
                    <a:pt x="143" y="95"/>
                  </a:cubicBezTo>
                  <a:lnTo>
                    <a:pt x="126" y="95"/>
                  </a:lnTo>
                  <a:lnTo>
                    <a:pt x="95" y="80"/>
                  </a:lnTo>
                  <a:lnTo>
                    <a:pt x="80" y="80"/>
                  </a:lnTo>
                  <a:lnTo>
                    <a:pt x="63" y="80"/>
                  </a:lnTo>
                  <a:lnTo>
                    <a:pt x="48" y="80"/>
                  </a:lnTo>
                  <a:lnTo>
                    <a:pt x="48" y="80"/>
                  </a:lnTo>
                  <a:cubicBezTo>
                    <a:pt x="48" y="80"/>
                    <a:pt x="32" y="80"/>
                    <a:pt x="32" y="95"/>
                  </a:cubicBezTo>
                  <a:lnTo>
                    <a:pt x="0" y="158"/>
                  </a:lnTo>
                  <a:cubicBezTo>
                    <a:pt x="0" y="175"/>
                    <a:pt x="0" y="190"/>
                    <a:pt x="17" y="206"/>
                  </a:cubicBezTo>
                  <a:cubicBezTo>
                    <a:pt x="17" y="190"/>
                    <a:pt x="32" y="190"/>
                    <a:pt x="32" y="190"/>
                  </a:cubicBezTo>
                  <a:lnTo>
                    <a:pt x="32" y="190"/>
                  </a:lnTo>
                  <a:lnTo>
                    <a:pt x="48" y="190"/>
                  </a:lnTo>
                  <a:cubicBezTo>
                    <a:pt x="48" y="190"/>
                    <a:pt x="63" y="190"/>
                    <a:pt x="63" y="206"/>
                  </a:cubicBezTo>
                  <a:lnTo>
                    <a:pt x="63" y="190"/>
                  </a:lnTo>
                  <a:lnTo>
                    <a:pt x="95" y="143"/>
                  </a:lnTo>
                  <a:cubicBezTo>
                    <a:pt x="143" y="127"/>
                    <a:pt x="190" y="112"/>
                    <a:pt x="221" y="49"/>
                  </a:cubicBezTo>
                  <a:cubicBezTo>
                    <a:pt x="221" y="32"/>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47" name="Google Shape;3147;p46"/>
            <p:cNvSpPr/>
            <p:nvPr/>
          </p:nvSpPr>
          <p:spPr>
            <a:xfrm>
              <a:off x="3381933" y="1761698"/>
              <a:ext cx="5057" cy="3530"/>
            </a:xfrm>
            <a:custGeom>
              <a:avLst/>
              <a:gdLst/>
              <a:ahLst/>
              <a:cxnLst/>
              <a:rect l="l" t="t" r="r" b="b"/>
              <a:pathLst>
                <a:path w="159" h="111" extrusionOk="0">
                  <a:moveTo>
                    <a:pt x="112" y="0"/>
                  </a:moveTo>
                  <a:lnTo>
                    <a:pt x="112" y="0"/>
                  </a:lnTo>
                  <a:lnTo>
                    <a:pt x="95" y="0"/>
                  </a:lnTo>
                  <a:lnTo>
                    <a:pt x="17" y="63"/>
                  </a:lnTo>
                  <a:cubicBezTo>
                    <a:pt x="1" y="79"/>
                    <a:pt x="1" y="95"/>
                    <a:pt x="17" y="111"/>
                  </a:cubicBezTo>
                  <a:cubicBezTo>
                    <a:pt x="17" y="111"/>
                    <a:pt x="32" y="95"/>
                    <a:pt x="49" y="95"/>
                  </a:cubicBezTo>
                  <a:lnTo>
                    <a:pt x="49" y="95"/>
                  </a:lnTo>
                  <a:lnTo>
                    <a:pt x="49" y="95"/>
                  </a:lnTo>
                  <a:lnTo>
                    <a:pt x="80" y="111"/>
                  </a:lnTo>
                  <a:lnTo>
                    <a:pt x="143" y="63"/>
                  </a:lnTo>
                  <a:cubicBezTo>
                    <a:pt x="158" y="48"/>
                    <a:pt x="158" y="16"/>
                    <a:pt x="143" y="16"/>
                  </a:cubicBezTo>
                  <a:cubicBezTo>
                    <a:pt x="127" y="0"/>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48" name="Google Shape;3148;p46"/>
            <p:cNvSpPr/>
            <p:nvPr/>
          </p:nvSpPr>
          <p:spPr>
            <a:xfrm>
              <a:off x="3367907" y="1784724"/>
              <a:ext cx="6042" cy="2576"/>
            </a:xfrm>
            <a:custGeom>
              <a:avLst/>
              <a:gdLst/>
              <a:ahLst/>
              <a:cxnLst/>
              <a:rect l="l" t="t" r="r" b="b"/>
              <a:pathLst>
                <a:path w="190" h="81" extrusionOk="0">
                  <a:moveTo>
                    <a:pt x="32" y="1"/>
                  </a:moveTo>
                  <a:lnTo>
                    <a:pt x="32" y="1"/>
                  </a:lnTo>
                  <a:cubicBezTo>
                    <a:pt x="17" y="17"/>
                    <a:pt x="1" y="17"/>
                    <a:pt x="1" y="32"/>
                  </a:cubicBezTo>
                  <a:cubicBezTo>
                    <a:pt x="1" y="64"/>
                    <a:pt x="1" y="80"/>
                    <a:pt x="32" y="80"/>
                  </a:cubicBezTo>
                  <a:lnTo>
                    <a:pt x="158" y="80"/>
                  </a:lnTo>
                  <a:lnTo>
                    <a:pt x="158" y="80"/>
                  </a:lnTo>
                  <a:cubicBezTo>
                    <a:pt x="174" y="80"/>
                    <a:pt x="190" y="80"/>
                    <a:pt x="190" y="49"/>
                  </a:cubicBezTo>
                  <a:cubicBezTo>
                    <a:pt x="190" y="32"/>
                    <a:pt x="174" y="17"/>
                    <a:pt x="15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49" name="Google Shape;3149;p46"/>
            <p:cNvSpPr/>
            <p:nvPr/>
          </p:nvSpPr>
          <p:spPr>
            <a:xfrm>
              <a:off x="3437049" y="1810803"/>
              <a:ext cx="6042" cy="3562"/>
            </a:xfrm>
            <a:custGeom>
              <a:avLst/>
              <a:gdLst/>
              <a:ahLst/>
              <a:cxnLst/>
              <a:rect l="l" t="t" r="r" b="b"/>
              <a:pathLst>
                <a:path w="190" h="112" extrusionOk="0">
                  <a:moveTo>
                    <a:pt x="95" y="0"/>
                  </a:moveTo>
                  <a:cubicBezTo>
                    <a:pt x="80" y="0"/>
                    <a:pt x="64" y="17"/>
                    <a:pt x="49" y="32"/>
                  </a:cubicBezTo>
                  <a:lnTo>
                    <a:pt x="49" y="63"/>
                  </a:lnTo>
                  <a:lnTo>
                    <a:pt x="32" y="63"/>
                  </a:lnTo>
                  <a:cubicBezTo>
                    <a:pt x="1" y="80"/>
                    <a:pt x="1" y="95"/>
                    <a:pt x="1" y="111"/>
                  </a:cubicBezTo>
                  <a:lnTo>
                    <a:pt x="17" y="111"/>
                  </a:lnTo>
                  <a:cubicBezTo>
                    <a:pt x="64" y="95"/>
                    <a:pt x="112" y="95"/>
                    <a:pt x="158" y="80"/>
                  </a:cubicBezTo>
                  <a:cubicBezTo>
                    <a:pt x="143" y="80"/>
                    <a:pt x="143" y="63"/>
                    <a:pt x="143" y="63"/>
                  </a:cubicBezTo>
                  <a:cubicBezTo>
                    <a:pt x="143" y="32"/>
                    <a:pt x="158" y="32"/>
                    <a:pt x="175" y="32"/>
                  </a:cubicBezTo>
                  <a:lnTo>
                    <a:pt x="175" y="32"/>
                  </a:lnTo>
                  <a:lnTo>
                    <a:pt x="190" y="32"/>
                  </a:lnTo>
                  <a:cubicBezTo>
                    <a:pt x="190" y="17"/>
                    <a:pt x="175" y="17"/>
                    <a:pt x="175" y="17"/>
                  </a:cubicBezTo>
                  <a:lnTo>
                    <a:pt x="175" y="0"/>
                  </a:lnTo>
                  <a:lnTo>
                    <a:pt x="158" y="0"/>
                  </a:lnTo>
                  <a:cubicBezTo>
                    <a:pt x="158" y="17"/>
                    <a:pt x="143" y="32"/>
                    <a:pt x="127" y="32"/>
                  </a:cubicBezTo>
                  <a:lnTo>
                    <a:pt x="127" y="32"/>
                  </a:lnTo>
                  <a:cubicBezTo>
                    <a:pt x="112" y="32"/>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50" name="Google Shape;3150;p46"/>
            <p:cNvSpPr/>
            <p:nvPr/>
          </p:nvSpPr>
          <p:spPr>
            <a:xfrm>
              <a:off x="3285727" y="1804283"/>
              <a:ext cx="4580" cy="7060"/>
            </a:xfrm>
            <a:custGeom>
              <a:avLst/>
              <a:gdLst/>
              <a:ahLst/>
              <a:cxnLst/>
              <a:rect l="l" t="t" r="r" b="b"/>
              <a:pathLst>
                <a:path w="144" h="222" extrusionOk="0">
                  <a:moveTo>
                    <a:pt x="64" y="64"/>
                  </a:moveTo>
                  <a:lnTo>
                    <a:pt x="64" y="64"/>
                  </a:lnTo>
                  <a:lnTo>
                    <a:pt x="64" y="64"/>
                  </a:lnTo>
                  <a:close/>
                  <a:moveTo>
                    <a:pt x="49" y="1"/>
                  </a:moveTo>
                  <a:lnTo>
                    <a:pt x="49" y="16"/>
                  </a:lnTo>
                  <a:lnTo>
                    <a:pt x="17" y="16"/>
                  </a:lnTo>
                  <a:cubicBezTo>
                    <a:pt x="17" y="32"/>
                    <a:pt x="17" y="48"/>
                    <a:pt x="1" y="64"/>
                  </a:cubicBezTo>
                  <a:lnTo>
                    <a:pt x="1" y="64"/>
                  </a:lnTo>
                  <a:cubicBezTo>
                    <a:pt x="1" y="95"/>
                    <a:pt x="17" y="127"/>
                    <a:pt x="49" y="127"/>
                  </a:cubicBezTo>
                  <a:cubicBezTo>
                    <a:pt x="64" y="142"/>
                    <a:pt x="80" y="142"/>
                    <a:pt x="80" y="190"/>
                  </a:cubicBezTo>
                  <a:cubicBezTo>
                    <a:pt x="80" y="205"/>
                    <a:pt x="95" y="205"/>
                    <a:pt x="112" y="222"/>
                  </a:cubicBezTo>
                  <a:cubicBezTo>
                    <a:pt x="112" y="205"/>
                    <a:pt x="127" y="205"/>
                    <a:pt x="143" y="190"/>
                  </a:cubicBezTo>
                  <a:lnTo>
                    <a:pt x="143" y="174"/>
                  </a:lnTo>
                  <a:lnTo>
                    <a:pt x="143" y="127"/>
                  </a:lnTo>
                  <a:lnTo>
                    <a:pt x="112" y="127"/>
                  </a:lnTo>
                  <a:lnTo>
                    <a:pt x="80" y="95"/>
                  </a:lnTo>
                  <a:lnTo>
                    <a:pt x="80" y="79"/>
                  </a:lnTo>
                  <a:lnTo>
                    <a:pt x="80" y="64"/>
                  </a:lnTo>
                  <a:cubicBezTo>
                    <a:pt x="64" y="64"/>
                    <a:pt x="64" y="48"/>
                    <a:pt x="64" y="32"/>
                  </a:cubicBezTo>
                  <a:cubicBezTo>
                    <a:pt x="64" y="32"/>
                    <a:pt x="49" y="16"/>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51" name="Google Shape;3151;p46"/>
            <p:cNvSpPr/>
            <p:nvPr/>
          </p:nvSpPr>
          <p:spPr>
            <a:xfrm>
              <a:off x="3287730" y="1806287"/>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52" name="Google Shape;3152;p46"/>
            <p:cNvSpPr/>
            <p:nvPr/>
          </p:nvSpPr>
          <p:spPr>
            <a:xfrm>
              <a:off x="3196072" y="1776709"/>
              <a:ext cx="5502" cy="8587"/>
            </a:xfrm>
            <a:custGeom>
              <a:avLst/>
              <a:gdLst/>
              <a:ahLst/>
              <a:cxnLst/>
              <a:rect l="l" t="t" r="r" b="b"/>
              <a:pathLst>
                <a:path w="173" h="270" extrusionOk="0">
                  <a:moveTo>
                    <a:pt x="126" y="1"/>
                  </a:moveTo>
                  <a:lnTo>
                    <a:pt x="126" y="1"/>
                  </a:lnTo>
                  <a:cubicBezTo>
                    <a:pt x="95" y="1"/>
                    <a:pt x="95" y="17"/>
                    <a:pt x="95" y="49"/>
                  </a:cubicBezTo>
                  <a:lnTo>
                    <a:pt x="95" y="143"/>
                  </a:lnTo>
                  <a:lnTo>
                    <a:pt x="95" y="143"/>
                  </a:lnTo>
                  <a:lnTo>
                    <a:pt x="47" y="190"/>
                  </a:lnTo>
                  <a:lnTo>
                    <a:pt x="15" y="190"/>
                  </a:lnTo>
                  <a:lnTo>
                    <a:pt x="0" y="190"/>
                  </a:lnTo>
                  <a:lnTo>
                    <a:pt x="0" y="206"/>
                  </a:lnTo>
                  <a:lnTo>
                    <a:pt x="0" y="221"/>
                  </a:lnTo>
                  <a:lnTo>
                    <a:pt x="0" y="269"/>
                  </a:lnTo>
                  <a:cubicBezTo>
                    <a:pt x="0" y="253"/>
                    <a:pt x="15" y="253"/>
                    <a:pt x="15" y="253"/>
                  </a:cubicBezTo>
                  <a:lnTo>
                    <a:pt x="110" y="206"/>
                  </a:lnTo>
                  <a:lnTo>
                    <a:pt x="126" y="206"/>
                  </a:lnTo>
                  <a:lnTo>
                    <a:pt x="126" y="206"/>
                  </a:lnTo>
                  <a:lnTo>
                    <a:pt x="126" y="206"/>
                  </a:lnTo>
                  <a:lnTo>
                    <a:pt x="141" y="206"/>
                  </a:lnTo>
                  <a:cubicBezTo>
                    <a:pt x="141" y="190"/>
                    <a:pt x="141" y="190"/>
                    <a:pt x="158" y="175"/>
                  </a:cubicBezTo>
                  <a:cubicBezTo>
                    <a:pt x="173" y="175"/>
                    <a:pt x="173" y="158"/>
                    <a:pt x="173" y="158"/>
                  </a:cubicBezTo>
                  <a:lnTo>
                    <a:pt x="158" y="32"/>
                  </a:ln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53" name="Google Shape;3153;p46"/>
            <p:cNvSpPr/>
            <p:nvPr/>
          </p:nvSpPr>
          <p:spPr>
            <a:xfrm>
              <a:off x="3034700" y="1797286"/>
              <a:ext cx="2035" cy="2035"/>
            </a:xfrm>
            <a:custGeom>
              <a:avLst/>
              <a:gdLst/>
              <a:ahLst/>
              <a:cxnLst/>
              <a:rect l="l" t="t" r="r" b="b"/>
              <a:pathLst>
                <a:path w="64" h="64" extrusionOk="0">
                  <a:moveTo>
                    <a:pt x="47" y="0"/>
                  </a:moveTo>
                  <a:cubicBezTo>
                    <a:pt x="47" y="15"/>
                    <a:pt x="32" y="15"/>
                    <a:pt x="32" y="15"/>
                  </a:cubicBezTo>
                  <a:lnTo>
                    <a:pt x="16" y="15"/>
                  </a:lnTo>
                  <a:lnTo>
                    <a:pt x="16" y="0"/>
                  </a:lnTo>
                  <a:lnTo>
                    <a:pt x="16" y="47"/>
                  </a:lnTo>
                  <a:lnTo>
                    <a:pt x="1" y="63"/>
                  </a:lnTo>
                  <a:lnTo>
                    <a:pt x="16" y="63"/>
                  </a:lnTo>
                  <a:cubicBezTo>
                    <a:pt x="47" y="63"/>
                    <a:pt x="64" y="47"/>
                    <a:pt x="47"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54" name="Google Shape;3154;p46"/>
            <p:cNvSpPr/>
            <p:nvPr/>
          </p:nvSpPr>
          <p:spPr>
            <a:xfrm>
              <a:off x="3038199" y="1797286"/>
              <a:ext cx="6042" cy="2512"/>
            </a:xfrm>
            <a:custGeom>
              <a:avLst/>
              <a:gdLst/>
              <a:ahLst/>
              <a:cxnLst/>
              <a:rect l="l" t="t" r="r" b="b"/>
              <a:pathLst>
                <a:path w="190" h="79" extrusionOk="0">
                  <a:moveTo>
                    <a:pt x="158" y="0"/>
                  </a:moveTo>
                  <a:lnTo>
                    <a:pt x="158" y="0"/>
                  </a:lnTo>
                  <a:lnTo>
                    <a:pt x="32" y="0"/>
                  </a:lnTo>
                  <a:lnTo>
                    <a:pt x="32" y="0"/>
                  </a:lnTo>
                  <a:cubicBezTo>
                    <a:pt x="17" y="15"/>
                    <a:pt x="0" y="32"/>
                    <a:pt x="0" y="47"/>
                  </a:cubicBezTo>
                  <a:cubicBezTo>
                    <a:pt x="0" y="63"/>
                    <a:pt x="17" y="79"/>
                    <a:pt x="32" y="79"/>
                  </a:cubicBezTo>
                  <a:lnTo>
                    <a:pt x="32" y="79"/>
                  </a:lnTo>
                  <a:lnTo>
                    <a:pt x="158" y="79"/>
                  </a:lnTo>
                  <a:cubicBezTo>
                    <a:pt x="174" y="63"/>
                    <a:pt x="189" y="47"/>
                    <a:pt x="189" y="32"/>
                  </a:cubicBezTo>
                  <a:cubicBezTo>
                    <a:pt x="189" y="15"/>
                    <a:pt x="174"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55" name="Google Shape;3155;p46"/>
            <p:cNvSpPr/>
            <p:nvPr/>
          </p:nvSpPr>
          <p:spPr>
            <a:xfrm>
              <a:off x="3381933" y="1764687"/>
              <a:ext cx="6583" cy="3053"/>
            </a:xfrm>
            <a:custGeom>
              <a:avLst/>
              <a:gdLst/>
              <a:ahLst/>
              <a:cxnLst/>
              <a:rect l="l" t="t" r="r" b="b"/>
              <a:pathLst>
                <a:path w="207" h="96" extrusionOk="0">
                  <a:moveTo>
                    <a:pt x="49" y="1"/>
                  </a:moveTo>
                  <a:lnTo>
                    <a:pt x="49" y="1"/>
                  </a:lnTo>
                  <a:cubicBezTo>
                    <a:pt x="32" y="1"/>
                    <a:pt x="17" y="17"/>
                    <a:pt x="17" y="17"/>
                  </a:cubicBezTo>
                  <a:lnTo>
                    <a:pt x="17" y="32"/>
                  </a:lnTo>
                  <a:cubicBezTo>
                    <a:pt x="1" y="49"/>
                    <a:pt x="17" y="64"/>
                    <a:pt x="32" y="64"/>
                  </a:cubicBezTo>
                  <a:lnTo>
                    <a:pt x="158" y="95"/>
                  </a:lnTo>
                  <a:lnTo>
                    <a:pt x="158" y="95"/>
                  </a:lnTo>
                  <a:cubicBezTo>
                    <a:pt x="175" y="95"/>
                    <a:pt x="190" y="80"/>
                    <a:pt x="206" y="64"/>
                  </a:cubicBezTo>
                  <a:cubicBezTo>
                    <a:pt x="206" y="49"/>
                    <a:pt x="190" y="32"/>
                    <a:pt x="175" y="32"/>
                  </a:cubicBez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56" name="Google Shape;3156;p46"/>
            <p:cNvSpPr/>
            <p:nvPr/>
          </p:nvSpPr>
          <p:spPr>
            <a:xfrm>
              <a:off x="3290275" y="1816814"/>
              <a:ext cx="9032" cy="3021"/>
            </a:xfrm>
            <a:custGeom>
              <a:avLst/>
              <a:gdLst/>
              <a:ahLst/>
              <a:cxnLst/>
              <a:rect l="l" t="t" r="r" b="b"/>
              <a:pathLst>
                <a:path w="284" h="95" extrusionOk="0">
                  <a:moveTo>
                    <a:pt x="0" y="0"/>
                  </a:moveTo>
                  <a:lnTo>
                    <a:pt x="0" y="0"/>
                  </a:lnTo>
                  <a:lnTo>
                    <a:pt x="32" y="63"/>
                  </a:lnTo>
                  <a:cubicBezTo>
                    <a:pt x="32" y="80"/>
                    <a:pt x="47" y="95"/>
                    <a:pt x="63" y="95"/>
                  </a:cubicBezTo>
                  <a:lnTo>
                    <a:pt x="63" y="95"/>
                  </a:lnTo>
                  <a:lnTo>
                    <a:pt x="189" y="80"/>
                  </a:lnTo>
                  <a:cubicBezTo>
                    <a:pt x="189" y="80"/>
                    <a:pt x="189" y="63"/>
                    <a:pt x="204" y="63"/>
                  </a:cubicBezTo>
                  <a:lnTo>
                    <a:pt x="204" y="63"/>
                  </a:lnTo>
                  <a:lnTo>
                    <a:pt x="221" y="63"/>
                  </a:lnTo>
                  <a:lnTo>
                    <a:pt x="221" y="80"/>
                  </a:lnTo>
                  <a:lnTo>
                    <a:pt x="252" y="63"/>
                  </a:lnTo>
                  <a:cubicBezTo>
                    <a:pt x="267" y="63"/>
                    <a:pt x="284" y="48"/>
                    <a:pt x="284" y="32"/>
                  </a:cubicBezTo>
                  <a:cubicBezTo>
                    <a:pt x="284" y="17"/>
                    <a:pt x="267" y="17"/>
                    <a:pt x="267" y="17"/>
                  </a:cubicBezTo>
                  <a:cubicBezTo>
                    <a:pt x="252" y="17"/>
                    <a:pt x="252" y="32"/>
                    <a:pt x="236" y="32"/>
                  </a:cubicBezTo>
                  <a:lnTo>
                    <a:pt x="236" y="48"/>
                  </a:lnTo>
                  <a:cubicBezTo>
                    <a:pt x="221" y="48"/>
                    <a:pt x="221" y="63"/>
                    <a:pt x="204" y="63"/>
                  </a:cubicBezTo>
                  <a:cubicBezTo>
                    <a:pt x="189" y="63"/>
                    <a:pt x="189" y="48"/>
                    <a:pt x="173" y="48"/>
                  </a:cubicBezTo>
                  <a:lnTo>
                    <a:pt x="173" y="32"/>
                  </a:lnTo>
                  <a:lnTo>
                    <a:pt x="173" y="32"/>
                  </a:lnTo>
                  <a:lnTo>
                    <a:pt x="126" y="48"/>
                  </a:lnTo>
                  <a:lnTo>
                    <a:pt x="110" y="48"/>
                  </a:lnTo>
                  <a:cubicBezTo>
                    <a:pt x="110" y="48"/>
                    <a:pt x="95" y="48"/>
                    <a:pt x="78" y="32"/>
                  </a:cubicBezTo>
                  <a:lnTo>
                    <a:pt x="78" y="17"/>
                  </a:lnTo>
                  <a:lnTo>
                    <a:pt x="78" y="17"/>
                  </a:lnTo>
                  <a:lnTo>
                    <a:pt x="78" y="17"/>
                  </a:lnTo>
                  <a:lnTo>
                    <a:pt x="63" y="32"/>
                  </a:lnTo>
                  <a:cubicBezTo>
                    <a:pt x="63" y="32"/>
                    <a:pt x="47" y="48"/>
                    <a:pt x="32" y="48"/>
                  </a:cubicBezTo>
                  <a:lnTo>
                    <a:pt x="15" y="32"/>
                  </a:lnTo>
                  <a:cubicBezTo>
                    <a:pt x="0" y="32"/>
                    <a:pt x="0" y="17"/>
                    <a:pt x="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57" name="Google Shape;3157;p46"/>
            <p:cNvSpPr/>
            <p:nvPr/>
          </p:nvSpPr>
          <p:spPr>
            <a:xfrm>
              <a:off x="3384954" y="1778713"/>
              <a:ext cx="11035" cy="3053"/>
            </a:xfrm>
            <a:custGeom>
              <a:avLst/>
              <a:gdLst/>
              <a:ahLst/>
              <a:cxnLst/>
              <a:rect l="l" t="t" r="r" b="b"/>
              <a:pathLst>
                <a:path w="347" h="96" extrusionOk="0">
                  <a:moveTo>
                    <a:pt x="315" y="1"/>
                  </a:moveTo>
                  <a:lnTo>
                    <a:pt x="300" y="1"/>
                  </a:lnTo>
                  <a:lnTo>
                    <a:pt x="269" y="1"/>
                  </a:lnTo>
                  <a:lnTo>
                    <a:pt x="221" y="1"/>
                  </a:lnTo>
                  <a:cubicBezTo>
                    <a:pt x="221" y="17"/>
                    <a:pt x="221" y="17"/>
                    <a:pt x="206" y="17"/>
                  </a:cubicBezTo>
                  <a:lnTo>
                    <a:pt x="111" y="32"/>
                  </a:lnTo>
                  <a:lnTo>
                    <a:pt x="95" y="49"/>
                  </a:lnTo>
                  <a:cubicBezTo>
                    <a:pt x="80" y="49"/>
                    <a:pt x="63" y="32"/>
                    <a:pt x="63" y="17"/>
                  </a:cubicBezTo>
                  <a:lnTo>
                    <a:pt x="63" y="1"/>
                  </a:lnTo>
                  <a:lnTo>
                    <a:pt x="63" y="1"/>
                  </a:lnTo>
                  <a:cubicBezTo>
                    <a:pt x="48" y="1"/>
                    <a:pt x="48" y="17"/>
                    <a:pt x="32" y="17"/>
                  </a:cubicBezTo>
                  <a:lnTo>
                    <a:pt x="32" y="17"/>
                  </a:lnTo>
                  <a:lnTo>
                    <a:pt x="17" y="32"/>
                  </a:lnTo>
                  <a:cubicBezTo>
                    <a:pt x="0" y="49"/>
                    <a:pt x="17" y="80"/>
                    <a:pt x="17" y="80"/>
                  </a:cubicBezTo>
                  <a:cubicBezTo>
                    <a:pt x="32" y="95"/>
                    <a:pt x="32" y="95"/>
                    <a:pt x="48" y="95"/>
                  </a:cubicBezTo>
                  <a:cubicBezTo>
                    <a:pt x="48" y="95"/>
                    <a:pt x="63" y="95"/>
                    <a:pt x="80" y="80"/>
                  </a:cubicBezTo>
                  <a:lnTo>
                    <a:pt x="80" y="80"/>
                  </a:lnTo>
                  <a:lnTo>
                    <a:pt x="111" y="80"/>
                  </a:lnTo>
                  <a:lnTo>
                    <a:pt x="174" y="80"/>
                  </a:lnTo>
                  <a:lnTo>
                    <a:pt x="206" y="80"/>
                  </a:lnTo>
                  <a:lnTo>
                    <a:pt x="206" y="80"/>
                  </a:lnTo>
                  <a:cubicBezTo>
                    <a:pt x="237" y="80"/>
                    <a:pt x="252" y="64"/>
                    <a:pt x="284" y="64"/>
                  </a:cubicBezTo>
                  <a:lnTo>
                    <a:pt x="315" y="64"/>
                  </a:lnTo>
                  <a:cubicBezTo>
                    <a:pt x="315" y="64"/>
                    <a:pt x="332" y="64"/>
                    <a:pt x="332" y="49"/>
                  </a:cubicBezTo>
                  <a:cubicBezTo>
                    <a:pt x="347" y="49"/>
                    <a:pt x="347" y="32"/>
                    <a:pt x="347" y="32"/>
                  </a:cubicBezTo>
                  <a:cubicBezTo>
                    <a:pt x="347" y="17"/>
                    <a:pt x="332" y="1"/>
                    <a:pt x="3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58" name="Google Shape;3158;p46"/>
            <p:cNvSpPr/>
            <p:nvPr/>
          </p:nvSpPr>
          <p:spPr>
            <a:xfrm>
              <a:off x="3206567" y="1794265"/>
              <a:ext cx="2544" cy="7537"/>
            </a:xfrm>
            <a:custGeom>
              <a:avLst/>
              <a:gdLst/>
              <a:ahLst/>
              <a:cxnLst/>
              <a:rect l="l" t="t" r="r" b="b"/>
              <a:pathLst>
                <a:path w="80" h="237" extrusionOk="0">
                  <a:moveTo>
                    <a:pt x="48" y="1"/>
                  </a:moveTo>
                  <a:lnTo>
                    <a:pt x="48" y="1"/>
                  </a:lnTo>
                  <a:cubicBezTo>
                    <a:pt x="32" y="1"/>
                    <a:pt x="17" y="1"/>
                    <a:pt x="17" y="16"/>
                  </a:cubicBezTo>
                  <a:cubicBezTo>
                    <a:pt x="17" y="32"/>
                    <a:pt x="17" y="32"/>
                    <a:pt x="0" y="32"/>
                  </a:cubicBezTo>
                  <a:lnTo>
                    <a:pt x="0" y="79"/>
                  </a:lnTo>
                  <a:lnTo>
                    <a:pt x="0" y="174"/>
                  </a:lnTo>
                  <a:lnTo>
                    <a:pt x="0" y="205"/>
                  </a:lnTo>
                  <a:cubicBezTo>
                    <a:pt x="0" y="221"/>
                    <a:pt x="17" y="237"/>
                    <a:pt x="32" y="237"/>
                  </a:cubicBezTo>
                  <a:lnTo>
                    <a:pt x="48" y="237"/>
                  </a:lnTo>
                  <a:cubicBezTo>
                    <a:pt x="63" y="237"/>
                    <a:pt x="80" y="221"/>
                    <a:pt x="80" y="205"/>
                  </a:cubicBezTo>
                  <a:lnTo>
                    <a:pt x="80" y="158"/>
                  </a:lnTo>
                  <a:cubicBezTo>
                    <a:pt x="63" y="127"/>
                    <a:pt x="63" y="95"/>
                    <a:pt x="63" y="64"/>
                  </a:cubicBezTo>
                  <a:lnTo>
                    <a:pt x="80" y="47"/>
                  </a:lnTo>
                  <a:lnTo>
                    <a:pt x="80" y="47"/>
                  </a:lnTo>
                  <a:cubicBezTo>
                    <a:pt x="63" y="47"/>
                    <a:pt x="48" y="32"/>
                    <a:pt x="48"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59" name="Google Shape;3159;p46"/>
            <p:cNvSpPr/>
            <p:nvPr/>
          </p:nvSpPr>
          <p:spPr>
            <a:xfrm>
              <a:off x="3274214" y="1781734"/>
              <a:ext cx="6551" cy="3021"/>
            </a:xfrm>
            <a:custGeom>
              <a:avLst/>
              <a:gdLst/>
              <a:ahLst/>
              <a:cxnLst/>
              <a:rect l="l" t="t" r="r" b="b"/>
              <a:pathLst>
                <a:path w="206" h="95" extrusionOk="0">
                  <a:moveTo>
                    <a:pt x="174" y="0"/>
                  </a:moveTo>
                  <a:lnTo>
                    <a:pt x="32" y="32"/>
                  </a:lnTo>
                  <a:cubicBezTo>
                    <a:pt x="16" y="32"/>
                    <a:pt x="1" y="63"/>
                    <a:pt x="16" y="80"/>
                  </a:cubicBezTo>
                  <a:cubicBezTo>
                    <a:pt x="16" y="95"/>
                    <a:pt x="32" y="95"/>
                    <a:pt x="48" y="95"/>
                  </a:cubicBezTo>
                  <a:lnTo>
                    <a:pt x="48" y="95"/>
                  </a:lnTo>
                  <a:lnTo>
                    <a:pt x="205" y="63"/>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60" name="Google Shape;3160;p46"/>
            <p:cNvSpPr/>
            <p:nvPr/>
          </p:nvSpPr>
          <p:spPr>
            <a:xfrm>
              <a:off x="3334355" y="1786727"/>
              <a:ext cx="8046" cy="5057"/>
            </a:xfrm>
            <a:custGeom>
              <a:avLst/>
              <a:gdLst/>
              <a:ahLst/>
              <a:cxnLst/>
              <a:rect l="l" t="t" r="r" b="b"/>
              <a:pathLst>
                <a:path w="253" h="159" extrusionOk="0">
                  <a:moveTo>
                    <a:pt x="221" y="1"/>
                  </a:moveTo>
                  <a:lnTo>
                    <a:pt x="205" y="1"/>
                  </a:lnTo>
                  <a:lnTo>
                    <a:pt x="205" y="1"/>
                  </a:lnTo>
                  <a:lnTo>
                    <a:pt x="79" y="17"/>
                  </a:lnTo>
                  <a:cubicBezTo>
                    <a:pt x="64" y="32"/>
                    <a:pt x="47" y="49"/>
                    <a:pt x="47" y="64"/>
                  </a:cubicBezTo>
                  <a:lnTo>
                    <a:pt x="64" y="95"/>
                  </a:lnTo>
                  <a:lnTo>
                    <a:pt x="47" y="95"/>
                  </a:lnTo>
                  <a:lnTo>
                    <a:pt x="47" y="95"/>
                  </a:lnTo>
                  <a:cubicBezTo>
                    <a:pt x="32" y="95"/>
                    <a:pt x="16" y="112"/>
                    <a:pt x="16" y="112"/>
                  </a:cubicBezTo>
                  <a:lnTo>
                    <a:pt x="1" y="143"/>
                  </a:lnTo>
                  <a:lnTo>
                    <a:pt x="95" y="158"/>
                  </a:lnTo>
                  <a:lnTo>
                    <a:pt x="127" y="127"/>
                  </a:lnTo>
                  <a:lnTo>
                    <a:pt x="127" y="127"/>
                  </a:lnTo>
                  <a:cubicBezTo>
                    <a:pt x="110" y="112"/>
                    <a:pt x="110" y="112"/>
                    <a:pt x="110" y="95"/>
                  </a:cubicBezTo>
                  <a:cubicBezTo>
                    <a:pt x="110" y="80"/>
                    <a:pt x="127" y="64"/>
                    <a:pt x="142" y="64"/>
                  </a:cubicBezTo>
                  <a:lnTo>
                    <a:pt x="205" y="49"/>
                  </a:lnTo>
                  <a:lnTo>
                    <a:pt x="205" y="49"/>
                  </a:lnTo>
                  <a:cubicBezTo>
                    <a:pt x="221" y="49"/>
                    <a:pt x="236" y="64"/>
                    <a:pt x="236" y="64"/>
                  </a:cubicBezTo>
                  <a:lnTo>
                    <a:pt x="253" y="80"/>
                  </a:lnTo>
                  <a:lnTo>
                    <a:pt x="253" y="32"/>
                  </a:lnTo>
                  <a:cubicBezTo>
                    <a:pt x="253" y="17"/>
                    <a:pt x="236" y="17"/>
                    <a:pt x="236" y="17"/>
                  </a:cubicBezTo>
                  <a:cubicBezTo>
                    <a:pt x="236" y="1"/>
                    <a:pt x="221" y="1"/>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61" name="Google Shape;3161;p46"/>
            <p:cNvSpPr/>
            <p:nvPr/>
          </p:nvSpPr>
          <p:spPr>
            <a:xfrm>
              <a:off x="3130398" y="1833352"/>
              <a:ext cx="7028" cy="4039"/>
            </a:xfrm>
            <a:custGeom>
              <a:avLst/>
              <a:gdLst/>
              <a:ahLst/>
              <a:cxnLst/>
              <a:rect l="l" t="t" r="r" b="b"/>
              <a:pathLst>
                <a:path w="221" h="127" extrusionOk="0">
                  <a:moveTo>
                    <a:pt x="80" y="1"/>
                  </a:moveTo>
                  <a:lnTo>
                    <a:pt x="80" y="1"/>
                  </a:lnTo>
                  <a:lnTo>
                    <a:pt x="48" y="1"/>
                  </a:lnTo>
                  <a:lnTo>
                    <a:pt x="32" y="1"/>
                  </a:lnTo>
                  <a:cubicBezTo>
                    <a:pt x="17" y="1"/>
                    <a:pt x="0" y="16"/>
                    <a:pt x="17" y="47"/>
                  </a:cubicBezTo>
                  <a:cubicBezTo>
                    <a:pt x="17" y="64"/>
                    <a:pt x="32" y="79"/>
                    <a:pt x="48" y="79"/>
                  </a:cubicBezTo>
                  <a:lnTo>
                    <a:pt x="48" y="79"/>
                  </a:lnTo>
                  <a:lnTo>
                    <a:pt x="63" y="64"/>
                  </a:lnTo>
                  <a:lnTo>
                    <a:pt x="80" y="64"/>
                  </a:lnTo>
                  <a:cubicBezTo>
                    <a:pt x="111" y="79"/>
                    <a:pt x="126" y="79"/>
                    <a:pt x="143" y="95"/>
                  </a:cubicBezTo>
                  <a:cubicBezTo>
                    <a:pt x="158" y="110"/>
                    <a:pt x="158" y="110"/>
                    <a:pt x="174" y="110"/>
                  </a:cubicBezTo>
                  <a:lnTo>
                    <a:pt x="189" y="127"/>
                  </a:lnTo>
                  <a:cubicBezTo>
                    <a:pt x="206" y="127"/>
                    <a:pt x="206" y="110"/>
                    <a:pt x="221" y="110"/>
                  </a:cubicBezTo>
                  <a:cubicBezTo>
                    <a:pt x="221" y="79"/>
                    <a:pt x="221" y="64"/>
                    <a:pt x="206" y="64"/>
                  </a:cubicBezTo>
                  <a:cubicBezTo>
                    <a:pt x="206" y="47"/>
                    <a:pt x="189" y="47"/>
                    <a:pt x="174" y="47"/>
                  </a:cubicBezTo>
                  <a:cubicBezTo>
                    <a:pt x="158" y="32"/>
                    <a:pt x="143"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62" name="Google Shape;3162;p46"/>
            <p:cNvSpPr/>
            <p:nvPr/>
          </p:nvSpPr>
          <p:spPr>
            <a:xfrm>
              <a:off x="3423023" y="1778236"/>
              <a:ext cx="9573" cy="12053"/>
            </a:xfrm>
            <a:custGeom>
              <a:avLst/>
              <a:gdLst/>
              <a:ahLst/>
              <a:cxnLst/>
              <a:rect l="l" t="t" r="r" b="b"/>
              <a:pathLst>
                <a:path w="301" h="379" extrusionOk="0">
                  <a:moveTo>
                    <a:pt x="190" y="173"/>
                  </a:moveTo>
                  <a:cubicBezTo>
                    <a:pt x="175" y="173"/>
                    <a:pt x="175" y="173"/>
                    <a:pt x="158" y="190"/>
                  </a:cubicBezTo>
                  <a:cubicBezTo>
                    <a:pt x="143" y="221"/>
                    <a:pt x="158" y="236"/>
                    <a:pt x="190" y="284"/>
                  </a:cubicBezTo>
                  <a:lnTo>
                    <a:pt x="158" y="299"/>
                  </a:lnTo>
                  <a:lnTo>
                    <a:pt x="158" y="299"/>
                  </a:lnTo>
                  <a:cubicBezTo>
                    <a:pt x="143" y="284"/>
                    <a:pt x="143" y="268"/>
                    <a:pt x="127" y="253"/>
                  </a:cubicBezTo>
                  <a:lnTo>
                    <a:pt x="127" y="253"/>
                  </a:lnTo>
                  <a:lnTo>
                    <a:pt x="112" y="253"/>
                  </a:lnTo>
                  <a:lnTo>
                    <a:pt x="49" y="236"/>
                  </a:lnTo>
                  <a:cubicBezTo>
                    <a:pt x="64" y="253"/>
                    <a:pt x="64" y="268"/>
                    <a:pt x="80" y="284"/>
                  </a:cubicBezTo>
                  <a:lnTo>
                    <a:pt x="112" y="284"/>
                  </a:lnTo>
                  <a:lnTo>
                    <a:pt x="112" y="284"/>
                  </a:lnTo>
                  <a:lnTo>
                    <a:pt x="112" y="284"/>
                  </a:lnTo>
                  <a:cubicBezTo>
                    <a:pt x="127" y="284"/>
                    <a:pt x="143" y="284"/>
                    <a:pt x="143" y="299"/>
                  </a:cubicBezTo>
                  <a:cubicBezTo>
                    <a:pt x="158" y="316"/>
                    <a:pt x="143" y="316"/>
                    <a:pt x="143" y="331"/>
                  </a:cubicBezTo>
                  <a:cubicBezTo>
                    <a:pt x="158" y="331"/>
                    <a:pt x="158" y="347"/>
                    <a:pt x="158" y="362"/>
                  </a:cubicBezTo>
                  <a:lnTo>
                    <a:pt x="158" y="379"/>
                  </a:lnTo>
                  <a:lnTo>
                    <a:pt x="175" y="379"/>
                  </a:lnTo>
                  <a:lnTo>
                    <a:pt x="175" y="379"/>
                  </a:lnTo>
                  <a:cubicBezTo>
                    <a:pt x="175" y="379"/>
                    <a:pt x="190" y="379"/>
                    <a:pt x="190" y="362"/>
                  </a:cubicBezTo>
                  <a:lnTo>
                    <a:pt x="253" y="316"/>
                  </a:lnTo>
                  <a:cubicBezTo>
                    <a:pt x="253" y="316"/>
                    <a:pt x="269" y="284"/>
                    <a:pt x="253" y="284"/>
                  </a:cubicBezTo>
                  <a:cubicBezTo>
                    <a:pt x="253" y="268"/>
                    <a:pt x="253" y="268"/>
                    <a:pt x="238" y="253"/>
                  </a:cubicBezTo>
                  <a:lnTo>
                    <a:pt x="284" y="221"/>
                  </a:lnTo>
                  <a:lnTo>
                    <a:pt x="284" y="221"/>
                  </a:lnTo>
                  <a:lnTo>
                    <a:pt x="301" y="190"/>
                  </a:lnTo>
                  <a:cubicBezTo>
                    <a:pt x="301" y="190"/>
                    <a:pt x="284" y="190"/>
                    <a:pt x="284" y="173"/>
                  </a:cubicBezTo>
                  <a:lnTo>
                    <a:pt x="284" y="173"/>
                  </a:lnTo>
                  <a:lnTo>
                    <a:pt x="238" y="205"/>
                  </a:lnTo>
                  <a:lnTo>
                    <a:pt x="221" y="205"/>
                  </a:lnTo>
                  <a:cubicBezTo>
                    <a:pt x="221" y="205"/>
                    <a:pt x="206" y="205"/>
                    <a:pt x="190" y="190"/>
                  </a:cubicBezTo>
                  <a:lnTo>
                    <a:pt x="190" y="173"/>
                  </a:lnTo>
                  <a:close/>
                  <a:moveTo>
                    <a:pt x="17" y="47"/>
                  </a:moveTo>
                  <a:lnTo>
                    <a:pt x="17" y="47"/>
                  </a:lnTo>
                  <a:lnTo>
                    <a:pt x="17" y="47"/>
                  </a:lnTo>
                  <a:close/>
                  <a:moveTo>
                    <a:pt x="32" y="1"/>
                  </a:moveTo>
                  <a:lnTo>
                    <a:pt x="32" y="1"/>
                  </a:lnTo>
                  <a:cubicBezTo>
                    <a:pt x="32" y="1"/>
                    <a:pt x="17" y="1"/>
                    <a:pt x="17" y="16"/>
                  </a:cubicBezTo>
                  <a:cubicBezTo>
                    <a:pt x="1" y="32"/>
                    <a:pt x="1" y="47"/>
                    <a:pt x="17" y="64"/>
                  </a:cubicBezTo>
                  <a:lnTo>
                    <a:pt x="17" y="64"/>
                  </a:lnTo>
                  <a:cubicBezTo>
                    <a:pt x="17" y="95"/>
                    <a:pt x="17" y="142"/>
                    <a:pt x="32" y="173"/>
                  </a:cubicBezTo>
                  <a:lnTo>
                    <a:pt x="95" y="173"/>
                  </a:lnTo>
                  <a:cubicBezTo>
                    <a:pt x="95" y="142"/>
                    <a:pt x="80" y="95"/>
                    <a:pt x="95" y="47"/>
                  </a:cubicBezTo>
                  <a:cubicBezTo>
                    <a:pt x="95" y="32"/>
                    <a:pt x="80" y="16"/>
                    <a:pt x="64" y="16"/>
                  </a:cubicBezTo>
                  <a:lnTo>
                    <a:pt x="64" y="16"/>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63" name="Google Shape;3163;p46"/>
            <p:cNvSpPr/>
            <p:nvPr/>
          </p:nvSpPr>
          <p:spPr>
            <a:xfrm>
              <a:off x="3423564" y="1779731"/>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64" name="Google Shape;3164;p46"/>
            <p:cNvSpPr/>
            <p:nvPr/>
          </p:nvSpPr>
          <p:spPr>
            <a:xfrm>
              <a:off x="3440070" y="1796746"/>
              <a:ext cx="2035" cy="3053"/>
            </a:xfrm>
            <a:custGeom>
              <a:avLst/>
              <a:gdLst/>
              <a:ahLst/>
              <a:cxnLst/>
              <a:rect l="l" t="t" r="r" b="b"/>
              <a:pathLst>
                <a:path w="64" h="96" extrusionOk="0">
                  <a:moveTo>
                    <a:pt x="17" y="1"/>
                  </a:moveTo>
                  <a:cubicBezTo>
                    <a:pt x="0" y="1"/>
                    <a:pt x="0" y="17"/>
                    <a:pt x="0" y="32"/>
                  </a:cubicBezTo>
                  <a:lnTo>
                    <a:pt x="0" y="49"/>
                  </a:lnTo>
                  <a:cubicBezTo>
                    <a:pt x="0" y="80"/>
                    <a:pt x="17" y="96"/>
                    <a:pt x="32" y="96"/>
                  </a:cubicBezTo>
                  <a:lnTo>
                    <a:pt x="32" y="96"/>
                  </a:lnTo>
                  <a:lnTo>
                    <a:pt x="32" y="96"/>
                  </a:lnTo>
                  <a:cubicBezTo>
                    <a:pt x="17" y="80"/>
                    <a:pt x="17" y="64"/>
                    <a:pt x="32" y="49"/>
                  </a:cubicBezTo>
                  <a:cubicBezTo>
                    <a:pt x="32" y="32"/>
                    <a:pt x="48" y="32"/>
                    <a:pt x="63" y="32"/>
                  </a:cubicBezTo>
                  <a:lnTo>
                    <a:pt x="63" y="32"/>
                  </a:lnTo>
                  <a:lnTo>
                    <a:pt x="63" y="32"/>
                  </a:lnTo>
                  <a:lnTo>
                    <a:pt x="63" y="32"/>
                  </a:lnTo>
                  <a:lnTo>
                    <a:pt x="48" y="32"/>
                  </a:lnTo>
                  <a:lnTo>
                    <a:pt x="48" y="32"/>
                  </a:lnTo>
                  <a:cubicBezTo>
                    <a:pt x="32"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65" name="Google Shape;3165;p46"/>
            <p:cNvSpPr/>
            <p:nvPr/>
          </p:nvSpPr>
          <p:spPr>
            <a:xfrm>
              <a:off x="3332351" y="1811312"/>
              <a:ext cx="7060" cy="6042"/>
            </a:xfrm>
            <a:custGeom>
              <a:avLst/>
              <a:gdLst/>
              <a:ahLst/>
              <a:cxnLst/>
              <a:rect l="l" t="t" r="r" b="b"/>
              <a:pathLst>
                <a:path w="222" h="190" extrusionOk="0">
                  <a:moveTo>
                    <a:pt x="221" y="16"/>
                  </a:moveTo>
                  <a:lnTo>
                    <a:pt x="221" y="16"/>
                  </a:lnTo>
                  <a:lnTo>
                    <a:pt x="221" y="16"/>
                  </a:lnTo>
                  <a:lnTo>
                    <a:pt x="221" y="16"/>
                  </a:lnTo>
                  <a:lnTo>
                    <a:pt x="221" y="16"/>
                  </a:lnTo>
                  <a:lnTo>
                    <a:pt x="221" y="16"/>
                  </a:lnTo>
                  <a:close/>
                  <a:moveTo>
                    <a:pt x="32" y="1"/>
                  </a:moveTo>
                  <a:lnTo>
                    <a:pt x="32" y="1"/>
                  </a:lnTo>
                  <a:cubicBezTo>
                    <a:pt x="16" y="1"/>
                    <a:pt x="16" y="16"/>
                    <a:pt x="1" y="16"/>
                  </a:cubicBezTo>
                  <a:cubicBezTo>
                    <a:pt x="1" y="32"/>
                    <a:pt x="1" y="47"/>
                    <a:pt x="16" y="64"/>
                  </a:cubicBezTo>
                  <a:lnTo>
                    <a:pt x="32" y="79"/>
                  </a:lnTo>
                  <a:lnTo>
                    <a:pt x="32" y="79"/>
                  </a:lnTo>
                  <a:cubicBezTo>
                    <a:pt x="47" y="64"/>
                    <a:pt x="47" y="47"/>
                    <a:pt x="64" y="47"/>
                  </a:cubicBezTo>
                  <a:lnTo>
                    <a:pt x="79" y="47"/>
                  </a:lnTo>
                  <a:lnTo>
                    <a:pt x="79" y="47"/>
                  </a:lnTo>
                  <a:cubicBezTo>
                    <a:pt x="95" y="47"/>
                    <a:pt x="110" y="79"/>
                    <a:pt x="110" y="95"/>
                  </a:cubicBezTo>
                  <a:lnTo>
                    <a:pt x="95" y="110"/>
                  </a:lnTo>
                  <a:lnTo>
                    <a:pt x="110" y="110"/>
                  </a:lnTo>
                  <a:cubicBezTo>
                    <a:pt x="127" y="110"/>
                    <a:pt x="142" y="127"/>
                    <a:pt x="142" y="142"/>
                  </a:cubicBezTo>
                  <a:cubicBezTo>
                    <a:pt x="142" y="158"/>
                    <a:pt x="142" y="158"/>
                    <a:pt x="127" y="173"/>
                  </a:cubicBezTo>
                  <a:lnTo>
                    <a:pt x="127" y="173"/>
                  </a:lnTo>
                  <a:cubicBezTo>
                    <a:pt x="142" y="173"/>
                    <a:pt x="142" y="190"/>
                    <a:pt x="142" y="190"/>
                  </a:cubicBezTo>
                  <a:lnTo>
                    <a:pt x="173" y="173"/>
                  </a:lnTo>
                  <a:lnTo>
                    <a:pt x="190" y="173"/>
                  </a:lnTo>
                  <a:lnTo>
                    <a:pt x="190" y="173"/>
                  </a:lnTo>
                  <a:lnTo>
                    <a:pt x="190" y="173"/>
                  </a:lnTo>
                  <a:lnTo>
                    <a:pt x="205" y="142"/>
                  </a:lnTo>
                  <a:cubicBezTo>
                    <a:pt x="190" y="142"/>
                    <a:pt x="190" y="142"/>
                    <a:pt x="190" y="127"/>
                  </a:cubicBezTo>
                  <a:lnTo>
                    <a:pt x="190" y="110"/>
                  </a:lnTo>
                  <a:cubicBezTo>
                    <a:pt x="173" y="110"/>
                    <a:pt x="173" y="95"/>
                    <a:pt x="158" y="79"/>
                  </a:cubicBezTo>
                  <a:lnTo>
                    <a:pt x="158" y="79"/>
                  </a:lnTo>
                  <a:lnTo>
                    <a:pt x="158" y="95"/>
                  </a:lnTo>
                  <a:lnTo>
                    <a:pt x="127" y="79"/>
                  </a:lnTo>
                  <a:lnTo>
                    <a:pt x="142" y="79"/>
                  </a:lnTo>
                  <a:lnTo>
                    <a:pt x="158" y="79"/>
                  </a:lnTo>
                  <a:lnTo>
                    <a:pt x="142" y="32"/>
                  </a:lnTo>
                  <a:lnTo>
                    <a:pt x="127" y="47"/>
                  </a:lnTo>
                  <a:lnTo>
                    <a:pt x="110" y="47"/>
                  </a:lnTo>
                  <a:lnTo>
                    <a:pt x="79" y="47"/>
                  </a:lnTo>
                  <a:lnTo>
                    <a:pt x="79" y="47"/>
                  </a:lnTo>
                  <a:lnTo>
                    <a:pt x="79" y="47"/>
                  </a:lnTo>
                  <a:cubicBezTo>
                    <a:pt x="64" y="47"/>
                    <a:pt x="47" y="32"/>
                    <a:pt x="4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66" name="Google Shape;3166;p46"/>
            <p:cNvSpPr/>
            <p:nvPr/>
          </p:nvSpPr>
          <p:spPr>
            <a:xfrm>
              <a:off x="3429034" y="1749167"/>
              <a:ext cx="8587" cy="4516"/>
            </a:xfrm>
            <a:custGeom>
              <a:avLst/>
              <a:gdLst/>
              <a:ahLst/>
              <a:cxnLst/>
              <a:rect l="l" t="t" r="r" b="b"/>
              <a:pathLst>
                <a:path w="270" h="142" extrusionOk="0">
                  <a:moveTo>
                    <a:pt x="221" y="1"/>
                  </a:moveTo>
                  <a:cubicBezTo>
                    <a:pt x="206" y="16"/>
                    <a:pt x="175" y="16"/>
                    <a:pt x="158" y="16"/>
                  </a:cubicBezTo>
                  <a:cubicBezTo>
                    <a:pt x="158" y="32"/>
                    <a:pt x="158" y="32"/>
                    <a:pt x="175" y="47"/>
                  </a:cubicBezTo>
                  <a:cubicBezTo>
                    <a:pt x="143" y="64"/>
                    <a:pt x="95" y="64"/>
                    <a:pt x="64" y="79"/>
                  </a:cubicBezTo>
                  <a:cubicBezTo>
                    <a:pt x="49" y="79"/>
                    <a:pt x="32" y="95"/>
                    <a:pt x="17" y="110"/>
                  </a:cubicBezTo>
                  <a:lnTo>
                    <a:pt x="1" y="110"/>
                  </a:lnTo>
                  <a:lnTo>
                    <a:pt x="1" y="110"/>
                  </a:lnTo>
                  <a:lnTo>
                    <a:pt x="64" y="127"/>
                  </a:lnTo>
                  <a:cubicBezTo>
                    <a:pt x="80" y="127"/>
                    <a:pt x="95" y="127"/>
                    <a:pt x="95" y="142"/>
                  </a:cubicBezTo>
                  <a:cubicBezTo>
                    <a:pt x="112" y="127"/>
                    <a:pt x="143" y="127"/>
                    <a:pt x="158" y="127"/>
                  </a:cubicBezTo>
                  <a:lnTo>
                    <a:pt x="175" y="110"/>
                  </a:lnTo>
                  <a:cubicBezTo>
                    <a:pt x="175" y="95"/>
                    <a:pt x="175" y="79"/>
                    <a:pt x="190" y="64"/>
                  </a:cubicBezTo>
                  <a:lnTo>
                    <a:pt x="206" y="64"/>
                  </a:lnTo>
                  <a:lnTo>
                    <a:pt x="221" y="64"/>
                  </a:lnTo>
                  <a:cubicBezTo>
                    <a:pt x="238" y="64"/>
                    <a:pt x="238" y="64"/>
                    <a:pt x="238" y="47"/>
                  </a:cubicBezTo>
                  <a:lnTo>
                    <a:pt x="253" y="47"/>
                  </a:lnTo>
                  <a:lnTo>
                    <a:pt x="253" y="64"/>
                  </a:lnTo>
                  <a:lnTo>
                    <a:pt x="269" y="64"/>
                  </a:lnTo>
                  <a:cubicBezTo>
                    <a:pt x="269" y="64"/>
                    <a:pt x="269" y="47"/>
                    <a:pt x="253" y="47"/>
                  </a:cubicBezTo>
                  <a:cubicBezTo>
                    <a:pt x="253" y="32"/>
                    <a:pt x="238" y="32"/>
                    <a:pt x="238"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67" name="Google Shape;3167;p46"/>
            <p:cNvSpPr/>
            <p:nvPr/>
          </p:nvSpPr>
          <p:spPr>
            <a:xfrm>
              <a:off x="3277712" y="1807304"/>
              <a:ext cx="2544" cy="7060"/>
            </a:xfrm>
            <a:custGeom>
              <a:avLst/>
              <a:gdLst/>
              <a:ahLst/>
              <a:cxnLst/>
              <a:rect l="l" t="t" r="r" b="b"/>
              <a:pathLst>
                <a:path w="80" h="222" extrusionOk="0">
                  <a:moveTo>
                    <a:pt x="48" y="0"/>
                  </a:moveTo>
                  <a:lnTo>
                    <a:pt x="48" y="0"/>
                  </a:lnTo>
                  <a:cubicBezTo>
                    <a:pt x="32" y="0"/>
                    <a:pt x="17" y="16"/>
                    <a:pt x="17" y="32"/>
                  </a:cubicBezTo>
                  <a:cubicBezTo>
                    <a:pt x="1" y="47"/>
                    <a:pt x="1" y="63"/>
                    <a:pt x="1" y="79"/>
                  </a:cubicBezTo>
                  <a:lnTo>
                    <a:pt x="1" y="142"/>
                  </a:lnTo>
                  <a:lnTo>
                    <a:pt x="1" y="158"/>
                  </a:lnTo>
                  <a:lnTo>
                    <a:pt x="1" y="221"/>
                  </a:lnTo>
                  <a:lnTo>
                    <a:pt x="1" y="221"/>
                  </a:lnTo>
                  <a:cubicBezTo>
                    <a:pt x="80" y="190"/>
                    <a:pt x="80" y="127"/>
                    <a:pt x="80" y="79"/>
                  </a:cubicBezTo>
                  <a:lnTo>
                    <a:pt x="80" y="32"/>
                  </a:lnTo>
                  <a:cubicBezTo>
                    <a:pt x="80"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68" name="Google Shape;3168;p46"/>
            <p:cNvSpPr/>
            <p:nvPr/>
          </p:nvSpPr>
          <p:spPr>
            <a:xfrm>
              <a:off x="3120379" y="1826355"/>
              <a:ext cx="5565" cy="3498"/>
            </a:xfrm>
            <a:custGeom>
              <a:avLst/>
              <a:gdLst/>
              <a:ahLst/>
              <a:cxnLst/>
              <a:rect l="l" t="t" r="r" b="b"/>
              <a:pathLst>
                <a:path w="175" h="110" extrusionOk="0">
                  <a:moveTo>
                    <a:pt x="126" y="0"/>
                  </a:moveTo>
                  <a:lnTo>
                    <a:pt x="126" y="0"/>
                  </a:lnTo>
                  <a:lnTo>
                    <a:pt x="111" y="0"/>
                  </a:lnTo>
                  <a:cubicBezTo>
                    <a:pt x="126" y="15"/>
                    <a:pt x="111" y="32"/>
                    <a:pt x="111" y="47"/>
                  </a:cubicBezTo>
                  <a:lnTo>
                    <a:pt x="80" y="47"/>
                  </a:lnTo>
                  <a:cubicBezTo>
                    <a:pt x="80" y="47"/>
                    <a:pt x="63" y="47"/>
                    <a:pt x="48" y="32"/>
                  </a:cubicBezTo>
                  <a:lnTo>
                    <a:pt x="48" y="15"/>
                  </a:lnTo>
                  <a:lnTo>
                    <a:pt x="17" y="32"/>
                  </a:lnTo>
                  <a:cubicBezTo>
                    <a:pt x="17" y="32"/>
                    <a:pt x="0" y="47"/>
                    <a:pt x="0" y="63"/>
                  </a:cubicBezTo>
                  <a:lnTo>
                    <a:pt x="0" y="78"/>
                  </a:lnTo>
                  <a:cubicBezTo>
                    <a:pt x="0" y="95"/>
                    <a:pt x="17" y="110"/>
                    <a:pt x="32" y="110"/>
                  </a:cubicBezTo>
                  <a:lnTo>
                    <a:pt x="143" y="110"/>
                  </a:lnTo>
                  <a:lnTo>
                    <a:pt x="143" y="110"/>
                  </a:lnTo>
                  <a:cubicBezTo>
                    <a:pt x="158" y="110"/>
                    <a:pt x="174" y="95"/>
                    <a:pt x="174" y="78"/>
                  </a:cubicBezTo>
                  <a:cubicBezTo>
                    <a:pt x="174" y="63"/>
                    <a:pt x="158" y="47"/>
                    <a:pt x="143" y="47"/>
                  </a:cubicBezTo>
                  <a:lnTo>
                    <a:pt x="126" y="47"/>
                  </a:lnTo>
                  <a:cubicBezTo>
                    <a:pt x="143" y="32"/>
                    <a:pt x="143"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69" name="Google Shape;3169;p46"/>
            <p:cNvSpPr/>
            <p:nvPr/>
          </p:nvSpPr>
          <p:spPr>
            <a:xfrm>
              <a:off x="3260188" y="1773243"/>
              <a:ext cx="7060" cy="4516"/>
            </a:xfrm>
            <a:custGeom>
              <a:avLst/>
              <a:gdLst/>
              <a:ahLst/>
              <a:cxnLst/>
              <a:rect l="l" t="t" r="r" b="b"/>
              <a:pathLst>
                <a:path w="222" h="142" extrusionOk="0">
                  <a:moveTo>
                    <a:pt x="142" y="63"/>
                  </a:moveTo>
                  <a:lnTo>
                    <a:pt x="142" y="47"/>
                  </a:lnTo>
                  <a:lnTo>
                    <a:pt x="142" y="63"/>
                  </a:lnTo>
                  <a:close/>
                  <a:moveTo>
                    <a:pt x="110" y="15"/>
                  </a:moveTo>
                  <a:lnTo>
                    <a:pt x="95" y="32"/>
                  </a:lnTo>
                  <a:lnTo>
                    <a:pt x="95" y="32"/>
                  </a:lnTo>
                  <a:lnTo>
                    <a:pt x="95" y="63"/>
                  </a:lnTo>
                  <a:lnTo>
                    <a:pt x="79" y="78"/>
                  </a:lnTo>
                  <a:lnTo>
                    <a:pt x="79" y="95"/>
                  </a:lnTo>
                  <a:cubicBezTo>
                    <a:pt x="95" y="110"/>
                    <a:pt x="110" y="110"/>
                    <a:pt x="142" y="126"/>
                  </a:cubicBezTo>
                  <a:lnTo>
                    <a:pt x="173" y="126"/>
                  </a:lnTo>
                  <a:lnTo>
                    <a:pt x="173" y="141"/>
                  </a:lnTo>
                  <a:cubicBezTo>
                    <a:pt x="190" y="141"/>
                    <a:pt x="205" y="126"/>
                    <a:pt x="205" y="110"/>
                  </a:cubicBezTo>
                  <a:cubicBezTo>
                    <a:pt x="221" y="95"/>
                    <a:pt x="221" y="78"/>
                    <a:pt x="190" y="78"/>
                  </a:cubicBezTo>
                  <a:cubicBezTo>
                    <a:pt x="190" y="63"/>
                    <a:pt x="173" y="63"/>
                    <a:pt x="158" y="63"/>
                  </a:cubicBezTo>
                  <a:cubicBezTo>
                    <a:pt x="158" y="63"/>
                    <a:pt x="142" y="47"/>
                    <a:pt x="127" y="47"/>
                  </a:cubicBezTo>
                  <a:cubicBezTo>
                    <a:pt x="127" y="32"/>
                    <a:pt x="127" y="15"/>
                    <a:pt x="110" y="15"/>
                  </a:cubicBezTo>
                  <a:close/>
                  <a:moveTo>
                    <a:pt x="32" y="0"/>
                  </a:moveTo>
                  <a:lnTo>
                    <a:pt x="32" y="0"/>
                  </a:lnTo>
                  <a:cubicBezTo>
                    <a:pt x="16" y="0"/>
                    <a:pt x="1" y="15"/>
                    <a:pt x="1" y="47"/>
                  </a:cubicBezTo>
                  <a:cubicBezTo>
                    <a:pt x="1" y="47"/>
                    <a:pt x="1" y="63"/>
                    <a:pt x="16" y="63"/>
                  </a:cubicBezTo>
                  <a:lnTo>
                    <a:pt x="16" y="47"/>
                  </a:lnTo>
                  <a:lnTo>
                    <a:pt x="32" y="32"/>
                  </a:lnTo>
                  <a:lnTo>
                    <a:pt x="32"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70" name="Google Shape;3170;p46"/>
            <p:cNvSpPr/>
            <p:nvPr/>
          </p:nvSpPr>
          <p:spPr>
            <a:xfrm>
              <a:off x="3264673" y="1774706"/>
              <a:ext cx="32" cy="572"/>
            </a:xfrm>
            <a:custGeom>
              <a:avLst/>
              <a:gdLst/>
              <a:ahLst/>
              <a:cxnLst/>
              <a:rect l="l" t="t" r="r" b="b"/>
              <a:pathLst>
                <a:path w="1" h="18" extrusionOk="0">
                  <a:moveTo>
                    <a:pt x="1" y="1"/>
                  </a:move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71" name="Google Shape;3171;p46"/>
            <p:cNvSpPr/>
            <p:nvPr/>
          </p:nvSpPr>
          <p:spPr>
            <a:xfrm>
              <a:off x="3353882" y="1814333"/>
              <a:ext cx="6042" cy="7028"/>
            </a:xfrm>
            <a:custGeom>
              <a:avLst/>
              <a:gdLst/>
              <a:ahLst/>
              <a:cxnLst/>
              <a:rect l="l" t="t" r="r" b="b"/>
              <a:pathLst>
                <a:path w="190" h="221" extrusionOk="0">
                  <a:moveTo>
                    <a:pt x="126" y="0"/>
                  </a:moveTo>
                  <a:lnTo>
                    <a:pt x="126" y="15"/>
                  </a:lnTo>
                  <a:lnTo>
                    <a:pt x="63" y="158"/>
                  </a:lnTo>
                  <a:lnTo>
                    <a:pt x="17" y="173"/>
                  </a:lnTo>
                  <a:cubicBezTo>
                    <a:pt x="0" y="189"/>
                    <a:pt x="0" y="204"/>
                    <a:pt x="0" y="221"/>
                  </a:cubicBezTo>
                  <a:lnTo>
                    <a:pt x="17" y="221"/>
                  </a:lnTo>
                  <a:lnTo>
                    <a:pt x="80" y="221"/>
                  </a:lnTo>
                  <a:lnTo>
                    <a:pt x="111" y="204"/>
                  </a:lnTo>
                  <a:cubicBezTo>
                    <a:pt x="126" y="204"/>
                    <a:pt x="126" y="189"/>
                    <a:pt x="126" y="189"/>
                  </a:cubicBezTo>
                  <a:lnTo>
                    <a:pt x="189" y="32"/>
                  </a:lnTo>
                  <a:lnTo>
                    <a:pt x="189" y="15"/>
                  </a:lnTo>
                  <a:cubicBezTo>
                    <a:pt x="189" y="32"/>
                    <a:pt x="174" y="32"/>
                    <a:pt x="158" y="32"/>
                  </a:cubicBezTo>
                  <a:lnTo>
                    <a:pt x="158" y="32"/>
                  </a:lnTo>
                  <a:cubicBezTo>
                    <a:pt x="143" y="32"/>
                    <a:pt x="126"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72" name="Google Shape;3172;p46"/>
            <p:cNvSpPr/>
            <p:nvPr/>
          </p:nvSpPr>
          <p:spPr>
            <a:xfrm>
              <a:off x="3118376" y="1813315"/>
              <a:ext cx="3562" cy="5534"/>
            </a:xfrm>
            <a:custGeom>
              <a:avLst/>
              <a:gdLst/>
              <a:ahLst/>
              <a:cxnLst/>
              <a:rect l="l" t="t" r="r" b="b"/>
              <a:pathLst>
                <a:path w="112" h="174" extrusionOk="0">
                  <a:moveTo>
                    <a:pt x="48" y="1"/>
                  </a:moveTo>
                  <a:lnTo>
                    <a:pt x="48" y="1"/>
                  </a:lnTo>
                  <a:lnTo>
                    <a:pt x="32" y="1"/>
                  </a:lnTo>
                  <a:lnTo>
                    <a:pt x="32" y="1"/>
                  </a:lnTo>
                  <a:cubicBezTo>
                    <a:pt x="17" y="1"/>
                    <a:pt x="17" y="1"/>
                    <a:pt x="17" y="16"/>
                  </a:cubicBezTo>
                  <a:lnTo>
                    <a:pt x="17" y="16"/>
                  </a:lnTo>
                  <a:cubicBezTo>
                    <a:pt x="17" y="47"/>
                    <a:pt x="0" y="64"/>
                    <a:pt x="0" y="79"/>
                  </a:cubicBezTo>
                  <a:lnTo>
                    <a:pt x="17" y="95"/>
                  </a:lnTo>
                  <a:lnTo>
                    <a:pt x="32" y="95"/>
                  </a:lnTo>
                  <a:lnTo>
                    <a:pt x="32" y="95"/>
                  </a:lnTo>
                  <a:lnTo>
                    <a:pt x="32" y="110"/>
                  </a:lnTo>
                  <a:lnTo>
                    <a:pt x="17" y="127"/>
                  </a:lnTo>
                  <a:cubicBezTo>
                    <a:pt x="17" y="142"/>
                    <a:pt x="17" y="158"/>
                    <a:pt x="32" y="158"/>
                  </a:cubicBezTo>
                  <a:lnTo>
                    <a:pt x="48" y="173"/>
                  </a:lnTo>
                  <a:cubicBezTo>
                    <a:pt x="63" y="173"/>
                    <a:pt x="80" y="158"/>
                    <a:pt x="80" y="158"/>
                  </a:cubicBezTo>
                  <a:lnTo>
                    <a:pt x="80" y="142"/>
                  </a:lnTo>
                  <a:cubicBezTo>
                    <a:pt x="95" y="127"/>
                    <a:pt x="111" y="95"/>
                    <a:pt x="111" y="64"/>
                  </a:cubicBezTo>
                  <a:lnTo>
                    <a:pt x="95" y="16"/>
                  </a:lnTo>
                  <a:cubicBezTo>
                    <a:pt x="80"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73" name="Google Shape;3173;p46"/>
            <p:cNvSpPr/>
            <p:nvPr/>
          </p:nvSpPr>
          <p:spPr>
            <a:xfrm>
              <a:off x="3105336" y="1785741"/>
              <a:ext cx="8046" cy="4548"/>
            </a:xfrm>
            <a:custGeom>
              <a:avLst/>
              <a:gdLst/>
              <a:ahLst/>
              <a:cxnLst/>
              <a:rect l="l" t="t" r="r" b="b"/>
              <a:pathLst>
                <a:path w="253" h="143" extrusionOk="0">
                  <a:moveTo>
                    <a:pt x="80" y="17"/>
                  </a:moveTo>
                  <a:lnTo>
                    <a:pt x="80" y="32"/>
                  </a:lnTo>
                  <a:lnTo>
                    <a:pt x="48" y="63"/>
                  </a:lnTo>
                  <a:lnTo>
                    <a:pt x="64" y="63"/>
                  </a:lnTo>
                  <a:cubicBezTo>
                    <a:pt x="64" y="80"/>
                    <a:pt x="64" y="80"/>
                    <a:pt x="80" y="95"/>
                  </a:cubicBezTo>
                  <a:lnTo>
                    <a:pt x="190" y="143"/>
                  </a:lnTo>
                  <a:lnTo>
                    <a:pt x="206" y="143"/>
                  </a:lnTo>
                  <a:cubicBezTo>
                    <a:pt x="221" y="143"/>
                    <a:pt x="238" y="143"/>
                    <a:pt x="238" y="126"/>
                  </a:cubicBezTo>
                  <a:cubicBezTo>
                    <a:pt x="253" y="111"/>
                    <a:pt x="238" y="95"/>
                    <a:pt x="238" y="95"/>
                  </a:cubicBezTo>
                  <a:lnTo>
                    <a:pt x="190" y="111"/>
                  </a:lnTo>
                  <a:lnTo>
                    <a:pt x="175" y="111"/>
                  </a:lnTo>
                  <a:cubicBezTo>
                    <a:pt x="175" y="111"/>
                    <a:pt x="158" y="111"/>
                    <a:pt x="158" y="95"/>
                  </a:cubicBezTo>
                  <a:lnTo>
                    <a:pt x="143" y="95"/>
                  </a:lnTo>
                  <a:lnTo>
                    <a:pt x="143" y="95"/>
                  </a:lnTo>
                  <a:cubicBezTo>
                    <a:pt x="127" y="95"/>
                    <a:pt x="112" y="95"/>
                    <a:pt x="112" y="80"/>
                  </a:cubicBezTo>
                  <a:lnTo>
                    <a:pt x="112" y="32"/>
                  </a:lnTo>
                  <a:lnTo>
                    <a:pt x="80" y="17"/>
                  </a:lnTo>
                  <a:close/>
                  <a:moveTo>
                    <a:pt x="1" y="0"/>
                  </a:moveTo>
                  <a:lnTo>
                    <a:pt x="1" y="17"/>
                  </a:ln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74" name="Google Shape;3174;p46"/>
            <p:cNvSpPr/>
            <p:nvPr/>
          </p:nvSpPr>
          <p:spPr>
            <a:xfrm>
              <a:off x="3438066" y="1748181"/>
              <a:ext cx="4039" cy="13039"/>
            </a:xfrm>
            <a:custGeom>
              <a:avLst/>
              <a:gdLst/>
              <a:ahLst/>
              <a:cxnLst/>
              <a:rect l="l" t="t" r="r" b="b"/>
              <a:pathLst>
                <a:path w="127" h="410" extrusionOk="0">
                  <a:moveTo>
                    <a:pt x="80" y="0"/>
                  </a:moveTo>
                  <a:cubicBezTo>
                    <a:pt x="63" y="15"/>
                    <a:pt x="32" y="15"/>
                    <a:pt x="17" y="15"/>
                  </a:cubicBezTo>
                  <a:lnTo>
                    <a:pt x="0" y="63"/>
                  </a:lnTo>
                  <a:lnTo>
                    <a:pt x="0" y="95"/>
                  </a:lnTo>
                  <a:cubicBezTo>
                    <a:pt x="17" y="110"/>
                    <a:pt x="17" y="141"/>
                    <a:pt x="17" y="189"/>
                  </a:cubicBezTo>
                  <a:cubicBezTo>
                    <a:pt x="0" y="221"/>
                    <a:pt x="0" y="252"/>
                    <a:pt x="17" y="284"/>
                  </a:cubicBezTo>
                  <a:lnTo>
                    <a:pt x="32" y="268"/>
                  </a:lnTo>
                  <a:lnTo>
                    <a:pt x="48" y="268"/>
                  </a:lnTo>
                  <a:lnTo>
                    <a:pt x="48" y="268"/>
                  </a:lnTo>
                  <a:cubicBezTo>
                    <a:pt x="48" y="268"/>
                    <a:pt x="63" y="268"/>
                    <a:pt x="80" y="284"/>
                  </a:cubicBezTo>
                  <a:cubicBezTo>
                    <a:pt x="80" y="299"/>
                    <a:pt x="80" y="315"/>
                    <a:pt x="63" y="331"/>
                  </a:cubicBezTo>
                  <a:lnTo>
                    <a:pt x="48" y="347"/>
                  </a:lnTo>
                  <a:lnTo>
                    <a:pt x="48" y="347"/>
                  </a:lnTo>
                  <a:lnTo>
                    <a:pt x="32" y="362"/>
                  </a:lnTo>
                  <a:cubicBezTo>
                    <a:pt x="17" y="378"/>
                    <a:pt x="32" y="410"/>
                    <a:pt x="48" y="410"/>
                  </a:cubicBezTo>
                  <a:lnTo>
                    <a:pt x="63" y="410"/>
                  </a:lnTo>
                  <a:cubicBezTo>
                    <a:pt x="80" y="410"/>
                    <a:pt x="80" y="410"/>
                    <a:pt x="95" y="394"/>
                  </a:cubicBezTo>
                  <a:lnTo>
                    <a:pt x="111" y="347"/>
                  </a:lnTo>
                  <a:cubicBezTo>
                    <a:pt x="126" y="347"/>
                    <a:pt x="126" y="331"/>
                    <a:pt x="111" y="315"/>
                  </a:cubicBezTo>
                  <a:cubicBezTo>
                    <a:pt x="80" y="284"/>
                    <a:pt x="80" y="236"/>
                    <a:pt x="80" y="189"/>
                  </a:cubicBezTo>
                  <a:cubicBezTo>
                    <a:pt x="80" y="141"/>
                    <a:pt x="80" y="110"/>
                    <a:pt x="63" y="78"/>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75" name="Google Shape;3175;p46"/>
            <p:cNvSpPr/>
            <p:nvPr/>
          </p:nvSpPr>
          <p:spPr>
            <a:xfrm>
              <a:off x="3380470" y="1776709"/>
              <a:ext cx="5025" cy="3562"/>
            </a:xfrm>
            <a:custGeom>
              <a:avLst/>
              <a:gdLst/>
              <a:ahLst/>
              <a:cxnLst/>
              <a:rect l="l" t="t" r="r" b="b"/>
              <a:pathLst>
                <a:path w="158" h="112" extrusionOk="0">
                  <a:moveTo>
                    <a:pt x="126" y="1"/>
                  </a:moveTo>
                  <a:lnTo>
                    <a:pt x="126" y="1"/>
                  </a:lnTo>
                  <a:lnTo>
                    <a:pt x="110" y="1"/>
                  </a:lnTo>
                  <a:lnTo>
                    <a:pt x="0" y="49"/>
                  </a:lnTo>
                  <a:lnTo>
                    <a:pt x="0" y="49"/>
                  </a:lnTo>
                  <a:lnTo>
                    <a:pt x="0" y="64"/>
                  </a:lnTo>
                  <a:lnTo>
                    <a:pt x="0" y="95"/>
                  </a:lnTo>
                  <a:cubicBezTo>
                    <a:pt x="0" y="112"/>
                    <a:pt x="15" y="112"/>
                    <a:pt x="15" y="112"/>
                  </a:cubicBezTo>
                  <a:lnTo>
                    <a:pt x="32" y="112"/>
                  </a:lnTo>
                  <a:lnTo>
                    <a:pt x="141" y="64"/>
                  </a:lnTo>
                  <a:cubicBezTo>
                    <a:pt x="158" y="64"/>
                    <a:pt x="158" y="32"/>
                    <a:pt x="158" y="17"/>
                  </a:cubicBez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76" name="Google Shape;3176;p46"/>
            <p:cNvSpPr/>
            <p:nvPr/>
          </p:nvSpPr>
          <p:spPr>
            <a:xfrm>
              <a:off x="3384954" y="1791275"/>
              <a:ext cx="9032" cy="3498"/>
            </a:xfrm>
            <a:custGeom>
              <a:avLst/>
              <a:gdLst/>
              <a:ahLst/>
              <a:cxnLst/>
              <a:rect l="l" t="t" r="r" b="b"/>
              <a:pathLst>
                <a:path w="284" h="110" extrusionOk="0">
                  <a:moveTo>
                    <a:pt x="17" y="0"/>
                  </a:moveTo>
                  <a:cubicBezTo>
                    <a:pt x="17" y="15"/>
                    <a:pt x="0" y="15"/>
                    <a:pt x="0" y="15"/>
                  </a:cubicBezTo>
                  <a:cubicBezTo>
                    <a:pt x="17" y="15"/>
                    <a:pt x="17" y="32"/>
                    <a:pt x="17" y="32"/>
                  </a:cubicBezTo>
                  <a:lnTo>
                    <a:pt x="237" y="110"/>
                  </a:lnTo>
                  <a:lnTo>
                    <a:pt x="237" y="110"/>
                  </a:lnTo>
                  <a:cubicBezTo>
                    <a:pt x="252" y="110"/>
                    <a:pt x="269" y="95"/>
                    <a:pt x="284" y="95"/>
                  </a:cubicBezTo>
                  <a:cubicBezTo>
                    <a:pt x="284" y="63"/>
                    <a:pt x="269" y="47"/>
                    <a:pt x="252" y="47"/>
                  </a:cubicBezTo>
                  <a:lnTo>
                    <a:pt x="158" y="15"/>
                  </a:lnTo>
                  <a:cubicBezTo>
                    <a:pt x="158" y="32"/>
                    <a:pt x="158" y="32"/>
                    <a:pt x="143" y="47"/>
                  </a:cubicBezTo>
                  <a:lnTo>
                    <a:pt x="126" y="47"/>
                  </a:lnTo>
                  <a:cubicBezTo>
                    <a:pt x="111" y="47"/>
                    <a:pt x="95" y="32"/>
                    <a:pt x="95" y="15"/>
                  </a:cubicBezTo>
                  <a:lnTo>
                    <a:pt x="95" y="15"/>
                  </a:lnTo>
                  <a:lnTo>
                    <a:pt x="17" y="15"/>
                  </a:lnTo>
                  <a:lnTo>
                    <a:pt x="1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77" name="Google Shape;3177;p46"/>
            <p:cNvSpPr/>
            <p:nvPr/>
          </p:nvSpPr>
          <p:spPr>
            <a:xfrm>
              <a:off x="3390965" y="1801294"/>
              <a:ext cx="7569" cy="3530"/>
            </a:xfrm>
            <a:custGeom>
              <a:avLst/>
              <a:gdLst/>
              <a:ahLst/>
              <a:cxnLst/>
              <a:rect l="l" t="t" r="r" b="b"/>
              <a:pathLst>
                <a:path w="238" h="111" extrusionOk="0">
                  <a:moveTo>
                    <a:pt x="206" y="16"/>
                  </a:moveTo>
                  <a:lnTo>
                    <a:pt x="189" y="16"/>
                  </a:lnTo>
                  <a:lnTo>
                    <a:pt x="143" y="32"/>
                  </a:lnTo>
                  <a:lnTo>
                    <a:pt x="143" y="110"/>
                  </a:lnTo>
                  <a:cubicBezTo>
                    <a:pt x="143" y="110"/>
                    <a:pt x="158" y="110"/>
                    <a:pt x="158" y="95"/>
                  </a:cubicBezTo>
                  <a:lnTo>
                    <a:pt x="158" y="95"/>
                  </a:lnTo>
                  <a:lnTo>
                    <a:pt x="174" y="95"/>
                  </a:lnTo>
                  <a:cubicBezTo>
                    <a:pt x="174" y="95"/>
                    <a:pt x="189" y="79"/>
                    <a:pt x="206" y="79"/>
                  </a:cubicBezTo>
                  <a:lnTo>
                    <a:pt x="221" y="79"/>
                  </a:lnTo>
                  <a:cubicBezTo>
                    <a:pt x="237" y="79"/>
                    <a:pt x="237" y="63"/>
                    <a:pt x="237" y="47"/>
                  </a:cubicBezTo>
                  <a:cubicBezTo>
                    <a:pt x="237" y="32"/>
                    <a:pt x="221" y="16"/>
                    <a:pt x="206" y="16"/>
                  </a:cubicBezTo>
                  <a:close/>
                  <a:moveTo>
                    <a:pt x="32" y="0"/>
                  </a:moveTo>
                  <a:cubicBezTo>
                    <a:pt x="32" y="16"/>
                    <a:pt x="0" y="47"/>
                    <a:pt x="32" y="79"/>
                  </a:cubicBezTo>
                  <a:lnTo>
                    <a:pt x="32" y="79"/>
                  </a:lnTo>
                  <a:lnTo>
                    <a:pt x="48" y="79"/>
                  </a:lnTo>
                  <a:lnTo>
                    <a:pt x="48" y="79"/>
                  </a:lnTo>
                  <a:lnTo>
                    <a:pt x="80" y="79"/>
                  </a:lnTo>
                  <a:lnTo>
                    <a:pt x="80" y="32"/>
                  </a:lnTo>
                  <a:cubicBezTo>
                    <a:pt x="63" y="16"/>
                    <a:pt x="80" y="16"/>
                    <a:pt x="80" y="16"/>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78" name="Google Shape;3178;p46"/>
            <p:cNvSpPr/>
            <p:nvPr/>
          </p:nvSpPr>
          <p:spPr>
            <a:xfrm>
              <a:off x="3185513" y="1774229"/>
              <a:ext cx="7569" cy="6042"/>
            </a:xfrm>
            <a:custGeom>
              <a:avLst/>
              <a:gdLst/>
              <a:ahLst/>
              <a:cxnLst/>
              <a:rect l="l" t="t" r="r" b="b"/>
              <a:pathLst>
                <a:path w="238" h="190" extrusionOk="0">
                  <a:moveTo>
                    <a:pt x="158" y="95"/>
                  </a:moveTo>
                  <a:lnTo>
                    <a:pt x="158" y="95"/>
                  </a:lnTo>
                  <a:lnTo>
                    <a:pt x="158" y="95"/>
                  </a:lnTo>
                  <a:close/>
                  <a:moveTo>
                    <a:pt x="95" y="1"/>
                  </a:moveTo>
                  <a:cubicBezTo>
                    <a:pt x="64" y="1"/>
                    <a:pt x="32" y="1"/>
                    <a:pt x="1" y="16"/>
                  </a:cubicBezTo>
                  <a:lnTo>
                    <a:pt x="1" y="16"/>
                  </a:lnTo>
                  <a:cubicBezTo>
                    <a:pt x="17" y="32"/>
                    <a:pt x="32" y="47"/>
                    <a:pt x="48" y="47"/>
                  </a:cubicBezTo>
                  <a:cubicBezTo>
                    <a:pt x="80" y="79"/>
                    <a:pt x="95" y="95"/>
                    <a:pt x="111" y="127"/>
                  </a:cubicBezTo>
                  <a:cubicBezTo>
                    <a:pt x="111" y="158"/>
                    <a:pt x="143" y="158"/>
                    <a:pt x="158" y="173"/>
                  </a:cubicBezTo>
                  <a:lnTo>
                    <a:pt x="190" y="173"/>
                  </a:lnTo>
                  <a:cubicBezTo>
                    <a:pt x="190" y="190"/>
                    <a:pt x="190" y="190"/>
                    <a:pt x="206" y="190"/>
                  </a:cubicBezTo>
                  <a:cubicBezTo>
                    <a:pt x="221" y="190"/>
                    <a:pt x="221" y="173"/>
                    <a:pt x="237" y="158"/>
                  </a:cubicBezTo>
                  <a:cubicBezTo>
                    <a:pt x="237" y="142"/>
                    <a:pt x="237" y="127"/>
                    <a:pt x="221" y="110"/>
                  </a:cubicBezTo>
                  <a:lnTo>
                    <a:pt x="190" y="110"/>
                  </a:lnTo>
                  <a:lnTo>
                    <a:pt x="174" y="95"/>
                  </a:lnTo>
                  <a:cubicBezTo>
                    <a:pt x="158" y="47"/>
                    <a:pt x="127"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79" name="Google Shape;3179;p46"/>
            <p:cNvSpPr/>
            <p:nvPr/>
          </p:nvSpPr>
          <p:spPr>
            <a:xfrm>
              <a:off x="3190538" y="177725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80" name="Google Shape;3180;p46"/>
            <p:cNvSpPr/>
            <p:nvPr/>
          </p:nvSpPr>
          <p:spPr>
            <a:xfrm>
              <a:off x="3042206" y="1820821"/>
              <a:ext cx="6042" cy="4039"/>
            </a:xfrm>
            <a:custGeom>
              <a:avLst/>
              <a:gdLst/>
              <a:ahLst/>
              <a:cxnLst/>
              <a:rect l="l" t="t" r="r" b="b"/>
              <a:pathLst>
                <a:path w="190" h="127" extrusionOk="0">
                  <a:moveTo>
                    <a:pt x="158" y="0"/>
                  </a:moveTo>
                  <a:lnTo>
                    <a:pt x="158" y="0"/>
                  </a:lnTo>
                  <a:cubicBezTo>
                    <a:pt x="143" y="0"/>
                    <a:pt x="126" y="17"/>
                    <a:pt x="126" y="17"/>
                  </a:cubicBezTo>
                  <a:cubicBezTo>
                    <a:pt x="126" y="32"/>
                    <a:pt x="111" y="32"/>
                    <a:pt x="95" y="48"/>
                  </a:cubicBezTo>
                  <a:lnTo>
                    <a:pt x="95" y="63"/>
                  </a:lnTo>
                  <a:cubicBezTo>
                    <a:pt x="95" y="80"/>
                    <a:pt x="80" y="95"/>
                    <a:pt x="63" y="95"/>
                  </a:cubicBezTo>
                  <a:lnTo>
                    <a:pt x="0" y="95"/>
                  </a:lnTo>
                  <a:lnTo>
                    <a:pt x="0" y="111"/>
                  </a:lnTo>
                  <a:cubicBezTo>
                    <a:pt x="17" y="126"/>
                    <a:pt x="17" y="126"/>
                    <a:pt x="32" y="126"/>
                  </a:cubicBezTo>
                  <a:lnTo>
                    <a:pt x="48" y="126"/>
                  </a:lnTo>
                  <a:cubicBezTo>
                    <a:pt x="63" y="111"/>
                    <a:pt x="80" y="111"/>
                    <a:pt x="95" y="111"/>
                  </a:cubicBezTo>
                  <a:cubicBezTo>
                    <a:pt x="126" y="111"/>
                    <a:pt x="174" y="95"/>
                    <a:pt x="189" y="48"/>
                  </a:cubicBezTo>
                  <a:cubicBezTo>
                    <a:pt x="189" y="32"/>
                    <a:pt x="189" y="17"/>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81" name="Google Shape;3181;p46"/>
            <p:cNvSpPr/>
            <p:nvPr/>
          </p:nvSpPr>
          <p:spPr>
            <a:xfrm>
              <a:off x="3167004" y="1793279"/>
              <a:ext cx="6042" cy="3021"/>
            </a:xfrm>
            <a:custGeom>
              <a:avLst/>
              <a:gdLst/>
              <a:ahLst/>
              <a:cxnLst/>
              <a:rect l="l" t="t" r="r" b="b"/>
              <a:pathLst>
                <a:path w="190" h="95" extrusionOk="0">
                  <a:moveTo>
                    <a:pt x="173" y="0"/>
                  </a:moveTo>
                  <a:lnTo>
                    <a:pt x="173" y="0"/>
                  </a:lnTo>
                  <a:lnTo>
                    <a:pt x="32" y="15"/>
                  </a:lnTo>
                  <a:cubicBezTo>
                    <a:pt x="0" y="15"/>
                    <a:pt x="0" y="32"/>
                    <a:pt x="0" y="63"/>
                  </a:cubicBezTo>
                  <a:cubicBezTo>
                    <a:pt x="0" y="78"/>
                    <a:pt x="15" y="95"/>
                    <a:pt x="32" y="95"/>
                  </a:cubicBezTo>
                  <a:lnTo>
                    <a:pt x="32" y="95"/>
                  </a:lnTo>
                  <a:lnTo>
                    <a:pt x="63" y="78"/>
                  </a:lnTo>
                  <a:lnTo>
                    <a:pt x="63" y="78"/>
                  </a:lnTo>
                  <a:cubicBezTo>
                    <a:pt x="78" y="63"/>
                    <a:pt x="110" y="47"/>
                    <a:pt x="141" y="47"/>
                  </a:cubicBezTo>
                  <a:lnTo>
                    <a:pt x="189" y="47"/>
                  </a:lnTo>
                  <a:lnTo>
                    <a:pt x="189" y="32"/>
                  </a:lnTo>
                  <a:lnTo>
                    <a:pt x="189" y="15"/>
                  </a:lnTo>
                  <a:cubicBezTo>
                    <a:pt x="189" y="0"/>
                    <a:pt x="173" y="0"/>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82" name="Google Shape;3182;p46"/>
            <p:cNvSpPr/>
            <p:nvPr/>
          </p:nvSpPr>
          <p:spPr>
            <a:xfrm>
              <a:off x="3346376" y="1812806"/>
              <a:ext cx="7537" cy="8555"/>
            </a:xfrm>
            <a:custGeom>
              <a:avLst/>
              <a:gdLst/>
              <a:ahLst/>
              <a:cxnLst/>
              <a:rect l="l" t="t" r="r" b="b"/>
              <a:pathLst>
                <a:path w="237" h="269" extrusionOk="0">
                  <a:moveTo>
                    <a:pt x="158" y="189"/>
                  </a:moveTo>
                  <a:lnTo>
                    <a:pt x="158" y="189"/>
                  </a:lnTo>
                  <a:lnTo>
                    <a:pt x="142" y="206"/>
                  </a:lnTo>
                  <a:lnTo>
                    <a:pt x="110" y="206"/>
                  </a:lnTo>
                  <a:lnTo>
                    <a:pt x="95" y="206"/>
                  </a:lnTo>
                  <a:lnTo>
                    <a:pt x="95" y="206"/>
                  </a:lnTo>
                  <a:lnTo>
                    <a:pt x="64" y="206"/>
                  </a:lnTo>
                  <a:lnTo>
                    <a:pt x="47" y="206"/>
                  </a:lnTo>
                  <a:lnTo>
                    <a:pt x="47" y="206"/>
                  </a:lnTo>
                  <a:cubicBezTo>
                    <a:pt x="47" y="221"/>
                    <a:pt x="47" y="237"/>
                    <a:pt x="32" y="237"/>
                  </a:cubicBezTo>
                  <a:lnTo>
                    <a:pt x="1" y="252"/>
                  </a:lnTo>
                  <a:cubicBezTo>
                    <a:pt x="16" y="252"/>
                    <a:pt x="16" y="252"/>
                    <a:pt x="16" y="269"/>
                  </a:cubicBezTo>
                  <a:lnTo>
                    <a:pt x="32" y="269"/>
                  </a:lnTo>
                  <a:lnTo>
                    <a:pt x="47" y="269"/>
                  </a:lnTo>
                  <a:lnTo>
                    <a:pt x="47" y="269"/>
                  </a:lnTo>
                  <a:lnTo>
                    <a:pt x="47" y="269"/>
                  </a:lnTo>
                  <a:lnTo>
                    <a:pt x="110" y="237"/>
                  </a:lnTo>
                  <a:lnTo>
                    <a:pt x="173" y="269"/>
                  </a:lnTo>
                  <a:lnTo>
                    <a:pt x="190" y="269"/>
                  </a:lnTo>
                  <a:cubicBezTo>
                    <a:pt x="205" y="269"/>
                    <a:pt x="221" y="252"/>
                    <a:pt x="221" y="252"/>
                  </a:cubicBezTo>
                  <a:cubicBezTo>
                    <a:pt x="236" y="221"/>
                    <a:pt x="221" y="206"/>
                    <a:pt x="205" y="206"/>
                  </a:cubicBezTo>
                  <a:lnTo>
                    <a:pt x="158" y="189"/>
                  </a:lnTo>
                  <a:close/>
                  <a:moveTo>
                    <a:pt x="95" y="17"/>
                  </a:moveTo>
                  <a:lnTo>
                    <a:pt x="79" y="32"/>
                  </a:lnTo>
                  <a:cubicBezTo>
                    <a:pt x="79" y="48"/>
                    <a:pt x="64" y="63"/>
                    <a:pt x="47" y="63"/>
                  </a:cubicBezTo>
                  <a:lnTo>
                    <a:pt x="32" y="48"/>
                  </a:lnTo>
                  <a:lnTo>
                    <a:pt x="16" y="48"/>
                  </a:lnTo>
                  <a:lnTo>
                    <a:pt x="16" y="63"/>
                  </a:lnTo>
                  <a:lnTo>
                    <a:pt x="1" y="63"/>
                  </a:lnTo>
                  <a:lnTo>
                    <a:pt x="32" y="80"/>
                  </a:lnTo>
                  <a:cubicBezTo>
                    <a:pt x="47" y="95"/>
                    <a:pt x="47" y="111"/>
                    <a:pt x="32" y="126"/>
                  </a:cubicBezTo>
                  <a:cubicBezTo>
                    <a:pt x="32" y="126"/>
                    <a:pt x="16" y="143"/>
                    <a:pt x="1" y="143"/>
                  </a:cubicBezTo>
                  <a:lnTo>
                    <a:pt x="1" y="143"/>
                  </a:lnTo>
                  <a:lnTo>
                    <a:pt x="1" y="174"/>
                  </a:lnTo>
                  <a:lnTo>
                    <a:pt x="1" y="174"/>
                  </a:lnTo>
                  <a:lnTo>
                    <a:pt x="16" y="174"/>
                  </a:lnTo>
                  <a:lnTo>
                    <a:pt x="16" y="174"/>
                  </a:lnTo>
                  <a:lnTo>
                    <a:pt x="16" y="174"/>
                  </a:lnTo>
                  <a:cubicBezTo>
                    <a:pt x="16" y="158"/>
                    <a:pt x="32" y="143"/>
                    <a:pt x="47" y="143"/>
                  </a:cubicBezTo>
                  <a:lnTo>
                    <a:pt x="64" y="143"/>
                  </a:lnTo>
                  <a:cubicBezTo>
                    <a:pt x="79" y="111"/>
                    <a:pt x="79" y="80"/>
                    <a:pt x="95" y="32"/>
                  </a:cubicBezTo>
                  <a:cubicBezTo>
                    <a:pt x="110" y="32"/>
                    <a:pt x="110" y="17"/>
                    <a:pt x="95" y="17"/>
                  </a:cubicBezTo>
                  <a:close/>
                  <a:moveTo>
                    <a:pt x="32" y="0"/>
                  </a:moveTo>
                  <a:lnTo>
                    <a:pt x="16" y="0"/>
                  </a:lnTo>
                  <a:lnTo>
                    <a:pt x="16" y="17"/>
                  </a:lnTo>
                  <a:lnTo>
                    <a:pt x="16" y="17"/>
                  </a:lnTo>
                  <a:lnTo>
                    <a:pt x="1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83" name="Google Shape;3183;p46"/>
            <p:cNvSpPr/>
            <p:nvPr/>
          </p:nvSpPr>
          <p:spPr>
            <a:xfrm>
              <a:off x="3103842" y="1790258"/>
              <a:ext cx="7060" cy="2512"/>
            </a:xfrm>
            <a:custGeom>
              <a:avLst/>
              <a:gdLst/>
              <a:ahLst/>
              <a:cxnLst/>
              <a:rect l="l" t="t" r="r" b="b"/>
              <a:pathLst>
                <a:path w="222" h="79" extrusionOk="0">
                  <a:moveTo>
                    <a:pt x="32" y="16"/>
                  </a:moveTo>
                  <a:lnTo>
                    <a:pt x="16" y="16"/>
                  </a:lnTo>
                  <a:cubicBezTo>
                    <a:pt x="1" y="32"/>
                    <a:pt x="16" y="64"/>
                    <a:pt x="32" y="64"/>
                  </a:cubicBezTo>
                  <a:lnTo>
                    <a:pt x="32" y="79"/>
                  </a:lnTo>
                  <a:cubicBezTo>
                    <a:pt x="32" y="64"/>
                    <a:pt x="48" y="47"/>
                    <a:pt x="64" y="47"/>
                  </a:cubicBezTo>
                  <a:lnTo>
                    <a:pt x="64" y="47"/>
                  </a:lnTo>
                  <a:lnTo>
                    <a:pt x="64" y="47"/>
                  </a:lnTo>
                  <a:cubicBezTo>
                    <a:pt x="79" y="47"/>
                    <a:pt x="95" y="64"/>
                    <a:pt x="95" y="79"/>
                  </a:cubicBezTo>
                  <a:lnTo>
                    <a:pt x="95" y="79"/>
                  </a:lnTo>
                  <a:lnTo>
                    <a:pt x="111" y="79"/>
                  </a:lnTo>
                  <a:lnTo>
                    <a:pt x="111" y="79"/>
                  </a:lnTo>
                  <a:lnTo>
                    <a:pt x="111" y="79"/>
                  </a:lnTo>
                  <a:lnTo>
                    <a:pt x="111" y="64"/>
                  </a:lnTo>
                  <a:cubicBezTo>
                    <a:pt x="111" y="64"/>
                    <a:pt x="127" y="64"/>
                    <a:pt x="127" y="47"/>
                  </a:cubicBezTo>
                  <a:lnTo>
                    <a:pt x="127" y="47"/>
                  </a:lnTo>
                  <a:lnTo>
                    <a:pt x="95" y="16"/>
                  </a:lnTo>
                  <a:lnTo>
                    <a:pt x="79" y="16"/>
                  </a:lnTo>
                  <a:lnTo>
                    <a:pt x="79" y="16"/>
                  </a:lnTo>
                  <a:lnTo>
                    <a:pt x="64" y="16"/>
                  </a:lnTo>
                  <a:lnTo>
                    <a:pt x="48" y="16"/>
                  </a:lnTo>
                  <a:lnTo>
                    <a:pt x="32" y="16"/>
                  </a:lnTo>
                  <a:close/>
                  <a:moveTo>
                    <a:pt x="190" y="1"/>
                  </a:moveTo>
                  <a:lnTo>
                    <a:pt x="190" y="1"/>
                  </a:lnTo>
                  <a:lnTo>
                    <a:pt x="174" y="16"/>
                  </a:lnTo>
                  <a:lnTo>
                    <a:pt x="174" y="47"/>
                  </a:lnTo>
                  <a:lnTo>
                    <a:pt x="174" y="47"/>
                  </a:lnTo>
                  <a:cubicBezTo>
                    <a:pt x="174" y="47"/>
                    <a:pt x="190" y="64"/>
                    <a:pt x="190" y="79"/>
                  </a:cubicBezTo>
                  <a:lnTo>
                    <a:pt x="190" y="79"/>
                  </a:lnTo>
                  <a:cubicBezTo>
                    <a:pt x="222" y="79"/>
                    <a:pt x="222" y="64"/>
                    <a:pt x="222" y="32"/>
                  </a:cubicBezTo>
                  <a:cubicBezTo>
                    <a:pt x="222" y="16"/>
                    <a:pt x="205" y="1"/>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84" name="Google Shape;3184;p46"/>
            <p:cNvSpPr/>
            <p:nvPr/>
          </p:nvSpPr>
          <p:spPr>
            <a:xfrm>
              <a:off x="3397485" y="1767709"/>
              <a:ext cx="4516" cy="3021"/>
            </a:xfrm>
            <a:custGeom>
              <a:avLst/>
              <a:gdLst/>
              <a:ahLst/>
              <a:cxnLst/>
              <a:rect l="l" t="t" r="r" b="b"/>
              <a:pathLst>
                <a:path w="142" h="95" extrusionOk="0">
                  <a:moveTo>
                    <a:pt x="127" y="0"/>
                  </a:moveTo>
                  <a:lnTo>
                    <a:pt x="110" y="17"/>
                  </a:lnTo>
                  <a:lnTo>
                    <a:pt x="95" y="17"/>
                  </a:lnTo>
                  <a:lnTo>
                    <a:pt x="64" y="17"/>
                  </a:lnTo>
                  <a:lnTo>
                    <a:pt x="32" y="17"/>
                  </a:lnTo>
                  <a:cubicBezTo>
                    <a:pt x="16" y="32"/>
                    <a:pt x="1" y="48"/>
                    <a:pt x="16" y="63"/>
                  </a:cubicBezTo>
                  <a:cubicBezTo>
                    <a:pt x="16" y="80"/>
                    <a:pt x="32" y="95"/>
                    <a:pt x="47" y="95"/>
                  </a:cubicBezTo>
                  <a:lnTo>
                    <a:pt x="47" y="95"/>
                  </a:lnTo>
                  <a:lnTo>
                    <a:pt x="142" y="63"/>
                  </a:lnTo>
                  <a:lnTo>
                    <a:pt x="142" y="48"/>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85" name="Google Shape;3185;p46"/>
            <p:cNvSpPr/>
            <p:nvPr/>
          </p:nvSpPr>
          <p:spPr>
            <a:xfrm>
              <a:off x="3263210" y="1818817"/>
              <a:ext cx="4039" cy="9573"/>
            </a:xfrm>
            <a:custGeom>
              <a:avLst/>
              <a:gdLst/>
              <a:ahLst/>
              <a:cxnLst/>
              <a:rect l="l" t="t" r="r" b="b"/>
              <a:pathLst>
                <a:path w="127" h="301" extrusionOk="0">
                  <a:moveTo>
                    <a:pt x="63" y="0"/>
                  </a:moveTo>
                  <a:lnTo>
                    <a:pt x="63" y="0"/>
                  </a:lnTo>
                  <a:cubicBezTo>
                    <a:pt x="47" y="0"/>
                    <a:pt x="47" y="17"/>
                    <a:pt x="32" y="17"/>
                  </a:cubicBezTo>
                  <a:cubicBezTo>
                    <a:pt x="32" y="32"/>
                    <a:pt x="32" y="63"/>
                    <a:pt x="47" y="63"/>
                  </a:cubicBezTo>
                  <a:cubicBezTo>
                    <a:pt x="47" y="80"/>
                    <a:pt x="47" y="80"/>
                    <a:pt x="63" y="80"/>
                  </a:cubicBezTo>
                  <a:cubicBezTo>
                    <a:pt x="47" y="95"/>
                    <a:pt x="47" y="95"/>
                    <a:pt x="47" y="111"/>
                  </a:cubicBezTo>
                  <a:cubicBezTo>
                    <a:pt x="47" y="126"/>
                    <a:pt x="32" y="143"/>
                    <a:pt x="32" y="158"/>
                  </a:cubicBezTo>
                  <a:lnTo>
                    <a:pt x="32" y="174"/>
                  </a:lnTo>
                  <a:cubicBezTo>
                    <a:pt x="15" y="206"/>
                    <a:pt x="0" y="252"/>
                    <a:pt x="47" y="284"/>
                  </a:cubicBezTo>
                  <a:cubicBezTo>
                    <a:pt x="47" y="300"/>
                    <a:pt x="47" y="300"/>
                    <a:pt x="63" y="300"/>
                  </a:cubicBezTo>
                  <a:cubicBezTo>
                    <a:pt x="78" y="300"/>
                    <a:pt x="78" y="300"/>
                    <a:pt x="95" y="284"/>
                  </a:cubicBezTo>
                  <a:lnTo>
                    <a:pt x="95" y="237"/>
                  </a:lnTo>
                  <a:cubicBezTo>
                    <a:pt x="78" y="237"/>
                    <a:pt x="78" y="237"/>
                    <a:pt x="78" y="206"/>
                  </a:cubicBezTo>
                  <a:lnTo>
                    <a:pt x="78" y="206"/>
                  </a:lnTo>
                  <a:cubicBezTo>
                    <a:pt x="63" y="206"/>
                    <a:pt x="47" y="206"/>
                    <a:pt x="47" y="189"/>
                  </a:cubicBezTo>
                  <a:cubicBezTo>
                    <a:pt x="32" y="174"/>
                    <a:pt x="47" y="158"/>
                    <a:pt x="63" y="143"/>
                  </a:cubicBezTo>
                  <a:lnTo>
                    <a:pt x="95" y="126"/>
                  </a:lnTo>
                  <a:cubicBezTo>
                    <a:pt x="78" y="126"/>
                    <a:pt x="78" y="111"/>
                    <a:pt x="78" y="111"/>
                  </a:cubicBezTo>
                  <a:cubicBezTo>
                    <a:pt x="78" y="80"/>
                    <a:pt x="78" y="63"/>
                    <a:pt x="95" y="63"/>
                  </a:cubicBezTo>
                  <a:lnTo>
                    <a:pt x="126" y="63"/>
                  </a:lnTo>
                  <a:lnTo>
                    <a:pt x="126" y="48"/>
                  </a:lnTo>
                  <a:cubicBezTo>
                    <a:pt x="126" y="63"/>
                    <a:pt x="110" y="63"/>
                    <a:pt x="110" y="63"/>
                  </a:cubicBezTo>
                  <a:cubicBezTo>
                    <a:pt x="95" y="63"/>
                    <a:pt x="95" y="63"/>
                    <a:pt x="78" y="48"/>
                  </a:cubicBezTo>
                  <a:lnTo>
                    <a:pt x="78" y="17"/>
                  </a:lnTo>
                  <a:cubicBezTo>
                    <a:pt x="78"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86" name="Google Shape;3186;p46"/>
            <p:cNvSpPr/>
            <p:nvPr/>
          </p:nvSpPr>
          <p:spPr>
            <a:xfrm>
              <a:off x="3398503" y="1786727"/>
              <a:ext cx="3021" cy="9573"/>
            </a:xfrm>
            <a:custGeom>
              <a:avLst/>
              <a:gdLst/>
              <a:ahLst/>
              <a:cxnLst/>
              <a:rect l="l" t="t" r="r" b="b"/>
              <a:pathLst>
                <a:path w="95" h="301" extrusionOk="0">
                  <a:moveTo>
                    <a:pt x="95" y="1"/>
                  </a:moveTo>
                  <a:cubicBezTo>
                    <a:pt x="78" y="17"/>
                    <a:pt x="47" y="17"/>
                    <a:pt x="32" y="17"/>
                  </a:cubicBezTo>
                  <a:lnTo>
                    <a:pt x="15" y="17"/>
                  </a:lnTo>
                  <a:lnTo>
                    <a:pt x="15" y="80"/>
                  </a:lnTo>
                  <a:lnTo>
                    <a:pt x="15" y="80"/>
                  </a:lnTo>
                  <a:lnTo>
                    <a:pt x="0" y="143"/>
                  </a:lnTo>
                  <a:cubicBezTo>
                    <a:pt x="15" y="158"/>
                    <a:pt x="15" y="158"/>
                    <a:pt x="15" y="175"/>
                  </a:cubicBezTo>
                  <a:lnTo>
                    <a:pt x="15" y="221"/>
                  </a:lnTo>
                  <a:lnTo>
                    <a:pt x="0" y="238"/>
                  </a:lnTo>
                  <a:cubicBezTo>
                    <a:pt x="15" y="238"/>
                    <a:pt x="15" y="253"/>
                    <a:pt x="15" y="269"/>
                  </a:cubicBezTo>
                  <a:lnTo>
                    <a:pt x="32" y="284"/>
                  </a:lnTo>
                  <a:lnTo>
                    <a:pt x="32" y="301"/>
                  </a:lnTo>
                  <a:lnTo>
                    <a:pt x="32" y="301"/>
                  </a:lnTo>
                  <a:cubicBezTo>
                    <a:pt x="47" y="301"/>
                    <a:pt x="63" y="284"/>
                    <a:pt x="63" y="253"/>
                  </a:cubicBezTo>
                  <a:lnTo>
                    <a:pt x="63" y="221"/>
                  </a:lnTo>
                  <a:lnTo>
                    <a:pt x="47" y="206"/>
                  </a:lnTo>
                  <a:cubicBezTo>
                    <a:pt x="32" y="206"/>
                    <a:pt x="15" y="190"/>
                    <a:pt x="32" y="175"/>
                  </a:cubicBezTo>
                  <a:cubicBezTo>
                    <a:pt x="32" y="158"/>
                    <a:pt x="47" y="143"/>
                    <a:pt x="47" y="143"/>
                  </a:cubicBezTo>
                  <a:lnTo>
                    <a:pt x="63" y="143"/>
                  </a:lnTo>
                  <a:lnTo>
                    <a:pt x="63" y="143"/>
                  </a:lnTo>
                  <a:lnTo>
                    <a:pt x="78" y="143"/>
                  </a:lnTo>
                  <a:lnTo>
                    <a:pt x="78" y="95"/>
                  </a:lnTo>
                  <a:lnTo>
                    <a:pt x="78" y="80"/>
                  </a:lnTo>
                  <a:lnTo>
                    <a:pt x="78" y="80"/>
                  </a:lnTo>
                  <a:lnTo>
                    <a:pt x="78" y="80"/>
                  </a:lnTo>
                  <a:cubicBezTo>
                    <a:pt x="63" y="80"/>
                    <a:pt x="47" y="80"/>
                    <a:pt x="47" y="64"/>
                  </a:cubicBezTo>
                  <a:cubicBezTo>
                    <a:pt x="32" y="32"/>
                    <a:pt x="47" y="17"/>
                    <a:pt x="78" y="17"/>
                  </a:cubicBez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87" name="Google Shape;3187;p46"/>
            <p:cNvSpPr/>
            <p:nvPr/>
          </p:nvSpPr>
          <p:spPr>
            <a:xfrm>
              <a:off x="3429034" y="1757182"/>
              <a:ext cx="5565" cy="4548"/>
            </a:xfrm>
            <a:custGeom>
              <a:avLst/>
              <a:gdLst/>
              <a:ahLst/>
              <a:cxnLst/>
              <a:rect l="l" t="t" r="r" b="b"/>
              <a:pathLst>
                <a:path w="175" h="143" extrusionOk="0">
                  <a:moveTo>
                    <a:pt x="32" y="1"/>
                  </a:moveTo>
                  <a:lnTo>
                    <a:pt x="32" y="1"/>
                  </a:lnTo>
                  <a:lnTo>
                    <a:pt x="1" y="95"/>
                  </a:lnTo>
                  <a:lnTo>
                    <a:pt x="1" y="95"/>
                  </a:lnTo>
                  <a:lnTo>
                    <a:pt x="17" y="95"/>
                  </a:lnTo>
                  <a:lnTo>
                    <a:pt x="32" y="127"/>
                  </a:lnTo>
                  <a:cubicBezTo>
                    <a:pt x="49" y="127"/>
                    <a:pt x="49" y="142"/>
                    <a:pt x="64" y="142"/>
                  </a:cubicBezTo>
                  <a:lnTo>
                    <a:pt x="64" y="142"/>
                  </a:lnTo>
                  <a:lnTo>
                    <a:pt x="158" y="127"/>
                  </a:lnTo>
                  <a:lnTo>
                    <a:pt x="175" y="127"/>
                  </a:lnTo>
                  <a:lnTo>
                    <a:pt x="158" y="111"/>
                  </a:lnTo>
                  <a:lnTo>
                    <a:pt x="175" y="79"/>
                  </a:lnTo>
                  <a:cubicBezTo>
                    <a:pt x="175" y="64"/>
                    <a:pt x="158" y="64"/>
                    <a:pt x="158" y="64"/>
                  </a:cubicBezTo>
                  <a:lnTo>
                    <a:pt x="143" y="64"/>
                  </a:lnTo>
                  <a:lnTo>
                    <a:pt x="143" y="64"/>
                  </a:lnTo>
                  <a:lnTo>
                    <a:pt x="80" y="64"/>
                  </a:lnTo>
                  <a:lnTo>
                    <a:pt x="64" y="16"/>
                  </a:lnTo>
                  <a:cubicBezTo>
                    <a:pt x="49" y="16"/>
                    <a:pt x="32"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88" name="Google Shape;3188;p46"/>
            <p:cNvSpPr/>
            <p:nvPr/>
          </p:nvSpPr>
          <p:spPr>
            <a:xfrm>
              <a:off x="3181029" y="1780239"/>
              <a:ext cx="5534" cy="6042"/>
            </a:xfrm>
            <a:custGeom>
              <a:avLst/>
              <a:gdLst/>
              <a:ahLst/>
              <a:cxnLst/>
              <a:rect l="l" t="t" r="r" b="b"/>
              <a:pathLst>
                <a:path w="174" h="190" extrusionOk="0">
                  <a:moveTo>
                    <a:pt x="110" y="1"/>
                  </a:moveTo>
                  <a:lnTo>
                    <a:pt x="95" y="1"/>
                  </a:lnTo>
                  <a:lnTo>
                    <a:pt x="78" y="1"/>
                  </a:lnTo>
                  <a:cubicBezTo>
                    <a:pt x="95" y="1"/>
                    <a:pt x="95" y="16"/>
                    <a:pt x="95" y="16"/>
                  </a:cubicBezTo>
                  <a:cubicBezTo>
                    <a:pt x="95" y="32"/>
                    <a:pt x="95" y="47"/>
                    <a:pt x="78" y="64"/>
                  </a:cubicBezTo>
                  <a:cubicBezTo>
                    <a:pt x="63" y="64"/>
                    <a:pt x="63" y="64"/>
                    <a:pt x="47" y="79"/>
                  </a:cubicBezTo>
                  <a:cubicBezTo>
                    <a:pt x="47" y="79"/>
                    <a:pt x="32" y="79"/>
                    <a:pt x="32" y="95"/>
                  </a:cubicBezTo>
                  <a:lnTo>
                    <a:pt x="15" y="110"/>
                  </a:lnTo>
                  <a:lnTo>
                    <a:pt x="15" y="110"/>
                  </a:lnTo>
                  <a:lnTo>
                    <a:pt x="15" y="127"/>
                  </a:lnTo>
                  <a:lnTo>
                    <a:pt x="15" y="158"/>
                  </a:lnTo>
                  <a:lnTo>
                    <a:pt x="0" y="173"/>
                  </a:lnTo>
                  <a:cubicBezTo>
                    <a:pt x="0" y="190"/>
                    <a:pt x="15" y="190"/>
                    <a:pt x="32" y="190"/>
                  </a:cubicBezTo>
                  <a:lnTo>
                    <a:pt x="47" y="190"/>
                  </a:lnTo>
                  <a:cubicBezTo>
                    <a:pt x="47" y="173"/>
                    <a:pt x="47" y="173"/>
                    <a:pt x="63" y="173"/>
                  </a:cubicBezTo>
                  <a:cubicBezTo>
                    <a:pt x="63" y="173"/>
                    <a:pt x="78" y="158"/>
                    <a:pt x="95" y="158"/>
                  </a:cubicBezTo>
                  <a:cubicBezTo>
                    <a:pt x="110" y="158"/>
                    <a:pt x="142" y="142"/>
                    <a:pt x="158" y="110"/>
                  </a:cubicBezTo>
                  <a:cubicBezTo>
                    <a:pt x="173" y="79"/>
                    <a:pt x="158" y="47"/>
                    <a:pt x="142" y="16"/>
                  </a:cubicBez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89" name="Google Shape;3189;p46"/>
            <p:cNvSpPr/>
            <p:nvPr/>
          </p:nvSpPr>
          <p:spPr>
            <a:xfrm>
              <a:off x="3428557" y="1768218"/>
              <a:ext cx="3530" cy="6042"/>
            </a:xfrm>
            <a:custGeom>
              <a:avLst/>
              <a:gdLst/>
              <a:ahLst/>
              <a:cxnLst/>
              <a:rect l="l" t="t" r="r" b="b"/>
              <a:pathLst>
                <a:path w="111" h="190" extrusionOk="0">
                  <a:moveTo>
                    <a:pt x="47" y="1"/>
                  </a:moveTo>
                  <a:lnTo>
                    <a:pt x="47" y="1"/>
                  </a:lnTo>
                  <a:cubicBezTo>
                    <a:pt x="32" y="1"/>
                    <a:pt x="16" y="16"/>
                    <a:pt x="16" y="32"/>
                  </a:cubicBezTo>
                  <a:lnTo>
                    <a:pt x="1" y="142"/>
                  </a:lnTo>
                  <a:lnTo>
                    <a:pt x="1" y="142"/>
                  </a:lnTo>
                  <a:lnTo>
                    <a:pt x="16" y="142"/>
                  </a:lnTo>
                  <a:lnTo>
                    <a:pt x="16" y="142"/>
                  </a:lnTo>
                  <a:cubicBezTo>
                    <a:pt x="32" y="142"/>
                    <a:pt x="47" y="158"/>
                    <a:pt x="47" y="173"/>
                  </a:cubicBezTo>
                  <a:lnTo>
                    <a:pt x="47" y="173"/>
                  </a:lnTo>
                  <a:lnTo>
                    <a:pt x="79" y="190"/>
                  </a:lnTo>
                  <a:cubicBezTo>
                    <a:pt x="79" y="173"/>
                    <a:pt x="64" y="173"/>
                    <a:pt x="64" y="158"/>
                  </a:cubicBezTo>
                  <a:cubicBezTo>
                    <a:pt x="79" y="142"/>
                    <a:pt x="79" y="127"/>
                    <a:pt x="95" y="127"/>
                  </a:cubicBezTo>
                  <a:lnTo>
                    <a:pt x="110" y="127"/>
                  </a:lnTo>
                  <a:lnTo>
                    <a:pt x="110" y="127"/>
                  </a:lnTo>
                  <a:cubicBezTo>
                    <a:pt x="95" y="110"/>
                    <a:pt x="95" y="110"/>
                    <a:pt x="95" y="95"/>
                  </a:cubicBezTo>
                  <a:lnTo>
                    <a:pt x="79" y="79"/>
                  </a:lnTo>
                  <a:lnTo>
                    <a:pt x="79" y="47"/>
                  </a:lnTo>
                  <a:cubicBezTo>
                    <a:pt x="95" y="16"/>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90" name="Google Shape;3190;p46"/>
            <p:cNvSpPr/>
            <p:nvPr/>
          </p:nvSpPr>
          <p:spPr>
            <a:xfrm>
              <a:off x="3384954" y="1789272"/>
              <a:ext cx="3021" cy="2512"/>
            </a:xfrm>
            <a:custGeom>
              <a:avLst/>
              <a:gdLst/>
              <a:ahLst/>
              <a:cxnLst/>
              <a:rect l="l" t="t" r="r" b="b"/>
              <a:pathLst>
                <a:path w="95" h="79" extrusionOk="0">
                  <a:moveTo>
                    <a:pt x="95" y="0"/>
                  </a:moveTo>
                  <a:lnTo>
                    <a:pt x="17" y="0"/>
                  </a:lnTo>
                  <a:lnTo>
                    <a:pt x="17" y="0"/>
                  </a:lnTo>
                  <a:lnTo>
                    <a:pt x="0" y="15"/>
                  </a:lnTo>
                  <a:lnTo>
                    <a:pt x="0" y="32"/>
                  </a:lnTo>
                  <a:lnTo>
                    <a:pt x="0" y="63"/>
                  </a:lnTo>
                  <a:lnTo>
                    <a:pt x="17" y="63"/>
                  </a:lnTo>
                  <a:lnTo>
                    <a:pt x="17" y="78"/>
                  </a:lnTo>
                  <a:lnTo>
                    <a:pt x="17" y="78"/>
                  </a:lnTo>
                  <a:lnTo>
                    <a:pt x="95" y="78"/>
                  </a:lnTo>
                  <a:cubicBezTo>
                    <a:pt x="80" y="47"/>
                    <a:pt x="8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91" name="Google Shape;3191;p46"/>
            <p:cNvSpPr/>
            <p:nvPr/>
          </p:nvSpPr>
          <p:spPr>
            <a:xfrm>
              <a:off x="3440579" y="1795283"/>
              <a:ext cx="6042" cy="2512"/>
            </a:xfrm>
            <a:custGeom>
              <a:avLst/>
              <a:gdLst/>
              <a:ahLst/>
              <a:cxnLst/>
              <a:rect l="l" t="t" r="r" b="b"/>
              <a:pathLst>
                <a:path w="190" h="79" extrusionOk="0">
                  <a:moveTo>
                    <a:pt x="142" y="0"/>
                  </a:moveTo>
                  <a:lnTo>
                    <a:pt x="16" y="15"/>
                  </a:lnTo>
                  <a:cubicBezTo>
                    <a:pt x="1" y="15"/>
                    <a:pt x="1" y="32"/>
                    <a:pt x="1" y="47"/>
                  </a:cubicBezTo>
                  <a:lnTo>
                    <a:pt x="1" y="47"/>
                  </a:lnTo>
                  <a:cubicBezTo>
                    <a:pt x="1" y="63"/>
                    <a:pt x="16" y="78"/>
                    <a:pt x="32" y="78"/>
                  </a:cubicBezTo>
                  <a:lnTo>
                    <a:pt x="32" y="78"/>
                  </a:lnTo>
                  <a:lnTo>
                    <a:pt x="47" y="78"/>
                  </a:lnTo>
                  <a:lnTo>
                    <a:pt x="110" y="63"/>
                  </a:lnTo>
                  <a:lnTo>
                    <a:pt x="127" y="47"/>
                  </a:lnTo>
                  <a:lnTo>
                    <a:pt x="142" y="47"/>
                  </a:lnTo>
                  <a:lnTo>
                    <a:pt x="158" y="47"/>
                  </a:lnTo>
                  <a:lnTo>
                    <a:pt x="190" y="47"/>
                  </a:lnTo>
                  <a:cubicBezTo>
                    <a:pt x="190" y="32"/>
                    <a:pt x="173" y="15"/>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92" name="Google Shape;3192;p46"/>
            <p:cNvSpPr/>
            <p:nvPr/>
          </p:nvSpPr>
          <p:spPr>
            <a:xfrm>
              <a:off x="3378943" y="1789272"/>
              <a:ext cx="3562" cy="6042"/>
            </a:xfrm>
            <a:custGeom>
              <a:avLst/>
              <a:gdLst/>
              <a:ahLst/>
              <a:cxnLst/>
              <a:rect l="l" t="t" r="r" b="b"/>
              <a:pathLst>
                <a:path w="112" h="190" extrusionOk="0">
                  <a:moveTo>
                    <a:pt x="111" y="158"/>
                  </a:moveTo>
                  <a:lnTo>
                    <a:pt x="111" y="158"/>
                  </a:lnTo>
                  <a:cubicBezTo>
                    <a:pt x="111" y="158"/>
                    <a:pt x="111" y="173"/>
                    <a:pt x="95" y="173"/>
                  </a:cubicBezTo>
                  <a:lnTo>
                    <a:pt x="95" y="189"/>
                  </a:lnTo>
                  <a:lnTo>
                    <a:pt x="111" y="173"/>
                  </a:lnTo>
                  <a:lnTo>
                    <a:pt x="111" y="158"/>
                  </a:lnTo>
                  <a:close/>
                  <a:moveTo>
                    <a:pt x="32" y="0"/>
                  </a:moveTo>
                  <a:lnTo>
                    <a:pt x="17" y="0"/>
                  </a:lnTo>
                  <a:cubicBezTo>
                    <a:pt x="0" y="15"/>
                    <a:pt x="0" y="15"/>
                    <a:pt x="0" y="32"/>
                  </a:cubicBezTo>
                  <a:lnTo>
                    <a:pt x="0" y="32"/>
                  </a:lnTo>
                  <a:lnTo>
                    <a:pt x="0" y="32"/>
                  </a:lnTo>
                  <a:lnTo>
                    <a:pt x="17" y="32"/>
                  </a:lnTo>
                  <a:cubicBezTo>
                    <a:pt x="32" y="32"/>
                    <a:pt x="48" y="47"/>
                    <a:pt x="32" y="63"/>
                  </a:cubicBezTo>
                  <a:lnTo>
                    <a:pt x="32" y="95"/>
                  </a:lnTo>
                  <a:lnTo>
                    <a:pt x="32" y="95"/>
                  </a:lnTo>
                  <a:lnTo>
                    <a:pt x="32" y="95"/>
                  </a:lnTo>
                  <a:cubicBezTo>
                    <a:pt x="48" y="95"/>
                    <a:pt x="63" y="110"/>
                    <a:pt x="63" y="110"/>
                  </a:cubicBezTo>
                  <a:lnTo>
                    <a:pt x="63" y="110"/>
                  </a:lnTo>
                  <a:lnTo>
                    <a:pt x="80" y="95"/>
                  </a:lnTo>
                  <a:lnTo>
                    <a:pt x="80" y="78"/>
                  </a:lnTo>
                  <a:cubicBezTo>
                    <a:pt x="80" y="63"/>
                    <a:pt x="80" y="47"/>
                    <a:pt x="63" y="32"/>
                  </a:cubicBezTo>
                  <a:lnTo>
                    <a:pt x="63" y="32"/>
                  </a:lnTo>
                  <a:lnTo>
                    <a:pt x="63" y="32"/>
                  </a:lnTo>
                  <a:cubicBezTo>
                    <a:pt x="48" y="32"/>
                    <a:pt x="32" y="15"/>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93" name="Google Shape;3193;p46"/>
            <p:cNvSpPr/>
            <p:nvPr/>
          </p:nvSpPr>
          <p:spPr>
            <a:xfrm>
              <a:off x="3441597" y="1811312"/>
              <a:ext cx="7505" cy="2035"/>
            </a:xfrm>
            <a:custGeom>
              <a:avLst/>
              <a:gdLst/>
              <a:ahLst/>
              <a:cxnLst/>
              <a:rect l="l" t="t" r="r" b="b"/>
              <a:pathLst>
                <a:path w="236" h="64" extrusionOk="0">
                  <a:moveTo>
                    <a:pt x="221" y="1"/>
                  </a:moveTo>
                  <a:lnTo>
                    <a:pt x="189" y="16"/>
                  </a:lnTo>
                  <a:lnTo>
                    <a:pt x="173" y="16"/>
                  </a:lnTo>
                  <a:lnTo>
                    <a:pt x="158" y="16"/>
                  </a:lnTo>
                  <a:lnTo>
                    <a:pt x="158" y="16"/>
                  </a:lnTo>
                  <a:cubicBezTo>
                    <a:pt x="141" y="16"/>
                    <a:pt x="141" y="16"/>
                    <a:pt x="141" y="32"/>
                  </a:cubicBezTo>
                  <a:lnTo>
                    <a:pt x="126" y="16"/>
                  </a:lnTo>
                  <a:cubicBezTo>
                    <a:pt x="110" y="32"/>
                    <a:pt x="110" y="32"/>
                    <a:pt x="95" y="32"/>
                  </a:cubicBezTo>
                  <a:lnTo>
                    <a:pt x="95" y="32"/>
                  </a:lnTo>
                  <a:cubicBezTo>
                    <a:pt x="78" y="32"/>
                    <a:pt x="63" y="16"/>
                    <a:pt x="63" y="16"/>
                  </a:cubicBezTo>
                  <a:lnTo>
                    <a:pt x="47" y="16"/>
                  </a:lnTo>
                  <a:lnTo>
                    <a:pt x="32" y="16"/>
                  </a:lnTo>
                  <a:lnTo>
                    <a:pt x="32" y="16"/>
                  </a:lnTo>
                  <a:cubicBezTo>
                    <a:pt x="15" y="16"/>
                    <a:pt x="0" y="16"/>
                    <a:pt x="0" y="47"/>
                  </a:cubicBezTo>
                  <a:cubicBezTo>
                    <a:pt x="0" y="47"/>
                    <a:pt x="0" y="64"/>
                    <a:pt x="15" y="64"/>
                  </a:cubicBezTo>
                  <a:lnTo>
                    <a:pt x="15" y="64"/>
                  </a:lnTo>
                  <a:cubicBezTo>
                    <a:pt x="78" y="64"/>
                    <a:pt x="158" y="47"/>
                    <a:pt x="221" y="16"/>
                  </a:cubicBezTo>
                  <a:cubicBezTo>
                    <a:pt x="204" y="32"/>
                    <a:pt x="110" y="47"/>
                    <a:pt x="110" y="47"/>
                  </a:cubicBezTo>
                  <a:lnTo>
                    <a:pt x="141" y="32"/>
                  </a:lnTo>
                  <a:cubicBezTo>
                    <a:pt x="173" y="32"/>
                    <a:pt x="204" y="16"/>
                    <a:pt x="236" y="16"/>
                  </a:cubicBezTo>
                  <a:cubicBezTo>
                    <a:pt x="221" y="16"/>
                    <a:pt x="221"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94" name="Google Shape;3194;p46"/>
            <p:cNvSpPr/>
            <p:nvPr/>
          </p:nvSpPr>
          <p:spPr>
            <a:xfrm>
              <a:off x="3033174" y="1802279"/>
              <a:ext cx="2035" cy="3053"/>
            </a:xfrm>
            <a:custGeom>
              <a:avLst/>
              <a:gdLst/>
              <a:ahLst/>
              <a:cxnLst/>
              <a:rect l="l" t="t" r="r" b="b"/>
              <a:pathLst>
                <a:path w="64" h="96" extrusionOk="0">
                  <a:moveTo>
                    <a:pt x="64" y="1"/>
                  </a:moveTo>
                  <a:lnTo>
                    <a:pt x="49" y="1"/>
                  </a:lnTo>
                  <a:cubicBezTo>
                    <a:pt x="32" y="1"/>
                    <a:pt x="32" y="1"/>
                    <a:pt x="17" y="16"/>
                  </a:cubicBezTo>
                  <a:lnTo>
                    <a:pt x="1" y="16"/>
                  </a:lnTo>
                  <a:lnTo>
                    <a:pt x="1" y="16"/>
                  </a:lnTo>
                  <a:cubicBezTo>
                    <a:pt x="1" y="32"/>
                    <a:pt x="1" y="32"/>
                    <a:pt x="17" y="48"/>
                  </a:cubicBezTo>
                  <a:lnTo>
                    <a:pt x="17" y="79"/>
                  </a:lnTo>
                  <a:lnTo>
                    <a:pt x="17" y="79"/>
                  </a:lnTo>
                  <a:lnTo>
                    <a:pt x="17" y="95"/>
                  </a:lnTo>
                  <a:lnTo>
                    <a:pt x="32" y="79"/>
                  </a:lnTo>
                  <a:cubicBezTo>
                    <a:pt x="49" y="64"/>
                    <a:pt x="49" y="64"/>
                    <a:pt x="64"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95" name="Google Shape;3195;p46"/>
            <p:cNvSpPr/>
            <p:nvPr/>
          </p:nvSpPr>
          <p:spPr>
            <a:xfrm>
              <a:off x="3326340" y="1768695"/>
              <a:ext cx="6042" cy="4039"/>
            </a:xfrm>
            <a:custGeom>
              <a:avLst/>
              <a:gdLst/>
              <a:ahLst/>
              <a:cxnLst/>
              <a:rect l="l" t="t" r="r" b="b"/>
              <a:pathLst>
                <a:path w="190" h="127" extrusionOk="0">
                  <a:moveTo>
                    <a:pt x="47" y="1"/>
                  </a:moveTo>
                  <a:cubicBezTo>
                    <a:pt x="32" y="17"/>
                    <a:pt x="16" y="32"/>
                    <a:pt x="0" y="64"/>
                  </a:cubicBezTo>
                  <a:lnTo>
                    <a:pt x="0" y="95"/>
                  </a:lnTo>
                  <a:lnTo>
                    <a:pt x="0" y="95"/>
                  </a:lnTo>
                  <a:cubicBezTo>
                    <a:pt x="0" y="112"/>
                    <a:pt x="16" y="112"/>
                    <a:pt x="16" y="112"/>
                  </a:cubicBezTo>
                  <a:lnTo>
                    <a:pt x="32" y="127"/>
                  </a:lnTo>
                  <a:cubicBezTo>
                    <a:pt x="47" y="127"/>
                    <a:pt x="63" y="112"/>
                    <a:pt x="63" y="95"/>
                  </a:cubicBezTo>
                  <a:cubicBezTo>
                    <a:pt x="79" y="64"/>
                    <a:pt x="95" y="49"/>
                    <a:pt x="95" y="49"/>
                  </a:cubicBezTo>
                  <a:lnTo>
                    <a:pt x="127" y="80"/>
                  </a:lnTo>
                  <a:cubicBezTo>
                    <a:pt x="142" y="95"/>
                    <a:pt x="142" y="95"/>
                    <a:pt x="158" y="95"/>
                  </a:cubicBezTo>
                  <a:cubicBezTo>
                    <a:pt x="158" y="95"/>
                    <a:pt x="173" y="95"/>
                    <a:pt x="173" y="80"/>
                  </a:cubicBezTo>
                  <a:cubicBezTo>
                    <a:pt x="190" y="64"/>
                    <a:pt x="190" y="49"/>
                    <a:pt x="173" y="32"/>
                  </a:cubicBezTo>
                  <a:lnTo>
                    <a:pt x="158" y="17"/>
                  </a:lnTo>
                  <a:cubicBezTo>
                    <a:pt x="158" y="32"/>
                    <a:pt x="142" y="49"/>
                    <a:pt x="142" y="49"/>
                  </a:cubicBezTo>
                  <a:lnTo>
                    <a:pt x="127" y="49"/>
                  </a:lnTo>
                  <a:cubicBezTo>
                    <a:pt x="110" y="49"/>
                    <a:pt x="110" y="49"/>
                    <a:pt x="95" y="32"/>
                  </a:cubicBezTo>
                  <a:lnTo>
                    <a:pt x="79" y="32"/>
                  </a:lnTo>
                  <a:lnTo>
                    <a:pt x="63" y="32"/>
                  </a:lnTo>
                  <a:cubicBezTo>
                    <a:pt x="47" y="32"/>
                    <a:pt x="47"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96" name="Google Shape;3196;p46"/>
            <p:cNvSpPr/>
            <p:nvPr/>
          </p:nvSpPr>
          <p:spPr>
            <a:xfrm>
              <a:off x="3357412" y="1800785"/>
              <a:ext cx="4516" cy="8046"/>
            </a:xfrm>
            <a:custGeom>
              <a:avLst/>
              <a:gdLst/>
              <a:ahLst/>
              <a:cxnLst/>
              <a:rect l="l" t="t" r="r" b="b"/>
              <a:pathLst>
                <a:path w="142" h="253" extrusionOk="0">
                  <a:moveTo>
                    <a:pt x="78" y="0"/>
                  </a:moveTo>
                  <a:lnTo>
                    <a:pt x="78" y="0"/>
                  </a:lnTo>
                  <a:cubicBezTo>
                    <a:pt x="63" y="0"/>
                    <a:pt x="63" y="0"/>
                    <a:pt x="47" y="16"/>
                  </a:cubicBezTo>
                  <a:lnTo>
                    <a:pt x="47" y="16"/>
                  </a:lnTo>
                  <a:cubicBezTo>
                    <a:pt x="47" y="32"/>
                    <a:pt x="63" y="32"/>
                    <a:pt x="47" y="48"/>
                  </a:cubicBezTo>
                  <a:lnTo>
                    <a:pt x="47" y="95"/>
                  </a:lnTo>
                  <a:lnTo>
                    <a:pt x="47" y="95"/>
                  </a:lnTo>
                  <a:lnTo>
                    <a:pt x="47" y="111"/>
                  </a:lnTo>
                  <a:lnTo>
                    <a:pt x="63" y="95"/>
                  </a:lnTo>
                  <a:lnTo>
                    <a:pt x="78" y="95"/>
                  </a:lnTo>
                  <a:lnTo>
                    <a:pt x="78" y="95"/>
                  </a:lnTo>
                  <a:lnTo>
                    <a:pt x="110" y="95"/>
                  </a:lnTo>
                  <a:cubicBezTo>
                    <a:pt x="126" y="111"/>
                    <a:pt x="126" y="142"/>
                    <a:pt x="110" y="142"/>
                  </a:cubicBezTo>
                  <a:lnTo>
                    <a:pt x="47" y="189"/>
                  </a:lnTo>
                  <a:cubicBezTo>
                    <a:pt x="47" y="205"/>
                    <a:pt x="32" y="205"/>
                    <a:pt x="32" y="205"/>
                  </a:cubicBezTo>
                  <a:cubicBezTo>
                    <a:pt x="15" y="205"/>
                    <a:pt x="15" y="205"/>
                    <a:pt x="0" y="189"/>
                  </a:cubicBezTo>
                  <a:cubicBezTo>
                    <a:pt x="15" y="221"/>
                    <a:pt x="15" y="237"/>
                    <a:pt x="15" y="252"/>
                  </a:cubicBezTo>
                  <a:lnTo>
                    <a:pt x="15" y="252"/>
                  </a:lnTo>
                  <a:cubicBezTo>
                    <a:pt x="78" y="252"/>
                    <a:pt x="110" y="205"/>
                    <a:pt x="126" y="174"/>
                  </a:cubicBezTo>
                  <a:lnTo>
                    <a:pt x="126" y="158"/>
                  </a:lnTo>
                  <a:cubicBezTo>
                    <a:pt x="141" y="158"/>
                    <a:pt x="141" y="142"/>
                    <a:pt x="141" y="126"/>
                  </a:cubicBezTo>
                  <a:lnTo>
                    <a:pt x="110" y="63"/>
                  </a:lnTo>
                  <a:lnTo>
                    <a:pt x="110" y="48"/>
                  </a:lnTo>
                  <a:cubicBezTo>
                    <a:pt x="126" y="32"/>
                    <a:pt x="110" y="16"/>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97" name="Google Shape;3197;p46"/>
            <p:cNvSpPr/>
            <p:nvPr/>
          </p:nvSpPr>
          <p:spPr>
            <a:xfrm>
              <a:off x="3040202" y="1790258"/>
              <a:ext cx="8046" cy="4516"/>
            </a:xfrm>
            <a:custGeom>
              <a:avLst/>
              <a:gdLst/>
              <a:ahLst/>
              <a:cxnLst/>
              <a:rect l="l" t="t" r="r" b="b"/>
              <a:pathLst>
                <a:path w="253" h="142" extrusionOk="0">
                  <a:moveTo>
                    <a:pt x="206" y="1"/>
                  </a:moveTo>
                  <a:cubicBezTo>
                    <a:pt x="143" y="1"/>
                    <a:pt x="63" y="16"/>
                    <a:pt x="0" y="16"/>
                  </a:cubicBezTo>
                  <a:lnTo>
                    <a:pt x="80" y="16"/>
                  </a:lnTo>
                  <a:cubicBezTo>
                    <a:pt x="95" y="16"/>
                    <a:pt x="95" y="1"/>
                    <a:pt x="111" y="1"/>
                  </a:cubicBezTo>
                  <a:lnTo>
                    <a:pt x="111" y="1"/>
                  </a:lnTo>
                  <a:lnTo>
                    <a:pt x="126" y="1"/>
                  </a:lnTo>
                  <a:cubicBezTo>
                    <a:pt x="143" y="16"/>
                    <a:pt x="158" y="32"/>
                    <a:pt x="143" y="47"/>
                  </a:cubicBezTo>
                  <a:lnTo>
                    <a:pt x="158" y="110"/>
                  </a:lnTo>
                  <a:cubicBezTo>
                    <a:pt x="158" y="127"/>
                    <a:pt x="174" y="142"/>
                    <a:pt x="189" y="142"/>
                  </a:cubicBezTo>
                  <a:lnTo>
                    <a:pt x="189" y="142"/>
                  </a:lnTo>
                  <a:lnTo>
                    <a:pt x="221" y="142"/>
                  </a:lnTo>
                  <a:cubicBezTo>
                    <a:pt x="237" y="142"/>
                    <a:pt x="252" y="127"/>
                    <a:pt x="252" y="110"/>
                  </a:cubicBezTo>
                  <a:cubicBezTo>
                    <a:pt x="252" y="95"/>
                    <a:pt x="237" y="79"/>
                    <a:pt x="221" y="7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98" name="Google Shape;3198;p46"/>
            <p:cNvSpPr/>
            <p:nvPr/>
          </p:nvSpPr>
          <p:spPr>
            <a:xfrm>
              <a:off x="3187517" y="1795283"/>
              <a:ext cx="3053" cy="2035"/>
            </a:xfrm>
            <a:custGeom>
              <a:avLst/>
              <a:gdLst/>
              <a:ahLst/>
              <a:cxnLst/>
              <a:rect l="l" t="t" r="r" b="b"/>
              <a:pathLst>
                <a:path w="96" h="64" extrusionOk="0">
                  <a:moveTo>
                    <a:pt x="80" y="0"/>
                  </a:moveTo>
                  <a:cubicBezTo>
                    <a:pt x="80" y="15"/>
                    <a:pt x="64" y="15"/>
                    <a:pt x="64" y="32"/>
                  </a:cubicBezTo>
                  <a:lnTo>
                    <a:pt x="1" y="32"/>
                  </a:lnTo>
                  <a:lnTo>
                    <a:pt x="1" y="32"/>
                  </a:lnTo>
                  <a:lnTo>
                    <a:pt x="1" y="32"/>
                  </a:lnTo>
                  <a:cubicBezTo>
                    <a:pt x="17" y="32"/>
                    <a:pt x="32" y="47"/>
                    <a:pt x="32" y="47"/>
                  </a:cubicBezTo>
                  <a:cubicBezTo>
                    <a:pt x="32" y="63"/>
                    <a:pt x="48" y="63"/>
                    <a:pt x="48" y="63"/>
                  </a:cubicBezTo>
                  <a:cubicBezTo>
                    <a:pt x="48" y="63"/>
                    <a:pt x="64" y="47"/>
                    <a:pt x="80" y="47"/>
                  </a:cubicBezTo>
                  <a:cubicBezTo>
                    <a:pt x="80" y="47"/>
                    <a:pt x="80" y="32"/>
                    <a:pt x="95" y="32"/>
                  </a:cubicBezTo>
                  <a:lnTo>
                    <a:pt x="95" y="15"/>
                  </a:lnTo>
                  <a:cubicBezTo>
                    <a:pt x="95" y="15"/>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199" name="Google Shape;3199;p46"/>
            <p:cNvSpPr/>
            <p:nvPr/>
          </p:nvSpPr>
          <p:spPr>
            <a:xfrm>
              <a:off x="3262669" y="1802279"/>
              <a:ext cx="6583" cy="4548"/>
            </a:xfrm>
            <a:custGeom>
              <a:avLst/>
              <a:gdLst/>
              <a:ahLst/>
              <a:cxnLst/>
              <a:rect l="l" t="t" r="r" b="b"/>
              <a:pathLst>
                <a:path w="207" h="143" extrusionOk="0">
                  <a:moveTo>
                    <a:pt x="112" y="142"/>
                  </a:moveTo>
                  <a:lnTo>
                    <a:pt x="112" y="142"/>
                  </a:lnTo>
                  <a:lnTo>
                    <a:pt x="112" y="142"/>
                  </a:lnTo>
                  <a:lnTo>
                    <a:pt x="112" y="142"/>
                  </a:lnTo>
                  <a:close/>
                  <a:moveTo>
                    <a:pt x="127" y="1"/>
                  </a:moveTo>
                  <a:lnTo>
                    <a:pt x="112" y="1"/>
                  </a:lnTo>
                  <a:cubicBezTo>
                    <a:pt x="112" y="1"/>
                    <a:pt x="95" y="1"/>
                    <a:pt x="95" y="16"/>
                  </a:cubicBezTo>
                  <a:lnTo>
                    <a:pt x="64" y="48"/>
                  </a:lnTo>
                  <a:lnTo>
                    <a:pt x="64" y="48"/>
                  </a:lnTo>
                  <a:cubicBezTo>
                    <a:pt x="49" y="48"/>
                    <a:pt x="32" y="48"/>
                    <a:pt x="17" y="64"/>
                  </a:cubicBezTo>
                  <a:cubicBezTo>
                    <a:pt x="1" y="79"/>
                    <a:pt x="1" y="95"/>
                    <a:pt x="17" y="111"/>
                  </a:cubicBezTo>
                  <a:cubicBezTo>
                    <a:pt x="17" y="127"/>
                    <a:pt x="32" y="127"/>
                    <a:pt x="32" y="127"/>
                  </a:cubicBezTo>
                  <a:cubicBezTo>
                    <a:pt x="49" y="127"/>
                    <a:pt x="49" y="111"/>
                    <a:pt x="49" y="111"/>
                  </a:cubicBezTo>
                  <a:lnTo>
                    <a:pt x="64" y="95"/>
                  </a:lnTo>
                  <a:cubicBezTo>
                    <a:pt x="80" y="79"/>
                    <a:pt x="80" y="79"/>
                    <a:pt x="95" y="79"/>
                  </a:cubicBezTo>
                  <a:lnTo>
                    <a:pt x="95" y="79"/>
                  </a:lnTo>
                  <a:lnTo>
                    <a:pt x="112" y="79"/>
                  </a:lnTo>
                  <a:lnTo>
                    <a:pt x="127" y="95"/>
                  </a:lnTo>
                  <a:lnTo>
                    <a:pt x="143" y="79"/>
                  </a:lnTo>
                  <a:lnTo>
                    <a:pt x="158" y="79"/>
                  </a:lnTo>
                  <a:cubicBezTo>
                    <a:pt x="175" y="79"/>
                    <a:pt x="190" y="95"/>
                    <a:pt x="190" y="127"/>
                  </a:cubicBezTo>
                  <a:lnTo>
                    <a:pt x="190" y="127"/>
                  </a:lnTo>
                  <a:lnTo>
                    <a:pt x="190" y="127"/>
                  </a:lnTo>
                  <a:lnTo>
                    <a:pt x="206" y="79"/>
                  </a:lnTo>
                  <a:cubicBezTo>
                    <a:pt x="206" y="64"/>
                    <a:pt x="206" y="48"/>
                    <a:pt x="190" y="32"/>
                  </a:cubicBezTo>
                  <a:lnTo>
                    <a:pt x="14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00" name="Google Shape;3200;p46"/>
            <p:cNvSpPr/>
            <p:nvPr/>
          </p:nvSpPr>
          <p:spPr>
            <a:xfrm>
              <a:off x="3372932" y="1787745"/>
              <a:ext cx="5565" cy="5565"/>
            </a:xfrm>
            <a:custGeom>
              <a:avLst/>
              <a:gdLst/>
              <a:ahLst/>
              <a:cxnLst/>
              <a:rect l="l" t="t" r="r" b="b"/>
              <a:pathLst>
                <a:path w="175" h="175" extrusionOk="0">
                  <a:moveTo>
                    <a:pt x="63" y="0"/>
                  </a:moveTo>
                  <a:lnTo>
                    <a:pt x="48" y="0"/>
                  </a:lnTo>
                  <a:cubicBezTo>
                    <a:pt x="48" y="0"/>
                    <a:pt x="32" y="0"/>
                    <a:pt x="32" y="17"/>
                  </a:cubicBezTo>
                  <a:lnTo>
                    <a:pt x="0" y="143"/>
                  </a:lnTo>
                  <a:cubicBezTo>
                    <a:pt x="0" y="158"/>
                    <a:pt x="0" y="158"/>
                    <a:pt x="16" y="174"/>
                  </a:cubicBezTo>
                  <a:lnTo>
                    <a:pt x="32" y="174"/>
                  </a:lnTo>
                  <a:lnTo>
                    <a:pt x="48" y="174"/>
                  </a:lnTo>
                  <a:lnTo>
                    <a:pt x="158" y="95"/>
                  </a:lnTo>
                  <a:lnTo>
                    <a:pt x="174" y="80"/>
                  </a:lnTo>
                  <a:lnTo>
                    <a:pt x="174" y="48"/>
                  </a:lnTo>
                  <a:cubicBezTo>
                    <a:pt x="158" y="32"/>
                    <a:pt x="158" y="32"/>
                    <a:pt x="143" y="32"/>
                  </a:cubicBezTo>
                  <a:lnTo>
                    <a:pt x="126" y="32"/>
                  </a:lnTo>
                  <a:lnTo>
                    <a:pt x="80" y="63"/>
                  </a:ln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01" name="Google Shape;3201;p46"/>
            <p:cNvSpPr/>
            <p:nvPr/>
          </p:nvSpPr>
          <p:spPr>
            <a:xfrm>
              <a:off x="3261206" y="1804792"/>
              <a:ext cx="7505" cy="9032"/>
            </a:xfrm>
            <a:custGeom>
              <a:avLst/>
              <a:gdLst/>
              <a:ahLst/>
              <a:cxnLst/>
              <a:rect l="l" t="t" r="r" b="b"/>
              <a:pathLst>
                <a:path w="236" h="284" extrusionOk="0">
                  <a:moveTo>
                    <a:pt x="204" y="0"/>
                  </a:moveTo>
                  <a:lnTo>
                    <a:pt x="189" y="0"/>
                  </a:lnTo>
                  <a:lnTo>
                    <a:pt x="173" y="16"/>
                  </a:lnTo>
                  <a:lnTo>
                    <a:pt x="173" y="48"/>
                  </a:lnTo>
                  <a:lnTo>
                    <a:pt x="158" y="63"/>
                  </a:lnTo>
                  <a:lnTo>
                    <a:pt x="158" y="63"/>
                  </a:lnTo>
                  <a:lnTo>
                    <a:pt x="158" y="95"/>
                  </a:lnTo>
                  <a:lnTo>
                    <a:pt x="158" y="95"/>
                  </a:lnTo>
                  <a:lnTo>
                    <a:pt x="78" y="189"/>
                  </a:lnTo>
                  <a:lnTo>
                    <a:pt x="78" y="206"/>
                  </a:lnTo>
                  <a:cubicBezTo>
                    <a:pt x="78" y="221"/>
                    <a:pt x="63" y="237"/>
                    <a:pt x="47" y="237"/>
                  </a:cubicBezTo>
                  <a:lnTo>
                    <a:pt x="47" y="237"/>
                  </a:lnTo>
                  <a:cubicBezTo>
                    <a:pt x="15" y="237"/>
                    <a:pt x="15" y="221"/>
                    <a:pt x="15" y="206"/>
                  </a:cubicBezTo>
                  <a:lnTo>
                    <a:pt x="15" y="206"/>
                  </a:lnTo>
                  <a:cubicBezTo>
                    <a:pt x="0" y="221"/>
                    <a:pt x="0" y="237"/>
                    <a:pt x="15" y="252"/>
                  </a:cubicBezTo>
                  <a:lnTo>
                    <a:pt x="47" y="284"/>
                  </a:lnTo>
                  <a:lnTo>
                    <a:pt x="78" y="284"/>
                  </a:lnTo>
                  <a:lnTo>
                    <a:pt x="78" y="284"/>
                  </a:lnTo>
                  <a:cubicBezTo>
                    <a:pt x="95" y="284"/>
                    <a:pt x="95" y="284"/>
                    <a:pt x="95" y="269"/>
                  </a:cubicBezTo>
                  <a:lnTo>
                    <a:pt x="189" y="158"/>
                  </a:lnTo>
                  <a:lnTo>
                    <a:pt x="189" y="158"/>
                  </a:lnTo>
                  <a:lnTo>
                    <a:pt x="221" y="158"/>
                  </a:lnTo>
                  <a:cubicBezTo>
                    <a:pt x="221" y="142"/>
                    <a:pt x="236" y="142"/>
                    <a:pt x="236" y="126"/>
                  </a:cubicBezTo>
                  <a:lnTo>
                    <a:pt x="236" y="48"/>
                  </a:lnTo>
                  <a:lnTo>
                    <a:pt x="236" y="48"/>
                  </a:lnTo>
                  <a:cubicBezTo>
                    <a:pt x="236" y="16"/>
                    <a:pt x="221" y="0"/>
                    <a:pt x="20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02" name="Google Shape;3202;p46"/>
            <p:cNvSpPr/>
            <p:nvPr/>
          </p:nvSpPr>
          <p:spPr>
            <a:xfrm>
              <a:off x="3227590" y="1789272"/>
              <a:ext cx="2576" cy="7505"/>
            </a:xfrm>
            <a:custGeom>
              <a:avLst/>
              <a:gdLst/>
              <a:ahLst/>
              <a:cxnLst/>
              <a:rect l="l" t="t" r="r" b="b"/>
              <a:pathLst>
                <a:path w="81" h="236" extrusionOk="0">
                  <a:moveTo>
                    <a:pt x="17" y="0"/>
                  </a:moveTo>
                  <a:lnTo>
                    <a:pt x="17" y="15"/>
                  </a:lnTo>
                  <a:lnTo>
                    <a:pt x="1" y="189"/>
                  </a:lnTo>
                  <a:cubicBezTo>
                    <a:pt x="1" y="221"/>
                    <a:pt x="17" y="236"/>
                    <a:pt x="32" y="236"/>
                  </a:cubicBezTo>
                  <a:lnTo>
                    <a:pt x="32" y="236"/>
                  </a:lnTo>
                  <a:cubicBezTo>
                    <a:pt x="49" y="236"/>
                    <a:pt x="64" y="221"/>
                    <a:pt x="64" y="204"/>
                  </a:cubicBezTo>
                  <a:lnTo>
                    <a:pt x="80" y="95"/>
                  </a:lnTo>
                  <a:cubicBezTo>
                    <a:pt x="64" y="95"/>
                    <a:pt x="64" y="95"/>
                    <a:pt x="64" y="7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03" name="Google Shape;3203;p46"/>
            <p:cNvSpPr/>
            <p:nvPr/>
          </p:nvSpPr>
          <p:spPr>
            <a:xfrm>
              <a:off x="3413514" y="1771716"/>
              <a:ext cx="2544" cy="3562"/>
            </a:xfrm>
            <a:custGeom>
              <a:avLst/>
              <a:gdLst/>
              <a:ahLst/>
              <a:cxnLst/>
              <a:rect l="l" t="t" r="r" b="b"/>
              <a:pathLst>
                <a:path w="80" h="112" extrusionOk="0">
                  <a:moveTo>
                    <a:pt x="79" y="0"/>
                  </a:moveTo>
                  <a:cubicBezTo>
                    <a:pt x="64" y="17"/>
                    <a:pt x="32" y="32"/>
                    <a:pt x="1" y="48"/>
                  </a:cubicBezTo>
                  <a:lnTo>
                    <a:pt x="1" y="80"/>
                  </a:lnTo>
                  <a:lnTo>
                    <a:pt x="1" y="111"/>
                  </a:lnTo>
                  <a:lnTo>
                    <a:pt x="1" y="111"/>
                  </a:lnTo>
                  <a:lnTo>
                    <a:pt x="64" y="95"/>
                  </a:lnTo>
                  <a:lnTo>
                    <a:pt x="64" y="95"/>
                  </a:lnTo>
                  <a:lnTo>
                    <a:pt x="64" y="80"/>
                  </a:lnTo>
                  <a:cubicBezTo>
                    <a:pt x="64" y="80"/>
                    <a:pt x="64" y="63"/>
                    <a:pt x="79" y="48"/>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04" name="Google Shape;3204;p46"/>
            <p:cNvSpPr/>
            <p:nvPr/>
          </p:nvSpPr>
          <p:spPr>
            <a:xfrm>
              <a:off x="3198553" y="1790735"/>
              <a:ext cx="5025" cy="4580"/>
            </a:xfrm>
            <a:custGeom>
              <a:avLst/>
              <a:gdLst/>
              <a:ahLst/>
              <a:cxnLst/>
              <a:rect l="l" t="t" r="r" b="b"/>
              <a:pathLst>
                <a:path w="158" h="144" extrusionOk="0">
                  <a:moveTo>
                    <a:pt x="48" y="1"/>
                  </a:moveTo>
                  <a:lnTo>
                    <a:pt x="32" y="1"/>
                  </a:lnTo>
                  <a:cubicBezTo>
                    <a:pt x="17" y="1"/>
                    <a:pt x="17" y="17"/>
                    <a:pt x="17" y="32"/>
                  </a:cubicBezTo>
                  <a:cubicBezTo>
                    <a:pt x="0" y="32"/>
                    <a:pt x="17" y="32"/>
                    <a:pt x="17" y="49"/>
                  </a:cubicBezTo>
                  <a:lnTo>
                    <a:pt x="32" y="49"/>
                  </a:lnTo>
                  <a:cubicBezTo>
                    <a:pt x="48" y="49"/>
                    <a:pt x="63" y="64"/>
                    <a:pt x="63" y="80"/>
                  </a:cubicBezTo>
                  <a:cubicBezTo>
                    <a:pt x="80" y="80"/>
                    <a:pt x="80" y="95"/>
                    <a:pt x="80" y="112"/>
                  </a:cubicBezTo>
                  <a:cubicBezTo>
                    <a:pt x="80" y="143"/>
                    <a:pt x="95" y="143"/>
                    <a:pt x="111" y="143"/>
                  </a:cubicBezTo>
                  <a:lnTo>
                    <a:pt x="111" y="143"/>
                  </a:lnTo>
                  <a:lnTo>
                    <a:pt x="111" y="143"/>
                  </a:lnTo>
                  <a:cubicBezTo>
                    <a:pt x="143" y="143"/>
                    <a:pt x="158" y="127"/>
                    <a:pt x="143" y="112"/>
                  </a:cubicBezTo>
                  <a:cubicBezTo>
                    <a:pt x="143" y="32"/>
                    <a:pt x="111"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05" name="Google Shape;3205;p46"/>
            <p:cNvSpPr/>
            <p:nvPr/>
          </p:nvSpPr>
          <p:spPr>
            <a:xfrm>
              <a:off x="3391951" y="1781257"/>
              <a:ext cx="5565" cy="4039"/>
            </a:xfrm>
            <a:custGeom>
              <a:avLst/>
              <a:gdLst/>
              <a:ahLst/>
              <a:cxnLst/>
              <a:rect l="l" t="t" r="r" b="b"/>
              <a:pathLst>
                <a:path w="175" h="127" extrusionOk="0">
                  <a:moveTo>
                    <a:pt x="32" y="0"/>
                  </a:moveTo>
                  <a:lnTo>
                    <a:pt x="32" y="0"/>
                  </a:lnTo>
                  <a:lnTo>
                    <a:pt x="17" y="0"/>
                  </a:lnTo>
                  <a:cubicBezTo>
                    <a:pt x="1" y="0"/>
                    <a:pt x="1" y="15"/>
                    <a:pt x="1" y="32"/>
                  </a:cubicBezTo>
                  <a:lnTo>
                    <a:pt x="1" y="47"/>
                  </a:lnTo>
                  <a:lnTo>
                    <a:pt x="17" y="47"/>
                  </a:lnTo>
                  <a:cubicBezTo>
                    <a:pt x="32" y="47"/>
                    <a:pt x="32" y="32"/>
                    <a:pt x="32" y="32"/>
                  </a:cubicBezTo>
                  <a:lnTo>
                    <a:pt x="32" y="32"/>
                  </a:lnTo>
                  <a:cubicBezTo>
                    <a:pt x="49" y="32"/>
                    <a:pt x="64" y="47"/>
                    <a:pt x="64" y="63"/>
                  </a:cubicBezTo>
                  <a:cubicBezTo>
                    <a:pt x="80" y="78"/>
                    <a:pt x="64" y="95"/>
                    <a:pt x="49" y="110"/>
                  </a:cubicBezTo>
                  <a:lnTo>
                    <a:pt x="32" y="110"/>
                  </a:lnTo>
                  <a:lnTo>
                    <a:pt x="32" y="126"/>
                  </a:lnTo>
                  <a:lnTo>
                    <a:pt x="49" y="126"/>
                  </a:lnTo>
                  <a:lnTo>
                    <a:pt x="64" y="126"/>
                  </a:lnTo>
                  <a:lnTo>
                    <a:pt x="112" y="110"/>
                  </a:lnTo>
                  <a:cubicBezTo>
                    <a:pt x="112" y="95"/>
                    <a:pt x="127" y="95"/>
                    <a:pt x="127" y="95"/>
                  </a:cubicBezTo>
                  <a:lnTo>
                    <a:pt x="143" y="95"/>
                  </a:lnTo>
                  <a:lnTo>
                    <a:pt x="143" y="95"/>
                  </a:lnTo>
                  <a:lnTo>
                    <a:pt x="158" y="95"/>
                  </a:lnTo>
                  <a:cubicBezTo>
                    <a:pt x="175" y="95"/>
                    <a:pt x="175" y="78"/>
                    <a:pt x="175" y="63"/>
                  </a:cubicBezTo>
                  <a:cubicBezTo>
                    <a:pt x="175" y="47"/>
                    <a:pt x="158" y="32"/>
                    <a:pt x="143" y="32"/>
                  </a:cubicBezTo>
                  <a:lnTo>
                    <a:pt x="127" y="32"/>
                  </a:lnTo>
                  <a:lnTo>
                    <a:pt x="80" y="47"/>
                  </a:lnTo>
                  <a:lnTo>
                    <a:pt x="64" y="32"/>
                  </a:lnTo>
                  <a:lnTo>
                    <a:pt x="64" y="15"/>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06" name="Google Shape;3206;p46"/>
            <p:cNvSpPr/>
            <p:nvPr/>
          </p:nvSpPr>
          <p:spPr>
            <a:xfrm>
              <a:off x="3350861" y="1782243"/>
              <a:ext cx="5057" cy="5057"/>
            </a:xfrm>
            <a:custGeom>
              <a:avLst/>
              <a:gdLst/>
              <a:ahLst/>
              <a:cxnLst/>
              <a:rect l="l" t="t" r="r" b="b"/>
              <a:pathLst>
                <a:path w="159" h="159" extrusionOk="0">
                  <a:moveTo>
                    <a:pt x="80" y="1"/>
                  </a:moveTo>
                  <a:lnTo>
                    <a:pt x="80" y="1"/>
                  </a:lnTo>
                  <a:lnTo>
                    <a:pt x="80" y="1"/>
                  </a:lnTo>
                  <a:lnTo>
                    <a:pt x="64" y="16"/>
                  </a:lnTo>
                  <a:lnTo>
                    <a:pt x="17" y="110"/>
                  </a:lnTo>
                  <a:cubicBezTo>
                    <a:pt x="1" y="110"/>
                    <a:pt x="1" y="127"/>
                    <a:pt x="1" y="127"/>
                  </a:cubicBezTo>
                  <a:lnTo>
                    <a:pt x="32" y="158"/>
                  </a:lnTo>
                  <a:lnTo>
                    <a:pt x="49" y="158"/>
                  </a:lnTo>
                  <a:lnTo>
                    <a:pt x="64" y="142"/>
                  </a:lnTo>
                  <a:lnTo>
                    <a:pt x="95" y="95"/>
                  </a:lnTo>
                  <a:lnTo>
                    <a:pt x="112" y="95"/>
                  </a:lnTo>
                  <a:lnTo>
                    <a:pt x="143" y="95"/>
                  </a:lnTo>
                  <a:cubicBezTo>
                    <a:pt x="143" y="79"/>
                    <a:pt x="158" y="64"/>
                    <a:pt x="143" y="47"/>
                  </a:cubicBezTo>
                  <a:lnTo>
                    <a:pt x="143" y="32"/>
                  </a:lnTo>
                  <a:lnTo>
                    <a:pt x="112" y="16"/>
                  </a:lnTo>
                  <a:cubicBezTo>
                    <a:pt x="112"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07" name="Google Shape;3207;p46"/>
            <p:cNvSpPr/>
            <p:nvPr/>
          </p:nvSpPr>
          <p:spPr>
            <a:xfrm>
              <a:off x="3093314" y="1790258"/>
              <a:ext cx="3562" cy="3053"/>
            </a:xfrm>
            <a:custGeom>
              <a:avLst/>
              <a:gdLst/>
              <a:ahLst/>
              <a:cxnLst/>
              <a:rect l="l" t="t" r="r" b="b"/>
              <a:pathLst>
                <a:path w="112" h="96" extrusionOk="0">
                  <a:moveTo>
                    <a:pt x="0" y="1"/>
                  </a:moveTo>
                  <a:lnTo>
                    <a:pt x="0" y="32"/>
                  </a:lnTo>
                  <a:cubicBezTo>
                    <a:pt x="0" y="47"/>
                    <a:pt x="17" y="64"/>
                    <a:pt x="32" y="64"/>
                  </a:cubicBezTo>
                  <a:lnTo>
                    <a:pt x="32" y="64"/>
                  </a:lnTo>
                  <a:lnTo>
                    <a:pt x="32" y="64"/>
                  </a:lnTo>
                  <a:cubicBezTo>
                    <a:pt x="48" y="64"/>
                    <a:pt x="48" y="64"/>
                    <a:pt x="63" y="79"/>
                  </a:cubicBezTo>
                  <a:lnTo>
                    <a:pt x="63" y="79"/>
                  </a:lnTo>
                  <a:lnTo>
                    <a:pt x="63" y="79"/>
                  </a:lnTo>
                  <a:lnTo>
                    <a:pt x="80" y="79"/>
                  </a:lnTo>
                  <a:lnTo>
                    <a:pt x="95" y="95"/>
                  </a:lnTo>
                  <a:lnTo>
                    <a:pt x="95" y="95"/>
                  </a:lnTo>
                  <a:cubicBezTo>
                    <a:pt x="95" y="79"/>
                    <a:pt x="111" y="79"/>
                    <a:pt x="111" y="79"/>
                  </a:cubicBezTo>
                  <a:cubicBezTo>
                    <a:pt x="111" y="64"/>
                    <a:pt x="111" y="47"/>
                    <a:pt x="95" y="47"/>
                  </a:cubicBezTo>
                  <a:lnTo>
                    <a:pt x="17" y="16"/>
                  </a:lnTo>
                  <a:cubicBezTo>
                    <a:pt x="0" y="16"/>
                    <a:pt x="0" y="1"/>
                    <a:pt x="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08" name="Google Shape;3208;p46"/>
            <p:cNvSpPr/>
            <p:nvPr/>
          </p:nvSpPr>
          <p:spPr>
            <a:xfrm>
              <a:off x="3271701" y="1773720"/>
              <a:ext cx="4548" cy="1018"/>
            </a:xfrm>
            <a:custGeom>
              <a:avLst/>
              <a:gdLst/>
              <a:ahLst/>
              <a:cxnLst/>
              <a:rect l="l" t="t" r="r" b="b"/>
              <a:pathLst>
                <a:path w="143" h="32" extrusionOk="0">
                  <a:moveTo>
                    <a:pt x="95" y="0"/>
                  </a:moveTo>
                  <a:lnTo>
                    <a:pt x="95" y="0"/>
                  </a:lnTo>
                  <a:cubicBezTo>
                    <a:pt x="95" y="0"/>
                    <a:pt x="95" y="17"/>
                    <a:pt x="80" y="17"/>
                  </a:cubicBezTo>
                  <a:lnTo>
                    <a:pt x="63" y="17"/>
                  </a:lnTo>
                  <a:cubicBezTo>
                    <a:pt x="48" y="17"/>
                    <a:pt x="48" y="17"/>
                    <a:pt x="32" y="0"/>
                  </a:cubicBezTo>
                  <a:lnTo>
                    <a:pt x="32" y="0"/>
                  </a:lnTo>
                  <a:lnTo>
                    <a:pt x="17" y="0"/>
                  </a:lnTo>
                  <a:cubicBezTo>
                    <a:pt x="17" y="17"/>
                    <a:pt x="0" y="17"/>
                    <a:pt x="0" y="32"/>
                  </a:cubicBezTo>
                  <a:lnTo>
                    <a:pt x="111" y="17"/>
                  </a:lnTo>
                  <a:lnTo>
                    <a:pt x="111" y="17"/>
                  </a:lnTo>
                  <a:cubicBezTo>
                    <a:pt x="127" y="17"/>
                    <a:pt x="127" y="32"/>
                    <a:pt x="143" y="32"/>
                  </a:cubicBezTo>
                  <a:lnTo>
                    <a:pt x="143" y="17"/>
                  </a:lnTo>
                  <a:cubicBezTo>
                    <a:pt x="127" y="0"/>
                    <a:pt x="127"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09" name="Google Shape;3209;p46"/>
            <p:cNvSpPr/>
            <p:nvPr/>
          </p:nvSpPr>
          <p:spPr>
            <a:xfrm>
              <a:off x="3403496" y="1768695"/>
              <a:ext cx="6042" cy="3053"/>
            </a:xfrm>
            <a:custGeom>
              <a:avLst/>
              <a:gdLst/>
              <a:ahLst/>
              <a:cxnLst/>
              <a:rect l="l" t="t" r="r" b="b"/>
              <a:pathLst>
                <a:path w="190" h="96" extrusionOk="0">
                  <a:moveTo>
                    <a:pt x="110" y="1"/>
                  </a:moveTo>
                  <a:lnTo>
                    <a:pt x="110" y="17"/>
                  </a:lnTo>
                  <a:cubicBezTo>
                    <a:pt x="127" y="32"/>
                    <a:pt x="110" y="49"/>
                    <a:pt x="95" y="64"/>
                  </a:cubicBezTo>
                  <a:lnTo>
                    <a:pt x="79" y="64"/>
                  </a:lnTo>
                  <a:cubicBezTo>
                    <a:pt x="64" y="64"/>
                    <a:pt x="64" y="64"/>
                    <a:pt x="47" y="49"/>
                  </a:cubicBezTo>
                  <a:lnTo>
                    <a:pt x="47" y="32"/>
                  </a:lnTo>
                  <a:lnTo>
                    <a:pt x="16" y="32"/>
                  </a:lnTo>
                  <a:cubicBezTo>
                    <a:pt x="1" y="49"/>
                    <a:pt x="1" y="49"/>
                    <a:pt x="1" y="64"/>
                  </a:cubicBezTo>
                  <a:lnTo>
                    <a:pt x="32" y="95"/>
                  </a:lnTo>
                  <a:lnTo>
                    <a:pt x="47" y="95"/>
                  </a:lnTo>
                  <a:cubicBezTo>
                    <a:pt x="79" y="80"/>
                    <a:pt x="95" y="80"/>
                    <a:pt x="110" y="80"/>
                  </a:cubicBezTo>
                  <a:cubicBezTo>
                    <a:pt x="110" y="64"/>
                    <a:pt x="127" y="49"/>
                    <a:pt x="142" y="32"/>
                  </a:cubicBezTo>
                  <a:lnTo>
                    <a:pt x="158" y="32"/>
                  </a:lnTo>
                  <a:lnTo>
                    <a:pt x="158" y="32"/>
                  </a:lnTo>
                  <a:cubicBezTo>
                    <a:pt x="174" y="32"/>
                    <a:pt x="190" y="32"/>
                    <a:pt x="190" y="49"/>
                  </a:cubicBezTo>
                  <a:cubicBezTo>
                    <a:pt x="190" y="32"/>
                    <a:pt x="174" y="32"/>
                    <a:pt x="174" y="32"/>
                  </a:cubicBezTo>
                  <a:cubicBezTo>
                    <a:pt x="158" y="17"/>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10" name="Google Shape;3210;p46"/>
            <p:cNvSpPr/>
            <p:nvPr/>
          </p:nvSpPr>
          <p:spPr>
            <a:xfrm>
              <a:off x="3410016" y="1766691"/>
              <a:ext cx="6042" cy="3562"/>
            </a:xfrm>
            <a:custGeom>
              <a:avLst/>
              <a:gdLst/>
              <a:ahLst/>
              <a:cxnLst/>
              <a:rect l="l" t="t" r="r" b="b"/>
              <a:pathLst>
                <a:path w="190" h="112" extrusionOk="0">
                  <a:moveTo>
                    <a:pt x="158" y="1"/>
                  </a:moveTo>
                  <a:lnTo>
                    <a:pt x="142" y="1"/>
                  </a:lnTo>
                  <a:lnTo>
                    <a:pt x="142" y="1"/>
                  </a:lnTo>
                  <a:lnTo>
                    <a:pt x="48" y="32"/>
                  </a:lnTo>
                  <a:cubicBezTo>
                    <a:pt x="48" y="49"/>
                    <a:pt x="48" y="49"/>
                    <a:pt x="32" y="64"/>
                  </a:cubicBezTo>
                  <a:lnTo>
                    <a:pt x="16" y="64"/>
                  </a:lnTo>
                  <a:lnTo>
                    <a:pt x="0" y="64"/>
                  </a:lnTo>
                  <a:lnTo>
                    <a:pt x="0" y="80"/>
                  </a:lnTo>
                  <a:cubicBezTo>
                    <a:pt x="16" y="95"/>
                    <a:pt x="32" y="112"/>
                    <a:pt x="48" y="112"/>
                  </a:cubicBezTo>
                  <a:lnTo>
                    <a:pt x="48" y="95"/>
                  </a:lnTo>
                  <a:lnTo>
                    <a:pt x="126" y="80"/>
                  </a:lnTo>
                  <a:cubicBezTo>
                    <a:pt x="126" y="64"/>
                    <a:pt x="142" y="49"/>
                    <a:pt x="158" y="49"/>
                  </a:cubicBezTo>
                  <a:lnTo>
                    <a:pt x="158" y="49"/>
                  </a:lnTo>
                  <a:lnTo>
                    <a:pt x="174" y="49"/>
                  </a:lnTo>
                  <a:lnTo>
                    <a:pt x="189" y="49"/>
                  </a:lnTo>
                  <a:lnTo>
                    <a:pt x="189" y="32"/>
                  </a:lnTo>
                  <a:cubicBezTo>
                    <a:pt x="189" y="17"/>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11" name="Google Shape;3211;p46"/>
            <p:cNvSpPr/>
            <p:nvPr/>
          </p:nvSpPr>
          <p:spPr>
            <a:xfrm>
              <a:off x="3110361" y="1795283"/>
              <a:ext cx="3021" cy="5025"/>
            </a:xfrm>
            <a:custGeom>
              <a:avLst/>
              <a:gdLst/>
              <a:ahLst/>
              <a:cxnLst/>
              <a:rect l="l" t="t" r="r" b="b"/>
              <a:pathLst>
                <a:path w="95" h="158" extrusionOk="0">
                  <a:moveTo>
                    <a:pt x="48" y="47"/>
                  </a:moveTo>
                  <a:lnTo>
                    <a:pt x="32" y="63"/>
                  </a:lnTo>
                  <a:lnTo>
                    <a:pt x="17" y="63"/>
                  </a:lnTo>
                  <a:lnTo>
                    <a:pt x="0" y="63"/>
                  </a:lnTo>
                  <a:lnTo>
                    <a:pt x="0" y="95"/>
                  </a:lnTo>
                  <a:cubicBezTo>
                    <a:pt x="0" y="110"/>
                    <a:pt x="32" y="142"/>
                    <a:pt x="48" y="158"/>
                  </a:cubicBezTo>
                  <a:lnTo>
                    <a:pt x="63" y="158"/>
                  </a:lnTo>
                  <a:cubicBezTo>
                    <a:pt x="80" y="158"/>
                    <a:pt x="95" y="158"/>
                    <a:pt x="95" y="142"/>
                  </a:cubicBezTo>
                  <a:lnTo>
                    <a:pt x="95" y="142"/>
                  </a:lnTo>
                  <a:cubicBezTo>
                    <a:pt x="80" y="142"/>
                    <a:pt x="63" y="142"/>
                    <a:pt x="63" y="126"/>
                  </a:cubicBezTo>
                  <a:cubicBezTo>
                    <a:pt x="48" y="110"/>
                    <a:pt x="48" y="95"/>
                    <a:pt x="63" y="78"/>
                  </a:cubicBezTo>
                  <a:lnTo>
                    <a:pt x="63" y="78"/>
                  </a:lnTo>
                  <a:lnTo>
                    <a:pt x="63" y="78"/>
                  </a:lnTo>
                  <a:cubicBezTo>
                    <a:pt x="63" y="78"/>
                    <a:pt x="63" y="63"/>
                    <a:pt x="48" y="47"/>
                  </a:cubicBezTo>
                  <a:close/>
                  <a:moveTo>
                    <a:pt x="0" y="0"/>
                  </a:moveTo>
                  <a:lnTo>
                    <a:pt x="0" y="0"/>
                  </a:lnTo>
                  <a:lnTo>
                    <a:pt x="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12" name="Google Shape;3212;p46"/>
            <p:cNvSpPr/>
            <p:nvPr/>
          </p:nvSpPr>
          <p:spPr>
            <a:xfrm>
              <a:off x="3268680" y="1767709"/>
              <a:ext cx="7060" cy="13580"/>
            </a:xfrm>
            <a:custGeom>
              <a:avLst/>
              <a:gdLst/>
              <a:ahLst/>
              <a:cxnLst/>
              <a:rect l="l" t="t" r="r" b="b"/>
              <a:pathLst>
                <a:path w="222" h="427" extrusionOk="0">
                  <a:moveTo>
                    <a:pt x="112" y="174"/>
                  </a:moveTo>
                  <a:cubicBezTo>
                    <a:pt x="95" y="174"/>
                    <a:pt x="95" y="174"/>
                    <a:pt x="80" y="189"/>
                  </a:cubicBezTo>
                  <a:lnTo>
                    <a:pt x="64" y="189"/>
                  </a:lnTo>
                  <a:lnTo>
                    <a:pt x="32" y="189"/>
                  </a:lnTo>
                  <a:cubicBezTo>
                    <a:pt x="32" y="206"/>
                    <a:pt x="32" y="221"/>
                    <a:pt x="17" y="237"/>
                  </a:cubicBezTo>
                  <a:cubicBezTo>
                    <a:pt x="17" y="269"/>
                    <a:pt x="17" y="284"/>
                    <a:pt x="1" y="315"/>
                  </a:cubicBezTo>
                  <a:cubicBezTo>
                    <a:pt x="1" y="315"/>
                    <a:pt x="1" y="332"/>
                    <a:pt x="17" y="347"/>
                  </a:cubicBezTo>
                  <a:lnTo>
                    <a:pt x="49" y="410"/>
                  </a:lnTo>
                  <a:cubicBezTo>
                    <a:pt x="64" y="426"/>
                    <a:pt x="64" y="426"/>
                    <a:pt x="80" y="426"/>
                  </a:cubicBezTo>
                  <a:lnTo>
                    <a:pt x="80" y="426"/>
                  </a:lnTo>
                  <a:lnTo>
                    <a:pt x="95" y="426"/>
                  </a:lnTo>
                  <a:lnTo>
                    <a:pt x="112" y="426"/>
                  </a:lnTo>
                  <a:cubicBezTo>
                    <a:pt x="95" y="410"/>
                    <a:pt x="95" y="395"/>
                    <a:pt x="112" y="395"/>
                  </a:cubicBezTo>
                  <a:cubicBezTo>
                    <a:pt x="112" y="378"/>
                    <a:pt x="127" y="363"/>
                    <a:pt x="127" y="363"/>
                  </a:cubicBezTo>
                  <a:lnTo>
                    <a:pt x="143" y="363"/>
                  </a:lnTo>
                  <a:lnTo>
                    <a:pt x="143" y="363"/>
                  </a:lnTo>
                  <a:lnTo>
                    <a:pt x="190" y="378"/>
                  </a:lnTo>
                  <a:lnTo>
                    <a:pt x="190" y="378"/>
                  </a:lnTo>
                  <a:lnTo>
                    <a:pt x="206" y="378"/>
                  </a:lnTo>
                  <a:cubicBezTo>
                    <a:pt x="222" y="363"/>
                    <a:pt x="222" y="347"/>
                    <a:pt x="222" y="347"/>
                  </a:cubicBezTo>
                  <a:lnTo>
                    <a:pt x="222" y="332"/>
                  </a:lnTo>
                  <a:cubicBezTo>
                    <a:pt x="206" y="315"/>
                    <a:pt x="206" y="315"/>
                    <a:pt x="190" y="315"/>
                  </a:cubicBezTo>
                  <a:lnTo>
                    <a:pt x="158" y="315"/>
                  </a:lnTo>
                  <a:lnTo>
                    <a:pt x="95" y="347"/>
                  </a:lnTo>
                  <a:lnTo>
                    <a:pt x="95" y="347"/>
                  </a:lnTo>
                  <a:lnTo>
                    <a:pt x="80" y="363"/>
                  </a:lnTo>
                  <a:cubicBezTo>
                    <a:pt x="80" y="363"/>
                    <a:pt x="64" y="378"/>
                    <a:pt x="49" y="378"/>
                  </a:cubicBezTo>
                  <a:cubicBezTo>
                    <a:pt x="49" y="378"/>
                    <a:pt x="32" y="378"/>
                    <a:pt x="32" y="363"/>
                  </a:cubicBezTo>
                  <a:cubicBezTo>
                    <a:pt x="17" y="347"/>
                    <a:pt x="17" y="332"/>
                    <a:pt x="32" y="315"/>
                  </a:cubicBezTo>
                  <a:lnTo>
                    <a:pt x="64" y="269"/>
                  </a:lnTo>
                  <a:lnTo>
                    <a:pt x="64" y="252"/>
                  </a:lnTo>
                  <a:cubicBezTo>
                    <a:pt x="64" y="237"/>
                    <a:pt x="80" y="221"/>
                    <a:pt x="95" y="221"/>
                  </a:cubicBezTo>
                  <a:lnTo>
                    <a:pt x="95" y="221"/>
                  </a:lnTo>
                  <a:cubicBezTo>
                    <a:pt x="95" y="206"/>
                    <a:pt x="112" y="206"/>
                    <a:pt x="112" y="189"/>
                  </a:cubicBezTo>
                  <a:lnTo>
                    <a:pt x="112" y="174"/>
                  </a:lnTo>
                  <a:lnTo>
                    <a:pt x="112" y="174"/>
                  </a:lnTo>
                  <a:close/>
                  <a:moveTo>
                    <a:pt x="143" y="0"/>
                  </a:moveTo>
                  <a:lnTo>
                    <a:pt x="143" y="0"/>
                  </a:lnTo>
                  <a:cubicBezTo>
                    <a:pt x="143" y="17"/>
                    <a:pt x="143" y="17"/>
                    <a:pt x="127" y="17"/>
                  </a:cubicBezTo>
                  <a:lnTo>
                    <a:pt x="112" y="32"/>
                  </a:lnTo>
                  <a:lnTo>
                    <a:pt x="95" y="48"/>
                  </a:lnTo>
                  <a:lnTo>
                    <a:pt x="95" y="48"/>
                  </a:lnTo>
                  <a:lnTo>
                    <a:pt x="95" y="80"/>
                  </a:lnTo>
                  <a:cubicBezTo>
                    <a:pt x="80" y="95"/>
                    <a:pt x="80" y="111"/>
                    <a:pt x="64" y="111"/>
                  </a:cubicBezTo>
                  <a:lnTo>
                    <a:pt x="64" y="111"/>
                  </a:lnTo>
                  <a:lnTo>
                    <a:pt x="64" y="111"/>
                  </a:lnTo>
                  <a:lnTo>
                    <a:pt x="80" y="111"/>
                  </a:lnTo>
                  <a:lnTo>
                    <a:pt x="95" y="111"/>
                  </a:lnTo>
                  <a:lnTo>
                    <a:pt x="95" y="95"/>
                  </a:lnTo>
                  <a:cubicBezTo>
                    <a:pt x="95" y="63"/>
                    <a:pt x="112" y="48"/>
                    <a:pt x="127" y="48"/>
                  </a:cubicBezTo>
                  <a:lnTo>
                    <a:pt x="127" y="48"/>
                  </a:lnTo>
                  <a:cubicBezTo>
                    <a:pt x="143" y="48"/>
                    <a:pt x="158" y="63"/>
                    <a:pt x="158" y="63"/>
                  </a:cubicBezTo>
                  <a:lnTo>
                    <a:pt x="175" y="48"/>
                  </a:lnTo>
                  <a:cubicBezTo>
                    <a:pt x="158" y="32"/>
                    <a:pt x="158" y="17"/>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13" name="Google Shape;3213;p46"/>
            <p:cNvSpPr/>
            <p:nvPr/>
          </p:nvSpPr>
          <p:spPr>
            <a:xfrm>
              <a:off x="3415009" y="1754192"/>
              <a:ext cx="7569" cy="3021"/>
            </a:xfrm>
            <a:custGeom>
              <a:avLst/>
              <a:gdLst/>
              <a:ahLst/>
              <a:cxnLst/>
              <a:rect l="l" t="t" r="r" b="b"/>
              <a:pathLst>
                <a:path w="238" h="95" extrusionOk="0">
                  <a:moveTo>
                    <a:pt x="127" y="16"/>
                  </a:moveTo>
                  <a:lnTo>
                    <a:pt x="95" y="32"/>
                  </a:lnTo>
                  <a:lnTo>
                    <a:pt x="80" y="32"/>
                  </a:lnTo>
                  <a:cubicBezTo>
                    <a:pt x="64" y="32"/>
                    <a:pt x="64" y="32"/>
                    <a:pt x="48" y="16"/>
                  </a:cubicBezTo>
                  <a:lnTo>
                    <a:pt x="32" y="32"/>
                  </a:lnTo>
                  <a:cubicBezTo>
                    <a:pt x="17" y="32"/>
                    <a:pt x="1" y="47"/>
                    <a:pt x="1" y="63"/>
                  </a:cubicBezTo>
                  <a:lnTo>
                    <a:pt x="1" y="79"/>
                  </a:lnTo>
                  <a:cubicBezTo>
                    <a:pt x="17" y="79"/>
                    <a:pt x="32" y="79"/>
                    <a:pt x="32" y="95"/>
                  </a:cubicBezTo>
                  <a:lnTo>
                    <a:pt x="32" y="95"/>
                  </a:lnTo>
                  <a:lnTo>
                    <a:pt x="48" y="95"/>
                  </a:lnTo>
                  <a:lnTo>
                    <a:pt x="64" y="95"/>
                  </a:lnTo>
                  <a:lnTo>
                    <a:pt x="64" y="63"/>
                  </a:lnTo>
                  <a:cubicBezTo>
                    <a:pt x="80" y="47"/>
                    <a:pt x="80" y="47"/>
                    <a:pt x="95" y="47"/>
                  </a:cubicBezTo>
                  <a:lnTo>
                    <a:pt x="95" y="47"/>
                  </a:lnTo>
                  <a:lnTo>
                    <a:pt x="112" y="47"/>
                  </a:lnTo>
                  <a:lnTo>
                    <a:pt x="127" y="47"/>
                  </a:lnTo>
                  <a:lnTo>
                    <a:pt x="127" y="47"/>
                  </a:lnTo>
                  <a:lnTo>
                    <a:pt x="127" y="16"/>
                  </a:lnTo>
                  <a:close/>
                  <a:moveTo>
                    <a:pt x="238" y="0"/>
                  </a:moveTo>
                  <a:cubicBezTo>
                    <a:pt x="238" y="16"/>
                    <a:pt x="221" y="16"/>
                    <a:pt x="221" y="16"/>
                  </a:cubicBezTo>
                  <a:lnTo>
                    <a:pt x="206" y="16"/>
                  </a:lnTo>
                  <a:lnTo>
                    <a:pt x="190" y="16"/>
                  </a:lnTo>
                  <a:lnTo>
                    <a:pt x="206" y="47"/>
                  </a:lnTo>
                  <a:lnTo>
                    <a:pt x="221" y="32"/>
                  </a:lnTo>
                  <a:lnTo>
                    <a:pt x="23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14" name="Google Shape;3214;p46"/>
            <p:cNvSpPr/>
            <p:nvPr/>
          </p:nvSpPr>
          <p:spPr>
            <a:xfrm>
              <a:off x="3016159" y="1795760"/>
              <a:ext cx="5025" cy="2035"/>
            </a:xfrm>
            <a:custGeom>
              <a:avLst/>
              <a:gdLst/>
              <a:ahLst/>
              <a:cxnLst/>
              <a:rect l="l" t="t" r="r" b="b"/>
              <a:pathLst>
                <a:path w="158" h="64" extrusionOk="0">
                  <a:moveTo>
                    <a:pt x="126" y="0"/>
                  </a:moveTo>
                  <a:lnTo>
                    <a:pt x="32" y="0"/>
                  </a:lnTo>
                  <a:cubicBezTo>
                    <a:pt x="16" y="0"/>
                    <a:pt x="0" y="17"/>
                    <a:pt x="0" y="48"/>
                  </a:cubicBezTo>
                  <a:cubicBezTo>
                    <a:pt x="0" y="48"/>
                    <a:pt x="0" y="63"/>
                    <a:pt x="16" y="63"/>
                  </a:cubicBezTo>
                  <a:cubicBezTo>
                    <a:pt x="16" y="48"/>
                    <a:pt x="32" y="48"/>
                    <a:pt x="32" y="48"/>
                  </a:cubicBezTo>
                  <a:lnTo>
                    <a:pt x="48" y="48"/>
                  </a:lnTo>
                  <a:lnTo>
                    <a:pt x="48" y="48"/>
                  </a:lnTo>
                  <a:lnTo>
                    <a:pt x="126" y="63"/>
                  </a:lnTo>
                  <a:lnTo>
                    <a:pt x="158" y="63"/>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15" name="Google Shape;3215;p46"/>
            <p:cNvSpPr/>
            <p:nvPr/>
          </p:nvSpPr>
          <p:spPr>
            <a:xfrm>
              <a:off x="3415518" y="1802788"/>
              <a:ext cx="12562" cy="6551"/>
            </a:xfrm>
            <a:custGeom>
              <a:avLst/>
              <a:gdLst/>
              <a:ahLst/>
              <a:cxnLst/>
              <a:rect l="l" t="t" r="r" b="b"/>
              <a:pathLst>
                <a:path w="395" h="206" extrusionOk="0">
                  <a:moveTo>
                    <a:pt x="190" y="111"/>
                  </a:moveTo>
                  <a:lnTo>
                    <a:pt x="190" y="126"/>
                  </a:lnTo>
                  <a:cubicBezTo>
                    <a:pt x="174" y="142"/>
                    <a:pt x="174" y="158"/>
                    <a:pt x="159" y="158"/>
                  </a:cubicBezTo>
                  <a:lnTo>
                    <a:pt x="142" y="158"/>
                  </a:lnTo>
                  <a:cubicBezTo>
                    <a:pt x="142" y="142"/>
                    <a:pt x="127" y="142"/>
                    <a:pt x="127" y="142"/>
                  </a:cubicBezTo>
                  <a:lnTo>
                    <a:pt x="96" y="142"/>
                  </a:lnTo>
                  <a:cubicBezTo>
                    <a:pt x="79" y="142"/>
                    <a:pt x="79" y="126"/>
                    <a:pt x="64" y="126"/>
                  </a:cubicBezTo>
                  <a:lnTo>
                    <a:pt x="64" y="126"/>
                  </a:lnTo>
                  <a:cubicBezTo>
                    <a:pt x="64" y="142"/>
                    <a:pt x="64" y="158"/>
                    <a:pt x="48" y="158"/>
                  </a:cubicBezTo>
                  <a:lnTo>
                    <a:pt x="16" y="174"/>
                  </a:lnTo>
                  <a:lnTo>
                    <a:pt x="1" y="174"/>
                  </a:lnTo>
                  <a:cubicBezTo>
                    <a:pt x="16" y="189"/>
                    <a:pt x="32" y="205"/>
                    <a:pt x="48" y="205"/>
                  </a:cubicBezTo>
                  <a:lnTo>
                    <a:pt x="48" y="205"/>
                  </a:lnTo>
                  <a:cubicBezTo>
                    <a:pt x="111" y="205"/>
                    <a:pt x="159" y="174"/>
                    <a:pt x="205" y="142"/>
                  </a:cubicBezTo>
                  <a:lnTo>
                    <a:pt x="190" y="111"/>
                  </a:lnTo>
                  <a:lnTo>
                    <a:pt x="190" y="111"/>
                  </a:lnTo>
                  <a:close/>
                  <a:moveTo>
                    <a:pt x="363" y="0"/>
                  </a:moveTo>
                  <a:lnTo>
                    <a:pt x="285" y="0"/>
                  </a:lnTo>
                  <a:lnTo>
                    <a:pt x="285" y="32"/>
                  </a:lnTo>
                  <a:cubicBezTo>
                    <a:pt x="285" y="48"/>
                    <a:pt x="268" y="63"/>
                    <a:pt x="253" y="63"/>
                  </a:cubicBezTo>
                  <a:lnTo>
                    <a:pt x="253" y="63"/>
                  </a:lnTo>
                  <a:cubicBezTo>
                    <a:pt x="237" y="63"/>
                    <a:pt x="222" y="48"/>
                    <a:pt x="222" y="32"/>
                  </a:cubicBezTo>
                  <a:lnTo>
                    <a:pt x="222" y="32"/>
                  </a:lnTo>
                  <a:cubicBezTo>
                    <a:pt x="205" y="48"/>
                    <a:pt x="190" y="48"/>
                    <a:pt x="190" y="63"/>
                  </a:cubicBezTo>
                  <a:cubicBezTo>
                    <a:pt x="190" y="79"/>
                    <a:pt x="174" y="79"/>
                    <a:pt x="159" y="79"/>
                  </a:cubicBezTo>
                  <a:lnTo>
                    <a:pt x="159" y="79"/>
                  </a:lnTo>
                  <a:lnTo>
                    <a:pt x="159" y="79"/>
                  </a:lnTo>
                  <a:lnTo>
                    <a:pt x="159" y="79"/>
                  </a:lnTo>
                  <a:lnTo>
                    <a:pt x="174" y="95"/>
                  </a:lnTo>
                  <a:cubicBezTo>
                    <a:pt x="174" y="79"/>
                    <a:pt x="174" y="79"/>
                    <a:pt x="190" y="63"/>
                  </a:cubicBezTo>
                  <a:lnTo>
                    <a:pt x="205" y="63"/>
                  </a:lnTo>
                  <a:lnTo>
                    <a:pt x="205" y="63"/>
                  </a:lnTo>
                  <a:lnTo>
                    <a:pt x="237" y="63"/>
                  </a:lnTo>
                  <a:lnTo>
                    <a:pt x="253" y="95"/>
                  </a:lnTo>
                  <a:cubicBezTo>
                    <a:pt x="253" y="79"/>
                    <a:pt x="268" y="79"/>
                    <a:pt x="268" y="79"/>
                  </a:cubicBezTo>
                  <a:lnTo>
                    <a:pt x="316" y="126"/>
                  </a:lnTo>
                  <a:cubicBezTo>
                    <a:pt x="316" y="142"/>
                    <a:pt x="331" y="142"/>
                    <a:pt x="331" y="142"/>
                  </a:cubicBezTo>
                  <a:lnTo>
                    <a:pt x="331" y="142"/>
                  </a:lnTo>
                  <a:lnTo>
                    <a:pt x="348" y="142"/>
                  </a:lnTo>
                  <a:lnTo>
                    <a:pt x="363" y="142"/>
                  </a:lnTo>
                  <a:lnTo>
                    <a:pt x="363" y="126"/>
                  </a:lnTo>
                  <a:lnTo>
                    <a:pt x="394" y="79"/>
                  </a:lnTo>
                  <a:lnTo>
                    <a:pt x="379" y="79"/>
                  </a:lnTo>
                  <a:lnTo>
                    <a:pt x="379" y="79"/>
                  </a:lnTo>
                  <a:cubicBezTo>
                    <a:pt x="348" y="79"/>
                    <a:pt x="331" y="63"/>
                    <a:pt x="331" y="48"/>
                  </a:cubicBezTo>
                  <a:cubicBezTo>
                    <a:pt x="331" y="32"/>
                    <a:pt x="348" y="16"/>
                    <a:pt x="379" y="16"/>
                  </a:cubicBezTo>
                  <a:lnTo>
                    <a:pt x="379" y="16"/>
                  </a:lnTo>
                  <a:lnTo>
                    <a:pt x="379" y="16"/>
                  </a:lnTo>
                  <a:cubicBezTo>
                    <a:pt x="379" y="0"/>
                    <a:pt x="379" y="0"/>
                    <a:pt x="3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16" name="Google Shape;3216;p46"/>
            <p:cNvSpPr/>
            <p:nvPr/>
          </p:nvSpPr>
          <p:spPr>
            <a:xfrm>
              <a:off x="3325831" y="1811312"/>
              <a:ext cx="5565" cy="7060"/>
            </a:xfrm>
            <a:custGeom>
              <a:avLst/>
              <a:gdLst/>
              <a:ahLst/>
              <a:cxnLst/>
              <a:rect l="l" t="t" r="r" b="b"/>
              <a:pathLst>
                <a:path w="175" h="222" extrusionOk="0">
                  <a:moveTo>
                    <a:pt x="143" y="1"/>
                  </a:moveTo>
                  <a:lnTo>
                    <a:pt x="143" y="1"/>
                  </a:lnTo>
                  <a:lnTo>
                    <a:pt x="126" y="1"/>
                  </a:lnTo>
                  <a:lnTo>
                    <a:pt x="32" y="47"/>
                  </a:lnTo>
                  <a:cubicBezTo>
                    <a:pt x="16" y="47"/>
                    <a:pt x="16" y="47"/>
                    <a:pt x="0" y="64"/>
                  </a:cubicBezTo>
                  <a:lnTo>
                    <a:pt x="16" y="64"/>
                  </a:lnTo>
                  <a:cubicBezTo>
                    <a:pt x="32" y="64"/>
                    <a:pt x="48" y="79"/>
                    <a:pt x="32" y="95"/>
                  </a:cubicBezTo>
                  <a:lnTo>
                    <a:pt x="32" y="173"/>
                  </a:lnTo>
                  <a:lnTo>
                    <a:pt x="16" y="190"/>
                  </a:lnTo>
                  <a:lnTo>
                    <a:pt x="16" y="221"/>
                  </a:lnTo>
                  <a:lnTo>
                    <a:pt x="16" y="221"/>
                  </a:lnTo>
                  <a:cubicBezTo>
                    <a:pt x="32" y="221"/>
                    <a:pt x="32" y="221"/>
                    <a:pt x="32" y="205"/>
                  </a:cubicBezTo>
                  <a:lnTo>
                    <a:pt x="79" y="173"/>
                  </a:lnTo>
                  <a:lnTo>
                    <a:pt x="79" y="173"/>
                  </a:lnTo>
                  <a:lnTo>
                    <a:pt x="79" y="158"/>
                  </a:lnTo>
                  <a:lnTo>
                    <a:pt x="95" y="158"/>
                  </a:lnTo>
                  <a:cubicBezTo>
                    <a:pt x="111" y="142"/>
                    <a:pt x="111" y="142"/>
                    <a:pt x="111" y="127"/>
                  </a:cubicBezTo>
                  <a:lnTo>
                    <a:pt x="111" y="127"/>
                  </a:lnTo>
                  <a:lnTo>
                    <a:pt x="111" y="110"/>
                  </a:lnTo>
                  <a:lnTo>
                    <a:pt x="111" y="110"/>
                  </a:lnTo>
                  <a:lnTo>
                    <a:pt x="95" y="95"/>
                  </a:lnTo>
                  <a:lnTo>
                    <a:pt x="126" y="79"/>
                  </a:lnTo>
                  <a:cubicBezTo>
                    <a:pt x="126" y="64"/>
                    <a:pt x="143" y="64"/>
                    <a:pt x="143" y="64"/>
                  </a:cubicBezTo>
                  <a:lnTo>
                    <a:pt x="143" y="64"/>
                  </a:lnTo>
                  <a:lnTo>
                    <a:pt x="158" y="64"/>
                  </a:lnTo>
                  <a:cubicBezTo>
                    <a:pt x="174" y="47"/>
                    <a:pt x="174" y="32"/>
                    <a:pt x="174" y="16"/>
                  </a:cubicBezTo>
                  <a:cubicBezTo>
                    <a:pt x="158"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17" name="Google Shape;3217;p46"/>
            <p:cNvSpPr/>
            <p:nvPr/>
          </p:nvSpPr>
          <p:spPr>
            <a:xfrm>
              <a:off x="3155459" y="1818817"/>
              <a:ext cx="6042" cy="2544"/>
            </a:xfrm>
            <a:custGeom>
              <a:avLst/>
              <a:gdLst/>
              <a:ahLst/>
              <a:cxnLst/>
              <a:rect l="l" t="t" r="r" b="b"/>
              <a:pathLst>
                <a:path w="190" h="80" extrusionOk="0">
                  <a:moveTo>
                    <a:pt x="111" y="0"/>
                  </a:moveTo>
                  <a:lnTo>
                    <a:pt x="80" y="0"/>
                  </a:lnTo>
                  <a:lnTo>
                    <a:pt x="80" y="0"/>
                  </a:lnTo>
                  <a:cubicBezTo>
                    <a:pt x="80" y="0"/>
                    <a:pt x="80" y="17"/>
                    <a:pt x="63" y="17"/>
                  </a:cubicBezTo>
                  <a:lnTo>
                    <a:pt x="17" y="63"/>
                  </a:lnTo>
                  <a:lnTo>
                    <a:pt x="0" y="63"/>
                  </a:lnTo>
                  <a:cubicBezTo>
                    <a:pt x="0" y="80"/>
                    <a:pt x="17" y="80"/>
                    <a:pt x="17" y="80"/>
                  </a:cubicBezTo>
                  <a:lnTo>
                    <a:pt x="32" y="80"/>
                  </a:lnTo>
                  <a:lnTo>
                    <a:pt x="48" y="80"/>
                  </a:lnTo>
                  <a:cubicBezTo>
                    <a:pt x="63" y="80"/>
                    <a:pt x="63" y="63"/>
                    <a:pt x="80" y="63"/>
                  </a:cubicBezTo>
                  <a:lnTo>
                    <a:pt x="80" y="63"/>
                  </a:lnTo>
                  <a:lnTo>
                    <a:pt x="95" y="63"/>
                  </a:lnTo>
                  <a:lnTo>
                    <a:pt x="95" y="63"/>
                  </a:lnTo>
                  <a:lnTo>
                    <a:pt x="126" y="63"/>
                  </a:lnTo>
                  <a:lnTo>
                    <a:pt x="143" y="63"/>
                  </a:lnTo>
                  <a:lnTo>
                    <a:pt x="158" y="63"/>
                  </a:lnTo>
                  <a:lnTo>
                    <a:pt x="158" y="63"/>
                  </a:lnTo>
                  <a:lnTo>
                    <a:pt x="158" y="48"/>
                  </a:lnTo>
                  <a:cubicBezTo>
                    <a:pt x="158" y="32"/>
                    <a:pt x="174" y="32"/>
                    <a:pt x="189" y="32"/>
                  </a:cubicBezTo>
                  <a:lnTo>
                    <a:pt x="189" y="32"/>
                  </a:lnTo>
                  <a:cubicBezTo>
                    <a:pt x="189" y="17"/>
                    <a:pt x="174" y="0"/>
                    <a:pt x="158" y="0"/>
                  </a:cubicBezTo>
                  <a:lnTo>
                    <a:pt x="158" y="0"/>
                  </a:lnTo>
                  <a:lnTo>
                    <a:pt x="126" y="0"/>
                  </a:ln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18" name="Google Shape;3218;p46"/>
            <p:cNvSpPr/>
            <p:nvPr/>
          </p:nvSpPr>
          <p:spPr>
            <a:xfrm>
              <a:off x="3332351" y="1797763"/>
              <a:ext cx="7060" cy="3562"/>
            </a:xfrm>
            <a:custGeom>
              <a:avLst/>
              <a:gdLst/>
              <a:ahLst/>
              <a:cxnLst/>
              <a:rect l="l" t="t" r="r" b="b"/>
              <a:pathLst>
                <a:path w="222" h="112" extrusionOk="0">
                  <a:moveTo>
                    <a:pt x="32" y="0"/>
                  </a:moveTo>
                  <a:lnTo>
                    <a:pt x="32" y="0"/>
                  </a:lnTo>
                  <a:cubicBezTo>
                    <a:pt x="16" y="0"/>
                    <a:pt x="1" y="17"/>
                    <a:pt x="1" y="32"/>
                  </a:cubicBezTo>
                  <a:cubicBezTo>
                    <a:pt x="1" y="48"/>
                    <a:pt x="1" y="64"/>
                    <a:pt x="16" y="80"/>
                  </a:cubicBezTo>
                  <a:lnTo>
                    <a:pt x="32" y="80"/>
                  </a:lnTo>
                  <a:lnTo>
                    <a:pt x="47" y="80"/>
                  </a:lnTo>
                  <a:lnTo>
                    <a:pt x="47" y="80"/>
                  </a:lnTo>
                  <a:cubicBezTo>
                    <a:pt x="32" y="64"/>
                    <a:pt x="47" y="48"/>
                    <a:pt x="64" y="32"/>
                  </a:cubicBezTo>
                  <a:lnTo>
                    <a:pt x="64" y="32"/>
                  </a:lnTo>
                  <a:lnTo>
                    <a:pt x="79" y="32"/>
                  </a:lnTo>
                  <a:cubicBezTo>
                    <a:pt x="79" y="32"/>
                    <a:pt x="95" y="48"/>
                    <a:pt x="110" y="48"/>
                  </a:cubicBezTo>
                  <a:lnTo>
                    <a:pt x="127" y="95"/>
                  </a:lnTo>
                  <a:cubicBezTo>
                    <a:pt x="142" y="111"/>
                    <a:pt x="158" y="111"/>
                    <a:pt x="158" y="111"/>
                  </a:cubicBezTo>
                  <a:lnTo>
                    <a:pt x="173" y="111"/>
                  </a:lnTo>
                  <a:cubicBezTo>
                    <a:pt x="190" y="95"/>
                    <a:pt x="205" y="95"/>
                    <a:pt x="221" y="80"/>
                  </a:cubicBezTo>
                  <a:lnTo>
                    <a:pt x="221" y="80"/>
                  </a:lnTo>
                  <a:lnTo>
                    <a:pt x="221" y="80"/>
                  </a:lnTo>
                  <a:cubicBezTo>
                    <a:pt x="221" y="48"/>
                    <a:pt x="205" y="32"/>
                    <a:pt x="190" y="32"/>
                  </a:cubicBezTo>
                  <a:lnTo>
                    <a:pt x="158" y="32"/>
                  </a:lnTo>
                  <a:lnTo>
                    <a:pt x="95" y="32"/>
                  </a:lnTo>
                  <a:cubicBezTo>
                    <a:pt x="95" y="32"/>
                    <a:pt x="79" y="32"/>
                    <a:pt x="64" y="17"/>
                  </a:cubicBezTo>
                  <a:lnTo>
                    <a:pt x="47" y="17"/>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19" name="Google Shape;3219;p46"/>
            <p:cNvSpPr/>
            <p:nvPr/>
          </p:nvSpPr>
          <p:spPr>
            <a:xfrm>
              <a:off x="3435045" y="1792738"/>
              <a:ext cx="5565" cy="2576"/>
            </a:xfrm>
            <a:custGeom>
              <a:avLst/>
              <a:gdLst/>
              <a:ahLst/>
              <a:cxnLst/>
              <a:rect l="l" t="t" r="r" b="b"/>
              <a:pathLst>
                <a:path w="175" h="81" extrusionOk="0">
                  <a:moveTo>
                    <a:pt x="95" y="1"/>
                  </a:moveTo>
                  <a:lnTo>
                    <a:pt x="95" y="1"/>
                  </a:lnTo>
                  <a:lnTo>
                    <a:pt x="95" y="32"/>
                  </a:lnTo>
                  <a:cubicBezTo>
                    <a:pt x="80" y="32"/>
                    <a:pt x="80" y="49"/>
                    <a:pt x="64" y="49"/>
                  </a:cubicBezTo>
                  <a:cubicBezTo>
                    <a:pt x="64" y="49"/>
                    <a:pt x="49" y="49"/>
                    <a:pt x="49" y="32"/>
                  </a:cubicBezTo>
                  <a:lnTo>
                    <a:pt x="32" y="17"/>
                  </a:lnTo>
                  <a:lnTo>
                    <a:pt x="32" y="17"/>
                  </a:lnTo>
                  <a:cubicBezTo>
                    <a:pt x="17" y="32"/>
                    <a:pt x="1" y="49"/>
                    <a:pt x="17" y="64"/>
                  </a:cubicBezTo>
                  <a:cubicBezTo>
                    <a:pt x="32" y="80"/>
                    <a:pt x="32" y="80"/>
                    <a:pt x="49" y="80"/>
                  </a:cubicBezTo>
                  <a:lnTo>
                    <a:pt x="64" y="80"/>
                  </a:lnTo>
                  <a:lnTo>
                    <a:pt x="95" y="64"/>
                  </a:lnTo>
                  <a:lnTo>
                    <a:pt x="127" y="80"/>
                  </a:lnTo>
                  <a:lnTo>
                    <a:pt x="143" y="80"/>
                  </a:lnTo>
                  <a:cubicBezTo>
                    <a:pt x="158" y="80"/>
                    <a:pt x="175" y="64"/>
                    <a:pt x="175" y="49"/>
                  </a:cubicBezTo>
                  <a:cubicBezTo>
                    <a:pt x="175" y="32"/>
                    <a:pt x="175" y="17"/>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20" name="Google Shape;3220;p46"/>
            <p:cNvSpPr/>
            <p:nvPr/>
          </p:nvSpPr>
          <p:spPr>
            <a:xfrm>
              <a:off x="3441597" y="1790258"/>
              <a:ext cx="3021" cy="5057"/>
            </a:xfrm>
            <a:custGeom>
              <a:avLst/>
              <a:gdLst/>
              <a:ahLst/>
              <a:cxnLst/>
              <a:rect l="l" t="t" r="r" b="b"/>
              <a:pathLst>
                <a:path w="95" h="159" extrusionOk="0">
                  <a:moveTo>
                    <a:pt x="32" y="1"/>
                  </a:moveTo>
                  <a:lnTo>
                    <a:pt x="32" y="1"/>
                  </a:lnTo>
                  <a:cubicBezTo>
                    <a:pt x="15" y="1"/>
                    <a:pt x="15" y="1"/>
                    <a:pt x="15" y="16"/>
                  </a:cubicBezTo>
                  <a:cubicBezTo>
                    <a:pt x="0" y="16"/>
                    <a:pt x="0" y="47"/>
                    <a:pt x="15" y="64"/>
                  </a:cubicBezTo>
                  <a:lnTo>
                    <a:pt x="32" y="79"/>
                  </a:lnTo>
                  <a:lnTo>
                    <a:pt x="15" y="95"/>
                  </a:lnTo>
                  <a:cubicBezTo>
                    <a:pt x="0" y="110"/>
                    <a:pt x="0" y="127"/>
                    <a:pt x="15" y="142"/>
                  </a:cubicBezTo>
                  <a:cubicBezTo>
                    <a:pt x="15" y="158"/>
                    <a:pt x="32" y="158"/>
                    <a:pt x="32" y="158"/>
                  </a:cubicBezTo>
                  <a:lnTo>
                    <a:pt x="63" y="158"/>
                  </a:lnTo>
                  <a:lnTo>
                    <a:pt x="78" y="142"/>
                  </a:lnTo>
                  <a:cubicBezTo>
                    <a:pt x="63" y="127"/>
                    <a:pt x="63" y="110"/>
                    <a:pt x="63" y="95"/>
                  </a:cubicBezTo>
                  <a:cubicBezTo>
                    <a:pt x="47" y="95"/>
                    <a:pt x="47" y="79"/>
                    <a:pt x="47" y="64"/>
                  </a:cubicBezTo>
                  <a:cubicBezTo>
                    <a:pt x="47" y="47"/>
                    <a:pt x="63" y="32"/>
                    <a:pt x="78" y="32"/>
                  </a:cubicBezTo>
                  <a:lnTo>
                    <a:pt x="95" y="32"/>
                  </a:lnTo>
                  <a:lnTo>
                    <a:pt x="95" y="32"/>
                  </a:ln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21" name="Google Shape;3221;p46"/>
            <p:cNvSpPr/>
            <p:nvPr/>
          </p:nvSpPr>
          <p:spPr>
            <a:xfrm>
              <a:off x="3261683" y="1804792"/>
              <a:ext cx="5025" cy="7569"/>
            </a:xfrm>
            <a:custGeom>
              <a:avLst/>
              <a:gdLst/>
              <a:ahLst/>
              <a:cxnLst/>
              <a:rect l="l" t="t" r="r" b="b"/>
              <a:pathLst>
                <a:path w="158" h="238" extrusionOk="0">
                  <a:moveTo>
                    <a:pt x="126" y="0"/>
                  </a:moveTo>
                  <a:lnTo>
                    <a:pt x="126" y="0"/>
                  </a:lnTo>
                  <a:cubicBezTo>
                    <a:pt x="111" y="0"/>
                    <a:pt x="111" y="0"/>
                    <a:pt x="95" y="16"/>
                  </a:cubicBezTo>
                  <a:lnTo>
                    <a:pt x="80" y="32"/>
                  </a:lnTo>
                  <a:cubicBezTo>
                    <a:pt x="80" y="32"/>
                    <a:pt x="80" y="48"/>
                    <a:pt x="63" y="48"/>
                  </a:cubicBezTo>
                  <a:cubicBezTo>
                    <a:pt x="32" y="95"/>
                    <a:pt x="0" y="142"/>
                    <a:pt x="0" y="206"/>
                  </a:cubicBezTo>
                  <a:lnTo>
                    <a:pt x="0" y="206"/>
                  </a:lnTo>
                  <a:cubicBezTo>
                    <a:pt x="0" y="221"/>
                    <a:pt x="0" y="237"/>
                    <a:pt x="32" y="237"/>
                  </a:cubicBezTo>
                  <a:lnTo>
                    <a:pt x="32" y="237"/>
                  </a:lnTo>
                  <a:cubicBezTo>
                    <a:pt x="48" y="237"/>
                    <a:pt x="63" y="221"/>
                    <a:pt x="63" y="206"/>
                  </a:cubicBezTo>
                  <a:lnTo>
                    <a:pt x="63" y="189"/>
                  </a:lnTo>
                  <a:cubicBezTo>
                    <a:pt x="63" y="142"/>
                    <a:pt x="95" y="111"/>
                    <a:pt x="126" y="79"/>
                  </a:cubicBezTo>
                  <a:cubicBezTo>
                    <a:pt x="143" y="79"/>
                    <a:pt x="143" y="63"/>
                    <a:pt x="143" y="63"/>
                  </a:cubicBezTo>
                  <a:lnTo>
                    <a:pt x="143" y="63"/>
                  </a:lnTo>
                  <a:lnTo>
                    <a:pt x="158" y="48"/>
                  </a:lnTo>
                  <a:lnTo>
                    <a:pt x="158" y="16"/>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22" name="Google Shape;3222;p46"/>
            <p:cNvSpPr/>
            <p:nvPr/>
          </p:nvSpPr>
          <p:spPr>
            <a:xfrm>
              <a:off x="3051747" y="1823811"/>
              <a:ext cx="7028" cy="3562"/>
            </a:xfrm>
            <a:custGeom>
              <a:avLst/>
              <a:gdLst/>
              <a:ahLst/>
              <a:cxnLst/>
              <a:rect l="l" t="t" r="r" b="b"/>
              <a:pathLst>
                <a:path w="221" h="112" extrusionOk="0">
                  <a:moveTo>
                    <a:pt x="32" y="1"/>
                  </a:moveTo>
                  <a:lnTo>
                    <a:pt x="0" y="1"/>
                  </a:lnTo>
                  <a:cubicBezTo>
                    <a:pt x="0" y="1"/>
                    <a:pt x="16" y="17"/>
                    <a:pt x="16" y="32"/>
                  </a:cubicBezTo>
                  <a:cubicBezTo>
                    <a:pt x="16" y="32"/>
                    <a:pt x="16" y="49"/>
                    <a:pt x="0" y="49"/>
                  </a:cubicBezTo>
                  <a:cubicBezTo>
                    <a:pt x="32" y="49"/>
                    <a:pt x="32" y="64"/>
                    <a:pt x="32" y="80"/>
                  </a:cubicBezTo>
                  <a:cubicBezTo>
                    <a:pt x="47" y="80"/>
                    <a:pt x="32" y="80"/>
                    <a:pt x="32" y="95"/>
                  </a:cubicBezTo>
                  <a:cubicBezTo>
                    <a:pt x="79" y="112"/>
                    <a:pt x="126" y="112"/>
                    <a:pt x="158" y="112"/>
                  </a:cubicBezTo>
                  <a:lnTo>
                    <a:pt x="205" y="112"/>
                  </a:lnTo>
                  <a:lnTo>
                    <a:pt x="205" y="95"/>
                  </a:lnTo>
                  <a:cubicBezTo>
                    <a:pt x="205" y="95"/>
                    <a:pt x="189" y="80"/>
                    <a:pt x="205" y="80"/>
                  </a:cubicBezTo>
                  <a:cubicBezTo>
                    <a:pt x="205" y="64"/>
                    <a:pt x="205" y="49"/>
                    <a:pt x="221" y="49"/>
                  </a:cubicBezTo>
                  <a:lnTo>
                    <a:pt x="205" y="49"/>
                  </a:lnTo>
                  <a:lnTo>
                    <a:pt x="205" y="49"/>
                  </a:lnTo>
                  <a:lnTo>
                    <a:pt x="205" y="49"/>
                  </a:lnTo>
                  <a:lnTo>
                    <a:pt x="158" y="49"/>
                  </a:lnTo>
                  <a:lnTo>
                    <a:pt x="110" y="49"/>
                  </a:lnTo>
                  <a:lnTo>
                    <a:pt x="110" y="32"/>
                  </a:lnTo>
                  <a:cubicBezTo>
                    <a:pt x="95" y="32"/>
                    <a:pt x="95" y="32"/>
                    <a:pt x="95" y="17"/>
                  </a:cubicBez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23" name="Google Shape;3223;p46"/>
            <p:cNvSpPr/>
            <p:nvPr/>
          </p:nvSpPr>
          <p:spPr>
            <a:xfrm>
              <a:off x="3036704" y="1821807"/>
              <a:ext cx="8523" cy="2576"/>
            </a:xfrm>
            <a:custGeom>
              <a:avLst/>
              <a:gdLst/>
              <a:ahLst/>
              <a:cxnLst/>
              <a:rect l="l" t="t" r="r" b="b"/>
              <a:pathLst>
                <a:path w="268" h="81" extrusionOk="0">
                  <a:moveTo>
                    <a:pt x="16" y="1"/>
                  </a:moveTo>
                  <a:lnTo>
                    <a:pt x="1" y="17"/>
                  </a:lnTo>
                  <a:lnTo>
                    <a:pt x="1" y="32"/>
                  </a:lnTo>
                  <a:cubicBezTo>
                    <a:pt x="1" y="49"/>
                    <a:pt x="1" y="49"/>
                    <a:pt x="16" y="64"/>
                  </a:cubicBezTo>
                  <a:lnTo>
                    <a:pt x="79" y="80"/>
                  </a:lnTo>
                  <a:lnTo>
                    <a:pt x="79" y="80"/>
                  </a:lnTo>
                  <a:lnTo>
                    <a:pt x="79" y="64"/>
                  </a:lnTo>
                  <a:lnTo>
                    <a:pt x="79" y="64"/>
                  </a:lnTo>
                  <a:lnTo>
                    <a:pt x="79" y="64"/>
                  </a:lnTo>
                  <a:cubicBezTo>
                    <a:pt x="64" y="64"/>
                    <a:pt x="47" y="64"/>
                    <a:pt x="47" y="49"/>
                  </a:cubicBezTo>
                  <a:lnTo>
                    <a:pt x="16" y="1"/>
                  </a:lnTo>
                  <a:close/>
                  <a:moveTo>
                    <a:pt x="158" y="1"/>
                  </a:moveTo>
                  <a:lnTo>
                    <a:pt x="110" y="1"/>
                  </a:lnTo>
                  <a:lnTo>
                    <a:pt x="95" y="1"/>
                  </a:lnTo>
                  <a:lnTo>
                    <a:pt x="110" y="17"/>
                  </a:lnTo>
                  <a:lnTo>
                    <a:pt x="110" y="32"/>
                  </a:lnTo>
                  <a:lnTo>
                    <a:pt x="110" y="32"/>
                  </a:lnTo>
                  <a:lnTo>
                    <a:pt x="127" y="32"/>
                  </a:lnTo>
                  <a:lnTo>
                    <a:pt x="127" y="32"/>
                  </a:lnTo>
                  <a:lnTo>
                    <a:pt x="158" y="49"/>
                  </a:lnTo>
                  <a:cubicBezTo>
                    <a:pt x="158" y="49"/>
                    <a:pt x="173" y="49"/>
                    <a:pt x="173" y="64"/>
                  </a:cubicBezTo>
                  <a:lnTo>
                    <a:pt x="236" y="64"/>
                  </a:lnTo>
                  <a:cubicBezTo>
                    <a:pt x="253" y="64"/>
                    <a:pt x="268" y="49"/>
                    <a:pt x="268" y="32"/>
                  </a:cubicBezTo>
                  <a:lnTo>
                    <a:pt x="268" y="17"/>
                  </a:lnTo>
                  <a:lnTo>
                    <a:pt x="253" y="1"/>
                  </a:lnTo>
                  <a:lnTo>
                    <a:pt x="205" y="32"/>
                  </a:lnTo>
                  <a:cubicBezTo>
                    <a:pt x="205" y="49"/>
                    <a:pt x="205" y="49"/>
                    <a:pt x="190" y="49"/>
                  </a:cubicBezTo>
                  <a:cubicBezTo>
                    <a:pt x="173" y="49"/>
                    <a:pt x="173" y="32"/>
                    <a:pt x="158"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24" name="Google Shape;3224;p46"/>
            <p:cNvSpPr/>
            <p:nvPr/>
          </p:nvSpPr>
          <p:spPr>
            <a:xfrm>
              <a:off x="3384954" y="1782720"/>
              <a:ext cx="2035" cy="5565"/>
            </a:xfrm>
            <a:custGeom>
              <a:avLst/>
              <a:gdLst/>
              <a:ahLst/>
              <a:cxnLst/>
              <a:rect l="l" t="t" r="r" b="b"/>
              <a:pathLst>
                <a:path w="64" h="175" extrusionOk="0">
                  <a:moveTo>
                    <a:pt x="32" y="1"/>
                  </a:moveTo>
                  <a:lnTo>
                    <a:pt x="32" y="1"/>
                  </a:lnTo>
                  <a:lnTo>
                    <a:pt x="32" y="1"/>
                  </a:lnTo>
                  <a:cubicBezTo>
                    <a:pt x="17" y="1"/>
                    <a:pt x="0" y="17"/>
                    <a:pt x="0" y="32"/>
                  </a:cubicBezTo>
                  <a:lnTo>
                    <a:pt x="0" y="143"/>
                  </a:lnTo>
                  <a:cubicBezTo>
                    <a:pt x="0" y="158"/>
                    <a:pt x="17" y="175"/>
                    <a:pt x="32" y="175"/>
                  </a:cubicBezTo>
                  <a:lnTo>
                    <a:pt x="32" y="175"/>
                  </a:lnTo>
                  <a:cubicBezTo>
                    <a:pt x="48" y="175"/>
                    <a:pt x="63" y="175"/>
                    <a:pt x="63" y="158"/>
                  </a:cubicBezTo>
                  <a:lnTo>
                    <a:pt x="48" y="143"/>
                  </a:lnTo>
                  <a:cubicBezTo>
                    <a:pt x="48" y="127"/>
                    <a:pt x="48" y="112"/>
                    <a:pt x="63" y="95"/>
                  </a:cubicBezTo>
                  <a:lnTo>
                    <a:pt x="63" y="95"/>
                  </a:lnTo>
                  <a:lnTo>
                    <a:pt x="63" y="32"/>
                  </a:lnTo>
                  <a:cubicBezTo>
                    <a:pt x="63" y="17"/>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25" name="Google Shape;3225;p46"/>
            <p:cNvSpPr/>
            <p:nvPr/>
          </p:nvSpPr>
          <p:spPr>
            <a:xfrm>
              <a:off x="3115895" y="1797286"/>
              <a:ext cx="3498" cy="2035"/>
            </a:xfrm>
            <a:custGeom>
              <a:avLst/>
              <a:gdLst/>
              <a:ahLst/>
              <a:cxnLst/>
              <a:rect l="l" t="t" r="r" b="b"/>
              <a:pathLst>
                <a:path w="110" h="64" extrusionOk="0">
                  <a:moveTo>
                    <a:pt x="95" y="0"/>
                  </a:moveTo>
                  <a:lnTo>
                    <a:pt x="47" y="0"/>
                  </a:lnTo>
                  <a:cubicBezTo>
                    <a:pt x="47" y="15"/>
                    <a:pt x="47" y="15"/>
                    <a:pt x="32" y="32"/>
                  </a:cubicBezTo>
                  <a:lnTo>
                    <a:pt x="0" y="47"/>
                  </a:lnTo>
                  <a:cubicBezTo>
                    <a:pt x="0" y="63"/>
                    <a:pt x="0" y="63"/>
                    <a:pt x="15" y="63"/>
                  </a:cubicBezTo>
                  <a:lnTo>
                    <a:pt x="15" y="63"/>
                  </a:lnTo>
                  <a:cubicBezTo>
                    <a:pt x="32" y="63"/>
                    <a:pt x="47" y="63"/>
                    <a:pt x="63" y="47"/>
                  </a:cubicBezTo>
                  <a:lnTo>
                    <a:pt x="63" y="32"/>
                  </a:lnTo>
                  <a:lnTo>
                    <a:pt x="63" y="32"/>
                  </a:lnTo>
                  <a:lnTo>
                    <a:pt x="78" y="32"/>
                  </a:lnTo>
                  <a:lnTo>
                    <a:pt x="95" y="32"/>
                  </a:lnTo>
                  <a:lnTo>
                    <a:pt x="110" y="32"/>
                  </a:lnTo>
                  <a:lnTo>
                    <a:pt x="110"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26" name="Google Shape;3226;p46"/>
            <p:cNvSpPr/>
            <p:nvPr/>
          </p:nvSpPr>
          <p:spPr>
            <a:xfrm>
              <a:off x="3117358" y="1795760"/>
              <a:ext cx="4580" cy="2035"/>
            </a:xfrm>
            <a:custGeom>
              <a:avLst/>
              <a:gdLst/>
              <a:ahLst/>
              <a:cxnLst/>
              <a:rect l="l" t="t" r="r" b="b"/>
              <a:pathLst>
                <a:path w="144" h="64" extrusionOk="0">
                  <a:moveTo>
                    <a:pt x="64" y="0"/>
                  </a:moveTo>
                  <a:lnTo>
                    <a:pt x="1" y="32"/>
                  </a:lnTo>
                  <a:lnTo>
                    <a:pt x="1" y="32"/>
                  </a:lnTo>
                  <a:cubicBezTo>
                    <a:pt x="17" y="32"/>
                    <a:pt x="17" y="48"/>
                    <a:pt x="1" y="48"/>
                  </a:cubicBezTo>
                  <a:lnTo>
                    <a:pt x="49" y="48"/>
                  </a:lnTo>
                  <a:lnTo>
                    <a:pt x="49" y="63"/>
                  </a:lnTo>
                  <a:lnTo>
                    <a:pt x="64" y="63"/>
                  </a:lnTo>
                  <a:lnTo>
                    <a:pt x="64" y="32"/>
                  </a:lnTo>
                  <a:lnTo>
                    <a:pt x="64" y="0"/>
                  </a:lnTo>
                  <a:close/>
                  <a:moveTo>
                    <a:pt x="143" y="0"/>
                  </a:moveTo>
                  <a:lnTo>
                    <a:pt x="127" y="0"/>
                  </a:lnTo>
                  <a:lnTo>
                    <a:pt x="127" y="17"/>
                  </a:lnTo>
                  <a:lnTo>
                    <a:pt x="143" y="17"/>
                  </a:lnTo>
                  <a:lnTo>
                    <a:pt x="143" y="17"/>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27" name="Google Shape;3227;p46"/>
            <p:cNvSpPr/>
            <p:nvPr/>
          </p:nvSpPr>
          <p:spPr>
            <a:xfrm>
              <a:off x="3324813" y="1813315"/>
              <a:ext cx="2544" cy="4039"/>
            </a:xfrm>
            <a:custGeom>
              <a:avLst/>
              <a:gdLst/>
              <a:ahLst/>
              <a:cxnLst/>
              <a:rect l="l" t="t" r="r" b="b"/>
              <a:pathLst>
                <a:path w="80" h="127" extrusionOk="0">
                  <a:moveTo>
                    <a:pt x="32" y="1"/>
                  </a:moveTo>
                  <a:lnTo>
                    <a:pt x="32" y="1"/>
                  </a:lnTo>
                  <a:cubicBezTo>
                    <a:pt x="17" y="1"/>
                    <a:pt x="1" y="16"/>
                    <a:pt x="1" y="32"/>
                  </a:cubicBezTo>
                  <a:lnTo>
                    <a:pt x="1" y="64"/>
                  </a:lnTo>
                  <a:lnTo>
                    <a:pt x="32" y="110"/>
                  </a:lnTo>
                  <a:cubicBezTo>
                    <a:pt x="32" y="110"/>
                    <a:pt x="48" y="110"/>
                    <a:pt x="48" y="127"/>
                  </a:cubicBezTo>
                  <a:lnTo>
                    <a:pt x="48" y="127"/>
                  </a:lnTo>
                  <a:lnTo>
                    <a:pt x="64" y="110"/>
                  </a:lnTo>
                  <a:lnTo>
                    <a:pt x="64" y="32"/>
                  </a:lnTo>
                  <a:cubicBezTo>
                    <a:pt x="80" y="16"/>
                    <a:pt x="64" y="1"/>
                    <a:pt x="48"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28" name="Google Shape;3228;p46"/>
            <p:cNvSpPr/>
            <p:nvPr/>
          </p:nvSpPr>
          <p:spPr>
            <a:xfrm>
              <a:off x="3267694" y="1815319"/>
              <a:ext cx="6042" cy="2512"/>
            </a:xfrm>
            <a:custGeom>
              <a:avLst/>
              <a:gdLst/>
              <a:ahLst/>
              <a:cxnLst/>
              <a:rect l="l" t="t" r="r" b="b"/>
              <a:pathLst>
                <a:path w="190" h="79" extrusionOk="0">
                  <a:moveTo>
                    <a:pt x="0" y="32"/>
                  </a:moveTo>
                  <a:lnTo>
                    <a:pt x="0" y="32"/>
                  </a:lnTo>
                  <a:lnTo>
                    <a:pt x="0" y="32"/>
                  </a:lnTo>
                  <a:lnTo>
                    <a:pt x="0" y="32"/>
                  </a:lnTo>
                  <a:close/>
                  <a:moveTo>
                    <a:pt x="63" y="1"/>
                  </a:moveTo>
                  <a:lnTo>
                    <a:pt x="63" y="1"/>
                  </a:lnTo>
                  <a:lnTo>
                    <a:pt x="63" y="16"/>
                  </a:lnTo>
                  <a:cubicBezTo>
                    <a:pt x="63" y="16"/>
                    <a:pt x="80" y="32"/>
                    <a:pt x="63" y="47"/>
                  </a:cubicBezTo>
                  <a:lnTo>
                    <a:pt x="63" y="64"/>
                  </a:lnTo>
                  <a:lnTo>
                    <a:pt x="80" y="64"/>
                  </a:lnTo>
                  <a:lnTo>
                    <a:pt x="80" y="47"/>
                  </a:lnTo>
                  <a:cubicBezTo>
                    <a:pt x="95" y="32"/>
                    <a:pt x="95" y="16"/>
                    <a:pt x="111" y="16"/>
                  </a:cubicBezTo>
                  <a:lnTo>
                    <a:pt x="111" y="16"/>
                  </a:lnTo>
                  <a:lnTo>
                    <a:pt x="126" y="16"/>
                  </a:lnTo>
                  <a:cubicBezTo>
                    <a:pt x="143" y="32"/>
                    <a:pt x="158" y="47"/>
                    <a:pt x="143" y="64"/>
                  </a:cubicBezTo>
                  <a:lnTo>
                    <a:pt x="143" y="79"/>
                  </a:lnTo>
                  <a:lnTo>
                    <a:pt x="158" y="79"/>
                  </a:lnTo>
                  <a:lnTo>
                    <a:pt x="158" y="79"/>
                  </a:lnTo>
                  <a:cubicBezTo>
                    <a:pt x="174" y="79"/>
                    <a:pt x="189" y="64"/>
                    <a:pt x="189" y="47"/>
                  </a:cubicBezTo>
                  <a:cubicBezTo>
                    <a:pt x="189" y="32"/>
                    <a:pt x="174"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29" name="Google Shape;3229;p46"/>
            <p:cNvSpPr/>
            <p:nvPr/>
          </p:nvSpPr>
          <p:spPr>
            <a:xfrm>
              <a:off x="3404513" y="1785741"/>
              <a:ext cx="2512" cy="1558"/>
            </a:xfrm>
            <a:custGeom>
              <a:avLst/>
              <a:gdLst/>
              <a:ahLst/>
              <a:cxnLst/>
              <a:rect l="l" t="t" r="r" b="b"/>
              <a:pathLst>
                <a:path w="79" h="49" extrusionOk="0">
                  <a:moveTo>
                    <a:pt x="32" y="0"/>
                  </a:moveTo>
                  <a:lnTo>
                    <a:pt x="32" y="0"/>
                  </a:lnTo>
                  <a:lnTo>
                    <a:pt x="15" y="17"/>
                  </a:lnTo>
                  <a:lnTo>
                    <a:pt x="15" y="17"/>
                  </a:lnTo>
                  <a:lnTo>
                    <a:pt x="0" y="32"/>
                  </a:lnTo>
                  <a:lnTo>
                    <a:pt x="0" y="48"/>
                  </a:lnTo>
                  <a:lnTo>
                    <a:pt x="0" y="48"/>
                  </a:lnTo>
                  <a:lnTo>
                    <a:pt x="15" y="48"/>
                  </a:lnTo>
                  <a:cubicBezTo>
                    <a:pt x="15" y="32"/>
                    <a:pt x="32" y="32"/>
                    <a:pt x="32" y="32"/>
                  </a:cubicBezTo>
                  <a:lnTo>
                    <a:pt x="47" y="32"/>
                  </a:lnTo>
                  <a:lnTo>
                    <a:pt x="47" y="32"/>
                  </a:lnTo>
                  <a:lnTo>
                    <a:pt x="78" y="32"/>
                  </a:lnTo>
                  <a:lnTo>
                    <a:pt x="78" y="32"/>
                  </a:lnTo>
                  <a:cubicBezTo>
                    <a:pt x="63"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30" name="Google Shape;3230;p46"/>
            <p:cNvSpPr/>
            <p:nvPr/>
          </p:nvSpPr>
          <p:spPr>
            <a:xfrm>
              <a:off x="3078271" y="1809785"/>
              <a:ext cx="5057" cy="4039"/>
            </a:xfrm>
            <a:custGeom>
              <a:avLst/>
              <a:gdLst/>
              <a:ahLst/>
              <a:cxnLst/>
              <a:rect l="l" t="t" r="r" b="b"/>
              <a:pathLst>
                <a:path w="159" h="127" extrusionOk="0">
                  <a:moveTo>
                    <a:pt x="32" y="1"/>
                  </a:moveTo>
                  <a:cubicBezTo>
                    <a:pt x="17" y="1"/>
                    <a:pt x="17" y="1"/>
                    <a:pt x="17" y="17"/>
                  </a:cubicBezTo>
                  <a:cubicBezTo>
                    <a:pt x="1" y="32"/>
                    <a:pt x="17" y="49"/>
                    <a:pt x="32" y="64"/>
                  </a:cubicBezTo>
                  <a:lnTo>
                    <a:pt x="64" y="80"/>
                  </a:lnTo>
                  <a:lnTo>
                    <a:pt x="64" y="80"/>
                  </a:lnTo>
                  <a:lnTo>
                    <a:pt x="64" y="95"/>
                  </a:lnTo>
                  <a:cubicBezTo>
                    <a:pt x="80" y="112"/>
                    <a:pt x="80" y="112"/>
                    <a:pt x="95" y="112"/>
                  </a:cubicBezTo>
                  <a:lnTo>
                    <a:pt x="95" y="127"/>
                  </a:lnTo>
                  <a:cubicBezTo>
                    <a:pt x="95" y="112"/>
                    <a:pt x="112" y="112"/>
                    <a:pt x="112" y="112"/>
                  </a:cubicBezTo>
                  <a:lnTo>
                    <a:pt x="158" y="80"/>
                  </a:lnTo>
                  <a:lnTo>
                    <a:pt x="158" y="64"/>
                  </a:lnTo>
                  <a:lnTo>
                    <a:pt x="143" y="64"/>
                  </a:lnTo>
                  <a:lnTo>
                    <a:pt x="143" y="64"/>
                  </a:lnTo>
                  <a:cubicBezTo>
                    <a:pt x="127" y="64"/>
                    <a:pt x="112" y="64"/>
                    <a:pt x="112" y="49"/>
                  </a:cubicBezTo>
                  <a:cubicBezTo>
                    <a:pt x="95" y="49"/>
                    <a:pt x="95" y="32"/>
                    <a:pt x="95" y="32"/>
                  </a:cubicBezTo>
                  <a:lnTo>
                    <a:pt x="95" y="17"/>
                  </a:lnTo>
                  <a:lnTo>
                    <a:pt x="64" y="17"/>
                  </a:lnTo>
                  <a:lnTo>
                    <a:pt x="4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31" name="Google Shape;3231;p46"/>
            <p:cNvSpPr/>
            <p:nvPr/>
          </p:nvSpPr>
          <p:spPr>
            <a:xfrm>
              <a:off x="3337376" y="1821330"/>
              <a:ext cx="5502" cy="1527"/>
            </a:xfrm>
            <a:custGeom>
              <a:avLst/>
              <a:gdLst/>
              <a:ahLst/>
              <a:cxnLst/>
              <a:rect l="l" t="t" r="r" b="b"/>
              <a:pathLst>
                <a:path w="173" h="48" extrusionOk="0">
                  <a:moveTo>
                    <a:pt x="141" y="1"/>
                  </a:moveTo>
                  <a:lnTo>
                    <a:pt x="126" y="1"/>
                  </a:lnTo>
                  <a:lnTo>
                    <a:pt x="126" y="1"/>
                  </a:lnTo>
                  <a:lnTo>
                    <a:pt x="0" y="47"/>
                  </a:lnTo>
                  <a:cubicBezTo>
                    <a:pt x="47" y="47"/>
                    <a:pt x="110" y="32"/>
                    <a:pt x="173" y="32"/>
                  </a:cubicBezTo>
                  <a:lnTo>
                    <a:pt x="173" y="32"/>
                  </a:lnTo>
                  <a:lnTo>
                    <a:pt x="158" y="32"/>
                  </a:lnTo>
                  <a:lnTo>
                    <a:pt x="158" y="16"/>
                  </a:lnTo>
                  <a:cubicBezTo>
                    <a:pt x="158" y="1"/>
                    <a:pt x="141"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32" name="Google Shape;3232;p46"/>
            <p:cNvSpPr/>
            <p:nvPr/>
          </p:nvSpPr>
          <p:spPr>
            <a:xfrm>
              <a:off x="3428557" y="1807781"/>
              <a:ext cx="3530" cy="2544"/>
            </a:xfrm>
            <a:custGeom>
              <a:avLst/>
              <a:gdLst/>
              <a:ahLst/>
              <a:cxnLst/>
              <a:rect l="l" t="t" r="r" b="b"/>
              <a:pathLst>
                <a:path w="111" h="80" extrusionOk="0">
                  <a:moveTo>
                    <a:pt x="1" y="48"/>
                  </a:moveTo>
                  <a:lnTo>
                    <a:pt x="1" y="48"/>
                  </a:lnTo>
                  <a:lnTo>
                    <a:pt x="1" y="64"/>
                  </a:lnTo>
                  <a:lnTo>
                    <a:pt x="1" y="48"/>
                  </a:lnTo>
                  <a:close/>
                  <a:moveTo>
                    <a:pt x="95" y="1"/>
                  </a:moveTo>
                  <a:lnTo>
                    <a:pt x="95" y="1"/>
                  </a:lnTo>
                  <a:cubicBezTo>
                    <a:pt x="95" y="17"/>
                    <a:pt x="79" y="17"/>
                    <a:pt x="79" y="17"/>
                  </a:cubicBezTo>
                  <a:lnTo>
                    <a:pt x="47" y="17"/>
                  </a:lnTo>
                  <a:lnTo>
                    <a:pt x="47" y="17"/>
                  </a:lnTo>
                  <a:lnTo>
                    <a:pt x="47" y="17"/>
                  </a:lnTo>
                  <a:cubicBezTo>
                    <a:pt x="64" y="17"/>
                    <a:pt x="79" y="32"/>
                    <a:pt x="79" y="64"/>
                  </a:cubicBezTo>
                  <a:lnTo>
                    <a:pt x="64" y="64"/>
                  </a:lnTo>
                  <a:lnTo>
                    <a:pt x="79" y="80"/>
                  </a:ln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33" name="Google Shape;3233;p46"/>
            <p:cNvSpPr/>
            <p:nvPr/>
          </p:nvSpPr>
          <p:spPr>
            <a:xfrm>
              <a:off x="3059762" y="1827818"/>
              <a:ext cx="12053" cy="7569"/>
            </a:xfrm>
            <a:custGeom>
              <a:avLst/>
              <a:gdLst/>
              <a:ahLst/>
              <a:cxnLst/>
              <a:rect l="l" t="t" r="r" b="b"/>
              <a:pathLst>
                <a:path w="379" h="238" extrusionOk="0">
                  <a:moveTo>
                    <a:pt x="32" y="1"/>
                  </a:moveTo>
                  <a:cubicBezTo>
                    <a:pt x="47" y="17"/>
                    <a:pt x="47" y="32"/>
                    <a:pt x="47" y="49"/>
                  </a:cubicBezTo>
                  <a:cubicBezTo>
                    <a:pt x="32" y="64"/>
                    <a:pt x="16" y="64"/>
                    <a:pt x="16" y="64"/>
                  </a:cubicBezTo>
                  <a:lnTo>
                    <a:pt x="0" y="64"/>
                  </a:lnTo>
                  <a:cubicBezTo>
                    <a:pt x="16" y="64"/>
                    <a:pt x="16" y="80"/>
                    <a:pt x="16" y="80"/>
                  </a:cubicBezTo>
                  <a:lnTo>
                    <a:pt x="32" y="80"/>
                  </a:lnTo>
                  <a:lnTo>
                    <a:pt x="63" y="80"/>
                  </a:lnTo>
                  <a:lnTo>
                    <a:pt x="79" y="64"/>
                  </a:lnTo>
                  <a:lnTo>
                    <a:pt x="95" y="64"/>
                  </a:lnTo>
                  <a:cubicBezTo>
                    <a:pt x="95" y="64"/>
                    <a:pt x="95" y="80"/>
                    <a:pt x="110" y="80"/>
                  </a:cubicBezTo>
                  <a:cubicBezTo>
                    <a:pt x="110" y="64"/>
                    <a:pt x="127" y="49"/>
                    <a:pt x="142" y="49"/>
                  </a:cubicBezTo>
                  <a:lnTo>
                    <a:pt x="142" y="49"/>
                  </a:lnTo>
                  <a:lnTo>
                    <a:pt x="142" y="49"/>
                  </a:lnTo>
                  <a:cubicBezTo>
                    <a:pt x="158" y="49"/>
                    <a:pt x="173" y="64"/>
                    <a:pt x="173" y="80"/>
                  </a:cubicBezTo>
                  <a:lnTo>
                    <a:pt x="173" y="127"/>
                  </a:lnTo>
                  <a:cubicBezTo>
                    <a:pt x="236" y="143"/>
                    <a:pt x="284" y="175"/>
                    <a:pt x="316" y="221"/>
                  </a:cubicBezTo>
                  <a:cubicBezTo>
                    <a:pt x="316" y="238"/>
                    <a:pt x="331" y="238"/>
                    <a:pt x="347" y="238"/>
                  </a:cubicBezTo>
                  <a:lnTo>
                    <a:pt x="362" y="238"/>
                  </a:lnTo>
                  <a:cubicBezTo>
                    <a:pt x="379" y="238"/>
                    <a:pt x="379" y="206"/>
                    <a:pt x="379" y="190"/>
                  </a:cubicBezTo>
                  <a:cubicBezTo>
                    <a:pt x="362" y="190"/>
                    <a:pt x="362" y="175"/>
                    <a:pt x="362" y="175"/>
                  </a:cubicBezTo>
                  <a:cubicBezTo>
                    <a:pt x="299" y="143"/>
                    <a:pt x="253" y="112"/>
                    <a:pt x="205" y="80"/>
                  </a:cubicBezTo>
                  <a:lnTo>
                    <a:pt x="205" y="49"/>
                  </a:lnTo>
                  <a:lnTo>
                    <a:pt x="205" y="49"/>
                  </a:lnTo>
                  <a:lnTo>
                    <a:pt x="190" y="64"/>
                  </a:lnTo>
                  <a:cubicBezTo>
                    <a:pt x="173" y="64"/>
                    <a:pt x="173" y="64"/>
                    <a:pt x="158" y="49"/>
                  </a:cubicBezTo>
                  <a:lnTo>
                    <a:pt x="158" y="49"/>
                  </a:lnTo>
                  <a:cubicBezTo>
                    <a:pt x="142" y="49"/>
                    <a:pt x="142" y="32"/>
                    <a:pt x="142" y="32"/>
                  </a:cubicBezTo>
                  <a:lnTo>
                    <a:pt x="142" y="32"/>
                  </a:lnTo>
                  <a:lnTo>
                    <a:pt x="127" y="49"/>
                  </a:lnTo>
                  <a:cubicBezTo>
                    <a:pt x="110" y="49"/>
                    <a:pt x="110" y="32"/>
                    <a:pt x="95" y="32"/>
                  </a:cubicBezTo>
                  <a:lnTo>
                    <a:pt x="95" y="32"/>
                  </a:lnTo>
                  <a:cubicBezTo>
                    <a:pt x="79" y="17"/>
                    <a:pt x="63" y="17"/>
                    <a:pt x="63"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34" name="Google Shape;3234;p46"/>
            <p:cNvSpPr/>
            <p:nvPr/>
          </p:nvSpPr>
          <p:spPr>
            <a:xfrm>
              <a:off x="3030184" y="1795283"/>
              <a:ext cx="6551" cy="10050"/>
            </a:xfrm>
            <a:custGeom>
              <a:avLst/>
              <a:gdLst/>
              <a:ahLst/>
              <a:cxnLst/>
              <a:rect l="l" t="t" r="r" b="b"/>
              <a:pathLst>
                <a:path w="206" h="316" extrusionOk="0">
                  <a:moveTo>
                    <a:pt x="80" y="236"/>
                  </a:moveTo>
                  <a:lnTo>
                    <a:pt x="17" y="236"/>
                  </a:lnTo>
                  <a:lnTo>
                    <a:pt x="17" y="252"/>
                  </a:lnTo>
                  <a:cubicBezTo>
                    <a:pt x="17" y="268"/>
                    <a:pt x="0" y="268"/>
                    <a:pt x="0" y="284"/>
                  </a:cubicBezTo>
                  <a:cubicBezTo>
                    <a:pt x="17" y="299"/>
                    <a:pt x="17" y="315"/>
                    <a:pt x="32" y="315"/>
                  </a:cubicBezTo>
                  <a:lnTo>
                    <a:pt x="63" y="299"/>
                  </a:lnTo>
                  <a:cubicBezTo>
                    <a:pt x="63" y="284"/>
                    <a:pt x="80" y="284"/>
                    <a:pt x="80" y="284"/>
                  </a:cubicBezTo>
                  <a:lnTo>
                    <a:pt x="80" y="284"/>
                  </a:lnTo>
                  <a:cubicBezTo>
                    <a:pt x="95" y="284"/>
                    <a:pt x="95" y="284"/>
                    <a:pt x="111" y="299"/>
                  </a:cubicBezTo>
                  <a:lnTo>
                    <a:pt x="111" y="268"/>
                  </a:lnTo>
                  <a:cubicBezTo>
                    <a:pt x="95" y="252"/>
                    <a:pt x="95" y="252"/>
                    <a:pt x="95" y="236"/>
                  </a:cubicBezTo>
                  <a:lnTo>
                    <a:pt x="80" y="236"/>
                  </a:lnTo>
                  <a:close/>
                  <a:moveTo>
                    <a:pt x="111" y="0"/>
                  </a:moveTo>
                  <a:lnTo>
                    <a:pt x="111" y="0"/>
                  </a:lnTo>
                  <a:cubicBezTo>
                    <a:pt x="95" y="0"/>
                    <a:pt x="95" y="15"/>
                    <a:pt x="95" y="32"/>
                  </a:cubicBezTo>
                  <a:lnTo>
                    <a:pt x="80" y="63"/>
                  </a:lnTo>
                  <a:cubicBezTo>
                    <a:pt x="95" y="63"/>
                    <a:pt x="111" y="78"/>
                    <a:pt x="111" y="95"/>
                  </a:cubicBezTo>
                  <a:cubicBezTo>
                    <a:pt x="111" y="110"/>
                    <a:pt x="95" y="126"/>
                    <a:pt x="80" y="126"/>
                  </a:cubicBezTo>
                  <a:lnTo>
                    <a:pt x="80" y="126"/>
                  </a:lnTo>
                  <a:lnTo>
                    <a:pt x="17" y="126"/>
                  </a:lnTo>
                  <a:cubicBezTo>
                    <a:pt x="17" y="126"/>
                    <a:pt x="17" y="142"/>
                    <a:pt x="0" y="142"/>
                  </a:cubicBezTo>
                  <a:lnTo>
                    <a:pt x="0" y="173"/>
                  </a:lnTo>
                  <a:lnTo>
                    <a:pt x="80" y="173"/>
                  </a:lnTo>
                  <a:cubicBezTo>
                    <a:pt x="95" y="158"/>
                    <a:pt x="111" y="158"/>
                    <a:pt x="126" y="142"/>
                  </a:cubicBezTo>
                  <a:cubicBezTo>
                    <a:pt x="143" y="142"/>
                    <a:pt x="143" y="142"/>
                    <a:pt x="143" y="126"/>
                  </a:cubicBezTo>
                  <a:lnTo>
                    <a:pt x="158" y="110"/>
                  </a:lnTo>
                  <a:lnTo>
                    <a:pt x="158" y="63"/>
                  </a:lnTo>
                  <a:lnTo>
                    <a:pt x="158" y="78"/>
                  </a:lnTo>
                  <a:lnTo>
                    <a:pt x="174" y="78"/>
                  </a:lnTo>
                  <a:cubicBezTo>
                    <a:pt x="174" y="78"/>
                    <a:pt x="189" y="78"/>
                    <a:pt x="189" y="63"/>
                  </a:cubicBezTo>
                  <a:cubicBezTo>
                    <a:pt x="189" y="63"/>
                    <a:pt x="206" y="63"/>
                    <a:pt x="206" y="47"/>
                  </a:cubicBezTo>
                  <a:cubicBezTo>
                    <a:pt x="206" y="32"/>
                    <a:pt x="206" y="15"/>
                    <a:pt x="189" y="0"/>
                  </a:cubicBezTo>
                  <a:lnTo>
                    <a:pt x="126" y="15"/>
                  </a:lnTo>
                  <a:lnTo>
                    <a:pt x="126" y="15"/>
                  </a:lnTo>
                  <a:cubicBezTo>
                    <a:pt x="111" y="15"/>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35" name="Google Shape;3235;p46"/>
            <p:cNvSpPr/>
            <p:nvPr/>
          </p:nvSpPr>
          <p:spPr>
            <a:xfrm>
              <a:off x="3037181" y="1793756"/>
              <a:ext cx="6042" cy="3021"/>
            </a:xfrm>
            <a:custGeom>
              <a:avLst/>
              <a:gdLst/>
              <a:ahLst/>
              <a:cxnLst/>
              <a:rect l="l" t="t" r="r" b="b"/>
              <a:pathLst>
                <a:path w="190" h="95" extrusionOk="0">
                  <a:moveTo>
                    <a:pt x="143" y="0"/>
                  </a:moveTo>
                  <a:lnTo>
                    <a:pt x="32" y="0"/>
                  </a:lnTo>
                  <a:lnTo>
                    <a:pt x="17" y="17"/>
                  </a:lnTo>
                  <a:lnTo>
                    <a:pt x="32" y="17"/>
                  </a:lnTo>
                  <a:cubicBezTo>
                    <a:pt x="32" y="32"/>
                    <a:pt x="17" y="48"/>
                    <a:pt x="1" y="48"/>
                  </a:cubicBezTo>
                  <a:lnTo>
                    <a:pt x="1" y="63"/>
                  </a:lnTo>
                  <a:cubicBezTo>
                    <a:pt x="17" y="80"/>
                    <a:pt x="17" y="95"/>
                    <a:pt x="49" y="95"/>
                  </a:cubicBezTo>
                  <a:lnTo>
                    <a:pt x="49" y="95"/>
                  </a:lnTo>
                  <a:lnTo>
                    <a:pt x="127" y="95"/>
                  </a:lnTo>
                  <a:cubicBezTo>
                    <a:pt x="143" y="95"/>
                    <a:pt x="158" y="80"/>
                    <a:pt x="158" y="63"/>
                  </a:cubicBezTo>
                  <a:cubicBezTo>
                    <a:pt x="175" y="63"/>
                    <a:pt x="190" y="48"/>
                    <a:pt x="190" y="32"/>
                  </a:cubicBezTo>
                  <a:lnTo>
                    <a:pt x="190" y="32"/>
                  </a:lnTo>
                  <a:lnTo>
                    <a:pt x="190" y="32"/>
                  </a:lnTo>
                  <a:cubicBezTo>
                    <a:pt x="175" y="32"/>
                    <a:pt x="158" y="32"/>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36" name="Google Shape;3236;p46"/>
            <p:cNvSpPr/>
            <p:nvPr/>
          </p:nvSpPr>
          <p:spPr>
            <a:xfrm>
              <a:off x="3379929" y="1786250"/>
              <a:ext cx="2035" cy="4039"/>
            </a:xfrm>
            <a:custGeom>
              <a:avLst/>
              <a:gdLst/>
              <a:ahLst/>
              <a:cxnLst/>
              <a:rect l="l" t="t" r="r" b="b"/>
              <a:pathLst>
                <a:path w="64" h="127" extrusionOk="0">
                  <a:moveTo>
                    <a:pt x="64" y="1"/>
                  </a:moveTo>
                  <a:lnTo>
                    <a:pt x="49" y="1"/>
                  </a:lnTo>
                  <a:lnTo>
                    <a:pt x="32" y="1"/>
                  </a:lnTo>
                  <a:lnTo>
                    <a:pt x="1" y="1"/>
                  </a:lnTo>
                  <a:lnTo>
                    <a:pt x="1" y="79"/>
                  </a:lnTo>
                  <a:lnTo>
                    <a:pt x="1" y="95"/>
                  </a:lnTo>
                  <a:cubicBezTo>
                    <a:pt x="1" y="110"/>
                    <a:pt x="17" y="127"/>
                    <a:pt x="32" y="127"/>
                  </a:cubicBezTo>
                  <a:lnTo>
                    <a:pt x="32" y="127"/>
                  </a:lnTo>
                  <a:lnTo>
                    <a:pt x="32" y="127"/>
                  </a:lnTo>
                  <a:cubicBezTo>
                    <a:pt x="49" y="110"/>
                    <a:pt x="64" y="110"/>
                    <a:pt x="64" y="9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37" name="Google Shape;3237;p46"/>
            <p:cNvSpPr/>
            <p:nvPr/>
          </p:nvSpPr>
          <p:spPr>
            <a:xfrm>
              <a:off x="3317785" y="1762684"/>
              <a:ext cx="6074" cy="4580"/>
            </a:xfrm>
            <a:custGeom>
              <a:avLst/>
              <a:gdLst/>
              <a:ahLst/>
              <a:cxnLst/>
              <a:rect l="l" t="t" r="r" b="b"/>
              <a:pathLst>
                <a:path w="191" h="144" extrusionOk="0">
                  <a:moveTo>
                    <a:pt x="159" y="1"/>
                  </a:moveTo>
                  <a:lnTo>
                    <a:pt x="159" y="1"/>
                  </a:lnTo>
                  <a:lnTo>
                    <a:pt x="80" y="1"/>
                  </a:lnTo>
                  <a:cubicBezTo>
                    <a:pt x="64" y="1"/>
                    <a:pt x="64" y="17"/>
                    <a:pt x="49" y="17"/>
                  </a:cubicBezTo>
                  <a:lnTo>
                    <a:pt x="1" y="95"/>
                  </a:lnTo>
                  <a:cubicBezTo>
                    <a:pt x="1" y="112"/>
                    <a:pt x="1" y="127"/>
                    <a:pt x="17" y="143"/>
                  </a:cubicBezTo>
                  <a:lnTo>
                    <a:pt x="33" y="143"/>
                  </a:lnTo>
                  <a:lnTo>
                    <a:pt x="64" y="143"/>
                  </a:lnTo>
                  <a:lnTo>
                    <a:pt x="96" y="80"/>
                  </a:lnTo>
                  <a:lnTo>
                    <a:pt x="143" y="64"/>
                  </a:lnTo>
                  <a:cubicBezTo>
                    <a:pt x="143" y="48"/>
                    <a:pt x="159" y="32"/>
                    <a:pt x="175" y="32"/>
                  </a:cubicBezTo>
                  <a:lnTo>
                    <a:pt x="175" y="32"/>
                  </a:lnTo>
                  <a:lnTo>
                    <a:pt x="190" y="32"/>
                  </a:lnTo>
                  <a:lnTo>
                    <a:pt x="190" y="32"/>
                  </a:lnTo>
                  <a:cubicBezTo>
                    <a:pt x="190" y="17"/>
                    <a:pt x="175" y="1"/>
                    <a:pt x="15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38" name="Google Shape;3238;p46"/>
            <p:cNvSpPr/>
            <p:nvPr/>
          </p:nvSpPr>
          <p:spPr>
            <a:xfrm>
              <a:off x="3181506" y="1799290"/>
              <a:ext cx="5057" cy="3021"/>
            </a:xfrm>
            <a:custGeom>
              <a:avLst/>
              <a:gdLst/>
              <a:ahLst/>
              <a:cxnLst/>
              <a:rect l="l" t="t" r="r" b="b"/>
              <a:pathLst>
                <a:path w="159" h="95" extrusionOk="0">
                  <a:moveTo>
                    <a:pt x="143" y="0"/>
                  </a:moveTo>
                  <a:lnTo>
                    <a:pt x="127" y="0"/>
                  </a:lnTo>
                  <a:cubicBezTo>
                    <a:pt x="127" y="16"/>
                    <a:pt x="111" y="16"/>
                    <a:pt x="95" y="16"/>
                  </a:cubicBezTo>
                  <a:lnTo>
                    <a:pt x="95" y="16"/>
                  </a:lnTo>
                  <a:lnTo>
                    <a:pt x="80" y="32"/>
                  </a:lnTo>
                  <a:lnTo>
                    <a:pt x="63" y="16"/>
                  </a:lnTo>
                  <a:lnTo>
                    <a:pt x="48" y="16"/>
                  </a:lnTo>
                  <a:lnTo>
                    <a:pt x="32" y="16"/>
                  </a:lnTo>
                  <a:lnTo>
                    <a:pt x="17" y="16"/>
                  </a:lnTo>
                  <a:lnTo>
                    <a:pt x="17" y="16"/>
                  </a:lnTo>
                  <a:lnTo>
                    <a:pt x="17" y="32"/>
                  </a:lnTo>
                  <a:cubicBezTo>
                    <a:pt x="0" y="47"/>
                    <a:pt x="0" y="63"/>
                    <a:pt x="17" y="79"/>
                  </a:cubicBezTo>
                  <a:cubicBezTo>
                    <a:pt x="48" y="95"/>
                    <a:pt x="63" y="95"/>
                    <a:pt x="80" y="95"/>
                  </a:cubicBezTo>
                  <a:cubicBezTo>
                    <a:pt x="111" y="95"/>
                    <a:pt x="127" y="79"/>
                    <a:pt x="158" y="47"/>
                  </a:cubicBezTo>
                  <a:lnTo>
                    <a:pt x="158" y="47"/>
                  </a:lnTo>
                  <a:cubicBezTo>
                    <a:pt x="143" y="32"/>
                    <a:pt x="143" y="16"/>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39" name="Google Shape;3239;p46"/>
            <p:cNvSpPr/>
            <p:nvPr/>
          </p:nvSpPr>
          <p:spPr>
            <a:xfrm>
              <a:off x="3374936" y="1766691"/>
              <a:ext cx="8046" cy="3562"/>
            </a:xfrm>
            <a:custGeom>
              <a:avLst/>
              <a:gdLst/>
              <a:ahLst/>
              <a:cxnLst/>
              <a:rect l="l" t="t" r="r" b="b"/>
              <a:pathLst>
                <a:path w="253" h="112" extrusionOk="0">
                  <a:moveTo>
                    <a:pt x="206" y="1"/>
                  </a:moveTo>
                  <a:lnTo>
                    <a:pt x="206" y="1"/>
                  </a:lnTo>
                  <a:lnTo>
                    <a:pt x="189" y="1"/>
                  </a:lnTo>
                  <a:cubicBezTo>
                    <a:pt x="158" y="32"/>
                    <a:pt x="143" y="32"/>
                    <a:pt x="111" y="32"/>
                  </a:cubicBezTo>
                  <a:cubicBezTo>
                    <a:pt x="95" y="32"/>
                    <a:pt x="80" y="32"/>
                    <a:pt x="63" y="17"/>
                  </a:cubicBezTo>
                  <a:lnTo>
                    <a:pt x="32" y="17"/>
                  </a:lnTo>
                  <a:cubicBezTo>
                    <a:pt x="32" y="17"/>
                    <a:pt x="17" y="17"/>
                    <a:pt x="17" y="32"/>
                  </a:cubicBezTo>
                  <a:cubicBezTo>
                    <a:pt x="0" y="49"/>
                    <a:pt x="0" y="80"/>
                    <a:pt x="17" y="80"/>
                  </a:cubicBezTo>
                  <a:cubicBezTo>
                    <a:pt x="48" y="95"/>
                    <a:pt x="80" y="112"/>
                    <a:pt x="111" y="112"/>
                  </a:cubicBezTo>
                  <a:cubicBezTo>
                    <a:pt x="158" y="112"/>
                    <a:pt x="189" y="95"/>
                    <a:pt x="237" y="64"/>
                  </a:cubicBezTo>
                  <a:cubicBezTo>
                    <a:pt x="252" y="49"/>
                    <a:pt x="252" y="32"/>
                    <a:pt x="237" y="17"/>
                  </a:cubicBezTo>
                  <a:cubicBezTo>
                    <a:pt x="237" y="1"/>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40" name="Google Shape;3240;p46"/>
            <p:cNvSpPr/>
            <p:nvPr/>
          </p:nvSpPr>
          <p:spPr>
            <a:xfrm>
              <a:off x="3277235" y="1775246"/>
              <a:ext cx="6042" cy="6042"/>
            </a:xfrm>
            <a:custGeom>
              <a:avLst/>
              <a:gdLst/>
              <a:ahLst/>
              <a:cxnLst/>
              <a:rect l="l" t="t" r="r" b="b"/>
              <a:pathLst>
                <a:path w="190" h="190" extrusionOk="0">
                  <a:moveTo>
                    <a:pt x="32" y="0"/>
                  </a:moveTo>
                  <a:lnTo>
                    <a:pt x="32" y="0"/>
                  </a:lnTo>
                  <a:lnTo>
                    <a:pt x="16" y="0"/>
                  </a:lnTo>
                  <a:cubicBezTo>
                    <a:pt x="0" y="15"/>
                    <a:pt x="0" y="32"/>
                    <a:pt x="0" y="47"/>
                  </a:cubicBezTo>
                  <a:lnTo>
                    <a:pt x="47" y="158"/>
                  </a:lnTo>
                  <a:lnTo>
                    <a:pt x="63" y="141"/>
                  </a:lnTo>
                  <a:lnTo>
                    <a:pt x="79" y="126"/>
                  </a:lnTo>
                  <a:lnTo>
                    <a:pt x="95" y="126"/>
                  </a:lnTo>
                  <a:lnTo>
                    <a:pt x="110" y="141"/>
                  </a:lnTo>
                  <a:lnTo>
                    <a:pt x="142" y="189"/>
                  </a:lnTo>
                  <a:lnTo>
                    <a:pt x="173" y="158"/>
                  </a:lnTo>
                  <a:cubicBezTo>
                    <a:pt x="189" y="141"/>
                    <a:pt x="189" y="126"/>
                    <a:pt x="189" y="110"/>
                  </a:cubicBezTo>
                  <a:lnTo>
                    <a:pt x="126" y="15"/>
                  </a:lnTo>
                  <a:cubicBezTo>
                    <a:pt x="110" y="15"/>
                    <a:pt x="95" y="0"/>
                    <a:pt x="95" y="0"/>
                  </a:cubicBezTo>
                  <a:cubicBezTo>
                    <a:pt x="79" y="0"/>
                    <a:pt x="79" y="15"/>
                    <a:pt x="79" y="15"/>
                  </a:cubicBezTo>
                  <a:lnTo>
                    <a:pt x="63" y="15"/>
                  </a:lnTo>
                  <a:cubicBezTo>
                    <a:pt x="63" y="15"/>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41" name="Google Shape;3241;p46"/>
            <p:cNvSpPr/>
            <p:nvPr/>
          </p:nvSpPr>
          <p:spPr>
            <a:xfrm>
              <a:off x="3066250" y="1828358"/>
              <a:ext cx="9573" cy="6042"/>
            </a:xfrm>
            <a:custGeom>
              <a:avLst/>
              <a:gdLst/>
              <a:ahLst/>
              <a:cxnLst/>
              <a:rect l="l" t="t" r="r" b="b"/>
              <a:pathLst>
                <a:path w="301" h="190" extrusionOk="0">
                  <a:moveTo>
                    <a:pt x="32" y="0"/>
                  </a:moveTo>
                  <a:lnTo>
                    <a:pt x="32" y="0"/>
                  </a:lnTo>
                  <a:cubicBezTo>
                    <a:pt x="17" y="0"/>
                    <a:pt x="17" y="15"/>
                    <a:pt x="17" y="15"/>
                  </a:cubicBezTo>
                  <a:lnTo>
                    <a:pt x="1" y="32"/>
                  </a:lnTo>
                  <a:lnTo>
                    <a:pt x="1" y="32"/>
                  </a:lnTo>
                  <a:lnTo>
                    <a:pt x="1" y="32"/>
                  </a:lnTo>
                  <a:lnTo>
                    <a:pt x="1" y="63"/>
                  </a:lnTo>
                  <a:cubicBezTo>
                    <a:pt x="49" y="95"/>
                    <a:pt x="95" y="126"/>
                    <a:pt x="158" y="158"/>
                  </a:cubicBezTo>
                  <a:cubicBezTo>
                    <a:pt x="190" y="158"/>
                    <a:pt x="221" y="173"/>
                    <a:pt x="253" y="189"/>
                  </a:cubicBezTo>
                  <a:lnTo>
                    <a:pt x="253" y="189"/>
                  </a:lnTo>
                  <a:cubicBezTo>
                    <a:pt x="269" y="189"/>
                    <a:pt x="284" y="173"/>
                    <a:pt x="284" y="158"/>
                  </a:cubicBezTo>
                  <a:cubicBezTo>
                    <a:pt x="301" y="141"/>
                    <a:pt x="284" y="126"/>
                    <a:pt x="269" y="110"/>
                  </a:cubicBezTo>
                  <a:cubicBezTo>
                    <a:pt x="175" y="95"/>
                    <a:pt x="112" y="63"/>
                    <a:pt x="49" y="15"/>
                  </a:cubicBezTo>
                  <a:cubicBezTo>
                    <a:pt x="49"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42" name="Google Shape;3242;p46"/>
            <p:cNvSpPr/>
            <p:nvPr/>
          </p:nvSpPr>
          <p:spPr>
            <a:xfrm>
              <a:off x="3119362" y="1791275"/>
              <a:ext cx="3053" cy="4516"/>
            </a:xfrm>
            <a:custGeom>
              <a:avLst/>
              <a:gdLst/>
              <a:ahLst/>
              <a:cxnLst/>
              <a:rect l="l" t="t" r="r" b="b"/>
              <a:pathLst>
                <a:path w="96" h="142" extrusionOk="0">
                  <a:moveTo>
                    <a:pt x="95" y="15"/>
                  </a:moveTo>
                  <a:lnTo>
                    <a:pt x="95" y="15"/>
                  </a:lnTo>
                  <a:lnTo>
                    <a:pt x="95" y="15"/>
                  </a:lnTo>
                  <a:lnTo>
                    <a:pt x="95" y="15"/>
                  </a:lnTo>
                  <a:close/>
                  <a:moveTo>
                    <a:pt x="17" y="0"/>
                  </a:moveTo>
                  <a:cubicBezTo>
                    <a:pt x="1" y="15"/>
                    <a:pt x="1" y="32"/>
                    <a:pt x="1" y="32"/>
                  </a:cubicBezTo>
                  <a:lnTo>
                    <a:pt x="1" y="78"/>
                  </a:lnTo>
                  <a:cubicBezTo>
                    <a:pt x="17" y="78"/>
                    <a:pt x="17" y="78"/>
                    <a:pt x="17" y="95"/>
                  </a:cubicBezTo>
                  <a:cubicBezTo>
                    <a:pt x="32" y="95"/>
                    <a:pt x="32" y="110"/>
                    <a:pt x="32" y="126"/>
                  </a:cubicBezTo>
                  <a:lnTo>
                    <a:pt x="32" y="141"/>
                  </a:lnTo>
                  <a:lnTo>
                    <a:pt x="32" y="141"/>
                  </a:lnTo>
                  <a:lnTo>
                    <a:pt x="32" y="141"/>
                  </a:lnTo>
                  <a:lnTo>
                    <a:pt x="32" y="141"/>
                  </a:lnTo>
                  <a:lnTo>
                    <a:pt x="64" y="141"/>
                  </a:lnTo>
                  <a:lnTo>
                    <a:pt x="80" y="141"/>
                  </a:lnTo>
                  <a:lnTo>
                    <a:pt x="80" y="110"/>
                  </a:lnTo>
                  <a:lnTo>
                    <a:pt x="80" y="95"/>
                  </a:lnTo>
                  <a:lnTo>
                    <a:pt x="80" y="95"/>
                  </a:lnTo>
                  <a:lnTo>
                    <a:pt x="80" y="95"/>
                  </a:lnTo>
                  <a:lnTo>
                    <a:pt x="80" y="95"/>
                  </a:lnTo>
                  <a:lnTo>
                    <a:pt x="95" y="32"/>
                  </a:lnTo>
                  <a:cubicBezTo>
                    <a:pt x="95" y="32"/>
                    <a:pt x="95" y="47"/>
                    <a:pt x="80" y="47"/>
                  </a:cubicBezTo>
                  <a:lnTo>
                    <a:pt x="64" y="47"/>
                  </a:lnTo>
                  <a:lnTo>
                    <a:pt x="32" y="4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43" name="Google Shape;3243;p46"/>
            <p:cNvSpPr/>
            <p:nvPr/>
          </p:nvSpPr>
          <p:spPr>
            <a:xfrm>
              <a:off x="3410016" y="1781734"/>
              <a:ext cx="4548" cy="3562"/>
            </a:xfrm>
            <a:custGeom>
              <a:avLst/>
              <a:gdLst/>
              <a:ahLst/>
              <a:cxnLst/>
              <a:rect l="l" t="t" r="r" b="b"/>
              <a:pathLst>
                <a:path w="143" h="112" extrusionOk="0">
                  <a:moveTo>
                    <a:pt x="111" y="0"/>
                  </a:moveTo>
                  <a:lnTo>
                    <a:pt x="111" y="0"/>
                  </a:lnTo>
                  <a:lnTo>
                    <a:pt x="111" y="0"/>
                  </a:lnTo>
                  <a:lnTo>
                    <a:pt x="0" y="32"/>
                  </a:lnTo>
                  <a:lnTo>
                    <a:pt x="16" y="48"/>
                  </a:lnTo>
                  <a:cubicBezTo>
                    <a:pt x="16" y="63"/>
                    <a:pt x="16" y="95"/>
                    <a:pt x="0" y="95"/>
                  </a:cubicBezTo>
                  <a:lnTo>
                    <a:pt x="0" y="95"/>
                  </a:lnTo>
                  <a:cubicBezTo>
                    <a:pt x="0" y="111"/>
                    <a:pt x="0" y="111"/>
                    <a:pt x="16" y="111"/>
                  </a:cubicBezTo>
                  <a:lnTo>
                    <a:pt x="16" y="111"/>
                  </a:lnTo>
                  <a:lnTo>
                    <a:pt x="111" y="63"/>
                  </a:lnTo>
                  <a:lnTo>
                    <a:pt x="126" y="32"/>
                  </a:lnTo>
                  <a:cubicBezTo>
                    <a:pt x="126" y="17"/>
                    <a:pt x="142" y="17"/>
                    <a:pt x="142" y="17"/>
                  </a:cubicBezTo>
                  <a:cubicBezTo>
                    <a:pt x="142" y="0"/>
                    <a:pt x="142" y="0"/>
                    <a:pt x="126" y="0"/>
                  </a:cubicBezTo>
                  <a:lnTo>
                    <a:pt x="126" y="0"/>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44" name="Google Shape;3244;p46"/>
            <p:cNvSpPr/>
            <p:nvPr/>
          </p:nvSpPr>
          <p:spPr>
            <a:xfrm>
              <a:off x="3392969" y="1804283"/>
              <a:ext cx="8555" cy="4548"/>
            </a:xfrm>
            <a:custGeom>
              <a:avLst/>
              <a:gdLst/>
              <a:ahLst/>
              <a:cxnLst/>
              <a:rect l="l" t="t" r="r" b="b"/>
              <a:pathLst>
                <a:path w="269" h="143" extrusionOk="0">
                  <a:moveTo>
                    <a:pt x="206" y="32"/>
                  </a:moveTo>
                  <a:cubicBezTo>
                    <a:pt x="189" y="48"/>
                    <a:pt x="189" y="48"/>
                    <a:pt x="174" y="48"/>
                  </a:cubicBezTo>
                  <a:lnTo>
                    <a:pt x="143" y="64"/>
                  </a:lnTo>
                  <a:lnTo>
                    <a:pt x="174" y="79"/>
                  </a:lnTo>
                  <a:cubicBezTo>
                    <a:pt x="174" y="95"/>
                    <a:pt x="189" y="111"/>
                    <a:pt x="189" y="127"/>
                  </a:cubicBezTo>
                  <a:cubicBezTo>
                    <a:pt x="206" y="127"/>
                    <a:pt x="206" y="142"/>
                    <a:pt x="221" y="142"/>
                  </a:cubicBezTo>
                  <a:lnTo>
                    <a:pt x="237" y="142"/>
                  </a:lnTo>
                  <a:cubicBezTo>
                    <a:pt x="252" y="127"/>
                    <a:pt x="269" y="111"/>
                    <a:pt x="252" y="95"/>
                  </a:cubicBezTo>
                  <a:lnTo>
                    <a:pt x="252" y="79"/>
                  </a:lnTo>
                  <a:cubicBezTo>
                    <a:pt x="237" y="79"/>
                    <a:pt x="237" y="64"/>
                    <a:pt x="237" y="64"/>
                  </a:cubicBezTo>
                  <a:lnTo>
                    <a:pt x="221" y="48"/>
                  </a:lnTo>
                  <a:lnTo>
                    <a:pt x="206" y="32"/>
                  </a:lnTo>
                  <a:close/>
                  <a:moveTo>
                    <a:pt x="17" y="32"/>
                  </a:moveTo>
                  <a:lnTo>
                    <a:pt x="17" y="48"/>
                  </a:lnTo>
                  <a:lnTo>
                    <a:pt x="0" y="48"/>
                  </a:lnTo>
                  <a:lnTo>
                    <a:pt x="0" y="64"/>
                  </a:lnTo>
                  <a:cubicBezTo>
                    <a:pt x="17" y="64"/>
                    <a:pt x="17" y="79"/>
                    <a:pt x="32" y="79"/>
                  </a:cubicBezTo>
                  <a:lnTo>
                    <a:pt x="48" y="79"/>
                  </a:lnTo>
                  <a:lnTo>
                    <a:pt x="48" y="64"/>
                  </a:lnTo>
                  <a:lnTo>
                    <a:pt x="48" y="64"/>
                  </a:lnTo>
                  <a:cubicBezTo>
                    <a:pt x="32" y="64"/>
                    <a:pt x="17" y="48"/>
                    <a:pt x="17" y="32"/>
                  </a:cubicBezTo>
                  <a:lnTo>
                    <a:pt x="17" y="32"/>
                  </a:lnTo>
                  <a:close/>
                  <a:moveTo>
                    <a:pt x="111" y="1"/>
                  </a:moveTo>
                  <a:lnTo>
                    <a:pt x="95" y="1"/>
                  </a:lnTo>
                  <a:lnTo>
                    <a:pt x="95" y="1"/>
                  </a:lnTo>
                  <a:cubicBezTo>
                    <a:pt x="95" y="16"/>
                    <a:pt x="80" y="16"/>
                    <a:pt x="80" y="16"/>
                  </a:cubicBezTo>
                  <a:lnTo>
                    <a:pt x="95" y="32"/>
                  </a:lnTo>
                  <a:lnTo>
                    <a:pt x="95" y="32"/>
                  </a:lnTo>
                  <a:lnTo>
                    <a:pt x="111" y="32"/>
                  </a:lnTo>
                  <a:lnTo>
                    <a:pt x="111"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45" name="Google Shape;3245;p46"/>
            <p:cNvSpPr/>
            <p:nvPr/>
          </p:nvSpPr>
          <p:spPr>
            <a:xfrm>
              <a:off x="3312792" y="1778713"/>
              <a:ext cx="5025" cy="4580"/>
            </a:xfrm>
            <a:custGeom>
              <a:avLst/>
              <a:gdLst/>
              <a:ahLst/>
              <a:cxnLst/>
              <a:rect l="l" t="t" r="r" b="b"/>
              <a:pathLst>
                <a:path w="158" h="144" extrusionOk="0">
                  <a:moveTo>
                    <a:pt x="80" y="112"/>
                  </a:moveTo>
                  <a:lnTo>
                    <a:pt x="80" y="112"/>
                  </a:lnTo>
                  <a:lnTo>
                    <a:pt x="80" y="112"/>
                  </a:lnTo>
                  <a:close/>
                  <a:moveTo>
                    <a:pt x="80" y="1"/>
                  </a:moveTo>
                  <a:lnTo>
                    <a:pt x="63" y="1"/>
                  </a:lnTo>
                  <a:lnTo>
                    <a:pt x="48" y="1"/>
                  </a:lnTo>
                  <a:lnTo>
                    <a:pt x="0" y="64"/>
                  </a:lnTo>
                  <a:lnTo>
                    <a:pt x="0" y="80"/>
                  </a:lnTo>
                  <a:lnTo>
                    <a:pt x="32" y="95"/>
                  </a:lnTo>
                  <a:cubicBezTo>
                    <a:pt x="48" y="95"/>
                    <a:pt x="48" y="112"/>
                    <a:pt x="48" y="112"/>
                  </a:cubicBezTo>
                  <a:lnTo>
                    <a:pt x="48" y="112"/>
                  </a:lnTo>
                  <a:lnTo>
                    <a:pt x="63" y="80"/>
                  </a:lnTo>
                  <a:cubicBezTo>
                    <a:pt x="80" y="95"/>
                    <a:pt x="80" y="95"/>
                    <a:pt x="80" y="112"/>
                  </a:cubicBezTo>
                  <a:lnTo>
                    <a:pt x="80" y="112"/>
                  </a:lnTo>
                  <a:cubicBezTo>
                    <a:pt x="80" y="127"/>
                    <a:pt x="95" y="143"/>
                    <a:pt x="111" y="143"/>
                  </a:cubicBezTo>
                  <a:lnTo>
                    <a:pt x="126" y="143"/>
                  </a:lnTo>
                  <a:cubicBezTo>
                    <a:pt x="143" y="143"/>
                    <a:pt x="158" y="127"/>
                    <a:pt x="143" y="95"/>
                  </a:cubicBezTo>
                  <a:lnTo>
                    <a:pt x="143" y="80"/>
                  </a:lnTo>
                  <a:cubicBezTo>
                    <a:pt x="143" y="64"/>
                    <a:pt x="126" y="49"/>
                    <a:pt x="111" y="32"/>
                  </a:cubicBezTo>
                  <a:lnTo>
                    <a:pt x="95" y="17"/>
                  </a:lnTo>
                  <a:cubicBezTo>
                    <a:pt x="95" y="1"/>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46" name="Google Shape;3246;p46"/>
            <p:cNvSpPr/>
            <p:nvPr/>
          </p:nvSpPr>
          <p:spPr>
            <a:xfrm>
              <a:off x="3315304" y="178224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47" name="Google Shape;3247;p46"/>
            <p:cNvSpPr/>
            <p:nvPr/>
          </p:nvSpPr>
          <p:spPr>
            <a:xfrm>
              <a:off x="3455622" y="1777727"/>
              <a:ext cx="32" cy="32"/>
            </a:xfrm>
            <a:custGeom>
              <a:avLst/>
              <a:gdLst/>
              <a:ahLst/>
              <a:cxnLst/>
              <a:rect l="l" t="t" r="r" b="b"/>
              <a:pathLst>
                <a:path w="1" h="1" extrusionOk="0">
                  <a:moveTo>
                    <a:pt x="0" y="0"/>
                  </a:moveTo>
                  <a:lnTo>
                    <a:pt x="0"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48" name="Google Shape;3248;p46"/>
            <p:cNvSpPr/>
            <p:nvPr/>
          </p:nvSpPr>
          <p:spPr>
            <a:xfrm>
              <a:off x="3451615" y="1775246"/>
              <a:ext cx="4039" cy="4039"/>
            </a:xfrm>
            <a:custGeom>
              <a:avLst/>
              <a:gdLst/>
              <a:ahLst/>
              <a:cxnLst/>
              <a:rect l="l" t="t" r="r" b="b"/>
              <a:pathLst>
                <a:path w="127" h="127" extrusionOk="0">
                  <a:moveTo>
                    <a:pt x="32" y="0"/>
                  </a:moveTo>
                  <a:lnTo>
                    <a:pt x="32" y="0"/>
                  </a:lnTo>
                  <a:lnTo>
                    <a:pt x="16" y="15"/>
                  </a:lnTo>
                  <a:cubicBezTo>
                    <a:pt x="0" y="32"/>
                    <a:pt x="0" y="47"/>
                    <a:pt x="16" y="63"/>
                  </a:cubicBezTo>
                  <a:lnTo>
                    <a:pt x="16" y="78"/>
                  </a:lnTo>
                  <a:cubicBezTo>
                    <a:pt x="0" y="95"/>
                    <a:pt x="16" y="110"/>
                    <a:pt x="32" y="110"/>
                  </a:cubicBezTo>
                  <a:lnTo>
                    <a:pt x="63" y="126"/>
                  </a:lnTo>
                  <a:lnTo>
                    <a:pt x="79" y="126"/>
                  </a:lnTo>
                  <a:cubicBezTo>
                    <a:pt x="95" y="126"/>
                    <a:pt x="95" y="126"/>
                    <a:pt x="110" y="110"/>
                  </a:cubicBezTo>
                  <a:lnTo>
                    <a:pt x="126" y="95"/>
                  </a:lnTo>
                  <a:lnTo>
                    <a:pt x="126" y="78"/>
                  </a:lnTo>
                  <a:lnTo>
                    <a:pt x="126" y="78"/>
                  </a:lnTo>
                  <a:cubicBezTo>
                    <a:pt x="126" y="63"/>
                    <a:pt x="126" y="47"/>
                    <a:pt x="110" y="47"/>
                  </a:cubicBezTo>
                  <a:lnTo>
                    <a:pt x="63"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49" name="Google Shape;3249;p46"/>
            <p:cNvSpPr/>
            <p:nvPr/>
          </p:nvSpPr>
          <p:spPr>
            <a:xfrm>
              <a:off x="3332828" y="1812806"/>
              <a:ext cx="4039" cy="4039"/>
            </a:xfrm>
            <a:custGeom>
              <a:avLst/>
              <a:gdLst/>
              <a:ahLst/>
              <a:cxnLst/>
              <a:rect l="l" t="t" r="r" b="b"/>
              <a:pathLst>
                <a:path w="127" h="127" extrusionOk="0">
                  <a:moveTo>
                    <a:pt x="64" y="0"/>
                  </a:moveTo>
                  <a:lnTo>
                    <a:pt x="49" y="0"/>
                  </a:lnTo>
                  <a:cubicBezTo>
                    <a:pt x="32" y="0"/>
                    <a:pt x="32" y="17"/>
                    <a:pt x="17" y="32"/>
                  </a:cubicBezTo>
                  <a:lnTo>
                    <a:pt x="17" y="32"/>
                  </a:lnTo>
                  <a:lnTo>
                    <a:pt x="17" y="48"/>
                  </a:lnTo>
                  <a:cubicBezTo>
                    <a:pt x="32" y="48"/>
                    <a:pt x="32" y="48"/>
                    <a:pt x="32" y="63"/>
                  </a:cubicBezTo>
                  <a:cubicBezTo>
                    <a:pt x="32" y="80"/>
                    <a:pt x="32" y="95"/>
                    <a:pt x="17" y="95"/>
                  </a:cubicBezTo>
                  <a:lnTo>
                    <a:pt x="1" y="95"/>
                  </a:lnTo>
                  <a:lnTo>
                    <a:pt x="1" y="95"/>
                  </a:lnTo>
                  <a:cubicBezTo>
                    <a:pt x="1" y="111"/>
                    <a:pt x="1" y="111"/>
                    <a:pt x="17" y="126"/>
                  </a:cubicBezTo>
                  <a:cubicBezTo>
                    <a:pt x="17" y="111"/>
                    <a:pt x="32" y="111"/>
                    <a:pt x="49" y="111"/>
                  </a:cubicBezTo>
                  <a:lnTo>
                    <a:pt x="64" y="111"/>
                  </a:lnTo>
                  <a:lnTo>
                    <a:pt x="80" y="111"/>
                  </a:lnTo>
                  <a:cubicBezTo>
                    <a:pt x="95" y="111"/>
                    <a:pt x="95" y="126"/>
                    <a:pt x="112" y="126"/>
                  </a:cubicBezTo>
                  <a:lnTo>
                    <a:pt x="112" y="126"/>
                  </a:lnTo>
                  <a:cubicBezTo>
                    <a:pt x="127" y="111"/>
                    <a:pt x="127" y="111"/>
                    <a:pt x="127" y="95"/>
                  </a:cubicBezTo>
                  <a:cubicBezTo>
                    <a:pt x="127" y="80"/>
                    <a:pt x="112" y="63"/>
                    <a:pt x="95" y="63"/>
                  </a:cubicBezTo>
                  <a:lnTo>
                    <a:pt x="80" y="63"/>
                  </a:lnTo>
                  <a:lnTo>
                    <a:pt x="95" y="48"/>
                  </a:lnTo>
                  <a:cubicBezTo>
                    <a:pt x="95" y="32"/>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50" name="Google Shape;3250;p46"/>
            <p:cNvSpPr/>
            <p:nvPr/>
          </p:nvSpPr>
          <p:spPr>
            <a:xfrm>
              <a:off x="3417012" y="1764210"/>
              <a:ext cx="3053" cy="6042"/>
            </a:xfrm>
            <a:custGeom>
              <a:avLst/>
              <a:gdLst/>
              <a:ahLst/>
              <a:cxnLst/>
              <a:rect l="l" t="t" r="r" b="b"/>
              <a:pathLst>
                <a:path w="96" h="190" extrusionOk="0">
                  <a:moveTo>
                    <a:pt x="32" y="0"/>
                  </a:moveTo>
                  <a:lnTo>
                    <a:pt x="1" y="0"/>
                  </a:lnTo>
                  <a:lnTo>
                    <a:pt x="17" y="158"/>
                  </a:lnTo>
                  <a:lnTo>
                    <a:pt x="17" y="158"/>
                  </a:lnTo>
                  <a:lnTo>
                    <a:pt x="32" y="158"/>
                  </a:lnTo>
                  <a:cubicBezTo>
                    <a:pt x="49" y="173"/>
                    <a:pt x="49" y="173"/>
                    <a:pt x="49" y="190"/>
                  </a:cubicBezTo>
                  <a:lnTo>
                    <a:pt x="49" y="190"/>
                  </a:lnTo>
                  <a:lnTo>
                    <a:pt x="64" y="190"/>
                  </a:lnTo>
                  <a:lnTo>
                    <a:pt x="64" y="190"/>
                  </a:lnTo>
                  <a:cubicBezTo>
                    <a:pt x="64" y="173"/>
                    <a:pt x="80" y="173"/>
                    <a:pt x="80" y="173"/>
                  </a:cubicBezTo>
                  <a:cubicBezTo>
                    <a:pt x="95" y="158"/>
                    <a:pt x="95" y="158"/>
                    <a:pt x="95" y="142"/>
                  </a:cubicBezTo>
                  <a:lnTo>
                    <a:pt x="80" y="47"/>
                  </a:lnTo>
                  <a:lnTo>
                    <a:pt x="64" y="64"/>
                  </a:lnTo>
                  <a:lnTo>
                    <a:pt x="49" y="64"/>
                  </a:lnTo>
                  <a:cubicBezTo>
                    <a:pt x="32" y="64"/>
                    <a:pt x="17" y="64"/>
                    <a:pt x="17" y="47"/>
                  </a:cubicBezTo>
                  <a:cubicBezTo>
                    <a:pt x="1" y="32"/>
                    <a:pt x="17" y="16"/>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51" name="Google Shape;3251;p46"/>
            <p:cNvSpPr/>
            <p:nvPr/>
          </p:nvSpPr>
          <p:spPr>
            <a:xfrm>
              <a:off x="3343864" y="1789272"/>
              <a:ext cx="3562" cy="2512"/>
            </a:xfrm>
            <a:custGeom>
              <a:avLst/>
              <a:gdLst/>
              <a:ahLst/>
              <a:cxnLst/>
              <a:rect l="l" t="t" r="r" b="b"/>
              <a:pathLst>
                <a:path w="112" h="79" extrusionOk="0">
                  <a:moveTo>
                    <a:pt x="80" y="0"/>
                  </a:moveTo>
                  <a:lnTo>
                    <a:pt x="80" y="0"/>
                  </a:lnTo>
                  <a:lnTo>
                    <a:pt x="63" y="0"/>
                  </a:lnTo>
                  <a:lnTo>
                    <a:pt x="63" y="0"/>
                  </a:lnTo>
                  <a:lnTo>
                    <a:pt x="0" y="32"/>
                  </a:lnTo>
                  <a:lnTo>
                    <a:pt x="0" y="32"/>
                  </a:lnTo>
                  <a:lnTo>
                    <a:pt x="48" y="47"/>
                  </a:lnTo>
                  <a:cubicBezTo>
                    <a:pt x="48" y="63"/>
                    <a:pt x="63" y="63"/>
                    <a:pt x="63" y="78"/>
                  </a:cubicBezTo>
                  <a:lnTo>
                    <a:pt x="80" y="78"/>
                  </a:lnTo>
                  <a:cubicBezTo>
                    <a:pt x="80" y="63"/>
                    <a:pt x="95" y="32"/>
                    <a:pt x="111" y="32"/>
                  </a:cubicBezTo>
                  <a:lnTo>
                    <a:pt x="111" y="32"/>
                  </a:lnTo>
                  <a:cubicBezTo>
                    <a:pt x="111" y="15"/>
                    <a:pt x="111"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52" name="Google Shape;3252;p46"/>
            <p:cNvSpPr/>
            <p:nvPr/>
          </p:nvSpPr>
          <p:spPr>
            <a:xfrm>
              <a:off x="3415518" y="1785741"/>
              <a:ext cx="5057" cy="2544"/>
            </a:xfrm>
            <a:custGeom>
              <a:avLst/>
              <a:gdLst/>
              <a:ahLst/>
              <a:cxnLst/>
              <a:rect l="l" t="t" r="r" b="b"/>
              <a:pathLst>
                <a:path w="159" h="80" extrusionOk="0">
                  <a:moveTo>
                    <a:pt x="111" y="0"/>
                  </a:moveTo>
                  <a:lnTo>
                    <a:pt x="79" y="0"/>
                  </a:lnTo>
                  <a:lnTo>
                    <a:pt x="79" y="0"/>
                  </a:lnTo>
                  <a:cubicBezTo>
                    <a:pt x="79" y="17"/>
                    <a:pt x="64" y="32"/>
                    <a:pt x="64" y="32"/>
                  </a:cubicBezTo>
                  <a:lnTo>
                    <a:pt x="32" y="48"/>
                  </a:lnTo>
                  <a:lnTo>
                    <a:pt x="16" y="48"/>
                  </a:lnTo>
                  <a:lnTo>
                    <a:pt x="1" y="48"/>
                  </a:lnTo>
                  <a:lnTo>
                    <a:pt x="1" y="80"/>
                  </a:lnTo>
                  <a:lnTo>
                    <a:pt x="1" y="80"/>
                  </a:lnTo>
                  <a:cubicBezTo>
                    <a:pt x="16" y="80"/>
                    <a:pt x="16" y="63"/>
                    <a:pt x="32" y="63"/>
                  </a:cubicBezTo>
                  <a:lnTo>
                    <a:pt x="32" y="63"/>
                  </a:lnTo>
                  <a:lnTo>
                    <a:pt x="48" y="63"/>
                  </a:lnTo>
                  <a:lnTo>
                    <a:pt x="64" y="80"/>
                  </a:lnTo>
                  <a:lnTo>
                    <a:pt x="159" y="17"/>
                  </a:lnTo>
                  <a:cubicBezTo>
                    <a:pt x="142" y="0"/>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53" name="Google Shape;3253;p46"/>
            <p:cNvSpPr/>
            <p:nvPr/>
          </p:nvSpPr>
          <p:spPr>
            <a:xfrm>
              <a:off x="3446081" y="1791752"/>
              <a:ext cx="2035" cy="2035"/>
            </a:xfrm>
            <a:custGeom>
              <a:avLst/>
              <a:gdLst/>
              <a:ahLst/>
              <a:cxnLst/>
              <a:rect l="l" t="t" r="r" b="b"/>
              <a:pathLst>
                <a:path w="64" h="64" extrusionOk="0">
                  <a:moveTo>
                    <a:pt x="48" y="0"/>
                  </a:moveTo>
                  <a:lnTo>
                    <a:pt x="32" y="0"/>
                  </a:lnTo>
                  <a:cubicBezTo>
                    <a:pt x="32" y="17"/>
                    <a:pt x="17" y="32"/>
                    <a:pt x="0" y="48"/>
                  </a:cubicBezTo>
                  <a:cubicBezTo>
                    <a:pt x="0" y="48"/>
                    <a:pt x="17" y="63"/>
                    <a:pt x="32" y="63"/>
                  </a:cubicBezTo>
                  <a:lnTo>
                    <a:pt x="32" y="48"/>
                  </a:lnTo>
                  <a:lnTo>
                    <a:pt x="63" y="48"/>
                  </a:lnTo>
                  <a:lnTo>
                    <a:pt x="63" y="48"/>
                  </a:lnTo>
                  <a:lnTo>
                    <a:pt x="63" y="48"/>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54" name="Google Shape;3254;p46"/>
            <p:cNvSpPr/>
            <p:nvPr/>
          </p:nvSpPr>
          <p:spPr>
            <a:xfrm>
              <a:off x="3190538" y="1788254"/>
              <a:ext cx="5534" cy="7537"/>
            </a:xfrm>
            <a:custGeom>
              <a:avLst/>
              <a:gdLst/>
              <a:ahLst/>
              <a:cxnLst/>
              <a:rect l="l" t="t" r="r" b="b"/>
              <a:pathLst>
                <a:path w="174" h="237" extrusionOk="0">
                  <a:moveTo>
                    <a:pt x="126" y="1"/>
                  </a:moveTo>
                  <a:lnTo>
                    <a:pt x="126" y="16"/>
                  </a:lnTo>
                  <a:cubicBezTo>
                    <a:pt x="126" y="32"/>
                    <a:pt x="111" y="47"/>
                    <a:pt x="95" y="47"/>
                  </a:cubicBezTo>
                  <a:lnTo>
                    <a:pt x="79" y="64"/>
                  </a:lnTo>
                  <a:lnTo>
                    <a:pt x="79" y="64"/>
                  </a:lnTo>
                  <a:cubicBezTo>
                    <a:pt x="79" y="79"/>
                    <a:pt x="63" y="79"/>
                    <a:pt x="48" y="79"/>
                  </a:cubicBezTo>
                  <a:lnTo>
                    <a:pt x="63" y="95"/>
                  </a:lnTo>
                  <a:cubicBezTo>
                    <a:pt x="79" y="110"/>
                    <a:pt x="79" y="127"/>
                    <a:pt x="63" y="142"/>
                  </a:cubicBezTo>
                  <a:cubicBezTo>
                    <a:pt x="48" y="142"/>
                    <a:pt x="48" y="158"/>
                    <a:pt x="32" y="158"/>
                  </a:cubicBezTo>
                  <a:lnTo>
                    <a:pt x="16" y="142"/>
                  </a:lnTo>
                  <a:lnTo>
                    <a:pt x="16" y="142"/>
                  </a:lnTo>
                  <a:cubicBezTo>
                    <a:pt x="0" y="158"/>
                    <a:pt x="0" y="173"/>
                    <a:pt x="16" y="190"/>
                  </a:cubicBezTo>
                  <a:lnTo>
                    <a:pt x="16" y="221"/>
                  </a:lnTo>
                  <a:lnTo>
                    <a:pt x="0" y="236"/>
                  </a:lnTo>
                  <a:cubicBezTo>
                    <a:pt x="16" y="221"/>
                    <a:pt x="32" y="205"/>
                    <a:pt x="48" y="205"/>
                  </a:cubicBezTo>
                  <a:lnTo>
                    <a:pt x="48" y="205"/>
                  </a:lnTo>
                  <a:lnTo>
                    <a:pt x="63" y="205"/>
                  </a:lnTo>
                  <a:lnTo>
                    <a:pt x="79" y="205"/>
                  </a:lnTo>
                  <a:lnTo>
                    <a:pt x="79" y="173"/>
                  </a:lnTo>
                  <a:cubicBezTo>
                    <a:pt x="79" y="158"/>
                    <a:pt x="79" y="158"/>
                    <a:pt x="95" y="142"/>
                  </a:cubicBezTo>
                  <a:lnTo>
                    <a:pt x="79" y="142"/>
                  </a:lnTo>
                  <a:cubicBezTo>
                    <a:pt x="79" y="110"/>
                    <a:pt x="79" y="95"/>
                    <a:pt x="95" y="95"/>
                  </a:cubicBezTo>
                  <a:lnTo>
                    <a:pt x="111" y="79"/>
                  </a:lnTo>
                  <a:lnTo>
                    <a:pt x="111" y="79"/>
                  </a:lnTo>
                  <a:cubicBezTo>
                    <a:pt x="126" y="79"/>
                    <a:pt x="142" y="95"/>
                    <a:pt x="142" y="95"/>
                  </a:cubicBezTo>
                  <a:cubicBezTo>
                    <a:pt x="142" y="110"/>
                    <a:pt x="158" y="110"/>
                    <a:pt x="158" y="110"/>
                  </a:cubicBezTo>
                  <a:lnTo>
                    <a:pt x="174" y="95"/>
                  </a:lnTo>
                  <a:cubicBezTo>
                    <a:pt x="158" y="79"/>
                    <a:pt x="158" y="79"/>
                    <a:pt x="158" y="64"/>
                  </a:cubicBezTo>
                  <a:lnTo>
                    <a:pt x="158" y="64"/>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55" name="Google Shape;3255;p46"/>
            <p:cNvSpPr/>
            <p:nvPr/>
          </p:nvSpPr>
          <p:spPr>
            <a:xfrm>
              <a:off x="3294759" y="1823811"/>
              <a:ext cx="5025" cy="2576"/>
            </a:xfrm>
            <a:custGeom>
              <a:avLst/>
              <a:gdLst/>
              <a:ahLst/>
              <a:cxnLst/>
              <a:rect l="l" t="t" r="r" b="b"/>
              <a:pathLst>
                <a:path w="158" h="81" extrusionOk="0">
                  <a:moveTo>
                    <a:pt x="17" y="1"/>
                  </a:moveTo>
                  <a:cubicBezTo>
                    <a:pt x="32" y="17"/>
                    <a:pt x="32" y="17"/>
                    <a:pt x="32" y="32"/>
                  </a:cubicBezTo>
                  <a:cubicBezTo>
                    <a:pt x="32" y="49"/>
                    <a:pt x="17" y="64"/>
                    <a:pt x="0" y="64"/>
                  </a:cubicBezTo>
                  <a:lnTo>
                    <a:pt x="0" y="64"/>
                  </a:lnTo>
                  <a:lnTo>
                    <a:pt x="0" y="80"/>
                  </a:lnTo>
                  <a:lnTo>
                    <a:pt x="32" y="80"/>
                  </a:lnTo>
                  <a:lnTo>
                    <a:pt x="32" y="80"/>
                  </a:lnTo>
                  <a:cubicBezTo>
                    <a:pt x="80" y="80"/>
                    <a:pt x="111" y="80"/>
                    <a:pt x="158" y="64"/>
                  </a:cubicBezTo>
                  <a:cubicBezTo>
                    <a:pt x="143" y="49"/>
                    <a:pt x="126" y="49"/>
                    <a:pt x="111" y="32"/>
                  </a:cubicBezTo>
                  <a:lnTo>
                    <a:pt x="95" y="32"/>
                  </a:lnTo>
                  <a:lnTo>
                    <a:pt x="80" y="32"/>
                  </a:lnTo>
                  <a:cubicBezTo>
                    <a:pt x="63" y="17"/>
                    <a:pt x="63" y="17"/>
                    <a:pt x="4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56" name="Google Shape;3256;p46"/>
            <p:cNvSpPr/>
            <p:nvPr/>
          </p:nvSpPr>
          <p:spPr>
            <a:xfrm>
              <a:off x="3113891" y="1792738"/>
              <a:ext cx="6520" cy="4039"/>
            </a:xfrm>
            <a:custGeom>
              <a:avLst/>
              <a:gdLst/>
              <a:ahLst/>
              <a:cxnLst/>
              <a:rect l="l" t="t" r="r" b="b"/>
              <a:pathLst>
                <a:path w="205" h="127" extrusionOk="0">
                  <a:moveTo>
                    <a:pt x="95" y="1"/>
                  </a:moveTo>
                  <a:lnTo>
                    <a:pt x="95" y="17"/>
                  </a:lnTo>
                  <a:cubicBezTo>
                    <a:pt x="95" y="32"/>
                    <a:pt x="78" y="49"/>
                    <a:pt x="63" y="49"/>
                  </a:cubicBezTo>
                  <a:lnTo>
                    <a:pt x="63" y="49"/>
                  </a:lnTo>
                  <a:cubicBezTo>
                    <a:pt x="47" y="49"/>
                    <a:pt x="32" y="32"/>
                    <a:pt x="32" y="32"/>
                  </a:cubicBezTo>
                  <a:cubicBezTo>
                    <a:pt x="15" y="32"/>
                    <a:pt x="15" y="49"/>
                    <a:pt x="0" y="49"/>
                  </a:cubicBezTo>
                  <a:lnTo>
                    <a:pt x="15" y="49"/>
                  </a:lnTo>
                  <a:lnTo>
                    <a:pt x="15" y="64"/>
                  </a:lnTo>
                  <a:lnTo>
                    <a:pt x="32" y="64"/>
                  </a:lnTo>
                  <a:lnTo>
                    <a:pt x="47" y="64"/>
                  </a:lnTo>
                  <a:lnTo>
                    <a:pt x="63" y="64"/>
                  </a:lnTo>
                  <a:lnTo>
                    <a:pt x="63" y="64"/>
                  </a:lnTo>
                  <a:lnTo>
                    <a:pt x="78" y="64"/>
                  </a:lnTo>
                  <a:lnTo>
                    <a:pt x="78" y="64"/>
                  </a:lnTo>
                  <a:cubicBezTo>
                    <a:pt x="95" y="80"/>
                    <a:pt x="110" y="95"/>
                    <a:pt x="110" y="112"/>
                  </a:cubicBezTo>
                  <a:lnTo>
                    <a:pt x="110" y="127"/>
                  </a:lnTo>
                  <a:lnTo>
                    <a:pt x="173" y="95"/>
                  </a:lnTo>
                  <a:lnTo>
                    <a:pt x="204" y="95"/>
                  </a:lnTo>
                  <a:lnTo>
                    <a:pt x="204" y="80"/>
                  </a:lnTo>
                  <a:cubicBezTo>
                    <a:pt x="204" y="64"/>
                    <a:pt x="204" y="49"/>
                    <a:pt x="189" y="49"/>
                  </a:cubicBezTo>
                  <a:cubicBezTo>
                    <a:pt x="189" y="32"/>
                    <a:pt x="189" y="32"/>
                    <a:pt x="173" y="32"/>
                  </a:cubicBezTo>
                  <a:cubicBezTo>
                    <a:pt x="158"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57" name="Google Shape;3257;p46"/>
            <p:cNvSpPr/>
            <p:nvPr/>
          </p:nvSpPr>
          <p:spPr>
            <a:xfrm>
              <a:off x="3265213" y="1807304"/>
              <a:ext cx="8523" cy="7060"/>
            </a:xfrm>
            <a:custGeom>
              <a:avLst/>
              <a:gdLst/>
              <a:ahLst/>
              <a:cxnLst/>
              <a:rect l="l" t="t" r="r" b="b"/>
              <a:pathLst>
                <a:path w="268" h="222" extrusionOk="0">
                  <a:moveTo>
                    <a:pt x="236" y="0"/>
                  </a:moveTo>
                  <a:lnTo>
                    <a:pt x="236" y="0"/>
                  </a:lnTo>
                  <a:lnTo>
                    <a:pt x="221" y="0"/>
                  </a:lnTo>
                  <a:cubicBezTo>
                    <a:pt x="204" y="0"/>
                    <a:pt x="173" y="16"/>
                    <a:pt x="158" y="47"/>
                  </a:cubicBezTo>
                  <a:lnTo>
                    <a:pt x="158" y="95"/>
                  </a:lnTo>
                  <a:lnTo>
                    <a:pt x="15" y="158"/>
                  </a:lnTo>
                  <a:cubicBezTo>
                    <a:pt x="0" y="173"/>
                    <a:pt x="0" y="190"/>
                    <a:pt x="0" y="205"/>
                  </a:cubicBezTo>
                  <a:cubicBezTo>
                    <a:pt x="0" y="221"/>
                    <a:pt x="15" y="221"/>
                    <a:pt x="32" y="221"/>
                  </a:cubicBezTo>
                  <a:lnTo>
                    <a:pt x="32" y="221"/>
                  </a:lnTo>
                  <a:lnTo>
                    <a:pt x="32" y="205"/>
                  </a:lnTo>
                  <a:cubicBezTo>
                    <a:pt x="32" y="190"/>
                    <a:pt x="47" y="173"/>
                    <a:pt x="63" y="173"/>
                  </a:cubicBezTo>
                  <a:lnTo>
                    <a:pt x="63" y="173"/>
                  </a:lnTo>
                  <a:lnTo>
                    <a:pt x="63" y="173"/>
                  </a:lnTo>
                  <a:cubicBezTo>
                    <a:pt x="95" y="173"/>
                    <a:pt x="110" y="173"/>
                    <a:pt x="126" y="190"/>
                  </a:cubicBezTo>
                  <a:lnTo>
                    <a:pt x="204" y="158"/>
                  </a:lnTo>
                  <a:cubicBezTo>
                    <a:pt x="221" y="158"/>
                    <a:pt x="221" y="142"/>
                    <a:pt x="221" y="142"/>
                  </a:cubicBezTo>
                  <a:lnTo>
                    <a:pt x="221" y="127"/>
                  </a:lnTo>
                  <a:cubicBezTo>
                    <a:pt x="221" y="127"/>
                    <a:pt x="221" y="110"/>
                    <a:pt x="236" y="110"/>
                  </a:cubicBezTo>
                  <a:lnTo>
                    <a:pt x="221" y="110"/>
                  </a:lnTo>
                  <a:lnTo>
                    <a:pt x="221" y="79"/>
                  </a:lnTo>
                  <a:cubicBezTo>
                    <a:pt x="221" y="79"/>
                    <a:pt x="221" y="63"/>
                    <a:pt x="252" y="63"/>
                  </a:cubicBezTo>
                  <a:cubicBezTo>
                    <a:pt x="267" y="63"/>
                    <a:pt x="267" y="32"/>
                    <a:pt x="267" y="16"/>
                  </a:cubicBezTo>
                  <a:cubicBezTo>
                    <a:pt x="267" y="0"/>
                    <a:pt x="252" y="0"/>
                    <a:pt x="23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58" name="Google Shape;3258;p46"/>
            <p:cNvSpPr/>
            <p:nvPr/>
          </p:nvSpPr>
          <p:spPr>
            <a:xfrm>
              <a:off x="3410016" y="1768218"/>
              <a:ext cx="6551" cy="5534"/>
            </a:xfrm>
            <a:custGeom>
              <a:avLst/>
              <a:gdLst/>
              <a:ahLst/>
              <a:cxnLst/>
              <a:rect l="l" t="t" r="r" b="b"/>
              <a:pathLst>
                <a:path w="206" h="174" extrusionOk="0">
                  <a:moveTo>
                    <a:pt x="174" y="1"/>
                  </a:moveTo>
                  <a:lnTo>
                    <a:pt x="158" y="1"/>
                  </a:lnTo>
                  <a:lnTo>
                    <a:pt x="158" y="1"/>
                  </a:lnTo>
                  <a:cubicBezTo>
                    <a:pt x="142" y="1"/>
                    <a:pt x="126" y="16"/>
                    <a:pt x="126" y="32"/>
                  </a:cubicBezTo>
                  <a:lnTo>
                    <a:pt x="126" y="32"/>
                  </a:lnTo>
                  <a:cubicBezTo>
                    <a:pt x="142" y="79"/>
                    <a:pt x="111" y="95"/>
                    <a:pt x="48" y="95"/>
                  </a:cubicBezTo>
                  <a:lnTo>
                    <a:pt x="32" y="110"/>
                  </a:lnTo>
                  <a:cubicBezTo>
                    <a:pt x="16" y="110"/>
                    <a:pt x="0" y="127"/>
                    <a:pt x="16" y="142"/>
                  </a:cubicBezTo>
                  <a:lnTo>
                    <a:pt x="16" y="158"/>
                  </a:lnTo>
                  <a:lnTo>
                    <a:pt x="32" y="158"/>
                  </a:lnTo>
                  <a:cubicBezTo>
                    <a:pt x="32" y="173"/>
                    <a:pt x="32" y="173"/>
                    <a:pt x="48" y="173"/>
                  </a:cubicBezTo>
                  <a:lnTo>
                    <a:pt x="48" y="173"/>
                  </a:lnTo>
                  <a:lnTo>
                    <a:pt x="63" y="173"/>
                  </a:lnTo>
                  <a:cubicBezTo>
                    <a:pt x="79" y="173"/>
                    <a:pt x="95" y="158"/>
                    <a:pt x="111" y="158"/>
                  </a:cubicBezTo>
                  <a:cubicBezTo>
                    <a:pt x="142" y="142"/>
                    <a:pt x="174" y="127"/>
                    <a:pt x="189" y="110"/>
                  </a:cubicBezTo>
                  <a:cubicBezTo>
                    <a:pt x="189" y="95"/>
                    <a:pt x="205" y="64"/>
                    <a:pt x="205" y="32"/>
                  </a:cubicBezTo>
                  <a:cubicBezTo>
                    <a:pt x="205" y="16"/>
                    <a:pt x="189" y="16"/>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59" name="Google Shape;3259;p46"/>
            <p:cNvSpPr/>
            <p:nvPr/>
          </p:nvSpPr>
          <p:spPr>
            <a:xfrm>
              <a:off x="3028689" y="1806287"/>
              <a:ext cx="4516" cy="5057"/>
            </a:xfrm>
            <a:custGeom>
              <a:avLst/>
              <a:gdLst/>
              <a:ahLst/>
              <a:cxnLst/>
              <a:rect l="l" t="t" r="r" b="b"/>
              <a:pathLst>
                <a:path w="142" h="159" extrusionOk="0">
                  <a:moveTo>
                    <a:pt x="142" y="1"/>
                  </a:moveTo>
                  <a:lnTo>
                    <a:pt x="127" y="32"/>
                  </a:lnTo>
                  <a:lnTo>
                    <a:pt x="110" y="48"/>
                  </a:lnTo>
                  <a:cubicBezTo>
                    <a:pt x="95" y="48"/>
                    <a:pt x="95" y="48"/>
                    <a:pt x="95" y="32"/>
                  </a:cubicBezTo>
                  <a:cubicBezTo>
                    <a:pt x="79" y="64"/>
                    <a:pt x="64" y="64"/>
                    <a:pt x="32" y="79"/>
                  </a:cubicBezTo>
                  <a:lnTo>
                    <a:pt x="16" y="95"/>
                  </a:lnTo>
                  <a:cubicBezTo>
                    <a:pt x="1" y="111"/>
                    <a:pt x="1" y="127"/>
                    <a:pt x="1" y="142"/>
                  </a:cubicBezTo>
                  <a:cubicBezTo>
                    <a:pt x="16" y="159"/>
                    <a:pt x="32" y="159"/>
                    <a:pt x="32" y="159"/>
                  </a:cubicBezTo>
                  <a:lnTo>
                    <a:pt x="47" y="159"/>
                  </a:lnTo>
                  <a:lnTo>
                    <a:pt x="64" y="142"/>
                  </a:lnTo>
                  <a:cubicBezTo>
                    <a:pt x="95" y="127"/>
                    <a:pt x="110" y="111"/>
                    <a:pt x="127" y="95"/>
                  </a:cubicBezTo>
                  <a:lnTo>
                    <a:pt x="127" y="79"/>
                  </a:lnTo>
                  <a:lnTo>
                    <a:pt x="142" y="48"/>
                  </a:lnTo>
                  <a:lnTo>
                    <a:pt x="14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60" name="Google Shape;3260;p46"/>
            <p:cNvSpPr/>
            <p:nvPr/>
          </p:nvSpPr>
          <p:spPr>
            <a:xfrm>
              <a:off x="3085300" y="1796269"/>
              <a:ext cx="2544" cy="3053"/>
            </a:xfrm>
            <a:custGeom>
              <a:avLst/>
              <a:gdLst/>
              <a:ahLst/>
              <a:cxnLst/>
              <a:rect l="l" t="t" r="r" b="b"/>
              <a:pathLst>
                <a:path w="80" h="96" extrusionOk="0">
                  <a:moveTo>
                    <a:pt x="32" y="1"/>
                  </a:moveTo>
                  <a:lnTo>
                    <a:pt x="32" y="1"/>
                  </a:lnTo>
                  <a:lnTo>
                    <a:pt x="17" y="1"/>
                  </a:lnTo>
                  <a:lnTo>
                    <a:pt x="17" y="1"/>
                  </a:lnTo>
                  <a:lnTo>
                    <a:pt x="32" y="32"/>
                  </a:lnTo>
                  <a:cubicBezTo>
                    <a:pt x="32" y="47"/>
                    <a:pt x="32" y="64"/>
                    <a:pt x="17" y="79"/>
                  </a:cubicBezTo>
                  <a:lnTo>
                    <a:pt x="0" y="79"/>
                  </a:lnTo>
                  <a:cubicBezTo>
                    <a:pt x="0" y="95"/>
                    <a:pt x="0" y="95"/>
                    <a:pt x="17" y="95"/>
                  </a:cubicBezTo>
                  <a:lnTo>
                    <a:pt x="32" y="95"/>
                  </a:lnTo>
                  <a:lnTo>
                    <a:pt x="63" y="95"/>
                  </a:lnTo>
                  <a:cubicBezTo>
                    <a:pt x="80" y="64"/>
                    <a:pt x="80" y="32"/>
                    <a:pt x="63" y="16"/>
                  </a:cubicBezTo>
                  <a:lnTo>
                    <a:pt x="63" y="16"/>
                  </a:lnTo>
                  <a:lnTo>
                    <a:pt x="63" y="16"/>
                  </a:lnTo>
                  <a:cubicBezTo>
                    <a:pt x="48"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61" name="Google Shape;3261;p46"/>
            <p:cNvSpPr/>
            <p:nvPr/>
          </p:nvSpPr>
          <p:spPr>
            <a:xfrm>
              <a:off x="3106863" y="1800276"/>
              <a:ext cx="3053" cy="4039"/>
            </a:xfrm>
            <a:custGeom>
              <a:avLst/>
              <a:gdLst/>
              <a:ahLst/>
              <a:cxnLst/>
              <a:rect l="l" t="t" r="r" b="b"/>
              <a:pathLst>
                <a:path w="96" h="127" extrusionOk="0">
                  <a:moveTo>
                    <a:pt x="47" y="1"/>
                  </a:moveTo>
                  <a:lnTo>
                    <a:pt x="16" y="48"/>
                  </a:lnTo>
                  <a:cubicBezTo>
                    <a:pt x="0" y="48"/>
                    <a:pt x="0" y="64"/>
                    <a:pt x="0" y="64"/>
                  </a:cubicBezTo>
                  <a:lnTo>
                    <a:pt x="32" y="111"/>
                  </a:lnTo>
                  <a:cubicBezTo>
                    <a:pt x="32" y="111"/>
                    <a:pt x="47" y="127"/>
                    <a:pt x="64" y="127"/>
                  </a:cubicBezTo>
                  <a:lnTo>
                    <a:pt x="79" y="111"/>
                  </a:lnTo>
                  <a:cubicBezTo>
                    <a:pt x="95" y="111"/>
                    <a:pt x="95" y="79"/>
                    <a:pt x="79"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62" name="Google Shape;3262;p46"/>
            <p:cNvSpPr/>
            <p:nvPr/>
          </p:nvSpPr>
          <p:spPr>
            <a:xfrm>
              <a:off x="3417521" y="1783738"/>
              <a:ext cx="6551" cy="6042"/>
            </a:xfrm>
            <a:custGeom>
              <a:avLst/>
              <a:gdLst/>
              <a:ahLst/>
              <a:cxnLst/>
              <a:rect l="l" t="t" r="r" b="b"/>
              <a:pathLst>
                <a:path w="206" h="190" extrusionOk="0">
                  <a:moveTo>
                    <a:pt x="142" y="0"/>
                  </a:moveTo>
                  <a:cubicBezTo>
                    <a:pt x="142" y="17"/>
                    <a:pt x="127" y="32"/>
                    <a:pt x="127" y="32"/>
                  </a:cubicBezTo>
                  <a:cubicBezTo>
                    <a:pt x="111" y="48"/>
                    <a:pt x="96" y="48"/>
                    <a:pt x="79" y="48"/>
                  </a:cubicBezTo>
                  <a:lnTo>
                    <a:pt x="111" y="63"/>
                  </a:lnTo>
                  <a:lnTo>
                    <a:pt x="96" y="80"/>
                  </a:lnTo>
                  <a:lnTo>
                    <a:pt x="1" y="143"/>
                  </a:lnTo>
                  <a:lnTo>
                    <a:pt x="16" y="143"/>
                  </a:lnTo>
                  <a:cubicBezTo>
                    <a:pt x="33" y="143"/>
                    <a:pt x="33" y="174"/>
                    <a:pt x="33" y="189"/>
                  </a:cubicBezTo>
                  <a:lnTo>
                    <a:pt x="33" y="189"/>
                  </a:lnTo>
                  <a:lnTo>
                    <a:pt x="33" y="189"/>
                  </a:lnTo>
                  <a:lnTo>
                    <a:pt x="33" y="189"/>
                  </a:lnTo>
                  <a:lnTo>
                    <a:pt x="48" y="189"/>
                  </a:lnTo>
                  <a:lnTo>
                    <a:pt x="48" y="189"/>
                  </a:lnTo>
                  <a:lnTo>
                    <a:pt x="64" y="174"/>
                  </a:lnTo>
                  <a:cubicBezTo>
                    <a:pt x="48" y="174"/>
                    <a:pt x="48" y="158"/>
                    <a:pt x="48" y="143"/>
                  </a:cubicBezTo>
                  <a:cubicBezTo>
                    <a:pt x="48" y="126"/>
                    <a:pt x="64" y="111"/>
                    <a:pt x="79" y="111"/>
                  </a:cubicBezTo>
                  <a:lnTo>
                    <a:pt x="79" y="111"/>
                  </a:lnTo>
                  <a:lnTo>
                    <a:pt x="96" y="111"/>
                  </a:lnTo>
                  <a:lnTo>
                    <a:pt x="142" y="126"/>
                  </a:lnTo>
                  <a:lnTo>
                    <a:pt x="142" y="126"/>
                  </a:lnTo>
                  <a:lnTo>
                    <a:pt x="190" y="95"/>
                  </a:lnTo>
                  <a:cubicBezTo>
                    <a:pt x="205" y="95"/>
                    <a:pt x="205" y="80"/>
                    <a:pt x="205" y="80"/>
                  </a:cubicBezTo>
                  <a:lnTo>
                    <a:pt x="205" y="63"/>
                  </a:lnTo>
                  <a:lnTo>
                    <a:pt x="190" y="63"/>
                  </a:lnTo>
                  <a:cubicBezTo>
                    <a:pt x="174" y="63"/>
                    <a:pt x="159" y="48"/>
                    <a:pt x="159" y="32"/>
                  </a:cubicBezTo>
                  <a:lnTo>
                    <a:pt x="15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63" name="Google Shape;3263;p46"/>
            <p:cNvSpPr/>
            <p:nvPr/>
          </p:nvSpPr>
          <p:spPr>
            <a:xfrm>
              <a:off x="3302296" y="1809785"/>
              <a:ext cx="4516" cy="4039"/>
            </a:xfrm>
            <a:custGeom>
              <a:avLst/>
              <a:gdLst/>
              <a:ahLst/>
              <a:cxnLst/>
              <a:rect l="l" t="t" r="r" b="b"/>
              <a:pathLst>
                <a:path w="142" h="127" extrusionOk="0">
                  <a:moveTo>
                    <a:pt x="78" y="1"/>
                  </a:moveTo>
                  <a:lnTo>
                    <a:pt x="78" y="1"/>
                  </a:lnTo>
                  <a:lnTo>
                    <a:pt x="63" y="1"/>
                  </a:lnTo>
                  <a:lnTo>
                    <a:pt x="15" y="32"/>
                  </a:lnTo>
                  <a:cubicBezTo>
                    <a:pt x="15" y="32"/>
                    <a:pt x="15" y="49"/>
                    <a:pt x="0" y="49"/>
                  </a:cubicBezTo>
                  <a:cubicBezTo>
                    <a:pt x="15" y="49"/>
                    <a:pt x="15" y="49"/>
                    <a:pt x="15" y="64"/>
                  </a:cubicBezTo>
                  <a:lnTo>
                    <a:pt x="15" y="80"/>
                  </a:lnTo>
                  <a:lnTo>
                    <a:pt x="15" y="95"/>
                  </a:lnTo>
                  <a:lnTo>
                    <a:pt x="32" y="80"/>
                  </a:lnTo>
                  <a:lnTo>
                    <a:pt x="47" y="80"/>
                  </a:lnTo>
                  <a:lnTo>
                    <a:pt x="47" y="80"/>
                  </a:lnTo>
                  <a:lnTo>
                    <a:pt x="78" y="80"/>
                  </a:lnTo>
                  <a:lnTo>
                    <a:pt x="78" y="112"/>
                  </a:lnTo>
                  <a:cubicBezTo>
                    <a:pt x="78" y="127"/>
                    <a:pt x="78" y="127"/>
                    <a:pt x="95" y="127"/>
                  </a:cubicBezTo>
                  <a:lnTo>
                    <a:pt x="95" y="127"/>
                  </a:lnTo>
                  <a:lnTo>
                    <a:pt x="95" y="127"/>
                  </a:lnTo>
                  <a:cubicBezTo>
                    <a:pt x="110" y="127"/>
                    <a:pt x="126" y="112"/>
                    <a:pt x="126" y="95"/>
                  </a:cubicBezTo>
                  <a:cubicBezTo>
                    <a:pt x="141" y="80"/>
                    <a:pt x="126" y="64"/>
                    <a:pt x="110" y="64"/>
                  </a:cubicBezTo>
                  <a:lnTo>
                    <a:pt x="110" y="64"/>
                  </a:lnTo>
                  <a:cubicBezTo>
                    <a:pt x="95" y="64"/>
                    <a:pt x="95" y="64"/>
                    <a:pt x="78" y="49"/>
                  </a:cubicBezTo>
                  <a:cubicBezTo>
                    <a:pt x="63" y="32"/>
                    <a:pt x="78" y="17"/>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64" name="Google Shape;3264;p46"/>
            <p:cNvSpPr/>
            <p:nvPr/>
          </p:nvSpPr>
          <p:spPr>
            <a:xfrm>
              <a:off x="3319311" y="1809785"/>
              <a:ext cx="7060" cy="7569"/>
            </a:xfrm>
            <a:custGeom>
              <a:avLst/>
              <a:gdLst/>
              <a:ahLst/>
              <a:cxnLst/>
              <a:rect l="l" t="t" r="r" b="b"/>
              <a:pathLst>
                <a:path w="222" h="238" extrusionOk="0">
                  <a:moveTo>
                    <a:pt x="111" y="1"/>
                  </a:moveTo>
                  <a:lnTo>
                    <a:pt x="111" y="1"/>
                  </a:lnTo>
                  <a:cubicBezTo>
                    <a:pt x="95" y="1"/>
                    <a:pt x="95" y="17"/>
                    <a:pt x="95" y="17"/>
                  </a:cubicBezTo>
                  <a:lnTo>
                    <a:pt x="1" y="80"/>
                  </a:lnTo>
                  <a:lnTo>
                    <a:pt x="1" y="80"/>
                  </a:lnTo>
                  <a:lnTo>
                    <a:pt x="79" y="112"/>
                  </a:lnTo>
                  <a:lnTo>
                    <a:pt x="95" y="95"/>
                  </a:lnTo>
                  <a:lnTo>
                    <a:pt x="95" y="112"/>
                  </a:lnTo>
                  <a:lnTo>
                    <a:pt x="95" y="112"/>
                  </a:lnTo>
                  <a:cubicBezTo>
                    <a:pt x="111" y="112"/>
                    <a:pt x="127" y="127"/>
                    <a:pt x="111" y="143"/>
                  </a:cubicBezTo>
                  <a:cubicBezTo>
                    <a:pt x="111" y="158"/>
                    <a:pt x="95" y="175"/>
                    <a:pt x="79" y="175"/>
                  </a:cubicBezTo>
                  <a:lnTo>
                    <a:pt x="79" y="175"/>
                  </a:lnTo>
                  <a:cubicBezTo>
                    <a:pt x="79" y="190"/>
                    <a:pt x="95" y="190"/>
                    <a:pt x="95" y="206"/>
                  </a:cubicBezTo>
                  <a:lnTo>
                    <a:pt x="127" y="221"/>
                  </a:lnTo>
                  <a:lnTo>
                    <a:pt x="190" y="221"/>
                  </a:lnTo>
                  <a:lnTo>
                    <a:pt x="190" y="221"/>
                  </a:lnTo>
                  <a:cubicBezTo>
                    <a:pt x="205" y="221"/>
                    <a:pt x="205" y="238"/>
                    <a:pt x="221" y="238"/>
                  </a:cubicBezTo>
                  <a:cubicBezTo>
                    <a:pt x="221" y="221"/>
                    <a:pt x="205" y="221"/>
                    <a:pt x="205" y="221"/>
                  </a:cubicBezTo>
                  <a:lnTo>
                    <a:pt x="174" y="175"/>
                  </a:lnTo>
                  <a:lnTo>
                    <a:pt x="158" y="158"/>
                  </a:lnTo>
                  <a:lnTo>
                    <a:pt x="158" y="64"/>
                  </a:lnTo>
                  <a:cubicBezTo>
                    <a:pt x="158" y="49"/>
                    <a:pt x="158" y="32"/>
                    <a:pt x="142" y="17"/>
                  </a:cubicBezTo>
                  <a:lnTo>
                    <a:pt x="12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65" name="Google Shape;3265;p46"/>
            <p:cNvSpPr/>
            <p:nvPr/>
          </p:nvSpPr>
          <p:spPr>
            <a:xfrm>
              <a:off x="3263210" y="1813792"/>
              <a:ext cx="4516" cy="5057"/>
            </a:xfrm>
            <a:custGeom>
              <a:avLst/>
              <a:gdLst/>
              <a:ahLst/>
              <a:cxnLst/>
              <a:rect l="l" t="t" r="r" b="b"/>
              <a:pathLst>
                <a:path w="142" h="159" extrusionOk="0">
                  <a:moveTo>
                    <a:pt x="32" y="1"/>
                  </a:moveTo>
                  <a:lnTo>
                    <a:pt x="32" y="1"/>
                  </a:lnTo>
                  <a:cubicBezTo>
                    <a:pt x="15" y="1"/>
                    <a:pt x="0" y="17"/>
                    <a:pt x="0" y="32"/>
                  </a:cubicBezTo>
                  <a:lnTo>
                    <a:pt x="0" y="95"/>
                  </a:lnTo>
                  <a:cubicBezTo>
                    <a:pt x="0" y="112"/>
                    <a:pt x="0" y="127"/>
                    <a:pt x="15" y="143"/>
                  </a:cubicBezTo>
                  <a:lnTo>
                    <a:pt x="32" y="143"/>
                  </a:lnTo>
                  <a:cubicBezTo>
                    <a:pt x="32" y="143"/>
                    <a:pt x="32" y="158"/>
                    <a:pt x="47" y="158"/>
                  </a:cubicBezTo>
                  <a:lnTo>
                    <a:pt x="63" y="143"/>
                  </a:lnTo>
                  <a:lnTo>
                    <a:pt x="78" y="127"/>
                  </a:lnTo>
                  <a:lnTo>
                    <a:pt x="110" y="143"/>
                  </a:lnTo>
                  <a:cubicBezTo>
                    <a:pt x="110" y="143"/>
                    <a:pt x="110" y="127"/>
                    <a:pt x="126" y="127"/>
                  </a:cubicBezTo>
                  <a:cubicBezTo>
                    <a:pt x="126" y="112"/>
                    <a:pt x="126" y="112"/>
                    <a:pt x="141" y="95"/>
                  </a:cubicBezTo>
                  <a:lnTo>
                    <a:pt x="141" y="95"/>
                  </a:lnTo>
                  <a:lnTo>
                    <a:pt x="141" y="80"/>
                  </a:lnTo>
                  <a:lnTo>
                    <a:pt x="141" y="80"/>
                  </a:lnTo>
                  <a:lnTo>
                    <a:pt x="95" y="64"/>
                  </a:lnTo>
                  <a:lnTo>
                    <a:pt x="78" y="49"/>
                  </a:lnTo>
                  <a:lnTo>
                    <a:pt x="78" y="49"/>
                  </a:lnTo>
                  <a:lnTo>
                    <a:pt x="78" y="49"/>
                  </a:lnTo>
                  <a:cubicBezTo>
                    <a:pt x="78" y="32"/>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66" name="Google Shape;3266;p46"/>
            <p:cNvSpPr/>
            <p:nvPr/>
          </p:nvSpPr>
          <p:spPr>
            <a:xfrm>
              <a:off x="3433041" y="1803297"/>
              <a:ext cx="4039" cy="3530"/>
            </a:xfrm>
            <a:custGeom>
              <a:avLst/>
              <a:gdLst/>
              <a:ahLst/>
              <a:cxnLst/>
              <a:rect l="l" t="t" r="r" b="b"/>
              <a:pathLst>
                <a:path w="127" h="111" extrusionOk="0">
                  <a:moveTo>
                    <a:pt x="32" y="0"/>
                  </a:moveTo>
                  <a:lnTo>
                    <a:pt x="32" y="16"/>
                  </a:lnTo>
                  <a:lnTo>
                    <a:pt x="17" y="32"/>
                  </a:lnTo>
                  <a:lnTo>
                    <a:pt x="17" y="16"/>
                  </a:lnTo>
                  <a:lnTo>
                    <a:pt x="17" y="32"/>
                  </a:lnTo>
                  <a:cubicBezTo>
                    <a:pt x="17" y="32"/>
                    <a:pt x="17" y="47"/>
                    <a:pt x="1" y="47"/>
                  </a:cubicBezTo>
                  <a:lnTo>
                    <a:pt x="32" y="47"/>
                  </a:lnTo>
                  <a:lnTo>
                    <a:pt x="49" y="47"/>
                  </a:lnTo>
                  <a:lnTo>
                    <a:pt x="49" y="47"/>
                  </a:lnTo>
                  <a:cubicBezTo>
                    <a:pt x="80" y="47"/>
                    <a:pt x="95" y="63"/>
                    <a:pt x="95" y="95"/>
                  </a:cubicBezTo>
                  <a:lnTo>
                    <a:pt x="80" y="95"/>
                  </a:lnTo>
                  <a:lnTo>
                    <a:pt x="95" y="110"/>
                  </a:lnTo>
                  <a:lnTo>
                    <a:pt x="95" y="95"/>
                  </a:lnTo>
                  <a:lnTo>
                    <a:pt x="95" y="95"/>
                  </a:lnTo>
                  <a:cubicBezTo>
                    <a:pt x="95" y="79"/>
                    <a:pt x="95" y="63"/>
                    <a:pt x="127" y="47"/>
                  </a:cubicBezTo>
                  <a:lnTo>
                    <a:pt x="127" y="47"/>
                  </a:lnTo>
                  <a:cubicBezTo>
                    <a:pt x="112" y="47"/>
                    <a:pt x="112" y="47"/>
                    <a:pt x="95"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67" name="Google Shape;3267;p46"/>
            <p:cNvSpPr/>
            <p:nvPr/>
          </p:nvSpPr>
          <p:spPr>
            <a:xfrm>
              <a:off x="3309293" y="1817323"/>
              <a:ext cx="6042" cy="3530"/>
            </a:xfrm>
            <a:custGeom>
              <a:avLst/>
              <a:gdLst/>
              <a:ahLst/>
              <a:cxnLst/>
              <a:rect l="l" t="t" r="r" b="b"/>
              <a:pathLst>
                <a:path w="190" h="111" extrusionOk="0">
                  <a:moveTo>
                    <a:pt x="190" y="1"/>
                  </a:moveTo>
                  <a:lnTo>
                    <a:pt x="173" y="1"/>
                  </a:lnTo>
                  <a:lnTo>
                    <a:pt x="173" y="16"/>
                  </a:lnTo>
                  <a:cubicBezTo>
                    <a:pt x="190" y="32"/>
                    <a:pt x="173" y="47"/>
                    <a:pt x="142" y="47"/>
                  </a:cubicBezTo>
                  <a:lnTo>
                    <a:pt x="142" y="47"/>
                  </a:lnTo>
                  <a:cubicBezTo>
                    <a:pt x="127" y="47"/>
                    <a:pt x="110" y="32"/>
                    <a:pt x="110" y="16"/>
                  </a:cubicBezTo>
                  <a:lnTo>
                    <a:pt x="110" y="1"/>
                  </a:lnTo>
                  <a:lnTo>
                    <a:pt x="64" y="1"/>
                  </a:lnTo>
                  <a:cubicBezTo>
                    <a:pt x="64" y="1"/>
                    <a:pt x="79" y="16"/>
                    <a:pt x="64" y="16"/>
                  </a:cubicBezTo>
                  <a:cubicBezTo>
                    <a:pt x="64" y="79"/>
                    <a:pt x="16" y="79"/>
                    <a:pt x="1" y="79"/>
                  </a:cubicBezTo>
                  <a:lnTo>
                    <a:pt x="1" y="79"/>
                  </a:lnTo>
                  <a:lnTo>
                    <a:pt x="1" y="95"/>
                  </a:lnTo>
                  <a:lnTo>
                    <a:pt x="1" y="110"/>
                  </a:lnTo>
                  <a:cubicBezTo>
                    <a:pt x="1" y="95"/>
                    <a:pt x="16" y="95"/>
                    <a:pt x="16" y="79"/>
                  </a:cubicBezTo>
                  <a:lnTo>
                    <a:pt x="32" y="79"/>
                  </a:lnTo>
                  <a:lnTo>
                    <a:pt x="32" y="79"/>
                  </a:lnTo>
                  <a:lnTo>
                    <a:pt x="47" y="79"/>
                  </a:lnTo>
                  <a:lnTo>
                    <a:pt x="47" y="79"/>
                  </a:lnTo>
                  <a:cubicBezTo>
                    <a:pt x="64" y="64"/>
                    <a:pt x="64" y="64"/>
                    <a:pt x="79" y="64"/>
                  </a:cubicBezTo>
                  <a:lnTo>
                    <a:pt x="79" y="64"/>
                  </a:lnTo>
                  <a:lnTo>
                    <a:pt x="95" y="64"/>
                  </a:lnTo>
                  <a:lnTo>
                    <a:pt x="190" y="64"/>
                  </a:lnTo>
                  <a:cubicBezTo>
                    <a:pt x="190" y="47"/>
                    <a:pt x="173" y="16"/>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68" name="Google Shape;3268;p46"/>
            <p:cNvSpPr/>
            <p:nvPr/>
          </p:nvSpPr>
          <p:spPr>
            <a:xfrm>
              <a:off x="3426045" y="1802279"/>
              <a:ext cx="8046" cy="3053"/>
            </a:xfrm>
            <a:custGeom>
              <a:avLst/>
              <a:gdLst/>
              <a:ahLst/>
              <a:cxnLst/>
              <a:rect l="l" t="t" r="r" b="b"/>
              <a:pathLst>
                <a:path w="253" h="96" extrusionOk="0">
                  <a:moveTo>
                    <a:pt x="206" y="1"/>
                  </a:moveTo>
                  <a:lnTo>
                    <a:pt x="206" y="1"/>
                  </a:lnTo>
                  <a:cubicBezTo>
                    <a:pt x="189" y="1"/>
                    <a:pt x="189" y="16"/>
                    <a:pt x="189" y="16"/>
                  </a:cubicBezTo>
                  <a:lnTo>
                    <a:pt x="143" y="16"/>
                  </a:lnTo>
                  <a:cubicBezTo>
                    <a:pt x="126" y="32"/>
                    <a:pt x="111" y="48"/>
                    <a:pt x="95" y="48"/>
                  </a:cubicBezTo>
                  <a:cubicBezTo>
                    <a:pt x="80" y="48"/>
                    <a:pt x="63" y="32"/>
                    <a:pt x="48" y="32"/>
                  </a:cubicBezTo>
                  <a:lnTo>
                    <a:pt x="48" y="32"/>
                  </a:lnTo>
                  <a:lnTo>
                    <a:pt x="48" y="32"/>
                  </a:lnTo>
                  <a:cubicBezTo>
                    <a:pt x="17" y="32"/>
                    <a:pt x="0" y="48"/>
                    <a:pt x="0" y="64"/>
                  </a:cubicBezTo>
                  <a:cubicBezTo>
                    <a:pt x="0" y="79"/>
                    <a:pt x="17" y="95"/>
                    <a:pt x="48" y="95"/>
                  </a:cubicBezTo>
                  <a:lnTo>
                    <a:pt x="48" y="95"/>
                  </a:lnTo>
                  <a:lnTo>
                    <a:pt x="63" y="95"/>
                  </a:lnTo>
                  <a:lnTo>
                    <a:pt x="95" y="95"/>
                  </a:lnTo>
                  <a:lnTo>
                    <a:pt x="95" y="95"/>
                  </a:lnTo>
                  <a:cubicBezTo>
                    <a:pt x="111" y="64"/>
                    <a:pt x="126" y="48"/>
                    <a:pt x="143" y="32"/>
                  </a:cubicBezTo>
                  <a:lnTo>
                    <a:pt x="158" y="32"/>
                  </a:lnTo>
                  <a:lnTo>
                    <a:pt x="174" y="32"/>
                  </a:lnTo>
                  <a:cubicBezTo>
                    <a:pt x="174" y="32"/>
                    <a:pt x="189" y="32"/>
                    <a:pt x="189" y="48"/>
                  </a:cubicBezTo>
                  <a:cubicBezTo>
                    <a:pt x="206" y="64"/>
                    <a:pt x="206" y="79"/>
                    <a:pt x="189" y="79"/>
                  </a:cubicBezTo>
                  <a:lnTo>
                    <a:pt x="189" y="79"/>
                  </a:lnTo>
                  <a:lnTo>
                    <a:pt x="206" y="79"/>
                  </a:lnTo>
                  <a:lnTo>
                    <a:pt x="221" y="79"/>
                  </a:lnTo>
                  <a:cubicBezTo>
                    <a:pt x="237" y="79"/>
                    <a:pt x="237" y="64"/>
                    <a:pt x="237" y="64"/>
                  </a:cubicBezTo>
                  <a:lnTo>
                    <a:pt x="237" y="48"/>
                  </a:lnTo>
                  <a:lnTo>
                    <a:pt x="237" y="64"/>
                  </a:lnTo>
                  <a:lnTo>
                    <a:pt x="252" y="48"/>
                  </a:lnTo>
                  <a:lnTo>
                    <a:pt x="252" y="32"/>
                  </a:lnTo>
                  <a:cubicBezTo>
                    <a:pt x="252" y="16"/>
                    <a:pt x="237"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69" name="Google Shape;3269;p46"/>
            <p:cNvSpPr/>
            <p:nvPr/>
          </p:nvSpPr>
          <p:spPr>
            <a:xfrm>
              <a:off x="3443060" y="1798749"/>
              <a:ext cx="3053" cy="4580"/>
            </a:xfrm>
            <a:custGeom>
              <a:avLst/>
              <a:gdLst/>
              <a:ahLst/>
              <a:cxnLst/>
              <a:rect l="l" t="t" r="r" b="b"/>
              <a:pathLst>
                <a:path w="96" h="144" extrusionOk="0">
                  <a:moveTo>
                    <a:pt x="95" y="1"/>
                  </a:moveTo>
                  <a:cubicBezTo>
                    <a:pt x="95" y="17"/>
                    <a:pt x="80" y="17"/>
                    <a:pt x="80" y="17"/>
                  </a:cubicBezTo>
                  <a:lnTo>
                    <a:pt x="80" y="49"/>
                  </a:lnTo>
                  <a:lnTo>
                    <a:pt x="32" y="49"/>
                  </a:lnTo>
                  <a:lnTo>
                    <a:pt x="32" y="64"/>
                  </a:lnTo>
                  <a:cubicBezTo>
                    <a:pt x="32" y="64"/>
                    <a:pt x="17" y="80"/>
                    <a:pt x="1" y="80"/>
                  </a:cubicBezTo>
                  <a:lnTo>
                    <a:pt x="1" y="80"/>
                  </a:lnTo>
                  <a:lnTo>
                    <a:pt x="1" y="80"/>
                  </a:lnTo>
                  <a:cubicBezTo>
                    <a:pt x="1" y="80"/>
                    <a:pt x="1" y="96"/>
                    <a:pt x="17" y="112"/>
                  </a:cubicBezTo>
                  <a:lnTo>
                    <a:pt x="32" y="143"/>
                  </a:lnTo>
                  <a:lnTo>
                    <a:pt x="32" y="143"/>
                  </a:lnTo>
                  <a:lnTo>
                    <a:pt x="49" y="143"/>
                  </a:lnTo>
                  <a:lnTo>
                    <a:pt x="95" y="112"/>
                  </a:lnTo>
                  <a:lnTo>
                    <a:pt x="95" y="112"/>
                  </a:lnTo>
                  <a:lnTo>
                    <a:pt x="95" y="112"/>
                  </a:lnTo>
                  <a:lnTo>
                    <a:pt x="95" y="64"/>
                  </a:lnTo>
                  <a:lnTo>
                    <a:pt x="95" y="49"/>
                  </a:lnTo>
                  <a:lnTo>
                    <a:pt x="95"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70" name="Google Shape;3270;p46"/>
            <p:cNvSpPr/>
            <p:nvPr/>
          </p:nvSpPr>
          <p:spPr>
            <a:xfrm>
              <a:off x="3443060" y="1805301"/>
              <a:ext cx="2576" cy="7060"/>
            </a:xfrm>
            <a:custGeom>
              <a:avLst/>
              <a:gdLst/>
              <a:ahLst/>
              <a:cxnLst/>
              <a:rect l="l" t="t" r="r" b="b"/>
              <a:pathLst>
                <a:path w="81" h="222" extrusionOk="0">
                  <a:moveTo>
                    <a:pt x="49" y="0"/>
                  </a:moveTo>
                  <a:lnTo>
                    <a:pt x="49" y="0"/>
                  </a:lnTo>
                  <a:lnTo>
                    <a:pt x="32" y="16"/>
                  </a:lnTo>
                  <a:cubicBezTo>
                    <a:pt x="17" y="32"/>
                    <a:pt x="1" y="32"/>
                    <a:pt x="1" y="63"/>
                  </a:cubicBezTo>
                  <a:lnTo>
                    <a:pt x="1" y="158"/>
                  </a:lnTo>
                  <a:cubicBezTo>
                    <a:pt x="1" y="173"/>
                    <a:pt x="17" y="173"/>
                    <a:pt x="17" y="190"/>
                  </a:cubicBezTo>
                  <a:lnTo>
                    <a:pt x="17" y="205"/>
                  </a:lnTo>
                  <a:cubicBezTo>
                    <a:pt x="17" y="205"/>
                    <a:pt x="32" y="221"/>
                    <a:pt x="49" y="221"/>
                  </a:cubicBezTo>
                  <a:lnTo>
                    <a:pt x="49" y="221"/>
                  </a:lnTo>
                  <a:cubicBezTo>
                    <a:pt x="64" y="221"/>
                    <a:pt x="64" y="221"/>
                    <a:pt x="80" y="205"/>
                  </a:cubicBezTo>
                  <a:lnTo>
                    <a:pt x="80" y="190"/>
                  </a:lnTo>
                  <a:lnTo>
                    <a:pt x="80" y="158"/>
                  </a:lnTo>
                  <a:lnTo>
                    <a:pt x="64" y="158"/>
                  </a:lnTo>
                  <a:lnTo>
                    <a:pt x="49" y="158"/>
                  </a:lnTo>
                  <a:cubicBezTo>
                    <a:pt x="49" y="158"/>
                    <a:pt x="32" y="158"/>
                    <a:pt x="17" y="142"/>
                  </a:cubicBezTo>
                  <a:cubicBezTo>
                    <a:pt x="17" y="126"/>
                    <a:pt x="17" y="110"/>
                    <a:pt x="32" y="95"/>
                  </a:cubicBezTo>
                  <a:lnTo>
                    <a:pt x="64" y="79"/>
                  </a:lnTo>
                  <a:cubicBezTo>
                    <a:pt x="49" y="63"/>
                    <a:pt x="32" y="47"/>
                    <a:pt x="32" y="32"/>
                  </a:cubicBezTo>
                  <a:cubicBezTo>
                    <a:pt x="49" y="16"/>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71" name="Google Shape;3271;p46"/>
            <p:cNvSpPr/>
            <p:nvPr/>
          </p:nvSpPr>
          <p:spPr>
            <a:xfrm>
              <a:off x="3269221" y="1774229"/>
              <a:ext cx="7537" cy="5534"/>
            </a:xfrm>
            <a:custGeom>
              <a:avLst/>
              <a:gdLst/>
              <a:ahLst/>
              <a:cxnLst/>
              <a:rect l="l" t="t" r="r" b="b"/>
              <a:pathLst>
                <a:path w="237" h="174" extrusionOk="0">
                  <a:moveTo>
                    <a:pt x="189" y="1"/>
                  </a:moveTo>
                  <a:lnTo>
                    <a:pt x="189" y="1"/>
                  </a:lnTo>
                  <a:lnTo>
                    <a:pt x="78" y="16"/>
                  </a:lnTo>
                  <a:lnTo>
                    <a:pt x="78" y="16"/>
                  </a:lnTo>
                  <a:cubicBezTo>
                    <a:pt x="63" y="16"/>
                    <a:pt x="47" y="32"/>
                    <a:pt x="47" y="47"/>
                  </a:cubicBezTo>
                  <a:lnTo>
                    <a:pt x="47" y="64"/>
                  </a:lnTo>
                  <a:lnTo>
                    <a:pt x="15" y="110"/>
                  </a:lnTo>
                  <a:cubicBezTo>
                    <a:pt x="0" y="127"/>
                    <a:pt x="0" y="142"/>
                    <a:pt x="15" y="158"/>
                  </a:cubicBezTo>
                  <a:cubicBezTo>
                    <a:pt x="15" y="173"/>
                    <a:pt x="32" y="173"/>
                    <a:pt x="32" y="173"/>
                  </a:cubicBezTo>
                  <a:cubicBezTo>
                    <a:pt x="47" y="173"/>
                    <a:pt x="63" y="158"/>
                    <a:pt x="63" y="158"/>
                  </a:cubicBezTo>
                  <a:lnTo>
                    <a:pt x="78" y="142"/>
                  </a:lnTo>
                  <a:lnTo>
                    <a:pt x="95" y="110"/>
                  </a:lnTo>
                  <a:lnTo>
                    <a:pt x="110" y="110"/>
                  </a:lnTo>
                  <a:lnTo>
                    <a:pt x="126" y="110"/>
                  </a:lnTo>
                  <a:lnTo>
                    <a:pt x="141" y="110"/>
                  </a:lnTo>
                  <a:lnTo>
                    <a:pt x="173" y="110"/>
                  </a:lnTo>
                  <a:cubicBezTo>
                    <a:pt x="205" y="95"/>
                    <a:pt x="221" y="79"/>
                    <a:pt x="221" y="47"/>
                  </a:cubicBezTo>
                  <a:cubicBezTo>
                    <a:pt x="236" y="47"/>
                    <a:pt x="236" y="32"/>
                    <a:pt x="221" y="16"/>
                  </a:cubicBezTo>
                  <a:lnTo>
                    <a:pt x="221" y="16"/>
                  </a:lnTo>
                  <a:cubicBezTo>
                    <a:pt x="205" y="16"/>
                    <a:pt x="205"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72" name="Google Shape;3272;p46"/>
            <p:cNvSpPr/>
            <p:nvPr/>
          </p:nvSpPr>
          <p:spPr>
            <a:xfrm>
              <a:off x="3317785" y="1766691"/>
              <a:ext cx="5057" cy="4039"/>
            </a:xfrm>
            <a:custGeom>
              <a:avLst/>
              <a:gdLst/>
              <a:ahLst/>
              <a:cxnLst/>
              <a:rect l="l" t="t" r="r" b="b"/>
              <a:pathLst>
                <a:path w="159" h="127" extrusionOk="0">
                  <a:moveTo>
                    <a:pt x="127" y="1"/>
                  </a:moveTo>
                  <a:lnTo>
                    <a:pt x="127" y="1"/>
                  </a:lnTo>
                  <a:cubicBezTo>
                    <a:pt x="112" y="1"/>
                    <a:pt x="96" y="1"/>
                    <a:pt x="96" y="17"/>
                  </a:cubicBezTo>
                  <a:cubicBezTo>
                    <a:pt x="64" y="17"/>
                    <a:pt x="33" y="17"/>
                    <a:pt x="17" y="49"/>
                  </a:cubicBezTo>
                  <a:cubicBezTo>
                    <a:pt x="1" y="64"/>
                    <a:pt x="1" y="95"/>
                    <a:pt x="1" y="127"/>
                  </a:cubicBezTo>
                  <a:cubicBezTo>
                    <a:pt x="17" y="95"/>
                    <a:pt x="49" y="95"/>
                    <a:pt x="64" y="95"/>
                  </a:cubicBezTo>
                  <a:lnTo>
                    <a:pt x="64" y="95"/>
                  </a:lnTo>
                  <a:lnTo>
                    <a:pt x="80" y="80"/>
                  </a:lnTo>
                  <a:cubicBezTo>
                    <a:pt x="80" y="80"/>
                    <a:pt x="96" y="64"/>
                    <a:pt x="112" y="64"/>
                  </a:cubicBezTo>
                  <a:lnTo>
                    <a:pt x="112" y="64"/>
                  </a:lnTo>
                  <a:lnTo>
                    <a:pt x="112" y="64"/>
                  </a:lnTo>
                  <a:cubicBezTo>
                    <a:pt x="127" y="64"/>
                    <a:pt x="127" y="64"/>
                    <a:pt x="143" y="80"/>
                  </a:cubicBezTo>
                  <a:lnTo>
                    <a:pt x="159" y="64"/>
                  </a:lnTo>
                  <a:lnTo>
                    <a:pt x="159" y="32"/>
                  </a:lnTo>
                  <a:cubicBezTo>
                    <a:pt x="159" y="17"/>
                    <a:pt x="143"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73" name="Google Shape;3273;p46"/>
            <p:cNvSpPr/>
            <p:nvPr/>
          </p:nvSpPr>
          <p:spPr>
            <a:xfrm>
              <a:off x="3407503" y="1772702"/>
              <a:ext cx="3530" cy="12053"/>
            </a:xfrm>
            <a:custGeom>
              <a:avLst/>
              <a:gdLst/>
              <a:ahLst/>
              <a:cxnLst/>
              <a:rect l="l" t="t" r="r" b="b"/>
              <a:pathLst>
                <a:path w="111" h="379" extrusionOk="0">
                  <a:moveTo>
                    <a:pt x="111" y="175"/>
                  </a:moveTo>
                  <a:lnTo>
                    <a:pt x="111" y="190"/>
                  </a:lnTo>
                  <a:lnTo>
                    <a:pt x="95" y="190"/>
                  </a:lnTo>
                  <a:lnTo>
                    <a:pt x="95" y="190"/>
                  </a:lnTo>
                  <a:cubicBezTo>
                    <a:pt x="95" y="221"/>
                    <a:pt x="79" y="238"/>
                    <a:pt x="64" y="238"/>
                  </a:cubicBezTo>
                  <a:lnTo>
                    <a:pt x="64" y="238"/>
                  </a:lnTo>
                  <a:lnTo>
                    <a:pt x="32" y="221"/>
                  </a:lnTo>
                  <a:cubicBezTo>
                    <a:pt x="32" y="238"/>
                    <a:pt x="16" y="253"/>
                    <a:pt x="1" y="269"/>
                  </a:cubicBezTo>
                  <a:lnTo>
                    <a:pt x="1" y="316"/>
                  </a:lnTo>
                  <a:lnTo>
                    <a:pt x="16" y="347"/>
                  </a:lnTo>
                  <a:lnTo>
                    <a:pt x="32" y="347"/>
                  </a:lnTo>
                  <a:lnTo>
                    <a:pt x="32" y="347"/>
                  </a:lnTo>
                  <a:cubicBezTo>
                    <a:pt x="48" y="347"/>
                    <a:pt x="64" y="347"/>
                    <a:pt x="79" y="379"/>
                  </a:cubicBezTo>
                  <a:lnTo>
                    <a:pt x="79" y="379"/>
                  </a:lnTo>
                  <a:cubicBezTo>
                    <a:pt x="95" y="379"/>
                    <a:pt x="95" y="347"/>
                    <a:pt x="95" y="332"/>
                  </a:cubicBezTo>
                  <a:lnTo>
                    <a:pt x="79" y="316"/>
                  </a:lnTo>
                  <a:lnTo>
                    <a:pt x="79" y="301"/>
                  </a:lnTo>
                  <a:cubicBezTo>
                    <a:pt x="95" y="284"/>
                    <a:pt x="95" y="253"/>
                    <a:pt x="111" y="238"/>
                  </a:cubicBezTo>
                  <a:lnTo>
                    <a:pt x="111" y="238"/>
                  </a:lnTo>
                  <a:lnTo>
                    <a:pt x="111" y="206"/>
                  </a:lnTo>
                  <a:lnTo>
                    <a:pt x="111" y="175"/>
                  </a:lnTo>
                  <a:close/>
                  <a:moveTo>
                    <a:pt x="79" y="1"/>
                  </a:moveTo>
                  <a:lnTo>
                    <a:pt x="64" y="1"/>
                  </a:lnTo>
                  <a:lnTo>
                    <a:pt x="64" y="1"/>
                  </a:lnTo>
                  <a:lnTo>
                    <a:pt x="64" y="1"/>
                  </a:lnTo>
                  <a:cubicBezTo>
                    <a:pt x="79" y="1"/>
                    <a:pt x="95" y="17"/>
                    <a:pt x="95" y="32"/>
                  </a:cubicBezTo>
                  <a:cubicBezTo>
                    <a:pt x="95" y="64"/>
                    <a:pt x="95" y="80"/>
                    <a:pt x="64" y="80"/>
                  </a:cubicBezTo>
                  <a:lnTo>
                    <a:pt x="48" y="80"/>
                  </a:lnTo>
                  <a:lnTo>
                    <a:pt x="48" y="80"/>
                  </a:lnTo>
                  <a:lnTo>
                    <a:pt x="48" y="112"/>
                  </a:lnTo>
                  <a:lnTo>
                    <a:pt x="48" y="112"/>
                  </a:lnTo>
                  <a:lnTo>
                    <a:pt x="95" y="112"/>
                  </a:lnTo>
                  <a:lnTo>
                    <a:pt x="111" y="112"/>
                  </a:lnTo>
                  <a:lnTo>
                    <a:pt x="111" y="64"/>
                  </a:lnTo>
                  <a:lnTo>
                    <a:pt x="111" y="32"/>
                  </a:lnTo>
                  <a:lnTo>
                    <a:pt x="111"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74" name="Google Shape;3274;p46"/>
            <p:cNvSpPr/>
            <p:nvPr/>
          </p:nvSpPr>
          <p:spPr>
            <a:xfrm>
              <a:off x="3188535" y="1799290"/>
              <a:ext cx="3530" cy="3021"/>
            </a:xfrm>
            <a:custGeom>
              <a:avLst/>
              <a:gdLst/>
              <a:ahLst/>
              <a:cxnLst/>
              <a:rect l="l" t="t" r="r" b="b"/>
              <a:pathLst>
                <a:path w="111" h="95" extrusionOk="0">
                  <a:moveTo>
                    <a:pt x="32" y="0"/>
                  </a:moveTo>
                  <a:lnTo>
                    <a:pt x="16" y="0"/>
                  </a:lnTo>
                  <a:lnTo>
                    <a:pt x="16" y="0"/>
                  </a:lnTo>
                  <a:lnTo>
                    <a:pt x="0" y="0"/>
                  </a:lnTo>
                  <a:lnTo>
                    <a:pt x="0" y="16"/>
                  </a:lnTo>
                  <a:lnTo>
                    <a:pt x="0" y="47"/>
                  </a:lnTo>
                  <a:lnTo>
                    <a:pt x="16" y="79"/>
                  </a:lnTo>
                  <a:cubicBezTo>
                    <a:pt x="32" y="79"/>
                    <a:pt x="48" y="95"/>
                    <a:pt x="48" y="95"/>
                  </a:cubicBezTo>
                  <a:cubicBezTo>
                    <a:pt x="63" y="95"/>
                    <a:pt x="63" y="95"/>
                    <a:pt x="63" y="79"/>
                  </a:cubicBezTo>
                  <a:lnTo>
                    <a:pt x="79" y="79"/>
                  </a:lnTo>
                  <a:cubicBezTo>
                    <a:pt x="95" y="63"/>
                    <a:pt x="111" y="47"/>
                    <a:pt x="111" y="32"/>
                  </a:cubicBezTo>
                  <a:lnTo>
                    <a:pt x="63" y="47"/>
                  </a:lnTo>
                  <a:lnTo>
                    <a:pt x="63" y="47"/>
                  </a:lnTo>
                  <a:cubicBezTo>
                    <a:pt x="48" y="47"/>
                    <a:pt x="32" y="32"/>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75" name="Google Shape;3275;p46"/>
            <p:cNvSpPr/>
            <p:nvPr/>
          </p:nvSpPr>
          <p:spPr>
            <a:xfrm>
              <a:off x="3392492" y="1774229"/>
              <a:ext cx="5025" cy="3530"/>
            </a:xfrm>
            <a:custGeom>
              <a:avLst/>
              <a:gdLst/>
              <a:ahLst/>
              <a:cxnLst/>
              <a:rect l="l" t="t" r="r" b="b"/>
              <a:pathLst>
                <a:path w="158" h="111" extrusionOk="0">
                  <a:moveTo>
                    <a:pt x="78" y="1"/>
                  </a:moveTo>
                  <a:lnTo>
                    <a:pt x="63" y="1"/>
                  </a:lnTo>
                  <a:cubicBezTo>
                    <a:pt x="47" y="16"/>
                    <a:pt x="47" y="16"/>
                    <a:pt x="32" y="16"/>
                  </a:cubicBezTo>
                  <a:lnTo>
                    <a:pt x="15" y="64"/>
                  </a:lnTo>
                  <a:lnTo>
                    <a:pt x="0" y="79"/>
                  </a:lnTo>
                  <a:lnTo>
                    <a:pt x="0" y="95"/>
                  </a:lnTo>
                  <a:lnTo>
                    <a:pt x="0" y="110"/>
                  </a:lnTo>
                  <a:lnTo>
                    <a:pt x="0" y="110"/>
                  </a:lnTo>
                  <a:lnTo>
                    <a:pt x="15" y="95"/>
                  </a:lnTo>
                  <a:cubicBezTo>
                    <a:pt x="32" y="79"/>
                    <a:pt x="47" y="79"/>
                    <a:pt x="78" y="79"/>
                  </a:cubicBezTo>
                  <a:lnTo>
                    <a:pt x="95" y="79"/>
                  </a:lnTo>
                  <a:lnTo>
                    <a:pt x="110" y="79"/>
                  </a:lnTo>
                  <a:cubicBezTo>
                    <a:pt x="126" y="79"/>
                    <a:pt x="141" y="79"/>
                    <a:pt x="141" y="64"/>
                  </a:cubicBezTo>
                  <a:cubicBezTo>
                    <a:pt x="158" y="47"/>
                    <a:pt x="141" y="32"/>
                    <a:pt x="126" y="16"/>
                  </a:cubicBezTo>
                  <a:cubicBezTo>
                    <a:pt x="110" y="16"/>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76" name="Google Shape;3276;p46"/>
            <p:cNvSpPr/>
            <p:nvPr/>
          </p:nvSpPr>
          <p:spPr>
            <a:xfrm>
              <a:off x="3430561" y="1772225"/>
              <a:ext cx="7060" cy="8523"/>
            </a:xfrm>
            <a:custGeom>
              <a:avLst/>
              <a:gdLst/>
              <a:ahLst/>
              <a:cxnLst/>
              <a:rect l="l" t="t" r="r" b="b"/>
              <a:pathLst>
                <a:path w="222" h="268" extrusionOk="0">
                  <a:moveTo>
                    <a:pt x="221" y="205"/>
                  </a:moveTo>
                  <a:lnTo>
                    <a:pt x="205" y="205"/>
                  </a:lnTo>
                  <a:cubicBezTo>
                    <a:pt x="190" y="205"/>
                    <a:pt x="173" y="205"/>
                    <a:pt x="158" y="221"/>
                  </a:cubicBezTo>
                  <a:lnTo>
                    <a:pt x="158" y="221"/>
                  </a:lnTo>
                  <a:cubicBezTo>
                    <a:pt x="173" y="236"/>
                    <a:pt x="173" y="236"/>
                    <a:pt x="173" y="253"/>
                  </a:cubicBezTo>
                  <a:cubicBezTo>
                    <a:pt x="190" y="268"/>
                    <a:pt x="205" y="268"/>
                    <a:pt x="205" y="268"/>
                  </a:cubicBezTo>
                  <a:lnTo>
                    <a:pt x="221" y="268"/>
                  </a:lnTo>
                  <a:lnTo>
                    <a:pt x="221" y="236"/>
                  </a:lnTo>
                  <a:lnTo>
                    <a:pt x="221" y="236"/>
                  </a:lnTo>
                  <a:cubicBezTo>
                    <a:pt x="221" y="221"/>
                    <a:pt x="205" y="221"/>
                    <a:pt x="221" y="205"/>
                  </a:cubicBezTo>
                  <a:lnTo>
                    <a:pt x="221" y="205"/>
                  </a:lnTo>
                  <a:close/>
                  <a:moveTo>
                    <a:pt x="47" y="1"/>
                  </a:moveTo>
                  <a:lnTo>
                    <a:pt x="32" y="1"/>
                  </a:lnTo>
                  <a:cubicBezTo>
                    <a:pt x="16" y="1"/>
                    <a:pt x="16" y="16"/>
                    <a:pt x="1" y="32"/>
                  </a:cubicBezTo>
                  <a:cubicBezTo>
                    <a:pt x="1" y="47"/>
                    <a:pt x="16" y="47"/>
                    <a:pt x="16" y="64"/>
                  </a:cubicBezTo>
                  <a:cubicBezTo>
                    <a:pt x="16" y="64"/>
                    <a:pt x="32" y="64"/>
                    <a:pt x="32" y="79"/>
                  </a:cubicBezTo>
                  <a:lnTo>
                    <a:pt x="110" y="79"/>
                  </a:lnTo>
                  <a:lnTo>
                    <a:pt x="110" y="95"/>
                  </a:lnTo>
                  <a:cubicBezTo>
                    <a:pt x="127" y="110"/>
                    <a:pt x="127" y="142"/>
                    <a:pt x="127" y="158"/>
                  </a:cubicBezTo>
                  <a:lnTo>
                    <a:pt x="127" y="158"/>
                  </a:lnTo>
                  <a:cubicBezTo>
                    <a:pt x="158" y="142"/>
                    <a:pt x="173" y="142"/>
                    <a:pt x="190" y="142"/>
                  </a:cubicBezTo>
                  <a:lnTo>
                    <a:pt x="205" y="142"/>
                  </a:lnTo>
                  <a:lnTo>
                    <a:pt x="190" y="127"/>
                  </a:lnTo>
                  <a:lnTo>
                    <a:pt x="190" y="79"/>
                  </a:lnTo>
                  <a:cubicBezTo>
                    <a:pt x="173" y="64"/>
                    <a:pt x="173" y="64"/>
                    <a:pt x="173" y="47"/>
                  </a:cubicBezTo>
                  <a:cubicBezTo>
                    <a:pt x="173" y="32"/>
                    <a:pt x="158" y="16"/>
                    <a:pt x="142" y="16"/>
                  </a:cubicBezTo>
                  <a:lnTo>
                    <a:pt x="127" y="16"/>
                  </a:lnTo>
                  <a:lnTo>
                    <a:pt x="127" y="16"/>
                  </a:lnTo>
                  <a:cubicBezTo>
                    <a:pt x="142" y="32"/>
                    <a:pt x="127" y="47"/>
                    <a:pt x="110" y="64"/>
                  </a:cubicBezTo>
                  <a:lnTo>
                    <a:pt x="95" y="64"/>
                  </a:lnTo>
                  <a:cubicBezTo>
                    <a:pt x="79" y="64"/>
                    <a:pt x="64" y="64"/>
                    <a:pt x="64" y="47"/>
                  </a:cubicBezTo>
                  <a:cubicBezTo>
                    <a:pt x="64" y="47"/>
                    <a:pt x="64" y="32"/>
                    <a:pt x="47"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77" name="Google Shape;3277;p46"/>
            <p:cNvSpPr/>
            <p:nvPr/>
          </p:nvSpPr>
          <p:spPr>
            <a:xfrm>
              <a:off x="3414023" y="1787268"/>
              <a:ext cx="8555" cy="5025"/>
            </a:xfrm>
            <a:custGeom>
              <a:avLst/>
              <a:gdLst/>
              <a:ahLst/>
              <a:cxnLst/>
              <a:rect l="l" t="t" r="r" b="b"/>
              <a:pathLst>
                <a:path w="269" h="158" extrusionOk="0">
                  <a:moveTo>
                    <a:pt x="189" y="0"/>
                  </a:moveTo>
                  <a:lnTo>
                    <a:pt x="189" y="0"/>
                  </a:lnTo>
                  <a:cubicBezTo>
                    <a:pt x="174" y="0"/>
                    <a:pt x="158" y="15"/>
                    <a:pt x="158" y="32"/>
                  </a:cubicBezTo>
                  <a:cubicBezTo>
                    <a:pt x="158" y="47"/>
                    <a:pt x="158" y="63"/>
                    <a:pt x="174" y="63"/>
                  </a:cubicBezTo>
                  <a:lnTo>
                    <a:pt x="158" y="78"/>
                  </a:lnTo>
                  <a:lnTo>
                    <a:pt x="158" y="78"/>
                  </a:lnTo>
                  <a:lnTo>
                    <a:pt x="158" y="78"/>
                  </a:lnTo>
                  <a:lnTo>
                    <a:pt x="143" y="78"/>
                  </a:lnTo>
                  <a:lnTo>
                    <a:pt x="143" y="78"/>
                  </a:lnTo>
                  <a:lnTo>
                    <a:pt x="143" y="78"/>
                  </a:lnTo>
                  <a:lnTo>
                    <a:pt x="143" y="110"/>
                  </a:lnTo>
                  <a:cubicBezTo>
                    <a:pt x="126" y="126"/>
                    <a:pt x="111" y="141"/>
                    <a:pt x="95" y="141"/>
                  </a:cubicBezTo>
                  <a:lnTo>
                    <a:pt x="95" y="141"/>
                  </a:lnTo>
                  <a:cubicBezTo>
                    <a:pt x="79" y="141"/>
                    <a:pt x="63" y="110"/>
                    <a:pt x="63" y="95"/>
                  </a:cubicBezTo>
                  <a:lnTo>
                    <a:pt x="63" y="95"/>
                  </a:lnTo>
                  <a:lnTo>
                    <a:pt x="32" y="95"/>
                  </a:lnTo>
                  <a:cubicBezTo>
                    <a:pt x="16" y="95"/>
                    <a:pt x="0" y="110"/>
                    <a:pt x="0" y="126"/>
                  </a:cubicBezTo>
                  <a:cubicBezTo>
                    <a:pt x="0" y="141"/>
                    <a:pt x="16" y="141"/>
                    <a:pt x="16" y="141"/>
                  </a:cubicBezTo>
                  <a:lnTo>
                    <a:pt x="16" y="141"/>
                  </a:lnTo>
                  <a:lnTo>
                    <a:pt x="16" y="141"/>
                  </a:lnTo>
                  <a:cubicBezTo>
                    <a:pt x="32" y="141"/>
                    <a:pt x="48" y="158"/>
                    <a:pt x="48" y="158"/>
                  </a:cubicBezTo>
                  <a:lnTo>
                    <a:pt x="79" y="158"/>
                  </a:lnTo>
                  <a:cubicBezTo>
                    <a:pt x="95" y="158"/>
                    <a:pt x="111" y="141"/>
                    <a:pt x="111" y="141"/>
                  </a:cubicBezTo>
                  <a:lnTo>
                    <a:pt x="143" y="141"/>
                  </a:lnTo>
                  <a:cubicBezTo>
                    <a:pt x="143" y="126"/>
                    <a:pt x="143" y="126"/>
                    <a:pt x="158" y="126"/>
                  </a:cubicBezTo>
                  <a:lnTo>
                    <a:pt x="158" y="126"/>
                  </a:lnTo>
                  <a:cubicBezTo>
                    <a:pt x="174" y="126"/>
                    <a:pt x="174" y="141"/>
                    <a:pt x="189" y="141"/>
                  </a:cubicBezTo>
                  <a:lnTo>
                    <a:pt x="189" y="141"/>
                  </a:lnTo>
                  <a:lnTo>
                    <a:pt x="252" y="95"/>
                  </a:lnTo>
                  <a:cubicBezTo>
                    <a:pt x="252" y="78"/>
                    <a:pt x="252" y="78"/>
                    <a:pt x="237" y="78"/>
                  </a:cubicBezTo>
                  <a:cubicBezTo>
                    <a:pt x="237" y="63"/>
                    <a:pt x="252" y="47"/>
                    <a:pt x="269" y="32"/>
                  </a:cubicBezTo>
                  <a:lnTo>
                    <a:pt x="252" y="15"/>
                  </a:lnTo>
                  <a:lnTo>
                    <a:pt x="252" y="15"/>
                  </a:lnTo>
                  <a:lnTo>
                    <a:pt x="20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78" name="Google Shape;3278;p46"/>
            <p:cNvSpPr/>
            <p:nvPr/>
          </p:nvSpPr>
          <p:spPr>
            <a:xfrm>
              <a:off x="3176004" y="1810803"/>
              <a:ext cx="6520" cy="7028"/>
            </a:xfrm>
            <a:custGeom>
              <a:avLst/>
              <a:gdLst/>
              <a:ahLst/>
              <a:cxnLst/>
              <a:rect l="l" t="t" r="r" b="b"/>
              <a:pathLst>
                <a:path w="205" h="221" extrusionOk="0">
                  <a:moveTo>
                    <a:pt x="110" y="0"/>
                  </a:moveTo>
                  <a:lnTo>
                    <a:pt x="110" y="0"/>
                  </a:lnTo>
                  <a:cubicBezTo>
                    <a:pt x="110" y="0"/>
                    <a:pt x="95" y="0"/>
                    <a:pt x="95" y="17"/>
                  </a:cubicBezTo>
                  <a:lnTo>
                    <a:pt x="79" y="32"/>
                  </a:lnTo>
                  <a:lnTo>
                    <a:pt x="79" y="32"/>
                  </a:lnTo>
                  <a:cubicBezTo>
                    <a:pt x="79" y="48"/>
                    <a:pt x="79" y="48"/>
                    <a:pt x="64" y="63"/>
                  </a:cubicBezTo>
                  <a:cubicBezTo>
                    <a:pt x="64" y="80"/>
                    <a:pt x="64" y="95"/>
                    <a:pt x="47" y="95"/>
                  </a:cubicBezTo>
                  <a:lnTo>
                    <a:pt x="32" y="95"/>
                  </a:lnTo>
                  <a:lnTo>
                    <a:pt x="16" y="95"/>
                  </a:lnTo>
                  <a:cubicBezTo>
                    <a:pt x="1" y="95"/>
                    <a:pt x="1" y="111"/>
                    <a:pt x="1" y="111"/>
                  </a:cubicBezTo>
                  <a:lnTo>
                    <a:pt x="16" y="189"/>
                  </a:lnTo>
                  <a:cubicBezTo>
                    <a:pt x="16" y="206"/>
                    <a:pt x="16" y="206"/>
                    <a:pt x="32" y="221"/>
                  </a:cubicBezTo>
                  <a:lnTo>
                    <a:pt x="47" y="189"/>
                  </a:lnTo>
                  <a:cubicBezTo>
                    <a:pt x="47" y="174"/>
                    <a:pt x="64" y="174"/>
                    <a:pt x="79" y="174"/>
                  </a:cubicBezTo>
                  <a:lnTo>
                    <a:pt x="79" y="174"/>
                  </a:lnTo>
                  <a:lnTo>
                    <a:pt x="95" y="174"/>
                  </a:lnTo>
                  <a:cubicBezTo>
                    <a:pt x="110" y="189"/>
                    <a:pt x="110" y="206"/>
                    <a:pt x="110" y="221"/>
                  </a:cubicBezTo>
                  <a:lnTo>
                    <a:pt x="95" y="221"/>
                  </a:lnTo>
                  <a:cubicBezTo>
                    <a:pt x="127" y="221"/>
                    <a:pt x="142" y="221"/>
                    <a:pt x="158" y="206"/>
                  </a:cubicBezTo>
                  <a:lnTo>
                    <a:pt x="158" y="206"/>
                  </a:lnTo>
                  <a:cubicBezTo>
                    <a:pt x="173" y="189"/>
                    <a:pt x="173" y="174"/>
                    <a:pt x="190" y="174"/>
                  </a:cubicBezTo>
                  <a:lnTo>
                    <a:pt x="190" y="174"/>
                  </a:lnTo>
                  <a:cubicBezTo>
                    <a:pt x="205" y="158"/>
                    <a:pt x="205" y="126"/>
                    <a:pt x="190" y="126"/>
                  </a:cubicBezTo>
                  <a:lnTo>
                    <a:pt x="173" y="126"/>
                  </a:lnTo>
                  <a:cubicBezTo>
                    <a:pt x="158" y="126"/>
                    <a:pt x="142" y="126"/>
                    <a:pt x="142" y="143"/>
                  </a:cubicBezTo>
                  <a:cubicBezTo>
                    <a:pt x="127" y="158"/>
                    <a:pt x="127" y="158"/>
                    <a:pt x="95" y="158"/>
                  </a:cubicBezTo>
                  <a:lnTo>
                    <a:pt x="79" y="158"/>
                  </a:lnTo>
                  <a:lnTo>
                    <a:pt x="79" y="126"/>
                  </a:lnTo>
                  <a:lnTo>
                    <a:pt x="142" y="63"/>
                  </a:lnTo>
                  <a:cubicBezTo>
                    <a:pt x="158" y="48"/>
                    <a:pt x="158" y="32"/>
                    <a:pt x="142" y="17"/>
                  </a:cubicBezTo>
                  <a:cubicBezTo>
                    <a:pt x="127" y="0"/>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79" name="Google Shape;3279;p46"/>
            <p:cNvSpPr/>
            <p:nvPr/>
          </p:nvSpPr>
          <p:spPr>
            <a:xfrm>
              <a:off x="3345390" y="1821330"/>
              <a:ext cx="5502" cy="1049"/>
            </a:xfrm>
            <a:custGeom>
              <a:avLst/>
              <a:gdLst/>
              <a:ahLst/>
              <a:cxnLst/>
              <a:rect l="l" t="t" r="r" b="b"/>
              <a:pathLst>
                <a:path w="173" h="33" extrusionOk="0">
                  <a:moveTo>
                    <a:pt x="95" y="1"/>
                  </a:moveTo>
                  <a:lnTo>
                    <a:pt x="78" y="1"/>
                  </a:lnTo>
                  <a:lnTo>
                    <a:pt x="78" y="1"/>
                  </a:lnTo>
                  <a:lnTo>
                    <a:pt x="63" y="1"/>
                  </a:lnTo>
                  <a:cubicBezTo>
                    <a:pt x="47" y="1"/>
                    <a:pt x="15" y="16"/>
                    <a:pt x="0" y="32"/>
                  </a:cubicBezTo>
                  <a:cubicBezTo>
                    <a:pt x="63" y="32"/>
                    <a:pt x="110" y="16"/>
                    <a:pt x="173" y="16"/>
                  </a:cubicBezTo>
                  <a:cubicBezTo>
                    <a:pt x="141"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80" name="Google Shape;3280;p46"/>
            <p:cNvSpPr/>
            <p:nvPr/>
          </p:nvSpPr>
          <p:spPr>
            <a:xfrm>
              <a:off x="3097831" y="1789272"/>
              <a:ext cx="6042" cy="4516"/>
            </a:xfrm>
            <a:custGeom>
              <a:avLst/>
              <a:gdLst/>
              <a:ahLst/>
              <a:cxnLst/>
              <a:rect l="l" t="t" r="r" b="b"/>
              <a:pathLst>
                <a:path w="190" h="142" extrusionOk="0">
                  <a:moveTo>
                    <a:pt x="32" y="0"/>
                  </a:moveTo>
                  <a:lnTo>
                    <a:pt x="32" y="0"/>
                  </a:lnTo>
                  <a:lnTo>
                    <a:pt x="32" y="0"/>
                  </a:lnTo>
                  <a:lnTo>
                    <a:pt x="16" y="63"/>
                  </a:lnTo>
                  <a:lnTo>
                    <a:pt x="1" y="63"/>
                  </a:lnTo>
                  <a:lnTo>
                    <a:pt x="1" y="110"/>
                  </a:lnTo>
                  <a:cubicBezTo>
                    <a:pt x="16" y="126"/>
                    <a:pt x="16" y="141"/>
                    <a:pt x="48" y="141"/>
                  </a:cubicBezTo>
                  <a:lnTo>
                    <a:pt x="48" y="141"/>
                  </a:lnTo>
                  <a:lnTo>
                    <a:pt x="95" y="141"/>
                  </a:lnTo>
                  <a:lnTo>
                    <a:pt x="95" y="126"/>
                  </a:lnTo>
                  <a:lnTo>
                    <a:pt x="127" y="126"/>
                  </a:lnTo>
                  <a:lnTo>
                    <a:pt x="127" y="126"/>
                  </a:lnTo>
                  <a:lnTo>
                    <a:pt x="142" y="126"/>
                  </a:lnTo>
                  <a:lnTo>
                    <a:pt x="142" y="126"/>
                  </a:lnTo>
                  <a:lnTo>
                    <a:pt x="158" y="126"/>
                  </a:lnTo>
                  <a:cubicBezTo>
                    <a:pt x="174" y="126"/>
                    <a:pt x="190" y="110"/>
                    <a:pt x="190" y="95"/>
                  </a:cubicBezTo>
                  <a:cubicBezTo>
                    <a:pt x="174" y="78"/>
                    <a:pt x="174" y="63"/>
                    <a:pt x="142" y="63"/>
                  </a:cubicBezTo>
                  <a:lnTo>
                    <a:pt x="142" y="63"/>
                  </a:lnTo>
                  <a:lnTo>
                    <a:pt x="79" y="63"/>
                  </a:lnTo>
                  <a:lnTo>
                    <a:pt x="64" y="32"/>
                  </a:lnTo>
                  <a:cubicBezTo>
                    <a:pt x="64"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81" name="Google Shape;3281;p46"/>
            <p:cNvSpPr/>
            <p:nvPr/>
          </p:nvSpPr>
          <p:spPr>
            <a:xfrm>
              <a:off x="3015141" y="1798272"/>
              <a:ext cx="2035" cy="4039"/>
            </a:xfrm>
            <a:custGeom>
              <a:avLst/>
              <a:gdLst/>
              <a:ahLst/>
              <a:cxnLst/>
              <a:rect l="l" t="t" r="r" b="b"/>
              <a:pathLst>
                <a:path w="64" h="127" extrusionOk="0">
                  <a:moveTo>
                    <a:pt x="17" y="64"/>
                  </a:moveTo>
                  <a:lnTo>
                    <a:pt x="17" y="79"/>
                  </a:lnTo>
                  <a:lnTo>
                    <a:pt x="17" y="95"/>
                  </a:lnTo>
                  <a:cubicBezTo>
                    <a:pt x="17" y="111"/>
                    <a:pt x="32" y="111"/>
                    <a:pt x="32" y="127"/>
                  </a:cubicBezTo>
                  <a:lnTo>
                    <a:pt x="64" y="111"/>
                  </a:lnTo>
                  <a:lnTo>
                    <a:pt x="64" y="79"/>
                  </a:lnTo>
                  <a:lnTo>
                    <a:pt x="64" y="79"/>
                  </a:lnTo>
                  <a:lnTo>
                    <a:pt x="64" y="79"/>
                  </a:lnTo>
                  <a:lnTo>
                    <a:pt x="48" y="79"/>
                  </a:lnTo>
                  <a:lnTo>
                    <a:pt x="32" y="79"/>
                  </a:lnTo>
                  <a:cubicBezTo>
                    <a:pt x="32" y="79"/>
                    <a:pt x="32" y="64"/>
                    <a:pt x="17" y="64"/>
                  </a:cubicBezTo>
                  <a:close/>
                  <a:moveTo>
                    <a:pt x="32" y="1"/>
                  </a:moveTo>
                  <a:lnTo>
                    <a:pt x="32" y="1"/>
                  </a:lnTo>
                  <a:cubicBezTo>
                    <a:pt x="17" y="1"/>
                    <a:pt x="1" y="16"/>
                    <a:pt x="1" y="32"/>
                  </a:cubicBezTo>
                  <a:lnTo>
                    <a:pt x="1" y="32"/>
                  </a:lnTo>
                  <a:lnTo>
                    <a:pt x="1" y="32"/>
                  </a:lnTo>
                  <a:lnTo>
                    <a:pt x="1" y="32"/>
                  </a:lnTo>
                  <a:cubicBezTo>
                    <a:pt x="1" y="16"/>
                    <a:pt x="17" y="16"/>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82" name="Google Shape;3282;p46"/>
            <p:cNvSpPr/>
            <p:nvPr/>
          </p:nvSpPr>
          <p:spPr>
            <a:xfrm>
              <a:off x="3415009" y="1779731"/>
              <a:ext cx="7060" cy="6042"/>
            </a:xfrm>
            <a:custGeom>
              <a:avLst/>
              <a:gdLst/>
              <a:ahLst/>
              <a:cxnLst/>
              <a:rect l="l" t="t" r="r" b="b"/>
              <a:pathLst>
                <a:path w="222" h="190" extrusionOk="0">
                  <a:moveTo>
                    <a:pt x="143" y="0"/>
                  </a:moveTo>
                  <a:lnTo>
                    <a:pt x="143" y="0"/>
                  </a:lnTo>
                  <a:lnTo>
                    <a:pt x="143" y="17"/>
                  </a:lnTo>
                  <a:cubicBezTo>
                    <a:pt x="158" y="32"/>
                    <a:pt x="143" y="48"/>
                    <a:pt x="127" y="63"/>
                  </a:cubicBezTo>
                  <a:lnTo>
                    <a:pt x="143" y="111"/>
                  </a:lnTo>
                  <a:cubicBezTo>
                    <a:pt x="127" y="126"/>
                    <a:pt x="95" y="126"/>
                    <a:pt x="80" y="126"/>
                  </a:cubicBezTo>
                  <a:lnTo>
                    <a:pt x="32" y="126"/>
                  </a:lnTo>
                  <a:lnTo>
                    <a:pt x="1" y="189"/>
                  </a:lnTo>
                  <a:lnTo>
                    <a:pt x="1" y="189"/>
                  </a:lnTo>
                  <a:lnTo>
                    <a:pt x="1" y="174"/>
                  </a:lnTo>
                  <a:lnTo>
                    <a:pt x="32" y="158"/>
                  </a:lnTo>
                  <a:lnTo>
                    <a:pt x="48" y="158"/>
                  </a:lnTo>
                  <a:lnTo>
                    <a:pt x="48" y="158"/>
                  </a:lnTo>
                  <a:cubicBezTo>
                    <a:pt x="64" y="158"/>
                    <a:pt x="80" y="158"/>
                    <a:pt x="80" y="174"/>
                  </a:cubicBezTo>
                  <a:cubicBezTo>
                    <a:pt x="95" y="174"/>
                    <a:pt x="95" y="189"/>
                    <a:pt x="95" y="189"/>
                  </a:cubicBezTo>
                  <a:lnTo>
                    <a:pt x="95" y="189"/>
                  </a:lnTo>
                  <a:lnTo>
                    <a:pt x="127" y="189"/>
                  </a:lnTo>
                  <a:cubicBezTo>
                    <a:pt x="143" y="189"/>
                    <a:pt x="158" y="189"/>
                    <a:pt x="158" y="174"/>
                  </a:cubicBezTo>
                  <a:cubicBezTo>
                    <a:pt x="175" y="174"/>
                    <a:pt x="190" y="174"/>
                    <a:pt x="206" y="158"/>
                  </a:cubicBezTo>
                  <a:cubicBezTo>
                    <a:pt x="206" y="158"/>
                    <a:pt x="221" y="143"/>
                    <a:pt x="221" y="126"/>
                  </a:cubicBezTo>
                  <a:lnTo>
                    <a:pt x="221" y="126"/>
                  </a:lnTo>
                  <a:lnTo>
                    <a:pt x="190" y="32"/>
                  </a:lnTo>
                  <a:lnTo>
                    <a:pt x="190" y="17"/>
                  </a:lnTo>
                  <a:lnTo>
                    <a:pt x="175" y="17"/>
                  </a:lnTo>
                  <a:cubicBezTo>
                    <a:pt x="158" y="17"/>
                    <a:pt x="158" y="0"/>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83" name="Google Shape;3283;p46"/>
            <p:cNvSpPr/>
            <p:nvPr/>
          </p:nvSpPr>
          <p:spPr>
            <a:xfrm>
              <a:off x="3443600" y="1793279"/>
              <a:ext cx="5025" cy="5025"/>
            </a:xfrm>
            <a:custGeom>
              <a:avLst/>
              <a:gdLst/>
              <a:ahLst/>
              <a:cxnLst/>
              <a:rect l="l" t="t" r="r" b="b"/>
              <a:pathLst>
                <a:path w="158" h="158" extrusionOk="0">
                  <a:moveTo>
                    <a:pt x="78" y="0"/>
                  </a:moveTo>
                  <a:cubicBezTo>
                    <a:pt x="63" y="0"/>
                    <a:pt x="47" y="15"/>
                    <a:pt x="32" y="15"/>
                  </a:cubicBezTo>
                  <a:lnTo>
                    <a:pt x="15" y="15"/>
                  </a:lnTo>
                  <a:cubicBezTo>
                    <a:pt x="15" y="15"/>
                    <a:pt x="0" y="15"/>
                    <a:pt x="0" y="0"/>
                  </a:cubicBezTo>
                  <a:cubicBezTo>
                    <a:pt x="0" y="15"/>
                    <a:pt x="0" y="32"/>
                    <a:pt x="15" y="47"/>
                  </a:cubicBezTo>
                  <a:lnTo>
                    <a:pt x="15" y="47"/>
                  </a:lnTo>
                  <a:lnTo>
                    <a:pt x="32" y="47"/>
                  </a:lnTo>
                  <a:lnTo>
                    <a:pt x="47" y="63"/>
                  </a:lnTo>
                  <a:cubicBezTo>
                    <a:pt x="78" y="78"/>
                    <a:pt x="95" y="95"/>
                    <a:pt x="95" y="110"/>
                  </a:cubicBezTo>
                  <a:lnTo>
                    <a:pt x="95" y="110"/>
                  </a:lnTo>
                  <a:lnTo>
                    <a:pt x="95" y="110"/>
                  </a:lnTo>
                  <a:cubicBezTo>
                    <a:pt x="110" y="126"/>
                    <a:pt x="110" y="126"/>
                    <a:pt x="110" y="141"/>
                  </a:cubicBezTo>
                  <a:lnTo>
                    <a:pt x="126" y="141"/>
                  </a:lnTo>
                  <a:cubicBezTo>
                    <a:pt x="126" y="141"/>
                    <a:pt x="141" y="141"/>
                    <a:pt x="141" y="158"/>
                  </a:cubicBezTo>
                  <a:lnTo>
                    <a:pt x="141" y="141"/>
                  </a:lnTo>
                  <a:cubicBezTo>
                    <a:pt x="158" y="110"/>
                    <a:pt x="158" y="95"/>
                    <a:pt x="158" y="63"/>
                  </a:cubicBezTo>
                  <a:lnTo>
                    <a:pt x="158" y="78"/>
                  </a:lnTo>
                  <a:lnTo>
                    <a:pt x="126" y="78"/>
                  </a:lnTo>
                  <a:lnTo>
                    <a:pt x="95" y="78"/>
                  </a:lnTo>
                  <a:cubicBezTo>
                    <a:pt x="95" y="63"/>
                    <a:pt x="78" y="47"/>
                    <a:pt x="95" y="32"/>
                  </a:cubicBezTo>
                  <a:lnTo>
                    <a:pt x="110" y="15"/>
                  </a:lnTo>
                  <a:cubicBezTo>
                    <a:pt x="95" y="15"/>
                    <a:pt x="78" y="0"/>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84" name="Google Shape;3284;p46"/>
            <p:cNvSpPr/>
            <p:nvPr/>
          </p:nvSpPr>
          <p:spPr>
            <a:xfrm>
              <a:off x="3394972" y="1813792"/>
              <a:ext cx="3021" cy="2576"/>
            </a:xfrm>
            <a:custGeom>
              <a:avLst/>
              <a:gdLst/>
              <a:ahLst/>
              <a:cxnLst/>
              <a:rect l="l" t="t" r="r" b="b"/>
              <a:pathLst>
                <a:path w="95" h="81" extrusionOk="0">
                  <a:moveTo>
                    <a:pt x="80" y="1"/>
                  </a:moveTo>
                  <a:cubicBezTo>
                    <a:pt x="80" y="17"/>
                    <a:pt x="63" y="32"/>
                    <a:pt x="48" y="32"/>
                  </a:cubicBezTo>
                  <a:lnTo>
                    <a:pt x="0" y="49"/>
                  </a:lnTo>
                  <a:lnTo>
                    <a:pt x="0" y="64"/>
                  </a:lnTo>
                  <a:cubicBezTo>
                    <a:pt x="0" y="64"/>
                    <a:pt x="0" y="80"/>
                    <a:pt x="17" y="80"/>
                  </a:cubicBezTo>
                  <a:lnTo>
                    <a:pt x="63" y="64"/>
                  </a:lnTo>
                  <a:cubicBezTo>
                    <a:pt x="80" y="64"/>
                    <a:pt x="95" y="49"/>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85" name="Google Shape;3285;p46"/>
            <p:cNvSpPr/>
            <p:nvPr/>
          </p:nvSpPr>
          <p:spPr>
            <a:xfrm>
              <a:off x="3421560" y="1807304"/>
              <a:ext cx="5025" cy="4039"/>
            </a:xfrm>
            <a:custGeom>
              <a:avLst/>
              <a:gdLst/>
              <a:ahLst/>
              <a:cxnLst/>
              <a:rect l="l" t="t" r="r" b="b"/>
              <a:pathLst>
                <a:path w="158" h="127" extrusionOk="0">
                  <a:moveTo>
                    <a:pt x="32" y="0"/>
                  </a:moveTo>
                  <a:cubicBezTo>
                    <a:pt x="15" y="0"/>
                    <a:pt x="0" y="16"/>
                    <a:pt x="0" y="32"/>
                  </a:cubicBezTo>
                  <a:lnTo>
                    <a:pt x="15" y="95"/>
                  </a:lnTo>
                  <a:cubicBezTo>
                    <a:pt x="15" y="95"/>
                    <a:pt x="15" y="110"/>
                    <a:pt x="32" y="110"/>
                  </a:cubicBezTo>
                  <a:cubicBezTo>
                    <a:pt x="32" y="127"/>
                    <a:pt x="47" y="127"/>
                    <a:pt x="47" y="127"/>
                  </a:cubicBezTo>
                  <a:lnTo>
                    <a:pt x="63" y="110"/>
                  </a:lnTo>
                  <a:lnTo>
                    <a:pt x="78" y="127"/>
                  </a:lnTo>
                  <a:lnTo>
                    <a:pt x="110" y="127"/>
                  </a:lnTo>
                  <a:cubicBezTo>
                    <a:pt x="141" y="127"/>
                    <a:pt x="158" y="127"/>
                    <a:pt x="158" y="110"/>
                  </a:cubicBezTo>
                  <a:lnTo>
                    <a:pt x="110" y="79"/>
                  </a:lnTo>
                  <a:cubicBezTo>
                    <a:pt x="110" y="79"/>
                    <a:pt x="95" y="95"/>
                    <a:pt x="78" y="95"/>
                  </a:cubicBezTo>
                  <a:lnTo>
                    <a:pt x="63" y="95"/>
                  </a:lnTo>
                  <a:cubicBezTo>
                    <a:pt x="47" y="79"/>
                    <a:pt x="47" y="63"/>
                    <a:pt x="47" y="47"/>
                  </a:cubicBezTo>
                  <a:lnTo>
                    <a:pt x="4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86" name="Google Shape;3286;p46"/>
            <p:cNvSpPr/>
            <p:nvPr/>
          </p:nvSpPr>
          <p:spPr>
            <a:xfrm>
              <a:off x="3352387" y="1814333"/>
              <a:ext cx="3053" cy="2512"/>
            </a:xfrm>
            <a:custGeom>
              <a:avLst/>
              <a:gdLst/>
              <a:ahLst/>
              <a:cxnLst/>
              <a:rect l="l" t="t" r="r" b="b"/>
              <a:pathLst>
                <a:path w="96" h="79" extrusionOk="0">
                  <a:moveTo>
                    <a:pt x="32" y="0"/>
                  </a:moveTo>
                  <a:lnTo>
                    <a:pt x="16" y="32"/>
                  </a:lnTo>
                  <a:lnTo>
                    <a:pt x="1" y="63"/>
                  </a:lnTo>
                  <a:lnTo>
                    <a:pt x="64" y="63"/>
                  </a:lnTo>
                  <a:lnTo>
                    <a:pt x="64" y="63"/>
                  </a:lnTo>
                  <a:lnTo>
                    <a:pt x="64" y="78"/>
                  </a:lnTo>
                  <a:lnTo>
                    <a:pt x="95" y="32"/>
                  </a:lnTo>
                  <a:lnTo>
                    <a:pt x="95"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87" name="Google Shape;3287;p46"/>
            <p:cNvSpPr/>
            <p:nvPr/>
          </p:nvSpPr>
          <p:spPr>
            <a:xfrm>
              <a:off x="3025700" y="1797763"/>
              <a:ext cx="3498" cy="4039"/>
            </a:xfrm>
            <a:custGeom>
              <a:avLst/>
              <a:gdLst/>
              <a:ahLst/>
              <a:cxnLst/>
              <a:rect l="l" t="t" r="r" b="b"/>
              <a:pathLst>
                <a:path w="110" h="127" extrusionOk="0">
                  <a:moveTo>
                    <a:pt x="32" y="0"/>
                  </a:moveTo>
                  <a:cubicBezTo>
                    <a:pt x="15" y="0"/>
                    <a:pt x="15" y="17"/>
                    <a:pt x="15" y="17"/>
                  </a:cubicBezTo>
                  <a:cubicBezTo>
                    <a:pt x="0" y="32"/>
                    <a:pt x="0" y="48"/>
                    <a:pt x="15" y="64"/>
                  </a:cubicBezTo>
                  <a:lnTo>
                    <a:pt x="32" y="80"/>
                  </a:lnTo>
                  <a:lnTo>
                    <a:pt x="32" y="111"/>
                  </a:lnTo>
                  <a:lnTo>
                    <a:pt x="32" y="127"/>
                  </a:lnTo>
                  <a:lnTo>
                    <a:pt x="32" y="127"/>
                  </a:lnTo>
                  <a:cubicBezTo>
                    <a:pt x="32" y="111"/>
                    <a:pt x="47" y="95"/>
                    <a:pt x="63" y="95"/>
                  </a:cubicBezTo>
                  <a:lnTo>
                    <a:pt x="63" y="95"/>
                  </a:lnTo>
                  <a:lnTo>
                    <a:pt x="63" y="95"/>
                  </a:lnTo>
                  <a:lnTo>
                    <a:pt x="95" y="95"/>
                  </a:lnTo>
                  <a:lnTo>
                    <a:pt x="110" y="95"/>
                  </a:lnTo>
                  <a:lnTo>
                    <a:pt x="110" y="64"/>
                  </a:lnTo>
                  <a:lnTo>
                    <a:pt x="110" y="64"/>
                  </a:lnTo>
                  <a:lnTo>
                    <a:pt x="95" y="64"/>
                  </a:lnTo>
                  <a:cubicBezTo>
                    <a:pt x="95" y="64"/>
                    <a:pt x="78" y="64"/>
                    <a:pt x="78" y="48"/>
                  </a:cubicBezTo>
                  <a:cubicBezTo>
                    <a:pt x="63" y="32"/>
                    <a:pt x="63" y="32"/>
                    <a:pt x="63" y="17"/>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88" name="Google Shape;3288;p46"/>
            <p:cNvSpPr/>
            <p:nvPr/>
          </p:nvSpPr>
          <p:spPr>
            <a:xfrm>
              <a:off x="3025700" y="1822348"/>
              <a:ext cx="1495" cy="1495"/>
            </a:xfrm>
            <a:custGeom>
              <a:avLst/>
              <a:gdLst/>
              <a:ahLst/>
              <a:cxnLst/>
              <a:rect l="l" t="t" r="r" b="b"/>
              <a:pathLst>
                <a:path w="47" h="47" extrusionOk="0">
                  <a:moveTo>
                    <a:pt x="15" y="0"/>
                  </a:moveTo>
                  <a:lnTo>
                    <a:pt x="15" y="15"/>
                  </a:lnTo>
                  <a:cubicBezTo>
                    <a:pt x="0" y="15"/>
                    <a:pt x="15" y="15"/>
                    <a:pt x="15" y="32"/>
                  </a:cubicBezTo>
                  <a:lnTo>
                    <a:pt x="15" y="32"/>
                  </a:lnTo>
                  <a:cubicBezTo>
                    <a:pt x="15" y="32"/>
                    <a:pt x="32" y="47"/>
                    <a:pt x="47" y="47"/>
                  </a:cubicBezTo>
                  <a:cubicBezTo>
                    <a:pt x="32" y="32"/>
                    <a:pt x="15" y="0"/>
                    <a:pt x="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89" name="Google Shape;3289;p46"/>
            <p:cNvSpPr/>
            <p:nvPr/>
          </p:nvSpPr>
          <p:spPr>
            <a:xfrm>
              <a:off x="3026177" y="1818817"/>
              <a:ext cx="4039" cy="6551"/>
            </a:xfrm>
            <a:custGeom>
              <a:avLst/>
              <a:gdLst/>
              <a:ahLst/>
              <a:cxnLst/>
              <a:rect l="l" t="t" r="r" b="b"/>
              <a:pathLst>
                <a:path w="127" h="206" extrusionOk="0">
                  <a:moveTo>
                    <a:pt x="95" y="0"/>
                  </a:moveTo>
                  <a:lnTo>
                    <a:pt x="95" y="0"/>
                  </a:lnTo>
                  <a:lnTo>
                    <a:pt x="63" y="0"/>
                  </a:lnTo>
                  <a:cubicBezTo>
                    <a:pt x="32" y="48"/>
                    <a:pt x="0" y="80"/>
                    <a:pt x="0" y="111"/>
                  </a:cubicBezTo>
                  <a:cubicBezTo>
                    <a:pt x="0" y="111"/>
                    <a:pt x="17" y="143"/>
                    <a:pt x="32" y="158"/>
                  </a:cubicBezTo>
                  <a:cubicBezTo>
                    <a:pt x="48" y="174"/>
                    <a:pt x="63" y="174"/>
                    <a:pt x="80" y="189"/>
                  </a:cubicBezTo>
                  <a:cubicBezTo>
                    <a:pt x="95" y="189"/>
                    <a:pt x="95" y="206"/>
                    <a:pt x="111" y="206"/>
                  </a:cubicBezTo>
                  <a:lnTo>
                    <a:pt x="111" y="174"/>
                  </a:lnTo>
                  <a:lnTo>
                    <a:pt x="95" y="174"/>
                  </a:lnTo>
                  <a:lnTo>
                    <a:pt x="80" y="174"/>
                  </a:lnTo>
                  <a:lnTo>
                    <a:pt x="63" y="174"/>
                  </a:lnTo>
                  <a:cubicBezTo>
                    <a:pt x="48" y="174"/>
                    <a:pt x="32" y="158"/>
                    <a:pt x="32" y="143"/>
                  </a:cubicBezTo>
                  <a:cubicBezTo>
                    <a:pt x="48" y="111"/>
                    <a:pt x="48" y="95"/>
                    <a:pt x="63" y="95"/>
                  </a:cubicBezTo>
                  <a:cubicBezTo>
                    <a:pt x="80" y="95"/>
                    <a:pt x="80" y="95"/>
                    <a:pt x="80" y="80"/>
                  </a:cubicBezTo>
                  <a:cubicBezTo>
                    <a:pt x="95" y="80"/>
                    <a:pt x="111" y="63"/>
                    <a:pt x="111" y="63"/>
                  </a:cubicBezTo>
                  <a:cubicBezTo>
                    <a:pt x="126" y="48"/>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90" name="Google Shape;3290;p46"/>
            <p:cNvSpPr/>
            <p:nvPr/>
          </p:nvSpPr>
          <p:spPr>
            <a:xfrm>
              <a:off x="3408012" y="1795283"/>
              <a:ext cx="4548" cy="5534"/>
            </a:xfrm>
            <a:custGeom>
              <a:avLst/>
              <a:gdLst/>
              <a:ahLst/>
              <a:cxnLst/>
              <a:rect l="l" t="t" r="r" b="b"/>
              <a:pathLst>
                <a:path w="143" h="174" extrusionOk="0">
                  <a:moveTo>
                    <a:pt x="79" y="0"/>
                  </a:moveTo>
                  <a:lnTo>
                    <a:pt x="79" y="15"/>
                  </a:lnTo>
                  <a:cubicBezTo>
                    <a:pt x="79" y="15"/>
                    <a:pt x="63" y="32"/>
                    <a:pt x="48" y="32"/>
                  </a:cubicBezTo>
                  <a:lnTo>
                    <a:pt x="32" y="32"/>
                  </a:lnTo>
                  <a:lnTo>
                    <a:pt x="32" y="32"/>
                  </a:lnTo>
                  <a:lnTo>
                    <a:pt x="32" y="32"/>
                  </a:lnTo>
                  <a:lnTo>
                    <a:pt x="16" y="32"/>
                  </a:lnTo>
                  <a:lnTo>
                    <a:pt x="0" y="32"/>
                  </a:lnTo>
                  <a:cubicBezTo>
                    <a:pt x="0" y="47"/>
                    <a:pt x="0" y="63"/>
                    <a:pt x="16" y="63"/>
                  </a:cubicBezTo>
                  <a:cubicBezTo>
                    <a:pt x="16" y="78"/>
                    <a:pt x="32" y="95"/>
                    <a:pt x="32" y="110"/>
                  </a:cubicBezTo>
                  <a:cubicBezTo>
                    <a:pt x="48" y="142"/>
                    <a:pt x="79" y="173"/>
                    <a:pt x="126" y="173"/>
                  </a:cubicBezTo>
                  <a:lnTo>
                    <a:pt x="142" y="173"/>
                  </a:lnTo>
                  <a:lnTo>
                    <a:pt x="142" y="158"/>
                  </a:lnTo>
                  <a:lnTo>
                    <a:pt x="142" y="110"/>
                  </a:lnTo>
                  <a:lnTo>
                    <a:pt x="142" y="110"/>
                  </a:lnTo>
                  <a:cubicBezTo>
                    <a:pt x="126" y="110"/>
                    <a:pt x="111" y="95"/>
                    <a:pt x="95" y="78"/>
                  </a:cubicBezTo>
                  <a:lnTo>
                    <a:pt x="95" y="63"/>
                  </a:lnTo>
                  <a:lnTo>
                    <a:pt x="95" y="63"/>
                  </a:lnTo>
                  <a:cubicBezTo>
                    <a:pt x="95" y="63"/>
                    <a:pt x="111" y="63"/>
                    <a:pt x="111" y="47"/>
                  </a:cubicBezTo>
                  <a:lnTo>
                    <a:pt x="95" y="47"/>
                  </a:lnTo>
                  <a:cubicBezTo>
                    <a:pt x="95" y="32"/>
                    <a:pt x="95" y="15"/>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91" name="Google Shape;3291;p46"/>
            <p:cNvSpPr/>
            <p:nvPr/>
          </p:nvSpPr>
          <p:spPr>
            <a:xfrm>
              <a:off x="3373918" y="1777250"/>
              <a:ext cx="3053" cy="3498"/>
            </a:xfrm>
            <a:custGeom>
              <a:avLst/>
              <a:gdLst/>
              <a:ahLst/>
              <a:cxnLst/>
              <a:rect l="l" t="t" r="r" b="b"/>
              <a:pathLst>
                <a:path w="96" h="110" extrusionOk="0">
                  <a:moveTo>
                    <a:pt x="49" y="0"/>
                  </a:moveTo>
                  <a:cubicBezTo>
                    <a:pt x="49" y="15"/>
                    <a:pt x="32" y="15"/>
                    <a:pt x="17" y="15"/>
                  </a:cubicBezTo>
                  <a:lnTo>
                    <a:pt x="1" y="32"/>
                  </a:lnTo>
                  <a:lnTo>
                    <a:pt x="1" y="32"/>
                  </a:lnTo>
                  <a:lnTo>
                    <a:pt x="1" y="47"/>
                  </a:lnTo>
                  <a:lnTo>
                    <a:pt x="17" y="95"/>
                  </a:lnTo>
                  <a:cubicBezTo>
                    <a:pt x="32" y="110"/>
                    <a:pt x="32" y="110"/>
                    <a:pt x="49" y="110"/>
                  </a:cubicBezTo>
                  <a:lnTo>
                    <a:pt x="64" y="110"/>
                  </a:lnTo>
                  <a:cubicBezTo>
                    <a:pt x="80" y="110"/>
                    <a:pt x="95" y="78"/>
                    <a:pt x="80" y="63"/>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92" name="Google Shape;3292;p46"/>
            <p:cNvSpPr/>
            <p:nvPr/>
          </p:nvSpPr>
          <p:spPr>
            <a:xfrm>
              <a:off x="3203069" y="1804283"/>
              <a:ext cx="4516" cy="4039"/>
            </a:xfrm>
            <a:custGeom>
              <a:avLst/>
              <a:gdLst/>
              <a:ahLst/>
              <a:cxnLst/>
              <a:rect l="l" t="t" r="r" b="b"/>
              <a:pathLst>
                <a:path w="142" h="127" extrusionOk="0">
                  <a:moveTo>
                    <a:pt x="79" y="111"/>
                  </a:moveTo>
                  <a:lnTo>
                    <a:pt x="79" y="111"/>
                  </a:lnTo>
                  <a:lnTo>
                    <a:pt x="79" y="111"/>
                  </a:lnTo>
                  <a:close/>
                  <a:moveTo>
                    <a:pt x="64" y="48"/>
                  </a:moveTo>
                  <a:lnTo>
                    <a:pt x="64" y="48"/>
                  </a:lnTo>
                  <a:lnTo>
                    <a:pt x="64" y="48"/>
                  </a:lnTo>
                  <a:close/>
                  <a:moveTo>
                    <a:pt x="47" y="1"/>
                  </a:moveTo>
                  <a:cubicBezTo>
                    <a:pt x="32" y="16"/>
                    <a:pt x="32" y="16"/>
                    <a:pt x="16" y="16"/>
                  </a:cubicBezTo>
                  <a:lnTo>
                    <a:pt x="16" y="16"/>
                  </a:lnTo>
                  <a:cubicBezTo>
                    <a:pt x="16" y="16"/>
                    <a:pt x="1" y="16"/>
                    <a:pt x="1" y="32"/>
                  </a:cubicBezTo>
                  <a:cubicBezTo>
                    <a:pt x="1" y="48"/>
                    <a:pt x="1" y="79"/>
                    <a:pt x="16" y="95"/>
                  </a:cubicBezTo>
                  <a:cubicBezTo>
                    <a:pt x="32" y="111"/>
                    <a:pt x="47" y="111"/>
                    <a:pt x="79" y="111"/>
                  </a:cubicBezTo>
                  <a:lnTo>
                    <a:pt x="79" y="111"/>
                  </a:lnTo>
                  <a:cubicBezTo>
                    <a:pt x="95" y="127"/>
                    <a:pt x="95" y="127"/>
                    <a:pt x="110" y="127"/>
                  </a:cubicBezTo>
                  <a:cubicBezTo>
                    <a:pt x="110" y="127"/>
                    <a:pt x="127" y="127"/>
                    <a:pt x="127" y="111"/>
                  </a:cubicBezTo>
                  <a:cubicBezTo>
                    <a:pt x="142" y="111"/>
                    <a:pt x="142" y="79"/>
                    <a:pt x="127" y="64"/>
                  </a:cubicBezTo>
                  <a:cubicBezTo>
                    <a:pt x="110" y="48"/>
                    <a:pt x="95" y="48"/>
                    <a:pt x="79" y="48"/>
                  </a:cubicBezTo>
                  <a:lnTo>
                    <a:pt x="79" y="48"/>
                  </a:lnTo>
                  <a:lnTo>
                    <a:pt x="79" y="48"/>
                  </a:lnTo>
                  <a:cubicBezTo>
                    <a:pt x="79" y="32"/>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93" name="Google Shape;3293;p46"/>
            <p:cNvSpPr/>
            <p:nvPr/>
          </p:nvSpPr>
          <p:spPr>
            <a:xfrm>
              <a:off x="3205073" y="1805778"/>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94" name="Google Shape;3294;p46"/>
            <p:cNvSpPr/>
            <p:nvPr/>
          </p:nvSpPr>
          <p:spPr>
            <a:xfrm>
              <a:off x="3205550" y="180778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95" name="Google Shape;3295;p46"/>
            <p:cNvSpPr/>
            <p:nvPr/>
          </p:nvSpPr>
          <p:spPr>
            <a:xfrm>
              <a:off x="3176481" y="1803774"/>
              <a:ext cx="3562" cy="3053"/>
            </a:xfrm>
            <a:custGeom>
              <a:avLst/>
              <a:gdLst/>
              <a:ahLst/>
              <a:cxnLst/>
              <a:rect l="l" t="t" r="r" b="b"/>
              <a:pathLst>
                <a:path w="112" h="96" extrusionOk="0">
                  <a:moveTo>
                    <a:pt x="49" y="1"/>
                  </a:moveTo>
                  <a:lnTo>
                    <a:pt x="49" y="1"/>
                  </a:lnTo>
                  <a:cubicBezTo>
                    <a:pt x="32" y="17"/>
                    <a:pt x="17" y="17"/>
                    <a:pt x="17" y="17"/>
                  </a:cubicBezTo>
                  <a:lnTo>
                    <a:pt x="1" y="17"/>
                  </a:lnTo>
                  <a:lnTo>
                    <a:pt x="1" y="32"/>
                  </a:lnTo>
                  <a:cubicBezTo>
                    <a:pt x="17" y="48"/>
                    <a:pt x="17" y="48"/>
                    <a:pt x="17" y="64"/>
                  </a:cubicBezTo>
                  <a:lnTo>
                    <a:pt x="17" y="95"/>
                  </a:lnTo>
                  <a:lnTo>
                    <a:pt x="32" y="95"/>
                  </a:lnTo>
                  <a:lnTo>
                    <a:pt x="80" y="95"/>
                  </a:lnTo>
                  <a:lnTo>
                    <a:pt x="80" y="95"/>
                  </a:lnTo>
                  <a:lnTo>
                    <a:pt x="112" y="95"/>
                  </a:lnTo>
                  <a:lnTo>
                    <a:pt x="112" y="95"/>
                  </a:lnTo>
                  <a:cubicBezTo>
                    <a:pt x="95" y="95"/>
                    <a:pt x="80" y="80"/>
                    <a:pt x="80"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96" name="Google Shape;3296;p46"/>
            <p:cNvSpPr/>
            <p:nvPr/>
          </p:nvSpPr>
          <p:spPr>
            <a:xfrm>
              <a:off x="3395958" y="1762684"/>
              <a:ext cx="6583" cy="5565"/>
            </a:xfrm>
            <a:custGeom>
              <a:avLst/>
              <a:gdLst/>
              <a:ahLst/>
              <a:cxnLst/>
              <a:rect l="l" t="t" r="r" b="b"/>
              <a:pathLst>
                <a:path w="207" h="175" extrusionOk="0">
                  <a:moveTo>
                    <a:pt x="112" y="1"/>
                  </a:moveTo>
                  <a:lnTo>
                    <a:pt x="64" y="17"/>
                  </a:lnTo>
                  <a:lnTo>
                    <a:pt x="49" y="17"/>
                  </a:lnTo>
                  <a:lnTo>
                    <a:pt x="32" y="17"/>
                  </a:lnTo>
                  <a:lnTo>
                    <a:pt x="17" y="64"/>
                  </a:lnTo>
                  <a:cubicBezTo>
                    <a:pt x="1" y="80"/>
                    <a:pt x="1" y="95"/>
                    <a:pt x="17" y="112"/>
                  </a:cubicBezTo>
                  <a:lnTo>
                    <a:pt x="32" y="112"/>
                  </a:lnTo>
                  <a:cubicBezTo>
                    <a:pt x="49" y="112"/>
                    <a:pt x="64" y="112"/>
                    <a:pt x="64" y="95"/>
                  </a:cubicBezTo>
                  <a:lnTo>
                    <a:pt x="80" y="80"/>
                  </a:lnTo>
                  <a:lnTo>
                    <a:pt x="127" y="112"/>
                  </a:lnTo>
                  <a:lnTo>
                    <a:pt x="112" y="127"/>
                  </a:lnTo>
                  <a:cubicBezTo>
                    <a:pt x="112" y="127"/>
                    <a:pt x="95" y="158"/>
                    <a:pt x="112" y="175"/>
                  </a:cubicBezTo>
                  <a:lnTo>
                    <a:pt x="112" y="175"/>
                  </a:lnTo>
                  <a:lnTo>
                    <a:pt x="143" y="175"/>
                  </a:lnTo>
                  <a:lnTo>
                    <a:pt x="158" y="175"/>
                  </a:lnTo>
                  <a:lnTo>
                    <a:pt x="175" y="158"/>
                  </a:lnTo>
                  <a:lnTo>
                    <a:pt x="175" y="143"/>
                  </a:lnTo>
                  <a:cubicBezTo>
                    <a:pt x="158" y="127"/>
                    <a:pt x="175" y="112"/>
                    <a:pt x="190" y="95"/>
                  </a:cubicBezTo>
                  <a:lnTo>
                    <a:pt x="206" y="95"/>
                  </a:lnTo>
                  <a:lnTo>
                    <a:pt x="206" y="95"/>
                  </a:lnTo>
                  <a:lnTo>
                    <a:pt x="206" y="95"/>
                  </a:lnTo>
                  <a:lnTo>
                    <a:pt x="206" y="8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97" name="Google Shape;3297;p46"/>
            <p:cNvSpPr/>
            <p:nvPr/>
          </p:nvSpPr>
          <p:spPr>
            <a:xfrm>
              <a:off x="3317785" y="1768695"/>
              <a:ext cx="8078" cy="5057"/>
            </a:xfrm>
            <a:custGeom>
              <a:avLst/>
              <a:gdLst/>
              <a:ahLst/>
              <a:cxnLst/>
              <a:rect l="l" t="t" r="r" b="b"/>
              <a:pathLst>
                <a:path w="254" h="159" extrusionOk="0">
                  <a:moveTo>
                    <a:pt x="112" y="1"/>
                  </a:moveTo>
                  <a:lnTo>
                    <a:pt x="112" y="1"/>
                  </a:lnTo>
                  <a:lnTo>
                    <a:pt x="112" y="1"/>
                  </a:lnTo>
                  <a:cubicBezTo>
                    <a:pt x="96" y="1"/>
                    <a:pt x="80" y="17"/>
                    <a:pt x="80" y="17"/>
                  </a:cubicBezTo>
                  <a:lnTo>
                    <a:pt x="80" y="32"/>
                  </a:lnTo>
                  <a:lnTo>
                    <a:pt x="80" y="32"/>
                  </a:lnTo>
                  <a:lnTo>
                    <a:pt x="64" y="32"/>
                  </a:lnTo>
                  <a:lnTo>
                    <a:pt x="64" y="32"/>
                  </a:lnTo>
                  <a:cubicBezTo>
                    <a:pt x="49" y="32"/>
                    <a:pt x="17" y="32"/>
                    <a:pt x="1" y="64"/>
                  </a:cubicBezTo>
                  <a:lnTo>
                    <a:pt x="1" y="64"/>
                  </a:lnTo>
                  <a:lnTo>
                    <a:pt x="1" y="95"/>
                  </a:lnTo>
                  <a:lnTo>
                    <a:pt x="17" y="143"/>
                  </a:lnTo>
                  <a:cubicBezTo>
                    <a:pt x="17" y="158"/>
                    <a:pt x="33" y="158"/>
                    <a:pt x="33" y="158"/>
                  </a:cubicBezTo>
                  <a:lnTo>
                    <a:pt x="33" y="143"/>
                  </a:lnTo>
                  <a:cubicBezTo>
                    <a:pt x="33" y="127"/>
                    <a:pt x="49" y="112"/>
                    <a:pt x="64" y="112"/>
                  </a:cubicBezTo>
                  <a:lnTo>
                    <a:pt x="64" y="112"/>
                  </a:lnTo>
                  <a:lnTo>
                    <a:pt x="80" y="112"/>
                  </a:lnTo>
                  <a:lnTo>
                    <a:pt x="96" y="127"/>
                  </a:lnTo>
                  <a:lnTo>
                    <a:pt x="112" y="127"/>
                  </a:lnTo>
                  <a:lnTo>
                    <a:pt x="112" y="127"/>
                  </a:lnTo>
                  <a:lnTo>
                    <a:pt x="143" y="158"/>
                  </a:lnTo>
                  <a:lnTo>
                    <a:pt x="143" y="158"/>
                  </a:lnTo>
                  <a:lnTo>
                    <a:pt x="143" y="158"/>
                  </a:lnTo>
                  <a:cubicBezTo>
                    <a:pt x="143" y="127"/>
                    <a:pt x="143" y="112"/>
                    <a:pt x="159" y="112"/>
                  </a:cubicBezTo>
                  <a:lnTo>
                    <a:pt x="175" y="112"/>
                  </a:lnTo>
                  <a:lnTo>
                    <a:pt x="175" y="112"/>
                  </a:lnTo>
                  <a:cubicBezTo>
                    <a:pt x="190" y="112"/>
                    <a:pt x="206" y="127"/>
                    <a:pt x="206" y="143"/>
                  </a:cubicBezTo>
                  <a:lnTo>
                    <a:pt x="206" y="143"/>
                  </a:lnTo>
                  <a:lnTo>
                    <a:pt x="206" y="143"/>
                  </a:lnTo>
                  <a:lnTo>
                    <a:pt x="238" y="143"/>
                  </a:lnTo>
                  <a:cubicBezTo>
                    <a:pt x="253" y="143"/>
                    <a:pt x="253" y="127"/>
                    <a:pt x="253" y="112"/>
                  </a:cubicBezTo>
                  <a:lnTo>
                    <a:pt x="238" y="112"/>
                  </a:lnTo>
                  <a:lnTo>
                    <a:pt x="238" y="112"/>
                  </a:lnTo>
                  <a:cubicBezTo>
                    <a:pt x="206" y="112"/>
                    <a:pt x="206" y="95"/>
                    <a:pt x="206" y="80"/>
                  </a:cubicBezTo>
                  <a:lnTo>
                    <a:pt x="190" y="80"/>
                  </a:lnTo>
                  <a:cubicBezTo>
                    <a:pt x="175" y="95"/>
                    <a:pt x="159" y="95"/>
                    <a:pt x="143" y="95"/>
                  </a:cubicBezTo>
                  <a:lnTo>
                    <a:pt x="112" y="95"/>
                  </a:lnTo>
                  <a:lnTo>
                    <a:pt x="112" y="95"/>
                  </a:lnTo>
                  <a:cubicBezTo>
                    <a:pt x="127" y="95"/>
                    <a:pt x="127" y="95"/>
                    <a:pt x="127" y="80"/>
                  </a:cubicBezTo>
                  <a:cubicBezTo>
                    <a:pt x="143" y="80"/>
                    <a:pt x="159" y="49"/>
                    <a:pt x="143" y="32"/>
                  </a:cubicBez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98" name="Google Shape;3298;p46"/>
            <p:cNvSpPr/>
            <p:nvPr/>
          </p:nvSpPr>
          <p:spPr>
            <a:xfrm>
              <a:off x="3245654" y="1797763"/>
              <a:ext cx="2544" cy="4548"/>
            </a:xfrm>
            <a:custGeom>
              <a:avLst/>
              <a:gdLst/>
              <a:ahLst/>
              <a:cxnLst/>
              <a:rect l="l" t="t" r="r" b="b"/>
              <a:pathLst>
                <a:path w="80" h="143" extrusionOk="0">
                  <a:moveTo>
                    <a:pt x="32" y="0"/>
                  </a:moveTo>
                  <a:lnTo>
                    <a:pt x="32" y="0"/>
                  </a:lnTo>
                  <a:lnTo>
                    <a:pt x="17" y="0"/>
                  </a:lnTo>
                  <a:cubicBezTo>
                    <a:pt x="32" y="17"/>
                    <a:pt x="32" y="32"/>
                    <a:pt x="17" y="48"/>
                  </a:cubicBezTo>
                  <a:lnTo>
                    <a:pt x="0" y="64"/>
                  </a:lnTo>
                  <a:lnTo>
                    <a:pt x="0" y="80"/>
                  </a:lnTo>
                  <a:lnTo>
                    <a:pt x="0" y="111"/>
                  </a:lnTo>
                  <a:lnTo>
                    <a:pt x="17" y="111"/>
                  </a:lnTo>
                  <a:lnTo>
                    <a:pt x="32" y="111"/>
                  </a:lnTo>
                  <a:cubicBezTo>
                    <a:pt x="48" y="127"/>
                    <a:pt x="63" y="127"/>
                    <a:pt x="63" y="143"/>
                  </a:cubicBezTo>
                  <a:cubicBezTo>
                    <a:pt x="80" y="143"/>
                    <a:pt x="80" y="127"/>
                    <a:pt x="80" y="127"/>
                  </a:cubicBezTo>
                  <a:lnTo>
                    <a:pt x="63" y="32"/>
                  </a:lnTo>
                  <a:cubicBezTo>
                    <a:pt x="63" y="17"/>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299" name="Google Shape;3299;p46"/>
            <p:cNvSpPr/>
            <p:nvPr/>
          </p:nvSpPr>
          <p:spPr>
            <a:xfrm>
              <a:off x="3432055" y="1776232"/>
              <a:ext cx="8046" cy="5534"/>
            </a:xfrm>
            <a:custGeom>
              <a:avLst/>
              <a:gdLst/>
              <a:ahLst/>
              <a:cxnLst/>
              <a:rect l="l" t="t" r="r" b="b"/>
              <a:pathLst>
                <a:path w="253" h="174" extrusionOk="0">
                  <a:moveTo>
                    <a:pt x="174" y="1"/>
                  </a:moveTo>
                  <a:lnTo>
                    <a:pt x="158" y="1"/>
                  </a:lnTo>
                  <a:lnTo>
                    <a:pt x="158" y="16"/>
                  </a:lnTo>
                  <a:lnTo>
                    <a:pt x="143" y="16"/>
                  </a:lnTo>
                  <a:cubicBezTo>
                    <a:pt x="126" y="16"/>
                    <a:pt x="111" y="16"/>
                    <a:pt x="80" y="32"/>
                  </a:cubicBezTo>
                  <a:lnTo>
                    <a:pt x="63" y="32"/>
                  </a:lnTo>
                  <a:cubicBezTo>
                    <a:pt x="48" y="47"/>
                    <a:pt x="32" y="47"/>
                    <a:pt x="17" y="47"/>
                  </a:cubicBezTo>
                  <a:lnTo>
                    <a:pt x="0" y="64"/>
                  </a:lnTo>
                  <a:lnTo>
                    <a:pt x="0" y="95"/>
                  </a:lnTo>
                  <a:lnTo>
                    <a:pt x="32" y="158"/>
                  </a:lnTo>
                  <a:cubicBezTo>
                    <a:pt x="48" y="173"/>
                    <a:pt x="48" y="173"/>
                    <a:pt x="63" y="173"/>
                  </a:cubicBezTo>
                  <a:lnTo>
                    <a:pt x="80" y="173"/>
                  </a:lnTo>
                  <a:cubicBezTo>
                    <a:pt x="95" y="158"/>
                    <a:pt x="111" y="142"/>
                    <a:pt x="95" y="127"/>
                  </a:cubicBezTo>
                  <a:lnTo>
                    <a:pt x="80" y="95"/>
                  </a:lnTo>
                  <a:lnTo>
                    <a:pt x="80" y="95"/>
                  </a:lnTo>
                  <a:lnTo>
                    <a:pt x="111" y="95"/>
                  </a:lnTo>
                  <a:cubicBezTo>
                    <a:pt x="126" y="79"/>
                    <a:pt x="143" y="79"/>
                    <a:pt x="158" y="79"/>
                  </a:cubicBezTo>
                  <a:lnTo>
                    <a:pt x="174" y="79"/>
                  </a:lnTo>
                  <a:lnTo>
                    <a:pt x="174" y="79"/>
                  </a:lnTo>
                  <a:cubicBezTo>
                    <a:pt x="158" y="95"/>
                    <a:pt x="174" y="95"/>
                    <a:pt x="174" y="110"/>
                  </a:cubicBezTo>
                  <a:cubicBezTo>
                    <a:pt x="174" y="95"/>
                    <a:pt x="189" y="95"/>
                    <a:pt x="206" y="95"/>
                  </a:cubicBezTo>
                  <a:lnTo>
                    <a:pt x="206" y="95"/>
                  </a:lnTo>
                  <a:lnTo>
                    <a:pt x="206" y="95"/>
                  </a:lnTo>
                  <a:lnTo>
                    <a:pt x="237" y="95"/>
                  </a:lnTo>
                  <a:cubicBezTo>
                    <a:pt x="252" y="64"/>
                    <a:pt x="237" y="32"/>
                    <a:pt x="221" y="32"/>
                  </a:cubicBezTo>
                  <a:cubicBezTo>
                    <a:pt x="221" y="16"/>
                    <a:pt x="206" y="1"/>
                    <a:pt x="17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00" name="Google Shape;3300;p46"/>
            <p:cNvSpPr/>
            <p:nvPr/>
          </p:nvSpPr>
          <p:spPr>
            <a:xfrm>
              <a:off x="3400506" y="1811789"/>
              <a:ext cx="5502" cy="6583"/>
            </a:xfrm>
            <a:custGeom>
              <a:avLst/>
              <a:gdLst/>
              <a:ahLst/>
              <a:cxnLst/>
              <a:rect l="l" t="t" r="r" b="b"/>
              <a:pathLst>
                <a:path w="173" h="207" extrusionOk="0">
                  <a:moveTo>
                    <a:pt x="141" y="1"/>
                  </a:moveTo>
                  <a:lnTo>
                    <a:pt x="141" y="1"/>
                  </a:lnTo>
                  <a:lnTo>
                    <a:pt x="63" y="1"/>
                  </a:lnTo>
                  <a:cubicBezTo>
                    <a:pt x="78" y="17"/>
                    <a:pt x="95" y="32"/>
                    <a:pt x="78" y="32"/>
                  </a:cubicBezTo>
                  <a:cubicBezTo>
                    <a:pt x="78" y="49"/>
                    <a:pt x="63" y="64"/>
                    <a:pt x="47" y="64"/>
                  </a:cubicBezTo>
                  <a:lnTo>
                    <a:pt x="47" y="64"/>
                  </a:lnTo>
                  <a:lnTo>
                    <a:pt x="32" y="64"/>
                  </a:lnTo>
                  <a:lnTo>
                    <a:pt x="32" y="64"/>
                  </a:lnTo>
                  <a:lnTo>
                    <a:pt x="15" y="95"/>
                  </a:lnTo>
                  <a:lnTo>
                    <a:pt x="32" y="95"/>
                  </a:lnTo>
                  <a:lnTo>
                    <a:pt x="32" y="95"/>
                  </a:lnTo>
                  <a:cubicBezTo>
                    <a:pt x="63" y="95"/>
                    <a:pt x="78" y="112"/>
                    <a:pt x="78" y="143"/>
                  </a:cubicBezTo>
                  <a:cubicBezTo>
                    <a:pt x="78" y="158"/>
                    <a:pt x="63" y="175"/>
                    <a:pt x="47" y="175"/>
                  </a:cubicBezTo>
                  <a:lnTo>
                    <a:pt x="0" y="175"/>
                  </a:lnTo>
                  <a:lnTo>
                    <a:pt x="0" y="175"/>
                  </a:lnTo>
                  <a:lnTo>
                    <a:pt x="0" y="206"/>
                  </a:lnTo>
                  <a:cubicBezTo>
                    <a:pt x="15" y="206"/>
                    <a:pt x="32" y="206"/>
                    <a:pt x="63" y="190"/>
                  </a:cubicBezTo>
                  <a:lnTo>
                    <a:pt x="63" y="190"/>
                  </a:lnTo>
                  <a:lnTo>
                    <a:pt x="95" y="64"/>
                  </a:lnTo>
                  <a:lnTo>
                    <a:pt x="141" y="64"/>
                  </a:lnTo>
                  <a:lnTo>
                    <a:pt x="141" y="49"/>
                  </a:lnTo>
                  <a:lnTo>
                    <a:pt x="173" y="49"/>
                  </a:lnTo>
                  <a:lnTo>
                    <a:pt x="173" y="49"/>
                  </a:lnTo>
                  <a:lnTo>
                    <a:pt x="173" y="32"/>
                  </a:lnTo>
                  <a:cubicBezTo>
                    <a:pt x="173" y="17"/>
                    <a:pt x="158"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01" name="Google Shape;3301;p46"/>
            <p:cNvSpPr/>
            <p:nvPr/>
          </p:nvSpPr>
          <p:spPr>
            <a:xfrm>
              <a:off x="3413514" y="1769712"/>
              <a:ext cx="7537" cy="8555"/>
            </a:xfrm>
            <a:custGeom>
              <a:avLst/>
              <a:gdLst/>
              <a:ahLst/>
              <a:cxnLst/>
              <a:rect l="l" t="t" r="r" b="b"/>
              <a:pathLst>
                <a:path w="237" h="269" extrusionOk="0">
                  <a:moveTo>
                    <a:pt x="205" y="0"/>
                  </a:moveTo>
                  <a:lnTo>
                    <a:pt x="205" y="0"/>
                  </a:lnTo>
                  <a:lnTo>
                    <a:pt x="190" y="0"/>
                  </a:lnTo>
                  <a:cubicBezTo>
                    <a:pt x="190" y="0"/>
                    <a:pt x="174" y="0"/>
                    <a:pt x="174" y="17"/>
                  </a:cubicBezTo>
                  <a:lnTo>
                    <a:pt x="174" y="32"/>
                  </a:lnTo>
                  <a:lnTo>
                    <a:pt x="159" y="48"/>
                  </a:lnTo>
                  <a:lnTo>
                    <a:pt x="174" y="48"/>
                  </a:lnTo>
                  <a:cubicBezTo>
                    <a:pt x="190" y="48"/>
                    <a:pt x="205" y="63"/>
                    <a:pt x="205" y="95"/>
                  </a:cubicBezTo>
                  <a:cubicBezTo>
                    <a:pt x="205" y="111"/>
                    <a:pt x="190" y="111"/>
                    <a:pt x="174" y="111"/>
                  </a:cubicBezTo>
                  <a:lnTo>
                    <a:pt x="159" y="111"/>
                  </a:lnTo>
                  <a:lnTo>
                    <a:pt x="159" y="111"/>
                  </a:lnTo>
                  <a:lnTo>
                    <a:pt x="142" y="189"/>
                  </a:lnTo>
                  <a:lnTo>
                    <a:pt x="95" y="158"/>
                  </a:lnTo>
                  <a:lnTo>
                    <a:pt x="79" y="158"/>
                  </a:lnTo>
                  <a:lnTo>
                    <a:pt x="64" y="158"/>
                  </a:lnTo>
                  <a:lnTo>
                    <a:pt x="64" y="158"/>
                  </a:lnTo>
                  <a:lnTo>
                    <a:pt x="1" y="174"/>
                  </a:lnTo>
                  <a:lnTo>
                    <a:pt x="1" y="174"/>
                  </a:lnTo>
                  <a:lnTo>
                    <a:pt x="1" y="174"/>
                  </a:lnTo>
                  <a:cubicBezTo>
                    <a:pt x="16" y="189"/>
                    <a:pt x="16" y="189"/>
                    <a:pt x="16" y="206"/>
                  </a:cubicBezTo>
                  <a:lnTo>
                    <a:pt x="16" y="237"/>
                  </a:lnTo>
                  <a:lnTo>
                    <a:pt x="64" y="221"/>
                  </a:lnTo>
                  <a:lnTo>
                    <a:pt x="111" y="237"/>
                  </a:lnTo>
                  <a:lnTo>
                    <a:pt x="127" y="237"/>
                  </a:lnTo>
                  <a:lnTo>
                    <a:pt x="127" y="237"/>
                  </a:lnTo>
                  <a:cubicBezTo>
                    <a:pt x="142" y="237"/>
                    <a:pt x="159" y="237"/>
                    <a:pt x="159" y="252"/>
                  </a:cubicBezTo>
                  <a:lnTo>
                    <a:pt x="174" y="269"/>
                  </a:lnTo>
                  <a:lnTo>
                    <a:pt x="174" y="269"/>
                  </a:lnTo>
                  <a:lnTo>
                    <a:pt x="190" y="269"/>
                  </a:lnTo>
                  <a:cubicBezTo>
                    <a:pt x="190" y="252"/>
                    <a:pt x="205" y="252"/>
                    <a:pt x="205" y="237"/>
                  </a:cubicBezTo>
                  <a:lnTo>
                    <a:pt x="205" y="206"/>
                  </a:lnTo>
                  <a:lnTo>
                    <a:pt x="190" y="221"/>
                  </a:lnTo>
                  <a:lnTo>
                    <a:pt x="190" y="221"/>
                  </a:lnTo>
                  <a:cubicBezTo>
                    <a:pt x="174" y="221"/>
                    <a:pt x="159" y="206"/>
                    <a:pt x="159" y="189"/>
                  </a:cubicBezTo>
                  <a:cubicBezTo>
                    <a:pt x="159" y="158"/>
                    <a:pt x="174" y="143"/>
                    <a:pt x="190" y="143"/>
                  </a:cubicBezTo>
                  <a:lnTo>
                    <a:pt x="222" y="143"/>
                  </a:lnTo>
                  <a:lnTo>
                    <a:pt x="222" y="111"/>
                  </a:lnTo>
                  <a:lnTo>
                    <a:pt x="222" y="80"/>
                  </a:lnTo>
                  <a:lnTo>
                    <a:pt x="237" y="80"/>
                  </a:lnTo>
                  <a:lnTo>
                    <a:pt x="237" y="32"/>
                  </a:lnTo>
                  <a:cubicBezTo>
                    <a:pt x="237" y="17"/>
                    <a:pt x="222"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02" name="Google Shape;3302;p46"/>
            <p:cNvSpPr/>
            <p:nvPr/>
          </p:nvSpPr>
          <p:spPr>
            <a:xfrm>
              <a:off x="3168467" y="1794742"/>
              <a:ext cx="7569" cy="5565"/>
            </a:xfrm>
            <a:custGeom>
              <a:avLst/>
              <a:gdLst/>
              <a:ahLst/>
              <a:cxnLst/>
              <a:rect l="l" t="t" r="r" b="b"/>
              <a:pathLst>
                <a:path w="238" h="175" extrusionOk="0">
                  <a:moveTo>
                    <a:pt x="190" y="143"/>
                  </a:moveTo>
                  <a:lnTo>
                    <a:pt x="190" y="159"/>
                  </a:lnTo>
                  <a:cubicBezTo>
                    <a:pt x="206" y="159"/>
                    <a:pt x="206" y="175"/>
                    <a:pt x="190" y="175"/>
                  </a:cubicBezTo>
                  <a:lnTo>
                    <a:pt x="221" y="159"/>
                  </a:lnTo>
                  <a:lnTo>
                    <a:pt x="206" y="159"/>
                  </a:lnTo>
                  <a:cubicBezTo>
                    <a:pt x="206" y="159"/>
                    <a:pt x="190" y="159"/>
                    <a:pt x="190" y="143"/>
                  </a:cubicBezTo>
                  <a:close/>
                  <a:moveTo>
                    <a:pt x="143" y="1"/>
                  </a:moveTo>
                  <a:lnTo>
                    <a:pt x="95" y="1"/>
                  </a:lnTo>
                  <a:cubicBezTo>
                    <a:pt x="64" y="1"/>
                    <a:pt x="32" y="17"/>
                    <a:pt x="17" y="32"/>
                  </a:cubicBezTo>
                  <a:lnTo>
                    <a:pt x="17" y="32"/>
                  </a:lnTo>
                  <a:cubicBezTo>
                    <a:pt x="1" y="49"/>
                    <a:pt x="1" y="80"/>
                    <a:pt x="17" y="80"/>
                  </a:cubicBezTo>
                  <a:cubicBezTo>
                    <a:pt x="17" y="95"/>
                    <a:pt x="32" y="95"/>
                    <a:pt x="32" y="95"/>
                  </a:cubicBezTo>
                  <a:lnTo>
                    <a:pt x="64" y="95"/>
                  </a:lnTo>
                  <a:cubicBezTo>
                    <a:pt x="80" y="80"/>
                    <a:pt x="80" y="64"/>
                    <a:pt x="158" y="64"/>
                  </a:cubicBezTo>
                  <a:lnTo>
                    <a:pt x="158" y="95"/>
                  </a:lnTo>
                  <a:cubicBezTo>
                    <a:pt x="158" y="95"/>
                    <a:pt x="158" y="112"/>
                    <a:pt x="175" y="112"/>
                  </a:cubicBezTo>
                  <a:lnTo>
                    <a:pt x="158" y="112"/>
                  </a:lnTo>
                  <a:cubicBezTo>
                    <a:pt x="158" y="127"/>
                    <a:pt x="143" y="127"/>
                    <a:pt x="143" y="143"/>
                  </a:cubicBezTo>
                  <a:lnTo>
                    <a:pt x="158" y="127"/>
                  </a:lnTo>
                  <a:lnTo>
                    <a:pt x="158" y="127"/>
                  </a:lnTo>
                  <a:cubicBezTo>
                    <a:pt x="175" y="127"/>
                    <a:pt x="175" y="127"/>
                    <a:pt x="190" y="143"/>
                  </a:cubicBezTo>
                  <a:cubicBezTo>
                    <a:pt x="175" y="127"/>
                    <a:pt x="175" y="112"/>
                    <a:pt x="190" y="112"/>
                  </a:cubicBezTo>
                  <a:cubicBezTo>
                    <a:pt x="190" y="95"/>
                    <a:pt x="206" y="95"/>
                    <a:pt x="206" y="95"/>
                  </a:cubicBezTo>
                  <a:lnTo>
                    <a:pt x="221" y="95"/>
                  </a:lnTo>
                  <a:lnTo>
                    <a:pt x="221" y="95"/>
                  </a:lnTo>
                  <a:lnTo>
                    <a:pt x="238" y="95"/>
                  </a:lnTo>
                  <a:cubicBezTo>
                    <a:pt x="238" y="80"/>
                    <a:pt x="238" y="80"/>
                    <a:pt x="221" y="80"/>
                  </a:cubicBezTo>
                  <a:lnTo>
                    <a:pt x="221" y="64"/>
                  </a:lnTo>
                  <a:lnTo>
                    <a:pt x="190" y="64"/>
                  </a:lnTo>
                  <a:lnTo>
                    <a:pt x="190" y="64"/>
                  </a:lnTo>
                  <a:cubicBezTo>
                    <a:pt x="175" y="64"/>
                    <a:pt x="175" y="64"/>
                    <a:pt x="158" y="4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03" name="Google Shape;3303;p46"/>
            <p:cNvSpPr/>
            <p:nvPr/>
          </p:nvSpPr>
          <p:spPr>
            <a:xfrm>
              <a:off x="3376463" y="1773720"/>
              <a:ext cx="4039" cy="6551"/>
            </a:xfrm>
            <a:custGeom>
              <a:avLst/>
              <a:gdLst/>
              <a:ahLst/>
              <a:cxnLst/>
              <a:rect l="l" t="t" r="r" b="b"/>
              <a:pathLst>
                <a:path w="127" h="206" extrusionOk="0">
                  <a:moveTo>
                    <a:pt x="32" y="0"/>
                  </a:moveTo>
                  <a:lnTo>
                    <a:pt x="32" y="0"/>
                  </a:lnTo>
                  <a:lnTo>
                    <a:pt x="15" y="0"/>
                  </a:lnTo>
                  <a:cubicBezTo>
                    <a:pt x="0" y="17"/>
                    <a:pt x="0" y="32"/>
                    <a:pt x="15" y="48"/>
                  </a:cubicBezTo>
                  <a:lnTo>
                    <a:pt x="47" y="95"/>
                  </a:lnTo>
                  <a:lnTo>
                    <a:pt x="47" y="95"/>
                  </a:lnTo>
                  <a:lnTo>
                    <a:pt x="63" y="174"/>
                  </a:lnTo>
                  <a:cubicBezTo>
                    <a:pt x="63" y="189"/>
                    <a:pt x="78" y="206"/>
                    <a:pt x="95" y="206"/>
                  </a:cubicBezTo>
                  <a:lnTo>
                    <a:pt x="110" y="206"/>
                  </a:lnTo>
                  <a:lnTo>
                    <a:pt x="126" y="189"/>
                  </a:lnTo>
                  <a:lnTo>
                    <a:pt x="126" y="158"/>
                  </a:lnTo>
                  <a:lnTo>
                    <a:pt x="126" y="143"/>
                  </a:lnTo>
                  <a:lnTo>
                    <a:pt x="126" y="111"/>
                  </a:lnTo>
                  <a:lnTo>
                    <a:pt x="126" y="111"/>
                  </a:lnTo>
                  <a:cubicBezTo>
                    <a:pt x="110" y="95"/>
                    <a:pt x="110" y="80"/>
                    <a:pt x="110" y="80"/>
                  </a:cubicBezTo>
                  <a:lnTo>
                    <a:pt x="110" y="48"/>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04" name="Google Shape;3304;p46"/>
            <p:cNvSpPr/>
            <p:nvPr/>
          </p:nvSpPr>
          <p:spPr>
            <a:xfrm>
              <a:off x="3208094" y="1793756"/>
              <a:ext cx="5025" cy="2035"/>
            </a:xfrm>
            <a:custGeom>
              <a:avLst/>
              <a:gdLst/>
              <a:ahLst/>
              <a:cxnLst/>
              <a:rect l="l" t="t" r="r" b="b"/>
              <a:pathLst>
                <a:path w="158" h="64" extrusionOk="0">
                  <a:moveTo>
                    <a:pt x="32" y="0"/>
                  </a:moveTo>
                  <a:lnTo>
                    <a:pt x="32" y="0"/>
                  </a:lnTo>
                  <a:cubicBezTo>
                    <a:pt x="15" y="0"/>
                    <a:pt x="15" y="0"/>
                    <a:pt x="0" y="17"/>
                  </a:cubicBezTo>
                  <a:lnTo>
                    <a:pt x="0" y="32"/>
                  </a:lnTo>
                  <a:cubicBezTo>
                    <a:pt x="0" y="48"/>
                    <a:pt x="15" y="63"/>
                    <a:pt x="32" y="63"/>
                  </a:cubicBezTo>
                  <a:lnTo>
                    <a:pt x="32" y="63"/>
                  </a:lnTo>
                  <a:lnTo>
                    <a:pt x="126" y="63"/>
                  </a:lnTo>
                  <a:lnTo>
                    <a:pt x="126" y="63"/>
                  </a:lnTo>
                  <a:cubicBezTo>
                    <a:pt x="141" y="63"/>
                    <a:pt x="158" y="48"/>
                    <a:pt x="158" y="32"/>
                  </a:cubicBezTo>
                  <a:cubicBezTo>
                    <a:pt x="158" y="17"/>
                    <a:pt x="158" y="0"/>
                    <a:pt x="126"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05" name="Google Shape;3305;p46"/>
            <p:cNvSpPr/>
            <p:nvPr/>
          </p:nvSpPr>
          <p:spPr>
            <a:xfrm>
              <a:off x="3265690" y="1820344"/>
              <a:ext cx="5025" cy="2512"/>
            </a:xfrm>
            <a:custGeom>
              <a:avLst/>
              <a:gdLst/>
              <a:ahLst/>
              <a:cxnLst/>
              <a:rect l="l" t="t" r="r" b="b"/>
              <a:pathLst>
                <a:path w="158" h="79" extrusionOk="0">
                  <a:moveTo>
                    <a:pt x="126" y="0"/>
                  </a:moveTo>
                  <a:lnTo>
                    <a:pt x="126" y="0"/>
                  </a:lnTo>
                  <a:lnTo>
                    <a:pt x="111" y="0"/>
                  </a:lnTo>
                  <a:lnTo>
                    <a:pt x="111" y="0"/>
                  </a:lnTo>
                  <a:lnTo>
                    <a:pt x="111" y="0"/>
                  </a:lnTo>
                  <a:cubicBezTo>
                    <a:pt x="95" y="0"/>
                    <a:pt x="95" y="15"/>
                    <a:pt x="80" y="15"/>
                  </a:cubicBezTo>
                  <a:lnTo>
                    <a:pt x="80" y="0"/>
                  </a:lnTo>
                  <a:lnTo>
                    <a:pt x="48" y="15"/>
                  </a:lnTo>
                  <a:lnTo>
                    <a:pt x="17" y="15"/>
                  </a:lnTo>
                  <a:cubicBezTo>
                    <a:pt x="0" y="15"/>
                    <a:pt x="0" y="32"/>
                    <a:pt x="0" y="63"/>
                  </a:cubicBezTo>
                  <a:cubicBezTo>
                    <a:pt x="0" y="63"/>
                    <a:pt x="0" y="78"/>
                    <a:pt x="17" y="78"/>
                  </a:cubicBezTo>
                  <a:lnTo>
                    <a:pt x="32" y="78"/>
                  </a:lnTo>
                  <a:cubicBezTo>
                    <a:pt x="32" y="63"/>
                    <a:pt x="48" y="63"/>
                    <a:pt x="48" y="63"/>
                  </a:cubicBezTo>
                  <a:lnTo>
                    <a:pt x="48" y="63"/>
                  </a:lnTo>
                  <a:cubicBezTo>
                    <a:pt x="63" y="63"/>
                    <a:pt x="63" y="63"/>
                    <a:pt x="80" y="78"/>
                  </a:cubicBezTo>
                  <a:lnTo>
                    <a:pt x="126" y="63"/>
                  </a:lnTo>
                  <a:cubicBezTo>
                    <a:pt x="143" y="63"/>
                    <a:pt x="158" y="47"/>
                    <a:pt x="158" y="32"/>
                  </a:cubicBezTo>
                  <a:cubicBezTo>
                    <a:pt x="158" y="15"/>
                    <a:pt x="143"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06" name="Google Shape;3306;p46"/>
            <p:cNvSpPr/>
            <p:nvPr/>
          </p:nvSpPr>
          <p:spPr>
            <a:xfrm>
              <a:off x="3034191" y="1822348"/>
              <a:ext cx="2544" cy="3498"/>
            </a:xfrm>
            <a:custGeom>
              <a:avLst/>
              <a:gdLst/>
              <a:ahLst/>
              <a:cxnLst/>
              <a:rect l="l" t="t" r="r" b="b"/>
              <a:pathLst>
                <a:path w="80" h="110" extrusionOk="0">
                  <a:moveTo>
                    <a:pt x="80" y="0"/>
                  </a:moveTo>
                  <a:lnTo>
                    <a:pt x="32" y="32"/>
                  </a:lnTo>
                  <a:lnTo>
                    <a:pt x="17" y="32"/>
                  </a:lnTo>
                  <a:lnTo>
                    <a:pt x="0" y="32"/>
                  </a:lnTo>
                  <a:lnTo>
                    <a:pt x="0" y="78"/>
                  </a:lnTo>
                  <a:cubicBezTo>
                    <a:pt x="0" y="95"/>
                    <a:pt x="17" y="110"/>
                    <a:pt x="32" y="110"/>
                  </a:cubicBezTo>
                  <a:lnTo>
                    <a:pt x="32" y="110"/>
                  </a:lnTo>
                  <a:cubicBezTo>
                    <a:pt x="48" y="110"/>
                    <a:pt x="63" y="95"/>
                    <a:pt x="63" y="78"/>
                  </a:cubicBezTo>
                  <a:lnTo>
                    <a:pt x="80"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07" name="Google Shape;3307;p46"/>
            <p:cNvSpPr/>
            <p:nvPr/>
          </p:nvSpPr>
          <p:spPr>
            <a:xfrm>
              <a:off x="3170470" y="1809785"/>
              <a:ext cx="5565" cy="2576"/>
            </a:xfrm>
            <a:custGeom>
              <a:avLst/>
              <a:gdLst/>
              <a:ahLst/>
              <a:cxnLst/>
              <a:rect l="l" t="t" r="r" b="b"/>
              <a:pathLst>
                <a:path w="175" h="81" extrusionOk="0">
                  <a:moveTo>
                    <a:pt x="32" y="1"/>
                  </a:moveTo>
                  <a:lnTo>
                    <a:pt x="32" y="1"/>
                  </a:lnTo>
                  <a:cubicBezTo>
                    <a:pt x="17" y="1"/>
                    <a:pt x="1" y="17"/>
                    <a:pt x="1" y="32"/>
                  </a:cubicBezTo>
                  <a:cubicBezTo>
                    <a:pt x="1" y="49"/>
                    <a:pt x="17" y="64"/>
                    <a:pt x="32" y="64"/>
                  </a:cubicBezTo>
                  <a:lnTo>
                    <a:pt x="127" y="80"/>
                  </a:lnTo>
                  <a:lnTo>
                    <a:pt x="127" y="80"/>
                  </a:lnTo>
                  <a:cubicBezTo>
                    <a:pt x="143" y="80"/>
                    <a:pt x="158" y="64"/>
                    <a:pt x="158" y="49"/>
                  </a:cubicBezTo>
                  <a:cubicBezTo>
                    <a:pt x="175" y="32"/>
                    <a:pt x="158" y="17"/>
                    <a:pt x="127"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08" name="Google Shape;3308;p46"/>
            <p:cNvSpPr/>
            <p:nvPr/>
          </p:nvSpPr>
          <p:spPr>
            <a:xfrm>
              <a:off x="3274723" y="1765196"/>
              <a:ext cx="2035" cy="2067"/>
            </a:xfrm>
            <a:custGeom>
              <a:avLst/>
              <a:gdLst/>
              <a:ahLst/>
              <a:cxnLst/>
              <a:rect l="l" t="t" r="r" b="b"/>
              <a:pathLst>
                <a:path w="64" h="65" extrusionOk="0">
                  <a:moveTo>
                    <a:pt x="32" y="1"/>
                  </a:moveTo>
                  <a:lnTo>
                    <a:pt x="16" y="1"/>
                  </a:lnTo>
                  <a:lnTo>
                    <a:pt x="0" y="1"/>
                  </a:lnTo>
                  <a:lnTo>
                    <a:pt x="0" y="1"/>
                  </a:lnTo>
                  <a:cubicBezTo>
                    <a:pt x="16" y="1"/>
                    <a:pt x="16" y="16"/>
                    <a:pt x="16" y="33"/>
                  </a:cubicBezTo>
                  <a:cubicBezTo>
                    <a:pt x="16" y="48"/>
                    <a:pt x="16" y="48"/>
                    <a:pt x="32" y="64"/>
                  </a:cubicBezTo>
                  <a:lnTo>
                    <a:pt x="32" y="64"/>
                  </a:lnTo>
                  <a:cubicBezTo>
                    <a:pt x="48" y="64"/>
                    <a:pt x="63" y="48"/>
                    <a:pt x="63" y="33"/>
                  </a:cubicBezTo>
                  <a:cubicBezTo>
                    <a:pt x="63"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09" name="Google Shape;3309;p46"/>
            <p:cNvSpPr/>
            <p:nvPr/>
          </p:nvSpPr>
          <p:spPr>
            <a:xfrm>
              <a:off x="3271224" y="1765196"/>
              <a:ext cx="8523" cy="7060"/>
            </a:xfrm>
            <a:custGeom>
              <a:avLst/>
              <a:gdLst/>
              <a:ahLst/>
              <a:cxnLst/>
              <a:rect l="l" t="t" r="r" b="b"/>
              <a:pathLst>
                <a:path w="268" h="222" extrusionOk="0">
                  <a:moveTo>
                    <a:pt x="95" y="1"/>
                  </a:moveTo>
                  <a:lnTo>
                    <a:pt x="95" y="1"/>
                  </a:lnTo>
                  <a:lnTo>
                    <a:pt x="78" y="1"/>
                  </a:lnTo>
                  <a:lnTo>
                    <a:pt x="15" y="33"/>
                  </a:lnTo>
                  <a:cubicBezTo>
                    <a:pt x="15" y="33"/>
                    <a:pt x="0" y="33"/>
                    <a:pt x="0" y="48"/>
                  </a:cubicBezTo>
                  <a:lnTo>
                    <a:pt x="15" y="48"/>
                  </a:lnTo>
                  <a:cubicBezTo>
                    <a:pt x="15" y="33"/>
                    <a:pt x="32" y="33"/>
                    <a:pt x="32" y="33"/>
                  </a:cubicBezTo>
                  <a:lnTo>
                    <a:pt x="32" y="33"/>
                  </a:lnTo>
                  <a:cubicBezTo>
                    <a:pt x="47" y="33"/>
                    <a:pt x="63" y="48"/>
                    <a:pt x="63" y="64"/>
                  </a:cubicBezTo>
                  <a:lnTo>
                    <a:pt x="63" y="79"/>
                  </a:lnTo>
                  <a:lnTo>
                    <a:pt x="63" y="79"/>
                  </a:lnTo>
                  <a:cubicBezTo>
                    <a:pt x="78" y="96"/>
                    <a:pt x="78" y="111"/>
                    <a:pt x="95" y="127"/>
                  </a:cubicBezTo>
                  <a:cubicBezTo>
                    <a:pt x="110" y="174"/>
                    <a:pt x="142" y="205"/>
                    <a:pt x="205" y="222"/>
                  </a:cubicBezTo>
                  <a:lnTo>
                    <a:pt x="221" y="222"/>
                  </a:lnTo>
                  <a:lnTo>
                    <a:pt x="236" y="222"/>
                  </a:lnTo>
                  <a:lnTo>
                    <a:pt x="252" y="205"/>
                  </a:lnTo>
                  <a:lnTo>
                    <a:pt x="268" y="159"/>
                  </a:lnTo>
                  <a:cubicBezTo>
                    <a:pt x="268" y="142"/>
                    <a:pt x="268" y="127"/>
                    <a:pt x="252" y="111"/>
                  </a:cubicBezTo>
                  <a:lnTo>
                    <a:pt x="236" y="111"/>
                  </a:lnTo>
                  <a:cubicBezTo>
                    <a:pt x="221" y="111"/>
                    <a:pt x="205" y="111"/>
                    <a:pt x="205" y="127"/>
                  </a:cubicBezTo>
                  <a:lnTo>
                    <a:pt x="205" y="142"/>
                  </a:lnTo>
                  <a:cubicBezTo>
                    <a:pt x="158" y="127"/>
                    <a:pt x="142" y="96"/>
                    <a:pt x="142" y="64"/>
                  </a:cubicBezTo>
                  <a:cubicBezTo>
                    <a:pt x="126" y="48"/>
                    <a:pt x="126" y="48"/>
                    <a:pt x="126" y="33"/>
                  </a:cubicBezTo>
                  <a:cubicBezTo>
                    <a:pt x="126" y="16"/>
                    <a:pt x="126" y="1"/>
                    <a:pt x="110" y="1"/>
                  </a:cubicBez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10" name="Google Shape;3310;p46"/>
            <p:cNvSpPr/>
            <p:nvPr/>
          </p:nvSpPr>
          <p:spPr>
            <a:xfrm>
              <a:off x="3393955" y="1790735"/>
              <a:ext cx="5057" cy="4580"/>
            </a:xfrm>
            <a:custGeom>
              <a:avLst/>
              <a:gdLst/>
              <a:ahLst/>
              <a:cxnLst/>
              <a:rect l="l" t="t" r="r" b="b"/>
              <a:pathLst>
                <a:path w="159" h="144" extrusionOk="0">
                  <a:moveTo>
                    <a:pt x="95" y="1"/>
                  </a:moveTo>
                  <a:lnTo>
                    <a:pt x="95" y="1"/>
                  </a:lnTo>
                  <a:lnTo>
                    <a:pt x="80" y="1"/>
                  </a:lnTo>
                  <a:lnTo>
                    <a:pt x="95" y="49"/>
                  </a:lnTo>
                  <a:cubicBezTo>
                    <a:pt x="95" y="64"/>
                    <a:pt x="80" y="80"/>
                    <a:pt x="64" y="80"/>
                  </a:cubicBezTo>
                  <a:lnTo>
                    <a:pt x="64" y="80"/>
                  </a:lnTo>
                  <a:lnTo>
                    <a:pt x="49" y="80"/>
                  </a:lnTo>
                  <a:lnTo>
                    <a:pt x="32" y="95"/>
                  </a:lnTo>
                  <a:lnTo>
                    <a:pt x="17" y="80"/>
                  </a:lnTo>
                  <a:lnTo>
                    <a:pt x="17" y="95"/>
                  </a:lnTo>
                  <a:cubicBezTo>
                    <a:pt x="1" y="95"/>
                    <a:pt x="1" y="112"/>
                    <a:pt x="17" y="127"/>
                  </a:cubicBezTo>
                  <a:lnTo>
                    <a:pt x="17" y="127"/>
                  </a:lnTo>
                  <a:lnTo>
                    <a:pt x="32" y="143"/>
                  </a:lnTo>
                  <a:lnTo>
                    <a:pt x="49" y="143"/>
                  </a:lnTo>
                  <a:cubicBezTo>
                    <a:pt x="49" y="143"/>
                    <a:pt x="64" y="143"/>
                    <a:pt x="64" y="127"/>
                  </a:cubicBezTo>
                  <a:lnTo>
                    <a:pt x="80" y="112"/>
                  </a:lnTo>
                  <a:lnTo>
                    <a:pt x="95" y="112"/>
                  </a:lnTo>
                  <a:lnTo>
                    <a:pt x="112" y="112"/>
                  </a:lnTo>
                  <a:lnTo>
                    <a:pt x="112" y="112"/>
                  </a:lnTo>
                  <a:lnTo>
                    <a:pt x="127" y="112"/>
                  </a:lnTo>
                  <a:lnTo>
                    <a:pt x="127" y="112"/>
                  </a:lnTo>
                  <a:lnTo>
                    <a:pt x="143" y="112"/>
                  </a:lnTo>
                  <a:lnTo>
                    <a:pt x="158" y="95"/>
                  </a:lnTo>
                  <a:lnTo>
                    <a:pt x="158" y="49"/>
                  </a:lnTo>
                  <a:cubicBezTo>
                    <a:pt x="158" y="32"/>
                    <a:pt x="158" y="32"/>
                    <a:pt x="143" y="17"/>
                  </a:cubicBezTo>
                  <a:lnTo>
                    <a:pt x="127" y="1"/>
                  </a:lnTo>
                  <a:lnTo>
                    <a:pt x="11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11" name="Google Shape;3311;p46"/>
            <p:cNvSpPr/>
            <p:nvPr/>
          </p:nvSpPr>
          <p:spPr>
            <a:xfrm>
              <a:off x="3119362" y="1795760"/>
              <a:ext cx="4039" cy="5057"/>
            </a:xfrm>
            <a:custGeom>
              <a:avLst/>
              <a:gdLst/>
              <a:ahLst/>
              <a:cxnLst/>
              <a:rect l="l" t="t" r="r" b="b"/>
              <a:pathLst>
                <a:path w="127" h="159" extrusionOk="0">
                  <a:moveTo>
                    <a:pt x="32" y="0"/>
                  </a:moveTo>
                  <a:lnTo>
                    <a:pt x="32" y="0"/>
                  </a:lnTo>
                  <a:lnTo>
                    <a:pt x="32" y="0"/>
                  </a:lnTo>
                  <a:lnTo>
                    <a:pt x="32" y="0"/>
                  </a:lnTo>
                  <a:lnTo>
                    <a:pt x="1" y="0"/>
                  </a:lnTo>
                  <a:lnTo>
                    <a:pt x="1" y="32"/>
                  </a:lnTo>
                  <a:lnTo>
                    <a:pt x="1" y="63"/>
                  </a:lnTo>
                  <a:lnTo>
                    <a:pt x="1" y="80"/>
                  </a:lnTo>
                  <a:lnTo>
                    <a:pt x="1" y="127"/>
                  </a:lnTo>
                  <a:lnTo>
                    <a:pt x="1" y="127"/>
                  </a:lnTo>
                  <a:lnTo>
                    <a:pt x="1" y="127"/>
                  </a:lnTo>
                  <a:lnTo>
                    <a:pt x="17" y="127"/>
                  </a:lnTo>
                  <a:cubicBezTo>
                    <a:pt x="32" y="127"/>
                    <a:pt x="49" y="143"/>
                    <a:pt x="49" y="158"/>
                  </a:cubicBezTo>
                  <a:lnTo>
                    <a:pt x="49" y="158"/>
                  </a:lnTo>
                  <a:lnTo>
                    <a:pt x="49" y="158"/>
                  </a:lnTo>
                  <a:lnTo>
                    <a:pt x="64" y="158"/>
                  </a:lnTo>
                  <a:lnTo>
                    <a:pt x="64" y="158"/>
                  </a:lnTo>
                  <a:cubicBezTo>
                    <a:pt x="80" y="158"/>
                    <a:pt x="112" y="143"/>
                    <a:pt x="112" y="127"/>
                  </a:cubicBezTo>
                  <a:cubicBezTo>
                    <a:pt x="127" y="111"/>
                    <a:pt x="127" y="80"/>
                    <a:pt x="112" y="48"/>
                  </a:cubicBezTo>
                  <a:cubicBezTo>
                    <a:pt x="95" y="32"/>
                    <a:pt x="95" y="17"/>
                    <a:pt x="80" y="17"/>
                  </a:cubicBezTo>
                  <a:lnTo>
                    <a:pt x="80"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12" name="Google Shape;3312;p46"/>
            <p:cNvSpPr/>
            <p:nvPr/>
          </p:nvSpPr>
          <p:spPr>
            <a:xfrm>
              <a:off x="3103842" y="1799290"/>
              <a:ext cx="4548" cy="3021"/>
            </a:xfrm>
            <a:custGeom>
              <a:avLst/>
              <a:gdLst/>
              <a:ahLst/>
              <a:cxnLst/>
              <a:rect l="l" t="t" r="r" b="b"/>
              <a:pathLst>
                <a:path w="143" h="95" extrusionOk="0">
                  <a:moveTo>
                    <a:pt x="95" y="0"/>
                  </a:moveTo>
                  <a:cubicBezTo>
                    <a:pt x="79" y="0"/>
                    <a:pt x="48" y="16"/>
                    <a:pt x="16" y="16"/>
                  </a:cubicBezTo>
                  <a:lnTo>
                    <a:pt x="1" y="16"/>
                  </a:lnTo>
                  <a:lnTo>
                    <a:pt x="48" y="79"/>
                  </a:lnTo>
                  <a:cubicBezTo>
                    <a:pt x="48" y="95"/>
                    <a:pt x="64" y="95"/>
                    <a:pt x="79" y="95"/>
                  </a:cubicBezTo>
                  <a:lnTo>
                    <a:pt x="79" y="95"/>
                  </a:lnTo>
                  <a:lnTo>
                    <a:pt x="95" y="95"/>
                  </a:lnTo>
                  <a:cubicBezTo>
                    <a:pt x="95" y="95"/>
                    <a:pt x="95" y="79"/>
                    <a:pt x="111" y="79"/>
                  </a:cubicBezTo>
                  <a:lnTo>
                    <a:pt x="142" y="32"/>
                  </a:lnTo>
                  <a:lnTo>
                    <a:pt x="142" y="16"/>
                  </a:lnTo>
                  <a:lnTo>
                    <a:pt x="142" y="16"/>
                  </a:lnTo>
                  <a:lnTo>
                    <a:pt x="111"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13" name="Google Shape;3313;p46"/>
            <p:cNvSpPr/>
            <p:nvPr/>
          </p:nvSpPr>
          <p:spPr>
            <a:xfrm>
              <a:off x="3435045" y="1789272"/>
              <a:ext cx="6583" cy="5025"/>
            </a:xfrm>
            <a:custGeom>
              <a:avLst/>
              <a:gdLst/>
              <a:ahLst/>
              <a:cxnLst/>
              <a:rect l="l" t="t" r="r" b="b"/>
              <a:pathLst>
                <a:path w="207" h="158" extrusionOk="0">
                  <a:moveTo>
                    <a:pt x="64" y="15"/>
                  </a:moveTo>
                  <a:lnTo>
                    <a:pt x="49" y="15"/>
                  </a:lnTo>
                  <a:lnTo>
                    <a:pt x="49" y="15"/>
                  </a:lnTo>
                  <a:lnTo>
                    <a:pt x="1" y="63"/>
                  </a:lnTo>
                  <a:lnTo>
                    <a:pt x="1" y="95"/>
                  </a:lnTo>
                  <a:lnTo>
                    <a:pt x="1" y="110"/>
                  </a:lnTo>
                  <a:lnTo>
                    <a:pt x="32" y="126"/>
                  </a:lnTo>
                  <a:lnTo>
                    <a:pt x="49" y="141"/>
                  </a:lnTo>
                  <a:cubicBezTo>
                    <a:pt x="49" y="158"/>
                    <a:pt x="64" y="158"/>
                    <a:pt x="64" y="158"/>
                  </a:cubicBezTo>
                  <a:cubicBezTo>
                    <a:pt x="80" y="158"/>
                    <a:pt x="80" y="141"/>
                    <a:pt x="95" y="141"/>
                  </a:cubicBezTo>
                  <a:lnTo>
                    <a:pt x="95" y="110"/>
                  </a:lnTo>
                  <a:lnTo>
                    <a:pt x="95" y="110"/>
                  </a:lnTo>
                  <a:lnTo>
                    <a:pt x="80" y="110"/>
                  </a:lnTo>
                  <a:cubicBezTo>
                    <a:pt x="64" y="110"/>
                    <a:pt x="49" y="95"/>
                    <a:pt x="49" y="78"/>
                  </a:cubicBezTo>
                  <a:cubicBezTo>
                    <a:pt x="49" y="63"/>
                    <a:pt x="64" y="47"/>
                    <a:pt x="80" y="32"/>
                  </a:cubicBezTo>
                  <a:cubicBezTo>
                    <a:pt x="64" y="32"/>
                    <a:pt x="64" y="32"/>
                    <a:pt x="64" y="15"/>
                  </a:cubicBezTo>
                  <a:close/>
                  <a:moveTo>
                    <a:pt x="158" y="0"/>
                  </a:moveTo>
                  <a:lnTo>
                    <a:pt x="143" y="0"/>
                  </a:lnTo>
                  <a:lnTo>
                    <a:pt x="127" y="0"/>
                  </a:lnTo>
                  <a:lnTo>
                    <a:pt x="127" y="15"/>
                  </a:lnTo>
                  <a:cubicBezTo>
                    <a:pt x="127" y="15"/>
                    <a:pt x="127" y="32"/>
                    <a:pt x="112" y="32"/>
                  </a:cubicBezTo>
                  <a:lnTo>
                    <a:pt x="143" y="32"/>
                  </a:lnTo>
                  <a:lnTo>
                    <a:pt x="158" y="32"/>
                  </a:lnTo>
                  <a:cubicBezTo>
                    <a:pt x="175" y="32"/>
                    <a:pt x="190" y="47"/>
                    <a:pt x="190" y="63"/>
                  </a:cubicBezTo>
                  <a:lnTo>
                    <a:pt x="190" y="63"/>
                  </a:lnTo>
                  <a:cubicBezTo>
                    <a:pt x="206" y="63"/>
                    <a:pt x="206" y="47"/>
                    <a:pt x="206" y="32"/>
                  </a:cubicBezTo>
                  <a:cubicBezTo>
                    <a:pt x="206" y="15"/>
                    <a:pt x="190" y="0"/>
                    <a:pt x="17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14" name="Google Shape;3314;p46"/>
            <p:cNvSpPr/>
            <p:nvPr/>
          </p:nvSpPr>
          <p:spPr>
            <a:xfrm>
              <a:off x="3301756" y="1818817"/>
              <a:ext cx="7060" cy="3562"/>
            </a:xfrm>
            <a:custGeom>
              <a:avLst/>
              <a:gdLst/>
              <a:ahLst/>
              <a:cxnLst/>
              <a:rect l="l" t="t" r="r" b="b"/>
              <a:pathLst>
                <a:path w="222" h="112" extrusionOk="0">
                  <a:moveTo>
                    <a:pt x="49" y="0"/>
                  </a:moveTo>
                  <a:lnTo>
                    <a:pt x="49" y="0"/>
                  </a:lnTo>
                  <a:cubicBezTo>
                    <a:pt x="32" y="0"/>
                    <a:pt x="17" y="17"/>
                    <a:pt x="17" y="17"/>
                  </a:cubicBezTo>
                  <a:cubicBezTo>
                    <a:pt x="1" y="48"/>
                    <a:pt x="17" y="63"/>
                    <a:pt x="32" y="63"/>
                  </a:cubicBezTo>
                  <a:lnTo>
                    <a:pt x="158" y="111"/>
                  </a:lnTo>
                  <a:lnTo>
                    <a:pt x="175" y="111"/>
                  </a:lnTo>
                  <a:cubicBezTo>
                    <a:pt x="190" y="111"/>
                    <a:pt x="206" y="95"/>
                    <a:pt x="206" y="80"/>
                  </a:cubicBezTo>
                  <a:cubicBezTo>
                    <a:pt x="221" y="63"/>
                    <a:pt x="206" y="48"/>
                    <a:pt x="190" y="48"/>
                  </a:cubicBezTo>
                  <a:lnTo>
                    <a:pt x="158" y="32"/>
                  </a:lnTo>
                  <a:lnTo>
                    <a:pt x="158" y="32"/>
                  </a:lnTo>
                  <a:lnTo>
                    <a:pt x="158" y="32"/>
                  </a:lnTo>
                  <a:cubicBezTo>
                    <a:pt x="143" y="32"/>
                    <a:pt x="127" y="32"/>
                    <a:pt x="127"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15" name="Google Shape;3315;p46"/>
            <p:cNvSpPr/>
            <p:nvPr/>
          </p:nvSpPr>
          <p:spPr>
            <a:xfrm>
              <a:off x="3421560" y="1787268"/>
              <a:ext cx="6520" cy="3021"/>
            </a:xfrm>
            <a:custGeom>
              <a:avLst/>
              <a:gdLst/>
              <a:ahLst/>
              <a:cxnLst/>
              <a:rect l="l" t="t" r="r" b="b"/>
              <a:pathLst>
                <a:path w="205" h="95" extrusionOk="0">
                  <a:moveTo>
                    <a:pt x="158" y="0"/>
                  </a:moveTo>
                  <a:lnTo>
                    <a:pt x="158" y="0"/>
                  </a:lnTo>
                  <a:lnTo>
                    <a:pt x="158" y="0"/>
                  </a:lnTo>
                  <a:lnTo>
                    <a:pt x="126" y="0"/>
                  </a:lnTo>
                  <a:lnTo>
                    <a:pt x="32" y="32"/>
                  </a:lnTo>
                  <a:lnTo>
                    <a:pt x="32" y="32"/>
                  </a:lnTo>
                  <a:cubicBezTo>
                    <a:pt x="15" y="47"/>
                    <a:pt x="0" y="63"/>
                    <a:pt x="0" y="78"/>
                  </a:cubicBezTo>
                  <a:cubicBezTo>
                    <a:pt x="15" y="78"/>
                    <a:pt x="15" y="78"/>
                    <a:pt x="15" y="95"/>
                  </a:cubicBezTo>
                  <a:lnTo>
                    <a:pt x="32" y="95"/>
                  </a:lnTo>
                  <a:lnTo>
                    <a:pt x="47" y="95"/>
                  </a:lnTo>
                  <a:lnTo>
                    <a:pt x="47" y="95"/>
                  </a:lnTo>
                  <a:lnTo>
                    <a:pt x="63" y="95"/>
                  </a:lnTo>
                  <a:lnTo>
                    <a:pt x="63" y="95"/>
                  </a:lnTo>
                  <a:lnTo>
                    <a:pt x="141" y="78"/>
                  </a:lnTo>
                  <a:lnTo>
                    <a:pt x="141" y="63"/>
                  </a:lnTo>
                  <a:cubicBezTo>
                    <a:pt x="141" y="47"/>
                    <a:pt x="158" y="32"/>
                    <a:pt x="173" y="32"/>
                  </a:cubicBezTo>
                  <a:lnTo>
                    <a:pt x="173" y="32"/>
                  </a:lnTo>
                  <a:lnTo>
                    <a:pt x="189" y="32"/>
                  </a:lnTo>
                  <a:lnTo>
                    <a:pt x="189" y="47"/>
                  </a:lnTo>
                  <a:cubicBezTo>
                    <a:pt x="189" y="32"/>
                    <a:pt x="204" y="32"/>
                    <a:pt x="189" y="15"/>
                  </a:cubicBezTo>
                  <a:cubicBezTo>
                    <a:pt x="189" y="0"/>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16" name="Google Shape;3316;p46"/>
            <p:cNvSpPr/>
            <p:nvPr/>
          </p:nvSpPr>
          <p:spPr>
            <a:xfrm>
              <a:off x="3085809" y="1790735"/>
              <a:ext cx="3053" cy="2576"/>
            </a:xfrm>
            <a:custGeom>
              <a:avLst/>
              <a:gdLst/>
              <a:ahLst/>
              <a:cxnLst/>
              <a:rect l="l" t="t" r="r" b="b"/>
              <a:pathLst>
                <a:path w="96" h="81" extrusionOk="0">
                  <a:moveTo>
                    <a:pt x="79" y="1"/>
                  </a:moveTo>
                  <a:lnTo>
                    <a:pt x="79" y="1"/>
                  </a:lnTo>
                  <a:lnTo>
                    <a:pt x="16" y="17"/>
                  </a:lnTo>
                  <a:lnTo>
                    <a:pt x="16" y="17"/>
                  </a:lnTo>
                  <a:lnTo>
                    <a:pt x="1" y="17"/>
                  </a:lnTo>
                  <a:lnTo>
                    <a:pt x="1" y="32"/>
                  </a:lnTo>
                  <a:lnTo>
                    <a:pt x="1" y="49"/>
                  </a:lnTo>
                  <a:lnTo>
                    <a:pt x="16" y="49"/>
                  </a:lnTo>
                  <a:lnTo>
                    <a:pt x="16" y="49"/>
                  </a:lnTo>
                  <a:cubicBezTo>
                    <a:pt x="1" y="64"/>
                    <a:pt x="16" y="80"/>
                    <a:pt x="16" y="80"/>
                  </a:cubicBezTo>
                  <a:lnTo>
                    <a:pt x="16" y="80"/>
                  </a:lnTo>
                  <a:lnTo>
                    <a:pt x="32" y="80"/>
                  </a:lnTo>
                  <a:lnTo>
                    <a:pt x="47" y="80"/>
                  </a:lnTo>
                  <a:lnTo>
                    <a:pt x="64" y="80"/>
                  </a:lnTo>
                  <a:cubicBezTo>
                    <a:pt x="64" y="80"/>
                    <a:pt x="79" y="80"/>
                    <a:pt x="79" y="64"/>
                  </a:cubicBezTo>
                  <a:lnTo>
                    <a:pt x="79" y="64"/>
                  </a:lnTo>
                  <a:lnTo>
                    <a:pt x="95" y="17"/>
                  </a:lnTo>
                  <a:lnTo>
                    <a:pt x="95"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17" name="Google Shape;3317;p46"/>
            <p:cNvSpPr/>
            <p:nvPr/>
          </p:nvSpPr>
          <p:spPr>
            <a:xfrm>
              <a:off x="3033174" y="1793279"/>
              <a:ext cx="5057" cy="2512"/>
            </a:xfrm>
            <a:custGeom>
              <a:avLst/>
              <a:gdLst/>
              <a:ahLst/>
              <a:cxnLst/>
              <a:rect l="l" t="t" r="r" b="b"/>
              <a:pathLst>
                <a:path w="159" h="79" extrusionOk="0">
                  <a:moveTo>
                    <a:pt x="112" y="0"/>
                  </a:moveTo>
                  <a:lnTo>
                    <a:pt x="112" y="0"/>
                  </a:lnTo>
                  <a:lnTo>
                    <a:pt x="32" y="0"/>
                  </a:lnTo>
                  <a:lnTo>
                    <a:pt x="32" y="0"/>
                  </a:lnTo>
                  <a:cubicBezTo>
                    <a:pt x="17" y="0"/>
                    <a:pt x="1" y="15"/>
                    <a:pt x="1" y="32"/>
                  </a:cubicBezTo>
                  <a:cubicBezTo>
                    <a:pt x="1" y="47"/>
                    <a:pt x="1" y="63"/>
                    <a:pt x="17" y="63"/>
                  </a:cubicBezTo>
                  <a:cubicBezTo>
                    <a:pt x="17" y="63"/>
                    <a:pt x="17" y="78"/>
                    <a:pt x="32" y="78"/>
                  </a:cubicBezTo>
                  <a:lnTo>
                    <a:pt x="32" y="78"/>
                  </a:lnTo>
                  <a:lnTo>
                    <a:pt x="95" y="63"/>
                  </a:lnTo>
                  <a:lnTo>
                    <a:pt x="112" y="63"/>
                  </a:lnTo>
                  <a:lnTo>
                    <a:pt x="127" y="63"/>
                  </a:lnTo>
                  <a:cubicBezTo>
                    <a:pt x="143" y="63"/>
                    <a:pt x="158" y="47"/>
                    <a:pt x="158" y="32"/>
                  </a:cubicBezTo>
                  <a:lnTo>
                    <a:pt x="143" y="32"/>
                  </a:lnTo>
                  <a:cubicBezTo>
                    <a:pt x="143" y="15"/>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18" name="Google Shape;3318;p46"/>
            <p:cNvSpPr/>
            <p:nvPr/>
          </p:nvSpPr>
          <p:spPr>
            <a:xfrm>
              <a:off x="3393478" y="1789749"/>
              <a:ext cx="3053" cy="4039"/>
            </a:xfrm>
            <a:custGeom>
              <a:avLst/>
              <a:gdLst/>
              <a:ahLst/>
              <a:cxnLst/>
              <a:rect l="l" t="t" r="r" b="b"/>
              <a:pathLst>
                <a:path w="96" h="127" extrusionOk="0">
                  <a:moveTo>
                    <a:pt x="95" y="0"/>
                  </a:moveTo>
                  <a:lnTo>
                    <a:pt x="95" y="17"/>
                  </a:lnTo>
                  <a:lnTo>
                    <a:pt x="95" y="17"/>
                  </a:lnTo>
                  <a:lnTo>
                    <a:pt x="95" y="0"/>
                  </a:lnTo>
                  <a:close/>
                  <a:moveTo>
                    <a:pt x="16" y="0"/>
                  </a:moveTo>
                  <a:cubicBezTo>
                    <a:pt x="16" y="0"/>
                    <a:pt x="16" y="17"/>
                    <a:pt x="1" y="32"/>
                  </a:cubicBezTo>
                  <a:cubicBezTo>
                    <a:pt x="1" y="48"/>
                    <a:pt x="1" y="80"/>
                    <a:pt x="16" y="95"/>
                  </a:cubicBezTo>
                  <a:cubicBezTo>
                    <a:pt x="16" y="111"/>
                    <a:pt x="32" y="111"/>
                    <a:pt x="32" y="111"/>
                  </a:cubicBezTo>
                  <a:lnTo>
                    <a:pt x="47" y="126"/>
                  </a:lnTo>
                  <a:lnTo>
                    <a:pt x="64" y="111"/>
                  </a:lnTo>
                  <a:cubicBezTo>
                    <a:pt x="47" y="111"/>
                    <a:pt x="47" y="95"/>
                    <a:pt x="32" y="80"/>
                  </a:cubicBezTo>
                  <a:lnTo>
                    <a:pt x="32" y="17"/>
                  </a:lnTo>
                  <a:cubicBezTo>
                    <a:pt x="32" y="17"/>
                    <a:pt x="16" y="17"/>
                    <a:pt x="16" y="0"/>
                  </a:cubicBezTo>
                  <a:close/>
                  <a:moveTo>
                    <a:pt x="95" y="0"/>
                  </a:move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19" name="Google Shape;3319;p46"/>
            <p:cNvSpPr/>
            <p:nvPr/>
          </p:nvSpPr>
          <p:spPr>
            <a:xfrm>
              <a:off x="3266199" y="1812806"/>
              <a:ext cx="3530" cy="4039"/>
            </a:xfrm>
            <a:custGeom>
              <a:avLst/>
              <a:gdLst/>
              <a:ahLst/>
              <a:cxnLst/>
              <a:rect l="l" t="t" r="r" b="b"/>
              <a:pathLst>
                <a:path w="111" h="127" extrusionOk="0">
                  <a:moveTo>
                    <a:pt x="32" y="63"/>
                  </a:moveTo>
                  <a:lnTo>
                    <a:pt x="32" y="63"/>
                  </a:lnTo>
                  <a:lnTo>
                    <a:pt x="32" y="63"/>
                  </a:lnTo>
                  <a:close/>
                  <a:moveTo>
                    <a:pt x="32" y="0"/>
                  </a:moveTo>
                  <a:lnTo>
                    <a:pt x="32" y="0"/>
                  </a:lnTo>
                  <a:cubicBezTo>
                    <a:pt x="16" y="0"/>
                    <a:pt x="1" y="17"/>
                    <a:pt x="1" y="32"/>
                  </a:cubicBezTo>
                  <a:lnTo>
                    <a:pt x="1" y="48"/>
                  </a:lnTo>
                  <a:cubicBezTo>
                    <a:pt x="16" y="63"/>
                    <a:pt x="16" y="63"/>
                    <a:pt x="32" y="63"/>
                  </a:cubicBezTo>
                  <a:lnTo>
                    <a:pt x="32" y="63"/>
                  </a:lnTo>
                  <a:lnTo>
                    <a:pt x="32" y="80"/>
                  </a:lnTo>
                  <a:lnTo>
                    <a:pt x="32" y="95"/>
                  </a:lnTo>
                  <a:cubicBezTo>
                    <a:pt x="32" y="95"/>
                    <a:pt x="32" y="111"/>
                    <a:pt x="47" y="111"/>
                  </a:cubicBezTo>
                  <a:lnTo>
                    <a:pt x="47" y="111"/>
                  </a:lnTo>
                  <a:lnTo>
                    <a:pt x="47" y="126"/>
                  </a:lnTo>
                  <a:lnTo>
                    <a:pt x="47" y="111"/>
                  </a:lnTo>
                  <a:cubicBezTo>
                    <a:pt x="64" y="95"/>
                    <a:pt x="64" y="80"/>
                    <a:pt x="79" y="80"/>
                  </a:cubicBezTo>
                  <a:lnTo>
                    <a:pt x="79" y="80"/>
                  </a:lnTo>
                  <a:lnTo>
                    <a:pt x="95" y="80"/>
                  </a:lnTo>
                  <a:cubicBezTo>
                    <a:pt x="95" y="95"/>
                    <a:pt x="95" y="95"/>
                    <a:pt x="110" y="95"/>
                  </a:cubicBezTo>
                  <a:lnTo>
                    <a:pt x="110" y="80"/>
                  </a:lnTo>
                  <a:lnTo>
                    <a:pt x="110" y="80"/>
                  </a:lnTo>
                  <a:cubicBezTo>
                    <a:pt x="110" y="63"/>
                    <a:pt x="110" y="32"/>
                    <a:pt x="95" y="17"/>
                  </a:cubicBezTo>
                  <a:cubicBezTo>
                    <a:pt x="79"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20" name="Google Shape;3320;p46"/>
            <p:cNvSpPr/>
            <p:nvPr/>
          </p:nvSpPr>
          <p:spPr>
            <a:xfrm>
              <a:off x="3267217" y="181481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21" name="Google Shape;3321;p46"/>
            <p:cNvSpPr/>
            <p:nvPr/>
          </p:nvSpPr>
          <p:spPr>
            <a:xfrm>
              <a:off x="3109344" y="1786727"/>
              <a:ext cx="6042" cy="8587"/>
            </a:xfrm>
            <a:custGeom>
              <a:avLst/>
              <a:gdLst/>
              <a:ahLst/>
              <a:cxnLst/>
              <a:rect l="l" t="t" r="r" b="b"/>
              <a:pathLst>
                <a:path w="190" h="270" extrusionOk="0">
                  <a:moveTo>
                    <a:pt x="143" y="1"/>
                  </a:moveTo>
                  <a:lnTo>
                    <a:pt x="143" y="1"/>
                  </a:lnTo>
                  <a:lnTo>
                    <a:pt x="143" y="1"/>
                  </a:lnTo>
                  <a:lnTo>
                    <a:pt x="143" y="17"/>
                  </a:lnTo>
                  <a:cubicBezTo>
                    <a:pt x="158" y="32"/>
                    <a:pt x="143" y="49"/>
                    <a:pt x="127" y="49"/>
                  </a:cubicBezTo>
                  <a:lnTo>
                    <a:pt x="112" y="64"/>
                  </a:lnTo>
                  <a:lnTo>
                    <a:pt x="127" y="158"/>
                  </a:lnTo>
                  <a:cubicBezTo>
                    <a:pt x="95" y="190"/>
                    <a:pt x="80" y="206"/>
                    <a:pt x="49" y="206"/>
                  </a:cubicBezTo>
                  <a:cubicBezTo>
                    <a:pt x="32" y="206"/>
                    <a:pt x="17" y="190"/>
                    <a:pt x="17" y="190"/>
                  </a:cubicBezTo>
                  <a:lnTo>
                    <a:pt x="1" y="206"/>
                  </a:lnTo>
                  <a:cubicBezTo>
                    <a:pt x="1" y="206"/>
                    <a:pt x="17" y="221"/>
                    <a:pt x="17" y="253"/>
                  </a:cubicBezTo>
                  <a:lnTo>
                    <a:pt x="32" y="269"/>
                  </a:lnTo>
                  <a:lnTo>
                    <a:pt x="32" y="269"/>
                  </a:lnTo>
                  <a:lnTo>
                    <a:pt x="49" y="269"/>
                  </a:lnTo>
                  <a:lnTo>
                    <a:pt x="95" y="253"/>
                  </a:lnTo>
                  <a:lnTo>
                    <a:pt x="112" y="253"/>
                  </a:lnTo>
                  <a:lnTo>
                    <a:pt x="112" y="253"/>
                  </a:lnTo>
                  <a:lnTo>
                    <a:pt x="127" y="253"/>
                  </a:lnTo>
                  <a:lnTo>
                    <a:pt x="143" y="238"/>
                  </a:lnTo>
                  <a:cubicBezTo>
                    <a:pt x="158" y="238"/>
                    <a:pt x="158" y="221"/>
                    <a:pt x="175" y="221"/>
                  </a:cubicBezTo>
                  <a:lnTo>
                    <a:pt x="175" y="206"/>
                  </a:lnTo>
                  <a:lnTo>
                    <a:pt x="175" y="175"/>
                  </a:lnTo>
                  <a:cubicBezTo>
                    <a:pt x="158" y="158"/>
                    <a:pt x="175" y="143"/>
                    <a:pt x="190" y="143"/>
                  </a:cubicBezTo>
                  <a:lnTo>
                    <a:pt x="175" y="32"/>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22" name="Google Shape;3322;p46"/>
            <p:cNvSpPr/>
            <p:nvPr/>
          </p:nvSpPr>
          <p:spPr>
            <a:xfrm>
              <a:off x="3298766" y="1810803"/>
              <a:ext cx="4039" cy="2035"/>
            </a:xfrm>
            <a:custGeom>
              <a:avLst/>
              <a:gdLst/>
              <a:ahLst/>
              <a:cxnLst/>
              <a:rect l="l" t="t" r="r" b="b"/>
              <a:pathLst>
                <a:path w="127" h="64" extrusionOk="0">
                  <a:moveTo>
                    <a:pt x="95" y="0"/>
                  </a:moveTo>
                  <a:lnTo>
                    <a:pt x="95" y="0"/>
                  </a:lnTo>
                  <a:lnTo>
                    <a:pt x="80" y="0"/>
                  </a:lnTo>
                  <a:lnTo>
                    <a:pt x="0" y="32"/>
                  </a:lnTo>
                  <a:lnTo>
                    <a:pt x="0" y="32"/>
                  </a:lnTo>
                  <a:lnTo>
                    <a:pt x="48" y="63"/>
                  </a:lnTo>
                  <a:lnTo>
                    <a:pt x="48" y="63"/>
                  </a:lnTo>
                  <a:lnTo>
                    <a:pt x="63" y="63"/>
                  </a:lnTo>
                  <a:lnTo>
                    <a:pt x="95" y="63"/>
                  </a:lnTo>
                  <a:lnTo>
                    <a:pt x="95" y="63"/>
                  </a:lnTo>
                  <a:cubicBezTo>
                    <a:pt x="111" y="63"/>
                    <a:pt x="111" y="63"/>
                    <a:pt x="126" y="48"/>
                  </a:cubicBezTo>
                  <a:lnTo>
                    <a:pt x="126" y="32"/>
                  </a:lnTo>
                  <a:cubicBezTo>
                    <a:pt x="126" y="17"/>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23" name="Google Shape;3323;p46"/>
            <p:cNvSpPr/>
            <p:nvPr/>
          </p:nvSpPr>
          <p:spPr>
            <a:xfrm>
              <a:off x="3325322" y="1814333"/>
              <a:ext cx="10558" cy="9032"/>
            </a:xfrm>
            <a:custGeom>
              <a:avLst/>
              <a:gdLst/>
              <a:ahLst/>
              <a:cxnLst/>
              <a:rect l="l" t="t" r="r" b="b"/>
              <a:pathLst>
                <a:path w="332" h="284" extrusionOk="0">
                  <a:moveTo>
                    <a:pt x="205" y="78"/>
                  </a:moveTo>
                  <a:lnTo>
                    <a:pt x="205" y="78"/>
                  </a:lnTo>
                  <a:lnTo>
                    <a:pt x="190" y="78"/>
                  </a:lnTo>
                  <a:cubicBezTo>
                    <a:pt x="190" y="95"/>
                    <a:pt x="174" y="95"/>
                    <a:pt x="174" y="95"/>
                  </a:cubicBezTo>
                  <a:cubicBezTo>
                    <a:pt x="174" y="95"/>
                    <a:pt x="174" y="110"/>
                    <a:pt x="159" y="110"/>
                  </a:cubicBezTo>
                  <a:lnTo>
                    <a:pt x="142" y="126"/>
                  </a:lnTo>
                  <a:lnTo>
                    <a:pt x="159" y="173"/>
                  </a:lnTo>
                  <a:cubicBezTo>
                    <a:pt x="159" y="173"/>
                    <a:pt x="174" y="189"/>
                    <a:pt x="190" y="189"/>
                  </a:cubicBezTo>
                  <a:lnTo>
                    <a:pt x="253" y="221"/>
                  </a:lnTo>
                  <a:lnTo>
                    <a:pt x="253" y="252"/>
                  </a:lnTo>
                  <a:lnTo>
                    <a:pt x="32" y="221"/>
                  </a:lnTo>
                  <a:lnTo>
                    <a:pt x="32" y="221"/>
                  </a:lnTo>
                  <a:cubicBezTo>
                    <a:pt x="16" y="221"/>
                    <a:pt x="1" y="221"/>
                    <a:pt x="1" y="236"/>
                  </a:cubicBezTo>
                  <a:cubicBezTo>
                    <a:pt x="1" y="252"/>
                    <a:pt x="1" y="284"/>
                    <a:pt x="32" y="284"/>
                  </a:cubicBezTo>
                  <a:lnTo>
                    <a:pt x="79" y="284"/>
                  </a:lnTo>
                  <a:cubicBezTo>
                    <a:pt x="174" y="284"/>
                    <a:pt x="253" y="284"/>
                    <a:pt x="331" y="267"/>
                  </a:cubicBezTo>
                  <a:lnTo>
                    <a:pt x="316" y="204"/>
                  </a:lnTo>
                  <a:lnTo>
                    <a:pt x="300" y="204"/>
                  </a:lnTo>
                  <a:cubicBezTo>
                    <a:pt x="300" y="221"/>
                    <a:pt x="285" y="221"/>
                    <a:pt x="285" y="221"/>
                  </a:cubicBezTo>
                  <a:cubicBezTo>
                    <a:pt x="268" y="221"/>
                    <a:pt x="253" y="204"/>
                    <a:pt x="253" y="204"/>
                  </a:cubicBezTo>
                  <a:cubicBezTo>
                    <a:pt x="237" y="189"/>
                    <a:pt x="253" y="158"/>
                    <a:pt x="268" y="158"/>
                  </a:cubicBezTo>
                  <a:lnTo>
                    <a:pt x="268" y="158"/>
                  </a:lnTo>
                  <a:lnTo>
                    <a:pt x="253" y="141"/>
                  </a:lnTo>
                  <a:lnTo>
                    <a:pt x="237" y="158"/>
                  </a:lnTo>
                  <a:lnTo>
                    <a:pt x="222" y="158"/>
                  </a:lnTo>
                  <a:cubicBezTo>
                    <a:pt x="205" y="158"/>
                    <a:pt x="205" y="141"/>
                    <a:pt x="190" y="126"/>
                  </a:cubicBezTo>
                  <a:cubicBezTo>
                    <a:pt x="190" y="110"/>
                    <a:pt x="205" y="95"/>
                    <a:pt x="205" y="95"/>
                  </a:cubicBezTo>
                  <a:lnTo>
                    <a:pt x="205" y="78"/>
                  </a:lnTo>
                  <a:close/>
                  <a:moveTo>
                    <a:pt x="127" y="0"/>
                  </a:moveTo>
                  <a:lnTo>
                    <a:pt x="127" y="15"/>
                  </a:lnTo>
                  <a:lnTo>
                    <a:pt x="127" y="32"/>
                  </a:lnTo>
                  <a:lnTo>
                    <a:pt x="127" y="32"/>
                  </a:lnTo>
                  <a:lnTo>
                    <a:pt x="127" y="47"/>
                  </a:lnTo>
                  <a:lnTo>
                    <a:pt x="127" y="47"/>
                  </a:lnTo>
                  <a:cubicBezTo>
                    <a:pt x="142" y="47"/>
                    <a:pt x="142" y="32"/>
                    <a:pt x="142" y="32"/>
                  </a:cubicBezTo>
                  <a:lnTo>
                    <a:pt x="159" y="32"/>
                  </a:lnTo>
                  <a:cubicBezTo>
                    <a:pt x="142" y="32"/>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24" name="Google Shape;3324;p46"/>
            <p:cNvSpPr/>
            <p:nvPr/>
          </p:nvSpPr>
          <p:spPr>
            <a:xfrm>
              <a:off x="3167004" y="1800785"/>
              <a:ext cx="7505" cy="5534"/>
            </a:xfrm>
            <a:custGeom>
              <a:avLst/>
              <a:gdLst/>
              <a:ahLst/>
              <a:cxnLst/>
              <a:rect l="l" t="t" r="r" b="b"/>
              <a:pathLst>
                <a:path w="236" h="174" extrusionOk="0">
                  <a:moveTo>
                    <a:pt x="221" y="111"/>
                  </a:moveTo>
                  <a:lnTo>
                    <a:pt x="126" y="126"/>
                  </a:lnTo>
                  <a:lnTo>
                    <a:pt x="126" y="126"/>
                  </a:lnTo>
                  <a:lnTo>
                    <a:pt x="110" y="126"/>
                  </a:lnTo>
                  <a:lnTo>
                    <a:pt x="78" y="126"/>
                  </a:lnTo>
                  <a:lnTo>
                    <a:pt x="78" y="142"/>
                  </a:lnTo>
                  <a:cubicBezTo>
                    <a:pt x="95" y="142"/>
                    <a:pt x="95" y="158"/>
                    <a:pt x="95" y="158"/>
                  </a:cubicBezTo>
                  <a:cubicBezTo>
                    <a:pt x="110" y="174"/>
                    <a:pt x="110" y="174"/>
                    <a:pt x="126" y="174"/>
                  </a:cubicBezTo>
                  <a:lnTo>
                    <a:pt x="126" y="174"/>
                  </a:lnTo>
                  <a:lnTo>
                    <a:pt x="204" y="142"/>
                  </a:lnTo>
                  <a:cubicBezTo>
                    <a:pt x="221" y="142"/>
                    <a:pt x="221" y="126"/>
                    <a:pt x="221" y="126"/>
                  </a:cubicBezTo>
                  <a:lnTo>
                    <a:pt x="221" y="111"/>
                  </a:lnTo>
                  <a:close/>
                  <a:moveTo>
                    <a:pt x="78" y="16"/>
                  </a:moveTo>
                  <a:lnTo>
                    <a:pt x="78" y="16"/>
                  </a:lnTo>
                  <a:cubicBezTo>
                    <a:pt x="63" y="16"/>
                    <a:pt x="63" y="32"/>
                    <a:pt x="47" y="32"/>
                  </a:cubicBezTo>
                  <a:lnTo>
                    <a:pt x="47" y="32"/>
                  </a:lnTo>
                  <a:cubicBezTo>
                    <a:pt x="47" y="32"/>
                    <a:pt x="32" y="32"/>
                    <a:pt x="32" y="16"/>
                  </a:cubicBezTo>
                  <a:cubicBezTo>
                    <a:pt x="15" y="32"/>
                    <a:pt x="0" y="48"/>
                    <a:pt x="0" y="63"/>
                  </a:cubicBezTo>
                  <a:lnTo>
                    <a:pt x="15" y="79"/>
                  </a:lnTo>
                  <a:lnTo>
                    <a:pt x="32" y="79"/>
                  </a:lnTo>
                  <a:lnTo>
                    <a:pt x="95" y="63"/>
                  </a:lnTo>
                  <a:lnTo>
                    <a:pt x="95" y="48"/>
                  </a:lnTo>
                  <a:lnTo>
                    <a:pt x="110" y="48"/>
                  </a:lnTo>
                  <a:lnTo>
                    <a:pt x="110" y="48"/>
                  </a:lnTo>
                  <a:lnTo>
                    <a:pt x="110" y="48"/>
                  </a:lnTo>
                  <a:lnTo>
                    <a:pt x="141" y="48"/>
                  </a:lnTo>
                  <a:lnTo>
                    <a:pt x="126" y="48"/>
                  </a:lnTo>
                  <a:lnTo>
                    <a:pt x="126" y="48"/>
                  </a:lnTo>
                  <a:lnTo>
                    <a:pt x="126" y="48"/>
                  </a:lnTo>
                  <a:cubicBezTo>
                    <a:pt x="110" y="48"/>
                    <a:pt x="110" y="32"/>
                    <a:pt x="95" y="32"/>
                  </a:cubicBezTo>
                  <a:lnTo>
                    <a:pt x="78" y="16"/>
                  </a:lnTo>
                  <a:close/>
                  <a:moveTo>
                    <a:pt x="236" y="0"/>
                  </a:moveTo>
                  <a:lnTo>
                    <a:pt x="221" y="0"/>
                  </a:lnTo>
                  <a:lnTo>
                    <a:pt x="158" y="32"/>
                  </a:lnTo>
                  <a:lnTo>
                    <a:pt x="158" y="48"/>
                  </a:lnTo>
                  <a:lnTo>
                    <a:pt x="236" y="48"/>
                  </a:lnTo>
                  <a:lnTo>
                    <a:pt x="236"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25" name="Google Shape;3325;p46"/>
            <p:cNvSpPr/>
            <p:nvPr/>
          </p:nvSpPr>
          <p:spPr>
            <a:xfrm>
              <a:off x="3442074" y="1778236"/>
              <a:ext cx="4548" cy="6520"/>
            </a:xfrm>
            <a:custGeom>
              <a:avLst/>
              <a:gdLst/>
              <a:ahLst/>
              <a:cxnLst/>
              <a:rect l="l" t="t" r="r" b="b"/>
              <a:pathLst>
                <a:path w="143" h="205" extrusionOk="0">
                  <a:moveTo>
                    <a:pt x="48" y="1"/>
                  </a:moveTo>
                  <a:lnTo>
                    <a:pt x="32" y="32"/>
                  </a:lnTo>
                  <a:cubicBezTo>
                    <a:pt x="32" y="32"/>
                    <a:pt x="17" y="47"/>
                    <a:pt x="0" y="47"/>
                  </a:cubicBezTo>
                  <a:lnTo>
                    <a:pt x="0" y="47"/>
                  </a:lnTo>
                  <a:lnTo>
                    <a:pt x="0" y="47"/>
                  </a:lnTo>
                  <a:lnTo>
                    <a:pt x="0" y="47"/>
                  </a:lnTo>
                  <a:lnTo>
                    <a:pt x="0" y="79"/>
                  </a:lnTo>
                  <a:cubicBezTo>
                    <a:pt x="0" y="95"/>
                    <a:pt x="0" y="110"/>
                    <a:pt x="17" y="110"/>
                  </a:cubicBezTo>
                  <a:lnTo>
                    <a:pt x="17" y="127"/>
                  </a:lnTo>
                  <a:cubicBezTo>
                    <a:pt x="17" y="142"/>
                    <a:pt x="32" y="158"/>
                    <a:pt x="32" y="158"/>
                  </a:cubicBezTo>
                  <a:lnTo>
                    <a:pt x="48" y="142"/>
                  </a:lnTo>
                  <a:lnTo>
                    <a:pt x="63" y="142"/>
                  </a:lnTo>
                  <a:lnTo>
                    <a:pt x="63" y="142"/>
                  </a:lnTo>
                  <a:cubicBezTo>
                    <a:pt x="80" y="158"/>
                    <a:pt x="95" y="173"/>
                    <a:pt x="95" y="190"/>
                  </a:cubicBezTo>
                  <a:lnTo>
                    <a:pt x="95" y="190"/>
                  </a:lnTo>
                  <a:lnTo>
                    <a:pt x="111" y="205"/>
                  </a:lnTo>
                  <a:lnTo>
                    <a:pt x="111" y="205"/>
                  </a:lnTo>
                  <a:lnTo>
                    <a:pt x="111" y="205"/>
                  </a:lnTo>
                  <a:cubicBezTo>
                    <a:pt x="143" y="205"/>
                    <a:pt x="143" y="173"/>
                    <a:pt x="143" y="158"/>
                  </a:cubicBezTo>
                  <a:cubicBezTo>
                    <a:pt x="143" y="142"/>
                    <a:pt x="126" y="127"/>
                    <a:pt x="111" y="127"/>
                  </a:cubicBezTo>
                  <a:lnTo>
                    <a:pt x="111" y="142"/>
                  </a:lnTo>
                  <a:lnTo>
                    <a:pt x="95" y="142"/>
                  </a:lnTo>
                  <a:lnTo>
                    <a:pt x="95" y="142"/>
                  </a:lnTo>
                  <a:lnTo>
                    <a:pt x="95" y="110"/>
                  </a:lnTo>
                  <a:cubicBezTo>
                    <a:pt x="95" y="95"/>
                    <a:pt x="95" y="79"/>
                    <a:pt x="80" y="47"/>
                  </a:cubicBezTo>
                  <a:lnTo>
                    <a:pt x="80" y="32"/>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26" name="Google Shape;3326;p46"/>
            <p:cNvSpPr/>
            <p:nvPr/>
          </p:nvSpPr>
          <p:spPr>
            <a:xfrm>
              <a:off x="3318326" y="1778713"/>
              <a:ext cx="5534" cy="9064"/>
            </a:xfrm>
            <a:custGeom>
              <a:avLst/>
              <a:gdLst/>
              <a:ahLst/>
              <a:cxnLst/>
              <a:rect l="l" t="t" r="r" b="b"/>
              <a:pathLst>
                <a:path w="174" h="285" extrusionOk="0">
                  <a:moveTo>
                    <a:pt x="95" y="1"/>
                  </a:moveTo>
                  <a:lnTo>
                    <a:pt x="79" y="17"/>
                  </a:lnTo>
                  <a:cubicBezTo>
                    <a:pt x="95" y="32"/>
                    <a:pt x="79" y="49"/>
                    <a:pt x="63" y="49"/>
                  </a:cubicBezTo>
                  <a:lnTo>
                    <a:pt x="47" y="49"/>
                  </a:lnTo>
                  <a:lnTo>
                    <a:pt x="47" y="49"/>
                  </a:lnTo>
                  <a:lnTo>
                    <a:pt x="0" y="190"/>
                  </a:lnTo>
                  <a:cubicBezTo>
                    <a:pt x="0" y="206"/>
                    <a:pt x="0" y="221"/>
                    <a:pt x="16" y="221"/>
                  </a:cubicBezTo>
                  <a:cubicBezTo>
                    <a:pt x="16" y="238"/>
                    <a:pt x="32" y="238"/>
                    <a:pt x="32" y="238"/>
                  </a:cubicBezTo>
                  <a:lnTo>
                    <a:pt x="32" y="238"/>
                  </a:lnTo>
                  <a:lnTo>
                    <a:pt x="32" y="238"/>
                  </a:lnTo>
                  <a:cubicBezTo>
                    <a:pt x="47" y="253"/>
                    <a:pt x="47" y="269"/>
                    <a:pt x="79" y="284"/>
                  </a:cubicBezTo>
                  <a:lnTo>
                    <a:pt x="95" y="284"/>
                  </a:lnTo>
                  <a:cubicBezTo>
                    <a:pt x="110" y="284"/>
                    <a:pt x="126" y="284"/>
                    <a:pt x="126" y="269"/>
                  </a:cubicBezTo>
                  <a:lnTo>
                    <a:pt x="126" y="238"/>
                  </a:lnTo>
                  <a:lnTo>
                    <a:pt x="142" y="238"/>
                  </a:lnTo>
                  <a:cubicBezTo>
                    <a:pt x="173" y="238"/>
                    <a:pt x="173" y="221"/>
                    <a:pt x="173" y="206"/>
                  </a:cubicBezTo>
                  <a:lnTo>
                    <a:pt x="173" y="175"/>
                  </a:lnTo>
                  <a:lnTo>
                    <a:pt x="173" y="158"/>
                  </a:lnTo>
                  <a:cubicBezTo>
                    <a:pt x="158" y="143"/>
                    <a:pt x="158" y="143"/>
                    <a:pt x="142" y="143"/>
                  </a:cubicBezTo>
                  <a:lnTo>
                    <a:pt x="142" y="143"/>
                  </a:lnTo>
                  <a:lnTo>
                    <a:pt x="126" y="143"/>
                  </a:lnTo>
                  <a:lnTo>
                    <a:pt x="126" y="143"/>
                  </a:lnTo>
                  <a:lnTo>
                    <a:pt x="126" y="143"/>
                  </a:lnTo>
                  <a:lnTo>
                    <a:pt x="95" y="143"/>
                  </a:lnTo>
                  <a:lnTo>
                    <a:pt x="110" y="32"/>
                  </a:lnTo>
                  <a:cubicBezTo>
                    <a:pt x="126" y="17"/>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27" name="Google Shape;3327;p46"/>
            <p:cNvSpPr/>
            <p:nvPr/>
          </p:nvSpPr>
          <p:spPr>
            <a:xfrm>
              <a:off x="3421020" y="1804792"/>
              <a:ext cx="4580" cy="5534"/>
            </a:xfrm>
            <a:custGeom>
              <a:avLst/>
              <a:gdLst/>
              <a:ahLst/>
              <a:cxnLst/>
              <a:rect l="l" t="t" r="r" b="b"/>
              <a:pathLst>
                <a:path w="144" h="174" extrusionOk="0">
                  <a:moveTo>
                    <a:pt x="32" y="0"/>
                  </a:moveTo>
                  <a:lnTo>
                    <a:pt x="32" y="0"/>
                  </a:lnTo>
                  <a:lnTo>
                    <a:pt x="17" y="0"/>
                  </a:lnTo>
                  <a:cubicBezTo>
                    <a:pt x="1" y="16"/>
                    <a:pt x="1" y="16"/>
                    <a:pt x="1" y="32"/>
                  </a:cubicBezTo>
                  <a:cubicBezTo>
                    <a:pt x="17" y="32"/>
                    <a:pt x="17" y="48"/>
                    <a:pt x="17" y="48"/>
                  </a:cubicBezTo>
                  <a:lnTo>
                    <a:pt x="17" y="48"/>
                  </a:lnTo>
                  <a:lnTo>
                    <a:pt x="32" y="79"/>
                  </a:lnTo>
                  <a:lnTo>
                    <a:pt x="49" y="79"/>
                  </a:lnTo>
                  <a:lnTo>
                    <a:pt x="64" y="111"/>
                  </a:lnTo>
                  <a:lnTo>
                    <a:pt x="64" y="126"/>
                  </a:lnTo>
                  <a:cubicBezTo>
                    <a:pt x="64" y="142"/>
                    <a:pt x="64" y="158"/>
                    <a:pt x="80" y="174"/>
                  </a:cubicBezTo>
                  <a:lnTo>
                    <a:pt x="95" y="174"/>
                  </a:lnTo>
                  <a:cubicBezTo>
                    <a:pt x="112" y="174"/>
                    <a:pt x="127" y="158"/>
                    <a:pt x="127" y="158"/>
                  </a:cubicBezTo>
                  <a:lnTo>
                    <a:pt x="127" y="158"/>
                  </a:lnTo>
                  <a:lnTo>
                    <a:pt x="143" y="126"/>
                  </a:lnTo>
                  <a:lnTo>
                    <a:pt x="143" y="79"/>
                  </a:lnTo>
                  <a:lnTo>
                    <a:pt x="80" y="32"/>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28" name="Google Shape;3328;p46"/>
            <p:cNvSpPr/>
            <p:nvPr/>
          </p:nvSpPr>
          <p:spPr>
            <a:xfrm>
              <a:off x="3404991" y="1788731"/>
              <a:ext cx="6551" cy="7569"/>
            </a:xfrm>
            <a:custGeom>
              <a:avLst/>
              <a:gdLst/>
              <a:ahLst/>
              <a:cxnLst/>
              <a:rect l="l" t="t" r="r" b="b"/>
              <a:pathLst>
                <a:path w="206" h="238" extrusionOk="0">
                  <a:moveTo>
                    <a:pt x="32" y="1"/>
                  </a:moveTo>
                  <a:lnTo>
                    <a:pt x="0" y="32"/>
                  </a:lnTo>
                  <a:lnTo>
                    <a:pt x="0" y="49"/>
                  </a:lnTo>
                  <a:lnTo>
                    <a:pt x="17" y="32"/>
                  </a:lnTo>
                  <a:lnTo>
                    <a:pt x="32" y="32"/>
                  </a:lnTo>
                  <a:lnTo>
                    <a:pt x="32" y="32"/>
                  </a:lnTo>
                  <a:cubicBezTo>
                    <a:pt x="48" y="32"/>
                    <a:pt x="63" y="32"/>
                    <a:pt x="63" y="49"/>
                  </a:cubicBezTo>
                  <a:cubicBezTo>
                    <a:pt x="80" y="64"/>
                    <a:pt x="63" y="80"/>
                    <a:pt x="48" y="95"/>
                  </a:cubicBezTo>
                  <a:cubicBezTo>
                    <a:pt x="32" y="95"/>
                    <a:pt x="32" y="112"/>
                    <a:pt x="32" y="112"/>
                  </a:cubicBezTo>
                  <a:lnTo>
                    <a:pt x="32" y="127"/>
                  </a:lnTo>
                  <a:lnTo>
                    <a:pt x="48" y="143"/>
                  </a:lnTo>
                  <a:lnTo>
                    <a:pt x="63" y="143"/>
                  </a:lnTo>
                  <a:lnTo>
                    <a:pt x="127" y="158"/>
                  </a:lnTo>
                  <a:lnTo>
                    <a:pt x="127" y="158"/>
                  </a:lnTo>
                  <a:cubicBezTo>
                    <a:pt x="127" y="175"/>
                    <a:pt x="143" y="175"/>
                    <a:pt x="143" y="190"/>
                  </a:cubicBezTo>
                  <a:cubicBezTo>
                    <a:pt x="143" y="206"/>
                    <a:pt x="143" y="221"/>
                    <a:pt x="127" y="238"/>
                  </a:cubicBezTo>
                  <a:lnTo>
                    <a:pt x="127" y="238"/>
                  </a:lnTo>
                  <a:lnTo>
                    <a:pt x="143" y="238"/>
                  </a:lnTo>
                  <a:cubicBezTo>
                    <a:pt x="158" y="238"/>
                    <a:pt x="174" y="221"/>
                    <a:pt x="174" y="221"/>
                  </a:cubicBezTo>
                  <a:lnTo>
                    <a:pt x="174" y="206"/>
                  </a:lnTo>
                  <a:lnTo>
                    <a:pt x="190" y="175"/>
                  </a:lnTo>
                  <a:cubicBezTo>
                    <a:pt x="190" y="158"/>
                    <a:pt x="174" y="158"/>
                    <a:pt x="174" y="143"/>
                  </a:cubicBezTo>
                  <a:cubicBezTo>
                    <a:pt x="174" y="127"/>
                    <a:pt x="190" y="112"/>
                    <a:pt x="206" y="112"/>
                  </a:cubicBezTo>
                  <a:cubicBezTo>
                    <a:pt x="206" y="95"/>
                    <a:pt x="190" y="95"/>
                    <a:pt x="190" y="95"/>
                  </a:cubicBezTo>
                  <a:lnTo>
                    <a:pt x="95" y="80"/>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29" name="Google Shape;3329;p46"/>
            <p:cNvSpPr/>
            <p:nvPr/>
          </p:nvSpPr>
          <p:spPr>
            <a:xfrm>
              <a:off x="3085300" y="1808799"/>
              <a:ext cx="3562" cy="2544"/>
            </a:xfrm>
            <a:custGeom>
              <a:avLst/>
              <a:gdLst/>
              <a:ahLst/>
              <a:cxnLst/>
              <a:rect l="l" t="t" r="r" b="b"/>
              <a:pathLst>
                <a:path w="112" h="80" extrusionOk="0">
                  <a:moveTo>
                    <a:pt x="32" y="0"/>
                  </a:moveTo>
                  <a:lnTo>
                    <a:pt x="32" y="0"/>
                  </a:lnTo>
                  <a:lnTo>
                    <a:pt x="0" y="0"/>
                  </a:lnTo>
                  <a:cubicBezTo>
                    <a:pt x="17" y="0"/>
                    <a:pt x="32" y="16"/>
                    <a:pt x="32" y="32"/>
                  </a:cubicBezTo>
                  <a:cubicBezTo>
                    <a:pt x="48" y="32"/>
                    <a:pt x="48" y="48"/>
                    <a:pt x="48" y="48"/>
                  </a:cubicBezTo>
                  <a:lnTo>
                    <a:pt x="63" y="80"/>
                  </a:lnTo>
                  <a:lnTo>
                    <a:pt x="80" y="80"/>
                  </a:lnTo>
                  <a:lnTo>
                    <a:pt x="95" y="48"/>
                  </a:lnTo>
                  <a:cubicBezTo>
                    <a:pt x="95" y="32"/>
                    <a:pt x="111" y="32"/>
                    <a:pt x="111" y="32"/>
                  </a:cubicBezTo>
                  <a:lnTo>
                    <a:pt x="111" y="32"/>
                  </a:lnTo>
                  <a:cubicBezTo>
                    <a:pt x="95" y="16"/>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30" name="Google Shape;3330;p46"/>
            <p:cNvSpPr/>
            <p:nvPr/>
          </p:nvSpPr>
          <p:spPr>
            <a:xfrm>
              <a:off x="3096336" y="1784247"/>
              <a:ext cx="6551" cy="4039"/>
            </a:xfrm>
            <a:custGeom>
              <a:avLst/>
              <a:gdLst/>
              <a:ahLst/>
              <a:cxnLst/>
              <a:rect l="l" t="t" r="r" b="b"/>
              <a:pathLst>
                <a:path w="206" h="127" extrusionOk="0">
                  <a:moveTo>
                    <a:pt x="158" y="1"/>
                  </a:moveTo>
                  <a:cubicBezTo>
                    <a:pt x="111" y="1"/>
                    <a:pt x="79" y="16"/>
                    <a:pt x="32" y="16"/>
                  </a:cubicBezTo>
                  <a:lnTo>
                    <a:pt x="16" y="47"/>
                  </a:lnTo>
                  <a:cubicBezTo>
                    <a:pt x="0" y="64"/>
                    <a:pt x="0" y="79"/>
                    <a:pt x="16" y="95"/>
                  </a:cubicBezTo>
                  <a:cubicBezTo>
                    <a:pt x="16" y="95"/>
                    <a:pt x="32" y="95"/>
                    <a:pt x="32" y="110"/>
                  </a:cubicBezTo>
                  <a:lnTo>
                    <a:pt x="111" y="64"/>
                  </a:lnTo>
                  <a:lnTo>
                    <a:pt x="126" y="64"/>
                  </a:lnTo>
                  <a:lnTo>
                    <a:pt x="126" y="64"/>
                  </a:lnTo>
                  <a:cubicBezTo>
                    <a:pt x="142" y="64"/>
                    <a:pt x="158" y="64"/>
                    <a:pt x="158" y="79"/>
                  </a:cubicBezTo>
                  <a:cubicBezTo>
                    <a:pt x="174" y="95"/>
                    <a:pt x="158" y="110"/>
                    <a:pt x="158" y="127"/>
                  </a:cubicBezTo>
                  <a:lnTo>
                    <a:pt x="158" y="127"/>
                  </a:lnTo>
                  <a:lnTo>
                    <a:pt x="158" y="127"/>
                  </a:lnTo>
                  <a:cubicBezTo>
                    <a:pt x="174" y="127"/>
                    <a:pt x="189" y="110"/>
                    <a:pt x="189" y="95"/>
                  </a:cubicBezTo>
                  <a:cubicBezTo>
                    <a:pt x="205" y="47"/>
                    <a:pt x="189"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31" name="Google Shape;3331;p46"/>
            <p:cNvSpPr/>
            <p:nvPr/>
          </p:nvSpPr>
          <p:spPr>
            <a:xfrm>
              <a:off x="3400506" y="1804792"/>
              <a:ext cx="4516" cy="3021"/>
            </a:xfrm>
            <a:custGeom>
              <a:avLst/>
              <a:gdLst/>
              <a:ahLst/>
              <a:cxnLst/>
              <a:rect l="l" t="t" r="r" b="b"/>
              <a:pathLst>
                <a:path w="142" h="95" extrusionOk="0">
                  <a:moveTo>
                    <a:pt x="32" y="0"/>
                  </a:moveTo>
                  <a:lnTo>
                    <a:pt x="0" y="16"/>
                  </a:lnTo>
                  <a:lnTo>
                    <a:pt x="0" y="16"/>
                  </a:lnTo>
                  <a:lnTo>
                    <a:pt x="0" y="48"/>
                  </a:lnTo>
                  <a:cubicBezTo>
                    <a:pt x="0" y="48"/>
                    <a:pt x="0" y="63"/>
                    <a:pt x="15" y="63"/>
                  </a:cubicBezTo>
                  <a:lnTo>
                    <a:pt x="15" y="63"/>
                  </a:lnTo>
                  <a:lnTo>
                    <a:pt x="95" y="95"/>
                  </a:lnTo>
                  <a:lnTo>
                    <a:pt x="110" y="95"/>
                  </a:lnTo>
                  <a:cubicBezTo>
                    <a:pt x="110" y="95"/>
                    <a:pt x="126" y="95"/>
                    <a:pt x="141" y="79"/>
                  </a:cubicBezTo>
                  <a:cubicBezTo>
                    <a:pt x="141" y="63"/>
                    <a:pt x="126" y="48"/>
                    <a:pt x="110" y="32"/>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32" name="Google Shape;3332;p46"/>
            <p:cNvSpPr/>
            <p:nvPr/>
          </p:nvSpPr>
          <p:spPr>
            <a:xfrm>
              <a:off x="3020166" y="1794265"/>
              <a:ext cx="6551" cy="7537"/>
            </a:xfrm>
            <a:custGeom>
              <a:avLst/>
              <a:gdLst/>
              <a:ahLst/>
              <a:cxnLst/>
              <a:rect l="l" t="t" r="r" b="b"/>
              <a:pathLst>
                <a:path w="206" h="237" extrusionOk="0">
                  <a:moveTo>
                    <a:pt x="111" y="158"/>
                  </a:moveTo>
                  <a:lnTo>
                    <a:pt x="95" y="158"/>
                  </a:lnTo>
                  <a:lnTo>
                    <a:pt x="95" y="158"/>
                  </a:lnTo>
                  <a:cubicBezTo>
                    <a:pt x="111" y="158"/>
                    <a:pt x="111" y="174"/>
                    <a:pt x="111" y="174"/>
                  </a:cubicBezTo>
                  <a:cubicBezTo>
                    <a:pt x="126" y="190"/>
                    <a:pt x="111" y="221"/>
                    <a:pt x="95" y="221"/>
                  </a:cubicBezTo>
                  <a:lnTo>
                    <a:pt x="80" y="221"/>
                  </a:lnTo>
                  <a:lnTo>
                    <a:pt x="80" y="237"/>
                  </a:lnTo>
                  <a:lnTo>
                    <a:pt x="95" y="237"/>
                  </a:lnTo>
                  <a:lnTo>
                    <a:pt x="95" y="237"/>
                  </a:lnTo>
                  <a:lnTo>
                    <a:pt x="174" y="237"/>
                  </a:lnTo>
                  <a:cubicBezTo>
                    <a:pt x="189" y="237"/>
                    <a:pt x="206" y="205"/>
                    <a:pt x="206" y="190"/>
                  </a:cubicBezTo>
                  <a:cubicBezTo>
                    <a:pt x="189" y="174"/>
                    <a:pt x="189" y="158"/>
                    <a:pt x="158" y="158"/>
                  </a:cubicBezTo>
                  <a:lnTo>
                    <a:pt x="158" y="158"/>
                  </a:lnTo>
                  <a:lnTo>
                    <a:pt x="126" y="174"/>
                  </a:lnTo>
                  <a:lnTo>
                    <a:pt x="111" y="158"/>
                  </a:lnTo>
                  <a:close/>
                  <a:moveTo>
                    <a:pt x="32" y="1"/>
                  </a:moveTo>
                  <a:lnTo>
                    <a:pt x="32" y="1"/>
                  </a:lnTo>
                  <a:lnTo>
                    <a:pt x="32" y="1"/>
                  </a:lnTo>
                  <a:cubicBezTo>
                    <a:pt x="17" y="1"/>
                    <a:pt x="0" y="16"/>
                    <a:pt x="0" y="47"/>
                  </a:cubicBezTo>
                  <a:lnTo>
                    <a:pt x="0" y="47"/>
                  </a:lnTo>
                  <a:lnTo>
                    <a:pt x="32" y="110"/>
                  </a:lnTo>
                  <a:lnTo>
                    <a:pt x="32" y="110"/>
                  </a:lnTo>
                  <a:cubicBezTo>
                    <a:pt x="32" y="127"/>
                    <a:pt x="48" y="127"/>
                    <a:pt x="48" y="142"/>
                  </a:cubicBezTo>
                  <a:lnTo>
                    <a:pt x="48" y="158"/>
                  </a:lnTo>
                  <a:lnTo>
                    <a:pt x="48" y="174"/>
                  </a:lnTo>
                  <a:cubicBezTo>
                    <a:pt x="48" y="158"/>
                    <a:pt x="63" y="158"/>
                    <a:pt x="63" y="158"/>
                  </a:cubicBezTo>
                  <a:lnTo>
                    <a:pt x="80" y="158"/>
                  </a:lnTo>
                  <a:cubicBezTo>
                    <a:pt x="63" y="158"/>
                    <a:pt x="63" y="158"/>
                    <a:pt x="63" y="142"/>
                  </a:cubicBezTo>
                  <a:cubicBezTo>
                    <a:pt x="48" y="127"/>
                    <a:pt x="48" y="110"/>
                    <a:pt x="63" y="95"/>
                  </a:cubicBezTo>
                  <a:lnTo>
                    <a:pt x="63" y="95"/>
                  </a:lnTo>
                  <a:cubicBezTo>
                    <a:pt x="48" y="95"/>
                    <a:pt x="32" y="79"/>
                    <a:pt x="32" y="64"/>
                  </a:cubicBezTo>
                  <a:cubicBezTo>
                    <a:pt x="32" y="64"/>
                    <a:pt x="32" y="47"/>
                    <a:pt x="48" y="32"/>
                  </a:cubicBez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33" name="Google Shape;3333;p46"/>
            <p:cNvSpPr/>
            <p:nvPr/>
          </p:nvSpPr>
          <p:spPr>
            <a:xfrm>
              <a:off x="3095318" y="1786250"/>
              <a:ext cx="6551" cy="3053"/>
            </a:xfrm>
            <a:custGeom>
              <a:avLst/>
              <a:gdLst/>
              <a:ahLst/>
              <a:cxnLst/>
              <a:rect l="l" t="t" r="r" b="b"/>
              <a:pathLst>
                <a:path w="206" h="96" extrusionOk="0">
                  <a:moveTo>
                    <a:pt x="158" y="1"/>
                  </a:moveTo>
                  <a:lnTo>
                    <a:pt x="158" y="1"/>
                  </a:lnTo>
                  <a:lnTo>
                    <a:pt x="143" y="1"/>
                  </a:lnTo>
                  <a:lnTo>
                    <a:pt x="64" y="47"/>
                  </a:lnTo>
                  <a:lnTo>
                    <a:pt x="17" y="64"/>
                  </a:lnTo>
                  <a:lnTo>
                    <a:pt x="0" y="95"/>
                  </a:lnTo>
                  <a:lnTo>
                    <a:pt x="32" y="95"/>
                  </a:lnTo>
                  <a:lnTo>
                    <a:pt x="48" y="79"/>
                  </a:lnTo>
                  <a:cubicBezTo>
                    <a:pt x="48" y="64"/>
                    <a:pt x="64" y="47"/>
                    <a:pt x="80" y="47"/>
                  </a:cubicBezTo>
                  <a:lnTo>
                    <a:pt x="95" y="47"/>
                  </a:lnTo>
                  <a:cubicBezTo>
                    <a:pt x="111" y="64"/>
                    <a:pt x="111" y="79"/>
                    <a:pt x="111" y="95"/>
                  </a:cubicBezTo>
                  <a:lnTo>
                    <a:pt x="174" y="64"/>
                  </a:lnTo>
                  <a:lnTo>
                    <a:pt x="190" y="64"/>
                  </a:lnTo>
                  <a:cubicBezTo>
                    <a:pt x="190" y="47"/>
                    <a:pt x="206" y="32"/>
                    <a:pt x="190" y="16"/>
                  </a:cubicBezTo>
                  <a:cubicBezTo>
                    <a:pt x="190" y="1"/>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34" name="Google Shape;3334;p46"/>
            <p:cNvSpPr/>
            <p:nvPr/>
          </p:nvSpPr>
          <p:spPr>
            <a:xfrm>
              <a:off x="3057758" y="1831348"/>
              <a:ext cx="3530" cy="4039"/>
            </a:xfrm>
            <a:custGeom>
              <a:avLst/>
              <a:gdLst/>
              <a:ahLst/>
              <a:cxnLst/>
              <a:rect l="l" t="t" r="r" b="b"/>
              <a:pathLst>
                <a:path w="111" h="127" extrusionOk="0">
                  <a:moveTo>
                    <a:pt x="32" y="1"/>
                  </a:moveTo>
                  <a:lnTo>
                    <a:pt x="32" y="1"/>
                  </a:lnTo>
                  <a:cubicBezTo>
                    <a:pt x="16" y="1"/>
                    <a:pt x="0" y="16"/>
                    <a:pt x="0" y="32"/>
                  </a:cubicBezTo>
                  <a:lnTo>
                    <a:pt x="16" y="79"/>
                  </a:lnTo>
                  <a:cubicBezTo>
                    <a:pt x="16" y="95"/>
                    <a:pt x="16" y="95"/>
                    <a:pt x="32" y="110"/>
                  </a:cubicBezTo>
                  <a:lnTo>
                    <a:pt x="47" y="110"/>
                  </a:lnTo>
                  <a:lnTo>
                    <a:pt x="63" y="127"/>
                  </a:lnTo>
                  <a:cubicBezTo>
                    <a:pt x="79" y="127"/>
                    <a:pt x="79" y="127"/>
                    <a:pt x="79" y="110"/>
                  </a:cubicBezTo>
                  <a:cubicBezTo>
                    <a:pt x="95" y="110"/>
                    <a:pt x="95" y="110"/>
                    <a:pt x="95" y="95"/>
                  </a:cubicBezTo>
                  <a:lnTo>
                    <a:pt x="110" y="64"/>
                  </a:lnTo>
                  <a:cubicBezTo>
                    <a:pt x="110" y="32"/>
                    <a:pt x="110" y="16"/>
                    <a:pt x="95" y="16"/>
                  </a:cubicBezTo>
                  <a:lnTo>
                    <a:pt x="79" y="16"/>
                  </a:lnTo>
                  <a:lnTo>
                    <a:pt x="63" y="16"/>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35" name="Google Shape;3335;p46"/>
            <p:cNvSpPr/>
            <p:nvPr/>
          </p:nvSpPr>
          <p:spPr>
            <a:xfrm>
              <a:off x="3106863" y="1791752"/>
              <a:ext cx="3530" cy="8046"/>
            </a:xfrm>
            <a:custGeom>
              <a:avLst/>
              <a:gdLst/>
              <a:ahLst/>
              <a:cxnLst/>
              <a:rect l="l" t="t" r="r" b="b"/>
              <a:pathLst>
                <a:path w="111" h="253" extrusionOk="0">
                  <a:moveTo>
                    <a:pt x="79" y="0"/>
                  </a:moveTo>
                  <a:cubicBezTo>
                    <a:pt x="64" y="0"/>
                    <a:pt x="64" y="17"/>
                    <a:pt x="47" y="17"/>
                  </a:cubicBezTo>
                  <a:cubicBezTo>
                    <a:pt x="47" y="17"/>
                    <a:pt x="32" y="17"/>
                    <a:pt x="32" y="0"/>
                  </a:cubicBezTo>
                  <a:cubicBezTo>
                    <a:pt x="32" y="17"/>
                    <a:pt x="16" y="17"/>
                    <a:pt x="16" y="17"/>
                  </a:cubicBezTo>
                  <a:lnTo>
                    <a:pt x="16" y="32"/>
                  </a:lnTo>
                  <a:cubicBezTo>
                    <a:pt x="32" y="48"/>
                    <a:pt x="47" y="48"/>
                    <a:pt x="47" y="63"/>
                  </a:cubicBezTo>
                  <a:cubicBezTo>
                    <a:pt x="47" y="80"/>
                    <a:pt x="47" y="95"/>
                    <a:pt x="32" y="95"/>
                  </a:cubicBezTo>
                  <a:lnTo>
                    <a:pt x="32" y="111"/>
                  </a:lnTo>
                  <a:lnTo>
                    <a:pt x="32" y="111"/>
                  </a:lnTo>
                  <a:lnTo>
                    <a:pt x="16" y="126"/>
                  </a:lnTo>
                  <a:lnTo>
                    <a:pt x="16" y="158"/>
                  </a:lnTo>
                  <a:lnTo>
                    <a:pt x="16" y="158"/>
                  </a:lnTo>
                  <a:cubicBezTo>
                    <a:pt x="16" y="174"/>
                    <a:pt x="32" y="174"/>
                    <a:pt x="32" y="189"/>
                  </a:cubicBezTo>
                  <a:cubicBezTo>
                    <a:pt x="47" y="206"/>
                    <a:pt x="32" y="221"/>
                    <a:pt x="16" y="237"/>
                  </a:cubicBezTo>
                  <a:lnTo>
                    <a:pt x="0" y="237"/>
                  </a:lnTo>
                  <a:lnTo>
                    <a:pt x="16" y="253"/>
                  </a:lnTo>
                  <a:lnTo>
                    <a:pt x="47" y="253"/>
                  </a:lnTo>
                  <a:lnTo>
                    <a:pt x="47" y="253"/>
                  </a:lnTo>
                  <a:lnTo>
                    <a:pt x="64" y="253"/>
                  </a:lnTo>
                  <a:lnTo>
                    <a:pt x="110" y="206"/>
                  </a:lnTo>
                  <a:lnTo>
                    <a:pt x="110" y="174"/>
                  </a:lnTo>
                  <a:cubicBezTo>
                    <a:pt x="110" y="158"/>
                    <a:pt x="95" y="158"/>
                    <a:pt x="95" y="143"/>
                  </a:cubicBezTo>
                  <a:cubicBezTo>
                    <a:pt x="95" y="126"/>
                    <a:pt x="95" y="126"/>
                    <a:pt x="110" y="111"/>
                  </a:cubicBezTo>
                  <a:lnTo>
                    <a:pt x="110" y="111"/>
                  </a:lnTo>
                  <a:lnTo>
                    <a:pt x="95" y="95"/>
                  </a:lnTo>
                  <a:cubicBezTo>
                    <a:pt x="95" y="63"/>
                    <a:pt x="79" y="48"/>
                    <a:pt x="79" y="48"/>
                  </a:cubicBezTo>
                  <a:lnTo>
                    <a:pt x="95" y="32"/>
                  </a:lnTo>
                  <a:lnTo>
                    <a:pt x="95" y="32"/>
                  </a:lnTo>
                  <a:cubicBezTo>
                    <a:pt x="95" y="17"/>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36" name="Google Shape;3336;p46"/>
            <p:cNvSpPr/>
            <p:nvPr/>
          </p:nvSpPr>
          <p:spPr>
            <a:xfrm>
              <a:off x="3342369" y="1818340"/>
              <a:ext cx="5534" cy="4039"/>
            </a:xfrm>
            <a:custGeom>
              <a:avLst/>
              <a:gdLst/>
              <a:ahLst/>
              <a:cxnLst/>
              <a:rect l="l" t="t" r="r" b="b"/>
              <a:pathLst>
                <a:path w="174" h="127" extrusionOk="0">
                  <a:moveTo>
                    <a:pt x="142" y="0"/>
                  </a:moveTo>
                  <a:lnTo>
                    <a:pt x="142" y="0"/>
                  </a:lnTo>
                  <a:lnTo>
                    <a:pt x="127" y="0"/>
                  </a:lnTo>
                  <a:lnTo>
                    <a:pt x="127" y="0"/>
                  </a:lnTo>
                  <a:lnTo>
                    <a:pt x="64" y="32"/>
                  </a:lnTo>
                  <a:lnTo>
                    <a:pt x="79" y="32"/>
                  </a:lnTo>
                  <a:cubicBezTo>
                    <a:pt x="79" y="47"/>
                    <a:pt x="79" y="78"/>
                    <a:pt x="64" y="78"/>
                  </a:cubicBezTo>
                  <a:cubicBezTo>
                    <a:pt x="64" y="95"/>
                    <a:pt x="47" y="95"/>
                    <a:pt x="47" y="95"/>
                  </a:cubicBezTo>
                  <a:cubicBezTo>
                    <a:pt x="32" y="95"/>
                    <a:pt x="16" y="78"/>
                    <a:pt x="16" y="78"/>
                  </a:cubicBezTo>
                  <a:lnTo>
                    <a:pt x="1" y="63"/>
                  </a:lnTo>
                  <a:lnTo>
                    <a:pt x="1" y="63"/>
                  </a:lnTo>
                  <a:lnTo>
                    <a:pt x="1" y="110"/>
                  </a:lnTo>
                  <a:lnTo>
                    <a:pt x="1" y="126"/>
                  </a:lnTo>
                  <a:lnTo>
                    <a:pt x="16" y="126"/>
                  </a:lnTo>
                  <a:lnTo>
                    <a:pt x="64" y="126"/>
                  </a:lnTo>
                  <a:lnTo>
                    <a:pt x="64" y="95"/>
                  </a:lnTo>
                  <a:lnTo>
                    <a:pt x="127" y="78"/>
                  </a:lnTo>
                  <a:lnTo>
                    <a:pt x="158" y="63"/>
                  </a:lnTo>
                  <a:cubicBezTo>
                    <a:pt x="173" y="63"/>
                    <a:pt x="173" y="47"/>
                    <a:pt x="173" y="32"/>
                  </a:cubicBezTo>
                  <a:cubicBezTo>
                    <a:pt x="158" y="32"/>
                    <a:pt x="142" y="32"/>
                    <a:pt x="142" y="0"/>
                  </a:cubicBez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37" name="Google Shape;3337;p46"/>
            <p:cNvSpPr/>
            <p:nvPr/>
          </p:nvSpPr>
          <p:spPr>
            <a:xfrm>
              <a:off x="3180488" y="1796269"/>
              <a:ext cx="2576" cy="1527"/>
            </a:xfrm>
            <a:custGeom>
              <a:avLst/>
              <a:gdLst/>
              <a:ahLst/>
              <a:cxnLst/>
              <a:rect l="l" t="t" r="r" b="b"/>
              <a:pathLst>
                <a:path w="81" h="48" extrusionOk="0">
                  <a:moveTo>
                    <a:pt x="80" y="1"/>
                  </a:moveTo>
                  <a:cubicBezTo>
                    <a:pt x="64" y="1"/>
                    <a:pt x="32" y="16"/>
                    <a:pt x="17" y="16"/>
                  </a:cubicBezTo>
                  <a:cubicBezTo>
                    <a:pt x="17" y="32"/>
                    <a:pt x="1" y="47"/>
                    <a:pt x="1" y="47"/>
                  </a:cubicBezTo>
                  <a:lnTo>
                    <a:pt x="17" y="47"/>
                  </a:lnTo>
                  <a:lnTo>
                    <a:pt x="49" y="47"/>
                  </a:lnTo>
                  <a:lnTo>
                    <a:pt x="64" y="47"/>
                  </a:lnTo>
                  <a:lnTo>
                    <a:pt x="80" y="47"/>
                  </a:ln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38" name="Google Shape;3338;p46"/>
            <p:cNvSpPr/>
            <p:nvPr/>
          </p:nvSpPr>
          <p:spPr>
            <a:xfrm>
              <a:off x="3100852" y="1796269"/>
              <a:ext cx="7537" cy="3530"/>
            </a:xfrm>
            <a:custGeom>
              <a:avLst/>
              <a:gdLst/>
              <a:ahLst/>
              <a:cxnLst/>
              <a:rect l="l" t="t" r="r" b="b"/>
              <a:pathLst>
                <a:path w="237" h="111" extrusionOk="0">
                  <a:moveTo>
                    <a:pt x="32" y="1"/>
                  </a:moveTo>
                  <a:lnTo>
                    <a:pt x="32" y="1"/>
                  </a:lnTo>
                  <a:lnTo>
                    <a:pt x="16" y="1"/>
                  </a:lnTo>
                  <a:lnTo>
                    <a:pt x="16" y="1"/>
                  </a:lnTo>
                  <a:lnTo>
                    <a:pt x="16" y="16"/>
                  </a:lnTo>
                  <a:lnTo>
                    <a:pt x="0" y="16"/>
                  </a:lnTo>
                  <a:cubicBezTo>
                    <a:pt x="0" y="32"/>
                    <a:pt x="0" y="47"/>
                    <a:pt x="16" y="47"/>
                  </a:cubicBezTo>
                  <a:cubicBezTo>
                    <a:pt x="32" y="95"/>
                    <a:pt x="63" y="111"/>
                    <a:pt x="95" y="111"/>
                  </a:cubicBezTo>
                  <a:lnTo>
                    <a:pt x="110" y="111"/>
                  </a:lnTo>
                  <a:cubicBezTo>
                    <a:pt x="142" y="111"/>
                    <a:pt x="173" y="95"/>
                    <a:pt x="189" y="95"/>
                  </a:cubicBezTo>
                  <a:lnTo>
                    <a:pt x="205" y="95"/>
                  </a:lnTo>
                  <a:cubicBezTo>
                    <a:pt x="221" y="79"/>
                    <a:pt x="236" y="64"/>
                    <a:pt x="221" y="47"/>
                  </a:cubicBezTo>
                  <a:cubicBezTo>
                    <a:pt x="221" y="32"/>
                    <a:pt x="205" y="32"/>
                    <a:pt x="205" y="16"/>
                  </a:cubicBezTo>
                  <a:cubicBezTo>
                    <a:pt x="189" y="32"/>
                    <a:pt x="189" y="47"/>
                    <a:pt x="173" y="47"/>
                  </a:cubicBezTo>
                  <a:lnTo>
                    <a:pt x="173" y="47"/>
                  </a:lnTo>
                  <a:lnTo>
                    <a:pt x="110" y="47"/>
                  </a:lnTo>
                  <a:lnTo>
                    <a:pt x="95" y="32"/>
                  </a:lnTo>
                  <a:cubicBezTo>
                    <a:pt x="79" y="32"/>
                    <a:pt x="79" y="32"/>
                    <a:pt x="63" y="16"/>
                  </a:cubicBezTo>
                  <a:lnTo>
                    <a:pt x="63" y="16"/>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39" name="Google Shape;3339;p46"/>
            <p:cNvSpPr/>
            <p:nvPr/>
          </p:nvSpPr>
          <p:spPr>
            <a:xfrm>
              <a:off x="3089816" y="1804283"/>
              <a:ext cx="4516" cy="5057"/>
            </a:xfrm>
            <a:custGeom>
              <a:avLst/>
              <a:gdLst/>
              <a:ahLst/>
              <a:cxnLst/>
              <a:rect l="l" t="t" r="r" b="b"/>
              <a:pathLst>
                <a:path w="142" h="159" extrusionOk="0">
                  <a:moveTo>
                    <a:pt x="64" y="1"/>
                  </a:moveTo>
                  <a:lnTo>
                    <a:pt x="64" y="1"/>
                  </a:lnTo>
                  <a:cubicBezTo>
                    <a:pt x="47" y="1"/>
                    <a:pt x="32" y="1"/>
                    <a:pt x="32" y="16"/>
                  </a:cubicBezTo>
                  <a:cubicBezTo>
                    <a:pt x="32" y="32"/>
                    <a:pt x="32" y="48"/>
                    <a:pt x="47" y="64"/>
                  </a:cubicBezTo>
                  <a:lnTo>
                    <a:pt x="16" y="111"/>
                  </a:lnTo>
                  <a:cubicBezTo>
                    <a:pt x="1" y="127"/>
                    <a:pt x="16" y="142"/>
                    <a:pt x="32" y="158"/>
                  </a:cubicBezTo>
                  <a:lnTo>
                    <a:pt x="47" y="158"/>
                  </a:lnTo>
                  <a:cubicBezTo>
                    <a:pt x="64" y="158"/>
                    <a:pt x="64" y="158"/>
                    <a:pt x="79" y="142"/>
                  </a:cubicBezTo>
                  <a:lnTo>
                    <a:pt x="127" y="48"/>
                  </a:lnTo>
                  <a:cubicBezTo>
                    <a:pt x="142" y="48"/>
                    <a:pt x="142" y="32"/>
                    <a:pt x="127" y="16"/>
                  </a:cubicBezTo>
                  <a:lnTo>
                    <a:pt x="110"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40" name="Google Shape;3340;p46"/>
            <p:cNvSpPr/>
            <p:nvPr/>
          </p:nvSpPr>
          <p:spPr>
            <a:xfrm>
              <a:off x="3367430" y="1768218"/>
              <a:ext cx="3021" cy="4039"/>
            </a:xfrm>
            <a:custGeom>
              <a:avLst/>
              <a:gdLst/>
              <a:ahLst/>
              <a:cxnLst/>
              <a:rect l="l" t="t" r="r" b="b"/>
              <a:pathLst>
                <a:path w="95" h="127" extrusionOk="0">
                  <a:moveTo>
                    <a:pt x="32" y="1"/>
                  </a:moveTo>
                  <a:lnTo>
                    <a:pt x="32" y="1"/>
                  </a:lnTo>
                  <a:cubicBezTo>
                    <a:pt x="16" y="1"/>
                    <a:pt x="0" y="16"/>
                    <a:pt x="0" y="47"/>
                  </a:cubicBezTo>
                  <a:lnTo>
                    <a:pt x="16" y="95"/>
                  </a:lnTo>
                  <a:cubicBezTo>
                    <a:pt x="16" y="110"/>
                    <a:pt x="16" y="127"/>
                    <a:pt x="32" y="127"/>
                  </a:cubicBezTo>
                  <a:lnTo>
                    <a:pt x="47" y="127"/>
                  </a:lnTo>
                  <a:lnTo>
                    <a:pt x="63" y="127"/>
                  </a:lnTo>
                  <a:lnTo>
                    <a:pt x="79" y="95"/>
                  </a:lnTo>
                  <a:cubicBezTo>
                    <a:pt x="95" y="95"/>
                    <a:pt x="95" y="64"/>
                    <a:pt x="79" y="47"/>
                  </a:cubicBezTo>
                  <a:lnTo>
                    <a:pt x="79" y="47"/>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41" name="Google Shape;3341;p46"/>
            <p:cNvSpPr/>
            <p:nvPr/>
          </p:nvSpPr>
          <p:spPr>
            <a:xfrm>
              <a:off x="3332828" y="1771716"/>
              <a:ext cx="4039" cy="4039"/>
            </a:xfrm>
            <a:custGeom>
              <a:avLst/>
              <a:gdLst/>
              <a:ahLst/>
              <a:cxnLst/>
              <a:rect l="l" t="t" r="r" b="b"/>
              <a:pathLst>
                <a:path w="127" h="127" extrusionOk="0">
                  <a:moveTo>
                    <a:pt x="49" y="0"/>
                  </a:moveTo>
                  <a:lnTo>
                    <a:pt x="32" y="0"/>
                  </a:lnTo>
                  <a:lnTo>
                    <a:pt x="17" y="17"/>
                  </a:lnTo>
                  <a:lnTo>
                    <a:pt x="1" y="48"/>
                  </a:lnTo>
                  <a:cubicBezTo>
                    <a:pt x="1" y="48"/>
                    <a:pt x="17" y="48"/>
                    <a:pt x="17" y="63"/>
                  </a:cubicBezTo>
                  <a:cubicBezTo>
                    <a:pt x="32" y="63"/>
                    <a:pt x="32" y="80"/>
                    <a:pt x="32" y="80"/>
                  </a:cubicBezTo>
                  <a:lnTo>
                    <a:pt x="32" y="111"/>
                  </a:lnTo>
                  <a:lnTo>
                    <a:pt x="32" y="126"/>
                  </a:lnTo>
                  <a:lnTo>
                    <a:pt x="95" y="111"/>
                  </a:lnTo>
                  <a:cubicBezTo>
                    <a:pt x="112" y="111"/>
                    <a:pt x="127" y="95"/>
                    <a:pt x="127" y="80"/>
                  </a:cubicBezTo>
                  <a:lnTo>
                    <a:pt x="95" y="80"/>
                  </a:lnTo>
                  <a:lnTo>
                    <a:pt x="95" y="80"/>
                  </a:lnTo>
                  <a:cubicBezTo>
                    <a:pt x="80" y="80"/>
                    <a:pt x="64" y="63"/>
                    <a:pt x="49" y="48"/>
                  </a:cubicBezTo>
                  <a:cubicBezTo>
                    <a:pt x="49" y="32"/>
                    <a:pt x="64" y="32"/>
                    <a:pt x="64" y="17"/>
                  </a:cubicBezTo>
                  <a:lnTo>
                    <a:pt x="64" y="17"/>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42" name="Google Shape;3342;p46"/>
            <p:cNvSpPr/>
            <p:nvPr/>
          </p:nvSpPr>
          <p:spPr>
            <a:xfrm>
              <a:off x="3322333" y="1772225"/>
              <a:ext cx="2512" cy="3530"/>
            </a:xfrm>
            <a:custGeom>
              <a:avLst/>
              <a:gdLst/>
              <a:ahLst/>
              <a:cxnLst/>
              <a:rect l="l" t="t" r="r" b="b"/>
              <a:pathLst>
                <a:path w="79" h="111" extrusionOk="0">
                  <a:moveTo>
                    <a:pt x="32" y="1"/>
                  </a:moveTo>
                  <a:lnTo>
                    <a:pt x="32" y="1"/>
                  </a:lnTo>
                  <a:lnTo>
                    <a:pt x="16" y="1"/>
                  </a:lnTo>
                  <a:cubicBezTo>
                    <a:pt x="0" y="1"/>
                    <a:pt x="0" y="16"/>
                    <a:pt x="0" y="47"/>
                  </a:cubicBezTo>
                  <a:lnTo>
                    <a:pt x="0" y="47"/>
                  </a:lnTo>
                  <a:lnTo>
                    <a:pt x="16" y="110"/>
                  </a:lnTo>
                  <a:lnTo>
                    <a:pt x="47" y="95"/>
                  </a:lnTo>
                  <a:lnTo>
                    <a:pt x="47" y="95"/>
                  </a:lnTo>
                  <a:lnTo>
                    <a:pt x="63" y="95"/>
                  </a:lnTo>
                  <a:lnTo>
                    <a:pt x="79" y="95"/>
                  </a:lnTo>
                  <a:lnTo>
                    <a:pt x="79" y="95"/>
                  </a:lnTo>
                  <a:lnTo>
                    <a:pt x="63" y="32"/>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43" name="Google Shape;3343;p46"/>
            <p:cNvSpPr/>
            <p:nvPr/>
          </p:nvSpPr>
          <p:spPr>
            <a:xfrm>
              <a:off x="3322810" y="1778713"/>
              <a:ext cx="5057" cy="2576"/>
            </a:xfrm>
            <a:custGeom>
              <a:avLst/>
              <a:gdLst/>
              <a:ahLst/>
              <a:cxnLst/>
              <a:rect l="l" t="t" r="r" b="b"/>
              <a:pathLst>
                <a:path w="159" h="81" extrusionOk="0">
                  <a:moveTo>
                    <a:pt x="127" y="1"/>
                  </a:moveTo>
                  <a:lnTo>
                    <a:pt x="95" y="17"/>
                  </a:lnTo>
                  <a:cubicBezTo>
                    <a:pt x="80" y="32"/>
                    <a:pt x="80" y="32"/>
                    <a:pt x="64" y="32"/>
                  </a:cubicBezTo>
                  <a:lnTo>
                    <a:pt x="48" y="17"/>
                  </a:lnTo>
                  <a:lnTo>
                    <a:pt x="32" y="1"/>
                  </a:lnTo>
                  <a:lnTo>
                    <a:pt x="1" y="1"/>
                  </a:lnTo>
                  <a:lnTo>
                    <a:pt x="1" y="1"/>
                  </a:lnTo>
                  <a:lnTo>
                    <a:pt x="1" y="1"/>
                  </a:lnTo>
                  <a:lnTo>
                    <a:pt x="1" y="1"/>
                  </a:lnTo>
                  <a:lnTo>
                    <a:pt x="127" y="80"/>
                  </a:lnTo>
                  <a:lnTo>
                    <a:pt x="127" y="32"/>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44" name="Google Shape;3344;p46"/>
            <p:cNvSpPr/>
            <p:nvPr/>
          </p:nvSpPr>
          <p:spPr>
            <a:xfrm>
              <a:off x="3245654" y="1805778"/>
              <a:ext cx="3562" cy="4039"/>
            </a:xfrm>
            <a:custGeom>
              <a:avLst/>
              <a:gdLst/>
              <a:ahLst/>
              <a:cxnLst/>
              <a:rect l="l" t="t" r="r" b="b"/>
              <a:pathLst>
                <a:path w="112" h="127" extrusionOk="0">
                  <a:moveTo>
                    <a:pt x="80" y="1"/>
                  </a:moveTo>
                  <a:cubicBezTo>
                    <a:pt x="63" y="17"/>
                    <a:pt x="48" y="32"/>
                    <a:pt x="17" y="32"/>
                  </a:cubicBezTo>
                  <a:lnTo>
                    <a:pt x="17" y="32"/>
                  </a:lnTo>
                  <a:lnTo>
                    <a:pt x="17" y="32"/>
                  </a:lnTo>
                  <a:lnTo>
                    <a:pt x="0" y="32"/>
                  </a:lnTo>
                  <a:lnTo>
                    <a:pt x="0" y="32"/>
                  </a:lnTo>
                  <a:lnTo>
                    <a:pt x="0" y="64"/>
                  </a:lnTo>
                  <a:lnTo>
                    <a:pt x="48" y="111"/>
                  </a:lnTo>
                  <a:cubicBezTo>
                    <a:pt x="48" y="127"/>
                    <a:pt x="63" y="127"/>
                    <a:pt x="63" y="127"/>
                  </a:cubicBezTo>
                  <a:lnTo>
                    <a:pt x="95" y="127"/>
                  </a:lnTo>
                  <a:cubicBezTo>
                    <a:pt x="111" y="111"/>
                    <a:pt x="111" y="95"/>
                    <a:pt x="95" y="80"/>
                  </a:cubicBezTo>
                  <a:lnTo>
                    <a:pt x="80" y="64"/>
                  </a:lnTo>
                  <a:cubicBezTo>
                    <a:pt x="95" y="48"/>
                    <a:pt x="95" y="48"/>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45" name="Google Shape;3345;p46"/>
            <p:cNvSpPr/>
            <p:nvPr/>
          </p:nvSpPr>
          <p:spPr>
            <a:xfrm>
              <a:off x="3031711" y="1819803"/>
              <a:ext cx="3021" cy="4039"/>
            </a:xfrm>
            <a:custGeom>
              <a:avLst/>
              <a:gdLst/>
              <a:ahLst/>
              <a:cxnLst/>
              <a:rect l="l" t="t" r="r" b="b"/>
              <a:pathLst>
                <a:path w="95" h="127" extrusionOk="0">
                  <a:moveTo>
                    <a:pt x="32" y="1"/>
                  </a:moveTo>
                  <a:lnTo>
                    <a:pt x="32" y="1"/>
                  </a:lnTo>
                  <a:lnTo>
                    <a:pt x="15" y="1"/>
                  </a:lnTo>
                  <a:lnTo>
                    <a:pt x="32" y="1"/>
                  </a:lnTo>
                  <a:cubicBezTo>
                    <a:pt x="47" y="17"/>
                    <a:pt x="47" y="32"/>
                    <a:pt x="32" y="49"/>
                  </a:cubicBezTo>
                  <a:lnTo>
                    <a:pt x="0" y="95"/>
                  </a:lnTo>
                  <a:lnTo>
                    <a:pt x="0" y="112"/>
                  </a:lnTo>
                  <a:cubicBezTo>
                    <a:pt x="15" y="127"/>
                    <a:pt x="15" y="127"/>
                    <a:pt x="32" y="127"/>
                  </a:cubicBezTo>
                  <a:lnTo>
                    <a:pt x="47" y="127"/>
                  </a:lnTo>
                  <a:cubicBezTo>
                    <a:pt x="63" y="127"/>
                    <a:pt x="63" y="127"/>
                    <a:pt x="63" y="112"/>
                  </a:cubicBezTo>
                  <a:lnTo>
                    <a:pt x="63" y="95"/>
                  </a:lnTo>
                  <a:cubicBezTo>
                    <a:pt x="47" y="95"/>
                    <a:pt x="63" y="64"/>
                    <a:pt x="78" y="49"/>
                  </a:cubicBezTo>
                  <a:lnTo>
                    <a:pt x="95" y="32"/>
                  </a:lnTo>
                  <a:cubicBezTo>
                    <a:pt x="95" y="17"/>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46" name="Google Shape;3346;p46"/>
            <p:cNvSpPr/>
            <p:nvPr/>
          </p:nvSpPr>
          <p:spPr>
            <a:xfrm>
              <a:off x="3419557" y="1792261"/>
              <a:ext cx="5502" cy="4516"/>
            </a:xfrm>
            <a:custGeom>
              <a:avLst/>
              <a:gdLst/>
              <a:ahLst/>
              <a:cxnLst/>
              <a:rect l="l" t="t" r="r" b="b"/>
              <a:pathLst>
                <a:path w="173" h="142" extrusionOk="0">
                  <a:moveTo>
                    <a:pt x="110" y="1"/>
                  </a:moveTo>
                  <a:cubicBezTo>
                    <a:pt x="95" y="16"/>
                    <a:pt x="95" y="16"/>
                    <a:pt x="95" y="32"/>
                  </a:cubicBezTo>
                  <a:lnTo>
                    <a:pt x="95" y="64"/>
                  </a:lnTo>
                  <a:cubicBezTo>
                    <a:pt x="95" y="64"/>
                    <a:pt x="78" y="64"/>
                    <a:pt x="78" y="79"/>
                  </a:cubicBezTo>
                  <a:lnTo>
                    <a:pt x="78" y="79"/>
                  </a:lnTo>
                  <a:cubicBezTo>
                    <a:pt x="63" y="64"/>
                    <a:pt x="63" y="47"/>
                    <a:pt x="47" y="47"/>
                  </a:cubicBezTo>
                  <a:lnTo>
                    <a:pt x="32" y="47"/>
                  </a:lnTo>
                  <a:cubicBezTo>
                    <a:pt x="15" y="64"/>
                    <a:pt x="0" y="79"/>
                    <a:pt x="15" y="95"/>
                  </a:cubicBezTo>
                  <a:cubicBezTo>
                    <a:pt x="15" y="110"/>
                    <a:pt x="32" y="142"/>
                    <a:pt x="63" y="142"/>
                  </a:cubicBezTo>
                  <a:lnTo>
                    <a:pt x="63" y="142"/>
                  </a:lnTo>
                  <a:lnTo>
                    <a:pt x="63" y="142"/>
                  </a:lnTo>
                  <a:cubicBezTo>
                    <a:pt x="63" y="127"/>
                    <a:pt x="78" y="127"/>
                    <a:pt x="95" y="110"/>
                  </a:cubicBezTo>
                  <a:lnTo>
                    <a:pt x="95" y="110"/>
                  </a:lnTo>
                  <a:lnTo>
                    <a:pt x="95" y="110"/>
                  </a:lnTo>
                  <a:lnTo>
                    <a:pt x="126" y="127"/>
                  </a:lnTo>
                  <a:lnTo>
                    <a:pt x="126" y="127"/>
                  </a:lnTo>
                  <a:lnTo>
                    <a:pt x="126" y="127"/>
                  </a:lnTo>
                  <a:lnTo>
                    <a:pt x="126" y="79"/>
                  </a:lnTo>
                  <a:cubicBezTo>
                    <a:pt x="141" y="64"/>
                    <a:pt x="141" y="47"/>
                    <a:pt x="158" y="47"/>
                  </a:cubicBezTo>
                  <a:lnTo>
                    <a:pt x="173" y="47"/>
                  </a:lnTo>
                  <a:lnTo>
                    <a:pt x="173"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47" name="Google Shape;3347;p46"/>
            <p:cNvSpPr/>
            <p:nvPr/>
          </p:nvSpPr>
          <p:spPr>
            <a:xfrm>
              <a:off x="3419016" y="1810803"/>
              <a:ext cx="4580" cy="3021"/>
            </a:xfrm>
            <a:custGeom>
              <a:avLst/>
              <a:gdLst/>
              <a:ahLst/>
              <a:cxnLst/>
              <a:rect l="l" t="t" r="r" b="b"/>
              <a:pathLst>
                <a:path w="144" h="95" extrusionOk="0">
                  <a:moveTo>
                    <a:pt x="32" y="0"/>
                  </a:moveTo>
                  <a:lnTo>
                    <a:pt x="32" y="0"/>
                  </a:lnTo>
                  <a:cubicBezTo>
                    <a:pt x="17" y="0"/>
                    <a:pt x="1" y="0"/>
                    <a:pt x="1" y="17"/>
                  </a:cubicBezTo>
                  <a:cubicBezTo>
                    <a:pt x="1" y="32"/>
                    <a:pt x="1" y="63"/>
                    <a:pt x="32" y="63"/>
                  </a:cubicBezTo>
                  <a:lnTo>
                    <a:pt x="95" y="95"/>
                  </a:lnTo>
                  <a:lnTo>
                    <a:pt x="112" y="63"/>
                  </a:lnTo>
                  <a:lnTo>
                    <a:pt x="112" y="48"/>
                  </a:lnTo>
                  <a:cubicBezTo>
                    <a:pt x="127" y="32"/>
                    <a:pt x="127" y="32"/>
                    <a:pt x="143" y="32"/>
                  </a:cubicBezTo>
                  <a:lnTo>
                    <a:pt x="143" y="32"/>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48" name="Google Shape;3348;p46"/>
            <p:cNvSpPr/>
            <p:nvPr/>
          </p:nvSpPr>
          <p:spPr>
            <a:xfrm>
              <a:off x="3081293" y="1812329"/>
              <a:ext cx="4039" cy="3021"/>
            </a:xfrm>
            <a:custGeom>
              <a:avLst/>
              <a:gdLst/>
              <a:ahLst/>
              <a:cxnLst/>
              <a:rect l="l" t="t" r="r" b="b"/>
              <a:pathLst>
                <a:path w="127" h="95" extrusionOk="0">
                  <a:moveTo>
                    <a:pt x="63" y="0"/>
                  </a:moveTo>
                  <a:lnTo>
                    <a:pt x="17" y="32"/>
                  </a:lnTo>
                  <a:cubicBezTo>
                    <a:pt x="17" y="32"/>
                    <a:pt x="0" y="32"/>
                    <a:pt x="0" y="47"/>
                  </a:cubicBezTo>
                  <a:lnTo>
                    <a:pt x="0" y="63"/>
                  </a:lnTo>
                  <a:lnTo>
                    <a:pt x="0" y="63"/>
                  </a:lnTo>
                  <a:lnTo>
                    <a:pt x="17" y="63"/>
                  </a:lnTo>
                  <a:cubicBezTo>
                    <a:pt x="17" y="63"/>
                    <a:pt x="32" y="63"/>
                    <a:pt x="48" y="78"/>
                  </a:cubicBezTo>
                  <a:lnTo>
                    <a:pt x="48" y="95"/>
                  </a:lnTo>
                  <a:lnTo>
                    <a:pt x="48" y="78"/>
                  </a:lnTo>
                  <a:lnTo>
                    <a:pt x="126" y="47"/>
                  </a:lnTo>
                  <a:lnTo>
                    <a:pt x="80" y="15"/>
                  </a:lnTo>
                  <a:cubicBezTo>
                    <a:pt x="80" y="15"/>
                    <a:pt x="63"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49" name="Google Shape;3349;p46"/>
            <p:cNvSpPr/>
            <p:nvPr/>
          </p:nvSpPr>
          <p:spPr>
            <a:xfrm>
              <a:off x="3136917" y="1831825"/>
              <a:ext cx="4516" cy="3053"/>
            </a:xfrm>
            <a:custGeom>
              <a:avLst/>
              <a:gdLst/>
              <a:ahLst/>
              <a:cxnLst/>
              <a:rect l="l" t="t" r="r" b="b"/>
              <a:pathLst>
                <a:path w="142" h="96" extrusionOk="0">
                  <a:moveTo>
                    <a:pt x="32" y="1"/>
                  </a:moveTo>
                  <a:lnTo>
                    <a:pt x="32" y="1"/>
                  </a:lnTo>
                  <a:lnTo>
                    <a:pt x="32" y="1"/>
                  </a:lnTo>
                  <a:cubicBezTo>
                    <a:pt x="16" y="1"/>
                    <a:pt x="1" y="17"/>
                    <a:pt x="1" y="32"/>
                  </a:cubicBezTo>
                  <a:cubicBezTo>
                    <a:pt x="1" y="49"/>
                    <a:pt x="1" y="80"/>
                    <a:pt x="32" y="95"/>
                  </a:cubicBezTo>
                  <a:lnTo>
                    <a:pt x="64" y="95"/>
                  </a:lnTo>
                  <a:lnTo>
                    <a:pt x="79" y="95"/>
                  </a:lnTo>
                  <a:lnTo>
                    <a:pt x="95" y="95"/>
                  </a:lnTo>
                  <a:lnTo>
                    <a:pt x="95" y="95"/>
                  </a:lnTo>
                  <a:cubicBezTo>
                    <a:pt x="110" y="95"/>
                    <a:pt x="127" y="80"/>
                    <a:pt x="127" y="64"/>
                  </a:cubicBezTo>
                  <a:cubicBezTo>
                    <a:pt x="142" y="49"/>
                    <a:pt x="127" y="32"/>
                    <a:pt x="110" y="32"/>
                  </a:cubicBezTo>
                  <a:lnTo>
                    <a:pt x="95" y="17"/>
                  </a:lnTo>
                  <a:cubicBezTo>
                    <a:pt x="79" y="17"/>
                    <a:pt x="79" y="32"/>
                    <a:pt x="64" y="32"/>
                  </a:cubicBez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50" name="Google Shape;3350;p46"/>
            <p:cNvSpPr/>
            <p:nvPr/>
          </p:nvSpPr>
          <p:spPr>
            <a:xfrm>
              <a:off x="3096336" y="1793279"/>
              <a:ext cx="6551" cy="4039"/>
            </a:xfrm>
            <a:custGeom>
              <a:avLst/>
              <a:gdLst/>
              <a:ahLst/>
              <a:cxnLst/>
              <a:rect l="l" t="t" r="r" b="b"/>
              <a:pathLst>
                <a:path w="206" h="127" extrusionOk="0">
                  <a:moveTo>
                    <a:pt x="174" y="0"/>
                  </a:moveTo>
                  <a:lnTo>
                    <a:pt x="174" y="0"/>
                  </a:lnTo>
                  <a:lnTo>
                    <a:pt x="142" y="0"/>
                  </a:lnTo>
                  <a:lnTo>
                    <a:pt x="142" y="15"/>
                  </a:lnTo>
                  <a:lnTo>
                    <a:pt x="111" y="47"/>
                  </a:lnTo>
                  <a:lnTo>
                    <a:pt x="16" y="32"/>
                  </a:lnTo>
                  <a:lnTo>
                    <a:pt x="0" y="95"/>
                  </a:lnTo>
                  <a:lnTo>
                    <a:pt x="0" y="95"/>
                  </a:lnTo>
                  <a:lnTo>
                    <a:pt x="111" y="126"/>
                  </a:lnTo>
                  <a:lnTo>
                    <a:pt x="126" y="126"/>
                  </a:lnTo>
                  <a:cubicBezTo>
                    <a:pt x="126" y="126"/>
                    <a:pt x="142" y="126"/>
                    <a:pt x="142" y="110"/>
                  </a:cubicBezTo>
                  <a:lnTo>
                    <a:pt x="158" y="110"/>
                  </a:lnTo>
                  <a:lnTo>
                    <a:pt x="158" y="95"/>
                  </a:lnTo>
                  <a:lnTo>
                    <a:pt x="174" y="78"/>
                  </a:lnTo>
                  <a:lnTo>
                    <a:pt x="174" y="78"/>
                  </a:lnTo>
                  <a:cubicBezTo>
                    <a:pt x="158" y="63"/>
                    <a:pt x="158" y="47"/>
                    <a:pt x="158" y="32"/>
                  </a:cubicBezTo>
                  <a:cubicBezTo>
                    <a:pt x="174" y="32"/>
                    <a:pt x="174" y="15"/>
                    <a:pt x="189" y="15"/>
                  </a:cubicBezTo>
                  <a:lnTo>
                    <a:pt x="205" y="32"/>
                  </a:lnTo>
                  <a:cubicBezTo>
                    <a:pt x="205" y="15"/>
                    <a:pt x="205" y="15"/>
                    <a:pt x="189" y="0"/>
                  </a:cubicBezTo>
                  <a:lnTo>
                    <a:pt x="18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51" name="Google Shape;3351;p46"/>
            <p:cNvSpPr/>
            <p:nvPr/>
          </p:nvSpPr>
          <p:spPr>
            <a:xfrm>
              <a:off x="3248167" y="1821807"/>
              <a:ext cx="2512" cy="4039"/>
            </a:xfrm>
            <a:custGeom>
              <a:avLst/>
              <a:gdLst/>
              <a:ahLst/>
              <a:cxnLst/>
              <a:rect l="l" t="t" r="r" b="b"/>
              <a:pathLst>
                <a:path w="79" h="127" extrusionOk="0">
                  <a:moveTo>
                    <a:pt x="32" y="1"/>
                  </a:moveTo>
                  <a:lnTo>
                    <a:pt x="32" y="1"/>
                  </a:lnTo>
                  <a:cubicBezTo>
                    <a:pt x="16" y="1"/>
                    <a:pt x="1" y="17"/>
                    <a:pt x="1" y="32"/>
                  </a:cubicBezTo>
                  <a:lnTo>
                    <a:pt x="16" y="112"/>
                  </a:lnTo>
                  <a:lnTo>
                    <a:pt x="16" y="112"/>
                  </a:lnTo>
                  <a:lnTo>
                    <a:pt x="16" y="127"/>
                  </a:lnTo>
                  <a:lnTo>
                    <a:pt x="16" y="127"/>
                  </a:lnTo>
                  <a:lnTo>
                    <a:pt x="16" y="127"/>
                  </a:lnTo>
                  <a:cubicBezTo>
                    <a:pt x="32" y="112"/>
                    <a:pt x="32" y="112"/>
                    <a:pt x="47" y="112"/>
                  </a:cubicBezTo>
                  <a:lnTo>
                    <a:pt x="64" y="112"/>
                  </a:lnTo>
                  <a:cubicBezTo>
                    <a:pt x="79" y="112"/>
                    <a:pt x="79" y="127"/>
                    <a:pt x="79" y="127"/>
                  </a:cubicBezTo>
                  <a:lnTo>
                    <a:pt x="79" y="112"/>
                  </a:lnTo>
                  <a:lnTo>
                    <a:pt x="79"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52" name="Google Shape;3352;p46"/>
            <p:cNvSpPr/>
            <p:nvPr/>
          </p:nvSpPr>
          <p:spPr>
            <a:xfrm>
              <a:off x="3121906" y="1790735"/>
              <a:ext cx="3021" cy="4580"/>
            </a:xfrm>
            <a:custGeom>
              <a:avLst/>
              <a:gdLst/>
              <a:ahLst/>
              <a:cxnLst/>
              <a:rect l="l" t="t" r="r" b="b"/>
              <a:pathLst>
                <a:path w="95" h="144" extrusionOk="0">
                  <a:moveTo>
                    <a:pt x="47" y="1"/>
                  </a:moveTo>
                  <a:lnTo>
                    <a:pt x="47" y="1"/>
                  </a:lnTo>
                  <a:cubicBezTo>
                    <a:pt x="32" y="1"/>
                    <a:pt x="15" y="1"/>
                    <a:pt x="15" y="17"/>
                  </a:cubicBezTo>
                  <a:lnTo>
                    <a:pt x="15" y="32"/>
                  </a:lnTo>
                  <a:lnTo>
                    <a:pt x="15" y="32"/>
                  </a:lnTo>
                  <a:lnTo>
                    <a:pt x="15" y="49"/>
                  </a:lnTo>
                  <a:lnTo>
                    <a:pt x="0" y="112"/>
                  </a:lnTo>
                  <a:lnTo>
                    <a:pt x="0" y="112"/>
                  </a:lnTo>
                  <a:cubicBezTo>
                    <a:pt x="0" y="127"/>
                    <a:pt x="15" y="143"/>
                    <a:pt x="32" y="143"/>
                  </a:cubicBezTo>
                  <a:lnTo>
                    <a:pt x="47" y="143"/>
                  </a:lnTo>
                  <a:cubicBezTo>
                    <a:pt x="63" y="143"/>
                    <a:pt x="78" y="143"/>
                    <a:pt x="78" y="127"/>
                  </a:cubicBezTo>
                  <a:lnTo>
                    <a:pt x="95" y="32"/>
                  </a:lnTo>
                  <a:cubicBezTo>
                    <a:pt x="95" y="17"/>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53" name="Google Shape;3353;p46"/>
            <p:cNvSpPr/>
            <p:nvPr/>
          </p:nvSpPr>
          <p:spPr>
            <a:xfrm>
              <a:off x="3376940" y="1781734"/>
              <a:ext cx="7028" cy="4548"/>
            </a:xfrm>
            <a:custGeom>
              <a:avLst/>
              <a:gdLst/>
              <a:ahLst/>
              <a:cxnLst/>
              <a:rect l="l" t="t" r="r" b="b"/>
              <a:pathLst>
                <a:path w="221" h="143" extrusionOk="0">
                  <a:moveTo>
                    <a:pt x="174" y="0"/>
                  </a:moveTo>
                  <a:lnTo>
                    <a:pt x="174" y="0"/>
                  </a:lnTo>
                  <a:cubicBezTo>
                    <a:pt x="158" y="0"/>
                    <a:pt x="158" y="17"/>
                    <a:pt x="143" y="17"/>
                  </a:cubicBezTo>
                  <a:lnTo>
                    <a:pt x="126" y="80"/>
                  </a:lnTo>
                  <a:lnTo>
                    <a:pt x="48" y="63"/>
                  </a:lnTo>
                  <a:cubicBezTo>
                    <a:pt x="48" y="80"/>
                    <a:pt x="32" y="80"/>
                    <a:pt x="32" y="80"/>
                  </a:cubicBezTo>
                  <a:cubicBezTo>
                    <a:pt x="32" y="95"/>
                    <a:pt x="17" y="95"/>
                    <a:pt x="17" y="95"/>
                  </a:cubicBezTo>
                  <a:lnTo>
                    <a:pt x="0" y="80"/>
                  </a:lnTo>
                  <a:lnTo>
                    <a:pt x="0" y="95"/>
                  </a:lnTo>
                  <a:cubicBezTo>
                    <a:pt x="0" y="111"/>
                    <a:pt x="0" y="126"/>
                    <a:pt x="32" y="126"/>
                  </a:cubicBezTo>
                  <a:lnTo>
                    <a:pt x="95" y="143"/>
                  </a:lnTo>
                  <a:lnTo>
                    <a:pt x="126" y="143"/>
                  </a:lnTo>
                  <a:lnTo>
                    <a:pt x="143" y="143"/>
                  </a:lnTo>
                  <a:lnTo>
                    <a:pt x="158" y="143"/>
                  </a:lnTo>
                  <a:cubicBezTo>
                    <a:pt x="158" y="143"/>
                    <a:pt x="174" y="143"/>
                    <a:pt x="174" y="126"/>
                  </a:cubicBezTo>
                  <a:lnTo>
                    <a:pt x="206" y="48"/>
                  </a:lnTo>
                  <a:cubicBezTo>
                    <a:pt x="221" y="32"/>
                    <a:pt x="206" y="17"/>
                    <a:pt x="18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54" name="Google Shape;3354;p46"/>
            <p:cNvSpPr/>
            <p:nvPr/>
          </p:nvSpPr>
          <p:spPr>
            <a:xfrm>
              <a:off x="3212101" y="1814333"/>
              <a:ext cx="5025" cy="3021"/>
            </a:xfrm>
            <a:custGeom>
              <a:avLst/>
              <a:gdLst/>
              <a:ahLst/>
              <a:cxnLst/>
              <a:rect l="l" t="t" r="r" b="b"/>
              <a:pathLst>
                <a:path w="158" h="95" extrusionOk="0">
                  <a:moveTo>
                    <a:pt x="78" y="0"/>
                  </a:moveTo>
                  <a:lnTo>
                    <a:pt x="78" y="0"/>
                  </a:lnTo>
                  <a:lnTo>
                    <a:pt x="63" y="0"/>
                  </a:lnTo>
                  <a:lnTo>
                    <a:pt x="15" y="15"/>
                  </a:lnTo>
                  <a:cubicBezTo>
                    <a:pt x="0" y="32"/>
                    <a:pt x="0" y="47"/>
                    <a:pt x="15" y="63"/>
                  </a:cubicBezTo>
                  <a:cubicBezTo>
                    <a:pt x="15" y="78"/>
                    <a:pt x="32" y="78"/>
                    <a:pt x="32" y="78"/>
                  </a:cubicBezTo>
                  <a:lnTo>
                    <a:pt x="63" y="78"/>
                  </a:lnTo>
                  <a:lnTo>
                    <a:pt x="78" y="63"/>
                  </a:lnTo>
                  <a:lnTo>
                    <a:pt x="95" y="78"/>
                  </a:lnTo>
                  <a:cubicBezTo>
                    <a:pt x="110" y="95"/>
                    <a:pt x="110" y="95"/>
                    <a:pt x="126" y="95"/>
                  </a:cubicBezTo>
                  <a:lnTo>
                    <a:pt x="141" y="78"/>
                  </a:lnTo>
                  <a:cubicBezTo>
                    <a:pt x="158" y="63"/>
                    <a:pt x="158" y="32"/>
                    <a:pt x="141"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55" name="Google Shape;3355;p46"/>
            <p:cNvSpPr/>
            <p:nvPr/>
          </p:nvSpPr>
          <p:spPr>
            <a:xfrm>
              <a:off x="3436063" y="1804792"/>
              <a:ext cx="6551" cy="2544"/>
            </a:xfrm>
            <a:custGeom>
              <a:avLst/>
              <a:gdLst/>
              <a:ahLst/>
              <a:cxnLst/>
              <a:rect l="l" t="t" r="r" b="b"/>
              <a:pathLst>
                <a:path w="206" h="80" extrusionOk="0">
                  <a:moveTo>
                    <a:pt x="174" y="0"/>
                  </a:moveTo>
                  <a:lnTo>
                    <a:pt x="174" y="0"/>
                  </a:lnTo>
                  <a:lnTo>
                    <a:pt x="111" y="16"/>
                  </a:lnTo>
                  <a:lnTo>
                    <a:pt x="111" y="16"/>
                  </a:lnTo>
                  <a:cubicBezTo>
                    <a:pt x="95" y="16"/>
                    <a:pt x="95" y="16"/>
                    <a:pt x="80" y="0"/>
                  </a:cubicBezTo>
                  <a:lnTo>
                    <a:pt x="32" y="0"/>
                  </a:lnTo>
                  <a:lnTo>
                    <a:pt x="32" y="0"/>
                  </a:lnTo>
                  <a:cubicBezTo>
                    <a:pt x="0" y="16"/>
                    <a:pt x="0" y="32"/>
                    <a:pt x="0" y="48"/>
                  </a:cubicBezTo>
                  <a:lnTo>
                    <a:pt x="0" y="48"/>
                  </a:lnTo>
                  <a:cubicBezTo>
                    <a:pt x="0" y="63"/>
                    <a:pt x="17" y="79"/>
                    <a:pt x="32" y="79"/>
                  </a:cubicBezTo>
                  <a:lnTo>
                    <a:pt x="32" y="79"/>
                  </a:lnTo>
                  <a:cubicBezTo>
                    <a:pt x="32" y="63"/>
                    <a:pt x="32" y="48"/>
                    <a:pt x="48" y="32"/>
                  </a:cubicBezTo>
                  <a:lnTo>
                    <a:pt x="63" y="32"/>
                  </a:lnTo>
                  <a:lnTo>
                    <a:pt x="63" y="32"/>
                  </a:lnTo>
                  <a:cubicBezTo>
                    <a:pt x="80" y="32"/>
                    <a:pt x="80" y="32"/>
                    <a:pt x="95" y="48"/>
                  </a:cubicBezTo>
                  <a:lnTo>
                    <a:pt x="111" y="63"/>
                  </a:lnTo>
                  <a:lnTo>
                    <a:pt x="174" y="63"/>
                  </a:lnTo>
                  <a:cubicBezTo>
                    <a:pt x="189" y="63"/>
                    <a:pt x="206" y="48"/>
                    <a:pt x="206" y="16"/>
                  </a:cubicBezTo>
                  <a:cubicBezTo>
                    <a:pt x="206" y="16"/>
                    <a:pt x="189"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56" name="Google Shape;3356;p46"/>
            <p:cNvSpPr/>
            <p:nvPr/>
          </p:nvSpPr>
          <p:spPr>
            <a:xfrm>
              <a:off x="3434568" y="1797286"/>
              <a:ext cx="5057" cy="7028"/>
            </a:xfrm>
            <a:custGeom>
              <a:avLst/>
              <a:gdLst/>
              <a:ahLst/>
              <a:cxnLst/>
              <a:rect l="l" t="t" r="r" b="b"/>
              <a:pathLst>
                <a:path w="159" h="221" extrusionOk="0">
                  <a:moveTo>
                    <a:pt x="64" y="0"/>
                  </a:moveTo>
                  <a:lnTo>
                    <a:pt x="47" y="0"/>
                  </a:lnTo>
                  <a:lnTo>
                    <a:pt x="47" y="0"/>
                  </a:lnTo>
                  <a:cubicBezTo>
                    <a:pt x="32" y="0"/>
                    <a:pt x="32" y="15"/>
                    <a:pt x="16" y="15"/>
                  </a:cubicBezTo>
                  <a:lnTo>
                    <a:pt x="1" y="63"/>
                  </a:lnTo>
                  <a:cubicBezTo>
                    <a:pt x="1" y="95"/>
                    <a:pt x="16" y="110"/>
                    <a:pt x="32" y="110"/>
                  </a:cubicBezTo>
                  <a:lnTo>
                    <a:pt x="47" y="110"/>
                  </a:lnTo>
                  <a:cubicBezTo>
                    <a:pt x="47" y="110"/>
                    <a:pt x="64" y="110"/>
                    <a:pt x="64" y="95"/>
                  </a:cubicBezTo>
                  <a:lnTo>
                    <a:pt x="95" y="142"/>
                  </a:lnTo>
                  <a:lnTo>
                    <a:pt x="79" y="173"/>
                  </a:lnTo>
                  <a:cubicBezTo>
                    <a:pt x="79" y="205"/>
                    <a:pt x="95" y="221"/>
                    <a:pt x="110" y="221"/>
                  </a:cubicBezTo>
                  <a:lnTo>
                    <a:pt x="110" y="221"/>
                  </a:lnTo>
                  <a:lnTo>
                    <a:pt x="127" y="221"/>
                  </a:lnTo>
                  <a:cubicBezTo>
                    <a:pt x="127" y="205"/>
                    <a:pt x="127" y="189"/>
                    <a:pt x="142" y="189"/>
                  </a:cubicBezTo>
                  <a:lnTo>
                    <a:pt x="158" y="173"/>
                  </a:lnTo>
                  <a:lnTo>
                    <a:pt x="158" y="142"/>
                  </a:lnTo>
                  <a:lnTo>
                    <a:pt x="158" y="126"/>
                  </a:lnTo>
                  <a:lnTo>
                    <a:pt x="110" y="32"/>
                  </a:lnTo>
                  <a:lnTo>
                    <a:pt x="95" y="15"/>
                  </a:lnTo>
                  <a:lnTo>
                    <a:pt x="7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57" name="Google Shape;3357;p46"/>
            <p:cNvSpPr/>
            <p:nvPr/>
          </p:nvSpPr>
          <p:spPr>
            <a:xfrm>
              <a:off x="3048726" y="1804283"/>
              <a:ext cx="3530" cy="6042"/>
            </a:xfrm>
            <a:custGeom>
              <a:avLst/>
              <a:gdLst/>
              <a:ahLst/>
              <a:cxnLst/>
              <a:rect l="l" t="t" r="r" b="b"/>
              <a:pathLst>
                <a:path w="111" h="190" extrusionOk="0">
                  <a:moveTo>
                    <a:pt x="32" y="1"/>
                  </a:moveTo>
                  <a:lnTo>
                    <a:pt x="16" y="64"/>
                  </a:lnTo>
                  <a:cubicBezTo>
                    <a:pt x="16" y="79"/>
                    <a:pt x="16" y="95"/>
                    <a:pt x="32" y="95"/>
                  </a:cubicBezTo>
                  <a:cubicBezTo>
                    <a:pt x="32" y="111"/>
                    <a:pt x="47" y="111"/>
                    <a:pt x="47" y="127"/>
                  </a:cubicBezTo>
                  <a:lnTo>
                    <a:pt x="32" y="127"/>
                  </a:lnTo>
                  <a:cubicBezTo>
                    <a:pt x="16" y="127"/>
                    <a:pt x="1" y="142"/>
                    <a:pt x="1" y="174"/>
                  </a:cubicBezTo>
                  <a:cubicBezTo>
                    <a:pt x="1" y="190"/>
                    <a:pt x="16" y="190"/>
                    <a:pt x="32" y="190"/>
                  </a:cubicBezTo>
                  <a:lnTo>
                    <a:pt x="47" y="190"/>
                  </a:lnTo>
                  <a:cubicBezTo>
                    <a:pt x="64" y="190"/>
                    <a:pt x="95" y="174"/>
                    <a:pt x="111" y="142"/>
                  </a:cubicBezTo>
                  <a:lnTo>
                    <a:pt x="111" y="111"/>
                  </a:lnTo>
                  <a:lnTo>
                    <a:pt x="111" y="111"/>
                  </a:lnTo>
                  <a:lnTo>
                    <a:pt x="95" y="111"/>
                  </a:lnTo>
                  <a:cubicBezTo>
                    <a:pt x="79" y="95"/>
                    <a:pt x="64" y="79"/>
                    <a:pt x="79" y="64"/>
                  </a:cubicBezTo>
                  <a:lnTo>
                    <a:pt x="79" y="64"/>
                  </a:lnTo>
                  <a:lnTo>
                    <a:pt x="79" y="48"/>
                  </a:lnTo>
                  <a:lnTo>
                    <a:pt x="7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58" name="Google Shape;3358;p46"/>
            <p:cNvSpPr/>
            <p:nvPr/>
          </p:nvSpPr>
          <p:spPr>
            <a:xfrm>
              <a:off x="3106863" y="1811789"/>
              <a:ext cx="5057" cy="3053"/>
            </a:xfrm>
            <a:custGeom>
              <a:avLst/>
              <a:gdLst/>
              <a:ahLst/>
              <a:cxnLst/>
              <a:rect l="l" t="t" r="r" b="b"/>
              <a:pathLst>
                <a:path w="159" h="96" extrusionOk="0">
                  <a:moveTo>
                    <a:pt x="95" y="1"/>
                  </a:moveTo>
                  <a:lnTo>
                    <a:pt x="95" y="1"/>
                  </a:lnTo>
                  <a:lnTo>
                    <a:pt x="95" y="1"/>
                  </a:lnTo>
                  <a:cubicBezTo>
                    <a:pt x="64" y="1"/>
                    <a:pt x="47" y="17"/>
                    <a:pt x="47" y="32"/>
                  </a:cubicBezTo>
                  <a:lnTo>
                    <a:pt x="32" y="32"/>
                  </a:lnTo>
                  <a:cubicBezTo>
                    <a:pt x="16" y="32"/>
                    <a:pt x="0" y="64"/>
                    <a:pt x="16" y="80"/>
                  </a:cubicBezTo>
                  <a:cubicBezTo>
                    <a:pt x="16" y="95"/>
                    <a:pt x="32" y="95"/>
                    <a:pt x="47" y="95"/>
                  </a:cubicBezTo>
                  <a:lnTo>
                    <a:pt x="47" y="95"/>
                  </a:lnTo>
                  <a:lnTo>
                    <a:pt x="47" y="95"/>
                  </a:lnTo>
                  <a:cubicBezTo>
                    <a:pt x="47" y="80"/>
                    <a:pt x="64" y="80"/>
                    <a:pt x="79" y="80"/>
                  </a:cubicBezTo>
                  <a:lnTo>
                    <a:pt x="79" y="80"/>
                  </a:lnTo>
                  <a:lnTo>
                    <a:pt x="95" y="80"/>
                  </a:lnTo>
                  <a:lnTo>
                    <a:pt x="95" y="64"/>
                  </a:lnTo>
                  <a:lnTo>
                    <a:pt x="95" y="64"/>
                  </a:lnTo>
                  <a:lnTo>
                    <a:pt x="95" y="64"/>
                  </a:lnTo>
                  <a:cubicBezTo>
                    <a:pt x="110" y="80"/>
                    <a:pt x="110" y="80"/>
                    <a:pt x="127" y="80"/>
                  </a:cubicBezTo>
                  <a:cubicBezTo>
                    <a:pt x="127" y="80"/>
                    <a:pt x="142" y="80"/>
                    <a:pt x="142" y="64"/>
                  </a:cubicBezTo>
                  <a:cubicBezTo>
                    <a:pt x="158" y="49"/>
                    <a:pt x="158" y="32"/>
                    <a:pt x="142" y="17"/>
                  </a:cubicBezTo>
                  <a:cubicBezTo>
                    <a:pt x="127"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59" name="Google Shape;3359;p46"/>
            <p:cNvSpPr/>
            <p:nvPr/>
          </p:nvSpPr>
          <p:spPr>
            <a:xfrm>
              <a:off x="3432055" y="1761189"/>
              <a:ext cx="5565" cy="3053"/>
            </a:xfrm>
            <a:custGeom>
              <a:avLst/>
              <a:gdLst/>
              <a:ahLst/>
              <a:cxnLst/>
              <a:rect l="l" t="t" r="r" b="b"/>
              <a:pathLst>
                <a:path w="175" h="96" extrusionOk="0">
                  <a:moveTo>
                    <a:pt x="80" y="1"/>
                  </a:moveTo>
                  <a:cubicBezTo>
                    <a:pt x="63" y="16"/>
                    <a:pt x="48" y="16"/>
                    <a:pt x="32" y="32"/>
                  </a:cubicBezTo>
                  <a:cubicBezTo>
                    <a:pt x="17" y="32"/>
                    <a:pt x="0" y="48"/>
                    <a:pt x="17" y="64"/>
                  </a:cubicBezTo>
                  <a:cubicBezTo>
                    <a:pt x="17" y="79"/>
                    <a:pt x="32" y="95"/>
                    <a:pt x="48" y="95"/>
                  </a:cubicBezTo>
                  <a:cubicBezTo>
                    <a:pt x="48" y="95"/>
                    <a:pt x="63" y="95"/>
                    <a:pt x="63" y="79"/>
                  </a:cubicBezTo>
                  <a:lnTo>
                    <a:pt x="95" y="79"/>
                  </a:lnTo>
                  <a:lnTo>
                    <a:pt x="111" y="79"/>
                  </a:lnTo>
                  <a:cubicBezTo>
                    <a:pt x="111" y="95"/>
                    <a:pt x="126" y="95"/>
                    <a:pt x="126" y="95"/>
                  </a:cubicBezTo>
                  <a:cubicBezTo>
                    <a:pt x="126" y="95"/>
                    <a:pt x="143" y="79"/>
                    <a:pt x="158" y="79"/>
                  </a:cubicBezTo>
                  <a:lnTo>
                    <a:pt x="158" y="79"/>
                  </a:lnTo>
                  <a:lnTo>
                    <a:pt x="174" y="79"/>
                  </a:lnTo>
                  <a:lnTo>
                    <a:pt x="174" y="48"/>
                  </a:lnTo>
                  <a:cubicBezTo>
                    <a:pt x="158" y="32"/>
                    <a:pt x="143" y="16"/>
                    <a:pt x="126" y="16"/>
                  </a:cubicBezTo>
                  <a:lnTo>
                    <a:pt x="126" y="16"/>
                  </a:lnTo>
                  <a:lnTo>
                    <a:pt x="111" y="16"/>
                  </a:lnTo>
                  <a:lnTo>
                    <a:pt x="80"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60" name="Google Shape;3360;p46"/>
            <p:cNvSpPr/>
            <p:nvPr/>
          </p:nvSpPr>
          <p:spPr>
            <a:xfrm>
              <a:off x="3309293" y="1819803"/>
              <a:ext cx="4039" cy="4580"/>
            </a:xfrm>
            <a:custGeom>
              <a:avLst/>
              <a:gdLst/>
              <a:ahLst/>
              <a:cxnLst/>
              <a:rect l="l" t="t" r="r" b="b"/>
              <a:pathLst>
                <a:path w="127" h="144" extrusionOk="0">
                  <a:moveTo>
                    <a:pt x="32" y="1"/>
                  </a:moveTo>
                  <a:lnTo>
                    <a:pt x="32" y="1"/>
                  </a:lnTo>
                  <a:lnTo>
                    <a:pt x="16" y="1"/>
                  </a:lnTo>
                  <a:cubicBezTo>
                    <a:pt x="16" y="17"/>
                    <a:pt x="1" y="17"/>
                    <a:pt x="1" y="32"/>
                  </a:cubicBezTo>
                  <a:cubicBezTo>
                    <a:pt x="1" y="32"/>
                    <a:pt x="1" y="49"/>
                    <a:pt x="16" y="49"/>
                  </a:cubicBezTo>
                  <a:lnTo>
                    <a:pt x="16" y="64"/>
                  </a:lnTo>
                  <a:lnTo>
                    <a:pt x="47" y="64"/>
                  </a:lnTo>
                  <a:lnTo>
                    <a:pt x="47" y="64"/>
                  </a:lnTo>
                  <a:lnTo>
                    <a:pt x="47" y="64"/>
                  </a:lnTo>
                  <a:cubicBezTo>
                    <a:pt x="64" y="64"/>
                    <a:pt x="79" y="64"/>
                    <a:pt x="79" y="80"/>
                  </a:cubicBezTo>
                  <a:cubicBezTo>
                    <a:pt x="95" y="112"/>
                    <a:pt x="79" y="127"/>
                    <a:pt x="64" y="127"/>
                  </a:cubicBezTo>
                  <a:lnTo>
                    <a:pt x="47" y="127"/>
                  </a:lnTo>
                  <a:lnTo>
                    <a:pt x="64" y="127"/>
                  </a:lnTo>
                  <a:cubicBezTo>
                    <a:pt x="64" y="143"/>
                    <a:pt x="79" y="143"/>
                    <a:pt x="79" y="143"/>
                  </a:cubicBezTo>
                  <a:lnTo>
                    <a:pt x="110" y="143"/>
                  </a:lnTo>
                  <a:cubicBezTo>
                    <a:pt x="127" y="127"/>
                    <a:pt x="127" y="112"/>
                    <a:pt x="110" y="95"/>
                  </a:cubicBezTo>
                  <a:lnTo>
                    <a:pt x="110" y="80"/>
                  </a:lnTo>
                  <a:lnTo>
                    <a:pt x="95" y="80"/>
                  </a:lnTo>
                  <a:lnTo>
                    <a:pt x="47" y="49"/>
                  </a:lnTo>
                  <a:cubicBezTo>
                    <a:pt x="47" y="32"/>
                    <a:pt x="32"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61" name="Google Shape;3361;p46"/>
            <p:cNvSpPr/>
            <p:nvPr/>
          </p:nvSpPr>
          <p:spPr>
            <a:xfrm>
              <a:off x="3041729" y="1819326"/>
              <a:ext cx="4516" cy="4039"/>
            </a:xfrm>
            <a:custGeom>
              <a:avLst/>
              <a:gdLst/>
              <a:ahLst/>
              <a:cxnLst/>
              <a:rect l="l" t="t" r="r" b="b"/>
              <a:pathLst>
                <a:path w="142" h="127" extrusionOk="0">
                  <a:moveTo>
                    <a:pt x="95" y="1"/>
                  </a:moveTo>
                  <a:lnTo>
                    <a:pt x="95" y="1"/>
                  </a:lnTo>
                  <a:cubicBezTo>
                    <a:pt x="95" y="1"/>
                    <a:pt x="78" y="1"/>
                    <a:pt x="78" y="16"/>
                  </a:cubicBezTo>
                  <a:lnTo>
                    <a:pt x="15" y="64"/>
                  </a:lnTo>
                  <a:cubicBezTo>
                    <a:pt x="0" y="64"/>
                    <a:pt x="0" y="64"/>
                    <a:pt x="0" y="79"/>
                  </a:cubicBezTo>
                  <a:lnTo>
                    <a:pt x="0" y="110"/>
                  </a:lnTo>
                  <a:cubicBezTo>
                    <a:pt x="15" y="110"/>
                    <a:pt x="15" y="127"/>
                    <a:pt x="32" y="127"/>
                  </a:cubicBezTo>
                  <a:cubicBezTo>
                    <a:pt x="47" y="127"/>
                    <a:pt x="47" y="127"/>
                    <a:pt x="47" y="110"/>
                  </a:cubicBezTo>
                  <a:lnTo>
                    <a:pt x="95" y="79"/>
                  </a:lnTo>
                  <a:lnTo>
                    <a:pt x="126" y="64"/>
                  </a:lnTo>
                  <a:cubicBezTo>
                    <a:pt x="141" y="47"/>
                    <a:pt x="141" y="32"/>
                    <a:pt x="126" y="16"/>
                  </a:cubicBez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62" name="Google Shape;3362;p46"/>
            <p:cNvSpPr/>
            <p:nvPr/>
          </p:nvSpPr>
          <p:spPr>
            <a:xfrm>
              <a:off x="3267694" y="1765705"/>
              <a:ext cx="4548" cy="5565"/>
            </a:xfrm>
            <a:custGeom>
              <a:avLst/>
              <a:gdLst/>
              <a:ahLst/>
              <a:cxnLst/>
              <a:rect l="l" t="t" r="r" b="b"/>
              <a:pathLst>
                <a:path w="143" h="175" extrusionOk="0">
                  <a:moveTo>
                    <a:pt x="143" y="95"/>
                  </a:moveTo>
                  <a:lnTo>
                    <a:pt x="95" y="126"/>
                  </a:lnTo>
                  <a:cubicBezTo>
                    <a:pt x="95" y="126"/>
                    <a:pt x="95" y="143"/>
                    <a:pt x="80" y="158"/>
                  </a:cubicBezTo>
                  <a:lnTo>
                    <a:pt x="80" y="174"/>
                  </a:lnTo>
                  <a:lnTo>
                    <a:pt x="95" y="174"/>
                  </a:lnTo>
                  <a:lnTo>
                    <a:pt x="95" y="174"/>
                  </a:lnTo>
                  <a:lnTo>
                    <a:pt x="95" y="174"/>
                  </a:lnTo>
                  <a:cubicBezTo>
                    <a:pt x="111" y="174"/>
                    <a:pt x="111" y="158"/>
                    <a:pt x="126" y="143"/>
                  </a:cubicBezTo>
                  <a:lnTo>
                    <a:pt x="126" y="111"/>
                  </a:lnTo>
                  <a:lnTo>
                    <a:pt x="126" y="111"/>
                  </a:lnTo>
                  <a:lnTo>
                    <a:pt x="143" y="95"/>
                  </a:lnTo>
                  <a:close/>
                  <a:moveTo>
                    <a:pt x="63" y="0"/>
                  </a:moveTo>
                  <a:lnTo>
                    <a:pt x="63" y="0"/>
                  </a:lnTo>
                  <a:lnTo>
                    <a:pt x="17" y="32"/>
                  </a:lnTo>
                  <a:cubicBezTo>
                    <a:pt x="0" y="32"/>
                    <a:pt x="0" y="63"/>
                    <a:pt x="17" y="80"/>
                  </a:cubicBezTo>
                  <a:lnTo>
                    <a:pt x="32" y="111"/>
                  </a:lnTo>
                  <a:lnTo>
                    <a:pt x="32" y="111"/>
                  </a:lnTo>
                  <a:lnTo>
                    <a:pt x="32" y="111"/>
                  </a:lnTo>
                  <a:cubicBezTo>
                    <a:pt x="32" y="95"/>
                    <a:pt x="32" y="80"/>
                    <a:pt x="48" y="63"/>
                  </a:cubicBezTo>
                  <a:lnTo>
                    <a:pt x="111" y="32"/>
                  </a:lnTo>
                  <a:lnTo>
                    <a:pt x="111" y="17"/>
                  </a:lnTo>
                  <a:lnTo>
                    <a:pt x="95" y="17"/>
                  </a:ln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63" name="Google Shape;3363;p46"/>
            <p:cNvSpPr/>
            <p:nvPr/>
          </p:nvSpPr>
          <p:spPr>
            <a:xfrm>
              <a:off x="3183510" y="1831825"/>
              <a:ext cx="5057" cy="2576"/>
            </a:xfrm>
            <a:custGeom>
              <a:avLst/>
              <a:gdLst/>
              <a:ahLst/>
              <a:cxnLst/>
              <a:rect l="l" t="t" r="r" b="b"/>
              <a:pathLst>
                <a:path w="159" h="81" extrusionOk="0">
                  <a:moveTo>
                    <a:pt x="111" y="1"/>
                  </a:moveTo>
                  <a:lnTo>
                    <a:pt x="111" y="1"/>
                  </a:lnTo>
                  <a:lnTo>
                    <a:pt x="32" y="1"/>
                  </a:lnTo>
                  <a:cubicBezTo>
                    <a:pt x="17" y="1"/>
                    <a:pt x="0" y="17"/>
                    <a:pt x="0" y="49"/>
                  </a:cubicBezTo>
                  <a:cubicBezTo>
                    <a:pt x="0" y="64"/>
                    <a:pt x="17" y="80"/>
                    <a:pt x="48" y="80"/>
                  </a:cubicBezTo>
                  <a:lnTo>
                    <a:pt x="48" y="80"/>
                  </a:lnTo>
                  <a:lnTo>
                    <a:pt x="127" y="64"/>
                  </a:lnTo>
                  <a:cubicBezTo>
                    <a:pt x="143" y="64"/>
                    <a:pt x="158" y="49"/>
                    <a:pt x="158" y="32"/>
                  </a:cubicBezTo>
                  <a:cubicBezTo>
                    <a:pt x="143" y="17"/>
                    <a:pt x="143"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64" name="Google Shape;3364;p46"/>
            <p:cNvSpPr/>
            <p:nvPr/>
          </p:nvSpPr>
          <p:spPr>
            <a:xfrm>
              <a:off x="3021693" y="1792261"/>
              <a:ext cx="4516" cy="7060"/>
            </a:xfrm>
            <a:custGeom>
              <a:avLst/>
              <a:gdLst/>
              <a:ahLst/>
              <a:cxnLst/>
              <a:rect l="l" t="t" r="r" b="b"/>
              <a:pathLst>
                <a:path w="142" h="222" extrusionOk="0">
                  <a:moveTo>
                    <a:pt x="110" y="1"/>
                  </a:moveTo>
                  <a:lnTo>
                    <a:pt x="63" y="1"/>
                  </a:lnTo>
                  <a:lnTo>
                    <a:pt x="63" y="32"/>
                  </a:lnTo>
                  <a:lnTo>
                    <a:pt x="63" y="64"/>
                  </a:lnTo>
                  <a:cubicBezTo>
                    <a:pt x="78" y="64"/>
                    <a:pt x="78" y="64"/>
                    <a:pt x="95" y="79"/>
                  </a:cubicBezTo>
                  <a:lnTo>
                    <a:pt x="95" y="110"/>
                  </a:lnTo>
                  <a:cubicBezTo>
                    <a:pt x="110" y="110"/>
                    <a:pt x="126" y="127"/>
                    <a:pt x="110" y="142"/>
                  </a:cubicBezTo>
                  <a:cubicBezTo>
                    <a:pt x="110" y="158"/>
                    <a:pt x="95" y="173"/>
                    <a:pt x="78" y="173"/>
                  </a:cubicBezTo>
                  <a:lnTo>
                    <a:pt x="78" y="173"/>
                  </a:lnTo>
                  <a:lnTo>
                    <a:pt x="15" y="158"/>
                  </a:lnTo>
                  <a:cubicBezTo>
                    <a:pt x="0" y="173"/>
                    <a:pt x="0" y="190"/>
                    <a:pt x="15" y="205"/>
                  </a:cubicBezTo>
                  <a:cubicBezTo>
                    <a:pt x="15" y="221"/>
                    <a:pt x="15" y="221"/>
                    <a:pt x="32" y="221"/>
                  </a:cubicBezTo>
                  <a:lnTo>
                    <a:pt x="32" y="221"/>
                  </a:lnTo>
                  <a:lnTo>
                    <a:pt x="32" y="221"/>
                  </a:lnTo>
                  <a:lnTo>
                    <a:pt x="47" y="221"/>
                  </a:lnTo>
                  <a:lnTo>
                    <a:pt x="47" y="221"/>
                  </a:lnTo>
                  <a:lnTo>
                    <a:pt x="63" y="221"/>
                  </a:lnTo>
                  <a:cubicBezTo>
                    <a:pt x="141" y="173"/>
                    <a:pt x="141" y="95"/>
                    <a:pt x="141" y="32"/>
                  </a:cubicBezTo>
                  <a:cubicBezTo>
                    <a:pt x="126" y="32"/>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65" name="Google Shape;3365;p46"/>
            <p:cNvSpPr/>
            <p:nvPr/>
          </p:nvSpPr>
          <p:spPr>
            <a:xfrm>
              <a:off x="3120888" y="1812329"/>
              <a:ext cx="4516" cy="5502"/>
            </a:xfrm>
            <a:custGeom>
              <a:avLst/>
              <a:gdLst/>
              <a:ahLst/>
              <a:cxnLst/>
              <a:rect l="l" t="t" r="r" b="b"/>
              <a:pathLst>
                <a:path w="142" h="173" extrusionOk="0">
                  <a:moveTo>
                    <a:pt x="32" y="0"/>
                  </a:moveTo>
                  <a:lnTo>
                    <a:pt x="32" y="0"/>
                  </a:lnTo>
                  <a:lnTo>
                    <a:pt x="16" y="0"/>
                  </a:lnTo>
                  <a:cubicBezTo>
                    <a:pt x="1" y="15"/>
                    <a:pt x="1" y="32"/>
                    <a:pt x="16" y="47"/>
                  </a:cubicBezTo>
                  <a:lnTo>
                    <a:pt x="16" y="47"/>
                  </a:lnTo>
                  <a:lnTo>
                    <a:pt x="32" y="95"/>
                  </a:lnTo>
                  <a:lnTo>
                    <a:pt x="64" y="158"/>
                  </a:lnTo>
                  <a:cubicBezTo>
                    <a:pt x="64" y="158"/>
                    <a:pt x="79" y="158"/>
                    <a:pt x="79" y="173"/>
                  </a:cubicBezTo>
                  <a:lnTo>
                    <a:pt x="79" y="173"/>
                  </a:lnTo>
                  <a:lnTo>
                    <a:pt x="95" y="173"/>
                  </a:lnTo>
                  <a:lnTo>
                    <a:pt x="110" y="173"/>
                  </a:lnTo>
                  <a:cubicBezTo>
                    <a:pt x="127" y="158"/>
                    <a:pt x="142" y="141"/>
                    <a:pt x="127" y="126"/>
                  </a:cubicBezTo>
                  <a:lnTo>
                    <a:pt x="64" y="15"/>
                  </a:lnTo>
                  <a:cubicBezTo>
                    <a:pt x="64"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66" name="Google Shape;3366;p46"/>
            <p:cNvSpPr/>
            <p:nvPr/>
          </p:nvSpPr>
          <p:spPr>
            <a:xfrm>
              <a:off x="3321824" y="1816814"/>
              <a:ext cx="4548" cy="2544"/>
            </a:xfrm>
            <a:custGeom>
              <a:avLst/>
              <a:gdLst/>
              <a:ahLst/>
              <a:cxnLst/>
              <a:rect l="l" t="t" r="r" b="b"/>
              <a:pathLst>
                <a:path w="143" h="80" extrusionOk="0">
                  <a:moveTo>
                    <a:pt x="111" y="0"/>
                  </a:moveTo>
                  <a:lnTo>
                    <a:pt x="111" y="0"/>
                  </a:lnTo>
                  <a:lnTo>
                    <a:pt x="48" y="0"/>
                  </a:lnTo>
                  <a:lnTo>
                    <a:pt x="32" y="0"/>
                  </a:lnTo>
                  <a:lnTo>
                    <a:pt x="32" y="0"/>
                  </a:lnTo>
                  <a:cubicBezTo>
                    <a:pt x="16" y="0"/>
                    <a:pt x="0" y="17"/>
                    <a:pt x="0" y="48"/>
                  </a:cubicBezTo>
                  <a:lnTo>
                    <a:pt x="0" y="48"/>
                  </a:lnTo>
                  <a:cubicBezTo>
                    <a:pt x="16" y="48"/>
                    <a:pt x="32" y="63"/>
                    <a:pt x="32" y="63"/>
                  </a:cubicBezTo>
                  <a:cubicBezTo>
                    <a:pt x="32" y="63"/>
                    <a:pt x="32" y="80"/>
                    <a:pt x="48" y="80"/>
                  </a:cubicBezTo>
                  <a:lnTo>
                    <a:pt x="111" y="80"/>
                  </a:lnTo>
                  <a:cubicBezTo>
                    <a:pt x="126" y="80"/>
                    <a:pt x="142" y="63"/>
                    <a:pt x="142" y="48"/>
                  </a:cubicBezTo>
                  <a:lnTo>
                    <a:pt x="142" y="48"/>
                  </a:lnTo>
                  <a:lnTo>
                    <a:pt x="142" y="17"/>
                  </a:lnTo>
                  <a:lnTo>
                    <a:pt x="142" y="17"/>
                  </a:lnTo>
                  <a:cubicBezTo>
                    <a:pt x="126" y="17"/>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67" name="Google Shape;3367;p46"/>
            <p:cNvSpPr/>
            <p:nvPr/>
          </p:nvSpPr>
          <p:spPr>
            <a:xfrm>
              <a:off x="3416026" y="1752189"/>
              <a:ext cx="4548" cy="3021"/>
            </a:xfrm>
            <a:custGeom>
              <a:avLst/>
              <a:gdLst/>
              <a:ahLst/>
              <a:cxnLst/>
              <a:rect l="l" t="t" r="r" b="b"/>
              <a:pathLst>
                <a:path w="143" h="95" extrusionOk="0">
                  <a:moveTo>
                    <a:pt x="111" y="0"/>
                  </a:moveTo>
                  <a:lnTo>
                    <a:pt x="111" y="0"/>
                  </a:lnTo>
                  <a:lnTo>
                    <a:pt x="95" y="0"/>
                  </a:lnTo>
                  <a:lnTo>
                    <a:pt x="32" y="32"/>
                  </a:lnTo>
                  <a:cubicBezTo>
                    <a:pt x="16" y="47"/>
                    <a:pt x="0" y="63"/>
                    <a:pt x="16" y="79"/>
                  </a:cubicBezTo>
                  <a:lnTo>
                    <a:pt x="16" y="79"/>
                  </a:lnTo>
                  <a:cubicBezTo>
                    <a:pt x="32" y="95"/>
                    <a:pt x="32" y="95"/>
                    <a:pt x="48" y="95"/>
                  </a:cubicBezTo>
                  <a:lnTo>
                    <a:pt x="63" y="95"/>
                  </a:lnTo>
                  <a:lnTo>
                    <a:pt x="95" y="79"/>
                  </a:lnTo>
                  <a:lnTo>
                    <a:pt x="111" y="63"/>
                  </a:lnTo>
                  <a:lnTo>
                    <a:pt x="126" y="63"/>
                  </a:lnTo>
                  <a:lnTo>
                    <a:pt x="126" y="63"/>
                  </a:lnTo>
                  <a:lnTo>
                    <a:pt x="126" y="63"/>
                  </a:lnTo>
                  <a:lnTo>
                    <a:pt x="143" y="63"/>
                  </a:lnTo>
                  <a:cubicBezTo>
                    <a:pt x="126" y="47"/>
                    <a:pt x="143" y="32"/>
                    <a:pt x="143" y="32"/>
                  </a:cubicBezTo>
                  <a:lnTo>
                    <a:pt x="143" y="15"/>
                  </a:lnTo>
                  <a:cubicBezTo>
                    <a:pt x="143" y="15"/>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68" name="Google Shape;3368;p46"/>
            <p:cNvSpPr/>
            <p:nvPr/>
          </p:nvSpPr>
          <p:spPr>
            <a:xfrm>
              <a:off x="3199539" y="1799290"/>
              <a:ext cx="2576" cy="4039"/>
            </a:xfrm>
            <a:custGeom>
              <a:avLst/>
              <a:gdLst/>
              <a:ahLst/>
              <a:cxnLst/>
              <a:rect l="l" t="t" r="r" b="b"/>
              <a:pathLst>
                <a:path w="81" h="127" extrusionOk="0">
                  <a:moveTo>
                    <a:pt x="49" y="0"/>
                  </a:moveTo>
                  <a:lnTo>
                    <a:pt x="49" y="0"/>
                  </a:lnTo>
                  <a:cubicBezTo>
                    <a:pt x="32" y="0"/>
                    <a:pt x="17" y="0"/>
                    <a:pt x="17" y="16"/>
                  </a:cubicBezTo>
                  <a:lnTo>
                    <a:pt x="1" y="95"/>
                  </a:lnTo>
                  <a:cubicBezTo>
                    <a:pt x="1" y="110"/>
                    <a:pt x="17" y="126"/>
                    <a:pt x="32" y="126"/>
                  </a:cubicBezTo>
                  <a:lnTo>
                    <a:pt x="32" y="126"/>
                  </a:lnTo>
                  <a:cubicBezTo>
                    <a:pt x="49" y="126"/>
                    <a:pt x="64" y="126"/>
                    <a:pt x="80" y="95"/>
                  </a:cubicBezTo>
                  <a:lnTo>
                    <a:pt x="80" y="32"/>
                  </a:lnTo>
                  <a:cubicBezTo>
                    <a:pt x="80"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69" name="Google Shape;3369;p46"/>
            <p:cNvSpPr/>
            <p:nvPr/>
          </p:nvSpPr>
          <p:spPr>
            <a:xfrm>
              <a:off x="3356872" y="1755178"/>
              <a:ext cx="6583" cy="2035"/>
            </a:xfrm>
            <a:custGeom>
              <a:avLst/>
              <a:gdLst/>
              <a:ahLst/>
              <a:cxnLst/>
              <a:rect l="l" t="t" r="r" b="b"/>
              <a:pathLst>
                <a:path w="207" h="64" extrusionOk="0">
                  <a:moveTo>
                    <a:pt x="206" y="1"/>
                  </a:moveTo>
                  <a:cubicBezTo>
                    <a:pt x="143" y="16"/>
                    <a:pt x="80" y="16"/>
                    <a:pt x="1" y="32"/>
                  </a:cubicBezTo>
                  <a:lnTo>
                    <a:pt x="80" y="64"/>
                  </a:lnTo>
                  <a:lnTo>
                    <a:pt x="95" y="64"/>
                  </a:lnTo>
                  <a:lnTo>
                    <a:pt x="127" y="64"/>
                  </a:lnTo>
                  <a:lnTo>
                    <a:pt x="190" y="32"/>
                  </a:lnTo>
                  <a:cubicBezTo>
                    <a:pt x="190" y="16"/>
                    <a:pt x="206" y="16"/>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70" name="Google Shape;3370;p46"/>
            <p:cNvSpPr/>
            <p:nvPr/>
          </p:nvSpPr>
          <p:spPr>
            <a:xfrm>
              <a:off x="3371438" y="1780239"/>
              <a:ext cx="5057" cy="3530"/>
            </a:xfrm>
            <a:custGeom>
              <a:avLst/>
              <a:gdLst/>
              <a:ahLst/>
              <a:cxnLst/>
              <a:rect l="l" t="t" r="r" b="b"/>
              <a:pathLst>
                <a:path w="159" h="111" extrusionOk="0">
                  <a:moveTo>
                    <a:pt x="158" y="110"/>
                  </a:moveTo>
                  <a:lnTo>
                    <a:pt x="158" y="110"/>
                  </a:lnTo>
                  <a:lnTo>
                    <a:pt x="158" y="110"/>
                  </a:lnTo>
                  <a:lnTo>
                    <a:pt x="158" y="110"/>
                  </a:lnTo>
                  <a:close/>
                  <a:moveTo>
                    <a:pt x="63" y="1"/>
                  </a:moveTo>
                  <a:lnTo>
                    <a:pt x="63" y="1"/>
                  </a:lnTo>
                  <a:cubicBezTo>
                    <a:pt x="47" y="1"/>
                    <a:pt x="47" y="1"/>
                    <a:pt x="32" y="16"/>
                  </a:cubicBezTo>
                  <a:lnTo>
                    <a:pt x="16" y="47"/>
                  </a:lnTo>
                  <a:cubicBezTo>
                    <a:pt x="0" y="47"/>
                    <a:pt x="0" y="64"/>
                    <a:pt x="16" y="79"/>
                  </a:cubicBezTo>
                  <a:cubicBezTo>
                    <a:pt x="16" y="95"/>
                    <a:pt x="32" y="95"/>
                    <a:pt x="47" y="95"/>
                  </a:cubicBezTo>
                  <a:lnTo>
                    <a:pt x="79" y="95"/>
                  </a:lnTo>
                  <a:cubicBezTo>
                    <a:pt x="79" y="95"/>
                    <a:pt x="79" y="79"/>
                    <a:pt x="95" y="64"/>
                  </a:cubicBezTo>
                  <a:lnTo>
                    <a:pt x="110" y="47"/>
                  </a:lnTo>
                  <a:lnTo>
                    <a:pt x="127" y="47"/>
                  </a:lnTo>
                  <a:lnTo>
                    <a:pt x="142" y="64"/>
                  </a:lnTo>
                  <a:lnTo>
                    <a:pt x="142" y="47"/>
                  </a:lnTo>
                  <a:lnTo>
                    <a:pt x="142" y="32"/>
                  </a:lnTo>
                  <a:lnTo>
                    <a:pt x="95" y="32"/>
                  </a:lnTo>
                  <a:cubicBezTo>
                    <a:pt x="95" y="16"/>
                    <a:pt x="95"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71" name="Google Shape;3371;p46"/>
            <p:cNvSpPr/>
            <p:nvPr/>
          </p:nvSpPr>
          <p:spPr>
            <a:xfrm>
              <a:off x="3412528" y="1793756"/>
              <a:ext cx="5534" cy="8555"/>
            </a:xfrm>
            <a:custGeom>
              <a:avLst/>
              <a:gdLst/>
              <a:ahLst/>
              <a:cxnLst/>
              <a:rect l="l" t="t" r="r" b="b"/>
              <a:pathLst>
                <a:path w="174" h="269" extrusionOk="0">
                  <a:moveTo>
                    <a:pt x="173" y="0"/>
                  </a:moveTo>
                  <a:lnTo>
                    <a:pt x="158" y="17"/>
                  </a:lnTo>
                  <a:cubicBezTo>
                    <a:pt x="158" y="48"/>
                    <a:pt x="142" y="63"/>
                    <a:pt x="126" y="63"/>
                  </a:cubicBezTo>
                  <a:lnTo>
                    <a:pt x="110" y="48"/>
                  </a:lnTo>
                  <a:lnTo>
                    <a:pt x="95" y="63"/>
                  </a:lnTo>
                  <a:cubicBezTo>
                    <a:pt x="63" y="80"/>
                    <a:pt x="32" y="80"/>
                    <a:pt x="0" y="126"/>
                  </a:cubicBezTo>
                  <a:lnTo>
                    <a:pt x="0" y="158"/>
                  </a:lnTo>
                  <a:lnTo>
                    <a:pt x="0" y="206"/>
                  </a:lnTo>
                  <a:lnTo>
                    <a:pt x="0" y="221"/>
                  </a:lnTo>
                  <a:cubicBezTo>
                    <a:pt x="16" y="221"/>
                    <a:pt x="16" y="237"/>
                    <a:pt x="16" y="237"/>
                  </a:cubicBezTo>
                  <a:lnTo>
                    <a:pt x="110" y="269"/>
                  </a:lnTo>
                  <a:lnTo>
                    <a:pt x="126" y="269"/>
                  </a:lnTo>
                  <a:lnTo>
                    <a:pt x="126" y="253"/>
                  </a:lnTo>
                  <a:cubicBezTo>
                    <a:pt x="126" y="237"/>
                    <a:pt x="126" y="221"/>
                    <a:pt x="158" y="221"/>
                  </a:cubicBezTo>
                  <a:lnTo>
                    <a:pt x="158" y="221"/>
                  </a:lnTo>
                  <a:lnTo>
                    <a:pt x="158" y="221"/>
                  </a:lnTo>
                  <a:lnTo>
                    <a:pt x="158" y="221"/>
                  </a:lnTo>
                  <a:cubicBezTo>
                    <a:pt x="158" y="221"/>
                    <a:pt x="158" y="206"/>
                    <a:pt x="142" y="206"/>
                  </a:cubicBezTo>
                  <a:lnTo>
                    <a:pt x="95" y="190"/>
                  </a:lnTo>
                  <a:lnTo>
                    <a:pt x="79" y="190"/>
                  </a:lnTo>
                  <a:lnTo>
                    <a:pt x="79" y="190"/>
                  </a:lnTo>
                  <a:cubicBezTo>
                    <a:pt x="63" y="190"/>
                    <a:pt x="63" y="190"/>
                    <a:pt x="47" y="174"/>
                  </a:cubicBezTo>
                  <a:lnTo>
                    <a:pt x="32" y="143"/>
                  </a:lnTo>
                  <a:cubicBezTo>
                    <a:pt x="16" y="126"/>
                    <a:pt x="32" y="95"/>
                    <a:pt x="47" y="95"/>
                  </a:cubicBezTo>
                  <a:lnTo>
                    <a:pt x="63" y="80"/>
                  </a:lnTo>
                  <a:lnTo>
                    <a:pt x="79" y="95"/>
                  </a:lnTo>
                  <a:cubicBezTo>
                    <a:pt x="79" y="80"/>
                    <a:pt x="95" y="80"/>
                    <a:pt x="95" y="80"/>
                  </a:cubicBezTo>
                  <a:lnTo>
                    <a:pt x="95" y="80"/>
                  </a:lnTo>
                  <a:lnTo>
                    <a:pt x="110" y="80"/>
                  </a:lnTo>
                  <a:cubicBezTo>
                    <a:pt x="126" y="95"/>
                    <a:pt x="142" y="111"/>
                    <a:pt x="142" y="126"/>
                  </a:cubicBezTo>
                  <a:lnTo>
                    <a:pt x="126" y="126"/>
                  </a:lnTo>
                  <a:lnTo>
                    <a:pt x="142" y="126"/>
                  </a:lnTo>
                  <a:cubicBezTo>
                    <a:pt x="158" y="126"/>
                    <a:pt x="158" y="111"/>
                    <a:pt x="173" y="95"/>
                  </a:cubicBezTo>
                  <a:lnTo>
                    <a:pt x="17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72" name="Google Shape;3372;p46"/>
            <p:cNvSpPr/>
            <p:nvPr/>
          </p:nvSpPr>
          <p:spPr>
            <a:xfrm>
              <a:off x="3159466" y="1811789"/>
              <a:ext cx="4548" cy="2035"/>
            </a:xfrm>
            <a:custGeom>
              <a:avLst/>
              <a:gdLst/>
              <a:ahLst/>
              <a:cxnLst/>
              <a:rect l="l" t="t" r="r" b="b"/>
              <a:pathLst>
                <a:path w="143" h="64" extrusionOk="0">
                  <a:moveTo>
                    <a:pt x="32" y="49"/>
                  </a:moveTo>
                  <a:lnTo>
                    <a:pt x="17" y="64"/>
                  </a:lnTo>
                  <a:lnTo>
                    <a:pt x="17" y="64"/>
                  </a:lnTo>
                  <a:lnTo>
                    <a:pt x="0" y="64"/>
                  </a:lnTo>
                  <a:lnTo>
                    <a:pt x="32" y="64"/>
                  </a:lnTo>
                  <a:lnTo>
                    <a:pt x="32" y="64"/>
                  </a:lnTo>
                  <a:lnTo>
                    <a:pt x="32" y="64"/>
                  </a:lnTo>
                  <a:lnTo>
                    <a:pt x="32" y="49"/>
                  </a:lnTo>
                  <a:close/>
                  <a:moveTo>
                    <a:pt x="111" y="1"/>
                  </a:moveTo>
                  <a:lnTo>
                    <a:pt x="111" y="1"/>
                  </a:lnTo>
                  <a:lnTo>
                    <a:pt x="32" y="1"/>
                  </a:lnTo>
                  <a:lnTo>
                    <a:pt x="32" y="1"/>
                  </a:lnTo>
                  <a:cubicBezTo>
                    <a:pt x="48" y="1"/>
                    <a:pt x="48" y="17"/>
                    <a:pt x="48" y="17"/>
                  </a:cubicBezTo>
                  <a:lnTo>
                    <a:pt x="48" y="32"/>
                  </a:lnTo>
                  <a:lnTo>
                    <a:pt x="48" y="32"/>
                  </a:lnTo>
                  <a:lnTo>
                    <a:pt x="63" y="32"/>
                  </a:lnTo>
                  <a:lnTo>
                    <a:pt x="63" y="32"/>
                  </a:lnTo>
                  <a:cubicBezTo>
                    <a:pt x="80" y="32"/>
                    <a:pt x="80" y="32"/>
                    <a:pt x="95" y="49"/>
                  </a:cubicBezTo>
                  <a:cubicBezTo>
                    <a:pt x="95" y="49"/>
                    <a:pt x="111" y="49"/>
                    <a:pt x="111" y="64"/>
                  </a:cubicBezTo>
                  <a:cubicBezTo>
                    <a:pt x="111" y="49"/>
                    <a:pt x="126" y="49"/>
                    <a:pt x="126" y="32"/>
                  </a:cubicBezTo>
                  <a:lnTo>
                    <a:pt x="143" y="32"/>
                  </a:lnTo>
                  <a:lnTo>
                    <a:pt x="143" y="32"/>
                  </a:lnTo>
                  <a:lnTo>
                    <a:pt x="143" y="32"/>
                  </a:lnTo>
                  <a:cubicBezTo>
                    <a:pt x="143" y="17"/>
                    <a:pt x="126"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73" name="Google Shape;3373;p46"/>
            <p:cNvSpPr/>
            <p:nvPr/>
          </p:nvSpPr>
          <p:spPr>
            <a:xfrm>
              <a:off x="3086286" y="1812806"/>
              <a:ext cx="3053" cy="2035"/>
            </a:xfrm>
            <a:custGeom>
              <a:avLst/>
              <a:gdLst/>
              <a:ahLst/>
              <a:cxnLst/>
              <a:rect l="l" t="t" r="r" b="b"/>
              <a:pathLst>
                <a:path w="96" h="64" extrusionOk="0">
                  <a:moveTo>
                    <a:pt x="95" y="0"/>
                  </a:moveTo>
                  <a:lnTo>
                    <a:pt x="80" y="0"/>
                  </a:lnTo>
                  <a:lnTo>
                    <a:pt x="80" y="17"/>
                  </a:lnTo>
                  <a:cubicBezTo>
                    <a:pt x="80" y="17"/>
                    <a:pt x="64" y="32"/>
                    <a:pt x="49" y="32"/>
                  </a:cubicBezTo>
                  <a:lnTo>
                    <a:pt x="49" y="17"/>
                  </a:lnTo>
                  <a:lnTo>
                    <a:pt x="32" y="17"/>
                  </a:lnTo>
                  <a:cubicBezTo>
                    <a:pt x="32" y="32"/>
                    <a:pt x="17" y="32"/>
                    <a:pt x="17" y="32"/>
                  </a:cubicBezTo>
                  <a:lnTo>
                    <a:pt x="1" y="32"/>
                  </a:lnTo>
                  <a:lnTo>
                    <a:pt x="1" y="32"/>
                  </a:lnTo>
                  <a:lnTo>
                    <a:pt x="17" y="48"/>
                  </a:lnTo>
                  <a:cubicBezTo>
                    <a:pt x="17" y="63"/>
                    <a:pt x="32" y="63"/>
                    <a:pt x="49" y="63"/>
                  </a:cubicBezTo>
                  <a:lnTo>
                    <a:pt x="49" y="63"/>
                  </a:lnTo>
                  <a:cubicBezTo>
                    <a:pt x="64" y="63"/>
                    <a:pt x="64" y="63"/>
                    <a:pt x="80" y="4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74" name="Google Shape;3374;p46"/>
            <p:cNvSpPr/>
            <p:nvPr/>
          </p:nvSpPr>
          <p:spPr>
            <a:xfrm>
              <a:off x="3427571" y="1804792"/>
              <a:ext cx="8523" cy="3530"/>
            </a:xfrm>
            <a:custGeom>
              <a:avLst/>
              <a:gdLst/>
              <a:ahLst/>
              <a:cxnLst/>
              <a:rect l="l" t="t" r="r" b="b"/>
              <a:pathLst>
                <a:path w="268" h="111" extrusionOk="0">
                  <a:moveTo>
                    <a:pt x="47" y="16"/>
                  </a:moveTo>
                  <a:lnTo>
                    <a:pt x="47" y="16"/>
                  </a:lnTo>
                  <a:cubicBezTo>
                    <a:pt x="32" y="16"/>
                    <a:pt x="15" y="48"/>
                    <a:pt x="0" y="63"/>
                  </a:cubicBezTo>
                  <a:lnTo>
                    <a:pt x="0" y="63"/>
                  </a:lnTo>
                  <a:lnTo>
                    <a:pt x="47" y="79"/>
                  </a:lnTo>
                  <a:cubicBezTo>
                    <a:pt x="47" y="79"/>
                    <a:pt x="63" y="95"/>
                    <a:pt x="63" y="111"/>
                  </a:cubicBezTo>
                  <a:lnTo>
                    <a:pt x="63" y="111"/>
                  </a:lnTo>
                  <a:lnTo>
                    <a:pt x="78" y="111"/>
                  </a:lnTo>
                  <a:lnTo>
                    <a:pt x="78" y="111"/>
                  </a:lnTo>
                  <a:lnTo>
                    <a:pt x="78" y="111"/>
                  </a:lnTo>
                  <a:lnTo>
                    <a:pt x="78" y="95"/>
                  </a:lnTo>
                  <a:cubicBezTo>
                    <a:pt x="63" y="79"/>
                    <a:pt x="47" y="48"/>
                    <a:pt x="47" y="32"/>
                  </a:cubicBezTo>
                  <a:lnTo>
                    <a:pt x="47" y="16"/>
                  </a:lnTo>
                  <a:close/>
                  <a:moveTo>
                    <a:pt x="221" y="0"/>
                  </a:moveTo>
                  <a:lnTo>
                    <a:pt x="221" y="0"/>
                  </a:lnTo>
                  <a:lnTo>
                    <a:pt x="204" y="0"/>
                  </a:lnTo>
                  <a:lnTo>
                    <a:pt x="173" y="0"/>
                  </a:lnTo>
                  <a:lnTo>
                    <a:pt x="158" y="0"/>
                  </a:lnTo>
                  <a:lnTo>
                    <a:pt x="141" y="0"/>
                  </a:lnTo>
                  <a:lnTo>
                    <a:pt x="141" y="0"/>
                  </a:lnTo>
                  <a:lnTo>
                    <a:pt x="141" y="16"/>
                  </a:lnTo>
                  <a:cubicBezTo>
                    <a:pt x="126" y="16"/>
                    <a:pt x="110" y="32"/>
                    <a:pt x="110" y="32"/>
                  </a:cubicBezTo>
                  <a:cubicBezTo>
                    <a:pt x="110" y="32"/>
                    <a:pt x="110" y="48"/>
                    <a:pt x="126" y="48"/>
                  </a:cubicBezTo>
                  <a:lnTo>
                    <a:pt x="126" y="63"/>
                  </a:lnTo>
                  <a:cubicBezTo>
                    <a:pt x="141" y="48"/>
                    <a:pt x="141" y="48"/>
                    <a:pt x="158" y="48"/>
                  </a:cubicBezTo>
                  <a:lnTo>
                    <a:pt x="173" y="48"/>
                  </a:lnTo>
                  <a:lnTo>
                    <a:pt x="189" y="48"/>
                  </a:lnTo>
                  <a:cubicBezTo>
                    <a:pt x="204" y="48"/>
                    <a:pt x="221" y="48"/>
                    <a:pt x="221" y="79"/>
                  </a:cubicBezTo>
                  <a:lnTo>
                    <a:pt x="221" y="79"/>
                  </a:lnTo>
                  <a:lnTo>
                    <a:pt x="221" y="79"/>
                  </a:lnTo>
                  <a:cubicBezTo>
                    <a:pt x="236" y="79"/>
                    <a:pt x="252" y="63"/>
                    <a:pt x="252" y="48"/>
                  </a:cubicBezTo>
                  <a:lnTo>
                    <a:pt x="267" y="48"/>
                  </a:lnTo>
                  <a:cubicBezTo>
                    <a:pt x="267" y="16"/>
                    <a:pt x="252"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75" name="Google Shape;3375;p46"/>
            <p:cNvSpPr/>
            <p:nvPr/>
          </p:nvSpPr>
          <p:spPr>
            <a:xfrm>
              <a:off x="3379452" y="1753174"/>
              <a:ext cx="4516" cy="4039"/>
            </a:xfrm>
            <a:custGeom>
              <a:avLst/>
              <a:gdLst/>
              <a:ahLst/>
              <a:cxnLst/>
              <a:rect l="l" t="t" r="r" b="b"/>
              <a:pathLst>
                <a:path w="142" h="127" extrusionOk="0">
                  <a:moveTo>
                    <a:pt x="110" y="1"/>
                  </a:moveTo>
                  <a:lnTo>
                    <a:pt x="110" y="1"/>
                  </a:lnTo>
                  <a:lnTo>
                    <a:pt x="79" y="1"/>
                  </a:lnTo>
                  <a:lnTo>
                    <a:pt x="16" y="79"/>
                  </a:lnTo>
                  <a:cubicBezTo>
                    <a:pt x="1" y="95"/>
                    <a:pt x="1" y="111"/>
                    <a:pt x="16" y="127"/>
                  </a:cubicBezTo>
                  <a:lnTo>
                    <a:pt x="32" y="127"/>
                  </a:lnTo>
                  <a:lnTo>
                    <a:pt x="64" y="127"/>
                  </a:lnTo>
                  <a:lnTo>
                    <a:pt x="127" y="48"/>
                  </a:lnTo>
                  <a:cubicBezTo>
                    <a:pt x="142" y="48"/>
                    <a:pt x="142" y="16"/>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76" name="Google Shape;3376;p46"/>
            <p:cNvSpPr/>
            <p:nvPr/>
          </p:nvSpPr>
          <p:spPr>
            <a:xfrm>
              <a:off x="3384477" y="1804283"/>
              <a:ext cx="4039" cy="3053"/>
            </a:xfrm>
            <a:custGeom>
              <a:avLst/>
              <a:gdLst/>
              <a:ahLst/>
              <a:cxnLst/>
              <a:rect l="l" t="t" r="r" b="b"/>
              <a:pathLst>
                <a:path w="127" h="96" extrusionOk="0">
                  <a:moveTo>
                    <a:pt x="95" y="1"/>
                  </a:moveTo>
                  <a:lnTo>
                    <a:pt x="95" y="1"/>
                  </a:lnTo>
                  <a:lnTo>
                    <a:pt x="95" y="1"/>
                  </a:lnTo>
                  <a:cubicBezTo>
                    <a:pt x="78" y="1"/>
                    <a:pt x="63" y="16"/>
                    <a:pt x="63" y="32"/>
                  </a:cubicBezTo>
                  <a:lnTo>
                    <a:pt x="47" y="32"/>
                  </a:lnTo>
                  <a:cubicBezTo>
                    <a:pt x="47" y="32"/>
                    <a:pt x="32" y="32"/>
                    <a:pt x="15" y="48"/>
                  </a:cubicBezTo>
                  <a:cubicBezTo>
                    <a:pt x="0" y="48"/>
                    <a:pt x="0" y="79"/>
                    <a:pt x="15" y="95"/>
                  </a:cubicBezTo>
                  <a:lnTo>
                    <a:pt x="47" y="95"/>
                  </a:lnTo>
                  <a:lnTo>
                    <a:pt x="63" y="95"/>
                  </a:lnTo>
                  <a:lnTo>
                    <a:pt x="63" y="95"/>
                  </a:lnTo>
                  <a:lnTo>
                    <a:pt x="78" y="95"/>
                  </a:lnTo>
                  <a:lnTo>
                    <a:pt x="110" y="95"/>
                  </a:lnTo>
                  <a:cubicBezTo>
                    <a:pt x="110" y="79"/>
                    <a:pt x="110" y="79"/>
                    <a:pt x="126" y="79"/>
                  </a:cubicBezTo>
                  <a:cubicBezTo>
                    <a:pt x="110" y="79"/>
                    <a:pt x="126" y="64"/>
                    <a:pt x="126" y="64"/>
                  </a:cubicBezTo>
                  <a:lnTo>
                    <a:pt x="126" y="48"/>
                  </a:lnTo>
                  <a:lnTo>
                    <a:pt x="126" y="32"/>
                  </a:lnTo>
                  <a:cubicBezTo>
                    <a:pt x="126" y="16"/>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77" name="Google Shape;3377;p46"/>
            <p:cNvSpPr/>
            <p:nvPr/>
          </p:nvSpPr>
          <p:spPr>
            <a:xfrm>
              <a:off x="3026686" y="1799767"/>
              <a:ext cx="11067" cy="6042"/>
            </a:xfrm>
            <a:custGeom>
              <a:avLst/>
              <a:gdLst/>
              <a:ahLst/>
              <a:cxnLst/>
              <a:rect l="l" t="t" r="r" b="b"/>
              <a:pathLst>
                <a:path w="348" h="190" extrusionOk="0">
                  <a:moveTo>
                    <a:pt x="316" y="1"/>
                  </a:moveTo>
                  <a:lnTo>
                    <a:pt x="299" y="1"/>
                  </a:lnTo>
                  <a:cubicBezTo>
                    <a:pt x="284" y="17"/>
                    <a:pt x="268" y="17"/>
                    <a:pt x="253" y="17"/>
                  </a:cubicBezTo>
                  <a:cubicBezTo>
                    <a:pt x="221" y="17"/>
                    <a:pt x="205" y="17"/>
                    <a:pt x="190" y="32"/>
                  </a:cubicBezTo>
                  <a:lnTo>
                    <a:pt x="110" y="32"/>
                  </a:lnTo>
                  <a:lnTo>
                    <a:pt x="95" y="32"/>
                  </a:lnTo>
                  <a:lnTo>
                    <a:pt x="95" y="32"/>
                  </a:lnTo>
                  <a:lnTo>
                    <a:pt x="79" y="32"/>
                  </a:lnTo>
                  <a:lnTo>
                    <a:pt x="64" y="32"/>
                  </a:lnTo>
                  <a:lnTo>
                    <a:pt x="32" y="32"/>
                  </a:lnTo>
                  <a:lnTo>
                    <a:pt x="32" y="32"/>
                  </a:lnTo>
                  <a:lnTo>
                    <a:pt x="32" y="32"/>
                  </a:lnTo>
                  <a:cubicBezTo>
                    <a:pt x="16" y="32"/>
                    <a:pt x="1" y="48"/>
                    <a:pt x="1" y="64"/>
                  </a:cubicBezTo>
                  <a:lnTo>
                    <a:pt x="1" y="64"/>
                  </a:lnTo>
                  <a:cubicBezTo>
                    <a:pt x="1" y="80"/>
                    <a:pt x="16" y="95"/>
                    <a:pt x="32" y="95"/>
                  </a:cubicBezTo>
                  <a:lnTo>
                    <a:pt x="47" y="95"/>
                  </a:lnTo>
                  <a:cubicBezTo>
                    <a:pt x="64" y="95"/>
                    <a:pt x="79" y="111"/>
                    <a:pt x="95" y="111"/>
                  </a:cubicBezTo>
                  <a:lnTo>
                    <a:pt x="110" y="111"/>
                  </a:lnTo>
                  <a:lnTo>
                    <a:pt x="127" y="95"/>
                  </a:lnTo>
                  <a:lnTo>
                    <a:pt x="190" y="95"/>
                  </a:lnTo>
                  <a:lnTo>
                    <a:pt x="221" y="95"/>
                  </a:lnTo>
                  <a:cubicBezTo>
                    <a:pt x="236" y="80"/>
                    <a:pt x="236" y="80"/>
                    <a:pt x="253" y="80"/>
                  </a:cubicBezTo>
                  <a:lnTo>
                    <a:pt x="268" y="80"/>
                  </a:lnTo>
                  <a:lnTo>
                    <a:pt x="268" y="143"/>
                  </a:lnTo>
                  <a:lnTo>
                    <a:pt x="268" y="143"/>
                  </a:lnTo>
                  <a:lnTo>
                    <a:pt x="268" y="143"/>
                  </a:lnTo>
                  <a:lnTo>
                    <a:pt x="284" y="143"/>
                  </a:lnTo>
                  <a:cubicBezTo>
                    <a:pt x="299" y="143"/>
                    <a:pt x="316" y="174"/>
                    <a:pt x="299" y="190"/>
                  </a:cubicBezTo>
                  <a:cubicBezTo>
                    <a:pt x="316" y="190"/>
                    <a:pt x="331" y="174"/>
                    <a:pt x="331" y="158"/>
                  </a:cubicBezTo>
                  <a:lnTo>
                    <a:pt x="331" y="143"/>
                  </a:lnTo>
                  <a:lnTo>
                    <a:pt x="331" y="127"/>
                  </a:lnTo>
                  <a:lnTo>
                    <a:pt x="331" y="111"/>
                  </a:lnTo>
                  <a:cubicBezTo>
                    <a:pt x="316" y="111"/>
                    <a:pt x="316" y="95"/>
                    <a:pt x="316" y="80"/>
                  </a:cubicBezTo>
                  <a:cubicBezTo>
                    <a:pt x="331" y="64"/>
                    <a:pt x="331" y="64"/>
                    <a:pt x="347" y="64"/>
                  </a:cubicBezTo>
                  <a:lnTo>
                    <a:pt x="347" y="48"/>
                  </a:lnTo>
                  <a:cubicBezTo>
                    <a:pt x="347" y="32"/>
                    <a:pt x="347" y="17"/>
                    <a:pt x="33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78" name="Google Shape;3378;p46"/>
            <p:cNvSpPr/>
            <p:nvPr/>
          </p:nvSpPr>
          <p:spPr>
            <a:xfrm>
              <a:off x="3289734" y="1823811"/>
              <a:ext cx="6042" cy="2576"/>
            </a:xfrm>
            <a:custGeom>
              <a:avLst/>
              <a:gdLst/>
              <a:ahLst/>
              <a:cxnLst/>
              <a:rect l="l" t="t" r="r" b="b"/>
              <a:pathLst>
                <a:path w="190" h="81" extrusionOk="0">
                  <a:moveTo>
                    <a:pt x="158" y="1"/>
                  </a:moveTo>
                  <a:lnTo>
                    <a:pt x="158" y="1"/>
                  </a:lnTo>
                  <a:lnTo>
                    <a:pt x="32" y="17"/>
                  </a:lnTo>
                  <a:cubicBezTo>
                    <a:pt x="17" y="17"/>
                    <a:pt x="1" y="32"/>
                    <a:pt x="1" y="49"/>
                  </a:cubicBezTo>
                  <a:cubicBezTo>
                    <a:pt x="1" y="64"/>
                    <a:pt x="17" y="80"/>
                    <a:pt x="32" y="80"/>
                  </a:cubicBezTo>
                  <a:lnTo>
                    <a:pt x="32" y="80"/>
                  </a:lnTo>
                  <a:lnTo>
                    <a:pt x="158" y="64"/>
                  </a:lnTo>
                  <a:lnTo>
                    <a:pt x="158" y="64"/>
                  </a:lnTo>
                  <a:cubicBezTo>
                    <a:pt x="175" y="64"/>
                    <a:pt x="190" y="49"/>
                    <a:pt x="190" y="32"/>
                  </a:cubicBezTo>
                  <a:cubicBezTo>
                    <a:pt x="190" y="17"/>
                    <a:pt x="190" y="17"/>
                    <a:pt x="17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79" name="Google Shape;3379;p46"/>
            <p:cNvSpPr/>
            <p:nvPr/>
          </p:nvSpPr>
          <p:spPr>
            <a:xfrm>
              <a:off x="3101329" y="1792738"/>
              <a:ext cx="5057" cy="4039"/>
            </a:xfrm>
            <a:custGeom>
              <a:avLst/>
              <a:gdLst/>
              <a:ahLst/>
              <a:cxnLst/>
              <a:rect l="l" t="t" r="r" b="b"/>
              <a:pathLst>
                <a:path w="159" h="127" extrusionOk="0">
                  <a:moveTo>
                    <a:pt x="111" y="1"/>
                  </a:moveTo>
                  <a:lnTo>
                    <a:pt x="95" y="1"/>
                  </a:lnTo>
                  <a:cubicBezTo>
                    <a:pt x="95" y="1"/>
                    <a:pt x="80" y="1"/>
                    <a:pt x="80" y="17"/>
                  </a:cubicBezTo>
                  <a:cubicBezTo>
                    <a:pt x="64" y="17"/>
                    <a:pt x="64" y="32"/>
                    <a:pt x="80" y="49"/>
                  </a:cubicBezTo>
                  <a:lnTo>
                    <a:pt x="64" y="49"/>
                  </a:lnTo>
                  <a:lnTo>
                    <a:pt x="48" y="49"/>
                  </a:lnTo>
                  <a:lnTo>
                    <a:pt x="48" y="49"/>
                  </a:lnTo>
                  <a:lnTo>
                    <a:pt x="32" y="32"/>
                  </a:lnTo>
                  <a:cubicBezTo>
                    <a:pt x="17" y="32"/>
                    <a:pt x="17" y="49"/>
                    <a:pt x="1" y="49"/>
                  </a:cubicBezTo>
                  <a:cubicBezTo>
                    <a:pt x="1" y="64"/>
                    <a:pt x="1" y="80"/>
                    <a:pt x="17" y="95"/>
                  </a:cubicBezTo>
                  <a:lnTo>
                    <a:pt x="17" y="95"/>
                  </a:lnTo>
                  <a:cubicBezTo>
                    <a:pt x="17" y="112"/>
                    <a:pt x="17" y="112"/>
                    <a:pt x="32" y="112"/>
                  </a:cubicBezTo>
                  <a:cubicBezTo>
                    <a:pt x="32" y="112"/>
                    <a:pt x="48" y="112"/>
                    <a:pt x="48" y="127"/>
                  </a:cubicBezTo>
                  <a:lnTo>
                    <a:pt x="64" y="127"/>
                  </a:lnTo>
                  <a:lnTo>
                    <a:pt x="64" y="127"/>
                  </a:lnTo>
                  <a:lnTo>
                    <a:pt x="64" y="112"/>
                  </a:lnTo>
                  <a:cubicBezTo>
                    <a:pt x="64" y="95"/>
                    <a:pt x="80" y="95"/>
                    <a:pt x="95" y="80"/>
                  </a:cubicBezTo>
                  <a:lnTo>
                    <a:pt x="95" y="80"/>
                  </a:lnTo>
                  <a:lnTo>
                    <a:pt x="158" y="95"/>
                  </a:lnTo>
                  <a:lnTo>
                    <a:pt x="158" y="80"/>
                  </a:lnTo>
                  <a:lnTo>
                    <a:pt x="143" y="80"/>
                  </a:lnTo>
                  <a:lnTo>
                    <a:pt x="143" y="80"/>
                  </a:lnTo>
                  <a:cubicBezTo>
                    <a:pt x="127" y="80"/>
                    <a:pt x="111" y="80"/>
                    <a:pt x="111" y="64"/>
                  </a:cubicBezTo>
                  <a:cubicBezTo>
                    <a:pt x="95" y="64"/>
                    <a:pt x="95" y="49"/>
                    <a:pt x="95" y="49"/>
                  </a:cubicBezTo>
                  <a:lnTo>
                    <a:pt x="11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80" name="Google Shape;3380;p46"/>
            <p:cNvSpPr/>
            <p:nvPr/>
          </p:nvSpPr>
          <p:spPr>
            <a:xfrm>
              <a:off x="3157971" y="1821330"/>
              <a:ext cx="3053" cy="4516"/>
            </a:xfrm>
            <a:custGeom>
              <a:avLst/>
              <a:gdLst/>
              <a:ahLst/>
              <a:cxnLst/>
              <a:rect l="l" t="t" r="r" b="b"/>
              <a:pathLst>
                <a:path w="96" h="142" extrusionOk="0">
                  <a:moveTo>
                    <a:pt x="47" y="1"/>
                  </a:moveTo>
                  <a:lnTo>
                    <a:pt x="47" y="1"/>
                  </a:lnTo>
                  <a:lnTo>
                    <a:pt x="47" y="1"/>
                  </a:lnTo>
                  <a:lnTo>
                    <a:pt x="47" y="32"/>
                  </a:lnTo>
                  <a:cubicBezTo>
                    <a:pt x="64" y="47"/>
                    <a:pt x="47" y="64"/>
                    <a:pt x="32" y="79"/>
                  </a:cubicBezTo>
                  <a:lnTo>
                    <a:pt x="16" y="79"/>
                  </a:lnTo>
                  <a:lnTo>
                    <a:pt x="1" y="79"/>
                  </a:lnTo>
                  <a:lnTo>
                    <a:pt x="16" y="95"/>
                  </a:lnTo>
                  <a:lnTo>
                    <a:pt x="1" y="95"/>
                  </a:lnTo>
                  <a:cubicBezTo>
                    <a:pt x="1" y="110"/>
                    <a:pt x="1" y="142"/>
                    <a:pt x="16" y="142"/>
                  </a:cubicBezTo>
                  <a:lnTo>
                    <a:pt x="32" y="142"/>
                  </a:lnTo>
                  <a:cubicBezTo>
                    <a:pt x="47" y="142"/>
                    <a:pt x="64" y="142"/>
                    <a:pt x="64" y="127"/>
                  </a:cubicBezTo>
                  <a:lnTo>
                    <a:pt x="95" y="64"/>
                  </a:lnTo>
                  <a:lnTo>
                    <a:pt x="95" y="32"/>
                  </a:lnTo>
                  <a:cubicBezTo>
                    <a:pt x="95" y="16"/>
                    <a:pt x="79" y="16"/>
                    <a:pt x="79"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81" name="Google Shape;3381;p46"/>
            <p:cNvSpPr/>
            <p:nvPr/>
          </p:nvSpPr>
          <p:spPr>
            <a:xfrm>
              <a:off x="3307767" y="1821807"/>
              <a:ext cx="4580" cy="2576"/>
            </a:xfrm>
            <a:custGeom>
              <a:avLst/>
              <a:gdLst/>
              <a:ahLst/>
              <a:cxnLst/>
              <a:rect l="l" t="t" r="r" b="b"/>
              <a:pathLst>
                <a:path w="144" h="81" extrusionOk="0">
                  <a:moveTo>
                    <a:pt x="95" y="1"/>
                  </a:moveTo>
                  <a:lnTo>
                    <a:pt x="95" y="1"/>
                  </a:lnTo>
                  <a:lnTo>
                    <a:pt x="95" y="1"/>
                  </a:lnTo>
                  <a:lnTo>
                    <a:pt x="64" y="1"/>
                  </a:lnTo>
                  <a:lnTo>
                    <a:pt x="17" y="17"/>
                  </a:lnTo>
                  <a:lnTo>
                    <a:pt x="1" y="17"/>
                  </a:lnTo>
                  <a:cubicBezTo>
                    <a:pt x="17" y="17"/>
                    <a:pt x="32" y="32"/>
                    <a:pt x="32" y="49"/>
                  </a:cubicBezTo>
                  <a:cubicBezTo>
                    <a:pt x="32" y="64"/>
                    <a:pt x="17" y="80"/>
                    <a:pt x="17" y="80"/>
                  </a:cubicBezTo>
                  <a:lnTo>
                    <a:pt x="17" y="80"/>
                  </a:lnTo>
                  <a:lnTo>
                    <a:pt x="32" y="80"/>
                  </a:lnTo>
                  <a:lnTo>
                    <a:pt x="95" y="64"/>
                  </a:lnTo>
                  <a:lnTo>
                    <a:pt x="112" y="64"/>
                  </a:lnTo>
                  <a:cubicBezTo>
                    <a:pt x="127" y="64"/>
                    <a:pt x="143" y="49"/>
                    <a:pt x="127" y="17"/>
                  </a:cubicBezTo>
                  <a:cubicBezTo>
                    <a:pt x="127"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82" name="Google Shape;3382;p46"/>
            <p:cNvSpPr/>
            <p:nvPr/>
          </p:nvSpPr>
          <p:spPr>
            <a:xfrm>
              <a:off x="3228607" y="1797763"/>
              <a:ext cx="3562" cy="3053"/>
            </a:xfrm>
            <a:custGeom>
              <a:avLst/>
              <a:gdLst/>
              <a:ahLst/>
              <a:cxnLst/>
              <a:rect l="l" t="t" r="r" b="b"/>
              <a:pathLst>
                <a:path w="112" h="96" extrusionOk="0">
                  <a:moveTo>
                    <a:pt x="80" y="0"/>
                  </a:moveTo>
                  <a:lnTo>
                    <a:pt x="64" y="0"/>
                  </a:lnTo>
                  <a:lnTo>
                    <a:pt x="64" y="0"/>
                  </a:lnTo>
                  <a:cubicBezTo>
                    <a:pt x="64" y="0"/>
                    <a:pt x="32" y="0"/>
                    <a:pt x="17" y="32"/>
                  </a:cubicBezTo>
                  <a:cubicBezTo>
                    <a:pt x="0" y="48"/>
                    <a:pt x="17" y="80"/>
                    <a:pt x="17" y="95"/>
                  </a:cubicBezTo>
                  <a:lnTo>
                    <a:pt x="17" y="95"/>
                  </a:lnTo>
                  <a:cubicBezTo>
                    <a:pt x="17" y="80"/>
                    <a:pt x="32" y="80"/>
                    <a:pt x="32" y="80"/>
                  </a:cubicBezTo>
                  <a:lnTo>
                    <a:pt x="48" y="64"/>
                  </a:lnTo>
                  <a:lnTo>
                    <a:pt x="48" y="64"/>
                  </a:lnTo>
                  <a:lnTo>
                    <a:pt x="64" y="64"/>
                  </a:lnTo>
                  <a:lnTo>
                    <a:pt x="80" y="80"/>
                  </a:lnTo>
                  <a:lnTo>
                    <a:pt x="95" y="80"/>
                  </a:lnTo>
                  <a:cubicBezTo>
                    <a:pt x="95" y="64"/>
                    <a:pt x="80" y="64"/>
                    <a:pt x="80" y="64"/>
                  </a:cubicBezTo>
                  <a:cubicBezTo>
                    <a:pt x="95" y="64"/>
                    <a:pt x="111" y="48"/>
                    <a:pt x="111" y="32"/>
                  </a:cubicBez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83" name="Google Shape;3383;p46"/>
            <p:cNvSpPr/>
            <p:nvPr/>
          </p:nvSpPr>
          <p:spPr>
            <a:xfrm>
              <a:off x="3157463" y="1799767"/>
              <a:ext cx="7569" cy="7060"/>
            </a:xfrm>
            <a:custGeom>
              <a:avLst/>
              <a:gdLst/>
              <a:ahLst/>
              <a:cxnLst/>
              <a:rect l="l" t="t" r="r" b="b"/>
              <a:pathLst>
                <a:path w="238" h="222" extrusionOk="0">
                  <a:moveTo>
                    <a:pt x="221" y="1"/>
                  </a:moveTo>
                  <a:lnTo>
                    <a:pt x="174" y="17"/>
                  </a:lnTo>
                  <a:lnTo>
                    <a:pt x="158" y="17"/>
                  </a:lnTo>
                  <a:lnTo>
                    <a:pt x="126" y="17"/>
                  </a:lnTo>
                  <a:cubicBezTo>
                    <a:pt x="95" y="32"/>
                    <a:pt x="48" y="64"/>
                    <a:pt x="48" y="143"/>
                  </a:cubicBezTo>
                  <a:lnTo>
                    <a:pt x="32" y="143"/>
                  </a:lnTo>
                  <a:cubicBezTo>
                    <a:pt x="32" y="158"/>
                    <a:pt x="17" y="158"/>
                    <a:pt x="17" y="158"/>
                  </a:cubicBezTo>
                  <a:cubicBezTo>
                    <a:pt x="0" y="174"/>
                    <a:pt x="0" y="190"/>
                    <a:pt x="17" y="206"/>
                  </a:cubicBezTo>
                  <a:cubicBezTo>
                    <a:pt x="17" y="221"/>
                    <a:pt x="32" y="221"/>
                    <a:pt x="32" y="221"/>
                  </a:cubicBezTo>
                  <a:lnTo>
                    <a:pt x="48" y="221"/>
                  </a:lnTo>
                  <a:lnTo>
                    <a:pt x="48" y="221"/>
                  </a:lnTo>
                  <a:cubicBezTo>
                    <a:pt x="48" y="206"/>
                    <a:pt x="48" y="206"/>
                    <a:pt x="32" y="206"/>
                  </a:cubicBezTo>
                  <a:cubicBezTo>
                    <a:pt x="32" y="190"/>
                    <a:pt x="32" y="158"/>
                    <a:pt x="48" y="158"/>
                  </a:cubicBezTo>
                  <a:lnTo>
                    <a:pt x="63" y="158"/>
                  </a:lnTo>
                  <a:lnTo>
                    <a:pt x="63" y="158"/>
                  </a:lnTo>
                  <a:cubicBezTo>
                    <a:pt x="80" y="158"/>
                    <a:pt x="95" y="158"/>
                    <a:pt x="95" y="174"/>
                  </a:cubicBezTo>
                  <a:lnTo>
                    <a:pt x="111" y="174"/>
                  </a:lnTo>
                  <a:cubicBezTo>
                    <a:pt x="111" y="174"/>
                    <a:pt x="126" y="158"/>
                    <a:pt x="126" y="143"/>
                  </a:cubicBezTo>
                  <a:cubicBezTo>
                    <a:pt x="111" y="95"/>
                    <a:pt x="143" y="80"/>
                    <a:pt x="189" y="64"/>
                  </a:cubicBezTo>
                  <a:cubicBezTo>
                    <a:pt x="189" y="48"/>
                    <a:pt x="206" y="48"/>
                    <a:pt x="206" y="48"/>
                  </a:cubicBezTo>
                  <a:cubicBezTo>
                    <a:pt x="221" y="32"/>
                    <a:pt x="237" y="17"/>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84" name="Google Shape;3384;p46"/>
            <p:cNvSpPr/>
            <p:nvPr/>
          </p:nvSpPr>
          <p:spPr>
            <a:xfrm>
              <a:off x="3303759" y="1779731"/>
              <a:ext cx="5057" cy="3562"/>
            </a:xfrm>
            <a:custGeom>
              <a:avLst/>
              <a:gdLst/>
              <a:ahLst/>
              <a:cxnLst/>
              <a:rect l="l" t="t" r="r" b="b"/>
              <a:pathLst>
                <a:path w="159" h="112" extrusionOk="0">
                  <a:moveTo>
                    <a:pt x="64" y="0"/>
                  </a:moveTo>
                  <a:lnTo>
                    <a:pt x="64" y="0"/>
                  </a:lnTo>
                  <a:lnTo>
                    <a:pt x="49" y="0"/>
                  </a:lnTo>
                  <a:lnTo>
                    <a:pt x="1" y="48"/>
                  </a:lnTo>
                  <a:cubicBezTo>
                    <a:pt x="1" y="63"/>
                    <a:pt x="17" y="63"/>
                    <a:pt x="17" y="80"/>
                  </a:cubicBezTo>
                  <a:cubicBezTo>
                    <a:pt x="17" y="95"/>
                    <a:pt x="17" y="111"/>
                    <a:pt x="1" y="111"/>
                  </a:cubicBezTo>
                  <a:lnTo>
                    <a:pt x="17" y="111"/>
                  </a:lnTo>
                  <a:lnTo>
                    <a:pt x="49" y="111"/>
                  </a:lnTo>
                  <a:lnTo>
                    <a:pt x="80" y="63"/>
                  </a:lnTo>
                  <a:lnTo>
                    <a:pt x="112" y="95"/>
                  </a:lnTo>
                  <a:lnTo>
                    <a:pt x="127" y="95"/>
                  </a:lnTo>
                  <a:cubicBezTo>
                    <a:pt x="143" y="95"/>
                    <a:pt x="143" y="80"/>
                    <a:pt x="158" y="80"/>
                  </a:cubicBezTo>
                  <a:cubicBezTo>
                    <a:pt x="158" y="63"/>
                    <a:pt x="158" y="32"/>
                    <a:pt x="143" y="32"/>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85" name="Google Shape;3385;p46"/>
            <p:cNvSpPr/>
            <p:nvPr/>
          </p:nvSpPr>
          <p:spPr>
            <a:xfrm>
              <a:off x="3173015" y="1791752"/>
              <a:ext cx="8523" cy="5025"/>
            </a:xfrm>
            <a:custGeom>
              <a:avLst/>
              <a:gdLst/>
              <a:ahLst/>
              <a:cxnLst/>
              <a:rect l="l" t="t" r="r" b="b"/>
              <a:pathLst>
                <a:path w="268" h="158" extrusionOk="0">
                  <a:moveTo>
                    <a:pt x="252" y="0"/>
                  </a:moveTo>
                  <a:lnTo>
                    <a:pt x="252" y="17"/>
                  </a:lnTo>
                  <a:lnTo>
                    <a:pt x="173" y="17"/>
                  </a:lnTo>
                  <a:lnTo>
                    <a:pt x="173" y="63"/>
                  </a:lnTo>
                  <a:cubicBezTo>
                    <a:pt x="158" y="63"/>
                    <a:pt x="141" y="80"/>
                    <a:pt x="141" y="80"/>
                  </a:cubicBezTo>
                  <a:cubicBezTo>
                    <a:pt x="126" y="80"/>
                    <a:pt x="126" y="63"/>
                    <a:pt x="110" y="63"/>
                  </a:cubicBezTo>
                  <a:cubicBezTo>
                    <a:pt x="110" y="48"/>
                    <a:pt x="95" y="32"/>
                    <a:pt x="110" y="17"/>
                  </a:cubicBezTo>
                  <a:lnTo>
                    <a:pt x="95" y="32"/>
                  </a:lnTo>
                  <a:lnTo>
                    <a:pt x="78" y="32"/>
                  </a:lnTo>
                  <a:lnTo>
                    <a:pt x="78" y="32"/>
                  </a:lnTo>
                  <a:lnTo>
                    <a:pt x="63" y="32"/>
                  </a:lnTo>
                  <a:lnTo>
                    <a:pt x="32" y="32"/>
                  </a:lnTo>
                  <a:cubicBezTo>
                    <a:pt x="15" y="48"/>
                    <a:pt x="0" y="48"/>
                    <a:pt x="0" y="63"/>
                  </a:cubicBezTo>
                  <a:lnTo>
                    <a:pt x="0" y="63"/>
                  </a:lnTo>
                  <a:lnTo>
                    <a:pt x="0" y="80"/>
                  </a:lnTo>
                  <a:lnTo>
                    <a:pt x="0" y="95"/>
                  </a:lnTo>
                  <a:lnTo>
                    <a:pt x="15" y="143"/>
                  </a:lnTo>
                  <a:cubicBezTo>
                    <a:pt x="32" y="158"/>
                    <a:pt x="32" y="158"/>
                    <a:pt x="47" y="158"/>
                  </a:cubicBezTo>
                  <a:lnTo>
                    <a:pt x="47" y="158"/>
                  </a:lnTo>
                  <a:lnTo>
                    <a:pt x="78" y="158"/>
                  </a:lnTo>
                  <a:lnTo>
                    <a:pt x="78" y="143"/>
                  </a:lnTo>
                  <a:lnTo>
                    <a:pt x="78" y="143"/>
                  </a:lnTo>
                  <a:cubicBezTo>
                    <a:pt x="47" y="143"/>
                    <a:pt x="47" y="126"/>
                    <a:pt x="47" y="111"/>
                  </a:cubicBezTo>
                  <a:cubicBezTo>
                    <a:pt x="47" y="95"/>
                    <a:pt x="63" y="80"/>
                    <a:pt x="78" y="80"/>
                  </a:cubicBezTo>
                  <a:lnTo>
                    <a:pt x="78" y="80"/>
                  </a:lnTo>
                  <a:cubicBezTo>
                    <a:pt x="110" y="80"/>
                    <a:pt x="126" y="80"/>
                    <a:pt x="141" y="95"/>
                  </a:cubicBezTo>
                  <a:lnTo>
                    <a:pt x="252" y="80"/>
                  </a:lnTo>
                  <a:lnTo>
                    <a:pt x="236" y="80"/>
                  </a:lnTo>
                  <a:cubicBezTo>
                    <a:pt x="236" y="63"/>
                    <a:pt x="236" y="32"/>
                    <a:pt x="267" y="17"/>
                  </a:cubicBezTo>
                  <a:cubicBezTo>
                    <a:pt x="267" y="0"/>
                    <a:pt x="252" y="0"/>
                    <a:pt x="25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86" name="Google Shape;3386;p46"/>
            <p:cNvSpPr/>
            <p:nvPr/>
          </p:nvSpPr>
          <p:spPr>
            <a:xfrm>
              <a:off x="3184019" y="1790258"/>
              <a:ext cx="3053" cy="2512"/>
            </a:xfrm>
            <a:custGeom>
              <a:avLst/>
              <a:gdLst/>
              <a:ahLst/>
              <a:cxnLst/>
              <a:rect l="l" t="t" r="r" b="b"/>
              <a:pathLst>
                <a:path w="96" h="79" extrusionOk="0">
                  <a:moveTo>
                    <a:pt x="95" y="1"/>
                  </a:moveTo>
                  <a:lnTo>
                    <a:pt x="32" y="16"/>
                  </a:lnTo>
                  <a:lnTo>
                    <a:pt x="32" y="16"/>
                  </a:lnTo>
                  <a:lnTo>
                    <a:pt x="16" y="16"/>
                  </a:lnTo>
                  <a:cubicBezTo>
                    <a:pt x="1" y="32"/>
                    <a:pt x="1" y="47"/>
                    <a:pt x="1" y="79"/>
                  </a:cubicBezTo>
                  <a:cubicBezTo>
                    <a:pt x="16" y="64"/>
                    <a:pt x="32" y="64"/>
                    <a:pt x="48" y="64"/>
                  </a:cubicBezTo>
                  <a:lnTo>
                    <a:pt x="64" y="64"/>
                  </a:lnTo>
                  <a:cubicBezTo>
                    <a:pt x="64" y="47"/>
                    <a:pt x="79" y="47"/>
                    <a:pt x="79" y="32"/>
                  </a:cubicBezTo>
                  <a:cubicBezTo>
                    <a:pt x="95" y="32"/>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87" name="Google Shape;3387;p46"/>
            <p:cNvSpPr/>
            <p:nvPr/>
          </p:nvSpPr>
          <p:spPr>
            <a:xfrm>
              <a:off x="3180488" y="1791752"/>
              <a:ext cx="9064" cy="2544"/>
            </a:xfrm>
            <a:custGeom>
              <a:avLst/>
              <a:gdLst/>
              <a:ahLst/>
              <a:cxnLst/>
              <a:rect l="l" t="t" r="r" b="b"/>
              <a:pathLst>
                <a:path w="285" h="80" extrusionOk="0">
                  <a:moveTo>
                    <a:pt x="222" y="63"/>
                  </a:moveTo>
                  <a:lnTo>
                    <a:pt x="222" y="63"/>
                  </a:lnTo>
                  <a:lnTo>
                    <a:pt x="222" y="63"/>
                  </a:lnTo>
                  <a:close/>
                  <a:moveTo>
                    <a:pt x="49" y="0"/>
                  </a:moveTo>
                  <a:lnTo>
                    <a:pt x="49" y="0"/>
                  </a:lnTo>
                  <a:lnTo>
                    <a:pt x="32" y="0"/>
                  </a:lnTo>
                  <a:lnTo>
                    <a:pt x="32" y="17"/>
                  </a:lnTo>
                  <a:cubicBezTo>
                    <a:pt x="1" y="32"/>
                    <a:pt x="1" y="63"/>
                    <a:pt x="1" y="80"/>
                  </a:cubicBezTo>
                  <a:lnTo>
                    <a:pt x="17" y="80"/>
                  </a:lnTo>
                  <a:lnTo>
                    <a:pt x="17" y="80"/>
                  </a:lnTo>
                  <a:cubicBezTo>
                    <a:pt x="32" y="80"/>
                    <a:pt x="64" y="80"/>
                    <a:pt x="95" y="63"/>
                  </a:cubicBezTo>
                  <a:lnTo>
                    <a:pt x="95" y="63"/>
                  </a:lnTo>
                  <a:lnTo>
                    <a:pt x="95" y="48"/>
                  </a:lnTo>
                  <a:cubicBezTo>
                    <a:pt x="95" y="32"/>
                    <a:pt x="112" y="32"/>
                    <a:pt x="127" y="32"/>
                  </a:cubicBezTo>
                  <a:lnTo>
                    <a:pt x="127" y="32"/>
                  </a:lnTo>
                  <a:lnTo>
                    <a:pt x="143" y="32"/>
                  </a:lnTo>
                  <a:lnTo>
                    <a:pt x="143" y="32"/>
                  </a:lnTo>
                  <a:lnTo>
                    <a:pt x="143" y="32"/>
                  </a:lnTo>
                  <a:lnTo>
                    <a:pt x="159" y="32"/>
                  </a:lnTo>
                  <a:lnTo>
                    <a:pt x="159" y="32"/>
                  </a:lnTo>
                  <a:cubicBezTo>
                    <a:pt x="175" y="32"/>
                    <a:pt x="190" y="32"/>
                    <a:pt x="190" y="48"/>
                  </a:cubicBezTo>
                  <a:lnTo>
                    <a:pt x="206" y="80"/>
                  </a:lnTo>
                  <a:lnTo>
                    <a:pt x="206" y="80"/>
                  </a:lnTo>
                  <a:cubicBezTo>
                    <a:pt x="206" y="80"/>
                    <a:pt x="206" y="63"/>
                    <a:pt x="222" y="63"/>
                  </a:cubicBezTo>
                  <a:lnTo>
                    <a:pt x="222" y="80"/>
                  </a:lnTo>
                  <a:lnTo>
                    <a:pt x="269" y="63"/>
                  </a:lnTo>
                  <a:lnTo>
                    <a:pt x="269" y="63"/>
                  </a:lnTo>
                  <a:lnTo>
                    <a:pt x="269" y="63"/>
                  </a:lnTo>
                  <a:cubicBezTo>
                    <a:pt x="269" y="63"/>
                    <a:pt x="285" y="63"/>
                    <a:pt x="285" y="80"/>
                  </a:cubicBezTo>
                  <a:cubicBezTo>
                    <a:pt x="285" y="48"/>
                    <a:pt x="285" y="32"/>
                    <a:pt x="253" y="17"/>
                  </a:cubicBezTo>
                  <a:cubicBezTo>
                    <a:pt x="253" y="0"/>
                    <a:pt x="238" y="0"/>
                    <a:pt x="222" y="0"/>
                  </a:cubicBezTo>
                  <a:lnTo>
                    <a:pt x="190" y="0"/>
                  </a:lnTo>
                  <a:lnTo>
                    <a:pt x="175" y="17"/>
                  </a:lnTo>
                  <a:lnTo>
                    <a:pt x="159" y="17"/>
                  </a:lnTo>
                  <a:cubicBezTo>
                    <a:pt x="143" y="17"/>
                    <a:pt x="127" y="17"/>
                    <a:pt x="112" y="32"/>
                  </a:cubicBezTo>
                  <a:lnTo>
                    <a:pt x="80" y="32"/>
                  </a:ln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88" name="Google Shape;3388;p46"/>
            <p:cNvSpPr/>
            <p:nvPr/>
          </p:nvSpPr>
          <p:spPr>
            <a:xfrm>
              <a:off x="3187517" y="179375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89" name="Google Shape;3389;p46"/>
            <p:cNvSpPr/>
            <p:nvPr/>
          </p:nvSpPr>
          <p:spPr>
            <a:xfrm>
              <a:off x="3395958" y="1794265"/>
              <a:ext cx="6583" cy="4516"/>
            </a:xfrm>
            <a:custGeom>
              <a:avLst/>
              <a:gdLst/>
              <a:ahLst/>
              <a:cxnLst/>
              <a:rect l="l" t="t" r="r" b="b"/>
              <a:pathLst>
                <a:path w="207" h="142" extrusionOk="0">
                  <a:moveTo>
                    <a:pt x="64" y="1"/>
                  </a:moveTo>
                  <a:lnTo>
                    <a:pt x="64" y="1"/>
                  </a:lnTo>
                  <a:lnTo>
                    <a:pt x="49" y="1"/>
                  </a:lnTo>
                  <a:lnTo>
                    <a:pt x="49" y="1"/>
                  </a:lnTo>
                  <a:lnTo>
                    <a:pt x="32" y="1"/>
                  </a:lnTo>
                  <a:cubicBezTo>
                    <a:pt x="17" y="16"/>
                    <a:pt x="17" y="16"/>
                    <a:pt x="17" y="32"/>
                  </a:cubicBezTo>
                  <a:lnTo>
                    <a:pt x="1" y="95"/>
                  </a:lnTo>
                  <a:cubicBezTo>
                    <a:pt x="1" y="110"/>
                    <a:pt x="1" y="110"/>
                    <a:pt x="17" y="127"/>
                  </a:cubicBezTo>
                  <a:cubicBezTo>
                    <a:pt x="17" y="127"/>
                    <a:pt x="32" y="142"/>
                    <a:pt x="49" y="142"/>
                  </a:cubicBezTo>
                  <a:lnTo>
                    <a:pt x="49" y="142"/>
                  </a:lnTo>
                  <a:lnTo>
                    <a:pt x="80" y="142"/>
                  </a:lnTo>
                  <a:lnTo>
                    <a:pt x="80" y="142"/>
                  </a:lnTo>
                  <a:lnTo>
                    <a:pt x="95" y="142"/>
                  </a:lnTo>
                  <a:lnTo>
                    <a:pt x="112" y="142"/>
                  </a:lnTo>
                  <a:lnTo>
                    <a:pt x="112" y="142"/>
                  </a:lnTo>
                  <a:lnTo>
                    <a:pt x="112" y="127"/>
                  </a:lnTo>
                  <a:cubicBezTo>
                    <a:pt x="127" y="127"/>
                    <a:pt x="127" y="110"/>
                    <a:pt x="143" y="110"/>
                  </a:cubicBezTo>
                  <a:lnTo>
                    <a:pt x="143" y="110"/>
                  </a:lnTo>
                  <a:cubicBezTo>
                    <a:pt x="143" y="110"/>
                    <a:pt x="158" y="110"/>
                    <a:pt x="158" y="127"/>
                  </a:cubicBezTo>
                  <a:lnTo>
                    <a:pt x="175" y="127"/>
                  </a:lnTo>
                  <a:lnTo>
                    <a:pt x="175" y="127"/>
                  </a:lnTo>
                  <a:cubicBezTo>
                    <a:pt x="190" y="110"/>
                    <a:pt x="206" y="95"/>
                    <a:pt x="190" y="79"/>
                  </a:cubicBezTo>
                  <a:cubicBezTo>
                    <a:pt x="175" y="64"/>
                    <a:pt x="175" y="64"/>
                    <a:pt x="158" y="64"/>
                  </a:cubicBezTo>
                  <a:lnTo>
                    <a:pt x="143" y="64"/>
                  </a:lnTo>
                  <a:cubicBezTo>
                    <a:pt x="127" y="79"/>
                    <a:pt x="112" y="79"/>
                    <a:pt x="112" y="79"/>
                  </a:cubicBezTo>
                  <a:lnTo>
                    <a:pt x="112" y="47"/>
                  </a:lnTo>
                  <a:lnTo>
                    <a:pt x="95" y="32"/>
                  </a:ln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90" name="Google Shape;3390;p46"/>
            <p:cNvSpPr/>
            <p:nvPr/>
          </p:nvSpPr>
          <p:spPr>
            <a:xfrm>
              <a:off x="3021693" y="1807304"/>
              <a:ext cx="2512" cy="2035"/>
            </a:xfrm>
            <a:custGeom>
              <a:avLst/>
              <a:gdLst/>
              <a:ahLst/>
              <a:cxnLst/>
              <a:rect l="l" t="t" r="r" b="b"/>
              <a:pathLst>
                <a:path w="79" h="64" extrusionOk="0">
                  <a:moveTo>
                    <a:pt x="78" y="0"/>
                  </a:moveTo>
                  <a:lnTo>
                    <a:pt x="0" y="32"/>
                  </a:lnTo>
                  <a:lnTo>
                    <a:pt x="0" y="32"/>
                  </a:lnTo>
                  <a:lnTo>
                    <a:pt x="0" y="63"/>
                  </a:lnTo>
                  <a:lnTo>
                    <a:pt x="0" y="63"/>
                  </a:lnTo>
                  <a:lnTo>
                    <a:pt x="0" y="63"/>
                  </a:lnTo>
                  <a:lnTo>
                    <a:pt x="15" y="63"/>
                  </a:lnTo>
                  <a:lnTo>
                    <a:pt x="63" y="63"/>
                  </a:lnTo>
                  <a:cubicBezTo>
                    <a:pt x="78" y="32"/>
                    <a:pt x="78" y="16"/>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91" name="Google Shape;3391;p46"/>
            <p:cNvSpPr/>
            <p:nvPr/>
          </p:nvSpPr>
          <p:spPr>
            <a:xfrm>
              <a:off x="3111888" y="1794742"/>
              <a:ext cx="6042" cy="5057"/>
            </a:xfrm>
            <a:custGeom>
              <a:avLst/>
              <a:gdLst/>
              <a:ahLst/>
              <a:cxnLst/>
              <a:rect l="l" t="t" r="r" b="b"/>
              <a:pathLst>
                <a:path w="190" h="159" extrusionOk="0">
                  <a:moveTo>
                    <a:pt x="110" y="1"/>
                  </a:moveTo>
                  <a:lnTo>
                    <a:pt x="95" y="1"/>
                  </a:lnTo>
                  <a:lnTo>
                    <a:pt x="78" y="1"/>
                  </a:lnTo>
                  <a:cubicBezTo>
                    <a:pt x="78" y="1"/>
                    <a:pt x="63" y="1"/>
                    <a:pt x="63" y="17"/>
                  </a:cubicBezTo>
                  <a:lnTo>
                    <a:pt x="63" y="17"/>
                  </a:lnTo>
                  <a:lnTo>
                    <a:pt x="63" y="17"/>
                  </a:lnTo>
                  <a:lnTo>
                    <a:pt x="63" y="17"/>
                  </a:lnTo>
                  <a:lnTo>
                    <a:pt x="63" y="17"/>
                  </a:lnTo>
                  <a:cubicBezTo>
                    <a:pt x="95" y="17"/>
                    <a:pt x="95" y="32"/>
                    <a:pt x="95" y="49"/>
                  </a:cubicBezTo>
                  <a:lnTo>
                    <a:pt x="95" y="112"/>
                  </a:lnTo>
                  <a:cubicBezTo>
                    <a:pt x="78" y="127"/>
                    <a:pt x="63" y="143"/>
                    <a:pt x="47" y="143"/>
                  </a:cubicBezTo>
                  <a:lnTo>
                    <a:pt x="47" y="143"/>
                  </a:lnTo>
                  <a:cubicBezTo>
                    <a:pt x="32" y="143"/>
                    <a:pt x="15" y="127"/>
                    <a:pt x="15" y="95"/>
                  </a:cubicBezTo>
                  <a:cubicBezTo>
                    <a:pt x="0" y="112"/>
                    <a:pt x="0" y="127"/>
                    <a:pt x="15" y="143"/>
                  </a:cubicBezTo>
                  <a:cubicBezTo>
                    <a:pt x="15" y="159"/>
                    <a:pt x="32" y="159"/>
                    <a:pt x="47" y="159"/>
                  </a:cubicBezTo>
                  <a:lnTo>
                    <a:pt x="47" y="159"/>
                  </a:lnTo>
                  <a:lnTo>
                    <a:pt x="63" y="159"/>
                  </a:lnTo>
                  <a:lnTo>
                    <a:pt x="126" y="127"/>
                  </a:lnTo>
                  <a:lnTo>
                    <a:pt x="158" y="112"/>
                  </a:lnTo>
                  <a:cubicBezTo>
                    <a:pt x="173" y="95"/>
                    <a:pt x="173" y="95"/>
                    <a:pt x="173" y="80"/>
                  </a:cubicBezTo>
                  <a:cubicBezTo>
                    <a:pt x="189" y="80"/>
                    <a:pt x="189" y="64"/>
                    <a:pt x="173" y="64"/>
                  </a:cubicBezTo>
                  <a:lnTo>
                    <a:pt x="173" y="64"/>
                  </a:lnTo>
                  <a:lnTo>
                    <a:pt x="173" y="49"/>
                  </a:lnTo>
                  <a:cubicBezTo>
                    <a:pt x="173" y="32"/>
                    <a:pt x="158" y="17"/>
                    <a:pt x="141" y="1"/>
                  </a:cubicBezTo>
                  <a:lnTo>
                    <a:pt x="126" y="1"/>
                  </a:lnTo>
                  <a:lnTo>
                    <a:pt x="126"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92" name="Google Shape;3392;p46"/>
            <p:cNvSpPr/>
            <p:nvPr/>
          </p:nvSpPr>
          <p:spPr>
            <a:xfrm>
              <a:off x="3016159" y="1797286"/>
              <a:ext cx="5565" cy="2512"/>
            </a:xfrm>
            <a:custGeom>
              <a:avLst/>
              <a:gdLst/>
              <a:ahLst/>
              <a:cxnLst/>
              <a:rect l="l" t="t" r="r" b="b"/>
              <a:pathLst>
                <a:path w="175" h="79" extrusionOk="0">
                  <a:moveTo>
                    <a:pt x="48" y="0"/>
                  </a:moveTo>
                  <a:lnTo>
                    <a:pt x="32" y="0"/>
                  </a:lnTo>
                  <a:cubicBezTo>
                    <a:pt x="32" y="0"/>
                    <a:pt x="16" y="0"/>
                    <a:pt x="16" y="15"/>
                  </a:cubicBezTo>
                  <a:lnTo>
                    <a:pt x="0" y="32"/>
                  </a:lnTo>
                  <a:lnTo>
                    <a:pt x="0" y="32"/>
                  </a:lnTo>
                  <a:lnTo>
                    <a:pt x="16" y="32"/>
                  </a:lnTo>
                  <a:lnTo>
                    <a:pt x="16" y="32"/>
                  </a:lnTo>
                  <a:lnTo>
                    <a:pt x="32" y="32"/>
                  </a:lnTo>
                  <a:lnTo>
                    <a:pt x="48" y="32"/>
                  </a:lnTo>
                  <a:cubicBezTo>
                    <a:pt x="63" y="32"/>
                    <a:pt x="95" y="32"/>
                    <a:pt x="111" y="63"/>
                  </a:cubicBezTo>
                  <a:cubicBezTo>
                    <a:pt x="126" y="79"/>
                    <a:pt x="126" y="79"/>
                    <a:pt x="143" y="79"/>
                  </a:cubicBezTo>
                  <a:lnTo>
                    <a:pt x="158" y="79"/>
                  </a:lnTo>
                  <a:lnTo>
                    <a:pt x="158" y="79"/>
                  </a:lnTo>
                  <a:lnTo>
                    <a:pt x="174" y="63"/>
                  </a:lnTo>
                  <a:lnTo>
                    <a:pt x="174" y="47"/>
                  </a:lnTo>
                  <a:cubicBezTo>
                    <a:pt x="174" y="32"/>
                    <a:pt x="158" y="32"/>
                    <a:pt x="158" y="15"/>
                  </a:cubicBezTo>
                  <a:lnTo>
                    <a:pt x="143" y="15"/>
                  </a:lnTo>
                  <a:lnTo>
                    <a:pt x="126"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93" name="Google Shape;3393;p46"/>
            <p:cNvSpPr/>
            <p:nvPr/>
          </p:nvSpPr>
          <p:spPr>
            <a:xfrm>
              <a:off x="3104350" y="1787745"/>
              <a:ext cx="3530" cy="3021"/>
            </a:xfrm>
            <a:custGeom>
              <a:avLst/>
              <a:gdLst/>
              <a:ahLst/>
              <a:cxnLst/>
              <a:rect l="l" t="t" r="r" b="b"/>
              <a:pathLst>
                <a:path w="111" h="95" extrusionOk="0">
                  <a:moveTo>
                    <a:pt x="79" y="0"/>
                  </a:moveTo>
                  <a:lnTo>
                    <a:pt x="32" y="63"/>
                  </a:lnTo>
                  <a:cubicBezTo>
                    <a:pt x="32" y="63"/>
                    <a:pt x="16" y="80"/>
                    <a:pt x="0" y="80"/>
                  </a:cubicBezTo>
                  <a:lnTo>
                    <a:pt x="0" y="80"/>
                  </a:lnTo>
                  <a:lnTo>
                    <a:pt x="16" y="80"/>
                  </a:lnTo>
                  <a:lnTo>
                    <a:pt x="16" y="95"/>
                  </a:lnTo>
                  <a:lnTo>
                    <a:pt x="32" y="95"/>
                  </a:lnTo>
                  <a:lnTo>
                    <a:pt x="48" y="95"/>
                  </a:lnTo>
                  <a:lnTo>
                    <a:pt x="63" y="95"/>
                  </a:lnTo>
                  <a:lnTo>
                    <a:pt x="63" y="95"/>
                  </a:lnTo>
                  <a:lnTo>
                    <a:pt x="63" y="80"/>
                  </a:lnTo>
                  <a:cubicBezTo>
                    <a:pt x="48" y="80"/>
                    <a:pt x="48" y="48"/>
                    <a:pt x="63" y="32"/>
                  </a:cubicBezTo>
                  <a:lnTo>
                    <a:pt x="79" y="32"/>
                  </a:lnTo>
                  <a:lnTo>
                    <a:pt x="79" y="32"/>
                  </a:lnTo>
                  <a:lnTo>
                    <a:pt x="111" y="32"/>
                  </a:lnTo>
                  <a:lnTo>
                    <a:pt x="111" y="32"/>
                  </a:lnTo>
                  <a:cubicBezTo>
                    <a:pt x="95" y="17"/>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94" name="Google Shape;3394;p46"/>
            <p:cNvSpPr/>
            <p:nvPr/>
          </p:nvSpPr>
          <p:spPr>
            <a:xfrm>
              <a:off x="3399488" y="1797286"/>
              <a:ext cx="6042" cy="4039"/>
            </a:xfrm>
            <a:custGeom>
              <a:avLst/>
              <a:gdLst/>
              <a:ahLst/>
              <a:cxnLst/>
              <a:rect l="l" t="t" r="r" b="b"/>
              <a:pathLst>
                <a:path w="190" h="127" extrusionOk="0">
                  <a:moveTo>
                    <a:pt x="1" y="126"/>
                  </a:moveTo>
                  <a:lnTo>
                    <a:pt x="1" y="126"/>
                  </a:lnTo>
                  <a:lnTo>
                    <a:pt x="1" y="126"/>
                  </a:lnTo>
                  <a:lnTo>
                    <a:pt x="1" y="126"/>
                  </a:lnTo>
                  <a:close/>
                  <a:moveTo>
                    <a:pt x="142" y="0"/>
                  </a:moveTo>
                  <a:cubicBezTo>
                    <a:pt x="127" y="0"/>
                    <a:pt x="110" y="0"/>
                    <a:pt x="110" y="15"/>
                  </a:cubicBezTo>
                  <a:cubicBezTo>
                    <a:pt x="110" y="47"/>
                    <a:pt x="95" y="63"/>
                    <a:pt x="79" y="63"/>
                  </a:cubicBezTo>
                  <a:cubicBezTo>
                    <a:pt x="79" y="79"/>
                    <a:pt x="79" y="79"/>
                    <a:pt x="64" y="79"/>
                  </a:cubicBezTo>
                  <a:lnTo>
                    <a:pt x="64" y="79"/>
                  </a:lnTo>
                  <a:lnTo>
                    <a:pt x="64" y="79"/>
                  </a:lnTo>
                  <a:lnTo>
                    <a:pt x="32" y="110"/>
                  </a:lnTo>
                  <a:lnTo>
                    <a:pt x="32" y="110"/>
                  </a:lnTo>
                  <a:lnTo>
                    <a:pt x="79" y="110"/>
                  </a:lnTo>
                  <a:lnTo>
                    <a:pt x="95" y="110"/>
                  </a:lnTo>
                  <a:cubicBezTo>
                    <a:pt x="95" y="110"/>
                    <a:pt x="110" y="110"/>
                    <a:pt x="110" y="126"/>
                  </a:cubicBezTo>
                  <a:cubicBezTo>
                    <a:pt x="142" y="110"/>
                    <a:pt x="158" y="79"/>
                    <a:pt x="173" y="32"/>
                  </a:cubicBezTo>
                  <a:cubicBezTo>
                    <a:pt x="190" y="32"/>
                    <a:pt x="173" y="15"/>
                    <a:pt x="173" y="0"/>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95" name="Google Shape;3395;p46"/>
            <p:cNvSpPr/>
            <p:nvPr/>
          </p:nvSpPr>
          <p:spPr>
            <a:xfrm>
              <a:off x="3015141" y="1798272"/>
              <a:ext cx="9064" cy="3530"/>
            </a:xfrm>
            <a:custGeom>
              <a:avLst/>
              <a:gdLst/>
              <a:ahLst/>
              <a:cxnLst/>
              <a:rect l="l" t="t" r="r" b="b"/>
              <a:pathLst>
                <a:path w="285" h="111" extrusionOk="0">
                  <a:moveTo>
                    <a:pt x="80" y="64"/>
                  </a:moveTo>
                  <a:lnTo>
                    <a:pt x="80" y="64"/>
                  </a:lnTo>
                  <a:lnTo>
                    <a:pt x="80" y="64"/>
                  </a:lnTo>
                  <a:close/>
                  <a:moveTo>
                    <a:pt x="32" y="1"/>
                  </a:moveTo>
                  <a:lnTo>
                    <a:pt x="32" y="1"/>
                  </a:lnTo>
                  <a:lnTo>
                    <a:pt x="32" y="1"/>
                  </a:lnTo>
                  <a:cubicBezTo>
                    <a:pt x="17" y="16"/>
                    <a:pt x="1" y="16"/>
                    <a:pt x="1" y="32"/>
                  </a:cubicBezTo>
                  <a:lnTo>
                    <a:pt x="1" y="32"/>
                  </a:lnTo>
                  <a:cubicBezTo>
                    <a:pt x="17" y="48"/>
                    <a:pt x="17" y="64"/>
                    <a:pt x="17" y="64"/>
                  </a:cubicBezTo>
                  <a:cubicBezTo>
                    <a:pt x="32" y="64"/>
                    <a:pt x="32" y="79"/>
                    <a:pt x="32" y="79"/>
                  </a:cubicBezTo>
                  <a:lnTo>
                    <a:pt x="48" y="79"/>
                  </a:lnTo>
                  <a:lnTo>
                    <a:pt x="64" y="79"/>
                  </a:lnTo>
                  <a:lnTo>
                    <a:pt x="64" y="79"/>
                  </a:lnTo>
                  <a:lnTo>
                    <a:pt x="80" y="79"/>
                  </a:lnTo>
                  <a:lnTo>
                    <a:pt x="95" y="79"/>
                  </a:lnTo>
                  <a:lnTo>
                    <a:pt x="112" y="95"/>
                  </a:lnTo>
                  <a:cubicBezTo>
                    <a:pt x="127" y="95"/>
                    <a:pt x="127" y="111"/>
                    <a:pt x="127" y="111"/>
                  </a:cubicBezTo>
                  <a:lnTo>
                    <a:pt x="175" y="111"/>
                  </a:lnTo>
                  <a:lnTo>
                    <a:pt x="238" y="111"/>
                  </a:lnTo>
                  <a:lnTo>
                    <a:pt x="238" y="95"/>
                  </a:lnTo>
                  <a:lnTo>
                    <a:pt x="253" y="95"/>
                  </a:lnTo>
                  <a:cubicBezTo>
                    <a:pt x="269" y="95"/>
                    <a:pt x="284" y="64"/>
                    <a:pt x="269" y="48"/>
                  </a:cubicBezTo>
                  <a:cubicBezTo>
                    <a:pt x="269" y="48"/>
                    <a:pt x="269" y="32"/>
                    <a:pt x="253" y="32"/>
                  </a:cubicBezTo>
                  <a:lnTo>
                    <a:pt x="238" y="32"/>
                  </a:lnTo>
                  <a:lnTo>
                    <a:pt x="238" y="32"/>
                  </a:lnTo>
                  <a:lnTo>
                    <a:pt x="238" y="32"/>
                  </a:lnTo>
                  <a:lnTo>
                    <a:pt x="221" y="32"/>
                  </a:lnTo>
                  <a:cubicBezTo>
                    <a:pt x="221" y="32"/>
                    <a:pt x="206" y="32"/>
                    <a:pt x="206" y="48"/>
                  </a:cubicBezTo>
                  <a:lnTo>
                    <a:pt x="190" y="48"/>
                  </a:lnTo>
                  <a:lnTo>
                    <a:pt x="175" y="48"/>
                  </a:lnTo>
                  <a:cubicBezTo>
                    <a:pt x="158" y="48"/>
                    <a:pt x="158" y="48"/>
                    <a:pt x="143" y="32"/>
                  </a:cubicBezTo>
                  <a:cubicBezTo>
                    <a:pt x="127" y="1"/>
                    <a:pt x="95" y="1"/>
                    <a:pt x="80" y="1"/>
                  </a:cubicBezTo>
                  <a:lnTo>
                    <a:pt x="64" y="1"/>
                  </a:ln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96" name="Google Shape;3396;p46"/>
            <p:cNvSpPr/>
            <p:nvPr/>
          </p:nvSpPr>
          <p:spPr>
            <a:xfrm>
              <a:off x="3017654" y="1800276"/>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97" name="Google Shape;3397;p46"/>
            <p:cNvSpPr/>
            <p:nvPr/>
          </p:nvSpPr>
          <p:spPr>
            <a:xfrm>
              <a:off x="3407503" y="1783738"/>
              <a:ext cx="2544" cy="5565"/>
            </a:xfrm>
            <a:custGeom>
              <a:avLst/>
              <a:gdLst/>
              <a:ahLst/>
              <a:cxnLst/>
              <a:rect l="l" t="t" r="r" b="b"/>
              <a:pathLst>
                <a:path w="80" h="175" extrusionOk="0">
                  <a:moveTo>
                    <a:pt x="32" y="0"/>
                  </a:moveTo>
                  <a:lnTo>
                    <a:pt x="32" y="0"/>
                  </a:lnTo>
                  <a:lnTo>
                    <a:pt x="16" y="0"/>
                  </a:lnTo>
                  <a:cubicBezTo>
                    <a:pt x="1" y="0"/>
                    <a:pt x="1" y="17"/>
                    <a:pt x="1" y="32"/>
                  </a:cubicBezTo>
                  <a:lnTo>
                    <a:pt x="16" y="95"/>
                  </a:lnTo>
                  <a:lnTo>
                    <a:pt x="32" y="111"/>
                  </a:lnTo>
                  <a:cubicBezTo>
                    <a:pt x="48" y="111"/>
                    <a:pt x="64" y="126"/>
                    <a:pt x="64" y="143"/>
                  </a:cubicBezTo>
                  <a:cubicBezTo>
                    <a:pt x="64" y="158"/>
                    <a:pt x="48" y="158"/>
                    <a:pt x="48" y="174"/>
                  </a:cubicBezTo>
                  <a:lnTo>
                    <a:pt x="48" y="174"/>
                  </a:lnTo>
                  <a:lnTo>
                    <a:pt x="48" y="174"/>
                  </a:lnTo>
                  <a:cubicBezTo>
                    <a:pt x="64" y="174"/>
                    <a:pt x="79" y="158"/>
                    <a:pt x="79" y="126"/>
                  </a:cubicBezTo>
                  <a:lnTo>
                    <a:pt x="79" y="32"/>
                  </a:lnTo>
                  <a:lnTo>
                    <a:pt x="79" y="32"/>
                  </a:lnTo>
                  <a:lnTo>
                    <a:pt x="79" y="32"/>
                  </a:lnTo>
                  <a:cubicBezTo>
                    <a:pt x="64"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98" name="Google Shape;3398;p46"/>
            <p:cNvSpPr/>
            <p:nvPr/>
          </p:nvSpPr>
          <p:spPr>
            <a:xfrm>
              <a:off x="3398980" y="1772225"/>
              <a:ext cx="6551" cy="5057"/>
            </a:xfrm>
            <a:custGeom>
              <a:avLst/>
              <a:gdLst/>
              <a:ahLst/>
              <a:cxnLst/>
              <a:rect l="l" t="t" r="r" b="b"/>
              <a:pathLst>
                <a:path w="206" h="159" extrusionOk="0">
                  <a:moveTo>
                    <a:pt x="158" y="1"/>
                  </a:moveTo>
                  <a:lnTo>
                    <a:pt x="143" y="1"/>
                  </a:lnTo>
                  <a:lnTo>
                    <a:pt x="48" y="16"/>
                  </a:lnTo>
                  <a:cubicBezTo>
                    <a:pt x="32" y="16"/>
                    <a:pt x="17" y="32"/>
                    <a:pt x="17" y="47"/>
                  </a:cubicBezTo>
                  <a:cubicBezTo>
                    <a:pt x="17" y="64"/>
                    <a:pt x="32" y="79"/>
                    <a:pt x="32" y="79"/>
                  </a:cubicBezTo>
                  <a:lnTo>
                    <a:pt x="32" y="64"/>
                  </a:lnTo>
                  <a:cubicBezTo>
                    <a:pt x="48" y="47"/>
                    <a:pt x="48" y="47"/>
                    <a:pt x="63" y="47"/>
                  </a:cubicBezTo>
                  <a:lnTo>
                    <a:pt x="63" y="47"/>
                  </a:lnTo>
                  <a:lnTo>
                    <a:pt x="80" y="47"/>
                  </a:lnTo>
                  <a:lnTo>
                    <a:pt x="143" y="64"/>
                  </a:lnTo>
                  <a:cubicBezTo>
                    <a:pt x="158" y="79"/>
                    <a:pt x="174" y="95"/>
                    <a:pt x="158" y="110"/>
                  </a:cubicBezTo>
                  <a:cubicBezTo>
                    <a:pt x="158" y="127"/>
                    <a:pt x="143" y="142"/>
                    <a:pt x="126" y="142"/>
                  </a:cubicBezTo>
                  <a:lnTo>
                    <a:pt x="111" y="127"/>
                  </a:lnTo>
                  <a:lnTo>
                    <a:pt x="48" y="110"/>
                  </a:lnTo>
                  <a:cubicBezTo>
                    <a:pt x="48" y="110"/>
                    <a:pt x="48" y="95"/>
                    <a:pt x="32" y="95"/>
                  </a:cubicBezTo>
                  <a:lnTo>
                    <a:pt x="32" y="95"/>
                  </a:lnTo>
                  <a:lnTo>
                    <a:pt x="32" y="95"/>
                  </a:lnTo>
                  <a:cubicBezTo>
                    <a:pt x="17" y="95"/>
                    <a:pt x="0" y="110"/>
                    <a:pt x="0" y="127"/>
                  </a:cubicBezTo>
                  <a:cubicBezTo>
                    <a:pt x="0" y="142"/>
                    <a:pt x="17" y="158"/>
                    <a:pt x="32" y="158"/>
                  </a:cubicBezTo>
                  <a:lnTo>
                    <a:pt x="48" y="158"/>
                  </a:lnTo>
                  <a:cubicBezTo>
                    <a:pt x="111" y="158"/>
                    <a:pt x="174" y="142"/>
                    <a:pt x="189" y="110"/>
                  </a:cubicBezTo>
                  <a:lnTo>
                    <a:pt x="189" y="110"/>
                  </a:lnTo>
                  <a:lnTo>
                    <a:pt x="189" y="110"/>
                  </a:lnTo>
                  <a:cubicBezTo>
                    <a:pt x="174" y="110"/>
                    <a:pt x="158" y="79"/>
                    <a:pt x="174" y="64"/>
                  </a:cubicBezTo>
                  <a:cubicBezTo>
                    <a:pt x="174" y="47"/>
                    <a:pt x="189" y="47"/>
                    <a:pt x="206" y="47"/>
                  </a:cubicBezTo>
                  <a:lnTo>
                    <a:pt x="206" y="47"/>
                  </a:lnTo>
                  <a:lnTo>
                    <a:pt x="206" y="47"/>
                  </a:lnTo>
                  <a:lnTo>
                    <a:pt x="206" y="47"/>
                  </a:lnTo>
                  <a:lnTo>
                    <a:pt x="174" y="16"/>
                  </a:lnTo>
                  <a:cubicBezTo>
                    <a:pt x="174" y="1"/>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399" name="Google Shape;3399;p46"/>
            <p:cNvSpPr/>
            <p:nvPr/>
          </p:nvSpPr>
          <p:spPr>
            <a:xfrm>
              <a:off x="3293741" y="1819326"/>
              <a:ext cx="7060" cy="4039"/>
            </a:xfrm>
            <a:custGeom>
              <a:avLst/>
              <a:gdLst/>
              <a:ahLst/>
              <a:cxnLst/>
              <a:rect l="l" t="t" r="r" b="b"/>
              <a:pathLst>
                <a:path w="222" h="127" extrusionOk="0">
                  <a:moveTo>
                    <a:pt x="32" y="64"/>
                  </a:moveTo>
                  <a:cubicBezTo>
                    <a:pt x="17" y="64"/>
                    <a:pt x="1" y="64"/>
                    <a:pt x="1" y="79"/>
                  </a:cubicBezTo>
                  <a:cubicBezTo>
                    <a:pt x="1" y="110"/>
                    <a:pt x="17" y="127"/>
                    <a:pt x="32" y="127"/>
                  </a:cubicBezTo>
                  <a:lnTo>
                    <a:pt x="64" y="127"/>
                  </a:lnTo>
                  <a:cubicBezTo>
                    <a:pt x="80" y="127"/>
                    <a:pt x="95" y="127"/>
                    <a:pt x="112" y="110"/>
                  </a:cubicBezTo>
                  <a:lnTo>
                    <a:pt x="112" y="110"/>
                  </a:lnTo>
                  <a:cubicBezTo>
                    <a:pt x="95" y="110"/>
                    <a:pt x="95" y="127"/>
                    <a:pt x="80" y="127"/>
                  </a:cubicBezTo>
                  <a:lnTo>
                    <a:pt x="64" y="127"/>
                  </a:lnTo>
                  <a:cubicBezTo>
                    <a:pt x="49" y="110"/>
                    <a:pt x="49" y="95"/>
                    <a:pt x="49" y="79"/>
                  </a:cubicBezTo>
                  <a:lnTo>
                    <a:pt x="49" y="64"/>
                  </a:lnTo>
                  <a:lnTo>
                    <a:pt x="49" y="64"/>
                  </a:lnTo>
                  <a:lnTo>
                    <a:pt x="32" y="64"/>
                  </a:lnTo>
                  <a:close/>
                  <a:moveTo>
                    <a:pt x="127" y="1"/>
                  </a:moveTo>
                  <a:lnTo>
                    <a:pt x="127" y="32"/>
                  </a:lnTo>
                  <a:lnTo>
                    <a:pt x="127" y="47"/>
                  </a:lnTo>
                  <a:cubicBezTo>
                    <a:pt x="127" y="47"/>
                    <a:pt x="127" y="32"/>
                    <a:pt x="143" y="32"/>
                  </a:cubicBezTo>
                  <a:lnTo>
                    <a:pt x="143" y="32"/>
                  </a:lnTo>
                  <a:lnTo>
                    <a:pt x="158" y="47"/>
                  </a:lnTo>
                  <a:cubicBezTo>
                    <a:pt x="158" y="32"/>
                    <a:pt x="158" y="32"/>
                    <a:pt x="175" y="32"/>
                  </a:cubicBezTo>
                  <a:lnTo>
                    <a:pt x="175" y="32"/>
                  </a:lnTo>
                  <a:cubicBezTo>
                    <a:pt x="175" y="32"/>
                    <a:pt x="190" y="32"/>
                    <a:pt x="190" y="47"/>
                  </a:cubicBezTo>
                  <a:cubicBezTo>
                    <a:pt x="206" y="64"/>
                    <a:pt x="206" y="79"/>
                    <a:pt x="206" y="79"/>
                  </a:cubicBezTo>
                  <a:lnTo>
                    <a:pt x="206" y="79"/>
                  </a:lnTo>
                  <a:cubicBezTo>
                    <a:pt x="221" y="47"/>
                    <a:pt x="206" y="32"/>
                    <a:pt x="190" y="32"/>
                  </a:cubicBezTo>
                  <a:lnTo>
                    <a:pt x="143"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00" name="Google Shape;3400;p46"/>
            <p:cNvSpPr/>
            <p:nvPr/>
          </p:nvSpPr>
          <p:spPr>
            <a:xfrm>
              <a:off x="3404991" y="1776232"/>
              <a:ext cx="5565" cy="5534"/>
            </a:xfrm>
            <a:custGeom>
              <a:avLst/>
              <a:gdLst/>
              <a:ahLst/>
              <a:cxnLst/>
              <a:rect l="l" t="t" r="r" b="b"/>
              <a:pathLst>
                <a:path w="175" h="174" extrusionOk="0">
                  <a:moveTo>
                    <a:pt x="32" y="47"/>
                  </a:moveTo>
                  <a:lnTo>
                    <a:pt x="32" y="47"/>
                  </a:lnTo>
                  <a:cubicBezTo>
                    <a:pt x="17" y="47"/>
                    <a:pt x="0" y="64"/>
                    <a:pt x="0" y="79"/>
                  </a:cubicBezTo>
                  <a:lnTo>
                    <a:pt x="0" y="142"/>
                  </a:lnTo>
                  <a:cubicBezTo>
                    <a:pt x="0" y="158"/>
                    <a:pt x="17" y="173"/>
                    <a:pt x="32" y="173"/>
                  </a:cubicBezTo>
                  <a:lnTo>
                    <a:pt x="32" y="173"/>
                  </a:lnTo>
                  <a:cubicBezTo>
                    <a:pt x="48" y="173"/>
                    <a:pt x="63" y="158"/>
                    <a:pt x="63" y="142"/>
                  </a:cubicBezTo>
                  <a:lnTo>
                    <a:pt x="63" y="95"/>
                  </a:lnTo>
                  <a:lnTo>
                    <a:pt x="63" y="79"/>
                  </a:lnTo>
                  <a:lnTo>
                    <a:pt x="63" y="79"/>
                  </a:lnTo>
                  <a:lnTo>
                    <a:pt x="63" y="79"/>
                  </a:lnTo>
                  <a:cubicBezTo>
                    <a:pt x="48" y="79"/>
                    <a:pt x="32" y="64"/>
                    <a:pt x="32" y="47"/>
                  </a:cubicBezTo>
                  <a:lnTo>
                    <a:pt x="32" y="47"/>
                  </a:lnTo>
                  <a:close/>
                  <a:moveTo>
                    <a:pt x="127" y="1"/>
                  </a:moveTo>
                  <a:lnTo>
                    <a:pt x="127" y="1"/>
                  </a:lnTo>
                  <a:lnTo>
                    <a:pt x="111" y="1"/>
                  </a:lnTo>
                  <a:lnTo>
                    <a:pt x="95" y="1"/>
                  </a:lnTo>
                  <a:lnTo>
                    <a:pt x="95" y="32"/>
                  </a:lnTo>
                  <a:lnTo>
                    <a:pt x="95" y="47"/>
                  </a:lnTo>
                  <a:lnTo>
                    <a:pt x="95" y="47"/>
                  </a:lnTo>
                  <a:lnTo>
                    <a:pt x="95" y="47"/>
                  </a:lnTo>
                  <a:lnTo>
                    <a:pt x="143" y="47"/>
                  </a:lnTo>
                  <a:cubicBezTo>
                    <a:pt x="143" y="32"/>
                    <a:pt x="143" y="16"/>
                    <a:pt x="158" y="16"/>
                  </a:cubicBezTo>
                  <a:lnTo>
                    <a:pt x="17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01" name="Google Shape;3401;p46"/>
            <p:cNvSpPr/>
            <p:nvPr/>
          </p:nvSpPr>
          <p:spPr>
            <a:xfrm>
              <a:off x="3254177" y="1768695"/>
              <a:ext cx="3053" cy="4039"/>
            </a:xfrm>
            <a:custGeom>
              <a:avLst/>
              <a:gdLst/>
              <a:ahLst/>
              <a:cxnLst/>
              <a:rect l="l" t="t" r="r" b="b"/>
              <a:pathLst>
                <a:path w="96" h="127" extrusionOk="0">
                  <a:moveTo>
                    <a:pt x="64" y="1"/>
                  </a:moveTo>
                  <a:lnTo>
                    <a:pt x="64" y="1"/>
                  </a:lnTo>
                  <a:cubicBezTo>
                    <a:pt x="32" y="1"/>
                    <a:pt x="16" y="17"/>
                    <a:pt x="32" y="32"/>
                  </a:cubicBezTo>
                  <a:lnTo>
                    <a:pt x="32" y="64"/>
                  </a:lnTo>
                  <a:lnTo>
                    <a:pt x="32" y="64"/>
                  </a:lnTo>
                  <a:cubicBezTo>
                    <a:pt x="16" y="64"/>
                    <a:pt x="1" y="95"/>
                    <a:pt x="16" y="112"/>
                  </a:cubicBezTo>
                  <a:cubicBezTo>
                    <a:pt x="16" y="127"/>
                    <a:pt x="32" y="127"/>
                    <a:pt x="47" y="127"/>
                  </a:cubicBezTo>
                  <a:lnTo>
                    <a:pt x="64" y="127"/>
                  </a:lnTo>
                  <a:lnTo>
                    <a:pt x="79" y="112"/>
                  </a:lnTo>
                  <a:cubicBezTo>
                    <a:pt x="95" y="112"/>
                    <a:pt x="95" y="95"/>
                    <a:pt x="95" y="80"/>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02" name="Google Shape;3402;p46"/>
            <p:cNvSpPr/>
            <p:nvPr/>
          </p:nvSpPr>
          <p:spPr>
            <a:xfrm>
              <a:off x="3026177" y="1793279"/>
              <a:ext cx="5025" cy="3021"/>
            </a:xfrm>
            <a:custGeom>
              <a:avLst/>
              <a:gdLst/>
              <a:ahLst/>
              <a:cxnLst/>
              <a:rect l="l" t="t" r="r" b="b"/>
              <a:pathLst>
                <a:path w="158" h="95" extrusionOk="0">
                  <a:moveTo>
                    <a:pt x="95" y="0"/>
                  </a:moveTo>
                  <a:lnTo>
                    <a:pt x="80" y="0"/>
                  </a:lnTo>
                  <a:cubicBezTo>
                    <a:pt x="63" y="0"/>
                    <a:pt x="48" y="15"/>
                    <a:pt x="48" y="32"/>
                  </a:cubicBezTo>
                  <a:lnTo>
                    <a:pt x="32" y="32"/>
                  </a:lnTo>
                  <a:cubicBezTo>
                    <a:pt x="17" y="47"/>
                    <a:pt x="0" y="63"/>
                    <a:pt x="17" y="78"/>
                  </a:cubicBezTo>
                  <a:lnTo>
                    <a:pt x="17" y="95"/>
                  </a:lnTo>
                  <a:lnTo>
                    <a:pt x="32" y="95"/>
                  </a:lnTo>
                  <a:lnTo>
                    <a:pt x="48" y="95"/>
                  </a:lnTo>
                  <a:lnTo>
                    <a:pt x="48" y="95"/>
                  </a:lnTo>
                  <a:lnTo>
                    <a:pt x="63" y="95"/>
                  </a:lnTo>
                  <a:cubicBezTo>
                    <a:pt x="80" y="95"/>
                    <a:pt x="80" y="78"/>
                    <a:pt x="95" y="78"/>
                  </a:cubicBezTo>
                  <a:lnTo>
                    <a:pt x="95" y="78"/>
                  </a:lnTo>
                  <a:lnTo>
                    <a:pt x="111" y="78"/>
                  </a:lnTo>
                  <a:lnTo>
                    <a:pt x="143" y="78"/>
                  </a:lnTo>
                  <a:cubicBezTo>
                    <a:pt x="143" y="63"/>
                    <a:pt x="158" y="47"/>
                    <a:pt x="143" y="32"/>
                  </a:cubicBezTo>
                  <a:cubicBezTo>
                    <a:pt x="126" y="15"/>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03" name="Google Shape;3403;p46"/>
            <p:cNvSpPr/>
            <p:nvPr/>
          </p:nvSpPr>
          <p:spPr>
            <a:xfrm>
              <a:off x="3049203" y="1823811"/>
              <a:ext cx="4071" cy="3562"/>
            </a:xfrm>
            <a:custGeom>
              <a:avLst/>
              <a:gdLst/>
              <a:ahLst/>
              <a:cxnLst/>
              <a:rect l="l" t="t" r="r" b="b"/>
              <a:pathLst>
                <a:path w="128" h="112" extrusionOk="0">
                  <a:moveTo>
                    <a:pt x="80" y="1"/>
                  </a:moveTo>
                  <a:cubicBezTo>
                    <a:pt x="64" y="1"/>
                    <a:pt x="49" y="1"/>
                    <a:pt x="32" y="17"/>
                  </a:cubicBezTo>
                  <a:lnTo>
                    <a:pt x="32" y="17"/>
                  </a:lnTo>
                  <a:lnTo>
                    <a:pt x="17" y="17"/>
                  </a:lnTo>
                  <a:lnTo>
                    <a:pt x="17" y="32"/>
                  </a:lnTo>
                  <a:cubicBezTo>
                    <a:pt x="17" y="49"/>
                    <a:pt x="1" y="80"/>
                    <a:pt x="32" y="95"/>
                  </a:cubicBezTo>
                  <a:cubicBezTo>
                    <a:pt x="32" y="112"/>
                    <a:pt x="64" y="112"/>
                    <a:pt x="80" y="112"/>
                  </a:cubicBezTo>
                  <a:lnTo>
                    <a:pt x="96" y="112"/>
                  </a:lnTo>
                  <a:lnTo>
                    <a:pt x="112" y="95"/>
                  </a:lnTo>
                  <a:cubicBezTo>
                    <a:pt x="112" y="80"/>
                    <a:pt x="127" y="80"/>
                    <a:pt x="112" y="80"/>
                  </a:cubicBezTo>
                  <a:cubicBezTo>
                    <a:pt x="112" y="64"/>
                    <a:pt x="112" y="49"/>
                    <a:pt x="80" y="49"/>
                  </a:cubicBezTo>
                  <a:cubicBezTo>
                    <a:pt x="96" y="49"/>
                    <a:pt x="96" y="32"/>
                    <a:pt x="96" y="32"/>
                  </a:cubicBezTo>
                  <a:cubicBezTo>
                    <a:pt x="96"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04" name="Google Shape;3404;p46"/>
            <p:cNvSpPr/>
            <p:nvPr/>
          </p:nvSpPr>
          <p:spPr>
            <a:xfrm>
              <a:off x="3346376" y="1790258"/>
              <a:ext cx="4039" cy="1527"/>
            </a:xfrm>
            <a:custGeom>
              <a:avLst/>
              <a:gdLst/>
              <a:ahLst/>
              <a:cxnLst/>
              <a:rect l="l" t="t" r="r" b="b"/>
              <a:pathLst>
                <a:path w="127" h="48" extrusionOk="0">
                  <a:moveTo>
                    <a:pt x="47" y="1"/>
                  </a:moveTo>
                  <a:lnTo>
                    <a:pt x="47" y="1"/>
                  </a:lnTo>
                  <a:lnTo>
                    <a:pt x="32" y="1"/>
                  </a:lnTo>
                  <a:lnTo>
                    <a:pt x="32" y="1"/>
                  </a:lnTo>
                  <a:cubicBezTo>
                    <a:pt x="16" y="1"/>
                    <a:pt x="1" y="32"/>
                    <a:pt x="1" y="47"/>
                  </a:cubicBezTo>
                  <a:lnTo>
                    <a:pt x="79" y="32"/>
                  </a:lnTo>
                  <a:lnTo>
                    <a:pt x="79" y="32"/>
                  </a:lnTo>
                  <a:cubicBezTo>
                    <a:pt x="95" y="32"/>
                    <a:pt x="110" y="47"/>
                    <a:pt x="110" y="47"/>
                  </a:cubicBezTo>
                  <a:cubicBezTo>
                    <a:pt x="127" y="32"/>
                    <a:pt x="110" y="16"/>
                    <a:pt x="95" y="16"/>
                  </a:cubicBezTo>
                  <a:cubicBezTo>
                    <a:pt x="95" y="1"/>
                    <a:pt x="79"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05" name="Google Shape;3405;p46"/>
            <p:cNvSpPr/>
            <p:nvPr/>
          </p:nvSpPr>
          <p:spPr>
            <a:xfrm>
              <a:off x="3391474" y="1798749"/>
              <a:ext cx="7060" cy="3053"/>
            </a:xfrm>
            <a:custGeom>
              <a:avLst/>
              <a:gdLst/>
              <a:ahLst/>
              <a:cxnLst/>
              <a:rect l="l" t="t" r="r" b="b"/>
              <a:pathLst>
                <a:path w="222" h="96" extrusionOk="0">
                  <a:moveTo>
                    <a:pt x="32" y="1"/>
                  </a:moveTo>
                  <a:lnTo>
                    <a:pt x="32" y="1"/>
                  </a:lnTo>
                  <a:cubicBezTo>
                    <a:pt x="16" y="1"/>
                    <a:pt x="1" y="17"/>
                    <a:pt x="1" y="33"/>
                  </a:cubicBezTo>
                  <a:lnTo>
                    <a:pt x="16" y="49"/>
                  </a:lnTo>
                  <a:lnTo>
                    <a:pt x="16" y="80"/>
                  </a:lnTo>
                  <a:lnTo>
                    <a:pt x="32" y="80"/>
                  </a:lnTo>
                  <a:cubicBezTo>
                    <a:pt x="32" y="80"/>
                    <a:pt x="47" y="80"/>
                    <a:pt x="64" y="96"/>
                  </a:cubicBezTo>
                  <a:cubicBezTo>
                    <a:pt x="64" y="80"/>
                    <a:pt x="79" y="80"/>
                    <a:pt x="79" y="80"/>
                  </a:cubicBezTo>
                  <a:lnTo>
                    <a:pt x="95" y="80"/>
                  </a:lnTo>
                  <a:cubicBezTo>
                    <a:pt x="110" y="80"/>
                    <a:pt x="110" y="80"/>
                    <a:pt x="127" y="96"/>
                  </a:cubicBezTo>
                  <a:cubicBezTo>
                    <a:pt x="158" y="96"/>
                    <a:pt x="173" y="80"/>
                    <a:pt x="205" y="80"/>
                  </a:cubicBezTo>
                  <a:cubicBezTo>
                    <a:pt x="205" y="64"/>
                    <a:pt x="221" y="64"/>
                    <a:pt x="221" y="64"/>
                  </a:cubicBezTo>
                  <a:lnTo>
                    <a:pt x="221" y="64"/>
                  </a:lnTo>
                  <a:cubicBezTo>
                    <a:pt x="205" y="49"/>
                    <a:pt x="190" y="33"/>
                    <a:pt x="205" y="17"/>
                  </a:cubicBezTo>
                  <a:cubicBezTo>
                    <a:pt x="205" y="1"/>
                    <a:pt x="221" y="1"/>
                    <a:pt x="221" y="1"/>
                  </a:cubicBezTo>
                  <a:lnTo>
                    <a:pt x="221" y="1"/>
                  </a:lnTo>
                  <a:lnTo>
                    <a:pt x="190" y="1"/>
                  </a:lnTo>
                  <a:lnTo>
                    <a:pt x="190" y="1"/>
                  </a:lnTo>
                  <a:cubicBezTo>
                    <a:pt x="158" y="17"/>
                    <a:pt x="127" y="17"/>
                    <a:pt x="110" y="33"/>
                  </a:cubicBezTo>
                  <a:lnTo>
                    <a:pt x="110" y="1"/>
                  </a:lnTo>
                  <a:lnTo>
                    <a:pt x="110" y="1"/>
                  </a:lnTo>
                  <a:lnTo>
                    <a:pt x="110" y="1"/>
                  </a:lnTo>
                  <a:cubicBezTo>
                    <a:pt x="95" y="17"/>
                    <a:pt x="95" y="17"/>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06" name="Google Shape;3406;p46"/>
            <p:cNvSpPr/>
            <p:nvPr/>
          </p:nvSpPr>
          <p:spPr>
            <a:xfrm>
              <a:off x="3306304" y="1814333"/>
              <a:ext cx="6520" cy="2035"/>
            </a:xfrm>
            <a:custGeom>
              <a:avLst/>
              <a:gdLst/>
              <a:ahLst/>
              <a:cxnLst/>
              <a:rect l="l" t="t" r="r" b="b"/>
              <a:pathLst>
                <a:path w="205" h="64" extrusionOk="0">
                  <a:moveTo>
                    <a:pt x="158" y="15"/>
                  </a:moveTo>
                  <a:lnTo>
                    <a:pt x="158" y="32"/>
                  </a:lnTo>
                  <a:lnTo>
                    <a:pt x="126" y="32"/>
                  </a:lnTo>
                  <a:cubicBezTo>
                    <a:pt x="141" y="47"/>
                    <a:pt x="141" y="47"/>
                    <a:pt x="141" y="63"/>
                  </a:cubicBezTo>
                  <a:lnTo>
                    <a:pt x="189" y="47"/>
                  </a:lnTo>
                  <a:lnTo>
                    <a:pt x="204" y="47"/>
                  </a:lnTo>
                  <a:lnTo>
                    <a:pt x="204" y="32"/>
                  </a:lnTo>
                  <a:lnTo>
                    <a:pt x="189" y="32"/>
                  </a:lnTo>
                  <a:cubicBezTo>
                    <a:pt x="173" y="15"/>
                    <a:pt x="173" y="15"/>
                    <a:pt x="158" y="15"/>
                  </a:cubicBezTo>
                  <a:close/>
                  <a:moveTo>
                    <a:pt x="95" y="0"/>
                  </a:moveTo>
                  <a:lnTo>
                    <a:pt x="32" y="0"/>
                  </a:lnTo>
                  <a:cubicBezTo>
                    <a:pt x="0" y="0"/>
                    <a:pt x="0" y="15"/>
                    <a:pt x="0" y="32"/>
                  </a:cubicBezTo>
                  <a:lnTo>
                    <a:pt x="0" y="32"/>
                  </a:lnTo>
                  <a:cubicBezTo>
                    <a:pt x="0" y="32"/>
                    <a:pt x="15" y="32"/>
                    <a:pt x="15" y="47"/>
                  </a:cubicBezTo>
                  <a:lnTo>
                    <a:pt x="47" y="47"/>
                  </a:lnTo>
                  <a:lnTo>
                    <a:pt x="78" y="32"/>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07" name="Google Shape;3407;p46"/>
            <p:cNvSpPr/>
            <p:nvPr/>
          </p:nvSpPr>
          <p:spPr>
            <a:xfrm>
              <a:off x="3323319" y="1765705"/>
              <a:ext cx="3053" cy="6551"/>
            </a:xfrm>
            <a:custGeom>
              <a:avLst/>
              <a:gdLst/>
              <a:ahLst/>
              <a:cxnLst/>
              <a:rect l="l" t="t" r="r" b="b"/>
              <a:pathLst>
                <a:path w="96" h="206" extrusionOk="0">
                  <a:moveTo>
                    <a:pt x="79" y="0"/>
                  </a:moveTo>
                  <a:cubicBezTo>
                    <a:pt x="79" y="17"/>
                    <a:pt x="79" y="17"/>
                    <a:pt x="64" y="17"/>
                  </a:cubicBezTo>
                  <a:lnTo>
                    <a:pt x="64" y="17"/>
                  </a:lnTo>
                  <a:lnTo>
                    <a:pt x="48" y="17"/>
                  </a:lnTo>
                  <a:lnTo>
                    <a:pt x="48" y="17"/>
                  </a:lnTo>
                  <a:cubicBezTo>
                    <a:pt x="1" y="63"/>
                    <a:pt x="16" y="95"/>
                    <a:pt x="16" y="143"/>
                  </a:cubicBezTo>
                  <a:cubicBezTo>
                    <a:pt x="32" y="143"/>
                    <a:pt x="32" y="158"/>
                    <a:pt x="32" y="174"/>
                  </a:cubicBezTo>
                  <a:lnTo>
                    <a:pt x="32" y="174"/>
                  </a:lnTo>
                  <a:cubicBezTo>
                    <a:pt x="32" y="189"/>
                    <a:pt x="32" y="206"/>
                    <a:pt x="64" y="206"/>
                  </a:cubicBezTo>
                  <a:lnTo>
                    <a:pt x="64" y="206"/>
                  </a:lnTo>
                  <a:lnTo>
                    <a:pt x="79" y="206"/>
                  </a:lnTo>
                  <a:cubicBezTo>
                    <a:pt x="95" y="206"/>
                    <a:pt x="95" y="206"/>
                    <a:pt x="95" y="189"/>
                  </a:cubicBezTo>
                  <a:lnTo>
                    <a:pt x="95" y="189"/>
                  </a:lnTo>
                  <a:lnTo>
                    <a:pt x="95" y="158"/>
                  </a:lnTo>
                  <a:lnTo>
                    <a:pt x="95" y="126"/>
                  </a:lnTo>
                  <a:cubicBezTo>
                    <a:pt x="79" y="95"/>
                    <a:pt x="79" y="80"/>
                    <a:pt x="95" y="63"/>
                  </a:cubicBezTo>
                  <a:lnTo>
                    <a:pt x="95" y="63"/>
                  </a:lnTo>
                  <a:lnTo>
                    <a:pt x="95" y="48"/>
                  </a:lnTo>
                  <a:cubicBezTo>
                    <a:pt x="79" y="48"/>
                    <a:pt x="79" y="32"/>
                    <a:pt x="95" y="17"/>
                  </a:cubicBezTo>
                  <a:lnTo>
                    <a:pt x="95" y="17"/>
                  </a:lnTo>
                  <a:cubicBezTo>
                    <a:pt x="95" y="0"/>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08" name="Google Shape;3408;p46"/>
            <p:cNvSpPr/>
            <p:nvPr/>
          </p:nvSpPr>
          <p:spPr>
            <a:xfrm>
              <a:off x="3169484" y="1820821"/>
              <a:ext cx="4039" cy="4548"/>
            </a:xfrm>
            <a:custGeom>
              <a:avLst/>
              <a:gdLst/>
              <a:ahLst/>
              <a:cxnLst/>
              <a:rect l="l" t="t" r="r" b="b"/>
              <a:pathLst>
                <a:path w="127" h="143" extrusionOk="0">
                  <a:moveTo>
                    <a:pt x="63" y="0"/>
                  </a:moveTo>
                  <a:lnTo>
                    <a:pt x="63" y="0"/>
                  </a:lnTo>
                  <a:lnTo>
                    <a:pt x="48" y="17"/>
                  </a:lnTo>
                  <a:lnTo>
                    <a:pt x="17" y="48"/>
                  </a:lnTo>
                  <a:cubicBezTo>
                    <a:pt x="32" y="48"/>
                    <a:pt x="32" y="63"/>
                    <a:pt x="32" y="80"/>
                  </a:cubicBezTo>
                  <a:lnTo>
                    <a:pt x="0" y="143"/>
                  </a:lnTo>
                  <a:lnTo>
                    <a:pt x="0" y="143"/>
                  </a:lnTo>
                  <a:lnTo>
                    <a:pt x="17" y="143"/>
                  </a:lnTo>
                  <a:lnTo>
                    <a:pt x="32" y="143"/>
                  </a:lnTo>
                  <a:lnTo>
                    <a:pt x="32" y="143"/>
                  </a:lnTo>
                  <a:lnTo>
                    <a:pt x="95" y="126"/>
                  </a:lnTo>
                  <a:cubicBezTo>
                    <a:pt x="126" y="126"/>
                    <a:pt x="126" y="111"/>
                    <a:pt x="126" y="95"/>
                  </a:cubicBezTo>
                  <a:cubicBezTo>
                    <a:pt x="126" y="80"/>
                    <a:pt x="111" y="63"/>
                    <a:pt x="95" y="63"/>
                  </a:cubicBezTo>
                  <a:lnTo>
                    <a:pt x="95" y="63"/>
                  </a:lnTo>
                  <a:cubicBezTo>
                    <a:pt x="111" y="48"/>
                    <a:pt x="111" y="32"/>
                    <a:pt x="95" y="17"/>
                  </a:cubicBezTo>
                  <a:cubicBezTo>
                    <a:pt x="80"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09" name="Google Shape;3409;p46"/>
            <p:cNvSpPr/>
            <p:nvPr/>
          </p:nvSpPr>
          <p:spPr>
            <a:xfrm>
              <a:off x="3415518" y="1754192"/>
              <a:ext cx="6551" cy="8523"/>
            </a:xfrm>
            <a:custGeom>
              <a:avLst/>
              <a:gdLst/>
              <a:ahLst/>
              <a:cxnLst/>
              <a:rect l="l" t="t" r="r" b="b"/>
              <a:pathLst>
                <a:path w="206" h="268" extrusionOk="0">
                  <a:moveTo>
                    <a:pt x="205" y="110"/>
                  </a:moveTo>
                  <a:lnTo>
                    <a:pt x="190" y="110"/>
                  </a:lnTo>
                  <a:cubicBezTo>
                    <a:pt x="174" y="110"/>
                    <a:pt x="142" y="126"/>
                    <a:pt x="127" y="126"/>
                  </a:cubicBezTo>
                  <a:lnTo>
                    <a:pt x="127" y="158"/>
                  </a:lnTo>
                  <a:cubicBezTo>
                    <a:pt x="111" y="173"/>
                    <a:pt x="111" y="189"/>
                    <a:pt x="96" y="189"/>
                  </a:cubicBezTo>
                  <a:lnTo>
                    <a:pt x="96" y="189"/>
                  </a:lnTo>
                  <a:lnTo>
                    <a:pt x="64" y="189"/>
                  </a:lnTo>
                  <a:lnTo>
                    <a:pt x="48" y="189"/>
                  </a:lnTo>
                  <a:cubicBezTo>
                    <a:pt x="32" y="189"/>
                    <a:pt x="16" y="189"/>
                    <a:pt x="16" y="205"/>
                  </a:cubicBezTo>
                  <a:cubicBezTo>
                    <a:pt x="1" y="221"/>
                    <a:pt x="16" y="252"/>
                    <a:pt x="32" y="252"/>
                  </a:cubicBezTo>
                  <a:lnTo>
                    <a:pt x="32" y="252"/>
                  </a:lnTo>
                  <a:lnTo>
                    <a:pt x="79" y="252"/>
                  </a:lnTo>
                  <a:lnTo>
                    <a:pt x="79" y="252"/>
                  </a:lnTo>
                  <a:lnTo>
                    <a:pt x="79" y="236"/>
                  </a:lnTo>
                  <a:cubicBezTo>
                    <a:pt x="96" y="236"/>
                    <a:pt x="111" y="252"/>
                    <a:pt x="111" y="268"/>
                  </a:cubicBezTo>
                  <a:cubicBezTo>
                    <a:pt x="127" y="268"/>
                    <a:pt x="127" y="252"/>
                    <a:pt x="127" y="252"/>
                  </a:cubicBezTo>
                  <a:cubicBezTo>
                    <a:pt x="159" y="236"/>
                    <a:pt x="174" y="205"/>
                    <a:pt x="190" y="173"/>
                  </a:cubicBezTo>
                  <a:cubicBezTo>
                    <a:pt x="190" y="158"/>
                    <a:pt x="190" y="126"/>
                    <a:pt x="205" y="126"/>
                  </a:cubicBezTo>
                  <a:lnTo>
                    <a:pt x="205" y="110"/>
                  </a:lnTo>
                  <a:lnTo>
                    <a:pt x="205" y="110"/>
                  </a:lnTo>
                  <a:close/>
                  <a:moveTo>
                    <a:pt x="142" y="0"/>
                  </a:moveTo>
                  <a:lnTo>
                    <a:pt x="142" y="0"/>
                  </a:lnTo>
                  <a:lnTo>
                    <a:pt x="127" y="0"/>
                  </a:lnTo>
                  <a:lnTo>
                    <a:pt x="111" y="16"/>
                  </a:lnTo>
                  <a:lnTo>
                    <a:pt x="111" y="47"/>
                  </a:lnTo>
                  <a:lnTo>
                    <a:pt x="111" y="47"/>
                  </a:lnTo>
                  <a:lnTo>
                    <a:pt x="127" y="47"/>
                  </a:lnTo>
                  <a:lnTo>
                    <a:pt x="174" y="47"/>
                  </a:lnTo>
                  <a:lnTo>
                    <a:pt x="190" y="47"/>
                  </a:lnTo>
                  <a:lnTo>
                    <a:pt x="174" y="16"/>
                  </a:lnTo>
                  <a:cubicBezTo>
                    <a:pt x="174" y="16"/>
                    <a:pt x="159" y="16"/>
                    <a:pt x="159" y="0"/>
                  </a:cubicBezTo>
                  <a:lnTo>
                    <a:pt x="159"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10" name="Google Shape;3410;p46"/>
            <p:cNvSpPr/>
            <p:nvPr/>
          </p:nvSpPr>
          <p:spPr>
            <a:xfrm>
              <a:off x="3432564" y="1786250"/>
              <a:ext cx="3053" cy="1527"/>
            </a:xfrm>
            <a:custGeom>
              <a:avLst/>
              <a:gdLst/>
              <a:ahLst/>
              <a:cxnLst/>
              <a:rect l="l" t="t" r="r" b="b"/>
              <a:pathLst>
                <a:path w="96" h="48" extrusionOk="0">
                  <a:moveTo>
                    <a:pt x="1" y="1"/>
                  </a:moveTo>
                  <a:lnTo>
                    <a:pt x="16" y="32"/>
                  </a:lnTo>
                  <a:lnTo>
                    <a:pt x="16" y="32"/>
                  </a:lnTo>
                  <a:lnTo>
                    <a:pt x="16" y="32"/>
                  </a:lnTo>
                  <a:lnTo>
                    <a:pt x="32" y="32"/>
                  </a:lnTo>
                  <a:lnTo>
                    <a:pt x="95" y="47"/>
                  </a:lnTo>
                  <a:lnTo>
                    <a:pt x="95" y="32"/>
                  </a:lnTo>
                  <a:lnTo>
                    <a:pt x="95" y="16"/>
                  </a:lnTo>
                  <a:lnTo>
                    <a:pt x="64" y="16"/>
                  </a:lnTo>
                  <a:lnTo>
                    <a:pt x="47" y="16"/>
                  </a:lnTo>
                  <a:lnTo>
                    <a:pt x="32" y="16"/>
                  </a:lnTo>
                  <a:lnTo>
                    <a:pt x="16" y="16"/>
                  </a:lnTo>
                  <a:cubicBezTo>
                    <a:pt x="1" y="16"/>
                    <a:pt x="1" y="1"/>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11" name="Google Shape;3411;p46"/>
            <p:cNvSpPr/>
            <p:nvPr/>
          </p:nvSpPr>
          <p:spPr>
            <a:xfrm>
              <a:off x="3051206" y="1819326"/>
              <a:ext cx="3562" cy="2512"/>
            </a:xfrm>
            <a:custGeom>
              <a:avLst/>
              <a:gdLst/>
              <a:ahLst/>
              <a:cxnLst/>
              <a:rect l="l" t="t" r="r" b="b"/>
              <a:pathLst>
                <a:path w="112" h="79" extrusionOk="0">
                  <a:moveTo>
                    <a:pt x="33" y="1"/>
                  </a:moveTo>
                  <a:lnTo>
                    <a:pt x="17" y="16"/>
                  </a:lnTo>
                  <a:cubicBezTo>
                    <a:pt x="1" y="16"/>
                    <a:pt x="1" y="32"/>
                    <a:pt x="1" y="47"/>
                  </a:cubicBezTo>
                  <a:lnTo>
                    <a:pt x="17" y="64"/>
                  </a:lnTo>
                  <a:lnTo>
                    <a:pt x="33" y="64"/>
                  </a:lnTo>
                  <a:lnTo>
                    <a:pt x="49" y="64"/>
                  </a:lnTo>
                  <a:cubicBezTo>
                    <a:pt x="64" y="64"/>
                    <a:pt x="96" y="79"/>
                    <a:pt x="112" y="79"/>
                  </a:cubicBezTo>
                  <a:lnTo>
                    <a:pt x="112" y="79"/>
                  </a:lnTo>
                  <a:lnTo>
                    <a:pt x="80" y="32"/>
                  </a:lnTo>
                  <a:lnTo>
                    <a:pt x="64" y="47"/>
                  </a:lnTo>
                  <a:cubicBezTo>
                    <a:pt x="49" y="47"/>
                    <a:pt x="49" y="32"/>
                    <a:pt x="49" y="32"/>
                  </a:cubicBezTo>
                  <a:cubicBezTo>
                    <a:pt x="33" y="32"/>
                    <a:pt x="33" y="16"/>
                    <a:pt x="3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12" name="Google Shape;3412;p46"/>
            <p:cNvSpPr/>
            <p:nvPr/>
          </p:nvSpPr>
          <p:spPr>
            <a:xfrm>
              <a:off x="3072801" y="1793756"/>
              <a:ext cx="5025" cy="5025"/>
            </a:xfrm>
            <a:custGeom>
              <a:avLst/>
              <a:gdLst/>
              <a:ahLst/>
              <a:cxnLst/>
              <a:rect l="l" t="t" r="r" b="b"/>
              <a:pathLst>
                <a:path w="158" h="158" extrusionOk="0">
                  <a:moveTo>
                    <a:pt x="32" y="0"/>
                  </a:moveTo>
                  <a:lnTo>
                    <a:pt x="32" y="0"/>
                  </a:lnTo>
                  <a:cubicBezTo>
                    <a:pt x="32" y="0"/>
                    <a:pt x="15" y="0"/>
                    <a:pt x="15" y="17"/>
                  </a:cubicBezTo>
                  <a:cubicBezTo>
                    <a:pt x="0" y="32"/>
                    <a:pt x="0" y="48"/>
                    <a:pt x="15" y="63"/>
                  </a:cubicBezTo>
                  <a:lnTo>
                    <a:pt x="63" y="95"/>
                  </a:lnTo>
                  <a:lnTo>
                    <a:pt x="63" y="95"/>
                  </a:lnTo>
                  <a:cubicBezTo>
                    <a:pt x="47" y="111"/>
                    <a:pt x="63" y="143"/>
                    <a:pt x="78" y="143"/>
                  </a:cubicBezTo>
                  <a:cubicBezTo>
                    <a:pt x="78" y="158"/>
                    <a:pt x="95" y="158"/>
                    <a:pt x="95" y="158"/>
                  </a:cubicBezTo>
                  <a:cubicBezTo>
                    <a:pt x="110" y="158"/>
                    <a:pt x="110" y="143"/>
                    <a:pt x="126" y="143"/>
                  </a:cubicBezTo>
                  <a:lnTo>
                    <a:pt x="141" y="111"/>
                  </a:lnTo>
                  <a:cubicBezTo>
                    <a:pt x="158" y="95"/>
                    <a:pt x="141" y="80"/>
                    <a:pt x="141" y="63"/>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13" name="Google Shape;3413;p46"/>
            <p:cNvSpPr/>
            <p:nvPr/>
          </p:nvSpPr>
          <p:spPr>
            <a:xfrm>
              <a:off x="3396499" y="1760680"/>
              <a:ext cx="5025" cy="2544"/>
            </a:xfrm>
            <a:custGeom>
              <a:avLst/>
              <a:gdLst/>
              <a:ahLst/>
              <a:cxnLst/>
              <a:rect l="l" t="t" r="r" b="b"/>
              <a:pathLst>
                <a:path w="158" h="80" extrusionOk="0">
                  <a:moveTo>
                    <a:pt x="110" y="1"/>
                  </a:moveTo>
                  <a:lnTo>
                    <a:pt x="110" y="1"/>
                  </a:lnTo>
                  <a:lnTo>
                    <a:pt x="110" y="1"/>
                  </a:lnTo>
                  <a:lnTo>
                    <a:pt x="32" y="17"/>
                  </a:lnTo>
                  <a:cubicBezTo>
                    <a:pt x="15" y="17"/>
                    <a:pt x="0" y="32"/>
                    <a:pt x="0" y="48"/>
                  </a:cubicBezTo>
                  <a:cubicBezTo>
                    <a:pt x="0" y="64"/>
                    <a:pt x="15" y="80"/>
                    <a:pt x="15" y="80"/>
                  </a:cubicBezTo>
                  <a:lnTo>
                    <a:pt x="32" y="80"/>
                  </a:lnTo>
                  <a:lnTo>
                    <a:pt x="47" y="80"/>
                  </a:lnTo>
                  <a:lnTo>
                    <a:pt x="95" y="64"/>
                  </a:lnTo>
                  <a:lnTo>
                    <a:pt x="126" y="64"/>
                  </a:lnTo>
                  <a:cubicBezTo>
                    <a:pt x="141" y="64"/>
                    <a:pt x="158" y="48"/>
                    <a:pt x="141" y="32"/>
                  </a:cubicBezTo>
                  <a:cubicBezTo>
                    <a:pt x="141" y="17"/>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14" name="Google Shape;3414;p46"/>
            <p:cNvSpPr/>
            <p:nvPr/>
          </p:nvSpPr>
          <p:spPr>
            <a:xfrm>
              <a:off x="3446081" y="1797763"/>
              <a:ext cx="2544" cy="3053"/>
            </a:xfrm>
            <a:custGeom>
              <a:avLst/>
              <a:gdLst/>
              <a:ahLst/>
              <a:cxnLst/>
              <a:rect l="l" t="t" r="r" b="b"/>
              <a:pathLst>
                <a:path w="80" h="96" extrusionOk="0">
                  <a:moveTo>
                    <a:pt x="48" y="0"/>
                  </a:moveTo>
                  <a:lnTo>
                    <a:pt x="32" y="0"/>
                  </a:lnTo>
                  <a:cubicBezTo>
                    <a:pt x="48" y="0"/>
                    <a:pt x="48" y="17"/>
                    <a:pt x="48" y="17"/>
                  </a:cubicBezTo>
                  <a:cubicBezTo>
                    <a:pt x="32" y="32"/>
                    <a:pt x="17" y="48"/>
                    <a:pt x="0" y="48"/>
                  </a:cubicBezTo>
                  <a:lnTo>
                    <a:pt x="0" y="48"/>
                  </a:lnTo>
                  <a:lnTo>
                    <a:pt x="0" y="80"/>
                  </a:lnTo>
                  <a:cubicBezTo>
                    <a:pt x="17" y="64"/>
                    <a:pt x="17" y="64"/>
                    <a:pt x="32" y="64"/>
                  </a:cubicBezTo>
                  <a:lnTo>
                    <a:pt x="32" y="64"/>
                  </a:lnTo>
                  <a:cubicBezTo>
                    <a:pt x="48" y="64"/>
                    <a:pt x="63" y="80"/>
                    <a:pt x="63" y="95"/>
                  </a:cubicBezTo>
                  <a:lnTo>
                    <a:pt x="63" y="95"/>
                  </a:lnTo>
                  <a:cubicBezTo>
                    <a:pt x="63" y="95"/>
                    <a:pt x="80" y="95"/>
                    <a:pt x="80" y="80"/>
                  </a:cubicBezTo>
                  <a:lnTo>
                    <a:pt x="80" y="32"/>
                  </a:lnTo>
                  <a:cubicBezTo>
                    <a:pt x="80" y="17"/>
                    <a:pt x="80" y="17"/>
                    <a:pt x="63" y="17"/>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15" name="Google Shape;3415;p46"/>
            <p:cNvSpPr/>
            <p:nvPr/>
          </p:nvSpPr>
          <p:spPr>
            <a:xfrm>
              <a:off x="3406994" y="1802788"/>
              <a:ext cx="3562" cy="3530"/>
            </a:xfrm>
            <a:custGeom>
              <a:avLst/>
              <a:gdLst/>
              <a:ahLst/>
              <a:cxnLst/>
              <a:rect l="l" t="t" r="r" b="b"/>
              <a:pathLst>
                <a:path w="112" h="111" extrusionOk="0">
                  <a:moveTo>
                    <a:pt x="32" y="0"/>
                  </a:moveTo>
                  <a:lnTo>
                    <a:pt x="32" y="0"/>
                  </a:lnTo>
                  <a:cubicBezTo>
                    <a:pt x="17" y="0"/>
                    <a:pt x="17" y="0"/>
                    <a:pt x="17" y="16"/>
                  </a:cubicBezTo>
                  <a:cubicBezTo>
                    <a:pt x="0" y="16"/>
                    <a:pt x="0" y="32"/>
                    <a:pt x="0" y="32"/>
                  </a:cubicBezTo>
                  <a:lnTo>
                    <a:pt x="0" y="79"/>
                  </a:lnTo>
                  <a:cubicBezTo>
                    <a:pt x="0" y="95"/>
                    <a:pt x="17" y="111"/>
                    <a:pt x="32" y="111"/>
                  </a:cubicBezTo>
                  <a:lnTo>
                    <a:pt x="32" y="111"/>
                  </a:lnTo>
                  <a:cubicBezTo>
                    <a:pt x="48" y="111"/>
                    <a:pt x="64" y="95"/>
                    <a:pt x="64" y="79"/>
                  </a:cubicBezTo>
                  <a:lnTo>
                    <a:pt x="64" y="79"/>
                  </a:lnTo>
                  <a:cubicBezTo>
                    <a:pt x="64" y="95"/>
                    <a:pt x="80" y="95"/>
                    <a:pt x="80" y="95"/>
                  </a:cubicBezTo>
                  <a:cubicBezTo>
                    <a:pt x="95" y="95"/>
                    <a:pt x="111" y="79"/>
                    <a:pt x="111" y="63"/>
                  </a:cubicBezTo>
                  <a:cubicBezTo>
                    <a:pt x="111" y="48"/>
                    <a:pt x="111" y="32"/>
                    <a:pt x="95" y="16"/>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16" name="Google Shape;3416;p46"/>
            <p:cNvSpPr/>
            <p:nvPr/>
          </p:nvSpPr>
          <p:spPr>
            <a:xfrm>
              <a:off x="3246640" y="1813315"/>
              <a:ext cx="4039" cy="3053"/>
            </a:xfrm>
            <a:custGeom>
              <a:avLst/>
              <a:gdLst/>
              <a:ahLst/>
              <a:cxnLst/>
              <a:rect l="l" t="t" r="r" b="b"/>
              <a:pathLst>
                <a:path w="127" h="96" extrusionOk="0">
                  <a:moveTo>
                    <a:pt x="1" y="32"/>
                  </a:moveTo>
                  <a:lnTo>
                    <a:pt x="1" y="32"/>
                  </a:lnTo>
                  <a:lnTo>
                    <a:pt x="1" y="32"/>
                  </a:lnTo>
                  <a:lnTo>
                    <a:pt x="1" y="32"/>
                  </a:lnTo>
                  <a:close/>
                  <a:moveTo>
                    <a:pt x="1" y="32"/>
                  </a:moveTo>
                  <a:lnTo>
                    <a:pt x="1" y="32"/>
                  </a:lnTo>
                  <a:lnTo>
                    <a:pt x="1" y="32"/>
                  </a:lnTo>
                  <a:close/>
                  <a:moveTo>
                    <a:pt x="1" y="32"/>
                  </a:moveTo>
                  <a:lnTo>
                    <a:pt x="1" y="32"/>
                  </a:lnTo>
                  <a:lnTo>
                    <a:pt x="1" y="32"/>
                  </a:lnTo>
                  <a:close/>
                  <a:moveTo>
                    <a:pt x="1" y="16"/>
                  </a:moveTo>
                  <a:lnTo>
                    <a:pt x="1" y="32"/>
                  </a:lnTo>
                  <a:lnTo>
                    <a:pt x="1" y="16"/>
                  </a:lnTo>
                  <a:lnTo>
                    <a:pt x="1" y="16"/>
                  </a:lnTo>
                  <a:close/>
                  <a:moveTo>
                    <a:pt x="49" y="1"/>
                  </a:moveTo>
                  <a:lnTo>
                    <a:pt x="49" y="16"/>
                  </a:lnTo>
                  <a:cubicBezTo>
                    <a:pt x="49" y="16"/>
                    <a:pt x="64" y="16"/>
                    <a:pt x="64" y="32"/>
                  </a:cubicBezTo>
                  <a:lnTo>
                    <a:pt x="80" y="95"/>
                  </a:lnTo>
                  <a:lnTo>
                    <a:pt x="80" y="95"/>
                  </a:lnTo>
                  <a:lnTo>
                    <a:pt x="112" y="79"/>
                  </a:lnTo>
                  <a:cubicBezTo>
                    <a:pt x="127" y="64"/>
                    <a:pt x="127" y="47"/>
                    <a:pt x="127" y="47"/>
                  </a:cubicBezTo>
                  <a:cubicBezTo>
                    <a:pt x="127" y="32"/>
                    <a:pt x="112" y="16"/>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17" name="Google Shape;3417;p46"/>
            <p:cNvSpPr/>
            <p:nvPr/>
          </p:nvSpPr>
          <p:spPr>
            <a:xfrm>
              <a:off x="3162456" y="1821330"/>
              <a:ext cx="4039" cy="4039"/>
            </a:xfrm>
            <a:custGeom>
              <a:avLst/>
              <a:gdLst/>
              <a:ahLst/>
              <a:cxnLst/>
              <a:rect l="l" t="t" r="r" b="b"/>
              <a:pathLst>
                <a:path w="127" h="127" extrusionOk="0">
                  <a:moveTo>
                    <a:pt x="112" y="1"/>
                  </a:moveTo>
                  <a:cubicBezTo>
                    <a:pt x="112" y="16"/>
                    <a:pt x="95" y="47"/>
                    <a:pt x="80" y="47"/>
                  </a:cubicBezTo>
                  <a:lnTo>
                    <a:pt x="80" y="47"/>
                  </a:lnTo>
                  <a:lnTo>
                    <a:pt x="49" y="47"/>
                  </a:lnTo>
                  <a:lnTo>
                    <a:pt x="49" y="47"/>
                  </a:lnTo>
                  <a:lnTo>
                    <a:pt x="49" y="47"/>
                  </a:lnTo>
                  <a:lnTo>
                    <a:pt x="49" y="47"/>
                  </a:lnTo>
                  <a:cubicBezTo>
                    <a:pt x="32" y="64"/>
                    <a:pt x="17" y="64"/>
                    <a:pt x="17" y="79"/>
                  </a:cubicBezTo>
                  <a:cubicBezTo>
                    <a:pt x="1" y="79"/>
                    <a:pt x="1" y="110"/>
                    <a:pt x="1" y="127"/>
                  </a:cubicBezTo>
                  <a:lnTo>
                    <a:pt x="32" y="127"/>
                  </a:lnTo>
                  <a:lnTo>
                    <a:pt x="49" y="127"/>
                  </a:lnTo>
                  <a:lnTo>
                    <a:pt x="64" y="127"/>
                  </a:lnTo>
                  <a:cubicBezTo>
                    <a:pt x="80" y="110"/>
                    <a:pt x="112" y="110"/>
                    <a:pt x="127" y="79"/>
                  </a:cubicBezTo>
                  <a:cubicBezTo>
                    <a:pt x="127" y="47"/>
                    <a:pt x="112" y="16"/>
                    <a:pt x="11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18" name="Google Shape;3418;p46"/>
            <p:cNvSpPr/>
            <p:nvPr/>
          </p:nvSpPr>
          <p:spPr>
            <a:xfrm>
              <a:off x="3426045" y="1792261"/>
              <a:ext cx="7028" cy="4516"/>
            </a:xfrm>
            <a:custGeom>
              <a:avLst/>
              <a:gdLst/>
              <a:ahLst/>
              <a:cxnLst/>
              <a:rect l="l" t="t" r="r" b="b"/>
              <a:pathLst>
                <a:path w="221" h="142" extrusionOk="0">
                  <a:moveTo>
                    <a:pt x="143" y="1"/>
                  </a:moveTo>
                  <a:lnTo>
                    <a:pt x="143" y="1"/>
                  </a:lnTo>
                  <a:lnTo>
                    <a:pt x="126" y="1"/>
                  </a:lnTo>
                  <a:cubicBezTo>
                    <a:pt x="111" y="16"/>
                    <a:pt x="95" y="16"/>
                    <a:pt x="95" y="16"/>
                  </a:cubicBezTo>
                  <a:lnTo>
                    <a:pt x="95" y="32"/>
                  </a:lnTo>
                  <a:cubicBezTo>
                    <a:pt x="111" y="47"/>
                    <a:pt x="111" y="79"/>
                    <a:pt x="95" y="79"/>
                  </a:cubicBezTo>
                  <a:lnTo>
                    <a:pt x="80" y="79"/>
                  </a:lnTo>
                  <a:cubicBezTo>
                    <a:pt x="80" y="95"/>
                    <a:pt x="63" y="110"/>
                    <a:pt x="63" y="110"/>
                  </a:cubicBezTo>
                  <a:lnTo>
                    <a:pt x="48" y="127"/>
                  </a:lnTo>
                  <a:cubicBezTo>
                    <a:pt x="32" y="127"/>
                    <a:pt x="17" y="110"/>
                    <a:pt x="17" y="95"/>
                  </a:cubicBezTo>
                  <a:lnTo>
                    <a:pt x="17" y="95"/>
                  </a:lnTo>
                  <a:cubicBezTo>
                    <a:pt x="0" y="110"/>
                    <a:pt x="0" y="110"/>
                    <a:pt x="0" y="127"/>
                  </a:cubicBezTo>
                  <a:lnTo>
                    <a:pt x="63" y="142"/>
                  </a:lnTo>
                  <a:cubicBezTo>
                    <a:pt x="80" y="110"/>
                    <a:pt x="111" y="95"/>
                    <a:pt x="143" y="64"/>
                  </a:cubicBezTo>
                  <a:lnTo>
                    <a:pt x="143" y="64"/>
                  </a:lnTo>
                  <a:lnTo>
                    <a:pt x="158" y="79"/>
                  </a:lnTo>
                  <a:lnTo>
                    <a:pt x="174" y="79"/>
                  </a:lnTo>
                  <a:cubicBezTo>
                    <a:pt x="189" y="79"/>
                    <a:pt x="206" y="79"/>
                    <a:pt x="206" y="64"/>
                  </a:cubicBezTo>
                  <a:cubicBezTo>
                    <a:pt x="221" y="47"/>
                    <a:pt x="206" y="32"/>
                    <a:pt x="189" y="16"/>
                  </a:cubicBezTo>
                  <a:lnTo>
                    <a:pt x="189" y="16"/>
                  </a:lnTo>
                  <a:cubicBezTo>
                    <a:pt x="174"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19" name="Google Shape;3419;p46"/>
            <p:cNvSpPr/>
            <p:nvPr/>
          </p:nvSpPr>
          <p:spPr>
            <a:xfrm>
              <a:off x="3166463" y="1817800"/>
              <a:ext cx="4039" cy="6042"/>
            </a:xfrm>
            <a:custGeom>
              <a:avLst/>
              <a:gdLst/>
              <a:ahLst/>
              <a:cxnLst/>
              <a:rect l="l" t="t" r="r" b="b"/>
              <a:pathLst>
                <a:path w="127" h="190" extrusionOk="0">
                  <a:moveTo>
                    <a:pt x="95" y="1"/>
                  </a:moveTo>
                  <a:lnTo>
                    <a:pt x="95" y="1"/>
                  </a:lnTo>
                  <a:cubicBezTo>
                    <a:pt x="80" y="17"/>
                    <a:pt x="64" y="17"/>
                    <a:pt x="64" y="32"/>
                  </a:cubicBezTo>
                  <a:lnTo>
                    <a:pt x="17" y="158"/>
                  </a:lnTo>
                  <a:cubicBezTo>
                    <a:pt x="1" y="158"/>
                    <a:pt x="17" y="190"/>
                    <a:pt x="32" y="190"/>
                  </a:cubicBezTo>
                  <a:lnTo>
                    <a:pt x="32" y="190"/>
                  </a:lnTo>
                  <a:lnTo>
                    <a:pt x="64" y="143"/>
                  </a:lnTo>
                  <a:cubicBezTo>
                    <a:pt x="64" y="127"/>
                    <a:pt x="80" y="127"/>
                    <a:pt x="80" y="127"/>
                  </a:cubicBezTo>
                  <a:lnTo>
                    <a:pt x="95" y="127"/>
                  </a:lnTo>
                  <a:lnTo>
                    <a:pt x="95" y="127"/>
                  </a:lnTo>
                  <a:lnTo>
                    <a:pt x="127" y="49"/>
                  </a:lnTo>
                  <a:cubicBezTo>
                    <a:pt x="127" y="32"/>
                    <a:pt x="127" y="17"/>
                    <a:pt x="112" y="17"/>
                  </a:cubicBezTo>
                  <a:cubicBezTo>
                    <a:pt x="95" y="17"/>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20" name="Google Shape;3420;p46"/>
            <p:cNvSpPr/>
            <p:nvPr/>
          </p:nvSpPr>
          <p:spPr>
            <a:xfrm>
              <a:off x="3134405" y="1826355"/>
              <a:ext cx="5025" cy="6042"/>
            </a:xfrm>
            <a:custGeom>
              <a:avLst/>
              <a:gdLst/>
              <a:ahLst/>
              <a:cxnLst/>
              <a:rect l="l" t="t" r="r" b="b"/>
              <a:pathLst>
                <a:path w="158" h="190" extrusionOk="0">
                  <a:moveTo>
                    <a:pt x="111" y="0"/>
                  </a:moveTo>
                  <a:lnTo>
                    <a:pt x="111" y="0"/>
                  </a:lnTo>
                  <a:cubicBezTo>
                    <a:pt x="95" y="0"/>
                    <a:pt x="95" y="15"/>
                    <a:pt x="80" y="15"/>
                  </a:cubicBezTo>
                  <a:lnTo>
                    <a:pt x="63" y="47"/>
                  </a:lnTo>
                  <a:cubicBezTo>
                    <a:pt x="63" y="63"/>
                    <a:pt x="63" y="63"/>
                    <a:pt x="48" y="78"/>
                  </a:cubicBezTo>
                  <a:lnTo>
                    <a:pt x="48" y="78"/>
                  </a:lnTo>
                  <a:lnTo>
                    <a:pt x="17" y="141"/>
                  </a:lnTo>
                  <a:cubicBezTo>
                    <a:pt x="0" y="158"/>
                    <a:pt x="17" y="173"/>
                    <a:pt x="32" y="189"/>
                  </a:cubicBezTo>
                  <a:lnTo>
                    <a:pt x="48" y="189"/>
                  </a:lnTo>
                  <a:cubicBezTo>
                    <a:pt x="63" y="189"/>
                    <a:pt x="63" y="173"/>
                    <a:pt x="80" y="173"/>
                  </a:cubicBezTo>
                  <a:lnTo>
                    <a:pt x="143" y="47"/>
                  </a:lnTo>
                  <a:cubicBezTo>
                    <a:pt x="158" y="32"/>
                    <a:pt x="143" y="15"/>
                    <a:pt x="126" y="15"/>
                  </a:cubicBezTo>
                  <a:cubicBezTo>
                    <a:pt x="126" y="0"/>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21" name="Google Shape;3421;p46"/>
            <p:cNvSpPr/>
            <p:nvPr/>
          </p:nvSpPr>
          <p:spPr>
            <a:xfrm>
              <a:off x="3252651" y="1806287"/>
              <a:ext cx="4039" cy="4039"/>
            </a:xfrm>
            <a:custGeom>
              <a:avLst/>
              <a:gdLst/>
              <a:ahLst/>
              <a:cxnLst/>
              <a:rect l="l" t="t" r="r" b="b"/>
              <a:pathLst>
                <a:path w="127" h="127" extrusionOk="0">
                  <a:moveTo>
                    <a:pt x="80" y="1"/>
                  </a:moveTo>
                  <a:lnTo>
                    <a:pt x="80" y="1"/>
                  </a:lnTo>
                  <a:cubicBezTo>
                    <a:pt x="64" y="16"/>
                    <a:pt x="64" y="16"/>
                    <a:pt x="49" y="16"/>
                  </a:cubicBezTo>
                  <a:lnTo>
                    <a:pt x="17" y="64"/>
                  </a:lnTo>
                  <a:cubicBezTo>
                    <a:pt x="1" y="79"/>
                    <a:pt x="1" y="111"/>
                    <a:pt x="17" y="111"/>
                  </a:cubicBezTo>
                  <a:cubicBezTo>
                    <a:pt x="17" y="127"/>
                    <a:pt x="32" y="127"/>
                    <a:pt x="32" y="127"/>
                  </a:cubicBezTo>
                  <a:cubicBezTo>
                    <a:pt x="49" y="127"/>
                    <a:pt x="64" y="127"/>
                    <a:pt x="64" y="111"/>
                  </a:cubicBezTo>
                  <a:lnTo>
                    <a:pt x="112" y="64"/>
                  </a:lnTo>
                  <a:cubicBezTo>
                    <a:pt x="127" y="48"/>
                    <a:pt x="112" y="32"/>
                    <a:pt x="95" y="16"/>
                  </a:cubicBez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22" name="Google Shape;3422;p46"/>
            <p:cNvSpPr/>
            <p:nvPr/>
          </p:nvSpPr>
          <p:spPr>
            <a:xfrm>
              <a:off x="3442582" y="1782720"/>
              <a:ext cx="3530" cy="4039"/>
            </a:xfrm>
            <a:custGeom>
              <a:avLst/>
              <a:gdLst/>
              <a:ahLst/>
              <a:cxnLst/>
              <a:rect l="l" t="t" r="r" b="b"/>
              <a:pathLst>
                <a:path w="111" h="127" extrusionOk="0">
                  <a:moveTo>
                    <a:pt x="47" y="1"/>
                  </a:moveTo>
                  <a:lnTo>
                    <a:pt x="32" y="1"/>
                  </a:lnTo>
                  <a:lnTo>
                    <a:pt x="16" y="17"/>
                  </a:lnTo>
                  <a:cubicBezTo>
                    <a:pt x="16" y="17"/>
                    <a:pt x="16" y="32"/>
                    <a:pt x="1" y="32"/>
                  </a:cubicBezTo>
                  <a:lnTo>
                    <a:pt x="1" y="64"/>
                  </a:lnTo>
                  <a:cubicBezTo>
                    <a:pt x="1" y="80"/>
                    <a:pt x="1" y="95"/>
                    <a:pt x="16" y="95"/>
                  </a:cubicBezTo>
                  <a:lnTo>
                    <a:pt x="47" y="112"/>
                  </a:lnTo>
                  <a:lnTo>
                    <a:pt x="64" y="112"/>
                  </a:lnTo>
                  <a:lnTo>
                    <a:pt x="64" y="112"/>
                  </a:lnTo>
                  <a:lnTo>
                    <a:pt x="64" y="112"/>
                  </a:lnTo>
                  <a:cubicBezTo>
                    <a:pt x="79" y="112"/>
                    <a:pt x="79" y="112"/>
                    <a:pt x="95" y="127"/>
                  </a:cubicBezTo>
                  <a:cubicBezTo>
                    <a:pt x="95" y="112"/>
                    <a:pt x="110" y="112"/>
                    <a:pt x="110" y="112"/>
                  </a:cubicBezTo>
                  <a:cubicBezTo>
                    <a:pt x="110" y="95"/>
                    <a:pt x="110" y="64"/>
                    <a:pt x="95" y="64"/>
                  </a:cubicBezTo>
                  <a:lnTo>
                    <a:pt x="95" y="64"/>
                  </a:lnTo>
                  <a:lnTo>
                    <a:pt x="79" y="49"/>
                  </a:lnTo>
                  <a:lnTo>
                    <a:pt x="79" y="49"/>
                  </a:lnTo>
                  <a:cubicBezTo>
                    <a:pt x="79" y="32"/>
                    <a:pt x="64"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23" name="Google Shape;3423;p46"/>
            <p:cNvSpPr/>
            <p:nvPr/>
          </p:nvSpPr>
          <p:spPr>
            <a:xfrm>
              <a:off x="3410524" y="1791752"/>
              <a:ext cx="5534" cy="2544"/>
            </a:xfrm>
            <a:custGeom>
              <a:avLst/>
              <a:gdLst/>
              <a:ahLst/>
              <a:cxnLst/>
              <a:rect l="l" t="t" r="r" b="b"/>
              <a:pathLst>
                <a:path w="174" h="80" extrusionOk="0">
                  <a:moveTo>
                    <a:pt x="126" y="0"/>
                  </a:moveTo>
                  <a:lnTo>
                    <a:pt x="126" y="0"/>
                  </a:lnTo>
                  <a:lnTo>
                    <a:pt x="126" y="0"/>
                  </a:lnTo>
                  <a:lnTo>
                    <a:pt x="32" y="17"/>
                  </a:lnTo>
                  <a:lnTo>
                    <a:pt x="32" y="17"/>
                  </a:lnTo>
                  <a:cubicBezTo>
                    <a:pt x="16" y="17"/>
                    <a:pt x="0" y="32"/>
                    <a:pt x="0" y="48"/>
                  </a:cubicBezTo>
                  <a:cubicBezTo>
                    <a:pt x="0" y="63"/>
                    <a:pt x="16" y="63"/>
                    <a:pt x="16" y="80"/>
                  </a:cubicBezTo>
                  <a:lnTo>
                    <a:pt x="47" y="80"/>
                  </a:lnTo>
                  <a:lnTo>
                    <a:pt x="47" y="80"/>
                  </a:lnTo>
                  <a:lnTo>
                    <a:pt x="63" y="80"/>
                  </a:lnTo>
                  <a:cubicBezTo>
                    <a:pt x="63" y="63"/>
                    <a:pt x="79" y="63"/>
                    <a:pt x="95" y="63"/>
                  </a:cubicBezTo>
                  <a:lnTo>
                    <a:pt x="142" y="48"/>
                  </a:lnTo>
                  <a:lnTo>
                    <a:pt x="142" y="48"/>
                  </a:lnTo>
                  <a:cubicBezTo>
                    <a:pt x="142" y="48"/>
                    <a:pt x="142" y="63"/>
                    <a:pt x="158" y="63"/>
                  </a:cubicBezTo>
                  <a:cubicBezTo>
                    <a:pt x="158" y="48"/>
                    <a:pt x="158" y="48"/>
                    <a:pt x="173" y="32"/>
                  </a:cubicBezTo>
                  <a:lnTo>
                    <a:pt x="173" y="32"/>
                  </a:lnTo>
                  <a:lnTo>
                    <a:pt x="158" y="17"/>
                  </a:lnTo>
                  <a:cubicBezTo>
                    <a:pt x="158" y="17"/>
                    <a:pt x="142"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24" name="Google Shape;3424;p46"/>
            <p:cNvSpPr/>
            <p:nvPr/>
          </p:nvSpPr>
          <p:spPr>
            <a:xfrm>
              <a:off x="3421560" y="1795760"/>
              <a:ext cx="9032" cy="7060"/>
            </a:xfrm>
            <a:custGeom>
              <a:avLst/>
              <a:gdLst/>
              <a:ahLst/>
              <a:cxnLst/>
              <a:rect l="l" t="t" r="r" b="b"/>
              <a:pathLst>
                <a:path w="284" h="222" extrusionOk="0">
                  <a:moveTo>
                    <a:pt x="32" y="0"/>
                  </a:moveTo>
                  <a:lnTo>
                    <a:pt x="32" y="0"/>
                  </a:lnTo>
                  <a:cubicBezTo>
                    <a:pt x="15" y="17"/>
                    <a:pt x="0" y="17"/>
                    <a:pt x="0" y="32"/>
                  </a:cubicBezTo>
                  <a:lnTo>
                    <a:pt x="0" y="32"/>
                  </a:lnTo>
                  <a:lnTo>
                    <a:pt x="0" y="63"/>
                  </a:lnTo>
                  <a:lnTo>
                    <a:pt x="15" y="80"/>
                  </a:lnTo>
                  <a:cubicBezTo>
                    <a:pt x="15" y="63"/>
                    <a:pt x="15" y="63"/>
                    <a:pt x="32" y="63"/>
                  </a:cubicBezTo>
                  <a:lnTo>
                    <a:pt x="32" y="63"/>
                  </a:lnTo>
                  <a:cubicBezTo>
                    <a:pt x="47" y="63"/>
                    <a:pt x="47" y="80"/>
                    <a:pt x="63" y="80"/>
                  </a:cubicBezTo>
                  <a:lnTo>
                    <a:pt x="63" y="127"/>
                  </a:lnTo>
                  <a:cubicBezTo>
                    <a:pt x="78" y="127"/>
                    <a:pt x="78" y="143"/>
                    <a:pt x="78" y="158"/>
                  </a:cubicBezTo>
                  <a:lnTo>
                    <a:pt x="110" y="206"/>
                  </a:lnTo>
                  <a:cubicBezTo>
                    <a:pt x="126" y="206"/>
                    <a:pt x="126" y="221"/>
                    <a:pt x="141" y="221"/>
                  </a:cubicBezTo>
                  <a:cubicBezTo>
                    <a:pt x="141" y="221"/>
                    <a:pt x="158" y="221"/>
                    <a:pt x="158" y="206"/>
                  </a:cubicBezTo>
                  <a:cubicBezTo>
                    <a:pt x="141" y="206"/>
                    <a:pt x="126" y="190"/>
                    <a:pt x="126" y="174"/>
                  </a:cubicBezTo>
                  <a:cubicBezTo>
                    <a:pt x="141" y="158"/>
                    <a:pt x="141" y="143"/>
                    <a:pt x="158" y="143"/>
                  </a:cubicBezTo>
                  <a:lnTo>
                    <a:pt x="110" y="80"/>
                  </a:lnTo>
                  <a:lnTo>
                    <a:pt x="236" y="95"/>
                  </a:lnTo>
                  <a:lnTo>
                    <a:pt x="236" y="95"/>
                  </a:lnTo>
                  <a:cubicBezTo>
                    <a:pt x="252" y="95"/>
                    <a:pt x="267" y="80"/>
                    <a:pt x="267" y="63"/>
                  </a:cubicBezTo>
                  <a:cubicBezTo>
                    <a:pt x="284" y="48"/>
                    <a:pt x="267" y="32"/>
                    <a:pt x="236" y="32"/>
                  </a:cubicBezTo>
                  <a:lnTo>
                    <a:pt x="204" y="32"/>
                  </a:lnTo>
                  <a:lnTo>
                    <a:pt x="141" y="17"/>
                  </a:lnTo>
                  <a:lnTo>
                    <a:pt x="141" y="17"/>
                  </a:lnTo>
                  <a:lnTo>
                    <a:pt x="141" y="32"/>
                  </a:lnTo>
                  <a:cubicBezTo>
                    <a:pt x="141" y="48"/>
                    <a:pt x="126" y="63"/>
                    <a:pt x="110" y="63"/>
                  </a:cubicBezTo>
                  <a:lnTo>
                    <a:pt x="110" y="63"/>
                  </a:lnTo>
                  <a:cubicBezTo>
                    <a:pt x="78" y="63"/>
                    <a:pt x="63" y="48"/>
                    <a:pt x="63" y="32"/>
                  </a:cubicBezTo>
                  <a:lnTo>
                    <a:pt x="63" y="17"/>
                  </a:lnTo>
                  <a:lnTo>
                    <a:pt x="63" y="17"/>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25" name="Google Shape;3425;p46"/>
            <p:cNvSpPr/>
            <p:nvPr/>
          </p:nvSpPr>
          <p:spPr>
            <a:xfrm>
              <a:off x="3436572" y="1790258"/>
              <a:ext cx="4516" cy="2512"/>
            </a:xfrm>
            <a:custGeom>
              <a:avLst/>
              <a:gdLst/>
              <a:ahLst/>
              <a:cxnLst/>
              <a:rect l="l" t="t" r="r" b="b"/>
              <a:pathLst>
                <a:path w="142" h="79" extrusionOk="0">
                  <a:moveTo>
                    <a:pt x="110" y="1"/>
                  </a:moveTo>
                  <a:lnTo>
                    <a:pt x="95" y="1"/>
                  </a:lnTo>
                  <a:lnTo>
                    <a:pt x="64" y="1"/>
                  </a:lnTo>
                  <a:lnTo>
                    <a:pt x="47" y="16"/>
                  </a:lnTo>
                  <a:lnTo>
                    <a:pt x="47" y="16"/>
                  </a:lnTo>
                  <a:cubicBezTo>
                    <a:pt x="32" y="16"/>
                    <a:pt x="32" y="16"/>
                    <a:pt x="32" y="1"/>
                  </a:cubicBezTo>
                  <a:cubicBezTo>
                    <a:pt x="16" y="16"/>
                    <a:pt x="1" y="32"/>
                    <a:pt x="1" y="47"/>
                  </a:cubicBezTo>
                  <a:cubicBezTo>
                    <a:pt x="1" y="64"/>
                    <a:pt x="16" y="79"/>
                    <a:pt x="32" y="79"/>
                  </a:cubicBezTo>
                  <a:lnTo>
                    <a:pt x="47" y="79"/>
                  </a:lnTo>
                  <a:lnTo>
                    <a:pt x="47" y="79"/>
                  </a:lnTo>
                  <a:lnTo>
                    <a:pt x="47" y="79"/>
                  </a:lnTo>
                  <a:lnTo>
                    <a:pt x="110" y="64"/>
                  </a:lnTo>
                  <a:cubicBezTo>
                    <a:pt x="127" y="64"/>
                    <a:pt x="142" y="47"/>
                    <a:pt x="142" y="32"/>
                  </a:cubicBezTo>
                  <a:lnTo>
                    <a:pt x="142" y="32"/>
                  </a:lnTo>
                  <a:cubicBezTo>
                    <a:pt x="142" y="16"/>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26" name="Google Shape;3426;p46"/>
            <p:cNvSpPr/>
            <p:nvPr/>
          </p:nvSpPr>
          <p:spPr>
            <a:xfrm>
              <a:off x="3380947" y="1791275"/>
              <a:ext cx="3562" cy="3498"/>
            </a:xfrm>
            <a:custGeom>
              <a:avLst/>
              <a:gdLst/>
              <a:ahLst/>
              <a:cxnLst/>
              <a:rect l="l" t="t" r="r" b="b"/>
              <a:pathLst>
                <a:path w="112" h="110" extrusionOk="0">
                  <a:moveTo>
                    <a:pt x="63" y="0"/>
                  </a:moveTo>
                  <a:lnTo>
                    <a:pt x="63" y="0"/>
                  </a:lnTo>
                  <a:lnTo>
                    <a:pt x="17" y="32"/>
                  </a:lnTo>
                  <a:lnTo>
                    <a:pt x="0" y="47"/>
                  </a:lnTo>
                  <a:lnTo>
                    <a:pt x="0" y="47"/>
                  </a:lnTo>
                  <a:lnTo>
                    <a:pt x="0" y="63"/>
                  </a:lnTo>
                  <a:lnTo>
                    <a:pt x="0" y="63"/>
                  </a:lnTo>
                  <a:cubicBezTo>
                    <a:pt x="17" y="63"/>
                    <a:pt x="32" y="63"/>
                    <a:pt x="32" y="78"/>
                  </a:cubicBezTo>
                  <a:cubicBezTo>
                    <a:pt x="32" y="78"/>
                    <a:pt x="48" y="95"/>
                    <a:pt x="32" y="110"/>
                  </a:cubicBezTo>
                  <a:cubicBezTo>
                    <a:pt x="48" y="110"/>
                    <a:pt x="48" y="95"/>
                    <a:pt x="48" y="95"/>
                  </a:cubicBezTo>
                  <a:lnTo>
                    <a:pt x="48" y="95"/>
                  </a:lnTo>
                  <a:lnTo>
                    <a:pt x="111" y="47"/>
                  </a:lnTo>
                  <a:lnTo>
                    <a:pt x="111" y="32"/>
                  </a:lnTo>
                  <a:lnTo>
                    <a:pt x="111" y="32"/>
                  </a:lnTo>
                  <a:lnTo>
                    <a:pt x="95" y="32"/>
                  </a:lnTo>
                  <a:cubicBezTo>
                    <a:pt x="80" y="32"/>
                    <a:pt x="80" y="32"/>
                    <a:pt x="63"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27" name="Google Shape;3427;p46"/>
            <p:cNvSpPr/>
            <p:nvPr/>
          </p:nvSpPr>
          <p:spPr>
            <a:xfrm>
              <a:off x="3165986" y="1821807"/>
              <a:ext cx="4516" cy="4580"/>
            </a:xfrm>
            <a:custGeom>
              <a:avLst/>
              <a:gdLst/>
              <a:ahLst/>
              <a:cxnLst/>
              <a:rect l="l" t="t" r="r" b="b"/>
              <a:pathLst>
                <a:path w="142" h="144" extrusionOk="0">
                  <a:moveTo>
                    <a:pt x="110" y="1"/>
                  </a:moveTo>
                  <a:lnTo>
                    <a:pt x="95" y="1"/>
                  </a:lnTo>
                  <a:cubicBezTo>
                    <a:pt x="95" y="1"/>
                    <a:pt x="79" y="1"/>
                    <a:pt x="79" y="17"/>
                  </a:cubicBezTo>
                  <a:lnTo>
                    <a:pt x="47" y="64"/>
                  </a:lnTo>
                  <a:lnTo>
                    <a:pt x="47" y="64"/>
                  </a:lnTo>
                  <a:lnTo>
                    <a:pt x="32" y="64"/>
                  </a:lnTo>
                  <a:cubicBezTo>
                    <a:pt x="16" y="64"/>
                    <a:pt x="1" y="95"/>
                    <a:pt x="1" y="112"/>
                  </a:cubicBezTo>
                  <a:cubicBezTo>
                    <a:pt x="1" y="127"/>
                    <a:pt x="16" y="143"/>
                    <a:pt x="32" y="143"/>
                  </a:cubicBezTo>
                  <a:lnTo>
                    <a:pt x="47" y="143"/>
                  </a:lnTo>
                  <a:lnTo>
                    <a:pt x="79" y="127"/>
                  </a:lnTo>
                  <a:cubicBezTo>
                    <a:pt x="95" y="127"/>
                    <a:pt x="95" y="112"/>
                    <a:pt x="110" y="112"/>
                  </a:cubicBezTo>
                  <a:lnTo>
                    <a:pt x="110" y="112"/>
                  </a:lnTo>
                  <a:lnTo>
                    <a:pt x="110" y="112"/>
                  </a:lnTo>
                  <a:lnTo>
                    <a:pt x="142" y="49"/>
                  </a:lnTo>
                  <a:cubicBezTo>
                    <a:pt x="142" y="32"/>
                    <a:pt x="142" y="17"/>
                    <a:pt x="127" y="17"/>
                  </a:cubicBezTo>
                  <a:lnTo>
                    <a:pt x="127" y="1"/>
                  </a:ln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28" name="Google Shape;3428;p46"/>
            <p:cNvSpPr/>
            <p:nvPr/>
          </p:nvSpPr>
          <p:spPr>
            <a:xfrm>
              <a:off x="3356872" y="1803774"/>
              <a:ext cx="4580" cy="3562"/>
            </a:xfrm>
            <a:custGeom>
              <a:avLst/>
              <a:gdLst/>
              <a:ahLst/>
              <a:cxnLst/>
              <a:rect l="l" t="t" r="r" b="b"/>
              <a:pathLst>
                <a:path w="144" h="112" extrusionOk="0">
                  <a:moveTo>
                    <a:pt x="95" y="1"/>
                  </a:moveTo>
                  <a:lnTo>
                    <a:pt x="95" y="1"/>
                  </a:lnTo>
                  <a:lnTo>
                    <a:pt x="80" y="1"/>
                  </a:lnTo>
                  <a:lnTo>
                    <a:pt x="64" y="17"/>
                  </a:lnTo>
                  <a:lnTo>
                    <a:pt x="17" y="48"/>
                  </a:lnTo>
                  <a:cubicBezTo>
                    <a:pt x="17" y="48"/>
                    <a:pt x="17" y="64"/>
                    <a:pt x="1" y="64"/>
                  </a:cubicBezTo>
                  <a:cubicBezTo>
                    <a:pt x="17" y="80"/>
                    <a:pt x="17" y="95"/>
                    <a:pt x="17" y="95"/>
                  </a:cubicBezTo>
                  <a:cubicBezTo>
                    <a:pt x="32" y="111"/>
                    <a:pt x="32" y="111"/>
                    <a:pt x="49" y="111"/>
                  </a:cubicBezTo>
                  <a:cubicBezTo>
                    <a:pt x="49" y="111"/>
                    <a:pt x="64" y="111"/>
                    <a:pt x="64" y="95"/>
                  </a:cubicBezTo>
                  <a:lnTo>
                    <a:pt x="127" y="48"/>
                  </a:lnTo>
                  <a:cubicBezTo>
                    <a:pt x="143" y="48"/>
                    <a:pt x="143" y="17"/>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29" name="Google Shape;3429;p46"/>
            <p:cNvSpPr/>
            <p:nvPr/>
          </p:nvSpPr>
          <p:spPr>
            <a:xfrm>
              <a:off x="3298289" y="1780716"/>
              <a:ext cx="3021" cy="4039"/>
            </a:xfrm>
            <a:custGeom>
              <a:avLst/>
              <a:gdLst/>
              <a:ahLst/>
              <a:cxnLst/>
              <a:rect l="l" t="t" r="r" b="b"/>
              <a:pathLst>
                <a:path w="95" h="127" extrusionOk="0">
                  <a:moveTo>
                    <a:pt x="63" y="1"/>
                  </a:moveTo>
                  <a:lnTo>
                    <a:pt x="63" y="1"/>
                  </a:lnTo>
                  <a:lnTo>
                    <a:pt x="47" y="1"/>
                  </a:lnTo>
                  <a:cubicBezTo>
                    <a:pt x="32" y="17"/>
                    <a:pt x="32" y="17"/>
                    <a:pt x="32" y="32"/>
                  </a:cubicBezTo>
                  <a:lnTo>
                    <a:pt x="32" y="32"/>
                  </a:lnTo>
                  <a:cubicBezTo>
                    <a:pt x="15" y="49"/>
                    <a:pt x="0" y="49"/>
                    <a:pt x="0" y="80"/>
                  </a:cubicBezTo>
                  <a:cubicBezTo>
                    <a:pt x="0" y="112"/>
                    <a:pt x="32" y="127"/>
                    <a:pt x="32" y="127"/>
                  </a:cubicBezTo>
                  <a:lnTo>
                    <a:pt x="47" y="127"/>
                  </a:lnTo>
                  <a:cubicBezTo>
                    <a:pt x="63" y="127"/>
                    <a:pt x="78" y="127"/>
                    <a:pt x="78" y="112"/>
                  </a:cubicBezTo>
                  <a:lnTo>
                    <a:pt x="78" y="112"/>
                  </a:lnTo>
                  <a:lnTo>
                    <a:pt x="78" y="112"/>
                  </a:lnTo>
                  <a:cubicBezTo>
                    <a:pt x="63" y="112"/>
                    <a:pt x="63" y="112"/>
                    <a:pt x="47" y="95"/>
                  </a:cubicBezTo>
                  <a:cubicBezTo>
                    <a:pt x="47" y="64"/>
                    <a:pt x="63" y="49"/>
                    <a:pt x="78" y="49"/>
                  </a:cubicBezTo>
                  <a:lnTo>
                    <a:pt x="95" y="32"/>
                  </a:lnTo>
                  <a:lnTo>
                    <a:pt x="95" y="17"/>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30" name="Google Shape;3430;p46"/>
            <p:cNvSpPr/>
            <p:nvPr/>
          </p:nvSpPr>
          <p:spPr>
            <a:xfrm>
              <a:off x="3183510" y="1793756"/>
              <a:ext cx="6551" cy="6042"/>
            </a:xfrm>
            <a:custGeom>
              <a:avLst/>
              <a:gdLst/>
              <a:ahLst/>
              <a:cxnLst/>
              <a:rect l="l" t="t" r="r" b="b"/>
              <a:pathLst>
                <a:path w="206" h="190" extrusionOk="0">
                  <a:moveTo>
                    <a:pt x="174" y="0"/>
                  </a:moveTo>
                  <a:lnTo>
                    <a:pt x="174" y="0"/>
                  </a:lnTo>
                  <a:lnTo>
                    <a:pt x="174" y="0"/>
                  </a:lnTo>
                  <a:lnTo>
                    <a:pt x="127" y="17"/>
                  </a:lnTo>
                  <a:lnTo>
                    <a:pt x="111" y="17"/>
                  </a:lnTo>
                  <a:lnTo>
                    <a:pt x="111" y="48"/>
                  </a:lnTo>
                  <a:cubicBezTo>
                    <a:pt x="127" y="63"/>
                    <a:pt x="111" y="80"/>
                    <a:pt x="95" y="95"/>
                  </a:cubicBezTo>
                  <a:lnTo>
                    <a:pt x="80" y="95"/>
                  </a:lnTo>
                  <a:cubicBezTo>
                    <a:pt x="64" y="95"/>
                    <a:pt x="64" y="80"/>
                    <a:pt x="48" y="63"/>
                  </a:cubicBezTo>
                  <a:lnTo>
                    <a:pt x="48" y="63"/>
                  </a:lnTo>
                  <a:lnTo>
                    <a:pt x="48" y="80"/>
                  </a:lnTo>
                  <a:lnTo>
                    <a:pt x="17" y="143"/>
                  </a:lnTo>
                  <a:cubicBezTo>
                    <a:pt x="0" y="158"/>
                    <a:pt x="0" y="174"/>
                    <a:pt x="17" y="190"/>
                  </a:cubicBezTo>
                  <a:lnTo>
                    <a:pt x="32" y="190"/>
                  </a:lnTo>
                  <a:lnTo>
                    <a:pt x="32" y="190"/>
                  </a:lnTo>
                  <a:cubicBezTo>
                    <a:pt x="48" y="190"/>
                    <a:pt x="64" y="190"/>
                    <a:pt x="64" y="174"/>
                  </a:cubicBezTo>
                  <a:lnTo>
                    <a:pt x="80" y="174"/>
                  </a:lnTo>
                  <a:lnTo>
                    <a:pt x="80" y="174"/>
                  </a:lnTo>
                  <a:cubicBezTo>
                    <a:pt x="64" y="174"/>
                    <a:pt x="64" y="158"/>
                    <a:pt x="64" y="158"/>
                  </a:cubicBezTo>
                  <a:cubicBezTo>
                    <a:pt x="48" y="143"/>
                    <a:pt x="64" y="111"/>
                    <a:pt x="80" y="111"/>
                  </a:cubicBezTo>
                  <a:lnTo>
                    <a:pt x="95" y="95"/>
                  </a:lnTo>
                  <a:cubicBezTo>
                    <a:pt x="95" y="95"/>
                    <a:pt x="111" y="95"/>
                    <a:pt x="127" y="80"/>
                  </a:cubicBezTo>
                  <a:lnTo>
                    <a:pt x="127" y="80"/>
                  </a:lnTo>
                  <a:lnTo>
                    <a:pt x="190" y="80"/>
                  </a:lnTo>
                  <a:cubicBezTo>
                    <a:pt x="190" y="63"/>
                    <a:pt x="206" y="63"/>
                    <a:pt x="206" y="48"/>
                  </a:cubicBezTo>
                  <a:lnTo>
                    <a:pt x="206" y="32"/>
                  </a:lnTo>
                  <a:cubicBezTo>
                    <a:pt x="206" y="17"/>
                    <a:pt x="206" y="17"/>
                    <a:pt x="190" y="17"/>
                  </a:cubicBezTo>
                  <a:cubicBezTo>
                    <a:pt x="190" y="0"/>
                    <a:pt x="174"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31" name="Google Shape;3431;p46"/>
            <p:cNvSpPr/>
            <p:nvPr/>
          </p:nvSpPr>
          <p:spPr>
            <a:xfrm>
              <a:off x="3330824" y="1779731"/>
              <a:ext cx="3562" cy="4548"/>
            </a:xfrm>
            <a:custGeom>
              <a:avLst/>
              <a:gdLst/>
              <a:ahLst/>
              <a:cxnLst/>
              <a:rect l="l" t="t" r="r" b="b"/>
              <a:pathLst>
                <a:path w="112" h="143" extrusionOk="0">
                  <a:moveTo>
                    <a:pt x="64" y="0"/>
                  </a:moveTo>
                  <a:cubicBezTo>
                    <a:pt x="64" y="17"/>
                    <a:pt x="49" y="17"/>
                    <a:pt x="49" y="17"/>
                  </a:cubicBezTo>
                  <a:lnTo>
                    <a:pt x="32" y="17"/>
                  </a:lnTo>
                  <a:lnTo>
                    <a:pt x="17" y="0"/>
                  </a:lnTo>
                  <a:lnTo>
                    <a:pt x="17" y="17"/>
                  </a:lnTo>
                  <a:lnTo>
                    <a:pt x="1" y="63"/>
                  </a:lnTo>
                  <a:lnTo>
                    <a:pt x="1" y="95"/>
                  </a:lnTo>
                  <a:lnTo>
                    <a:pt x="49" y="143"/>
                  </a:lnTo>
                  <a:lnTo>
                    <a:pt x="80" y="143"/>
                  </a:lnTo>
                  <a:lnTo>
                    <a:pt x="95" y="143"/>
                  </a:lnTo>
                  <a:cubicBezTo>
                    <a:pt x="112" y="126"/>
                    <a:pt x="112" y="95"/>
                    <a:pt x="95" y="95"/>
                  </a:cubicBezTo>
                  <a:lnTo>
                    <a:pt x="64" y="63"/>
                  </a:lnTo>
                  <a:lnTo>
                    <a:pt x="80" y="48"/>
                  </a:lnTo>
                  <a:cubicBezTo>
                    <a:pt x="80" y="32"/>
                    <a:pt x="80" y="17"/>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32" name="Google Shape;3432;p46"/>
            <p:cNvSpPr/>
            <p:nvPr/>
          </p:nvSpPr>
          <p:spPr>
            <a:xfrm>
              <a:off x="3396976" y="1784247"/>
              <a:ext cx="5565" cy="3053"/>
            </a:xfrm>
            <a:custGeom>
              <a:avLst/>
              <a:gdLst/>
              <a:ahLst/>
              <a:cxnLst/>
              <a:rect l="l" t="t" r="r" b="b"/>
              <a:pathLst>
                <a:path w="175" h="96" extrusionOk="0">
                  <a:moveTo>
                    <a:pt x="143" y="1"/>
                  </a:moveTo>
                  <a:lnTo>
                    <a:pt x="126" y="1"/>
                  </a:lnTo>
                  <a:lnTo>
                    <a:pt x="111" y="16"/>
                  </a:lnTo>
                  <a:cubicBezTo>
                    <a:pt x="95" y="32"/>
                    <a:pt x="95" y="32"/>
                    <a:pt x="80" y="32"/>
                  </a:cubicBezTo>
                  <a:lnTo>
                    <a:pt x="48" y="32"/>
                  </a:lnTo>
                  <a:lnTo>
                    <a:pt x="17" y="32"/>
                  </a:lnTo>
                  <a:lnTo>
                    <a:pt x="17" y="32"/>
                  </a:lnTo>
                  <a:lnTo>
                    <a:pt x="17" y="32"/>
                  </a:lnTo>
                  <a:lnTo>
                    <a:pt x="0" y="95"/>
                  </a:lnTo>
                  <a:lnTo>
                    <a:pt x="17" y="95"/>
                  </a:lnTo>
                  <a:lnTo>
                    <a:pt x="32" y="95"/>
                  </a:lnTo>
                  <a:lnTo>
                    <a:pt x="63" y="95"/>
                  </a:lnTo>
                  <a:lnTo>
                    <a:pt x="80" y="95"/>
                  </a:lnTo>
                  <a:cubicBezTo>
                    <a:pt x="95" y="95"/>
                    <a:pt x="126" y="95"/>
                    <a:pt x="143" y="79"/>
                  </a:cubicBezTo>
                  <a:lnTo>
                    <a:pt x="158" y="64"/>
                  </a:lnTo>
                  <a:cubicBezTo>
                    <a:pt x="174" y="47"/>
                    <a:pt x="174" y="16"/>
                    <a:pt x="158" y="16"/>
                  </a:cubicBezTo>
                  <a:cubicBezTo>
                    <a:pt x="158" y="1"/>
                    <a:pt x="143"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33" name="Google Shape;3433;p46"/>
            <p:cNvSpPr/>
            <p:nvPr/>
          </p:nvSpPr>
          <p:spPr>
            <a:xfrm>
              <a:off x="3027163" y="1819803"/>
              <a:ext cx="6042" cy="4580"/>
            </a:xfrm>
            <a:custGeom>
              <a:avLst/>
              <a:gdLst/>
              <a:ahLst/>
              <a:cxnLst/>
              <a:rect l="l" t="t" r="r" b="b"/>
              <a:pathLst>
                <a:path w="190" h="144" extrusionOk="0">
                  <a:moveTo>
                    <a:pt x="143" y="1"/>
                  </a:moveTo>
                  <a:lnTo>
                    <a:pt x="143" y="1"/>
                  </a:lnTo>
                  <a:cubicBezTo>
                    <a:pt x="143" y="1"/>
                    <a:pt x="127" y="1"/>
                    <a:pt x="127" y="17"/>
                  </a:cubicBezTo>
                  <a:lnTo>
                    <a:pt x="80" y="64"/>
                  </a:lnTo>
                  <a:lnTo>
                    <a:pt x="64" y="49"/>
                  </a:lnTo>
                  <a:lnTo>
                    <a:pt x="49" y="49"/>
                  </a:lnTo>
                  <a:cubicBezTo>
                    <a:pt x="49" y="64"/>
                    <a:pt x="49" y="64"/>
                    <a:pt x="32" y="64"/>
                  </a:cubicBezTo>
                  <a:cubicBezTo>
                    <a:pt x="17" y="64"/>
                    <a:pt x="17" y="80"/>
                    <a:pt x="1" y="112"/>
                  </a:cubicBezTo>
                  <a:cubicBezTo>
                    <a:pt x="1" y="127"/>
                    <a:pt x="17" y="143"/>
                    <a:pt x="32" y="143"/>
                  </a:cubicBezTo>
                  <a:lnTo>
                    <a:pt x="49" y="143"/>
                  </a:lnTo>
                  <a:lnTo>
                    <a:pt x="64" y="143"/>
                  </a:lnTo>
                  <a:lnTo>
                    <a:pt x="64" y="127"/>
                  </a:lnTo>
                  <a:lnTo>
                    <a:pt x="95" y="127"/>
                  </a:lnTo>
                  <a:lnTo>
                    <a:pt x="127" y="127"/>
                  </a:lnTo>
                  <a:cubicBezTo>
                    <a:pt x="127" y="127"/>
                    <a:pt x="143" y="112"/>
                    <a:pt x="143" y="95"/>
                  </a:cubicBezTo>
                  <a:lnTo>
                    <a:pt x="143" y="95"/>
                  </a:lnTo>
                  <a:lnTo>
                    <a:pt x="175" y="49"/>
                  </a:lnTo>
                  <a:cubicBezTo>
                    <a:pt x="190" y="32"/>
                    <a:pt x="190" y="17"/>
                    <a:pt x="175" y="1"/>
                  </a:cubicBez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34" name="Google Shape;3434;p46"/>
            <p:cNvSpPr/>
            <p:nvPr/>
          </p:nvSpPr>
          <p:spPr>
            <a:xfrm>
              <a:off x="3146427" y="1836373"/>
              <a:ext cx="4039" cy="3498"/>
            </a:xfrm>
            <a:custGeom>
              <a:avLst/>
              <a:gdLst/>
              <a:ahLst/>
              <a:cxnLst/>
              <a:rect l="l" t="t" r="r" b="b"/>
              <a:pathLst>
                <a:path w="127" h="110" extrusionOk="0">
                  <a:moveTo>
                    <a:pt x="48" y="0"/>
                  </a:moveTo>
                  <a:lnTo>
                    <a:pt x="32" y="0"/>
                  </a:lnTo>
                  <a:cubicBezTo>
                    <a:pt x="17" y="0"/>
                    <a:pt x="1" y="32"/>
                    <a:pt x="1" y="47"/>
                  </a:cubicBezTo>
                  <a:lnTo>
                    <a:pt x="17" y="78"/>
                  </a:lnTo>
                  <a:cubicBezTo>
                    <a:pt x="17" y="78"/>
                    <a:pt x="17" y="95"/>
                    <a:pt x="32" y="95"/>
                  </a:cubicBezTo>
                  <a:cubicBezTo>
                    <a:pt x="32" y="95"/>
                    <a:pt x="32" y="110"/>
                    <a:pt x="48" y="110"/>
                  </a:cubicBezTo>
                  <a:lnTo>
                    <a:pt x="48" y="95"/>
                  </a:lnTo>
                  <a:lnTo>
                    <a:pt x="95" y="95"/>
                  </a:lnTo>
                  <a:cubicBezTo>
                    <a:pt x="111" y="78"/>
                    <a:pt x="127" y="63"/>
                    <a:pt x="111" y="47"/>
                  </a:cubicBezTo>
                  <a:cubicBezTo>
                    <a:pt x="111" y="32"/>
                    <a:pt x="95" y="32"/>
                    <a:pt x="80" y="32"/>
                  </a:cubicBez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35" name="Google Shape;3435;p46"/>
            <p:cNvSpPr/>
            <p:nvPr/>
          </p:nvSpPr>
          <p:spPr>
            <a:xfrm>
              <a:off x="3338839" y="1809308"/>
              <a:ext cx="3053" cy="4516"/>
            </a:xfrm>
            <a:custGeom>
              <a:avLst/>
              <a:gdLst/>
              <a:ahLst/>
              <a:cxnLst/>
              <a:rect l="l" t="t" r="r" b="b"/>
              <a:pathLst>
                <a:path w="96" h="142" extrusionOk="0">
                  <a:moveTo>
                    <a:pt x="64" y="110"/>
                  </a:moveTo>
                  <a:lnTo>
                    <a:pt x="64" y="110"/>
                  </a:lnTo>
                  <a:lnTo>
                    <a:pt x="64" y="110"/>
                  </a:lnTo>
                  <a:close/>
                  <a:moveTo>
                    <a:pt x="32" y="0"/>
                  </a:moveTo>
                  <a:lnTo>
                    <a:pt x="32" y="0"/>
                  </a:lnTo>
                  <a:lnTo>
                    <a:pt x="17" y="0"/>
                  </a:lnTo>
                  <a:lnTo>
                    <a:pt x="1" y="47"/>
                  </a:lnTo>
                  <a:lnTo>
                    <a:pt x="17" y="64"/>
                  </a:lnTo>
                  <a:lnTo>
                    <a:pt x="17" y="79"/>
                  </a:lnTo>
                  <a:lnTo>
                    <a:pt x="17" y="79"/>
                  </a:lnTo>
                  <a:lnTo>
                    <a:pt x="17" y="79"/>
                  </a:lnTo>
                  <a:lnTo>
                    <a:pt x="32" y="127"/>
                  </a:lnTo>
                  <a:lnTo>
                    <a:pt x="32" y="142"/>
                  </a:lnTo>
                  <a:lnTo>
                    <a:pt x="80" y="127"/>
                  </a:lnTo>
                  <a:lnTo>
                    <a:pt x="80" y="110"/>
                  </a:lnTo>
                  <a:cubicBezTo>
                    <a:pt x="80" y="110"/>
                    <a:pt x="95" y="110"/>
                    <a:pt x="95" y="95"/>
                  </a:cubicBezTo>
                  <a:lnTo>
                    <a:pt x="95" y="64"/>
                  </a:lnTo>
                  <a:lnTo>
                    <a:pt x="64" y="16"/>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36" name="Google Shape;3436;p46"/>
            <p:cNvSpPr/>
            <p:nvPr/>
          </p:nvSpPr>
          <p:spPr>
            <a:xfrm>
              <a:off x="3229116" y="1799767"/>
              <a:ext cx="3053" cy="6042"/>
            </a:xfrm>
            <a:custGeom>
              <a:avLst/>
              <a:gdLst/>
              <a:ahLst/>
              <a:cxnLst/>
              <a:rect l="l" t="t" r="r" b="b"/>
              <a:pathLst>
                <a:path w="96" h="190" extrusionOk="0">
                  <a:moveTo>
                    <a:pt x="32" y="1"/>
                  </a:moveTo>
                  <a:lnTo>
                    <a:pt x="32" y="1"/>
                  </a:lnTo>
                  <a:lnTo>
                    <a:pt x="16" y="17"/>
                  </a:lnTo>
                  <a:cubicBezTo>
                    <a:pt x="16" y="17"/>
                    <a:pt x="1" y="17"/>
                    <a:pt x="1" y="32"/>
                  </a:cubicBezTo>
                  <a:lnTo>
                    <a:pt x="1" y="32"/>
                  </a:lnTo>
                  <a:lnTo>
                    <a:pt x="1" y="158"/>
                  </a:lnTo>
                  <a:lnTo>
                    <a:pt x="1" y="174"/>
                  </a:lnTo>
                  <a:cubicBezTo>
                    <a:pt x="16" y="190"/>
                    <a:pt x="16" y="190"/>
                    <a:pt x="32" y="190"/>
                  </a:cubicBezTo>
                  <a:lnTo>
                    <a:pt x="48" y="190"/>
                  </a:lnTo>
                  <a:lnTo>
                    <a:pt x="48" y="190"/>
                  </a:lnTo>
                  <a:cubicBezTo>
                    <a:pt x="64" y="190"/>
                    <a:pt x="64" y="190"/>
                    <a:pt x="79" y="174"/>
                  </a:cubicBezTo>
                  <a:lnTo>
                    <a:pt x="64" y="174"/>
                  </a:lnTo>
                  <a:cubicBezTo>
                    <a:pt x="48" y="158"/>
                    <a:pt x="64" y="143"/>
                    <a:pt x="64" y="127"/>
                  </a:cubicBezTo>
                  <a:lnTo>
                    <a:pt x="79" y="111"/>
                  </a:lnTo>
                  <a:lnTo>
                    <a:pt x="79" y="111"/>
                  </a:lnTo>
                  <a:lnTo>
                    <a:pt x="79" y="111"/>
                  </a:lnTo>
                  <a:lnTo>
                    <a:pt x="79" y="95"/>
                  </a:lnTo>
                  <a:lnTo>
                    <a:pt x="95" y="48"/>
                  </a:lnTo>
                  <a:lnTo>
                    <a:pt x="95" y="32"/>
                  </a:lnTo>
                  <a:lnTo>
                    <a:pt x="79" y="17"/>
                  </a:lnTo>
                  <a:lnTo>
                    <a:pt x="64"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37" name="Google Shape;3437;p46"/>
            <p:cNvSpPr/>
            <p:nvPr/>
          </p:nvSpPr>
          <p:spPr>
            <a:xfrm>
              <a:off x="3414023" y="1804283"/>
              <a:ext cx="7569" cy="3530"/>
            </a:xfrm>
            <a:custGeom>
              <a:avLst/>
              <a:gdLst/>
              <a:ahLst/>
              <a:cxnLst/>
              <a:rect l="l" t="t" r="r" b="b"/>
              <a:pathLst>
                <a:path w="238" h="111" extrusionOk="0">
                  <a:moveTo>
                    <a:pt x="48" y="1"/>
                  </a:moveTo>
                  <a:lnTo>
                    <a:pt x="48" y="1"/>
                  </a:lnTo>
                  <a:lnTo>
                    <a:pt x="48" y="1"/>
                  </a:lnTo>
                  <a:close/>
                  <a:moveTo>
                    <a:pt x="32" y="1"/>
                  </a:moveTo>
                  <a:lnTo>
                    <a:pt x="32" y="1"/>
                  </a:lnTo>
                  <a:lnTo>
                    <a:pt x="16" y="1"/>
                  </a:lnTo>
                  <a:lnTo>
                    <a:pt x="0" y="16"/>
                  </a:lnTo>
                  <a:lnTo>
                    <a:pt x="0" y="32"/>
                  </a:lnTo>
                  <a:cubicBezTo>
                    <a:pt x="0" y="48"/>
                    <a:pt x="0" y="64"/>
                    <a:pt x="16" y="64"/>
                  </a:cubicBezTo>
                  <a:lnTo>
                    <a:pt x="32" y="79"/>
                  </a:lnTo>
                  <a:cubicBezTo>
                    <a:pt x="32" y="64"/>
                    <a:pt x="32" y="64"/>
                    <a:pt x="48" y="64"/>
                  </a:cubicBezTo>
                  <a:lnTo>
                    <a:pt x="63" y="48"/>
                  </a:lnTo>
                  <a:lnTo>
                    <a:pt x="79" y="48"/>
                  </a:lnTo>
                  <a:lnTo>
                    <a:pt x="79" y="48"/>
                  </a:lnTo>
                  <a:cubicBezTo>
                    <a:pt x="95" y="48"/>
                    <a:pt x="95" y="64"/>
                    <a:pt x="111" y="64"/>
                  </a:cubicBezTo>
                  <a:lnTo>
                    <a:pt x="111" y="79"/>
                  </a:lnTo>
                  <a:lnTo>
                    <a:pt x="111" y="79"/>
                  </a:lnTo>
                  <a:cubicBezTo>
                    <a:pt x="126" y="79"/>
                    <a:pt x="126" y="95"/>
                    <a:pt x="143" y="95"/>
                  </a:cubicBezTo>
                  <a:lnTo>
                    <a:pt x="174" y="95"/>
                  </a:lnTo>
                  <a:cubicBezTo>
                    <a:pt x="174" y="95"/>
                    <a:pt x="189" y="95"/>
                    <a:pt x="189" y="111"/>
                  </a:cubicBezTo>
                  <a:lnTo>
                    <a:pt x="206" y="111"/>
                  </a:lnTo>
                  <a:cubicBezTo>
                    <a:pt x="221" y="111"/>
                    <a:pt x="221" y="95"/>
                    <a:pt x="237" y="79"/>
                  </a:cubicBezTo>
                  <a:lnTo>
                    <a:pt x="237" y="64"/>
                  </a:lnTo>
                  <a:cubicBezTo>
                    <a:pt x="237" y="64"/>
                    <a:pt x="237" y="48"/>
                    <a:pt x="221" y="48"/>
                  </a:cubicBezTo>
                  <a:lnTo>
                    <a:pt x="206" y="32"/>
                  </a:lnTo>
                  <a:lnTo>
                    <a:pt x="206" y="32"/>
                  </a:lnTo>
                  <a:lnTo>
                    <a:pt x="206" y="64"/>
                  </a:lnTo>
                  <a:lnTo>
                    <a:pt x="174" y="95"/>
                  </a:lnTo>
                  <a:lnTo>
                    <a:pt x="174" y="95"/>
                  </a:lnTo>
                  <a:lnTo>
                    <a:pt x="158" y="95"/>
                  </a:lnTo>
                  <a:lnTo>
                    <a:pt x="126" y="79"/>
                  </a:lnTo>
                  <a:cubicBezTo>
                    <a:pt x="111" y="64"/>
                    <a:pt x="111" y="64"/>
                    <a:pt x="111" y="48"/>
                  </a:cubicBezTo>
                  <a:lnTo>
                    <a:pt x="111" y="16"/>
                  </a:lnTo>
                  <a:lnTo>
                    <a:pt x="79" y="16"/>
                  </a:ln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38" name="Google Shape;3438;p46"/>
            <p:cNvSpPr/>
            <p:nvPr/>
          </p:nvSpPr>
          <p:spPr>
            <a:xfrm>
              <a:off x="3415518" y="180428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39" name="Google Shape;3439;p46"/>
            <p:cNvSpPr/>
            <p:nvPr/>
          </p:nvSpPr>
          <p:spPr>
            <a:xfrm>
              <a:off x="3422546" y="1769712"/>
              <a:ext cx="4516" cy="4039"/>
            </a:xfrm>
            <a:custGeom>
              <a:avLst/>
              <a:gdLst/>
              <a:ahLst/>
              <a:cxnLst/>
              <a:rect l="l" t="t" r="r" b="b"/>
              <a:pathLst>
                <a:path w="142" h="127" extrusionOk="0">
                  <a:moveTo>
                    <a:pt x="47" y="0"/>
                  </a:moveTo>
                  <a:lnTo>
                    <a:pt x="47" y="0"/>
                  </a:lnTo>
                  <a:cubicBezTo>
                    <a:pt x="32" y="17"/>
                    <a:pt x="16" y="17"/>
                    <a:pt x="16" y="17"/>
                  </a:cubicBezTo>
                  <a:cubicBezTo>
                    <a:pt x="1" y="32"/>
                    <a:pt x="1" y="63"/>
                    <a:pt x="16" y="63"/>
                  </a:cubicBezTo>
                  <a:lnTo>
                    <a:pt x="79" y="111"/>
                  </a:lnTo>
                  <a:cubicBezTo>
                    <a:pt x="79" y="126"/>
                    <a:pt x="95" y="126"/>
                    <a:pt x="95" y="126"/>
                  </a:cubicBezTo>
                  <a:cubicBezTo>
                    <a:pt x="95" y="111"/>
                    <a:pt x="110" y="95"/>
                    <a:pt x="110" y="95"/>
                  </a:cubicBezTo>
                  <a:lnTo>
                    <a:pt x="127" y="95"/>
                  </a:lnTo>
                  <a:lnTo>
                    <a:pt x="127" y="95"/>
                  </a:lnTo>
                  <a:lnTo>
                    <a:pt x="142" y="95"/>
                  </a:lnTo>
                  <a:cubicBezTo>
                    <a:pt x="142" y="80"/>
                    <a:pt x="142" y="63"/>
                    <a:pt x="127" y="63"/>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40" name="Google Shape;3440;p46"/>
            <p:cNvSpPr/>
            <p:nvPr/>
          </p:nvSpPr>
          <p:spPr>
            <a:xfrm>
              <a:off x="3429034" y="1779254"/>
              <a:ext cx="3562" cy="3498"/>
            </a:xfrm>
            <a:custGeom>
              <a:avLst/>
              <a:gdLst/>
              <a:ahLst/>
              <a:cxnLst/>
              <a:rect l="l" t="t" r="r" b="b"/>
              <a:pathLst>
                <a:path w="112" h="110" extrusionOk="0">
                  <a:moveTo>
                    <a:pt x="49" y="0"/>
                  </a:moveTo>
                  <a:lnTo>
                    <a:pt x="32" y="0"/>
                  </a:lnTo>
                  <a:cubicBezTo>
                    <a:pt x="17" y="0"/>
                    <a:pt x="17" y="0"/>
                    <a:pt x="1" y="15"/>
                  </a:cubicBezTo>
                  <a:cubicBezTo>
                    <a:pt x="1" y="32"/>
                    <a:pt x="1" y="47"/>
                    <a:pt x="17" y="63"/>
                  </a:cubicBezTo>
                  <a:lnTo>
                    <a:pt x="17" y="95"/>
                  </a:lnTo>
                  <a:cubicBezTo>
                    <a:pt x="17" y="95"/>
                    <a:pt x="17" y="110"/>
                    <a:pt x="32" y="110"/>
                  </a:cubicBezTo>
                  <a:lnTo>
                    <a:pt x="64" y="78"/>
                  </a:lnTo>
                  <a:lnTo>
                    <a:pt x="80" y="78"/>
                  </a:lnTo>
                  <a:lnTo>
                    <a:pt x="80" y="78"/>
                  </a:lnTo>
                  <a:lnTo>
                    <a:pt x="95" y="78"/>
                  </a:lnTo>
                  <a:cubicBezTo>
                    <a:pt x="95" y="78"/>
                    <a:pt x="112" y="63"/>
                    <a:pt x="112" y="47"/>
                  </a:cubicBezTo>
                  <a:cubicBezTo>
                    <a:pt x="95" y="15"/>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41" name="Google Shape;3441;p46"/>
            <p:cNvSpPr/>
            <p:nvPr/>
          </p:nvSpPr>
          <p:spPr>
            <a:xfrm>
              <a:off x="3385940" y="1772702"/>
              <a:ext cx="5565" cy="4580"/>
            </a:xfrm>
            <a:custGeom>
              <a:avLst/>
              <a:gdLst/>
              <a:ahLst/>
              <a:cxnLst/>
              <a:rect l="l" t="t" r="r" b="b"/>
              <a:pathLst>
                <a:path w="175" h="144" extrusionOk="0">
                  <a:moveTo>
                    <a:pt x="112" y="1"/>
                  </a:moveTo>
                  <a:lnTo>
                    <a:pt x="112" y="1"/>
                  </a:lnTo>
                  <a:cubicBezTo>
                    <a:pt x="112" y="1"/>
                    <a:pt x="95" y="1"/>
                    <a:pt x="95" y="17"/>
                  </a:cubicBezTo>
                  <a:cubicBezTo>
                    <a:pt x="80" y="32"/>
                    <a:pt x="80" y="49"/>
                    <a:pt x="95" y="64"/>
                  </a:cubicBezTo>
                  <a:lnTo>
                    <a:pt x="95" y="64"/>
                  </a:lnTo>
                  <a:lnTo>
                    <a:pt x="95" y="64"/>
                  </a:lnTo>
                  <a:cubicBezTo>
                    <a:pt x="80" y="64"/>
                    <a:pt x="80" y="80"/>
                    <a:pt x="80" y="80"/>
                  </a:cubicBezTo>
                  <a:lnTo>
                    <a:pt x="80" y="80"/>
                  </a:lnTo>
                  <a:lnTo>
                    <a:pt x="49" y="80"/>
                  </a:lnTo>
                  <a:lnTo>
                    <a:pt x="32" y="80"/>
                  </a:lnTo>
                  <a:lnTo>
                    <a:pt x="32" y="80"/>
                  </a:lnTo>
                  <a:cubicBezTo>
                    <a:pt x="17" y="80"/>
                    <a:pt x="1" y="80"/>
                    <a:pt x="1" y="112"/>
                  </a:cubicBezTo>
                  <a:lnTo>
                    <a:pt x="1" y="127"/>
                  </a:lnTo>
                  <a:lnTo>
                    <a:pt x="32" y="127"/>
                  </a:lnTo>
                  <a:lnTo>
                    <a:pt x="32" y="127"/>
                  </a:lnTo>
                  <a:lnTo>
                    <a:pt x="49" y="127"/>
                  </a:lnTo>
                  <a:lnTo>
                    <a:pt x="95" y="143"/>
                  </a:lnTo>
                  <a:lnTo>
                    <a:pt x="95" y="143"/>
                  </a:lnTo>
                  <a:lnTo>
                    <a:pt x="112" y="143"/>
                  </a:lnTo>
                  <a:lnTo>
                    <a:pt x="112" y="143"/>
                  </a:lnTo>
                  <a:cubicBezTo>
                    <a:pt x="112" y="127"/>
                    <a:pt x="112" y="127"/>
                    <a:pt x="127" y="112"/>
                  </a:cubicBezTo>
                  <a:cubicBezTo>
                    <a:pt x="112" y="112"/>
                    <a:pt x="95" y="95"/>
                    <a:pt x="95" y="80"/>
                  </a:cubicBezTo>
                  <a:cubicBezTo>
                    <a:pt x="95" y="64"/>
                    <a:pt x="112" y="49"/>
                    <a:pt x="127" y="49"/>
                  </a:cubicBezTo>
                  <a:lnTo>
                    <a:pt x="143" y="49"/>
                  </a:lnTo>
                  <a:lnTo>
                    <a:pt x="175" y="49"/>
                  </a:lnTo>
                  <a:lnTo>
                    <a:pt x="175" y="49"/>
                  </a:ln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42" name="Google Shape;3442;p46"/>
            <p:cNvSpPr/>
            <p:nvPr/>
          </p:nvSpPr>
          <p:spPr>
            <a:xfrm>
              <a:off x="3017654" y="1804792"/>
              <a:ext cx="4071" cy="6042"/>
            </a:xfrm>
            <a:custGeom>
              <a:avLst/>
              <a:gdLst/>
              <a:ahLst/>
              <a:cxnLst/>
              <a:rect l="l" t="t" r="r" b="b"/>
              <a:pathLst>
                <a:path w="128" h="190" extrusionOk="0">
                  <a:moveTo>
                    <a:pt x="33" y="0"/>
                  </a:moveTo>
                  <a:lnTo>
                    <a:pt x="33" y="16"/>
                  </a:lnTo>
                  <a:cubicBezTo>
                    <a:pt x="16" y="32"/>
                    <a:pt x="16" y="48"/>
                    <a:pt x="33" y="63"/>
                  </a:cubicBezTo>
                  <a:cubicBezTo>
                    <a:pt x="48" y="63"/>
                    <a:pt x="64" y="79"/>
                    <a:pt x="64" y="79"/>
                  </a:cubicBezTo>
                  <a:lnTo>
                    <a:pt x="48" y="79"/>
                  </a:lnTo>
                  <a:lnTo>
                    <a:pt x="33" y="79"/>
                  </a:lnTo>
                  <a:cubicBezTo>
                    <a:pt x="16" y="79"/>
                    <a:pt x="1" y="111"/>
                    <a:pt x="16" y="126"/>
                  </a:cubicBezTo>
                  <a:lnTo>
                    <a:pt x="16" y="142"/>
                  </a:lnTo>
                  <a:cubicBezTo>
                    <a:pt x="33" y="158"/>
                    <a:pt x="33" y="174"/>
                    <a:pt x="48" y="189"/>
                  </a:cubicBezTo>
                  <a:lnTo>
                    <a:pt x="48" y="189"/>
                  </a:lnTo>
                  <a:lnTo>
                    <a:pt x="64" y="189"/>
                  </a:lnTo>
                  <a:lnTo>
                    <a:pt x="64" y="189"/>
                  </a:lnTo>
                  <a:lnTo>
                    <a:pt x="64" y="174"/>
                  </a:lnTo>
                  <a:lnTo>
                    <a:pt x="64" y="174"/>
                  </a:lnTo>
                  <a:lnTo>
                    <a:pt x="64" y="174"/>
                  </a:lnTo>
                  <a:cubicBezTo>
                    <a:pt x="48" y="158"/>
                    <a:pt x="48" y="126"/>
                    <a:pt x="64" y="111"/>
                  </a:cubicBezTo>
                  <a:lnTo>
                    <a:pt x="79" y="111"/>
                  </a:lnTo>
                  <a:lnTo>
                    <a:pt x="79" y="111"/>
                  </a:lnTo>
                  <a:cubicBezTo>
                    <a:pt x="96" y="111"/>
                    <a:pt x="111" y="111"/>
                    <a:pt x="111" y="126"/>
                  </a:cubicBezTo>
                  <a:lnTo>
                    <a:pt x="127" y="142"/>
                  </a:lnTo>
                  <a:lnTo>
                    <a:pt x="127" y="111"/>
                  </a:lnTo>
                  <a:lnTo>
                    <a:pt x="111" y="111"/>
                  </a:lnTo>
                  <a:cubicBezTo>
                    <a:pt x="111" y="111"/>
                    <a:pt x="96" y="111"/>
                    <a:pt x="79" y="95"/>
                  </a:cubicBezTo>
                  <a:lnTo>
                    <a:pt x="79" y="63"/>
                  </a:lnTo>
                  <a:lnTo>
                    <a:pt x="79" y="48"/>
                  </a:lnTo>
                  <a:cubicBezTo>
                    <a:pt x="79" y="32"/>
                    <a:pt x="79" y="32"/>
                    <a:pt x="96" y="16"/>
                  </a:cubicBezTo>
                  <a:lnTo>
                    <a:pt x="96" y="16"/>
                  </a:lnTo>
                  <a:lnTo>
                    <a:pt x="79" y="16"/>
                  </a:lnTo>
                  <a:lnTo>
                    <a:pt x="64" y="16"/>
                  </a:lnTo>
                  <a:lnTo>
                    <a:pt x="48" y="16"/>
                  </a:lnTo>
                  <a:cubicBezTo>
                    <a:pt x="33" y="16"/>
                    <a:pt x="33" y="16"/>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43" name="Google Shape;3443;p46"/>
            <p:cNvSpPr/>
            <p:nvPr/>
          </p:nvSpPr>
          <p:spPr>
            <a:xfrm>
              <a:off x="3419557" y="1764687"/>
              <a:ext cx="2512" cy="2035"/>
            </a:xfrm>
            <a:custGeom>
              <a:avLst/>
              <a:gdLst/>
              <a:ahLst/>
              <a:cxnLst/>
              <a:rect l="l" t="t" r="r" b="b"/>
              <a:pathLst>
                <a:path w="79" h="64" extrusionOk="0">
                  <a:moveTo>
                    <a:pt x="63" y="1"/>
                  </a:moveTo>
                  <a:lnTo>
                    <a:pt x="0" y="32"/>
                  </a:lnTo>
                  <a:lnTo>
                    <a:pt x="0" y="32"/>
                  </a:lnTo>
                  <a:lnTo>
                    <a:pt x="63" y="64"/>
                  </a:lnTo>
                  <a:lnTo>
                    <a:pt x="63" y="64"/>
                  </a:lnTo>
                  <a:lnTo>
                    <a:pt x="78" y="64"/>
                  </a:lnTo>
                  <a:cubicBezTo>
                    <a:pt x="63" y="49"/>
                    <a:pt x="63"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44" name="Google Shape;3444;p46"/>
            <p:cNvSpPr/>
            <p:nvPr/>
          </p:nvSpPr>
          <p:spPr>
            <a:xfrm>
              <a:off x="3048726" y="1820344"/>
              <a:ext cx="3530" cy="2035"/>
            </a:xfrm>
            <a:custGeom>
              <a:avLst/>
              <a:gdLst/>
              <a:ahLst/>
              <a:cxnLst/>
              <a:rect l="l" t="t" r="r" b="b"/>
              <a:pathLst>
                <a:path w="111" h="64" extrusionOk="0">
                  <a:moveTo>
                    <a:pt x="32" y="0"/>
                  </a:moveTo>
                  <a:lnTo>
                    <a:pt x="32" y="0"/>
                  </a:lnTo>
                  <a:cubicBezTo>
                    <a:pt x="16" y="15"/>
                    <a:pt x="1" y="15"/>
                    <a:pt x="1" y="32"/>
                  </a:cubicBezTo>
                  <a:lnTo>
                    <a:pt x="1" y="63"/>
                  </a:lnTo>
                  <a:cubicBezTo>
                    <a:pt x="16" y="63"/>
                    <a:pt x="16" y="63"/>
                    <a:pt x="32" y="47"/>
                  </a:cubicBezTo>
                  <a:cubicBezTo>
                    <a:pt x="47" y="47"/>
                    <a:pt x="79" y="47"/>
                    <a:pt x="95" y="32"/>
                  </a:cubicBezTo>
                  <a:lnTo>
                    <a:pt x="111" y="32"/>
                  </a:lnTo>
                  <a:lnTo>
                    <a:pt x="95" y="32"/>
                  </a:lnTo>
                  <a:lnTo>
                    <a:pt x="79" y="15"/>
                  </a:lnTo>
                  <a:lnTo>
                    <a:pt x="4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45" name="Google Shape;3445;p46"/>
            <p:cNvSpPr/>
            <p:nvPr/>
          </p:nvSpPr>
          <p:spPr>
            <a:xfrm>
              <a:off x="3268203" y="1763702"/>
              <a:ext cx="5534" cy="2544"/>
            </a:xfrm>
            <a:custGeom>
              <a:avLst/>
              <a:gdLst/>
              <a:ahLst/>
              <a:cxnLst/>
              <a:rect l="l" t="t" r="r" b="b"/>
              <a:pathLst>
                <a:path w="174" h="80" extrusionOk="0">
                  <a:moveTo>
                    <a:pt x="173" y="0"/>
                  </a:moveTo>
                  <a:cubicBezTo>
                    <a:pt x="110" y="0"/>
                    <a:pt x="47" y="16"/>
                    <a:pt x="1" y="16"/>
                  </a:cubicBezTo>
                  <a:lnTo>
                    <a:pt x="1" y="32"/>
                  </a:lnTo>
                  <a:lnTo>
                    <a:pt x="47" y="63"/>
                  </a:lnTo>
                  <a:lnTo>
                    <a:pt x="64" y="80"/>
                  </a:lnTo>
                  <a:lnTo>
                    <a:pt x="79" y="80"/>
                  </a:lnTo>
                  <a:lnTo>
                    <a:pt x="95" y="80"/>
                  </a:lnTo>
                  <a:lnTo>
                    <a:pt x="110" y="80"/>
                  </a:lnTo>
                  <a:lnTo>
                    <a:pt x="158" y="32"/>
                  </a:lnTo>
                  <a:cubicBezTo>
                    <a:pt x="173" y="32"/>
                    <a:pt x="173"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46" name="Google Shape;3446;p46"/>
            <p:cNvSpPr/>
            <p:nvPr/>
          </p:nvSpPr>
          <p:spPr>
            <a:xfrm>
              <a:off x="3324813" y="1773243"/>
              <a:ext cx="9064" cy="4039"/>
            </a:xfrm>
            <a:custGeom>
              <a:avLst/>
              <a:gdLst/>
              <a:ahLst/>
              <a:cxnLst/>
              <a:rect l="l" t="t" r="r" b="b"/>
              <a:pathLst>
                <a:path w="285" h="127" extrusionOk="0">
                  <a:moveTo>
                    <a:pt x="238" y="0"/>
                  </a:moveTo>
                  <a:lnTo>
                    <a:pt x="238" y="0"/>
                  </a:lnTo>
                  <a:lnTo>
                    <a:pt x="238" y="0"/>
                  </a:lnTo>
                  <a:lnTo>
                    <a:pt x="158" y="32"/>
                  </a:lnTo>
                  <a:cubicBezTo>
                    <a:pt x="143" y="15"/>
                    <a:pt x="127" y="15"/>
                    <a:pt x="127" y="15"/>
                  </a:cubicBezTo>
                  <a:cubicBezTo>
                    <a:pt x="80" y="15"/>
                    <a:pt x="48" y="32"/>
                    <a:pt x="17" y="47"/>
                  </a:cubicBezTo>
                  <a:cubicBezTo>
                    <a:pt x="1" y="47"/>
                    <a:pt x="1" y="47"/>
                    <a:pt x="1" y="63"/>
                  </a:cubicBezTo>
                  <a:lnTo>
                    <a:pt x="1" y="63"/>
                  </a:lnTo>
                  <a:lnTo>
                    <a:pt x="1" y="63"/>
                  </a:lnTo>
                  <a:lnTo>
                    <a:pt x="17" y="78"/>
                  </a:lnTo>
                  <a:lnTo>
                    <a:pt x="17" y="110"/>
                  </a:lnTo>
                  <a:lnTo>
                    <a:pt x="17" y="126"/>
                  </a:lnTo>
                  <a:lnTo>
                    <a:pt x="95" y="78"/>
                  </a:lnTo>
                  <a:lnTo>
                    <a:pt x="111" y="63"/>
                  </a:lnTo>
                  <a:lnTo>
                    <a:pt x="111" y="63"/>
                  </a:lnTo>
                  <a:cubicBezTo>
                    <a:pt x="127" y="63"/>
                    <a:pt x="143" y="78"/>
                    <a:pt x="143" y="78"/>
                  </a:cubicBezTo>
                  <a:cubicBezTo>
                    <a:pt x="143" y="95"/>
                    <a:pt x="158" y="95"/>
                    <a:pt x="158" y="95"/>
                  </a:cubicBezTo>
                  <a:lnTo>
                    <a:pt x="158" y="95"/>
                  </a:lnTo>
                  <a:lnTo>
                    <a:pt x="158" y="95"/>
                  </a:lnTo>
                  <a:lnTo>
                    <a:pt x="158" y="78"/>
                  </a:lnTo>
                  <a:cubicBezTo>
                    <a:pt x="143" y="63"/>
                    <a:pt x="158" y="47"/>
                    <a:pt x="175" y="32"/>
                  </a:cubicBezTo>
                  <a:lnTo>
                    <a:pt x="175" y="32"/>
                  </a:lnTo>
                  <a:lnTo>
                    <a:pt x="190" y="32"/>
                  </a:lnTo>
                  <a:cubicBezTo>
                    <a:pt x="190" y="32"/>
                    <a:pt x="206" y="32"/>
                    <a:pt x="221" y="47"/>
                  </a:cubicBezTo>
                  <a:lnTo>
                    <a:pt x="221" y="47"/>
                  </a:lnTo>
                  <a:lnTo>
                    <a:pt x="221" y="47"/>
                  </a:lnTo>
                  <a:cubicBezTo>
                    <a:pt x="221" y="32"/>
                    <a:pt x="238" y="15"/>
                    <a:pt x="253" y="15"/>
                  </a:cubicBezTo>
                  <a:cubicBezTo>
                    <a:pt x="253" y="15"/>
                    <a:pt x="269" y="15"/>
                    <a:pt x="269" y="32"/>
                  </a:cubicBezTo>
                  <a:lnTo>
                    <a:pt x="284" y="32"/>
                  </a:lnTo>
                  <a:cubicBezTo>
                    <a:pt x="284" y="32"/>
                    <a:pt x="284" y="15"/>
                    <a:pt x="269" y="15"/>
                  </a:cubicBezTo>
                  <a:cubicBezTo>
                    <a:pt x="269" y="0"/>
                    <a:pt x="253" y="0"/>
                    <a:pt x="25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47" name="Google Shape;3447;p46"/>
            <p:cNvSpPr/>
            <p:nvPr/>
          </p:nvSpPr>
          <p:spPr>
            <a:xfrm>
              <a:off x="3420543" y="1761698"/>
              <a:ext cx="8046" cy="3530"/>
            </a:xfrm>
            <a:custGeom>
              <a:avLst/>
              <a:gdLst/>
              <a:ahLst/>
              <a:cxnLst/>
              <a:rect l="l" t="t" r="r" b="b"/>
              <a:pathLst>
                <a:path w="253" h="111" extrusionOk="0">
                  <a:moveTo>
                    <a:pt x="47" y="0"/>
                  </a:moveTo>
                  <a:lnTo>
                    <a:pt x="32" y="0"/>
                  </a:lnTo>
                  <a:lnTo>
                    <a:pt x="16" y="16"/>
                  </a:lnTo>
                  <a:cubicBezTo>
                    <a:pt x="16" y="16"/>
                    <a:pt x="16" y="32"/>
                    <a:pt x="1" y="32"/>
                  </a:cubicBezTo>
                  <a:lnTo>
                    <a:pt x="16" y="32"/>
                  </a:lnTo>
                  <a:lnTo>
                    <a:pt x="16" y="32"/>
                  </a:lnTo>
                  <a:cubicBezTo>
                    <a:pt x="16" y="32"/>
                    <a:pt x="32" y="32"/>
                    <a:pt x="32" y="48"/>
                  </a:cubicBezTo>
                  <a:cubicBezTo>
                    <a:pt x="47" y="32"/>
                    <a:pt x="47" y="32"/>
                    <a:pt x="64" y="32"/>
                  </a:cubicBezTo>
                  <a:lnTo>
                    <a:pt x="64" y="32"/>
                  </a:lnTo>
                  <a:lnTo>
                    <a:pt x="64" y="32"/>
                  </a:lnTo>
                  <a:cubicBezTo>
                    <a:pt x="79" y="32"/>
                    <a:pt x="95" y="48"/>
                    <a:pt x="95" y="63"/>
                  </a:cubicBezTo>
                  <a:lnTo>
                    <a:pt x="95" y="95"/>
                  </a:lnTo>
                  <a:lnTo>
                    <a:pt x="95" y="95"/>
                  </a:lnTo>
                  <a:lnTo>
                    <a:pt x="110" y="95"/>
                  </a:lnTo>
                  <a:lnTo>
                    <a:pt x="127" y="95"/>
                  </a:lnTo>
                  <a:lnTo>
                    <a:pt x="142" y="95"/>
                  </a:lnTo>
                  <a:lnTo>
                    <a:pt x="158" y="95"/>
                  </a:lnTo>
                  <a:cubicBezTo>
                    <a:pt x="158" y="111"/>
                    <a:pt x="190" y="111"/>
                    <a:pt x="205" y="111"/>
                  </a:cubicBezTo>
                  <a:lnTo>
                    <a:pt x="221" y="111"/>
                  </a:lnTo>
                  <a:cubicBezTo>
                    <a:pt x="236" y="111"/>
                    <a:pt x="253" y="95"/>
                    <a:pt x="236" y="79"/>
                  </a:cubicBezTo>
                  <a:cubicBezTo>
                    <a:pt x="236" y="63"/>
                    <a:pt x="221" y="48"/>
                    <a:pt x="205" y="48"/>
                  </a:cubicBezTo>
                  <a:lnTo>
                    <a:pt x="205" y="48"/>
                  </a:lnTo>
                  <a:lnTo>
                    <a:pt x="190" y="48"/>
                  </a:lnTo>
                  <a:cubicBezTo>
                    <a:pt x="173" y="32"/>
                    <a:pt x="158" y="32"/>
                    <a:pt x="127" y="32"/>
                  </a:cubicBezTo>
                  <a:lnTo>
                    <a:pt x="95" y="32"/>
                  </a:lnTo>
                  <a:lnTo>
                    <a:pt x="79" y="32"/>
                  </a:lnTo>
                  <a:lnTo>
                    <a:pt x="79" y="32"/>
                  </a:lnTo>
                  <a:cubicBezTo>
                    <a:pt x="64" y="32"/>
                    <a:pt x="64" y="32"/>
                    <a:pt x="64" y="16"/>
                  </a:cubicBezTo>
                  <a:cubicBezTo>
                    <a:pt x="47" y="16"/>
                    <a:pt x="47" y="16"/>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48" name="Google Shape;3448;p46"/>
            <p:cNvSpPr/>
            <p:nvPr/>
          </p:nvSpPr>
          <p:spPr>
            <a:xfrm>
              <a:off x="3020166" y="1804283"/>
              <a:ext cx="6042" cy="4039"/>
            </a:xfrm>
            <a:custGeom>
              <a:avLst/>
              <a:gdLst/>
              <a:ahLst/>
              <a:cxnLst/>
              <a:rect l="l" t="t" r="r" b="b"/>
              <a:pathLst>
                <a:path w="190" h="127" extrusionOk="0">
                  <a:moveTo>
                    <a:pt x="158" y="1"/>
                  </a:moveTo>
                  <a:lnTo>
                    <a:pt x="158" y="1"/>
                  </a:lnTo>
                  <a:lnTo>
                    <a:pt x="158" y="1"/>
                  </a:lnTo>
                  <a:cubicBezTo>
                    <a:pt x="143" y="16"/>
                    <a:pt x="143" y="32"/>
                    <a:pt x="126" y="32"/>
                  </a:cubicBezTo>
                  <a:lnTo>
                    <a:pt x="111" y="32"/>
                  </a:lnTo>
                  <a:lnTo>
                    <a:pt x="111" y="32"/>
                  </a:lnTo>
                  <a:lnTo>
                    <a:pt x="80" y="32"/>
                  </a:lnTo>
                  <a:cubicBezTo>
                    <a:pt x="80" y="48"/>
                    <a:pt x="95" y="48"/>
                    <a:pt x="95" y="64"/>
                  </a:cubicBezTo>
                  <a:cubicBezTo>
                    <a:pt x="95" y="79"/>
                    <a:pt x="80" y="95"/>
                    <a:pt x="63" y="95"/>
                  </a:cubicBezTo>
                  <a:lnTo>
                    <a:pt x="32" y="95"/>
                  </a:lnTo>
                  <a:lnTo>
                    <a:pt x="32" y="95"/>
                  </a:lnTo>
                  <a:cubicBezTo>
                    <a:pt x="17" y="95"/>
                    <a:pt x="17" y="95"/>
                    <a:pt x="0" y="79"/>
                  </a:cubicBezTo>
                  <a:lnTo>
                    <a:pt x="0" y="111"/>
                  </a:lnTo>
                  <a:cubicBezTo>
                    <a:pt x="17" y="127"/>
                    <a:pt x="32" y="127"/>
                    <a:pt x="32" y="127"/>
                  </a:cubicBezTo>
                  <a:lnTo>
                    <a:pt x="48" y="127"/>
                  </a:lnTo>
                  <a:lnTo>
                    <a:pt x="48" y="127"/>
                  </a:lnTo>
                  <a:lnTo>
                    <a:pt x="126" y="95"/>
                  </a:lnTo>
                  <a:lnTo>
                    <a:pt x="158" y="79"/>
                  </a:lnTo>
                  <a:cubicBezTo>
                    <a:pt x="158" y="64"/>
                    <a:pt x="158" y="64"/>
                    <a:pt x="174" y="64"/>
                  </a:cubicBezTo>
                  <a:lnTo>
                    <a:pt x="189" y="48"/>
                  </a:lnTo>
                  <a:lnTo>
                    <a:pt x="189" y="16"/>
                  </a:lnTo>
                  <a:cubicBezTo>
                    <a:pt x="189" y="16"/>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49" name="Google Shape;3449;p46"/>
            <p:cNvSpPr/>
            <p:nvPr/>
          </p:nvSpPr>
          <p:spPr>
            <a:xfrm>
              <a:off x="3338362" y="1812806"/>
              <a:ext cx="4516" cy="3021"/>
            </a:xfrm>
            <a:custGeom>
              <a:avLst/>
              <a:gdLst/>
              <a:ahLst/>
              <a:cxnLst/>
              <a:rect l="l" t="t" r="r" b="b"/>
              <a:pathLst>
                <a:path w="142" h="95" extrusionOk="0">
                  <a:moveTo>
                    <a:pt x="127" y="0"/>
                  </a:moveTo>
                  <a:lnTo>
                    <a:pt x="95" y="17"/>
                  </a:lnTo>
                  <a:lnTo>
                    <a:pt x="47" y="32"/>
                  </a:lnTo>
                  <a:cubicBezTo>
                    <a:pt x="47" y="48"/>
                    <a:pt x="32" y="63"/>
                    <a:pt x="16" y="63"/>
                  </a:cubicBezTo>
                  <a:lnTo>
                    <a:pt x="16" y="63"/>
                  </a:lnTo>
                  <a:lnTo>
                    <a:pt x="1" y="63"/>
                  </a:lnTo>
                  <a:lnTo>
                    <a:pt x="1" y="80"/>
                  </a:lnTo>
                  <a:cubicBezTo>
                    <a:pt x="1" y="95"/>
                    <a:pt x="1" y="95"/>
                    <a:pt x="16" y="95"/>
                  </a:cubicBezTo>
                  <a:lnTo>
                    <a:pt x="32" y="95"/>
                  </a:lnTo>
                  <a:cubicBezTo>
                    <a:pt x="32" y="95"/>
                    <a:pt x="32" y="80"/>
                    <a:pt x="47" y="80"/>
                  </a:cubicBezTo>
                  <a:lnTo>
                    <a:pt x="64" y="63"/>
                  </a:lnTo>
                  <a:lnTo>
                    <a:pt x="79" y="63"/>
                  </a:lnTo>
                  <a:lnTo>
                    <a:pt x="79" y="63"/>
                  </a:lnTo>
                  <a:cubicBezTo>
                    <a:pt x="95" y="63"/>
                    <a:pt x="95" y="63"/>
                    <a:pt x="110" y="80"/>
                  </a:cubicBezTo>
                  <a:lnTo>
                    <a:pt x="110" y="80"/>
                  </a:lnTo>
                  <a:lnTo>
                    <a:pt x="142" y="63"/>
                  </a:lnTo>
                  <a:lnTo>
                    <a:pt x="127" y="63"/>
                  </a:lnTo>
                  <a:cubicBezTo>
                    <a:pt x="110" y="48"/>
                    <a:pt x="110" y="48"/>
                    <a:pt x="110" y="32"/>
                  </a:cubicBezTo>
                  <a:cubicBezTo>
                    <a:pt x="110" y="17"/>
                    <a:pt x="110"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50" name="Google Shape;3450;p46"/>
            <p:cNvSpPr/>
            <p:nvPr/>
          </p:nvSpPr>
          <p:spPr>
            <a:xfrm>
              <a:off x="3182015" y="1804792"/>
              <a:ext cx="3053" cy="4548"/>
            </a:xfrm>
            <a:custGeom>
              <a:avLst/>
              <a:gdLst/>
              <a:ahLst/>
              <a:cxnLst/>
              <a:rect l="l" t="t" r="r" b="b"/>
              <a:pathLst>
                <a:path w="96" h="143" extrusionOk="0">
                  <a:moveTo>
                    <a:pt x="16" y="0"/>
                  </a:moveTo>
                  <a:lnTo>
                    <a:pt x="16" y="0"/>
                  </a:lnTo>
                  <a:lnTo>
                    <a:pt x="16" y="0"/>
                  </a:lnTo>
                  <a:cubicBezTo>
                    <a:pt x="1" y="0"/>
                    <a:pt x="1" y="0"/>
                    <a:pt x="1" y="16"/>
                  </a:cubicBezTo>
                  <a:lnTo>
                    <a:pt x="16" y="95"/>
                  </a:lnTo>
                  <a:lnTo>
                    <a:pt x="16" y="111"/>
                  </a:lnTo>
                  <a:lnTo>
                    <a:pt x="47" y="142"/>
                  </a:lnTo>
                  <a:lnTo>
                    <a:pt x="64" y="142"/>
                  </a:lnTo>
                  <a:cubicBezTo>
                    <a:pt x="79" y="126"/>
                    <a:pt x="95" y="111"/>
                    <a:pt x="79" y="95"/>
                  </a:cubicBezTo>
                  <a:lnTo>
                    <a:pt x="47" y="16"/>
                  </a:lnTo>
                  <a:cubicBezTo>
                    <a:pt x="47" y="16"/>
                    <a:pt x="32" y="0"/>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51" name="Google Shape;3451;p46"/>
            <p:cNvSpPr/>
            <p:nvPr/>
          </p:nvSpPr>
          <p:spPr>
            <a:xfrm>
              <a:off x="3036704" y="1799767"/>
              <a:ext cx="5534" cy="4548"/>
            </a:xfrm>
            <a:custGeom>
              <a:avLst/>
              <a:gdLst/>
              <a:ahLst/>
              <a:cxnLst/>
              <a:rect l="l" t="t" r="r" b="b"/>
              <a:pathLst>
                <a:path w="174" h="143" extrusionOk="0">
                  <a:moveTo>
                    <a:pt x="110" y="1"/>
                  </a:moveTo>
                  <a:lnTo>
                    <a:pt x="110" y="1"/>
                  </a:lnTo>
                  <a:lnTo>
                    <a:pt x="95" y="1"/>
                  </a:lnTo>
                  <a:lnTo>
                    <a:pt x="95" y="1"/>
                  </a:lnTo>
                  <a:cubicBezTo>
                    <a:pt x="79" y="1"/>
                    <a:pt x="64" y="17"/>
                    <a:pt x="64" y="32"/>
                  </a:cubicBezTo>
                  <a:lnTo>
                    <a:pt x="47" y="64"/>
                  </a:lnTo>
                  <a:lnTo>
                    <a:pt x="47" y="64"/>
                  </a:lnTo>
                  <a:lnTo>
                    <a:pt x="32" y="64"/>
                  </a:lnTo>
                  <a:lnTo>
                    <a:pt x="32" y="64"/>
                  </a:lnTo>
                  <a:cubicBezTo>
                    <a:pt x="16" y="64"/>
                    <a:pt x="16" y="64"/>
                    <a:pt x="1" y="80"/>
                  </a:cubicBezTo>
                  <a:cubicBezTo>
                    <a:pt x="1" y="95"/>
                    <a:pt x="1" y="111"/>
                    <a:pt x="16" y="111"/>
                  </a:cubicBezTo>
                  <a:cubicBezTo>
                    <a:pt x="1" y="95"/>
                    <a:pt x="16" y="80"/>
                    <a:pt x="32" y="80"/>
                  </a:cubicBezTo>
                  <a:lnTo>
                    <a:pt x="47" y="80"/>
                  </a:lnTo>
                  <a:lnTo>
                    <a:pt x="47" y="80"/>
                  </a:lnTo>
                  <a:cubicBezTo>
                    <a:pt x="64" y="80"/>
                    <a:pt x="64" y="80"/>
                    <a:pt x="79" y="95"/>
                  </a:cubicBezTo>
                  <a:lnTo>
                    <a:pt x="95" y="127"/>
                  </a:lnTo>
                  <a:lnTo>
                    <a:pt x="95" y="143"/>
                  </a:lnTo>
                  <a:lnTo>
                    <a:pt x="110" y="127"/>
                  </a:lnTo>
                  <a:lnTo>
                    <a:pt x="110" y="95"/>
                  </a:lnTo>
                  <a:lnTo>
                    <a:pt x="127" y="111"/>
                  </a:lnTo>
                  <a:lnTo>
                    <a:pt x="142" y="111"/>
                  </a:lnTo>
                  <a:cubicBezTo>
                    <a:pt x="173" y="95"/>
                    <a:pt x="173" y="80"/>
                    <a:pt x="158" y="64"/>
                  </a:cubicBezTo>
                  <a:lnTo>
                    <a:pt x="142" y="17"/>
                  </a:lnTo>
                  <a:cubicBezTo>
                    <a:pt x="142" y="1"/>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52" name="Google Shape;3452;p46"/>
            <p:cNvSpPr/>
            <p:nvPr/>
          </p:nvSpPr>
          <p:spPr>
            <a:xfrm>
              <a:off x="3443600" y="1804283"/>
              <a:ext cx="4039" cy="6042"/>
            </a:xfrm>
            <a:custGeom>
              <a:avLst/>
              <a:gdLst/>
              <a:ahLst/>
              <a:cxnLst/>
              <a:rect l="l" t="t" r="r" b="b"/>
              <a:pathLst>
                <a:path w="127" h="190" extrusionOk="0">
                  <a:moveTo>
                    <a:pt x="95" y="1"/>
                  </a:moveTo>
                  <a:lnTo>
                    <a:pt x="63" y="16"/>
                  </a:lnTo>
                  <a:cubicBezTo>
                    <a:pt x="63" y="32"/>
                    <a:pt x="63" y="32"/>
                    <a:pt x="47" y="32"/>
                  </a:cubicBezTo>
                  <a:lnTo>
                    <a:pt x="47" y="32"/>
                  </a:lnTo>
                  <a:lnTo>
                    <a:pt x="32" y="32"/>
                  </a:lnTo>
                  <a:cubicBezTo>
                    <a:pt x="32" y="32"/>
                    <a:pt x="32" y="48"/>
                    <a:pt x="15" y="64"/>
                  </a:cubicBezTo>
                  <a:cubicBezTo>
                    <a:pt x="15" y="79"/>
                    <a:pt x="32" y="95"/>
                    <a:pt x="47" y="111"/>
                  </a:cubicBezTo>
                  <a:lnTo>
                    <a:pt x="15" y="127"/>
                  </a:lnTo>
                  <a:cubicBezTo>
                    <a:pt x="0" y="142"/>
                    <a:pt x="0" y="158"/>
                    <a:pt x="0" y="174"/>
                  </a:cubicBezTo>
                  <a:cubicBezTo>
                    <a:pt x="15" y="190"/>
                    <a:pt x="32" y="190"/>
                    <a:pt x="32" y="190"/>
                  </a:cubicBezTo>
                  <a:lnTo>
                    <a:pt x="47" y="190"/>
                  </a:lnTo>
                  <a:lnTo>
                    <a:pt x="63" y="190"/>
                  </a:lnTo>
                  <a:lnTo>
                    <a:pt x="95" y="158"/>
                  </a:lnTo>
                  <a:lnTo>
                    <a:pt x="95" y="142"/>
                  </a:lnTo>
                  <a:cubicBezTo>
                    <a:pt x="110" y="142"/>
                    <a:pt x="110" y="127"/>
                    <a:pt x="126" y="127"/>
                  </a:cubicBezTo>
                  <a:cubicBezTo>
                    <a:pt x="126" y="95"/>
                    <a:pt x="110" y="79"/>
                    <a:pt x="95" y="64"/>
                  </a:cubicBezTo>
                  <a:lnTo>
                    <a:pt x="95" y="64"/>
                  </a:lnTo>
                  <a:lnTo>
                    <a:pt x="95" y="64"/>
                  </a:lnTo>
                  <a:cubicBezTo>
                    <a:pt x="110" y="64"/>
                    <a:pt x="126" y="32"/>
                    <a:pt x="110" y="16"/>
                  </a:cubicBezTo>
                  <a:cubicBezTo>
                    <a:pt x="110" y="16"/>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53" name="Google Shape;3453;p46"/>
            <p:cNvSpPr/>
            <p:nvPr/>
          </p:nvSpPr>
          <p:spPr>
            <a:xfrm>
              <a:off x="3309293" y="1813315"/>
              <a:ext cx="6042" cy="5534"/>
            </a:xfrm>
            <a:custGeom>
              <a:avLst/>
              <a:gdLst/>
              <a:ahLst/>
              <a:cxnLst/>
              <a:rect l="l" t="t" r="r" b="b"/>
              <a:pathLst>
                <a:path w="190" h="174" extrusionOk="0">
                  <a:moveTo>
                    <a:pt x="110" y="1"/>
                  </a:moveTo>
                  <a:cubicBezTo>
                    <a:pt x="127" y="1"/>
                    <a:pt x="127" y="16"/>
                    <a:pt x="110" y="16"/>
                  </a:cubicBezTo>
                  <a:cubicBezTo>
                    <a:pt x="110" y="32"/>
                    <a:pt x="95" y="47"/>
                    <a:pt x="79" y="47"/>
                  </a:cubicBezTo>
                  <a:lnTo>
                    <a:pt x="64" y="32"/>
                  </a:lnTo>
                  <a:lnTo>
                    <a:pt x="16" y="16"/>
                  </a:lnTo>
                  <a:lnTo>
                    <a:pt x="16" y="1"/>
                  </a:lnTo>
                  <a:cubicBezTo>
                    <a:pt x="16" y="16"/>
                    <a:pt x="16" y="16"/>
                    <a:pt x="1" y="16"/>
                  </a:cubicBezTo>
                  <a:lnTo>
                    <a:pt x="1" y="32"/>
                  </a:lnTo>
                  <a:lnTo>
                    <a:pt x="1" y="47"/>
                  </a:lnTo>
                  <a:lnTo>
                    <a:pt x="1" y="47"/>
                  </a:lnTo>
                  <a:lnTo>
                    <a:pt x="1" y="47"/>
                  </a:lnTo>
                  <a:cubicBezTo>
                    <a:pt x="16" y="47"/>
                    <a:pt x="32" y="47"/>
                    <a:pt x="32" y="64"/>
                  </a:cubicBezTo>
                  <a:lnTo>
                    <a:pt x="32" y="64"/>
                  </a:lnTo>
                  <a:lnTo>
                    <a:pt x="64" y="64"/>
                  </a:lnTo>
                  <a:lnTo>
                    <a:pt x="64" y="47"/>
                  </a:lnTo>
                  <a:cubicBezTo>
                    <a:pt x="79" y="47"/>
                    <a:pt x="79" y="47"/>
                    <a:pt x="95" y="64"/>
                  </a:cubicBezTo>
                  <a:lnTo>
                    <a:pt x="110" y="64"/>
                  </a:lnTo>
                  <a:lnTo>
                    <a:pt x="110" y="79"/>
                  </a:lnTo>
                  <a:lnTo>
                    <a:pt x="110" y="127"/>
                  </a:lnTo>
                  <a:lnTo>
                    <a:pt x="110" y="142"/>
                  </a:lnTo>
                  <a:cubicBezTo>
                    <a:pt x="110" y="158"/>
                    <a:pt x="127" y="173"/>
                    <a:pt x="142" y="173"/>
                  </a:cubicBezTo>
                  <a:lnTo>
                    <a:pt x="142" y="173"/>
                  </a:lnTo>
                  <a:cubicBezTo>
                    <a:pt x="173" y="173"/>
                    <a:pt x="190" y="158"/>
                    <a:pt x="173" y="142"/>
                  </a:cubicBezTo>
                  <a:lnTo>
                    <a:pt x="173" y="127"/>
                  </a:lnTo>
                  <a:lnTo>
                    <a:pt x="173" y="32"/>
                  </a:lnTo>
                  <a:cubicBezTo>
                    <a:pt x="173" y="16"/>
                    <a:pt x="158" y="16"/>
                    <a:pt x="142" y="1"/>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54" name="Google Shape;3454;p46"/>
            <p:cNvSpPr/>
            <p:nvPr/>
          </p:nvSpPr>
          <p:spPr>
            <a:xfrm>
              <a:off x="3320329" y="1775246"/>
              <a:ext cx="5025" cy="3498"/>
            </a:xfrm>
            <a:custGeom>
              <a:avLst/>
              <a:gdLst/>
              <a:ahLst/>
              <a:cxnLst/>
              <a:rect l="l" t="t" r="r" b="b"/>
              <a:pathLst>
                <a:path w="158" h="110" extrusionOk="0">
                  <a:moveTo>
                    <a:pt x="126" y="0"/>
                  </a:moveTo>
                  <a:lnTo>
                    <a:pt x="110" y="0"/>
                  </a:lnTo>
                  <a:lnTo>
                    <a:pt x="110" y="0"/>
                  </a:lnTo>
                  <a:lnTo>
                    <a:pt x="79" y="15"/>
                  </a:lnTo>
                  <a:lnTo>
                    <a:pt x="47" y="15"/>
                  </a:lnTo>
                  <a:lnTo>
                    <a:pt x="32" y="15"/>
                  </a:lnTo>
                  <a:lnTo>
                    <a:pt x="32" y="15"/>
                  </a:lnTo>
                  <a:cubicBezTo>
                    <a:pt x="16" y="15"/>
                    <a:pt x="16" y="15"/>
                    <a:pt x="16" y="32"/>
                  </a:cubicBezTo>
                  <a:lnTo>
                    <a:pt x="16" y="32"/>
                  </a:lnTo>
                  <a:lnTo>
                    <a:pt x="0" y="32"/>
                  </a:lnTo>
                  <a:lnTo>
                    <a:pt x="0" y="32"/>
                  </a:lnTo>
                  <a:cubicBezTo>
                    <a:pt x="0" y="47"/>
                    <a:pt x="16" y="47"/>
                    <a:pt x="16" y="63"/>
                  </a:cubicBezTo>
                  <a:lnTo>
                    <a:pt x="32" y="95"/>
                  </a:lnTo>
                  <a:lnTo>
                    <a:pt x="32" y="95"/>
                  </a:lnTo>
                  <a:lnTo>
                    <a:pt x="32" y="95"/>
                  </a:lnTo>
                  <a:cubicBezTo>
                    <a:pt x="47" y="110"/>
                    <a:pt x="63" y="110"/>
                    <a:pt x="79" y="110"/>
                  </a:cubicBezTo>
                  <a:lnTo>
                    <a:pt x="79" y="110"/>
                  </a:lnTo>
                  <a:lnTo>
                    <a:pt x="79" y="110"/>
                  </a:lnTo>
                  <a:lnTo>
                    <a:pt x="110" y="110"/>
                  </a:lnTo>
                  <a:cubicBezTo>
                    <a:pt x="110" y="95"/>
                    <a:pt x="126" y="78"/>
                    <a:pt x="126" y="78"/>
                  </a:cubicBezTo>
                  <a:lnTo>
                    <a:pt x="158" y="63"/>
                  </a:lnTo>
                  <a:lnTo>
                    <a:pt x="158" y="47"/>
                  </a:lnTo>
                  <a:lnTo>
                    <a:pt x="158" y="15"/>
                  </a:lnTo>
                  <a:lnTo>
                    <a:pt x="142"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55" name="Google Shape;3455;p46"/>
            <p:cNvSpPr/>
            <p:nvPr/>
          </p:nvSpPr>
          <p:spPr>
            <a:xfrm>
              <a:off x="3013137" y="1799290"/>
              <a:ext cx="3053" cy="6042"/>
            </a:xfrm>
            <a:custGeom>
              <a:avLst/>
              <a:gdLst/>
              <a:ahLst/>
              <a:cxnLst/>
              <a:rect l="l" t="t" r="r" b="b"/>
              <a:pathLst>
                <a:path w="96" h="190" extrusionOk="0">
                  <a:moveTo>
                    <a:pt x="48" y="0"/>
                  </a:moveTo>
                  <a:lnTo>
                    <a:pt x="48" y="0"/>
                  </a:lnTo>
                  <a:cubicBezTo>
                    <a:pt x="32" y="0"/>
                    <a:pt x="17" y="16"/>
                    <a:pt x="17" y="16"/>
                  </a:cubicBezTo>
                  <a:lnTo>
                    <a:pt x="17" y="32"/>
                  </a:lnTo>
                  <a:cubicBezTo>
                    <a:pt x="1" y="47"/>
                    <a:pt x="1" y="63"/>
                    <a:pt x="1" y="79"/>
                  </a:cubicBezTo>
                  <a:cubicBezTo>
                    <a:pt x="17" y="110"/>
                    <a:pt x="48" y="142"/>
                    <a:pt x="80" y="189"/>
                  </a:cubicBezTo>
                  <a:cubicBezTo>
                    <a:pt x="95" y="158"/>
                    <a:pt x="95" y="142"/>
                    <a:pt x="95" y="110"/>
                  </a:cubicBezTo>
                  <a:lnTo>
                    <a:pt x="95" y="95"/>
                  </a:lnTo>
                  <a:cubicBezTo>
                    <a:pt x="95" y="79"/>
                    <a:pt x="80" y="79"/>
                    <a:pt x="80" y="63"/>
                  </a:cubicBezTo>
                  <a:lnTo>
                    <a:pt x="80" y="47"/>
                  </a:lnTo>
                  <a:lnTo>
                    <a:pt x="80" y="32"/>
                  </a:lnTo>
                  <a:cubicBezTo>
                    <a:pt x="80" y="32"/>
                    <a:pt x="80" y="16"/>
                    <a:pt x="64" y="0"/>
                  </a:cubicBezTo>
                  <a:lnTo>
                    <a:pt x="64"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56" name="Google Shape;3456;p46"/>
            <p:cNvSpPr/>
            <p:nvPr/>
          </p:nvSpPr>
          <p:spPr>
            <a:xfrm>
              <a:off x="3179025" y="1783261"/>
              <a:ext cx="3021" cy="2512"/>
            </a:xfrm>
            <a:custGeom>
              <a:avLst/>
              <a:gdLst/>
              <a:ahLst/>
              <a:cxnLst/>
              <a:rect l="l" t="t" r="r" b="b"/>
              <a:pathLst>
                <a:path w="95" h="79" extrusionOk="0">
                  <a:moveTo>
                    <a:pt x="95" y="0"/>
                  </a:moveTo>
                  <a:cubicBezTo>
                    <a:pt x="78" y="0"/>
                    <a:pt x="63" y="15"/>
                    <a:pt x="47" y="15"/>
                  </a:cubicBezTo>
                  <a:cubicBezTo>
                    <a:pt x="32" y="15"/>
                    <a:pt x="32" y="15"/>
                    <a:pt x="15" y="0"/>
                  </a:cubicBezTo>
                  <a:lnTo>
                    <a:pt x="0" y="47"/>
                  </a:lnTo>
                  <a:cubicBezTo>
                    <a:pt x="0" y="63"/>
                    <a:pt x="15" y="78"/>
                    <a:pt x="32" y="78"/>
                  </a:cubicBezTo>
                  <a:lnTo>
                    <a:pt x="47" y="78"/>
                  </a:lnTo>
                  <a:lnTo>
                    <a:pt x="63" y="78"/>
                  </a:lnTo>
                  <a:lnTo>
                    <a:pt x="78" y="63"/>
                  </a:lnTo>
                  <a:lnTo>
                    <a:pt x="78" y="32"/>
                  </a:lnTo>
                  <a:lnTo>
                    <a:pt x="78"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57" name="Google Shape;3457;p46"/>
            <p:cNvSpPr/>
            <p:nvPr/>
          </p:nvSpPr>
          <p:spPr>
            <a:xfrm>
              <a:off x="3327835" y="1766214"/>
              <a:ext cx="3562" cy="4039"/>
            </a:xfrm>
            <a:custGeom>
              <a:avLst/>
              <a:gdLst/>
              <a:ahLst/>
              <a:cxnLst/>
              <a:rect l="l" t="t" r="r" b="b"/>
              <a:pathLst>
                <a:path w="112" h="127" extrusionOk="0">
                  <a:moveTo>
                    <a:pt x="63" y="1"/>
                  </a:moveTo>
                  <a:lnTo>
                    <a:pt x="63" y="1"/>
                  </a:lnTo>
                  <a:cubicBezTo>
                    <a:pt x="48" y="16"/>
                    <a:pt x="32" y="16"/>
                    <a:pt x="32" y="32"/>
                  </a:cubicBezTo>
                  <a:lnTo>
                    <a:pt x="0" y="64"/>
                  </a:lnTo>
                  <a:lnTo>
                    <a:pt x="0" y="79"/>
                  </a:lnTo>
                  <a:cubicBezTo>
                    <a:pt x="0" y="95"/>
                    <a:pt x="0" y="110"/>
                    <a:pt x="16" y="110"/>
                  </a:cubicBezTo>
                  <a:lnTo>
                    <a:pt x="32" y="110"/>
                  </a:lnTo>
                  <a:lnTo>
                    <a:pt x="48" y="110"/>
                  </a:lnTo>
                  <a:cubicBezTo>
                    <a:pt x="63" y="127"/>
                    <a:pt x="63" y="127"/>
                    <a:pt x="80" y="127"/>
                  </a:cubicBezTo>
                  <a:lnTo>
                    <a:pt x="95" y="127"/>
                  </a:lnTo>
                  <a:cubicBezTo>
                    <a:pt x="95" y="127"/>
                    <a:pt x="111" y="110"/>
                    <a:pt x="111" y="95"/>
                  </a:cubicBezTo>
                  <a:lnTo>
                    <a:pt x="111" y="79"/>
                  </a:lnTo>
                  <a:lnTo>
                    <a:pt x="95" y="32"/>
                  </a:lnTo>
                  <a:cubicBezTo>
                    <a:pt x="95"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58" name="Google Shape;3458;p46"/>
            <p:cNvSpPr/>
            <p:nvPr/>
          </p:nvSpPr>
          <p:spPr>
            <a:xfrm>
              <a:off x="3439052" y="1772702"/>
              <a:ext cx="5565" cy="7060"/>
            </a:xfrm>
            <a:custGeom>
              <a:avLst/>
              <a:gdLst/>
              <a:ahLst/>
              <a:cxnLst/>
              <a:rect l="l" t="t" r="r" b="b"/>
              <a:pathLst>
                <a:path w="175" h="222" extrusionOk="0">
                  <a:moveTo>
                    <a:pt x="32" y="1"/>
                  </a:moveTo>
                  <a:lnTo>
                    <a:pt x="32" y="1"/>
                  </a:lnTo>
                  <a:cubicBezTo>
                    <a:pt x="17" y="1"/>
                    <a:pt x="1" y="17"/>
                    <a:pt x="1" y="17"/>
                  </a:cubicBezTo>
                  <a:cubicBezTo>
                    <a:pt x="1" y="32"/>
                    <a:pt x="1" y="64"/>
                    <a:pt x="17" y="64"/>
                  </a:cubicBezTo>
                  <a:lnTo>
                    <a:pt x="32" y="64"/>
                  </a:lnTo>
                  <a:lnTo>
                    <a:pt x="17" y="95"/>
                  </a:lnTo>
                  <a:cubicBezTo>
                    <a:pt x="1" y="112"/>
                    <a:pt x="1" y="127"/>
                    <a:pt x="17" y="143"/>
                  </a:cubicBezTo>
                  <a:lnTo>
                    <a:pt x="64" y="206"/>
                  </a:lnTo>
                  <a:cubicBezTo>
                    <a:pt x="80" y="221"/>
                    <a:pt x="80" y="221"/>
                    <a:pt x="95" y="221"/>
                  </a:cubicBezTo>
                  <a:lnTo>
                    <a:pt x="95" y="221"/>
                  </a:lnTo>
                  <a:lnTo>
                    <a:pt x="95" y="221"/>
                  </a:lnTo>
                  <a:lnTo>
                    <a:pt x="95" y="221"/>
                  </a:lnTo>
                  <a:cubicBezTo>
                    <a:pt x="112" y="221"/>
                    <a:pt x="127" y="206"/>
                    <a:pt x="127" y="206"/>
                  </a:cubicBezTo>
                  <a:lnTo>
                    <a:pt x="143" y="175"/>
                  </a:lnTo>
                  <a:lnTo>
                    <a:pt x="158" y="127"/>
                  </a:lnTo>
                  <a:cubicBezTo>
                    <a:pt x="175" y="112"/>
                    <a:pt x="175" y="95"/>
                    <a:pt x="158" y="80"/>
                  </a:cubicBezTo>
                  <a:lnTo>
                    <a:pt x="143" y="80"/>
                  </a:lnTo>
                  <a:cubicBezTo>
                    <a:pt x="143" y="95"/>
                    <a:pt x="143" y="95"/>
                    <a:pt x="127" y="112"/>
                  </a:cubicBezTo>
                  <a:lnTo>
                    <a:pt x="95" y="127"/>
                  </a:lnTo>
                  <a:lnTo>
                    <a:pt x="95" y="127"/>
                  </a:lnTo>
                  <a:lnTo>
                    <a:pt x="80" y="127"/>
                  </a:lnTo>
                  <a:lnTo>
                    <a:pt x="80" y="127"/>
                  </a:lnTo>
                  <a:lnTo>
                    <a:pt x="64" y="127"/>
                  </a:lnTo>
                  <a:cubicBezTo>
                    <a:pt x="64" y="127"/>
                    <a:pt x="49" y="127"/>
                    <a:pt x="32" y="112"/>
                  </a:cubicBezTo>
                  <a:cubicBezTo>
                    <a:pt x="32" y="95"/>
                    <a:pt x="32" y="64"/>
                    <a:pt x="64" y="64"/>
                  </a:cubicBezTo>
                  <a:lnTo>
                    <a:pt x="95" y="49"/>
                  </a:lnTo>
                  <a:lnTo>
                    <a:pt x="95" y="49"/>
                  </a:ln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59" name="Google Shape;3459;p46"/>
            <p:cNvSpPr/>
            <p:nvPr/>
          </p:nvSpPr>
          <p:spPr>
            <a:xfrm>
              <a:off x="3180011" y="1801771"/>
              <a:ext cx="2512" cy="7060"/>
            </a:xfrm>
            <a:custGeom>
              <a:avLst/>
              <a:gdLst/>
              <a:ahLst/>
              <a:cxnLst/>
              <a:rect l="l" t="t" r="r" b="b"/>
              <a:pathLst>
                <a:path w="79" h="222" extrusionOk="0">
                  <a:moveTo>
                    <a:pt x="32" y="1"/>
                  </a:moveTo>
                  <a:lnTo>
                    <a:pt x="32" y="1"/>
                  </a:lnTo>
                  <a:cubicBezTo>
                    <a:pt x="47" y="17"/>
                    <a:pt x="32" y="32"/>
                    <a:pt x="16" y="48"/>
                  </a:cubicBezTo>
                  <a:lnTo>
                    <a:pt x="1" y="48"/>
                  </a:lnTo>
                  <a:lnTo>
                    <a:pt x="32" y="95"/>
                  </a:lnTo>
                  <a:cubicBezTo>
                    <a:pt x="32" y="111"/>
                    <a:pt x="32" y="143"/>
                    <a:pt x="16" y="143"/>
                  </a:cubicBezTo>
                  <a:lnTo>
                    <a:pt x="1" y="158"/>
                  </a:lnTo>
                  <a:lnTo>
                    <a:pt x="1" y="190"/>
                  </a:lnTo>
                  <a:cubicBezTo>
                    <a:pt x="1" y="206"/>
                    <a:pt x="16" y="221"/>
                    <a:pt x="32" y="221"/>
                  </a:cubicBezTo>
                  <a:lnTo>
                    <a:pt x="32" y="221"/>
                  </a:lnTo>
                  <a:cubicBezTo>
                    <a:pt x="64" y="221"/>
                    <a:pt x="79" y="206"/>
                    <a:pt x="79" y="190"/>
                  </a:cubicBezTo>
                  <a:lnTo>
                    <a:pt x="79" y="190"/>
                  </a:lnTo>
                  <a:lnTo>
                    <a:pt x="64" y="111"/>
                  </a:lnTo>
                  <a:lnTo>
                    <a:pt x="64"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60" name="Google Shape;3460;p46"/>
            <p:cNvSpPr/>
            <p:nvPr/>
          </p:nvSpPr>
          <p:spPr>
            <a:xfrm>
              <a:off x="3170470" y="1801771"/>
              <a:ext cx="5565" cy="3053"/>
            </a:xfrm>
            <a:custGeom>
              <a:avLst/>
              <a:gdLst/>
              <a:ahLst/>
              <a:cxnLst/>
              <a:rect l="l" t="t" r="r" b="b"/>
              <a:pathLst>
                <a:path w="175" h="96" extrusionOk="0">
                  <a:moveTo>
                    <a:pt x="143" y="1"/>
                  </a:moveTo>
                  <a:lnTo>
                    <a:pt x="143" y="1"/>
                  </a:lnTo>
                  <a:lnTo>
                    <a:pt x="127" y="17"/>
                  </a:lnTo>
                  <a:lnTo>
                    <a:pt x="49" y="17"/>
                  </a:lnTo>
                  <a:lnTo>
                    <a:pt x="32" y="17"/>
                  </a:lnTo>
                  <a:lnTo>
                    <a:pt x="1" y="17"/>
                  </a:lnTo>
                  <a:lnTo>
                    <a:pt x="1" y="17"/>
                  </a:lnTo>
                  <a:cubicBezTo>
                    <a:pt x="17" y="17"/>
                    <a:pt x="17" y="32"/>
                    <a:pt x="32" y="48"/>
                  </a:cubicBezTo>
                  <a:cubicBezTo>
                    <a:pt x="32" y="64"/>
                    <a:pt x="32" y="80"/>
                    <a:pt x="1" y="95"/>
                  </a:cubicBezTo>
                  <a:lnTo>
                    <a:pt x="1" y="95"/>
                  </a:lnTo>
                  <a:lnTo>
                    <a:pt x="17" y="95"/>
                  </a:lnTo>
                  <a:lnTo>
                    <a:pt x="17" y="95"/>
                  </a:lnTo>
                  <a:lnTo>
                    <a:pt x="112" y="80"/>
                  </a:lnTo>
                  <a:lnTo>
                    <a:pt x="158" y="80"/>
                  </a:lnTo>
                  <a:lnTo>
                    <a:pt x="175" y="64"/>
                  </a:lnTo>
                  <a:cubicBezTo>
                    <a:pt x="158" y="64"/>
                    <a:pt x="158" y="48"/>
                    <a:pt x="158" y="32"/>
                  </a:cubicBezTo>
                  <a:lnTo>
                    <a:pt x="175" y="17"/>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61" name="Google Shape;3461;p46"/>
            <p:cNvSpPr/>
            <p:nvPr/>
          </p:nvSpPr>
          <p:spPr>
            <a:xfrm>
              <a:off x="3158448" y="1804792"/>
              <a:ext cx="5565" cy="3021"/>
            </a:xfrm>
            <a:custGeom>
              <a:avLst/>
              <a:gdLst/>
              <a:ahLst/>
              <a:cxnLst/>
              <a:rect l="l" t="t" r="r" b="b"/>
              <a:pathLst>
                <a:path w="175" h="95" extrusionOk="0">
                  <a:moveTo>
                    <a:pt x="32" y="0"/>
                  </a:moveTo>
                  <a:lnTo>
                    <a:pt x="32" y="0"/>
                  </a:lnTo>
                  <a:lnTo>
                    <a:pt x="17" y="0"/>
                  </a:lnTo>
                  <a:cubicBezTo>
                    <a:pt x="1" y="0"/>
                    <a:pt x="1" y="32"/>
                    <a:pt x="1" y="48"/>
                  </a:cubicBezTo>
                  <a:cubicBezTo>
                    <a:pt x="17" y="48"/>
                    <a:pt x="17" y="48"/>
                    <a:pt x="17" y="63"/>
                  </a:cubicBezTo>
                  <a:lnTo>
                    <a:pt x="17" y="63"/>
                  </a:lnTo>
                  <a:lnTo>
                    <a:pt x="17" y="48"/>
                  </a:lnTo>
                  <a:cubicBezTo>
                    <a:pt x="32" y="32"/>
                    <a:pt x="32" y="16"/>
                    <a:pt x="49" y="16"/>
                  </a:cubicBezTo>
                  <a:lnTo>
                    <a:pt x="49" y="16"/>
                  </a:lnTo>
                  <a:cubicBezTo>
                    <a:pt x="64" y="16"/>
                    <a:pt x="64" y="16"/>
                    <a:pt x="64" y="32"/>
                  </a:cubicBezTo>
                  <a:cubicBezTo>
                    <a:pt x="80" y="32"/>
                    <a:pt x="95" y="48"/>
                    <a:pt x="80" y="63"/>
                  </a:cubicBezTo>
                  <a:lnTo>
                    <a:pt x="80" y="95"/>
                  </a:lnTo>
                  <a:lnTo>
                    <a:pt x="95" y="95"/>
                  </a:lnTo>
                  <a:lnTo>
                    <a:pt x="95" y="95"/>
                  </a:lnTo>
                  <a:lnTo>
                    <a:pt x="95" y="63"/>
                  </a:lnTo>
                  <a:cubicBezTo>
                    <a:pt x="95" y="48"/>
                    <a:pt x="112" y="32"/>
                    <a:pt x="127" y="32"/>
                  </a:cubicBezTo>
                  <a:lnTo>
                    <a:pt x="127" y="32"/>
                  </a:lnTo>
                  <a:lnTo>
                    <a:pt x="127" y="32"/>
                  </a:lnTo>
                  <a:lnTo>
                    <a:pt x="158" y="48"/>
                  </a:lnTo>
                  <a:lnTo>
                    <a:pt x="175" y="48"/>
                  </a:lnTo>
                  <a:lnTo>
                    <a:pt x="158" y="32"/>
                  </a:lnTo>
                  <a:cubicBezTo>
                    <a:pt x="158" y="16"/>
                    <a:pt x="143" y="16"/>
                    <a:pt x="127" y="16"/>
                  </a:cubicBezTo>
                  <a:lnTo>
                    <a:pt x="112" y="16"/>
                  </a:lnTo>
                  <a:cubicBezTo>
                    <a:pt x="112" y="32"/>
                    <a:pt x="95" y="32"/>
                    <a:pt x="95" y="32"/>
                  </a:cubicBezTo>
                  <a:cubicBezTo>
                    <a:pt x="80" y="32"/>
                    <a:pt x="80" y="32"/>
                    <a:pt x="80" y="16"/>
                  </a:cubicBezTo>
                  <a:lnTo>
                    <a:pt x="64" y="16"/>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62" name="Google Shape;3462;p46"/>
            <p:cNvSpPr/>
            <p:nvPr/>
          </p:nvSpPr>
          <p:spPr>
            <a:xfrm>
              <a:off x="3110361" y="1786250"/>
              <a:ext cx="4039" cy="3053"/>
            </a:xfrm>
            <a:custGeom>
              <a:avLst/>
              <a:gdLst/>
              <a:ahLst/>
              <a:cxnLst/>
              <a:rect l="l" t="t" r="r" b="b"/>
              <a:pathLst>
                <a:path w="127" h="96" extrusionOk="0">
                  <a:moveTo>
                    <a:pt x="95" y="1"/>
                  </a:moveTo>
                  <a:lnTo>
                    <a:pt x="80" y="1"/>
                  </a:lnTo>
                  <a:lnTo>
                    <a:pt x="63" y="1"/>
                  </a:lnTo>
                  <a:cubicBezTo>
                    <a:pt x="48" y="16"/>
                    <a:pt x="32" y="16"/>
                    <a:pt x="17" y="16"/>
                  </a:cubicBezTo>
                  <a:lnTo>
                    <a:pt x="17" y="47"/>
                  </a:lnTo>
                  <a:cubicBezTo>
                    <a:pt x="17" y="64"/>
                    <a:pt x="17" y="79"/>
                    <a:pt x="0" y="79"/>
                  </a:cubicBezTo>
                  <a:cubicBezTo>
                    <a:pt x="0" y="95"/>
                    <a:pt x="17" y="95"/>
                    <a:pt x="17" y="95"/>
                  </a:cubicBezTo>
                  <a:lnTo>
                    <a:pt x="32" y="95"/>
                  </a:lnTo>
                  <a:lnTo>
                    <a:pt x="80" y="79"/>
                  </a:lnTo>
                  <a:lnTo>
                    <a:pt x="80" y="79"/>
                  </a:lnTo>
                  <a:lnTo>
                    <a:pt x="95" y="64"/>
                  </a:lnTo>
                  <a:cubicBezTo>
                    <a:pt x="111" y="64"/>
                    <a:pt x="126" y="47"/>
                    <a:pt x="111" y="32"/>
                  </a:cubicBezTo>
                  <a:lnTo>
                    <a:pt x="111" y="16"/>
                  </a:lnTo>
                  <a:lnTo>
                    <a:pt x="111" y="16"/>
                  </a:lnTo>
                  <a:cubicBezTo>
                    <a:pt x="111" y="1"/>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63" name="Google Shape;3463;p46"/>
            <p:cNvSpPr/>
            <p:nvPr/>
          </p:nvSpPr>
          <p:spPr>
            <a:xfrm>
              <a:off x="3245654" y="1824828"/>
              <a:ext cx="5025" cy="3562"/>
            </a:xfrm>
            <a:custGeom>
              <a:avLst/>
              <a:gdLst/>
              <a:ahLst/>
              <a:cxnLst/>
              <a:rect l="l" t="t" r="r" b="b"/>
              <a:pathLst>
                <a:path w="158" h="112" extrusionOk="0">
                  <a:moveTo>
                    <a:pt x="32" y="0"/>
                  </a:moveTo>
                  <a:lnTo>
                    <a:pt x="32" y="0"/>
                  </a:lnTo>
                  <a:lnTo>
                    <a:pt x="17" y="0"/>
                  </a:lnTo>
                  <a:cubicBezTo>
                    <a:pt x="0" y="0"/>
                    <a:pt x="0" y="17"/>
                    <a:pt x="0" y="32"/>
                  </a:cubicBezTo>
                  <a:cubicBezTo>
                    <a:pt x="0" y="48"/>
                    <a:pt x="17" y="63"/>
                    <a:pt x="32" y="63"/>
                  </a:cubicBezTo>
                  <a:lnTo>
                    <a:pt x="32" y="63"/>
                  </a:lnTo>
                  <a:lnTo>
                    <a:pt x="48" y="63"/>
                  </a:lnTo>
                  <a:cubicBezTo>
                    <a:pt x="48" y="80"/>
                    <a:pt x="63" y="111"/>
                    <a:pt x="95" y="111"/>
                  </a:cubicBezTo>
                  <a:lnTo>
                    <a:pt x="95" y="111"/>
                  </a:lnTo>
                  <a:cubicBezTo>
                    <a:pt x="126" y="111"/>
                    <a:pt x="143" y="80"/>
                    <a:pt x="158" y="63"/>
                  </a:cubicBezTo>
                  <a:lnTo>
                    <a:pt x="158" y="32"/>
                  </a:lnTo>
                  <a:cubicBezTo>
                    <a:pt x="158" y="32"/>
                    <a:pt x="158" y="17"/>
                    <a:pt x="143" y="17"/>
                  </a:cubicBezTo>
                  <a:lnTo>
                    <a:pt x="126" y="17"/>
                  </a:lnTo>
                  <a:cubicBezTo>
                    <a:pt x="111" y="17"/>
                    <a:pt x="111" y="17"/>
                    <a:pt x="95" y="32"/>
                  </a:cubicBezTo>
                  <a:lnTo>
                    <a:pt x="95" y="32"/>
                  </a:lnTo>
                  <a:lnTo>
                    <a:pt x="95" y="32"/>
                  </a:lnTo>
                  <a:lnTo>
                    <a:pt x="95" y="17"/>
                  </a:lnTo>
                  <a:cubicBezTo>
                    <a:pt x="80" y="17"/>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64" name="Google Shape;3464;p46"/>
            <p:cNvSpPr/>
            <p:nvPr/>
          </p:nvSpPr>
          <p:spPr>
            <a:xfrm>
              <a:off x="3053751" y="1809308"/>
              <a:ext cx="5025" cy="4516"/>
            </a:xfrm>
            <a:custGeom>
              <a:avLst/>
              <a:gdLst/>
              <a:ahLst/>
              <a:cxnLst/>
              <a:rect l="l" t="t" r="r" b="b"/>
              <a:pathLst>
                <a:path w="158" h="142" extrusionOk="0">
                  <a:moveTo>
                    <a:pt x="126" y="0"/>
                  </a:moveTo>
                  <a:lnTo>
                    <a:pt x="126" y="0"/>
                  </a:lnTo>
                  <a:lnTo>
                    <a:pt x="95" y="0"/>
                  </a:lnTo>
                  <a:lnTo>
                    <a:pt x="16" y="95"/>
                  </a:lnTo>
                  <a:cubicBezTo>
                    <a:pt x="0" y="110"/>
                    <a:pt x="0" y="127"/>
                    <a:pt x="16" y="142"/>
                  </a:cubicBezTo>
                  <a:lnTo>
                    <a:pt x="32" y="142"/>
                  </a:lnTo>
                  <a:lnTo>
                    <a:pt x="63" y="142"/>
                  </a:lnTo>
                  <a:lnTo>
                    <a:pt x="142" y="47"/>
                  </a:lnTo>
                  <a:cubicBezTo>
                    <a:pt x="158" y="47"/>
                    <a:pt x="158" y="16"/>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65" name="Google Shape;3465;p46"/>
            <p:cNvSpPr/>
            <p:nvPr/>
          </p:nvSpPr>
          <p:spPr>
            <a:xfrm>
              <a:off x="3337853" y="1788254"/>
              <a:ext cx="4039" cy="2512"/>
            </a:xfrm>
            <a:custGeom>
              <a:avLst/>
              <a:gdLst/>
              <a:ahLst/>
              <a:cxnLst/>
              <a:rect l="l" t="t" r="r" b="b"/>
              <a:pathLst>
                <a:path w="127" h="79" extrusionOk="0">
                  <a:moveTo>
                    <a:pt x="95" y="1"/>
                  </a:moveTo>
                  <a:lnTo>
                    <a:pt x="95" y="1"/>
                  </a:lnTo>
                  <a:lnTo>
                    <a:pt x="32" y="16"/>
                  </a:lnTo>
                  <a:cubicBezTo>
                    <a:pt x="17" y="16"/>
                    <a:pt x="0" y="32"/>
                    <a:pt x="0" y="47"/>
                  </a:cubicBezTo>
                  <a:cubicBezTo>
                    <a:pt x="0" y="64"/>
                    <a:pt x="0" y="64"/>
                    <a:pt x="17" y="79"/>
                  </a:cubicBezTo>
                  <a:lnTo>
                    <a:pt x="17" y="79"/>
                  </a:lnTo>
                  <a:lnTo>
                    <a:pt x="32" y="64"/>
                  </a:lnTo>
                  <a:cubicBezTo>
                    <a:pt x="48" y="64"/>
                    <a:pt x="48" y="47"/>
                    <a:pt x="63" y="47"/>
                  </a:cubicBezTo>
                  <a:lnTo>
                    <a:pt x="63" y="47"/>
                  </a:lnTo>
                  <a:lnTo>
                    <a:pt x="63" y="47"/>
                  </a:lnTo>
                  <a:lnTo>
                    <a:pt x="63" y="47"/>
                  </a:lnTo>
                  <a:cubicBezTo>
                    <a:pt x="63" y="32"/>
                    <a:pt x="80" y="32"/>
                    <a:pt x="95" y="32"/>
                  </a:cubicBezTo>
                  <a:lnTo>
                    <a:pt x="95" y="32"/>
                  </a:lnTo>
                  <a:lnTo>
                    <a:pt x="111" y="32"/>
                  </a:lnTo>
                  <a:cubicBezTo>
                    <a:pt x="111" y="32"/>
                    <a:pt x="111" y="16"/>
                    <a:pt x="126" y="16"/>
                  </a:cubicBezTo>
                  <a:lnTo>
                    <a:pt x="126" y="16"/>
                  </a:lnTo>
                  <a:lnTo>
                    <a:pt x="126" y="16"/>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66" name="Google Shape;3466;p46"/>
            <p:cNvSpPr/>
            <p:nvPr/>
          </p:nvSpPr>
          <p:spPr>
            <a:xfrm>
              <a:off x="3399488" y="1784724"/>
              <a:ext cx="5534" cy="4580"/>
            </a:xfrm>
            <a:custGeom>
              <a:avLst/>
              <a:gdLst/>
              <a:ahLst/>
              <a:cxnLst/>
              <a:rect l="l" t="t" r="r" b="b"/>
              <a:pathLst>
                <a:path w="174" h="144" extrusionOk="0">
                  <a:moveTo>
                    <a:pt x="142" y="1"/>
                  </a:moveTo>
                  <a:lnTo>
                    <a:pt x="127" y="1"/>
                  </a:lnTo>
                  <a:cubicBezTo>
                    <a:pt x="127" y="1"/>
                    <a:pt x="110" y="17"/>
                    <a:pt x="110" y="32"/>
                  </a:cubicBezTo>
                  <a:lnTo>
                    <a:pt x="79" y="80"/>
                  </a:lnTo>
                  <a:lnTo>
                    <a:pt x="64" y="80"/>
                  </a:lnTo>
                  <a:lnTo>
                    <a:pt x="47" y="80"/>
                  </a:lnTo>
                  <a:cubicBezTo>
                    <a:pt x="16" y="80"/>
                    <a:pt x="1" y="95"/>
                    <a:pt x="16" y="127"/>
                  </a:cubicBezTo>
                  <a:cubicBezTo>
                    <a:pt x="16" y="143"/>
                    <a:pt x="32" y="143"/>
                    <a:pt x="47" y="143"/>
                  </a:cubicBezTo>
                  <a:lnTo>
                    <a:pt x="47" y="143"/>
                  </a:lnTo>
                  <a:lnTo>
                    <a:pt x="47" y="143"/>
                  </a:lnTo>
                  <a:lnTo>
                    <a:pt x="79" y="143"/>
                  </a:lnTo>
                  <a:lnTo>
                    <a:pt x="158" y="95"/>
                  </a:lnTo>
                  <a:lnTo>
                    <a:pt x="158" y="64"/>
                  </a:lnTo>
                  <a:lnTo>
                    <a:pt x="173" y="49"/>
                  </a:lnTo>
                  <a:lnTo>
                    <a:pt x="173" y="49"/>
                  </a:lnTo>
                  <a:cubicBezTo>
                    <a:pt x="173" y="32"/>
                    <a:pt x="173" y="17"/>
                    <a:pt x="14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67" name="Google Shape;3467;p46"/>
            <p:cNvSpPr/>
            <p:nvPr/>
          </p:nvSpPr>
          <p:spPr>
            <a:xfrm>
              <a:off x="3174000" y="1797763"/>
              <a:ext cx="9541" cy="2544"/>
            </a:xfrm>
            <a:custGeom>
              <a:avLst/>
              <a:gdLst/>
              <a:ahLst/>
              <a:cxnLst/>
              <a:rect l="l" t="t" r="r" b="b"/>
              <a:pathLst>
                <a:path w="300" h="80" extrusionOk="0">
                  <a:moveTo>
                    <a:pt x="47" y="0"/>
                  </a:moveTo>
                  <a:lnTo>
                    <a:pt x="32" y="0"/>
                  </a:lnTo>
                  <a:cubicBezTo>
                    <a:pt x="32" y="0"/>
                    <a:pt x="16" y="0"/>
                    <a:pt x="16" y="17"/>
                  </a:cubicBezTo>
                  <a:cubicBezTo>
                    <a:pt x="1" y="17"/>
                    <a:pt x="1" y="32"/>
                    <a:pt x="16" y="48"/>
                  </a:cubicBezTo>
                  <a:lnTo>
                    <a:pt x="16" y="48"/>
                  </a:lnTo>
                  <a:cubicBezTo>
                    <a:pt x="16" y="64"/>
                    <a:pt x="32" y="64"/>
                    <a:pt x="32" y="64"/>
                  </a:cubicBezTo>
                  <a:lnTo>
                    <a:pt x="47" y="64"/>
                  </a:lnTo>
                  <a:cubicBezTo>
                    <a:pt x="79" y="80"/>
                    <a:pt x="110" y="80"/>
                    <a:pt x="142" y="80"/>
                  </a:cubicBezTo>
                  <a:lnTo>
                    <a:pt x="205" y="80"/>
                  </a:lnTo>
                  <a:cubicBezTo>
                    <a:pt x="221" y="80"/>
                    <a:pt x="236" y="80"/>
                    <a:pt x="253" y="64"/>
                  </a:cubicBezTo>
                  <a:lnTo>
                    <a:pt x="253" y="64"/>
                  </a:lnTo>
                  <a:lnTo>
                    <a:pt x="268" y="64"/>
                  </a:lnTo>
                  <a:lnTo>
                    <a:pt x="284" y="64"/>
                  </a:lnTo>
                  <a:cubicBezTo>
                    <a:pt x="284" y="48"/>
                    <a:pt x="299" y="48"/>
                    <a:pt x="299" y="32"/>
                  </a:cubicBezTo>
                  <a:cubicBezTo>
                    <a:pt x="299" y="17"/>
                    <a:pt x="284" y="17"/>
                    <a:pt x="284" y="0"/>
                  </a:cubicBezTo>
                  <a:lnTo>
                    <a:pt x="268" y="0"/>
                  </a:lnTo>
                  <a:lnTo>
                    <a:pt x="253" y="0"/>
                  </a:lnTo>
                  <a:lnTo>
                    <a:pt x="221" y="0"/>
                  </a:lnTo>
                  <a:lnTo>
                    <a:pt x="205" y="0"/>
                  </a:lnTo>
                  <a:cubicBezTo>
                    <a:pt x="173" y="17"/>
                    <a:pt x="158" y="32"/>
                    <a:pt x="142" y="32"/>
                  </a:cubicBezTo>
                  <a:cubicBezTo>
                    <a:pt x="127" y="32"/>
                    <a:pt x="127" y="48"/>
                    <a:pt x="110" y="48"/>
                  </a:cubicBezTo>
                  <a:lnTo>
                    <a:pt x="95" y="48"/>
                  </a:lnTo>
                  <a:cubicBezTo>
                    <a:pt x="95" y="48"/>
                    <a:pt x="79" y="48"/>
                    <a:pt x="64" y="32"/>
                  </a:cubicBezTo>
                  <a:lnTo>
                    <a:pt x="64" y="0"/>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68" name="Google Shape;3468;p46"/>
            <p:cNvSpPr/>
            <p:nvPr/>
          </p:nvSpPr>
          <p:spPr>
            <a:xfrm>
              <a:off x="3420034" y="1751648"/>
              <a:ext cx="5025" cy="3562"/>
            </a:xfrm>
            <a:custGeom>
              <a:avLst/>
              <a:gdLst/>
              <a:ahLst/>
              <a:cxnLst/>
              <a:rect l="l" t="t" r="r" b="b"/>
              <a:pathLst>
                <a:path w="158" h="112" extrusionOk="0">
                  <a:moveTo>
                    <a:pt x="95" y="1"/>
                  </a:moveTo>
                  <a:lnTo>
                    <a:pt x="95" y="1"/>
                  </a:lnTo>
                  <a:cubicBezTo>
                    <a:pt x="63" y="1"/>
                    <a:pt x="48" y="17"/>
                    <a:pt x="32" y="32"/>
                  </a:cubicBezTo>
                  <a:lnTo>
                    <a:pt x="32" y="32"/>
                  </a:lnTo>
                  <a:lnTo>
                    <a:pt x="17" y="49"/>
                  </a:lnTo>
                  <a:cubicBezTo>
                    <a:pt x="17" y="49"/>
                    <a:pt x="0" y="64"/>
                    <a:pt x="17" y="80"/>
                  </a:cubicBezTo>
                  <a:lnTo>
                    <a:pt x="17" y="80"/>
                  </a:lnTo>
                  <a:lnTo>
                    <a:pt x="17" y="80"/>
                  </a:lnTo>
                  <a:cubicBezTo>
                    <a:pt x="17" y="96"/>
                    <a:pt x="32" y="96"/>
                    <a:pt x="32" y="96"/>
                  </a:cubicBezTo>
                  <a:lnTo>
                    <a:pt x="48" y="96"/>
                  </a:lnTo>
                  <a:lnTo>
                    <a:pt x="63" y="96"/>
                  </a:lnTo>
                  <a:cubicBezTo>
                    <a:pt x="63" y="96"/>
                    <a:pt x="80" y="96"/>
                    <a:pt x="80" y="80"/>
                  </a:cubicBezTo>
                  <a:lnTo>
                    <a:pt x="80" y="80"/>
                  </a:lnTo>
                  <a:lnTo>
                    <a:pt x="95" y="80"/>
                  </a:lnTo>
                  <a:lnTo>
                    <a:pt x="80" y="80"/>
                  </a:lnTo>
                  <a:lnTo>
                    <a:pt x="63" y="112"/>
                  </a:lnTo>
                  <a:lnTo>
                    <a:pt x="95" y="112"/>
                  </a:lnTo>
                  <a:lnTo>
                    <a:pt x="95" y="112"/>
                  </a:lnTo>
                  <a:cubicBezTo>
                    <a:pt x="95" y="112"/>
                    <a:pt x="95" y="96"/>
                    <a:pt x="111" y="96"/>
                  </a:cubicBezTo>
                  <a:cubicBezTo>
                    <a:pt x="111" y="80"/>
                    <a:pt x="95" y="80"/>
                    <a:pt x="111" y="64"/>
                  </a:cubicBezTo>
                  <a:cubicBezTo>
                    <a:pt x="111" y="49"/>
                    <a:pt x="111" y="32"/>
                    <a:pt x="126" y="32"/>
                  </a:cubicBezTo>
                  <a:lnTo>
                    <a:pt x="143" y="32"/>
                  </a:lnTo>
                  <a:lnTo>
                    <a:pt x="158" y="32"/>
                  </a:lnTo>
                  <a:cubicBezTo>
                    <a:pt x="143" y="17"/>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69" name="Google Shape;3469;p46"/>
            <p:cNvSpPr/>
            <p:nvPr/>
          </p:nvSpPr>
          <p:spPr>
            <a:xfrm>
              <a:off x="3403973" y="1773720"/>
              <a:ext cx="4039" cy="5025"/>
            </a:xfrm>
            <a:custGeom>
              <a:avLst/>
              <a:gdLst/>
              <a:ahLst/>
              <a:cxnLst/>
              <a:rect l="l" t="t" r="r" b="b"/>
              <a:pathLst>
                <a:path w="127" h="158" extrusionOk="0">
                  <a:moveTo>
                    <a:pt x="49" y="0"/>
                  </a:moveTo>
                  <a:lnTo>
                    <a:pt x="49" y="0"/>
                  </a:lnTo>
                  <a:cubicBezTo>
                    <a:pt x="32" y="0"/>
                    <a:pt x="17" y="0"/>
                    <a:pt x="17" y="17"/>
                  </a:cubicBezTo>
                  <a:cubicBezTo>
                    <a:pt x="1" y="32"/>
                    <a:pt x="17" y="63"/>
                    <a:pt x="32" y="63"/>
                  </a:cubicBezTo>
                  <a:lnTo>
                    <a:pt x="32" y="63"/>
                  </a:lnTo>
                  <a:lnTo>
                    <a:pt x="49" y="63"/>
                  </a:lnTo>
                  <a:lnTo>
                    <a:pt x="64" y="126"/>
                  </a:lnTo>
                  <a:lnTo>
                    <a:pt x="64" y="126"/>
                  </a:lnTo>
                  <a:cubicBezTo>
                    <a:pt x="64" y="143"/>
                    <a:pt x="80" y="158"/>
                    <a:pt x="95" y="158"/>
                  </a:cubicBezTo>
                  <a:lnTo>
                    <a:pt x="95" y="158"/>
                  </a:lnTo>
                  <a:cubicBezTo>
                    <a:pt x="95" y="143"/>
                    <a:pt x="112" y="126"/>
                    <a:pt x="127" y="126"/>
                  </a:cubicBezTo>
                  <a:lnTo>
                    <a:pt x="127" y="126"/>
                  </a:lnTo>
                  <a:lnTo>
                    <a:pt x="127" y="111"/>
                  </a:lnTo>
                  <a:lnTo>
                    <a:pt x="127" y="80"/>
                  </a:lnTo>
                  <a:lnTo>
                    <a:pt x="112" y="32"/>
                  </a:lnTo>
                  <a:cubicBezTo>
                    <a:pt x="112" y="17"/>
                    <a:pt x="95" y="17"/>
                    <a:pt x="80" y="0"/>
                  </a:cubicBez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70" name="Google Shape;3470;p46"/>
            <p:cNvSpPr/>
            <p:nvPr/>
          </p:nvSpPr>
          <p:spPr>
            <a:xfrm>
              <a:off x="3334355" y="1771716"/>
              <a:ext cx="4516" cy="2544"/>
            </a:xfrm>
            <a:custGeom>
              <a:avLst/>
              <a:gdLst/>
              <a:ahLst/>
              <a:cxnLst/>
              <a:rect l="l" t="t" r="r" b="b"/>
              <a:pathLst>
                <a:path w="142" h="80" extrusionOk="0">
                  <a:moveTo>
                    <a:pt x="110" y="0"/>
                  </a:moveTo>
                  <a:lnTo>
                    <a:pt x="95" y="0"/>
                  </a:lnTo>
                  <a:lnTo>
                    <a:pt x="32" y="17"/>
                  </a:lnTo>
                  <a:lnTo>
                    <a:pt x="16" y="17"/>
                  </a:lnTo>
                  <a:cubicBezTo>
                    <a:pt x="16" y="32"/>
                    <a:pt x="1" y="32"/>
                    <a:pt x="1" y="48"/>
                  </a:cubicBezTo>
                  <a:cubicBezTo>
                    <a:pt x="16" y="63"/>
                    <a:pt x="32" y="80"/>
                    <a:pt x="47" y="80"/>
                  </a:cubicBezTo>
                  <a:lnTo>
                    <a:pt x="47" y="80"/>
                  </a:lnTo>
                  <a:lnTo>
                    <a:pt x="79" y="80"/>
                  </a:lnTo>
                  <a:lnTo>
                    <a:pt x="110" y="80"/>
                  </a:lnTo>
                  <a:cubicBezTo>
                    <a:pt x="127" y="80"/>
                    <a:pt x="142" y="63"/>
                    <a:pt x="142" y="32"/>
                  </a:cubicBezTo>
                  <a:cubicBezTo>
                    <a:pt x="142" y="17"/>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71" name="Google Shape;3471;p46"/>
            <p:cNvSpPr/>
            <p:nvPr/>
          </p:nvSpPr>
          <p:spPr>
            <a:xfrm>
              <a:off x="3300770" y="1822825"/>
              <a:ext cx="3562" cy="2544"/>
            </a:xfrm>
            <a:custGeom>
              <a:avLst/>
              <a:gdLst/>
              <a:ahLst/>
              <a:cxnLst/>
              <a:rect l="l" t="t" r="r" b="b"/>
              <a:pathLst>
                <a:path w="112" h="80" extrusionOk="0">
                  <a:moveTo>
                    <a:pt x="63" y="0"/>
                  </a:moveTo>
                  <a:lnTo>
                    <a:pt x="17" y="0"/>
                  </a:lnTo>
                  <a:cubicBezTo>
                    <a:pt x="0" y="0"/>
                    <a:pt x="0" y="0"/>
                    <a:pt x="0" y="17"/>
                  </a:cubicBezTo>
                  <a:cubicBezTo>
                    <a:pt x="17" y="17"/>
                    <a:pt x="17" y="32"/>
                    <a:pt x="17" y="48"/>
                  </a:cubicBezTo>
                  <a:cubicBezTo>
                    <a:pt x="17" y="63"/>
                    <a:pt x="0" y="63"/>
                    <a:pt x="0" y="63"/>
                  </a:cubicBezTo>
                  <a:cubicBezTo>
                    <a:pt x="0" y="63"/>
                    <a:pt x="0" y="80"/>
                    <a:pt x="17" y="80"/>
                  </a:cubicBezTo>
                  <a:lnTo>
                    <a:pt x="17" y="80"/>
                  </a:lnTo>
                  <a:lnTo>
                    <a:pt x="80" y="63"/>
                  </a:lnTo>
                  <a:cubicBezTo>
                    <a:pt x="95" y="63"/>
                    <a:pt x="111" y="48"/>
                    <a:pt x="111" y="32"/>
                  </a:cubicBezTo>
                  <a:lnTo>
                    <a:pt x="95" y="32"/>
                  </a:lnTo>
                  <a:cubicBezTo>
                    <a:pt x="80" y="32"/>
                    <a:pt x="63"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72" name="Google Shape;3472;p46"/>
            <p:cNvSpPr/>
            <p:nvPr/>
          </p:nvSpPr>
          <p:spPr>
            <a:xfrm>
              <a:off x="3432564" y="1753174"/>
              <a:ext cx="3530" cy="4548"/>
            </a:xfrm>
            <a:custGeom>
              <a:avLst/>
              <a:gdLst/>
              <a:ahLst/>
              <a:cxnLst/>
              <a:rect l="l" t="t" r="r" b="b"/>
              <a:pathLst>
                <a:path w="111" h="143" extrusionOk="0">
                  <a:moveTo>
                    <a:pt x="32" y="1"/>
                  </a:moveTo>
                  <a:lnTo>
                    <a:pt x="32" y="1"/>
                  </a:lnTo>
                  <a:lnTo>
                    <a:pt x="16" y="1"/>
                  </a:lnTo>
                  <a:cubicBezTo>
                    <a:pt x="1" y="16"/>
                    <a:pt x="1" y="32"/>
                    <a:pt x="1" y="48"/>
                  </a:cubicBezTo>
                  <a:lnTo>
                    <a:pt x="47" y="142"/>
                  </a:lnTo>
                  <a:lnTo>
                    <a:pt x="64" y="142"/>
                  </a:lnTo>
                  <a:lnTo>
                    <a:pt x="79" y="142"/>
                  </a:lnTo>
                  <a:lnTo>
                    <a:pt x="79" y="142"/>
                  </a:lnTo>
                  <a:lnTo>
                    <a:pt x="79" y="142"/>
                  </a:lnTo>
                  <a:lnTo>
                    <a:pt x="110" y="142"/>
                  </a:lnTo>
                  <a:cubicBezTo>
                    <a:pt x="95" y="127"/>
                    <a:pt x="110" y="127"/>
                    <a:pt x="110" y="111"/>
                  </a:cubicBezTo>
                  <a:lnTo>
                    <a:pt x="110" y="111"/>
                  </a:lnTo>
                  <a:lnTo>
                    <a:pt x="110" y="111"/>
                  </a:lnTo>
                  <a:lnTo>
                    <a:pt x="110" y="95"/>
                  </a:lnTo>
                  <a:cubicBezTo>
                    <a:pt x="95" y="95"/>
                    <a:pt x="79" y="79"/>
                    <a:pt x="79" y="79"/>
                  </a:cubicBezTo>
                  <a:cubicBezTo>
                    <a:pt x="47" y="64"/>
                    <a:pt x="47" y="32"/>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73" name="Google Shape;3473;p46"/>
            <p:cNvSpPr/>
            <p:nvPr/>
          </p:nvSpPr>
          <p:spPr>
            <a:xfrm>
              <a:off x="3423564" y="1793756"/>
              <a:ext cx="2512" cy="4039"/>
            </a:xfrm>
            <a:custGeom>
              <a:avLst/>
              <a:gdLst/>
              <a:ahLst/>
              <a:cxnLst/>
              <a:rect l="l" t="t" r="r" b="b"/>
              <a:pathLst>
                <a:path w="79" h="127" extrusionOk="0">
                  <a:moveTo>
                    <a:pt x="47" y="0"/>
                  </a:moveTo>
                  <a:lnTo>
                    <a:pt x="47" y="0"/>
                  </a:lnTo>
                  <a:lnTo>
                    <a:pt x="32" y="0"/>
                  </a:lnTo>
                  <a:cubicBezTo>
                    <a:pt x="15" y="0"/>
                    <a:pt x="15" y="17"/>
                    <a:pt x="0" y="32"/>
                  </a:cubicBezTo>
                  <a:lnTo>
                    <a:pt x="0" y="80"/>
                  </a:lnTo>
                  <a:lnTo>
                    <a:pt x="0" y="80"/>
                  </a:lnTo>
                  <a:lnTo>
                    <a:pt x="0" y="95"/>
                  </a:lnTo>
                  <a:cubicBezTo>
                    <a:pt x="0" y="111"/>
                    <a:pt x="15" y="126"/>
                    <a:pt x="47" y="126"/>
                  </a:cubicBezTo>
                  <a:lnTo>
                    <a:pt x="47" y="126"/>
                  </a:lnTo>
                  <a:cubicBezTo>
                    <a:pt x="63" y="126"/>
                    <a:pt x="78" y="111"/>
                    <a:pt x="78" y="95"/>
                  </a:cubicBezTo>
                  <a:lnTo>
                    <a:pt x="78" y="80"/>
                  </a:lnTo>
                  <a:lnTo>
                    <a:pt x="78" y="32"/>
                  </a:lnTo>
                  <a:lnTo>
                    <a:pt x="78" y="32"/>
                  </a:lnTo>
                  <a:lnTo>
                    <a:pt x="63" y="17"/>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74" name="Google Shape;3474;p46"/>
            <p:cNvSpPr/>
            <p:nvPr/>
          </p:nvSpPr>
          <p:spPr>
            <a:xfrm>
              <a:off x="3394495" y="1789749"/>
              <a:ext cx="2512" cy="3562"/>
            </a:xfrm>
            <a:custGeom>
              <a:avLst/>
              <a:gdLst/>
              <a:ahLst/>
              <a:cxnLst/>
              <a:rect l="l" t="t" r="r" b="b"/>
              <a:pathLst>
                <a:path w="79" h="112" extrusionOk="0">
                  <a:moveTo>
                    <a:pt x="63" y="0"/>
                  </a:moveTo>
                  <a:lnTo>
                    <a:pt x="63" y="0"/>
                  </a:lnTo>
                  <a:cubicBezTo>
                    <a:pt x="63" y="17"/>
                    <a:pt x="47" y="32"/>
                    <a:pt x="32" y="32"/>
                  </a:cubicBezTo>
                  <a:lnTo>
                    <a:pt x="15" y="32"/>
                  </a:lnTo>
                  <a:cubicBezTo>
                    <a:pt x="15" y="32"/>
                    <a:pt x="0" y="32"/>
                    <a:pt x="0" y="17"/>
                  </a:cubicBezTo>
                  <a:lnTo>
                    <a:pt x="0" y="80"/>
                  </a:lnTo>
                  <a:cubicBezTo>
                    <a:pt x="15" y="95"/>
                    <a:pt x="15" y="111"/>
                    <a:pt x="32" y="111"/>
                  </a:cubicBezTo>
                  <a:lnTo>
                    <a:pt x="47" y="111"/>
                  </a:lnTo>
                  <a:lnTo>
                    <a:pt x="47" y="111"/>
                  </a:lnTo>
                  <a:cubicBezTo>
                    <a:pt x="63" y="111"/>
                    <a:pt x="78" y="95"/>
                    <a:pt x="78" y="80"/>
                  </a:cubicBezTo>
                  <a:lnTo>
                    <a:pt x="63" y="32"/>
                  </a:lnTo>
                  <a:lnTo>
                    <a:pt x="63" y="17"/>
                  </a:lnTo>
                  <a:lnTo>
                    <a:pt x="63" y="17"/>
                  </a:lnTo>
                  <a:lnTo>
                    <a:pt x="63" y="0"/>
                  </a:lnTo>
                  <a:lnTo>
                    <a:pt x="63" y="0"/>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75" name="Google Shape;3475;p46"/>
            <p:cNvSpPr/>
            <p:nvPr/>
          </p:nvSpPr>
          <p:spPr>
            <a:xfrm>
              <a:off x="3109884" y="1794742"/>
              <a:ext cx="4039" cy="2576"/>
            </a:xfrm>
            <a:custGeom>
              <a:avLst/>
              <a:gdLst/>
              <a:ahLst/>
              <a:cxnLst/>
              <a:rect l="l" t="t" r="r" b="b"/>
              <a:pathLst>
                <a:path w="127" h="81" extrusionOk="0">
                  <a:moveTo>
                    <a:pt x="95" y="1"/>
                  </a:moveTo>
                  <a:lnTo>
                    <a:pt x="95" y="1"/>
                  </a:lnTo>
                  <a:lnTo>
                    <a:pt x="78" y="1"/>
                  </a:lnTo>
                  <a:lnTo>
                    <a:pt x="32" y="17"/>
                  </a:lnTo>
                  <a:lnTo>
                    <a:pt x="15" y="17"/>
                  </a:lnTo>
                  <a:lnTo>
                    <a:pt x="15" y="17"/>
                  </a:lnTo>
                  <a:cubicBezTo>
                    <a:pt x="0" y="32"/>
                    <a:pt x="0" y="32"/>
                    <a:pt x="0" y="49"/>
                  </a:cubicBezTo>
                  <a:cubicBezTo>
                    <a:pt x="0" y="64"/>
                    <a:pt x="15" y="64"/>
                    <a:pt x="15" y="80"/>
                  </a:cubicBezTo>
                  <a:lnTo>
                    <a:pt x="32" y="80"/>
                  </a:lnTo>
                  <a:lnTo>
                    <a:pt x="47" y="80"/>
                  </a:lnTo>
                  <a:lnTo>
                    <a:pt x="63" y="64"/>
                  </a:lnTo>
                  <a:lnTo>
                    <a:pt x="95" y="64"/>
                  </a:lnTo>
                  <a:lnTo>
                    <a:pt x="95" y="49"/>
                  </a:lnTo>
                  <a:cubicBezTo>
                    <a:pt x="95" y="32"/>
                    <a:pt x="110" y="17"/>
                    <a:pt x="126" y="17"/>
                  </a:cubicBezTo>
                  <a:lnTo>
                    <a:pt x="126" y="17"/>
                  </a:lnTo>
                  <a:lnTo>
                    <a:pt x="126" y="17"/>
                  </a:lnTo>
                  <a:cubicBezTo>
                    <a:pt x="126" y="1"/>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76" name="Google Shape;3476;p46"/>
            <p:cNvSpPr/>
            <p:nvPr/>
          </p:nvSpPr>
          <p:spPr>
            <a:xfrm>
              <a:off x="3056740" y="1799767"/>
              <a:ext cx="2544" cy="3562"/>
            </a:xfrm>
            <a:custGeom>
              <a:avLst/>
              <a:gdLst/>
              <a:ahLst/>
              <a:cxnLst/>
              <a:rect l="l" t="t" r="r" b="b"/>
              <a:pathLst>
                <a:path w="80" h="112" extrusionOk="0">
                  <a:moveTo>
                    <a:pt x="64" y="1"/>
                  </a:moveTo>
                  <a:lnTo>
                    <a:pt x="64" y="1"/>
                  </a:lnTo>
                  <a:cubicBezTo>
                    <a:pt x="48" y="17"/>
                    <a:pt x="32" y="32"/>
                    <a:pt x="16" y="32"/>
                  </a:cubicBezTo>
                  <a:lnTo>
                    <a:pt x="1" y="80"/>
                  </a:lnTo>
                  <a:cubicBezTo>
                    <a:pt x="1" y="95"/>
                    <a:pt x="16" y="111"/>
                    <a:pt x="32" y="111"/>
                  </a:cubicBezTo>
                  <a:lnTo>
                    <a:pt x="32" y="111"/>
                  </a:lnTo>
                  <a:cubicBezTo>
                    <a:pt x="48" y="111"/>
                    <a:pt x="64" y="111"/>
                    <a:pt x="64" y="80"/>
                  </a:cubicBezTo>
                  <a:lnTo>
                    <a:pt x="79"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77" name="Google Shape;3477;p46"/>
            <p:cNvSpPr/>
            <p:nvPr/>
          </p:nvSpPr>
          <p:spPr>
            <a:xfrm>
              <a:off x="3412019" y="1756673"/>
              <a:ext cx="4039" cy="2035"/>
            </a:xfrm>
            <a:custGeom>
              <a:avLst/>
              <a:gdLst/>
              <a:ahLst/>
              <a:cxnLst/>
              <a:rect l="l" t="t" r="r" b="b"/>
              <a:pathLst>
                <a:path w="127" h="64" extrusionOk="0">
                  <a:moveTo>
                    <a:pt x="32" y="1"/>
                  </a:moveTo>
                  <a:lnTo>
                    <a:pt x="32" y="1"/>
                  </a:lnTo>
                  <a:cubicBezTo>
                    <a:pt x="16" y="1"/>
                    <a:pt x="0" y="17"/>
                    <a:pt x="0" y="32"/>
                  </a:cubicBezTo>
                  <a:cubicBezTo>
                    <a:pt x="0" y="48"/>
                    <a:pt x="0" y="48"/>
                    <a:pt x="16" y="48"/>
                  </a:cubicBezTo>
                  <a:cubicBezTo>
                    <a:pt x="16" y="64"/>
                    <a:pt x="16" y="64"/>
                    <a:pt x="32" y="64"/>
                  </a:cubicBezTo>
                  <a:lnTo>
                    <a:pt x="32" y="64"/>
                  </a:lnTo>
                  <a:lnTo>
                    <a:pt x="95" y="64"/>
                  </a:lnTo>
                  <a:lnTo>
                    <a:pt x="95" y="64"/>
                  </a:lnTo>
                  <a:cubicBezTo>
                    <a:pt x="111" y="64"/>
                    <a:pt x="126" y="48"/>
                    <a:pt x="126" y="32"/>
                  </a:cubicBezTo>
                  <a:lnTo>
                    <a:pt x="126" y="17"/>
                  </a:lnTo>
                  <a:cubicBezTo>
                    <a:pt x="126" y="1"/>
                    <a:pt x="111" y="1"/>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78" name="Google Shape;3478;p46"/>
            <p:cNvSpPr/>
            <p:nvPr/>
          </p:nvSpPr>
          <p:spPr>
            <a:xfrm>
              <a:off x="3304300" y="1807781"/>
              <a:ext cx="5025" cy="4039"/>
            </a:xfrm>
            <a:custGeom>
              <a:avLst/>
              <a:gdLst/>
              <a:ahLst/>
              <a:cxnLst/>
              <a:rect l="l" t="t" r="r" b="b"/>
              <a:pathLst>
                <a:path w="158" h="127" extrusionOk="0">
                  <a:moveTo>
                    <a:pt x="126" y="1"/>
                  </a:moveTo>
                  <a:lnTo>
                    <a:pt x="110" y="1"/>
                  </a:lnTo>
                  <a:cubicBezTo>
                    <a:pt x="110" y="1"/>
                    <a:pt x="110" y="17"/>
                    <a:pt x="95" y="17"/>
                  </a:cubicBezTo>
                  <a:lnTo>
                    <a:pt x="32" y="64"/>
                  </a:lnTo>
                  <a:lnTo>
                    <a:pt x="32" y="64"/>
                  </a:lnTo>
                  <a:cubicBezTo>
                    <a:pt x="15" y="80"/>
                    <a:pt x="0" y="95"/>
                    <a:pt x="15" y="112"/>
                  </a:cubicBezTo>
                  <a:cubicBezTo>
                    <a:pt x="32" y="127"/>
                    <a:pt x="32" y="127"/>
                    <a:pt x="47" y="127"/>
                  </a:cubicBezTo>
                  <a:lnTo>
                    <a:pt x="47" y="127"/>
                  </a:lnTo>
                  <a:lnTo>
                    <a:pt x="63" y="127"/>
                  </a:lnTo>
                  <a:lnTo>
                    <a:pt x="141" y="64"/>
                  </a:lnTo>
                  <a:cubicBezTo>
                    <a:pt x="158" y="48"/>
                    <a:pt x="158" y="32"/>
                    <a:pt x="14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79" name="Google Shape;3479;p46"/>
            <p:cNvSpPr/>
            <p:nvPr/>
          </p:nvSpPr>
          <p:spPr>
            <a:xfrm>
              <a:off x="3190538" y="1784724"/>
              <a:ext cx="4039" cy="5565"/>
            </a:xfrm>
            <a:custGeom>
              <a:avLst/>
              <a:gdLst/>
              <a:ahLst/>
              <a:cxnLst/>
              <a:rect l="l" t="t" r="r" b="b"/>
              <a:pathLst>
                <a:path w="127" h="175" extrusionOk="0">
                  <a:moveTo>
                    <a:pt x="0" y="112"/>
                  </a:moveTo>
                  <a:lnTo>
                    <a:pt x="0" y="127"/>
                  </a:lnTo>
                  <a:lnTo>
                    <a:pt x="0" y="112"/>
                  </a:lnTo>
                  <a:lnTo>
                    <a:pt x="0" y="112"/>
                  </a:lnTo>
                  <a:close/>
                  <a:moveTo>
                    <a:pt x="111" y="1"/>
                  </a:moveTo>
                  <a:lnTo>
                    <a:pt x="48" y="49"/>
                  </a:lnTo>
                  <a:cubicBezTo>
                    <a:pt x="32" y="49"/>
                    <a:pt x="32" y="64"/>
                    <a:pt x="32" y="80"/>
                  </a:cubicBezTo>
                  <a:lnTo>
                    <a:pt x="32" y="80"/>
                  </a:lnTo>
                  <a:lnTo>
                    <a:pt x="79" y="64"/>
                  </a:lnTo>
                  <a:lnTo>
                    <a:pt x="79" y="64"/>
                  </a:lnTo>
                  <a:lnTo>
                    <a:pt x="95" y="64"/>
                  </a:lnTo>
                  <a:lnTo>
                    <a:pt x="126" y="95"/>
                  </a:lnTo>
                  <a:cubicBezTo>
                    <a:pt x="126" y="112"/>
                    <a:pt x="111" y="127"/>
                    <a:pt x="95" y="127"/>
                  </a:cubicBezTo>
                  <a:lnTo>
                    <a:pt x="63" y="143"/>
                  </a:lnTo>
                  <a:lnTo>
                    <a:pt x="63" y="158"/>
                  </a:lnTo>
                  <a:lnTo>
                    <a:pt x="63" y="175"/>
                  </a:lnTo>
                  <a:lnTo>
                    <a:pt x="79" y="175"/>
                  </a:lnTo>
                  <a:lnTo>
                    <a:pt x="95" y="158"/>
                  </a:lnTo>
                  <a:cubicBezTo>
                    <a:pt x="111" y="158"/>
                    <a:pt x="126" y="143"/>
                    <a:pt x="126" y="127"/>
                  </a:cubicBezTo>
                  <a:lnTo>
                    <a:pt x="126" y="112"/>
                  </a:lnTo>
                  <a:lnTo>
                    <a:pt x="126" y="80"/>
                  </a:lnTo>
                  <a:lnTo>
                    <a:pt x="126" y="80"/>
                  </a:lnTo>
                  <a:lnTo>
                    <a:pt x="126" y="64"/>
                  </a:lnTo>
                  <a:cubicBezTo>
                    <a:pt x="126" y="64"/>
                    <a:pt x="111" y="49"/>
                    <a:pt x="111"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80" name="Google Shape;3480;p46"/>
            <p:cNvSpPr/>
            <p:nvPr/>
          </p:nvSpPr>
          <p:spPr>
            <a:xfrm>
              <a:off x="3090834" y="1792261"/>
              <a:ext cx="4516" cy="4516"/>
            </a:xfrm>
            <a:custGeom>
              <a:avLst/>
              <a:gdLst/>
              <a:ahLst/>
              <a:cxnLst/>
              <a:rect l="l" t="t" r="r" b="b"/>
              <a:pathLst>
                <a:path w="142" h="142" extrusionOk="0">
                  <a:moveTo>
                    <a:pt x="110" y="1"/>
                  </a:moveTo>
                  <a:lnTo>
                    <a:pt x="110" y="1"/>
                  </a:lnTo>
                  <a:lnTo>
                    <a:pt x="110" y="1"/>
                  </a:lnTo>
                  <a:cubicBezTo>
                    <a:pt x="95" y="1"/>
                    <a:pt x="95" y="16"/>
                    <a:pt x="95" y="16"/>
                  </a:cubicBezTo>
                  <a:lnTo>
                    <a:pt x="78" y="16"/>
                  </a:lnTo>
                  <a:cubicBezTo>
                    <a:pt x="63" y="32"/>
                    <a:pt x="0" y="64"/>
                    <a:pt x="32" y="127"/>
                  </a:cubicBezTo>
                  <a:cubicBezTo>
                    <a:pt x="47" y="142"/>
                    <a:pt x="63" y="142"/>
                    <a:pt x="63" y="142"/>
                  </a:cubicBezTo>
                  <a:lnTo>
                    <a:pt x="78" y="142"/>
                  </a:lnTo>
                  <a:lnTo>
                    <a:pt x="95" y="142"/>
                  </a:lnTo>
                  <a:lnTo>
                    <a:pt x="63" y="79"/>
                  </a:lnTo>
                  <a:cubicBezTo>
                    <a:pt x="63" y="64"/>
                    <a:pt x="63" y="47"/>
                    <a:pt x="78" y="32"/>
                  </a:cubicBezTo>
                  <a:lnTo>
                    <a:pt x="95" y="32"/>
                  </a:lnTo>
                  <a:lnTo>
                    <a:pt x="95" y="32"/>
                  </a:lnTo>
                  <a:cubicBezTo>
                    <a:pt x="110" y="32"/>
                    <a:pt x="110" y="32"/>
                    <a:pt x="110" y="47"/>
                  </a:cubicBezTo>
                  <a:cubicBezTo>
                    <a:pt x="126" y="32"/>
                    <a:pt x="126" y="16"/>
                    <a:pt x="141" y="16"/>
                  </a:cubicBezTo>
                  <a:lnTo>
                    <a:pt x="141" y="16"/>
                  </a:lnTo>
                  <a:lnTo>
                    <a:pt x="141"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81" name="Google Shape;3481;p46"/>
            <p:cNvSpPr/>
            <p:nvPr/>
          </p:nvSpPr>
          <p:spPr>
            <a:xfrm>
              <a:off x="3193528" y="1782243"/>
              <a:ext cx="4580" cy="5057"/>
            </a:xfrm>
            <a:custGeom>
              <a:avLst/>
              <a:gdLst/>
              <a:ahLst/>
              <a:cxnLst/>
              <a:rect l="l" t="t" r="r" b="b"/>
              <a:pathLst>
                <a:path w="144" h="159" extrusionOk="0">
                  <a:moveTo>
                    <a:pt x="48" y="1"/>
                  </a:moveTo>
                  <a:lnTo>
                    <a:pt x="32" y="1"/>
                  </a:lnTo>
                  <a:cubicBezTo>
                    <a:pt x="17" y="1"/>
                    <a:pt x="1" y="16"/>
                    <a:pt x="1" y="32"/>
                  </a:cubicBezTo>
                  <a:lnTo>
                    <a:pt x="1" y="64"/>
                  </a:lnTo>
                  <a:cubicBezTo>
                    <a:pt x="17" y="64"/>
                    <a:pt x="17" y="79"/>
                    <a:pt x="17" y="79"/>
                  </a:cubicBezTo>
                  <a:lnTo>
                    <a:pt x="17" y="110"/>
                  </a:lnTo>
                  <a:cubicBezTo>
                    <a:pt x="17" y="127"/>
                    <a:pt x="32" y="142"/>
                    <a:pt x="32" y="142"/>
                  </a:cubicBezTo>
                  <a:cubicBezTo>
                    <a:pt x="48" y="158"/>
                    <a:pt x="48" y="158"/>
                    <a:pt x="64" y="158"/>
                  </a:cubicBezTo>
                  <a:lnTo>
                    <a:pt x="64" y="158"/>
                  </a:lnTo>
                  <a:lnTo>
                    <a:pt x="80" y="158"/>
                  </a:lnTo>
                  <a:lnTo>
                    <a:pt x="95" y="158"/>
                  </a:lnTo>
                  <a:lnTo>
                    <a:pt x="95" y="158"/>
                  </a:lnTo>
                  <a:lnTo>
                    <a:pt x="112" y="158"/>
                  </a:lnTo>
                  <a:cubicBezTo>
                    <a:pt x="112" y="158"/>
                    <a:pt x="127" y="158"/>
                    <a:pt x="127" y="142"/>
                  </a:cubicBezTo>
                  <a:cubicBezTo>
                    <a:pt x="127" y="142"/>
                    <a:pt x="143" y="142"/>
                    <a:pt x="143" y="127"/>
                  </a:cubicBezTo>
                  <a:lnTo>
                    <a:pt x="127" y="142"/>
                  </a:lnTo>
                  <a:lnTo>
                    <a:pt x="112" y="142"/>
                  </a:lnTo>
                  <a:cubicBezTo>
                    <a:pt x="95" y="142"/>
                    <a:pt x="80" y="127"/>
                    <a:pt x="80" y="110"/>
                  </a:cubicBezTo>
                  <a:lnTo>
                    <a:pt x="80" y="95"/>
                  </a:lnTo>
                  <a:lnTo>
                    <a:pt x="80" y="47"/>
                  </a:lnTo>
                  <a:lnTo>
                    <a:pt x="80" y="32"/>
                  </a:lnTo>
                  <a:lnTo>
                    <a:pt x="80"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82" name="Google Shape;3482;p46"/>
            <p:cNvSpPr/>
            <p:nvPr/>
          </p:nvSpPr>
          <p:spPr>
            <a:xfrm>
              <a:off x="3392492" y="1812806"/>
              <a:ext cx="5025" cy="6042"/>
            </a:xfrm>
            <a:custGeom>
              <a:avLst/>
              <a:gdLst/>
              <a:ahLst/>
              <a:cxnLst/>
              <a:rect l="l" t="t" r="r" b="b"/>
              <a:pathLst>
                <a:path w="158" h="190" extrusionOk="0">
                  <a:moveTo>
                    <a:pt x="95" y="174"/>
                  </a:moveTo>
                  <a:lnTo>
                    <a:pt x="95" y="189"/>
                  </a:lnTo>
                  <a:lnTo>
                    <a:pt x="95" y="189"/>
                  </a:lnTo>
                  <a:lnTo>
                    <a:pt x="95" y="174"/>
                  </a:lnTo>
                  <a:close/>
                  <a:moveTo>
                    <a:pt x="47" y="48"/>
                  </a:moveTo>
                  <a:lnTo>
                    <a:pt x="47" y="48"/>
                  </a:lnTo>
                  <a:lnTo>
                    <a:pt x="47" y="48"/>
                  </a:lnTo>
                  <a:close/>
                  <a:moveTo>
                    <a:pt x="126" y="0"/>
                  </a:moveTo>
                  <a:lnTo>
                    <a:pt x="110" y="0"/>
                  </a:lnTo>
                  <a:lnTo>
                    <a:pt x="110" y="0"/>
                  </a:lnTo>
                  <a:lnTo>
                    <a:pt x="47" y="17"/>
                  </a:lnTo>
                  <a:cubicBezTo>
                    <a:pt x="32" y="17"/>
                    <a:pt x="32" y="17"/>
                    <a:pt x="32" y="32"/>
                  </a:cubicBezTo>
                  <a:cubicBezTo>
                    <a:pt x="0" y="63"/>
                    <a:pt x="0" y="80"/>
                    <a:pt x="0" y="111"/>
                  </a:cubicBezTo>
                  <a:lnTo>
                    <a:pt x="32" y="111"/>
                  </a:lnTo>
                  <a:lnTo>
                    <a:pt x="32" y="111"/>
                  </a:lnTo>
                  <a:cubicBezTo>
                    <a:pt x="47" y="126"/>
                    <a:pt x="95" y="126"/>
                    <a:pt x="95" y="174"/>
                  </a:cubicBezTo>
                  <a:lnTo>
                    <a:pt x="95" y="174"/>
                  </a:lnTo>
                  <a:lnTo>
                    <a:pt x="126" y="174"/>
                  </a:lnTo>
                  <a:lnTo>
                    <a:pt x="141" y="174"/>
                  </a:lnTo>
                  <a:cubicBezTo>
                    <a:pt x="141" y="143"/>
                    <a:pt x="141" y="126"/>
                    <a:pt x="126" y="126"/>
                  </a:cubicBezTo>
                  <a:cubicBezTo>
                    <a:pt x="110" y="126"/>
                    <a:pt x="110" y="111"/>
                    <a:pt x="95" y="111"/>
                  </a:cubicBezTo>
                  <a:cubicBezTo>
                    <a:pt x="78" y="111"/>
                    <a:pt x="78" y="95"/>
                    <a:pt x="78" y="95"/>
                  </a:cubicBezTo>
                  <a:lnTo>
                    <a:pt x="78" y="80"/>
                  </a:lnTo>
                  <a:lnTo>
                    <a:pt x="126" y="63"/>
                  </a:lnTo>
                  <a:cubicBezTo>
                    <a:pt x="141" y="63"/>
                    <a:pt x="158" y="48"/>
                    <a:pt x="158" y="32"/>
                  </a:cubicBezTo>
                  <a:lnTo>
                    <a:pt x="158" y="17"/>
                  </a:ln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83" name="Google Shape;3483;p46"/>
            <p:cNvSpPr/>
            <p:nvPr/>
          </p:nvSpPr>
          <p:spPr>
            <a:xfrm>
              <a:off x="3393955" y="1814333"/>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84" name="Google Shape;3484;p46"/>
            <p:cNvSpPr/>
            <p:nvPr/>
          </p:nvSpPr>
          <p:spPr>
            <a:xfrm>
              <a:off x="3297271" y="1820344"/>
              <a:ext cx="3053" cy="2512"/>
            </a:xfrm>
            <a:custGeom>
              <a:avLst/>
              <a:gdLst/>
              <a:ahLst/>
              <a:cxnLst/>
              <a:rect l="l" t="t" r="r" b="b"/>
              <a:pathLst>
                <a:path w="96" h="79" extrusionOk="0">
                  <a:moveTo>
                    <a:pt x="64" y="0"/>
                  </a:moveTo>
                  <a:lnTo>
                    <a:pt x="64" y="0"/>
                  </a:lnTo>
                  <a:cubicBezTo>
                    <a:pt x="47" y="0"/>
                    <a:pt x="47" y="0"/>
                    <a:pt x="47" y="15"/>
                  </a:cubicBezTo>
                  <a:lnTo>
                    <a:pt x="32" y="0"/>
                  </a:lnTo>
                  <a:lnTo>
                    <a:pt x="32" y="0"/>
                  </a:lnTo>
                  <a:cubicBezTo>
                    <a:pt x="16" y="0"/>
                    <a:pt x="16" y="15"/>
                    <a:pt x="16" y="15"/>
                  </a:cubicBezTo>
                  <a:lnTo>
                    <a:pt x="1" y="63"/>
                  </a:lnTo>
                  <a:lnTo>
                    <a:pt x="1" y="78"/>
                  </a:lnTo>
                  <a:lnTo>
                    <a:pt x="1" y="78"/>
                  </a:lnTo>
                  <a:lnTo>
                    <a:pt x="1" y="78"/>
                  </a:lnTo>
                  <a:lnTo>
                    <a:pt x="32" y="78"/>
                  </a:lnTo>
                  <a:lnTo>
                    <a:pt x="32" y="78"/>
                  </a:lnTo>
                  <a:lnTo>
                    <a:pt x="32" y="78"/>
                  </a:lnTo>
                  <a:lnTo>
                    <a:pt x="64" y="78"/>
                  </a:lnTo>
                  <a:lnTo>
                    <a:pt x="79" y="63"/>
                  </a:lnTo>
                  <a:cubicBezTo>
                    <a:pt x="79" y="63"/>
                    <a:pt x="95" y="63"/>
                    <a:pt x="95" y="47"/>
                  </a:cubicBezTo>
                  <a:cubicBezTo>
                    <a:pt x="95" y="47"/>
                    <a:pt x="95" y="32"/>
                    <a:pt x="79" y="15"/>
                  </a:cubicBezTo>
                  <a:cubicBezTo>
                    <a:pt x="79"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85" name="Google Shape;3485;p46"/>
            <p:cNvSpPr/>
            <p:nvPr/>
          </p:nvSpPr>
          <p:spPr>
            <a:xfrm>
              <a:off x="3127376" y="1825337"/>
              <a:ext cx="3053" cy="4516"/>
            </a:xfrm>
            <a:custGeom>
              <a:avLst/>
              <a:gdLst/>
              <a:ahLst/>
              <a:cxnLst/>
              <a:rect l="l" t="t" r="r" b="b"/>
              <a:pathLst>
                <a:path w="96" h="142" extrusionOk="0">
                  <a:moveTo>
                    <a:pt x="64" y="1"/>
                  </a:moveTo>
                  <a:lnTo>
                    <a:pt x="64" y="1"/>
                  </a:lnTo>
                  <a:lnTo>
                    <a:pt x="32" y="1"/>
                  </a:lnTo>
                  <a:lnTo>
                    <a:pt x="32" y="1"/>
                  </a:lnTo>
                  <a:cubicBezTo>
                    <a:pt x="17" y="1"/>
                    <a:pt x="1" y="16"/>
                    <a:pt x="1" y="32"/>
                  </a:cubicBezTo>
                  <a:cubicBezTo>
                    <a:pt x="1" y="64"/>
                    <a:pt x="17" y="64"/>
                    <a:pt x="32" y="79"/>
                  </a:cubicBezTo>
                  <a:lnTo>
                    <a:pt x="17" y="110"/>
                  </a:lnTo>
                  <a:cubicBezTo>
                    <a:pt x="17" y="127"/>
                    <a:pt x="32" y="142"/>
                    <a:pt x="49" y="142"/>
                  </a:cubicBezTo>
                  <a:lnTo>
                    <a:pt x="64" y="142"/>
                  </a:lnTo>
                  <a:cubicBezTo>
                    <a:pt x="80" y="142"/>
                    <a:pt x="95" y="142"/>
                    <a:pt x="95" y="110"/>
                  </a:cubicBezTo>
                  <a:lnTo>
                    <a:pt x="95" y="47"/>
                  </a:lnTo>
                  <a:lnTo>
                    <a:pt x="95" y="16"/>
                  </a:lnTo>
                  <a:cubicBezTo>
                    <a:pt x="80" y="1"/>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86" name="Google Shape;3486;p46"/>
            <p:cNvSpPr/>
            <p:nvPr/>
          </p:nvSpPr>
          <p:spPr>
            <a:xfrm>
              <a:off x="3412019" y="1761189"/>
              <a:ext cx="4039" cy="5534"/>
            </a:xfrm>
            <a:custGeom>
              <a:avLst/>
              <a:gdLst/>
              <a:ahLst/>
              <a:cxnLst/>
              <a:rect l="l" t="t" r="r" b="b"/>
              <a:pathLst>
                <a:path w="127" h="174" extrusionOk="0">
                  <a:moveTo>
                    <a:pt x="95" y="111"/>
                  </a:moveTo>
                  <a:lnTo>
                    <a:pt x="16" y="127"/>
                  </a:lnTo>
                  <a:lnTo>
                    <a:pt x="63" y="174"/>
                  </a:lnTo>
                  <a:lnTo>
                    <a:pt x="79" y="174"/>
                  </a:lnTo>
                  <a:lnTo>
                    <a:pt x="79" y="174"/>
                  </a:lnTo>
                  <a:lnTo>
                    <a:pt x="95" y="174"/>
                  </a:lnTo>
                  <a:lnTo>
                    <a:pt x="111" y="174"/>
                  </a:lnTo>
                  <a:cubicBezTo>
                    <a:pt x="126" y="159"/>
                    <a:pt x="126" y="142"/>
                    <a:pt x="111" y="127"/>
                  </a:cubicBezTo>
                  <a:cubicBezTo>
                    <a:pt x="111" y="111"/>
                    <a:pt x="95" y="111"/>
                    <a:pt x="95" y="111"/>
                  </a:cubicBezTo>
                  <a:close/>
                  <a:moveTo>
                    <a:pt x="16" y="1"/>
                  </a:moveTo>
                  <a:cubicBezTo>
                    <a:pt x="16" y="1"/>
                    <a:pt x="0" y="1"/>
                    <a:pt x="0" y="16"/>
                  </a:cubicBezTo>
                  <a:lnTo>
                    <a:pt x="0" y="64"/>
                  </a:lnTo>
                  <a:lnTo>
                    <a:pt x="32" y="48"/>
                  </a:lnTo>
                  <a:cubicBezTo>
                    <a:pt x="16" y="48"/>
                    <a:pt x="32" y="48"/>
                    <a:pt x="32" y="32"/>
                  </a:cubicBezTo>
                  <a:cubicBezTo>
                    <a:pt x="32" y="16"/>
                    <a:pt x="32" y="16"/>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87" name="Google Shape;3487;p46"/>
            <p:cNvSpPr/>
            <p:nvPr/>
          </p:nvSpPr>
          <p:spPr>
            <a:xfrm>
              <a:off x="3332828" y="1816814"/>
              <a:ext cx="6583" cy="4548"/>
            </a:xfrm>
            <a:custGeom>
              <a:avLst/>
              <a:gdLst/>
              <a:ahLst/>
              <a:cxnLst/>
              <a:rect l="l" t="t" r="r" b="b"/>
              <a:pathLst>
                <a:path w="207" h="143" extrusionOk="0">
                  <a:moveTo>
                    <a:pt x="175" y="0"/>
                  </a:moveTo>
                  <a:lnTo>
                    <a:pt x="175" y="0"/>
                  </a:lnTo>
                  <a:lnTo>
                    <a:pt x="158" y="0"/>
                  </a:lnTo>
                  <a:lnTo>
                    <a:pt x="127" y="17"/>
                  </a:lnTo>
                  <a:lnTo>
                    <a:pt x="112" y="17"/>
                  </a:lnTo>
                  <a:cubicBezTo>
                    <a:pt x="127" y="32"/>
                    <a:pt x="127" y="32"/>
                    <a:pt x="127" y="48"/>
                  </a:cubicBezTo>
                  <a:cubicBezTo>
                    <a:pt x="143" y="63"/>
                    <a:pt x="127" y="80"/>
                    <a:pt x="112" y="80"/>
                  </a:cubicBezTo>
                  <a:lnTo>
                    <a:pt x="95" y="80"/>
                  </a:lnTo>
                  <a:cubicBezTo>
                    <a:pt x="80" y="80"/>
                    <a:pt x="64" y="80"/>
                    <a:pt x="64" y="63"/>
                  </a:cubicBezTo>
                  <a:lnTo>
                    <a:pt x="64" y="63"/>
                  </a:lnTo>
                  <a:lnTo>
                    <a:pt x="32" y="80"/>
                  </a:lnTo>
                  <a:lnTo>
                    <a:pt x="32" y="80"/>
                  </a:lnTo>
                  <a:cubicBezTo>
                    <a:pt x="17" y="80"/>
                    <a:pt x="1" y="111"/>
                    <a:pt x="17" y="126"/>
                  </a:cubicBezTo>
                  <a:cubicBezTo>
                    <a:pt x="17" y="126"/>
                    <a:pt x="32" y="143"/>
                    <a:pt x="49" y="143"/>
                  </a:cubicBezTo>
                  <a:cubicBezTo>
                    <a:pt x="49" y="143"/>
                    <a:pt x="64" y="143"/>
                    <a:pt x="64" y="126"/>
                  </a:cubicBezTo>
                  <a:lnTo>
                    <a:pt x="80" y="126"/>
                  </a:lnTo>
                  <a:lnTo>
                    <a:pt x="190" y="63"/>
                  </a:lnTo>
                  <a:lnTo>
                    <a:pt x="190" y="48"/>
                  </a:lnTo>
                  <a:lnTo>
                    <a:pt x="206" y="0"/>
                  </a:lnTo>
                  <a:lnTo>
                    <a:pt x="17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88" name="Google Shape;3488;p46"/>
            <p:cNvSpPr/>
            <p:nvPr/>
          </p:nvSpPr>
          <p:spPr>
            <a:xfrm>
              <a:off x="3189521" y="1798272"/>
              <a:ext cx="3053" cy="2544"/>
            </a:xfrm>
            <a:custGeom>
              <a:avLst/>
              <a:gdLst/>
              <a:ahLst/>
              <a:cxnLst/>
              <a:rect l="l" t="t" r="r" b="b"/>
              <a:pathLst>
                <a:path w="96" h="80" extrusionOk="0">
                  <a:moveTo>
                    <a:pt x="48" y="1"/>
                  </a:moveTo>
                  <a:lnTo>
                    <a:pt x="48" y="1"/>
                  </a:lnTo>
                  <a:cubicBezTo>
                    <a:pt x="48" y="16"/>
                    <a:pt x="17" y="32"/>
                    <a:pt x="1" y="32"/>
                  </a:cubicBezTo>
                  <a:lnTo>
                    <a:pt x="1" y="48"/>
                  </a:lnTo>
                  <a:cubicBezTo>
                    <a:pt x="1" y="64"/>
                    <a:pt x="17" y="79"/>
                    <a:pt x="32" y="79"/>
                  </a:cubicBezTo>
                  <a:lnTo>
                    <a:pt x="32" y="79"/>
                  </a:lnTo>
                  <a:lnTo>
                    <a:pt x="80" y="64"/>
                  </a:lnTo>
                  <a:lnTo>
                    <a:pt x="95" y="64"/>
                  </a:lnTo>
                  <a:lnTo>
                    <a:pt x="95" y="64"/>
                  </a:lnTo>
                  <a:cubicBezTo>
                    <a:pt x="80" y="48"/>
                    <a:pt x="64" y="32"/>
                    <a:pt x="80" y="16"/>
                  </a:cubicBezTo>
                  <a:lnTo>
                    <a:pt x="95" y="16"/>
                  </a:lnTo>
                  <a:cubicBezTo>
                    <a:pt x="80" y="16"/>
                    <a:pt x="64" y="16"/>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89" name="Google Shape;3489;p46"/>
            <p:cNvSpPr/>
            <p:nvPr/>
          </p:nvSpPr>
          <p:spPr>
            <a:xfrm>
              <a:off x="3081802" y="1808799"/>
              <a:ext cx="5534" cy="5025"/>
            </a:xfrm>
            <a:custGeom>
              <a:avLst/>
              <a:gdLst/>
              <a:ahLst/>
              <a:cxnLst/>
              <a:rect l="l" t="t" r="r" b="b"/>
              <a:pathLst>
                <a:path w="174" h="158" extrusionOk="0">
                  <a:moveTo>
                    <a:pt x="95" y="0"/>
                  </a:moveTo>
                  <a:lnTo>
                    <a:pt x="95" y="16"/>
                  </a:lnTo>
                  <a:cubicBezTo>
                    <a:pt x="110" y="32"/>
                    <a:pt x="95" y="48"/>
                    <a:pt x="79" y="48"/>
                  </a:cubicBezTo>
                  <a:cubicBezTo>
                    <a:pt x="79" y="63"/>
                    <a:pt x="79" y="63"/>
                    <a:pt x="64" y="63"/>
                  </a:cubicBezTo>
                  <a:cubicBezTo>
                    <a:pt x="64" y="63"/>
                    <a:pt x="64" y="48"/>
                    <a:pt x="47" y="48"/>
                  </a:cubicBezTo>
                  <a:cubicBezTo>
                    <a:pt x="47" y="63"/>
                    <a:pt x="47" y="80"/>
                    <a:pt x="32" y="80"/>
                  </a:cubicBezTo>
                  <a:lnTo>
                    <a:pt x="16" y="80"/>
                  </a:lnTo>
                  <a:lnTo>
                    <a:pt x="1" y="80"/>
                  </a:lnTo>
                  <a:cubicBezTo>
                    <a:pt x="1" y="95"/>
                    <a:pt x="16" y="95"/>
                    <a:pt x="32" y="95"/>
                  </a:cubicBezTo>
                  <a:lnTo>
                    <a:pt x="32" y="95"/>
                  </a:lnTo>
                  <a:lnTo>
                    <a:pt x="47" y="95"/>
                  </a:lnTo>
                  <a:lnTo>
                    <a:pt x="47" y="111"/>
                  </a:lnTo>
                  <a:lnTo>
                    <a:pt x="47" y="111"/>
                  </a:lnTo>
                  <a:cubicBezTo>
                    <a:pt x="47" y="126"/>
                    <a:pt x="64" y="126"/>
                    <a:pt x="64" y="126"/>
                  </a:cubicBezTo>
                  <a:lnTo>
                    <a:pt x="110" y="158"/>
                  </a:lnTo>
                  <a:lnTo>
                    <a:pt x="142" y="158"/>
                  </a:lnTo>
                  <a:lnTo>
                    <a:pt x="142" y="158"/>
                  </a:lnTo>
                  <a:lnTo>
                    <a:pt x="158" y="158"/>
                  </a:lnTo>
                  <a:cubicBezTo>
                    <a:pt x="158" y="158"/>
                    <a:pt x="173" y="158"/>
                    <a:pt x="173" y="143"/>
                  </a:cubicBezTo>
                  <a:lnTo>
                    <a:pt x="158" y="143"/>
                  </a:lnTo>
                  <a:cubicBezTo>
                    <a:pt x="127" y="126"/>
                    <a:pt x="127" y="111"/>
                    <a:pt x="127" y="95"/>
                  </a:cubicBezTo>
                  <a:cubicBezTo>
                    <a:pt x="142" y="80"/>
                    <a:pt x="142" y="80"/>
                    <a:pt x="158" y="80"/>
                  </a:cubicBezTo>
                  <a:lnTo>
                    <a:pt x="173" y="80"/>
                  </a:lnTo>
                  <a:lnTo>
                    <a:pt x="173" y="80"/>
                  </a:lnTo>
                  <a:lnTo>
                    <a:pt x="158" y="48"/>
                  </a:lnTo>
                  <a:cubicBezTo>
                    <a:pt x="158" y="48"/>
                    <a:pt x="158" y="32"/>
                    <a:pt x="142" y="32"/>
                  </a:cubicBezTo>
                  <a:cubicBezTo>
                    <a:pt x="142" y="16"/>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90" name="Google Shape;3490;p46"/>
            <p:cNvSpPr/>
            <p:nvPr/>
          </p:nvSpPr>
          <p:spPr>
            <a:xfrm>
              <a:off x="3425568" y="1772702"/>
              <a:ext cx="4516" cy="2576"/>
            </a:xfrm>
            <a:custGeom>
              <a:avLst/>
              <a:gdLst/>
              <a:ahLst/>
              <a:cxnLst/>
              <a:rect l="l" t="t" r="r" b="b"/>
              <a:pathLst>
                <a:path w="142" h="81" extrusionOk="0">
                  <a:moveTo>
                    <a:pt x="32" y="1"/>
                  </a:moveTo>
                  <a:lnTo>
                    <a:pt x="32" y="1"/>
                  </a:lnTo>
                  <a:lnTo>
                    <a:pt x="15" y="1"/>
                  </a:lnTo>
                  <a:cubicBezTo>
                    <a:pt x="15" y="1"/>
                    <a:pt x="0" y="17"/>
                    <a:pt x="0" y="32"/>
                  </a:cubicBezTo>
                  <a:lnTo>
                    <a:pt x="0" y="49"/>
                  </a:lnTo>
                  <a:cubicBezTo>
                    <a:pt x="15" y="64"/>
                    <a:pt x="15" y="80"/>
                    <a:pt x="47" y="80"/>
                  </a:cubicBezTo>
                  <a:lnTo>
                    <a:pt x="47" y="80"/>
                  </a:lnTo>
                  <a:lnTo>
                    <a:pt x="126" y="80"/>
                  </a:lnTo>
                  <a:cubicBezTo>
                    <a:pt x="141" y="64"/>
                    <a:pt x="141" y="64"/>
                    <a:pt x="141" y="32"/>
                  </a:cubicBezTo>
                  <a:lnTo>
                    <a:pt x="141" y="32"/>
                  </a:lnTo>
                  <a:cubicBezTo>
                    <a:pt x="141" y="17"/>
                    <a:pt x="126" y="1"/>
                    <a:pt x="110" y="1"/>
                  </a:cubicBezTo>
                  <a:lnTo>
                    <a:pt x="110" y="1"/>
                  </a:lnTo>
                  <a:lnTo>
                    <a:pt x="95" y="1"/>
                  </a:lnTo>
                  <a:lnTo>
                    <a:pt x="63" y="17"/>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91" name="Google Shape;3491;p46"/>
            <p:cNvSpPr/>
            <p:nvPr/>
          </p:nvSpPr>
          <p:spPr>
            <a:xfrm>
              <a:off x="3167481" y="1797763"/>
              <a:ext cx="7569" cy="4548"/>
            </a:xfrm>
            <a:custGeom>
              <a:avLst/>
              <a:gdLst/>
              <a:ahLst/>
              <a:cxnLst/>
              <a:rect l="l" t="t" r="r" b="b"/>
              <a:pathLst>
                <a:path w="238" h="143" extrusionOk="0">
                  <a:moveTo>
                    <a:pt x="32" y="0"/>
                  </a:moveTo>
                  <a:lnTo>
                    <a:pt x="32" y="0"/>
                  </a:lnTo>
                  <a:lnTo>
                    <a:pt x="32" y="0"/>
                  </a:lnTo>
                  <a:cubicBezTo>
                    <a:pt x="17" y="0"/>
                    <a:pt x="0" y="17"/>
                    <a:pt x="0" y="32"/>
                  </a:cubicBezTo>
                  <a:lnTo>
                    <a:pt x="0" y="80"/>
                  </a:lnTo>
                  <a:cubicBezTo>
                    <a:pt x="0" y="95"/>
                    <a:pt x="0" y="111"/>
                    <a:pt x="17" y="111"/>
                  </a:cubicBezTo>
                  <a:cubicBezTo>
                    <a:pt x="17" y="127"/>
                    <a:pt x="32" y="127"/>
                    <a:pt x="32" y="127"/>
                  </a:cubicBezTo>
                  <a:lnTo>
                    <a:pt x="32" y="127"/>
                  </a:lnTo>
                  <a:cubicBezTo>
                    <a:pt x="48" y="127"/>
                    <a:pt x="48" y="111"/>
                    <a:pt x="63" y="111"/>
                  </a:cubicBezTo>
                  <a:lnTo>
                    <a:pt x="63" y="111"/>
                  </a:lnTo>
                  <a:lnTo>
                    <a:pt x="63" y="111"/>
                  </a:lnTo>
                  <a:lnTo>
                    <a:pt x="80" y="127"/>
                  </a:lnTo>
                  <a:cubicBezTo>
                    <a:pt x="95" y="127"/>
                    <a:pt x="95" y="143"/>
                    <a:pt x="111" y="143"/>
                  </a:cubicBezTo>
                  <a:lnTo>
                    <a:pt x="111" y="143"/>
                  </a:lnTo>
                  <a:cubicBezTo>
                    <a:pt x="126" y="143"/>
                    <a:pt x="126" y="127"/>
                    <a:pt x="126" y="127"/>
                  </a:cubicBezTo>
                  <a:lnTo>
                    <a:pt x="143" y="127"/>
                  </a:lnTo>
                  <a:lnTo>
                    <a:pt x="206" y="95"/>
                  </a:lnTo>
                  <a:lnTo>
                    <a:pt x="221" y="95"/>
                  </a:lnTo>
                  <a:lnTo>
                    <a:pt x="221" y="80"/>
                  </a:lnTo>
                  <a:cubicBezTo>
                    <a:pt x="237" y="80"/>
                    <a:pt x="237" y="64"/>
                    <a:pt x="221" y="64"/>
                  </a:cubicBezTo>
                  <a:lnTo>
                    <a:pt x="221" y="48"/>
                  </a:lnTo>
                  <a:lnTo>
                    <a:pt x="221" y="48"/>
                  </a:lnTo>
                  <a:cubicBezTo>
                    <a:pt x="206" y="32"/>
                    <a:pt x="206" y="32"/>
                    <a:pt x="189" y="32"/>
                  </a:cubicBezTo>
                  <a:lnTo>
                    <a:pt x="189" y="32"/>
                  </a:lnTo>
                  <a:lnTo>
                    <a:pt x="174" y="48"/>
                  </a:lnTo>
                  <a:lnTo>
                    <a:pt x="111" y="64"/>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92" name="Google Shape;3492;p46"/>
            <p:cNvSpPr/>
            <p:nvPr/>
          </p:nvSpPr>
          <p:spPr>
            <a:xfrm>
              <a:off x="3409507" y="1775246"/>
              <a:ext cx="4548" cy="3498"/>
            </a:xfrm>
            <a:custGeom>
              <a:avLst/>
              <a:gdLst/>
              <a:ahLst/>
              <a:cxnLst/>
              <a:rect l="l" t="t" r="r" b="b"/>
              <a:pathLst>
                <a:path w="143" h="110" extrusionOk="0">
                  <a:moveTo>
                    <a:pt x="111" y="0"/>
                  </a:moveTo>
                  <a:lnTo>
                    <a:pt x="111" y="0"/>
                  </a:lnTo>
                  <a:lnTo>
                    <a:pt x="95" y="0"/>
                  </a:lnTo>
                  <a:lnTo>
                    <a:pt x="48" y="32"/>
                  </a:lnTo>
                  <a:lnTo>
                    <a:pt x="32" y="32"/>
                  </a:lnTo>
                  <a:lnTo>
                    <a:pt x="16" y="47"/>
                  </a:lnTo>
                  <a:cubicBezTo>
                    <a:pt x="1" y="47"/>
                    <a:pt x="1" y="63"/>
                    <a:pt x="1" y="78"/>
                  </a:cubicBezTo>
                  <a:lnTo>
                    <a:pt x="1" y="78"/>
                  </a:lnTo>
                  <a:cubicBezTo>
                    <a:pt x="16" y="78"/>
                    <a:pt x="32" y="95"/>
                    <a:pt x="32" y="110"/>
                  </a:cubicBezTo>
                  <a:lnTo>
                    <a:pt x="48" y="110"/>
                  </a:lnTo>
                  <a:lnTo>
                    <a:pt x="48" y="95"/>
                  </a:lnTo>
                  <a:lnTo>
                    <a:pt x="48" y="95"/>
                  </a:lnTo>
                  <a:lnTo>
                    <a:pt x="64" y="110"/>
                  </a:lnTo>
                  <a:lnTo>
                    <a:pt x="79" y="110"/>
                  </a:lnTo>
                  <a:lnTo>
                    <a:pt x="79" y="110"/>
                  </a:lnTo>
                  <a:lnTo>
                    <a:pt x="79" y="95"/>
                  </a:lnTo>
                  <a:cubicBezTo>
                    <a:pt x="79" y="78"/>
                    <a:pt x="95" y="63"/>
                    <a:pt x="111" y="63"/>
                  </a:cubicBezTo>
                  <a:lnTo>
                    <a:pt x="111" y="63"/>
                  </a:lnTo>
                  <a:lnTo>
                    <a:pt x="127" y="63"/>
                  </a:lnTo>
                  <a:lnTo>
                    <a:pt x="142" y="78"/>
                  </a:lnTo>
                  <a:lnTo>
                    <a:pt x="142" y="63"/>
                  </a:lnTo>
                  <a:lnTo>
                    <a:pt x="142" y="32"/>
                  </a:lnTo>
                  <a:cubicBezTo>
                    <a:pt x="142" y="15"/>
                    <a:pt x="142" y="15"/>
                    <a:pt x="127" y="0"/>
                  </a:cubicBezTo>
                  <a:lnTo>
                    <a:pt x="12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93" name="Google Shape;3493;p46"/>
            <p:cNvSpPr/>
            <p:nvPr/>
          </p:nvSpPr>
          <p:spPr>
            <a:xfrm>
              <a:off x="3403496" y="1793279"/>
              <a:ext cx="4039" cy="2035"/>
            </a:xfrm>
            <a:custGeom>
              <a:avLst/>
              <a:gdLst/>
              <a:ahLst/>
              <a:cxnLst/>
              <a:rect l="l" t="t" r="r" b="b"/>
              <a:pathLst>
                <a:path w="127" h="64" extrusionOk="0">
                  <a:moveTo>
                    <a:pt x="16" y="47"/>
                  </a:moveTo>
                  <a:lnTo>
                    <a:pt x="1" y="63"/>
                  </a:lnTo>
                  <a:lnTo>
                    <a:pt x="16" y="63"/>
                  </a:lnTo>
                  <a:lnTo>
                    <a:pt x="16" y="47"/>
                  </a:lnTo>
                  <a:close/>
                  <a:moveTo>
                    <a:pt x="79" y="0"/>
                  </a:moveTo>
                  <a:lnTo>
                    <a:pt x="79" y="15"/>
                  </a:lnTo>
                  <a:lnTo>
                    <a:pt x="79" y="47"/>
                  </a:lnTo>
                  <a:lnTo>
                    <a:pt x="127" y="32"/>
                  </a:lnTo>
                  <a:lnTo>
                    <a:pt x="110" y="15"/>
                  </a:lnTo>
                  <a:lnTo>
                    <a:pt x="110" y="0"/>
                  </a:lnTo>
                  <a:lnTo>
                    <a:pt x="95" y="0"/>
                  </a:ln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94" name="Google Shape;3494;p46"/>
            <p:cNvSpPr/>
            <p:nvPr/>
          </p:nvSpPr>
          <p:spPr>
            <a:xfrm>
              <a:off x="3072801" y="1809308"/>
              <a:ext cx="2512" cy="4516"/>
            </a:xfrm>
            <a:custGeom>
              <a:avLst/>
              <a:gdLst/>
              <a:ahLst/>
              <a:cxnLst/>
              <a:rect l="l" t="t" r="r" b="b"/>
              <a:pathLst>
                <a:path w="79" h="142" extrusionOk="0">
                  <a:moveTo>
                    <a:pt x="47" y="0"/>
                  </a:moveTo>
                  <a:lnTo>
                    <a:pt x="32" y="0"/>
                  </a:lnTo>
                  <a:cubicBezTo>
                    <a:pt x="15" y="0"/>
                    <a:pt x="15" y="16"/>
                    <a:pt x="15" y="32"/>
                  </a:cubicBezTo>
                  <a:lnTo>
                    <a:pt x="0" y="95"/>
                  </a:lnTo>
                  <a:cubicBezTo>
                    <a:pt x="0" y="110"/>
                    <a:pt x="15" y="127"/>
                    <a:pt x="32" y="142"/>
                  </a:cubicBezTo>
                  <a:lnTo>
                    <a:pt x="32" y="142"/>
                  </a:lnTo>
                  <a:cubicBezTo>
                    <a:pt x="47" y="142"/>
                    <a:pt x="63" y="127"/>
                    <a:pt x="63" y="110"/>
                  </a:cubicBezTo>
                  <a:lnTo>
                    <a:pt x="78" y="47"/>
                  </a:lnTo>
                  <a:cubicBezTo>
                    <a:pt x="78" y="32"/>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95" name="Google Shape;3495;p46"/>
            <p:cNvSpPr/>
            <p:nvPr/>
          </p:nvSpPr>
          <p:spPr>
            <a:xfrm>
              <a:off x="3019148" y="1808290"/>
              <a:ext cx="3562" cy="5534"/>
            </a:xfrm>
            <a:custGeom>
              <a:avLst/>
              <a:gdLst/>
              <a:ahLst/>
              <a:cxnLst/>
              <a:rect l="l" t="t" r="r" b="b"/>
              <a:pathLst>
                <a:path w="112" h="174" extrusionOk="0">
                  <a:moveTo>
                    <a:pt x="32" y="1"/>
                  </a:moveTo>
                  <a:lnTo>
                    <a:pt x="32" y="1"/>
                  </a:lnTo>
                  <a:lnTo>
                    <a:pt x="17" y="1"/>
                  </a:lnTo>
                  <a:cubicBezTo>
                    <a:pt x="1" y="16"/>
                    <a:pt x="1" y="48"/>
                    <a:pt x="17" y="64"/>
                  </a:cubicBezTo>
                  <a:lnTo>
                    <a:pt x="17" y="64"/>
                  </a:lnTo>
                  <a:lnTo>
                    <a:pt x="17" y="64"/>
                  </a:lnTo>
                  <a:lnTo>
                    <a:pt x="17" y="79"/>
                  </a:lnTo>
                  <a:cubicBezTo>
                    <a:pt x="17" y="96"/>
                    <a:pt x="1" y="96"/>
                    <a:pt x="1" y="96"/>
                  </a:cubicBezTo>
                  <a:cubicBezTo>
                    <a:pt x="17" y="127"/>
                    <a:pt x="32" y="142"/>
                    <a:pt x="32" y="174"/>
                  </a:cubicBezTo>
                  <a:cubicBezTo>
                    <a:pt x="64" y="142"/>
                    <a:pt x="80" y="111"/>
                    <a:pt x="95" y="96"/>
                  </a:cubicBezTo>
                  <a:cubicBezTo>
                    <a:pt x="112" y="64"/>
                    <a:pt x="95" y="48"/>
                    <a:pt x="80" y="32"/>
                  </a:cubicBezTo>
                  <a:lnTo>
                    <a:pt x="80" y="32"/>
                  </a:lnTo>
                  <a:lnTo>
                    <a:pt x="80" y="32"/>
                  </a:lnTo>
                  <a:lnTo>
                    <a:pt x="64" y="16"/>
                  </a:lnTo>
                  <a:cubicBezTo>
                    <a:pt x="64"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96" name="Google Shape;3496;p46"/>
            <p:cNvSpPr/>
            <p:nvPr/>
          </p:nvSpPr>
          <p:spPr>
            <a:xfrm>
              <a:off x="3180488" y="1816337"/>
              <a:ext cx="3053" cy="6042"/>
            </a:xfrm>
            <a:custGeom>
              <a:avLst/>
              <a:gdLst/>
              <a:ahLst/>
              <a:cxnLst/>
              <a:rect l="l" t="t" r="r" b="b"/>
              <a:pathLst>
                <a:path w="96" h="190" extrusionOk="0">
                  <a:moveTo>
                    <a:pt x="49" y="0"/>
                  </a:moveTo>
                  <a:lnTo>
                    <a:pt x="49" y="0"/>
                  </a:lnTo>
                  <a:lnTo>
                    <a:pt x="49" y="0"/>
                  </a:lnTo>
                  <a:cubicBezTo>
                    <a:pt x="32" y="0"/>
                    <a:pt x="32" y="15"/>
                    <a:pt x="17" y="32"/>
                  </a:cubicBezTo>
                  <a:lnTo>
                    <a:pt x="17" y="32"/>
                  </a:lnTo>
                  <a:lnTo>
                    <a:pt x="17" y="63"/>
                  </a:lnTo>
                  <a:lnTo>
                    <a:pt x="17" y="63"/>
                  </a:lnTo>
                  <a:lnTo>
                    <a:pt x="17" y="63"/>
                  </a:lnTo>
                  <a:cubicBezTo>
                    <a:pt x="32" y="63"/>
                    <a:pt x="49" y="63"/>
                    <a:pt x="49" y="78"/>
                  </a:cubicBezTo>
                  <a:cubicBezTo>
                    <a:pt x="64" y="95"/>
                    <a:pt x="49" y="110"/>
                    <a:pt x="32" y="126"/>
                  </a:cubicBezTo>
                  <a:lnTo>
                    <a:pt x="1" y="126"/>
                  </a:lnTo>
                  <a:cubicBezTo>
                    <a:pt x="17" y="141"/>
                    <a:pt x="17" y="158"/>
                    <a:pt x="1" y="173"/>
                  </a:cubicBezTo>
                  <a:lnTo>
                    <a:pt x="1" y="173"/>
                  </a:lnTo>
                  <a:lnTo>
                    <a:pt x="1" y="189"/>
                  </a:lnTo>
                  <a:lnTo>
                    <a:pt x="17" y="189"/>
                  </a:lnTo>
                  <a:cubicBezTo>
                    <a:pt x="32" y="189"/>
                    <a:pt x="49" y="173"/>
                    <a:pt x="49" y="158"/>
                  </a:cubicBezTo>
                  <a:lnTo>
                    <a:pt x="80" y="47"/>
                  </a:lnTo>
                  <a:cubicBezTo>
                    <a:pt x="95" y="32"/>
                    <a:pt x="80" y="15"/>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97" name="Google Shape;3497;p46"/>
            <p:cNvSpPr/>
            <p:nvPr/>
          </p:nvSpPr>
          <p:spPr>
            <a:xfrm>
              <a:off x="3190538" y="1794742"/>
              <a:ext cx="5534" cy="4580"/>
            </a:xfrm>
            <a:custGeom>
              <a:avLst/>
              <a:gdLst/>
              <a:ahLst/>
              <a:cxnLst/>
              <a:rect l="l" t="t" r="r" b="b"/>
              <a:pathLst>
                <a:path w="174" h="144" extrusionOk="0">
                  <a:moveTo>
                    <a:pt x="63" y="1"/>
                  </a:moveTo>
                  <a:lnTo>
                    <a:pt x="48" y="1"/>
                  </a:lnTo>
                  <a:lnTo>
                    <a:pt x="48" y="1"/>
                  </a:lnTo>
                  <a:cubicBezTo>
                    <a:pt x="32" y="1"/>
                    <a:pt x="16" y="17"/>
                    <a:pt x="0" y="32"/>
                  </a:cubicBezTo>
                  <a:lnTo>
                    <a:pt x="0" y="32"/>
                  </a:lnTo>
                  <a:lnTo>
                    <a:pt x="0" y="32"/>
                  </a:lnTo>
                  <a:lnTo>
                    <a:pt x="0" y="49"/>
                  </a:lnTo>
                  <a:cubicBezTo>
                    <a:pt x="0" y="49"/>
                    <a:pt x="16" y="49"/>
                    <a:pt x="16" y="32"/>
                  </a:cubicBezTo>
                  <a:lnTo>
                    <a:pt x="32" y="32"/>
                  </a:lnTo>
                  <a:lnTo>
                    <a:pt x="32" y="32"/>
                  </a:lnTo>
                  <a:cubicBezTo>
                    <a:pt x="48" y="32"/>
                    <a:pt x="63" y="49"/>
                    <a:pt x="63" y="49"/>
                  </a:cubicBezTo>
                  <a:cubicBezTo>
                    <a:pt x="63" y="80"/>
                    <a:pt x="63" y="95"/>
                    <a:pt x="48" y="95"/>
                  </a:cubicBezTo>
                  <a:cubicBezTo>
                    <a:pt x="32" y="95"/>
                    <a:pt x="32" y="112"/>
                    <a:pt x="16" y="112"/>
                  </a:cubicBezTo>
                  <a:lnTo>
                    <a:pt x="32" y="112"/>
                  </a:lnTo>
                  <a:cubicBezTo>
                    <a:pt x="32" y="127"/>
                    <a:pt x="48" y="127"/>
                    <a:pt x="63" y="127"/>
                  </a:cubicBezTo>
                  <a:cubicBezTo>
                    <a:pt x="63" y="127"/>
                    <a:pt x="63" y="112"/>
                    <a:pt x="79" y="112"/>
                  </a:cubicBezTo>
                  <a:lnTo>
                    <a:pt x="79" y="112"/>
                  </a:lnTo>
                  <a:cubicBezTo>
                    <a:pt x="79" y="112"/>
                    <a:pt x="95" y="112"/>
                    <a:pt x="95" y="127"/>
                  </a:cubicBezTo>
                  <a:lnTo>
                    <a:pt x="126" y="143"/>
                  </a:lnTo>
                  <a:lnTo>
                    <a:pt x="126" y="143"/>
                  </a:lnTo>
                  <a:lnTo>
                    <a:pt x="158" y="95"/>
                  </a:lnTo>
                  <a:cubicBezTo>
                    <a:pt x="174" y="95"/>
                    <a:pt x="174" y="80"/>
                    <a:pt x="174" y="64"/>
                  </a:cubicBezTo>
                  <a:cubicBezTo>
                    <a:pt x="174" y="49"/>
                    <a:pt x="158" y="49"/>
                    <a:pt x="142" y="49"/>
                  </a:cubicBezTo>
                  <a:lnTo>
                    <a:pt x="126" y="49"/>
                  </a:lnTo>
                  <a:lnTo>
                    <a:pt x="126" y="32"/>
                  </a:lnTo>
                  <a:lnTo>
                    <a:pt x="126" y="32"/>
                  </a:lnTo>
                  <a:cubicBezTo>
                    <a:pt x="111"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98" name="Google Shape;3498;p46"/>
            <p:cNvSpPr/>
            <p:nvPr/>
          </p:nvSpPr>
          <p:spPr>
            <a:xfrm>
              <a:off x="3082819" y="1806287"/>
              <a:ext cx="2512" cy="4548"/>
            </a:xfrm>
            <a:custGeom>
              <a:avLst/>
              <a:gdLst/>
              <a:ahLst/>
              <a:cxnLst/>
              <a:rect l="l" t="t" r="r" b="b"/>
              <a:pathLst>
                <a:path w="79" h="143" extrusionOk="0">
                  <a:moveTo>
                    <a:pt x="15" y="1"/>
                  </a:moveTo>
                  <a:lnTo>
                    <a:pt x="15" y="1"/>
                  </a:lnTo>
                  <a:lnTo>
                    <a:pt x="0" y="16"/>
                  </a:lnTo>
                  <a:lnTo>
                    <a:pt x="0" y="16"/>
                  </a:lnTo>
                  <a:lnTo>
                    <a:pt x="15" y="32"/>
                  </a:lnTo>
                  <a:cubicBezTo>
                    <a:pt x="32" y="48"/>
                    <a:pt x="15" y="79"/>
                    <a:pt x="0" y="95"/>
                  </a:cubicBezTo>
                  <a:lnTo>
                    <a:pt x="0" y="95"/>
                  </a:lnTo>
                  <a:lnTo>
                    <a:pt x="0" y="95"/>
                  </a:lnTo>
                  <a:lnTo>
                    <a:pt x="15" y="111"/>
                  </a:lnTo>
                  <a:lnTo>
                    <a:pt x="15" y="127"/>
                  </a:lnTo>
                  <a:cubicBezTo>
                    <a:pt x="32" y="127"/>
                    <a:pt x="32" y="142"/>
                    <a:pt x="32" y="142"/>
                  </a:cubicBezTo>
                  <a:cubicBezTo>
                    <a:pt x="47" y="142"/>
                    <a:pt x="47" y="142"/>
                    <a:pt x="47" y="127"/>
                  </a:cubicBezTo>
                  <a:cubicBezTo>
                    <a:pt x="63" y="127"/>
                    <a:pt x="78" y="111"/>
                    <a:pt x="63" y="95"/>
                  </a:cubicBezTo>
                  <a:lnTo>
                    <a:pt x="63" y="79"/>
                  </a:lnTo>
                  <a:lnTo>
                    <a:pt x="47" y="32"/>
                  </a:lnTo>
                  <a:cubicBezTo>
                    <a:pt x="47" y="16"/>
                    <a:pt x="32" y="1"/>
                    <a:pt x="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499" name="Google Shape;3499;p46"/>
            <p:cNvSpPr/>
            <p:nvPr/>
          </p:nvSpPr>
          <p:spPr>
            <a:xfrm>
              <a:off x="3133928" y="1800276"/>
              <a:ext cx="3021" cy="4039"/>
            </a:xfrm>
            <a:custGeom>
              <a:avLst/>
              <a:gdLst/>
              <a:ahLst/>
              <a:cxnLst/>
              <a:rect l="l" t="t" r="r" b="b"/>
              <a:pathLst>
                <a:path w="95" h="127" extrusionOk="0">
                  <a:moveTo>
                    <a:pt x="32" y="1"/>
                  </a:moveTo>
                  <a:lnTo>
                    <a:pt x="32" y="1"/>
                  </a:lnTo>
                  <a:lnTo>
                    <a:pt x="32" y="1"/>
                  </a:lnTo>
                  <a:cubicBezTo>
                    <a:pt x="0" y="16"/>
                    <a:pt x="0" y="32"/>
                    <a:pt x="0" y="48"/>
                  </a:cubicBezTo>
                  <a:lnTo>
                    <a:pt x="32" y="111"/>
                  </a:lnTo>
                  <a:cubicBezTo>
                    <a:pt x="32" y="127"/>
                    <a:pt x="47" y="127"/>
                    <a:pt x="63" y="127"/>
                  </a:cubicBezTo>
                  <a:lnTo>
                    <a:pt x="63" y="127"/>
                  </a:lnTo>
                  <a:cubicBezTo>
                    <a:pt x="95" y="127"/>
                    <a:pt x="95" y="111"/>
                    <a:pt x="95" y="95"/>
                  </a:cubicBez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00" name="Google Shape;3500;p46"/>
            <p:cNvSpPr/>
            <p:nvPr/>
          </p:nvSpPr>
          <p:spPr>
            <a:xfrm>
              <a:off x="3280225" y="1803774"/>
              <a:ext cx="6074" cy="2544"/>
            </a:xfrm>
            <a:custGeom>
              <a:avLst/>
              <a:gdLst/>
              <a:ahLst/>
              <a:cxnLst/>
              <a:rect l="l" t="t" r="r" b="b"/>
              <a:pathLst>
                <a:path w="191" h="80" extrusionOk="0">
                  <a:moveTo>
                    <a:pt x="142" y="1"/>
                  </a:moveTo>
                  <a:lnTo>
                    <a:pt x="32" y="17"/>
                  </a:lnTo>
                  <a:cubicBezTo>
                    <a:pt x="16" y="17"/>
                    <a:pt x="1" y="32"/>
                    <a:pt x="1" y="48"/>
                  </a:cubicBezTo>
                  <a:cubicBezTo>
                    <a:pt x="1" y="80"/>
                    <a:pt x="16" y="80"/>
                    <a:pt x="32" y="80"/>
                  </a:cubicBezTo>
                  <a:lnTo>
                    <a:pt x="32" y="80"/>
                  </a:lnTo>
                  <a:lnTo>
                    <a:pt x="159" y="80"/>
                  </a:lnTo>
                  <a:lnTo>
                    <a:pt x="174" y="80"/>
                  </a:lnTo>
                  <a:cubicBezTo>
                    <a:pt x="190" y="64"/>
                    <a:pt x="190" y="48"/>
                    <a:pt x="190" y="32"/>
                  </a:cubicBezTo>
                  <a:lnTo>
                    <a:pt x="190" y="32"/>
                  </a:lnTo>
                  <a:lnTo>
                    <a:pt x="159" y="32"/>
                  </a:lnTo>
                  <a:lnTo>
                    <a:pt x="14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01" name="Google Shape;3501;p46"/>
            <p:cNvSpPr/>
            <p:nvPr/>
          </p:nvSpPr>
          <p:spPr>
            <a:xfrm>
              <a:off x="3099325" y="1810803"/>
              <a:ext cx="2544" cy="4039"/>
            </a:xfrm>
            <a:custGeom>
              <a:avLst/>
              <a:gdLst/>
              <a:ahLst/>
              <a:cxnLst/>
              <a:rect l="l" t="t" r="r" b="b"/>
              <a:pathLst>
                <a:path w="80" h="127" extrusionOk="0">
                  <a:moveTo>
                    <a:pt x="32" y="0"/>
                  </a:moveTo>
                  <a:lnTo>
                    <a:pt x="32" y="0"/>
                  </a:lnTo>
                  <a:cubicBezTo>
                    <a:pt x="17" y="0"/>
                    <a:pt x="1" y="17"/>
                    <a:pt x="1" y="32"/>
                  </a:cubicBezTo>
                  <a:lnTo>
                    <a:pt x="17" y="95"/>
                  </a:lnTo>
                  <a:cubicBezTo>
                    <a:pt x="17" y="111"/>
                    <a:pt x="32" y="126"/>
                    <a:pt x="48" y="126"/>
                  </a:cubicBezTo>
                  <a:lnTo>
                    <a:pt x="48" y="126"/>
                  </a:lnTo>
                  <a:cubicBezTo>
                    <a:pt x="64" y="126"/>
                    <a:pt x="80" y="111"/>
                    <a:pt x="80" y="80"/>
                  </a:cubicBezTo>
                  <a:lnTo>
                    <a:pt x="80" y="32"/>
                  </a:lnTo>
                  <a:cubicBezTo>
                    <a:pt x="80"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02" name="Google Shape;3502;p46"/>
            <p:cNvSpPr/>
            <p:nvPr/>
          </p:nvSpPr>
          <p:spPr>
            <a:xfrm>
              <a:off x="3322333" y="1786727"/>
              <a:ext cx="4039" cy="3562"/>
            </a:xfrm>
            <a:custGeom>
              <a:avLst/>
              <a:gdLst/>
              <a:ahLst/>
              <a:cxnLst/>
              <a:rect l="l" t="t" r="r" b="b"/>
              <a:pathLst>
                <a:path w="127" h="112" extrusionOk="0">
                  <a:moveTo>
                    <a:pt x="32" y="1"/>
                  </a:moveTo>
                  <a:lnTo>
                    <a:pt x="32" y="1"/>
                  </a:lnTo>
                  <a:cubicBezTo>
                    <a:pt x="16" y="1"/>
                    <a:pt x="16" y="17"/>
                    <a:pt x="0" y="17"/>
                  </a:cubicBezTo>
                  <a:lnTo>
                    <a:pt x="0" y="49"/>
                  </a:lnTo>
                  <a:cubicBezTo>
                    <a:pt x="0" y="49"/>
                    <a:pt x="0" y="64"/>
                    <a:pt x="16" y="80"/>
                  </a:cubicBezTo>
                  <a:lnTo>
                    <a:pt x="79" y="112"/>
                  </a:lnTo>
                  <a:lnTo>
                    <a:pt x="95" y="112"/>
                  </a:lnTo>
                  <a:cubicBezTo>
                    <a:pt x="95" y="112"/>
                    <a:pt x="110" y="112"/>
                    <a:pt x="126" y="95"/>
                  </a:cubicBezTo>
                  <a:lnTo>
                    <a:pt x="126" y="95"/>
                  </a:lnTo>
                  <a:lnTo>
                    <a:pt x="110" y="95"/>
                  </a:lnTo>
                  <a:lnTo>
                    <a:pt x="95" y="95"/>
                  </a:lnTo>
                  <a:cubicBezTo>
                    <a:pt x="79" y="95"/>
                    <a:pt x="63" y="80"/>
                    <a:pt x="63" y="64"/>
                  </a:cubicBezTo>
                  <a:cubicBezTo>
                    <a:pt x="63" y="49"/>
                    <a:pt x="79" y="49"/>
                    <a:pt x="79" y="49"/>
                  </a:cubicBezTo>
                  <a:cubicBezTo>
                    <a:pt x="79" y="17"/>
                    <a:pt x="79" y="17"/>
                    <a:pt x="63"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03" name="Google Shape;3503;p46"/>
            <p:cNvSpPr/>
            <p:nvPr/>
          </p:nvSpPr>
          <p:spPr>
            <a:xfrm>
              <a:off x="3171011" y="1804792"/>
              <a:ext cx="6042" cy="3530"/>
            </a:xfrm>
            <a:custGeom>
              <a:avLst/>
              <a:gdLst/>
              <a:ahLst/>
              <a:cxnLst/>
              <a:rect l="l" t="t" r="r" b="b"/>
              <a:pathLst>
                <a:path w="190" h="111" extrusionOk="0">
                  <a:moveTo>
                    <a:pt x="158" y="0"/>
                  </a:moveTo>
                  <a:lnTo>
                    <a:pt x="158" y="0"/>
                  </a:lnTo>
                  <a:lnTo>
                    <a:pt x="141" y="0"/>
                  </a:lnTo>
                  <a:lnTo>
                    <a:pt x="32" y="32"/>
                  </a:lnTo>
                  <a:cubicBezTo>
                    <a:pt x="15" y="48"/>
                    <a:pt x="0" y="63"/>
                    <a:pt x="15" y="79"/>
                  </a:cubicBezTo>
                  <a:cubicBezTo>
                    <a:pt x="15" y="95"/>
                    <a:pt x="32" y="111"/>
                    <a:pt x="47" y="111"/>
                  </a:cubicBezTo>
                  <a:lnTo>
                    <a:pt x="47" y="111"/>
                  </a:lnTo>
                  <a:lnTo>
                    <a:pt x="173" y="63"/>
                  </a:lnTo>
                  <a:lnTo>
                    <a:pt x="189" y="63"/>
                  </a:lnTo>
                  <a:lnTo>
                    <a:pt x="189" y="32"/>
                  </a:lnTo>
                  <a:cubicBezTo>
                    <a:pt x="189" y="16"/>
                    <a:pt x="189"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04" name="Google Shape;3504;p46"/>
            <p:cNvSpPr/>
            <p:nvPr/>
          </p:nvSpPr>
          <p:spPr>
            <a:xfrm>
              <a:off x="3294282" y="1791752"/>
              <a:ext cx="3498" cy="4039"/>
            </a:xfrm>
            <a:custGeom>
              <a:avLst/>
              <a:gdLst/>
              <a:ahLst/>
              <a:cxnLst/>
              <a:rect l="l" t="t" r="r" b="b"/>
              <a:pathLst>
                <a:path w="110" h="127" extrusionOk="0">
                  <a:moveTo>
                    <a:pt x="63" y="0"/>
                  </a:moveTo>
                  <a:lnTo>
                    <a:pt x="63" y="0"/>
                  </a:lnTo>
                  <a:cubicBezTo>
                    <a:pt x="47" y="0"/>
                    <a:pt x="47" y="17"/>
                    <a:pt x="32" y="32"/>
                  </a:cubicBezTo>
                  <a:lnTo>
                    <a:pt x="15" y="80"/>
                  </a:lnTo>
                  <a:cubicBezTo>
                    <a:pt x="0" y="95"/>
                    <a:pt x="15" y="111"/>
                    <a:pt x="32" y="126"/>
                  </a:cubicBezTo>
                  <a:lnTo>
                    <a:pt x="47" y="126"/>
                  </a:lnTo>
                  <a:cubicBezTo>
                    <a:pt x="63" y="126"/>
                    <a:pt x="63" y="111"/>
                    <a:pt x="78" y="111"/>
                  </a:cubicBezTo>
                  <a:lnTo>
                    <a:pt x="95" y="63"/>
                  </a:lnTo>
                  <a:cubicBezTo>
                    <a:pt x="110" y="32"/>
                    <a:pt x="95" y="17"/>
                    <a:pt x="78" y="17"/>
                  </a:cubicBezTo>
                  <a:cubicBezTo>
                    <a:pt x="78" y="0"/>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05" name="Google Shape;3505;p46"/>
            <p:cNvSpPr/>
            <p:nvPr/>
          </p:nvSpPr>
          <p:spPr>
            <a:xfrm>
              <a:off x="3037722" y="1818817"/>
              <a:ext cx="3498" cy="3021"/>
            </a:xfrm>
            <a:custGeom>
              <a:avLst/>
              <a:gdLst/>
              <a:ahLst/>
              <a:cxnLst/>
              <a:rect l="l" t="t" r="r" b="b"/>
              <a:pathLst>
                <a:path w="110" h="95" extrusionOk="0">
                  <a:moveTo>
                    <a:pt x="32" y="0"/>
                  </a:moveTo>
                  <a:lnTo>
                    <a:pt x="32" y="0"/>
                  </a:lnTo>
                  <a:cubicBezTo>
                    <a:pt x="15" y="0"/>
                    <a:pt x="0" y="17"/>
                    <a:pt x="0" y="32"/>
                  </a:cubicBezTo>
                  <a:lnTo>
                    <a:pt x="0" y="32"/>
                  </a:lnTo>
                  <a:lnTo>
                    <a:pt x="0" y="32"/>
                  </a:lnTo>
                  <a:lnTo>
                    <a:pt x="0" y="32"/>
                  </a:lnTo>
                  <a:cubicBezTo>
                    <a:pt x="15" y="32"/>
                    <a:pt x="32" y="48"/>
                    <a:pt x="32" y="48"/>
                  </a:cubicBezTo>
                  <a:lnTo>
                    <a:pt x="63" y="95"/>
                  </a:lnTo>
                  <a:lnTo>
                    <a:pt x="78" y="95"/>
                  </a:lnTo>
                  <a:lnTo>
                    <a:pt x="78" y="80"/>
                  </a:lnTo>
                  <a:lnTo>
                    <a:pt x="95" y="63"/>
                  </a:lnTo>
                  <a:cubicBezTo>
                    <a:pt x="110" y="48"/>
                    <a:pt x="110" y="32"/>
                    <a:pt x="95" y="32"/>
                  </a:cubicBezTo>
                  <a:cubicBezTo>
                    <a:pt x="95" y="17"/>
                    <a:pt x="78" y="17"/>
                    <a:pt x="78" y="17"/>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06" name="Google Shape;3506;p46"/>
            <p:cNvSpPr/>
            <p:nvPr/>
          </p:nvSpPr>
          <p:spPr>
            <a:xfrm>
              <a:off x="3153964" y="1816337"/>
              <a:ext cx="4039" cy="4516"/>
            </a:xfrm>
            <a:custGeom>
              <a:avLst/>
              <a:gdLst/>
              <a:ahLst/>
              <a:cxnLst/>
              <a:rect l="l" t="t" r="r" b="b"/>
              <a:pathLst>
                <a:path w="127" h="142" extrusionOk="0">
                  <a:moveTo>
                    <a:pt x="79" y="0"/>
                  </a:moveTo>
                  <a:lnTo>
                    <a:pt x="79" y="0"/>
                  </a:lnTo>
                  <a:cubicBezTo>
                    <a:pt x="79" y="15"/>
                    <a:pt x="64" y="15"/>
                    <a:pt x="64" y="15"/>
                  </a:cubicBezTo>
                  <a:lnTo>
                    <a:pt x="64" y="15"/>
                  </a:lnTo>
                  <a:cubicBezTo>
                    <a:pt x="47" y="15"/>
                    <a:pt x="47" y="32"/>
                    <a:pt x="47" y="47"/>
                  </a:cubicBezTo>
                  <a:lnTo>
                    <a:pt x="47" y="63"/>
                  </a:lnTo>
                  <a:lnTo>
                    <a:pt x="16" y="78"/>
                  </a:lnTo>
                  <a:cubicBezTo>
                    <a:pt x="1" y="95"/>
                    <a:pt x="1" y="110"/>
                    <a:pt x="16" y="126"/>
                  </a:cubicBezTo>
                  <a:cubicBezTo>
                    <a:pt x="16" y="141"/>
                    <a:pt x="32" y="141"/>
                    <a:pt x="32" y="141"/>
                  </a:cubicBezTo>
                  <a:lnTo>
                    <a:pt x="47" y="141"/>
                  </a:lnTo>
                  <a:lnTo>
                    <a:pt x="64" y="141"/>
                  </a:lnTo>
                  <a:lnTo>
                    <a:pt x="110" y="95"/>
                  </a:lnTo>
                  <a:cubicBezTo>
                    <a:pt x="127" y="95"/>
                    <a:pt x="127" y="78"/>
                    <a:pt x="127" y="78"/>
                  </a:cubicBezTo>
                  <a:lnTo>
                    <a:pt x="127" y="63"/>
                  </a:lnTo>
                  <a:lnTo>
                    <a:pt x="110" y="32"/>
                  </a:lnTo>
                  <a:cubicBezTo>
                    <a:pt x="110" y="15"/>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07" name="Google Shape;3507;p46"/>
            <p:cNvSpPr/>
            <p:nvPr/>
          </p:nvSpPr>
          <p:spPr>
            <a:xfrm>
              <a:off x="3085809" y="1809785"/>
              <a:ext cx="5057" cy="4039"/>
            </a:xfrm>
            <a:custGeom>
              <a:avLst/>
              <a:gdLst/>
              <a:ahLst/>
              <a:cxnLst/>
              <a:rect l="l" t="t" r="r" b="b"/>
              <a:pathLst>
                <a:path w="159" h="127" extrusionOk="0">
                  <a:moveTo>
                    <a:pt x="110" y="1"/>
                  </a:moveTo>
                  <a:lnTo>
                    <a:pt x="95" y="1"/>
                  </a:lnTo>
                  <a:lnTo>
                    <a:pt x="95" y="1"/>
                  </a:lnTo>
                  <a:lnTo>
                    <a:pt x="95" y="1"/>
                  </a:lnTo>
                  <a:cubicBezTo>
                    <a:pt x="95" y="1"/>
                    <a:pt x="79" y="1"/>
                    <a:pt x="79" y="17"/>
                  </a:cubicBezTo>
                  <a:lnTo>
                    <a:pt x="64" y="49"/>
                  </a:lnTo>
                  <a:lnTo>
                    <a:pt x="47" y="49"/>
                  </a:lnTo>
                  <a:lnTo>
                    <a:pt x="47" y="49"/>
                  </a:lnTo>
                  <a:lnTo>
                    <a:pt x="32" y="49"/>
                  </a:lnTo>
                  <a:cubicBezTo>
                    <a:pt x="16" y="49"/>
                    <a:pt x="16" y="49"/>
                    <a:pt x="1" y="64"/>
                  </a:cubicBezTo>
                  <a:cubicBezTo>
                    <a:pt x="1" y="80"/>
                    <a:pt x="1" y="95"/>
                    <a:pt x="32" y="112"/>
                  </a:cubicBezTo>
                  <a:lnTo>
                    <a:pt x="47" y="112"/>
                  </a:lnTo>
                  <a:lnTo>
                    <a:pt x="64" y="112"/>
                  </a:lnTo>
                  <a:lnTo>
                    <a:pt x="64" y="127"/>
                  </a:lnTo>
                  <a:cubicBezTo>
                    <a:pt x="79" y="127"/>
                    <a:pt x="95" y="112"/>
                    <a:pt x="95" y="112"/>
                  </a:cubicBezTo>
                  <a:lnTo>
                    <a:pt x="95" y="95"/>
                  </a:lnTo>
                  <a:lnTo>
                    <a:pt x="110" y="95"/>
                  </a:lnTo>
                  <a:lnTo>
                    <a:pt x="127" y="95"/>
                  </a:lnTo>
                  <a:lnTo>
                    <a:pt x="142" y="80"/>
                  </a:lnTo>
                  <a:cubicBezTo>
                    <a:pt x="158" y="64"/>
                    <a:pt x="158" y="64"/>
                    <a:pt x="158" y="49"/>
                  </a:cubicBezTo>
                  <a:cubicBezTo>
                    <a:pt x="158" y="32"/>
                    <a:pt x="158" y="32"/>
                    <a:pt x="142" y="17"/>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08" name="Google Shape;3508;p46"/>
            <p:cNvSpPr/>
            <p:nvPr/>
          </p:nvSpPr>
          <p:spPr>
            <a:xfrm>
              <a:off x="3167004" y="1802279"/>
              <a:ext cx="4516" cy="3053"/>
            </a:xfrm>
            <a:custGeom>
              <a:avLst/>
              <a:gdLst/>
              <a:ahLst/>
              <a:cxnLst/>
              <a:rect l="l" t="t" r="r" b="b"/>
              <a:pathLst>
                <a:path w="142" h="96" extrusionOk="0">
                  <a:moveTo>
                    <a:pt x="110" y="1"/>
                  </a:moveTo>
                  <a:lnTo>
                    <a:pt x="95" y="1"/>
                  </a:lnTo>
                  <a:lnTo>
                    <a:pt x="95" y="16"/>
                  </a:lnTo>
                  <a:lnTo>
                    <a:pt x="32" y="32"/>
                  </a:lnTo>
                  <a:lnTo>
                    <a:pt x="15" y="32"/>
                  </a:lnTo>
                  <a:cubicBezTo>
                    <a:pt x="15" y="48"/>
                    <a:pt x="0" y="64"/>
                    <a:pt x="15" y="79"/>
                  </a:cubicBezTo>
                  <a:cubicBezTo>
                    <a:pt x="15" y="95"/>
                    <a:pt x="32" y="95"/>
                    <a:pt x="47" y="95"/>
                  </a:cubicBezTo>
                  <a:lnTo>
                    <a:pt x="63" y="95"/>
                  </a:lnTo>
                  <a:lnTo>
                    <a:pt x="78" y="79"/>
                  </a:lnTo>
                  <a:lnTo>
                    <a:pt x="110" y="79"/>
                  </a:lnTo>
                  <a:lnTo>
                    <a:pt x="110" y="79"/>
                  </a:lnTo>
                  <a:cubicBezTo>
                    <a:pt x="141" y="64"/>
                    <a:pt x="141" y="48"/>
                    <a:pt x="141" y="32"/>
                  </a:cubicBezTo>
                  <a:cubicBezTo>
                    <a:pt x="126" y="16"/>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09" name="Google Shape;3509;p46"/>
            <p:cNvSpPr/>
            <p:nvPr/>
          </p:nvSpPr>
          <p:spPr>
            <a:xfrm>
              <a:off x="3411001" y="1778713"/>
              <a:ext cx="2035" cy="2035"/>
            </a:xfrm>
            <a:custGeom>
              <a:avLst/>
              <a:gdLst/>
              <a:ahLst/>
              <a:cxnLst/>
              <a:rect l="l" t="t" r="r" b="b"/>
              <a:pathLst>
                <a:path w="64" h="64" extrusionOk="0">
                  <a:moveTo>
                    <a:pt x="32" y="1"/>
                  </a:moveTo>
                  <a:lnTo>
                    <a:pt x="32" y="1"/>
                  </a:lnTo>
                  <a:lnTo>
                    <a:pt x="17" y="1"/>
                  </a:lnTo>
                  <a:lnTo>
                    <a:pt x="1" y="17"/>
                  </a:lnTo>
                  <a:lnTo>
                    <a:pt x="1" y="49"/>
                  </a:lnTo>
                  <a:lnTo>
                    <a:pt x="1" y="49"/>
                  </a:lnTo>
                  <a:cubicBezTo>
                    <a:pt x="1" y="64"/>
                    <a:pt x="17" y="64"/>
                    <a:pt x="32" y="64"/>
                  </a:cubicBezTo>
                  <a:lnTo>
                    <a:pt x="32" y="64"/>
                  </a:lnTo>
                  <a:lnTo>
                    <a:pt x="64" y="64"/>
                  </a:lnTo>
                  <a:lnTo>
                    <a:pt x="64" y="64"/>
                  </a:lnTo>
                  <a:lnTo>
                    <a:pt x="64" y="32"/>
                  </a:lnTo>
                  <a:lnTo>
                    <a:pt x="48" y="17"/>
                  </a:lnTo>
                  <a:cubicBezTo>
                    <a:pt x="48" y="17"/>
                    <a:pt x="32" y="17"/>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10" name="Google Shape;3510;p46"/>
            <p:cNvSpPr/>
            <p:nvPr/>
          </p:nvSpPr>
          <p:spPr>
            <a:xfrm>
              <a:off x="3415518" y="1791275"/>
              <a:ext cx="4548" cy="4516"/>
            </a:xfrm>
            <a:custGeom>
              <a:avLst/>
              <a:gdLst/>
              <a:ahLst/>
              <a:cxnLst/>
              <a:rect l="l" t="t" r="r" b="b"/>
              <a:pathLst>
                <a:path w="143" h="142" extrusionOk="0">
                  <a:moveTo>
                    <a:pt x="111" y="0"/>
                  </a:moveTo>
                  <a:lnTo>
                    <a:pt x="111" y="0"/>
                  </a:lnTo>
                  <a:cubicBezTo>
                    <a:pt x="96" y="0"/>
                    <a:pt x="96" y="0"/>
                    <a:pt x="96" y="15"/>
                  </a:cubicBezTo>
                  <a:lnTo>
                    <a:pt x="64" y="15"/>
                  </a:lnTo>
                  <a:cubicBezTo>
                    <a:pt x="64" y="15"/>
                    <a:pt x="48" y="32"/>
                    <a:pt x="32" y="32"/>
                  </a:cubicBezTo>
                  <a:cubicBezTo>
                    <a:pt x="16" y="32"/>
                    <a:pt x="16" y="47"/>
                    <a:pt x="16" y="47"/>
                  </a:cubicBezTo>
                  <a:cubicBezTo>
                    <a:pt x="1" y="63"/>
                    <a:pt x="1" y="63"/>
                    <a:pt x="1" y="78"/>
                  </a:cubicBezTo>
                  <a:lnTo>
                    <a:pt x="16" y="95"/>
                  </a:lnTo>
                  <a:cubicBezTo>
                    <a:pt x="16" y="110"/>
                    <a:pt x="16" y="126"/>
                    <a:pt x="1" y="126"/>
                  </a:cubicBezTo>
                  <a:lnTo>
                    <a:pt x="16" y="126"/>
                  </a:lnTo>
                  <a:lnTo>
                    <a:pt x="32" y="141"/>
                  </a:lnTo>
                  <a:cubicBezTo>
                    <a:pt x="48" y="141"/>
                    <a:pt x="64" y="126"/>
                    <a:pt x="64" y="95"/>
                  </a:cubicBezTo>
                  <a:lnTo>
                    <a:pt x="79" y="78"/>
                  </a:lnTo>
                  <a:lnTo>
                    <a:pt x="96" y="78"/>
                  </a:lnTo>
                  <a:cubicBezTo>
                    <a:pt x="96" y="78"/>
                    <a:pt x="111" y="78"/>
                    <a:pt x="127" y="63"/>
                  </a:cubicBezTo>
                  <a:cubicBezTo>
                    <a:pt x="142" y="63"/>
                    <a:pt x="142" y="32"/>
                    <a:pt x="142" y="15"/>
                  </a:cubicBezTo>
                  <a:lnTo>
                    <a:pt x="142" y="15"/>
                  </a:lnTo>
                  <a:cubicBezTo>
                    <a:pt x="127" y="15"/>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11" name="Google Shape;3511;p46"/>
            <p:cNvSpPr/>
            <p:nvPr/>
          </p:nvSpPr>
          <p:spPr>
            <a:xfrm>
              <a:off x="3178008" y="1801294"/>
              <a:ext cx="3530" cy="5534"/>
            </a:xfrm>
            <a:custGeom>
              <a:avLst/>
              <a:gdLst/>
              <a:ahLst/>
              <a:cxnLst/>
              <a:rect l="l" t="t" r="r" b="b"/>
              <a:pathLst>
                <a:path w="111" h="174" extrusionOk="0">
                  <a:moveTo>
                    <a:pt x="64" y="0"/>
                  </a:moveTo>
                  <a:lnTo>
                    <a:pt x="64" y="0"/>
                  </a:lnTo>
                  <a:lnTo>
                    <a:pt x="47" y="0"/>
                  </a:lnTo>
                  <a:lnTo>
                    <a:pt x="1" y="32"/>
                  </a:lnTo>
                  <a:cubicBezTo>
                    <a:pt x="16" y="32"/>
                    <a:pt x="16" y="32"/>
                    <a:pt x="1" y="47"/>
                  </a:cubicBezTo>
                  <a:lnTo>
                    <a:pt x="1" y="79"/>
                  </a:lnTo>
                  <a:lnTo>
                    <a:pt x="32" y="142"/>
                  </a:lnTo>
                  <a:cubicBezTo>
                    <a:pt x="32" y="158"/>
                    <a:pt x="47" y="173"/>
                    <a:pt x="64" y="173"/>
                  </a:cubicBezTo>
                  <a:lnTo>
                    <a:pt x="64" y="173"/>
                  </a:lnTo>
                  <a:lnTo>
                    <a:pt x="64" y="173"/>
                  </a:lnTo>
                  <a:lnTo>
                    <a:pt x="79" y="158"/>
                  </a:lnTo>
                  <a:cubicBezTo>
                    <a:pt x="95" y="158"/>
                    <a:pt x="95" y="126"/>
                    <a:pt x="95" y="110"/>
                  </a:cubicBezTo>
                  <a:lnTo>
                    <a:pt x="64" y="63"/>
                  </a:lnTo>
                  <a:lnTo>
                    <a:pt x="79" y="63"/>
                  </a:lnTo>
                  <a:cubicBezTo>
                    <a:pt x="95" y="47"/>
                    <a:pt x="110" y="32"/>
                    <a:pt x="95" y="16"/>
                  </a:cubicBezTo>
                  <a:lnTo>
                    <a:pt x="95" y="16"/>
                  </a:ln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12" name="Google Shape;3512;p46"/>
            <p:cNvSpPr/>
            <p:nvPr/>
          </p:nvSpPr>
          <p:spPr>
            <a:xfrm>
              <a:off x="3157463" y="1809308"/>
              <a:ext cx="4039" cy="2512"/>
            </a:xfrm>
            <a:custGeom>
              <a:avLst/>
              <a:gdLst/>
              <a:ahLst/>
              <a:cxnLst/>
              <a:rect l="l" t="t" r="r" b="b"/>
              <a:pathLst>
                <a:path w="127" h="79" extrusionOk="0">
                  <a:moveTo>
                    <a:pt x="32" y="0"/>
                  </a:moveTo>
                  <a:lnTo>
                    <a:pt x="32" y="0"/>
                  </a:lnTo>
                  <a:lnTo>
                    <a:pt x="17" y="0"/>
                  </a:lnTo>
                  <a:lnTo>
                    <a:pt x="0" y="0"/>
                  </a:lnTo>
                  <a:lnTo>
                    <a:pt x="17" y="16"/>
                  </a:lnTo>
                  <a:lnTo>
                    <a:pt x="32" y="47"/>
                  </a:lnTo>
                  <a:lnTo>
                    <a:pt x="17" y="64"/>
                  </a:lnTo>
                  <a:lnTo>
                    <a:pt x="17" y="64"/>
                  </a:lnTo>
                  <a:lnTo>
                    <a:pt x="80" y="64"/>
                  </a:lnTo>
                  <a:cubicBezTo>
                    <a:pt x="80" y="64"/>
                    <a:pt x="95" y="64"/>
                    <a:pt x="95" y="79"/>
                  </a:cubicBezTo>
                  <a:lnTo>
                    <a:pt x="95" y="79"/>
                  </a:lnTo>
                  <a:lnTo>
                    <a:pt x="111" y="64"/>
                  </a:lnTo>
                  <a:cubicBezTo>
                    <a:pt x="126" y="47"/>
                    <a:pt x="126" y="32"/>
                    <a:pt x="111" y="16"/>
                  </a:cubicBezTo>
                  <a:lnTo>
                    <a:pt x="95" y="16"/>
                  </a:lnTo>
                  <a:lnTo>
                    <a:pt x="95" y="16"/>
                  </a:lnTo>
                  <a:lnTo>
                    <a:pt x="95" y="16"/>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13" name="Google Shape;3513;p46"/>
            <p:cNvSpPr/>
            <p:nvPr/>
          </p:nvSpPr>
          <p:spPr>
            <a:xfrm>
              <a:off x="3323828" y="1775246"/>
              <a:ext cx="6042" cy="4516"/>
            </a:xfrm>
            <a:custGeom>
              <a:avLst/>
              <a:gdLst/>
              <a:ahLst/>
              <a:cxnLst/>
              <a:rect l="l" t="t" r="r" b="b"/>
              <a:pathLst>
                <a:path w="190" h="142" extrusionOk="0">
                  <a:moveTo>
                    <a:pt x="142" y="0"/>
                  </a:moveTo>
                  <a:lnTo>
                    <a:pt x="142" y="0"/>
                  </a:lnTo>
                  <a:lnTo>
                    <a:pt x="126" y="15"/>
                  </a:lnTo>
                  <a:lnTo>
                    <a:pt x="48" y="63"/>
                  </a:lnTo>
                  <a:lnTo>
                    <a:pt x="16" y="78"/>
                  </a:lnTo>
                  <a:cubicBezTo>
                    <a:pt x="16" y="78"/>
                    <a:pt x="0" y="95"/>
                    <a:pt x="0" y="110"/>
                  </a:cubicBezTo>
                  <a:lnTo>
                    <a:pt x="16" y="126"/>
                  </a:lnTo>
                  <a:lnTo>
                    <a:pt x="32" y="141"/>
                  </a:lnTo>
                  <a:cubicBezTo>
                    <a:pt x="48" y="141"/>
                    <a:pt x="48" y="141"/>
                    <a:pt x="63" y="126"/>
                  </a:cubicBezTo>
                  <a:lnTo>
                    <a:pt x="95" y="110"/>
                  </a:lnTo>
                  <a:lnTo>
                    <a:pt x="142" y="78"/>
                  </a:lnTo>
                  <a:cubicBezTo>
                    <a:pt x="126" y="78"/>
                    <a:pt x="126" y="63"/>
                    <a:pt x="142" y="47"/>
                  </a:cubicBezTo>
                  <a:lnTo>
                    <a:pt x="158" y="32"/>
                  </a:lnTo>
                  <a:lnTo>
                    <a:pt x="174" y="32"/>
                  </a:lnTo>
                  <a:lnTo>
                    <a:pt x="189" y="32"/>
                  </a:lnTo>
                  <a:lnTo>
                    <a:pt x="189" y="32"/>
                  </a:lnTo>
                  <a:cubicBezTo>
                    <a:pt x="189" y="32"/>
                    <a:pt x="174" y="32"/>
                    <a:pt x="174" y="15"/>
                  </a:cubicBezTo>
                  <a:cubicBezTo>
                    <a:pt x="174" y="15"/>
                    <a:pt x="158" y="0"/>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14" name="Google Shape;3514;p46"/>
            <p:cNvSpPr/>
            <p:nvPr/>
          </p:nvSpPr>
          <p:spPr>
            <a:xfrm>
              <a:off x="3432055" y="1787268"/>
              <a:ext cx="5025" cy="2512"/>
            </a:xfrm>
            <a:custGeom>
              <a:avLst/>
              <a:gdLst/>
              <a:ahLst/>
              <a:cxnLst/>
              <a:rect l="l" t="t" r="r" b="b"/>
              <a:pathLst>
                <a:path w="158" h="79" extrusionOk="0">
                  <a:moveTo>
                    <a:pt x="32" y="0"/>
                  </a:moveTo>
                  <a:lnTo>
                    <a:pt x="32" y="0"/>
                  </a:lnTo>
                  <a:lnTo>
                    <a:pt x="32" y="0"/>
                  </a:lnTo>
                  <a:cubicBezTo>
                    <a:pt x="17" y="0"/>
                    <a:pt x="0" y="15"/>
                    <a:pt x="0" y="32"/>
                  </a:cubicBezTo>
                  <a:cubicBezTo>
                    <a:pt x="0" y="47"/>
                    <a:pt x="17" y="63"/>
                    <a:pt x="32" y="63"/>
                  </a:cubicBezTo>
                  <a:lnTo>
                    <a:pt x="143" y="78"/>
                  </a:lnTo>
                  <a:lnTo>
                    <a:pt x="143" y="78"/>
                  </a:lnTo>
                  <a:lnTo>
                    <a:pt x="143" y="78"/>
                  </a:lnTo>
                  <a:lnTo>
                    <a:pt x="158" y="78"/>
                  </a:lnTo>
                  <a:lnTo>
                    <a:pt x="158" y="63"/>
                  </a:lnTo>
                  <a:lnTo>
                    <a:pt x="158" y="32"/>
                  </a:lnTo>
                  <a:lnTo>
                    <a:pt x="158" y="32"/>
                  </a:lnTo>
                  <a:cubicBezTo>
                    <a:pt x="158" y="15"/>
                    <a:pt x="143" y="15"/>
                    <a:pt x="143" y="15"/>
                  </a:cubicBezTo>
                  <a:lnTo>
                    <a:pt x="111"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15" name="Google Shape;3515;p46"/>
            <p:cNvSpPr/>
            <p:nvPr/>
          </p:nvSpPr>
          <p:spPr>
            <a:xfrm>
              <a:off x="3421560" y="1762684"/>
              <a:ext cx="3498" cy="6042"/>
            </a:xfrm>
            <a:custGeom>
              <a:avLst/>
              <a:gdLst/>
              <a:ahLst/>
              <a:cxnLst/>
              <a:rect l="l" t="t" r="r" b="b"/>
              <a:pathLst>
                <a:path w="110" h="190" extrusionOk="0">
                  <a:moveTo>
                    <a:pt x="32" y="1"/>
                  </a:moveTo>
                  <a:lnTo>
                    <a:pt x="32" y="1"/>
                  </a:lnTo>
                  <a:lnTo>
                    <a:pt x="32" y="1"/>
                  </a:lnTo>
                  <a:cubicBezTo>
                    <a:pt x="15" y="1"/>
                    <a:pt x="15" y="1"/>
                    <a:pt x="0" y="17"/>
                  </a:cubicBezTo>
                  <a:lnTo>
                    <a:pt x="15" y="17"/>
                  </a:lnTo>
                  <a:cubicBezTo>
                    <a:pt x="15" y="32"/>
                    <a:pt x="15" y="48"/>
                    <a:pt x="0" y="64"/>
                  </a:cubicBezTo>
                  <a:lnTo>
                    <a:pt x="0" y="64"/>
                  </a:lnTo>
                  <a:cubicBezTo>
                    <a:pt x="0" y="80"/>
                    <a:pt x="0" y="112"/>
                    <a:pt x="15" y="127"/>
                  </a:cubicBezTo>
                  <a:cubicBezTo>
                    <a:pt x="15" y="112"/>
                    <a:pt x="15" y="112"/>
                    <a:pt x="32" y="112"/>
                  </a:cubicBezTo>
                  <a:lnTo>
                    <a:pt x="47" y="112"/>
                  </a:lnTo>
                  <a:cubicBezTo>
                    <a:pt x="63" y="112"/>
                    <a:pt x="78" y="127"/>
                    <a:pt x="78" y="143"/>
                  </a:cubicBezTo>
                  <a:lnTo>
                    <a:pt x="78" y="190"/>
                  </a:lnTo>
                  <a:lnTo>
                    <a:pt x="78" y="190"/>
                  </a:lnTo>
                  <a:cubicBezTo>
                    <a:pt x="78" y="175"/>
                    <a:pt x="78" y="158"/>
                    <a:pt x="95" y="158"/>
                  </a:cubicBezTo>
                  <a:lnTo>
                    <a:pt x="110" y="143"/>
                  </a:lnTo>
                  <a:lnTo>
                    <a:pt x="95" y="143"/>
                  </a:lnTo>
                  <a:lnTo>
                    <a:pt x="78" y="127"/>
                  </a:lnTo>
                  <a:lnTo>
                    <a:pt x="63" y="112"/>
                  </a:lnTo>
                  <a:cubicBezTo>
                    <a:pt x="47" y="112"/>
                    <a:pt x="47" y="80"/>
                    <a:pt x="63" y="64"/>
                  </a:cubicBezTo>
                  <a:lnTo>
                    <a:pt x="63" y="64"/>
                  </a:lnTo>
                  <a:lnTo>
                    <a:pt x="63" y="64"/>
                  </a:lnTo>
                  <a:lnTo>
                    <a:pt x="63" y="32"/>
                  </a:ln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16" name="Google Shape;3516;p46"/>
            <p:cNvSpPr/>
            <p:nvPr/>
          </p:nvSpPr>
          <p:spPr>
            <a:xfrm>
              <a:off x="3421560" y="1809785"/>
              <a:ext cx="7028" cy="6042"/>
            </a:xfrm>
            <a:custGeom>
              <a:avLst/>
              <a:gdLst/>
              <a:ahLst/>
              <a:cxnLst/>
              <a:rect l="l" t="t" r="r" b="b"/>
              <a:pathLst>
                <a:path w="221" h="190" extrusionOk="0">
                  <a:moveTo>
                    <a:pt x="189" y="1"/>
                  </a:moveTo>
                  <a:lnTo>
                    <a:pt x="189" y="1"/>
                  </a:lnTo>
                  <a:cubicBezTo>
                    <a:pt x="173" y="1"/>
                    <a:pt x="158" y="17"/>
                    <a:pt x="158" y="32"/>
                  </a:cubicBezTo>
                  <a:lnTo>
                    <a:pt x="158" y="32"/>
                  </a:lnTo>
                  <a:cubicBezTo>
                    <a:pt x="158" y="49"/>
                    <a:pt x="141" y="49"/>
                    <a:pt x="110" y="49"/>
                  </a:cubicBezTo>
                  <a:lnTo>
                    <a:pt x="78" y="49"/>
                  </a:lnTo>
                  <a:lnTo>
                    <a:pt x="63" y="64"/>
                  </a:lnTo>
                  <a:cubicBezTo>
                    <a:pt x="47" y="64"/>
                    <a:pt x="47" y="64"/>
                    <a:pt x="32" y="80"/>
                  </a:cubicBezTo>
                  <a:lnTo>
                    <a:pt x="32" y="95"/>
                  </a:lnTo>
                  <a:lnTo>
                    <a:pt x="15" y="127"/>
                  </a:lnTo>
                  <a:lnTo>
                    <a:pt x="15" y="158"/>
                  </a:lnTo>
                  <a:cubicBezTo>
                    <a:pt x="0" y="175"/>
                    <a:pt x="15" y="190"/>
                    <a:pt x="32" y="190"/>
                  </a:cubicBezTo>
                  <a:lnTo>
                    <a:pt x="47" y="190"/>
                  </a:lnTo>
                  <a:cubicBezTo>
                    <a:pt x="63" y="190"/>
                    <a:pt x="78" y="190"/>
                    <a:pt x="78" y="175"/>
                  </a:cubicBezTo>
                  <a:lnTo>
                    <a:pt x="95" y="127"/>
                  </a:lnTo>
                  <a:cubicBezTo>
                    <a:pt x="95" y="127"/>
                    <a:pt x="110" y="112"/>
                    <a:pt x="126" y="112"/>
                  </a:cubicBezTo>
                  <a:cubicBezTo>
                    <a:pt x="158" y="112"/>
                    <a:pt x="204" y="112"/>
                    <a:pt x="221" y="49"/>
                  </a:cubicBezTo>
                  <a:lnTo>
                    <a:pt x="221" y="49"/>
                  </a:lnTo>
                  <a:lnTo>
                    <a:pt x="221" y="17"/>
                  </a:lnTo>
                  <a:cubicBezTo>
                    <a:pt x="204" y="17"/>
                    <a:pt x="204"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17" name="Google Shape;3517;p46"/>
            <p:cNvSpPr/>
            <p:nvPr/>
          </p:nvSpPr>
          <p:spPr>
            <a:xfrm>
              <a:off x="3278730" y="1779254"/>
              <a:ext cx="5025" cy="5502"/>
            </a:xfrm>
            <a:custGeom>
              <a:avLst/>
              <a:gdLst/>
              <a:ahLst/>
              <a:cxnLst/>
              <a:rect l="l" t="t" r="r" b="b"/>
              <a:pathLst>
                <a:path w="158" h="173" extrusionOk="0">
                  <a:moveTo>
                    <a:pt x="48" y="0"/>
                  </a:moveTo>
                  <a:lnTo>
                    <a:pt x="32" y="0"/>
                  </a:lnTo>
                  <a:lnTo>
                    <a:pt x="16" y="15"/>
                  </a:lnTo>
                  <a:lnTo>
                    <a:pt x="0" y="32"/>
                  </a:lnTo>
                  <a:cubicBezTo>
                    <a:pt x="0" y="47"/>
                    <a:pt x="0" y="47"/>
                    <a:pt x="16" y="63"/>
                  </a:cubicBezTo>
                  <a:lnTo>
                    <a:pt x="32" y="78"/>
                  </a:lnTo>
                  <a:lnTo>
                    <a:pt x="63" y="141"/>
                  </a:lnTo>
                  <a:lnTo>
                    <a:pt x="79" y="158"/>
                  </a:lnTo>
                  <a:cubicBezTo>
                    <a:pt x="79" y="173"/>
                    <a:pt x="95" y="173"/>
                    <a:pt x="111" y="173"/>
                  </a:cubicBezTo>
                  <a:lnTo>
                    <a:pt x="111" y="173"/>
                  </a:lnTo>
                  <a:cubicBezTo>
                    <a:pt x="126" y="173"/>
                    <a:pt x="142" y="158"/>
                    <a:pt x="142" y="141"/>
                  </a:cubicBezTo>
                  <a:lnTo>
                    <a:pt x="158" y="95"/>
                  </a:lnTo>
                  <a:cubicBezTo>
                    <a:pt x="158" y="78"/>
                    <a:pt x="142" y="63"/>
                    <a:pt x="126" y="63"/>
                  </a:cubicBezTo>
                  <a:lnTo>
                    <a:pt x="111" y="63"/>
                  </a:lnTo>
                  <a:lnTo>
                    <a:pt x="95" y="63"/>
                  </a:lnTo>
                  <a:lnTo>
                    <a:pt x="95" y="63"/>
                  </a:lnTo>
                  <a:lnTo>
                    <a:pt x="63"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18" name="Google Shape;3518;p46"/>
            <p:cNvSpPr/>
            <p:nvPr/>
          </p:nvSpPr>
          <p:spPr>
            <a:xfrm>
              <a:off x="3183510" y="1787745"/>
              <a:ext cx="4548" cy="3021"/>
            </a:xfrm>
            <a:custGeom>
              <a:avLst/>
              <a:gdLst/>
              <a:ahLst/>
              <a:cxnLst/>
              <a:rect l="l" t="t" r="r" b="b"/>
              <a:pathLst>
                <a:path w="143" h="95" extrusionOk="0">
                  <a:moveTo>
                    <a:pt x="95" y="0"/>
                  </a:moveTo>
                  <a:lnTo>
                    <a:pt x="95" y="0"/>
                  </a:lnTo>
                  <a:lnTo>
                    <a:pt x="95" y="17"/>
                  </a:lnTo>
                  <a:lnTo>
                    <a:pt x="32" y="32"/>
                  </a:lnTo>
                  <a:cubicBezTo>
                    <a:pt x="17" y="32"/>
                    <a:pt x="0" y="63"/>
                    <a:pt x="17" y="80"/>
                  </a:cubicBezTo>
                  <a:cubicBezTo>
                    <a:pt x="17" y="80"/>
                    <a:pt x="17" y="95"/>
                    <a:pt x="32" y="95"/>
                  </a:cubicBezTo>
                  <a:lnTo>
                    <a:pt x="48" y="95"/>
                  </a:lnTo>
                  <a:lnTo>
                    <a:pt x="48" y="95"/>
                  </a:lnTo>
                  <a:lnTo>
                    <a:pt x="111" y="80"/>
                  </a:lnTo>
                  <a:lnTo>
                    <a:pt x="111" y="80"/>
                  </a:lnTo>
                  <a:cubicBezTo>
                    <a:pt x="127" y="63"/>
                    <a:pt x="143" y="48"/>
                    <a:pt x="127" y="32"/>
                  </a:cubicBezTo>
                  <a:cubicBezTo>
                    <a:pt x="127" y="17"/>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19" name="Google Shape;3519;p46"/>
            <p:cNvSpPr/>
            <p:nvPr/>
          </p:nvSpPr>
          <p:spPr>
            <a:xfrm>
              <a:off x="3441597" y="1786250"/>
              <a:ext cx="4516" cy="3053"/>
            </a:xfrm>
            <a:custGeom>
              <a:avLst/>
              <a:gdLst/>
              <a:ahLst/>
              <a:cxnLst/>
              <a:rect l="l" t="t" r="r" b="b"/>
              <a:pathLst>
                <a:path w="142" h="96" extrusionOk="0">
                  <a:moveTo>
                    <a:pt x="95" y="1"/>
                  </a:moveTo>
                  <a:lnTo>
                    <a:pt x="95" y="1"/>
                  </a:lnTo>
                  <a:lnTo>
                    <a:pt x="95" y="1"/>
                  </a:lnTo>
                  <a:lnTo>
                    <a:pt x="78" y="1"/>
                  </a:lnTo>
                  <a:lnTo>
                    <a:pt x="32" y="32"/>
                  </a:lnTo>
                  <a:cubicBezTo>
                    <a:pt x="15" y="32"/>
                    <a:pt x="0" y="47"/>
                    <a:pt x="0" y="64"/>
                  </a:cubicBezTo>
                  <a:lnTo>
                    <a:pt x="32" y="95"/>
                  </a:lnTo>
                  <a:lnTo>
                    <a:pt x="47" y="95"/>
                  </a:lnTo>
                  <a:lnTo>
                    <a:pt x="110" y="64"/>
                  </a:lnTo>
                  <a:cubicBezTo>
                    <a:pt x="126" y="64"/>
                    <a:pt x="141" y="47"/>
                    <a:pt x="126" y="16"/>
                  </a:cubicBezTo>
                  <a:lnTo>
                    <a:pt x="126"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20" name="Google Shape;3520;p46"/>
            <p:cNvSpPr/>
            <p:nvPr/>
          </p:nvSpPr>
          <p:spPr>
            <a:xfrm>
              <a:off x="3057758" y="1825337"/>
              <a:ext cx="7060" cy="4039"/>
            </a:xfrm>
            <a:custGeom>
              <a:avLst/>
              <a:gdLst/>
              <a:ahLst/>
              <a:cxnLst/>
              <a:rect l="l" t="t" r="r" b="b"/>
              <a:pathLst>
                <a:path w="222" h="127" extrusionOk="0">
                  <a:moveTo>
                    <a:pt x="79" y="1"/>
                  </a:moveTo>
                  <a:lnTo>
                    <a:pt x="79" y="16"/>
                  </a:lnTo>
                  <a:lnTo>
                    <a:pt x="79" y="47"/>
                  </a:lnTo>
                  <a:lnTo>
                    <a:pt x="79" y="79"/>
                  </a:lnTo>
                  <a:lnTo>
                    <a:pt x="110" y="79"/>
                  </a:lnTo>
                  <a:lnTo>
                    <a:pt x="126" y="79"/>
                  </a:lnTo>
                  <a:lnTo>
                    <a:pt x="158" y="95"/>
                  </a:lnTo>
                  <a:lnTo>
                    <a:pt x="158" y="110"/>
                  </a:lnTo>
                  <a:cubicBezTo>
                    <a:pt x="173" y="110"/>
                    <a:pt x="173" y="127"/>
                    <a:pt x="190" y="127"/>
                  </a:cubicBezTo>
                  <a:lnTo>
                    <a:pt x="205" y="110"/>
                  </a:lnTo>
                  <a:lnTo>
                    <a:pt x="205" y="110"/>
                  </a:lnTo>
                  <a:lnTo>
                    <a:pt x="205" y="110"/>
                  </a:lnTo>
                  <a:cubicBezTo>
                    <a:pt x="205" y="95"/>
                    <a:pt x="205" y="95"/>
                    <a:pt x="221" y="79"/>
                  </a:cubicBezTo>
                  <a:lnTo>
                    <a:pt x="221" y="79"/>
                  </a:lnTo>
                  <a:lnTo>
                    <a:pt x="221" y="79"/>
                  </a:lnTo>
                  <a:cubicBezTo>
                    <a:pt x="205" y="32"/>
                    <a:pt x="173" y="32"/>
                    <a:pt x="142" y="16"/>
                  </a:cubicBezTo>
                  <a:lnTo>
                    <a:pt x="126" y="16"/>
                  </a:lnTo>
                  <a:cubicBezTo>
                    <a:pt x="110" y="16"/>
                    <a:pt x="95" y="1"/>
                    <a:pt x="79" y="1"/>
                  </a:cubicBezTo>
                  <a:close/>
                  <a:moveTo>
                    <a:pt x="32" y="1"/>
                  </a:moveTo>
                  <a:cubicBezTo>
                    <a:pt x="16" y="1"/>
                    <a:pt x="16" y="16"/>
                    <a:pt x="16" y="32"/>
                  </a:cubicBezTo>
                  <a:cubicBezTo>
                    <a:pt x="0" y="32"/>
                    <a:pt x="16" y="47"/>
                    <a:pt x="16" y="47"/>
                  </a:cubicBezTo>
                  <a:lnTo>
                    <a:pt x="16" y="32"/>
                  </a:lnTo>
                  <a:cubicBezTo>
                    <a:pt x="16" y="32"/>
                    <a:pt x="16" y="16"/>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21" name="Google Shape;3521;p46"/>
            <p:cNvSpPr/>
            <p:nvPr/>
          </p:nvSpPr>
          <p:spPr>
            <a:xfrm>
              <a:off x="3185036" y="1792738"/>
              <a:ext cx="2512" cy="4039"/>
            </a:xfrm>
            <a:custGeom>
              <a:avLst/>
              <a:gdLst/>
              <a:ahLst/>
              <a:cxnLst/>
              <a:rect l="l" t="t" r="r" b="b"/>
              <a:pathLst>
                <a:path w="79" h="127" extrusionOk="0">
                  <a:moveTo>
                    <a:pt x="16" y="1"/>
                  </a:moveTo>
                  <a:lnTo>
                    <a:pt x="16" y="1"/>
                  </a:lnTo>
                  <a:lnTo>
                    <a:pt x="0" y="1"/>
                  </a:lnTo>
                  <a:lnTo>
                    <a:pt x="0" y="1"/>
                  </a:lnTo>
                  <a:cubicBezTo>
                    <a:pt x="16" y="1"/>
                    <a:pt x="16" y="32"/>
                    <a:pt x="16" y="49"/>
                  </a:cubicBezTo>
                  <a:lnTo>
                    <a:pt x="16" y="49"/>
                  </a:lnTo>
                  <a:cubicBezTo>
                    <a:pt x="16" y="64"/>
                    <a:pt x="0" y="80"/>
                    <a:pt x="0" y="80"/>
                  </a:cubicBezTo>
                  <a:lnTo>
                    <a:pt x="0" y="95"/>
                  </a:lnTo>
                  <a:lnTo>
                    <a:pt x="0" y="95"/>
                  </a:lnTo>
                  <a:cubicBezTo>
                    <a:pt x="16" y="112"/>
                    <a:pt x="16" y="127"/>
                    <a:pt x="32" y="127"/>
                  </a:cubicBezTo>
                  <a:lnTo>
                    <a:pt x="47" y="127"/>
                  </a:lnTo>
                  <a:cubicBezTo>
                    <a:pt x="63" y="112"/>
                    <a:pt x="79" y="95"/>
                    <a:pt x="63" y="80"/>
                  </a:cubicBezTo>
                  <a:lnTo>
                    <a:pt x="63" y="49"/>
                  </a:lnTo>
                  <a:lnTo>
                    <a:pt x="63" y="49"/>
                  </a:lnTo>
                  <a:lnTo>
                    <a:pt x="47" y="17"/>
                  </a:lnTo>
                  <a:cubicBezTo>
                    <a:pt x="47" y="1"/>
                    <a:pt x="32" y="1"/>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22" name="Google Shape;3522;p46"/>
            <p:cNvSpPr/>
            <p:nvPr/>
          </p:nvSpPr>
          <p:spPr>
            <a:xfrm>
              <a:off x="3408012" y="1772702"/>
              <a:ext cx="2544" cy="2576"/>
            </a:xfrm>
            <a:custGeom>
              <a:avLst/>
              <a:gdLst/>
              <a:ahLst/>
              <a:cxnLst/>
              <a:rect l="l" t="t" r="r" b="b"/>
              <a:pathLst>
                <a:path w="80" h="81" extrusionOk="0">
                  <a:moveTo>
                    <a:pt x="48" y="1"/>
                  </a:moveTo>
                  <a:lnTo>
                    <a:pt x="48" y="1"/>
                  </a:lnTo>
                  <a:lnTo>
                    <a:pt x="48" y="1"/>
                  </a:lnTo>
                  <a:lnTo>
                    <a:pt x="48" y="1"/>
                  </a:lnTo>
                  <a:cubicBezTo>
                    <a:pt x="63" y="17"/>
                    <a:pt x="48" y="49"/>
                    <a:pt x="32" y="49"/>
                  </a:cubicBezTo>
                  <a:cubicBezTo>
                    <a:pt x="32" y="64"/>
                    <a:pt x="32" y="64"/>
                    <a:pt x="16" y="64"/>
                  </a:cubicBezTo>
                  <a:cubicBezTo>
                    <a:pt x="16" y="64"/>
                    <a:pt x="0" y="64"/>
                    <a:pt x="0" y="49"/>
                  </a:cubicBezTo>
                  <a:cubicBezTo>
                    <a:pt x="0" y="64"/>
                    <a:pt x="16" y="80"/>
                    <a:pt x="32" y="80"/>
                  </a:cubicBezTo>
                  <a:lnTo>
                    <a:pt x="32" y="80"/>
                  </a:lnTo>
                  <a:lnTo>
                    <a:pt x="32" y="80"/>
                  </a:lnTo>
                  <a:lnTo>
                    <a:pt x="48" y="80"/>
                  </a:lnTo>
                  <a:cubicBezTo>
                    <a:pt x="79" y="80"/>
                    <a:pt x="79" y="64"/>
                    <a:pt x="79" y="32"/>
                  </a:cubicBezTo>
                  <a:cubicBezTo>
                    <a:pt x="79"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23" name="Google Shape;3523;p46"/>
            <p:cNvSpPr/>
            <p:nvPr/>
          </p:nvSpPr>
          <p:spPr>
            <a:xfrm>
              <a:off x="3160993" y="1795760"/>
              <a:ext cx="6520" cy="4548"/>
            </a:xfrm>
            <a:custGeom>
              <a:avLst/>
              <a:gdLst/>
              <a:ahLst/>
              <a:cxnLst/>
              <a:rect l="l" t="t" r="r" b="b"/>
              <a:pathLst>
                <a:path w="205" h="143" extrusionOk="0">
                  <a:moveTo>
                    <a:pt x="158" y="0"/>
                  </a:moveTo>
                  <a:lnTo>
                    <a:pt x="158" y="0"/>
                  </a:lnTo>
                  <a:cubicBezTo>
                    <a:pt x="158" y="17"/>
                    <a:pt x="158" y="17"/>
                    <a:pt x="141" y="17"/>
                  </a:cubicBezTo>
                  <a:lnTo>
                    <a:pt x="32" y="95"/>
                  </a:lnTo>
                  <a:cubicBezTo>
                    <a:pt x="15" y="95"/>
                    <a:pt x="0" y="111"/>
                    <a:pt x="15" y="143"/>
                  </a:cubicBezTo>
                  <a:lnTo>
                    <a:pt x="15" y="143"/>
                  </a:lnTo>
                  <a:lnTo>
                    <a:pt x="47" y="143"/>
                  </a:lnTo>
                  <a:lnTo>
                    <a:pt x="63" y="143"/>
                  </a:lnTo>
                  <a:lnTo>
                    <a:pt x="110" y="127"/>
                  </a:lnTo>
                  <a:lnTo>
                    <a:pt x="189" y="63"/>
                  </a:lnTo>
                  <a:cubicBezTo>
                    <a:pt x="204" y="63"/>
                    <a:pt x="204" y="32"/>
                    <a:pt x="189" y="17"/>
                  </a:cubicBezTo>
                  <a:cubicBezTo>
                    <a:pt x="189" y="17"/>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24" name="Google Shape;3524;p46"/>
            <p:cNvSpPr/>
            <p:nvPr/>
          </p:nvSpPr>
          <p:spPr>
            <a:xfrm>
              <a:off x="3274214" y="1804283"/>
              <a:ext cx="4548" cy="2544"/>
            </a:xfrm>
            <a:custGeom>
              <a:avLst/>
              <a:gdLst/>
              <a:ahLst/>
              <a:cxnLst/>
              <a:rect l="l" t="t" r="r" b="b"/>
              <a:pathLst>
                <a:path w="143" h="80" extrusionOk="0">
                  <a:moveTo>
                    <a:pt x="32" y="1"/>
                  </a:moveTo>
                  <a:lnTo>
                    <a:pt x="32" y="1"/>
                  </a:lnTo>
                  <a:cubicBezTo>
                    <a:pt x="16" y="1"/>
                    <a:pt x="1" y="16"/>
                    <a:pt x="1" y="32"/>
                  </a:cubicBezTo>
                  <a:cubicBezTo>
                    <a:pt x="1" y="48"/>
                    <a:pt x="16" y="64"/>
                    <a:pt x="32" y="79"/>
                  </a:cubicBezTo>
                  <a:lnTo>
                    <a:pt x="95" y="79"/>
                  </a:lnTo>
                  <a:lnTo>
                    <a:pt x="95" y="79"/>
                  </a:lnTo>
                  <a:cubicBezTo>
                    <a:pt x="111" y="79"/>
                    <a:pt x="127" y="64"/>
                    <a:pt x="142" y="48"/>
                  </a:cubicBezTo>
                  <a:cubicBezTo>
                    <a:pt x="142" y="32"/>
                    <a:pt x="127" y="16"/>
                    <a:pt x="111"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25" name="Google Shape;3525;p46"/>
            <p:cNvSpPr/>
            <p:nvPr/>
          </p:nvSpPr>
          <p:spPr>
            <a:xfrm>
              <a:off x="3398980" y="1791275"/>
              <a:ext cx="4039" cy="3021"/>
            </a:xfrm>
            <a:custGeom>
              <a:avLst/>
              <a:gdLst/>
              <a:ahLst/>
              <a:cxnLst/>
              <a:rect l="l" t="t" r="r" b="b"/>
              <a:pathLst>
                <a:path w="127" h="95" extrusionOk="0">
                  <a:moveTo>
                    <a:pt x="48" y="0"/>
                  </a:moveTo>
                  <a:lnTo>
                    <a:pt x="32" y="0"/>
                  </a:lnTo>
                  <a:cubicBezTo>
                    <a:pt x="32" y="0"/>
                    <a:pt x="17" y="15"/>
                    <a:pt x="17" y="32"/>
                  </a:cubicBezTo>
                  <a:cubicBezTo>
                    <a:pt x="0" y="47"/>
                    <a:pt x="17" y="63"/>
                    <a:pt x="32" y="63"/>
                  </a:cubicBezTo>
                  <a:lnTo>
                    <a:pt x="48" y="78"/>
                  </a:lnTo>
                  <a:lnTo>
                    <a:pt x="80" y="95"/>
                  </a:lnTo>
                  <a:lnTo>
                    <a:pt x="126" y="32"/>
                  </a:lnTo>
                  <a:lnTo>
                    <a:pt x="111" y="32"/>
                  </a:lnTo>
                  <a:lnTo>
                    <a:pt x="63"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26" name="Google Shape;3526;p46"/>
            <p:cNvSpPr/>
            <p:nvPr/>
          </p:nvSpPr>
          <p:spPr>
            <a:xfrm>
              <a:off x="3406517" y="1769712"/>
              <a:ext cx="3530" cy="5025"/>
            </a:xfrm>
            <a:custGeom>
              <a:avLst/>
              <a:gdLst/>
              <a:ahLst/>
              <a:cxnLst/>
              <a:rect l="l" t="t" r="r" b="b"/>
              <a:pathLst>
                <a:path w="111" h="158" extrusionOk="0">
                  <a:moveTo>
                    <a:pt x="63" y="0"/>
                  </a:moveTo>
                  <a:lnTo>
                    <a:pt x="63" y="0"/>
                  </a:lnTo>
                  <a:lnTo>
                    <a:pt x="47" y="0"/>
                  </a:lnTo>
                  <a:cubicBezTo>
                    <a:pt x="32" y="17"/>
                    <a:pt x="15" y="32"/>
                    <a:pt x="15" y="48"/>
                  </a:cubicBezTo>
                  <a:lnTo>
                    <a:pt x="15" y="63"/>
                  </a:lnTo>
                  <a:cubicBezTo>
                    <a:pt x="0" y="95"/>
                    <a:pt x="15" y="126"/>
                    <a:pt x="32" y="143"/>
                  </a:cubicBezTo>
                  <a:lnTo>
                    <a:pt x="47" y="143"/>
                  </a:lnTo>
                  <a:cubicBezTo>
                    <a:pt x="47" y="158"/>
                    <a:pt x="63" y="158"/>
                    <a:pt x="63" y="158"/>
                  </a:cubicBezTo>
                  <a:cubicBezTo>
                    <a:pt x="79" y="158"/>
                    <a:pt x="79" y="158"/>
                    <a:pt x="79" y="143"/>
                  </a:cubicBezTo>
                  <a:cubicBezTo>
                    <a:pt x="95" y="143"/>
                    <a:pt x="110" y="111"/>
                    <a:pt x="95" y="95"/>
                  </a:cubicBezTo>
                  <a:lnTo>
                    <a:pt x="95" y="95"/>
                  </a:lnTo>
                  <a:lnTo>
                    <a:pt x="79" y="80"/>
                  </a:lnTo>
                  <a:lnTo>
                    <a:pt x="95" y="63"/>
                  </a:lnTo>
                  <a:cubicBezTo>
                    <a:pt x="110" y="63"/>
                    <a:pt x="110" y="32"/>
                    <a:pt x="95" y="17"/>
                  </a:cubicBezTo>
                  <a:lnTo>
                    <a:pt x="95" y="17"/>
                  </a:lnTo>
                  <a:cubicBezTo>
                    <a:pt x="95" y="0"/>
                    <a:pt x="79"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27" name="Google Shape;3527;p46"/>
            <p:cNvSpPr/>
            <p:nvPr/>
          </p:nvSpPr>
          <p:spPr>
            <a:xfrm>
              <a:off x="3379929" y="1771239"/>
              <a:ext cx="3053" cy="6042"/>
            </a:xfrm>
            <a:custGeom>
              <a:avLst/>
              <a:gdLst/>
              <a:ahLst/>
              <a:cxnLst/>
              <a:rect l="l" t="t" r="r" b="b"/>
              <a:pathLst>
                <a:path w="96" h="190" extrusionOk="0">
                  <a:moveTo>
                    <a:pt x="64" y="0"/>
                  </a:moveTo>
                  <a:lnTo>
                    <a:pt x="49" y="0"/>
                  </a:lnTo>
                  <a:lnTo>
                    <a:pt x="32" y="15"/>
                  </a:lnTo>
                  <a:lnTo>
                    <a:pt x="1" y="126"/>
                  </a:lnTo>
                  <a:lnTo>
                    <a:pt x="1" y="158"/>
                  </a:lnTo>
                  <a:cubicBezTo>
                    <a:pt x="1" y="158"/>
                    <a:pt x="1" y="173"/>
                    <a:pt x="17" y="189"/>
                  </a:cubicBezTo>
                  <a:lnTo>
                    <a:pt x="32" y="189"/>
                  </a:lnTo>
                  <a:lnTo>
                    <a:pt x="32" y="189"/>
                  </a:lnTo>
                  <a:cubicBezTo>
                    <a:pt x="49" y="189"/>
                    <a:pt x="64" y="173"/>
                    <a:pt x="64" y="158"/>
                  </a:cubicBezTo>
                  <a:lnTo>
                    <a:pt x="95" y="32"/>
                  </a:lnTo>
                  <a:cubicBezTo>
                    <a:pt x="95" y="15"/>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28" name="Google Shape;3528;p46"/>
            <p:cNvSpPr/>
            <p:nvPr/>
          </p:nvSpPr>
          <p:spPr>
            <a:xfrm>
              <a:off x="3061256" y="1829344"/>
              <a:ext cx="4039" cy="4516"/>
            </a:xfrm>
            <a:custGeom>
              <a:avLst/>
              <a:gdLst/>
              <a:ahLst/>
              <a:cxnLst/>
              <a:rect l="l" t="t" r="r" b="b"/>
              <a:pathLst>
                <a:path w="127" h="142" extrusionOk="0">
                  <a:moveTo>
                    <a:pt x="95" y="1"/>
                  </a:moveTo>
                  <a:lnTo>
                    <a:pt x="95" y="1"/>
                  </a:lnTo>
                  <a:lnTo>
                    <a:pt x="95" y="1"/>
                  </a:lnTo>
                  <a:cubicBezTo>
                    <a:pt x="80" y="1"/>
                    <a:pt x="63" y="16"/>
                    <a:pt x="63" y="32"/>
                  </a:cubicBezTo>
                  <a:cubicBezTo>
                    <a:pt x="48" y="32"/>
                    <a:pt x="48" y="16"/>
                    <a:pt x="48" y="16"/>
                  </a:cubicBezTo>
                  <a:lnTo>
                    <a:pt x="32" y="16"/>
                  </a:lnTo>
                  <a:lnTo>
                    <a:pt x="16" y="32"/>
                  </a:lnTo>
                  <a:cubicBezTo>
                    <a:pt x="16" y="47"/>
                    <a:pt x="0" y="47"/>
                    <a:pt x="0" y="64"/>
                  </a:cubicBezTo>
                  <a:lnTo>
                    <a:pt x="16" y="110"/>
                  </a:lnTo>
                  <a:cubicBezTo>
                    <a:pt x="16" y="127"/>
                    <a:pt x="32" y="142"/>
                    <a:pt x="48" y="142"/>
                  </a:cubicBezTo>
                  <a:lnTo>
                    <a:pt x="48" y="142"/>
                  </a:lnTo>
                  <a:cubicBezTo>
                    <a:pt x="80" y="142"/>
                    <a:pt x="95" y="127"/>
                    <a:pt x="111" y="110"/>
                  </a:cubicBezTo>
                  <a:cubicBezTo>
                    <a:pt x="126" y="95"/>
                    <a:pt x="126" y="79"/>
                    <a:pt x="126" y="79"/>
                  </a:cubicBezTo>
                  <a:lnTo>
                    <a:pt x="126" y="32"/>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29" name="Google Shape;3529;p46"/>
            <p:cNvSpPr/>
            <p:nvPr/>
          </p:nvSpPr>
          <p:spPr>
            <a:xfrm>
              <a:off x="3120379" y="1824351"/>
              <a:ext cx="4039" cy="3498"/>
            </a:xfrm>
            <a:custGeom>
              <a:avLst/>
              <a:gdLst/>
              <a:ahLst/>
              <a:cxnLst/>
              <a:rect l="l" t="t" r="r" b="b"/>
              <a:pathLst>
                <a:path w="127" h="110" extrusionOk="0">
                  <a:moveTo>
                    <a:pt x="48" y="0"/>
                  </a:moveTo>
                  <a:lnTo>
                    <a:pt x="48" y="0"/>
                  </a:lnTo>
                  <a:lnTo>
                    <a:pt x="32" y="0"/>
                  </a:lnTo>
                  <a:cubicBezTo>
                    <a:pt x="17" y="15"/>
                    <a:pt x="0" y="32"/>
                    <a:pt x="17" y="47"/>
                  </a:cubicBezTo>
                  <a:lnTo>
                    <a:pt x="48" y="78"/>
                  </a:lnTo>
                  <a:lnTo>
                    <a:pt x="48" y="95"/>
                  </a:lnTo>
                  <a:cubicBezTo>
                    <a:pt x="63" y="110"/>
                    <a:pt x="80" y="110"/>
                    <a:pt x="80" y="110"/>
                  </a:cubicBezTo>
                  <a:lnTo>
                    <a:pt x="111" y="110"/>
                  </a:lnTo>
                  <a:cubicBezTo>
                    <a:pt x="111" y="95"/>
                    <a:pt x="126" y="78"/>
                    <a:pt x="111" y="63"/>
                  </a:cubicBezTo>
                  <a:cubicBezTo>
                    <a:pt x="111" y="78"/>
                    <a:pt x="95" y="78"/>
                    <a:pt x="95" y="78"/>
                  </a:cubicBezTo>
                  <a:cubicBezTo>
                    <a:pt x="95" y="78"/>
                    <a:pt x="80" y="78"/>
                    <a:pt x="80" y="63"/>
                  </a:cubicBezTo>
                  <a:lnTo>
                    <a:pt x="63" y="47"/>
                  </a:lnTo>
                  <a:cubicBezTo>
                    <a:pt x="48" y="47"/>
                    <a:pt x="32" y="15"/>
                    <a:pt x="48"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30" name="Google Shape;3530;p46"/>
            <p:cNvSpPr/>
            <p:nvPr/>
          </p:nvSpPr>
          <p:spPr>
            <a:xfrm>
              <a:off x="3403496" y="1789749"/>
              <a:ext cx="6042" cy="7569"/>
            </a:xfrm>
            <a:custGeom>
              <a:avLst/>
              <a:gdLst/>
              <a:ahLst/>
              <a:cxnLst/>
              <a:rect l="l" t="t" r="r" b="b"/>
              <a:pathLst>
                <a:path w="190" h="238" extrusionOk="0">
                  <a:moveTo>
                    <a:pt x="79" y="0"/>
                  </a:moveTo>
                  <a:lnTo>
                    <a:pt x="79" y="0"/>
                  </a:lnTo>
                  <a:lnTo>
                    <a:pt x="64" y="0"/>
                  </a:lnTo>
                  <a:lnTo>
                    <a:pt x="47" y="17"/>
                  </a:lnTo>
                  <a:cubicBezTo>
                    <a:pt x="32" y="32"/>
                    <a:pt x="16" y="48"/>
                    <a:pt x="16" y="63"/>
                  </a:cubicBezTo>
                  <a:lnTo>
                    <a:pt x="32" y="63"/>
                  </a:lnTo>
                  <a:lnTo>
                    <a:pt x="32" y="63"/>
                  </a:lnTo>
                  <a:lnTo>
                    <a:pt x="64" y="63"/>
                  </a:lnTo>
                  <a:cubicBezTo>
                    <a:pt x="79" y="80"/>
                    <a:pt x="64" y="111"/>
                    <a:pt x="64" y="111"/>
                  </a:cubicBezTo>
                  <a:lnTo>
                    <a:pt x="16" y="158"/>
                  </a:lnTo>
                  <a:lnTo>
                    <a:pt x="16" y="174"/>
                  </a:lnTo>
                  <a:cubicBezTo>
                    <a:pt x="16" y="174"/>
                    <a:pt x="16" y="189"/>
                    <a:pt x="1" y="189"/>
                  </a:cubicBezTo>
                  <a:lnTo>
                    <a:pt x="1" y="221"/>
                  </a:lnTo>
                  <a:cubicBezTo>
                    <a:pt x="1" y="237"/>
                    <a:pt x="1" y="237"/>
                    <a:pt x="16" y="237"/>
                  </a:cubicBezTo>
                  <a:lnTo>
                    <a:pt x="32" y="237"/>
                  </a:lnTo>
                  <a:lnTo>
                    <a:pt x="47" y="237"/>
                  </a:lnTo>
                  <a:lnTo>
                    <a:pt x="47" y="237"/>
                  </a:lnTo>
                  <a:lnTo>
                    <a:pt x="158" y="206"/>
                  </a:lnTo>
                  <a:lnTo>
                    <a:pt x="174" y="206"/>
                  </a:lnTo>
                  <a:lnTo>
                    <a:pt x="174" y="206"/>
                  </a:lnTo>
                  <a:cubicBezTo>
                    <a:pt x="190" y="189"/>
                    <a:pt x="190" y="174"/>
                    <a:pt x="190" y="158"/>
                  </a:cubicBezTo>
                  <a:cubicBezTo>
                    <a:pt x="190" y="143"/>
                    <a:pt x="174" y="143"/>
                    <a:pt x="174" y="126"/>
                  </a:cubicBezTo>
                  <a:lnTo>
                    <a:pt x="158" y="126"/>
                  </a:lnTo>
                  <a:lnTo>
                    <a:pt x="142" y="126"/>
                  </a:lnTo>
                  <a:lnTo>
                    <a:pt x="127" y="143"/>
                  </a:lnTo>
                  <a:lnTo>
                    <a:pt x="79" y="158"/>
                  </a:lnTo>
                  <a:lnTo>
                    <a:pt x="79" y="126"/>
                  </a:lnTo>
                  <a:lnTo>
                    <a:pt x="79" y="111"/>
                  </a:lnTo>
                  <a:lnTo>
                    <a:pt x="79" y="80"/>
                  </a:lnTo>
                  <a:cubicBezTo>
                    <a:pt x="79" y="80"/>
                    <a:pt x="79" y="63"/>
                    <a:pt x="95" y="63"/>
                  </a:cubicBezTo>
                  <a:cubicBezTo>
                    <a:pt x="110" y="48"/>
                    <a:pt x="127" y="32"/>
                    <a:pt x="110" y="17"/>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31" name="Google Shape;3531;p46"/>
            <p:cNvSpPr/>
            <p:nvPr/>
          </p:nvSpPr>
          <p:spPr>
            <a:xfrm>
              <a:off x="3160993" y="1815319"/>
              <a:ext cx="4039" cy="4516"/>
            </a:xfrm>
            <a:custGeom>
              <a:avLst/>
              <a:gdLst/>
              <a:ahLst/>
              <a:cxnLst/>
              <a:rect l="l" t="t" r="r" b="b"/>
              <a:pathLst>
                <a:path w="127" h="142" extrusionOk="0">
                  <a:moveTo>
                    <a:pt x="63" y="1"/>
                  </a:moveTo>
                  <a:cubicBezTo>
                    <a:pt x="78" y="1"/>
                    <a:pt x="63" y="16"/>
                    <a:pt x="63" y="16"/>
                  </a:cubicBezTo>
                  <a:cubicBezTo>
                    <a:pt x="63" y="32"/>
                    <a:pt x="47" y="32"/>
                    <a:pt x="47" y="32"/>
                  </a:cubicBezTo>
                  <a:lnTo>
                    <a:pt x="32" y="32"/>
                  </a:lnTo>
                  <a:lnTo>
                    <a:pt x="15" y="47"/>
                  </a:lnTo>
                  <a:lnTo>
                    <a:pt x="0" y="79"/>
                  </a:lnTo>
                  <a:cubicBezTo>
                    <a:pt x="0" y="95"/>
                    <a:pt x="0" y="110"/>
                    <a:pt x="15" y="110"/>
                  </a:cubicBezTo>
                  <a:lnTo>
                    <a:pt x="32" y="142"/>
                  </a:lnTo>
                  <a:lnTo>
                    <a:pt x="47" y="142"/>
                  </a:lnTo>
                  <a:lnTo>
                    <a:pt x="63" y="142"/>
                  </a:lnTo>
                  <a:lnTo>
                    <a:pt x="95" y="142"/>
                  </a:lnTo>
                  <a:lnTo>
                    <a:pt x="110" y="142"/>
                  </a:lnTo>
                  <a:lnTo>
                    <a:pt x="110" y="142"/>
                  </a:lnTo>
                  <a:lnTo>
                    <a:pt x="126" y="142"/>
                  </a:lnTo>
                  <a:cubicBezTo>
                    <a:pt x="126" y="142"/>
                    <a:pt x="126" y="127"/>
                    <a:pt x="110" y="127"/>
                  </a:cubicBezTo>
                  <a:lnTo>
                    <a:pt x="78" y="79"/>
                  </a:lnTo>
                  <a:lnTo>
                    <a:pt x="95" y="32"/>
                  </a:lnTo>
                  <a:cubicBezTo>
                    <a:pt x="110" y="32"/>
                    <a:pt x="110" y="16"/>
                    <a:pt x="95" y="16"/>
                  </a:cubicBezTo>
                  <a:lnTo>
                    <a:pt x="95" y="16"/>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32" name="Google Shape;3532;p46"/>
            <p:cNvSpPr/>
            <p:nvPr/>
          </p:nvSpPr>
          <p:spPr>
            <a:xfrm>
              <a:off x="3391951" y="1794742"/>
              <a:ext cx="3053" cy="4580"/>
            </a:xfrm>
            <a:custGeom>
              <a:avLst/>
              <a:gdLst/>
              <a:ahLst/>
              <a:cxnLst/>
              <a:rect l="l" t="t" r="r" b="b"/>
              <a:pathLst>
                <a:path w="96" h="144" extrusionOk="0">
                  <a:moveTo>
                    <a:pt x="64" y="80"/>
                  </a:moveTo>
                  <a:lnTo>
                    <a:pt x="64" y="80"/>
                  </a:lnTo>
                  <a:lnTo>
                    <a:pt x="64" y="80"/>
                  </a:lnTo>
                  <a:close/>
                  <a:moveTo>
                    <a:pt x="64" y="1"/>
                  </a:moveTo>
                  <a:lnTo>
                    <a:pt x="64" y="1"/>
                  </a:lnTo>
                  <a:cubicBezTo>
                    <a:pt x="49" y="1"/>
                    <a:pt x="32" y="1"/>
                    <a:pt x="32" y="17"/>
                  </a:cubicBezTo>
                  <a:cubicBezTo>
                    <a:pt x="32" y="17"/>
                    <a:pt x="32" y="32"/>
                    <a:pt x="17" y="32"/>
                  </a:cubicBezTo>
                  <a:cubicBezTo>
                    <a:pt x="17" y="49"/>
                    <a:pt x="1" y="64"/>
                    <a:pt x="1" y="95"/>
                  </a:cubicBezTo>
                  <a:cubicBezTo>
                    <a:pt x="1" y="112"/>
                    <a:pt x="17" y="112"/>
                    <a:pt x="17" y="127"/>
                  </a:cubicBezTo>
                  <a:cubicBezTo>
                    <a:pt x="32" y="127"/>
                    <a:pt x="32" y="127"/>
                    <a:pt x="49" y="143"/>
                  </a:cubicBezTo>
                  <a:lnTo>
                    <a:pt x="64" y="143"/>
                  </a:lnTo>
                  <a:cubicBezTo>
                    <a:pt x="80" y="143"/>
                    <a:pt x="80" y="143"/>
                    <a:pt x="95" y="127"/>
                  </a:cubicBezTo>
                  <a:lnTo>
                    <a:pt x="95" y="127"/>
                  </a:lnTo>
                  <a:cubicBezTo>
                    <a:pt x="95" y="112"/>
                    <a:pt x="95" y="80"/>
                    <a:pt x="80" y="80"/>
                  </a:cubicBezTo>
                  <a:lnTo>
                    <a:pt x="80" y="80"/>
                  </a:lnTo>
                  <a:lnTo>
                    <a:pt x="80" y="64"/>
                  </a:lnTo>
                  <a:lnTo>
                    <a:pt x="95" y="49"/>
                  </a:lnTo>
                  <a:lnTo>
                    <a:pt x="95" y="17"/>
                  </a:lnTo>
                  <a:lnTo>
                    <a:pt x="80" y="1"/>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33" name="Google Shape;3533;p46"/>
            <p:cNvSpPr/>
            <p:nvPr/>
          </p:nvSpPr>
          <p:spPr>
            <a:xfrm>
              <a:off x="3393955" y="179728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34" name="Google Shape;3534;p46"/>
            <p:cNvSpPr/>
            <p:nvPr/>
          </p:nvSpPr>
          <p:spPr>
            <a:xfrm>
              <a:off x="3334832" y="1809785"/>
              <a:ext cx="5057" cy="5057"/>
            </a:xfrm>
            <a:custGeom>
              <a:avLst/>
              <a:gdLst/>
              <a:ahLst/>
              <a:cxnLst/>
              <a:rect l="l" t="t" r="r" b="b"/>
              <a:pathLst>
                <a:path w="159" h="159" extrusionOk="0">
                  <a:moveTo>
                    <a:pt x="64" y="1"/>
                  </a:moveTo>
                  <a:lnTo>
                    <a:pt x="17" y="32"/>
                  </a:lnTo>
                  <a:lnTo>
                    <a:pt x="32" y="49"/>
                  </a:lnTo>
                  <a:cubicBezTo>
                    <a:pt x="32" y="64"/>
                    <a:pt x="17" y="80"/>
                    <a:pt x="1" y="95"/>
                  </a:cubicBezTo>
                  <a:lnTo>
                    <a:pt x="32" y="95"/>
                  </a:lnTo>
                  <a:lnTo>
                    <a:pt x="49" y="95"/>
                  </a:lnTo>
                  <a:lnTo>
                    <a:pt x="64" y="80"/>
                  </a:lnTo>
                  <a:lnTo>
                    <a:pt x="80" y="127"/>
                  </a:lnTo>
                  <a:lnTo>
                    <a:pt x="80" y="127"/>
                  </a:lnTo>
                  <a:lnTo>
                    <a:pt x="80" y="127"/>
                  </a:lnTo>
                  <a:cubicBezTo>
                    <a:pt x="95" y="143"/>
                    <a:pt x="95" y="158"/>
                    <a:pt x="112" y="158"/>
                  </a:cubicBezTo>
                  <a:lnTo>
                    <a:pt x="127" y="158"/>
                  </a:lnTo>
                  <a:lnTo>
                    <a:pt x="127" y="158"/>
                  </a:lnTo>
                  <a:cubicBezTo>
                    <a:pt x="143" y="158"/>
                    <a:pt x="158" y="143"/>
                    <a:pt x="158" y="127"/>
                  </a:cubicBezTo>
                  <a:lnTo>
                    <a:pt x="158" y="112"/>
                  </a:lnTo>
                  <a:lnTo>
                    <a:pt x="143" y="64"/>
                  </a:lnTo>
                  <a:lnTo>
                    <a:pt x="143" y="64"/>
                  </a:lnTo>
                  <a:lnTo>
                    <a:pt x="143" y="49"/>
                  </a:lnTo>
                  <a:lnTo>
                    <a:pt x="127" y="32"/>
                  </a:lnTo>
                  <a:lnTo>
                    <a:pt x="127" y="49"/>
                  </a:lnTo>
                  <a:cubicBezTo>
                    <a:pt x="127" y="64"/>
                    <a:pt x="112" y="64"/>
                    <a:pt x="95" y="64"/>
                  </a:cubicBezTo>
                  <a:lnTo>
                    <a:pt x="95" y="64"/>
                  </a:lnTo>
                  <a:cubicBezTo>
                    <a:pt x="64" y="64"/>
                    <a:pt x="64" y="49"/>
                    <a:pt x="64"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35" name="Google Shape;3535;p46"/>
            <p:cNvSpPr/>
            <p:nvPr/>
          </p:nvSpPr>
          <p:spPr>
            <a:xfrm>
              <a:off x="3353405" y="1813315"/>
              <a:ext cx="3498" cy="2035"/>
            </a:xfrm>
            <a:custGeom>
              <a:avLst/>
              <a:gdLst/>
              <a:ahLst/>
              <a:cxnLst/>
              <a:rect l="l" t="t" r="r" b="b"/>
              <a:pathLst>
                <a:path w="110" h="64" extrusionOk="0">
                  <a:moveTo>
                    <a:pt x="78" y="1"/>
                  </a:moveTo>
                  <a:lnTo>
                    <a:pt x="63" y="16"/>
                  </a:lnTo>
                  <a:lnTo>
                    <a:pt x="0" y="16"/>
                  </a:lnTo>
                  <a:lnTo>
                    <a:pt x="0" y="32"/>
                  </a:lnTo>
                  <a:lnTo>
                    <a:pt x="0" y="32"/>
                  </a:lnTo>
                  <a:lnTo>
                    <a:pt x="63" y="64"/>
                  </a:lnTo>
                  <a:lnTo>
                    <a:pt x="63" y="64"/>
                  </a:lnTo>
                  <a:lnTo>
                    <a:pt x="78" y="64"/>
                  </a:lnTo>
                  <a:cubicBezTo>
                    <a:pt x="95" y="64"/>
                    <a:pt x="95" y="64"/>
                    <a:pt x="110" y="47"/>
                  </a:cubicBezTo>
                  <a:cubicBezTo>
                    <a:pt x="110" y="32"/>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36" name="Google Shape;3536;p46"/>
            <p:cNvSpPr/>
            <p:nvPr/>
          </p:nvSpPr>
          <p:spPr>
            <a:xfrm>
              <a:off x="3295745" y="1814333"/>
              <a:ext cx="6042" cy="4516"/>
            </a:xfrm>
            <a:custGeom>
              <a:avLst/>
              <a:gdLst/>
              <a:ahLst/>
              <a:cxnLst/>
              <a:rect l="l" t="t" r="r" b="b"/>
              <a:pathLst>
                <a:path w="190" h="142" extrusionOk="0">
                  <a:moveTo>
                    <a:pt x="95" y="0"/>
                  </a:moveTo>
                  <a:lnTo>
                    <a:pt x="95" y="15"/>
                  </a:lnTo>
                  <a:lnTo>
                    <a:pt x="95" y="32"/>
                  </a:lnTo>
                  <a:lnTo>
                    <a:pt x="95" y="32"/>
                  </a:lnTo>
                  <a:lnTo>
                    <a:pt x="95" y="63"/>
                  </a:lnTo>
                  <a:lnTo>
                    <a:pt x="64" y="95"/>
                  </a:lnTo>
                  <a:cubicBezTo>
                    <a:pt x="49" y="95"/>
                    <a:pt x="49" y="95"/>
                    <a:pt x="49" y="78"/>
                  </a:cubicBezTo>
                  <a:lnTo>
                    <a:pt x="17" y="78"/>
                  </a:lnTo>
                  <a:lnTo>
                    <a:pt x="17" y="78"/>
                  </a:lnTo>
                  <a:cubicBezTo>
                    <a:pt x="17" y="95"/>
                    <a:pt x="17" y="110"/>
                    <a:pt x="1" y="110"/>
                  </a:cubicBezTo>
                  <a:lnTo>
                    <a:pt x="1" y="126"/>
                  </a:lnTo>
                  <a:cubicBezTo>
                    <a:pt x="17" y="126"/>
                    <a:pt x="17" y="141"/>
                    <a:pt x="32" y="141"/>
                  </a:cubicBezTo>
                  <a:cubicBezTo>
                    <a:pt x="49" y="141"/>
                    <a:pt x="49" y="126"/>
                    <a:pt x="64" y="126"/>
                  </a:cubicBezTo>
                  <a:lnTo>
                    <a:pt x="64" y="110"/>
                  </a:lnTo>
                  <a:cubicBezTo>
                    <a:pt x="80" y="110"/>
                    <a:pt x="80" y="95"/>
                    <a:pt x="95" y="95"/>
                  </a:cubicBezTo>
                  <a:lnTo>
                    <a:pt x="95" y="95"/>
                  </a:lnTo>
                  <a:lnTo>
                    <a:pt x="143" y="47"/>
                  </a:lnTo>
                  <a:cubicBezTo>
                    <a:pt x="158" y="47"/>
                    <a:pt x="175" y="32"/>
                    <a:pt x="175" y="32"/>
                  </a:cubicBezTo>
                  <a:lnTo>
                    <a:pt x="190" y="32"/>
                  </a:lnTo>
                  <a:lnTo>
                    <a:pt x="175" y="15"/>
                  </a:lnTo>
                  <a:cubicBezTo>
                    <a:pt x="175" y="32"/>
                    <a:pt x="158" y="32"/>
                    <a:pt x="158" y="32"/>
                  </a:cubicBezTo>
                  <a:lnTo>
                    <a:pt x="143" y="32"/>
                  </a:lnTo>
                  <a:lnTo>
                    <a:pt x="12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37" name="Google Shape;3537;p46"/>
            <p:cNvSpPr/>
            <p:nvPr/>
          </p:nvSpPr>
          <p:spPr>
            <a:xfrm>
              <a:off x="3316322" y="1814333"/>
              <a:ext cx="5025" cy="2512"/>
            </a:xfrm>
            <a:custGeom>
              <a:avLst/>
              <a:gdLst/>
              <a:ahLst/>
              <a:cxnLst/>
              <a:rect l="l" t="t" r="r" b="b"/>
              <a:pathLst>
                <a:path w="158" h="79" extrusionOk="0">
                  <a:moveTo>
                    <a:pt x="79" y="0"/>
                  </a:moveTo>
                  <a:lnTo>
                    <a:pt x="32" y="15"/>
                  </a:lnTo>
                  <a:cubicBezTo>
                    <a:pt x="15" y="15"/>
                    <a:pt x="15" y="15"/>
                    <a:pt x="0" y="32"/>
                  </a:cubicBezTo>
                  <a:cubicBezTo>
                    <a:pt x="15" y="32"/>
                    <a:pt x="15" y="15"/>
                    <a:pt x="15" y="15"/>
                  </a:cubicBezTo>
                  <a:lnTo>
                    <a:pt x="15" y="15"/>
                  </a:lnTo>
                  <a:cubicBezTo>
                    <a:pt x="32" y="15"/>
                    <a:pt x="47" y="32"/>
                    <a:pt x="47" y="32"/>
                  </a:cubicBezTo>
                  <a:lnTo>
                    <a:pt x="47" y="47"/>
                  </a:lnTo>
                  <a:lnTo>
                    <a:pt x="63" y="47"/>
                  </a:lnTo>
                  <a:lnTo>
                    <a:pt x="95" y="78"/>
                  </a:lnTo>
                  <a:lnTo>
                    <a:pt x="95" y="78"/>
                  </a:lnTo>
                  <a:lnTo>
                    <a:pt x="126" y="63"/>
                  </a:lnTo>
                  <a:cubicBezTo>
                    <a:pt x="142" y="63"/>
                    <a:pt x="158" y="47"/>
                    <a:pt x="158" y="32"/>
                  </a:cubicBezTo>
                  <a:lnTo>
                    <a:pt x="158"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38" name="Google Shape;3538;p46"/>
            <p:cNvSpPr/>
            <p:nvPr/>
          </p:nvSpPr>
          <p:spPr>
            <a:xfrm>
              <a:off x="3393478" y="1752189"/>
              <a:ext cx="4039" cy="5534"/>
            </a:xfrm>
            <a:custGeom>
              <a:avLst/>
              <a:gdLst/>
              <a:ahLst/>
              <a:cxnLst/>
              <a:rect l="l" t="t" r="r" b="b"/>
              <a:pathLst>
                <a:path w="127" h="174" extrusionOk="0">
                  <a:moveTo>
                    <a:pt x="95" y="0"/>
                  </a:moveTo>
                  <a:lnTo>
                    <a:pt x="79" y="0"/>
                  </a:lnTo>
                  <a:cubicBezTo>
                    <a:pt x="79" y="0"/>
                    <a:pt x="64" y="15"/>
                    <a:pt x="47" y="15"/>
                  </a:cubicBezTo>
                  <a:lnTo>
                    <a:pt x="16" y="126"/>
                  </a:lnTo>
                  <a:cubicBezTo>
                    <a:pt x="1" y="158"/>
                    <a:pt x="16" y="173"/>
                    <a:pt x="32" y="173"/>
                  </a:cubicBezTo>
                  <a:lnTo>
                    <a:pt x="47" y="173"/>
                  </a:lnTo>
                  <a:cubicBezTo>
                    <a:pt x="64" y="173"/>
                    <a:pt x="79" y="173"/>
                    <a:pt x="79" y="158"/>
                  </a:cubicBezTo>
                  <a:lnTo>
                    <a:pt x="79" y="142"/>
                  </a:lnTo>
                  <a:cubicBezTo>
                    <a:pt x="64" y="142"/>
                    <a:pt x="64" y="126"/>
                    <a:pt x="47" y="110"/>
                  </a:cubicBezTo>
                  <a:cubicBezTo>
                    <a:pt x="47" y="95"/>
                    <a:pt x="64" y="79"/>
                    <a:pt x="79" y="63"/>
                  </a:cubicBezTo>
                  <a:lnTo>
                    <a:pt x="110" y="63"/>
                  </a:lnTo>
                  <a:lnTo>
                    <a:pt x="127" y="47"/>
                  </a:lnTo>
                  <a:cubicBezTo>
                    <a:pt x="127" y="32"/>
                    <a:pt x="11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39" name="Google Shape;3539;p46"/>
            <p:cNvSpPr/>
            <p:nvPr/>
          </p:nvSpPr>
          <p:spPr>
            <a:xfrm>
              <a:off x="3176004" y="1831348"/>
              <a:ext cx="3530" cy="3053"/>
            </a:xfrm>
            <a:custGeom>
              <a:avLst/>
              <a:gdLst/>
              <a:ahLst/>
              <a:cxnLst/>
              <a:rect l="l" t="t" r="r" b="b"/>
              <a:pathLst>
                <a:path w="111" h="96" extrusionOk="0">
                  <a:moveTo>
                    <a:pt x="64" y="1"/>
                  </a:moveTo>
                  <a:lnTo>
                    <a:pt x="64" y="1"/>
                  </a:lnTo>
                  <a:lnTo>
                    <a:pt x="47" y="1"/>
                  </a:lnTo>
                  <a:lnTo>
                    <a:pt x="1" y="32"/>
                  </a:lnTo>
                  <a:lnTo>
                    <a:pt x="1" y="47"/>
                  </a:lnTo>
                  <a:lnTo>
                    <a:pt x="1" y="79"/>
                  </a:lnTo>
                  <a:lnTo>
                    <a:pt x="1" y="79"/>
                  </a:lnTo>
                  <a:cubicBezTo>
                    <a:pt x="1" y="95"/>
                    <a:pt x="16" y="95"/>
                    <a:pt x="32" y="95"/>
                  </a:cubicBezTo>
                  <a:lnTo>
                    <a:pt x="47" y="95"/>
                  </a:lnTo>
                  <a:lnTo>
                    <a:pt x="95" y="47"/>
                  </a:lnTo>
                  <a:cubicBezTo>
                    <a:pt x="110" y="47"/>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40" name="Google Shape;3540;p46"/>
            <p:cNvSpPr/>
            <p:nvPr/>
          </p:nvSpPr>
          <p:spPr>
            <a:xfrm>
              <a:off x="3265690" y="1815319"/>
              <a:ext cx="4548" cy="5534"/>
            </a:xfrm>
            <a:custGeom>
              <a:avLst/>
              <a:gdLst/>
              <a:ahLst/>
              <a:cxnLst/>
              <a:rect l="l" t="t" r="r" b="b"/>
              <a:pathLst>
                <a:path w="143" h="174" extrusionOk="0">
                  <a:moveTo>
                    <a:pt x="95" y="1"/>
                  </a:moveTo>
                  <a:lnTo>
                    <a:pt x="95" y="1"/>
                  </a:lnTo>
                  <a:cubicBezTo>
                    <a:pt x="80" y="1"/>
                    <a:pt x="80" y="16"/>
                    <a:pt x="63" y="32"/>
                  </a:cubicBezTo>
                  <a:lnTo>
                    <a:pt x="63" y="47"/>
                  </a:lnTo>
                  <a:lnTo>
                    <a:pt x="63" y="47"/>
                  </a:lnTo>
                  <a:cubicBezTo>
                    <a:pt x="48" y="64"/>
                    <a:pt x="48" y="64"/>
                    <a:pt x="48" y="79"/>
                  </a:cubicBezTo>
                  <a:cubicBezTo>
                    <a:pt x="32" y="79"/>
                    <a:pt x="32" y="95"/>
                    <a:pt x="32" y="95"/>
                  </a:cubicBezTo>
                  <a:lnTo>
                    <a:pt x="17" y="95"/>
                  </a:lnTo>
                  <a:cubicBezTo>
                    <a:pt x="17" y="110"/>
                    <a:pt x="17" y="110"/>
                    <a:pt x="0" y="110"/>
                  </a:cubicBezTo>
                  <a:lnTo>
                    <a:pt x="0" y="127"/>
                  </a:lnTo>
                  <a:lnTo>
                    <a:pt x="0" y="158"/>
                  </a:lnTo>
                  <a:cubicBezTo>
                    <a:pt x="17" y="173"/>
                    <a:pt x="17" y="173"/>
                    <a:pt x="32" y="173"/>
                  </a:cubicBezTo>
                  <a:cubicBezTo>
                    <a:pt x="32" y="173"/>
                    <a:pt x="48" y="173"/>
                    <a:pt x="48" y="158"/>
                  </a:cubicBezTo>
                  <a:lnTo>
                    <a:pt x="48" y="158"/>
                  </a:lnTo>
                  <a:lnTo>
                    <a:pt x="63" y="158"/>
                  </a:lnTo>
                  <a:lnTo>
                    <a:pt x="63" y="158"/>
                  </a:lnTo>
                  <a:lnTo>
                    <a:pt x="32" y="127"/>
                  </a:lnTo>
                  <a:cubicBezTo>
                    <a:pt x="32" y="110"/>
                    <a:pt x="32" y="79"/>
                    <a:pt x="48" y="79"/>
                  </a:cubicBezTo>
                  <a:lnTo>
                    <a:pt x="63" y="64"/>
                  </a:lnTo>
                  <a:lnTo>
                    <a:pt x="63" y="64"/>
                  </a:lnTo>
                  <a:cubicBezTo>
                    <a:pt x="80" y="64"/>
                    <a:pt x="95" y="79"/>
                    <a:pt x="95" y="79"/>
                  </a:cubicBezTo>
                  <a:lnTo>
                    <a:pt x="111" y="110"/>
                  </a:lnTo>
                  <a:cubicBezTo>
                    <a:pt x="111" y="95"/>
                    <a:pt x="126" y="79"/>
                    <a:pt x="126" y="64"/>
                  </a:cubicBezTo>
                  <a:lnTo>
                    <a:pt x="126" y="64"/>
                  </a:lnTo>
                  <a:lnTo>
                    <a:pt x="126" y="47"/>
                  </a:lnTo>
                  <a:cubicBezTo>
                    <a:pt x="143" y="32"/>
                    <a:pt x="126" y="16"/>
                    <a:pt x="126" y="16"/>
                  </a:cubicBezTo>
                  <a:cubicBezTo>
                    <a:pt x="111" y="16"/>
                    <a:pt x="111"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41" name="Google Shape;3541;p46"/>
            <p:cNvSpPr/>
            <p:nvPr/>
          </p:nvSpPr>
          <p:spPr>
            <a:xfrm>
              <a:off x="3412528" y="1781734"/>
              <a:ext cx="3530" cy="5565"/>
            </a:xfrm>
            <a:custGeom>
              <a:avLst/>
              <a:gdLst/>
              <a:ahLst/>
              <a:cxnLst/>
              <a:rect l="l" t="t" r="r" b="b"/>
              <a:pathLst>
                <a:path w="111" h="175" extrusionOk="0">
                  <a:moveTo>
                    <a:pt x="79" y="0"/>
                  </a:moveTo>
                  <a:lnTo>
                    <a:pt x="79" y="0"/>
                  </a:lnTo>
                  <a:cubicBezTo>
                    <a:pt x="63" y="0"/>
                    <a:pt x="63" y="0"/>
                    <a:pt x="63" y="17"/>
                  </a:cubicBezTo>
                  <a:cubicBezTo>
                    <a:pt x="63" y="17"/>
                    <a:pt x="47" y="17"/>
                    <a:pt x="47" y="32"/>
                  </a:cubicBezTo>
                  <a:lnTo>
                    <a:pt x="32" y="63"/>
                  </a:lnTo>
                  <a:lnTo>
                    <a:pt x="0" y="126"/>
                  </a:lnTo>
                  <a:cubicBezTo>
                    <a:pt x="0" y="143"/>
                    <a:pt x="0" y="158"/>
                    <a:pt x="16" y="174"/>
                  </a:cubicBezTo>
                  <a:lnTo>
                    <a:pt x="32" y="174"/>
                  </a:lnTo>
                  <a:cubicBezTo>
                    <a:pt x="47" y="174"/>
                    <a:pt x="63" y="158"/>
                    <a:pt x="63" y="158"/>
                  </a:cubicBezTo>
                  <a:lnTo>
                    <a:pt x="63" y="143"/>
                  </a:lnTo>
                  <a:cubicBezTo>
                    <a:pt x="79" y="143"/>
                    <a:pt x="79" y="126"/>
                    <a:pt x="79" y="126"/>
                  </a:cubicBezTo>
                  <a:lnTo>
                    <a:pt x="79" y="126"/>
                  </a:lnTo>
                  <a:lnTo>
                    <a:pt x="110" y="63"/>
                  </a:lnTo>
                  <a:lnTo>
                    <a:pt x="110" y="48"/>
                  </a:lnTo>
                  <a:lnTo>
                    <a:pt x="110" y="17"/>
                  </a:lnTo>
                  <a:lnTo>
                    <a:pt x="95" y="17"/>
                  </a:lnTo>
                  <a:cubicBezTo>
                    <a:pt x="95" y="17"/>
                    <a:pt x="79" y="17"/>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42" name="Google Shape;3542;p46"/>
            <p:cNvSpPr/>
            <p:nvPr/>
          </p:nvSpPr>
          <p:spPr>
            <a:xfrm>
              <a:off x="3165986" y="1826832"/>
              <a:ext cx="5057" cy="2544"/>
            </a:xfrm>
            <a:custGeom>
              <a:avLst/>
              <a:gdLst/>
              <a:ahLst/>
              <a:cxnLst/>
              <a:rect l="l" t="t" r="r" b="b"/>
              <a:pathLst>
                <a:path w="159" h="80" extrusionOk="0">
                  <a:moveTo>
                    <a:pt x="32" y="0"/>
                  </a:moveTo>
                  <a:lnTo>
                    <a:pt x="32" y="0"/>
                  </a:lnTo>
                  <a:cubicBezTo>
                    <a:pt x="16" y="0"/>
                    <a:pt x="1" y="0"/>
                    <a:pt x="1" y="17"/>
                  </a:cubicBezTo>
                  <a:cubicBezTo>
                    <a:pt x="1" y="32"/>
                    <a:pt x="1" y="63"/>
                    <a:pt x="32" y="63"/>
                  </a:cubicBezTo>
                  <a:lnTo>
                    <a:pt x="95" y="80"/>
                  </a:lnTo>
                  <a:lnTo>
                    <a:pt x="95" y="80"/>
                  </a:lnTo>
                  <a:lnTo>
                    <a:pt x="110" y="80"/>
                  </a:lnTo>
                  <a:lnTo>
                    <a:pt x="127" y="80"/>
                  </a:lnTo>
                  <a:cubicBezTo>
                    <a:pt x="142" y="80"/>
                    <a:pt x="158" y="48"/>
                    <a:pt x="158" y="32"/>
                  </a:cubicBezTo>
                  <a:lnTo>
                    <a:pt x="158" y="32"/>
                  </a:lnTo>
                  <a:lnTo>
                    <a:pt x="158" y="32"/>
                  </a:lnTo>
                  <a:cubicBezTo>
                    <a:pt x="142" y="48"/>
                    <a:pt x="142" y="48"/>
                    <a:pt x="127" y="48"/>
                  </a:cubicBezTo>
                  <a:lnTo>
                    <a:pt x="110" y="48"/>
                  </a:lnTo>
                  <a:lnTo>
                    <a:pt x="79" y="32"/>
                  </a:lnTo>
                  <a:cubicBezTo>
                    <a:pt x="79" y="17"/>
                    <a:pt x="64" y="17"/>
                    <a:pt x="64"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43" name="Google Shape;3543;p46"/>
            <p:cNvSpPr/>
            <p:nvPr/>
          </p:nvSpPr>
          <p:spPr>
            <a:xfrm>
              <a:off x="3398980" y="1802788"/>
              <a:ext cx="3562" cy="3021"/>
            </a:xfrm>
            <a:custGeom>
              <a:avLst/>
              <a:gdLst/>
              <a:ahLst/>
              <a:cxnLst/>
              <a:rect l="l" t="t" r="r" b="b"/>
              <a:pathLst>
                <a:path w="112" h="95" extrusionOk="0">
                  <a:moveTo>
                    <a:pt x="111" y="0"/>
                  </a:moveTo>
                  <a:lnTo>
                    <a:pt x="111" y="0"/>
                  </a:lnTo>
                  <a:lnTo>
                    <a:pt x="48" y="16"/>
                  </a:lnTo>
                  <a:lnTo>
                    <a:pt x="48" y="16"/>
                  </a:lnTo>
                  <a:lnTo>
                    <a:pt x="32" y="16"/>
                  </a:lnTo>
                  <a:lnTo>
                    <a:pt x="17" y="32"/>
                  </a:lnTo>
                  <a:cubicBezTo>
                    <a:pt x="0" y="32"/>
                    <a:pt x="0" y="32"/>
                    <a:pt x="0" y="48"/>
                  </a:cubicBezTo>
                  <a:cubicBezTo>
                    <a:pt x="17" y="48"/>
                    <a:pt x="17" y="48"/>
                    <a:pt x="17" y="63"/>
                  </a:cubicBezTo>
                  <a:lnTo>
                    <a:pt x="17" y="79"/>
                  </a:lnTo>
                  <a:lnTo>
                    <a:pt x="32" y="95"/>
                  </a:lnTo>
                  <a:lnTo>
                    <a:pt x="32" y="95"/>
                  </a:lnTo>
                  <a:cubicBezTo>
                    <a:pt x="32" y="95"/>
                    <a:pt x="48" y="95"/>
                    <a:pt x="48" y="79"/>
                  </a:cubicBezTo>
                  <a:lnTo>
                    <a:pt x="48" y="79"/>
                  </a:lnTo>
                  <a:lnTo>
                    <a:pt x="80" y="63"/>
                  </a:lnTo>
                  <a:lnTo>
                    <a:pt x="95" y="48"/>
                  </a:lnTo>
                  <a:cubicBezTo>
                    <a:pt x="111" y="32"/>
                    <a:pt x="111" y="16"/>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44" name="Google Shape;3544;p46"/>
            <p:cNvSpPr/>
            <p:nvPr/>
          </p:nvSpPr>
          <p:spPr>
            <a:xfrm>
              <a:off x="3444077" y="1799767"/>
              <a:ext cx="4548" cy="5565"/>
            </a:xfrm>
            <a:custGeom>
              <a:avLst/>
              <a:gdLst/>
              <a:ahLst/>
              <a:cxnLst/>
              <a:rect l="l" t="t" r="r" b="b"/>
              <a:pathLst>
                <a:path w="143" h="175" extrusionOk="0">
                  <a:moveTo>
                    <a:pt x="95" y="1"/>
                  </a:moveTo>
                  <a:lnTo>
                    <a:pt x="95" y="1"/>
                  </a:lnTo>
                  <a:cubicBezTo>
                    <a:pt x="80" y="1"/>
                    <a:pt x="80" y="1"/>
                    <a:pt x="63" y="17"/>
                  </a:cubicBezTo>
                  <a:lnTo>
                    <a:pt x="63" y="32"/>
                  </a:lnTo>
                  <a:lnTo>
                    <a:pt x="63" y="80"/>
                  </a:lnTo>
                  <a:lnTo>
                    <a:pt x="63" y="80"/>
                  </a:lnTo>
                  <a:lnTo>
                    <a:pt x="63" y="80"/>
                  </a:lnTo>
                  <a:lnTo>
                    <a:pt x="17" y="111"/>
                  </a:lnTo>
                  <a:lnTo>
                    <a:pt x="0" y="111"/>
                  </a:lnTo>
                  <a:lnTo>
                    <a:pt x="0" y="158"/>
                  </a:lnTo>
                  <a:cubicBezTo>
                    <a:pt x="17" y="158"/>
                    <a:pt x="17" y="158"/>
                    <a:pt x="32" y="174"/>
                  </a:cubicBezTo>
                  <a:lnTo>
                    <a:pt x="32" y="174"/>
                  </a:lnTo>
                  <a:cubicBezTo>
                    <a:pt x="48" y="174"/>
                    <a:pt x="48" y="174"/>
                    <a:pt x="48" y="158"/>
                  </a:cubicBezTo>
                  <a:lnTo>
                    <a:pt x="80" y="143"/>
                  </a:lnTo>
                  <a:lnTo>
                    <a:pt x="126" y="127"/>
                  </a:lnTo>
                  <a:cubicBezTo>
                    <a:pt x="126" y="111"/>
                    <a:pt x="143" y="111"/>
                    <a:pt x="143" y="95"/>
                  </a:cubicBezTo>
                  <a:lnTo>
                    <a:pt x="126" y="32"/>
                  </a:lnTo>
                  <a:lnTo>
                    <a:pt x="126" y="32"/>
                  </a:lnTo>
                  <a:cubicBezTo>
                    <a:pt x="126" y="17"/>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45" name="Google Shape;3545;p46"/>
            <p:cNvSpPr/>
            <p:nvPr/>
          </p:nvSpPr>
          <p:spPr>
            <a:xfrm>
              <a:off x="3438575" y="1802788"/>
              <a:ext cx="4039" cy="2544"/>
            </a:xfrm>
            <a:custGeom>
              <a:avLst/>
              <a:gdLst/>
              <a:ahLst/>
              <a:cxnLst/>
              <a:rect l="l" t="t" r="r" b="b"/>
              <a:pathLst>
                <a:path w="127" h="80" extrusionOk="0">
                  <a:moveTo>
                    <a:pt x="79" y="0"/>
                  </a:moveTo>
                  <a:lnTo>
                    <a:pt x="79" y="0"/>
                  </a:lnTo>
                  <a:lnTo>
                    <a:pt x="79" y="0"/>
                  </a:lnTo>
                  <a:lnTo>
                    <a:pt x="32" y="0"/>
                  </a:lnTo>
                  <a:lnTo>
                    <a:pt x="16" y="16"/>
                  </a:lnTo>
                  <a:cubicBezTo>
                    <a:pt x="1" y="16"/>
                    <a:pt x="1" y="32"/>
                    <a:pt x="1" y="48"/>
                  </a:cubicBezTo>
                  <a:lnTo>
                    <a:pt x="1" y="48"/>
                  </a:lnTo>
                  <a:lnTo>
                    <a:pt x="1" y="63"/>
                  </a:lnTo>
                  <a:cubicBezTo>
                    <a:pt x="16" y="79"/>
                    <a:pt x="16" y="79"/>
                    <a:pt x="32" y="79"/>
                  </a:cubicBezTo>
                  <a:lnTo>
                    <a:pt x="32" y="79"/>
                  </a:lnTo>
                  <a:lnTo>
                    <a:pt x="95" y="63"/>
                  </a:lnTo>
                  <a:lnTo>
                    <a:pt x="95" y="63"/>
                  </a:lnTo>
                  <a:cubicBezTo>
                    <a:pt x="110" y="48"/>
                    <a:pt x="127" y="32"/>
                    <a:pt x="110" y="16"/>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46" name="Google Shape;3546;p46"/>
            <p:cNvSpPr/>
            <p:nvPr/>
          </p:nvSpPr>
          <p:spPr>
            <a:xfrm>
              <a:off x="3329361" y="1813315"/>
              <a:ext cx="4516" cy="3530"/>
            </a:xfrm>
            <a:custGeom>
              <a:avLst/>
              <a:gdLst/>
              <a:ahLst/>
              <a:cxnLst/>
              <a:rect l="l" t="t" r="r" b="b"/>
              <a:pathLst>
                <a:path w="142" h="111" extrusionOk="0">
                  <a:moveTo>
                    <a:pt x="32" y="1"/>
                  </a:moveTo>
                  <a:lnTo>
                    <a:pt x="32" y="1"/>
                  </a:lnTo>
                  <a:lnTo>
                    <a:pt x="32" y="1"/>
                  </a:lnTo>
                  <a:cubicBezTo>
                    <a:pt x="32" y="1"/>
                    <a:pt x="15" y="1"/>
                    <a:pt x="15" y="16"/>
                  </a:cubicBezTo>
                  <a:cubicBezTo>
                    <a:pt x="0" y="16"/>
                    <a:pt x="0" y="16"/>
                    <a:pt x="0" y="32"/>
                  </a:cubicBezTo>
                  <a:lnTo>
                    <a:pt x="0" y="32"/>
                  </a:lnTo>
                  <a:cubicBezTo>
                    <a:pt x="0" y="47"/>
                    <a:pt x="15" y="64"/>
                    <a:pt x="32" y="64"/>
                  </a:cubicBezTo>
                  <a:lnTo>
                    <a:pt x="15" y="64"/>
                  </a:lnTo>
                  <a:lnTo>
                    <a:pt x="32" y="64"/>
                  </a:lnTo>
                  <a:lnTo>
                    <a:pt x="32" y="64"/>
                  </a:lnTo>
                  <a:lnTo>
                    <a:pt x="47" y="79"/>
                  </a:lnTo>
                  <a:cubicBezTo>
                    <a:pt x="63" y="95"/>
                    <a:pt x="63" y="95"/>
                    <a:pt x="63" y="110"/>
                  </a:cubicBezTo>
                  <a:lnTo>
                    <a:pt x="78" y="110"/>
                  </a:lnTo>
                  <a:lnTo>
                    <a:pt x="78" y="110"/>
                  </a:lnTo>
                  <a:lnTo>
                    <a:pt x="110" y="79"/>
                  </a:lnTo>
                  <a:lnTo>
                    <a:pt x="126" y="79"/>
                  </a:lnTo>
                  <a:cubicBezTo>
                    <a:pt x="141" y="79"/>
                    <a:pt x="141" y="64"/>
                    <a:pt x="141" y="47"/>
                  </a:cubicBezTo>
                  <a:cubicBezTo>
                    <a:pt x="141" y="32"/>
                    <a:pt x="141" y="32"/>
                    <a:pt x="126" y="32"/>
                  </a:cubicBezTo>
                  <a:cubicBezTo>
                    <a:pt x="126" y="16"/>
                    <a:pt x="126" y="16"/>
                    <a:pt x="110"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47" name="Google Shape;3547;p46"/>
            <p:cNvSpPr/>
            <p:nvPr/>
          </p:nvSpPr>
          <p:spPr>
            <a:xfrm>
              <a:off x="3296286" y="1810803"/>
              <a:ext cx="9032" cy="4548"/>
            </a:xfrm>
            <a:custGeom>
              <a:avLst/>
              <a:gdLst/>
              <a:ahLst/>
              <a:cxnLst/>
              <a:rect l="l" t="t" r="r" b="b"/>
              <a:pathLst>
                <a:path w="284" h="143" extrusionOk="0">
                  <a:moveTo>
                    <a:pt x="32" y="0"/>
                  </a:moveTo>
                  <a:lnTo>
                    <a:pt x="32" y="0"/>
                  </a:lnTo>
                  <a:cubicBezTo>
                    <a:pt x="32" y="17"/>
                    <a:pt x="15" y="17"/>
                    <a:pt x="15" y="17"/>
                  </a:cubicBezTo>
                  <a:cubicBezTo>
                    <a:pt x="0" y="32"/>
                    <a:pt x="0" y="48"/>
                    <a:pt x="15" y="63"/>
                  </a:cubicBezTo>
                  <a:lnTo>
                    <a:pt x="15" y="63"/>
                  </a:lnTo>
                  <a:cubicBezTo>
                    <a:pt x="15" y="63"/>
                    <a:pt x="15" y="80"/>
                    <a:pt x="32" y="80"/>
                  </a:cubicBezTo>
                  <a:lnTo>
                    <a:pt x="47" y="95"/>
                  </a:lnTo>
                  <a:lnTo>
                    <a:pt x="47" y="95"/>
                  </a:lnTo>
                  <a:cubicBezTo>
                    <a:pt x="47" y="95"/>
                    <a:pt x="63" y="95"/>
                    <a:pt x="63" y="111"/>
                  </a:cubicBezTo>
                  <a:lnTo>
                    <a:pt x="78" y="111"/>
                  </a:lnTo>
                  <a:lnTo>
                    <a:pt x="110" y="143"/>
                  </a:lnTo>
                  <a:lnTo>
                    <a:pt x="126" y="143"/>
                  </a:lnTo>
                  <a:lnTo>
                    <a:pt x="141" y="143"/>
                  </a:lnTo>
                  <a:cubicBezTo>
                    <a:pt x="141" y="143"/>
                    <a:pt x="158" y="143"/>
                    <a:pt x="158" y="126"/>
                  </a:cubicBezTo>
                  <a:lnTo>
                    <a:pt x="173" y="143"/>
                  </a:lnTo>
                  <a:lnTo>
                    <a:pt x="236" y="143"/>
                  </a:lnTo>
                  <a:lnTo>
                    <a:pt x="252" y="143"/>
                  </a:lnTo>
                  <a:cubicBezTo>
                    <a:pt x="267" y="143"/>
                    <a:pt x="284" y="126"/>
                    <a:pt x="284" y="111"/>
                  </a:cubicBezTo>
                  <a:lnTo>
                    <a:pt x="284" y="95"/>
                  </a:lnTo>
                  <a:cubicBezTo>
                    <a:pt x="267" y="95"/>
                    <a:pt x="267" y="95"/>
                    <a:pt x="267" y="80"/>
                  </a:cubicBezTo>
                  <a:cubicBezTo>
                    <a:pt x="267" y="95"/>
                    <a:pt x="267" y="95"/>
                    <a:pt x="252" y="95"/>
                  </a:cubicBezTo>
                  <a:lnTo>
                    <a:pt x="236" y="126"/>
                  </a:lnTo>
                  <a:lnTo>
                    <a:pt x="221" y="126"/>
                  </a:lnTo>
                  <a:cubicBezTo>
                    <a:pt x="204" y="126"/>
                    <a:pt x="189" y="126"/>
                    <a:pt x="189" y="111"/>
                  </a:cubicBezTo>
                  <a:cubicBezTo>
                    <a:pt x="173" y="95"/>
                    <a:pt x="173" y="80"/>
                    <a:pt x="189" y="63"/>
                  </a:cubicBezTo>
                  <a:lnTo>
                    <a:pt x="173" y="63"/>
                  </a:lnTo>
                  <a:lnTo>
                    <a:pt x="141" y="63"/>
                  </a:lnTo>
                  <a:lnTo>
                    <a:pt x="126" y="63"/>
                  </a:lnTo>
                  <a:lnTo>
                    <a:pt x="126" y="63"/>
                  </a:lnTo>
                  <a:lnTo>
                    <a:pt x="78" y="32"/>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48" name="Google Shape;3548;p46"/>
            <p:cNvSpPr/>
            <p:nvPr/>
          </p:nvSpPr>
          <p:spPr>
            <a:xfrm>
              <a:off x="3264196" y="1822348"/>
              <a:ext cx="4516" cy="3021"/>
            </a:xfrm>
            <a:custGeom>
              <a:avLst/>
              <a:gdLst/>
              <a:ahLst/>
              <a:cxnLst/>
              <a:rect l="l" t="t" r="r" b="b"/>
              <a:pathLst>
                <a:path w="142" h="95" extrusionOk="0">
                  <a:moveTo>
                    <a:pt x="95" y="0"/>
                  </a:moveTo>
                  <a:lnTo>
                    <a:pt x="95" y="0"/>
                  </a:lnTo>
                  <a:cubicBezTo>
                    <a:pt x="95" y="0"/>
                    <a:pt x="79" y="0"/>
                    <a:pt x="79" y="15"/>
                  </a:cubicBezTo>
                  <a:lnTo>
                    <a:pt x="64" y="15"/>
                  </a:lnTo>
                  <a:lnTo>
                    <a:pt x="32" y="32"/>
                  </a:lnTo>
                  <a:cubicBezTo>
                    <a:pt x="16" y="47"/>
                    <a:pt x="1" y="63"/>
                    <a:pt x="16" y="78"/>
                  </a:cubicBezTo>
                  <a:cubicBezTo>
                    <a:pt x="16" y="95"/>
                    <a:pt x="32" y="95"/>
                    <a:pt x="47" y="95"/>
                  </a:cubicBezTo>
                  <a:lnTo>
                    <a:pt x="47" y="95"/>
                  </a:lnTo>
                  <a:lnTo>
                    <a:pt x="64" y="95"/>
                  </a:lnTo>
                  <a:lnTo>
                    <a:pt x="110" y="63"/>
                  </a:lnTo>
                  <a:cubicBezTo>
                    <a:pt x="127" y="63"/>
                    <a:pt x="142" y="32"/>
                    <a:pt x="127" y="15"/>
                  </a:cubicBezTo>
                  <a:lnTo>
                    <a:pt x="127" y="15"/>
                  </a:lnTo>
                  <a:cubicBezTo>
                    <a:pt x="110"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49" name="Google Shape;3549;p46"/>
            <p:cNvSpPr/>
            <p:nvPr/>
          </p:nvSpPr>
          <p:spPr>
            <a:xfrm>
              <a:off x="3322333" y="1763702"/>
              <a:ext cx="4039" cy="2544"/>
            </a:xfrm>
            <a:custGeom>
              <a:avLst/>
              <a:gdLst/>
              <a:ahLst/>
              <a:cxnLst/>
              <a:rect l="l" t="t" r="r" b="b"/>
              <a:pathLst>
                <a:path w="127" h="80" extrusionOk="0">
                  <a:moveTo>
                    <a:pt x="32" y="0"/>
                  </a:moveTo>
                  <a:lnTo>
                    <a:pt x="32" y="0"/>
                  </a:lnTo>
                  <a:cubicBezTo>
                    <a:pt x="16" y="0"/>
                    <a:pt x="0" y="16"/>
                    <a:pt x="0" y="32"/>
                  </a:cubicBezTo>
                  <a:lnTo>
                    <a:pt x="0" y="32"/>
                  </a:lnTo>
                  <a:cubicBezTo>
                    <a:pt x="0" y="63"/>
                    <a:pt x="16" y="80"/>
                    <a:pt x="32" y="80"/>
                  </a:cubicBezTo>
                  <a:lnTo>
                    <a:pt x="79" y="80"/>
                  </a:lnTo>
                  <a:lnTo>
                    <a:pt x="95" y="80"/>
                  </a:lnTo>
                  <a:lnTo>
                    <a:pt x="95" y="80"/>
                  </a:lnTo>
                  <a:cubicBezTo>
                    <a:pt x="110" y="80"/>
                    <a:pt x="110" y="80"/>
                    <a:pt x="110" y="63"/>
                  </a:cubicBezTo>
                  <a:lnTo>
                    <a:pt x="126" y="63"/>
                  </a:lnTo>
                  <a:lnTo>
                    <a:pt x="126" y="48"/>
                  </a:lnTo>
                  <a:lnTo>
                    <a:pt x="126" y="48"/>
                  </a:lnTo>
                  <a:cubicBezTo>
                    <a:pt x="126" y="16"/>
                    <a:pt x="110" y="0"/>
                    <a:pt x="95"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50" name="Google Shape;3550;p46"/>
            <p:cNvSpPr/>
            <p:nvPr/>
          </p:nvSpPr>
          <p:spPr>
            <a:xfrm>
              <a:off x="3243650" y="1772702"/>
              <a:ext cx="4548" cy="2576"/>
            </a:xfrm>
            <a:custGeom>
              <a:avLst/>
              <a:gdLst/>
              <a:ahLst/>
              <a:cxnLst/>
              <a:rect l="l" t="t" r="r" b="b"/>
              <a:pathLst>
                <a:path w="143" h="81" extrusionOk="0">
                  <a:moveTo>
                    <a:pt x="32" y="1"/>
                  </a:moveTo>
                  <a:lnTo>
                    <a:pt x="32" y="1"/>
                  </a:lnTo>
                  <a:cubicBezTo>
                    <a:pt x="17" y="1"/>
                    <a:pt x="0" y="17"/>
                    <a:pt x="0" y="32"/>
                  </a:cubicBezTo>
                  <a:cubicBezTo>
                    <a:pt x="0" y="49"/>
                    <a:pt x="17" y="64"/>
                    <a:pt x="32" y="64"/>
                  </a:cubicBezTo>
                  <a:lnTo>
                    <a:pt x="95" y="80"/>
                  </a:lnTo>
                  <a:lnTo>
                    <a:pt x="95" y="80"/>
                  </a:lnTo>
                  <a:cubicBezTo>
                    <a:pt x="111" y="80"/>
                    <a:pt x="126" y="64"/>
                    <a:pt x="126" y="49"/>
                  </a:cubicBezTo>
                  <a:cubicBezTo>
                    <a:pt x="143" y="32"/>
                    <a:pt x="126" y="17"/>
                    <a:pt x="111" y="1"/>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51" name="Google Shape;3551;p46"/>
            <p:cNvSpPr/>
            <p:nvPr/>
          </p:nvSpPr>
          <p:spPr>
            <a:xfrm>
              <a:off x="3376940" y="1790258"/>
              <a:ext cx="5565" cy="6520"/>
            </a:xfrm>
            <a:custGeom>
              <a:avLst/>
              <a:gdLst/>
              <a:ahLst/>
              <a:cxnLst/>
              <a:rect l="l" t="t" r="r" b="b"/>
              <a:pathLst>
                <a:path w="175" h="205" extrusionOk="0">
                  <a:moveTo>
                    <a:pt x="63" y="1"/>
                  </a:moveTo>
                  <a:lnTo>
                    <a:pt x="63" y="1"/>
                  </a:lnTo>
                  <a:lnTo>
                    <a:pt x="63" y="1"/>
                  </a:lnTo>
                  <a:lnTo>
                    <a:pt x="48" y="1"/>
                  </a:lnTo>
                  <a:lnTo>
                    <a:pt x="32" y="16"/>
                  </a:lnTo>
                  <a:lnTo>
                    <a:pt x="32" y="16"/>
                  </a:lnTo>
                  <a:lnTo>
                    <a:pt x="0" y="127"/>
                  </a:lnTo>
                  <a:cubicBezTo>
                    <a:pt x="0" y="142"/>
                    <a:pt x="0" y="158"/>
                    <a:pt x="17" y="158"/>
                  </a:cubicBezTo>
                  <a:lnTo>
                    <a:pt x="80" y="190"/>
                  </a:lnTo>
                  <a:cubicBezTo>
                    <a:pt x="80" y="190"/>
                    <a:pt x="80" y="205"/>
                    <a:pt x="95" y="205"/>
                  </a:cubicBezTo>
                  <a:lnTo>
                    <a:pt x="111" y="190"/>
                  </a:lnTo>
                  <a:lnTo>
                    <a:pt x="158" y="158"/>
                  </a:lnTo>
                  <a:lnTo>
                    <a:pt x="158" y="158"/>
                  </a:lnTo>
                  <a:lnTo>
                    <a:pt x="158" y="142"/>
                  </a:lnTo>
                  <a:cubicBezTo>
                    <a:pt x="174" y="127"/>
                    <a:pt x="158" y="110"/>
                    <a:pt x="158" y="110"/>
                  </a:cubicBezTo>
                  <a:cubicBezTo>
                    <a:pt x="158" y="95"/>
                    <a:pt x="143" y="95"/>
                    <a:pt x="126" y="95"/>
                  </a:cubicBezTo>
                  <a:lnTo>
                    <a:pt x="126" y="95"/>
                  </a:lnTo>
                  <a:lnTo>
                    <a:pt x="126" y="95"/>
                  </a:lnTo>
                  <a:cubicBezTo>
                    <a:pt x="126" y="110"/>
                    <a:pt x="126" y="142"/>
                    <a:pt x="95" y="142"/>
                  </a:cubicBezTo>
                  <a:lnTo>
                    <a:pt x="80" y="142"/>
                  </a:lnTo>
                  <a:lnTo>
                    <a:pt x="80" y="142"/>
                  </a:lnTo>
                  <a:cubicBezTo>
                    <a:pt x="63" y="142"/>
                    <a:pt x="48" y="127"/>
                    <a:pt x="32" y="110"/>
                  </a:cubicBezTo>
                  <a:cubicBezTo>
                    <a:pt x="32" y="95"/>
                    <a:pt x="48" y="79"/>
                    <a:pt x="63" y="64"/>
                  </a:cubicBezTo>
                  <a:lnTo>
                    <a:pt x="95" y="64"/>
                  </a:lnTo>
                  <a:lnTo>
                    <a:pt x="95" y="32"/>
                  </a:lnTo>
                  <a:cubicBezTo>
                    <a:pt x="111"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52" name="Google Shape;3552;p46"/>
            <p:cNvSpPr/>
            <p:nvPr/>
          </p:nvSpPr>
          <p:spPr>
            <a:xfrm>
              <a:off x="3398980" y="1800785"/>
              <a:ext cx="4548" cy="2544"/>
            </a:xfrm>
            <a:custGeom>
              <a:avLst/>
              <a:gdLst/>
              <a:ahLst/>
              <a:cxnLst/>
              <a:rect l="l" t="t" r="r" b="b"/>
              <a:pathLst>
                <a:path w="143" h="80" extrusionOk="0">
                  <a:moveTo>
                    <a:pt x="111" y="0"/>
                  </a:moveTo>
                  <a:lnTo>
                    <a:pt x="95" y="0"/>
                  </a:lnTo>
                  <a:lnTo>
                    <a:pt x="48" y="0"/>
                  </a:lnTo>
                  <a:cubicBezTo>
                    <a:pt x="32" y="16"/>
                    <a:pt x="32" y="16"/>
                    <a:pt x="17" y="16"/>
                  </a:cubicBezTo>
                  <a:lnTo>
                    <a:pt x="17" y="16"/>
                  </a:lnTo>
                  <a:lnTo>
                    <a:pt x="17" y="16"/>
                  </a:lnTo>
                  <a:cubicBezTo>
                    <a:pt x="17" y="16"/>
                    <a:pt x="0" y="32"/>
                    <a:pt x="0" y="48"/>
                  </a:cubicBezTo>
                  <a:cubicBezTo>
                    <a:pt x="0" y="63"/>
                    <a:pt x="17" y="63"/>
                    <a:pt x="32" y="79"/>
                  </a:cubicBezTo>
                  <a:lnTo>
                    <a:pt x="48" y="79"/>
                  </a:lnTo>
                  <a:lnTo>
                    <a:pt x="48" y="79"/>
                  </a:lnTo>
                  <a:lnTo>
                    <a:pt x="111" y="63"/>
                  </a:lnTo>
                  <a:lnTo>
                    <a:pt x="111" y="63"/>
                  </a:lnTo>
                  <a:cubicBezTo>
                    <a:pt x="126" y="63"/>
                    <a:pt x="143" y="48"/>
                    <a:pt x="143" y="32"/>
                  </a:cubicBezTo>
                  <a:cubicBezTo>
                    <a:pt x="143" y="32"/>
                    <a:pt x="143" y="16"/>
                    <a:pt x="126" y="16"/>
                  </a:cubicBezTo>
                  <a:cubicBezTo>
                    <a:pt x="126" y="0"/>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53" name="Google Shape;3553;p46"/>
            <p:cNvSpPr/>
            <p:nvPr/>
          </p:nvSpPr>
          <p:spPr>
            <a:xfrm>
              <a:off x="3290275" y="1815796"/>
              <a:ext cx="3498" cy="2576"/>
            </a:xfrm>
            <a:custGeom>
              <a:avLst/>
              <a:gdLst/>
              <a:ahLst/>
              <a:cxnLst/>
              <a:rect l="l" t="t" r="r" b="b"/>
              <a:pathLst>
                <a:path w="110" h="81" extrusionOk="0">
                  <a:moveTo>
                    <a:pt x="110" y="1"/>
                  </a:moveTo>
                  <a:lnTo>
                    <a:pt x="78" y="17"/>
                  </a:lnTo>
                  <a:lnTo>
                    <a:pt x="78" y="17"/>
                  </a:lnTo>
                  <a:cubicBezTo>
                    <a:pt x="63" y="17"/>
                    <a:pt x="63" y="17"/>
                    <a:pt x="63" y="1"/>
                  </a:cubicBezTo>
                  <a:lnTo>
                    <a:pt x="47" y="17"/>
                  </a:lnTo>
                  <a:lnTo>
                    <a:pt x="0" y="32"/>
                  </a:lnTo>
                  <a:cubicBezTo>
                    <a:pt x="0" y="49"/>
                    <a:pt x="0" y="64"/>
                    <a:pt x="15" y="64"/>
                  </a:cubicBezTo>
                  <a:lnTo>
                    <a:pt x="32" y="80"/>
                  </a:lnTo>
                  <a:cubicBezTo>
                    <a:pt x="47" y="80"/>
                    <a:pt x="63" y="64"/>
                    <a:pt x="63" y="64"/>
                  </a:cubicBezTo>
                  <a:lnTo>
                    <a:pt x="78" y="49"/>
                  </a:lnTo>
                  <a:lnTo>
                    <a:pt x="95" y="17"/>
                  </a:lnTo>
                  <a:cubicBezTo>
                    <a:pt x="110" y="17"/>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54" name="Google Shape;3554;p46"/>
            <p:cNvSpPr/>
            <p:nvPr/>
          </p:nvSpPr>
          <p:spPr>
            <a:xfrm>
              <a:off x="3393955" y="1784247"/>
              <a:ext cx="3562" cy="6520"/>
            </a:xfrm>
            <a:custGeom>
              <a:avLst/>
              <a:gdLst/>
              <a:ahLst/>
              <a:cxnLst/>
              <a:rect l="l" t="t" r="r" b="b"/>
              <a:pathLst>
                <a:path w="112" h="205" extrusionOk="0">
                  <a:moveTo>
                    <a:pt x="80" y="1"/>
                  </a:moveTo>
                  <a:lnTo>
                    <a:pt x="64" y="1"/>
                  </a:lnTo>
                  <a:cubicBezTo>
                    <a:pt x="64" y="1"/>
                    <a:pt x="49" y="1"/>
                    <a:pt x="49" y="16"/>
                  </a:cubicBezTo>
                  <a:lnTo>
                    <a:pt x="49" y="16"/>
                  </a:lnTo>
                  <a:lnTo>
                    <a:pt x="1" y="158"/>
                  </a:lnTo>
                  <a:lnTo>
                    <a:pt x="1" y="173"/>
                  </a:lnTo>
                  <a:cubicBezTo>
                    <a:pt x="1" y="190"/>
                    <a:pt x="17" y="190"/>
                    <a:pt x="17" y="190"/>
                  </a:cubicBezTo>
                  <a:cubicBezTo>
                    <a:pt x="17" y="205"/>
                    <a:pt x="32" y="205"/>
                    <a:pt x="32" y="205"/>
                  </a:cubicBezTo>
                  <a:lnTo>
                    <a:pt x="49" y="205"/>
                  </a:lnTo>
                  <a:cubicBezTo>
                    <a:pt x="64" y="205"/>
                    <a:pt x="80" y="190"/>
                    <a:pt x="80" y="173"/>
                  </a:cubicBezTo>
                  <a:lnTo>
                    <a:pt x="80" y="173"/>
                  </a:lnTo>
                  <a:lnTo>
                    <a:pt x="95" y="95"/>
                  </a:lnTo>
                  <a:lnTo>
                    <a:pt x="112" y="32"/>
                  </a:lnTo>
                  <a:lnTo>
                    <a:pt x="112" y="32"/>
                  </a:lnTo>
                  <a:cubicBezTo>
                    <a:pt x="112" y="16"/>
                    <a:pt x="112" y="16"/>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55" name="Google Shape;3555;p46"/>
            <p:cNvSpPr/>
            <p:nvPr/>
          </p:nvSpPr>
          <p:spPr>
            <a:xfrm>
              <a:off x="3423023" y="1754669"/>
              <a:ext cx="6042" cy="1558"/>
            </a:xfrm>
            <a:custGeom>
              <a:avLst/>
              <a:gdLst/>
              <a:ahLst/>
              <a:cxnLst/>
              <a:rect l="l" t="t" r="r" b="b"/>
              <a:pathLst>
                <a:path w="190" h="49" extrusionOk="0">
                  <a:moveTo>
                    <a:pt x="95" y="17"/>
                  </a:moveTo>
                  <a:cubicBezTo>
                    <a:pt x="112" y="17"/>
                    <a:pt x="112" y="32"/>
                    <a:pt x="112" y="48"/>
                  </a:cubicBezTo>
                  <a:lnTo>
                    <a:pt x="112" y="48"/>
                  </a:lnTo>
                  <a:lnTo>
                    <a:pt x="175" y="32"/>
                  </a:lnTo>
                  <a:lnTo>
                    <a:pt x="190" y="32"/>
                  </a:lnTo>
                  <a:lnTo>
                    <a:pt x="190" y="17"/>
                  </a:lnTo>
                  <a:lnTo>
                    <a:pt x="190" y="17"/>
                  </a:lnTo>
                  <a:lnTo>
                    <a:pt x="95" y="17"/>
                  </a:lnTo>
                  <a:close/>
                  <a:moveTo>
                    <a:pt x="17" y="1"/>
                  </a:moveTo>
                  <a:cubicBezTo>
                    <a:pt x="1" y="1"/>
                    <a:pt x="1" y="17"/>
                    <a:pt x="1" y="17"/>
                  </a:cubicBezTo>
                  <a:lnTo>
                    <a:pt x="17" y="17"/>
                  </a:lnTo>
                  <a:lnTo>
                    <a:pt x="32" y="32"/>
                  </a:lnTo>
                  <a:cubicBezTo>
                    <a:pt x="49" y="32"/>
                    <a:pt x="49" y="48"/>
                    <a:pt x="49" y="48"/>
                  </a:cubicBezTo>
                  <a:lnTo>
                    <a:pt x="49" y="32"/>
                  </a:lnTo>
                  <a:cubicBezTo>
                    <a:pt x="49" y="17"/>
                    <a:pt x="64" y="17"/>
                    <a:pt x="64" y="1"/>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56" name="Google Shape;3556;p46"/>
            <p:cNvSpPr/>
            <p:nvPr/>
          </p:nvSpPr>
          <p:spPr>
            <a:xfrm>
              <a:off x="3162996" y="1812806"/>
              <a:ext cx="3498" cy="3021"/>
            </a:xfrm>
            <a:custGeom>
              <a:avLst/>
              <a:gdLst/>
              <a:ahLst/>
              <a:cxnLst/>
              <a:rect l="l" t="t" r="r" b="b"/>
              <a:pathLst>
                <a:path w="110" h="95" extrusionOk="0">
                  <a:moveTo>
                    <a:pt x="32" y="0"/>
                  </a:moveTo>
                  <a:lnTo>
                    <a:pt x="32" y="0"/>
                  </a:lnTo>
                  <a:lnTo>
                    <a:pt x="32" y="0"/>
                  </a:lnTo>
                  <a:lnTo>
                    <a:pt x="15" y="0"/>
                  </a:lnTo>
                  <a:cubicBezTo>
                    <a:pt x="15" y="17"/>
                    <a:pt x="0" y="17"/>
                    <a:pt x="0" y="32"/>
                  </a:cubicBezTo>
                  <a:lnTo>
                    <a:pt x="0" y="48"/>
                  </a:lnTo>
                  <a:lnTo>
                    <a:pt x="0" y="63"/>
                  </a:lnTo>
                  <a:lnTo>
                    <a:pt x="0" y="80"/>
                  </a:lnTo>
                  <a:cubicBezTo>
                    <a:pt x="15" y="80"/>
                    <a:pt x="15" y="80"/>
                    <a:pt x="32" y="95"/>
                  </a:cubicBezTo>
                  <a:lnTo>
                    <a:pt x="32" y="95"/>
                  </a:lnTo>
                  <a:lnTo>
                    <a:pt x="47" y="95"/>
                  </a:lnTo>
                  <a:cubicBezTo>
                    <a:pt x="63" y="95"/>
                    <a:pt x="78" y="95"/>
                    <a:pt x="95" y="80"/>
                  </a:cubicBezTo>
                  <a:lnTo>
                    <a:pt x="95" y="80"/>
                  </a:lnTo>
                  <a:cubicBezTo>
                    <a:pt x="110" y="80"/>
                    <a:pt x="110" y="48"/>
                    <a:pt x="110" y="32"/>
                  </a:cubicBezTo>
                  <a:cubicBezTo>
                    <a:pt x="110" y="17"/>
                    <a:pt x="95" y="17"/>
                    <a:pt x="78" y="17"/>
                  </a:cubicBezTo>
                  <a:lnTo>
                    <a:pt x="63" y="17"/>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57" name="Google Shape;3557;p46"/>
            <p:cNvSpPr/>
            <p:nvPr/>
          </p:nvSpPr>
          <p:spPr>
            <a:xfrm>
              <a:off x="3425568" y="1800276"/>
              <a:ext cx="5502" cy="3530"/>
            </a:xfrm>
            <a:custGeom>
              <a:avLst/>
              <a:gdLst/>
              <a:ahLst/>
              <a:cxnLst/>
              <a:rect l="l" t="t" r="r" b="b"/>
              <a:pathLst>
                <a:path w="173" h="111" extrusionOk="0">
                  <a:moveTo>
                    <a:pt x="47" y="1"/>
                  </a:moveTo>
                  <a:lnTo>
                    <a:pt x="32" y="1"/>
                  </a:lnTo>
                  <a:lnTo>
                    <a:pt x="32" y="1"/>
                  </a:lnTo>
                  <a:cubicBezTo>
                    <a:pt x="15" y="1"/>
                    <a:pt x="15" y="16"/>
                    <a:pt x="0" y="32"/>
                  </a:cubicBezTo>
                  <a:cubicBezTo>
                    <a:pt x="0" y="48"/>
                    <a:pt x="15" y="64"/>
                    <a:pt x="32" y="64"/>
                  </a:cubicBezTo>
                  <a:lnTo>
                    <a:pt x="32" y="79"/>
                  </a:lnTo>
                  <a:lnTo>
                    <a:pt x="47" y="79"/>
                  </a:lnTo>
                  <a:lnTo>
                    <a:pt x="47" y="79"/>
                  </a:lnTo>
                  <a:cubicBezTo>
                    <a:pt x="63" y="79"/>
                    <a:pt x="63" y="79"/>
                    <a:pt x="63" y="95"/>
                  </a:cubicBezTo>
                  <a:cubicBezTo>
                    <a:pt x="78" y="95"/>
                    <a:pt x="95" y="111"/>
                    <a:pt x="110" y="111"/>
                  </a:cubicBezTo>
                  <a:cubicBezTo>
                    <a:pt x="126" y="111"/>
                    <a:pt x="141" y="95"/>
                    <a:pt x="158" y="79"/>
                  </a:cubicBezTo>
                  <a:lnTo>
                    <a:pt x="173" y="79"/>
                  </a:lnTo>
                  <a:lnTo>
                    <a:pt x="173" y="32"/>
                  </a:lnTo>
                  <a:cubicBezTo>
                    <a:pt x="158" y="16"/>
                    <a:pt x="158" y="16"/>
                    <a:pt x="141" y="16"/>
                  </a:cubicBezTo>
                  <a:cubicBezTo>
                    <a:pt x="126" y="16"/>
                    <a:pt x="126" y="16"/>
                    <a:pt x="110" y="32"/>
                  </a:cubicBezTo>
                  <a:lnTo>
                    <a:pt x="110" y="32"/>
                  </a:lnTo>
                  <a:lnTo>
                    <a:pt x="95"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58" name="Google Shape;3558;p46"/>
            <p:cNvSpPr/>
            <p:nvPr/>
          </p:nvSpPr>
          <p:spPr>
            <a:xfrm>
              <a:off x="3386481" y="1785741"/>
              <a:ext cx="3498" cy="3562"/>
            </a:xfrm>
            <a:custGeom>
              <a:avLst/>
              <a:gdLst/>
              <a:ahLst/>
              <a:cxnLst/>
              <a:rect l="l" t="t" r="r" b="b"/>
              <a:pathLst>
                <a:path w="110" h="112" extrusionOk="0">
                  <a:moveTo>
                    <a:pt x="32" y="0"/>
                  </a:moveTo>
                  <a:lnTo>
                    <a:pt x="32" y="0"/>
                  </a:lnTo>
                  <a:lnTo>
                    <a:pt x="15" y="0"/>
                  </a:lnTo>
                  <a:lnTo>
                    <a:pt x="15" y="0"/>
                  </a:lnTo>
                  <a:cubicBezTo>
                    <a:pt x="0" y="17"/>
                    <a:pt x="0" y="32"/>
                    <a:pt x="0" y="48"/>
                  </a:cubicBezTo>
                  <a:lnTo>
                    <a:pt x="15" y="63"/>
                  </a:lnTo>
                  <a:lnTo>
                    <a:pt x="47" y="111"/>
                  </a:lnTo>
                  <a:lnTo>
                    <a:pt x="47" y="111"/>
                  </a:lnTo>
                  <a:cubicBezTo>
                    <a:pt x="63" y="95"/>
                    <a:pt x="78" y="95"/>
                    <a:pt x="95" y="95"/>
                  </a:cubicBezTo>
                  <a:lnTo>
                    <a:pt x="110" y="95"/>
                  </a:lnTo>
                  <a:lnTo>
                    <a:pt x="110" y="95"/>
                  </a:lnTo>
                  <a:lnTo>
                    <a:pt x="110" y="63"/>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59" name="Google Shape;3559;p46"/>
            <p:cNvSpPr/>
            <p:nvPr/>
          </p:nvSpPr>
          <p:spPr>
            <a:xfrm>
              <a:off x="3425027" y="1788254"/>
              <a:ext cx="4580" cy="6520"/>
            </a:xfrm>
            <a:custGeom>
              <a:avLst/>
              <a:gdLst/>
              <a:ahLst/>
              <a:cxnLst/>
              <a:rect l="l" t="t" r="r" b="b"/>
              <a:pathLst>
                <a:path w="144" h="205" extrusionOk="0">
                  <a:moveTo>
                    <a:pt x="64" y="1"/>
                  </a:moveTo>
                  <a:lnTo>
                    <a:pt x="64" y="1"/>
                  </a:lnTo>
                  <a:cubicBezTo>
                    <a:pt x="49" y="1"/>
                    <a:pt x="32" y="16"/>
                    <a:pt x="32" y="32"/>
                  </a:cubicBezTo>
                  <a:lnTo>
                    <a:pt x="32" y="47"/>
                  </a:lnTo>
                  <a:lnTo>
                    <a:pt x="1" y="79"/>
                  </a:lnTo>
                  <a:lnTo>
                    <a:pt x="49" y="95"/>
                  </a:lnTo>
                  <a:lnTo>
                    <a:pt x="64" y="110"/>
                  </a:lnTo>
                  <a:lnTo>
                    <a:pt x="112" y="205"/>
                  </a:lnTo>
                  <a:lnTo>
                    <a:pt x="112" y="205"/>
                  </a:lnTo>
                  <a:lnTo>
                    <a:pt x="127" y="205"/>
                  </a:lnTo>
                  <a:cubicBezTo>
                    <a:pt x="143" y="205"/>
                    <a:pt x="143" y="173"/>
                    <a:pt x="127" y="158"/>
                  </a:cubicBezTo>
                  <a:lnTo>
                    <a:pt x="127" y="142"/>
                  </a:lnTo>
                  <a:lnTo>
                    <a:pt x="80" y="95"/>
                  </a:lnTo>
                  <a:lnTo>
                    <a:pt x="80" y="95"/>
                  </a:lnTo>
                  <a:lnTo>
                    <a:pt x="95" y="64"/>
                  </a:lnTo>
                  <a:lnTo>
                    <a:pt x="95" y="47"/>
                  </a:lnTo>
                  <a:cubicBezTo>
                    <a:pt x="95" y="32"/>
                    <a:pt x="95" y="16"/>
                    <a:pt x="80" y="16"/>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60" name="Google Shape;3560;p46"/>
            <p:cNvSpPr/>
            <p:nvPr/>
          </p:nvSpPr>
          <p:spPr>
            <a:xfrm>
              <a:off x="3437049" y="1788254"/>
              <a:ext cx="2035" cy="2512"/>
            </a:xfrm>
            <a:custGeom>
              <a:avLst/>
              <a:gdLst/>
              <a:ahLst/>
              <a:cxnLst/>
              <a:rect l="l" t="t" r="r" b="b"/>
              <a:pathLst>
                <a:path w="64" h="79" extrusionOk="0">
                  <a:moveTo>
                    <a:pt x="1" y="1"/>
                  </a:moveTo>
                  <a:lnTo>
                    <a:pt x="1" y="32"/>
                  </a:lnTo>
                  <a:lnTo>
                    <a:pt x="1" y="47"/>
                  </a:lnTo>
                  <a:cubicBezTo>
                    <a:pt x="1" y="64"/>
                    <a:pt x="1" y="64"/>
                    <a:pt x="17" y="64"/>
                  </a:cubicBezTo>
                  <a:cubicBezTo>
                    <a:pt x="17" y="79"/>
                    <a:pt x="17" y="79"/>
                    <a:pt x="32" y="79"/>
                  </a:cubicBezTo>
                  <a:lnTo>
                    <a:pt x="32" y="79"/>
                  </a:lnTo>
                  <a:lnTo>
                    <a:pt x="49" y="64"/>
                  </a:lnTo>
                  <a:cubicBezTo>
                    <a:pt x="64" y="64"/>
                    <a:pt x="64" y="47"/>
                    <a:pt x="64" y="47"/>
                  </a:cubicBezTo>
                  <a:lnTo>
                    <a:pt x="64" y="32"/>
                  </a:lnTo>
                  <a:lnTo>
                    <a:pt x="64" y="32"/>
                  </a:lnTo>
                  <a:cubicBezTo>
                    <a:pt x="32" y="32"/>
                    <a:pt x="17" y="16"/>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61" name="Google Shape;3561;p46"/>
            <p:cNvSpPr/>
            <p:nvPr/>
          </p:nvSpPr>
          <p:spPr>
            <a:xfrm>
              <a:off x="3076808" y="1807304"/>
              <a:ext cx="3498" cy="2512"/>
            </a:xfrm>
            <a:custGeom>
              <a:avLst/>
              <a:gdLst/>
              <a:ahLst/>
              <a:cxnLst/>
              <a:rect l="l" t="t" r="r" b="b"/>
              <a:pathLst>
                <a:path w="110" h="79" extrusionOk="0">
                  <a:moveTo>
                    <a:pt x="95" y="0"/>
                  </a:moveTo>
                  <a:lnTo>
                    <a:pt x="78" y="0"/>
                  </a:lnTo>
                  <a:lnTo>
                    <a:pt x="78" y="0"/>
                  </a:lnTo>
                  <a:lnTo>
                    <a:pt x="32" y="16"/>
                  </a:lnTo>
                  <a:cubicBezTo>
                    <a:pt x="15" y="16"/>
                    <a:pt x="0" y="32"/>
                    <a:pt x="0" y="47"/>
                  </a:cubicBezTo>
                  <a:cubicBezTo>
                    <a:pt x="0" y="63"/>
                    <a:pt x="15" y="79"/>
                    <a:pt x="32" y="79"/>
                  </a:cubicBezTo>
                  <a:lnTo>
                    <a:pt x="47" y="79"/>
                  </a:lnTo>
                  <a:lnTo>
                    <a:pt x="63" y="63"/>
                  </a:lnTo>
                  <a:lnTo>
                    <a:pt x="63" y="47"/>
                  </a:lnTo>
                  <a:cubicBezTo>
                    <a:pt x="63" y="32"/>
                    <a:pt x="63" y="32"/>
                    <a:pt x="78" y="16"/>
                  </a:cubicBezTo>
                  <a:lnTo>
                    <a:pt x="95" y="16"/>
                  </a:lnTo>
                  <a:cubicBezTo>
                    <a:pt x="95" y="0"/>
                    <a:pt x="95"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62" name="Google Shape;3562;p46"/>
            <p:cNvSpPr/>
            <p:nvPr/>
          </p:nvSpPr>
          <p:spPr>
            <a:xfrm>
              <a:off x="3426045" y="1777250"/>
              <a:ext cx="2544" cy="3498"/>
            </a:xfrm>
            <a:custGeom>
              <a:avLst/>
              <a:gdLst/>
              <a:ahLst/>
              <a:cxnLst/>
              <a:rect l="l" t="t" r="r" b="b"/>
              <a:pathLst>
                <a:path w="80" h="110" extrusionOk="0">
                  <a:moveTo>
                    <a:pt x="32" y="0"/>
                  </a:moveTo>
                  <a:lnTo>
                    <a:pt x="32" y="0"/>
                  </a:lnTo>
                  <a:cubicBezTo>
                    <a:pt x="17" y="0"/>
                    <a:pt x="0" y="15"/>
                    <a:pt x="0" y="32"/>
                  </a:cubicBezTo>
                  <a:lnTo>
                    <a:pt x="0" y="78"/>
                  </a:lnTo>
                  <a:cubicBezTo>
                    <a:pt x="0" y="95"/>
                    <a:pt x="17" y="110"/>
                    <a:pt x="32" y="110"/>
                  </a:cubicBezTo>
                  <a:lnTo>
                    <a:pt x="48" y="110"/>
                  </a:lnTo>
                  <a:cubicBezTo>
                    <a:pt x="63" y="110"/>
                    <a:pt x="80" y="95"/>
                    <a:pt x="80" y="63"/>
                  </a:cubicBezTo>
                  <a:lnTo>
                    <a:pt x="63" y="15"/>
                  </a:lnTo>
                  <a:cubicBezTo>
                    <a:pt x="63"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63" name="Google Shape;3563;p46"/>
            <p:cNvSpPr/>
            <p:nvPr/>
          </p:nvSpPr>
          <p:spPr>
            <a:xfrm>
              <a:off x="3400506" y="1791752"/>
              <a:ext cx="5502" cy="4548"/>
            </a:xfrm>
            <a:custGeom>
              <a:avLst/>
              <a:gdLst/>
              <a:ahLst/>
              <a:cxnLst/>
              <a:rect l="l" t="t" r="r" b="b"/>
              <a:pathLst>
                <a:path w="173" h="143" extrusionOk="0">
                  <a:moveTo>
                    <a:pt x="126" y="0"/>
                  </a:moveTo>
                  <a:lnTo>
                    <a:pt x="126" y="0"/>
                  </a:lnTo>
                  <a:lnTo>
                    <a:pt x="110" y="0"/>
                  </a:lnTo>
                  <a:lnTo>
                    <a:pt x="110" y="0"/>
                  </a:lnTo>
                  <a:lnTo>
                    <a:pt x="78" y="17"/>
                  </a:lnTo>
                  <a:lnTo>
                    <a:pt x="32" y="80"/>
                  </a:lnTo>
                  <a:lnTo>
                    <a:pt x="15" y="80"/>
                  </a:lnTo>
                  <a:cubicBezTo>
                    <a:pt x="0" y="95"/>
                    <a:pt x="0" y="111"/>
                    <a:pt x="15" y="126"/>
                  </a:cubicBezTo>
                  <a:cubicBezTo>
                    <a:pt x="15" y="143"/>
                    <a:pt x="32" y="143"/>
                    <a:pt x="47" y="143"/>
                  </a:cubicBezTo>
                  <a:cubicBezTo>
                    <a:pt x="47" y="143"/>
                    <a:pt x="63" y="143"/>
                    <a:pt x="63" y="126"/>
                  </a:cubicBezTo>
                  <a:lnTo>
                    <a:pt x="95" y="111"/>
                  </a:lnTo>
                  <a:lnTo>
                    <a:pt x="110" y="95"/>
                  </a:lnTo>
                  <a:lnTo>
                    <a:pt x="158" y="48"/>
                  </a:lnTo>
                  <a:cubicBezTo>
                    <a:pt x="158" y="48"/>
                    <a:pt x="173" y="17"/>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64" name="Google Shape;3564;p46"/>
            <p:cNvSpPr/>
            <p:nvPr/>
          </p:nvSpPr>
          <p:spPr>
            <a:xfrm>
              <a:off x="3399966" y="1773720"/>
              <a:ext cx="4580" cy="3021"/>
            </a:xfrm>
            <a:custGeom>
              <a:avLst/>
              <a:gdLst/>
              <a:ahLst/>
              <a:cxnLst/>
              <a:rect l="l" t="t" r="r" b="b"/>
              <a:pathLst>
                <a:path w="144" h="95" extrusionOk="0">
                  <a:moveTo>
                    <a:pt x="32" y="0"/>
                  </a:moveTo>
                  <a:lnTo>
                    <a:pt x="32" y="0"/>
                  </a:lnTo>
                  <a:cubicBezTo>
                    <a:pt x="17" y="0"/>
                    <a:pt x="17" y="0"/>
                    <a:pt x="1" y="17"/>
                  </a:cubicBezTo>
                  <a:lnTo>
                    <a:pt x="1" y="32"/>
                  </a:lnTo>
                  <a:lnTo>
                    <a:pt x="1" y="48"/>
                  </a:lnTo>
                  <a:cubicBezTo>
                    <a:pt x="17" y="48"/>
                    <a:pt x="17" y="63"/>
                    <a:pt x="17" y="63"/>
                  </a:cubicBezTo>
                  <a:lnTo>
                    <a:pt x="80" y="80"/>
                  </a:lnTo>
                  <a:lnTo>
                    <a:pt x="95" y="95"/>
                  </a:lnTo>
                  <a:cubicBezTo>
                    <a:pt x="112" y="95"/>
                    <a:pt x="127" y="80"/>
                    <a:pt x="127" y="63"/>
                  </a:cubicBezTo>
                  <a:cubicBezTo>
                    <a:pt x="143" y="48"/>
                    <a:pt x="127" y="32"/>
                    <a:pt x="112"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65" name="Google Shape;3565;p46"/>
            <p:cNvSpPr/>
            <p:nvPr/>
          </p:nvSpPr>
          <p:spPr>
            <a:xfrm>
              <a:off x="3344850" y="1786250"/>
              <a:ext cx="4039" cy="2512"/>
            </a:xfrm>
            <a:custGeom>
              <a:avLst/>
              <a:gdLst/>
              <a:ahLst/>
              <a:cxnLst/>
              <a:rect l="l" t="t" r="r" b="b"/>
              <a:pathLst>
                <a:path w="127" h="79" extrusionOk="0">
                  <a:moveTo>
                    <a:pt x="32" y="1"/>
                  </a:moveTo>
                  <a:lnTo>
                    <a:pt x="32" y="1"/>
                  </a:lnTo>
                  <a:cubicBezTo>
                    <a:pt x="17" y="1"/>
                    <a:pt x="1" y="16"/>
                    <a:pt x="1" y="32"/>
                  </a:cubicBezTo>
                  <a:cubicBezTo>
                    <a:pt x="1" y="47"/>
                    <a:pt x="17" y="64"/>
                    <a:pt x="32" y="64"/>
                  </a:cubicBezTo>
                  <a:lnTo>
                    <a:pt x="64" y="79"/>
                  </a:lnTo>
                  <a:lnTo>
                    <a:pt x="95" y="79"/>
                  </a:lnTo>
                  <a:lnTo>
                    <a:pt x="95" y="79"/>
                  </a:lnTo>
                  <a:cubicBezTo>
                    <a:pt x="112" y="79"/>
                    <a:pt x="127" y="64"/>
                    <a:pt x="127" y="47"/>
                  </a:cubicBezTo>
                  <a:lnTo>
                    <a:pt x="127" y="47"/>
                  </a:lnTo>
                  <a:cubicBezTo>
                    <a:pt x="127" y="47"/>
                    <a:pt x="112" y="47"/>
                    <a:pt x="112" y="32"/>
                  </a:cubicBezTo>
                  <a:lnTo>
                    <a:pt x="95" y="32"/>
                  </a:lnTo>
                  <a:lnTo>
                    <a:pt x="80" y="16"/>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66" name="Google Shape;3566;p46"/>
            <p:cNvSpPr/>
            <p:nvPr/>
          </p:nvSpPr>
          <p:spPr>
            <a:xfrm>
              <a:off x="3079289" y="1804792"/>
              <a:ext cx="4548" cy="4548"/>
            </a:xfrm>
            <a:custGeom>
              <a:avLst/>
              <a:gdLst/>
              <a:ahLst/>
              <a:cxnLst/>
              <a:rect l="l" t="t" r="r" b="b"/>
              <a:pathLst>
                <a:path w="143" h="143" extrusionOk="0">
                  <a:moveTo>
                    <a:pt x="48" y="0"/>
                  </a:moveTo>
                  <a:lnTo>
                    <a:pt x="32" y="0"/>
                  </a:lnTo>
                  <a:lnTo>
                    <a:pt x="17" y="16"/>
                  </a:lnTo>
                  <a:cubicBezTo>
                    <a:pt x="0" y="16"/>
                    <a:pt x="0" y="48"/>
                    <a:pt x="17" y="63"/>
                  </a:cubicBezTo>
                  <a:lnTo>
                    <a:pt x="32" y="79"/>
                  </a:lnTo>
                  <a:lnTo>
                    <a:pt x="32" y="79"/>
                  </a:lnTo>
                  <a:cubicBezTo>
                    <a:pt x="48" y="79"/>
                    <a:pt x="48" y="79"/>
                    <a:pt x="63" y="95"/>
                  </a:cubicBezTo>
                  <a:lnTo>
                    <a:pt x="63" y="126"/>
                  </a:lnTo>
                  <a:lnTo>
                    <a:pt x="63" y="126"/>
                  </a:lnTo>
                  <a:lnTo>
                    <a:pt x="63" y="126"/>
                  </a:lnTo>
                  <a:lnTo>
                    <a:pt x="80" y="126"/>
                  </a:lnTo>
                  <a:lnTo>
                    <a:pt x="80" y="126"/>
                  </a:lnTo>
                  <a:cubicBezTo>
                    <a:pt x="95" y="126"/>
                    <a:pt x="111" y="126"/>
                    <a:pt x="111" y="142"/>
                  </a:cubicBezTo>
                  <a:lnTo>
                    <a:pt x="111" y="142"/>
                  </a:lnTo>
                  <a:cubicBezTo>
                    <a:pt x="126" y="126"/>
                    <a:pt x="143" y="95"/>
                    <a:pt x="126" y="79"/>
                  </a:cubicBezTo>
                  <a:lnTo>
                    <a:pt x="111" y="63"/>
                  </a:lnTo>
                  <a:lnTo>
                    <a:pt x="63" y="16"/>
                  </a:ln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67" name="Google Shape;3567;p46"/>
            <p:cNvSpPr/>
            <p:nvPr/>
          </p:nvSpPr>
          <p:spPr>
            <a:xfrm>
              <a:off x="3371915" y="1775723"/>
              <a:ext cx="3562" cy="4039"/>
            </a:xfrm>
            <a:custGeom>
              <a:avLst/>
              <a:gdLst/>
              <a:ahLst/>
              <a:cxnLst/>
              <a:rect l="l" t="t" r="r" b="b"/>
              <a:pathLst>
                <a:path w="112" h="127" extrusionOk="0">
                  <a:moveTo>
                    <a:pt x="80" y="0"/>
                  </a:moveTo>
                  <a:lnTo>
                    <a:pt x="80" y="0"/>
                  </a:lnTo>
                  <a:lnTo>
                    <a:pt x="80" y="0"/>
                  </a:lnTo>
                  <a:cubicBezTo>
                    <a:pt x="48" y="0"/>
                    <a:pt x="17" y="17"/>
                    <a:pt x="1" y="32"/>
                  </a:cubicBezTo>
                  <a:lnTo>
                    <a:pt x="1" y="111"/>
                  </a:lnTo>
                  <a:cubicBezTo>
                    <a:pt x="1" y="126"/>
                    <a:pt x="17" y="126"/>
                    <a:pt x="32" y="126"/>
                  </a:cubicBezTo>
                  <a:lnTo>
                    <a:pt x="48" y="126"/>
                  </a:lnTo>
                  <a:cubicBezTo>
                    <a:pt x="64" y="126"/>
                    <a:pt x="64" y="111"/>
                    <a:pt x="64" y="95"/>
                  </a:cubicBezTo>
                  <a:lnTo>
                    <a:pt x="64" y="80"/>
                  </a:lnTo>
                  <a:lnTo>
                    <a:pt x="64" y="80"/>
                  </a:lnTo>
                  <a:lnTo>
                    <a:pt x="80" y="63"/>
                  </a:lnTo>
                  <a:cubicBezTo>
                    <a:pt x="95" y="63"/>
                    <a:pt x="112" y="63"/>
                    <a:pt x="112" y="48"/>
                  </a:cubicBezTo>
                  <a:lnTo>
                    <a:pt x="112" y="32"/>
                  </a:lnTo>
                  <a:cubicBezTo>
                    <a:pt x="112"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68" name="Google Shape;3568;p46"/>
            <p:cNvSpPr/>
            <p:nvPr/>
          </p:nvSpPr>
          <p:spPr>
            <a:xfrm>
              <a:off x="3178008" y="1818340"/>
              <a:ext cx="4516" cy="4039"/>
            </a:xfrm>
            <a:custGeom>
              <a:avLst/>
              <a:gdLst/>
              <a:ahLst/>
              <a:cxnLst/>
              <a:rect l="l" t="t" r="r" b="b"/>
              <a:pathLst>
                <a:path w="142" h="127" extrusionOk="0">
                  <a:moveTo>
                    <a:pt x="95" y="0"/>
                  </a:moveTo>
                  <a:lnTo>
                    <a:pt x="95" y="0"/>
                  </a:lnTo>
                  <a:lnTo>
                    <a:pt x="95" y="0"/>
                  </a:lnTo>
                  <a:lnTo>
                    <a:pt x="95" y="0"/>
                  </a:lnTo>
                  <a:lnTo>
                    <a:pt x="32" y="15"/>
                  </a:lnTo>
                  <a:lnTo>
                    <a:pt x="1" y="63"/>
                  </a:lnTo>
                  <a:lnTo>
                    <a:pt x="1" y="63"/>
                  </a:lnTo>
                  <a:lnTo>
                    <a:pt x="32" y="110"/>
                  </a:lnTo>
                  <a:cubicBezTo>
                    <a:pt x="32" y="110"/>
                    <a:pt x="47" y="126"/>
                    <a:pt x="64" y="126"/>
                  </a:cubicBezTo>
                  <a:cubicBezTo>
                    <a:pt x="64" y="126"/>
                    <a:pt x="64" y="110"/>
                    <a:pt x="79" y="110"/>
                  </a:cubicBezTo>
                  <a:lnTo>
                    <a:pt x="79" y="110"/>
                  </a:lnTo>
                  <a:cubicBezTo>
                    <a:pt x="95" y="95"/>
                    <a:pt x="95" y="78"/>
                    <a:pt x="79" y="63"/>
                  </a:cubicBezTo>
                  <a:lnTo>
                    <a:pt x="110" y="63"/>
                  </a:lnTo>
                  <a:cubicBezTo>
                    <a:pt x="127" y="47"/>
                    <a:pt x="142" y="32"/>
                    <a:pt x="127" y="15"/>
                  </a:cubicBezTo>
                  <a:cubicBezTo>
                    <a:pt x="127"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69" name="Google Shape;3569;p46"/>
            <p:cNvSpPr/>
            <p:nvPr/>
          </p:nvSpPr>
          <p:spPr>
            <a:xfrm>
              <a:off x="3412528" y="1793279"/>
              <a:ext cx="3530" cy="2512"/>
            </a:xfrm>
            <a:custGeom>
              <a:avLst/>
              <a:gdLst/>
              <a:ahLst/>
              <a:cxnLst/>
              <a:rect l="l" t="t" r="r" b="b"/>
              <a:pathLst>
                <a:path w="111" h="79" extrusionOk="0">
                  <a:moveTo>
                    <a:pt x="79" y="0"/>
                  </a:moveTo>
                  <a:lnTo>
                    <a:pt x="79" y="0"/>
                  </a:lnTo>
                  <a:lnTo>
                    <a:pt x="32" y="15"/>
                  </a:lnTo>
                  <a:cubicBezTo>
                    <a:pt x="16" y="15"/>
                    <a:pt x="0" y="15"/>
                    <a:pt x="0" y="32"/>
                  </a:cubicBezTo>
                  <a:lnTo>
                    <a:pt x="0" y="47"/>
                  </a:lnTo>
                  <a:lnTo>
                    <a:pt x="16" y="47"/>
                  </a:lnTo>
                  <a:lnTo>
                    <a:pt x="16" y="32"/>
                  </a:lnTo>
                  <a:lnTo>
                    <a:pt x="32" y="32"/>
                  </a:lnTo>
                  <a:lnTo>
                    <a:pt x="47" y="47"/>
                  </a:lnTo>
                  <a:cubicBezTo>
                    <a:pt x="63" y="63"/>
                    <a:pt x="63" y="63"/>
                    <a:pt x="63" y="78"/>
                  </a:cubicBezTo>
                  <a:lnTo>
                    <a:pt x="79" y="78"/>
                  </a:lnTo>
                  <a:cubicBezTo>
                    <a:pt x="95" y="78"/>
                    <a:pt x="95" y="63"/>
                    <a:pt x="95" y="63"/>
                  </a:cubicBezTo>
                  <a:cubicBezTo>
                    <a:pt x="110" y="63"/>
                    <a:pt x="110" y="47"/>
                    <a:pt x="110" y="32"/>
                  </a:cubicBezTo>
                  <a:lnTo>
                    <a:pt x="95" y="15"/>
                  </a:lnTo>
                  <a:cubicBezTo>
                    <a:pt x="79" y="15"/>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70" name="Google Shape;3570;p46"/>
            <p:cNvSpPr/>
            <p:nvPr/>
          </p:nvSpPr>
          <p:spPr>
            <a:xfrm>
              <a:off x="3154441" y="1813315"/>
              <a:ext cx="4039" cy="3530"/>
            </a:xfrm>
            <a:custGeom>
              <a:avLst/>
              <a:gdLst/>
              <a:ahLst/>
              <a:cxnLst/>
              <a:rect l="l" t="t" r="r" b="b"/>
              <a:pathLst>
                <a:path w="127" h="111" extrusionOk="0">
                  <a:moveTo>
                    <a:pt x="64" y="47"/>
                  </a:moveTo>
                  <a:lnTo>
                    <a:pt x="64" y="47"/>
                  </a:lnTo>
                  <a:lnTo>
                    <a:pt x="64" y="47"/>
                  </a:lnTo>
                  <a:close/>
                  <a:moveTo>
                    <a:pt x="32" y="1"/>
                  </a:moveTo>
                  <a:cubicBezTo>
                    <a:pt x="17" y="1"/>
                    <a:pt x="17" y="16"/>
                    <a:pt x="1" y="32"/>
                  </a:cubicBezTo>
                  <a:cubicBezTo>
                    <a:pt x="1" y="47"/>
                    <a:pt x="17" y="79"/>
                    <a:pt x="17" y="95"/>
                  </a:cubicBezTo>
                  <a:cubicBezTo>
                    <a:pt x="17" y="95"/>
                    <a:pt x="32" y="110"/>
                    <a:pt x="49" y="110"/>
                  </a:cubicBezTo>
                  <a:lnTo>
                    <a:pt x="49" y="110"/>
                  </a:lnTo>
                  <a:cubicBezTo>
                    <a:pt x="49" y="110"/>
                    <a:pt x="64" y="110"/>
                    <a:pt x="64" y="95"/>
                  </a:cubicBezTo>
                  <a:lnTo>
                    <a:pt x="64" y="95"/>
                  </a:lnTo>
                  <a:cubicBezTo>
                    <a:pt x="80" y="95"/>
                    <a:pt x="80" y="64"/>
                    <a:pt x="80" y="47"/>
                  </a:cubicBezTo>
                  <a:lnTo>
                    <a:pt x="80" y="47"/>
                  </a:lnTo>
                  <a:lnTo>
                    <a:pt x="80" y="47"/>
                  </a:lnTo>
                  <a:lnTo>
                    <a:pt x="95" y="47"/>
                  </a:lnTo>
                  <a:lnTo>
                    <a:pt x="95" y="47"/>
                  </a:lnTo>
                  <a:cubicBezTo>
                    <a:pt x="95" y="32"/>
                    <a:pt x="112" y="16"/>
                    <a:pt x="112" y="16"/>
                  </a:cubicBezTo>
                  <a:lnTo>
                    <a:pt x="127" y="16"/>
                  </a:lnTo>
                  <a:lnTo>
                    <a:pt x="127"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71" name="Google Shape;3571;p46"/>
            <p:cNvSpPr/>
            <p:nvPr/>
          </p:nvSpPr>
          <p:spPr>
            <a:xfrm>
              <a:off x="3156445" y="1814810"/>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72" name="Google Shape;3572;p46"/>
            <p:cNvSpPr/>
            <p:nvPr/>
          </p:nvSpPr>
          <p:spPr>
            <a:xfrm>
              <a:off x="3387467" y="1788731"/>
              <a:ext cx="4516" cy="4039"/>
            </a:xfrm>
            <a:custGeom>
              <a:avLst/>
              <a:gdLst/>
              <a:ahLst/>
              <a:cxnLst/>
              <a:rect l="l" t="t" r="r" b="b"/>
              <a:pathLst>
                <a:path w="142" h="127" extrusionOk="0">
                  <a:moveTo>
                    <a:pt x="79" y="1"/>
                  </a:moveTo>
                  <a:lnTo>
                    <a:pt x="64" y="1"/>
                  </a:lnTo>
                  <a:cubicBezTo>
                    <a:pt x="47" y="1"/>
                    <a:pt x="32" y="1"/>
                    <a:pt x="16" y="17"/>
                  </a:cubicBezTo>
                  <a:lnTo>
                    <a:pt x="16" y="17"/>
                  </a:lnTo>
                  <a:lnTo>
                    <a:pt x="16" y="17"/>
                  </a:lnTo>
                  <a:cubicBezTo>
                    <a:pt x="1" y="32"/>
                    <a:pt x="1" y="64"/>
                    <a:pt x="16" y="95"/>
                  </a:cubicBezTo>
                  <a:lnTo>
                    <a:pt x="16" y="95"/>
                  </a:lnTo>
                  <a:cubicBezTo>
                    <a:pt x="16" y="112"/>
                    <a:pt x="32" y="127"/>
                    <a:pt x="47" y="127"/>
                  </a:cubicBezTo>
                  <a:lnTo>
                    <a:pt x="64" y="127"/>
                  </a:lnTo>
                  <a:cubicBezTo>
                    <a:pt x="79" y="112"/>
                    <a:pt x="79" y="112"/>
                    <a:pt x="79" y="95"/>
                  </a:cubicBezTo>
                  <a:lnTo>
                    <a:pt x="79" y="80"/>
                  </a:lnTo>
                  <a:lnTo>
                    <a:pt x="79" y="64"/>
                  </a:lnTo>
                  <a:lnTo>
                    <a:pt x="95" y="64"/>
                  </a:lnTo>
                  <a:lnTo>
                    <a:pt x="95" y="64"/>
                  </a:lnTo>
                  <a:cubicBezTo>
                    <a:pt x="110" y="64"/>
                    <a:pt x="127" y="49"/>
                    <a:pt x="127" y="32"/>
                  </a:cubicBezTo>
                  <a:cubicBezTo>
                    <a:pt x="142" y="17"/>
                    <a:pt x="127" y="1"/>
                    <a:pt x="95" y="1"/>
                  </a:cubicBez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73" name="Google Shape;3573;p46"/>
            <p:cNvSpPr/>
            <p:nvPr/>
          </p:nvSpPr>
          <p:spPr>
            <a:xfrm>
              <a:off x="3080816" y="1814333"/>
              <a:ext cx="2512" cy="3498"/>
            </a:xfrm>
            <a:custGeom>
              <a:avLst/>
              <a:gdLst/>
              <a:ahLst/>
              <a:cxnLst/>
              <a:rect l="l" t="t" r="r" b="b"/>
              <a:pathLst>
                <a:path w="79" h="110" extrusionOk="0">
                  <a:moveTo>
                    <a:pt x="32" y="0"/>
                  </a:moveTo>
                  <a:lnTo>
                    <a:pt x="15" y="0"/>
                  </a:lnTo>
                  <a:lnTo>
                    <a:pt x="15" y="0"/>
                  </a:lnTo>
                  <a:lnTo>
                    <a:pt x="15" y="0"/>
                  </a:lnTo>
                  <a:lnTo>
                    <a:pt x="0" y="0"/>
                  </a:lnTo>
                  <a:lnTo>
                    <a:pt x="15" y="32"/>
                  </a:lnTo>
                  <a:cubicBezTo>
                    <a:pt x="32" y="47"/>
                    <a:pt x="32" y="63"/>
                    <a:pt x="15" y="78"/>
                  </a:cubicBezTo>
                  <a:lnTo>
                    <a:pt x="15" y="78"/>
                  </a:lnTo>
                  <a:lnTo>
                    <a:pt x="15" y="78"/>
                  </a:lnTo>
                  <a:cubicBezTo>
                    <a:pt x="15" y="95"/>
                    <a:pt x="32" y="110"/>
                    <a:pt x="47" y="110"/>
                  </a:cubicBezTo>
                  <a:lnTo>
                    <a:pt x="63" y="95"/>
                  </a:lnTo>
                  <a:cubicBezTo>
                    <a:pt x="78" y="95"/>
                    <a:pt x="78" y="78"/>
                    <a:pt x="78" y="63"/>
                  </a:cubicBezTo>
                  <a:lnTo>
                    <a:pt x="63" y="32"/>
                  </a:lnTo>
                  <a:lnTo>
                    <a:pt x="63" y="15"/>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74" name="Google Shape;3574;p46"/>
            <p:cNvSpPr/>
            <p:nvPr/>
          </p:nvSpPr>
          <p:spPr>
            <a:xfrm>
              <a:off x="3357889" y="1809785"/>
              <a:ext cx="4039" cy="5565"/>
            </a:xfrm>
            <a:custGeom>
              <a:avLst/>
              <a:gdLst/>
              <a:ahLst/>
              <a:cxnLst/>
              <a:rect l="l" t="t" r="r" b="b"/>
              <a:pathLst>
                <a:path w="127" h="175" extrusionOk="0">
                  <a:moveTo>
                    <a:pt x="63" y="1"/>
                  </a:moveTo>
                  <a:lnTo>
                    <a:pt x="63" y="1"/>
                  </a:lnTo>
                  <a:lnTo>
                    <a:pt x="48" y="1"/>
                  </a:lnTo>
                  <a:cubicBezTo>
                    <a:pt x="48" y="17"/>
                    <a:pt x="32" y="17"/>
                    <a:pt x="32" y="32"/>
                  </a:cubicBezTo>
                  <a:lnTo>
                    <a:pt x="0" y="127"/>
                  </a:lnTo>
                  <a:lnTo>
                    <a:pt x="0" y="143"/>
                  </a:lnTo>
                  <a:cubicBezTo>
                    <a:pt x="0" y="158"/>
                    <a:pt x="17" y="175"/>
                    <a:pt x="32" y="175"/>
                  </a:cubicBezTo>
                  <a:lnTo>
                    <a:pt x="32" y="175"/>
                  </a:lnTo>
                  <a:cubicBezTo>
                    <a:pt x="48" y="175"/>
                    <a:pt x="63" y="175"/>
                    <a:pt x="63" y="158"/>
                  </a:cubicBezTo>
                  <a:lnTo>
                    <a:pt x="63" y="158"/>
                  </a:lnTo>
                  <a:lnTo>
                    <a:pt x="80" y="127"/>
                  </a:lnTo>
                  <a:cubicBezTo>
                    <a:pt x="95" y="112"/>
                    <a:pt x="95" y="112"/>
                    <a:pt x="95" y="95"/>
                  </a:cubicBezTo>
                  <a:lnTo>
                    <a:pt x="126" y="64"/>
                  </a:lnTo>
                  <a:lnTo>
                    <a:pt x="126" y="32"/>
                  </a:lnTo>
                  <a:cubicBezTo>
                    <a:pt x="126" y="17"/>
                    <a:pt x="111" y="17"/>
                    <a:pt x="111"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75" name="Google Shape;3575;p46"/>
            <p:cNvSpPr/>
            <p:nvPr/>
          </p:nvSpPr>
          <p:spPr>
            <a:xfrm>
              <a:off x="3326817" y="1778713"/>
              <a:ext cx="3562" cy="4039"/>
            </a:xfrm>
            <a:custGeom>
              <a:avLst/>
              <a:gdLst/>
              <a:ahLst/>
              <a:cxnLst/>
              <a:rect l="l" t="t" r="r" b="b"/>
              <a:pathLst>
                <a:path w="112" h="127" extrusionOk="0">
                  <a:moveTo>
                    <a:pt x="64" y="49"/>
                  </a:moveTo>
                  <a:lnTo>
                    <a:pt x="64" y="49"/>
                  </a:lnTo>
                  <a:lnTo>
                    <a:pt x="64" y="49"/>
                  </a:lnTo>
                  <a:close/>
                  <a:moveTo>
                    <a:pt x="64" y="1"/>
                  </a:moveTo>
                  <a:lnTo>
                    <a:pt x="32" y="1"/>
                  </a:lnTo>
                  <a:lnTo>
                    <a:pt x="1" y="32"/>
                  </a:lnTo>
                  <a:lnTo>
                    <a:pt x="1" y="80"/>
                  </a:lnTo>
                  <a:cubicBezTo>
                    <a:pt x="1" y="95"/>
                    <a:pt x="17" y="112"/>
                    <a:pt x="32" y="127"/>
                  </a:cubicBezTo>
                  <a:lnTo>
                    <a:pt x="64" y="127"/>
                  </a:lnTo>
                  <a:lnTo>
                    <a:pt x="80" y="127"/>
                  </a:lnTo>
                  <a:cubicBezTo>
                    <a:pt x="95" y="112"/>
                    <a:pt x="95" y="95"/>
                    <a:pt x="80" y="80"/>
                  </a:cubicBezTo>
                  <a:lnTo>
                    <a:pt x="80" y="64"/>
                  </a:lnTo>
                  <a:lnTo>
                    <a:pt x="80" y="64"/>
                  </a:lnTo>
                  <a:lnTo>
                    <a:pt x="80" y="64"/>
                  </a:lnTo>
                  <a:cubicBezTo>
                    <a:pt x="95" y="64"/>
                    <a:pt x="112" y="49"/>
                    <a:pt x="112" y="17"/>
                  </a:cubicBezTo>
                  <a:lnTo>
                    <a:pt x="11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76" name="Google Shape;3576;p46"/>
            <p:cNvSpPr/>
            <p:nvPr/>
          </p:nvSpPr>
          <p:spPr>
            <a:xfrm>
              <a:off x="3328821" y="178023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77" name="Google Shape;3577;p46"/>
            <p:cNvSpPr/>
            <p:nvPr/>
          </p:nvSpPr>
          <p:spPr>
            <a:xfrm>
              <a:off x="3317785" y="1812329"/>
              <a:ext cx="5565" cy="3021"/>
            </a:xfrm>
            <a:custGeom>
              <a:avLst/>
              <a:gdLst/>
              <a:ahLst/>
              <a:cxnLst/>
              <a:rect l="l" t="t" r="r" b="b"/>
              <a:pathLst>
                <a:path w="175" h="95" extrusionOk="0">
                  <a:moveTo>
                    <a:pt x="33" y="0"/>
                  </a:moveTo>
                  <a:lnTo>
                    <a:pt x="33" y="0"/>
                  </a:lnTo>
                  <a:cubicBezTo>
                    <a:pt x="17" y="0"/>
                    <a:pt x="1" y="15"/>
                    <a:pt x="1" y="15"/>
                  </a:cubicBezTo>
                  <a:cubicBezTo>
                    <a:pt x="1" y="47"/>
                    <a:pt x="1" y="63"/>
                    <a:pt x="33" y="63"/>
                  </a:cubicBezTo>
                  <a:lnTo>
                    <a:pt x="33" y="63"/>
                  </a:lnTo>
                  <a:lnTo>
                    <a:pt x="112" y="95"/>
                  </a:lnTo>
                  <a:lnTo>
                    <a:pt x="127" y="95"/>
                  </a:lnTo>
                  <a:lnTo>
                    <a:pt x="127" y="95"/>
                  </a:lnTo>
                  <a:lnTo>
                    <a:pt x="127" y="95"/>
                  </a:lnTo>
                  <a:cubicBezTo>
                    <a:pt x="143" y="95"/>
                    <a:pt x="159" y="78"/>
                    <a:pt x="159" y="63"/>
                  </a:cubicBezTo>
                  <a:cubicBezTo>
                    <a:pt x="175" y="47"/>
                    <a:pt x="159" y="32"/>
                    <a:pt x="143" y="32"/>
                  </a:cubicBezTo>
                  <a:lnTo>
                    <a:pt x="143" y="32"/>
                  </a:lnTo>
                  <a:lnTo>
                    <a:pt x="127" y="32"/>
                  </a:ln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78" name="Google Shape;3578;p46"/>
            <p:cNvSpPr/>
            <p:nvPr/>
          </p:nvSpPr>
          <p:spPr>
            <a:xfrm>
              <a:off x="3419016" y="1801294"/>
              <a:ext cx="2576" cy="2035"/>
            </a:xfrm>
            <a:custGeom>
              <a:avLst/>
              <a:gdLst/>
              <a:ahLst/>
              <a:cxnLst/>
              <a:rect l="l" t="t" r="r" b="b"/>
              <a:pathLst>
                <a:path w="81" h="64" extrusionOk="0">
                  <a:moveTo>
                    <a:pt x="49" y="0"/>
                  </a:moveTo>
                  <a:lnTo>
                    <a:pt x="49" y="0"/>
                  </a:lnTo>
                  <a:lnTo>
                    <a:pt x="17" y="0"/>
                  </a:lnTo>
                  <a:lnTo>
                    <a:pt x="1" y="16"/>
                  </a:lnTo>
                  <a:lnTo>
                    <a:pt x="32" y="47"/>
                  </a:lnTo>
                  <a:lnTo>
                    <a:pt x="32" y="63"/>
                  </a:lnTo>
                  <a:lnTo>
                    <a:pt x="49" y="63"/>
                  </a:lnTo>
                  <a:lnTo>
                    <a:pt x="49" y="63"/>
                  </a:lnTo>
                  <a:lnTo>
                    <a:pt x="64" y="47"/>
                  </a:lnTo>
                  <a:cubicBezTo>
                    <a:pt x="80" y="47"/>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79" name="Google Shape;3579;p46"/>
            <p:cNvSpPr/>
            <p:nvPr/>
          </p:nvSpPr>
          <p:spPr>
            <a:xfrm>
              <a:off x="3440070" y="1774229"/>
              <a:ext cx="4039" cy="2512"/>
            </a:xfrm>
            <a:custGeom>
              <a:avLst/>
              <a:gdLst/>
              <a:ahLst/>
              <a:cxnLst/>
              <a:rect l="l" t="t" r="r" b="b"/>
              <a:pathLst>
                <a:path w="127" h="79" extrusionOk="0">
                  <a:moveTo>
                    <a:pt x="63" y="1"/>
                  </a:moveTo>
                  <a:lnTo>
                    <a:pt x="32" y="16"/>
                  </a:lnTo>
                  <a:cubicBezTo>
                    <a:pt x="0" y="16"/>
                    <a:pt x="0" y="47"/>
                    <a:pt x="0" y="64"/>
                  </a:cubicBezTo>
                  <a:cubicBezTo>
                    <a:pt x="17" y="79"/>
                    <a:pt x="32" y="79"/>
                    <a:pt x="32" y="79"/>
                  </a:cubicBezTo>
                  <a:lnTo>
                    <a:pt x="48" y="79"/>
                  </a:lnTo>
                  <a:lnTo>
                    <a:pt x="48" y="79"/>
                  </a:lnTo>
                  <a:lnTo>
                    <a:pt x="63" y="79"/>
                  </a:lnTo>
                  <a:lnTo>
                    <a:pt x="95" y="64"/>
                  </a:lnTo>
                  <a:cubicBezTo>
                    <a:pt x="111" y="47"/>
                    <a:pt x="111" y="47"/>
                    <a:pt x="111" y="32"/>
                  </a:cubicBezTo>
                  <a:cubicBezTo>
                    <a:pt x="126" y="32"/>
                    <a:pt x="126" y="16"/>
                    <a:pt x="111" y="16"/>
                  </a:cubicBezTo>
                  <a:lnTo>
                    <a:pt x="111"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80" name="Google Shape;3580;p46"/>
            <p:cNvSpPr/>
            <p:nvPr/>
          </p:nvSpPr>
          <p:spPr>
            <a:xfrm>
              <a:off x="3416535" y="1800785"/>
              <a:ext cx="5057" cy="4548"/>
            </a:xfrm>
            <a:custGeom>
              <a:avLst/>
              <a:gdLst/>
              <a:ahLst/>
              <a:cxnLst/>
              <a:rect l="l" t="t" r="r" b="b"/>
              <a:pathLst>
                <a:path w="159" h="143" extrusionOk="0">
                  <a:moveTo>
                    <a:pt x="32" y="0"/>
                  </a:moveTo>
                  <a:lnTo>
                    <a:pt x="32" y="0"/>
                  </a:lnTo>
                  <a:lnTo>
                    <a:pt x="32" y="0"/>
                  </a:lnTo>
                  <a:cubicBezTo>
                    <a:pt x="0" y="0"/>
                    <a:pt x="0" y="16"/>
                    <a:pt x="0" y="32"/>
                  </a:cubicBezTo>
                  <a:lnTo>
                    <a:pt x="0" y="48"/>
                  </a:lnTo>
                  <a:cubicBezTo>
                    <a:pt x="0" y="79"/>
                    <a:pt x="16" y="79"/>
                    <a:pt x="32" y="95"/>
                  </a:cubicBezTo>
                  <a:lnTo>
                    <a:pt x="32" y="95"/>
                  </a:lnTo>
                  <a:lnTo>
                    <a:pt x="32" y="111"/>
                  </a:lnTo>
                  <a:lnTo>
                    <a:pt x="32" y="111"/>
                  </a:lnTo>
                  <a:cubicBezTo>
                    <a:pt x="32" y="95"/>
                    <a:pt x="47" y="79"/>
                    <a:pt x="64" y="79"/>
                  </a:cubicBezTo>
                  <a:lnTo>
                    <a:pt x="64" y="79"/>
                  </a:lnTo>
                  <a:lnTo>
                    <a:pt x="64" y="79"/>
                  </a:lnTo>
                  <a:cubicBezTo>
                    <a:pt x="79" y="79"/>
                    <a:pt x="95" y="79"/>
                    <a:pt x="95" y="95"/>
                  </a:cubicBezTo>
                  <a:lnTo>
                    <a:pt x="95" y="95"/>
                  </a:lnTo>
                  <a:lnTo>
                    <a:pt x="110" y="95"/>
                  </a:lnTo>
                  <a:cubicBezTo>
                    <a:pt x="127" y="111"/>
                    <a:pt x="142" y="126"/>
                    <a:pt x="127" y="142"/>
                  </a:cubicBezTo>
                  <a:lnTo>
                    <a:pt x="127" y="142"/>
                  </a:lnTo>
                  <a:lnTo>
                    <a:pt x="127" y="142"/>
                  </a:lnTo>
                  <a:cubicBezTo>
                    <a:pt x="142" y="142"/>
                    <a:pt x="158" y="142"/>
                    <a:pt x="158" y="126"/>
                  </a:cubicBezTo>
                  <a:lnTo>
                    <a:pt x="158" y="126"/>
                  </a:lnTo>
                  <a:cubicBezTo>
                    <a:pt x="158" y="95"/>
                    <a:pt x="142" y="79"/>
                    <a:pt x="127" y="79"/>
                  </a:cubicBezTo>
                  <a:lnTo>
                    <a:pt x="127" y="79"/>
                  </a:lnTo>
                  <a:lnTo>
                    <a:pt x="110" y="79"/>
                  </a:lnTo>
                  <a:lnTo>
                    <a:pt x="110" y="63"/>
                  </a:lnTo>
                  <a:lnTo>
                    <a:pt x="79" y="32"/>
                  </a:lnTo>
                  <a:lnTo>
                    <a:pt x="64" y="32"/>
                  </a:lnTo>
                  <a:lnTo>
                    <a:pt x="64" y="32"/>
                  </a:lnTo>
                  <a:cubicBezTo>
                    <a:pt x="64"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81" name="Google Shape;3581;p46"/>
            <p:cNvSpPr/>
            <p:nvPr/>
          </p:nvSpPr>
          <p:spPr>
            <a:xfrm>
              <a:off x="3440579" y="1771239"/>
              <a:ext cx="3530" cy="3021"/>
            </a:xfrm>
            <a:custGeom>
              <a:avLst/>
              <a:gdLst/>
              <a:ahLst/>
              <a:cxnLst/>
              <a:rect l="l" t="t" r="r" b="b"/>
              <a:pathLst>
                <a:path w="111" h="95" extrusionOk="0">
                  <a:moveTo>
                    <a:pt x="47" y="0"/>
                  </a:moveTo>
                  <a:lnTo>
                    <a:pt x="32" y="0"/>
                  </a:lnTo>
                  <a:lnTo>
                    <a:pt x="16" y="0"/>
                  </a:lnTo>
                  <a:cubicBezTo>
                    <a:pt x="1" y="15"/>
                    <a:pt x="1" y="32"/>
                    <a:pt x="16" y="47"/>
                  </a:cubicBezTo>
                  <a:lnTo>
                    <a:pt x="32" y="63"/>
                  </a:lnTo>
                  <a:lnTo>
                    <a:pt x="47" y="95"/>
                  </a:lnTo>
                  <a:lnTo>
                    <a:pt x="47" y="95"/>
                  </a:lnTo>
                  <a:lnTo>
                    <a:pt x="79" y="95"/>
                  </a:lnTo>
                  <a:lnTo>
                    <a:pt x="95" y="95"/>
                  </a:lnTo>
                  <a:lnTo>
                    <a:pt x="95"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82" name="Google Shape;3582;p46"/>
            <p:cNvSpPr/>
            <p:nvPr/>
          </p:nvSpPr>
          <p:spPr>
            <a:xfrm>
              <a:off x="3042715" y="1812329"/>
              <a:ext cx="3530" cy="3021"/>
            </a:xfrm>
            <a:custGeom>
              <a:avLst/>
              <a:gdLst/>
              <a:ahLst/>
              <a:cxnLst/>
              <a:rect l="l" t="t" r="r" b="b"/>
              <a:pathLst>
                <a:path w="111" h="95" extrusionOk="0">
                  <a:moveTo>
                    <a:pt x="32" y="0"/>
                  </a:moveTo>
                  <a:lnTo>
                    <a:pt x="32" y="0"/>
                  </a:lnTo>
                  <a:cubicBezTo>
                    <a:pt x="16" y="0"/>
                    <a:pt x="16" y="0"/>
                    <a:pt x="16" y="15"/>
                  </a:cubicBezTo>
                  <a:cubicBezTo>
                    <a:pt x="1" y="32"/>
                    <a:pt x="1" y="47"/>
                    <a:pt x="16" y="63"/>
                  </a:cubicBezTo>
                  <a:lnTo>
                    <a:pt x="64" y="95"/>
                  </a:lnTo>
                  <a:lnTo>
                    <a:pt x="79" y="95"/>
                  </a:lnTo>
                  <a:lnTo>
                    <a:pt x="110"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83" name="Google Shape;3583;p46"/>
            <p:cNvSpPr/>
            <p:nvPr/>
          </p:nvSpPr>
          <p:spPr>
            <a:xfrm>
              <a:off x="3418539" y="1774229"/>
              <a:ext cx="4039" cy="2512"/>
            </a:xfrm>
            <a:custGeom>
              <a:avLst/>
              <a:gdLst/>
              <a:ahLst/>
              <a:cxnLst/>
              <a:rect l="l" t="t" r="r" b="b"/>
              <a:pathLst>
                <a:path w="127" h="79" extrusionOk="0">
                  <a:moveTo>
                    <a:pt x="95" y="1"/>
                  </a:moveTo>
                  <a:lnTo>
                    <a:pt x="79" y="1"/>
                  </a:lnTo>
                  <a:lnTo>
                    <a:pt x="64" y="1"/>
                  </a:lnTo>
                  <a:lnTo>
                    <a:pt x="32" y="1"/>
                  </a:lnTo>
                  <a:cubicBezTo>
                    <a:pt x="16" y="1"/>
                    <a:pt x="1" y="16"/>
                    <a:pt x="1" y="47"/>
                  </a:cubicBezTo>
                  <a:cubicBezTo>
                    <a:pt x="1" y="64"/>
                    <a:pt x="16" y="79"/>
                    <a:pt x="32" y="79"/>
                  </a:cubicBezTo>
                  <a:lnTo>
                    <a:pt x="32" y="79"/>
                  </a:lnTo>
                  <a:lnTo>
                    <a:pt x="47" y="64"/>
                  </a:lnTo>
                  <a:lnTo>
                    <a:pt x="79" y="64"/>
                  </a:lnTo>
                  <a:cubicBezTo>
                    <a:pt x="79" y="64"/>
                    <a:pt x="79" y="47"/>
                    <a:pt x="95" y="47"/>
                  </a:cubicBezTo>
                  <a:lnTo>
                    <a:pt x="127"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84" name="Google Shape;3584;p46"/>
            <p:cNvSpPr/>
            <p:nvPr/>
          </p:nvSpPr>
          <p:spPr>
            <a:xfrm>
              <a:off x="3197058" y="1796269"/>
              <a:ext cx="3530" cy="3053"/>
            </a:xfrm>
            <a:custGeom>
              <a:avLst/>
              <a:gdLst/>
              <a:ahLst/>
              <a:cxnLst/>
              <a:rect l="l" t="t" r="r" b="b"/>
              <a:pathLst>
                <a:path w="111" h="96" extrusionOk="0">
                  <a:moveTo>
                    <a:pt x="79" y="1"/>
                  </a:moveTo>
                  <a:lnTo>
                    <a:pt x="79" y="1"/>
                  </a:lnTo>
                  <a:lnTo>
                    <a:pt x="47" y="1"/>
                  </a:lnTo>
                  <a:lnTo>
                    <a:pt x="16" y="32"/>
                  </a:lnTo>
                  <a:cubicBezTo>
                    <a:pt x="1" y="47"/>
                    <a:pt x="1" y="64"/>
                    <a:pt x="1" y="79"/>
                  </a:cubicBezTo>
                  <a:cubicBezTo>
                    <a:pt x="16" y="95"/>
                    <a:pt x="16" y="95"/>
                    <a:pt x="32" y="95"/>
                  </a:cubicBezTo>
                  <a:lnTo>
                    <a:pt x="47" y="95"/>
                  </a:lnTo>
                  <a:lnTo>
                    <a:pt x="95" y="47"/>
                  </a:lnTo>
                  <a:cubicBezTo>
                    <a:pt x="110" y="47"/>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85" name="Google Shape;3585;p46"/>
            <p:cNvSpPr/>
            <p:nvPr/>
          </p:nvSpPr>
          <p:spPr>
            <a:xfrm>
              <a:off x="3323828" y="1785264"/>
              <a:ext cx="3530" cy="4516"/>
            </a:xfrm>
            <a:custGeom>
              <a:avLst/>
              <a:gdLst/>
              <a:ahLst/>
              <a:cxnLst/>
              <a:rect l="l" t="t" r="r" b="b"/>
              <a:pathLst>
                <a:path w="111" h="142" extrusionOk="0">
                  <a:moveTo>
                    <a:pt x="48" y="0"/>
                  </a:moveTo>
                  <a:lnTo>
                    <a:pt x="32" y="0"/>
                  </a:lnTo>
                  <a:cubicBezTo>
                    <a:pt x="32" y="0"/>
                    <a:pt x="16" y="0"/>
                    <a:pt x="16" y="15"/>
                  </a:cubicBezTo>
                  <a:cubicBezTo>
                    <a:pt x="0" y="15"/>
                    <a:pt x="0" y="32"/>
                    <a:pt x="16" y="47"/>
                  </a:cubicBezTo>
                  <a:lnTo>
                    <a:pt x="16" y="63"/>
                  </a:lnTo>
                  <a:cubicBezTo>
                    <a:pt x="32" y="63"/>
                    <a:pt x="32" y="63"/>
                    <a:pt x="32" y="95"/>
                  </a:cubicBezTo>
                  <a:cubicBezTo>
                    <a:pt x="32" y="95"/>
                    <a:pt x="16" y="95"/>
                    <a:pt x="16" y="110"/>
                  </a:cubicBezTo>
                  <a:cubicBezTo>
                    <a:pt x="16" y="126"/>
                    <a:pt x="32" y="141"/>
                    <a:pt x="48" y="141"/>
                  </a:cubicBezTo>
                  <a:lnTo>
                    <a:pt x="63" y="141"/>
                  </a:lnTo>
                  <a:lnTo>
                    <a:pt x="79" y="141"/>
                  </a:lnTo>
                  <a:cubicBezTo>
                    <a:pt x="79" y="141"/>
                    <a:pt x="95" y="126"/>
                    <a:pt x="95" y="110"/>
                  </a:cubicBezTo>
                  <a:lnTo>
                    <a:pt x="95" y="110"/>
                  </a:lnTo>
                  <a:cubicBezTo>
                    <a:pt x="95" y="78"/>
                    <a:pt x="111" y="32"/>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86" name="Google Shape;3586;p46"/>
            <p:cNvSpPr/>
            <p:nvPr/>
          </p:nvSpPr>
          <p:spPr>
            <a:xfrm>
              <a:off x="3375922" y="1780239"/>
              <a:ext cx="2576" cy="4516"/>
            </a:xfrm>
            <a:custGeom>
              <a:avLst/>
              <a:gdLst/>
              <a:ahLst/>
              <a:cxnLst/>
              <a:rect l="l" t="t" r="r" b="b"/>
              <a:pathLst>
                <a:path w="81" h="142" extrusionOk="0">
                  <a:moveTo>
                    <a:pt x="32" y="1"/>
                  </a:moveTo>
                  <a:lnTo>
                    <a:pt x="17" y="1"/>
                  </a:lnTo>
                  <a:lnTo>
                    <a:pt x="17" y="16"/>
                  </a:lnTo>
                  <a:cubicBezTo>
                    <a:pt x="1" y="16"/>
                    <a:pt x="1" y="32"/>
                    <a:pt x="1" y="32"/>
                  </a:cubicBezTo>
                  <a:lnTo>
                    <a:pt x="1" y="47"/>
                  </a:lnTo>
                  <a:lnTo>
                    <a:pt x="1" y="64"/>
                  </a:lnTo>
                  <a:lnTo>
                    <a:pt x="1" y="64"/>
                  </a:lnTo>
                  <a:cubicBezTo>
                    <a:pt x="17" y="64"/>
                    <a:pt x="17" y="79"/>
                    <a:pt x="17" y="95"/>
                  </a:cubicBezTo>
                  <a:lnTo>
                    <a:pt x="17" y="110"/>
                  </a:lnTo>
                  <a:lnTo>
                    <a:pt x="17" y="110"/>
                  </a:lnTo>
                  <a:lnTo>
                    <a:pt x="17" y="110"/>
                  </a:lnTo>
                  <a:cubicBezTo>
                    <a:pt x="17" y="127"/>
                    <a:pt x="32" y="127"/>
                    <a:pt x="32" y="127"/>
                  </a:cubicBezTo>
                  <a:lnTo>
                    <a:pt x="49" y="142"/>
                  </a:lnTo>
                  <a:cubicBezTo>
                    <a:pt x="49" y="142"/>
                    <a:pt x="64" y="142"/>
                    <a:pt x="64" y="127"/>
                  </a:cubicBezTo>
                  <a:cubicBezTo>
                    <a:pt x="64" y="127"/>
                    <a:pt x="80" y="127"/>
                    <a:pt x="80" y="110"/>
                  </a:cubicBezTo>
                  <a:lnTo>
                    <a:pt x="80" y="95"/>
                  </a:lnTo>
                  <a:lnTo>
                    <a:pt x="64" y="32"/>
                  </a:lnTo>
                  <a:cubicBezTo>
                    <a:pt x="49"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87" name="Google Shape;3587;p46"/>
            <p:cNvSpPr/>
            <p:nvPr/>
          </p:nvSpPr>
          <p:spPr>
            <a:xfrm>
              <a:off x="3185036" y="1795760"/>
              <a:ext cx="7537" cy="3562"/>
            </a:xfrm>
            <a:custGeom>
              <a:avLst/>
              <a:gdLst/>
              <a:ahLst/>
              <a:cxnLst/>
              <a:rect l="l" t="t" r="r" b="b"/>
              <a:pathLst>
                <a:path w="237" h="112" extrusionOk="0">
                  <a:moveTo>
                    <a:pt x="205" y="0"/>
                  </a:moveTo>
                  <a:lnTo>
                    <a:pt x="205" y="0"/>
                  </a:lnTo>
                  <a:lnTo>
                    <a:pt x="189" y="0"/>
                  </a:lnTo>
                  <a:cubicBezTo>
                    <a:pt x="189" y="17"/>
                    <a:pt x="173" y="17"/>
                    <a:pt x="173" y="17"/>
                  </a:cubicBezTo>
                  <a:cubicBezTo>
                    <a:pt x="158" y="17"/>
                    <a:pt x="158" y="32"/>
                    <a:pt x="158" y="32"/>
                  </a:cubicBezTo>
                  <a:cubicBezTo>
                    <a:pt x="142" y="32"/>
                    <a:pt x="126" y="48"/>
                    <a:pt x="126" y="48"/>
                  </a:cubicBezTo>
                  <a:cubicBezTo>
                    <a:pt x="126" y="48"/>
                    <a:pt x="110" y="48"/>
                    <a:pt x="110" y="32"/>
                  </a:cubicBezTo>
                  <a:cubicBezTo>
                    <a:pt x="110" y="32"/>
                    <a:pt x="95" y="17"/>
                    <a:pt x="79" y="17"/>
                  </a:cubicBezTo>
                  <a:lnTo>
                    <a:pt x="79" y="17"/>
                  </a:lnTo>
                  <a:cubicBezTo>
                    <a:pt x="63" y="32"/>
                    <a:pt x="47" y="32"/>
                    <a:pt x="47" y="32"/>
                  </a:cubicBezTo>
                  <a:lnTo>
                    <a:pt x="32" y="48"/>
                  </a:lnTo>
                  <a:cubicBezTo>
                    <a:pt x="16" y="48"/>
                    <a:pt x="0" y="80"/>
                    <a:pt x="16" y="95"/>
                  </a:cubicBezTo>
                  <a:cubicBezTo>
                    <a:pt x="16" y="95"/>
                    <a:pt x="16" y="111"/>
                    <a:pt x="32" y="111"/>
                  </a:cubicBezTo>
                  <a:lnTo>
                    <a:pt x="47" y="111"/>
                  </a:lnTo>
                  <a:lnTo>
                    <a:pt x="63" y="80"/>
                  </a:lnTo>
                  <a:cubicBezTo>
                    <a:pt x="63" y="63"/>
                    <a:pt x="79" y="48"/>
                    <a:pt x="95" y="48"/>
                  </a:cubicBezTo>
                  <a:lnTo>
                    <a:pt x="95" y="48"/>
                  </a:lnTo>
                  <a:lnTo>
                    <a:pt x="110" y="63"/>
                  </a:lnTo>
                  <a:cubicBezTo>
                    <a:pt x="126" y="63"/>
                    <a:pt x="126" y="80"/>
                    <a:pt x="126" y="95"/>
                  </a:cubicBezTo>
                  <a:lnTo>
                    <a:pt x="126" y="111"/>
                  </a:lnTo>
                  <a:lnTo>
                    <a:pt x="126" y="111"/>
                  </a:lnTo>
                  <a:lnTo>
                    <a:pt x="126" y="111"/>
                  </a:lnTo>
                  <a:lnTo>
                    <a:pt x="142" y="111"/>
                  </a:lnTo>
                  <a:cubicBezTo>
                    <a:pt x="158" y="111"/>
                    <a:pt x="189" y="95"/>
                    <a:pt x="189" y="80"/>
                  </a:cubicBezTo>
                  <a:lnTo>
                    <a:pt x="189" y="80"/>
                  </a:lnTo>
                  <a:cubicBezTo>
                    <a:pt x="205" y="80"/>
                    <a:pt x="205" y="63"/>
                    <a:pt x="221" y="63"/>
                  </a:cubicBezTo>
                  <a:cubicBezTo>
                    <a:pt x="236" y="63"/>
                    <a:pt x="236" y="48"/>
                    <a:pt x="236" y="17"/>
                  </a:cubicBezTo>
                  <a:cubicBezTo>
                    <a:pt x="236" y="17"/>
                    <a:pt x="221"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88" name="Google Shape;3588;p46"/>
            <p:cNvSpPr/>
            <p:nvPr/>
          </p:nvSpPr>
          <p:spPr>
            <a:xfrm>
              <a:off x="3171011" y="1818340"/>
              <a:ext cx="6042" cy="3498"/>
            </a:xfrm>
            <a:custGeom>
              <a:avLst/>
              <a:gdLst/>
              <a:ahLst/>
              <a:cxnLst/>
              <a:rect l="l" t="t" r="r" b="b"/>
              <a:pathLst>
                <a:path w="190" h="110" extrusionOk="0">
                  <a:moveTo>
                    <a:pt x="47" y="0"/>
                  </a:moveTo>
                  <a:lnTo>
                    <a:pt x="47" y="0"/>
                  </a:lnTo>
                  <a:cubicBezTo>
                    <a:pt x="32" y="0"/>
                    <a:pt x="15" y="15"/>
                    <a:pt x="15" y="32"/>
                  </a:cubicBezTo>
                  <a:cubicBezTo>
                    <a:pt x="0" y="47"/>
                    <a:pt x="15" y="63"/>
                    <a:pt x="32" y="78"/>
                  </a:cubicBezTo>
                  <a:lnTo>
                    <a:pt x="47" y="78"/>
                  </a:lnTo>
                  <a:cubicBezTo>
                    <a:pt x="63" y="78"/>
                    <a:pt x="78" y="78"/>
                    <a:pt x="95" y="95"/>
                  </a:cubicBezTo>
                  <a:cubicBezTo>
                    <a:pt x="110" y="95"/>
                    <a:pt x="110" y="95"/>
                    <a:pt x="126" y="110"/>
                  </a:cubicBezTo>
                  <a:lnTo>
                    <a:pt x="141" y="110"/>
                  </a:lnTo>
                  <a:lnTo>
                    <a:pt x="158" y="110"/>
                  </a:lnTo>
                  <a:cubicBezTo>
                    <a:pt x="173" y="110"/>
                    <a:pt x="189" y="110"/>
                    <a:pt x="189" y="95"/>
                  </a:cubicBezTo>
                  <a:lnTo>
                    <a:pt x="189" y="95"/>
                  </a:lnTo>
                  <a:lnTo>
                    <a:pt x="189" y="95"/>
                  </a:lnTo>
                  <a:lnTo>
                    <a:pt x="173" y="95"/>
                  </a:lnTo>
                  <a:lnTo>
                    <a:pt x="158" y="78"/>
                  </a:lnTo>
                  <a:lnTo>
                    <a:pt x="141" y="78"/>
                  </a:lnTo>
                  <a:cubicBezTo>
                    <a:pt x="141" y="95"/>
                    <a:pt x="126" y="95"/>
                    <a:pt x="126" y="95"/>
                  </a:cubicBezTo>
                  <a:cubicBezTo>
                    <a:pt x="110" y="95"/>
                    <a:pt x="95" y="78"/>
                    <a:pt x="95" y="63"/>
                  </a:cubicBezTo>
                  <a:cubicBezTo>
                    <a:pt x="95" y="47"/>
                    <a:pt x="95" y="32"/>
                    <a:pt x="110" y="15"/>
                  </a:cubicBezTo>
                  <a:lnTo>
                    <a:pt x="78" y="15"/>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89" name="Google Shape;3589;p46"/>
            <p:cNvSpPr/>
            <p:nvPr/>
          </p:nvSpPr>
          <p:spPr>
            <a:xfrm>
              <a:off x="3385463" y="1776709"/>
              <a:ext cx="4039" cy="2035"/>
            </a:xfrm>
            <a:custGeom>
              <a:avLst/>
              <a:gdLst/>
              <a:ahLst/>
              <a:cxnLst/>
              <a:rect l="l" t="t" r="r" b="b"/>
              <a:pathLst>
                <a:path w="127" h="64" extrusionOk="0">
                  <a:moveTo>
                    <a:pt x="47" y="1"/>
                  </a:moveTo>
                  <a:lnTo>
                    <a:pt x="47" y="1"/>
                  </a:lnTo>
                  <a:lnTo>
                    <a:pt x="16" y="1"/>
                  </a:lnTo>
                  <a:lnTo>
                    <a:pt x="16" y="17"/>
                  </a:lnTo>
                  <a:cubicBezTo>
                    <a:pt x="1" y="32"/>
                    <a:pt x="16" y="49"/>
                    <a:pt x="32" y="64"/>
                  </a:cubicBezTo>
                  <a:lnTo>
                    <a:pt x="47" y="64"/>
                  </a:lnTo>
                  <a:cubicBezTo>
                    <a:pt x="47" y="49"/>
                    <a:pt x="64" y="32"/>
                    <a:pt x="64" y="32"/>
                  </a:cubicBezTo>
                  <a:lnTo>
                    <a:pt x="127" y="32"/>
                  </a:lnTo>
                  <a:lnTo>
                    <a:pt x="110" y="17"/>
                  </a:lnTo>
                  <a:lnTo>
                    <a:pt x="110" y="17"/>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90" name="Google Shape;3590;p46"/>
            <p:cNvSpPr/>
            <p:nvPr/>
          </p:nvSpPr>
          <p:spPr>
            <a:xfrm>
              <a:off x="3415009" y="1777250"/>
              <a:ext cx="4039" cy="3021"/>
            </a:xfrm>
            <a:custGeom>
              <a:avLst/>
              <a:gdLst/>
              <a:ahLst/>
              <a:cxnLst/>
              <a:rect l="l" t="t" r="r" b="b"/>
              <a:pathLst>
                <a:path w="127" h="95" extrusionOk="0">
                  <a:moveTo>
                    <a:pt x="80" y="0"/>
                  </a:moveTo>
                  <a:lnTo>
                    <a:pt x="80" y="0"/>
                  </a:lnTo>
                  <a:lnTo>
                    <a:pt x="64" y="0"/>
                  </a:lnTo>
                  <a:lnTo>
                    <a:pt x="64" y="15"/>
                  </a:lnTo>
                  <a:lnTo>
                    <a:pt x="48" y="32"/>
                  </a:lnTo>
                  <a:lnTo>
                    <a:pt x="1" y="15"/>
                  </a:lnTo>
                  <a:lnTo>
                    <a:pt x="1" y="15"/>
                  </a:lnTo>
                  <a:cubicBezTo>
                    <a:pt x="1" y="32"/>
                    <a:pt x="17" y="32"/>
                    <a:pt x="17" y="47"/>
                  </a:cubicBezTo>
                  <a:lnTo>
                    <a:pt x="17" y="95"/>
                  </a:lnTo>
                  <a:lnTo>
                    <a:pt x="17" y="95"/>
                  </a:lnTo>
                  <a:lnTo>
                    <a:pt x="80" y="78"/>
                  </a:lnTo>
                  <a:lnTo>
                    <a:pt x="112" y="63"/>
                  </a:lnTo>
                  <a:cubicBezTo>
                    <a:pt x="112" y="47"/>
                    <a:pt x="127" y="47"/>
                    <a:pt x="127" y="32"/>
                  </a:cubicBezTo>
                  <a:lnTo>
                    <a:pt x="112" y="15"/>
                  </a:lnTo>
                  <a:cubicBezTo>
                    <a:pt x="112" y="0"/>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91" name="Google Shape;3591;p46"/>
            <p:cNvSpPr/>
            <p:nvPr/>
          </p:nvSpPr>
          <p:spPr>
            <a:xfrm>
              <a:off x="3294759" y="1815319"/>
              <a:ext cx="4039" cy="2035"/>
            </a:xfrm>
            <a:custGeom>
              <a:avLst/>
              <a:gdLst/>
              <a:ahLst/>
              <a:cxnLst/>
              <a:rect l="l" t="t" r="r" b="b"/>
              <a:pathLst>
                <a:path w="127" h="64" extrusionOk="0">
                  <a:moveTo>
                    <a:pt x="17" y="1"/>
                  </a:moveTo>
                  <a:lnTo>
                    <a:pt x="0" y="1"/>
                  </a:lnTo>
                  <a:lnTo>
                    <a:pt x="0" y="16"/>
                  </a:lnTo>
                  <a:lnTo>
                    <a:pt x="17" y="16"/>
                  </a:lnTo>
                  <a:lnTo>
                    <a:pt x="17" y="16"/>
                  </a:lnTo>
                  <a:cubicBezTo>
                    <a:pt x="32" y="16"/>
                    <a:pt x="48" y="32"/>
                    <a:pt x="48" y="47"/>
                  </a:cubicBezTo>
                  <a:lnTo>
                    <a:pt x="80" y="47"/>
                  </a:lnTo>
                  <a:cubicBezTo>
                    <a:pt x="80" y="64"/>
                    <a:pt x="80" y="64"/>
                    <a:pt x="95" y="64"/>
                  </a:cubicBezTo>
                  <a:lnTo>
                    <a:pt x="126" y="32"/>
                  </a:lnTo>
                  <a:lnTo>
                    <a:pt x="126" y="1"/>
                  </a:lnTo>
                  <a:cubicBezTo>
                    <a:pt x="111" y="16"/>
                    <a:pt x="111" y="32"/>
                    <a:pt x="95" y="32"/>
                  </a:cubicBezTo>
                  <a:lnTo>
                    <a:pt x="80" y="32"/>
                  </a:lnTo>
                  <a:cubicBezTo>
                    <a:pt x="63" y="32"/>
                    <a:pt x="48" y="16"/>
                    <a:pt x="48" y="1"/>
                  </a:cubicBez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92" name="Google Shape;3592;p46"/>
            <p:cNvSpPr/>
            <p:nvPr/>
          </p:nvSpPr>
          <p:spPr>
            <a:xfrm>
              <a:off x="3311774" y="1806796"/>
              <a:ext cx="3053" cy="4039"/>
            </a:xfrm>
            <a:custGeom>
              <a:avLst/>
              <a:gdLst/>
              <a:ahLst/>
              <a:cxnLst/>
              <a:rect l="l" t="t" r="r" b="b"/>
              <a:pathLst>
                <a:path w="96" h="127" extrusionOk="0">
                  <a:moveTo>
                    <a:pt x="49" y="0"/>
                  </a:moveTo>
                  <a:lnTo>
                    <a:pt x="49" y="0"/>
                  </a:lnTo>
                  <a:cubicBezTo>
                    <a:pt x="32" y="0"/>
                    <a:pt x="32" y="16"/>
                    <a:pt x="17" y="16"/>
                  </a:cubicBezTo>
                  <a:lnTo>
                    <a:pt x="1" y="79"/>
                  </a:lnTo>
                  <a:lnTo>
                    <a:pt x="1" y="79"/>
                  </a:lnTo>
                  <a:lnTo>
                    <a:pt x="1" y="79"/>
                  </a:lnTo>
                  <a:lnTo>
                    <a:pt x="17" y="79"/>
                  </a:lnTo>
                  <a:cubicBezTo>
                    <a:pt x="32" y="95"/>
                    <a:pt x="32" y="111"/>
                    <a:pt x="32" y="126"/>
                  </a:cubicBezTo>
                  <a:cubicBezTo>
                    <a:pt x="32" y="126"/>
                    <a:pt x="49" y="111"/>
                    <a:pt x="64" y="111"/>
                  </a:cubicBezTo>
                  <a:lnTo>
                    <a:pt x="80" y="48"/>
                  </a:lnTo>
                  <a:cubicBezTo>
                    <a:pt x="95" y="32"/>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93" name="Google Shape;3593;p46"/>
            <p:cNvSpPr/>
            <p:nvPr/>
          </p:nvSpPr>
          <p:spPr>
            <a:xfrm>
              <a:off x="3394972" y="1754192"/>
              <a:ext cx="4039" cy="2512"/>
            </a:xfrm>
            <a:custGeom>
              <a:avLst/>
              <a:gdLst/>
              <a:ahLst/>
              <a:cxnLst/>
              <a:rect l="l" t="t" r="r" b="b"/>
              <a:pathLst>
                <a:path w="127" h="79" extrusionOk="0">
                  <a:moveTo>
                    <a:pt x="95" y="0"/>
                  </a:moveTo>
                  <a:lnTo>
                    <a:pt x="95" y="0"/>
                  </a:lnTo>
                  <a:lnTo>
                    <a:pt x="80" y="0"/>
                  </a:lnTo>
                  <a:lnTo>
                    <a:pt x="63" y="0"/>
                  </a:lnTo>
                  <a:lnTo>
                    <a:pt x="32" y="0"/>
                  </a:lnTo>
                  <a:cubicBezTo>
                    <a:pt x="17" y="16"/>
                    <a:pt x="0" y="32"/>
                    <a:pt x="0" y="47"/>
                  </a:cubicBezTo>
                  <a:cubicBezTo>
                    <a:pt x="17" y="63"/>
                    <a:pt x="17" y="79"/>
                    <a:pt x="32" y="79"/>
                  </a:cubicBezTo>
                  <a:lnTo>
                    <a:pt x="32" y="79"/>
                  </a:lnTo>
                  <a:lnTo>
                    <a:pt x="48" y="79"/>
                  </a:lnTo>
                  <a:lnTo>
                    <a:pt x="95" y="63"/>
                  </a:lnTo>
                  <a:cubicBezTo>
                    <a:pt x="126" y="47"/>
                    <a:pt x="126" y="32"/>
                    <a:pt x="126" y="16"/>
                  </a:cubicBezTo>
                  <a:cubicBezTo>
                    <a:pt x="126" y="0"/>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94" name="Google Shape;3594;p46"/>
            <p:cNvSpPr/>
            <p:nvPr/>
          </p:nvSpPr>
          <p:spPr>
            <a:xfrm>
              <a:off x="3086286" y="1795283"/>
              <a:ext cx="3053" cy="2035"/>
            </a:xfrm>
            <a:custGeom>
              <a:avLst/>
              <a:gdLst/>
              <a:ahLst/>
              <a:cxnLst/>
              <a:rect l="l" t="t" r="r" b="b"/>
              <a:pathLst>
                <a:path w="96" h="64" extrusionOk="0">
                  <a:moveTo>
                    <a:pt x="49" y="0"/>
                  </a:moveTo>
                  <a:lnTo>
                    <a:pt x="1" y="32"/>
                  </a:lnTo>
                  <a:cubicBezTo>
                    <a:pt x="17" y="32"/>
                    <a:pt x="17" y="47"/>
                    <a:pt x="32" y="47"/>
                  </a:cubicBezTo>
                  <a:lnTo>
                    <a:pt x="32" y="47"/>
                  </a:lnTo>
                  <a:lnTo>
                    <a:pt x="80" y="47"/>
                  </a:lnTo>
                  <a:lnTo>
                    <a:pt x="80" y="63"/>
                  </a:lnTo>
                  <a:cubicBezTo>
                    <a:pt x="95" y="63"/>
                    <a:pt x="95" y="47"/>
                    <a:pt x="95" y="47"/>
                  </a:cubicBezTo>
                  <a:cubicBezTo>
                    <a:pt x="80" y="47"/>
                    <a:pt x="64" y="32"/>
                    <a:pt x="4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95" name="Google Shape;3595;p46"/>
            <p:cNvSpPr/>
            <p:nvPr/>
          </p:nvSpPr>
          <p:spPr>
            <a:xfrm>
              <a:off x="3456608" y="1802788"/>
              <a:ext cx="1527" cy="6551"/>
            </a:xfrm>
            <a:custGeom>
              <a:avLst/>
              <a:gdLst/>
              <a:ahLst/>
              <a:cxnLst/>
              <a:rect l="l" t="t" r="r" b="b"/>
              <a:pathLst>
                <a:path w="48" h="206" extrusionOk="0">
                  <a:moveTo>
                    <a:pt x="48" y="0"/>
                  </a:moveTo>
                  <a:lnTo>
                    <a:pt x="32" y="16"/>
                  </a:lnTo>
                  <a:lnTo>
                    <a:pt x="32" y="32"/>
                  </a:lnTo>
                  <a:lnTo>
                    <a:pt x="32" y="48"/>
                  </a:lnTo>
                  <a:lnTo>
                    <a:pt x="32" y="48"/>
                  </a:lnTo>
                  <a:cubicBezTo>
                    <a:pt x="32" y="63"/>
                    <a:pt x="32" y="79"/>
                    <a:pt x="16" y="79"/>
                  </a:cubicBezTo>
                  <a:lnTo>
                    <a:pt x="16" y="79"/>
                  </a:lnTo>
                  <a:lnTo>
                    <a:pt x="1" y="174"/>
                  </a:lnTo>
                  <a:lnTo>
                    <a:pt x="1" y="205"/>
                  </a:lnTo>
                  <a:cubicBezTo>
                    <a:pt x="16" y="189"/>
                    <a:pt x="32" y="189"/>
                    <a:pt x="48" y="18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96" name="Google Shape;3596;p46"/>
            <p:cNvSpPr/>
            <p:nvPr/>
          </p:nvSpPr>
          <p:spPr>
            <a:xfrm>
              <a:off x="3349398" y="1816814"/>
              <a:ext cx="2035" cy="2544"/>
            </a:xfrm>
            <a:custGeom>
              <a:avLst/>
              <a:gdLst/>
              <a:ahLst/>
              <a:cxnLst/>
              <a:rect l="l" t="t" r="r" b="b"/>
              <a:pathLst>
                <a:path w="64" h="80" extrusionOk="0">
                  <a:moveTo>
                    <a:pt x="15" y="48"/>
                  </a:moveTo>
                  <a:cubicBezTo>
                    <a:pt x="32" y="63"/>
                    <a:pt x="15" y="80"/>
                    <a:pt x="0" y="80"/>
                  </a:cubicBezTo>
                  <a:lnTo>
                    <a:pt x="15" y="80"/>
                  </a:lnTo>
                  <a:lnTo>
                    <a:pt x="47" y="80"/>
                  </a:lnTo>
                  <a:lnTo>
                    <a:pt x="63" y="63"/>
                  </a:lnTo>
                  <a:lnTo>
                    <a:pt x="47" y="63"/>
                  </a:lnTo>
                  <a:lnTo>
                    <a:pt x="47" y="63"/>
                  </a:lnTo>
                  <a:cubicBezTo>
                    <a:pt x="47" y="63"/>
                    <a:pt x="32" y="48"/>
                    <a:pt x="15" y="48"/>
                  </a:cubicBezTo>
                  <a:close/>
                  <a:moveTo>
                    <a:pt x="15" y="0"/>
                  </a:moveTo>
                  <a:lnTo>
                    <a:pt x="0" y="17"/>
                  </a:lnTo>
                  <a:cubicBezTo>
                    <a:pt x="15" y="17"/>
                    <a:pt x="15" y="17"/>
                    <a:pt x="15" y="32"/>
                  </a:cubicBezTo>
                  <a:lnTo>
                    <a:pt x="1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97" name="Google Shape;3597;p46"/>
            <p:cNvSpPr/>
            <p:nvPr/>
          </p:nvSpPr>
          <p:spPr>
            <a:xfrm>
              <a:off x="3118885" y="1789272"/>
              <a:ext cx="3530" cy="3498"/>
            </a:xfrm>
            <a:custGeom>
              <a:avLst/>
              <a:gdLst/>
              <a:ahLst/>
              <a:cxnLst/>
              <a:rect l="l" t="t" r="r" b="b"/>
              <a:pathLst>
                <a:path w="111" h="110" extrusionOk="0">
                  <a:moveTo>
                    <a:pt x="47" y="0"/>
                  </a:moveTo>
                  <a:lnTo>
                    <a:pt x="47" y="0"/>
                  </a:lnTo>
                  <a:cubicBezTo>
                    <a:pt x="32" y="0"/>
                    <a:pt x="32" y="15"/>
                    <a:pt x="16" y="15"/>
                  </a:cubicBezTo>
                  <a:cubicBezTo>
                    <a:pt x="1" y="32"/>
                    <a:pt x="1" y="47"/>
                    <a:pt x="16" y="63"/>
                  </a:cubicBezTo>
                  <a:lnTo>
                    <a:pt x="32" y="63"/>
                  </a:lnTo>
                  <a:lnTo>
                    <a:pt x="47" y="110"/>
                  </a:lnTo>
                  <a:lnTo>
                    <a:pt x="79" y="110"/>
                  </a:lnTo>
                  <a:lnTo>
                    <a:pt x="95" y="110"/>
                  </a:lnTo>
                  <a:cubicBezTo>
                    <a:pt x="110" y="110"/>
                    <a:pt x="110" y="95"/>
                    <a:pt x="110" y="95"/>
                  </a:cubicBezTo>
                  <a:lnTo>
                    <a:pt x="110" y="78"/>
                  </a:lnTo>
                  <a:lnTo>
                    <a:pt x="110" y="78"/>
                  </a:lnTo>
                  <a:lnTo>
                    <a:pt x="110" y="63"/>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98" name="Google Shape;3598;p46"/>
            <p:cNvSpPr/>
            <p:nvPr/>
          </p:nvSpPr>
          <p:spPr>
            <a:xfrm>
              <a:off x="3349875" y="1812329"/>
              <a:ext cx="5565" cy="6520"/>
            </a:xfrm>
            <a:custGeom>
              <a:avLst/>
              <a:gdLst/>
              <a:ahLst/>
              <a:cxnLst/>
              <a:rect l="l" t="t" r="r" b="b"/>
              <a:pathLst>
                <a:path w="175" h="205" extrusionOk="0">
                  <a:moveTo>
                    <a:pt x="48" y="0"/>
                  </a:moveTo>
                  <a:lnTo>
                    <a:pt x="48" y="15"/>
                  </a:lnTo>
                  <a:lnTo>
                    <a:pt x="0" y="141"/>
                  </a:lnTo>
                  <a:lnTo>
                    <a:pt x="0" y="158"/>
                  </a:lnTo>
                  <a:lnTo>
                    <a:pt x="0" y="173"/>
                  </a:lnTo>
                  <a:lnTo>
                    <a:pt x="0" y="189"/>
                  </a:lnTo>
                  <a:lnTo>
                    <a:pt x="0" y="189"/>
                  </a:lnTo>
                  <a:cubicBezTo>
                    <a:pt x="17" y="189"/>
                    <a:pt x="32" y="204"/>
                    <a:pt x="32" y="204"/>
                  </a:cubicBezTo>
                  <a:lnTo>
                    <a:pt x="32" y="204"/>
                  </a:lnTo>
                  <a:lnTo>
                    <a:pt x="48" y="204"/>
                  </a:lnTo>
                  <a:lnTo>
                    <a:pt x="48" y="204"/>
                  </a:lnTo>
                  <a:lnTo>
                    <a:pt x="143" y="204"/>
                  </a:lnTo>
                  <a:lnTo>
                    <a:pt x="143" y="204"/>
                  </a:lnTo>
                  <a:cubicBezTo>
                    <a:pt x="158" y="204"/>
                    <a:pt x="174" y="189"/>
                    <a:pt x="174" y="158"/>
                  </a:cubicBezTo>
                  <a:cubicBezTo>
                    <a:pt x="174" y="158"/>
                    <a:pt x="158" y="141"/>
                    <a:pt x="143" y="141"/>
                  </a:cubicBezTo>
                  <a:lnTo>
                    <a:pt x="143" y="126"/>
                  </a:lnTo>
                  <a:lnTo>
                    <a:pt x="143" y="126"/>
                  </a:lnTo>
                  <a:lnTo>
                    <a:pt x="80" y="126"/>
                  </a:lnTo>
                  <a:lnTo>
                    <a:pt x="95" y="95"/>
                  </a:lnTo>
                  <a:lnTo>
                    <a:pt x="111" y="63"/>
                  </a:lnTo>
                  <a:lnTo>
                    <a:pt x="111" y="47"/>
                  </a:lnTo>
                  <a:lnTo>
                    <a:pt x="95" y="47"/>
                  </a:lnTo>
                  <a:lnTo>
                    <a:pt x="80" y="47"/>
                  </a:lnTo>
                  <a:cubicBezTo>
                    <a:pt x="80" y="47"/>
                    <a:pt x="63" y="47"/>
                    <a:pt x="63" y="32"/>
                  </a:cubicBezTo>
                  <a:cubicBezTo>
                    <a:pt x="48" y="32"/>
                    <a:pt x="48" y="15"/>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599" name="Google Shape;3599;p46"/>
            <p:cNvSpPr/>
            <p:nvPr/>
          </p:nvSpPr>
          <p:spPr>
            <a:xfrm>
              <a:off x="3081293" y="1794742"/>
              <a:ext cx="5025" cy="4039"/>
            </a:xfrm>
            <a:custGeom>
              <a:avLst/>
              <a:gdLst/>
              <a:ahLst/>
              <a:cxnLst/>
              <a:rect l="l" t="t" r="r" b="b"/>
              <a:pathLst>
                <a:path w="158" h="127" extrusionOk="0">
                  <a:moveTo>
                    <a:pt x="80" y="1"/>
                  </a:moveTo>
                  <a:lnTo>
                    <a:pt x="80" y="1"/>
                  </a:lnTo>
                  <a:cubicBezTo>
                    <a:pt x="80" y="1"/>
                    <a:pt x="63" y="1"/>
                    <a:pt x="63" y="17"/>
                  </a:cubicBezTo>
                  <a:lnTo>
                    <a:pt x="17" y="32"/>
                  </a:lnTo>
                  <a:cubicBezTo>
                    <a:pt x="0" y="49"/>
                    <a:pt x="0" y="64"/>
                    <a:pt x="17" y="80"/>
                  </a:cubicBezTo>
                  <a:cubicBezTo>
                    <a:pt x="17" y="95"/>
                    <a:pt x="32" y="95"/>
                    <a:pt x="48" y="95"/>
                  </a:cubicBezTo>
                  <a:lnTo>
                    <a:pt x="63" y="95"/>
                  </a:lnTo>
                  <a:lnTo>
                    <a:pt x="80" y="80"/>
                  </a:lnTo>
                  <a:lnTo>
                    <a:pt x="95" y="112"/>
                  </a:lnTo>
                  <a:cubicBezTo>
                    <a:pt x="95" y="127"/>
                    <a:pt x="111" y="127"/>
                    <a:pt x="126" y="127"/>
                  </a:cubicBezTo>
                  <a:lnTo>
                    <a:pt x="126" y="127"/>
                  </a:lnTo>
                  <a:lnTo>
                    <a:pt x="143" y="127"/>
                  </a:lnTo>
                  <a:cubicBezTo>
                    <a:pt x="158" y="112"/>
                    <a:pt x="158" y="95"/>
                    <a:pt x="158" y="80"/>
                  </a:cubicBezTo>
                  <a:lnTo>
                    <a:pt x="143" y="49"/>
                  </a:lnTo>
                  <a:cubicBezTo>
                    <a:pt x="126" y="49"/>
                    <a:pt x="126" y="49"/>
                    <a:pt x="111" y="32"/>
                  </a:cubicBezTo>
                  <a:lnTo>
                    <a:pt x="111"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00" name="Google Shape;3600;p46"/>
            <p:cNvSpPr/>
            <p:nvPr/>
          </p:nvSpPr>
          <p:spPr>
            <a:xfrm>
              <a:off x="3021152" y="1802279"/>
              <a:ext cx="4039" cy="3053"/>
            </a:xfrm>
            <a:custGeom>
              <a:avLst/>
              <a:gdLst/>
              <a:ahLst/>
              <a:cxnLst/>
              <a:rect l="l" t="t" r="r" b="b"/>
              <a:pathLst>
                <a:path w="127" h="96" extrusionOk="0">
                  <a:moveTo>
                    <a:pt x="32" y="1"/>
                  </a:moveTo>
                  <a:lnTo>
                    <a:pt x="32" y="1"/>
                  </a:lnTo>
                  <a:cubicBezTo>
                    <a:pt x="17" y="1"/>
                    <a:pt x="1" y="16"/>
                    <a:pt x="1" y="32"/>
                  </a:cubicBezTo>
                  <a:lnTo>
                    <a:pt x="1" y="32"/>
                  </a:lnTo>
                  <a:cubicBezTo>
                    <a:pt x="17" y="32"/>
                    <a:pt x="32" y="32"/>
                    <a:pt x="32" y="48"/>
                  </a:cubicBezTo>
                  <a:lnTo>
                    <a:pt x="32" y="79"/>
                  </a:lnTo>
                  <a:lnTo>
                    <a:pt x="80" y="95"/>
                  </a:lnTo>
                  <a:lnTo>
                    <a:pt x="80" y="95"/>
                  </a:lnTo>
                  <a:lnTo>
                    <a:pt x="95" y="95"/>
                  </a:lnTo>
                  <a:cubicBezTo>
                    <a:pt x="112" y="95"/>
                    <a:pt x="112" y="79"/>
                    <a:pt x="127" y="64"/>
                  </a:cubicBezTo>
                  <a:lnTo>
                    <a:pt x="127" y="64"/>
                  </a:lnTo>
                  <a:cubicBezTo>
                    <a:pt x="127" y="48"/>
                    <a:pt x="112" y="32"/>
                    <a:pt x="95" y="32"/>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01" name="Google Shape;3601;p46"/>
            <p:cNvSpPr/>
            <p:nvPr/>
          </p:nvSpPr>
          <p:spPr>
            <a:xfrm>
              <a:off x="3302774" y="1821807"/>
              <a:ext cx="6042" cy="2576"/>
            </a:xfrm>
            <a:custGeom>
              <a:avLst/>
              <a:gdLst/>
              <a:ahLst/>
              <a:cxnLst/>
              <a:rect l="l" t="t" r="r" b="b"/>
              <a:pathLst>
                <a:path w="190" h="81" extrusionOk="0">
                  <a:moveTo>
                    <a:pt x="32" y="1"/>
                  </a:moveTo>
                  <a:lnTo>
                    <a:pt x="32" y="1"/>
                  </a:lnTo>
                  <a:cubicBezTo>
                    <a:pt x="17" y="1"/>
                    <a:pt x="0" y="1"/>
                    <a:pt x="0" y="17"/>
                  </a:cubicBezTo>
                  <a:lnTo>
                    <a:pt x="0" y="32"/>
                  </a:lnTo>
                  <a:cubicBezTo>
                    <a:pt x="0" y="49"/>
                    <a:pt x="17" y="64"/>
                    <a:pt x="32" y="64"/>
                  </a:cubicBezTo>
                  <a:lnTo>
                    <a:pt x="48" y="64"/>
                  </a:lnTo>
                  <a:lnTo>
                    <a:pt x="143" y="80"/>
                  </a:lnTo>
                  <a:lnTo>
                    <a:pt x="143" y="80"/>
                  </a:lnTo>
                  <a:lnTo>
                    <a:pt x="174" y="80"/>
                  </a:lnTo>
                  <a:cubicBezTo>
                    <a:pt x="174" y="80"/>
                    <a:pt x="189" y="64"/>
                    <a:pt x="189" y="49"/>
                  </a:cubicBezTo>
                  <a:cubicBezTo>
                    <a:pt x="189" y="32"/>
                    <a:pt x="174" y="17"/>
                    <a:pt x="158" y="17"/>
                  </a:cubicBezTo>
                  <a:lnTo>
                    <a:pt x="158" y="17"/>
                  </a:lnTo>
                  <a:lnTo>
                    <a:pt x="143" y="17"/>
                  </a:lnTo>
                  <a:lnTo>
                    <a:pt x="126"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02" name="Google Shape;3602;p46"/>
            <p:cNvSpPr/>
            <p:nvPr/>
          </p:nvSpPr>
          <p:spPr>
            <a:xfrm>
              <a:off x="3200556" y="1772225"/>
              <a:ext cx="6551" cy="2512"/>
            </a:xfrm>
            <a:custGeom>
              <a:avLst/>
              <a:gdLst/>
              <a:ahLst/>
              <a:cxnLst/>
              <a:rect l="l" t="t" r="r" b="b"/>
              <a:pathLst>
                <a:path w="206" h="79" extrusionOk="0">
                  <a:moveTo>
                    <a:pt x="206" y="1"/>
                  </a:moveTo>
                  <a:cubicBezTo>
                    <a:pt x="143" y="1"/>
                    <a:pt x="95" y="1"/>
                    <a:pt x="48" y="16"/>
                  </a:cubicBezTo>
                  <a:lnTo>
                    <a:pt x="32" y="16"/>
                  </a:lnTo>
                  <a:cubicBezTo>
                    <a:pt x="17" y="32"/>
                    <a:pt x="0" y="47"/>
                    <a:pt x="17" y="64"/>
                  </a:cubicBezTo>
                  <a:cubicBezTo>
                    <a:pt x="17" y="79"/>
                    <a:pt x="32" y="79"/>
                    <a:pt x="48" y="79"/>
                  </a:cubicBezTo>
                  <a:lnTo>
                    <a:pt x="63" y="79"/>
                  </a:lnTo>
                  <a:lnTo>
                    <a:pt x="174" y="16"/>
                  </a:lnTo>
                  <a:cubicBezTo>
                    <a:pt x="189" y="16"/>
                    <a:pt x="206"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03" name="Google Shape;3603;p46"/>
            <p:cNvSpPr/>
            <p:nvPr/>
          </p:nvSpPr>
          <p:spPr>
            <a:xfrm>
              <a:off x="3411001" y="1761698"/>
              <a:ext cx="8046" cy="3530"/>
            </a:xfrm>
            <a:custGeom>
              <a:avLst/>
              <a:gdLst/>
              <a:ahLst/>
              <a:cxnLst/>
              <a:rect l="l" t="t" r="r" b="b"/>
              <a:pathLst>
                <a:path w="253" h="111" extrusionOk="0">
                  <a:moveTo>
                    <a:pt x="221" y="0"/>
                  </a:moveTo>
                  <a:lnTo>
                    <a:pt x="221" y="16"/>
                  </a:lnTo>
                  <a:lnTo>
                    <a:pt x="221" y="16"/>
                  </a:lnTo>
                  <a:lnTo>
                    <a:pt x="174" y="16"/>
                  </a:lnTo>
                  <a:lnTo>
                    <a:pt x="127" y="32"/>
                  </a:lnTo>
                  <a:lnTo>
                    <a:pt x="127" y="48"/>
                  </a:lnTo>
                  <a:cubicBezTo>
                    <a:pt x="111" y="63"/>
                    <a:pt x="111" y="63"/>
                    <a:pt x="95" y="63"/>
                  </a:cubicBezTo>
                  <a:lnTo>
                    <a:pt x="80" y="63"/>
                  </a:lnTo>
                  <a:cubicBezTo>
                    <a:pt x="64" y="63"/>
                    <a:pt x="64" y="48"/>
                    <a:pt x="64" y="32"/>
                  </a:cubicBezTo>
                  <a:lnTo>
                    <a:pt x="32" y="48"/>
                  </a:lnTo>
                  <a:lnTo>
                    <a:pt x="17" y="48"/>
                  </a:lnTo>
                  <a:lnTo>
                    <a:pt x="1" y="48"/>
                  </a:lnTo>
                  <a:cubicBezTo>
                    <a:pt x="1" y="63"/>
                    <a:pt x="17" y="63"/>
                    <a:pt x="17" y="79"/>
                  </a:cubicBezTo>
                  <a:lnTo>
                    <a:pt x="17" y="95"/>
                  </a:lnTo>
                  <a:lnTo>
                    <a:pt x="17" y="111"/>
                  </a:lnTo>
                  <a:lnTo>
                    <a:pt x="32" y="111"/>
                  </a:lnTo>
                  <a:lnTo>
                    <a:pt x="32" y="111"/>
                  </a:lnTo>
                  <a:lnTo>
                    <a:pt x="48" y="111"/>
                  </a:lnTo>
                  <a:lnTo>
                    <a:pt x="127" y="95"/>
                  </a:lnTo>
                  <a:lnTo>
                    <a:pt x="190" y="79"/>
                  </a:lnTo>
                  <a:lnTo>
                    <a:pt x="221" y="79"/>
                  </a:lnTo>
                  <a:lnTo>
                    <a:pt x="253" y="63"/>
                  </a:lnTo>
                  <a:lnTo>
                    <a:pt x="253" y="32"/>
                  </a:lnTo>
                  <a:lnTo>
                    <a:pt x="253" y="32"/>
                  </a:lnTo>
                  <a:cubicBezTo>
                    <a:pt x="253" y="16"/>
                    <a:pt x="238"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04" name="Google Shape;3604;p46"/>
            <p:cNvSpPr/>
            <p:nvPr/>
          </p:nvSpPr>
          <p:spPr>
            <a:xfrm>
              <a:off x="3131924" y="1824351"/>
              <a:ext cx="4516" cy="4516"/>
            </a:xfrm>
            <a:custGeom>
              <a:avLst/>
              <a:gdLst/>
              <a:ahLst/>
              <a:cxnLst/>
              <a:rect l="l" t="t" r="r" b="b"/>
              <a:pathLst>
                <a:path w="142" h="142" extrusionOk="0">
                  <a:moveTo>
                    <a:pt x="15" y="63"/>
                  </a:moveTo>
                  <a:lnTo>
                    <a:pt x="15" y="63"/>
                  </a:lnTo>
                  <a:lnTo>
                    <a:pt x="15" y="63"/>
                  </a:lnTo>
                  <a:close/>
                  <a:moveTo>
                    <a:pt x="47" y="0"/>
                  </a:moveTo>
                  <a:lnTo>
                    <a:pt x="47" y="0"/>
                  </a:lnTo>
                  <a:cubicBezTo>
                    <a:pt x="32" y="0"/>
                    <a:pt x="32" y="15"/>
                    <a:pt x="15" y="15"/>
                  </a:cubicBezTo>
                  <a:cubicBezTo>
                    <a:pt x="0" y="32"/>
                    <a:pt x="0" y="47"/>
                    <a:pt x="15" y="63"/>
                  </a:cubicBezTo>
                  <a:lnTo>
                    <a:pt x="15" y="63"/>
                  </a:lnTo>
                  <a:cubicBezTo>
                    <a:pt x="15" y="78"/>
                    <a:pt x="32" y="110"/>
                    <a:pt x="47" y="126"/>
                  </a:cubicBezTo>
                  <a:lnTo>
                    <a:pt x="78" y="126"/>
                  </a:lnTo>
                  <a:lnTo>
                    <a:pt x="78" y="126"/>
                  </a:lnTo>
                  <a:lnTo>
                    <a:pt x="78" y="126"/>
                  </a:lnTo>
                  <a:cubicBezTo>
                    <a:pt x="95" y="141"/>
                    <a:pt x="110" y="141"/>
                    <a:pt x="110" y="141"/>
                  </a:cubicBezTo>
                  <a:lnTo>
                    <a:pt x="126" y="141"/>
                  </a:lnTo>
                  <a:lnTo>
                    <a:pt x="126" y="141"/>
                  </a:lnTo>
                  <a:cubicBezTo>
                    <a:pt x="141" y="126"/>
                    <a:pt x="141" y="126"/>
                    <a:pt x="141" y="110"/>
                  </a:cubicBezTo>
                  <a:lnTo>
                    <a:pt x="141" y="95"/>
                  </a:lnTo>
                  <a:lnTo>
                    <a:pt x="141" y="78"/>
                  </a:lnTo>
                  <a:cubicBezTo>
                    <a:pt x="126" y="63"/>
                    <a:pt x="110" y="47"/>
                    <a:pt x="95" y="47"/>
                  </a:cubicBezTo>
                  <a:lnTo>
                    <a:pt x="78" y="47"/>
                  </a:lnTo>
                  <a:cubicBezTo>
                    <a:pt x="78" y="32"/>
                    <a:pt x="78" y="32"/>
                    <a:pt x="63" y="15"/>
                  </a:cubicBez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05" name="Google Shape;3605;p46"/>
            <p:cNvSpPr/>
            <p:nvPr/>
          </p:nvSpPr>
          <p:spPr>
            <a:xfrm>
              <a:off x="3132401" y="1826355"/>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06" name="Google Shape;3606;p46"/>
            <p:cNvSpPr/>
            <p:nvPr/>
          </p:nvSpPr>
          <p:spPr>
            <a:xfrm>
              <a:off x="3196072" y="1783261"/>
              <a:ext cx="5502" cy="3498"/>
            </a:xfrm>
            <a:custGeom>
              <a:avLst/>
              <a:gdLst/>
              <a:ahLst/>
              <a:cxnLst/>
              <a:rect l="l" t="t" r="r" b="b"/>
              <a:pathLst>
                <a:path w="173" h="110" extrusionOk="0">
                  <a:moveTo>
                    <a:pt x="126" y="0"/>
                  </a:moveTo>
                  <a:lnTo>
                    <a:pt x="126" y="0"/>
                  </a:lnTo>
                  <a:lnTo>
                    <a:pt x="110" y="0"/>
                  </a:lnTo>
                  <a:lnTo>
                    <a:pt x="15" y="47"/>
                  </a:lnTo>
                  <a:cubicBezTo>
                    <a:pt x="15" y="47"/>
                    <a:pt x="0" y="47"/>
                    <a:pt x="0" y="63"/>
                  </a:cubicBezTo>
                  <a:lnTo>
                    <a:pt x="0" y="78"/>
                  </a:lnTo>
                  <a:cubicBezTo>
                    <a:pt x="0" y="95"/>
                    <a:pt x="15" y="110"/>
                    <a:pt x="32" y="110"/>
                  </a:cubicBezTo>
                  <a:lnTo>
                    <a:pt x="47" y="110"/>
                  </a:lnTo>
                  <a:lnTo>
                    <a:pt x="63" y="95"/>
                  </a:lnTo>
                  <a:lnTo>
                    <a:pt x="141" y="63"/>
                  </a:lnTo>
                  <a:cubicBezTo>
                    <a:pt x="158" y="63"/>
                    <a:pt x="173" y="32"/>
                    <a:pt x="158" y="15"/>
                  </a:cubicBez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07" name="Google Shape;3607;p46"/>
            <p:cNvSpPr/>
            <p:nvPr/>
          </p:nvSpPr>
          <p:spPr>
            <a:xfrm>
              <a:off x="3017145" y="1801294"/>
              <a:ext cx="2576" cy="4039"/>
            </a:xfrm>
            <a:custGeom>
              <a:avLst/>
              <a:gdLst/>
              <a:ahLst/>
              <a:cxnLst/>
              <a:rect l="l" t="t" r="r" b="b"/>
              <a:pathLst>
                <a:path w="81" h="127" extrusionOk="0">
                  <a:moveTo>
                    <a:pt x="49" y="0"/>
                  </a:moveTo>
                  <a:lnTo>
                    <a:pt x="49" y="0"/>
                  </a:lnTo>
                  <a:lnTo>
                    <a:pt x="32" y="0"/>
                  </a:lnTo>
                  <a:cubicBezTo>
                    <a:pt x="17" y="16"/>
                    <a:pt x="1" y="32"/>
                    <a:pt x="17" y="47"/>
                  </a:cubicBezTo>
                  <a:lnTo>
                    <a:pt x="32" y="95"/>
                  </a:lnTo>
                  <a:cubicBezTo>
                    <a:pt x="32" y="110"/>
                    <a:pt x="49" y="110"/>
                    <a:pt x="49" y="110"/>
                  </a:cubicBezTo>
                  <a:cubicBezTo>
                    <a:pt x="49" y="126"/>
                    <a:pt x="49" y="126"/>
                    <a:pt x="64" y="126"/>
                  </a:cubicBezTo>
                  <a:lnTo>
                    <a:pt x="49" y="110"/>
                  </a:lnTo>
                  <a:lnTo>
                    <a:pt x="32" y="63"/>
                  </a:lnTo>
                  <a:cubicBezTo>
                    <a:pt x="32" y="47"/>
                    <a:pt x="49" y="32"/>
                    <a:pt x="64" y="32"/>
                  </a:cubicBezTo>
                  <a:lnTo>
                    <a:pt x="64" y="16"/>
                  </a:lnTo>
                  <a:lnTo>
                    <a:pt x="80" y="16"/>
                  </a:lnTo>
                  <a:lnTo>
                    <a:pt x="80" y="32"/>
                  </a:lnTo>
                  <a:cubicBezTo>
                    <a:pt x="80" y="16"/>
                    <a:pt x="80" y="16"/>
                    <a:pt x="64" y="16"/>
                  </a:cubicBezTo>
                  <a:cubicBezTo>
                    <a:pt x="64"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08" name="Google Shape;3608;p46"/>
            <p:cNvSpPr/>
            <p:nvPr/>
          </p:nvSpPr>
          <p:spPr>
            <a:xfrm>
              <a:off x="3317308" y="1817800"/>
              <a:ext cx="7537" cy="4039"/>
            </a:xfrm>
            <a:custGeom>
              <a:avLst/>
              <a:gdLst/>
              <a:ahLst/>
              <a:cxnLst/>
              <a:rect l="l" t="t" r="r" b="b"/>
              <a:pathLst>
                <a:path w="237" h="127" extrusionOk="0">
                  <a:moveTo>
                    <a:pt x="111" y="1"/>
                  </a:moveTo>
                  <a:cubicBezTo>
                    <a:pt x="127" y="17"/>
                    <a:pt x="127" y="17"/>
                    <a:pt x="127" y="32"/>
                  </a:cubicBezTo>
                  <a:cubicBezTo>
                    <a:pt x="127" y="49"/>
                    <a:pt x="111" y="64"/>
                    <a:pt x="95" y="64"/>
                  </a:cubicBezTo>
                  <a:lnTo>
                    <a:pt x="79" y="64"/>
                  </a:lnTo>
                  <a:lnTo>
                    <a:pt x="64" y="64"/>
                  </a:lnTo>
                  <a:lnTo>
                    <a:pt x="48" y="64"/>
                  </a:lnTo>
                  <a:lnTo>
                    <a:pt x="32" y="64"/>
                  </a:lnTo>
                  <a:lnTo>
                    <a:pt x="16" y="64"/>
                  </a:lnTo>
                  <a:lnTo>
                    <a:pt x="32" y="64"/>
                  </a:lnTo>
                  <a:lnTo>
                    <a:pt x="32" y="80"/>
                  </a:lnTo>
                  <a:lnTo>
                    <a:pt x="79" y="95"/>
                  </a:lnTo>
                  <a:lnTo>
                    <a:pt x="79" y="95"/>
                  </a:lnTo>
                  <a:cubicBezTo>
                    <a:pt x="95" y="95"/>
                    <a:pt x="111" y="80"/>
                    <a:pt x="111" y="80"/>
                  </a:cubicBezTo>
                  <a:lnTo>
                    <a:pt x="111" y="80"/>
                  </a:lnTo>
                  <a:cubicBezTo>
                    <a:pt x="111" y="80"/>
                    <a:pt x="127" y="80"/>
                    <a:pt x="127" y="95"/>
                  </a:cubicBezTo>
                  <a:cubicBezTo>
                    <a:pt x="142" y="95"/>
                    <a:pt x="158" y="112"/>
                    <a:pt x="190" y="112"/>
                  </a:cubicBezTo>
                  <a:lnTo>
                    <a:pt x="190" y="127"/>
                  </a:lnTo>
                  <a:cubicBezTo>
                    <a:pt x="205" y="127"/>
                    <a:pt x="221" y="112"/>
                    <a:pt x="221" y="95"/>
                  </a:cubicBezTo>
                  <a:cubicBezTo>
                    <a:pt x="237" y="80"/>
                    <a:pt x="221" y="49"/>
                    <a:pt x="205" y="49"/>
                  </a:cubicBezTo>
                  <a:lnTo>
                    <a:pt x="190" y="49"/>
                  </a:lnTo>
                  <a:cubicBezTo>
                    <a:pt x="174" y="49"/>
                    <a:pt x="174" y="32"/>
                    <a:pt x="174" y="32"/>
                  </a:cubicBezTo>
                  <a:cubicBezTo>
                    <a:pt x="174" y="32"/>
                    <a:pt x="158" y="17"/>
                    <a:pt x="142" y="17"/>
                  </a:cubicBezTo>
                  <a:cubicBezTo>
                    <a:pt x="127" y="17"/>
                    <a:pt x="127" y="1"/>
                    <a:pt x="111" y="1"/>
                  </a:cubicBezTo>
                  <a:close/>
                  <a:moveTo>
                    <a:pt x="1" y="1"/>
                  </a:moveTo>
                  <a:lnTo>
                    <a:pt x="1" y="1"/>
                  </a:lnTo>
                  <a:lnTo>
                    <a:pt x="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09" name="Google Shape;3609;p46"/>
            <p:cNvSpPr/>
            <p:nvPr/>
          </p:nvSpPr>
          <p:spPr>
            <a:xfrm>
              <a:off x="3424041" y="1754669"/>
              <a:ext cx="6042" cy="7060"/>
            </a:xfrm>
            <a:custGeom>
              <a:avLst/>
              <a:gdLst/>
              <a:ahLst/>
              <a:cxnLst/>
              <a:rect l="l" t="t" r="r" b="b"/>
              <a:pathLst>
                <a:path w="190" h="222" extrusionOk="0">
                  <a:moveTo>
                    <a:pt x="32" y="1"/>
                  </a:moveTo>
                  <a:cubicBezTo>
                    <a:pt x="32" y="17"/>
                    <a:pt x="17" y="17"/>
                    <a:pt x="17" y="32"/>
                  </a:cubicBezTo>
                  <a:lnTo>
                    <a:pt x="17" y="48"/>
                  </a:lnTo>
                  <a:lnTo>
                    <a:pt x="17" y="64"/>
                  </a:lnTo>
                  <a:cubicBezTo>
                    <a:pt x="0" y="80"/>
                    <a:pt x="17" y="95"/>
                    <a:pt x="17" y="111"/>
                  </a:cubicBezTo>
                  <a:lnTo>
                    <a:pt x="17" y="127"/>
                  </a:lnTo>
                  <a:cubicBezTo>
                    <a:pt x="17" y="143"/>
                    <a:pt x="32" y="143"/>
                    <a:pt x="32" y="143"/>
                  </a:cubicBezTo>
                  <a:lnTo>
                    <a:pt x="48" y="143"/>
                  </a:lnTo>
                  <a:lnTo>
                    <a:pt x="111" y="111"/>
                  </a:lnTo>
                  <a:lnTo>
                    <a:pt x="80" y="190"/>
                  </a:lnTo>
                  <a:cubicBezTo>
                    <a:pt x="80" y="206"/>
                    <a:pt x="95" y="221"/>
                    <a:pt x="111" y="221"/>
                  </a:cubicBezTo>
                  <a:lnTo>
                    <a:pt x="126" y="221"/>
                  </a:lnTo>
                  <a:cubicBezTo>
                    <a:pt x="143" y="221"/>
                    <a:pt x="143" y="221"/>
                    <a:pt x="158" y="206"/>
                  </a:cubicBezTo>
                  <a:lnTo>
                    <a:pt x="158" y="174"/>
                  </a:lnTo>
                  <a:lnTo>
                    <a:pt x="189" y="80"/>
                  </a:lnTo>
                  <a:lnTo>
                    <a:pt x="189" y="64"/>
                  </a:lnTo>
                  <a:cubicBezTo>
                    <a:pt x="189" y="64"/>
                    <a:pt x="189" y="48"/>
                    <a:pt x="174" y="32"/>
                  </a:cubicBezTo>
                  <a:lnTo>
                    <a:pt x="158" y="32"/>
                  </a:lnTo>
                  <a:lnTo>
                    <a:pt x="158" y="32"/>
                  </a:lnTo>
                  <a:lnTo>
                    <a:pt x="143" y="32"/>
                  </a:lnTo>
                  <a:lnTo>
                    <a:pt x="80" y="48"/>
                  </a:lnTo>
                  <a:lnTo>
                    <a:pt x="80" y="48"/>
                  </a:lnTo>
                  <a:cubicBezTo>
                    <a:pt x="80" y="32"/>
                    <a:pt x="80" y="17"/>
                    <a:pt x="63"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10" name="Google Shape;3610;p46"/>
            <p:cNvSpPr/>
            <p:nvPr/>
          </p:nvSpPr>
          <p:spPr>
            <a:xfrm>
              <a:off x="3142928" y="1823333"/>
              <a:ext cx="3530" cy="5534"/>
            </a:xfrm>
            <a:custGeom>
              <a:avLst/>
              <a:gdLst/>
              <a:ahLst/>
              <a:cxnLst/>
              <a:rect l="l" t="t" r="r" b="b"/>
              <a:pathLst>
                <a:path w="111" h="174" extrusionOk="0">
                  <a:moveTo>
                    <a:pt x="48" y="1"/>
                  </a:moveTo>
                  <a:lnTo>
                    <a:pt x="32" y="1"/>
                  </a:lnTo>
                  <a:lnTo>
                    <a:pt x="32" y="16"/>
                  </a:lnTo>
                  <a:cubicBezTo>
                    <a:pt x="16" y="16"/>
                    <a:pt x="1" y="32"/>
                    <a:pt x="16" y="47"/>
                  </a:cubicBezTo>
                  <a:lnTo>
                    <a:pt x="16" y="79"/>
                  </a:lnTo>
                  <a:lnTo>
                    <a:pt x="16" y="110"/>
                  </a:lnTo>
                  <a:lnTo>
                    <a:pt x="16" y="110"/>
                  </a:lnTo>
                  <a:lnTo>
                    <a:pt x="1" y="110"/>
                  </a:lnTo>
                  <a:cubicBezTo>
                    <a:pt x="1" y="127"/>
                    <a:pt x="1" y="158"/>
                    <a:pt x="16" y="158"/>
                  </a:cubicBezTo>
                  <a:cubicBezTo>
                    <a:pt x="16" y="173"/>
                    <a:pt x="32" y="173"/>
                    <a:pt x="32" y="173"/>
                  </a:cubicBezTo>
                  <a:cubicBezTo>
                    <a:pt x="48" y="173"/>
                    <a:pt x="48" y="173"/>
                    <a:pt x="64" y="158"/>
                  </a:cubicBezTo>
                  <a:lnTo>
                    <a:pt x="64" y="158"/>
                  </a:lnTo>
                  <a:cubicBezTo>
                    <a:pt x="79" y="142"/>
                    <a:pt x="79" y="127"/>
                    <a:pt x="95" y="110"/>
                  </a:cubicBezTo>
                  <a:cubicBezTo>
                    <a:pt x="95" y="110"/>
                    <a:pt x="95" y="95"/>
                    <a:pt x="79" y="95"/>
                  </a:cubicBezTo>
                  <a:lnTo>
                    <a:pt x="95" y="95"/>
                  </a:lnTo>
                  <a:lnTo>
                    <a:pt x="95" y="95"/>
                  </a:lnTo>
                  <a:cubicBezTo>
                    <a:pt x="111" y="64"/>
                    <a:pt x="95" y="47"/>
                    <a:pt x="95" y="32"/>
                  </a:cubicBezTo>
                  <a:cubicBezTo>
                    <a:pt x="95" y="32"/>
                    <a:pt x="79" y="32"/>
                    <a:pt x="79" y="16"/>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11" name="Google Shape;3611;p46"/>
            <p:cNvSpPr/>
            <p:nvPr/>
          </p:nvSpPr>
          <p:spPr>
            <a:xfrm>
              <a:off x="3326817" y="1815319"/>
              <a:ext cx="4580" cy="4516"/>
            </a:xfrm>
            <a:custGeom>
              <a:avLst/>
              <a:gdLst/>
              <a:ahLst/>
              <a:cxnLst/>
              <a:rect l="l" t="t" r="r" b="b"/>
              <a:pathLst>
                <a:path w="144" h="142" extrusionOk="0">
                  <a:moveTo>
                    <a:pt x="112" y="1"/>
                  </a:moveTo>
                  <a:lnTo>
                    <a:pt x="112" y="1"/>
                  </a:lnTo>
                  <a:lnTo>
                    <a:pt x="95" y="1"/>
                  </a:lnTo>
                  <a:cubicBezTo>
                    <a:pt x="95" y="1"/>
                    <a:pt x="95" y="16"/>
                    <a:pt x="80" y="16"/>
                  </a:cubicBezTo>
                  <a:lnTo>
                    <a:pt x="80" y="16"/>
                  </a:lnTo>
                  <a:lnTo>
                    <a:pt x="80" y="16"/>
                  </a:lnTo>
                  <a:cubicBezTo>
                    <a:pt x="64" y="32"/>
                    <a:pt x="64" y="32"/>
                    <a:pt x="48" y="32"/>
                  </a:cubicBezTo>
                  <a:lnTo>
                    <a:pt x="48" y="47"/>
                  </a:lnTo>
                  <a:lnTo>
                    <a:pt x="48" y="47"/>
                  </a:lnTo>
                  <a:cubicBezTo>
                    <a:pt x="32" y="47"/>
                    <a:pt x="32" y="64"/>
                    <a:pt x="17" y="64"/>
                  </a:cubicBezTo>
                  <a:lnTo>
                    <a:pt x="17" y="79"/>
                  </a:lnTo>
                  <a:cubicBezTo>
                    <a:pt x="1" y="95"/>
                    <a:pt x="1" y="110"/>
                    <a:pt x="17" y="127"/>
                  </a:cubicBezTo>
                  <a:cubicBezTo>
                    <a:pt x="32" y="127"/>
                    <a:pt x="32" y="142"/>
                    <a:pt x="48" y="142"/>
                  </a:cubicBezTo>
                  <a:lnTo>
                    <a:pt x="64" y="127"/>
                  </a:lnTo>
                  <a:cubicBezTo>
                    <a:pt x="80" y="127"/>
                    <a:pt x="80" y="110"/>
                    <a:pt x="80" y="110"/>
                  </a:cubicBezTo>
                  <a:lnTo>
                    <a:pt x="95" y="95"/>
                  </a:lnTo>
                  <a:lnTo>
                    <a:pt x="95" y="95"/>
                  </a:lnTo>
                  <a:lnTo>
                    <a:pt x="112" y="79"/>
                  </a:lnTo>
                  <a:cubicBezTo>
                    <a:pt x="127" y="79"/>
                    <a:pt x="127" y="64"/>
                    <a:pt x="127" y="64"/>
                  </a:cubicBezTo>
                  <a:cubicBezTo>
                    <a:pt x="127" y="64"/>
                    <a:pt x="143" y="64"/>
                    <a:pt x="143" y="47"/>
                  </a:cubicBezTo>
                  <a:cubicBezTo>
                    <a:pt x="143" y="32"/>
                    <a:pt x="143" y="32"/>
                    <a:pt x="12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12" name="Google Shape;3612;p46"/>
            <p:cNvSpPr/>
            <p:nvPr/>
          </p:nvSpPr>
          <p:spPr>
            <a:xfrm>
              <a:off x="3021152" y="1794265"/>
              <a:ext cx="4580" cy="3530"/>
            </a:xfrm>
            <a:custGeom>
              <a:avLst/>
              <a:gdLst/>
              <a:ahLst/>
              <a:cxnLst/>
              <a:rect l="l" t="t" r="r" b="b"/>
              <a:pathLst>
                <a:path w="144" h="111" extrusionOk="0">
                  <a:moveTo>
                    <a:pt x="80" y="1"/>
                  </a:moveTo>
                  <a:lnTo>
                    <a:pt x="80" y="1"/>
                  </a:lnTo>
                  <a:lnTo>
                    <a:pt x="64" y="1"/>
                  </a:lnTo>
                  <a:lnTo>
                    <a:pt x="32" y="16"/>
                  </a:lnTo>
                  <a:lnTo>
                    <a:pt x="17" y="32"/>
                  </a:lnTo>
                  <a:cubicBezTo>
                    <a:pt x="1" y="47"/>
                    <a:pt x="1" y="64"/>
                    <a:pt x="1" y="64"/>
                  </a:cubicBezTo>
                  <a:cubicBezTo>
                    <a:pt x="1" y="79"/>
                    <a:pt x="17" y="95"/>
                    <a:pt x="32" y="95"/>
                  </a:cubicBezTo>
                  <a:lnTo>
                    <a:pt x="32" y="95"/>
                  </a:lnTo>
                  <a:lnTo>
                    <a:pt x="95" y="110"/>
                  </a:lnTo>
                  <a:lnTo>
                    <a:pt x="95" y="110"/>
                  </a:lnTo>
                  <a:cubicBezTo>
                    <a:pt x="112" y="110"/>
                    <a:pt x="127" y="95"/>
                    <a:pt x="127" y="79"/>
                  </a:cubicBezTo>
                  <a:cubicBezTo>
                    <a:pt x="143" y="64"/>
                    <a:pt x="127" y="47"/>
                    <a:pt x="112" y="47"/>
                  </a:cubicBezTo>
                  <a:lnTo>
                    <a:pt x="112"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13" name="Google Shape;3613;p46"/>
            <p:cNvSpPr/>
            <p:nvPr/>
          </p:nvSpPr>
          <p:spPr>
            <a:xfrm>
              <a:off x="3268203" y="1771239"/>
              <a:ext cx="6520" cy="3021"/>
            </a:xfrm>
            <a:custGeom>
              <a:avLst/>
              <a:gdLst/>
              <a:ahLst/>
              <a:cxnLst/>
              <a:rect l="l" t="t" r="r" b="b"/>
              <a:pathLst>
                <a:path w="205" h="95" extrusionOk="0">
                  <a:moveTo>
                    <a:pt x="47" y="0"/>
                  </a:moveTo>
                  <a:lnTo>
                    <a:pt x="47" y="0"/>
                  </a:lnTo>
                  <a:cubicBezTo>
                    <a:pt x="47" y="15"/>
                    <a:pt x="32" y="15"/>
                    <a:pt x="16" y="15"/>
                  </a:cubicBezTo>
                  <a:lnTo>
                    <a:pt x="1" y="15"/>
                  </a:lnTo>
                  <a:cubicBezTo>
                    <a:pt x="1" y="32"/>
                    <a:pt x="1" y="47"/>
                    <a:pt x="16" y="63"/>
                  </a:cubicBezTo>
                  <a:cubicBezTo>
                    <a:pt x="32" y="63"/>
                    <a:pt x="47" y="63"/>
                    <a:pt x="47" y="78"/>
                  </a:cubicBezTo>
                  <a:lnTo>
                    <a:pt x="79" y="78"/>
                  </a:lnTo>
                  <a:lnTo>
                    <a:pt x="95" y="78"/>
                  </a:lnTo>
                  <a:cubicBezTo>
                    <a:pt x="110" y="63"/>
                    <a:pt x="110" y="63"/>
                    <a:pt x="127" y="63"/>
                  </a:cubicBezTo>
                  <a:lnTo>
                    <a:pt x="127" y="63"/>
                  </a:lnTo>
                  <a:cubicBezTo>
                    <a:pt x="142" y="63"/>
                    <a:pt x="142" y="78"/>
                    <a:pt x="142" y="78"/>
                  </a:cubicBezTo>
                  <a:lnTo>
                    <a:pt x="142" y="78"/>
                  </a:lnTo>
                  <a:cubicBezTo>
                    <a:pt x="158" y="95"/>
                    <a:pt x="158" y="95"/>
                    <a:pt x="173" y="95"/>
                  </a:cubicBezTo>
                  <a:lnTo>
                    <a:pt x="190" y="95"/>
                  </a:lnTo>
                  <a:cubicBezTo>
                    <a:pt x="205" y="95"/>
                    <a:pt x="205" y="78"/>
                    <a:pt x="205" y="78"/>
                  </a:cubicBezTo>
                  <a:lnTo>
                    <a:pt x="205" y="47"/>
                  </a:lnTo>
                  <a:cubicBezTo>
                    <a:pt x="205" y="32"/>
                    <a:pt x="190" y="32"/>
                    <a:pt x="190" y="15"/>
                  </a:cubicBezTo>
                  <a:lnTo>
                    <a:pt x="190" y="15"/>
                  </a:lnTo>
                  <a:cubicBezTo>
                    <a:pt x="190" y="47"/>
                    <a:pt x="173" y="63"/>
                    <a:pt x="158" y="63"/>
                  </a:cubicBezTo>
                  <a:lnTo>
                    <a:pt x="142" y="63"/>
                  </a:lnTo>
                  <a:cubicBezTo>
                    <a:pt x="127" y="63"/>
                    <a:pt x="110" y="47"/>
                    <a:pt x="110" y="32"/>
                  </a:cubicBezTo>
                  <a:lnTo>
                    <a:pt x="110" y="0"/>
                  </a:lnTo>
                  <a:lnTo>
                    <a:pt x="95" y="0"/>
                  </a:lnTo>
                  <a:lnTo>
                    <a:pt x="79" y="0"/>
                  </a:lnTo>
                  <a:lnTo>
                    <a:pt x="79"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14" name="Google Shape;3614;p46"/>
            <p:cNvSpPr/>
            <p:nvPr/>
          </p:nvSpPr>
          <p:spPr>
            <a:xfrm>
              <a:off x="3417012" y="1755178"/>
              <a:ext cx="7569" cy="7537"/>
            </a:xfrm>
            <a:custGeom>
              <a:avLst/>
              <a:gdLst/>
              <a:ahLst/>
              <a:cxnLst/>
              <a:rect l="l" t="t" r="r" b="b"/>
              <a:pathLst>
                <a:path w="238" h="237" extrusionOk="0">
                  <a:moveTo>
                    <a:pt x="190" y="1"/>
                  </a:moveTo>
                  <a:lnTo>
                    <a:pt x="158" y="1"/>
                  </a:lnTo>
                  <a:lnTo>
                    <a:pt x="143" y="16"/>
                  </a:lnTo>
                  <a:lnTo>
                    <a:pt x="127" y="16"/>
                  </a:lnTo>
                  <a:lnTo>
                    <a:pt x="80" y="16"/>
                  </a:lnTo>
                  <a:lnTo>
                    <a:pt x="64" y="16"/>
                  </a:lnTo>
                  <a:lnTo>
                    <a:pt x="49" y="16"/>
                  </a:lnTo>
                  <a:lnTo>
                    <a:pt x="32" y="16"/>
                  </a:lnTo>
                  <a:lnTo>
                    <a:pt x="32" y="16"/>
                  </a:lnTo>
                  <a:cubicBezTo>
                    <a:pt x="17" y="16"/>
                    <a:pt x="17" y="16"/>
                    <a:pt x="1" y="32"/>
                  </a:cubicBezTo>
                  <a:lnTo>
                    <a:pt x="1" y="64"/>
                  </a:lnTo>
                  <a:cubicBezTo>
                    <a:pt x="17" y="64"/>
                    <a:pt x="17" y="79"/>
                    <a:pt x="17" y="79"/>
                  </a:cubicBezTo>
                  <a:cubicBezTo>
                    <a:pt x="49" y="79"/>
                    <a:pt x="64" y="95"/>
                    <a:pt x="80" y="95"/>
                  </a:cubicBezTo>
                  <a:lnTo>
                    <a:pt x="80" y="95"/>
                  </a:lnTo>
                  <a:cubicBezTo>
                    <a:pt x="95" y="95"/>
                    <a:pt x="127" y="79"/>
                    <a:pt x="143" y="79"/>
                  </a:cubicBezTo>
                  <a:lnTo>
                    <a:pt x="158" y="79"/>
                  </a:lnTo>
                  <a:lnTo>
                    <a:pt x="158" y="79"/>
                  </a:lnTo>
                  <a:cubicBezTo>
                    <a:pt x="158" y="95"/>
                    <a:pt x="158" y="95"/>
                    <a:pt x="175" y="111"/>
                  </a:cubicBezTo>
                  <a:cubicBezTo>
                    <a:pt x="175" y="142"/>
                    <a:pt x="175" y="158"/>
                    <a:pt x="158" y="174"/>
                  </a:cubicBezTo>
                  <a:lnTo>
                    <a:pt x="158" y="205"/>
                  </a:lnTo>
                  <a:cubicBezTo>
                    <a:pt x="158" y="221"/>
                    <a:pt x="158" y="221"/>
                    <a:pt x="175" y="221"/>
                  </a:cubicBezTo>
                  <a:cubicBezTo>
                    <a:pt x="175" y="237"/>
                    <a:pt x="175" y="237"/>
                    <a:pt x="190" y="237"/>
                  </a:cubicBezTo>
                  <a:lnTo>
                    <a:pt x="190" y="237"/>
                  </a:lnTo>
                  <a:cubicBezTo>
                    <a:pt x="206" y="237"/>
                    <a:pt x="206" y="221"/>
                    <a:pt x="221" y="221"/>
                  </a:cubicBezTo>
                  <a:cubicBezTo>
                    <a:pt x="238" y="190"/>
                    <a:pt x="238" y="142"/>
                    <a:pt x="238" y="111"/>
                  </a:cubicBezTo>
                  <a:lnTo>
                    <a:pt x="238" y="95"/>
                  </a:lnTo>
                  <a:cubicBezTo>
                    <a:pt x="238" y="79"/>
                    <a:pt x="221" y="64"/>
                    <a:pt x="238" y="48"/>
                  </a:cubicBezTo>
                  <a:lnTo>
                    <a:pt x="238" y="32"/>
                  </a:lnTo>
                  <a:cubicBezTo>
                    <a:pt x="238" y="32"/>
                    <a:pt x="238" y="16"/>
                    <a:pt x="221" y="16"/>
                  </a:cubicBezTo>
                  <a:lnTo>
                    <a:pt x="206" y="1"/>
                  </a:lnTo>
                  <a:lnTo>
                    <a:pt x="19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15" name="Google Shape;3615;p46"/>
            <p:cNvSpPr/>
            <p:nvPr/>
          </p:nvSpPr>
          <p:spPr>
            <a:xfrm>
              <a:off x="3271701" y="1769235"/>
              <a:ext cx="2544" cy="4039"/>
            </a:xfrm>
            <a:custGeom>
              <a:avLst/>
              <a:gdLst/>
              <a:ahLst/>
              <a:cxnLst/>
              <a:rect l="l" t="t" r="r" b="b"/>
              <a:pathLst>
                <a:path w="80" h="127" extrusionOk="0">
                  <a:moveTo>
                    <a:pt x="32" y="0"/>
                  </a:moveTo>
                  <a:lnTo>
                    <a:pt x="32" y="0"/>
                  </a:lnTo>
                  <a:cubicBezTo>
                    <a:pt x="17" y="0"/>
                    <a:pt x="0" y="15"/>
                    <a:pt x="0" y="47"/>
                  </a:cubicBezTo>
                  <a:lnTo>
                    <a:pt x="0" y="63"/>
                  </a:lnTo>
                  <a:lnTo>
                    <a:pt x="0" y="95"/>
                  </a:lnTo>
                  <a:cubicBezTo>
                    <a:pt x="0" y="110"/>
                    <a:pt x="17" y="126"/>
                    <a:pt x="32" y="126"/>
                  </a:cubicBezTo>
                  <a:lnTo>
                    <a:pt x="48" y="126"/>
                  </a:lnTo>
                  <a:cubicBezTo>
                    <a:pt x="63" y="126"/>
                    <a:pt x="80" y="110"/>
                    <a:pt x="80" y="78"/>
                  </a:cubicBezTo>
                  <a:lnTo>
                    <a:pt x="80" y="78"/>
                  </a:lnTo>
                  <a:lnTo>
                    <a:pt x="63" y="32"/>
                  </a:lnTo>
                  <a:lnTo>
                    <a:pt x="63" y="15"/>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16" name="Google Shape;3616;p46"/>
            <p:cNvSpPr/>
            <p:nvPr/>
          </p:nvSpPr>
          <p:spPr>
            <a:xfrm>
              <a:off x="3080275" y="1789749"/>
              <a:ext cx="5565" cy="3562"/>
            </a:xfrm>
            <a:custGeom>
              <a:avLst/>
              <a:gdLst/>
              <a:ahLst/>
              <a:cxnLst/>
              <a:rect l="l" t="t" r="r" b="b"/>
              <a:pathLst>
                <a:path w="175" h="112" extrusionOk="0">
                  <a:moveTo>
                    <a:pt x="95" y="48"/>
                  </a:moveTo>
                  <a:lnTo>
                    <a:pt x="95" y="32"/>
                  </a:lnTo>
                  <a:lnTo>
                    <a:pt x="95" y="48"/>
                  </a:lnTo>
                  <a:lnTo>
                    <a:pt x="95" y="48"/>
                  </a:lnTo>
                  <a:close/>
                  <a:moveTo>
                    <a:pt x="17" y="0"/>
                  </a:moveTo>
                  <a:cubicBezTo>
                    <a:pt x="17" y="0"/>
                    <a:pt x="1" y="0"/>
                    <a:pt x="1" y="17"/>
                  </a:cubicBezTo>
                  <a:lnTo>
                    <a:pt x="1" y="32"/>
                  </a:lnTo>
                  <a:cubicBezTo>
                    <a:pt x="17" y="95"/>
                    <a:pt x="64" y="111"/>
                    <a:pt x="95" y="111"/>
                  </a:cubicBezTo>
                  <a:lnTo>
                    <a:pt x="112" y="111"/>
                  </a:lnTo>
                  <a:lnTo>
                    <a:pt x="143" y="111"/>
                  </a:lnTo>
                  <a:lnTo>
                    <a:pt x="143" y="111"/>
                  </a:lnTo>
                  <a:lnTo>
                    <a:pt x="143" y="111"/>
                  </a:lnTo>
                  <a:cubicBezTo>
                    <a:pt x="158" y="111"/>
                    <a:pt x="175" y="95"/>
                    <a:pt x="175" y="95"/>
                  </a:cubicBezTo>
                  <a:lnTo>
                    <a:pt x="175" y="80"/>
                  </a:lnTo>
                  <a:lnTo>
                    <a:pt x="175" y="63"/>
                  </a:lnTo>
                  <a:lnTo>
                    <a:pt x="175" y="48"/>
                  </a:lnTo>
                  <a:cubicBezTo>
                    <a:pt x="158" y="48"/>
                    <a:pt x="158" y="32"/>
                    <a:pt x="158" y="32"/>
                  </a:cubicBezTo>
                  <a:lnTo>
                    <a:pt x="143" y="17"/>
                  </a:lnTo>
                  <a:lnTo>
                    <a:pt x="127" y="17"/>
                  </a:lnTo>
                  <a:lnTo>
                    <a:pt x="95" y="32"/>
                  </a:lnTo>
                  <a:lnTo>
                    <a:pt x="95" y="32"/>
                  </a:lnTo>
                  <a:cubicBezTo>
                    <a:pt x="80" y="32"/>
                    <a:pt x="64" y="17"/>
                    <a:pt x="64"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17" name="Google Shape;3617;p46"/>
            <p:cNvSpPr/>
            <p:nvPr/>
          </p:nvSpPr>
          <p:spPr>
            <a:xfrm>
              <a:off x="3083296" y="1790735"/>
              <a:ext cx="32" cy="572"/>
            </a:xfrm>
            <a:custGeom>
              <a:avLst/>
              <a:gdLst/>
              <a:ahLst/>
              <a:cxnLst/>
              <a:rect l="l" t="t" r="r" b="b"/>
              <a:pathLst>
                <a:path w="1" h="18" extrusionOk="0">
                  <a:moveTo>
                    <a:pt x="0" y="1"/>
                  </a:moveTo>
                  <a:lnTo>
                    <a:pt x="0" y="17"/>
                  </a:lnTo>
                  <a:lnTo>
                    <a:pt x="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18" name="Google Shape;3618;p46"/>
            <p:cNvSpPr/>
            <p:nvPr/>
          </p:nvSpPr>
          <p:spPr>
            <a:xfrm>
              <a:off x="3340843" y="1788731"/>
              <a:ext cx="5057" cy="5057"/>
            </a:xfrm>
            <a:custGeom>
              <a:avLst/>
              <a:gdLst/>
              <a:ahLst/>
              <a:cxnLst/>
              <a:rect l="l" t="t" r="r" b="b"/>
              <a:pathLst>
                <a:path w="159" h="159" extrusionOk="0">
                  <a:moveTo>
                    <a:pt x="32" y="1"/>
                  </a:moveTo>
                  <a:lnTo>
                    <a:pt x="32" y="1"/>
                  </a:lnTo>
                  <a:cubicBezTo>
                    <a:pt x="17" y="1"/>
                    <a:pt x="17" y="17"/>
                    <a:pt x="17" y="17"/>
                  </a:cubicBezTo>
                  <a:lnTo>
                    <a:pt x="17" y="17"/>
                  </a:lnTo>
                  <a:cubicBezTo>
                    <a:pt x="32" y="17"/>
                    <a:pt x="49" y="49"/>
                    <a:pt x="32" y="64"/>
                  </a:cubicBezTo>
                  <a:lnTo>
                    <a:pt x="32" y="80"/>
                  </a:lnTo>
                  <a:lnTo>
                    <a:pt x="49" y="95"/>
                  </a:lnTo>
                  <a:lnTo>
                    <a:pt x="32" y="95"/>
                  </a:lnTo>
                  <a:cubicBezTo>
                    <a:pt x="17" y="95"/>
                    <a:pt x="1" y="127"/>
                    <a:pt x="17" y="143"/>
                  </a:cubicBezTo>
                  <a:cubicBezTo>
                    <a:pt x="17" y="143"/>
                    <a:pt x="17" y="158"/>
                    <a:pt x="32" y="158"/>
                  </a:cubicBezTo>
                  <a:lnTo>
                    <a:pt x="32" y="158"/>
                  </a:lnTo>
                  <a:lnTo>
                    <a:pt x="112" y="127"/>
                  </a:lnTo>
                  <a:cubicBezTo>
                    <a:pt x="112" y="112"/>
                    <a:pt x="127" y="95"/>
                    <a:pt x="143" y="95"/>
                  </a:cubicBezTo>
                  <a:lnTo>
                    <a:pt x="158" y="95"/>
                  </a:lnTo>
                  <a:cubicBezTo>
                    <a:pt x="158" y="80"/>
                    <a:pt x="143" y="80"/>
                    <a:pt x="143" y="64"/>
                  </a:cubicBezTo>
                  <a:lnTo>
                    <a:pt x="95" y="49"/>
                  </a:lnTo>
                  <a:lnTo>
                    <a:pt x="49" y="17"/>
                  </a:lnTo>
                  <a:lnTo>
                    <a:pt x="49"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19" name="Google Shape;3619;p46"/>
            <p:cNvSpPr/>
            <p:nvPr/>
          </p:nvSpPr>
          <p:spPr>
            <a:xfrm>
              <a:off x="3092837" y="1786727"/>
              <a:ext cx="6042" cy="5057"/>
            </a:xfrm>
            <a:custGeom>
              <a:avLst/>
              <a:gdLst/>
              <a:ahLst/>
              <a:cxnLst/>
              <a:rect l="l" t="t" r="r" b="b"/>
              <a:pathLst>
                <a:path w="190" h="159" extrusionOk="0">
                  <a:moveTo>
                    <a:pt x="63" y="1"/>
                  </a:moveTo>
                  <a:lnTo>
                    <a:pt x="63" y="1"/>
                  </a:lnTo>
                  <a:cubicBezTo>
                    <a:pt x="47" y="1"/>
                    <a:pt x="32" y="1"/>
                    <a:pt x="32" y="17"/>
                  </a:cubicBezTo>
                  <a:lnTo>
                    <a:pt x="15" y="80"/>
                  </a:lnTo>
                  <a:cubicBezTo>
                    <a:pt x="0" y="95"/>
                    <a:pt x="0" y="95"/>
                    <a:pt x="15" y="112"/>
                  </a:cubicBezTo>
                  <a:lnTo>
                    <a:pt x="15" y="112"/>
                  </a:lnTo>
                  <a:cubicBezTo>
                    <a:pt x="15" y="112"/>
                    <a:pt x="15" y="127"/>
                    <a:pt x="32" y="127"/>
                  </a:cubicBezTo>
                  <a:lnTo>
                    <a:pt x="110" y="158"/>
                  </a:lnTo>
                  <a:lnTo>
                    <a:pt x="126" y="158"/>
                  </a:lnTo>
                  <a:lnTo>
                    <a:pt x="142" y="158"/>
                  </a:lnTo>
                  <a:lnTo>
                    <a:pt x="142" y="158"/>
                  </a:lnTo>
                  <a:cubicBezTo>
                    <a:pt x="158" y="158"/>
                    <a:pt x="158" y="158"/>
                    <a:pt x="158" y="143"/>
                  </a:cubicBezTo>
                  <a:lnTo>
                    <a:pt x="173" y="143"/>
                  </a:lnTo>
                  <a:lnTo>
                    <a:pt x="189" y="80"/>
                  </a:lnTo>
                  <a:lnTo>
                    <a:pt x="189" y="80"/>
                  </a:lnTo>
                  <a:lnTo>
                    <a:pt x="189" y="80"/>
                  </a:lnTo>
                  <a:cubicBezTo>
                    <a:pt x="189" y="64"/>
                    <a:pt x="189" y="49"/>
                    <a:pt x="173" y="32"/>
                  </a:cubicBezTo>
                  <a:lnTo>
                    <a:pt x="158" y="32"/>
                  </a:lnTo>
                  <a:cubicBezTo>
                    <a:pt x="142" y="32"/>
                    <a:pt x="126" y="49"/>
                    <a:pt x="126" y="64"/>
                  </a:cubicBezTo>
                  <a:lnTo>
                    <a:pt x="110" y="80"/>
                  </a:lnTo>
                  <a:lnTo>
                    <a:pt x="78" y="80"/>
                  </a:lnTo>
                  <a:lnTo>
                    <a:pt x="95" y="49"/>
                  </a:lnTo>
                  <a:lnTo>
                    <a:pt x="95" y="49"/>
                  </a:lnTo>
                  <a:cubicBezTo>
                    <a:pt x="110" y="32"/>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20" name="Google Shape;3620;p46"/>
            <p:cNvSpPr/>
            <p:nvPr/>
          </p:nvSpPr>
          <p:spPr>
            <a:xfrm>
              <a:off x="3273228" y="1811312"/>
              <a:ext cx="4516" cy="5057"/>
            </a:xfrm>
            <a:custGeom>
              <a:avLst/>
              <a:gdLst/>
              <a:ahLst/>
              <a:cxnLst/>
              <a:rect l="l" t="t" r="r" b="b"/>
              <a:pathLst>
                <a:path w="142" h="159" extrusionOk="0">
                  <a:moveTo>
                    <a:pt x="110" y="1"/>
                  </a:moveTo>
                  <a:lnTo>
                    <a:pt x="110" y="1"/>
                  </a:lnTo>
                  <a:cubicBezTo>
                    <a:pt x="79" y="1"/>
                    <a:pt x="79" y="16"/>
                    <a:pt x="79" y="32"/>
                  </a:cubicBezTo>
                  <a:lnTo>
                    <a:pt x="63" y="79"/>
                  </a:lnTo>
                  <a:lnTo>
                    <a:pt x="47" y="64"/>
                  </a:lnTo>
                  <a:lnTo>
                    <a:pt x="47" y="64"/>
                  </a:lnTo>
                  <a:lnTo>
                    <a:pt x="15" y="64"/>
                  </a:lnTo>
                  <a:lnTo>
                    <a:pt x="15" y="79"/>
                  </a:lnTo>
                  <a:lnTo>
                    <a:pt x="15" y="95"/>
                  </a:lnTo>
                  <a:cubicBezTo>
                    <a:pt x="0" y="110"/>
                    <a:pt x="15" y="127"/>
                    <a:pt x="32" y="127"/>
                  </a:cubicBezTo>
                  <a:lnTo>
                    <a:pt x="95" y="158"/>
                  </a:lnTo>
                  <a:lnTo>
                    <a:pt x="110" y="158"/>
                  </a:lnTo>
                  <a:lnTo>
                    <a:pt x="126" y="158"/>
                  </a:lnTo>
                  <a:cubicBezTo>
                    <a:pt x="126" y="142"/>
                    <a:pt x="142" y="127"/>
                    <a:pt x="142" y="127"/>
                  </a:cubicBezTo>
                  <a:lnTo>
                    <a:pt x="142" y="95"/>
                  </a:lnTo>
                  <a:lnTo>
                    <a:pt x="142" y="32"/>
                  </a:lnTo>
                  <a:lnTo>
                    <a:pt x="142"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21" name="Google Shape;3621;p46"/>
            <p:cNvSpPr/>
            <p:nvPr/>
          </p:nvSpPr>
          <p:spPr>
            <a:xfrm>
              <a:off x="3084823" y="1793279"/>
              <a:ext cx="3021" cy="3021"/>
            </a:xfrm>
            <a:custGeom>
              <a:avLst/>
              <a:gdLst/>
              <a:ahLst/>
              <a:cxnLst/>
              <a:rect l="l" t="t" r="r" b="b"/>
              <a:pathLst>
                <a:path w="95" h="95" extrusionOk="0">
                  <a:moveTo>
                    <a:pt x="78" y="0"/>
                  </a:moveTo>
                  <a:lnTo>
                    <a:pt x="63" y="0"/>
                  </a:lnTo>
                  <a:lnTo>
                    <a:pt x="47" y="0"/>
                  </a:lnTo>
                  <a:lnTo>
                    <a:pt x="47" y="0"/>
                  </a:lnTo>
                  <a:lnTo>
                    <a:pt x="0" y="32"/>
                  </a:lnTo>
                  <a:lnTo>
                    <a:pt x="0" y="63"/>
                  </a:lnTo>
                  <a:lnTo>
                    <a:pt x="0" y="78"/>
                  </a:lnTo>
                  <a:cubicBezTo>
                    <a:pt x="15" y="95"/>
                    <a:pt x="15" y="95"/>
                    <a:pt x="32" y="95"/>
                  </a:cubicBezTo>
                  <a:lnTo>
                    <a:pt x="32" y="95"/>
                  </a:lnTo>
                  <a:lnTo>
                    <a:pt x="47" y="95"/>
                  </a:lnTo>
                  <a:lnTo>
                    <a:pt x="47" y="95"/>
                  </a:lnTo>
                  <a:lnTo>
                    <a:pt x="95" y="63"/>
                  </a:lnTo>
                  <a:cubicBezTo>
                    <a:pt x="78" y="47"/>
                    <a:pt x="95" y="32"/>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22" name="Google Shape;3622;p46"/>
            <p:cNvSpPr/>
            <p:nvPr/>
          </p:nvSpPr>
          <p:spPr>
            <a:xfrm>
              <a:off x="3310311" y="1819326"/>
              <a:ext cx="3498" cy="3053"/>
            </a:xfrm>
            <a:custGeom>
              <a:avLst/>
              <a:gdLst/>
              <a:ahLst/>
              <a:cxnLst/>
              <a:rect l="l" t="t" r="r" b="b"/>
              <a:pathLst>
                <a:path w="110" h="96" extrusionOk="0">
                  <a:moveTo>
                    <a:pt x="47" y="1"/>
                  </a:moveTo>
                  <a:lnTo>
                    <a:pt x="47" y="1"/>
                  </a:lnTo>
                  <a:cubicBezTo>
                    <a:pt x="32" y="1"/>
                    <a:pt x="32" y="1"/>
                    <a:pt x="15" y="16"/>
                  </a:cubicBezTo>
                  <a:lnTo>
                    <a:pt x="15" y="16"/>
                  </a:lnTo>
                  <a:cubicBezTo>
                    <a:pt x="0" y="32"/>
                    <a:pt x="15" y="47"/>
                    <a:pt x="15" y="64"/>
                  </a:cubicBezTo>
                  <a:lnTo>
                    <a:pt x="63" y="95"/>
                  </a:lnTo>
                  <a:lnTo>
                    <a:pt x="78" y="95"/>
                  </a:lnTo>
                  <a:lnTo>
                    <a:pt x="78" y="95"/>
                  </a:lnTo>
                  <a:cubicBezTo>
                    <a:pt x="95" y="95"/>
                    <a:pt x="95" y="95"/>
                    <a:pt x="110" y="79"/>
                  </a:cubicBezTo>
                  <a:cubicBezTo>
                    <a:pt x="110" y="64"/>
                    <a:pt x="110" y="47"/>
                    <a:pt x="95" y="32"/>
                  </a:cubicBez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23" name="Google Shape;3623;p46"/>
            <p:cNvSpPr/>
            <p:nvPr/>
          </p:nvSpPr>
          <p:spPr>
            <a:xfrm>
              <a:off x="3423023" y="1752666"/>
              <a:ext cx="9064" cy="2544"/>
            </a:xfrm>
            <a:custGeom>
              <a:avLst/>
              <a:gdLst/>
              <a:ahLst/>
              <a:cxnLst/>
              <a:rect l="l" t="t" r="r" b="b"/>
              <a:pathLst>
                <a:path w="285" h="80" extrusionOk="0">
                  <a:moveTo>
                    <a:pt x="49" y="0"/>
                  </a:moveTo>
                  <a:lnTo>
                    <a:pt x="32" y="0"/>
                  </a:lnTo>
                  <a:cubicBezTo>
                    <a:pt x="17" y="0"/>
                    <a:pt x="17" y="17"/>
                    <a:pt x="17" y="32"/>
                  </a:cubicBezTo>
                  <a:cubicBezTo>
                    <a:pt x="1" y="48"/>
                    <a:pt x="17" y="48"/>
                    <a:pt x="17" y="64"/>
                  </a:cubicBezTo>
                  <a:lnTo>
                    <a:pt x="49" y="64"/>
                  </a:lnTo>
                  <a:lnTo>
                    <a:pt x="64" y="64"/>
                  </a:lnTo>
                  <a:lnTo>
                    <a:pt x="95" y="80"/>
                  </a:lnTo>
                  <a:lnTo>
                    <a:pt x="190" y="80"/>
                  </a:lnTo>
                  <a:lnTo>
                    <a:pt x="253" y="80"/>
                  </a:lnTo>
                  <a:lnTo>
                    <a:pt x="253" y="80"/>
                  </a:lnTo>
                  <a:cubicBezTo>
                    <a:pt x="269" y="80"/>
                    <a:pt x="284" y="64"/>
                    <a:pt x="284" y="48"/>
                  </a:cubicBezTo>
                  <a:lnTo>
                    <a:pt x="284" y="32"/>
                  </a:lnTo>
                  <a:cubicBezTo>
                    <a:pt x="284" y="17"/>
                    <a:pt x="269" y="17"/>
                    <a:pt x="253" y="17"/>
                  </a:cubicBezTo>
                  <a:lnTo>
                    <a:pt x="190"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24" name="Google Shape;3624;p46"/>
            <p:cNvSpPr/>
            <p:nvPr/>
          </p:nvSpPr>
          <p:spPr>
            <a:xfrm>
              <a:off x="3292278" y="1813315"/>
              <a:ext cx="3021" cy="3053"/>
            </a:xfrm>
            <a:custGeom>
              <a:avLst/>
              <a:gdLst/>
              <a:ahLst/>
              <a:cxnLst/>
              <a:rect l="l" t="t" r="r" b="b"/>
              <a:pathLst>
                <a:path w="95" h="96" extrusionOk="0">
                  <a:moveTo>
                    <a:pt x="63" y="1"/>
                  </a:moveTo>
                  <a:lnTo>
                    <a:pt x="63" y="1"/>
                  </a:lnTo>
                  <a:lnTo>
                    <a:pt x="47" y="1"/>
                  </a:lnTo>
                  <a:lnTo>
                    <a:pt x="0" y="16"/>
                  </a:lnTo>
                  <a:lnTo>
                    <a:pt x="0" y="64"/>
                  </a:lnTo>
                  <a:lnTo>
                    <a:pt x="0" y="79"/>
                  </a:lnTo>
                  <a:cubicBezTo>
                    <a:pt x="0" y="95"/>
                    <a:pt x="0" y="95"/>
                    <a:pt x="15" y="95"/>
                  </a:cubicBezTo>
                  <a:lnTo>
                    <a:pt x="15" y="95"/>
                  </a:lnTo>
                  <a:lnTo>
                    <a:pt x="47" y="79"/>
                  </a:lnTo>
                  <a:lnTo>
                    <a:pt x="78" y="64"/>
                  </a:lnTo>
                  <a:lnTo>
                    <a:pt x="78" y="64"/>
                  </a:lnTo>
                  <a:lnTo>
                    <a:pt x="95" y="64"/>
                  </a:lnTo>
                  <a:lnTo>
                    <a:pt x="78" y="64"/>
                  </a:lnTo>
                  <a:cubicBezTo>
                    <a:pt x="78" y="47"/>
                    <a:pt x="63" y="16"/>
                    <a:pt x="78" y="16"/>
                  </a:cubicBezTo>
                  <a:lnTo>
                    <a:pt x="7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25" name="Google Shape;3625;p46"/>
            <p:cNvSpPr/>
            <p:nvPr/>
          </p:nvSpPr>
          <p:spPr>
            <a:xfrm>
              <a:off x="3317308" y="1776232"/>
              <a:ext cx="2512" cy="3530"/>
            </a:xfrm>
            <a:custGeom>
              <a:avLst/>
              <a:gdLst/>
              <a:ahLst/>
              <a:cxnLst/>
              <a:rect l="l" t="t" r="r" b="b"/>
              <a:pathLst>
                <a:path w="79" h="111" extrusionOk="0">
                  <a:moveTo>
                    <a:pt x="64" y="1"/>
                  </a:moveTo>
                  <a:lnTo>
                    <a:pt x="64" y="1"/>
                  </a:lnTo>
                  <a:cubicBezTo>
                    <a:pt x="48" y="1"/>
                    <a:pt x="32" y="1"/>
                    <a:pt x="32" y="16"/>
                  </a:cubicBezTo>
                  <a:lnTo>
                    <a:pt x="1" y="47"/>
                  </a:lnTo>
                  <a:cubicBezTo>
                    <a:pt x="1" y="64"/>
                    <a:pt x="1" y="95"/>
                    <a:pt x="16" y="95"/>
                  </a:cubicBezTo>
                  <a:cubicBezTo>
                    <a:pt x="16" y="110"/>
                    <a:pt x="32" y="110"/>
                    <a:pt x="32" y="110"/>
                  </a:cubicBezTo>
                  <a:cubicBezTo>
                    <a:pt x="32" y="110"/>
                    <a:pt x="48" y="110"/>
                    <a:pt x="48" y="95"/>
                  </a:cubicBezTo>
                  <a:lnTo>
                    <a:pt x="32" y="47"/>
                  </a:lnTo>
                  <a:cubicBezTo>
                    <a:pt x="32" y="32"/>
                    <a:pt x="48" y="1"/>
                    <a:pt x="64" y="1"/>
                  </a:cubicBezTo>
                  <a:lnTo>
                    <a:pt x="64" y="1"/>
                  </a:lnTo>
                  <a:lnTo>
                    <a:pt x="64" y="1"/>
                  </a:lnTo>
                  <a:lnTo>
                    <a:pt x="64" y="1"/>
                  </a:lnTo>
                  <a:lnTo>
                    <a:pt x="79" y="1"/>
                  </a:lnTo>
                  <a:lnTo>
                    <a:pt x="79" y="1"/>
                  </a:lnTo>
                  <a:lnTo>
                    <a:pt x="79" y="1"/>
                  </a:lnTo>
                  <a:lnTo>
                    <a:pt x="79" y="1"/>
                  </a:lnTo>
                  <a:lnTo>
                    <a:pt x="79"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26" name="Google Shape;3626;p46"/>
            <p:cNvSpPr/>
            <p:nvPr/>
          </p:nvSpPr>
          <p:spPr>
            <a:xfrm>
              <a:off x="3436063" y="1763702"/>
              <a:ext cx="2035" cy="4548"/>
            </a:xfrm>
            <a:custGeom>
              <a:avLst/>
              <a:gdLst/>
              <a:ahLst/>
              <a:cxnLst/>
              <a:rect l="l" t="t" r="r" b="b"/>
              <a:pathLst>
                <a:path w="64" h="143" extrusionOk="0">
                  <a:moveTo>
                    <a:pt x="32" y="0"/>
                  </a:moveTo>
                  <a:lnTo>
                    <a:pt x="32" y="0"/>
                  </a:lnTo>
                  <a:cubicBezTo>
                    <a:pt x="17" y="0"/>
                    <a:pt x="0" y="16"/>
                    <a:pt x="0" y="16"/>
                  </a:cubicBezTo>
                  <a:lnTo>
                    <a:pt x="0" y="32"/>
                  </a:lnTo>
                  <a:lnTo>
                    <a:pt x="0" y="111"/>
                  </a:lnTo>
                  <a:cubicBezTo>
                    <a:pt x="0" y="126"/>
                    <a:pt x="17" y="126"/>
                    <a:pt x="32" y="143"/>
                  </a:cubicBezTo>
                  <a:lnTo>
                    <a:pt x="17" y="126"/>
                  </a:lnTo>
                  <a:lnTo>
                    <a:pt x="17" y="111"/>
                  </a:lnTo>
                  <a:lnTo>
                    <a:pt x="48" y="80"/>
                  </a:lnTo>
                  <a:lnTo>
                    <a:pt x="63" y="80"/>
                  </a:lnTo>
                  <a:lnTo>
                    <a:pt x="63" y="32"/>
                  </a:lnTo>
                  <a:cubicBezTo>
                    <a:pt x="63"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27" name="Google Shape;3627;p46"/>
            <p:cNvSpPr/>
            <p:nvPr/>
          </p:nvSpPr>
          <p:spPr>
            <a:xfrm>
              <a:off x="3400983" y="1765705"/>
              <a:ext cx="6551" cy="5025"/>
            </a:xfrm>
            <a:custGeom>
              <a:avLst/>
              <a:gdLst/>
              <a:ahLst/>
              <a:cxnLst/>
              <a:rect l="l" t="t" r="r" b="b"/>
              <a:pathLst>
                <a:path w="206" h="158" extrusionOk="0">
                  <a:moveTo>
                    <a:pt x="48" y="0"/>
                  </a:moveTo>
                  <a:lnTo>
                    <a:pt x="48" y="0"/>
                  </a:lnTo>
                  <a:lnTo>
                    <a:pt x="32" y="0"/>
                  </a:lnTo>
                  <a:cubicBezTo>
                    <a:pt x="17" y="17"/>
                    <a:pt x="0" y="32"/>
                    <a:pt x="17" y="48"/>
                  </a:cubicBezTo>
                  <a:lnTo>
                    <a:pt x="17" y="63"/>
                  </a:lnTo>
                  <a:lnTo>
                    <a:pt x="32" y="111"/>
                  </a:lnTo>
                  <a:lnTo>
                    <a:pt x="32" y="126"/>
                  </a:lnTo>
                  <a:lnTo>
                    <a:pt x="48" y="126"/>
                  </a:lnTo>
                  <a:lnTo>
                    <a:pt x="63" y="126"/>
                  </a:lnTo>
                  <a:lnTo>
                    <a:pt x="63" y="126"/>
                  </a:lnTo>
                  <a:lnTo>
                    <a:pt x="95" y="126"/>
                  </a:lnTo>
                  <a:lnTo>
                    <a:pt x="126" y="126"/>
                  </a:lnTo>
                  <a:lnTo>
                    <a:pt x="126" y="143"/>
                  </a:lnTo>
                  <a:cubicBezTo>
                    <a:pt x="143" y="158"/>
                    <a:pt x="143" y="158"/>
                    <a:pt x="158" y="158"/>
                  </a:cubicBezTo>
                  <a:lnTo>
                    <a:pt x="174" y="158"/>
                  </a:lnTo>
                  <a:cubicBezTo>
                    <a:pt x="189" y="143"/>
                    <a:pt x="206" y="126"/>
                    <a:pt x="189" y="111"/>
                  </a:cubicBezTo>
                  <a:lnTo>
                    <a:pt x="189" y="95"/>
                  </a:lnTo>
                  <a:lnTo>
                    <a:pt x="174" y="63"/>
                  </a:lnTo>
                  <a:cubicBezTo>
                    <a:pt x="158" y="48"/>
                    <a:pt x="158" y="48"/>
                    <a:pt x="143" y="48"/>
                  </a:cubicBezTo>
                  <a:lnTo>
                    <a:pt x="126" y="48"/>
                  </a:lnTo>
                  <a:lnTo>
                    <a:pt x="80" y="63"/>
                  </a:lnTo>
                  <a:lnTo>
                    <a:pt x="80" y="32"/>
                  </a:lnTo>
                  <a:cubicBezTo>
                    <a:pt x="80" y="17"/>
                    <a:pt x="63" y="17"/>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28" name="Google Shape;3628;p46"/>
            <p:cNvSpPr/>
            <p:nvPr/>
          </p:nvSpPr>
          <p:spPr>
            <a:xfrm>
              <a:off x="3049203" y="1802279"/>
              <a:ext cx="5057" cy="3530"/>
            </a:xfrm>
            <a:custGeom>
              <a:avLst/>
              <a:gdLst/>
              <a:ahLst/>
              <a:cxnLst/>
              <a:rect l="l" t="t" r="r" b="b"/>
              <a:pathLst>
                <a:path w="159" h="111" extrusionOk="0">
                  <a:moveTo>
                    <a:pt x="32" y="1"/>
                  </a:moveTo>
                  <a:lnTo>
                    <a:pt x="32" y="1"/>
                  </a:lnTo>
                  <a:cubicBezTo>
                    <a:pt x="17" y="1"/>
                    <a:pt x="1" y="16"/>
                    <a:pt x="1" y="16"/>
                  </a:cubicBezTo>
                  <a:cubicBezTo>
                    <a:pt x="1" y="32"/>
                    <a:pt x="1" y="64"/>
                    <a:pt x="17" y="64"/>
                  </a:cubicBezTo>
                  <a:lnTo>
                    <a:pt x="17" y="64"/>
                  </a:lnTo>
                  <a:lnTo>
                    <a:pt x="64" y="95"/>
                  </a:lnTo>
                  <a:cubicBezTo>
                    <a:pt x="80" y="79"/>
                    <a:pt x="80" y="79"/>
                    <a:pt x="96" y="79"/>
                  </a:cubicBezTo>
                  <a:lnTo>
                    <a:pt x="96" y="79"/>
                  </a:lnTo>
                  <a:cubicBezTo>
                    <a:pt x="112" y="79"/>
                    <a:pt x="127" y="95"/>
                    <a:pt x="127" y="111"/>
                  </a:cubicBezTo>
                  <a:lnTo>
                    <a:pt x="127" y="111"/>
                  </a:lnTo>
                  <a:cubicBezTo>
                    <a:pt x="143" y="111"/>
                    <a:pt x="143" y="111"/>
                    <a:pt x="159" y="95"/>
                  </a:cubicBezTo>
                  <a:cubicBezTo>
                    <a:pt x="159" y="79"/>
                    <a:pt x="159" y="64"/>
                    <a:pt x="143" y="48"/>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29" name="Google Shape;3629;p46"/>
            <p:cNvSpPr/>
            <p:nvPr/>
          </p:nvSpPr>
          <p:spPr>
            <a:xfrm>
              <a:off x="3176004" y="1789749"/>
              <a:ext cx="4039" cy="4548"/>
            </a:xfrm>
            <a:custGeom>
              <a:avLst/>
              <a:gdLst/>
              <a:ahLst/>
              <a:cxnLst/>
              <a:rect l="l" t="t" r="r" b="b"/>
              <a:pathLst>
                <a:path w="127" h="143" extrusionOk="0">
                  <a:moveTo>
                    <a:pt x="16" y="80"/>
                  </a:moveTo>
                  <a:lnTo>
                    <a:pt x="16" y="80"/>
                  </a:lnTo>
                  <a:lnTo>
                    <a:pt x="16" y="80"/>
                  </a:lnTo>
                  <a:close/>
                  <a:moveTo>
                    <a:pt x="79" y="0"/>
                  </a:moveTo>
                  <a:lnTo>
                    <a:pt x="64" y="0"/>
                  </a:lnTo>
                  <a:cubicBezTo>
                    <a:pt x="64" y="0"/>
                    <a:pt x="47" y="0"/>
                    <a:pt x="32" y="17"/>
                  </a:cubicBezTo>
                  <a:cubicBezTo>
                    <a:pt x="16" y="32"/>
                    <a:pt x="16" y="48"/>
                    <a:pt x="16" y="63"/>
                  </a:cubicBezTo>
                  <a:lnTo>
                    <a:pt x="16" y="80"/>
                  </a:lnTo>
                  <a:lnTo>
                    <a:pt x="16" y="80"/>
                  </a:lnTo>
                  <a:cubicBezTo>
                    <a:pt x="1" y="95"/>
                    <a:pt x="16" y="111"/>
                    <a:pt x="16" y="126"/>
                  </a:cubicBezTo>
                  <a:cubicBezTo>
                    <a:pt x="32" y="126"/>
                    <a:pt x="32" y="143"/>
                    <a:pt x="47" y="143"/>
                  </a:cubicBezTo>
                  <a:cubicBezTo>
                    <a:pt x="47" y="143"/>
                    <a:pt x="64" y="126"/>
                    <a:pt x="79" y="126"/>
                  </a:cubicBezTo>
                  <a:lnTo>
                    <a:pt x="79" y="80"/>
                  </a:lnTo>
                  <a:lnTo>
                    <a:pt x="79" y="80"/>
                  </a:lnTo>
                  <a:lnTo>
                    <a:pt x="79" y="63"/>
                  </a:lnTo>
                  <a:lnTo>
                    <a:pt x="95" y="63"/>
                  </a:lnTo>
                  <a:lnTo>
                    <a:pt x="95" y="63"/>
                  </a:lnTo>
                  <a:cubicBezTo>
                    <a:pt x="110" y="63"/>
                    <a:pt x="127" y="63"/>
                    <a:pt x="127" y="48"/>
                  </a:cubicBezTo>
                  <a:cubicBezTo>
                    <a:pt x="127" y="17"/>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30" name="Google Shape;3630;p46"/>
            <p:cNvSpPr/>
            <p:nvPr/>
          </p:nvSpPr>
          <p:spPr>
            <a:xfrm>
              <a:off x="3176481" y="179226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31" name="Google Shape;3631;p46"/>
            <p:cNvSpPr/>
            <p:nvPr/>
          </p:nvSpPr>
          <p:spPr>
            <a:xfrm>
              <a:off x="3314795" y="1814810"/>
              <a:ext cx="3562" cy="6551"/>
            </a:xfrm>
            <a:custGeom>
              <a:avLst/>
              <a:gdLst/>
              <a:ahLst/>
              <a:cxnLst/>
              <a:rect l="l" t="t" r="r" b="b"/>
              <a:pathLst>
                <a:path w="112" h="206" extrusionOk="0">
                  <a:moveTo>
                    <a:pt x="63" y="0"/>
                  </a:moveTo>
                  <a:lnTo>
                    <a:pt x="63" y="0"/>
                  </a:lnTo>
                  <a:cubicBezTo>
                    <a:pt x="63" y="0"/>
                    <a:pt x="63" y="17"/>
                    <a:pt x="48" y="17"/>
                  </a:cubicBezTo>
                  <a:lnTo>
                    <a:pt x="48" y="17"/>
                  </a:lnTo>
                  <a:lnTo>
                    <a:pt x="48" y="17"/>
                  </a:lnTo>
                  <a:cubicBezTo>
                    <a:pt x="32" y="17"/>
                    <a:pt x="17" y="32"/>
                    <a:pt x="17" y="48"/>
                  </a:cubicBezTo>
                  <a:lnTo>
                    <a:pt x="17" y="80"/>
                  </a:lnTo>
                  <a:cubicBezTo>
                    <a:pt x="0" y="95"/>
                    <a:pt x="17" y="126"/>
                    <a:pt x="17" y="143"/>
                  </a:cubicBezTo>
                  <a:cubicBezTo>
                    <a:pt x="32" y="158"/>
                    <a:pt x="32" y="158"/>
                    <a:pt x="32" y="174"/>
                  </a:cubicBezTo>
                  <a:lnTo>
                    <a:pt x="48" y="189"/>
                  </a:lnTo>
                  <a:cubicBezTo>
                    <a:pt x="48" y="206"/>
                    <a:pt x="63" y="206"/>
                    <a:pt x="80" y="206"/>
                  </a:cubicBezTo>
                  <a:lnTo>
                    <a:pt x="95" y="206"/>
                  </a:lnTo>
                  <a:cubicBezTo>
                    <a:pt x="111" y="206"/>
                    <a:pt x="111" y="189"/>
                    <a:pt x="111" y="174"/>
                  </a:cubicBezTo>
                  <a:lnTo>
                    <a:pt x="111" y="158"/>
                  </a:lnTo>
                  <a:lnTo>
                    <a:pt x="95" y="158"/>
                  </a:lnTo>
                  <a:lnTo>
                    <a:pt x="95" y="158"/>
                  </a:lnTo>
                  <a:cubicBezTo>
                    <a:pt x="80" y="143"/>
                    <a:pt x="63" y="126"/>
                    <a:pt x="80" y="111"/>
                  </a:cubicBezTo>
                  <a:lnTo>
                    <a:pt x="80" y="95"/>
                  </a:lnTo>
                  <a:lnTo>
                    <a:pt x="80" y="95"/>
                  </a:lnTo>
                  <a:lnTo>
                    <a:pt x="80" y="95"/>
                  </a:lnTo>
                  <a:lnTo>
                    <a:pt x="63" y="80"/>
                  </a:lnTo>
                  <a:lnTo>
                    <a:pt x="63" y="32"/>
                  </a:lnTo>
                  <a:lnTo>
                    <a:pt x="95" y="32"/>
                  </a:lnTo>
                  <a:lnTo>
                    <a:pt x="95" y="17"/>
                  </a:lnTo>
                  <a:lnTo>
                    <a:pt x="95" y="32"/>
                  </a:lnTo>
                  <a:lnTo>
                    <a:pt x="95" y="17"/>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32" name="Google Shape;3632;p46"/>
            <p:cNvSpPr/>
            <p:nvPr/>
          </p:nvSpPr>
          <p:spPr>
            <a:xfrm>
              <a:off x="3392492" y="1805301"/>
              <a:ext cx="7028" cy="5534"/>
            </a:xfrm>
            <a:custGeom>
              <a:avLst/>
              <a:gdLst/>
              <a:ahLst/>
              <a:cxnLst/>
              <a:rect l="l" t="t" r="r" b="b"/>
              <a:pathLst>
                <a:path w="221" h="174" extrusionOk="0">
                  <a:moveTo>
                    <a:pt x="126" y="0"/>
                  </a:moveTo>
                  <a:lnTo>
                    <a:pt x="126" y="0"/>
                  </a:lnTo>
                  <a:lnTo>
                    <a:pt x="110" y="0"/>
                  </a:lnTo>
                  <a:cubicBezTo>
                    <a:pt x="110" y="16"/>
                    <a:pt x="95" y="32"/>
                    <a:pt x="78" y="32"/>
                  </a:cubicBezTo>
                  <a:lnTo>
                    <a:pt x="63" y="32"/>
                  </a:lnTo>
                  <a:lnTo>
                    <a:pt x="63" y="47"/>
                  </a:lnTo>
                  <a:lnTo>
                    <a:pt x="15" y="95"/>
                  </a:lnTo>
                  <a:lnTo>
                    <a:pt x="15" y="95"/>
                  </a:lnTo>
                  <a:cubicBezTo>
                    <a:pt x="0" y="110"/>
                    <a:pt x="0" y="126"/>
                    <a:pt x="15" y="142"/>
                  </a:cubicBezTo>
                  <a:lnTo>
                    <a:pt x="15" y="142"/>
                  </a:lnTo>
                  <a:lnTo>
                    <a:pt x="15" y="142"/>
                  </a:lnTo>
                  <a:lnTo>
                    <a:pt x="32" y="173"/>
                  </a:lnTo>
                  <a:lnTo>
                    <a:pt x="63" y="173"/>
                  </a:lnTo>
                  <a:cubicBezTo>
                    <a:pt x="63" y="173"/>
                    <a:pt x="78" y="173"/>
                    <a:pt x="78" y="158"/>
                  </a:cubicBezTo>
                  <a:cubicBezTo>
                    <a:pt x="95" y="158"/>
                    <a:pt x="95" y="126"/>
                    <a:pt x="78" y="126"/>
                  </a:cubicBezTo>
                  <a:lnTo>
                    <a:pt x="110" y="79"/>
                  </a:lnTo>
                  <a:lnTo>
                    <a:pt x="158" y="158"/>
                  </a:lnTo>
                  <a:cubicBezTo>
                    <a:pt x="173" y="158"/>
                    <a:pt x="173" y="173"/>
                    <a:pt x="189" y="173"/>
                  </a:cubicBezTo>
                  <a:lnTo>
                    <a:pt x="189" y="173"/>
                  </a:lnTo>
                  <a:cubicBezTo>
                    <a:pt x="204" y="158"/>
                    <a:pt x="204" y="142"/>
                    <a:pt x="221" y="142"/>
                  </a:cubicBezTo>
                  <a:lnTo>
                    <a:pt x="221" y="142"/>
                  </a:lnTo>
                  <a:lnTo>
                    <a:pt x="221" y="110"/>
                  </a:lnTo>
                  <a:lnTo>
                    <a:pt x="189" y="47"/>
                  </a:lnTo>
                  <a:lnTo>
                    <a:pt x="158" y="32"/>
                  </a:lnTo>
                  <a:lnTo>
                    <a:pt x="158" y="32"/>
                  </a:lnTo>
                  <a:lnTo>
                    <a:pt x="158" y="32"/>
                  </a:lnTo>
                  <a:cubicBezTo>
                    <a:pt x="141" y="32"/>
                    <a:pt x="126" y="16"/>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33" name="Google Shape;3633;p46"/>
            <p:cNvSpPr/>
            <p:nvPr/>
          </p:nvSpPr>
          <p:spPr>
            <a:xfrm>
              <a:off x="3319311" y="1820821"/>
              <a:ext cx="5534" cy="3021"/>
            </a:xfrm>
            <a:custGeom>
              <a:avLst/>
              <a:gdLst/>
              <a:ahLst/>
              <a:cxnLst/>
              <a:rect l="l" t="t" r="r" b="b"/>
              <a:pathLst>
                <a:path w="174" h="95" extrusionOk="0">
                  <a:moveTo>
                    <a:pt x="32" y="0"/>
                  </a:moveTo>
                  <a:lnTo>
                    <a:pt x="32" y="0"/>
                  </a:lnTo>
                  <a:cubicBezTo>
                    <a:pt x="16" y="0"/>
                    <a:pt x="16" y="17"/>
                    <a:pt x="1" y="17"/>
                  </a:cubicBezTo>
                  <a:cubicBezTo>
                    <a:pt x="1" y="32"/>
                    <a:pt x="1" y="63"/>
                    <a:pt x="16" y="63"/>
                  </a:cubicBezTo>
                  <a:lnTo>
                    <a:pt x="48" y="95"/>
                  </a:lnTo>
                  <a:lnTo>
                    <a:pt x="79" y="95"/>
                  </a:lnTo>
                  <a:lnTo>
                    <a:pt x="79" y="95"/>
                  </a:lnTo>
                  <a:lnTo>
                    <a:pt x="142" y="95"/>
                  </a:lnTo>
                  <a:cubicBezTo>
                    <a:pt x="158" y="95"/>
                    <a:pt x="174" y="80"/>
                    <a:pt x="174" y="48"/>
                  </a:cubicBezTo>
                  <a:cubicBezTo>
                    <a:pt x="174" y="32"/>
                    <a:pt x="158" y="32"/>
                    <a:pt x="142" y="32"/>
                  </a:cubicBezTo>
                  <a:lnTo>
                    <a:pt x="127" y="32"/>
                  </a:lnTo>
                  <a:lnTo>
                    <a:pt x="79" y="32"/>
                  </a:lnTo>
                  <a:lnTo>
                    <a:pt x="48" y="17"/>
                  </a:lnTo>
                  <a:cubicBezTo>
                    <a:pt x="48"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34" name="Google Shape;3634;p46"/>
            <p:cNvSpPr/>
            <p:nvPr/>
          </p:nvSpPr>
          <p:spPr>
            <a:xfrm>
              <a:off x="3175495" y="1810803"/>
              <a:ext cx="3021" cy="3021"/>
            </a:xfrm>
            <a:custGeom>
              <a:avLst/>
              <a:gdLst/>
              <a:ahLst/>
              <a:cxnLst/>
              <a:rect l="l" t="t" r="r" b="b"/>
              <a:pathLst>
                <a:path w="95" h="95" extrusionOk="0">
                  <a:moveTo>
                    <a:pt x="63" y="0"/>
                  </a:moveTo>
                  <a:lnTo>
                    <a:pt x="63" y="0"/>
                  </a:lnTo>
                  <a:lnTo>
                    <a:pt x="32" y="0"/>
                  </a:lnTo>
                  <a:cubicBezTo>
                    <a:pt x="17" y="0"/>
                    <a:pt x="17" y="17"/>
                    <a:pt x="0" y="17"/>
                  </a:cubicBezTo>
                  <a:lnTo>
                    <a:pt x="0" y="48"/>
                  </a:lnTo>
                  <a:lnTo>
                    <a:pt x="17" y="80"/>
                  </a:lnTo>
                  <a:cubicBezTo>
                    <a:pt x="17" y="80"/>
                    <a:pt x="17" y="95"/>
                    <a:pt x="32" y="95"/>
                  </a:cubicBezTo>
                  <a:lnTo>
                    <a:pt x="48" y="95"/>
                  </a:lnTo>
                  <a:lnTo>
                    <a:pt x="63" y="95"/>
                  </a:lnTo>
                  <a:cubicBezTo>
                    <a:pt x="80" y="95"/>
                    <a:pt x="80" y="80"/>
                    <a:pt x="80" y="63"/>
                  </a:cubicBezTo>
                  <a:cubicBezTo>
                    <a:pt x="95" y="48"/>
                    <a:pt x="95" y="48"/>
                    <a:pt x="95" y="32"/>
                  </a:cubicBez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35" name="Google Shape;3635;p46"/>
            <p:cNvSpPr/>
            <p:nvPr/>
          </p:nvSpPr>
          <p:spPr>
            <a:xfrm>
              <a:off x="3397485" y="1814810"/>
              <a:ext cx="5534" cy="2544"/>
            </a:xfrm>
            <a:custGeom>
              <a:avLst/>
              <a:gdLst/>
              <a:ahLst/>
              <a:cxnLst/>
              <a:rect l="l" t="t" r="r" b="b"/>
              <a:pathLst>
                <a:path w="174" h="80" extrusionOk="0">
                  <a:moveTo>
                    <a:pt x="127" y="0"/>
                  </a:moveTo>
                  <a:lnTo>
                    <a:pt x="127" y="0"/>
                  </a:lnTo>
                  <a:lnTo>
                    <a:pt x="110" y="0"/>
                  </a:lnTo>
                  <a:lnTo>
                    <a:pt x="32" y="17"/>
                  </a:lnTo>
                  <a:lnTo>
                    <a:pt x="32" y="17"/>
                  </a:lnTo>
                  <a:cubicBezTo>
                    <a:pt x="16" y="17"/>
                    <a:pt x="1" y="32"/>
                    <a:pt x="1" y="48"/>
                  </a:cubicBezTo>
                  <a:cubicBezTo>
                    <a:pt x="1" y="63"/>
                    <a:pt x="16" y="80"/>
                    <a:pt x="47" y="80"/>
                  </a:cubicBezTo>
                  <a:lnTo>
                    <a:pt x="47" y="80"/>
                  </a:lnTo>
                  <a:lnTo>
                    <a:pt x="95" y="80"/>
                  </a:lnTo>
                  <a:lnTo>
                    <a:pt x="142" y="80"/>
                  </a:lnTo>
                  <a:cubicBezTo>
                    <a:pt x="158" y="80"/>
                    <a:pt x="173" y="63"/>
                    <a:pt x="173" y="48"/>
                  </a:cubicBezTo>
                  <a:cubicBezTo>
                    <a:pt x="173" y="17"/>
                    <a:pt x="158"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36" name="Google Shape;3636;p46"/>
            <p:cNvSpPr/>
            <p:nvPr/>
          </p:nvSpPr>
          <p:spPr>
            <a:xfrm>
              <a:off x="3037181" y="1819803"/>
              <a:ext cx="3053" cy="4039"/>
            </a:xfrm>
            <a:custGeom>
              <a:avLst/>
              <a:gdLst/>
              <a:ahLst/>
              <a:cxnLst/>
              <a:rect l="l" t="t" r="r" b="b"/>
              <a:pathLst>
                <a:path w="96" h="127" extrusionOk="0">
                  <a:moveTo>
                    <a:pt x="17" y="1"/>
                  </a:moveTo>
                  <a:lnTo>
                    <a:pt x="17" y="1"/>
                  </a:lnTo>
                  <a:lnTo>
                    <a:pt x="17" y="1"/>
                  </a:lnTo>
                  <a:cubicBezTo>
                    <a:pt x="17" y="17"/>
                    <a:pt x="17" y="17"/>
                    <a:pt x="1" y="17"/>
                  </a:cubicBezTo>
                  <a:lnTo>
                    <a:pt x="17" y="17"/>
                  </a:lnTo>
                  <a:cubicBezTo>
                    <a:pt x="17" y="32"/>
                    <a:pt x="17" y="49"/>
                    <a:pt x="1" y="64"/>
                  </a:cubicBezTo>
                  <a:lnTo>
                    <a:pt x="1" y="64"/>
                  </a:lnTo>
                  <a:lnTo>
                    <a:pt x="32" y="112"/>
                  </a:lnTo>
                  <a:cubicBezTo>
                    <a:pt x="32" y="127"/>
                    <a:pt x="49" y="127"/>
                    <a:pt x="64" y="127"/>
                  </a:cubicBezTo>
                  <a:lnTo>
                    <a:pt x="64" y="127"/>
                  </a:lnTo>
                  <a:lnTo>
                    <a:pt x="95" y="95"/>
                  </a:lnTo>
                  <a:lnTo>
                    <a:pt x="95" y="80"/>
                  </a:lnTo>
                  <a:lnTo>
                    <a:pt x="80" y="64"/>
                  </a:lnTo>
                  <a:lnTo>
                    <a:pt x="49" y="17"/>
                  </a:lnTo>
                  <a:cubicBezTo>
                    <a:pt x="49" y="17"/>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37" name="Google Shape;3637;p46"/>
            <p:cNvSpPr/>
            <p:nvPr/>
          </p:nvSpPr>
          <p:spPr>
            <a:xfrm>
              <a:off x="3327835" y="1776232"/>
              <a:ext cx="4039" cy="3053"/>
            </a:xfrm>
            <a:custGeom>
              <a:avLst/>
              <a:gdLst/>
              <a:ahLst/>
              <a:cxnLst/>
              <a:rect l="l" t="t" r="r" b="b"/>
              <a:pathLst>
                <a:path w="127" h="96" extrusionOk="0">
                  <a:moveTo>
                    <a:pt x="48" y="1"/>
                  </a:moveTo>
                  <a:lnTo>
                    <a:pt x="32" y="1"/>
                  </a:lnTo>
                  <a:lnTo>
                    <a:pt x="16" y="16"/>
                  </a:lnTo>
                  <a:cubicBezTo>
                    <a:pt x="0" y="32"/>
                    <a:pt x="0" y="47"/>
                    <a:pt x="16" y="47"/>
                  </a:cubicBezTo>
                  <a:cubicBezTo>
                    <a:pt x="16" y="64"/>
                    <a:pt x="16" y="64"/>
                    <a:pt x="32" y="64"/>
                  </a:cubicBezTo>
                  <a:lnTo>
                    <a:pt x="32" y="79"/>
                  </a:lnTo>
                  <a:lnTo>
                    <a:pt x="80" y="95"/>
                  </a:lnTo>
                  <a:lnTo>
                    <a:pt x="80" y="95"/>
                  </a:lnTo>
                  <a:lnTo>
                    <a:pt x="95" y="95"/>
                  </a:lnTo>
                  <a:cubicBezTo>
                    <a:pt x="80" y="95"/>
                    <a:pt x="80" y="79"/>
                    <a:pt x="80" y="79"/>
                  </a:cubicBezTo>
                  <a:cubicBezTo>
                    <a:pt x="80" y="64"/>
                    <a:pt x="95" y="47"/>
                    <a:pt x="111" y="47"/>
                  </a:cubicBezTo>
                  <a:lnTo>
                    <a:pt x="111" y="47"/>
                  </a:lnTo>
                  <a:lnTo>
                    <a:pt x="126" y="47"/>
                  </a:lnTo>
                  <a:lnTo>
                    <a:pt x="126" y="47"/>
                  </a:lnTo>
                  <a:lnTo>
                    <a:pt x="111" y="32"/>
                  </a:lnTo>
                  <a:lnTo>
                    <a:pt x="111" y="32"/>
                  </a:lnTo>
                  <a:lnTo>
                    <a:pt x="95" y="32"/>
                  </a:lnTo>
                  <a:lnTo>
                    <a:pt x="63"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38" name="Google Shape;3638;p46"/>
            <p:cNvSpPr/>
            <p:nvPr/>
          </p:nvSpPr>
          <p:spPr>
            <a:xfrm>
              <a:off x="3318803" y="1772225"/>
              <a:ext cx="3562" cy="4039"/>
            </a:xfrm>
            <a:custGeom>
              <a:avLst/>
              <a:gdLst/>
              <a:ahLst/>
              <a:cxnLst/>
              <a:rect l="l" t="t" r="r" b="b"/>
              <a:pathLst>
                <a:path w="112" h="127" extrusionOk="0">
                  <a:moveTo>
                    <a:pt x="32" y="1"/>
                  </a:moveTo>
                  <a:lnTo>
                    <a:pt x="32" y="1"/>
                  </a:lnTo>
                  <a:cubicBezTo>
                    <a:pt x="17" y="1"/>
                    <a:pt x="1" y="16"/>
                    <a:pt x="1" y="32"/>
                  </a:cubicBezTo>
                  <a:lnTo>
                    <a:pt x="1" y="47"/>
                  </a:lnTo>
                  <a:lnTo>
                    <a:pt x="1" y="95"/>
                  </a:lnTo>
                  <a:cubicBezTo>
                    <a:pt x="1" y="95"/>
                    <a:pt x="1" y="110"/>
                    <a:pt x="17" y="110"/>
                  </a:cubicBezTo>
                  <a:lnTo>
                    <a:pt x="17" y="127"/>
                  </a:lnTo>
                  <a:lnTo>
                    <a:pt x="32" y="127"/>
                  </a:lnTo>
                  <a:lnTo>
                    <a:pt x="32" y="127"/>
                  </a:lnTo>
                  <a:lnTo>
                    <a:pt x="32" y="127"/>
                  </a:lnTo>
                  <a:lnTo>
                    <a:pt x="64" y="127"/>
                  </a:lnTo>
                  <a:cubicBezTo>
                    <a:pt x="64" y="110"/>
                    <a:pt x="64" y="110"/>
                    <a:pt x="80" y="110"/>
                  </a:cubicBezTo>
                  <a:cubicBezTo>
                    <a:pt x="95" y="110"/>
                    <a:pt x="95" y="95"/>
                    <a:pt x="111" y="64"/>
                  </a:cubicBezTo>
                  <a:lnTo>
                    <a:pt x="111" y="47"/>
                  </a:lnTo>
                  <a:lnTo>
                    <a:pt x="80" y="16"/>
                  </a:lnTo>
                  <a:lnTo>
                    <a:pt x="80" y="16"/>
                  </a:lnTo>
                  <a:lnTo>
                    <a:pt x="64" y="16"/>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39" name="Google Shape;3639;p46"/>
            <p:cNvSpPr/>
            <p:nvPr/>
          </p:nvSpPr>
          <p:spPr>
            <a:xfrm>
              <a:off x="3443600" y="1796746"/>
              <a:ext cx="4039" cy="3053"/>
            </a:xfrm>
            <a:custGeom>
              <a:avLst/>
              <a:gdLst/>
              <a:ahLst/>
              <a:cxnLst/>
              <a:rect l="l" t="t" r="r" b="b"/>
              <a:pathLst>
                <a:path w="127" h="96" extrusionOk="0">
                  <a:moveTo>
                    <a:pt x="63" y="1"/>
                  </a:moveTo>
                  <a:lnTo>
                    <a:pt x="47" y="1"/>
                  </a:lnTo>
                  <a:lnTo>
                    <a:pt x="32" y="1"/>
                  </a:lnTo>
                  <a:lnTo>
                    <a:pt x="15" y="17"/>
                  </a:lnTo>
                  <a:cubicBezTo>
                    <a:pt x="0" y="32"/>
                    <a:pt x="0" y="49"/>
                    <a:pt x="0" y="64"/>
                  </a:cubicBezTo>
                  <a:cubicBezTo>
                    <a:pt x="0" y="64"/>
                    <a:pt x="15" y="64"/>
                    <a:pt x="15" y="80"/>
                  </a:cubicBezTo>
                  <a:lnTo>
                    <a:pt x="15" y="80"/>
                  </a:lnTo>
                  <a:lnTo>
                    <a:pt x="15" y="80"/>
                  </a:lnTo>
                  <a:cubicBezTo>
                    <a:pt x="32" y="96"/>
                    <a:pt x="32" y="96"/>
                    <a:pt x="47" y="96"/>
                  </a:cubicBezTo>
                  <a:lnTo>
                    <a:pt x="47" y="96"/>
                  </a:lnTo>
                  <a:cubicBezTo>
                    <a:pt x="47" y="96"/>
                    <a:pt x="63" y="96"/>
                    <a:pt x="63" y="80"/>
                  </a:cubicBezTo>
                  <a:cubicBezTo>
                    <a:pt x="63" y="80"/>
                    <a:pt x="78" y="80"/>
                    <a:pt x="78" y="64"/>
                  </a:cubicBezTo>
                  <a:lnTo>
                    <a:pt x="78" y="80"/>
                  </a:lnTo>
                  <a:lnTo>
                    <a:pt x="78" y="80"/>
                  </a:lnTo>
                  <a:lnTo>
                    <a:pt x="78" y="80"/>
                  </a:lnTo>
                  <a:cubicBezTo>
                    <a:pt x="95" y="80"/>
                    <a:pt x="110" y="64"/>
                    <a:pt x="126" y="49"/>
                  </a:cubicBezTo>
                  <a:cubicBezTo>
                    <a:pt x="126" y="49"/>
                    <a:pt x="126" y="32"/>
                    <a:pt x="110" y="32"/>
                  </a:cubicBezTo>
                  <a:cubicBezTo>
                    <a:pt x="110" y="17"/>
                    <a:pt x="110" y="17"/>
                    <a:pt x="95" y="1"/>
                  </a:cubicBezTo>
                  <a:lnTo>
                    <a:pt x="95"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40" name="Google Shape;3640;p46"/>
            <p:cNvSpPr/>
            <p:nvPr/>
          </p:nvSpPr>
          <p:spPr>
            <a:xfrm>
              <a:off x="3334355" y="1803774"/>
              <a:ext cx="3530" cy="3562"/>
            </a:xfrm>
            <a:custGeom>
              <a:avLst/>
              <a:gdLst/>
              <a:ahLst/>
              <a:cxnLst/>
              <a:rect l="l" t="t" r="r" b="b"/>
              <a:pathLst>
                <a:path w="111" h="112" extrusionOk="0">
                  <a:moveTo>
                    <a:pt x="79" y="1"/>
                  </a:moveTo>
                  <a:lnTo>
                    <a:pt x="64" y="32"/>
                  </a:lnTo>
                  <a:lnTo>
                    <a:pt x="47" y="32"/>
                  </a:lnTo>
                  <a:lnTo>
                    <a:pt x="32" y="32"/>
                  </a:lnTo>
                  <a:cubicBezTo>
                    <a:pt x="16" y="32"/>
                    <a:pt x="16" y="32"/>
                    <a:pt x="1" y="48"/>
                  </a:cubicBezTo>
                  <a:cubicBezTo>
                    <a:pt x="1" y="64"/>
                    <a:pt x="16" y="80"/>
                    <a:pt x="32" y="95"/>
                  </a:cubicBezTo>
                  <a:lnTo>
                    <a:pt x="64" y="111"/>
                  </a:lnTo>
                  <a:lnTo>
                    <a:pt x="64" y="111"/>
                  </a:lnTo>
                  <a:cubicBezTo>
                    <a:pt x="79" y="111"/>
                    <a:pt x="95" y="95"/>
                    <a:pt x="95" y="95"/>
                  </a:cubicBezTo>
                  <a:lnTo>
                    <a:pt x="110" y="80"/>
                  </a:lnTo>
                  <a:lnTo>
                    <a:pt x="95" y="80"/>
                  </a:lnTo>
                  <a:cubicBezTo>
                    <a:pt x="79" y="80"/>
                    <a:pt x="64" y="64"/>
                    <a:pt x="64" y="32"/>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41" name="Google Shape;3641;p46"/>
            <p:cNvSpPr/>
            <p:nvPr/>
          </p:nvSpPr>
          <p:spPr>
            <a:xfrm>
              <a:off x="3205073" y="1785741"/>
              <a:ext cx="4039" cy="3021"/>
            </a:xfrm>
            <a:custGeom>
              <a:avLst/>
              <a:gdLst/>
              <a:ahLst/>
              <a:cxnLst/>
              <a:rect l="l" t="t" r="r" b="b"/>
              <a:pathLst>
                <a:path w="127" h="95" extrusionOk="0">
                  <a:moveTo>
                    <a:pt x="47" y="0"/>
                  </a:moveTo>
                  <a:lnTo>
                    <a:pt x="32" y="0"/>
                  </a:lnTo>
                  <a:cubicBezTo>
                    <a:pt x="32" y="17"/>
                    <a:pt x="16" y="17"/>
                    <a:pt x="16" y="17"/>
                  </a:cubicBezTo>
                  <a:cubicBezTo>
                    <a:pt x="1" y="32"/>
                    <a:pt x="1" y="63"/>
                    <a:pt x="16" y="63"/>
                  </a:cubicBezTo>
                  <a:lnTo>
                    <a:pt x="47" y="95"/>
                  </a:lnTo>
                  <a:lnTo>
                    <a:pt x="64" y="95"/>
                  </a:lnTo>
                  <a:cubicBezTo>
                    <a:pt x="64" y="80"/>
                    <a:pt x="79" y="80"/>
                    <a:pt x="79" y="80"/>
                  </a:cubicBezTo>
                  <a:lnTo>
                    <a:pt x="95" y="80"/>
                  </a:lnTo>
                  <a:lnTo>
                    <a:pt x="95" y="80"/>
                  </a:lnTo>
                  <a:cubicBezTo>
                    <a:pt x="110" y="80"/>
                    <a:pt x="110" y="80"/>
                    <a:pt x="110" y="95"/>
                  </a:cubicBezTo>
                  <a:cubicBezTo>
                    <a:pt x="127" y="80"/>
                    <a:pt x="110" y="63"/>
                    <a:pt x="110" y="48"/>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42" name="Google Shape;3642;p46"/>
            <p:cNvSpPr/>
            <p:nvPr/>
          </p:nvSpPr>
          <p:spPr>
            <a:xfrm>
              <a:off x="3408521" y="1763193"/>
              <a:ext cx="3021" cy="5534"/>
            </a:xfrm>
            <a:custGeom>
              <a:avLst/>
              <a:gdLst/>
              <a:ahLst/>
              <a:cxnLst/>
              <a:rect l="l" t="t" r="r" b="b"/>
              <a:pathLst>
                <a:path w="95" h="174" extrusionOk="0">
                  <a:moveTo>
                    <a:pt x="63" y="1"/>
                  </a:moveTo>
                  <a:lnTo>
                    <a:pt x="47" y="1"/>
                  </a:lnTo>
                  <a:cubicBezTo>
                    <a:pt x="32" y="1"/>
                    <a:pt x="16" y="16"/>
                    <a:pt x="16" y="32"/>
                  </a:cubicBezTo>
                  <a:lnTo>
                    <a:pt x="32" y="64"/>
                  </a:lnTo>
                  <a:lnTo>
                    <a:pt x="32" y="96"/>
                  </a:lnTo>
                  <a:cubicBezTo>
                    <a:pt x="16" y="96"/>
                    <a:pt x="16" y="96"/>
                    <a:pt x="16" y="111"/>
                  </a:cubicBezTo>
                  <a:cubicBezTo>
                    <a:pt x="0" y="127"/>
                    <a:pt x="0" y="142"/>
                    <a:pt x="16" y="159"/>
                  </a:cubicBezTo>
                  <a:cubicBezTo>
                    <a:pt x="16" y="159"/>
                    <a:pt x="32" y="174"/>
                    <a:pt x="47" y="174"/>
                  </a:cubicBezTo>
                  <a:lnTo>
                    <a:pt x="63" y="174"/>
                  </a:lnTo>
                  <a:lnTo>
                    <a:pt x="79" y="174"/>
                  </a:lnTo>
                  <a:cubicBezTo>
                    <a:pt x="95" y="159"/>
                    <a:pt x="95" y="159"/>
                    <a:pt x="95" y="142"/>
                  </a:cubicBezTo>
                  <a:lnTo>
                    <a:pt x="95" y="111"/>
                  </a:lnTo>
                  <a:lnTo>
                    <a:pt x="95" y="64"/>
                  </a:lnTo>
                  <a:lnTo>
                    <a:pt x="95" y="48"/>
                  </a:lnTo>
                  <a:lnTo>
                    <a:pt x="95" y="32"/>
                  </a:lnTo>
                  <a:cubicBezTo>
                    <a:pt x="95" y="16"/>
                    <a:pt x="79"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43" name="Google Shape;3643;p46"/>
            <p:cNvSpPr/>
            <p:nvPr/>
          </p:nvSpPr>
          <p:spPr>
            <a:xfrm>
              <a:off x="3188026" y="1788731"/>
              <a:ext cx="2544" cy="2035"/>
            </a:xfrm>
            <a:custGeom>
              <a:avLst/>
              <a:gdLst/>
              <a:ahLst/>
              <a:cxnLst/>
              <a:rect l="l" t="t" r="r" b="b"/>
              <a:pathLst>
                <a:path w="80" h="64" extrusionOk="0">
                  <a:moveTo>
                    <a:pt x="79" y="1"/>
                  </a:moveTo>
                  <a:lnTo>
                    <a:pt x="32" y="1"/>
                  </a:lnTo>
                  <a:cubicBezTo>
                    <a:pt x="16" y="1"/>
                    <a:pt x="1" y="17"/>
                    <a:pt x="1" y="32"/>
                  </a:cubicBezTo>
                  <a:cubicBezTo>
                    <a:pt x="1" y="49"/>
                    <a:pt x="16" y="64"/>
                    <a:pt x="32" y="64"/>
                  </a:cubicBezTo>
                  <a:lnTo>
                    <a:pt x="48" y="64"/>
                  </a:lnTo>
                  <a:lnTo>
                    <a:pt x="48" y="64"/>
                  </a:lnTo>
                  <a:lnTo>
                    <a:pt x="64" y="64"/>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44" name="Google Shape;3644;p46"/>
            <p:cNvSpPr/>
            <p:nvPr/>
          </p:nvSpPr>
          <p:spPr>
            <a:xfrm>
              <a:off x="3112365" y="1795283"/>
              <a:ext cx="2544" cy="4039"/>
            </a:xfrm>
            <a:custGeom>
              <a:avLst/>
              <a:gdLst/>
              <a:ahLst/>
              <a:cxnLst/>
              <a:rect l="l" t="t" r="r" b="b"/>
              <a:pathLst>
                <a:path w="80" h="127" extrusionOk="0">
                  <a:moveTo>
                    <a:pt x="48" y="0"/>
                  </a:moveTo>
                  <a:lnTo>
                    <a:pt x="48" y="0"/>
                  </a:lnTo>
                  <a:lnTo>
                    <a:pt x="48" y="0"/>
                  </a:lnTo>
                  <a:cubicBezTo>
                    <a:pt x="32" y="0"/>
                    <a:pt x="17" y="15"/>
                    <a:pt x="17" y="32"/>
                  </a:cubicBezTo>
                  <a:lnTo>
                    <a:pt x="17" y="47"/>
                  </a:lnTo>
                  <a:lnTo>
                    <a:pt x="0" y="78"/>
                  </a:lnTo>
                  <a:lnTo>
                    <a:pt x="0" y="78"/>
                  </a:lnTo>
                  <a:lnTo>
                    <a:pt x="0" y="78"/>
                  </a:lnTo>
                  <a:cubicBezTo>
                    <a:pt x="0" y="110"/>
                    <a:pt x="17" y="126"/>
                    <a:pt x="32" y="126"/>
                  </a:cubicBezTo>
                  <a:lnTo>
                    <a:pt x="32" y="126"/>
                  </a:lnTo>
                  <a:cubicBezTo>
                    <a:pt x="48" y="126"/>
                    <a:pt x="63" y="110"/>
                    <a:pt x="80" y="95"/>
                  </a:cubicBezTo>
                  <a:lnTo>
                    <a:pt x="80" y="32"/>
                  </a:lnTo>
                  <a:cubicBezTo>
                    <a:pt x="80" y="15"/>
                    <a:pt x="80"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45" name="Google Shape;3645;p46"/>
            <p:cNvSpPr/>
            <p:nvPr/>
          </p:nvSpPr>
          <p:spPr>
            <a:xfrm>
              <a:off x="3338839" y="1814810"/>
              <a:ext cx="6042" cy="6551"/>
            </a:xfrm>
            <a:custGeom>
              <a:avLst/>
              <a:gdLst/>
              <a:ahLst/>
              <a:cxnLst/>
              <a:rect l="l" t="t" r="r" b="b"/>
              <a:pathLst>
                <a:path w="190" h="206" extrusionOk="0">
                  <a:moveTo>
                    <a:pt x="64" y="0"/>
                  </a:moveTo>
                  <a:lnTo>
                    <a:pt x="64" y="0"/>
                  </a:lnTo>
                  <a:lnTo>
                    <a:pt x="49" y="0"/>
                  </a:lnTo>
                  <a:lnTo>
                    <a:pt x="32" y="17"/>
                  </a:lnTo>
                  <a:cubicBezTo>
                    <a:pt x="17" y="17"/>
                    <a:pt x="17" y="32"/>
                    <a:pt x="17" y="32"/>
                  </a:cubicBezTo>
                  <a:lnTo>
                    <a:pt x="17" y="32"/>
                  </a:lnTo>
                  <a:lnTo>
                    <a:pt x="17" y="63"/>
                  </a:lnTo>
                  <a:lnTo>
                    <a:pt x="1" y="111"/>
                  </a:lnTo>
                  <a:lnTo>
                    <a:pt x="1" y="126"/>
                  </a:lnTo>
                  <a:cubicBezTo>
                    <a:pt x="1" y="158"/>
                    <a:pt x="17" y="174"/>
                    <a:pt x="49" y="174"/>
                  </a:cubicBezTo>
                  <a:cubicBezTo>
                    <a:pt x="64" y="174"/>
                    <a:pt x="80" y="158"/>
                    <a:pt x="80" y="126"/>
                  </a:cubicBezTo>
                  <a:lnTo>
                    <a:pt x="80" y="111"/>
                  </a:lnTo>
                  <a:lnTo>
                    <a:pt x="80" y="126"/>
                  </a:lnTo>
                  <a:cubicBezTo>
                    <a:pt x="95" y="143"/>
                    <a:pt x="95" y="158"/>
                    <a:pt x="112" y="174"/>
                  </a:cubicBezTo>
                  <a:lnTo>
                    <a:pt x="112" y="174"/>
                  </a:lnTo>
                  <a:lnTo>
                    <a:pt x="127" y="189"/>
                  </a:lnTo>
                  <a:cubicBezTo>
                    <a:pt x="127" y="189"/>
                    <a:pt x="143" y="206"/>
                    <a:pt x="158" y="206"/>
                  </a:cubicBezTo>
                  <a:cubicBezTo>
                    <a:pt x="158" y="206"/>
                    <a:pt x="175" y="206"/>
                    <a:pt x="175" y="189"/>
                  </a:cubicBezTo>
                  <a:cubicBezTo>
                    <a:pt x="190" y="189"/>
                    <a:pt x="190" y="158"/>
                    <a:pt x="190" y="143"/>
                  </a:cubicBezTo>
                  <a:lnTo>
                    <a:pt x="175" y="143"/>
                  </a:lnTo>
                  <a:lnTo>
                    <a:pt x="175" y="126"/>
                  </a:lnTo>
                  <a:cubicBezTo>
                    <a:pt x="158" y="111"/>
                    <a:pt x="143" y="95"/>
                    <a:pt x="143" y="80"/>
                  </a:cubicBezTo>
                  <a:cubicBezTo>
                    <a:pt x="127" y="63"/>
                    <a:pt x="112" y="48"/>
                    <a:pt x="112" y="32"/>
                  </a:cubicBezTo>
                  <a:lnTo>
                    <a:pt x="95" y="17"/>
                  </a:lnTo>
                  <a:lnTo>
                    <a:pt x="95" y="17"/>
                  </a:lnTo>
                  <a:cubicBezTo>
                    <a:pt x="80" y="0"/>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46" name="Google Shape;3646;p46"/>
            <p:cNvSpPr/>
            <p:nvPr/>
          </p:nvSpPr>
          <p:spPr>
            <a:xfrm>
              <a:off x="3417012" y="1762684"/>
              <a:ext cx="5057" cy="3562"/>
            </a:xfrm>
            <a:custGeom>
              <a:avLst/>
              <a:gdLst/>
              <a:ahLst/>
              <a:cxnLst/>
              <a:rect l="l" t="t" r="r" b="b"/>
              <a:pathLst>
                <a:path w="159" h="112" extrusionOk="0">
                  <a:moveTo>
                    <a:pt x="127" y="1"/>
                  </a:moveTo>
                  <a:lnTo>
                    <a:pt x="127" y="1"/>
                  </a:lnTo>
                  <a:lnTo>
                    <a:pt x="112" y="1"/>
                  </a:lnTo>
                  <a:lnTo>
                    <a:pt x="112" y="1"/>
                  </a:lnTo>
                  <a:lnTo>
                    <a:pt x="64" y="32"/>
                  </a:lnTo>
                  <a:lnTo>
                    <a:pt x="32" y="48"/>
                  </a:lnTo>
                  <a:lnTo>
                    <a:pt x="32" y="48"/>
                  </a:lnTo>
                  <a:cubicBezTo>
                    <a:pt x="17" y="64"/>
                    <a:pt x="1" y="80"/>
                    <a:pt x="17" y="95"/>
                  </a:cubicBezTo>
                  <a:cubicBezTo>
                    <a:pt x="17" y="112"/>
                    <a:pt x="32" y="112"/>
                    <a:pt x="49" y="112"/>
                  </a:cubicBezTo>
                  <a:lnTo>
                    <a:pt x="64" y="112"/>
                  </a:lnTo>
                  <a:lnTo>
                    <a:pt x="80" y="95"/>
                  </a:lnTo>
                  <a:lnTo>
                    <a:pt x="80" y="95"/>
                  </a:lnTo>
                  <a:lnTo>
                    <a:pt x="143" y="64"/>
                  </a:lnTo>
                  <a:lnTo>
                    <a:pt x="143" y="64"/>
                  </a:lnTo>
                  <a:cubicBezTo>
                    <a:pt x="158" y="48"/>
                    <a:pt x="158" y="32"/>
                    <a:pt x="158" y="17"/>
                  </a:cubicBezTo>
                  <a:lnTo>
                    <a:pt x="143" y="17"/>
                  </a:ln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47" name="Google Shape;3647;p46"/>
            <p:cNvSpPr/>
            <p:nvPr/>
          </p:nvSpPr>
          <p:spPr>
            <a:xfrm>
              <a:off x="3167990" y="1825337"/>
              <a:ext cx="3530" cy="3053"/>
            </a:xfrm>
            <a:custGeom>
              <a:avLst/>
              <a:gdLst/>
              <a:ahLst/>
              <a:cxnLst/>
              <a:rect l="l" t="t" r="r" b="b"/>
              <a:pathLst>
                <a:path w="111" h="96" extrusionOk="0">
                  <a:moveTo>
                    <a:pt x="47" y="1"/>
                  </a:moveTo>
                  <a:lnTo>
                    <a:pt x="47" y="1"/>
                  </a:lnTo>
                  <a:lnTo>
                    <a:pt x="47" y="1"/>
                  </a:lnTo>
                  <a:cubicBezTo>
                    <a:pt x="32" y="1"/>
                    <a:pt x="32" y="16"/>
                    <a:pt x="16" y="16"/>
                  </a:cubicBezTo>
                  <a:lnTo>
                    <a:pt x="16" y="16"/>
                  </a:lnTo>
                  <a:lnTo>
                    <a:pt x="16" y="32"/>
                  </a:lnTo>
                  <a:cubicBezTo>
                    <a:pt x="1" y="32"/>
                    <a:pt x="1" y="47"/>
                    <a:pt x="1" y="47"/>
                  </a:cubicBezTo>
                  <a:cubicBezTo>
                    <a:pt x="1" y="64"/>
                    <a:pt x="16" y="64"/>
                    <a:pt x="16" y="79"/>
                  </a:cubicBezTo>
                  <a:lnTo>
                    <a:pt x="47" y="95"/>
                  </a:lnTo>
                  <a:lnTo>
                    <a:pt x="64" y="95"/>
                  </a:lnTo>
                  <a:cubicBezTo>
                    <a:pt x="79" y="95"/>
                    <a:pt x="79" y="95"/>
                    <a:pt x="95" y="79"/>
                  </a:cubicBezTo>
                  <a:lnTo>
                    <a:pt x="95" y="79"/>
                  </a:lnTo>
                  <a:lnTo>
                    <a:pt x="95" y="64"/>
                  </a:lnTo>
                  <a:cubicBezTo>
                    <a:pt x="110" y="64"/>
                    <a:pt x="110" y="47"/>
                    <a:pt x="110" y="47"/>
                  </a:cubicBez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48" name="Google Shape;3648;p46"/>
            <p:cNvSpPr/>
            <p:nvPr/>
          </p:nvSpPr>
          <p:spPr>
            <a:xfrm>
              <a:off x="3305286" y="1816337"/>
              <a:ext cx="6520" cy="3498"/>
            </a:xfrm>
            <a:custGeom>
              <a:avLst/>
              <a:gdLst/>
              <a:ahLst/>
              <a:cxnLst/>
              <a:rect l="l" t="t" r="r" b="b"/>
              <a:pathLst>
                <a:path w="205" h="110" extrusionOk="0">
                  <a:moveTo>
                    <a:pt x="158" y="0"/>
                  </a:moveTo>
                  <a:lnTo>
                    <a:pt x="158" y="15"/>
                  </a:lnTo>
                  <a:lnTo>
                    <a:pt x="110" y="47"/>
                  </a:lnTo>
                  <a:cubicBezTo>
                    <a:pt x="110" y="63"/>
                    <a:pt x="95" y="63"/>
                    <a:pt x="95" y="63"/>
                  </a:cubicBezTo>
                  <a:lnTo>
                    <a:pt x="79" y="63"/>
                  </a:lnTo>
                  <a:lnTo>
                    <a:pt x="32" y="47"/>
                  </a:lnTo>
                  <a:cubicBezTo>
                    <a:pt x="16" y="47"/>
                    <a:pt x="1" y="63"/>
                    <a:pt x="1" y="78"/>
                  </a:cubicBezTo>
                  <a:cubicBezTo>
                    <a:pt x="1" y="95"/>
                    <a:pt x="16" y="95"/>
                    <a:pt x="16" y="95"/>
                  </a:cubicBezTo>
                  <a:cubicBezTo>
                    <a:pt x="16" y="110"/>
                    <a:pt x="32" y="110"/>
                    <a:pt x="47" y="110"/>
                  </a:cubicBezTo>
                  <a:lnTo>
                    <a:pt x="47" y="110"/>
                  </a:lnTo>
                  <a:lnTo>
                    <a:pt x="47" y="110"/>
                  </a:lnTo>
                  <a:lnTo>
                    <a:pt x="64" y="110"/>
                  </a:lnTo>
                  <a:lnTo>
                    <a:pt x="79" y="110"/>
                  </a:lnTo>
                  <a:lnTo>
                    <a:pt x="79" y="110"/>
                  </a:lnTo>
                  <a:lnTo>
                    <a:pt x="95" y="110"/>
                  </a:lnTo>
                  <a:lnTo>
                    <a:pt x="127" y="110"/>
                  </a:lnTo>
                  <a:lnTo>
                    <a:pt x="127" y="110"/>
                  </a:lnTo>
                  <a:cubicBezTo>
                    <a:pt x="142" y="110"/>
                    <a:pt x="190" y="110"/>
                    <a:pt x="190" y="47"/>
                  </a:cubicBezTo>
                  <a:cubicBezTo>
                    <a:pt x="205" y="47"/>
                    <a:pt x="190" y="32"/>
                    <a:pt x="190" y="32"/>
                  </a:cubicBezTo>
                  <a:cubicBezTo>
                    <a:pt x="190" y="15"/>
                    <a:pt x="190" y="15"/>
                    <a:pt x="173" y="15"/>
                  </a:cubicBezTo>
                  <a:cubicBezTo>
                    <a:pt x="173" y="15"/>
                    <a:pt x="158"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49" name="Google Shape;3649;p46"/>
            <p:cNvSpPr/>
            <p:nvPr/>
          </p:nvSpPr>
          <p:spPr>
            <a:xfrm>
              <a:off x="3174477" y="1792738"/>
              <a:ext cx="11067" cy="4039"/>
            </a:xfrm>
            <a:custGeom>
              <a:avLst/>
              <a:gdLst/>
              <a:ahLst/>
              <a:cxnLst/>
              <a:rect l="l" t="t" r="r" b="b"/>
              <a:pathLst>
                <a:path w="348" h="127" extrusionOk="0">
                  <a:moveTo>
                    <a:pt x="316" y="1"/>
                  </a:moveTo>
                  <a:lnTo>
                    <a:pt x="316" y="1"/>
                  </a:lnTo>
                  <a:cubicBezTo>
                    <a:pt x="301" y="1"/>
                    <a:pt x="284" y="1"/>
                    <a:pt x="284" y="17"/>
                  </a:cubicBezTo>
                  <a:lnTo>
                    <a:pt x="284" y="32"/>
                  </a:lnTo>
                  <a:lnTo>
                    <a:pt x="284" y="32"/>
                  </a:lnTo>
                  <a:cubicBezTo>
                    <a:pt x="253" y="49"/>
                    <a:pt x="221" y="49"/>
                    <a:pt x="206" y="49"/>
                  </a:cubicBezTo>
                  <a:cubicBezTo>
                    <a:pt x="190" y="64"/>
                    <a:pt x="158" y="64"/>
                    <a:pt x="143" y="64"/>
                  </a:cubicBezTo>
                  <a:lnTo>
                    <a:pt x="95" y="64"/>
                  </a:lnTo>
                  <a:cubicBezTo>
                    <a:pt x="80" y="49"/>
                    <a:pt x="64" y="49"/>
                    <a:pt x="32" y="49"/>
                  </a:cubicBezTo>
                  <a:lnTo>
                    <a:pt x="32" y="49"/>
                  </a:lnTo>
                  <a:cubicBezTo>
                    <a:pt x="17" y="49"/>
                    <a:pt x="1" y="64"/>
                    <a:pt x="1" y="80"/>
                  </a:cubicBezTo>
                  <a:cubicBezTo>
                    <a:pt x="1" y="95"/>
                    <a:pt x="1" y="112"/>
                    <a:pt x="32" y="112"/>
                  </a:cubicBezTo>
                  <a:lnTo>
                    <a:pt x="32" y="112"/>
                  </a:lnTo>
                  <a:cubicBezTo>
                    <a:pt x="64" y="127"/>
                    <a:pt x="80" y="127"/>
                    <a:pt x="112" y="127"/>
                  </a:cubicBezTo>
                  <a:cubicBezTo>
                    <a:pt x="143" y="112"/>
                    <a:pt x="143" y="112"/>
                    <a:pt x="143" y="95"/>
                  </a:cubicBezTo>
                  <a:cubicBezTo>
                    <a:pt x="143" y="80"/>
                    <a:pt x="158" y="64"/>
                    <a:pt x="175" y="64"/>
                  </a:cubicBezTo>
                  <a:lnTo>
                    <a:pt x="175" y="64"/>
                  </a:lnTo>
                  <a:lnTo>
                    <a:pt x="175" y="64"/>
                  </a:lnTo>
                  <a:cubicBezTo>
                    <a:pt x="190" y="64"/>
                    <a:pt x="206" y="80"/>
                    <a:pt x="206" y="95"/>
                  </a:cubicBezTo>
                  <a:lnTo>
                    <a:pt x="206" y="127"/>
                  </a:lnTo>
                  <a:cubicBezTo>
                    <a:pt x="221" y="127"/>
                    <a:pt x="253" y="112"/>
                    <a:pt x="269" y="112"/>
                  </a:cubicBezTo>
                  <a:cubicBezTo>
                    <a:pt x="284" y="112"/>
                    <a:pt x="301" y="95"/>
                    <a:pt x="316" y="95"/>
                  </a:cubicBezTo>
                  <a:cubicBezTo>
                    <a:pt x="316" y="95"/>
                    <a:pt x="332" y="95"/>
                    <a:pt x="332" y="80"/>
                  </a:cubicBezTo>
                  <a:cubicBezTo>
                    <a:pt x="332" y="80"/>
                    <a:pt x="348" y="64"/>
                    <a:pt x="348" y="49"/>
                  </a:cubicBezTo>
                  <a:lnTo>
                    <a:pt x="348" y="49"/>
                  </a:lnTo>
                  <a:cubicBezTo>
                    <a:pt x="348" y="32"/>
                    <a:pt x="348" y="1"/>
                    <a:pt x="332" y="1"/>
                  </a:cubicBezTo>
                  <a:lnTo>
                    <a:pt x="3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50" name="Google Shape;3650;p46"/>
            <p:cNvSpPr/>
            <p:nvPr/>
          </p:nvSpPr>
          <p:spPr>
            <a:xfrm>
              <a:off x="3299752" y="1781257"/>
              <a:ext cx="4580" cy="3021"/>
            </a:xfrm>
            <a:custGeom>
              <a:avLst/>
              <a:gdLst/>
              <a:ahLst/>
              <a:cxnLst/>
              <a:rect l="l" t="t" r="r" b="b"/>
              <a:pathLst>
                <a:path w="144" h="95" extrusionOk="0">
                  <a:moveTo>
                    <a:pt x="112" y="0"/>
                  </a:moveTo>
                  <a:lnTo>
                    <a:pt x="112" y="0"/>
                  </a:lnTo>
                  <a:lnTo>
                    <a:pt x="95" y="0"/>
                  </a:lnTo>
                  <a:lnTo>
                    <a:pt x="49" y="15"/>
                  </a:lnTo>
                  <a:lnTo>
                    <a:pt x="32" y="32"/>
                  </a:lnTo>
                  <a:cubicBezTo>
                    <a:pt x="17" y="32"/>
                    <a:pt x="1" y="47"/>
                    <a:pt x="1" y="78"/>
                  </a:cubicBezTo>
                  <a:cubicBezTo>
                    <a:pt x="17" y="95"/>
                    <a:pt x="17" y="95"/>
                    <a:pt x="32" y="95"/>
                  </a:cubicBezTo>
                  <a:lnTo>
                    <a:pt x="32" y="95"/>
                  </a:lnTo>
                  <a:lnTo>
                    <a:pt x="49" y="95"/>
                  </a:lnTo>
                  <a:lnTo>
                    <a:pt x="127" y="78"/>
                  </a:lnTo>
                  <a:lnTo>
                    <a:pt x="127" y="63"/>
                  </a:lnTo>
                  <a:cubicBezTo>
                    <a:pt x="143" y="63"/>
                    <a:pt x="143" y="47"/>
                    <a:pt x="143" y="32"/>
                  </a:cubicBezTo>
                  <a:cubicBezTo>
                    <a:pt x="143" y="15"/>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51" name="Google Shape;3651;p46"/>
            <p:cNvSpPr/>
            <p:nvPr/>
          </p:nvSpPr>
          <p:spPr>
            <a:xfrm>
              <a:off x="3088290" y="1785741"/>
              <a:ext cx="3053" cy="3021"/>
            </a:xfrm>
            <a:custGeom>
              <a:avLst/>
              <a:gdLst/>
              <a:ahLst/>
              <a:cxnLst/>
              <a:rect l="l" t="t" r="r" b="b"/>
              <a:pathLst>
                <a:path w="96" h="95" extrusionOk="0">
                  <a:moveTo>
                    <a:pt x="49" y="0"/>
                  </a:moveTo>
                  <a:lnTo>
                    <a:pt x="32" y="0"/>
                  </a:lnTo>
                  <a:lnTo>
                    <a:pt x="32" y="0"/>
                  </a:lnTo>
                  <a:cubicBezTo>
                    <a:pt x="17" y="0"/>
                    <a:pt x="1" y="17"/>
                    <a:pt x="1" y="48"/>
                  </a:cubicBezTo>
                  <a:lnTo>
                    <a:pt x="17" y="95"/>
                  </a:lnTo>
                  <a:lnTo>
                    <a:pt x="80" y="95"/>
                  </a:lnTo>
                  <a:lnTo>
                    <a:pt x="95" y="95"/>
                  </a:lnTo>
                  <a:lnTo>
                    <a:pt x="80" y="32"/>
                  </a:lnTo>
                  <a:cubicBezTo>
                    <a:pt x="64" y="17"/>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52" name="Google Shape;3652;p46"/>
            <p:cNvSpPr/>
            <p:nvPr/>
          </p:nvSpPr>
          <p:spPr>
            <a:xfrm>
              <a:off x="3104350" y="1791752"/>
              <a:ext cx="4039" cy="3562"/>
            </a:xfrm>
            <a:custGeom>
              <a:avLst/>
              <a:gdLst/>
              <a:ahLst/>
              <a:cxnLst/>
              <a:rect l="l" t="t" r="r" b="b"/>
              <a:pathLst>
                <a:path w="127" h="112" extrusionOk="0">
                  <a:moveTo>
                    <a:pt x="48" y="0"/>
                  </a:moveTo>
                  <a:lnTo>
                    <a:pt x="48" y="0"/>
                  </a:lnTo>
                  <a:cubicBezTo>
                    <a:pt x="32" y="0"/>
                    <a:pt x="16" y="17"/>
                    <a:pt x="16" y="32"/>
                  </a:cubicBezTo>
                  <a:lnTo>
                    <a:pt x="16" y="32"/>
                  </a:lnTo>
                  <a:lnTo>
                    <a:pt x="16" y="32"/>
                  </a:lnTo>
                  <a:lnTo>
                    <a:pt x="0" y="80"/>
                  </a:lnTo>
                  <a:cubicBezTo>
                    <a:pt x="0" y="80"/>
                    <a:pt x="0" y="95"/>
                    <a:pt x="16" y="95"/>
                  </a:cubicBezTo>
                  <a:cubicBezTo>
                    <a:pt x="16" y="111"/>
                    <a:pt x="32" y="111"/>
                    <a:pt x="48" y="111"/>
                  </a:cubicBezTo>
                  <a:lnTo>
                    <a:pt x="48" y="111"/>
                  </a:lnTo>
                  <a:lnTo>
                    <a:pt x="63" y="111"/>
                  </a:lnTo>
                  <a:lnTo>
                    <a:pt x="95" y="111"/>
                  </a:lnTo>
                  <a:cubicBezTo>
                    <a:pt x="95" y="111"/>
                    <a:pt x="111" y="111"/>
                    <a:pt x="111" y="95"/>
                  </a:cubicBezTo>
                  <a:cubicBezTo>
                    <a:pt x="126" y="95"/>
                    <a:pt x="126" y="80"/>
                    <a:pt x="126" y="63"/>
                  </a:cubicBezTo>
                  <a:cubicBezTo>
                    <a:pt x="126" y="48"/>
                    <a:pt x="111" y="48"/>
                    <a:pt x="95" y="32"/>
                  </a:cubicBezTo>
                  <a:lnTo>
                    <a:pt x="95" y="32"/>
                  </a:lnTo>
                  <a:lnTo>
                    <a:pt x="95" y="32"/>
                  </a:lnTo>
                  <a:lnTo>
                    <a:pt x="79" y="32"/>
                  </a:lnTo>
                  <a:lnTo>
                    <a:pt x="79" y="32"/>
                  </a:lnTo>
                  <a:cubicBezTo>
                    <a:pt x="79" y="17"/>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53" name="Google Shape;3653;p46"/>
            <p:cNvSpPr/>
            <p:nvPr/>
          </p:nvSpPr>
          <p:spPr>
            <a:xfrm>
              <a:off x="3156445" y="1806796"/>
              <a:ext cx="2576" cy="2544"/>
            </a:xfrm>
            <a:custGeom>
              <a:avLst/>
              <a:gdLst/>
              <a:ahLst/>
              <a:cxnLst/>
              <a:rect l="l" t="t" r="r" b="b"/>
              <a:pathLst>
                <a:path w="81" h="80" extrusionOk="0">
                  <a:moveTo>
                    <a:pt x="80" y="0"/>
                  </a:moveTo>
                  <a:lnTo>
                    <a:pt x="80" y="0"/>
                  </a:lnTo>
                  <a:lnTo>
                    <a:pt x="80" y="0"/>
                  </a:lnTo>
                  <a:lnTo>
                    <a:pt x="64" y="0"/>
                  </a:lnTo>
                  <a:lnTo>
                    <a:pt x="32" y="16"/>
                  </a:lnTo>
                  <a:cubicBezTo>
                    <a:pt x="17" y="16"/>
                    <a:pt x="1" y="48"/>
                    <a:pt x="17" y="63"/>
                  </a:cubicBezTo>
                  <a:lnTo>
                    <a:pt x="32" y="79"/>
                  </a:lnTo>
                  <a:lnTo>
                    <a:pt x="49" y="79"/>
                  </a:lnTo>
                  <a:lnTo>
                    <a:pt x="64" y="79"/>
                  </a:lnTo>
                  <a:lnTo>
                    <a:pt x="64" y="79"/>
                  </a:lnTo>
                  <a:lnTo>
                    <a:pt x="64" y="63"/>
                  </a:lnTo>
                  <a:lnTo>
                    <a:pt x="64"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54" name="Google Shape;3654;p46"/>
            <p:cNvSpPr/>
            <p:nvPr/>
          </p:nvSpPr>
          <p:spPr>
            <a:xfrm>
              <a:off x="3414532" y="1779731"/>
              <a:ext cx="5534" cy="2544"/>
            </a:xfrm>
            <a:custGeom>
              <a:avLst/>
              <a:gdLst/>
              <a:ahLst/>
              <a:cxnLst/>
              <a:rect l="l" t="t" r="r" b="b"/>
              <a:pathLst>
                <a:path w="174" h="80" extrusionOk="0">
                  <a:moveTo>
                    <a:pt x="127" y="0"/>
                  </a:moveTo>
                  <a:lnTo>
                    <a:pt x="127" y="0"/>
                  </a:lnTo>
                  <a:lnTo>
                    <a:pt x="127" y="0"/>
                  </a:lnTo>
                  <a:lnTo>
                    <a:pt x="95" y="0"/>
                  </a:lnTo>
                  <a:lnTo>
                    <a:pt x="32" y="17"/>
                  </a:lnTo>
                  <a:lnTo>
                    <a:pt x="32" y="17"/>
                  </a:lnTo>
                  <a:lnTo>
                    <a:pt x="32" y="17"/>
                  </a:lnTo>
                  <a:lnTo>
                    <a:pt x="32" y="32"/>
                  </a:lnTo>
                  <a:cubicBezTo>
                    <a:pt x="32" y="48"/>
                    <a:pt x="16" y="48"/>
                    <a:pt x="0" y="63"/>
                  </a:cubicBezTo>
                  <a:lnTo>
                    <a:pt x="16" y="63"/>
                  </a:lnTo>
                  <a:cubicBezTo>
                    <a:pt x="16" y="80"/>
                    <a:pt x="32" y="80"/>
                    <a:pt x="32" y="80"/>
                  </a:cubicBezTo>
                  <a:lnTo>
                    <a:pt x="47" y="80"/>
                  </a:lnTo>
                  <a:lnTo>
                    <a:pt x="47" y="80"/>
                  </a:lnTo>
                  <a:lnTo>
                    <a:pt x="142" y="63"/>
                  </a:lnTo>
                  <a:lnTo>
                    <a:pt x="142" y="63"/>
                  </a:lnTo>
                  <a:cubicBezTo>
                    <a:pt x="158" y="48"/>
                    <a:pt x="173" y="32"/>
                    <a:pt x="158" y="17"/>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55" name="Google Shape;3655;p46"/>
            <p:cNvSpPr/>
            <p:nvPr/>
          </p:nvSpPr>
          <p:spPr>
            <a:xfrm>
              <a:off x="3437049" y="1767709"/>
              <a:ext cx="4039" cy="4039"/>
            </a:xfrm>
            <a:custGeom>
              <a:avLst/>
              <a:gdLst/>
              <a:ahLst/>
              <a:cxnLst/>
              <a:rect l="l" t="t" r="r" b="b"/>
              <a:pathLst>
                <a:path w="127" h="127" extrusionOk="0">
                  <a:moveTo>
                    <a:pt x="127" y="0"/>
                  </a:moveTo>
                  <a:lnTo>
                    <a:pt x="64" y="17"/>
                  </a:lnTo>
                  <a:lnTo>
                    <a:pt x="80" y="17"/>
                  </a:lnTo>
                  <a:cubicBezTo>
                    <a:pt x="80" y="32"/>
                    <a:pt x="80" y="63"/>
                    <a:pt x="49" y="63"/>
                  </a:cubicBezTo>
                  <a:lnTo>
                    <a:pt x="49" y="63"/>
                  </a:lnTo>
                  <a:cubicBezTo>
                    <a:pt x="32" y="63"/>
                    <a:pt x="17" y="63"/>
                    <a:pt x="17" y="48"/>
                  </a:cubicBezTo>
                  <a:lnTo>
                    <a:pt x="1" y="48"/>
                  </a:lnTo>
                  <a:lnTo>
                    <a:pt x="1" y="95"/>
                  </a:lnTo>
                  <a:cubicBezTo>
                    <a:pt x="17" y="111"/>
                    <a:pt x="32" y="126"/>
                    <a:pt x="49" y="126"/>
                  </a:cubicBezTo>
                  <a:lnTo>
                    <a:pt x="80" y="126"/>
                  </a:lnTo>
                  <a:cubicBezTo>
                    <a:pt x="95" y="111"/>
                    <a:pt x="112" y="95"/>
                    <a:pt x="112" y="80"/>
                  </a:cubicBezTo>
                  <a:cubicBezTo>
                    <a:pt x="95" y="63"/>
                    <a:pt x="95" y="63"/>
                    <a:pt x="80" y="63"/>
                  </a:cubicBezTo>
                  <a:lnTo>
                    <a:pt x="95" y="48"/>
                  </a:lnTo>
                  <a:cubicBezTo>
                    <a:pt x="95" y="48"/>
                    <a:pt x="112" y="48"/>
                    <a:pt x="112" y="32"/>
                  </a:cubicBezTo>
                  <a:cubicBezTo>
                    <a:pt x="127" y="32"/>
                    <a:pt x="127"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56" name="Google Shape;3656;p46"/>
            <p:cNvSpPr/>
            <p:nvPr/>
          </p:nvSpPr>
          <p:spPr>
            <a:xfrm>
              <a:off x="3190538" y="1786727"/>
              <a:ext cx="4039" cy="2576"/>
            </a:xfrm>
            <a:custGeom>
              <a:avLst/>
              <a:gdLst/>
              <a:ahLst/>
              <a:cxnLst/>
              <a:rect l="l" t="t" r="r" b="b"/>
              <a:pathLst>
                <a:path w="127" h="81" extrusionOk="0">
                  <a:moveTo>
                    <a:pt x="95" y="1"/>
                  </a:moveTo>
                  <a:lnTo>
                    <a:pt x="79" y="1"/>
                  </a:lnTo>
                  <a:lnTo>
                    <a:pt x="79" y="1"/>
                  </a:lnTo>
                  <a:lnTo>
                    <a:pt x="32" y="17"/>
                  </a:lnTo>
                  <a:lnTo>
                    <a:pt x="32" y="17"/>
                  </a:lnTo>
                  <a:cubicBezTo>
                    <a:pt x="16" y="17"/>
                    <a:pt x="0" y="32"/>
                    <a:pt x="0" y="49"/>
                  </a:cubicBezTo>
                  <a:lnTo>
                    <a:pt x="0" y="49"/>
                  </a:lnTo>
                  <a:lnTo>
                    <a:pt x="32" y="49"/>
                  </a:lnTo>
                  <a:lnTo>
                    <a:pt x="32" y="49"/>
                  </a:lnTo>
                  <a:lnTo>
                    <a:pt x="48" y="49"/>
                  </a:lnTo>
                  <a:cubicBezTo>
                    <a:pt x="48" y="49"/>
                    <a:pt x="63" y="64"/>
                    <a:pt x="63" y="80"/>
                  </a:cubicBezTo>
                  <a:lnTo>
                    <a:pt x="95" y="64"/>
                  </a:lnTo>
                  <a:cubicBezTo>
                    <a:pt x="111" y="64"/>
                    <a:pt x="126" y="49"/>
                    <a:pt x="126"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57" name="Google Shape;3657;p46"/>
            <p:cNvSpPr/>
            <p:nvPr/>
          </p:nvSpPr>
          <p:spPr>
            <a:xfrm>
              <a:off x="3431038" y="1768218"/>
              <a:ext cx="4039" cy="6042"/>
            </a:xfrm>
            <a:custGeom>
              <a:avLst/>
              <a:gdLst/>
              <a:ahLst/>
              <a:cxnLst/>
              <a:rect l="l" t="t" r="r" b="b"/>
              <a:pathLst>
                <a:path w="127" h="190" extrusionOk="0">
                  <a:moveTo>
                    <a:pt x="49" y="1"/>
                  </a:moveTo>
                  <a:cubicBezTo>
                    <a:pt x="32" y="1"/>
                    <a:pt x="17" y="16"/>
                    <a:pt x="17" y="16"/>
                  </a:cubicBezTo>
                  <a:lnTo>
                    <a:pt x="17" y="32"/>
                  </a:lnTo>
                  <a:cubicBezTo>
                    <a:pt x="17" y="47"/>
                    <a:pt x="1" y="64"/>
                    <a:pt x="17" y="95"/>
                  </a:cubicBezTo>
                  <a:lnTo>
                    <a:pt x="17" y="95"/>
                  </a:lnTo>
                  <a:cubicBezTo>
                    <a:pt x="17" y="110"/>
                    <a:pt x="17" y="110"/>
                    <a:pt x="32" y="127"/>
                  </a:cubicBezTo>
                  <a:lnTo>
                    <a:pt x="32" y="158"/>
                  </a:lnTo>
                  <a:cubicBezTo>
                    <a:pt x="49" y="158"/>
                    <a:pt x="49" y="173"/>
                    <a:pt x="49" y="173"/>
                  </a:cubicBezTo>
                  <a:cubicBezTo>
                    <a:pt x="49" y="190"/>
                    <a:pt x="64" y="190"/>
                    <a:pt x="80" y="190"/>
                  </a:cubicBezTo>
                  <a:lnTo>
                    <a:pt x="95" y="190"/>
                  </a:lnTo>
                  <a:cubicBezTo>
                    <a:pt x="112" y="173"/>
                    <a:pt x="127" y="158"/>
                    <a:pt x="112" y="142"/>
                  </a:cubicBezTo>
                  <a:lnTo>
                    <a:pt x="112" y="142"/>
                  </a:lnTo>
                  <a:cubicBezTo>
                    <a:pt x="112" y="127"/>
                    <a:pt x="95" y="127"/>
                    <a:pt x="95" y="127"/>
                  </a:cubicBezTo>
                  <a:cubicBezTo>
                    <a:pt x="95" y="95"/>
                    <a:pt x="80" y="79"/>
                    <a:pt x="80" y="64"/>
                  </a:cubicBezTo>
                  <a:lnTo>
                    <a:pt x="80" y="64"/>
                  </a:lnTo>
                  <a:lnTo>
                    <a:pt x="80" y="32"/>
                  </a:lnTo>
                  <a:lnTo>
                    <a:pt x="80" y="32"/>
                  </a:lnTo>
                  <a:lnTo>
                    <a:pt x="80" y="32"/>
                  </a:lnTo>
                  <a:cubicBezTo>
                    <a:pt x="80" y="32"/>
                    <a:pt x="64" y="32"/>
                    <a:pt x="64" y="16"/>
                  </a:cubicBezTo>
                  <a:cubicBezTo>
                    <a:pt x="49" y="16"/>
                    <a:pt x="49" y="1"/>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58" name="Google Shape;3658;p46"/>
            <p:cNvSpPr/>
            <p:nvPr/>
          </p:nvSpPr>
          <p:spPr>
            <a:xfrm>
              <a:off x="3308784" y="1780239"/>
              <a:ext cx="5565" cy="4516"/>
            </a:xfrm>
            <a:custGeom>
              <a:avLst/>
              <a:gdLst/>
              <a:ahLst/>
              <a:cxnLst/>
              <a:rect l="l" t="t" r="r" b="b"/>
              <a:pathLst>
                <a:path w="175" h="142" extrusionOk="0">
                  <a:moveTo>
                    <a:pt x="48" y="1"/>
                  </a:moveTo>
                  <a:lnTo>
                    <a:pt x="48" y="1"/>
                  </a:lnTo>
                  <a:cubicBezTo>
                    <a:pt x="32" y="1"/>
                    <a:pt x="17" y="1"/>
                    <a:pt x="17" y="16"/>
                  </a:cubicBezTo>
                  <a:cubicBezTo>
                    <a:pt x="0" y="32"/>
                    <a:pt x="17" y="47"/>
                    <a:pt x="32" y="64"/>
                  </a:cubicBezTo>
                  <a:lnTo>
                    <a:pt x="63" y="79"/>
                  </a:lnTo>
                  <a:lnTo>
                    <a:pt x="63" y="110"/>
                  </a:lnTo>
                  <a:lnTo>
                    <a:pt x="95" y="142"/>
                  </a:lnTo>
                  <a:lnTo>
                    <a:pt x="111" y="142"/>
                  </a:lnTo>
                  <a:lnTo>
                    <a:pt x="126" y="127"/>
                  </a:lnTo>
                  <a:lnTo>
                    <a:pt x="158" y="110"/>
                  </a:lnTo>
                  <a:cubicBezTo>
                    <a:pt x="174" y="110"/>
                    <a:pt x="174" y="95"/>
                    <a:pt x="174" y="79"/>
                  </a:cubicBezTo>
                  <a:lnTo>
                    <a:pt x="174" y="64"/>
                  </a:lnTo>
                  <a:cubicBezTo>
                    <a:pt x="174" y="64"/>
                    <a:pt x="174" y="47"/>
                    <a:pt x="158" y="47"/>
                  </a:cubicBezTo>
                  <a:lnTo>
                    <a:pt x="126"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59" name="Google Shape;3659;p46"/>
            <p:cNvSpPr/>
            <p:nvPr/>
          </p:nvSpPr>
          <p:spPr>
            <a:xfrm>
              <a:off x="3416026" y="1769235"/>
              <a:ext cx="4039" cy="4039"/>
            </a:xfrm>
            <a:custGeom>
              <a:avLst/>
              <a:gdLst/>
              <a:ahLst/>
              <a:cxnLst/>
              <a:rect l="l" t="t" r="r" b="b"/>
              <a:pathLst>
                <a:path w="127" h="127" extrusionOk="0">
                  <a:moveTo>
                    <a:pt x="48" y="0"/>
                  </a:moveTo>
                  <a:lnTo>
                    <a:pt x="48" y="0"/>
                  </a:lnTo>
                  <a:cubicBezTo>
                    <a:pt x="32" y="0"/>
                    <a:pt x="16" y="15"/>
                    <a:pt x="16" y="32"/>
                  </a:cubicBezTo>
                  <a:lnTo>
                    <a:pt x="0" y="78"/>
                  </a:lnTo>
                  <a:cubicBezTo>
                    <a:pt x="0" y="78"/>
                    <a:pt x="0" y="95"/>
                    <a:pt x="16" y="110"/>
                  </a:cubicBezTo>
                  <a:lnTo>
                    <a:pt x="32" y="126"/>
                  </a:lnTo>
                  <a:lnTo>
                    <a:pt x="80" y="126"/>
                  </a:lnTo>
                  <a:lnTo>
                    <a:pt x="80" y="126"/>
                  </a:lnTo>
                  <a:lnTo>
                    <a:pt x="95" y="126"/>
                  </a:lnTo>
                  <a:cubicBezTo>
                    <a:pt x="111" y="126"/>
                    <a:pt x="126" y="126"/>
                    <a:pt x="126" y="110"/>
                  </a:cubicBezTo>
                  <a:cubicBezTo>
                    <a:pt x="126" y="78"/>
                    <a:pt x="111" y="63"/>
                    <a:pt x="95" y="63"/>
                  </a:cubicBezTo>
                  <a:lnTo>
                    <a:pt x="80" y="63"/>
                  </a:lnTo>
                  <a:lnTo>
                    <a:pt x="80" y="63"/>
                  </a:lnTo>
                  <a:lnTo>
                    <a:pt x="80" y="47"/>
                  </a:lnTo>
                  <a:lnTo>
                    <a:pt x="80" y="32"/>
                  </a:lnTo>
                  <a:cubicBezTo>
                    <a:pt x="80" y="15"/>
                    <a:pt x="80" y="15"/>
                    <a:pt x="63"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60" name="Google Shape;3660;p46"/>
            <p:cNvSpPr/>
            <p:nvPr/>
          </p:nvSpPr>
          <p:spPr>
            <a:xfrm>
              <a:off x="3388961" y="1771716"/>
              <a:ext cx="5565" cy="5025"/>
            </a:xfrm>
            <a:custGeom>
              <a:avLst/>
              <a:gdLst/>
              <a:ahLst/>
              <a:cxnLst/>
              <a:rect l="l" t="t" r="r" b="b"/>
              <a:pathLst>
                <a:path w="175" h="158" extrusionOk="0">
                  <a:moveTo>
                    <a:pt x="143" y="0"/>
                  </a:moveTo>
                  <a:lnTo>
                    <a:pt x="126" y="0"/>
                  </a:lnTo>
                  <a:lnTo>
                    <a:pt x="111" y="17"/>
                  </a:lnTo>
                  <a:lnTo>
                    <a:pt x="80" y="80"/>
                  </a:lnTo>
                  <a:lnTo>
                    <a:pt x="80" y="80"/>
                  </a:lnTo>
                  <a:lnTo>
                    <a:pt x="48" y="80"/>
                  </a:lnTo>
                  <a:lnTo>
                    <a:pt x="32" y="80"/>
                  </a:lnTo>
                  <a:cubicBezTo>
                    <a:pt x="17" y="80"/>
                    <a:pt x="0" y="95"/>
                    <a:pt x="0" y="111"/>
                  </a:cubicBezTo>
                  <a:cubicBezTo>
                    <a:pt x="0" y="126"/>
                    <a:pt x="17" y="143"/>
                    <a:pt x="32" y="143"/>
                  </a:cubicBezTo>
                  <a:lnTo>
                    <a:pt x="48" y="143"/>
                  </a:lnTo>
                  <a:lnTo>
                    <a:pt x="63" y="143"/>
                  </a:lnTo>
                  <a:lnTo>
                    <a:pt x="80" y="143"/>
                  </a:lnTo>
                  <a:cubicBezTo>
                    <a:pt x="80" y="143"/>
                    <a:pt x="95" y="143"/>
                    <a:pt x="111" y="158"/>
                  </a:cubicBezTo>
                  <a:lnTo>
                    <a:pt x="126" y="143"/>
                  </a:lnTo>
                  <a:lnTo>
                    <a:pt x="143" y="95"/>
                  </a:lnTo>
                  <a:lnTo>
                    <a:pt x="174" y="48"/>
                  </a:lnTo>
                  <a:cubicBezTo>
                    <a:pt x="174" y="32"/>
                    <a:pt x="174" y="17"/>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61" name="Google Shape;3661;p46"/>
            <p:cNvSpPr/>
            <p:nvPr/>
          </p:nvSpPr>
          <p:spPr>
            <a:xfrm>
              <a:off x="3421020" y="1774229"/>
              <a:ext cx="3562" cy="3530"/>
            </a:xfrm>
            <a:custGeom>
              <a:avLst/>
              <a:gdLst/>
              <a:ahLst/>
              <a:cxnLst/>
              <a:rect l="l" t="t" r="r" b="b"/>
              <a:pathLst>
                <a:path w="112" h="111" extrusionOk="0">
                  <a:moveTo>
                    <a:pt x="80" y="1"/>
                  </a:moveTo>
                  <a:lnTo>
                    <a:pt x="64" y="1"/>
                  </a:lnTo>
                  <a:cubicBezTo>
                    <a:pt x="64" y="1"/>
                    <a:pt x="64" y="16"/>
                    <a:pt x="49" y="16"/>
                  </a:cubicBezTo>
                  <a:lnTo>
                    <a:pt x="49" y="16"/>
                  </a:lnTo>
                  <a:lnTo>
                    <a:pt x="17" y="47"/>
                  </a:lnTo>
                  <a:cubicBezTo>
                    <a:pt x="1" y="47"/>
                    <a:pt x="1" y="64"/>
                    <a:pt x="1" y="64"/>
                  </a:cubicBezTo>
                  <a:lnTo>
                    <a:pt x="1" y="95"/>
                  </a:lnTo>
                  <a:cubicBezTo>
                    <a:pt x="17" y="110"/>
                    <a:pt x="17" y="110"/>
                    <a:pt x="32" y="110"/>
                  </a:cubicBezTo>
                  <a:cubicBezTo>
                    <a:pt x="32" y="110"/>
                    <a:pt x="49" y="110"/>
                    <a:pt x="49" y="95"/>
                  </a:cubicBezTo>
                  <a:lnTo>
                    <a:pt x="95" y="64"/>
                  </a:lnTo>
                  <a:cubicBezTo>
                    <a:pt x="112" y="47"/>
                    <a:pt x="112"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62" name="Google Shape;3662;p46"/>
            <p:cNvSpPr/>
            <p:nvPr/>
          </p:nvSpPr>
          <p:spPr>
            <a:xfrm>
              <a:off x="3406994" y="1777727"/>
              <a:ext cx="3562" cy="2544"/>
            </a:xfrm>
            <a:custGeom>
              <a:avLst/>
              <a:gdLst/>
              <a:ahLst/>
              <a:cxnLst/>
              <a:rect l="l" t="t" r="r" b="b"/>
              <a:pathLst>
                <a:path w="112" h="80" extrusionOk="0">
                  <a:moveTo>
                    <a:pt x="32" y="0"/>
                  </a:moveTo>
                  <a:lnTo>
                    <a:pt x="32" y="0"/>
                  </a:lnTo>
                  <a:lnTo>
                    <a:pt x="32" y="0"/>
                  </a:lnTo>
                  <a:cubicBezTo>
                    <a:pt x="17" y="0"/>
                    <a:pt x="0" y="17"/>
                    <a:pt x="0" y="32"/>
                  </a:cubicBezTo>
                  <a:lnTo>
                    <a:pt x="0" y="32"/>
                  </a:lnTo>
                  <a:lnTo>
                    <a:pt x="0" y="48"/>
                  </a:lnTo>
                  <a:cubicBezTo>
                    <a:pt x="17" y="63"/>
                    <a:pt x="17" y="63"/>
                    <a:pt x="32" y="63"/>
                  </a:cubicBezTo>
                  <a:lnTo>
                    <a:pt x="48" y="63"/>
                  </a:lnTo>
                  <a:lnTo>
                    <a:pt x="80" y="80"/>
                  </a:lnTo>
                  <a:lnTo>
                    <a:pt x="80" y="80"/>
                  </a:lnTo>
                  <a:cubicBezTo>
                    <a:pt x="95" y="80"/>
                    <a:pt x="111" y="63"/>
                    <a:pt x="111" y="32"/>
                  </a:cubicBezTo>
                  <a:lnTo>
                    <a:pt x="111" y="32"/>
                  </a:lnTo>
                  <a:cubicBezTo>
                    <a:pt x="111" y="17"/>
                    <a:pt x="95" y="0"/>
                    <a:pt x="80" y="0"/>
                  </a:cubicBezTo>
                  <a:lnTo>
                    <a:pt x="80"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63" name="Google Shape;3663;p46"/>
            <p:cNvSpPr/>
            <p:nvPr/>
          </p:nvSpPr>
          <p:spPr>
            <a:xfrm>
              <a:off x="3369434" y="1756196"/>
              <a:ext cx="3021" cy="3021"/>
            </a:xfrm>
            <a:custGeom>
              <a:avLst/>
              <a:gdLst/>
              <a:ahLst/>
              <a:cxnLst/>
              <a:rect l="l" t="t" r="r" b="b"/>
              <a:pathLst>
                <a:path w="95" h="95" extrusionOk="0">
                  <a:moveTo>
                    <a:pt x="63" y="0"/>
                  </a:moveTo>
                  <a:lnTo>
                    <a:pt x="63" y="0"/>
                  </a:lnTo>
                  <a:cubicBezTo>
                    <a:pt x="47" y="0"/>
                    <a:pt x="32" y="0"/>
                    <a:pt x="32" y="16"/>
                  </a:cubicBezTo>
                  <a:lnTo>
                    <a:pt x="0" y="47"/>
                  </a:lnTo>
                  <a:cubicBezTo>
                    <a:pt x="0" y="63"/>
                    <a:pt x="0" y="79"/>
                    <a:pt x="16" y="95"/>
                  </a:cubicBezTo>
                  <a:lnTo>
                    <a:pt x="32" y="95"/>
                  </a:lnTo>
                  <a:lnTo>
                    <a:pt x="63" y="95"/>
                  </a:lnTo>
                  <a:lnTo>
                    <a:pt x="79" y="63"/>
                  </a:lnTo>
                  <a:cubicBezTo>
                    <a:pt x="95" y="47"/>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64" name="Google Shape;3664;p46"/>
            <p:cNvSpPr/>
            <p:nvPr/>
          </p:nvSpPr>
          <p:spPr>
            <a:xfrm>
              <a:off x="3092837" y="1793279"/>
              <a:ext cx="3498" cy="5502"/>
            </a:xfrm>
            <a:custGeom>
              <a:avLst/>
              <a:gdLst/>
              <a:ahLst/>
              <a:cxnLst/>
              <a:rect l="l" t="t" r="r" b="b"/>
              <a:pathLst>
                <a:path w="110" h="173" extrusionOk="0">
                  <a:moveTo>
                    <a:pt x="32" y="0"/>
                  </a:moveTo>
                  <a:lnTo>
                    <a:pt x="32" y="0"/>
                  </a:lnTo>
                  <a:lnTo>
                    <a:pt x="15" y="0"/>
                  </a:lnTo>
                  <a:cubicBezTo>
                    <a:pt x="0" y="15"/>
                    <a:pt x="0" y="32"/>
                    <a:pt x="0" y="47"/>
                  </a:cubicBezTo>
                  <a:lnTo>
                    <a:pt x="32" y="110"/>
                  </a:lnTo>
                  <a:lnTo>
                    <a:pt x="47" y="141"/>
                  </a:lnTo>
                  <a:cubicBezTo>
                    <a:pt x="47" y="158"/>
                    <a:pt x="63" y="173"/>
                    <a:pt x="78" y="173"/>
                  </a:cubicBezTo>
                  <a:lnTo>
                    <a:pt x="78" y="158"/>
                  </a:lnTo>
                  <a:cubicBezTo>
                    <a:pt x="110" y="158"/>
                    <a:pt x="110" y="141"/>
                    <a:pt x="110" y="126"/>
                  </a:cubicBezTo>
                  <a:lnTo>
                    <a:pt x="95" y="110"/>
                  </a:lnTo>
                  <a:lnTo>
                    <a:pt x="78" y="126"/>
                  </a:lnTo>
                  <a:lnTo>
                    <a:pt x="78" y="126"/>
                  </a:lnTo>
                  <a:cubicBezTo>
                    <a:pt x="47" y="126"/>
                    <a:pt x="32" y="95"/>
                    <a:pt x="47" y="78"/>
                  </a:cubicBezTo>
                  <a:lnTo>
                    <a:pt x="47" y="15"/>
                  </a:lnTo>
                  <a:lnTo>
                    <a:pt x="47"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65" name="Google Shape;3665;p46"/>
            <p:cNvSpPr/>
            <p:nvPr/>
          </p:nvSpPr>
          <p:spPr>
            <a:xfrm>
              <a:off x="3392969" y="1801294"/>
              <a:ext cx="3021" cy="5025"/>
            </a:xfrm>
            <a:custGeom>
              <a:avLst/>
              <a:gdLst/>
              <a:ahLst/>
              <a:cxnLst/>
              <a:rect l="l" t="t" r="r" b="b"/>
              <a:pathLst>
                <a:path w="95" h="158" extrusionOk="0">
                  <a:moveTo>
                    <a:pt x="48" y="0"/>
                  </a:moveTo>
                  <a:lnTo>
                    <a:pt x="32" y="0"/>
                  </a:lnTo>
                  <a:cubicBezTo>
                    <a:pt x="32" y="0"/>
                    <a:pt x="17" y="0"/>
                    <a:pt x="17" y="16"/>
                  </a:cubicBezTo>
                  <a:cubicBezTo>
                    <a:pt x="17" y="16"/>
                    <a:pt x="0" y="16"/>
                    <a:pt x="17" y="32"/>
                  </a:cubicBezTo>
                  <a:lnTo>
                    <a:pt x="17" y="79"/>
                  </a:lnTo>
                  <a:lnTo>
                    <a:pt x="17" y="95"/>
                  </a:lnTo>
                  <a:cubicBezTo>
                    <a:pt x="32" y="95"/>
                    <a:pt x="32" y="110"/>
                    <a:pt x="17" y="126"/>
                  </a:cubicBezTo>
                  <a:lnTo>
                    <a:pt x="17" y="126"/>
                  </a:lnTo>
                  <a:cubicBezTo>
                    <a:pt x="17" y="142"/>
                    <a:pt x="32" y="158"/>
                    <a:pt x="48" y="158"/>
                  </a:cubicBezTo>
                  <a:lnTo>
                    <a:pt x="48" y="158"/>
                  </a:lnTo>
                  <a:lnTo>
                    <a:pt x="63" y="158"/>
                  </a:lnTo>
                  <a:cubicBezTo>
                    <a:pt x="80" y="158"/>
                    <a:pt x="95" y="142"/>
                    <a:pt x="95" y="126"/>
                  </a:cubicBezTo>
                  <a:lnTo>
                    <a:pt x="95" y="126"/>
                  </a:lnTo>
                  <a:lnTo>
                    <a:pt x="80" y="110"/>
                  </a:lnTo>
                  <a:lnTo>
                    <a:pt x="80" y="32"/>
                  </a:lnTo>
                  <a:lnTo>
                    <a:pt x="80" y="16"/>
                  </a:lnTo>
                  <a:lnTo>
                    <a:pt x="80" y="16"/>
                  </a:ln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66" name="Google Shape;3666;p46"/>
            <p:cNvSpPr/>
            <p:nvPr/>
          </p:nvSpPr>
          <p:spPr>
            <a:xfrm>
              <a:off x="3332828" y="1807781"/>
              <a:ext cx="3053" cy="5057"/>
            </a:xfrm>
            <a:custGeom>
              <a:avLst/>
              <a:gdLst/>
              <a:ahLst/>
              <a:cxnLst/>
              <a:rect l="l" t="t" r="r" b="b"/>
              <a:pathLst>
                <a:path w="96" h="159" extrusionOk="0">
                  <a:moveTo>
                    <a:pt x="32" y="1"/>
                  </a:moveTo>
                  <a:lnTo>
                    <a:pt x="32" y="1"/>
                  </a:lnTo>
                  <a:lnTo>
                    <a:pt x="17" y="1"/>
                  </a:lnTo>
                  <a:cubicBezTo>
                    <a:pt x="1" y="1"/>
                    <a:pt x="1" y="32"/>
                    <a:pt x="1" y="48"/>
                  </a:cubicBezTo>
                  <a:lnTo>
                    <a:pt x="17" y="112"/>
                  </a:lnTo>
                  <a:lnTo>
                    <a:pt x="32" y="127"/>
                  </a:lnTo>
                  <a:cubicBezTo>
                    <a:pt x="32" y="143"/>
                    <a:pt x="49" y="158"/>
                    <a:pt x="64" y="158"/>
                  </a:cubicBezTo>
                  <a:lnTo>
                    <a:pt x="64" y="158"/>
                  </a:lnTo>
                  <a:lnTo>
                    <a:pt x="64" y="158"/>
                  </a:lnTo>
                  <a:cubicBezTo>
                    <a:pt x="80" y="143"/>
                    <a:pt x="95" y="127"/>
                    <a:pt x="95" y="112"/>
                  </a:cubicBezTo>
                  <a:lnTo>
                    <a:pt x="80" y="95"/>
                  </a:lnTo>
                  <a:lnTo>
                    <a:pt x="64" y="32"/>
                  </a:lnTo>
                  <a:cubicBezTo>
                    <a:pt x="64" y="17"/>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67" name="Google Shape;3667;p46"/>
            <p:cNvSpPr/>
            <p:nvPr/>
          </p:nvSpPr>
          <p:spPr>
            <a:xfrm>
              <a:off x="3030184" y="1797286"/>
              <a:ext cx="3562" cy="2035"/>
            </a:xfrm>
            <a:custGeom>
              <a:avLst/>
              <a:gdLst/>
              <a:ahLst/>
              <a:cxnLst/>
              <a:rect l="l" t="t" r="r" b="b"/>
              <a:pathLst>
                <a:path w="112" h="64" extrusionOk="0">
                  <a:moveTo>
                    <a:pt x="17" y="0"/>
                  </a:moveTo>
                  <a:lnTo>
                    <a:pt x="17" y="0"/>
                  </a:lnTo>
                  <a:cubicBezTo>
                    <a:pt x="32" y="15"/>
                    <a:pt x="32" y="15"/>
                    <a:pt x="32" y="32"/>
                  </a:cubicBezTo>
                  <a:cubicBezTo>
                    <a:pt x="32" y="47"/>
                    <a:pt x="17" y="47"/>
                    <a:pt x="17" y="63"/>
                  </a:cubicBezTo>
                  <a:lnTo>
                    <a:pt x="0" y="63"/>
                  </a:lnTo>
                  <a:lnTo>
                    <a:pt x="17" y="63"/>
                  </a:lnTo>
                  <a:lnTo>
                    <a:pt x="80" y="63"/>
                  </a:lnTo>
                  <a:lnTo>
                    <a:pt x="80" y="63"/>
                  </a:lnTo>
                  <a:cubicBezTo>
                    <a:pt x="95" y="63"/>
                    <a:pt x="111" y="47"/>
                    <a:pt x="111" y="32"/>
                  </a:cubicBezTo>
                  <a:cubicBezTo>
                    <a:pt x="111" y="15"/>
                    <a:pt x="95" y="0"/>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68" name="Google Shape;3668;p46"/>
            <p:cNvSpPr/>
            <p:nvPr/>
          </p:nvSpPr>
          <p:spPr>
            <a:xfrm>
              <a:off x="3178008" y="1780239"/>
              <a:ext cx="6042" cy="3530"/>
            </a:xfrm>
            <a:custGeom>
              <a:avLst/>
              <a:gdLst/>
              <a:ahLst/>
              <a:cxnLst/>
              <a:rect l="l" t="t" r="r" b="b"/>
              <a:pathLst>
                <a:path w="190" h="111" extrusionOk="0">
                  <a:moveTo>
                    <a:pt x="158" y="1"/>
                  </a:moveTo>
                  <a:lnTo>
                    <a:pt x="158" y="1"/>
                  </a:lnTo>
                  <a:lnTo>
                    <a:pt x="142" y="1"/>
                  </a:lnTo>
                  <a:cubicBezTo>
                    <a:pt x="127" y="1"/>
                    <a:pt x="110" y="16"/>
                    <a:pt x="110" y="16"/>
                  </a:cubicBezTo>
                  <a:cubicBezTo>
                    <a:pt x="95" y="32"/>
                    <a:pt x="79" y="32"/>
                    <a:pt x="79" y="32"/>
                  </a:cubicBezTo>
                  <a:lnTo>
                    <a:pt x="64" y="32"/>
                  </a:lnTo>
                  <a:lnTo>
                    <a:pt x="47" y="32"/>
                  </a:lnTo>
                  <a:cubicBezTo>
                    <a:pt x="32" y="32"/>
                    <a:pt x="16" y="32"/>
                    <a:pt x="16" y="47"/>
                  </a:cubicBezTo>
                  <a:cubicBezTo>
                    <a:pt x="1" y="64"/>
                    <a:pt x="1" y="79"/>
                    <a:pt x="16" y="95"/>
                  </a:cubicBezTo>
                  <a:lnTo>
                    <a:pt x="47" y="95"/>
                  </a:lnTo>
                  <a:cubicBezTo>
                    <a:pt x="64" y="110"/>
                    <a:pt x="64" y="110"/>
                    <a:pt x="79" y="110"/>
                  </a:cubicBezTo>
                  <a:cubicBezTo>
                    <a:pt x="95" y="110"/>
                    <a:pt x="110" y="95"/>
                    <a:pt x="127" y="95"/>
                  </a:cubicBezTo>
                  <a:cubicBezTo>
                    <a:pt x="127" y="79"/>
                    <a:pt x="142" y="79"/>
                    <a:pt x="142" y="79"/>
                  </a:cubicBezTo>
                  <a:cubicBezTo>
                    <a:pt x="158" y="64"/>
                    <a:pt x="158" y="64"/>
                    <a:pt x="173" y="64"/>
                  </a:cubicBezTo>
                  <a:cubicBezTo>
                    <a:pt x="190" y="47"/>
                    <a:pt x="190" y="32"/>
                    <a:pt x="190" y="16"/>
                  </a:cubicBezTo>
                  <a:cubicBezTo>
                    <a:pt x="190" y="16"/>
                    <a:pt x="190" y="1"/>
                    <a:pt x="17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69" name="Google Shape;3669;p46"/>
            <p:cNvSpPr/>
            <p:nvPr/>
          </p:nvSpPr>
          <p:spPr>
            <a:xfrm>
              <a:off x="3417521" y="1803297"/>
              <a:ext cx="3530" cy="4039"/>
            </a:xfrm>
            <a:custGeom>
              <a:avLst/>
              <a:gdLst/>
              <a:ahLst/>
              <a:cxnLst/>
              <a:rect l="l" t="t" r="r" b="b"/>
              <a:pathLst>
                <a:path w="111" h="127" extrusionOk="0">
                  <a:moveTo>
                    <a:pt x="33" y="0"/>
                  </a:moveTo>
                  <a:lnTo>
                    <a:pt x="33" y="0"/>
                  </a:lnTo>
                  <a:cubicBezTo>
                    <a:pt x="16" y="0"/>
                    <a:pt x="1" y="16"/>
                    <a:pt x="1" y="32"/>
                  </a:cubicBezTo>
                  <a:lnTo>
                    <a:pt x="1" y="32"/>
                  </a:lnTo>
                  <a:lnTo>
                    <a:pt x="1" y="47"/>
                  </a:lnTo>
                  <a:lnTo>
                    <a:pt x="1" y="79"/>
                  </a:lnTo>
                  <a:cubicBezTo>
                    <a:pt x="1" y="95"/>
                    <a:pt x="1" y="95"/>
                    <a:pt x="16" y="110"/>
                  </a:cubicBezTo>
                  <a:lnTo>
                    <a:pt x="48" y="126"/>
                  </a:lnTo>
                  <a:lnTo>
                    <a:pt x="64" y="126"/>
                  </a:lnTo>
                  <a:lnTo>
                    <a:pt x="64" y="126"/>
                  </a:lnTo>
                  <a:lnTo>
                    <a:pt x="96" y="95"/>
                  </a:lnTo>
                  <a:lnTo>
                    <a:pt x="96" y="63"/>
                  </a:lnTo>
                  <a:lnTo>
                    <a:pt x="96" y="63"/>
                  </a:lnTo>
                  <a:lnTo>
                    <a:pt x="96" y="63"/>
                  </a:lnTo>
                  <a:lnTo>
                    <a:pt x="96" y="63"/>
                  </a:lnTo>
                  <a:cubicBezTo>
                    <a:pt x="111" y="47"/>
                    <a:pt x="96" y="32"/>
                    <a:pt x="79" y="16"/>
                  </a:cubicBezTo>
                  <a:lnTo>
                    <a:pt x="64" y="16"/>
                  </a:lnTo>
                  <a:lnTo>
                    <a:pt x="64" y="16"/>
                  </a:lnTo>
                  <a:cubicBezTo>
                    <a:pt x="64" y="0"/>
                    <a:pt x="48" y="0"/>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70" name="Google Shape;3670;p46"/>
            <p:cNvSpPr/>
            <p:nvPr/>
          </p:nvSpPr>
          <p:spPr>
            <a:xfrm>
              <a:off x="3305286" y="1814810"/>
              <a:ext cx="5534" cy="3562"/>
            </a:xfrm>
            <a:custGeom>
              <a:avLst/>
              <a:gdLst/>
              <a:ahLst/>
              <a:cxnLst/>
              <a:rect l="l" t="t" r="r" b="b"/>
              <a:pathLst>
                <a:path w="174" h="112" extrusionOk="0">
                  <a:moveTo>
                    <a:pt x="127" y="0"/>
                  </a:moveTo>
                  <a:lnTo>
                    <a:pt x="127" y="0"/>
                  </a:lnTo>
                  <a:lnTo>
                    <a:pt x="127" y="0"/>
                  </a:lnTo>
                  <a:lnTo>
                    <a:pt x="110" y="17"/>
                  </a:lnTo>
                  <a:lnTo>
                    <a:pt x="79" y="32"/>
                  </a:lnTo>
                  <a:lnTo>
                    <a:pt x="47" y="32"/>
                  </a:lnTo>
                  <a:cubicBezTo>
                    <a:pt x="47" y="17"/>
                    <a:pt x="32" y="17"/>
                    <a:pt x="32" y="17"/>
                  </a:cubicBezTo>
                  <a:lnTo>
                    <a:pt x="32" y="17"/>
                  </a:lnTo>
                  <a:cubicBezTo>
                    <a:pt x="16" y="32"/>
                    <a:pt x="1" y="32"/>
                    <a:pt x="1" y="48"/>
                  </a:cubicBezTo>
                  <a:cubicBezTo>
                    <a:pt x="1" y="63"/>
                    <a:pt x="1" y="80"/>
                    <a:pt x="16" y="95"/>
                  </a:cubicBezTo>
                  <a:lnTo>
                    <a:pt x="32" y="95"/>
                  </a:lnTo>
                  <a:lnTo>
                    <a:pt x="79" y="111"/>
                  </a:lnTo>
                  <a:lnTo>
                    <a:pt x="95" y="111"/>
                  </a:lnTo>
                  <a:cubicBezTo>
                    <a:pt x="95" y="111"/>
                    <a:pt x="110" y="111"/>
                    <a:pt x="110" y="95"/>
                  </a:cubicBezTo>
                  <a:lnTo>
                    <a:pt x="158" y="63"/>
                  </a:lnTo>
                  <a:lnTo>
                    <a:pt x="158" y="48"/>
                  </a:lnTo>
                  <a:lnTo>
                    <a:pt x="173" y="48"/>
                  </a:lnTo>
                  <a:cubicBezTo>
                    <a:pt x="173" y="32"/>
                    <a:pt x="173" y="32"/>
                    <a:pt x="158" y="17"/>
                  </a:cubicBezTo>
                  <a:lnTo>
                    <a:pt x="158" y="17"/>
                  </a:lnTo>
                  <a:cubicBezTo>
                    <a:pt x="158" y="0"/>
                    <a:pt x="142"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71" name="Google Shape;3671;p46"/>
            <p:cNvSpPr/>
            <p:nvPr/>
          </p:nvSpPr>
          <p:spPr>
            <a:xfrm>
              <a:off x="3329361" y="1773720"/>
              <a:ext cx="4516" cy="3562"/>
            </a:xfrm>
            <a:custGeom>
              <a:avLst/>
              <a:gdLst/>
              <a:ahLst/>
              <a:cxnLst/>
              <a:rect l="l" t="t" r="r" b="b"/>
              <a:pathLst>
                <a:path w="142" h="112" extrusionOk="0">
                  <a:moveTo>
                    <a:pt x="110" y="0"/>
                  </a:moveTo>
                  <a:cubicBezTo>
                    <a:pt x="95" y="0"/>
                    <a:pt x="78" y="17"/>
                    <a:pt x="78" y="32"/>
                  </a:cubicBezTo>
                  <a:lnTo>
                    <a:pt x="78" y="32"/>
                  </a:lnTo>
                  <a:lnTo>
                    <a:pt x="78" y="32"/>
                  </a:lnTo>
                  <a:cubicBezTo>
                    <a:pt x="63" y="17"/>
                    <a:pt x="47" y="17"/>
                    <a:pt x="47" y="17"/>
                  </a:cubicBezTo>
                  <a:lnTo>
                    <a:pt x="32" y="17"/>
                  </a:lnTo>
                  <a:lnTo>
                    <a:pt x="32" y="17"/>
                  </a:lnTo>
                  <a:cubicBezTo>
                    <a:pt x="15" y="32"/>
                    <a:pt x="0" y="48"/>
                    <a:pt x="15" y="63"/>
                  </a:cubicBezTo>
                  <a:lnTo>
                    <a:pt x="15" y="80"/>
                  </a:lnTo>
                  <a:lnTo>
                    <a:pt x="47" y="111"/>
                  </a:lnTo>
                  <a:lnTo>
                    <a:pt x="63" y="111"/>
                  </a:lnTo>
                  <a:lnTo>
                    <a:pt x="78" y="111"/>
                  </a:lnTo>
                  <a:lnTo>
                    <a:pt x="78" y="111"/>
                  </a:lnTo>
                  <a:cubicBezTo>
                    <a:pt x="110" y="111"/>
                    <a:pt x="126" y="95"/>
                    <a:pt x="141" y="63"/>
                  </a:cubicBezTo>
                  <a:lnTo>
                    <a:pt x="141" y="48"/>
                  </a:lnTo>
                  <a:lnTo>
                    <a:pt x="141" y="17"/>
                  </a:lnTo>
                  <a:lnTo>
                    <a:pt x="126" y="17"/>
                  </a:lnTo>
                  <a:cubicBezTo>
                    <a:pt x="126" y="0"/>
                    <a:pt x="110"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72" name="Google Shape;3672;p46"/>
            <p:cNvSpPr/>
            <p:nvPr/>
          </p:nvSpPr>
          <p:spPr>
            <a:xfrm>
              <a:off x="3332828" y="1793756"/>
              <a:ext cx="3562" cy="2544"/>
            </a:xfrm>
            <a:custGeom>
              <a:avLst/>
              <a:gdLst/>
              <a:ahLst/>
              <a:cxnLst/>
              <a:rect l="l" t="t" r="r" b="b"/>
              <a:pathLst>
                <a:path w="112" h="80" extrusionOk="0">
                  <a:moveTo>
                    <a:pt x="17" y="0"/>
                  </a:moveTo>
                  <a:lnTo>
                    <a:pt x="1" y="0"/>
                  </a:lnTo>
                  <a:lnTo>
                    <a:pt x="1" y="0"/>
                  </a:lnTo>
                  <a:cubicBezTo>
                    <a:pt x="17" y="17"/>
                    <a:pt x="17" y="32"/>
                    <a:pt x="1" y="48"/>
                  </a:cubicBezTo>
                  <a:lnTo>
                    <a:pt x="1" y="48"/>
                  </a:lnTo>
                  <a:lnTo>
                    <a:pt x="1" y="63"/>
                  </a:lnTo>
                  <a:cubicBezTo>
                    <a:pt x="17" y="63"/>
                    <a:pt x="49" y="80"/>
                    <a:pt x="64" y="80"/>
                  </a:cubicBezTo>
                  <a:cubicBezTo>
                    <a:pt x="64" y="80"/>
                    <a:pt x="80" y="63"/>
                    <a:pt x="95" y="63"/>
                  </a:cubicBezTo>
                  <a:lnTo>
                    <a:pt x="112" y="48"/>
                  </a:lnTo>
                  <a:cubicBezTo>
                    <a:pt x="95" y="48"/>
                    <a:pt x="80" y="48"/>
                    <a:pt x="80" y="32"/>
                  </a:cubicBezTo>
                  <a:cubicBezTo>
                    <a:pt x="64" y="17"/>
                    <a:pt x="64" y="0"/>
                    <a:pt x="64" y="0"/>
                  </a:cubicBezTo>
                  <a:lnTo>
                    <a:pt x="64" y="0"/>
                  </a:lnTo>
                  <a:lnTo>
                    <a:pt x="64" y="0"/>
                  </a:lnTo>
                  <a:lnTo>
                    <a:pt x="64"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73" name="Google Shape;3673;p46"/>
            <p:cNvSpPr/>
            <p:nvPr/>
          </p:nvSpPr>
          <p:spPr>
            <a:xfrm>
              <a:off x="3244636" y="1801294"/>
              <a:ext cx="4039" cy="5534"/>
            </a:xfrm>
            <a:custGeom>
              <a:avLst/>
              <a:gdLst/>
              <a:ahLst/>
              <a:cxnLst/>
              <a:rect l="l" t="t" r="r" b="b"/>
              <a:pathLst>
                <a:path w="127" h="174" extrusionOk="0">
                  <a:moveTo>
                    <a:pt x="32" y="63"/>
                  </a:moveTo>
                  <a:lnTo>
                    <a:pt x="32" y="63"/>
                  </a:lnTo>
                  <a:lnTo>
                    <a:pt x="32" y="63"/>
                  </a:lnTo>
                  <a:close/>
                  <a:moveTo>
                    <a:pt x="32" y="0"/>
                  </a:moveTo>
                  <a:lnTo>
                    <a:pt x="32" y="0"/>
                  </a:lnTo>
                  <a:cubicBezTo>
                    <a:pt x="17" y="0"/>
                    <a:pt x="17" y="0"/>
                    <a:pt x="1" y="16"/>
                  </a:cubicBezTo>
                  <a:cubicBezTo>
                    <a:pt x="1" y="32"/>
                    <a:pt x="1" y="47"/>
                    <a:pt x="17" y="63"/>
                  </a:cubicBezTo>
                  <a:lnTo>
                    <a:pt x="32" y="63"/>
                  </a:lnTo>
                  <a:lnTo>
                    <a:pt x="49" y="63"/>
                  </a:lnTo>
                  <a:lnTo>
                    <a:pt x="49" y="79"/>
                  </a:lnTo>
                  <a:lnTo>
                    <a:pt x="49" y="95"/>
                  </a:lnTo>
                  <a:lnTo>
                    <a:pt x="49" y="95"/>
                  </a:lnTo>
                  <a:cubicBezTo>
                    <a:pt x="17" y="110"/>
                    <a:pt x="17" y="126"/>
                    <a:pt x="17" y="142"/>
                  </a:cubicBezTo>
                  <a:cubicBezTo>
                    <a:pt x="17" y="158"/>
                    <a:pt x="17" y="158"/>
                    <a:pt x="32" y="173"/>
                  </a:cubicBezTo>
                  <a:lnTo>
                    <a:pt x="49" y="173"/>
                  </a:lnTo>
                  <a:lnTo>
                    <a:pt x="49" y="173"/>
                  </a:lnTo>
                  <a:lnTo>
                    <a:pt x="49" y="173"/>
                  </a:lnTo>
                  <a:cubicBezTo>
                    <a:pt x="80" y="173"/>
                    <a:pt x="95" y="158"/>
                    <a:pt x="112" y="142"/>
                  </a:cubicBezTo>
                  <a:lnTo>
                    <a:pt x="112" y="142"/>
                  </a:lnTo>
                  <a:cubicBezTo>
                    <a:pt x="127" y="110"/>
                    <a:pt x="112" y="79"/>
                    <a:pt x="112" y="63"/>
                  </a:cubicBezTo>
                  <a:lnTo>
                    <a:pt x="112" y="47"/>
                  </a:lnTo>
                  <a:cubicBezTo>
                    <a:pt x="112" y="47"/>
                    <a:pt x="112" y="32"/>
                    <a:pt x="95" y="32"/>
                  </a:cubicBezTo>
                  <a:cubicBezTo>
                    <a:pt x="95" y="16"/>
                    <a:pt x="80" y="16"/>
                    <a:pt x="64" y="0"/>
                  </a:cubicBezTo>
                  <a:lnTo>
                    <a:pt x="49"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74" name="Google Shape;3674;p46"/>
            <p:cNvSpPr/>
            <p:nvPr/>
          </p:nvSpPr>
          <p:spPr>
            <a:xfrm>
              <a:off x="3245654" y="1803297"/>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75" name="Google Shape;3675;p46"/>
            <p:cNvSpPr/>
            <p:nvPr/>
          </p:nvSpPr>
          <p:spPr>
            <a:xfrm>
              <a:off x="3048726" y="1821330"/>
              <a:ext cx="8046" cy="3530"/>
            </a:xfrm>
            <a:custGeom>
              <a:avLst/>
              <a:gdLst/>
              <a:ahLst/>
              <a:cxnLst/>
              <a:rect l="l" t="t" r="r" b="b"/>
              <a:pathLst>
                <a:path w="253" h="111" extrusionOk="0">
                  <a:moveTo>
                    <a:pt x="127" y="1"/>
                  </a:moveTo>
                  <a:lnTo>
                    <a:pt x="111" y="1"/>
                  </a:lnTo>
                  <a:lnTo>
                    <a:pt x="95" y="1"/>
                  </a:lnTo>
                  <a:cubicBezTo>
                    <a:pt x="79" y="16"/>
                    <a:pt x="47" y="16"/>
                    <a:pt x="32" y="16"/>
                  </a:cubicBezTo>
                  <a:cubicBezTo>
                    <a:pt x="16" y="32"/>
                    <a:pt x="16" y="32"/>
                    <a:pt x="1" y="32"/>
                  </a:cubicBezTo>
                  <a:lnTo>
                    <a:pt x="1" y="64"/>
                  </a:lnTo>
                  <a:cubicBezTo>
                    <a:pt x="1" y="79"/>
                    <a:pt x="16" y="95"/>
                    <a:pt x="32" y="95"/>
                  </a:cubicBezTo>
                  <a:lnTo>
                    <a:pt x="47" y="95"/>
                  </a:lnTo>
                  <a:lnTo>
                    <a:pt x="47" y="95"/>
                  </a:lnTo>
                  <a:cubicBezTo>
                    <a:pt x="64" y="79"/>
                    <a:pt x="79" y="79"/>
                    <a:pt x="95" y="79"/>
                  </a:cubicBezTo>
                  <a:lnTo>
                    <a:pt x="127" y="79"/>
                  </a:lnTo>
                  <a:cubicBezTo>
                    <a:pt x="142" y="79"/>
                    <a:pt x="158" y="79"/>
                    <a:pt x="190" y="95"/>
                  </a:cubicBezTo>
                  <a:cubicBezTo>
                    <a:pt x="190" y="110"/>
                    <a:pt x="190" y="110"/>
                    <a:pt x="205" y="110"/>
                  </a:cubicBezTo>
                  <a:lnTo>
                    <a:pt x="205" y="110"/>
                  </a:lnTo>
                  <a:cubicBezTo>
                    <a:pt x="221" y="110"/>
                    <a:pt x="221" y="110"/>
                    <a:pt x="237" y="95"/>
                  </a:cubicBezTo>
                  <a:cubicBezTo>
                    <a:pt x="253" y="95"/>
                    <a:pt x="253" y="64"/>
                    <a:pt x="237" y="47"/>
                  </a:cubicBezTo>
                  <a:cubicBezTo>
                    <a:pt x="221" y="32"/>
                    <a:pt x="205" y="32"/>
                    <a:pt x="190" y="16"/>
                  </a:cubicBezTo>
                  <a:cubicBezTo>
                    <a:pt x="174"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76" name="Google Shape;3676;p46"/>
            <p:cNvSpPr/>
            <p:nvPr/>
          </p:nvSpPr>
          <p:spPr>
            <a:xfrm>
              <a:off x="3271701" y="1800276"/>
              <a:ext cx="3562" cy="3053"/>
            </a:xfrm>
            <a:custGeom>
              <a:avLst/>
              <a:gdLst/>
              <a:ahLst/>
              <a:cxnLst/>
              <a:rect l="l" t="t" r="r" b="b"/>
              <a:pathLst>
                <a:path w="112" h="96" extrusionOk="0">
                  <a:moveTo>
                    <a:pt x="63" y="1"/>
                  </a:moveTo>
                  <a:lnTo>
                    <a:pt x="63" y="1"/>
                  </a:lnTo>
                  <a:cubicBezTo>
                    <a:pt x="63" y="1"/>
                    <a:pt x="48" y="1"/>
                    <a:pt x="48" y="16"/>
                  </a:cubicBezTo>
                  <a:lnTo>
                    <a:pt x="17" y="48"/>
                  </a:lnTo>
                  <a:cubicBezTo>
                    <a:pt x="0" y="64"/>
                    <a:pt x="0" y="79"/>
                    <a:pt x="17" y="95"/>
                  </a:cubicBezTo>
                  <a:lnTo>
                    <a:pt x="48" y="95"/>
                  </a:lnTo>
                  <a:cubicBezTo>
                    <a:pt x="48" y="95"/>
                    <a:pt x="63" y="95"/>
                    <a:pt x="63" y="79"/>
                  </a:cubicBezTo>
                  <a:lnTo>
                    <a:pt x="95" y="48"/>
                  </a:lnTo>
                  <a:cubicBezTo>
                    <a:pt x="111"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77" name="Google Shape;3677;p46"/>
            <p:cNvSpPr/>
            <p:nvPr/>
          </p:nvSpPr>
          <p:spPr>
            <a:xfrm>
              <a:off x="3390965" y="1803774"/>
              <a:ext cx="3021" cy="4039"/>
            </a:xfrm>
            <a:custGeom>
              <a:avLst/>
              <a:gdLst/>
              <a:ahLst/>
              <a:cxnLst/>
              <a:rect l="l" t="t" r="r" b="b"/>
              <a:pathLst>
                <a:path w="95" h="127" extrusionOk="0">
                  <a:moveTo>
                    <a:pt x="48" y="1"/>
                  </a:moveTo>
                  <a:lnTo>
                    <a:pt x="48" y="1"/>
                  </a:lnTo>
                  <a:lnTo>
                    <a:pt x="32" y="1"/>
                  </a:lnTo>
                  <a:lnTo>
                    <a:pt x="32" y="1"/>
                  </a:lnTo>
                  <a:lnTo>
                    <a:pt x="17" y="17"/>
                  </a:lnTo>
                  <a:cubicBezTo>
                    <a:pt x="17" y="17"/>
                    <a:pt x="0" y="17"/>
                    <a:pt x="0" y="32"/>
                  </a:cubicBezTo>
                  <a:lnTo>
                    <a:pt x="17" y="32"/>
                  </a:lnTo>
                  <a:cubicBezTo>
                    <a:pt x="32" y="48"/>
                    <a:pt x="48" y="64"/>
                    <a:pt x="32" y="80"/>
                  </a:cubicBezTo>
                  <a:cubicBezTo>
                    <a:pt x="32" y="95"/>
                    <a:pt x="17" y="95"/>
                    <a:pt x="0" y="95"/>
                  </a:cubicBezTo>
                  <a:lnTo>
                    <a:pt x="0" y="95"/>
                  </a:lnTo>
                  <a:cubicBezTo>
                    <a:pt x="0" y="111"/>
                    <a:pt x="0" y="111"/>
                    <a:pt x="17" y="127"/>
                  </a:cubicBezTo>
                  <a:lnTo>
                    <a:pt x="32" y="127"/>
                  </a:lnTo>
                  <a:lnTo>
                    <a:pt x="48" y="127"/>
                  </a:lnTo>
                  <a:cubicBezTo>
                    <a:pt x="63" y="127"/>
                    <a:pt x="63" y="111"/>
                    <a:pt x="63" y="95"/>
                  </a:cubicBezTo>
                  <a:lnTo>
                    <a:pt x="63" y="80"/>
                  </a:lnTo>
                  <a:lnTo>
                    <a:pt x="63" y="64"/>
                  </a:lnTo>
                  <a:lnTo>
                    <a:pt x="80" y="64"/>
                  </a:lnTo>
                  <a:lnTo>
                    <a:pt x="80" y="48"/>
                  </a:lnTo>
                  <a:cubicBezTo>
                    <a:pt x="95" y="32"/>
                    <a:pt x="95" y="17"/>
                    <a:pt x="80"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78" name="Google Shape;3678;p46"/>
            <p:cNvSpPr/>
            <p:nvPr/>
          </p:nvSpPr>
          <p:spPr>
            <a:xfrm>
              <a:off x="3454095" y="1797763"/>
              <a:ext cx="3562" cy="5565"/>
            </a:xfrm>
            <a:custGeom>
              <a:avLst/>
              <a:gdLst/>
              <a:ahLst/>
              <a:cxnLst/>
              <a:rect l="l" t="t" r="r" b="b"/>
              <a:pathLst>
                <a:path w="112" h="175" extrusionOk="0">
                  <a:moveTo>
                    <a:pt x="64" y="0"/>
                  </a:moveTo>
                  <a:lnTo>
                    <a:pt x="64" y="0"/>
                  </a:lnTo>
                  <a:cubicBezTo>
                    <a:pt x="48" y="0"/>
                    <a:pt x="48" y="0"/>
                    <a:pt x="32" y="17"/>
                  </a:cubicBezTo>
                  <a:lnTo>
                    <a:pt x="1" y="127"/>
                  </a:lnTo>
                  <a:cubicBezTo>
                    <a:pt x="1" y="143"/>
                    <a:pt x="1" y="158"/>
                    <a:pt x="17" y="158"/>
                  </a:cubicBezTo>
                  <a:cubicBezTo>
                    <a:pt x="17" y="174"/>
                    <a:pt x="32" y="174"/>
                    <a:pt x="32" y="174"/>
                  </a:cubicBezTo>
                  <a:lnTo>
                    <a:pt x="48" y="174"/>
                  </a:lnTo>
                  <a:lnTo>
                    <a:pt x="64" y="174"/>
                  </a:lnTo>
                  <a:lnTo>
                    <a:pt x="80" y="174"/>
                  </a:lnTo>
                  <a:lnTo>
                    <a:pt x="80" y="174"/>
                  </a:lnTo>
                  <a:lnTo>
                    <a:pt x="80" y="174"/>
                  </a:lnTo>
                  <a:lnTo>
                    <a:pt x="80" y="174"/>
                  </a:lnTo>
                  <a:lnTo>
                    <a:pt x="80" y="174"/>
                  </a:lnTo>
                  <a:cubicBezTo>
                    <a:pt x="111" y="174"/>
                    <a:pt x="111" y="158"/>
                    <a:pt x="111" y="127"/>
                  </a:cubicBezTo>
                  <a:cubicBezTo>
                    <a:pt x="111" y="111"/>
                    <a:pt x="95" y="111"/>
                    <a:pt x="80" y="95"/>
                  </a:cubicBezTo>
                  <a:lnTo>
                    <a:pt x="111" y="32"/>
                  </a:ln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79" name="Google Shape;3679;p46"/>
            <p:cNvSpPr/>
            <p:nvPr/>
          </p:nvSpPr>
          <p:spPr>
            <a:xfrm>
              <a:off x="3196549" y="1810803"/>
              <a:ext cx="3562" cy="3021"/>
            </a:xfrm>
            <a:custGeom>
              <a:avLst/>
              <a:gdLst/>
              <a:ahLst/>
              <a:cxnLst/>
              <a:rect l="l" t="t" r="r" b="b"/>
              <a:pathLst>
                <a:path w="112" h="95" extrusionOk="0">
                  <a:moveTo>
                    <a:pt x="32" y="0"/>
                  </a:moveTo>
                  <a:lnTo>
                    <a:pt x="32" y="0"/>
                  </a:lnTo>
                  <a:cubicBezTo>
                    <a:pt x="17" y="0"/>
                    <a:pt x="17" y="17"/>
                    <a:pt x="0" y="17"/>
                  </a:cubicBezTo>
                  <a:cubicBezTo>
                    <a:pt x="0" y="32"/>
                    <a:pt x="0" y="48"/>
                    <a:pt x="17" y="63"/>
                  </a:cubicBezTo>
                  <a:lnTo>
                    <a:pt x="48" y="95"/>
                  </a:lnTo>
                  <a:lnTo>
                    <a:pt x="63" y="95"/>
                  </a:lnTo>
                  <a:lnTo>
                    <a:pt x="95" y="95"/>
                  </a:lnTo>
                  <a:cubicBezTo>
                    <a:pt x="111" y="80"/>
                    <a:pt x="95" y="48"/>
                    <a:pt x="95" y="48"/>
                  </a:cubicBezTo>
                  <a:lnTo>
                    <a:pt x="48"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80" name="Google Shape;3680;p46"/>
            <p:cNvSpPr/>
            <p:nvPr/>
          </p:nvSpPr>
          <p:spPr>
            <a:xfrm>
              <a:off x="3434059" y="1752666"/>
              <a:ext cx="4039" cy="3562"/>
            </a:xfrm>
            <a:custGeom>
              <a:avLst/>
              <a:gdLst/>
              <a:ahLst/>
              <a:cxnLst/>
              <a:rect l="l" t="t" r="r" b="b"/>
              <a:pathLst>
                <a:path w="127" h="112" extrusionOk="0">
                  <a:moveTo>
                    <a:pt x="17" y="0"/>
                  </a:moveTo>
                  <a:lnTo>
                    <a:pt x="0" y="17"/>
                  </a:lnTo>
                  <a:lnTo>
                    <a:pt x="0" y="17"/>
                  </a:lnTo>
                  <a:lnTo>
                    <a:pt x="0" y="17"/>
                  </a:lnTo>
                  <a:cubicBezTo>
                    <a:pt x="0" y="48"/>
                    <a:pt x="0" y="80"/>
                    <a:pt x="32" y="95"/>
                  </a:cubicBezTo>
                  <a:cubicBezTo>
                    <a:pt x="32" y="95"/>
                    <a:pt x="48" y="111"/>
                    <a:pt x="63" y="111"/>
                  </a:cubicBezTo>
                  <a:lnTo>
                    <a:pt x="63" y="111"/>
                  </a:lnTo>
                  <a:lnTo>
                    <a:pt x="95" y="111"/>
                  </a:lnTo>
                  <a:cubicBezTo>
                    <a:pt x="111" y="111"/>
                    <a:pt x="126" y="80"/>
                    <a:pt x="111" y="64"/>
                  </a:cubicBezTo>
                  <a:cubicBezTo>
                    <a:pt x="111" y="48"/>
                    <a:pt x="111" y="48"/>
                    <a:pt x="95" y="48"/>
                  </a:cubicBezTo>
                  <a:lnTo>
                    <a:pt x="63" y="48"/>
                  </a:lnTo>
                  <a:lnTo>
                    <a:pt x="63" y="48"/>
                  </a:lnTo>
                  <a:cubicBezTo>
                    <a:pt x="63" y="48"/>
                    <a:pt x="48" y="48"/>
                    <a:pt x="48" y="32"/>
                  </a:cubicBezTo>
                  <a:lnTo>
                    <a:pt x="1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81" name="Google Shape;3681;p46"/>
            <p:cNvSpPr/>
            <p:nvPr/>
          </p:nvSpPr>
          <p:spPr>
            <a:xfrm>
              <a:off x="3397485" y="1797763"/>
              <a:ext cx="4039" cy="3562"/>
            </a:xfrm>
            <a:custGeom>
              <a:avLst/>
              <a:gdLst/>
              <a:ahLst/>
              <a:cxnLst/>
              <a:rect l="l" t="t" r="r" b="b"/>
              <a:pathLst>
                <a:path w="127" h="112" extrusionOk="0">
                  <a:moveTo>
                    <a:pt x="95" y="0"/>
                  </a:moveTo>
                  <a:lnTo>
                    <a:pt x="95" y="0"/>
                  </a:lnTo>
                  <a:cubicBezTo>
                    <a:pt x="79" y="0"/>
                    <a:pt x="79" y="17"/>
                    <a:pt x="64" y="17"/>
                  </a:cubicBezTo>
                  <a:lnTo>
                    <a:pt x="64" y="32"/>
                  </a:lnTo>
                  <a:lnTo>
                    <a:pt x="64" y="32"/>
                  </a:lnTo>
                  <a:lnTo>
                    <a:pt x="47" y="32"/>
                  </a:lnTo>
                  <a:lnTo>
                    <a:pt x="32" y="32"/>
                  </a:lnTo>
                  <a:cubicBezTo>
                    <a:pt x="32" y="32"/>
                    <a:pt x="16" y="32"/>
                    <a:pt x="16" y="48"/>
                  </a:cubicBezTo>
                  <a:cubicBezTo>
                    <a:pt x="1" y="64"/>
                    <a:pt x="16" y="80"/>
                    <a:pt x="32" y="95"/>
                  </a:cubicBezTo>
                  <a:lnTo>
                    <a:pt x="32" y="95"/>
                  </a:lnTo>
                  <a:lnTo>
                    <a:pt x="47" y="111"/>
                  </a:lnTo>
                  <a:lnTo>
                    <a:pt x="64" y="111"/>
                  </a:lnTo>
                  <a:lnTo>
                    <a:pt x="64" y="111"/>
                  </a:lnTo>
                  <a:lnTo>
                    <a:pt x="64" y="111"/>
                  </a:lnTo>
                  <a:cubicBezTo>
                    <a:pt x="79" y="111"/>
                    <a:pt x="79" y="111"/>
                    <a:pt x="95" y="95"/>
                  </a:cubicBezTo>
                  <a:lnTo>
                    <a:pt x="95" y="95"/>
                  </a:lnTo>
                  <a:lnTo>
                    <a:pt x="127" y="64"/>
                  </a:lnTo>
                  <a:lnTo>
                    <a:pt x="127" y="64"/>
                  </a:lnTo>
                  <a:lnTo>
                    <a:pt x="127" y="17"/>
                  </a:lnTo>
                  <a:lnTo>
                    <a:pt x="110" y="17"/>
                  </a:lnTo>
                  <a:cubicBezTo>
                    <a:pt x="110"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82" name="Google Shape;3682;p46"/>
            <p:cNvSpPr/>
            <p:nvPr/>
          </p:nvSpPr>
          <p:spPr>
            <a:xfrm>
              <a:off x="3058235" y="1825814"/>
              <a:ext cx="3053" cy="4039"/>
            </a:xfrm>
            <a:custGeom>
              <a:avLst/>
              <a:gdLst/>
              <a:ahLst/>
              <a:cxnLst/>
              <a:rect l="l" t="t" r="r" b="b"/>
              <a:pathLst>
                <a:path w="96" h="127" extrusionOk="0">
                  <a:moveTo>
                    <a:pt x="17" y="1"/>
                  </a:moveTo>
                  <a:cubicBezTo>
                    <a:pt x="1" y="1"/>
                    <a:pt x="1" y="17"/>
                    <a:pt x="1" y="17"/>
                  </a:cubicBezTo>
                  <a:lnTo>
                    <a:pt x="1" y="32"/>
                  </a:lnTo>
                  <a:lnTo>
                    <a:pt x="1" y="49"/>
                  </a:lnTo>
                  <a:lnTo>
                    <a:pt x="1" y="80"/>
                  </a:lnTo>
                  <a:cubicBezTo>
                    <a:pt x="1" y="95"/>
                    <a:pt x="1" y="112"/>
                    <a:pt x="17" y="112"/>
                  </a:cubicBezTo>
                  <a:lnTo>
                    <a:pt x="48" y="127"/>
                  </a:lnTo>
                  <a:lnTo>
                    <a:pt x="48" y="127"/>
                  </a:lnTo>
                  <a:lnTo>
                    <a:pt x="64" y="127"/>
                  </a:lnTo>
                  <a:cubicBezTo>
                    <a:pt x="64" y="127"/>
                    <a:pt x="80" y="127"/>
                    <a:pt x="95" y="112"/>
                  </a:cubicBezTo>
                  <a:cubicBezTo>
                    <a:pt x="95" y="95"/>
                    <a:pt x="95" y="80"/>
                    <a:pt x="80" y="64"/>
                  </a:cubicBezTo>
                  <a:lnTo>
                    <a:pt x="80" y="64"/>
                  </a:lnTo>
                  <a:lnTo>
                    <a:pt x="64" y="64"/>
                  </a:lnTo>
                  <a:lnTo>
                    <a:pt x="64" y="64"/>
                  </a:lnTo>
                  <a:lnTo>
                    <a:pt x="64" y="32"/>
                  </a:lnTo>
                  <a:lnTo>
                    <a:pt x="64" y="1"/>
                  </a:lnTo>
                  <a:lnTo>
                    <a:pt x="32"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83" name="Google Shape;3683;p46"/>
            <p:cNvSpPr/>
            <p:nvPr/>
          </p:nvSpPr>
          <p:spPr>
            <a:xfrm>
              <a:off x="3366922" y="1793279"/>
              <a:ext cx="5534" cy="4039"/>
            </a:xfrm>
            <a:custGeom>
              <a:avLst/>
              <a:gdLst/>
              <a:ahLst/>
              <a:cxnLst/>
              <a:rect l="l" t="t" r="r" b="b"/>
              <a:pathLst>
                <a:path w="174" h="127" extrusionOk="0">
                  <a:moveTo>
                    <a:pt x="32" y="0"/>
                  </a:moveTo>
                  <a:lnTo>
                    <a:pt x="32" y="0"/>
                  </a:lnTo>
                  <a:cubicBezTo>
                    <a:pt x="16" y="0"/>
                    <a:pt x="0" y="15"/>
                    <a:pt x="0" y="32"/>
                  </a:cubicBezTo>
                  <a:lnTo>
                    <a:pt x="0" y="95"/>
                  </a:lnTo>
                  <a:cubicBezTo>
                    <a:pt x="0" y="110"/>
                    <a:pt x="16" y="126"/>
                    <a:pt x="32" y="126"/>
                  </a:cubicBezTo>
                  <a:lnTo>
                    <a:pt x="48" y="126"/>
                  </a:lnTo>
                  <a:lnTo>
                    <a:pt x="142" y="110"/>
                  </a:lnTo>
                  <a:cubicBezTo>
                    <a:pt x="158" y="110"/>
                    <a:pt x="174" y="95"/>
                    <a:pt x="174" y="78"/>
                  </a:cubicBezTo>
                  <a:cubicBezTo>
                    <a:pt x="174" y="47"/>
                    <a:pt x="158" y="47"/>
                    <a:pt x="142" y="47"/>
                  </a:cubicBezTo>
                  <a:lnTo>
                    <a:pt x="142" y="47"/>
                  </a:lnTo>
                  <a:lnTo>
                    <a:pt x="63" y="47"/>
                  </a:lnTo>
                  <a:lnTo>
                    <a:pt x="63" y="32"/>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84" name="Google Shape;3684;p46"/>
            <p:cNvSpPr/>
            <p:nvPr/>
          </p:nvSpPr>
          <p:spPr>
            <a:xfrm>
              <a:off x="3356872" y="1800785"/>
              <a:ext cx="2576" cy="3530"/>
            </a:xfrm>
            <a:custGeom>
              <a:avLst/>
              <a:gdLst/>
              <a:ahLst/>
              <a:cxnLst/>
              <a:rect l="l" t="t" r="r" b="b"/>
              <a:pathLst>
                <a:path w="81" h="111" extrusionOk="0">
                  <a:moveTo>
                    <a:pt x="32" y="0"/>
                  </a:moveTo>
                  <a:lnTo>
                    <a:pt x="32" y="0"/>
                  </a:lnTo>
                  <a:lnTo>
                    <a:pt x="32" y="0"/>
                  </a:lnTo>
                  <a:lnTo>
                    <a:pt x="32" y="16"/>
                  </a:lnTo>
                  <a:cubicBezTo>
                    <a:pt x="32" y="16"/>
                    <a:pt x="32" y="32"/>
                    <a:pt x="17" y="32"/>
                  </a:cubicBezTo>
                  <a:lnTo>
                    <a:pt x="17" y="48"/>
                  </a:lnTo>
                  <a:cubicBezTo>
                    <a:pt x="32" y="63"/>
                    <a:pt x="32" y="79"/>
                    <a:pt x="17" y="95"/>
                  </a:cubicBezTo>
                  <a:lnTo>
                    <a:pt x="1" y="111"/>
                  </a:lnTo>
                  <a:lnTo>
                    <a:pt x="1" y="111"/>
                  </a:lnTo>
                  <a:lnTo>
                    <a:pt x="17" y="111"/>
                  </a:lnTo>
                  <a:lnTo>
                    <a:pt x="32" y="111"/>
                  </a:lnTo>
                  <a:cubicBezTo>
                    <a:pt x="49" y="111"/>
                    <a:pt x="49" y="111"/>
                    <a:pt x="64" y="95"/>
                  </a:cubicBezTo>
                  <a:lnTo>
                    <a:pt x="64" y="95"/>
                  </a:lnTo>
                  <a:lnTo>
                    <a:pt x="64" y="48"/>
                  </a:lnTo>
                  <a:cubicBezTo>
                    <a:pt x="80" y="32"/>
                    <a:pt x="64" y="32"/>
                    <a:pt x="64" y="16"/>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85" name="Google Shape;3685;p46"/>
            <p:cNvSpPr/>
            <p:nvPr/>
          </p:nvSpPr>
          <p:spPr>
            <a:xfrm>
              <a:off x="3313301" y="1804792"/>
              <a:ext cx="4039" cy="2544"/>
            </a:xfrm>
            <a:custGeom>
              <a:avLst/>
              <a:gdLst/>
              <a:ahLst/>
              <a:cxnLst/>
              <a:rect l="l" t="t" r="r" b="b"/>
              <a:pathLst>
                <a:path w="127" h="80" extrusionOk="0">
                  <a:moveTo>
                    <a:pt x="47" y="0"/>
                  </a:moveTo>
                  <a:lnTo>
                    <a:pt x="47" y="0"/>
                  </a:lnTo>
                  <a:cubicBezTo>
                    <a:pt x="32" y="0"/>
                    <a:pt x="16" y="16"/>
                    <a:pt x="16" y="32"/>
                  </a:cubicBezTo>
                  <a:cubicBezTo>
                    <a:pt x="1" y="48"/>
                    <a:pt x="16" y="63"/>
                    <a:pt x="32" y="63"/>
                  </a:cubicBezTo>
                  <a:lnTo>
                    <a:pt x="79" y="79"/>
                  </a:lnTo>
                  <a:lnTo>
                    <a:pt x="95" y="79"/>
                  </a:lnTo>
                  <a:cubicBezTo>
                    <a:pt x="110" y="79"/>
                    <a:pt x="127" y="63"/>
                    <a:pt x="127" y="48"/>
                  </a:cubicBezTo>
                  <a:cubicBezTo>
                    <a:pt x="127" y="32"/>
                    <a:pt x="110" y="16"/>
                    <a:pt x="95"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86" name="Google Shape;3686;p46"/>
            <p:cNvSpPr/>
            <p:nvPr/>
          </p:nvSpPr>
          <p:spPr>
            <a:xfrm>
              <a:off x="3422037" y="1790258"/>
              <a:ext cx="6551" cy="6042"/>
            </a:xfrm>
            <a:custGeom>
              <a:avLst/>
              <a:gdLst/>
              <a:ahLst/>
              <a:cxnLst/>
              <a:rect l="l" t="t" r="r" b="b"/>
              <a:pathLst>
                <a:path w="206" h="190" extrusionOk="0">
                  <a:moveTo>
                    <a:pt x="32" y="1"/>
                  </a:moveTo>
                  <a:lnTo>
                    <a:pt x="32" y="1"/>
                  </a:lnTo>
                  <a:lnTo>
                    <a:pt x="17" y="1"/>
                  </a:lnTo>
                  <a:cubicBezTo>
                    <a:pt x="0" y="1"/>
                    <a:pt x="0" y="16"/>
                    <a:pt x="0" y="16"/>
                  </a:cubicBezTo>
                  <a:cubicBezTo>
                    <a:pt x="0" y="32"/>
                    <a:pt x="0" y="64"/>
                    <a:pt x="17" y="64"/>
                  </a:cubicBezTo>
                  <a:lnTo>
                    <a:pt x="32" y="64"/>
                  </a:lnTo>
                  <a:lnTo>
                    <a:pt x="95" y="95"/>
                  </a:lnTo>
                  <a:lnTo>
                    <a:pt x="95" y="95"/>
                  </a:lnTo>
                  <a:lnTo>
                    <a:pt x="111" y="127"/>
                  </a:lnTo>
                  <a:lnTo>
                    <a:pt x="126" y="142"/>
                  </a:lnTo>
                  <a:lnTo>
                    <a:pt x="143" y="158"/>
                  </a:lnTo>
                  <a:lnTo>
                    <a:pt x="143" y="158"/>
                  </a:lnTo>
                  <a:cubicBezTo>
                    <a:pt x="143" y="173"/>
                    <a:pt x="158" y="190"/>
                    <a:pt x="174" y="190"/>
                  </a:cubicBezTo>
                  <a:lnTo>
                    <a:pt x="189" y="173"/>
                  </a:lnTo>
                  <a:cubicBezTo>
                    <a:pt x="189" y="173"/>
                    <a:pt x="206" y="158"/>
                    <a:pt x="206" y="142"/>
                  </a:cubicBezTo>
                  <a:lnTo>
                    <a:pt x="206" y="142"/>
                  </a:lnTo>
                  <a:lnTo>
                    <a:pt x="158" y="47"/>
                  </a:lnTo>
                  <a:lnTo>
                    <a:pt x="143" y="32"/>
                  </a:lnTo>
                  <a:lnTo>
                    <a:pt x="95" y="16"/>
                  </a:lnTo>
                  <a:lnTo>
                    <a:pt x="48"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87" name="Google Shape;3687;p46"/>
            <p:cNvSpPr/>
            <p:nvPr/>
          </p:nvSpPr>
          <p:spPr>
            <a:xfrm>
              <a:off x="3401492" y="1786727"/>
              <a:ext cx="8046" cy="5057"/>
            </a:xfrm>
            <a:custGeom>
              <a:avLst/>
              <a:gdLst/>
              <a:ahLst/>
              <a:cxnLst/>
              <a:rect l="l" t="t" r="r" b="b"/>
              <a:pathLst>
                <a:path w="253" h="159" extrusionOk="0">
                  <a:moveTo>
                    <a:pt x="142" y="1"/>
                  </a:moveTo>
                  <a:lnTo>
                    <a:pt x="127" y="1"/>
                  </a:lnTo>
                  <a:cubicBezTo>
                    <a:pt x="127" y="1"/>
                    <a:pt x="110" y="1"/>
                    <a:pt x="110" y="17"/>
                  </a:cubicBezTo>
                  <a:lnTo>
                    <a:pt x="95" y="17"/>
                  </a:lnTo>
                  <a:lnTo>
                    <a:pt x="95" y="32"/>
                  </a:lnTo>
                  <a:lnTo>
                    <a:pt x="16" y="80"/>
                  </a:lnTo>
                  <a:lnTo>
                    <a:pt x="16" y="95"/>
                  </a:lnTo>
                  <a:cubicBezTo>
                    <a:pt x="1" y="95"/>
                    <a:pt x="1" y="127"/>
                    <a:pt x="1" y="143"/>
                  </a:cubicBezTo>
                  <a:cubicBezTo>
                    <a:pt x="16" y="143"/>
                    <a:pt x="32" y="158"/>
                    <a:pt x="32" y="158"/>
                  </a:cubicBezTo>
                  <a:cubicBezTo>
                    <a:pt x="47" y="158"/>
                    <a:pt x="47" y="143"/>
                    <a:pt x="64" y="143"/>
                  </a:cubicBezTo>
                  <a:lnTo>
                    <a:pt x="110" y="95"/>
                  </a:lnTo>
                  <a:lnTo>
                    <a:pt x="142" y="64"/>
                  </a:lnTo>
                  <a:lnTo>
                    <a:pt x="173" y="80"/>
                  </a:lnTo>
                  <a:lnTo>
                    <a:pt x="205" y="80"/>
                  </a:lnTo>
                  <a:lnTo>
                    <a:pt x="221" y="80"/>
                  </a:lnTo>
                  <a:lnTo>
                    <a:pt x="237" y="80"/>
                  </a:lnTo>
                  <a:cubicBezTo>
                    <a:pt x="237" y="64"/>
                    <a:pt x="253" y="64"/>
                    <a:pt x="253" y="49"/>
                  </a:cubicBezTo>
                  <a:cubicBezTo>
                    <a:pt x="253" y="32"/>
                    <a:pt x="237" y="17"/>
                    <a:pt x="221" y="17"/>
                  </a:cubicBezTo>
                  <a:lnTo>
                    <a:pt x="205" y="1"/>
                  </a:lnTo>
                  <a:lnTo>
                    <a:pt x="173" y="1"/>
                  </a:lnTo>
                  <a:lnTo>
                    <a:pt x="14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88" name="Google Shape;3688;p46"/>
            <p:cNvSpPr/>
            <p:nvPr/>
          </p:nvSpPr>
          <p:spPr>
            <a:xfrm>
              <a:off x="3287253" y="1813792"/>
              <a:ext cx="5057" cy="3562"/>
            </a:xfrm>
            <a:custGeom>
              <a:avLst/>
              <a:gdLst/>
              <a:ahLst/>
              <a:cxnLst/>
              <a:rect l="l" t="t" r="r" b="b"/>
              <a:pathLst>
                <a:path w="159" h="112" extrusionOk="0">
                  <a:moveTo>
                    <a:pt x="158" y="1"/>
                  </a:moveTo>
                  <a:lnTo>
                    <a:pt x="142" y="1"/>
                  </a:lnTo>
                  <a:lnTo>
                    <a:pt x="127" y="17"/>
                  </a:lnTo>
                  <a:cubicBezTo>
                    <a:pt x="127" y="17"/>
                    <a:pt x="142" y="32"/>
                    <a:pt x="142" y="49"/>
                  </a:cubicBezTo>
                  <a:cubicBezTo>
                    <a:pt x="142" y="64"/>
                    <a:pt x="127" y="64"/>
                    <a:pt x="110" y="80"/>
                  </a:cubicBezTo>
                  <a:lnTo>
                    <a:pt x="95" y="95"/>
                  </a:lnTo>
                  <a:lnTo>
                    <a:pt x="79" y="95"/>
                  </a:lnTo>
                  <a:cubicBezTo>
                    <a:pt x="64" y="95"/>
                    <a:pt x="47" y="95"/>
                    <a:pt x="47" y="80"/>
                  </a:cubicBezTo>
                  <a:lnTo>
                    <a:pt x="32" y="49"/>
                  </a:lnTo>
                  <a:lnTo>
                    <a:pt x="32" y="49"/>
                  </a:lnTo>
                  <a:cubicBezTo>
                    <a:pt x="1" y="64"/>
                    <a:pt x="1" y="80"/>
                    <a:pt x="1" y="95"/>
                  </a:cubicBezTo>
                  <a:cubicBezTo>
                    <a:pt x="16" y="112"/>
                    <a:pt x="32" y="112"/>
                    <a:pt x="32" y="112"/>
                  </a:cubicBezTo>
                  <a:lnTo>
                    <a:pt x="47" y="112"/>
                  </a:lnTo>
                  <a:lnTo>
                    <a:pt x="95" y="95"/>
                  </a:lnTo>
                  <a:lnTo>
                    <a:pt x="95" y="95"/>
                  </a:lnTo>
                  <a:lnTo>
                    <a:pt x="142" y="80"/>
                  </a:lnTo>
                  <a:lnTo>
                    <a:pt x="158" y="64"/>
                  </a:lnTo>
                  <a:lnTo>
                    <a:pt x="158" y="49"/>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89" name="Google Shape;3689;p46"/>
            <p:cNvSpPr/>
            <p:nvPr/>
          </p:nvSpPr>
          <p:spPr>
            <a:xfrm>
              <a:off x="3432055" y="1783261"/>
              <a:ext cx="8555" cy="6042"/>
            </a:xfrm>
            <a:custGeom>
              <a:avLst/>
              <a:gdLst/>
              <a:ahLst/>
              <a:cxnLst/>
              <a:rect l="l" t="t" r="r" b="b"/>
              <a:pathLst>
                <a:path w="269" h="190" extrusionOk="0">
                  <a:moveTo>
                    <a:pt x="48" y="0"/>
                  </a:moveTo>
                  <a:lnTo>
                    <a:pt x="48" y="0"/>
                  </a:lnTo>
                  <a:cubicBezTo>
                    <a:pt x="32" y="0"/>
                    <a:pt x="17" y="15"/>
                    <a:pt x="17" y="15"/>
                  </a:cubicBezTo>
                  <a:lnTo>
                    <a:pt x="17" y="32"/>
                  </a:lnTo>
                  <a:lnTo>
                    <a:pt x="0" y="63"/>
                  </a:lnTo>
                  <a:lnTo>
                    <a:pt x="0" y="63"/>
                  </a:lnTo>
                  <a:lnTo>
                    <a:pt x="0" y="78"/>
                  </a:lnTo>
                  <a:cubicBezTo>
                    <a:pt x="0" y="95"/>
                    <a:pt x="0" y="95"/>
                    <a:pt x="17" y="95"/>
                  </a:cubicBezTo>
                  <a:lnTo>
                    <a:pt x="17" y="95"/>
                  </a:lnTo>
                  <a:cubicBezTo>
                    <a:pt x="17" y="95"/>
                    <a:pt x="17" y="110"/>
                    <a:pt x="32" y="110"/>
                  </a:cubicBezTo>
                  <a:lnTo>
                    <a:pt x="48" y="110"/>
                  </a:lnTo>
                  <a:lnTo>
                    <a:pt x="63" y="110"/>
                  </a:lnTo>
                  <a:lnTo>
                    <a:pt x="80" y="110"/>
                  </a:lnTo>
                  <a:lnTo>
                    <a:pt x="111" y="110"/>
                  </a:lnTo>
                  <a:cubicBezTo>
                    <a:pt x="111" y="126"/>
                    <a:pt x="126" y="126"/>
                    <a:pt x="143" y="141"/>
                  </a:cubicBezTo>
                  <a:cubicBezTo>
                    <a:pt x="143" y="141"/>
                    <a:pt x="158" y="141"/>
                    <a:pt x="158" y="158"/>
                  </a:cubicBezTo>
                  <a:lnTo>
                    <a:pt x="158" y="158"/>
                  </a:lnTo>
                  <a:cubicBezTo>
                    <a:pt x="174" y="173"/>
                    <a:pt x="189" y="189"/>
                    <a:pt x="221" y="189"/>
                  </a:cubicBezTo>
                  <a:lnTo>
                    <a:pt x="221" y="189"/>
                  </a:lnTo>
                  <a:lnTo>
                    <a:pt x="237" y="189"/>
                  </a:lnTo>
                  <a:lnTo>
                    <a:pt x="252" y="189"/>
                  </a:lnTo>
                  <a:cubicBezTo>
                    <a:pt x="252" y="189"/>
                    <a:pt x="252" y="173"/>
                    <a:pt x="269" y="173"/>
                  </a:cubicBezTo>
                  <a:cubicBezTo>
                    <a:pt x="269" y="158"/>
                    <a:pt x="269" y="141"/>
                    <a:pt x="252" y="126"/>
                  </a:cubicBezTo>
                  <a:cubicBezTo>
                    <a:pt x="237" y="126"/>
                    <a:pt x="221" y="110"/>
                    <a:pt x="206" y="95"/>
                  </a:cubicBezTo>
                  <a:cubicBezTo>
                    <a:pt x="174" y="78"/>
                    <a:pt x="126" y="47"/>
                    <a:pt x="80" y="47"/>
                  </a:cubicBezTo>
                  <a:cubicBezTo>
                    <a:pt x="80" y="32"/>
                    <a:pt x="80"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90" name="Google Shape;3690;p46"/>
            <p:cNvSpPr/>
            <p:nvPr/>
          </p:nvSpPr>
          <p:spPr>
            <a:xfrm>
              <a:off x="3157463" y="1813792"/>
              <a:ext cx="3021" cy="2576"/>
            </a:xfrm>
            <a:custGeom>
              <a:avLst/>
              <a:gdLst/>
              <a:ahLst/>
              <a:cxnLst/>
              <a:rect l="l" t="t" r="r" b="b"/>
              <a:pathLst>
                <a:path w="95" h="81" extrusionOk="0">
                  <a:moveTo>
                    <a:pt x="32" y="1"/>
                  </a:moveTo>
                  <a:lnTo>
                    <a:pt x="32" y="1"/>
                  </a:lnTo>
                  <a:lnTo>
                    <a:pt x="17" y="1"/>
                  </a:lnTo>
                  <a:cubicBezTo>
                    <a:pt x="17" y="1"/>
                    <a:pt x="0" y="17"/>
                    <a:pt x="0" y="32"/>
                  </a:cubicBezTo>
                  <a:lnTo>
                    <a:pt x="0" y="32"/>
                  </a:lnTo>
                  <a:cubicBezTo>
                    <a:pt x="0" y="49"/>
                    <a:pt x="0" y="64"/>
                    <a:pt x="17" y="64"/>
                  </a:cubicBezTo>
                  <a:lnTo>
                    <a:pt x="63" y="80"/>
                  </a:lnTo>
                  <a:lnTo>
                    <a:pt x="95" y="32"/>
                  </a:lnTo>
                  <a:lnTo>
                    <a:pt x="95"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91" name="Google Shape;3691;p46"/>
            <p:cNvSpPr/>
            <p:nvPr/>
          </p:nvSpPr>
          <p:spPr>
            <a:xfrm>
              <a:off x="3161979" y="1819803"/>
              <a:ext cx="4039" cy="3053"/>
            </a:xfrm>
            <a:custGeom>
              <a:avLst/>
              <a:gdLst/>
              <a:ahLst/>
              <a:cxnLst/>
              <a:rect l="l" t="t" r="r" b="b"/>
              <a:pathLst>
                <a:path w="127" h="96" extrusionOk="0">
                  <a:moveTo>
                    <a:pt x="79" y="1"/>
                  </a:moveTo>
                  <a:lnTo>
                    <a:pt x="79" y="1"/>
                  </a:lnTo>
                  <a:lnTo>
                    <a:pt x="64" y="1"/>
                  </a:lnTo>
                  <a:lnTo>
                    <a:pt x="32" y="1"/>
                  </a:lnTo>
                  <a:cubicBezTo>
                    <a:pt x="47" y="17"/>
                    <a:pt x="47" y="32"/>
                    <a:pt x="47" y="49"/>
                  </a:cubicBezTo>
                  <a:cubicBezTo>
                    <a:pt x="47" y="64"/>
                    <a:pt x="32" y="64"/>
                    <a:pt x="16" y="64"/>
                  </a:cubicBezTo>
                  <a:lnTo>
                    <a:pt x="1" y="64"/>
                  </a:lnTo>
                  <a:lnTo>
                    <a:pt x="1" y="64"/>
                  </a:lnTo>
                  <a:cubicBezTo>
                    <a:pt x="1" y="80"/>
                    <a:pt x="16" y="80"/>
                    <a:pt x="16" y="80"/>
                  </a:cubicBezTo>
                  <a:lnTo>
                    <a:pt x="32" y="80"/>
                  </a:lnTo>
                  <a:lnTo>
                    <a:pt x="47" y="80"/>
                  </a:lnTo>
                  <a:lnTo>
                    <a:pt x="47" y="80"/>
                  </a:lnTo>
                  <a:cubicBezTo>
                    <a:pt x="64" y="80"/>
                    <a:pt x="64" y="80"/>
                    <a:pt x="64" y="95"/>
                  </a:cubicBezTo>
                  <a:lnTo>
                    <a:pt x="95" y="95"/>
                  </a:lnTo>
                  <a:lnTo>
                    <a:pt x="95" y="95"/>
                  </a:lnTo>
                  <a:cubicBezTo>
                    <a:pt x="110" y="95"/>
                    <a:pt x="127" y="64"/>
                    <a:pt x="127" y="49"/>
                  </a:cubicBezTo>
                  <a:lnTo>
                    <a:pt x="127" y="49"/>
                  </a:lnTo>
                  <a:lnTo>
                    <a:pt x="110"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92" name="Google Shape;3692;p46"/>
            <p:cNvSpPr/>
            <p:nvPr/>
          </p:nvSpPr>
          <p:spPr>
            <a:xfrm>
              <a:off x="3026177" y="1796269"/>
              <a:ext cx="5025" cy="3530"/>
            </a:xfrm>
            <a:custGeom>
              <a:avLst/>
              <a:gdLst/>
              <a:ahLst/>
              <a:cxnLst/>
              <a:rect l="l" t="t" r="r" b="b"/>
              <a:pathLst>
                <a:path w="158" h="111" extrusionOk="0">
                  <a:moveTo>
                    <a:pt x="48" y="1"/>
                  </a:moveTo>
                  <a:lnTo>
                    <a:pt x="32" y="1"/>
                  </a:lnTo>
                  <a:lnTo>
                    <a:pt x="17" y="1"/>
                  </a:lnTo>
                  <a:lnTo>
                    <a:pt x="17" y="16"/>
                  </a:lnTo>
                  <a:cubicBezTo>
                    <a:pt x="0" y="32"/>
                    <a:pt x="17" y="47"/>
                    <a:pt x="17" y="47"/>
                  </a:cubicBezTo>
                  <a:lnTo>
                    <a:pt x="32" y="64"/>
                  </a:lnTo>
                  <a:lnTo>
                    <a:pt x="48" y="64"/>
                  </a:lnTo>
                  <a:cubicBezTo>
                    <a:pt x="48" y="79"/>
                    <a:pt x="48" y="79"/>
                    <a:pt x="63" y="95"/>
                  </a:cubicBezTo>
                  <a:cubicBezTo>
                    <a:pt x="63" y="111"/>
                    <a:pt x="80" y="111"/>
                    <a:pt x="80" y="111"/>
                  </a:cubicBezTo>
                  <a:lnTo>
                    <a:pt x="95" y="111"/>
                  </a:lnTo>
                  <a:lnTo>
                    <a:pt x="95" y="111"/>
                  </a:lnTo>
                  <a:lnTo>
                    <a:pt x="126" y="95"/>
                  </a:lnTo>
                  <a:lnTo>
                    <a:pt x="143" y="95"/>
                  </a:lnTo>
                  <a:cubicBezTo>
                    <a:pt x="143" y="79"/>
                    <a:pt x="158" y="79"/>
                    <a:pt x="158" y="64"/>
                  </a:cubicBezTo>
                  <a:cubicBezTo>
                    <a:pt x="158" y="47"/>
                    <a:pt x="158" y="47"/>
                    <a:pt x="143" y="32"/>
                  </a:cubicBezTo>
                  <a:lnTo>
                    <a:pt x="143" y="32"/>
                  </a:lnTo>
                  <a:lnTo>
                    <a:pt x="126" y="16"/>
                  </a:lnTo>
                  <a:lnTo>
                    <a:pt x="111" y="1"/>
                  </a:lnTo>
                  <a:lnTo>
                    <a:pt x="63"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93" name="Google Shape;3693;p46"/>
            <p:cNvSpPr/>
            <p:nvPr/>
          </p:nvSpPr>
          <p:spPr>
            <a:xfrm>
              <a:off x="3087812" y="1788731"/>
              <a:ext cx="4039" cy="2035"/>
            </a:xfrm>
            <a:custGeom>
              <a:avLst/>
              <a:gdLst/>
              <a:ahLst/>
              <a:cxnLst/>
              <a:rect l="l" t="t" r="r" b="b"/>
              <a:pathLst>
                <a:path w="127" h="64" extrusionOk="0">
                  <a:moveTo>
                    <a:pt x="16" y="1"/>
                  </a:moveTo>
                  <a:lnTo>
                    <a:pt x="16" y="1"/>
                  </a:lnTo>
                  <a:lnTo>
                    <a:pt x="1" y="1"/>
                  </a:lnTo>
                  <a:cubicBezTo>
                    <a:pt x="16" y="1"/>
                    <a:pt x="32" y="17"/>
                    <a:pt x="32" y="32"/>
                  </a:cubicBezTo>
                  <a:cubicBezTo>
                    <a:pt x="47" y="49"/>
                    <a:pt x="32" y="64"/>
                    <a:pt x="16" y="64"/>
                  </a:cubicBezTo>
                  <a:lnTo>
                    <a:pt x="16" y="64"/>
                  </a:lnTo>
                  <a:lnTo>
                    <a:pt x="32" y="64"/>
                  </a:lnTo>
                  <a:lnTo>
                    <a:pt x="95" y="64"/>
                  </a:lnTo>
                  <a:cubicBezTo>
                    <a:pt x="110" y="64"/>
                    <a:pt x="127" y="49"/>
                    <a:pt x="127" y="32"/>
                  </a:cubicBezTo>
                  <a:cubicBezTo>
                    <a:pt x="127" y="17"/>
                    <a:pt x="110" y="17"/>
                    <a:pt x="110" y="1"/>
                  </a:cubicBezTo>
                  <a:lnTo>
                    <a:pt x="95"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94" name="Google Shape;3694;p46"/>
            <p:cNvSpPr/>
            <p:nvPr/>
          </p:nvSpPr>
          <p:spPr>
            <a:xfrm>
              <a:off x="3446081" y="1808290"/>
              <a:ext cx="3562" cy="3530"/>
            </a:xfrm>
            <a:custGeom>
              <a:avLst/>
              <a:gdLst/>
              <a:ahLst/>
              <a:cxnLst/>
              <a:rect l="l" t="t" r="r" b="b"/>
              <a:pathLst>
                <a:path w="112" h="111" extrusionOk="0">
                  <a:moveTo>
                    <a:pt x="48" y="1"/>
                  </a:moveTo>
                  <a:lnTo>
                    <a:pt x="48" y="1"/>
                  </a:lnTo>
                  <a:lnTo>
                    <a:pt x="48" y="1"/>
                  </a:lnTo>
                  <a:cubicBezTo>
                    <a:pt x="32" y="1"/>
                    <a:pt x="32" y="16"/>
                    <a:pt x="17" y="16"/>
                  </a:cubicBezTo>
                  <a:lnTo>
                    <a:pt x="17" y="32"/>
                  </a:lnTo>
                  <a:lnTo>
                    <a:pt x="0" y="64"/>
                  </a:lnTo>
                  <a:lnTo>
                    <a:pt x="0" y="96"/>
                  </a:lnTo>
                  <a:lnTo>
                    <a:pt x="17" y="111"/>
                  </a:lnTo>
                  <a:lnTo>
                    <a:pt x="17" y="111"/>
                  </a:lnTo>
                  <a:lnTo>
                    <a:pt x="32" y="111"/>
                  </a:lnTo>
                  <a:lnTo>
                    <a:pt x="48" y="111"/>
                  </a:lnTo>
                  <a:lnTo>
                    <a:pt x="80" y="96"/>
                  </a:lnTo>
                  <a:lnTo>
                    <a:pt x="95" y="96"/>
                  </a:lnTo>
                  <a:cubicBezTo>
                    <a:pt x="111" y="79"/>
                    <a:pt x="111" y="64"/>
                    <a:pt x="95" y="48"/>
                  </a:cubicBez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95" name="Google Shape;3695;p46"/>
            <p:cNvSpPr/>
            <p:nvPr/>
          </p:nvSpPr>
          <p:spPr>
            <a:xfrm>
              <a:off x="3429034" y="1808290"/>
              <a:ext cx="4580" cy="5534"/>
            </a:xfrm>
            <a:custGeom>
              <a:avLst/>
              <a:gdLst/>
              <a:ahLst/>
              <a:cxnLst/>
              <a:rect l="l" t="t" r="r" b="b"/>
              <a:pathLst>
                <a:path w="144" h="174" extrusionOk="0">
                  <a:moveTo>
                    <a:pt x="127" y="1"/>
                  </a:moveTo>
                  <a:lnTo>
                    <a:pt x="112" y="1"/>
                  </a:lnTo>
                  <a:cubicBezTo>
                    <a:pt x="95" y="1"/>
                    <a:pt x="95" y="16"/>
                    <a:pt x="80" y="32"/>
                  </a:cubicBezTo>
                  <a:lnTo>
                    <a:pt x="80" y="64"/>
                  </a:lnTo>
                  <a:lnTo>
                    <a:pt x="95" y="79"/>
                  </a:lnTo>
                  <a:cubicBezTo>
                    <a:pt x="112" y="79"/>
                    <a:pt x="112" y="111"/>
                    <a:pt x="95" y="127"/>
                  </a:cubicBezTo>
                  <a:lnTo>
                    <a:pt x="80" y="142"/>
                  </a:lnTo>
                  <a:cubicBezTo>
                    <a:pt x="64" y="142"/>
                    <a:pt x="64" y="142"/>
                    <a:pt x="49" y="127"/>
                  </a:cubicBezTo>
                  <a:lnTo>
                    <a:pt x="17" y="111"/>
                  </a:lnTo>
                  <a:lnTo>
                    <a:pt x="17" y="111"/>
                  </a:lnTo>
                  <a:cubicBezTo>
                    <a:pt x="1" y="127"/>
                    <a:pt x="1" y="142"/>
                    <a:pt x="1" y="159"/>
                  </a:cubicBezTo>
                  <a:cubicBezTo>
                    <a:pt x="17" y="174"/>
                    <a:pt x="32" y="174"/>
                    <a:pt x="32" y="174"/>
                  </a:cubicBezTo>
                  <a:lnTo>
                    <a:pt x="49" y="174"/>
                  </a:lnTo>
                  <a:lnTo>
                    <a:pt x="112" y="142"/>
                  </a:lnTo>
                  <a:cubicBezTo>
                    <a:pt x="127" y="142"/>
                    <a:pt x="127" y="142"/>
                    <a:pt x="143" y="127"/>
                  </a:cubicBezTo>
                  <a:lnTo>
                    <a:pt x="143" y="64"/>
                  </a:lnTo>
                  <a:lnTo>
                    <a:pt x="143" y="48"/>
                  </a:lnTo>
                  <a:cubicBezTo>
                    <a:pt x="127" y="32"/>
                    <a:pt x="127" y="16"/>
                    <a:pt x="143" y="16"/>
                  </a:cubicBez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96" name="Google Shape;3696;p46"/>
            <p:cNvSpPr/>
            <p:nvPr/>
          </p:nvSpPr>
          <p:spPr>
            <a:xfrm>
              <a:off x="3084823" y="1788731"/>
              <a:ext cx="4516" cy="2576"/>
            </a:xfrm>
            <a:custGeom>
              <a:avLst/>
              <a:gdLst/>
              <a:ahLst/>
              <a:cxnLst/>
              <a:rect l="l" t="t" r="r" b="b"/>
              <a:pathLst>
                <a:path w="142" h="81" extrusionOk="0">
                  <a:moveTo>
                    <a:pt x="32" y="1"/>
                  </a:moveTo>
                  <a:lnTo>
                    <a:pt x="32" y="1"/>
                  </a:lnTo>
                  <a:lnTo>
                    <a:pt x="15" y="1"/>
                  </a:lnTo>
                  <a:lnTo>
                    <a:pt x="15" y="1"/>
                  </a:lnTo>
                  <a:lnTo>
                    <a:pt x="15" y="17"/>
                  </a:lnTo>
                  <a:cubicBezTo>
                    <a:pt x="15" y="17"/>
                    <a:pt x="15" y="32"/>
                    <a:pt x="0" y="49"/>
                  </a:cubicBezTo>
                  <a:lnTo>
                    <a:pt x="15" y="64"/>
                  </a:lnTo>
                  <a:cubicBezTo>
                    <a:pt x="15" y="64"/>
                    <a:pt x="15" y="80"/>
                    <a:pt x="32" y="80"/>
                  </a:cubicBezTo>
                  <a:lnTo>
                    <a:pt x="47" y="80"/>
                  </a:lnTo>
                  <a:lnTo>
                    <a:pt x="47" y="80"/>
                  </a:lnTo>
                  <a:lnTo>
                    <a:pt x="110" y="64"/>
                  </a:lnTo>
                  <a:lnTo>
                    <a:pt x="110" y="64"/>
                  </a:lnTo>
                  <a:cubicBezTo>
                    <a:pt x="126" y="64"/>
                    <a:pt x="141" y="49"/>
                    <a:pt x="126" y="32"/>
                  </a:cubicBezTo>
                  <a:cubicBezTo>
                    <a:pt x="126" y="17"/>
                    <a:pt x="110" y="1"/>
                    <a:pt x="95" y="1"/>
                  </a:cubicBezTo>
                  <a:lnTo>
                    <a:pt x="95" y="1"/>
                  </a:lnTo>
                  <a:lnTo>
                    <a:pt x="95"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97" name="Google Shape;3697;p46"/>
            <p:cNvSpPr/>
            <p:nvPr/>
          </p:nvSpPr>
          <p:spPr>
            <a:xfrm>
              <a:off x="3115354" y="1812329"/>
              <a:ext cx="3562" cy="5025"/>
            </a:xfrm>
            <a:custGeom>
              <a:avLst/>
              <a:gdLst/>
              <a:ahLst/>
              <a:cxnLst/>
              <a:rect l="l" t="t" r="r" b="b"/>
              <a:pathLst>
                <a:path w="112" h="158" extrusionOk="0">
                  <a:moveTo>
                    <a:pt x="32" y="0"/>
                  </a:moveTo>
                  <a:lnTo>
                    <a:pt x="32" y="0"/>
                  </a:lnTo>
                  <a:cubicBezTo>
                    <a:pt x="17" y="0"/>
                    <a:pt x="17" y="0"/>
                    <a:pt x="1" y="15"/>
                  </a:cubicBezTo>
                  <a:lnTo>
                    <a:pt x="1" y="15"/>
                  </a:lnTo>
                  <a:lnTo>
                    <a:pt x="17" y="15"/>
                  </a:lnTo>
                  <a:lnTo>
                    <a:pt x="17" y="15"/>
                  </a:lnTo>
                  <a:lnTo>
                    <a:pt x="49" y="15"/>
                  </a:lnTo>
                  <a:lnTo>
                    <a:pt x="64" y="15"/>
                  </a:lnTo>
                  <a:cubicBezTo>
                    <a:pt x="95" y="15"/>
                    <a:pt x="95" y="32"/>
                    <a:pt x="95" y="47"/>
                  </a:cubicBezTo>
                  <a:cubicBezTo>
                    <a:pt x="95" y="63"/>
                    <a:pt x="80" y="78"/>
                    <a:pt x="64" y="78"/>
                  </a:cubicBezTo>
                  <a:lnTo>
                    <a:pt x="64" y="78"/>
                  </a:lnTo>
                  <a:cubicBezTo>
                    <a:pt x="64" y="95"/>
                    <a:pt x="49" y="110"/>
                    <a:pt x="32" y="126"/>
                  </a:cubicBezTo>
                  <a:lnTo>
                    <a:pt x="17" y="126"/>
                  </a:lnTo>
                  <a:cubicBezTo>
                    <a:pt x="17" y="141"/>
                    <a:pt x="32" y="158"/>
                    <a:pt x="49" y="158"/>
                  </a:cubicBezTo>
                  <a:lnTo>
                    <a:pt x="64" y="158"/>
                  </a:lnTo>
                  <a:cubicBezTo>
                    <a:pt x="80" y="158"/>
                    <a:pt x="80" y="141"/>
                    <a:pt x="95" y="126"/>
                  </a:cubicBezTo>
                  <a:lnTo>
                    <a:pt x="95" y="110"/>
                  </a:lnTo>
                  <a:lnTo>
                    <a:pt x="95" y="110"/>
                  </a:lnTo>
                  <a:cubicBezTo>
                    <a:pt x="95" y="95"/>
                    <a:pt x="112" y="78"/>
                    <a:pt x="112" y="47"/>
                  </a:cubicBezTo>
                  <a:lnTo>
                    <a:pt x="112" y="47"/>
                  </a:lnTo>
                  <a:cubicBezTo>
                    <a:pt x="95" y="32"/>
                    <a:pt x="80" y="15"/>
                    <a:pt x="64" y="15"/>
                  </a:cubicBez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98" name="Google Shape;3698;p46"/>
            <p:cNvSpPr/>
            <p:nvPr/>
          </p:nvSpPr>
          <p:spPr>
            <a:xfrm>
              <a:off x="3025159" y="1791752"/>
              <a:ext cx="6042" cy="1558"/>
            </a:xfrm>
            <a:custGeom>
              <a:avLst/>
              <a:gdLst/>
              <a:ahLst/>
              <a:cxnLst/>
              <a:rect l="l" t="t" r="r" b="b"/>
              <a:pathLst>
                <a:path w="190" h="49" extrusionOk="0">
                  <a:moveTo>
                    <a:pt x="190" y="0"/>
                  </a:moveTo>
                  <a:cubicBezTo>
                    <a:pt x="127" y="0"/>
                    <a:pt x="64" y="17"/>
                    <a:pt x="1" y="17"/>
                  </a:cubicBezTo>
                  <a:lnTo>
                    <a:pt x="1" y="17"/>
                  </a:lnTo>
                  <a:cubicBezTo>
                    <a:pt x="1" y="32"/>
                    <a:pt x="17" y="48"/>
                    <a:pt x="32" y="48"/>
                  </a:cubicBezTo>
                  <a:lnTo>
                    <a:pt x="32" y="48"/>
                  </a:lnTo>
                  <a:lnTo>
                    <a:pt x="32" y="48"/>
                  </a:lnTo>
                  <a:lnTo>
                    <a:pt x="158" y="17"/>
                  </a:lnTo>
                  <a:cubicBezTo>
                    <a:pt x="175" y="17"/>
                    <a:pt x="190" y="17"/>
                    <a:pt x="19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699" name="Google Shape;3699;p46"/>
            <p:cNvSpPr/>
            <p:nvPr/>
          </p:nvSpPr>
          <p:spPr>
            <a:xfrm>
              <a:off x="3172474" y="1831825"/>
              <a:ext cx="3562" cy="3053"/>
            </a:xfrm>
            <a:custGeom>
              <a:avLst/>
              <a:gdLst/>
              <a:ahLst/>
              <a:cxnLst/>
              <a:rect l="l" t="t" r="r" b="b"/>
              <a:pathLst>
                <a:path w="112" h="96" extrusionOk="0">
                  <a:moveTo>
                    <a:pt x="32" y="1"/>
                  </a:moveTo>
                  <a:lnTo>
                    <a:pt x="17" y="1"/>
                  </a:lnTo>
                  <a:lnTo>
                    <a:pt x="17" y="1"/>
                  </a:lnTo>
                  <a:cubicBezTo>
                    <a:pt x="17" y="17"/>
                    <a:pt x="17" y="32"/>
                    <a:pt x="1" y="32"/>
                  </a:cubicBezTo>
                  <a:lnTo>
                    <a:pt x="1" y="49"/>
                  </a:lnTo>
                  <a:lnTo>
                    <a:pt x="17" y="64"/>
                  </a:lnTo>
                  <a:lnTo>
                    <a:pt x="64" y="80"/>
                  </a:lnTo>
                  <a:cubicBezTo>
                    <a:pt x="64" y="95"/>
                    <a:pt x="64" y="95"/>
                    <a:pt x="80" y="95"/>
                  </a:cubicBezTo>
                  <a:cubicBezTo>
                    <a:pt x="95" y="95"/>
                    <a:pt x="95" y="80"/>
                    <a:pt x="112" y="64"/>
                  </a:cubicBezTo>
                  <a:lnTo>
                    <a:pt x="112" y="64"/>
                  </a:lnTo>
                  <a:lnTo>
                    <a:pt x="112" y="32"/>
                  </a:lnTo>
                  <a:lnTo>
                    <a:pt x="95" y="32"/>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00" name="Google Shape;3700;p46"/>
            <p:cNvSpPr/>
            <p:nvPr/>
          </p:nvSpPr>
          <p:spPr>
            <a:xfrm>
              <a:off x="3316799" y="1815319"/>
              <a:ext cx="3021" cy="4516"/>
            </a:xfrm>
            <a:custGeom>
              <a:avLst/>
              <a:gdLst/>
              <a:ahLst/>
              <a:cxnLst/>
              <a:rect l="l" t="t" r="r" b="b"/>
              <a:pathLst>
                <a:path w="95" h="142" extrusionOk="0">
                  <a:moveTo>
                    <a:pt x="32" y="1"/>
                  </a:moveTo>
                  <a:lnTo>
                    <a:pt x="32" y="16"/>
                  </a:lnTo>
                  <a:lnTo>
                    <a:pt x="0" y="16"/>
                  </a:lnTo>
                  <a:lnTo>
                    <a:pt x="0" y="64"/>
                  </a:lnTo>
                  <a:lnTo>
                    <a:pt x="17" y="79"/>
                  </a:lnTo>
                  <a:lnTo>
                    <a:pt x="17" y="79"/>
                  </a:lnTo>
                  <a:lnTo>
                    <a:pt x="17" y="79"/>
                  </a:lnTo>
                  <a:lnTo>
                    <a:pt x="17" y="79"/>
                  </a:lnTo>
                  <a:lnTo>
                    <a:pt x="17" y="95"/>
                  </a:lnTo>
                  <a:cubicBezTo>
                    <a:pt x="0" y="110"/>
                    <a:pt x="17" y="127"/>
                    <a:pt x="32" y="142"/>
                  </a:cubicBezTo>
                  <a:lnTo>
                    <a:pt x="32" y="142"/>
                  </a:lnTo>
                  <a:lnTo>
                    <a:pt x="48" y="142"/>
                  </a:lnTo>
                  <a:lnTo>
                    <a:pt x="64" y="142"/>
                  </a:lnTo>
                  <a:cubicBezTo>
                    <a:pt x="48" y="127"/>
                    <a:pt x="48" y="127"/>
                    <a:pt x="48" y="110"/>
                  </a:cubicBezTo>
                  <a:cubicBezTo>
                    <a:pt x="48" y="95"/>
                    <a:pt x="64" y="79"/>
                    <a:pt x="80" y="79"/>
                  </a:cubicBezTo>
                  <a:lnTo>
                    <a:pt x="80" y="79"/>
                  </a:lnTo>
                  <a:lnTo>
                    <a:pt x="95" y="79"/>
                  </a:lnTo>
                  <a:cubicBezTo>
                    <a:pt x="95" y="64"/>
                    <a:pt x="80" y="47"/>
                    <a:pt x="80" y="47"/>
                  </a:cubicBezTo>
                  <a:lnTo>
                    <a:pt x="80" y="47"/>
                  </a:lnTo>
                  <a:lnTo>
                    <a:pt x="48" y="16"/>
                  </a:lnTo>
                  <a:lnTo>
                    <a:pt x="3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01" name="Google Shape;3701;p46"/>
            <p:cNvSpPr/>
            <p:nvPr/>
          </p:nvSpPr>
          <p:spPr>
            <a:xfrm>
              <a:off x="3453109" y="1803297"/>
              <a:ext cx="4548" cy="3530"/>
            </a:xfrm>
            <a:custGeom>
              <a:avLst/>
              <a:gdLst/>
              <a:ahLst/>
              <a:cxnLst/>
              <a:rect l="l" t="t" r="r" b="b"/>
              <a:pathLst>
                <a:path w="143" h="111" extrusionOk="0">
                  <a:moveTo>
                    <a:pt x="111" y="0"/>
                  </a:moveTo>
                  <a:lnTo>
                    <a:pt x="111" y="0"/>
                  </a:lnTo>
                  <a:lnTo>
                    <a:pt x="111" y="0"/>
                  </a:lnTo>
                  <a:lnTo>
                    <a:pt x="95" y="0"/>
                  </a:lnTo>
                  <a:lnTo>
                    <a:pt x="63" y="0"/>
                  </a:lnTo>
                  <a:cubicBezTo>
                    <a:pt x="48" y="0"/>
                    <a:pt x="32" y="16"/>
                    <a:pt x="32" y="47"/>
                  </a:cubicBezTo>
                  <a:lnTo>
                    <a:pt x="16" y="47"/>
                  </a:lnTo>
                  <a:cubicBezTo>
                    <a:pt x="0" y="63"/>
                    <a:pt x="0" y="79"/>
                    <a:pt x="16" y="95"/>
                  </a:cubicBezTo>
                  <a:cubicBezTo>
                    <a:pt x="16" y="110"/>
                    <a:pt x="32" y="110"/>
                    <a:pt x="32" y="110"/>
                  </a:cubicBezTo>
                  <a:lnTo>
                    <a:pt x="48" y="110"/>
                  </a:lnTo>
                  <a:lnTo>
                    <a:pt x="126" y="63"/>
                  </a:lnTo>
                  <a:lnTo>
                    <a:pt x="126" y="63"/>
                  </a:lnTo>
                  <a:cubicBezTo>
                    <a:pt x="142" y="63"/>
                    <a:pt x="142" y="47"/>
                    <a:pt x="142" y="32"/>
                  </a:cubicBezTo>
                  <a:lnTo>
                    <a:pt x="142" y="32"/>
                  </a:lnTo>
                  <a:lnTo>
                    <a:pt x="142" y="16"/>
                  </a:lnTo>
                  <a:cubicBezTo>
                    <a:pt x="142" y="16"/>
                    <a:pt x="142" y="0"/>
                    <a:pt x="126" y="0"/>
                  </a:cubicBez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02" name="Google Shape;3702;p46"/>
            <p:cNvSpPr/>
            <p:nvPr/>
          </p:nvSpPr>
          <p:spPr>
            <a:xfrm>
              <a:off x="3295268" y="1818817"/>
              <a:ext cx="2512" cy="4548"/>
            </a:xfrm>
            <a:custGeom>
              <a:avLst/>
              <a:gdLst/>
              <a:ahLst/>
              <a:cxnLst/>
              <a:rect l="l" t="t" r="r" b="b"/>
              <a:pathLst>
                <a:path w="79" h="143" extrusionOk="0">
                  <a:moveTo>
                    <a:pt x="47" y="0"/>
                  </a:moveTo>
                  <a:lnTo>
                    <a:pt x="47" y="0"/>
                  </a:lnTo>
                  <a:cubicBezTo>
                    <a:pt x="32" y="0"/>
                    <a:pt x="32" y="17"/>
                    <a:pt x="32" y="17"/>
                  </a:cubicBezTo>
                  <a:cubicBezTo>
                    <a:pt x="16" y="17"/>
                    <a:pt x="16" y="17"/>
                    <a:pt x="16" y="32"/>
                  </a:cubicBezTo>
                  <a:lnTo>
                    <a:pt x="1" y="80"/>
                  </a:lnTo>
                  <a:lnTo>
                    <a:pt x="1" y="95"/>
                  </a:lnTo>
                  <a:cubicBezTo>
                    <a:pt x="1" y="111"/>
                    <a:pt x="1" y="126"/>
                    <a:pt x="16" y="143"/>
                  </a:cubicBezTo>
                  <a:lnTo>
                    <a:pt x="32" y="143"/>
                  </a:lnTo>
                  <a:cubicBezTo>
                    <a:pt x="47" y="143"/>
                    <a:pt x="47" y="126"/>
                    <a:pt x="64" y="126"/>
                  </a:cubicBezTo>
                  <a:lnTo>
                    <a:pt x="64" y="111"/>
                  </a:lnTo>
                  <a:lnTo>
                    <a:pt x="79" y="63"/>
                  </a:lnTo>
                  <a:lnTo>
                    <a:pt x="79" y="48"/>
                  </a:lnTo>
                  <a:lnTo>
                    <a:pt x="79"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03" name="Google Shape;3703;p46"/>
            <p:cNvSpPr/>
            <p:nvPr/>
          </p:nvSpPr>
          <p:spPr>
            <a:xfrm>
              <a:off x="3429034" y="1803297"/>
              <a:ext cx="3562" cy="5025"/>
            </a:xfrm>
            <a:custGeom>
              <a:avLst/>
              <a:gdLst/>
              <a:ahLst/>
              <a:cxnLst/>
              <a:rect l="l" t="t" r="r" b="b"/>
              <a:pathLst>
                <a:path w="112" h="158" extrusionOk="0">
                  <a:moveTo>
                    <a:pt x="80" y="0"/>
                  </a:moveTo>
                  <a:lnTo>
                    <a:pt x="64" y="0"/>
                  </a:lnTo>
                  <a:lnTo>
                    <a:pt x="49" y="0"/>
                  </a:lnTo>
                  <a:cubicBezTo>
                    <a:pt x="32" y="16"/>
                    <a:pt x="17" y="32"/>
                    <a:pt x="1" y="63"/>
                  </a:cubicBezTo>
                  <a:lnTo>
                    <a:pt x="1" y="79"/>
                  </a:lnTo>
                  <a:cubicBezTo>
                    <a:pt x="1" y="95"/>
                    <a:pt x="17" y="126"/>
                    <a:pt x="32" y="142"/>
                  </a:cubicBezTo>
                  <a:lnTo>
                    <a:pt x="32" y="158"/>
                  </a:lnTo>
                  <a:lnTo>
                    <a:pt x="64" y="158"/>
                  </a:lnTo>
                  <a:cubicBezTo>
                    <a:pt x="64" y="158"/>
                    <a:pt x="80" y="158"/>
                    <a:pt x="80" y="142"/>
                  </a:cubicBezTo>
                  <a:lnTo>
                    <a:pt x="80" y="142"/>
                  </a:lnTo>
                  <a:lnTo>
                    <a:pt x="80" y="126"/>
                  </a:lnTo>
                  <a:lnTo>
                    <a:pt x="80" y="110"/>
                  </a:lnTo>
                  <a:lnTo>
                    <a:pt x="80" y="95"/>
                  </a:lnTo>
                  <a:cubicBezTo>
                    <a:pt x="64" y="95"/>
                    <a:pt x="64" y="79"/>
                    <a:pt x="64" y="79"/>
                  </a:cubicBezTo>
                  <a:cubicBezTo>
                    <a:pt x="64" y="79"/>
                    <a:pt x="80" y="63"/>
                    <a:pt x="95" y="63"/>
                  </a:cubicBezTo>
                  <a:lnTo>
                    <a:pt x="95" y="47"/>
                  </a:lnTo>
                  <a:cubicBezTo>
                    <a:pt x="112" y="47"/>
                    <a:pt x="112" y="32"/>
                    <a:pt x="95" y="16"/>
                  </a:cubicBez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04" name="Google Shape;3704;p46"/>
            <p:cNvSpPr/>
            <p:nvPr/>
          </p:nvSpPr>
          <p:spPr>
            <a:xfrm>
              <a:off x="3230611" y="1802279"/>
              <a:ext cx="4039" cy="3530"/>
            </a:xfrm>
            <a:custGeom>
              <a:avLst/>
              <a:gdLst/>
              <a:ahLst/>
              <a:cxnLst/>
              <a:rect l="l" t="t" r="r" b="b"/>
              <a:pathLst>
                <a:path w="127" h="111" extrusionOk="0">
                  <a:moveTo>
                    <a:pt x="95" y="1"/>
                  </a:moveTo>
                  <a:lnTo>
                    <a:pt x="80" y="1"/>
                  </a:lnTo>
                  <a:lnTo>
                    <a:pt x="64" y="16"/>
                  </a:lnTo>
                  <a:lnTo>
                    <a:pt x="32" y="32"/>
                  </a:lnTo>
                  <a:lnTo>
                    <a:pt x="17" y="48"/>
                  </a:lnTo>
                  <a:cubicBezTo>
                    <a:pt x="17" y="64"/>
                    <a:pt x="1" y="79"/>
                    <a:pt x="17" y="95"/>
                  </a:cubicBezTo>
                  <a:lnTo>
                    <a:pt x="32" y="95"/>
                  </a:lnTo>
                  <a:cubicBezTo>
                    <a:pt x="32" y="111"/>
                    <a:pt x="32" y="111"/>
                    <a:pt x="48" y="111"/>
                  </a:cubicBezTo>
                  <a:cubicBezTo>
                    <a:pt x="48" y="111"/>
                    <a:pt x="64" y="111"/>
                    <a:pt x="64" y="95"/>
                  </a:cubicBezTo>
                  <a:lnTo>
                    <a:pt x="111" y="64"/>
                  </a:lnTo>
                  <a:cubicBezTo>
                    <a:pt x="127" y="48"/>
                    <a:pt x="127" y="32"/>
                    <a:pt x="111" y="16"/>
                  </a:cubicBezTo>
                  <a:cubicBezTo>
                    <a:pt x="111" y="1"/>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05" name="Google Shape;3705;p46"/>
            <p:cNvSpPr/>
            <p:nvPr/>
          </p:nvSpPr>
          <p:spPr>
            <a:xfrm>
              <a:off x="3169007" y="1830839"/>
              <a:ext cx="4039" cy="4039"/>
            </a:xfrm>
            <a:custGeom>
              <a:avLst/>
              <a:gdLst/>
              <a:ahLst/>
              <a:cxnLst/>
              <a:rect l="l" t="t" r="r" b="b"/>
              <a:pathLst>
                <a:path w="127" h="127" extrusionOk="0">
                  <a:moveTo>
                    <a:pt x="95" y="0"/>
                  </a:moveTo>
                  <a:cubicBezTo>
                    <a:pt x="78" y="0"/>
                    <a:pt x="78" y="0"/>
                    <a:pt x="78" y="17"/>
                  </a:cubicBezTo>
                  <a:lnTo>
                    <a:pt x="63" y="17"/>
                  </a:lnTo>
                  <a:lnTo>
                    <a:pt x="15" y="63"/>
                  </a:lnTo>
                  <a:cubicBezTo>
                    <a:pt x="0" y="80"/>
                    <a:pt x="0" y="95"/>
                    <a:pt x="15" y="111"/>
                  </a:cubicBezTo>
                  <a:cubicBezTo>
                    <a:pt x="32" y="111"/>
                    <a:pt x="32" y="126"/>
                    <a:pt x="47" y="126"/>
                  </a:cubicBezTo>
                  <a:lnTo>
                    <a:pt x="63" y="111"/>
                  </a:lnTo>
                  <a:lnTo>
                    <a:pt x="110" y="80"/>
                  </a:lnTo>
                  <a:lnTo>
                    <a:pt x="110" y="63"/>
                  </a:lnTo>
                  <a:cubicBezTo>
                    <a:pt x="126" y="63"/>
                    <a:pt x="126" y="48"/>
                    <a:pt x="126" y="32"/>
                  </a:cubicBez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06" name="Google Shape;3706;p46"/>
            <p:cNvSpPr/>
            <p:nvPr/>
          </p:nvSpPr>
          <p:spPr>
            <a:xfrm>
              <a:off x="3227590" y="1787268"/>
              <a:ext cx="4071" cy="5502"/>
            </a:xfrm>
            <a:custGeom>
              <a:avLst/>
              <a:gdLst/>
              <a:ahLst/>
              <a:cxnLst/>
              <a:rect l="l" t="t" r="r" b="b"/>
              <a:pathLst>
                <a:path w="128" h="173" extrusionOk="0">
                  <a:moveTo>
                    <a:pt x="49" y="0"/>
                  </a:moveTo>
                  <a:lnTo>
                    <a:pt x="32" y="0"/>
                  </a:lnTo>
                  <a:lnTo>
                    <a:pt x="32" y="0"/>
                  </a:lnTo>
                  <a:cubicBezTo>
                    <a:pt x="1" y="0"/>
                    <a:pt x="1" y="32"/>
                    <a:pt x="17" y="47"/>
                  </a:cubicBezTo>
                  <a:lnTo>
                    <a:pt x="17" y="63"/>
                  </a:lnTo>
                  <a:lnTo>
                    <a:pt x="64" y="141"/>
                  </a:lnTo>
                  <a:cubicBezTo>
                    <a:pt x="64" y="158"/>
                    <a:pt x="64" y="158"/>
                    <a:pt x="80" y="158"/>
                  </a:cubicBezTo>
                  <a:cubicBezTo>
                    <a:pt x="80" y="158"/>
                    <a:pt x="80" y="173"/>
                    <a:pt x="96" y="173"/>
                  </a:cubicBezTo>
                  <a:cubicBezTo>
                    <a:pt x="96" y="173"/>
                    <a:pt x="96" y="158"/>
                    <a:pt x="112" y="158"/>
                  </a:cubicBezTo>
                  <a:cubicBezTo>
                    <a:pt x="127" y="158"/>
                    <a:pt x="127" y="141"/>
                    <a:pt x="127" y="110"/>
                  </a:cubicBezTo>
                  <a:lnTo>
                    <a:pt x="64" y="15"/>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07" name="Google Shape;3707;p46"/>
            <p:cNvSpPr/>
            <p:nvPr/>
          </p:nvSpPr>
          <p:spPr>
            <a:xfrm>
              <a:off x="3330824" y="1789272"/>
              <a:ext cx="11576" cy="5025"/>
            </a:xfrm>
            <a:custGeom>
              <a:avLst/>
              <a:gdLst/>
              <a:ahLst/>
              <a:cxnLst/>
              <a:rect l="l" t="t" r="r" b="b"/>
              <a:pathLst>
                <a:path w="364" h="158" extrusionOk="0">
                  <a:moveTo>
                    <a:pt x="49" y="63"/>
                  </a:moveTo>
                  <a:cubicBezTo>
                    <a:pt x="32" y="63"/>
                    <a:pt x="17" y="78"/>
                    <a:pt x="17" y="95"/>
                  </a:cubicBezTo>
                  <a:cubicBezTo>
                    <a:pt x="1" y="110"/>
                    <a:pt x="17" y="126"/>
                    <a:pt x="32" y="126"/>
                  </a:cubicBezTo>
                  <a:lnTo>
                    <a:pt x="127" y="141"/>
                  </a:lnTo>
                  <a:lnTo>
                    <a:pt x="127" y="141"/>
                  </a:lnTo>
                  <a:lnTo>
                    <a:pt x="143" y="126"/>
                  </a:lnTo>
                  <a:lnTo>
                    <a:pt x="158" y="126"/>
                  </a:lnTo>
                  <a:lnTo>
                    <a:pt x="158" y="126"/>
                  </a:lnTo>
                  <a:lnTo>
                    <a:pt x="190" y="126"/>
                  </a:lnTo>
                  <a:lnTo>
                    <a:pt x="206" y="126"/>
                  </a:lnTo>
                  <a:lnTo>
                    <a:pt x="206" y="126"/>
                  </a:lnTo>
                  <a:cubicBezTo>
                    <a:pt x="190" y="110"/>
                    <a:pt x="190" y="95"/>
                    <a:pt x="206" y="78"/>
                  </a:cubicBezTo>
                  <a:lnTo>
                    <a:pt x="206" y="78"/>
                  </a:lnTo>
                  <a:lnTo>
                    <a:pt x="112" y="63"/>
                  </a:lnTo>
                  <a:lnTo>
                    <a:pt x="49" y="63"/>
                  </a:lnTo>
                  <a:lnTo>
                    <a:pt x="49" y="63"/>
                  </a:lnTo>
                  <a:close/>
                  <a:moveTo>
                    <a:pt x="316" y="0"/>
                  </a:moveTo>
                  <a:lnTo>
                    <a:pt x="316" y="0"/>
                  </a:lnTo>
                  <a:cubicBezTo>
                    <a:pt x="301" y="0"/>
                    <a:pt x="284" y="0"/>
                    <a:pt x="284" y="15"/>
                  </a:cubicBezTo>
                  <a:lnTo>
                    <a:pt x="284" y="15"/>
                  </a:lnTo>
                  <a:lnTo>
                    <a:pt x="301" y="32"/>
                  </a:lnTo>
                  <a:cubicBezTo>
                    <a:pt x="316" y="47"/>
                    <a:pt x="316" y="63"/>
                    <a:pt x="301" y="78"/>
                  </a:cubicBezTo>
                  <a:lnTo>
                    <a:pt x="253" y="126"/>
                  </a:lnTo>
                  <a:lnTo>
                    <a:pt x="238" y="141"/>
                  </a:lnTo>
                  <a:cubicBezTo>
                    <a:pt x="253" y="141"/>
                    <a:pt x="253" y="141"/>
                    <a:pt x="269" y="158"/>
                  </a:cubicBezTo>
                  <a:lnTo>
                    <a:pt x="269" y="158"/>
                  </a:lnTo>
                  <a:lnTo>
                    <a:pt x="269" y="158"/>
                  </a:lnTo>
                  <a:cubicBezTo>
                    <a:pt x="284" y="158"/>
                    <a:pt x="301" y="141"/>
                    <a:pt x="301" y="141"/>
                  </a:cubicBezTo>
                  <a:lnTo>
                    <a:pt x="347" y="63"/>
                  </a:lnTo>
                  <a:lnTo>
                    <a:pt x="347" y="47"/>
                  </a:lnTo>
                  <a:cubicBezTo>
                    <a:pt x="364" y="32"/>
                    <a:pt x="347" y="0"/>
                    <a:pt x="332" y="0"/>
                  </a:cubicBezTo>
                  <a:lnTo>
                    <a:pt x="3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08" name="Google Shape;3708;p46"/>
            <p:cNvSpPr/>
            <p:nvPr/>
          </p:nvSpPr>
          <p:spPr>
            <a:xfrm>
              <a:off x="3024682" y="1805778"/>
              <a:ext cx="3530" cy="4039"/>
            </a:xfrm>
            <a:custGeom>
              <a:avLst/>
              <a:gdLst/>
              <a:ahLst/>
              <a:cxnLst/>
              <a:rect l="l" t="t" r="r" b="b"/>
              <a:pathLst>
                <a:path w="111" h="127" extrusionOk="0">
                  <a:moveTo>
                    <a:pt x="64" y="80"/>
                  </a:moveTo>
                  <a:lnTo>
                    <a:pt x="64" y="80"/>
                  </a:lnTo>
                  <a:lnTo>
                    <a:pt x="64" y="80"/>
                  </a:lnTo>
                  <a:close/>
                  <a:moveTo>
                    <a:pt x="47" y="1"/>
                  </a:moveTo>
                  <a:lnTo>
                    <a:pt x="47" y="1"/>
                  </a:lnTo>
                  <a:lnTo>
                    <a:pt x="47" y="1"/>
                  </a:lnTo>
                  <a:lnTo>
                    <a:pt x="32" y="17"/>
                  </a:lnTo>
                  <a:cubicBezTo>
                    <a:pt x="16" y="17"/>
                    <a:pt x="16" y="17"/>
                    <a:pt x="16" y="32"/>
                  </a:cubicBezTo>
                  <a:lnTo>
                    <a:pt x="16" y="48"/>
                  </a:lnTo>
                  <a:lnTo>
                    <a:pt x="1" y="64"/>
                  </a:lnTo>
                  <a:lnTo>
                    <a:pt x="1" y="95"/>
                  </a:lnTo>
                  <a:cubicBezTo>
                    <a:pt x="1" y="111"/>
                    <a:pt x="16" y="127"/>
                    <a:pt x="32" y="127"/>
                  </a:cubicBezTo>
                  <a:lnTo>
                    <a:pt x="47" y="127"/>
                  </a:lnTo>
                  <a:cubicBezTo>
                    <a:pt x="47" y="111"/>
                    <a:pt x="64" y="111"/>
                    <a:pt x="64" y="111"/>
                  </a:cubicBezTo>
                  <a:cubicBezTo>
                    <a:pt x="79" y="95"/>
                    <a:pt x="95" y="95"/>
                    <a:pt x="95" y="64"/>
                  </a:cubicBezTo>
                  <a:cubicBezTo>
                    <a:pt x="110" y="32"/>
                    <a:pt x="79" y="17"/>
                    <a:pt x="79" y="17"/>
                  </a:cubicBezTo>
                  <a:cubicBezTo>
                    <a:pt x="64" y="17"/>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09" name="Google Shape;3709;p46"/>
            <p:cNvSpPr/>
            <p:nvPr/>
          </p:nvSpPr>
          <p:spPr>
            <a:xfrm>
              <a:off x="3026686" y="180829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10" name="Google Shape;3710;p46"/>
            <p:cNvSpPr/>
            <p:nvPr/>
          </p:nvSpPr>
          <p:spPr>
            <a:xfrm>
              <a:off x="3030693" y="1804283"/>
              <a:ext cx="3053" cy="3530"/>
            </a:xfrm>
            <a:custGeom>
              <a:avLst/>
              <a:gdLst/>
              <a:ahLst/>
              <a:cxnLst/>
              <a:rect l="l" t="t" r="r" b="b"/>
              <a:pathLst>
                <a:path w="96" h="111" extrusionOk="0">
                  <a:moveTo>
                    <a:pt x="64" y="1"/>
                  </a:moveTo>
                  <a:lnTo>
                    <a:pt x="64" y="1"/>
                  </a:lnTo>
                  <a:cubicBezTo>
                    <a:pt x="64" y="1"/>
                    <a:pt x="47" y="1"/>
                    <a:pt x="47" y="16"/>
                  </a:cubicBezTo>
                  <a:lnTo>
                    <a:pt x="16" y="32"/>
                  </a:lnTo>
                  <a:lnTo>
                    <a:pt x="16" y="48"/>
                  </a:lnTo>
                  <a:cubicBezTo>
                    <a:pt x="1" y="64"/>
                    <a:pt x="1" y="79"/>
                    <a:pt x="16" y="95"/>
                  </a:cubicBezTo>
                  <a:lnTo>
                    <a:pt x="32" y="95"/>
                  </a:lnTo>
                  <a:cubicBezTo>
                    <a:pt x="32" y="111"/>
                    <a:pt x="32" y="111"/>
                    <a:pt x="47" y="111"/>
                  </a:cubicBezTo>
                  <a:lnTo>
                    <a:pt x="64" y="95"/>
                  </a:lnTo>
                  <a:lnTo>
                    <a:pt x="79" y="64"/>
                  </a:lnTo>
                  <a:lnTo>
                    <a:pt x="95" y="64"/>
                  </a:lnTo>
                  <a:lnTo>
                    <a:pt x="95" y="32"/>
                  </a:lnTo>
                  <a:lnTo>
                    <a:pt x="95" y="16"/>
                  </a:lnTo>
                  <a:lnTo>
                    <a:pt x="95" y="16"/>
                  </a:ln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11" name="Google Shape;3711;p46"/>
            <p:cNvSpPr/>
            <p:nvPr/>
          </p:nvSpPr>
          <p:spPr>
            <a:xfrm>
              <a:off x="3195532" y="1789272"/>
              <a:ext cx="2576" cy="2512"/>
            </a:xfrm>
            <a:custGeom>
              <a:avLst/>
              <a:gdLst/>
              <a:ahLst/>
              <a:cxnLst/>
              <a:rect l="l" t="t" r="r" b="b"/>
              <a:pathLst>
                <a:path w="81" h="79" extrusionOk="0">
                  <a:moveTo>
                    <a:pt x="17" y="0"/>
                  </a:moveTo>
                  <a:lnTo>
                    <a:pt x="17" y="15"/>
                  </a:lnTo>
                  <a:cubicBezTo>
                    <a:pt x="17" y="32"/>
                    <a:pt x="1" y="32"/>
                    <a:pt x="1" y="32"/>
                  </a:cubicBezTo>
                  <a:cubicBezTo>
                    <a:pt x="1" y="47"/>
                    <a:pt x="1" y="47"/>
                    <a:pt x="17" y="63"/>
                  </a:cubicBezTo>
                  <a:lnTo>
                    <a:pt x="17" y="63"/>
                  </a:lnTo>
                  <a:cubicBezTo>
                    <a:pt x="17" y="63"/>
                    <a:pt x="32" y="63"/>
                    <a:pt x="32" y="78"/>
                  </a:cubicBezTo>
                  <a:cubicBezTo>
                    <a:pt x="32" y="63"/>
                    <a:pt x="49" y="63"/>
                    <a:pt x="49" y="63"/>
                  </a:cubicBezTo>
                  <a:lnTo>
                    <a:pt x="49" y="63"/>
                  </a:lnTo>
                  <a:lnTo>
                    <a:pt x="64" y="63"/>
                  </a:lnTo>
                  <a:lnTo>
                    <a:pt x="64" y="63"/>
                  </a:lnTo>
                  <a:lnTo>
                    <a:pt x="80" y="47"/>
                  </a:lnTo>
                  <a:cubicBezTo>
                    <a:pt x="64" y="32"/>
                    <a:pt x="64" y="32"/>
                    <a:pt x="64"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12" name="Google Shape;3712;p46"/>
            <p:cNvSpPr/>
            <p:nvPr/>
          </p:nvSpPr>
          <p:spPr>
            <a:xfrm>
              <a:off x="3411001" y="1758199"/>
              <a:ext cx="4548" cy="5534"/>
            </a:xfrm>
            <a:custGeom>
              <a:avLst/>
              <a:gdLst/>
              <a:ahLst/>
              <a:cxnLst/>
              <a:rect l="l" t="t" r="r" b="b"/>
              <a:pathLst>
                <a:path w="143" h="174" extrusionOk="0">
                  <a:moveTo>
                    <a:pt x="32" y="0"/>
                  </a:moveTo>
                  <a:lnTo>
                    <a:pt x="32" y="0"/>
                  </a:lnTo>
                  <a:cubicBezTo>
                    <a:pt x="17" y="0"/>
                    <a:pt x="17" y="16"/>
                    <a:pt x="17" y="16"/>
                  </a:cubicBezTo>
                  <a:cubicBezTo>
                    <a:pt x="1" y="32"/>
                    <a:pt x="1" y="47"/>
                    <a:pt x="1" y="63"/>
                  </a:cubicBezTo>
                  <a:cubicBezTo>
                    <a:pt x="17" y="79"/>
                    <a:pt x="32" y="79"/>
                    <a:pt x="32" y="95"/>
                  </a:cubicBezTo>
                  <a:lnTo>
                    <a:pt x="48" y="95"/>
                  </a:lnTo>
                  <a:cubicBezTo>
                    <a:pt x="64" y="110"/>
                    <a:pt x="64" y="110"/>
                    <a:pt x="64" y="126"/>
                  </a:cubicBezTo>
                  <a:cubicBezTo>
                    <a:pt x="64" y="142"/>
                    <a:pt x="48" y="142"/>
                    <a:pt x="64" y="142"/>
                  </a:cubicBezTo>
                  <a:cubicBezTo>
                    <a:pt x="64" y="158"/>
                    <a:pt x="64" y="173"/>
                    <a:pt x="80" y="173"/>
                  </a:cubicBezTo>
                  <a:lnTo>
                    <a:pt x="95" y="173"/>
                  </a:lnTo>
                  <a:cubicBezTo>
                    <a:pt x="111" y="173"/>
                    <a:pt x="111" y="173"/>
                    <a:pt x="127" y="158"/>
                  </a:cubicBezTo>
                  <a:lnTo>
                    <a:pt x="127" y="142"/>
                  </a:lnTo>
                  <a:cubicBezTo>
                    <a:pt x="143" y="79"/>
                    <a:pt x="95" y="63"/>
                    <a:pt x="80" y="32"/>
                  </a:cubicBezTo>
                  <a:cubicBezTo>
                    <a:pt x="80" y="32"/>
                    <a:pt x="64" y="32"/>
                    <a:pt x="64" y="16"/>
                  </a:cubicBezTo>
                  <a:lnTo>
                    <a:pt x="64" y="16"/>
                  </a:lnTo>
                  <a:cubicBezTo>
                    <a:pt x="48"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13" name="Google Shape;3713;p46"/>
            <p:cNvSpPr/>
            <p:nvPr/>
          </p:nvSpPr>
          <p:spPr>
            <a:xfrm>
              <a:off x="3108866" y="1784247"/>
              <a:ext cx="5057" cy="4516"/>
            </a:xfrm>
            <a:custGeom>
              <a:avLst/>
              <a:gdLst/>
              <a:ahLst/>
              <a:cxnLst/>
              <a:rect l="l" t="t" r="r" b="b"/>
              <a:pathLst>
                <a:path w="159" h="142" extrusionOk="0">
                  <a:moveTo>
                    <a:pt x="127" y="1"/>
                  </a:moveTo>
                  <a:lnTo>
                    <a:pt x="127" y="1"/>
                  </a:lnTo>
                  <a:lnTo>
                    <a:pt x="110" y="1"/>
                  </a:lnTo>
                  <a:lnTo>
                    <a:pt x="95" y="1"/>
                  </a:lnTo>
                  <a:cubicBezTo>
                    <a:pt x="64" y="1"/>
                    <a:pt x="32" y="16"/>
                    <a:pt x="16" y="47"/>
                  </a:cubicBezTo>
                  <a:cubicBezTo>
                    <a:pt x="1" y="47"/>
                    <a:pt x="1" y="64"/>
                    <a:pt x="1" y="79"/>
                  </a:cubicBezTo>
                  <a:lnTo>
                    <a:pt x="1" y="127"/>
                  </a:lnTo>
                  <a:cubicBezTo>
                    <a:pt x="1" y="142"/>
                    <a:pt x="16" y="142"/>
                    <a:pt x="32" y="142"/>
                  </a:cubicBezTo>
                  <a:lnTo>
                    <a:pt x="32" y="142"/>
                  </a:lnTo>
                  <a:lnTo>
                    <a:pt x="47" y="142"/>
                  </a:lnTo>
                  <a:cubicBezTo>
                    <a:pt x="64" y="142"/>
                    <a:pt x="64" y="127"/>
                    <a:pt x="64" y="110"/>
                  </a:cubicBezTo>
                  <a:lnTo>
                    <a:pt x="64" y="79"/>
                  </a:lnTo>
                  <a:cubicBezTo>
                    <a:pt x="79" y="79"/>
                    <a:pt x="95" y="79"/>
                    <a:pt x="110" y="64"/>
                  </a:cubicBezTo>
                  <a:lnTo>
                    <a:pt x="127" y="64"/>
                  </a:lnTo>
                  <a:lnTo>
                    <a:pt x="142" y="64"/>
                  </a:lnTo>
                  <a:cubicBezTo>
                    <a:pt x="158" y="47"/>
                    <a:pt x="158" y="47"/>
                    <a:pt x="158" y="32"/>
                  </a:cubicBezTo>
                  <a:cubicBezTo>
                    <a:pt x="158"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14" name="Google Shape;3714;p46"/>
            <p:cNvSpPr/>
            <p:nvPr/>
          </p:nvSpPr>
          <p:spPr>
            <a:xfrm>
              <a:off x="3018162" y="1801771"/>
              <a:ext cx="4039" cy="3562"/>
            </a:xfrm>
            <a:custGeom>
              <a:avLst/>
              <a:gdLst/>
              <a:ahLst/>
              <a:cxnLst/>
              <a:rect l="l" t="t" r="r" b="b"/>
              <a:pathLst>
                <a:path w="127" h="112" extrusionOk="0">
                  <a:moveTo>
                    <a:pt x="48" y="1"/>
                  </a:moveTo>
                  <a:lnTo>
                    <a:pt x="32" y="1"/>
                  </a:lnTo>
                  <a:lnTo>
                    <a:pt x="32" y="17"/>
                  </a:lnTo>
                  <a:cubicBezTo>
                    <a:pt x="17" y="17"/>
                    <a:pt x="0" y="32"/>
                    <a:pt x="0" y="48"/>
                  </a:cubicBezTo>
                  <a:lnTo>
                    <a:pt x="17" y="95"/>
                  </a:lnTo>
                  <a:lnTo>
                    <a:pt x="32" y="111"/>
                  </a:lnTo>
                  <a:lnTo>
                    <a:pt x="48" y="111"/>
                  </a:lnTo>
                  <a:lnTo>
                    <a:pt x="63" y="111"/>
                  </a:lnTo>
                  <a:lnTo>
                    <a:pt x="80" y="111"/>
                  </a:lnTo>
                  <a:lnTo>
                    <a:pt x="111" y="111"/>
                  </a:lnTo>
                  <a:lnTo>
                    <a:pt x="126" y="95"/>
                  </a:lnTo>
                  <a:lnTo>
                    <a:pt x="126" y="64"/>
                  </a:lnTo>
                  <a:cubicBezTo>
                    <a:pt x="126" y="48"/>
                    <a:pt x="111" y="48"/>
                    <a:pt x="95" y="48"/>
                  </a:cubicBezTo>
                  <a:lnTo>
                    <a:pt x="95" y="48"/>
                  </a:lnTo>
                  <a:lnTo>
                    <a:pt x="95" y="48"/>
                  </a:lnTo>
                  <a:lnTo>
                    <a:pt x="80" y="48"/>
                  </a:lnTo>
                  <a:lnTo>
                    <a:pt x="80" y="32"/>
                  </a:lnTo>
                  <a:cubicBezTo>
                    <a:pt x="63" y="17"/>
                    <a:pt x="63" y="17"/>
                    <a:pt x="4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15" name="Google Shape;3715;p46"/>
            <p:cNvSpPr/>
            <p:nvPr/>
          </p:nvSpPr>
          <p:spPr>
            <a:xfrm>
              <a:off x="3036704" y="1802279"/>
              <a:ext cx="3053" cy="3053"/>
            </a:xfrm>
            <a:custGeom>
              <a:avLst/>
              <a:gdLst/>
              <a:ahLst/>
              <a:cxnLst/>
              <a:rect l="l" t="t" r="r" b="b"/>
              <a:pathLst>
                <a:path w="96" h="96" extrusionOk="0">
                  <a:moveTo>
                    <a:pt x="47" y="1"/>
                  </a:moveTo>
                  <a:lnTo>
                    <a:pt x="47" y="1"/>
                  </a:lnTo>
                  <a:lnTo>
                    <a:pt x="32" y="1"/>
                  </a:lnTo>
                  <a:cubicBezTo>
                    <a:pt x="16" y="1"/>
                    <a:pt x="1" y="16"/>
                    <a:pt x="16" y="32"/>
                  </a:cubicBezTo>
                  <a:lnTo>
                    <a:pt x="16" y="48"/>
                  </a:lnTo>
                  <a:lnTo>
                    <a:pt x="16" y="64"/>
                  </a:lnTo>
                  <a:lnTo>
                    <a:pt x="32" y="79"/>
                  </a:lnTo>
                  <a:cubicBezTo>
                    <a:pt x="32" y="95"/>
                    <a:pt x="47" y="95"/>
                    <a:pt x="64" y="95"/>
                  </a:cubicBezTo>
                  <a:lnTo>
                    <a:pt x="79" y="95"/>
                  </a:lnTo>
                  <a:cubicBezTo>
                    <a:pt x="95" y="95"/>
                    <a:pt x="95" y="79"/>
                    <a:pt x="95" y="64"/>
                  </a:cubicBezTo>
                  <a:lnTo>
                    <a:pt x="95" y="48"/>
                  </a:lnTo>
                  <a:lnTo>
                    <a:pt x="79" y="16"/>
                  </a:lnTo>
                  <a:cubicBezTo>
                    <a:pt x="64" y="1"/>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16" name="Google Shape;3716;p46"/>
            <p:cNvSpPr/>
            <p:nvPr/>
          </p:nvSpPr>
          <p:spPr>
            <a:xfrm>
              <a:off x="3124896" y="1793279"/>
              <a:ext cx="4039" cy="3021"/>
            </a:xfrm>
            <a:custGeom>
              <a:avLst/>
              <a:gdLst/>
              <a:ahLst/>
              <a:cxnLst/>
              <a:rect l="l" t="t" r="r" b="b"/>
              <a:pathLst>
                <a:path w="127" h="95" extrusionOk="0">
                  <a:moveTo>
                    <a:pt x="79" y="0"/>
                  </a:moveTo>
                  <a:lnTo>
                    <a:pt x="79" y="0"/>
                  </a:lnTo>
                  <a:lnTo>
                    <a:pt x="32" y="0"/>
                  </a:lnTo>
                  <a:cubicBezTo>
                    <a:pt x="32" y="15"/>
                    <a:pt x="16" y="15"/>
                    <a:pt x="16" y="15"/>
                  </a:cubicBezTo>
                  <a:cubicBezTo>
                    <a:pt x="1" y="32"/>
                    <a:pt x="1" y="47"/>
                    <a:pt x="1" y="47"/>
                  </a:cubicBezTo>
                  <a:lnTo>
                    <a:pt x="16" y="78"/>
                  </a:lnTo>
                  <a:cubicBezTo>
                    <a:pt x="16" y="78"/>
                    <a:pt x="16" y="95"/>
                    <a:pt x="32" y="95"/>
                  </a:cubicBezTo>
                  <a:lnTo>
                    <a:pt x="47" y="95"/>
                  </a:lnTo>
                  <a:lnTo>
                    <a:pt x="64" y="95"/>
                  </a:lnTo>
                  <a:lnTo>
                    <a:pt x="110" y="78"/>
                  </a:lnTo>
                  <a:cubicBezTo>
                    <a:pt x="127" y="63"/>
                    <a:pt x="127" y="47"/>
                    <a:pt x="127" y="32"/>
                  </a:cubicBezTo>
                  <a:cubicBezTo>
                    <a:pt x="127" y="32"/>
                    <a:pt x="127" y="15"/>
                    <a:pt x="110" y="15"/>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17" name="Google Shape;3717;p46"/>
            <p:cNvSpPr/>
            <p:nvPr/>
          </p:nvSpPr>
          <p:spPr>
            <a:xfrm>
              <a:off x="3434059" y="1757691"/>
              <a:ext cx="4548" cy="4039"/>
            </a:xfrm>
            <a:custGeom>
              <a:avLst/>
              <a:gdLst/>
              <a:ahLst/>
              <a:cxnLst/>
              <a:rect l="l" t="t" r="r" b="b"/>
              <a:pathLst>
                <a:path w="143" h="127" extrusionOk="0">
                  <a:moveTo>
                    <a:pt x="32" y="0"/>
                  </a:moveTo>
                  <a:lnTo>
                    <a:pt x="32" y="0"/>
                  </a:lnTo>
                  <a:lnTo>
                    <a:pt x="17" y="0"/>
                  </a:lnTo>
                  <a:cubicBezTo>
                    <a:pt x="0" y="0"/>
                    <a:pt x="0" y="16"/>
                    <a:pt x="0" y="16"/>
                  </a:cubicBezTo>
                  <a:lnTo>
                    <a:pt x="0" y="48"/>
                  </a:lnTo>
                  <a:cubicBezTo>
                    <a:pt x="0" y="48"/>
                    <a:pt x="17" y="48"/>
                    <a:pt x="17" y="63"/>
                  </a:cubicBezTo>
                  <a:lnTo>
                    <a:pt x="0" y="95"/>
                  </a:lnTo>
                  <a:lnTo>
                    <a:pt x="17" y="111"/>
                  </a:lnTo>
                  <a:lnTo>
                    <a:pt x="17" y="111"/>
                  </a:lnTo>
                  <a:lnTo>
                    <a:pt x="17" y="126"/>
                  </a:lnTo>
                  <a:lnTo>
                    <a:pt x="48" y="126"/>
                  </a:lnTo>
                  <a:lnTo>
                    <a:pt x="63" y="126"/>
                  </a:lnTo>
                  <a:lnTo>
                    <a:pt x="63" y="126"/>
                  </a:lnTo>
                  <a:lnTo>
                    <a:pt x="111" y="95"/>
                  </a:lnTo>
                  <a:cubicBezTo>
                    <a:pt x="126" y="95"/>
                    <a:pt x="143" y="63"/>
                    <a:pt x="126" y="48"/>
                  </a:cubicBezTo>
                  <a:lnTo>
                    <a:pt x="126" y="48"/>
                  </a:lnTo>
                  <a:cubicBezTo>
                    <a:pt x="126" y="48"/>
                    <a:pt x="111" y="48"/>
                    <a:pt x="111" y="32"/>
                  </a:cubicBezTo>
                  <a:lnTo>
                    <a:pt x="111" y="32"/>
                  </a:lnTo>
                  <a:lnTo>
                    <a:pt x="95" y="32"/>
                  </a:lnTo>
                  <a:lnTo>
                    <a:pt x="95" y="32"/>
                  </a:lnTo>
                  <a:lnTo>
                    <a:pt x="95" y="32"/>
                  </a:lnTo>
                  <a:lnTo>
                    <a:pt x="80" y="32"/>
                  </a:lnTo>
                  <a:lnTo>
                    <a:pt x="63" y="16"/>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18" name="Google Shape;3718;p46"/>
            <p:cNvSpPr/>
            <p:nvPr/>
          </p:nvSpPr>
          <p:spPr>
            <a:xfrm>
              <a:off x="3087304" y="1792261"/>
              <a:ext cx="4548" cy="5057"/>
            </a:xfrm>
            <a:custGeom>
              <a:avLst/>
              <a:gdLst/>
              <a:ahLst/>
              <a:cxnLst/>
              <a:rect l="l" t="t" r="r" b="b"/>
              <a:pathLst>
                <a:path w="143" h="159" extrusionOk="0">
                  <a:moveTo>
                    <a:pt x="63" y="1"/>
                  </a:moveTo>
                  <a:lnTo>
                    <a:pt x="63" y="1"/>
                  </a:lnTo>
                  <a:cubicBezTo>
                    <a:pt x="48" y="1"/>
                    <a:pt x="32" y="1"/>
                    <a:pt x="32" y="16"/>
                  </a:cubicBezTo>
                  <a:lnTo>
                    <a:pt x="32" y="16"/>
                  </a:lnTo>
                  <a:cubicBezTo>
                    <a:pt x="32" y="32"/>
                    <a:pt x="17" y="32"/>
                    <a:pt x="17" y="32"/>
                  </a:cubicBezTo>
                  <a:cubicBezTo>
                    <a:pt x="17" y="64"/>
                    <a:pt x="0" y="79"/>
                    <a:pt x="17" y="95"/>
                  </a:cubicBezTo>
                  <a:lnTo>
                    <a:pt x="17" y="110"/>
                  </a:lnTo>
                  <a:cubicBezTo>
                    <a:pt x="32" y="127"/>
                    <a:pt x="48" y="142"/>
                    <a:pt x="63" y="142"/>
                  </a:cubicBezTo>
                  <a:cubicBezTo>
                    <a:pt x="80" y="142"/>
                    <a:pt x="80" y="158"/>
                    <a:pt x="95" y="158"/>
                  </a:cubicBezTo>
                  <a:lnTo>
                    <a:pt x="95" y="158"/>
                  </a:lnTo>
                  <a:cubicBezTo>
                    <a:pt x="111" y="158"/>
                    <a:pt x="126" y="142"/>
                    <a:pt x="143" y="127"/>
                  </a:cubicBezTo>
                  <a:cubicBezTo>
                    <a:pt x="143" y="110"/>
                    <a:pt x="126" y="95"/>
                    <a:pt x="111" y="79"/>
                  </a:cubicBezTo>
                  <a:lnTo>
                    <a:pt x="80" y="79"/>
                  </a:lnTo>
                  <a:cubicBezTo>
                    <a:pt x="80" y="79"/>
                    <a:pt x="80" y="64"/>
                    <a:pt x="95" y="47"/>
                  </a:cubicBezTo>
                  <a:cubicBezTo>
                    <a:pt x="95"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19" name="Google Shape;3719;p46"/>
            <p:cNvSpPr/>
            <p:nvPr/>
          </p:nvSpPr>
          <p:spPr>
            <a:xfrm>
              <a:off x="3054228" y="1797763"/>
              <a:ext cx="5057" cy="3053"/>
            </a:xfrm>
            <a:custGeom>
              <a:avLst/>
              <a:gdLst/>
              <a:ahLst/>
              <a:cxnLst/>
              <a:rect l="l" t="t" r="r" b="b"/>
              <a:pathLst>
                <a:path w="159" h="96" extrusionOk="0">
                  <a:moveTo>
                    <a:pt x="48" y="0"/>
                  </a:moveTo>
                  <a:lnTo>
                    <a:pt x="32" y="0"/>
                  </a:lnTo>
                  <a:lnTo>
                    <a:pt x="17" y="17"/>
                  </a:lnTo>
                  <a:cubicBezTo>
                    <a:pt x="1" y="32"/>
                    <a:pt x="1" y="48"/>
                    <a:pt x="17" y="48"/>
                  </a:cubicBezTo>
                  <a:cubicBezTo>
                    <a:pt x="48" y="80"/>
                    <a:pt x="64" y="95"/>
                    <a:pt x="80" y="95"/>
                  </a:cubicBezTo>
                  <a:lnTo>
                    <a:pt x="95" y="95"/>
                  </a:lnTo>
                  <a:cubicBezTo>
                    <a:pt x="111" y="95"/>
                    <a:pt x="127" y="80"/>
                    <a:pt x="143" y="64"/>
                  </a:cubicBezTo>
                  <a:lnTo>
                    <a:pt x="143" y="64"/>
                  </a:lnTo>
                  <a:cubicBezTo>
                    <a:pt x="158" y="48"/>
                    <a:pt x="158" y="32"/>
                    <a:pt x="143" y="17"/>
                  </a:cubicBezTo>
                  <a:cubicBezTo>
                    <a:pt x="143" y="0"/>
                    <a:pt x="127" y="0"/>
                    <a:pt x="127" y="0"/>
                  </a:cubicBezTo>
                  <a:cubicBezTo>
                    <a:pt x="111" y="0"/>
                    <a:pt x="95" y="0"/>
                    <a:pt x="95" y="17"/>
                  </a:cubicBezTo>
                  <a:lnTo>
                    <a:pt x="80"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20" name="Google Shape;3720;p46"/>
            <p:cNvSpPr/>
            <p:nvPr/>
          </p:nvSpPr>
          <p:spPr>
            <a:xfrm>
              <a:off x="3113891" y="1812806"/>
              <a:ext cx="4516" cy="3562"/>
            </a:xfrm>
            <a:custGeom>
              <a:avLst/>
              <a:gdLst/>
              <a:ahLst/>
              <a:cxnLst/>
              <a:rect l="l" t="t" r="r" b="b"/>
              <a:pathLst>
                <a:path w="142" h="112" extrusionOk="0">
                  <a:moveTo>
                    <a:pt x="63" y="0"/>
                  </a:moveTo>
                  <a:lnTo>
                    <a:pt x="63" y="0"/>
                  </a:lnTo>
                  <a:lnTo>
                    <a:pt x="47" y="0"/>
                  </a:lnTo>
                  <a:cubicBezTo>
                    <a:pt x="47" y="0"/>
                    <a:pt x="32" y="0"/>
                    <a:pt x="32" y="17"/>
                  </a:cubicBezTo>
                  <a:cubicBezTo>
                    <a:pt x="15" y="17"/>
                    <a:pt x="0" y="48"/>
                    <a:pt x="0" y="80"/>
                  </a:cubicBezTo>
                  <a:lnTo>
                    <a:pt x="15" y="63"/>
                  </a:lnTo>
                  <a:lnTo>
                    <a:pt x="32" y="63"/>
                  </a:lnTo>
                  <a:lnTo>
                    <a:pt x="32" y="63"/>
                  </a:lnTo>
                  <a:cubicBezTo>
                    <a:pt x="47" y="80"/>
                    <a:pt x="63" y="95"/>
                    <a:pt x="63" y="111"/>
                  </a:cubicBezTo>
                  <a:lnTo>
                    <a:pt x="63" y="111"/>
                  </a:lnTo>
                  <a:lnTo>
                    <a:pt x="78" y="111"/>
                  </a:lnTo>
                  <a:cubicBezTo>
                    <a:pt x="95" y="95"/>
                    <a:pt x="110" y="80"/>
                    <a:pt x="110" y="63"/>
                  </a:cubicBezTo>
                  <a:lnTo>
                    <a:pt x="110" y="63"/>
                  </a:lnTo>
                  <a:cubicBezTo>
                    <a:pt x="126" y="63"/>
                    <a:pt x="141" y="48"/>
                    <a:pt x="141" y="32"/>
                  </a:cubicBezTo>
                  <a:cubicBezTo>
                    <a:pt x="141" y="17"/>
                    <a:pt x="141" y="0"/>
                    <a:pt x="110" y="0"/>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21" name="Google Shape;3721;p46"/>
            <p:cNvSpPr/>
            <p:nvPr/>
          </p:nvSpPr>
          <p:spPr>
            <a:xfrm>
              <a:off x="3428557" y="1808290"/>
              <a:ext cx="4039" cy="4548"/>
            </a:xfrm>
            <a:custGeom>
              <a:avLst/>
              <a:gdLst/>
              <a:ahLst/>
              <a:cxnLst/>
              <a:rect l="l" t="t" r="r" b="b"/>
              <a:pathLst>
                <a:path w="127" h="143" extrusionOk="0">
                  <a:moveTo>
                    <a:pt x="47" y="1"/>
                  </a:moveTo>
                  <a:lnTo>
                    <a:pt x="32" y="1"/>
                  </a:lnTo>
                  <a:lnTo>
                    <a:pt x="32" y="1"/>
                  </a:lnTo>
                  <a:lnTo>
                    <a:pt x="32" y="16"/>
                  </a:lnTo>
                  <a:cubicBezTo>
                    <a:pt x="32" y="32"/>
                    <a:pt x="16" y="32"/>
                    <a:pt x="1" y="32"/>
                  </a:cubicBezTo>
                  <a:lnTo>
                    <a:pt x="1" y="48"/>
                  </a:lnTo>
                  <a:lnTo>
                    <a:pt x="1" y="64"/>
                  </a:lnTo>
                  <a:lnTo>
                    <a:pt x="1" y="64"/>
                  </a:lnTo>
                  <a:lnTo>
                    <a:pt x="1" y="96"/>
                  </a:lnTo>
                  <a:lnTo>
                    <a:pt x="16" y="96"/>
                  </a:lnTo>
                  <a:lnTo>
                    <a:pt x="32" y="111"/>
                  </a:lnTo>
                  <a:lnTo>
                    <a:pt x="64" y="127"/>
                  </a:lnTo>
                  <a:cubicBezTo>
                    <a:pt x="79" y="142"/>
                    <a:pt x="79" y="142"/>
                    <a:pt x="95" y="142"/>
                  </a:cubicBezTo>
                  <a:lnTo>
                    <a:pt x="110" y="127"/>
                  </a:lnTo>
                  <a:cubicBezTo>
                    <a:pt x="127" y="111"/>
                    <a:pt x="127" y="79"/>
                    <a:pt x="110" y="79"/>
                  </a:cubicBezTo>
                  <a:lnTo>
                    <a:pt x="95" y="64"/>
                  </a:lnTo>
                  <a:lnTo>
                    <a:pt x="79" y="64"/>
                  </a:lnTo>
                  <a:lnTo>
                    <a:pt x="64" y="48"/>
                  </a:lnTo>
                  <a:lnTo>
                    <a:pt x="79" y="48"/>
                  </a:lnTo>
                  <a:cubicBezTo>
                    <a:pt x="79" y="16"/>
                    <a:pt x="64" y="1"/>
                    <a:pt x="47"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22" name="Google Shape;3722;p46"/>
            <p:cNvSpPr/>
            <p:nvPr/>
          </p:nvSpPr>
          <p:spPr>
            <a:xfrm>
              <a:off x="3380470" y="1815796"/>
              <a:ext cx="3021" cy="2576"/>
            </a:xfrm>
            <a:custGeom>
              <a:avLst/>
              <a:gdLst/>
              <a:ahLst/>
              <a:cxnLst/>
              <a:rect l="l" t="t" r="r" b="b"/>
              <a:pathLst>
                <a:path w="95" h="81" extrusionOk="0">
                  <a:moveTo>
                    <a:pt x="47" y="1"/>
                  </a:moveTo>
                  <a:lnTo>
                    <a:pt x="15" y="17"/>
                  </a:lnTo>
                  <a:cubicBezTo>
                    <a:pt x="0" y="17"/>
                    <a:pt x="0" y="32"/>
                    <a:pt x="0" y="49"/>
                  </a:cubicBezTo>
                  <a:cubicBezTo>
                    <a:pt x="0" y="64"/>
                    <a:pt x="15" y="80"/>
                    <a:pt x="32" y="80"/>
                  </a:cubicBezTo>
                  <a:lnTo>
                    <a:pt x="47" y="80"/>
                  </a:lnTo>
                  <a:lnTo>
                    <a:pt x="78" y="64"/>
                  </a:lnTo>
                  <a:cubicBezTo>
                    <a:pt x="95" y="64"/>
                    <a:pt x="95" y="64"/>
                    <a:pt x="95" y="49"/>
                  </a:cubicBezTo>
                  <a:lnTo>
                    <a:pt x="95" y="49"/>
                  </a:lnTo>
                  <a:cubicBezTo>
                    <a:pt x="78" y="49"/>
                    <a:pt x="63" y="32"/>
                    <a:pt x="63" y="32"/>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23" name="Google Shape;3723;p46"/>
            <p:cNvSpPr/>
            <p:nvPr/>
          </p:nvSpPr>
          <p:spPr>
            <a:xfrm>
              <a:off x="3422546" y="1783738"/>
              <a:ext cx="5534" cy="2544"/>
            </a:xfrm>
            <a:custGeom>
              <a:avLst/>
              <a:gdLst/>
              <a:ahLst/>
              <a:cxnLst/>
              <a:rect l="l" t="t" r="r" b="b"/>
              <a:pathLst>
                <a:path w="174" h="80" extrusionOk="0">
                  <a:moveTo>
                    <a:pt x="47" y="0"/>
                  </a:moveTo>
                  <a:lnTo>
                    <a:pt x="32" y="0"/>
                  </a:lnTo>
                  <a:cubicBezTo>
                    <a:pt x="16" y="0"/>
                    <a:pt x="16" y="17"/>
                    <a:pt x="1" y="32"/>
                  </a:cubicBezTo>
                  <a:lnTo>
                    <a:pt x="1" y="32"/>
                  </a:lnTo>
                  <a:cubicBezTo>
                    <a:pt x="1" y="48"/>
                    <a:pt x="16" y="63"/>
                    <a:pt x="32" y="63"/>
                  </a:cubicBezTo>
                  <a:lnTo>
                    <a:pt x="47" y="63"/>
                  </a:lnTo>
                  <a:lnTo>
                    <a:pt x="64" y="63"/>
                  </a:lnTo>
                  <a:lnTo>
                    <a:pt x="127" y="80"/>
                  </a:lnTo>
                  <a:lnTo>
                    <a:pt x="142" y="80"/>
                  </a:lnTo>
                  <a:lnTo>
                    <a:pt x="142" y="80"/>
                  </a:lnTo>
                  <a:cubicBezTo>
                    <a:pt x="158" y="63"/>
                    <a:pt x="173" y="63"/>
                    <a:pt x="173" y="48"/>
                  </a:cubicBezTo>
                  <a:cubicBezTo>
                    <a:pt x="173" y="17"/>
                    <a:pt x="158" y="0"/>
                    <a:pt x="142" y="0"/>
                  </a:cubicBezTo>
                  <a:lnTo>
                    <a:pt x="110" y="0"/>
                  </a:ln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24" name="Google Shape;3724;p46"/>
            <p:cNvSpPr/>
            <p:nvPr/>
          </p:nvSpPr>
          <p:spPr>
            <a:xfrm>
              <a:off x="3154982" y="1811312"/>
              <a:ext cx="6042" cy="2512"/>
            </a:xfrm>
            <a:custGeom>
              <a:avLst/>
              <a:gdLst/>
              <a:ahLst/>
              <a:cxnLst/>
              <a:rect l="l" t="t" r="r" b="b"/>
              <a:pathLst>
                <a:path w="190" h="79" extrusionOk="0">
                  <a:moveTo>
                    <a:pt x="32" y="1"/>
                  </a:moveTo>
                  <a:lnTo>
                    <a:pt x="32" y="1"/>
                  </a:lnTo>
                  <a:cubicBezTo>
                    <a:pt x="0" y="1"/>
                    <a:pt x="0" y="16"/>
                    <a:pt x="0" y="32"/>
                  </a:cubicBezTo>
                  <a:cubicBezTo>
                    <a:pt x="0" y="47"/>
                    <a:pt x="0" y="64"/>
                    <a:pt x="15" y="64"/>
                  </a:cubicBezTo>
                  <a:lnTo>
                    <a:pt x="32" y="64"/>
                  </a:lnTo>
                  <a:lnTo>
                    <a:pt x="110" y="64"/>
                  </a:lnTo>
                  <a:lnTo>
                    <a:pt x="141" y="79"/>
                  </a:lnTo>
                  <a:lnTo>
                    <a:pt x="158" y="79"/>
                  </a:lnTo>
                  <a:lnTo>
                    <a:pt x="158" y="79"/>
                  </a:lnTo>
                  <a:lnTo>
                    <a:pt x="173" y="64"/>
                  </a:lnTo>
                  <a:cubicBezTo>
                    <a:pt x="173" y="64"/>
                    <a:pt x="173" y="47"/>
                    <a:pt x="189" y="47"/>
                  </a:cubicBezTo>
                  <a:lnTo>
                    <a:pt x="189" y="32"/>
                  </a:lnTo>
                  <a:cubicBezTo>
                    <a:pt x="189" y="32"/>
                    <a:pt x="189" y="16"/>
                    <a:pt x="173" y="16"/>
                  </a:cubicBezTo>
                  <a:cubicBezTo>
                    <a:pt x="173" y="1"/>
                    <a:pt x="158" y="1"/>
                    <a:pt x="158"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25" name="Google Shape;3725;p46"/>
            <p:cNvSpPr/>
            <p:nvPr/>
          </p:nvSpPr>
          <p:spPr>
            <a:xfrm>
              <a:off x="3331365" y="1816337"/>
              <a:ext cx="6042" cy="3021"/>
            </a:xfrm>
            <a:custGeom>
              <a:avLst/>
              <a:gdLst/>
              <a:ahLst/>
              <a:cxnLst/>
              <a:rect l="l" t="t" r="r" b="b"/>
              <a:pathLst>
                <a:path w="190" h="95" extrusionOk="0">
                  <a:moveTo>
                    <a:pt x="110" y="0"/>
                  </a:moveTo>
                  <a:lnTo>
                    <a:pt x="95" y="0"/>
                  </a:lnTo>
                  <a:cubicBezTo>
                    <a:pt x="78" y="0"/>
                    <a:pt x="63" y="0"/>
                    <a:pt x="63" y="15"/>
                  </a:cubicBezTo>
                  <a:lnTo>
                    <a:pt x="47" y="15"/>
                  </a:lnTo>
                  <a:lnTo>
                    <a:pt x="32" y="15"/>
                  </a:lnTo>
                  <a:cubicBezTo>
                    <a:pt x="32" y="15"/>
                    <a:pt x="32" y="32"/>
                    <a:pt x="15" y="32"/>
                  </a:cubicBezTo>
                  <a:cubicBezTo>
                    <a:pt x="15" y="32"/>
                    <a:pt x="0" y="47"/>
                    <a:pt x="0" y="63"/>
                  </a:cubicBezTo>
                  <a:cubicBezTo>
                    <a:pt x="15" y="78"/>
                    <a:pt x="15" y="95"/>
                    <a:pt x="32" y="95"/>
                  </a:cubicBezTo>
                  <a:lnTo>
                    <a:pt x="47" y="95"/>
                  </a:lnTo>
                  <a:lnTo>
                    <a:pt x="63" y="78"/>
                  </a:lnTo>
                  <a:lnTo>
                    <a:pt x="78" y="78"/>
                  </a:lnTo>
                  <a:cubicBezTo>
                    <a:pt x="95" y="78"/>
                    <a:pt x="95" y="63"/>
                    <a:pt x="95" y="63"/>
                  </a:cubicBezTo>
                  <a:cubicBezTo>
                    <a:pt x="95" y="63"/>
                    <a:pt x="110" y="63"/>
                    <a:pt x="110" y="78"/>
                  </a:cubicBezTo>
                  <a:lnTo>
                    <a:pt x="110" y="78"/>
                  </a:lnTo>
                  <a:cubicBezTo>
                    <a:pt x="110" y="95"/>
                    <a:pt x="126" y="95"/>
                    <a:pt x="141" y="95"/>
                  </a:cubicBezTo>
                  <a:lnTo>
                    <a:pt x="158" y="95"/>
                  </a:lnTo>
                  <a:cubicBezTo>
                    <a:pt x="173" y="95"/>
                    <a:pt x="189" y="78"/>
                    <a:pt x="173" y="63"/>
                  </a:cubicBezTo>
                  <a:cubicBezTo>
                    <a:pt x="173" y="47"/>
                    <a:pt x="173" y="47"/>
                    <a:pt x="158" y="32"/>
                  </a:cubicBezTo>
                  <a:lnTo>
                    <a:pt x="158" y="15"/>
                  </a:lnTo>
                  <a:cubicBezTo>
                    <a:pt x="141" y="15"/>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26" name="Google Shape;3726;p46"/>
            <p:cNvSpPr/>
            <p:nvPr/>
          </p:nvSpPr>
          <p:spPr>
            <a:xfrm>
              <a:off x="3399966" y="1811789"/>
              <a:ext cx="3562" cy="2035"/>
            </a:xfrm>
            <a:custGeom>
              <a:avLst/>
              <a:gdLst/>
              <a:ahLst/>
              <a:cxnLst/>
              <a:rect l="l" t="t" r="r" b="b"/>
              <a:pathLst>
                <a:path w="112" h="64" extrusionOk="0">
                  <a:moveTo>
                    <a:pt x="32" y="1"/>
                  </a:moveTo>
                  <a:lnTo>
                    <a:pt x="32" y="1"/>
                  </a:lnTo>
                  <a:lnTo>
                    <a:pt x="17" y="1"/>
                  </a:lnTo>
                  <a:lnTo>
                    <a:pt x="17" y="1"/>
                  </a:lnTo>
                  <a:lnTo>
                    <a:pt x="17" y="1"/>
                  </a:lnTo>
                  <a:cubicBezTo>
                    <a:pt x="17" y="17"/>
                    <a:pt x="1" y="32"/>
                    <a:pt x="1" y="32"/>
                  </a:cubicBezTo>
                  <a:cubicBezTo>
                    <a:pt x="1" y="49"/>
                    <a:pt x="1" y="64"/>
                    <a:pt x="32" y="64"/>
                  </a:cubicBezTo>
                  <a:lnTo>
                    <a:pt x="49" y="64"/>
                  </a:lnTo>
                  <a:lnTo>
                    <a:pt x="64" y="64"/>
                  </a:lnTo>
                  <a:lnTo>
                    <a:pt x="64" y="64"/>
                  </a:lnTo>
                  <a:cubicBezTo>
                    <a:pt x="80" y="64"/>
                    <a:pt x="95" y="49"/>
                    <a:pt x="95" y="32"/>
                  </a:cubicBezTo>
                  <a:cubicBezTo>
                    <a:pt x="112" y="32"/>
                    <a:pt x="95" y="17"/>
                    <a:pt x="80" y="1"/>
                  </a:cubicBezTo>
                  <a:lnTo>
                    <a:pt x="80"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27" name="Google Shape;3727;p46"/>
            <p:cNvSpPr/>
            <p:nvPr/>
          </p:nvSpPr>
          <p:spPr>
            <a:xfrm>
              <a:off x="3437049" y="1805778"/>
              <a:ext cx="3562" cy="3562"/>
            </a:xfrm>
            <a:custGeom>
              <a:avLst/>
              <a:gdLst/>
              <a:ahLst/>
              <a:cxnLst/>
              <a:rect l="l" t="t" r="r" b="b"/>
              <a:pathLst>
                <a:path w="112" h="112" extrusionOk="0">
                  <a:moveTo>
                    <a:pt x="32" y="1"/>
                  </a:moveTo>
                  <a:lnTo>
                    <a:pt x="32" y="1"/>
                  </a:lnTo>
                  <a:lnTo>
                    <a:pt x="17" y="1"/>
                  </a:lnTo>
                  <a:cubicBezTo>
                    <a:pt x="1" y="17"/>
                    <a:pt x="1" y="32"/>
                    <a:pt x="1" y="48"/>
                  </a:cubicBezTo>
                  <a:lnTo>
                    <a:pt x="1" y="48"/>
                  </a:lnTo>
                  <a:lnTo>
                    <a:pt x="32" y="80"/>
                  </a:lnTo>
                  <a:lnTo>
                    <a:pt x="49" y="80"/>
                  </a:lnTo>
                  <a:lnTo>
                    <a:pt x="49" y="64"/>
                  </a:lnTo>
                  <a:cubicBezTo>
                    <a:pt x="64" y="64"/>
                    <a:pt x="64" y="80"/>
                    <a:pt x="80" y="80"/>
                  </a:cubicBezTo>
                  <a:lnTo>
                    <a:pt x="80" y="111"/>
                  </a:lnTo>
                  <a:lnTo>
                    <a:pt x="95" y="111"/>
                  </a:lnTo>
                  <a:cubicBezTo>
                    <a:pt x="95" y="95"/>
                    <a:pt x="112" y="80"/>
                    <a:pt x="95" y="64"/>
                  </a:cubicBezTo>
                  <a:lnTo>
                    <a:pt x="80" y="32"/>
                  </a:lnTo>
                  <a:lnTo>
                    <a:pt x="64" y="17"/>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28" name="Google Shape;3728;p46"/>
            <p:cNvSpPr/>
            <p:nvPr/>
          </p:nvSpPr>
          <p:spPr>
            <a:xfrm>
              <a:off x="3426045" y="1806796"/>
              <a:ext cx="3562" cy="2544"/>
            </a:xfrm>
            <a:custGeom>
              <a:avLst/>
              <a:gdLst/>
              <a:ahLst/>
              <a:cxnLst/>
              <a:rect l="l" t="t" r="r" b="b"/>
              <a:pathLst>
                <a:path w="112" h="80" extrusionOk="0">
                  <a:moveTo>
                    <a:pt x="32" y="0"/>
                  </a:moveTo>
                  <a:lnTo>
                    <a:pt x="32" y="0"/>
                  </a:lnTo>
                  <a:lnTo>
                    <a:pt x="32" y="16"/>
                  </a:lnTo>
                  <a:lnTo>
                    <a:pt x="17" y="16"/>
                  </a:lnTo>
                  <a:lnTo>
                    <a:pt x="0" y="32"/>
                  </a:lnTo>
                  <a:cubicBezTo>
                    <a:pt x="0" y="48"/>
                    <a:pt x="17" y="63"/>
                    <a:pt x="32" y="79"/>
                  </a:cubicBezTo>
                  <a:lnTo>
                    <a:pt x="63" y="79"/>
                  </a:lnTo>
                  <a:lnTo>
                    <a:pt x="80" y="79"/>
                  </a:lnTo>
                  <a:lnTo>
                    <a:pt x="80" y="79"/>
                  </a:lnTo>
                  <a:lnTo>
                    <a:pt x="80" y="79"/>
                  </a:lnTo>
                  <a:cubicBezTo>
                    <a:pt x="95" y="79"/>
                    <a:pt x="111" y="79"/>
                    <a:pt x="111" y="63"/>
                  </a:cubicBezTo>
                  <a:lnTo>
                    <a:pt x="111" y="48"/>
                  </a:lnTo>
                  <a:cubicBezTo>
                    <a:pt x="111" y="32"/>
                    <a:pt x="95" y="16"/>
                    <a:pt x="95" y="16"/>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29" name="Google Shape;3729;p46"/>
            <p:cNvSpPr/>
            <p:nvPr/>
          </p:nvSpPr>
          <p:spPr>
            <a:xfrm>
              <a:off x="3390965" y="1782243"/>
              <a:ext cx="3562" cy="3053"/>
            </a:xfrm>
            <a:custGeom>
              <a:avLst/>
              <a:gdLst/>
              <a:ahLst/>
              <a:cxnLst/>
              <a:rect l="l" t="t" r="r" b="b"/>
              <a:pathLst>
                <a:path w="112" h="96" extrusionOk="0">
                  <a:moveTo>
                    <a:pt x="63" y="1"/>
                  </a:moveTo>
                  <a:lnTo>
                    <a:pt x="63" y="1"/>
                  </a:lnTo>
                  <a:cubicBezTo>
                    <a:pt x="63" y="1"/>
                    <a:pt x="63" y="16"/>
                    <a:pt x="48" y="16"/>
                  </a:cubicBezTo>
                  <a:lnTo>
                    <a:pt x="32" y="16"/>
                  </a:lnTo>
                  <a:lnTo>
                    <a:pt x="17" y="32"/>
                  </a:lnTo>
                  <a:lnTo>
                    <a:pt x="17" y="32"/>
                  </a:lnTo>
                  <a:cubicBezTo>
                    <a:pt x="0" y="47"/>
                    <a:pt x="0" y="64"/>
                    <a:pt x="0" y="79"/>
                  </a:cubicBezTo>
                  <a:cubicBezTo>
                    <a:pt x="0" y="95"/>
                    <a:pt x="17" y="95"/>
                    <a:pt x="32" y="95"/>
                  </a:cubicBezTo>
                  <a:lnTo>
                    <a:pt x="48" y="95"/>
                  </a:lnTo>
                  <a:lnTo>
                    <a:pt x="63" y="79"/>
                  </a:lnTo>
                  <a:lnTo>
                    <a:pt x="80" y="79"/>
                  </a:lnTo>
                  <a:cubicBezTo>
                    <a:pt x="95" y="64"/>
                    <a:pt x="111" y="47"/>
                    <a:pt x="95" y="32"/>
                  </a:cubicBezTo>
                  <a:cubicBezTo>
                    <a:pt x="95" y="16"/>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30" name="Google Shape;3730;p46"/>
            <p:cNvSpPr/>
            <p:nvPr/>
          </p:nvSpPr>
          <p:spPr>
            <a:xfrm>
              <a:off x="3336835" y="1789749"/>
              <a:ext cx="4039" cy="4039"/>
            </a:xfrm>
            <a:custGeom>
              <a:avLst/>
              <a:gdLst/>
              <a:ahLst/>
              <a:cxnLst/>
              <a:rect l="l" t="t" r="r" b="b"/>
              <a:pathLst>
                <a:path w="127" h="127" extrusionOk="0">
                  <a:moveTo>
                    <a:pt x="95" y="0"/>
                  </a:moveTo>
                  <a:lnTo>
                    <a:pt x="95" y="0"/>
                  </a:lnTo>
                  <a:cubicBezTo>
                    <a:pt x="80" y="0"/>
                    <a:pt x="80" y="17"/>
                    <a:pt x="64" y="17"/>
                  </a:cubicBezTo>
                  <a:lnTo>
                    <a:pt x="49" y="32"/>
                  </a:lnTo>
                  <a:lnTo>
                    <a:pt x="49" y="32"/>
                  </a:lnTo>
                  <a:lnTo>
                    <a:pt x="17" y="63"/>
                  </a:lnTo>
                  <a:lnTo>
                    <a:pt x="17" y="63"/>
                  </a:lnTo>
                  <a:cubicBezTo>
                    <a:pt x="1" y="80"/>
                    <a:pt x="1" y="95"/>
                    <a:pt x="17" y="111"/>
                  </a:cubicBezTo>
                  <a:lnTo>
                    <a:pt x="17" y="111"/>
                  </a:lnTo>
                  <a:lnTo>
                    <a:pt x="17" y="111"/>
                  </a:lnTo>
                  <a:cubicBezTo>
                    <a:pt x="17" y="111"/>
                    <a:pt x="32" y="126"/>
                    <a:pt x="49" y="126"/>
                  </a:cubicBezTo>
                  <a:lnTo>
                    <a:pt x="64" y="111"/>
                  </a:lnTo>
                  <a:lnTo>
                    <a:pt x="112" y="63"/>
                  </a:lnTo>
                  <a:cubicBezTo>
                    <a:pt x="127"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31" name="Google Shape;3731;p46"/>
            <p:cNvSpPr/>
            <p:nvPr/>
          </p:nvSpPr>
          <p:spPr>
            <a:xfrm>
              <a:off x="3437589" y="1779254"/>
              <a:ext cx="4039" cy="5025"/>
            </a:xfrm>
            <a:custGeom>
              <a:avLst/>
              <a:gdLst/>
              <a:ahLst/>
              <a:cxnLst/>
              <a:rect l="l" t="t" r="r" b="b"/>
              <a:pathLst>
                <a:path w="127" h="158" extrusionOk="0">
                  <a:moveTo>
                    <a:pt x="32" y="0"/>
                  </a:moveTo>
                  <a:lnTo>
                    <a:pt x="32" y="0"/>
                  </a:lnTo>
                  <a:cubicBezTo>
                    <a:pt x="15" y="0"/>
                    <a:pt x="0" y="0"/>
                    <a:pt x="0" y="15"/>
                  </a:cubicBezTo>
                  <a:lnTo>
                    <a:pt x="0" y="15"/>
                  </a:lnTo>
                  <a:lnTo>
                    <a:pt x="0" y="47"/>
                  </a:lnTo>
                  <a:cubicBezTo>
                    <a:pt x="0" y="47"/>
                    <a:pt x="15" y="63"/>
                    <a:pt x="32" y="63"/>
                  </a:cubicBezTo>
                  <a:lnTo>
                    <a:pt x="32" y="63"/>
                  </a:lnTo>
                  <a:lnTo>
                    <a:pt x="15" y="110"/>
                  </a:lnTo>
                  <a:cubicBezTo>
                    <a:pt x="15" y="126"/>
                    <a:pt x="32" y="141"/>
                    <a:pt x="47" y="158"/>
                  </a:cubicBezTo>
                  <a:lnTo>
                    <a:pt x="47" y="158"/>
                  </a:lnTo>
                  <a:cubicBezTo>
                    <a:pt x="63" y="158"/>
                    <a:pt x="78" y="141"/>
                    <a:pt x="95" y="126"/>
                  </a:cubicBezTo>
                  <a:lnTo>
                    <a:pt x="110" y="47"/>
                  </a:lnTo>
                  <a:cubicBezTo>
                    <a:pt x="126" y="32"/>
                    <a:pt x="110" y="32"/>
                    <a:pt x="110" y="15"/>
                  </a:cubicBezTo>
                  <a:lnTo>
                    <a:pt x="95" y="0"/>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32" name="Google Shape;3732;p46"/>
            <p:cNvSpPr/>
            <p:nvPr/>
          </p:nvSpPr>
          <p:spPr>
            <a:xfrm>
              <a:off x="3079798" y="1787745"/>
              <a:ext cx="5534" cy="3021"/>
            </a:xfrm>
            <a:custGeom>
              <a:avLst/>
              <a:gdLst/>
              <a:ahLst/>
              <a:cxnLst/>
              <a:rect l="l" t="t" r="r" b="b"/>
              <a:pathLst>
                <a:path w="174" h="95" extrusionOk="0">
                  <a:moveTo>
                    <a:pt x="32" y="0"/>
                  </a:moveTo>
                  <a:lnTo>
                    <a:pt x="32" y="0"/>
                  </a:lnTo>
                  <a:cubicBezTo>
                    <a:pt x="16" y="0"/>
                    <a:pt x="1" y="17"/>
                    <a:pt x="1" y="32"/>
                  </a:cubicBezTo>
                  <a:cubicBezTo>
                    <a:pt x="1" y="48"/>
                    <a:pt x="16" y="63"/>
                    <a:pt x="32" y="63"/>
                  </a:cubicBezTo>
                  <a:lnTo>
                    <a:pt x="32" y="63"/>
                  </a:lnTo>
                  <a:lnTo>
                    <a:pt x="79" y="63"/>
                  </a:lnTo>
                  <a:lnTo>
                    <a:pt x="79" y="80"/>
                  </a:lnTo>
                  <a:cubicBezTo>
                    <a:pt x="79" y="80"/>
                    <a:pt x="95" y="95"/>
                    <a:pt x="110" y="95"/>
                  </a:cubicBezTo>
                  <a:lnTo>
                    <a:pt x="110" y="95"/>
                  </a:lnTo>
                  <a:lnTo>
                    <a:pt x="142" y="80"/>
                  </a:lnTo>
                  <a:lnTo>
                    <a:pt x="158" y="80"/>
                  </a:lnTo>
                  <a:cubicBezTo>
                    <a:pt x="173" y="63"/>
                    <a:pt x="173" y="48"/>
                    <a:pt x="173" y="48"/>
                  </a:cubicBezTo>
                  <a:lnTo>
                    <a:pt x="173" y="32"/>
                  </a:lnTo>
                  <a:lnTo>
                    <a:pt x="173" y="32"/>
                  </a:lnTo>
                  <a:cubicBezTo>
                    <a:pt x="158" y="17"/>
                    <a:pt x="158" y="0"/>
                    <a:pt x="142"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33" name="Google Shape;3733;p46"/>
            <p:cNvSpPr/>
            <p:nvPr/>
          </p:nvSpPr>
          <p:spPr>
            <a:xfrm>
              <a:off x="3160452" y="1812806"/>
              <a:ext cx="3053" cy="3562"/>
            </a:xfrm>
            <a:custGeom>
              <a:avLst/>
              <a:gdLst/>
              <a:ahLst/>
              <a:cxnLst/>
              <a:rect l="l" t="t" r="r" b="b"/>
              <a:pathLst>
                <a:path w="96" h="112" extrusionOk="0">
                  <a:moveTo>
                    <a:pt x="32" y="0"/>
                  </a:moveTo>
                  <a:lnTo>
                    <a:pt x="32" y="0"/>
                  </a:lnTo>
                  <a:lnTo>
                    <a:pt x="17" y="0"/>
                  </a:lnTo>
                  <a:lnTo>
                    <a:pt x="17" y="0"/>
                  </a:lnTo>
                  <a:cubicBezTo>
                    <a:pt x="1" y="0"/>
                    <a:pt x="1" y="17"/>
                    <a:pt x="1" y="17"/>
                  </a:cubicBezTo>
                  <a:lnTo>
                    <a:pt x="1" y="32"/>
                  </a:lnTo>
                  <a:lnTo>
                    <a:pt x="1" y="48"/>
                  </a:lnTo>
                  <a:lnTo>
                    <a:pt x="1" y="48"/>
                  </a:lnTo>
                  <a:lnTo>
                    <a:pt x="1" y="63"/>
                  </a:lnTo>
                  <a:lnTo>
                    <a:pt x="1" y="48"/>
                  </a:lnTo>
                  <a:cubicBezTo>
                    <a:pt x="17" y="48"/>
                    <a:pt x="17" y="32"/>
                    <a:pt x="32" y="32"/>
                  </a:cubicBezTo>
                  <a:lnTo>
                    <a:pt x="32" y="32"/>
                  </a:lnTo>
                  <a:cubicBezTo>
                    <a:pt x="49" y="32"/>
                    <a:pt x="49" y="32"/>
                    <a:pt x="49" y="48"/>
                  </a:cubicBezTo>
                  <a:cubicBezTo>
                    <a:pt x="64" y="48"/>
                    <a:pt x="80" y="80"/>
                    <a:pt x="64" y="95"/>
                  </a:cubicBezTo>
                  <a:lnTo>
                    <a:pt x="49" y="111"/>
                  </a:lnTo>
                  <a:lnTo>
                    <a:pt x="64" y="111"/>
                  </a:lnTo>
                  <a:cubicBezTo>
                    <a:pt x="64" y="111"/>
                    <a:pt x="80" y="111"/>
                    <a:pt x="80" y="95"/>
                  </a:cubicBezTo>
                  <a:cubicBezTo>
                    <a:pt x="80" y="95"/>
                    <a:pt x="95" y="80"/>
                    <a:pt x="80" y="80"/>
                  </a:cubicBezTo>
                  <a:lnTo>
                    <a:pt x="80" y="63"/>
                  </a:lnTo>
                  <a:lnTo>
                    <a:pt x="80" y="48"/>
                  </a:lnTo>
                  <a:lnTo>
                    <a:pt x="80" y="32"/>
                  </a:lnTo>
                  <a:cubicBezTo>
                    <a:pt x="80" y="17"/>
                    <a:pt x="64" y="17"/>
                    <a:pt x="64" y="17"/>
                  </a:cubicBez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34" name="Google Shape;3734;p46"/>
            <p:cNvSpPr/>
            <p:nvPr/>
          </p:nvSpPr>
          <p:spPr>
            <a:xfrm>
              <a:off x="3287730" y="1809785"/>
              <a:ext cx="5565" cy="4580"/>
            </a:xfrm>
            <a:custGeom>
              <a:avLst/>
              <a:gdLst/>
              <a:ahLst/>
              <a:cxnLst/>
              <a:rect l="l" t="t" r="r" b="b"/>
              <a:pathLst>
                <a:path w="175" h="144" extrusionOk="0">
                  <a:moveTo>
                    <a:pt x="127" y="1"/>
                  </a:moveTo>
                  <a:lnTo>
                    <a:pt x="127" y="1"/>
                  </a:lnTo>
                  <a:lnTo>
                    <a:pt x="112" y="1"/>
                  </a:lnTo>
                  <a:lnTo>
                    <a:pt x="95" y="17"/>
                  </a:lnTo>
                  <a:lnTo>
                    <a:pt x="80" y="17"/>
                  </a:lnTo>
                  <a:cubicBezTo>
                    <a:pt x="64" y="32"/>
                    <a:pt x="49" y="32"/>
                    <a:pt x="49" y="49"/>
                  </a:cubicBezTo>
                  <a:cubicBezTo>
                    <a:pt x="32" y="49"/>
                    <a:pt x="32" y="49"/>
                    <a:pt x="17" y="64"/>
                  </a:cubicBezTo>
                  <a:cubicBezTo>
                    <a:pt x="1" y="64"/>
                    <a:pt x="1" y="64"/>
                    <a:pt x="1" y="80"/>
                  </a:cubicBezTo>
                  <a:lnTo>
                    <a:pt x="1" y="112"/>
                  </a:lnTo>
                  <a:lnTo>
                    <a:pt x="17" y="127"/>
                  </a:lnTo>
                  <a:lnTo>
                    <a:pt x="32" y="127"/>
                  </a:lnTo>
                  <a:lnTo>
                    <a:pt x="49" y="127"/>
                  </a:lnTo>
                  <a:lnTo>
                    <a:pt x="49" y="127"/>
                  </a:lnTo>
                  <a:lnTo>
                    <a:pt x="49" y="127"/>
                  </a:lnTo>
                  <a:lnTo>
                    <a:pt x="95" y="127"/>
                  </a:lnTo>
                  <a:lnTo>
                    <a:pt x="112" y="143"/>
                  </a:lnTo>
                  <a:lnTo>
                    <a:pt x="127" y="127"/>
                  </a:lnTo>
                  <a:lnTo>
                    <a:pt x="143" y="127"/>
                  </a:lnTo>
                  <a:cubicBezTo>
                    <a:pt x="158" y="127"/>
                    <a:pt x="158" y="112"/>
                    <a:pt x="158" y="95"/>
                  </a:cubicBezTo>
                  <a:lnTo>
                    <a:pt x="175" y="32"/>
                  </a:lnTo>
                  <a:cubicBezTo>
                    <a:pt x="175" y="17"/>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35" name="Google Shape;3735;p46"/>
            <p:cNvSpPr/>
            <p:nvPr/>
          </p:nvSpPr>
          <p:spPr>
            <a:xfrm>
              <a:off x="3120888" y="1817800"/>
              <a:ext cx="3530" cy="3053"/>
            </a:xfrm>
            <a:custGeom>
              <a:avLst/>
              <a:gdLst/>
              <a:ahLst/>
              <a:cxnLst/>
              <a:rect l="l" t="t" r="r" b="b"/>
              <a:pathLst>
                <a:path w="111" h="96" extrusionOk="0">
                  <a:moveTo>
                    <a:pt x="79" y="1"/>
                  </a:moveTo>
                  <a:lnTo>
                    <a:pt x="79" y="1"/>
                  </a:lnTo>
                  <a:lnTo>
                    <a:pt x="79" y="1"/>
                  </a:lnTo>
                  <a:lnTo>
                    <a:pt x="64" y="1"/>
                  </a:lnTo>
                  <a:lnTo>
                    <a:pt x="16" y="32"/>
                  </a:lnTo>
                  <a:cubicBezTo>
                    <a:pt x="1" y="49"/>
                    <a:pt x="1" y="80"/>
                    <a:pt x="16" y="95"/>
                  </a:cubicBezTo>
                  <a:lnTo>
                    <a:pt x="47" y="95"/>
                  </a:lnTo>
                  <a:lnTo>
                    <a:pt x="64" y="95"/>
                  </a:lnTo>
                  <a:lnTo>
                    <a:pt x="110" y="49"/>
                  </a:lnTo>
                  <a:lnTo>
                    <a:pt x="110"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36" name="Google Shape;3736;p46"/>
            <p:cNvSpPr/>
            <p:nvPr/>
          </p:nvSpPr>
          <p:spPr>
            <a:xfrm>
              <a:off x="3288271" y="1805301"/>
              <a:ext cx="4039" cy="3021"/>
            </a:xfrm>
            <a:custGeom>
              <a:avLst/>
              <a:gdLst/>
              <a:ahLst/>
              <a:cxnLst/>
              <a:rect l="l" t="t" r="r" b="b"/>
              <a:pathLst>
                <a:path w="127" h="95" extrusionOk="0">
                  <a:moveTo>
                    <a:pt x="63" y="0"/>
                  </a:moveTo>
                  <a:lnTo>
                    <a:pt x="63" y="0"/>
                  </a:lnTo>
                  <a:lnTo>
                    <a:pt x="47" y="0"/>
                  </a:lnTo>
                  <a:cubicBezTo>
                    <a:pt x="47" y="0"/>
                    <a:pt x="32" y="0"/>
                    <a:pt x="32" y="16"/>
                  </a:cubicBezTo>
                  <a:lnTo>
                    <a:pt x="15" y="32"/>
                  </a:lnTo>
                  <a:lnTo>
                    <a:pt x="0" y="47"/>
                  </a:lnTo>
                  <a:lnTo>
                    <a:pt x="0" y="63"/>
                  </a:lnTo>
                  <a:lnTo>
                    <a:pt x="32" y="95"/>
                  </a:lnTo>
                  <a:lnTo>
                    <a:pt x="63" y="95"/>
                  </a:lnTo>
                  <a:lnTo>
                    <a:pt x="63" y="95"/>
                  </a:lnTo>
                  <a:lnTo>
                    <a:pt x="78" y="95"/>
                  </a:lnTo>
                  <a:cubicBezTo>
                    <a:pt x="95" y="95"/>
                    <a:pt x="95" y="95"/>
                    <a:pt x="110" y="79"/>
                  </a:cubicBezTo>
                  <a:lnTo>
                    <a:pt x="110" y="79"/>
                  </a:lnTo>
                  <a:cubicBezTo>
                    <a:pt x="126" y="63"/>
                    <a:pt x="126" y="47"/>
                    <a:pt x="110" y="32"/>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37" name="Google Shape;3737;p46"/>
            <p:cNvSpPr/>
            <p:nvPr/>
          </p:nvSpPr>
          <p:spPr>
            <a:xfrm>
              <a:off x="3443060" y="1789272"/>
              <a:ext cx="5565" cy="4516"/>
            </a:xfrm>
            <a:custGeom>
              <a:avLst/>
              <a:gdLst/>
              <a:ahLst/>
              <a:cxnLst/>
              <a:rect l="l" t="t" r="r" b="b"/>
              <a:pathLst>
                <a:path w="175" h="142" extrusionOk="0">
                  <a:moveTo>
                    <a:pt x="127" y="0"/>
                  </a:moveTo>
                  <a:lnTo>
                    <a:pt x="127" y="0"/>
                  </a:lnTo>
                  <a:lnTo>
                    <a:pt x="127" y="0"/>
                  </a:lnTo>
                  <a:cubicBezTo>
                    <a:pt x="95" y="15"/>
                    <a:pt x="80" y="32"/>
                    <a:pt x="64" y="47"/>
                  </a:cubicBezTo>
                  <a:cubicBezTo>
                    <a:pt x="64" y="63"/>
                    <a:pt x="49" y="63"/>
                    <a:pt x="49" y="63"/>
                  </a:cubicBezTo>
                  <a:lnTo>
                    <a:pt x="49" y="63"/>
                  </a:lnTo>
                  <a:lnTo>
                    <a:pt x="49" y="63"/>
                  </a:lnTo>
                  <a:lnTo>
                    <a:pt x="32" y="63"/>
                  </a:lnTo>
                  <a:cubicBezTo>
                    <a:pt x="17" y="63"/>
                    <a:pt x="1" y="78"/>
                    <a:pt x="1" y="95"/>
                  </a:cubicBezTo>
                  <a:cubicBezTo>
                    <a:pt x="1" y="110"/>
                    <a:pt x="1" y="126"/>
                    <a:pt x="17" y="126"/>
                  </a:cubicBezTo>
                  <a:cubicBezTo>
                    <a:pt x="17" y="141"/>
                    <a:pt x="32" y="141"/>
                    <a:pt x="32" y="141"/>
                  </a:cubicBezTo>
                  <a:lnTo>
                    <a:pt x="49" y="141"/>
                  </a:lnTo>
                  <a:cubicBezTo>
                    <a:pt x="64" y="141"/>
                    <a:pt x="80" y="126"/>
                    <a:pt x="95" y="126"/>
                  </a:cubicBezTo>
                  <a:cubicBezTo>
                    <a:pt x="112" y="110"/>
                    <a:pt x="127" y="95"/>
                    <a:pt x="127" y="78"/>
                  </a:cubicBezTo>
                  <a:lnTo>
                    <a:pt x="143" y="78"/>
                  </a:lnTo>
                  <a:lnTo>
                    <a:pt x="143" y="63"/>
                  </a:lnTo>
                  <a:cubicBezTo>
                    <a:pt x="158" y="63"/>
                    <a:pt x="175" y="32"/>
                    <a:pt x="158" y="15"/>
                  </a:cubicBezTo>
                  <a:cubicBezTo>
                    <a:pt x="158" y="0"/>
                    <a:pt x="143"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38" name="Google Shape;3738;p46"/>
            <p:cNvSpPr/>
            <p:nvPr/>
          </p:nvSpPr>
          <p:spPr>
            <a:xfrm>
              <a:off x="3333369" y="1798749"/>
              <a:ext cx="3498" cy="5057"/>
            </a:xfrm>
            <a:custGeom>
              <a:avLst/>
              <a:gdLst/>
              <a:ahLst/>
              <a:cxnLst/>
              <a:rect l="l" t="t" r="r" b="b"/>
              <a:pathLst>
                <a:path w="110" h="159" extrusionOk="0">
                  <a:moveTo>
                    <a:pt x="47" y="1"/>
                  </a:moveTo>
                  <a:lnTo>
                    <a:pt x="32" y="1"/>
                  </a:lnTo>
                  <a:lnTo>
                    <a:pt x="32" y="1"/>
                  </a:lnTo>
                  <a:cubicBezTo>
                    <a:pt x="15" y="17"/>
                    <a:pt x="0" y="33"/>
                    <a:pt x="15" y="49"/>
                  </a:cubicBezTo>
                  <a:lnTo>
                    <a:pt x="15" y="49"/>
                  </a:lnTo>
                  <a:lnTo>
                    <a:pt x="32" y="96"/>
                  </a:lnTo>
                  <a:lnTo>
                    <a:pt x="32" y="112"/>
                  </a:lnTo>
                  <a:cubicBezTo>
                    <a:pt x="15" y="127"/>
                    <a:pt x="32" y="143"/>
                    <a:pt x="32" y="159"/>
                  </a:cubicBezTo>
                  <a:lnTo>
                    <a:pt x="63" y="159"/>
                  </a:lnTo>
                  <a:cubicBezTo>
                    <a:pt x="63" y="159"/>
                    <a:pt x="78" y="159"/>
                    <a:pt x="95" y="143"/>
                  </a:cubicBezTo>
                  <a:lnTo>
                    <a:pt x="95" y="143"/>
                  </a:lnTo>
                  <a:lnTo>
                    <a:pt x="95" y="143"/>
                  </a:lnTo>
                  <a:cubicBezTo>
                    <a:pt x="95" y="127"/>
                    <a:pt x="110" y="112"/>
                    <a:pt x="110" y="96"/>
                  </a:cubicBezTo>
                  <a:lnTo>
                    <a:pt x="110" y="80"/>
                  </a:lnTo>
                  <a:lnTo>
                    <a:pt x="95" y="64"/>
                  </a:lnTo>
                  <a:lnTo>
                    <a:pt x="78" y="17"/>
                  </a:lnTo>
                  <a:cubicBezTo>
                    <a:pt x="63" y="17"/>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39" name="Google Shape;3739;p46"/>
            <p:cNvSpPr/>
            <p:nvPr/>
          </p:nvSpPr>
          <p:spPr>
            <a:xfrm>
              <a:off x="3411001" y="1794265"/>
              <a:ext cx="3562" cy="3053"/>
            </a:xfrm>
            <a:custGeom>
              <a:avLst/>
              <a:gdLst/>
              <a:ahLst/>
              <a:cxnLst/>
              <a:rect l="l" t="t" r="r" b="b"/>
              <a:pathLst>
                <a:path w="112" h="96" extrusionOk="0">
                  <a:moveTo>
                    <a:pt x="80" y="1"/>
                  </a:moveTo>
                  <a:lnTo>
                    <a:pt x="64" y="1"/>
                  </a:lnTo>
                  <a:lnTo>
                    <a:pt x="64" y="16"/>
                  </a:lnTo>
                  <a:lnTo>
                    <a:pt x="48" y="16"/>
                  </a:lnTo>
                  <a:lnTo>
                    <a:pt x="17" y="32"/>
                  </a:lnTo>
                  <a:lnTo>
                    <a:pt x="17" y="32"/>
                  </a:lnTo>
                  <a:cubicBezTo>
                    <a:pt x="1" y="47"/>
                    <a:pt x="1" y="64"/>
                    <a:pt x="1" y="79"/>
                  </a:cubicBezTo>
                  <a:lnTo>
                    <a:pt x="17" y="79"/>
                  </a:lnTo>
                  <a:cubicBezTo>
                    <a:pt x="17" y="95"/>
                    <a:pt x="32" y="95"/>
                    <a:pt x="32" y="95"/>
                  </a:cubicBezTo>
                  <a:lnTo>
                    <a:pt x="48" y="95"/>
                  </a:lnTo>
                  <a:lnTo>
                    <a:pt x="95" y="64"/>
                  </a:lnTo>
                  <a:cubicBezTo>
                    <a:pt x="95" y="64"/>
                    <a:pt x="111" y="64"/>
                    <a:pt x="111" y="47"/>
                  </a:cubicBezTo>
                  <a:cubicBezTo>
                    <a:pt x="111" y="32"/>
                    <a:pt x="111"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40" name="Google Shape;3740;p46"/>
            <p:cNvSpPr/>
            <p:nvPr/>
          </p:nvSpPr>
          <p:spPr>
            <a:xfrm>
              <a:off x="3158448" y="1813792"/>
              <a:ext cx="4580" cy="5057"/>
            </a:xfrm>
            <a:custGeom>
              <a:avLst/>
              <a:gdLst/>
              <a:ahLst/>
              <a:cxnLst/>
              <a:rect l="l" t="t" r="r" b="b"/>
              <a:pathLst>
                <a:path w="144" h="159" extrusionOk="0">
                  <a:moveTo>
                    <a:pt x="95" y="1"/>
                  </a:moveTo>
                  <a:lnTo>
                    <a:pt x="95" y="1"/>
                  </a:lnTo>
                  <a:cubicBezTo>
                    <a:pt x="80" y="1"/>
                    <a:pt x="80" y="17"/>
                    <a:pt x="64" y="17"/>
                  </a:cubicBezTo>
                  <a:lnTo>
                    <a:pt x="64" y="32"/>
                  </a:lnTo>
                  <a:lnTo>
                    <a:pt x="32" y="80"/>
                  </a:lnTo>
                  <a:lnTo>
                    <a:pt x="1" y="112"/>
                  </a:lnTo>
                  <a:cubicBezTo>
                    <a:pt x="1" y="127"/>
                    <a:pt x="1" y="143"/>
                    <a:pt x="17" y="158"/>
                  </a:cubicBezTo>
                  <a:lnTo>
                    <a:pt x="17" y="158"/>
                  </a:lnTo>
                  <a:lnTo>
                    <a:pt x="32" y="158"/>
                  </a:lnTo>
                  <a:lnTo>
                    <a:pt x="64" y="158"/>
                  </a:lnTo>
                  <a:lnTo>
                    <a:pt x="64" y="143"/>
                  </a:lnTo>
                  <a:lnTo>
                    <a:pt x="95" y="95"/>
                  </a:lnTo>
                  <a:lnTo>
                    <a:pt x="112" y="80"/>
                  </a:lnTo>
                  <a:lnTo>
                    <a:pt x="127" y="64"/>
                  </a:lnTo>
                  <a:cubicBezTo>
                    <a:pt x="143" y="49"/>
                    <a:pt x="127" y="17"/>
                    <a:pt x="112" y="17"/>
                  </a:cubicBezTo>
                  <a:cubicBezTo>
                    <a:pt x="112"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41" name="Google Shape;3741;p46"/>
            <p:cNvSpPr/>
            <p:nvPr/>
          </p:nvSpPr>
          <p:spPr>
            <a:xfrm>
              <a:off x="3174000" y="1816337"/>
              <a:ext cx="5534" cy="5025"/>
            </a:xfrm>
            <a:custGeom>
              <a:avLst/>
              <a:gdLst/>
              <a:ahLst/>
              <a:cxnLst/>
              <a:rect l="l" t="t" r="r" b="b"/>
              <a:pathLst>
                <a:path w="174" h="158" extrusionOk="0">
                  <a:moveTo>
                    <a:pt x="142" y="0"/>
                  </a:moveTo>
                  <a:lnTo>
                    <a:pt x="142" y="0"/>
                  </a:lnTo>
                  <a:cubicBezTo>
                    <a:pt x="127" y="0"/>
                    <a:pt x="110" y="0"/>
                    <a:pt x="110" y="15"/>
                  </a:cubicBezTo>
                  <a:lnTo>
                    <a:pt x="95" y="47"/>
                  </a:lnTo>
                  <a:lnTo>
                    <a:pt x="79" y="63"/>
                  </a:lnTo>
                  <a:lnTo>
                    <a:pt x="79" y="63"/>
                  </a:lnTo>
                  <a:lnTo>
                    <a:pt x="64" y="63"/>
                  </a:lnTo>
                  <a:lnTo>
                    <a:pt x="16" y="78"/>
                  </a:lnTo>
                  <a:lnTo>
                    <a:pt x="16" y="78"/>
                  </a:lnTo>
                  <a:cubicBezTo>
                    <a:pt x="1" y="95"/>
                    <a:pt x="1" y="110"/>
                    <a:pt x="1" y="126"/>
                  </a:cubicBezTo>
                  <a:cubicBezTo>
                    <a:pt x="1" y="141"/>
                    <a:pt x="16" y="158"/>
                    <a:pt x="32" y="158"/>
                  </a:cubicBezTo>
                  <a:cubicBezTo>
                    <a:pt x="32" y="158"/>
                    <a:pt x="47" y="158"/>
                    <a:pt x="47" y="141"/>
                  </a:cubicBezTo>
                  <a:lnTo>
                    <a:pt x="64" y="141"/>
                  </a:lnTo>
                  <a:lnTo>
                    <a:pt x="79" y="158"/>
                  </a:lnTo>
                  <a:lnTo>
                    <a:pt x="95" y="158"/>
                  </a:lnTo>
                  <a:lnTo>
                    <a:pt x="95" y="158"/>
                  </a:lnTo>
                  <a:lnTo>
                    <a:pt x="110" y="141"/>
                  </a:lnTo>
                  <a:lnTo>
                    <a:pt x="127" y="126"/>
                  </a:lnTo>
                  <a:lnTo>
                    <a:pt x="158" y="78"/>
                  </a:lnTo>
                  <a:lnTo>
                    <a:pt x="158" y="47"/>
                  </a:lnTo>
                  <a:lnTo>
                    <a:pt x="173" y="47"/>
                  </a:lnTo>
                  <a:cubicBezTo>
                    <a:pt x="173" y="32"/>
                    <a:pt x="173"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42" name="Google Shape;3742;p46"/>
            <p:cNvSpPr/>
            <p:nvPr/>
          </p:nvSpPr>
          <p:spPr>
            <a:xfrm>
              <a:off x="3292755" y="1815796"/>
              <a:ext cx="3562" cy="2576"/>
            </a:xfrm>
            <a:custGeom>
              <a:avLst/>
              <a:gdLst/>
              <a:ahLst/>
              <a:cxnLst/>
              <a:rect l="l" t="t" r="r" b="b"/>
              <a:pathLst>
                <a:path w="112" h="81" extrusionOk="0">
                  <a:moveTo>
                    <a:pt x="80" y="1"/>
                  </a:moveTo>
                  <a:lnTo>
                    <a:pt x="80" y="1"/>
                  </a:lnTo>
                  <a:lnTo>
                    <a:pt x="63" y="1"/>
                  </a:lnTo>
                  <a:lnTo>
                    <a:pt x="63" y="1"/>
                  </a:lnTo>
                  <a:lnTo>
                    <a:pt x="32" y="17"/>
                  </a:lnTo>
                  <a:cubicBezTo>
                    <a:pt x="17" y="17"/>
                    <a:pt x="0" y="32"/>
                    <a:pt x="0" y="49"/>
                  </a:cubicBezTo>
                  <a:lnTo>
                    <a:pt x="0" y="64"/>
                  </a:lnTo>
                  <a:cubicBezTo>
                    <a:pt x="17" y="80"/>
                    <a:pt x="32" y="80"/>
                    <a:pt x="32" y="80"/>
                  </a:cubicBezTo>
                  <a:lnTo>
                    <a:pt x="48" y="80"/>
                  </a:lnTo>
                  <a:lnTo>
                    <a:pt x="95" y="64"/>
                  </a:lnTo>
                  <a:lnTo>
                    <a:pt x="95" y="64"/>
                  </a:lnTo>
                  <a:cubicBezTo>
                    <a:pt x="111" y="64"/>
                    <a:pt x="111" y="49"/>
                    <a:pt x="111" y="32"/>
                  </a:cubicBezTo>
                  <a:lnTo>
                    <a:pt x="111" y="32"/>
                  </a:lnTo>
                  <a:cubicBezTo>
                    <a:pt x="111" y="17"/>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43" name="Google Shape;3743;p46"/>
            <p:cNvSpPr/>
            <p:nvPr/>
          </p:nvSpPr>
          <p:spPr>
            <a:xfrm>
              <a:off x="3341860" y="1812329"/>
              <a:ext cx="6042" cy="5025"/>
            </a:xfrm>
            <a:custGeom>
              <a:avLst/>
              <a:gdLst/>
              <a:ahLst/>
              <a:cxnLst/>
              <a:rect l="l" t="t" r="r" b="b"/>
              <a:pathLst>
                <a:path w="190" h="158" extrusionOk="0">
                  <a:moveTo>
                    <a:pt x="63" y="0"/>
                  </a:moveTo>
                  <a:lnTo>
                    <a:pt x="48" y="0"/>
                  </a:lnTo>
                  <a:cubicBezTo>
                    <a:pt x="48" y="0"/>
                    <a:pt x="48" y="15"/>
                    <a:pt x="32" y="15"/>
                  </a:cubicBezTo>
                  <a:lnTo>
                    <a:pt x="32" y="0"/>
                  </a:lnTo>
                  <a:lnTo>
                    <a:pt x="17" y="15"/>
                  </a:lnTo>
                  <a:lnTo>
                    <a:pt x="17" y="15"/>
                  </a:lnTo>
                  <a:cubicBezTo>
                    <a:pt x="0" y="32"/>
                    <a:pt x="0" y="32"/>
                    <a:pt x="0" y="47"/>
                  </a:cubicBezTo>
                  <a:cubicBezTo>
                    <a:pt x="0" y="63"/>
                    <a:pt x="0" y="63"/>
                    <a:pt x="17" y="78"/>
                  </a:cubicBezTo>
                  <a:lnTo>
                    <a:pt x="32" y="78"/>
                  </a:lnTo>
                  <a:lnTo>
                    <a:pt x="126" y="141"/>
                  </a:lnTo>
                  <a:cubicBezTo>
                    <a:pt x="126" y="158"/>
                    <a:pt x="143" y="158"/>
                    <a:pt x="143" y="158"/>
                  </a:cubicBezTo>
                  <a:lnTo>
                    <a:pt x="143" y="158"/>
                  </a:lnTo>
                  <a:cubicBezTo>
                    <a:pt x="158" y="158"/>
                    <a:pt x="174" y="141"/>
                    <a:pt x="174" y="141"/>
                  </a:cubicBezTo>
                  <a:cubicBezTo>
                    <a:pt x="189" y="126"/>
                    <a:pt x="189" y="110"/>
                    <a:pt x="174" y="95"/>
                  </a:cubicBezTo>
                  <a:lnTo>
                    <a:pt x="143" y="78"/>
                  </a:lnTo>
                  <a:lnTo>
                    <a:pt x="126" y="78"/>
                  </a:lnTo>
                  <a:cubicBezTo>
                    <a:pt x="126" y="78"/>
                    <a:pt x="111" y="78"/>
                    <a:pt x="111" y="6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44" name="Google Shape;3744;p46"/>
            <p:cNvSpPr/>
            <p:nvPr/>
          </p:nvSpPr>
          <p:spPr>
            <a:xfrm>
              <a:off x="3422037" y="1801771"/>
              <a:ext cx="2544" cy="3053"/>
            </a:xfrm>
            <a:custGeom>
              <a:avLst/>
              <a:gdLst/>
              <a:ahLst/>
              <a:cxnLst/>
              <a:rect l="l" t="t" r="r" b="b"/>
              <a:pathLst>
                <a:path w="80" h="96" extrusionOk="0">
                  <a:moveTo>
                    <a:pt x="48" y="1"/>
                  </a:moveTo>
                  <a:lnTo>
                    <a:pt x="32" y="1"/>
                  </a:lnTo>
                  <a:lnTo>
                    <a:pt x="17" y="1"/>
                  </a:lnTo>
                  <a:lnTo>
                    <a:pt x="17" y="1"/>
                  </a:lnTo>
                  <a:cubicBezTo>
                    <a:pt x="0" y="1"/>
                    <a:pt x="0" y="17"/>
                    <a:pt x="0" y="32"/>
                  </a:cubicBezTo>
                  <a:lnTo>
                    <a:pt x="17" y="64"/>
                  </a:lnTo>
                  <a:lnTo>
                    <a:pt x="17" y="64"/>
                  </a:lnTo>
                  <a:cubicBezTo>
                    <a:pt x="17" y="80"/>
                    <a:pt x="32" y="95"/>
                    <a:pt x="48" y="95"/>
                  </a:cubicBezTo>
                  <a:lnTo>
                    <a:pt x="48" y="95"/>
                  </a:lnTo>
                  <a:cubicBezTo>
                    <a:pt x="63" y="95"/>
                    <a:pt x="80" y="80"/>
                    <a:pt x="80" y="64"/>
                  </a:cubicBezTo>
                  <a:lnTo>
                    <a:pt x="80" y="32"/>
                  </a:lnTo>
                  <a:lnTo>
                    <a:pt x="63" y="17"/>
                  </a:lnTo>
                  <a:cubicBezTo>
                    <a:pt x="63" y="1"/>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45" name="Google Shape;3745;p46"/>
            <p:cNvSpPr/>
            <p:nvPr/>
          </p:nvSpPr>
          <p:spPr>
            <a:xfrm>
              <a:off x="3343864" y="1811789"/>
              <a:ext cx="3021" cy="3053"/>
            </a:xfrm>
            <a:custGeom>
              <a:avLst/>
              <a:gdLst/>
              <a:ahLst/>
              <a:cxnLst/>
              <a:rect l="l" t="t" r="r" b="b"/>
              <a:pathLst>
                <a:path w="95" h="96" extrusionOk="0">
                  <a:moveTo>
                    <a:pt x="17" y="1"/>
                  </a:moveTo>
                  <a:lnTo>
                    <a:pt x="0" y="17"/>
                  </a:lnTo>
                  <a:lnTo>
                    <a:pt x="48" y="80"/>
                  </a:lnTo>
                  <a:cubicBezTo>
                    <a:pt x="48" y="95"/>
                    <a:pt x="63" y="95"/>
                    <a:pt x="63" y="95"/>
                  </a:cubicBezTo>
                  <a:lnTo>
                    <a:pt x="80" y="95"/>
                  </a:lnTo>
                  <a:lnTo>
                    <a:pt x="95" y="95"/>
                  </a:lnTo>
                  <a:lnTo>
                    <a:pt x="95" y="80"/>
                  </a:lnTo>
                  <a:lnTo>
                    <a:pt x="95" y="49"/>
                  </a:lnTo>
                  <a:lnTo>
                    <a:pt x="95" y="49"/>
                  </a:lnTo>
                  <a:lnTo>
                    <a:pt x="95" y="32"/>
                  </a:lnTo>
                  <a:lnTo>
                    <a:pt x="95" y="32"/>
                  </a:lnTo>
                  <a:lnTo>
                    <a:pt x="80" y="49"/>
                  </a:lnTo>
                  <a:lnTo>
                    <a:pt x="63" y="49"/>
                  </a:lnTo>
                  <a:cubicBezTo>
                    <a:pt x="48" y="49"/>
                    <a:pt x="32" y="49"/>
                    <a:pt x="32" y="32"/>
                  </a:cubicBezTo>
                  <a:cubicBezTo>
                    <a:pt x="17"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46" name="Google Shape;3746;p46"/>
            <p:cNvSpPr/>
            <p:nvPr/>
          </p:nvSpPr>
          <p:spPr>
            <a:xfrm>
              <a:off x="3329838" y="1793279"/>
              <a:ext cx="3562" cy="3021"/>
            </a:xfrm>
            <a:custGeom>
              <a:avLst/>
              <a:gdLst/>
              <a:ahLst/>
              <a:cxnLst/>
              <a:rect l="l" t="t" r="r" b="b"/>
              <a:pathLst>
                <a:path w="112" h="95" extrusionOk="0">
                  <a:moveTo>
                    <a:pt x="80" y="0"/>
                  </a:moveTo>
                  <a:lnTo>
                    <a:pt x="63" y="0"/>
                  </a:lnTo>
                  <a:cubicBezTo>
                    <a:pt x="63" y="0"/>
                    <a:pt x="63" y="15"/>
                    <a:pt x="48" y="15"/>
                  </a:cubicBezTo>
                  <a:lnTo>
                    <a:pt x="17" y="32"/>
                  </a:lnTo>
                  <a:cubicBezTo>
                    <a:pt x="0" y="47"/>
                    <a:pt x="0" y="78"/>
                    <a:pt x="17" y="78"/>
                  </a:cubicBezTo>
                  <a:cubicBezTo>
                    <a:pt x="17" y="95"/>
                    <a:pt x="32" y="95"/>
                    <a:pt x="32" y="95"/>
                  </a:cubicBezTo>
                  <a:lnTo>
                    <a:pt x="63" y="95"/>
                  </a:lnTo>
                  <a:lnTo>
                    <a:pt x="95" y="63"/>
                  </a:lnTo>
                  <a:lnTo>
                    <a:pt x="95" y="63"/>
                  </a:lnTo>
                  <a:cubicBezTo>
                    <a:pt x="111" y="47"/>
                    <a:pt x="111" y="32"/>
                    <a:pt x="95" y="15"/>
                  </a:cubicBezTo>
                  <a:lnTo>
                    <a:pt x="95" y="15"/>
                  </a:ln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47" name="Google Shape;3747;p46"/>
            <p:cNvSpPr/>
            <p:nvPr/>
          </p:nvSpPr>
          <p:spPr>
            <a:xfrm>
              <a:off x="3362914" y="1805778"/>
              <a:ext cx="2544" cy="3053"/>
            </a:xfrm>
            <a:custGeom>
              <a:avLst/>
              <a:gdLst/>
              <a:ahLst/>
              <a:cxnLst/>
              <a:rect l="l" t="t" r="r" b="b"/>
              <a:pathLst>
                <a:path w="80" h="96" extrusionOk="0">
                  <a:moveTo>
                    <a:pt x="32" y="1"/>
                  </a:moveTo>
                  <a:lnTo>
                    <a:pt x="32" y="1"/>
                  </a:lnTo>
                  <a:lnTo>
                    <a:pt x="32" y="1"/>
                  </a:lnTo>
                  <a:cubicBezTo>
                    <a:pt x="0" y="1"/>
                    <a:pt x="0" y="17"/>
                    <a:pt x="0" y="32"/>
                  </a:cubicBezTo>
                  <a:lnTo>
                    <a:pt x="16" y="80"/>
                  </a:lnTo>
                  <a:cubicBezTo>
                    <a:pt x="16" y="95"/>
                    <a:pt x="32" y="95"/>
                    <a:pt x="48" y="95"/>
                  </a:cubicBezTo>
                  <a:lnTo>
                    <a:pt x="63" y="95"/>
                  </a:lnTo>
                  <a:cubicBezTo>
                    <a:pt x="79" y="95"/>
                    <a:pt x="79" y="80"/>
                    <a:pt x="79" y="64"/>
                  </a:cubicBezTo>
                  <a:lnTo>
                    <a:pt x="63" y="17"/>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48" name="Google Shape;3748;p46"/>
            <p:cNvSpPr/>
            <p:nvPr/>
          </p:nvSpPr>
          <p:spPr>
            <a:xfrm>
              <a:off x="3190538" y="1824351"/>
              <a:ext cx="3530" cy="2035"/>
            </a:xfrm>
            <a:custGeom>
              <a:avLst/>
              <a:gdLst/>
              <a:ahLst/>
              <a:cxnLst/>
              <a:rect l="l" t="t" r="r" b="b"/>
              <a:pathLst>
                <a:path w="111" h="64" extrusionOk="0">
                  <a:moveTo>
                    <a:pt x="32" y="0"/>
                  </a:moveTo>
                  <a:lnTo>
                    <a:pt x="32" y="0"/>
                  </a:lnTo>
                  <a:cubicBezTo>
                    <a:pt x="16" y="0"/>
                    <a:pt x="0" y="15"/>
                    <a:pt x="0" y="32"/>
                  </a:cubicBezTo>
                  <a:cubicBezTo>
                    <a:pt x="0" y="47"/>
                    <a:pt x="16" y="63"/>
                    <a:pt x="32" y="63"/>
                  </a:cubicBezTo>
                  <a:lnTo>
                    <a:pt x="79" y="63"/>
                  </a:lnTo>
                  <a:lnTo>
                    <a:pt x="79" y="63"/>
                  </a:lnTo>
                  <a:cubicBezTo>
                    <a:pt x="95" y="63"/>
                    <a:pt x="111" y="47"/>
                    <a:pt x="111" y="32"/>
                  </a:cubicBezTo>
                  <a:cubicBezTo>
                    <a:pt x="111" y="15"/>
                    <a:pt x="95" y="0"/>
                    <a:pt x="79"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49" name="Google Shape;3749;p46"/>
            <p:cNvSpPr/>
            <p:nvPr/>
          </p:nvSpPr>
          <p:spPr>
            <a:xfrm>
              <a:off x="3113351" y="1817323"/>
              <a:ext cx="2035" cy="2035"/>
            </a:xfrm>
            <a:custGeom>
              <a:avLst/>
              <a:gdLst/>
              <a:ahLst/>
              <a:cxnLst/>
              <a:rect l="l" t="t" r="r" b="b"/>
              <a:pathLst>
                <a:path w="64" h="64" extrusionOk="0">
                  <a:moveTo>
                    <a:pt x="1" y="1"/>
                  </a:moveTo>
                  <a:lnTo>
                    <a:pt x="64" y="64"/>
                  </a:lnTo>
                  <a:cubicBezTo>
                    <a:pt x="64" y="47"/>
                    <a:pt x="49" y="47"/>
                    <a:pt x="49" y="32"/>
                  </a:cubicBezTo>
                  <a:lnTo>
                    <a:pt x="49" y="32"/>
                  </a:lnTo>
                  <a:lnTo>
                    <a:pt x="49" y="32"/>
                  </a:lnTo>
                  <a:cubicBezTo>
                    <a:pt x="32" y="16"/>
                    <a:pt x="32" y="1"/>
                    <a:pt x="1" y="1"/>
                  </a:cubicBez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50" name="Google Shape;3750;p46"/>
            <p:cNvSpPr/>
            <p:nvPr/>
          </p:nvSpPr>
          <p:spPr>
            <a:xfrm>
              <a:off x="3113351" y="1816814"/>
              <a:ext cx="2035" cy="2544"/>
            </a:xfrm>
            <a:custGeom>
              <a:avLst/>
              <a:gdLst/>
              <a:ahLst/>
              <a:cxnLst/>
              <a:rect l="l" t="t" r="r" b="b"/>
              <a:pathLst>
                <a:path w="64" h="80" extrusionOk="0">
                  <a:moveTo>
                    <a:pt x="49" y="48"/>
                  </a:moveTo>
                  <a:lnTo>
                    <a:pt x="49" y="48"/>
                  </a:lnTo>
                  <a:cubicBezTo>
                    <a:pt x="49" y="63"/>
                    <a:pt x="64" y="63"/>
                    <a:pt x="64" y="80"/>
                  </a:cubicBezTo>
                  <a:lnTo>
                    <a:pt x="64" y="80"/>
                  </a:lnTo>
                  <a:cubicBezTo>
                    <a:pt x="64" y="63"/>
                    <a:pt x="49" y="63"/>
                    <a:pt x="49" y="48"/>
                  </a:cubicBezTo>
                  <a:lnTo>
                    <a:pt x="49" y="48"/>
                  </a:lnTo>
                  <a:close/>
                  <a:moveTo>
                    <a:pt x="1" y="0"/>
                  </a:moveTo>
                  <a:lnTo>
                    <a:pt x="1" y="17"/>
                  </a:lnTo>
                  <a:lnTo>
                    <a:pt x="1" y="17"/>
                  </a:lnTo>
                  <a:cubicBezTo>
                    <a:pt x="32" y="17"/>
                    <a:pt x="32" y="32"/>
                    <a:pt x="49" y="48"/>
                  </a:cubicBezTo>
                  <a:cubicBezTo>
                    <a:pt x="49" y="32"/>
                    <a:pt x="17" y="17"/>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51" name="Google Shape;3751;p46"/>
            <p:cNvSpPr/>
            <p:nvPr/>
          </p:nvSpPr>
          <p:spPr>
            <a:xfrm>
              <a:off x="3113351" y="1814810"/>
              <a:ext cx="4039" cy="5025"/>
            </a:xfrm>
            <a:custGeom>
              <a:avLst/>
              <a:gdLst/>
              <a:ahLst/>
              <a:cxnLst/>
              <a:rect l="l" t="t" r="r" b="b"/>
              <a:pathLst>
                <a:path w="127" h="158" extrusionOk="0">
                  <a:moveTo>
                    <a:pt x="49" y="0"/>
                  </a:moveTo>
                  <a:lnTo>
                    <a:pt x="32" y="0"/>
                  </a:lnTo>
                  <a:lnTo>
                    <a:pt x="17" y="17"/>
                  </a:lnTo>
                  <a:lnTo>
                    <a:pt x="17" y="17"/>
                  </a:lnTo>
                  <a:lnTo>
                    <a:pt x="1" y="48"/>
                  </a:lnTo>
                  <a:lnTo>
                    <a:pt x="1" y="63"/>
                  </a:lnTo>
                  <a:cubicBezTo>
                    <a:pt x="17" y="80"/>
                    <a:pt x="49" y="95"/>
                    <a:pt x="49" y="111"/>
                  </a:cubicBezTo>
                  <a:lnTo>
                    <a:pt x="49" y="111"/>
                  </a:lnTo>
                  <a:lnTo>
                    <a:pt x="49" y="111"/>
                  </a:lnTo>
                  <a:cubicBezTo>
                    <a:pt x="49" y="126"/>
                    <a:pt x="64" y="126"/>
                    <a:pt x="64" y="143"/>
                  </a:cubicBezTo>
                  <a:lnTo>
                    <a:pt x="64" y="158"/>
                  </a:lnTo>
                  <a:lnTo>
                    <a:pt x="95" y="158"/>
                  </a:lnTo>
                  <a:lnTo>
                    <a:pt x="112" y="158"/>
                  </a:lnTo>
                  <a:cubicBezTo>
                    <a:pt x="127" y="143"/>
                    <a:pt x="127" y="126"/>
                    <a:pt x="112" y="111"/>
                  </a:cubicBezTo>
                  <a:lnTo>
                    <a:pt x="64" y="48"/>
                  </a:lnTo>
                  <a:lnTo>
                    <a:pt x="80" y="48"/>
                  </a:lnTo>
                  <a:lnTo>
                    <a:pt x="80" y="48"/>
                  </a:lnTo>
                  <a:cubicBezTo>
                    <a:pt x="80" y="32"/>
                    <a:pt x="64" y="17"/>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52" name="Google Shape;3752;p46"/>
            <p:cNvSpPr/>
            <p:nvPr/>
          </p:nvSpPr>
          <p:spPr>
            <a:xfrm>
              <a:off x="3269221" y="1784724"/>
              <a:ext cx="3021" cy="3562"/>
            </a:xfrm>
            <a:custGeom>
              <a:avLst/>
              <a:gdLst/>
              <a:ahLst/>
              <a:cxnLst/>
              <a:rect l="l" t="t" r="r" b="b"/>
              <a:pathLst>
                <a:path w="95" h="112" extrusionOk="0">
                  <a:moveTo>
                    <a:pt x="47" y="1"/>
                  </a:moveTo>
                  <a:lnTo>
                    <a:pt x="47" y="1"/>
                  </a:lnTo>
                  <a:cubicBezTo>
                    <a:pt x="47" y="1"/>
                    <a:pt x="32" y="1"/>
                    <a:pt x="32" y="17"/>
                  </a:cubicBezTo>
                  <a:lnTo>
                    <a:pt x="15" y="17"/>
                  </a:lnTo>
                  <a:lnTo>
                    <a:pt x="0" y="64"/>
                  </a:lnTo>
                  <a:cubicBezTo>
                    <a:pt x="0" y="80"/>
                    <a:pt x="0" y="95"/>
                    <a:pt x="15" y="112"/>
                  </a:cubicBezTo>
                  <a:lnTo>
                    <a:pt x="32" y="112"/>
                  </a:lnTo>
                  <a:cubicBezTo>
                    <a:pt x="47" y="112"/>
                    <a:pt x="63" y="95"/>
                    <a:pt x="63" y="95"/>
                  </a:cubicBezTo>
                  <a:lnTo>
                    <a:pt x="78" y="49"/>
                  </a:lnTo>
                  <a:cubicBezTo>
                    <a:pt x="95" y="32"/>
                    <a:pt x="78"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53" name="Google Shape;3753;p46"/>
            <p:cNvSpPr/>
            <p:nvPr/>
          </p:nvSpPr>
          <p:spPr>
            <a:xfrm>
              <a:off x="3176004" y="1794742"/>
              <a:ext cx="5057" cy="4580"/>
            </a:xfrm>
            <a:custGeom>
              <a:avLst/>
              <a:gdLst/>
              <a:ahLst/>
              <a:cxnLst/>
              <a:rect l="l" t="t" r="r" b="b"/>
              <a:pathLst>
                <a:path w="159" h="144" extrusionOk="0">
                  <a:moveTo>
                    <a:pt x="127" y="1"/>
                  </a:moveTo>
                  <a:lnTo>
                    <a:pt x="127" y="1"/>
                  </a:lnTo>
                  <a:lnTo>
                    <a:pt x="127" y="1"/>
                  </a:lnTo>
                  <a:cubicBezTo>
                    <a:pt x="110" y="1"/>
                    <a:pt x="95" y="17"/>
                    <a:pt x="95" y="32"/>
                  </a:cubicBezTo>
                  <a:cubicBezTo>
                    <a:pt x="95" y="49"/>
                    <a:pt x="95" y="49"/>
                    <a:pt x="64" y="64"/>
                  </a:cubicBezTo>
                  <a:lnTo>
                    <a:pt x="64" y="64"/>
                  </a:lnTo>
                  <a:cubicBezTo>
                    <a:pt x="47" y="64"/>
                    <a:pt x="32" y="64"/>
                    <a:pt x="16" y="80"/>
                  </a:cubicBezTo>
                  <a:cubicBezTo>
                    <a:pt x="16" y="80"/>
                    <a:pt x="16" y="95"/>
                    <a:pt x="1" y="95"/>
                  </a:cubicBezTo>
                  <a:lnTo>
                    <a:pt x="1" y="127"/>
                  </a:lnTo>
                  <a:cubicBezTo>
                    <a:pt x="16" y="143"/>
                    <a:pt x="32" y="143"/>
                    <a:pt x="32" y="143"/>
                  </a:cubicBezTo>
                  <a:lnTo>
                    <a:pt x="47" y="143"/>
                  </a:lnTo>
                  <a:cubicBezTo>
                    <a:pt x="64" y="143"/>
                    <a:pt x="64" y="127"/>
                    <a:pt x="79" y="127"/>
                  </a:cubicBezTo>
                  <a:cubicBezTo>
                    <a:pt x="95" y="127"/>
                    <a:pt x="110" y="112"/>
                    <a:pt x="142" y="95"/>
                  </a:cubicBezTo>
                  <a:cubicBezTo>
                    <a:pt x="142" y="95"/>
                    <a:pt x="158" y="80"/>
                    <a:pt x="158" y="64"/>
                  </a:cubicBezTo>
                  <a:lnTo>
                    <a:pt x="158" y="32"/>
                  </a:lnTo>
                  <a:cubicBezTo>
                    <a:pt x="158" y="17"/>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54" name="Google Shape;3754;p46"/>
            <p:cNvSpPr/>
            <p:nvPr/>
          </p:nvSpPr>
          <p:spPr>
            <a:xfrm>
              <a:off x="3032697" y="1806796"/>
              <a:ext cx="2512" cy="3530"/>
            </a:xfrm>
            <a:custGeom>
              <a:avLst/>
              <a:gdLst/>
              <a:ahLst/>
              <a:cxnLst/>
              <a:rect l="l" t="t" r="r" b="b"/>
              <a:pathLst>
                <a:path w="79" h="111" extrusionOk="0">
                  <a:moveTo>
                    <a:pt x="16" y="0"/>
                  </a:moveTo>
                  <a:lnTo>
                    <a:pt x="16" y="32"/>
                  </a:lnTo>
                  <a:lnTo>
                    <a:pt x="1" y="63"/>
                  </a:lnTo>
                  <a:lnTo>
                    <a:pt x="1" y="79"/>
                  </a:lnTo>
                  <a:lnTo>
                    <a:pt x="32" y="111"/>
                  </a:lnTo>
                  <a:lnTo>
                    <a:pt x="47" y="111"/>
                  </a:lnTo>
                  <a:cubicBezTo>
                    <a:pt x="64" y="111"/>
                    <a:pt x="79" y="95"/>
                    <a:pt x="79" y="79"/>
                  </a:cubicBezTo>
                  <a:lnTo>
                    <a:pt x="79" y="32"/>
                  </a:lnTo>
                  <a:lnTo>
                    <a:pt x="79" y="32"/>
                  </a:lnTo>
                  <a:lnTo>
                    <a:pt x="64" y="32"/>
                  </a:lnTo>
                  <a:lnTo>
                    <a:pt x="47" y="32"/>
                  </a:lnTo>
                  <a:cubicBezTo>
                    <a:pt x="32" y="16"/>
                    <a:pt x="16" y="16"/>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55" name="Google Shape;3755;p46"/>
            <p:cNvSpPr/>
            <p:nvPr/>
          </p:nvSpPr>
          <p:spPr>
            <a:xfrm>
              <a:off x="3088290" y="1800785"/>
              <a:ext cx="4039" cy="3021"/>
            </a:xfrm>
            <a:custGeom>
              <a:avLst/>
              <a:gdLst/>
              <a:ahLst/>
              <a:cxnLst/>
              <a:rect l="l" t="t" r="r" b="b"/>
              <a:pathLst>
                <a:path w="127" h="95" extrusionOk="0">
                  <a:moveTo>
                    <a:pt x="80" y="0"/>
                  </a:moveTo>
                  <a:lnTo>
                    <a:pt x="80" y="0"/>
                  </a:lnTo>
                  <a:lnTo>
                    <a:pt x="64" y="0"/>
                  </a:lnTo>
                  <a:lnTo>
                    <a:pt x="32" y="32"/>
                  </a:lnTo>
                  <a:cubicBezTo>
                    <a:pt x="17" y="32"/>
                    <a:pt x="1" y="48"/>
                    <a:pt x="17" y="63"/>
                  </a:cubicBezTo>
                  <a:cubicBezTo>
                    <a:pt x="17" y="79"/>
                    <a:pt x="32" y="95"/>
                    <a:pt x="49" y="95"/>
                  </a:cubicBezTo>
                  <a:lnTo>
                    <a:pt x="49" y="95"/>
                  </a:lnTo>
                  <a:lnTo>
                    <a:pt x="64" y="95"/>
                  </a:lnTo>
                  <a:lnTo>
                    <a:pt x="80" y="95"/>
                  </a:lnTo>
                  <a:cubicBezTo>
                    <a:pt x="95" y="95"/>
                    <a:pt x="112" y="95"/>
                    <a:pt x="112" y="79"/>
                  </a:cubicBezTo>
                  <a:lnTo>
                    <a:pt x="112" y="48"/>
                  </a:lnTo>
                  <a:cubicBezTo>
                    <a:pt x="127" y="32"/>
                    <a:pt x="112" y="16"/>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56" name="Google Shape;3756;p46"/>
            <p:cNvSpPr/>
            <p:nvPr/>
          </p:nvSpPr>
          <p:spPr>
            <a:xfrm>
              <a:off x="3206090" y="1788254"/>
              <a:ext cx="3021" cy="3053"/>
            </a:xfrm>
            <a:custGeom>
              <a:avLst/>
              <a:gdLst/>
              <a:ahLst/>
              <a:cxnLst/>
              <a:rect l="l" t="t" r="r" b="b"/>
              <a:pathLst>
                <a:path w="95" h="96" extrusionOk="0">
                  <a:moveTo>
                    <a:pt x="63" y="1"/>
                  </a:moveTo>
                  <a:lnTo>
                    <a:pt x="47" y="1"/>
                  </a:lnTo>
                  <a:cubicBezTo>
                    <a:pt x="47" y="1"/>
                    <a:pt x="32" y="1"/>
                    <a:pt x="32" y="16"/>
                  </a:cubicBezTo>
                  <a:lnTo>
                    <a:pt x="15" y="16"/>
                  </a:lnTo>
                  <a:lnTo>
                    <a:pt x="0" y="47"/>
                  </a:lnTo>
                  <a:cubicBezTo>
                    <a:pt x="0" y="64"/>
                    <a:pt x="0" y="95"/>
                    <a:pt x="15" y="95"/>
                  </a:cubicBezTo>
                  <a:lnTo>
                    <a:pt x="32" y="95"/>
                  </a:lnTo>
                  <a:cubicBezTo>
                    <a:pt x="47" y="95"/>
                    <a:pt x="63" y="95"/>
                    <a:pt x="63" y="79"/>
                  </a:cubicBezTo>
                  <a:lnTo>
                    <a:pt x="95" y="47"/>
                  </a:lnTo>
                  <a:cubicBezTo>
                    <a:pt x="95" y="32"/>
                    <a:pt x="95" y="16"/>
                    <a:pt x="78" y="16"/>
                  </a:cubicBez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57" name="Google Shape;3757;p46"/>
            <p:cNvSpPr/>
            <p:nvPr/>
          </p:nvSpPr>
          <p:spPr>
            <a:xfrm>
              <a:off x="3318326" y="1776232"/>
              <a:ext cx="3021" cy="4039"/>
            </a:xfrm>
            <a:custGeom>
              <a:avLst/>
              <a:gdLst/>
              <a:ahLst/>
              <a:cxnLst/>
              <a:rect l="l" t="t" r="r" b="b"/>
              <a:pathLst>
                <a:path w="95" h="127" extrusionOk="0">
                  <a:moveTo>
                    <a:pt x="32" y="1"/>
                  </a:moveTo>
                  <a:lnTo>
                    <a:pt x="32" y="1"/>
                  </a:lnTo>
                  <a:lnTo>
                    <a:pt x="32" y="1"/>
                  </a:lnTo>
                  <a:cubicBezTo>
                    <a:pt x="16" y="1"/>
                    <a:pt x="0" y="32"/>
                    <a:pt x="0" y="47"/>
                  </a:cubicBezTo>
                  <a:lnTo>
                    <a:pt x="16" y="95"/>
                  </a:lnTo>
                  <a:lnTo>
                    <a:pt x="16" y="110"/>
                  </a:lnTo>
                  <a:cubicBezTo>
                    <a:pt x="16" y="110"/>
                    <a:pt x="32" y="127"/>
                    <a:pt x="47" y="127"/>
                  </a:cubicBezTo>
                  <a:lnTo>
                    <a:pt x="47" y="127"/>
                  </a:lnTo>
                  <a:lnTo>
                    <a:pt x="63" y="127"/>
                  </a:lnTo>
                  <a:cubicBezTo>
                    <a:pt x="79" y="127"/>
                    <a:pt x="95" y="110"/>
                    <a:pt x="79" y="95"/>
                  </a:cubicBezTo>
                  <a:cubicBezTo>
                    <a:pt x="79" y="95"/>
                    <a:pt x="79" y="110"/>
                    <a:pt x="63" y="110"/>
                  </a:cubicBezTo>
                  <a:lnTo>
                    <a:pt x="63" y="110"/>
                  </a:lnTo>
                  <a:cubicBezTo>
                    <a:pt x="47" y="110"/>
                    <a:pt x="32" y="95"/>
                    <a:pt x="16" y="79"/>
                  </a:cubicBezTo>
                  <a:lnTo>
                    <a:pt x="16" y="47"/>
                  </a:lnTo>
                  <a:cubicBezTo>
                    <a:pt x="0" y="32"/>
                    <a:pt x="16" y="16"/>
                    <a:pt x="32"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58" name="Google Shape;3758;p46"/>
            <p:cNvSpPr/>
            <p:nvPr/>
          </p:nvSpPr>
          <p:spPr>
            <a:xfrm>
              <a:off x="3118376" y="1799767"/>
              <a:ext cx="2544" cy="3053"/>
            </a:xfrm>
            <a:custGeom>
              <a:avLst/>
              <a:gdLst/>
              <a:ahLst/>
              <a:cxnLst/>
              <a:rect l="l" t="t" r="r" b="b"/>
              <a:pathLst>
                <a:path w="80" h="96" extrusionOk="0">
                  <a:moveTo>
                    <a:pt x="32" y="1"/>
                  </a:moveTo>
                  <a:lnTo>
                    <a:pt x="32" y="1"/>
                  </a:lnTo>
                  <a:lnTo>
                    <a:pt x="32" y="1"/>
                  </a:lnTo>
                  <a:cubicBezTo>
                    <a:pt x="17" y="1"/>
                    <a:pt x="0" y="17"/>
                    <a:pt x="0" y="32"/>
                  </a:cubicBezTo>
                  <a:lnTo>
                    <a:pt x="0" y="64"/>
                  </a:lnTo>
                  <a:cubicBezTo>
                    <a:pt x="0" y="80"/>
                    <a:pt x="17" y="95"/>
                    <a:pt x="32" y="95"/>
                  </a:cubicBezTo>
                  <a:lnTo>
                    <a:pt x="32" y="95"/>
                  </a:lnTo>
                  <a:lnTo>
                    <a:pt x="63" y="95"/>
                  </a:lnTo>
                  <a:cubicBezTo>
                    <a:pt x="48" y="80"/>
                    <a:pt x="48" y="64"/>
                    <a:pt x="48" y="48"/>
                  </a:cubicBezTo>
                  <a:cubicBezTo>
                    <a:pt x="48" y="32"/>
                    <a:pt x="63" y="32"/>
                    <a:pt x="80" y="32"/>
                  </a:cubicBezTo>
                  <a:cubicBezTo>
                    <a:pt x="80"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59" name="Google Shape;3759;p46"/>
            <p:cNvSpPr/>
            <p:nvPr/>
          </p:nvSpPr>
          <p:spPr>
            <a:xfrm>
              <a:off x="3196549" y="1792261"/>
              <a:ext cx="4039" cy="2035"/>
            </a:xfrm>
            <a:custGeom>
              <a:avLst/>
              <a:gdLst/>
              <a:ahLst/>
              <a:cxnLst/>
              <a:rect l="l" t="t" r="r" b="b"/>
              <a:pathLst>
                <a:path w="127" h="64" extrusionOk="0">
                  <a:moveTo>
                    <a:pt x="48" y="1"/>
                  </a:moveTo>
                  <a:lnTo>
                    <a:pt x="63" y="1"/>
                  </a:lnTo>
                  <a:cubicBezTo>
                    <a:pt x="63" y="16"/>
                    <a:pt x="48" y="32"/>
                    <a:pt x="32" y="32"/>
                  </a:cubicBezTo>
                  <a:lnTo>
                    <a:pt x="17" y="47"/>
                  </a:lnTo>
                  <a:lnTo>
                    <a:pt x="0" y="47"/>
                  </a:lnTo>
                  <a:cubicBezTo>
                    <a:pt x="0" y="64"/>
                    <a:pt x="17" y="64"/>
                    <a:pt x="32" y="64"/>
                  </a:cubicBezTo>
                  <a:lnTo>
                    <a:pt x="95" y="64"/>
                  </a:lnTo>
                  <a:cubicBezTo>
                    <a:pt x="111" y="64"/>
                    <a:pt x="126" y="47"/>
                    <a:pt x="126" y="32"/>
                  </a:cubicBezTo>
                  <a:lnTo>
                    <a:pt x="126" y="32"/>
                  </a:lnTo>
                  <a:cubicBezTo>
                    <a:pt x="126" y="16"/>
                    <a:pt x="111" y="1"/>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60" name="Google Shape;3760;p46"/>
            <p:cNvSpPr/>
            <p:nvPr/>
          </p:nvSpPr>
          <p:spPr>
            <a:xfrm>
              <a:off x="3039185" y="1806796"/>
              <a:ext cx="4039" cy="4548"/>
            </a:xfrm>
            <a:custGeom>
              <a:avLst/>
              <a:gdLst/>
              <a:ahLst/>
              <a:cxnLst/>
              <a:rect l="l" t="t" r="r" b="b"/>
              <a:pathLst>
                <a:path w="127" h="143" extrusionOk="0">
                  <a:moveTo>
                    <a:pt x="95" y="0"/>
                  </a:moveTo>
                  <a:lnTo>
                    <a:pt x="80" y="0"/>
                  </a:lnTo>
                  <a:lnTo>
                    <a:pt x="64" y="16"/>
                  </a:lnTo>
                  <a:lnTo>
                    <a:pt x="17" y="48"/>
                  </a:lnTo>
                  <a:lnTo>
                    <a:pt x="17" y="63"/>
                  </a:lnTo>
                  <a:lnTo>
                    <a:pt x="1" y="95"/>
                  </a:lnTo>
                  <a:cubicBezTo>
                    <a:pt x="1" y="111"/>
                    <a:pt x="17" y="143"/>
                    <a:pt x="32" y="143"/>
                  </a:cubicBezTo>
                  <a:lnTo>
                    <a:pt x="49" y="143"/>
                  </a:lnTo>
                  <a:cubicBezTo>
                    <a:pt x="64" y="143"/>
                    <a:pt x="80" y="126"/>
                    <a:pt x="80" y="111"/>
                  </a:cubicBezTo>
                  <a:lnTo>
                    <a:pt x="80" y="95"/>
                  </a:lnTo>
                  <a:lnTo>
                    <a:pt x="112" y="63"/>
                  </a:lnTo>
                  <a:cubicBezTo>
                    <a:pt x="127" y="48"/>
                    <a:pt x="127" y="32"/>
                    <a:pt x="112" y="16"/>
                  </a:cubicBezTo>
                  <a:cubicBezTo>
                    <a:pt x="112"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61" name="Google Shape;3761;p46"/>
            <p:cNvSpPr/>
            <p:nvPr/>
          </p:nvSpPr>
          <p:spPr>
            <a:xfrm>
              <a:off x="3193051" y="1790735"/>
              <a:ext cx="5534" cy="3053"/>
            </a:xfrm>
            <a:custGeom>
              <a:avLst/>
              <a:gdLst/>
              <a:ahLst/>
              <a:cxnLst/>
              <a:rect l="l" t="t" r="r" b="b"/>
              <a:pathLst>
                <a:path w="174" h="96" extrusionOk="0">
                  <a:moveTo>
                    <a:pt x="32" y="1"/>
                  </a:moveTo>
                  <a:lnTo>
                    <a:pt x="32" y="1"/>
                  </a:lnTo>
                  <a:lnTo>
                    <a:pt x="16" y="17"/>
                  </a:lnTo>
                  <a:cubicBezTo>
                    <a:pt x="0" y="17"/>
                    <a:pt x="0" y="32"/>
                    <a:pt x="0" y="64"/>
                  </a:cubicBezTo>
                  <a:lnTo>
                    <a:pt x="16" y="64"/>
                  </a:lnTo>
                  <a:cubicBezTo>
                    <a:pt x="32" y="95"/>
                    <a:pt x="47" y="95"/>
                    <a:pt x="79" y="95"/>
                  </a:cubicBezTo>
                  <a:lnTo>
                    <a:pt x="110" y="95"/>
                  </a:lnTo>
                  <a:lnTo>
                    <a:pt x="127" y="95"/>
                  </a:lnTo>
                  <a:lnTo>
                    <a:pt x="142" y="80"/>
                  </a:lnTo>
                  <a:cubicBezTo>
                    <a:pt x="158" y="80"/>
                    <a:pt x="173" y="64"/>
                    <a:pt x="173" y="49"/>
                  </a:cubicBezTo>
                  <a:lnTo>
                    <a:pt x="158" y="49"/>
                  </a:lnTo>
                  <a:cubicBezTo>
                    <a:pt x="158" y="32"/>
                    <a:pt x="158" y="17"/>
                    <a:pt x="142" y="17"/>
                  </a:cubicBezTo>
                  <a:lnTo>
                    <a:pt x="127" y="17"/>
                  </a:lnTo>
                  <a:lnTo>
                    <a:pt x="127" y="17"/>
                  </a:lnTo>
                  <a:cubicBezTo>
                    <a:pt x="127" y="17"/>
                    <a:pt x="110" y="17"/>
                    <a:pt x="110" y="32"/>
                  </a:cubicBezTo>
                  <a:lnTo>
                    <a:pt x="95" y="32"/>
                  </a:lnTo>
                  <a:lnTo>
                    <a:pt x="79" y="32"/>
                  </a:lnTo>
                  <a:lnTo>
                    <a:pt x="79" y="32"/>
                  </a:lnTo>
                  <a:cubicBezTo>
                    <a:pt x="79" y="32"/>
                    <a:pt x="63" y="32"/>
                    <a:pt x="63" y="17"/>
                  </a:cubicBez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62" name="Google Shape;3762;p46"/>
            <p:cNvSpPr/>
            <p:nvPr/>
          </p:nvSpPr>
          <p:spPr>
            <a:xfrm>
              <a:off x="3419557" y="1777727"/>
              <a:ext cx="3498" cy="2544"/>
            </a:xfrm>
            <a:custGeom>
              <a:avLst/>
              <a:gdLst/>
              <a:ahLst/>
              <a:cxnLst/>
              <a:rect l="l" t="t" r="r" b="b"/>
              <a:pathLst>
                <a:path w="110" h="80" extrusionOk="0">
                  <a:moveTo>
                    <a:pt x="32" y="0"/>
                  </a:moveTo>
                  <a:lnTo>
                    <a:pt x="32" y="0"/>
                  </a:lnTo>
                  <a:cubicBezTo>
                    <a:pt x="15" y="17"/>
                    <a:pt x="0" y="17"/>
                    <a:pt x="0" y="32"/>
                  </a:cubicBezTo>
                  <a:lnTo>
                    <a:pt x="0" y="63"/>
                  </a:lnTo>
                  <a:cubicBezTo>
                    <a:pt x="15" y="63"/>
                    <a:pt x="15" y="80"/>
                    <a:pt x="32" y="80"/>
                  </a:cubicBezTo>
                  <a:lnTo>
                    <a:pt x="47" y="80"/>
                  </a:lnTo>
                  <a:lnTo>
                    <a:pt x="63" y="80"/>
                  </a:lnTo>
                  <a:lnTo>
                    <a:pt x="63" y="80"/>
                  </a:lnTo>
                  <a:cubicBezTo>
                    <a:pt x="95" y="80"/>
                    <a:pt x="110" y="63"/>
                    <a:pt x="110" y="48"/>
                  </a:cubicBezTo>
                  <a:cubicBezTo>
                    <a:pt x="110" y="32"/>
                    <a:pt x="95" y="17"/>
                    <a:pt x="78" y="17"/>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63" name="Google Shape;3763;p46"/>
            <p:cNvSpPr/>
            <p:nvPr/>
          </p:nvSpPr>
          <p:spPr>
            <a:xfrm>
              <a:off x="3412019" y="1777250"/>
              <a:ext cx="3530" cy="4516"/>
            </a:xfrm>
            <a:custGeom>
              <a:avLst/>
              <a:gdLst/>
              <a:ahLst/>
              <a:cxnLst/>
              <a:rect l="l" t="t" r="r" b="b"/>
              <a:pathLst>
                <a:path w="111" h="142" extrusionOk="0">
                  <a:moveTo>
                    <a:pt x="32" y="0"/>
                  </a:moveTo>
                  <a:lnTo>
                    <a:pt x="32" y="0"/>
                  </a:lnTo>
                  <a:cubicBezTo>
                    <a:pt x="16" y="0"/>
                    <a:pt x="0" y="15"/>
                    <a:pt x="0" y="32"/>
                  </a:cubicBezTo>
                  <a:lnTo>
                    <a:pt x="0" y="47"/>
                  </a:lnTo>
                  <a:cubicBezTo>
                    <a:pt x="0" y="63"/>
                    <a:pt x="16" y="63"/>
                    <a:pt x="16" y="63"/>
                  </a:cubicBezTo>
                  <a:lnTo>
                    <a:pt x="32" y="78"/>
                  </a:lnTo>
                  <a:lnTo>
                    <a:pt x="32" y="110"/>
                  </a:lnTo>
                  <a:lnTo>
                    <a:pt x="32" y="110"/>
                  </a:lnTo>
                  <a:cubicBezTo>
                    <a:pt x="32" y="126"/>
                    <a:pt x="48" y="126"/>
                    <a:pt x="48" y="141"/>
                  </a:cubicBezTo>
                  <a:lnTo>
                    <a:pt x="63" y="141"/>
                  </a:lnTo>
                  <a:lnTo>
                    <a:pt x="63" y="141"/>
                  </a:lnTo>
                  <a:lnTo>
                    <a:pt x="63" y="141"/>
                  </a:lnTo>
                  <a:lnTo>
                    <a:pt x="79" y="141"/>
                  </a:lnTo>
                  <a:cubicBezTo>
                    <a:pt x="95" y="126"/>
                    <a:pt x="111" y="126"/>
                    <a:pt x="111" y="110"/>
                  </a:cubicBezTo>
                  <a:lnTo>
                    <a:pt x="111" y="95"/>
                  </a:lnTo>
                  <a:lnTo>
                    <a:pt x="111" y="95"/>
                  </a:lnTo>
                  <a:lnTo>
                    <a:pt x="111" y="47"/>
                  </a:lnTo>
                  <a:cubicBezTo>
                    <a:pt x="111" y="32"/>
                    <a:pt x="95" y="32"/>
                    <a:pt x="95" y="15"/>
                  </a:cubicBezTo>
                  <a:lnTo>
                    <a:pt x="79" y="15"/>
                  </a:lnTo>
                  <a:lnTo>
                    <a:pt x="63"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64" name="Google Shape;3764;p46"/>
            <p:cNvSpPr/>
            <p:nvPr/>
          </p:nvSpPr>
          <p:spPr>
            <a:xfrm>
              <a:off x="3078812" y="1807304"/>
              <a:ext cx="2512" cy="3021"/>
            </a:xfrm>
            <a:custGeom>
              <a:avLst/>
              <a:gdLst/>
              <a:ahLst/>
              <a:cxnLst/>
              <a:rect l="l" t="t" r="r" b="b"/>
              <a:pathLst>
                <a:path w="79" h="95" extrusionOk="0">
                  <a:moveTo>
                    <a:pt x="47" y="0"/>
                  </a:moveTo>
                  <a:lnTo>
                    <a:pt x="47" y="0"/>
                  </a:lnTo>
                  <a:lnTo>
                    <a:pt x="47" y="0"/>
                  </a:lnTo>
                  <a:lnTo>
                    <a:pt x="47" y="0"/>
                  </a:lnTo>
                  <a:cubicBezTo>
                    <a:pt x="32" y="0"/>
                    <a:pt x="32" y="0"/>
                    <a:pt x="32" y="16"/>
                  </a:cubicBezTo>
                  <a:lnTo>
                    <a:pt x="15" y="16"/>
                  </a:lnTo>
                  <a:cubicBezTo>
                    <a:pt x="0" y="32"/>
                    <a:pt x="0" y="32"/>
                    <a:pt x="0" y="47"/>
                  </a:cubicBezTo>
                  <a:lnTo>
                    <a:pt x="0" y="63"/>
                  </a:lnTo>
                  <a:cubicBezTo>
                    <a:pt x="0" y="79"/>
                    <a:pt x="15" y="79"/>
                    <a:pt x="15" y="79"/>
                  </a:cubicBezTo>
                  <a:lnTo>
                    <a:pt x="15" y="79"/>
                  </a:lnTo>
                  <a:lnTo>
                    <a:pt x="32" y="95"/>
                  </a:lnTo>
                  <a:lnTo>
                    <a:pt x="47" y="95"/>
                  </a:lnTo>
                  <a:lnTo>
                    <a:pt x="78" y="95"/>
                  </a:lnTo>
                  <a:lnTo>
                    <a:pt x="63" y="95"/>
                  </a:lnTo>
                  <a:cubicBezTo>
                    <a:pt x="63" y="79"/>
                    <a:pt x="63" y="63"/>
                    <a:pt x="78" y="47"/>
                  </a:cubicBezTo>
                  <a:lnTo>
                    <a:pt x="78" y="47"/>
                  </a:lnTo>
                  <a:lnTo>
                    <a:pt x="78" y="47"/>
                  </a:lnTo>
                  <a:lnTo>
                    <a:pt x="78" y="16"/>
                  </a:lnTo>
                  <a:cubicBezTo>
                    <a:pt x="63" y="0"/>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65" name="Google Shape;3765;p46"/>
            <p:cNvSpPr/>
            <p:nvPr/>
          </p:nvSpPr>
          <p:spPr>
            <a:xfrm>
              <a:off x="3186022" y="1797286"/>
              <a:ext cx="3053" cy="3530"/>
            </a:xfrm>
            <a:custGeom>
              <a:avLst/>
              <a:gdLst/>
              <a:ahLst/>
              <a:cxnLst/>
              <a:rect l="l" t="t" r="r" b="b"/>
              <a:pathLst>
                <a:path w="96" h="111" extrusionOk="0">
                  <a:moveTo>
                    <a:pt x="64" y="0"/>
                  </a:moveTo>
                  <a:lnTo>
                    <a:pt x="64" y="0"/>
                  </a:lnTo>
                  <a:cubicBezTo>
                    <a:pt x="48" y="0"/>
                    <a:pt x="32" y="15"/>
                    <a:pt x="32" y="32"/>
                  </a:cubicBezTo>
                  <a:lnTo>
                    <a:pt x="16" y="63"/>
                  </a:lnTo>
                  <a:lnTo>
                    <a:pt x="16" y="63"/>
                  </a:lnTo>
                  <a:lnTo>
                    <a:pt x="16" y="63"/>
                  </a:lnTo>
                  <a:cubicBezTo>
                    <a:pt x="1" y="79"/>
                    <a:pt x="1" y="95"/>
                    <a:pt x="16" y="110"/>
                  </a:cubicBezTo>
                  <a:lnTo>
                    <a:pt x="32" y="110"/>
                  </a:lnTo>
                  <a:lnTo>
                    <a:pt x="48" y="110"/>
                  </a:lnTo>
                  <a:cubicBezTo>
                    <a:pt x="48" y="110"/>
                    <a:pt x="64" y="110"/>
                    <a:pt x="79" y="95"/>
                  </a:cubicBezTo>
                  <a:lnTo>
                    <a:pt x="79" y="79"/>
                  </a:lnTo>
                  <a:lnTo>
                    <a:pt x="79" y="63"/>
                  </a:lnTo>
                  <a:lnTo>
                    <a:pt x="95" y="63"/>
                  </a:lnTo>
                  <a:lnTo>
                    <a:pt x="95" y="47"/>
                  </a:lnTo>
                  <a:cubicBezTo>
                    <a:pt x="95" y="32"/>
                    <a:pt x="95" y="15"/>
                    <a:pt x="7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66" name="Google Shape;3766;p46"/>
            <p:cNvSpPr/>
            <p:nvPr/>
          </p:nvSpPr>
          <p:spPr>
            <a:xfrm>
              <a:off x="3386958" y="1777250"/>
              <a:ext cx="5565" cy="3021"/>
            </a:xfrm>
            <a:custGeom>
              <a:avLst/>
              <a:gdLst/>
              <a:ahLst/>
              <a:cxnLst/>
              <a:rect l="l" t="t" r="r" b="b"/>
              <a:pathLst>
                <a:path w="175" h="95" extrusionOk="0">
                  <a:moveTo>
                    <a:pt x="80" y="0"/>
                  </a:moveTo>
                  <a:lnTo>
                    <a:pt x="80" y="15"/>
                  </a:lnTo>
                  <a:lnTo>
                    <a:pt x="17" y="15"/>
                  </a:lnTo>
                  <a:cubicBezTo>
                    <a:pt x="17" y="15"/>
                    <a:pt x="0" y="32"/>
                    <a:pt x="0" y="47"/>
                  </a:cubicBezTo>
                  <a:lnTo>
                    <a:pt x="0" y="47"/>
                  </a:lnTo>
                  <a:lnTo>
                    <a:pt x="0" y="63"/>
                  </a:lnTo>
                  <a:cubicBezTo>
                    <a:pt x="0" y="78"/>
                    <a:pt x="17" y="95"/>
                    <a:pt x="32" y="95"/>
                  </a:cubicBezTo>
                  <a:lnTo>
                    <a:pt x="48" y="78"/>
                  </a:lnTo>
                  <a:lnTo>
                    <a:pt x="143" y="63"/>
                  </a:lnTo>
                  <a:cubicBezTo>
                    <a:pt x="158" y="63"/>
                    <a:pt x="158" y="63"/>
                    <a:pt x="158" y="47"/>
                  </a:cubicBezTo>
                  <a:cubicBezTo>
                    <a:pt x="174" y="47"/>
                    <a:pt x="174" y="32"/>
                    <a:pt x="174" y="15"/>
                  </a:cubicBezTo>
                  <a:lnTo>
                    <a:pt x="174" y="15"/>
                  </a:lnTo>
                  <a:lnTo>
                    <a:pt x="174" y="15"/>
                  </a:lnTo>
                  <a:cubicBezTo>
                    <a:pt x="158" y="15"/>
                    <a:pt x="158" y="32"/>
                    <a:pt x="143" y="32"/>
                  </a:cubicBezTo>
                  <a:lnTo>
                    <a:pt x="111" y="32"/>
                  </a:lnTo>
                  <a:lnTo>
                    <a:pt x="111" y="32"/>
                  </a:lnTo>
                  <a:cubicBezTo>
                    <a:pt x="95" y="32"/>
                    <a:pt x="80" y="15"/>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67" name="Google Shape;3767;p46"/>
            <p:cNvSpPr/>
            <p:nvPr/>
          </p:nvSpPr>
          <p:spPr>
            <a:xfrm>
              <a:off x="3268680" y="1766214"/>
              <a:ext cx="4580" cy="3530"/>
            </a:xfrm>
            <a:custGeom>
              <a:avLst/>
              <a:gdLst/>
              <a:ahLst/>
              <a:cxnLst/>
              <a:rect l="l" t="t" r="r" b="b"/>
              <a:pathLst>
                <a:path w="144" h="111" extrusionOk="0">
                  <a:moveTo>
                    <a:pt x="112" y="1"/>
                  </a:moveTo>
                  <a:lnTo>
                    <a:pt x="112" y="1"/>
                  </a:lnTo>
                  <a:cubicBezTo>
                    <a:pt x="112" y="1"/>
                    <a:pt x="95" y="1"/>
                    <a:pt x="95" y="16"/>
                  </a:cubicBezTo>
                  <a:lnTo>
                    <a:pt x="80" y="16"/>
                  </a:lnTo>
                  <a:lnTo>
                    <a:pt x="80" y="16"/>
                  </a:lnTo>
                  <a:lnTo>
                    <a:pt x="17" y="47"/>
                  </a:lnTo>
                  <a:cubicBezTo>
                    <a:pt x="1" y="64"/>
                    <a:pt x="1" y="79"/>
                    <a:pt x="1" y="95"/>
                  </a:cubicBezTo>
                  <a:cubicBezTo>
                    <a:pt x="17" y="95"/>
                    <a:pt x="17" y="79"/>
                    <a:pt x="17" y="79"/>
                  </a:cubicBezTo>
                  <a:lnTo>
                    <a:pt x="32" y="79"/>
                  </a:lnTo>
                  <a:lnTo>
                    <a:pt x="49" y="95"/>
                  </a:lnTo>
                  <a:lnTo>
                    <a:pt x="64" y="110"/>
                  </a:lnTo>
                  <a:lnTo>
                    <a:pt x="112" y="79"/>
                  </a:lnTo>
                  <a:lnTo>
                    <a:pt x="127" y="64"/>
                  </a:lnTo>
                  <a:cubicBezTo>
                    <a:pt x="143" y="64"/>
                    <a:pt x="143" y="64"/>
                    <a:pt x="143" y="47"/>
                  </a:cubicBezTo>
                  <a:lnTo>
                    <a:pt x="143" y="32"/>
                  </a:lnTo>
                  <a:cubicBezTo>
                    <a:pt x="143" y="16"/>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68" name="Google Shape;3768;p46"/>
            <p:cNvSpPr/>
            <p:nvPr/>
          </p:nvSpPr>
          <p:spPr>
            <a:xfrm>
              <a:off x="3078812" y="1813792"/>
              <a:ext cx="3021" cy="3053"/>
            </a:xfrm>
            <a:custGeom>
              <a:avLst/>
              <a:gdLst/>
              <a:ahLst/>
              <a:cxnLst/>
              <a:rect l="l" t="t" r="r" b="b"/>
              <a:pathLst>
                <a:path w="95" h="96" extrusionOk="0">
                  <a:moveTo>
                    <a:pt x="32" y="1"/>
                  </a:moveTo>
                  <a:lnTo>
                    <a:pt x="32" y="1"/>
                  </a:lnTo>
                  <a:lnTo>
                    <a:pt x="15" y="1"/>
                  </a:lnTo>
                  <a:cubicBezTo>
                    <a:pt x="0" y="17"/>
                    <a:pt x="0" y="32"/>
                    <a:pt x="15" y="49"/>
                  </a:cubicBezTo>
                  <a:lnTo>
                    <a:pt x="32" y="80"/>
                  </a:lnTo>
                  <a:cubicBezTo>
                    <a:pt x="32" y="95"/>
                    <a:pt x="47" y="95"/>
                    <a:pt x="63" y="95"/>
                  </a:cubicBezTo>
                  <a:lnTo>
                    <a:pt x="78" y="95"/>
                  </a:lnTo>
                  <a:lnTo>
                    <a:pt x="78" y="95"/>
                  </a:lnTo>
                  <a:cubicBezTo>
                    <a:pt x="95" y="80"/>
                    <a:pt x="95" y="64"/>
                    <a:pt x="78" y="49"/>
                  </a:cubicBezTo>
                  <a:lnTo>
                    <a:pt x="63" y="17"/>
                  </a:lnTo>
                  <a:lnTo>
                    <a:pt x="63" y="17"/>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69" name="Google Shape;3769;p46"/>
            <p:cNvSpPr/>
            <p:nvPr/>
          </p:nvSpPr>
          <p:spPr>
            <a:xfrm>
              <a:off x="3175495" y="1801294"/>
              <a:ext cx="3021" cy="3021"/>
            </a:xfrm>
            <a:custGeom>
              <a:avLst/>
              <a:gdLst/>
              <a:ahLst/>
              <a:cxnLst/>
              <a:rect l="l" t="t" r="r" b="b"/>
              <a:pathLst>
                <a:path w="95" h="95" extrusionOk="0">
                  <a:moveTo>
                    <a:pt x="48" y="0"/>
                  </a:moveTo>
                  <a:lnTo>
                    <a:pt x="48" y="0"/>
                  </a:lnTo>
                  <a:cubicBezTo>
                    <a:pt x="32" y="0"/>
                    <a:pt x="32" y="16"/>
                    <a:pt x="17" y="16"/>
                  </a:cubicBezTo>
                  <a:lnTo>
                    <a:pt x="17" y="32"/>
                  </a:lnTo>
                  <a:lnTo>
                    <a:pt x="0" y="47"/>
                  </a:lnTo>
                  <a:cubicBezTo>
                    <a:pt x="0" y="63"/>
                    <a:pt x="0" y="79"/>
                    <a:pt x="17" y="79"/>
                  </a:cubicBezTo>
                  <a:cubicBezTo>
                    <a:pt x="17" y="95"/>
                    <a:pt x="17" y="95"/>
                    <a:pt x="32" y="95"/>
                  </a:cubicBezTo>
                  <a:lnTo>
                    <a:pt x="32" y="95"/>
                  </a:lnTo>
                  <a:lnTo>
                    <a:pt x="48" y="95"/>
                  </a:lnTo>
                  <a:cubicBezTo>
                    <a:pt x="48" y="95"/>
                    <a:pt x="63" y="95"/>
                    <a:pt x="80" y="79"/>
                  </a:cubicBezTo>
                  <a:lnTo>
                    <a:pt x="80" y="79"/>
                  </a:lnTo>
                  <a:lnTo>
                    <a:pt x="80" y="47"/>
                  </a:lnTo>
                  <a:cubicBezTo>
                    <a:pt x="95" y="32"/>
                    <a:pt x="95" y="32"/>
                    <a:pt x="80" y="32"/>
                  </a:cubicBezTo>
                  <a:cubicBezTo>
                    <a:pt x="80" y="16"/>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70" name="Google Shape;3770;p46"/>
            <p:cNvSpPr/>
            <p:nvPr/>
          </p:nvSpPr>
          <p:spPr>
            <a:xfrm>
              <a:off x="3158448" y="1805301"/>
              <a:ext cx="3053" cy="4516"/>
            </a:xfrm>
            <a:custGeom>
              <a:avLst/>
              <a:gdLst/>
              <a:ahLst/>
              <a:cxnLst/>
              <a:rect l="l" t="t" r="r" b="b"/>
              <a:pathLst>
                <a:path w="96" h="142" extrusionOk="0">
                  <a:moveTo>
                    <a:pt x="49" y="0"/>
                  </a:moveTo>
                  <a:lnTo>
                    <a:pt x="49" y="0"/>
                  </a:lnTo>
                  <a:cubicBezTo>
                    <a:pt x="32" y="0"/>
                    <a:pt x="32" y="16"/>
                    <a:pt x="17" y="32"/>
                  </a:cubicBezTo>
                  <a:lnTo>
                    <a:pt x="17" y="47"/>
                  </a:lnTo>
                  <a:lnTo>
                    <a:pt x="1" y="79"/>
                  </a:lnTo>
                  <a:lnTo>
                    <a:pt x="1" y="110"/>
                  </a:lnTo>
                  <a:lnTo>
                    <a:pt x="1" y="126"/>
                  </a:lnTo>
                  <a:lnTo>
                    <a:pt x="32" y="126"/>
                  </a:lnTo>
                  <a:lnTo>
                    <a:pt x="64" y="142"/>
                  </a:lnTo>
                  <a:lnTo>
                    <a:pt x="64" y="142"/>
                  </a:lnTo>
                  <a:lnTo>
                    <a:pt x="64" y="142"/>
                  </a:lnTo>
                  <a:cubicBezTo>
                    <a:pt x="80" y="126"/>
                    <a:pt x="95" y="126"/>
                    <a:pt x="95" y="110"/>
                  </a:cubicBezTo>
                  <a:lnTo>
                    <a:pt x="95" y="79"/>
                  </a:lnTo>
                  <a:lnTo>
                    <a:pt x="80" y="79"/>
                  </a:lnTo>
                  <a:lnTo>
                    <a:pt x="80" y="47"/>
                  </a:lnTo>
                  <a:cubicBezTo>
                    <a:pt x="95" y="32"/>
                    <a:pt x="80" y="16"/>
                    <a:pt x="64"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71" name="Google Shape;3771;p46"/>
            <p:cNvSpPr/>
            <p:nvPr/>
          </p:nvSpPr>
          <p:spPr>
            <a:xfrm>
              <a:off x="3388961" y="1815319"/>
              <a:ext cx="6551" cy="3530"/>
            </a:xfrm>
            <a:custGeom>
              <a:avLst/>
              <a:gdLst/>
              <a:ahLst/>
              <a:cxnLst/>
              <a:rect l="l" t="t" r="r" b="b"/>
              <a:pathLst>
                <a:path w="206" h="111" extrusionOk="0">
                  <a:moveTo>
                    <a:pt x="48" y="1"/>
                  </a:moveTo>
                  <a:lnTo>
                    <a:pt x="32" y="1"/>
                  </a:lnTo>
                  <a:cubicBezTo>
                    <a:pt x="32" y="1"/>
                    <a:pt x="17" y="1"/>
                    <a:pt x="17" y="16"/>
                  </a:cubicBezTo>
                  <a:cubicBezTo>
                    <a:pt x="0" y="32"/>
                    <a:pt x="17" y="47"/>
                    <a:pt x="32" y="64"/>
                  </a:cubicBezTo>
                  <a:cubicBezTo>
                    <a:pt x="32" y="64"/>
                    <a:pt x="48" y="64"/>
                    <a:pt x="48" y="79"/>
                  </a:cubicBezTo>
                  <a:cubicBezTo>
                    <a:pt x="80" y="95"/>
                    <a:pt x="95" y="110"/>
                    <a:pt x="126" y="110"/>
                  </a:cubicBezTo>
                  <a:lnTo>
                    <a:pt x="143" y="110"/>
                  </a:lnTo>
                  <a:lnTo>
                    <a:pt x="206" y="110"/>
                  </a:lnTo>
                  <a:lnTo>
                    <a:pt x="206" y="95"/>
                  </a:lnTo>
                  <a:lnTo>
                    <a:pt x="206" y="95"/>
                  </a:lnTo>
                  <a:lnTo>
                    <a:pt x="206" y="95"/>
                  </a:lnTo>
                  <a:lnTo>
                    <a:pt x="206" y="95"/>
                  </a:lnTo>
                  <a:cubicBezTo>
                    <a:pt x="206" y="47"/>
                    <a:pt x="158" y="47"/>
                    <a:pt x="143" y="32"/>
                  </a:cubicBezTo>
                  <a:lnTo>
                    <a:pt x="143" y="32"/>
                  </a:lnTo>
                  <a:lnTo>
                    <a:pt x="111" y="32"/>
                  </a:lnTo>
                  <a:lnTo>
                    <a:pt x="95" y="16"/>
                  </a:lnTo>
                  <a:cubicBezTo>
                    <a:pt x="80" y="16"/>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72" name="Google Shape;3772;p46"/>
            <p:cNvSpPr/>
            <p:nvPr/>
          </p:nvSpPr>
          <p:spPr>
            <a:xfrm>
              <a:off x="3033174" y="1819803"/>
              <a:ext cx="4580" cy="3562"/>
            </a:xfrm>
            <a:custGeom>
              <a:avLst/>
              <a:gdLst/>
              <a:ahLst/>
              <a:cxnLst/>
              <a:rect l="l" t="t" r="r" b="b"/>
              <a:pathLst>
                <a:path w="144" h="112" extrusionOk="0">
                  <a:moveTo>
                    <a:pt x="112" y="1"/>
                  </a:moveTo>
                  <a:lnTo>
                    <a:pt x="112" y="1"/>
                  </a:lnTo>
                  <a:cubicBezTo>
                    <a:pt x="95" y="1"/>
                    <a:pt x="95" y="1"/>
                    <a:pt x="95" y="17"/>
                  </a:cubicBezTo>
                  <a:lnTo>
                    <a:pt x="49" y="32"/>
                  </a:lnTo>
                  <a:lnTo>
                    <a:pt x="32" y="49"/>
                  </a:lnTo>
                  <a:cubicBezTo>
                    <a:pt x="17" y="64"/>
                    <a:pt x="1" y="95"/>
                    <a:pt x="17" y="95"/>
                  </a:cubicBezTo>
                  <a:lnTo>
                    <a:pt x="17" y="112"/>
                  </a:lnTo>
                  <a:lnTo>
                    <a:pt x="32" y="112"/>
                  </a:lnTo>
                  <a:lnTo>
                    <a:pt x="49" y="112"/>
                  </a:lnTo>
                  <a:lnTo>
                    <a:pt x="64" y="112"/>
                  </a:lnTo>
                  <a:lnTo>
                    <a:pt x="112" y="80"/>
                  </a:lnTo>
                  <a:lnTo>
                    <a:pt x="127" y="64"/>
                  </a:lnTo>
                  <a:lnTo>
                    <a:pt x="127" y="64"/>
                  </a:lnTo>
                  <a:cubicBezTo>
                    <a:pt x="143" y="49"/>
                    <a:pt x="143" y="32"/>
                    <a:pt x="143" y="17"/>
                  </a:cubicBezTo>
                  <a:lnTo>
                    <a:pt x="127" y="17"/>
                  </a:lnTo>
                  <a:cubicBezTo>
                    <a:pt x="127" y="1"/>
                    <a:pt x="112"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73" name="Google Shape;3773;p46"/>
            <p:cNvSpPr/>
            <p:nvPr/>
          </p:nvSpPr>
          <p:spPr>
            <a:xfrm>
              <a:off x="3354391" y="1779731"/>
              <a:ext cx="2035" cy="3562"/>
            </a:xfrm>
            <a:custGeom>
              <a:avLst/>
              <a:gdLst/>
              <a:ahLst/>
              <a:cxnLst/>
              <a:rect l="l" t="t" r="r" b="b"/>
              <a:pathLst>
                <a:path w="64" h="112" extrusionOk="0">
                  <a:moveTo>
                    <a:pt x="32" y="0"/>
                  </a:moveTo>
                  <a:lnTo>
                    <a:pt x="32" y="0"/>
                  </a:lnTo>
                  <a:cubicBezTo>
                    <a:pt x="16" y="17"/>
                    <a:pt x="1" y="32"/>
                    <a:pt x="1" y="48"/>
                  </a:cubicBezTo>
                  <a:lnTo>
                    <a:pt x="1" y="80"/>
                  </a:lnTo>
                  <a:cubicBezTo>
                    <a:pt x="1" y="95"/>
                    <a:pt x="16" y="111"/>
                    <a:pt x="32" y="111"/>
                  </a:cubicBezTo>
                  <a:lnTo>
                    <a:pt x="32" y="111"/>
                  </a:lnTo>
                  <a:cubicBezTo>
                    <a:pt x="64" y="111"/>
                    <a:pt x="64" y="95"/>
                    <a:pt x="64" y="63"/>
                  </a:cubicBezTo>
                  <a:lnTo>
                    <a:pt x="64" y="32"/>
                  </a:lnTo>
                  <a:cubicBezTo>
                    <a:pt x="64"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74" name="Google Shape;3774;p46"/>
            <p:cNvSpPr/>
            <p:nvPr/>
          </p:nvSpPr>
          <p:spPr>
            <a:xfrm>
              <a:off x="3277235" y="1788254"/>
              <a:ext cx="3021" cy="3053"/>
            </a:xfrm>
            <a:custGeom>
              <a:avLst/>
              <a:gdLst/>
              <a:ahLst/>
              <a:cxnLst/>
              <a:rect l="l" t="t" r="r" b="b"/>
              <a:pathLst>
                <a:path w="95" h="96" extrusionOk="0">
                  <a:moveTo>
                    <a:pt x="63" y="1"/>
                  </a:moveTo>
                  <a:lnTo>
                    <a:pt x="63" y="1"/>
                  </a:lnTo>
                  <a:lnTo>
                    <a:pt x="47" y="1"/>
                  </a:lnTo>
                  <a:lnTo>
                    <a:pt x="16" y="32"/>
                  </a:lnTo>
                  <a:cubicBezTo>
                    <a:pt x="0" y="32"/>
                    <a:pt x="0" y="64"/>
                    <a:pt x="0" y="79"/>
                  </a:cubicBezTo>
                  <a:cubicBezTo>
                    <a:pt x="16" y="79"/>
                    <a:pt x="16" y="95"/>
                    <a:pt x="32" y="95"/>
                  </a:cubicBezTo>
                  <a:lnTo>
                    <a:pt x="47" y="79"/>
                  </a:lnTo>
                  <a:lnTo>
                    <a:pt x="79" y="64"/>
                  </a:lnTo>
                  <a:cubicBezTo>
                    <a:pt x="95" y="47"/>
                    <a:pt x="95" y="32"/>
                    <a:pt x="95" y="16"/>
                  </a:cubicBezTo>
                  <a:cubicBezTo>
                    <a:pt x="79"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75" name="Google Shape;3775;p46"/>
            <p:cNvSpPr/>
            <p:nvPr/>
          </p:nvSpPr>
          <p:spPr>
            <a:xfrm>
              <a:off x="3299275" y="1786727"/>
              <a:ext cx="3530" cy="4039"/>
            </a:xfrm>
            <a:custGeom>
              <a:avLst/>
              <a:gdLst/>
              <a:ahLst/>
              <a:cxnLst/>
              <a:rect l="l" t="t" r="r" b="b"/>
              <a:pathLst>
                <a:path w="111" h="127" extrusionOk="0">
                  <a:moveTo>
                    <a:pt x="64" y="1"/>
                  </a:moveTo>
                  <a:lnTo>
                    <a:pt x="64" y="17"/>
                  </a:lnTo>
                  <a:lnTo>
                    <a:pt x="47" y="17"/>
                  </a:lnTo>
                  <a:cubicBezTo>
                    <a:pt x="47" y="17"/>
                    <a:pt x="32" y="32"/>
                    <a:pt x="32" y="49"/>
                  </a:cubicBezTo>
                  <a:lnTo>
                    <a:pt x="16" y="49"/>
                  </a:lnTo>
                  <a:cubicBezTo>
                    <a:pt x="1" y="64"/>
                    <a:pt x="1" y="80"/>
                    <a:pt x="1" y="95"/>
                  </a:cubicBezTo>
                  <a:cubicBezTo>
                    <a:pt x="1" y="112"/>
                    <a:pt x="16" y="127"/>
                    <a:pt x="32" y="127"/>
                  </a:cubicBezTo>
                  <a:lnTo>
                    <a:pt x="47" y="112"/>
                  </a:lnTo>
                  <a:lnTo>
                    <a:pt x="95" y="95"/>
                  </a:lnTo>
                  <a:cubicBezTo>
                    <a:pt x="110" y="95"/>
                    <a:pt x="110" y="64"/>
                    <a:pt x="110" y="49"/>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76" name="Google Shape;3776;p46"/>
            <p:cNvSpPr/>
            <p:nvPr/>
          </p:nvSpPr>
          <p:spPr>
            <a:xfrm>
              <a:off x="3235127" y="1793279"/>
              <a:ext cx="3053" cy="3021"/>
            </a:xfrm>
            <a:custGeom>
              <a:avLst/>
              <a:gdLst/>
              <a:ahLst/>
              <a:cxnLst/>
              <a:rect l="l" t="t" r="r" b="b"/>
              <a:pathLst>
                <a:path w="96" h="95" extrusionOk="0">
                  <a:moveTo>
                    <a:pt x="64" y="0"/>
                  </a:moveTo>
                  <a:lnTo>
                    <a:pt x="48" y="0"/>
                  </a:lnTo>
                  <a:cubicBezTo>
                    <a:pt x="48" y="0"/>
                    <a:pt x="32" y="0"/>
                    <a:pt x="32" y="15"/>
                  </a:cubicBezTo>
                  <a:lnTo>
                    <a:pt x="16" y="47"/>
                  </a:lnTo>
                  <a:cubicBezTo>
                    <a:pt x="1" y="63"/>
                    <a:pt x="16" y="95"/>
                    <a:pt x="32" y="95"/>
                  </a:cubicBezTo>
                  <a:lnTo>
                    <a:pt x="48" y="95"/>
                  </a:lnTo>
                  <a:cubicBezTo>
                    <a:pt x="64" y="95"/>
                    <a:pt x="79" y="95"/>
                    <a:pt x="79" y="78"/>
                  </a:cubicBezTo>
                  <a:lnTo>
                    <a:pt x="95" y="47"/>
                  </a:lnTo>
                  <a:cubicBezTo>
                    <a:pt x="95" y="32"/>
                    <a:pt x="95"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77" name="Google Shape;3777;p46"/>
            <p:cNvSpPr/>
            <p:nvPr/>
          </p:nvSpPr>
          <p:spPr>
            <a:xfrm>
              <a:off x="3420034" y="1797763"/>
              <a:ext cx="4039" cy="4039"/>
            </a:xfrm>
            <a:custGeom>
              <a:avLst/>
              <a:gdLst/>
              <a:ahLst/>
              <a:cxnLst/>
              <a:rect l="l" t="t" r="r" b="b"/>
              <a:pathLst>
                <a:path w="127" h="127" extrusionOk="0">
                  <a:moveTo>
                    <a:pt x="80" y="0"/>
                  </a:moveTo>
                  <a:lnTo>
                    <a:pt x="80" y="0"/>
                  </a:lnTo>
                  <a:cubicBezTo>
                    <a:pt x="63" y="0"/>
                    <a:pt x="63" y="0"/>
                    <a:pt x="63" y="17"/>
                  </a:cubicBezTo>
                  <a:lnTo>
                    <a:pt x="63" y="17"/>
                  </a:lnTo>
                  <a:lnTo>
                    <a:pt x="17" y="48"/>
                  </a:lnTo>
                  <a:cubicBezTo>
                    <a:pt x="0" y="48"/>
                    <a:pt x="0" y="64"/>
                    <a:pt x="0" y="80"/>
                  </a:cubicBezTo>
                  <a:cubicBezTo>
                    <a:pt x="0" y="95"/>
                    <a:pt x="17" y="95"/>
                    <a:pt x="32" y="111"/>
                  </a:cubicBezTo>
                  <a:lnTo>
                    <a:pt x="80" y="127"/>
                  </a:lnTo>
                  <a:lnTo>
                    <a:pt x="80" y="127"/>
                  </a:lnTo>
                  <a:lnTo>
                    <a:pt x="95" y="127"/>
                  </a:lnTo>
                  <a:lnTo>
                    <a:pt x="111" y="127"/>
                  </a:lnTo>
                  <a:cubicBezTo>
                    <a:pt x="111" y="111"/>
                    <a:pt x="126" y="111"/>
                    <a:pt x="126" y="95"/>
                  </a:cubicBezTo>
                  <a:lnTo>
                    <a:pt x="126" y="95"/>
                  </a:lnTo>
                  <a:cubicBezTo>
                    <a:pt x="126" y="80"/>
                    <a:pt x="126" y="64"/>
                    <a:pt x="111" y="64"/>
                  </a:cubicBezTo>
                  <a:lnTo>
                    <a:pt x="111" y="17"/>
                  </a:lnTo>
                  <a:cubicBezTo>
                    <a:pt x="95"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78" name="Google Shape;3778;p46"/>
            <p:cNvSpPr/>
            <p:nvPr/>
          </p:nvSpPr>
          <p:spPr>
            <a:xfrm>
              <a:off x="3247658" y="1816814"/>
              <a:ext cx="3021" cy="3021"/>
            </a:xfrm>
            <a:custGeom>
              <a:avLst/>
              <a:gdLst/>
              <a:ahLst/>
              <a:cxnLst/>
              <a:rect l="l" t="t" r="r" b="b"/>
              <a:pathLst>
                <a:path w="95" h="95" extrusionOk="0">
                  <a:moveTo>
                    <a:pt x="48" y="0"/>
                  </a:moveTo>
                  <a:cubicBezTo>
                    <a:pt x="48" y="17"/>
                    <a:pt x="48" y="17"/>
                    <a:pt x="32" y="32"/>
                  </a:cubicBezTo>
                  <a:lnTo>
                    <a:pt x="17" y="32"/>
                  </a:lnTo>
                  <a:lnTo>
                    <a:pt x="0" y="32"/>
                  </a:lnTo>
                  <a:lnTo>
                    <a:pt x="0" y="48"/>
                  </a:lnTo>
                  <a:lnTo>
                    <a:pt x="32" y="80"/>
                  </a:lnTo>
                  <a:lnTo>
                    <a:pt x="48" y="95"/>
                  </a:lnTo>
                  <a:cubicBezTo>
                    <a:pt x="63" y="95"/>
                    <a:pt x="63" y="80"/>
                    <a:pt x="80" y="80"/>
                  </a:cubicBezTo>
                  <a:cubicBezTo>
                    <a:pt x="95" y="80"/>
                    <a:pt x="95" y="48"/>
                    <a:pt x="80" y="32"/>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79" name="Google Shape;3779;p46"/>
            <p:cNvSpPr/>
            <p:nvPr/>
          </p:nvSpPr>
          <p:spPr>
            <a:xfrm>
              <a:off x="3431578" y="1795760"/>
              <a:ext cx="3021" cy="3021"/>
            </a:xfrm>
            <a:custGeom>
              <a:avLst/>
              <a:gdLst/>
              <a:ahLst/>
              <a:cxnLst/>
              <a:rect l="l" t="t" r="r" b="b"/>
              <a:pathLst>
                <a:path w="95" h="95" extrusionOk="0">
                  <a:moveTo>
                    <a:pt x="63" y="0"/>
                  </a:moveTo>
                  <a:lnTo>
                    <a:pt x="63" y="0"/>
                  </a:lnTo>
                  <a:lnTo>
                    <a:pt x="47" y="17"/>
                  </a:lnTo>
                  <a:lnTo>
                    <a:pt x="15" y="32"/>
                  </a:lnTo>
                  <a:cubicBezTo>
                    <a:pt x="0" y="48"/>
                    <a:pt x="0" y="63"/>
                    <a:pt x="0" y="80"/>
                  </a:cubicBezTo>
                  <a:cubicBezTo>
                    <a:pt x="15" y="95"/>
                    <a:pt x="15" y="95"/>
                    <a:pt x="32" y="95"/>
                  </a:cubicBezTo>
                  <a:lnTo>
                    <a:pt x="47" y="95"/>
                  </a:lnTo>
                  <a:lnTo>
                    <a:pt x="78" y="63"/>
                  </a:lnTo>
                  <a:cubicBezTo>
                    <a:pt x="95" y="63"/>
                    <a:pt x="95" y="32"/>
                    <a:pt x="95" y="17"/>
                  </a:cubicBezTo>
                  <a:cubicBezTo>
                    <a:pt x="78" y="17"/>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80" name="Google Shape;3780;p46"/>
            <p:cNvSpPr/>
            <p:nvPr/>
          </p:nvSpPr>
          <p:spPr>
            <a:xfrm>
              <a:off x="3440579" y="1797763"/>
              <a:ext cx="4039" cy="3562"/>
            </a:xfrm>
            <a:custGeom>
              <a:avLst/>
              <a:gdLst/>
              <a:ahLst/>
              <a:cxnLst/>
              <a:rect l="l" t="t" r="r" b="b"/>
              <a:pathLst>
                <a:path w="127" h="112" extrusionOk="0">
                  <a:moveTo>
                    <a:pt x="47" y="0"/>
                  </a:moveTo>
                  <a:lnTo>
                    <a:pt x="47" y="0"/>
                  </a:lnTo>
                  <a:cubicBezTo>
                    <a:pt x="32" y="0"/>
                    <a:pt x="16" y="0"/>
                    <a:pt x="16" y="17"/>
                  </a:cubicBezTo>
                  <a:cubicBezTo>
                    <a:pt x="1" y="32"/>
                    <a:pt x="1" y="48"/>
                    <a:pt x="16" y="64"/>
                  </a:cubicBezTo>
                  <a:lnTo>
                    <a:pt x="16" y="64"/>
                  </a:lnTo>
                  <a:lnTo>
                    <a:pt x="64" y="95"/>
                  </a:lnTo>
                  <a:lnTo>
                    <a:pt x="79" y="111"/>
                  </a:lnTo>
                  <a:lnTo>
                    <a:pt x="79" y="111"/>
                  </a:lnTo>
                  <a:cubicBezTo>
                    <a:pt x="95" y="111"/>
                    <a:pt x="110" y="95"/>
                    <a:pt x="110" y="95"/>
                  </a:cubicBezTo>
                  <a:lnTo>
                    <a:pt x="110" y="80"/>
                  </a:lnTo>
                  <a:cubicBezTo>
                    <a:pt x="127" y="80"/>
                    <a:pt x="127" y="64"/>
                    <a:pt x="110" y="48"/>
                  </a:cubicBezTo>
                  <a:lnTo>
                    <a:pt x="110" y="48"/>
                  </a:lnTo>
                  <a:lnTo>
                    <a:pt x="110" y="48"/>
                  </a:lnTo>
                  <a:lnTo>
                    <a:pt x="64" y="17"/>
                  </a:lnTo>
                  <a:cubicBezTo>
                    <a:pt x="64" y="0"/>
                    <a:pt x="64"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81" name="Google Shape;3781;p46"/>
            <p:cNvSpPr/>
            <p:nvPr/>
          </p:nvSpPr>
          <p:spPr>
            <a:xfrm>
              <a:off x="3269698" y="1815796"/>
              <a:ext cx="3021" cy="3562"/>
            </a:xfrm>
            <a:custGeom>
              <a:avLst/>
              <a:gdLst/>
              <a:ahLst/>
              <a:cxnLst/>
              <a:rect l="l" t="t" r="r" b="b"/>
              <a:pathLst>
                <a:path w="95" h="112" extrusionOk="0">
                  <a:moveTo>
                    <a:pt x="48" y="1"/>
                  </a:moveTo>
                  <a:lnTo>
                    <a:pt x="48" y="1"/>
                  </a:lnTo>
                  <a:cubicBezTo>
                    <a:pt x="32" y="1"/>
                    <a:pt x="32" y="17"/>
                    <a:pt x="17" y="32"/>
                  </a:cubicBezTo>
                  <a:lnTo>
                    <a:pt x="17" y="49"/>
                  </a:lnTo>
                  <a:lnTo>
                    <a:pt x="0" y="64"/>
                  </a:lnTo>
                  <a:cubicBezTo>
                    <a:pt x="0" y="80"/>
                    <a:pt x="17" y="95"/>
                    <a:pt x="32" y="95"/>
                  </a:cubicBezTo>
                  <a:lnTo>
                    <a:pt x="32" y="112"/>
                  </a:lnTo>
                  <a:cubicBezTo>
                    <a:pt x="48" y="112"/>
                    <a:pt x="63" y="95"/>
                    <a:pt x="80" y="80"/>
                  </a:cubicBezTo>
                  <a:lnTo>
                    <a:pt x="80" y="64"/>
                  </a:lnTo>
                  <a:lnTo>
                    <a:pt x="80" y="49"/>
                  </a:lnTo>
                  <a:cubicBezTo>
                    <a:pt x="95" y="32"/>
                    <a:pt x="80"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82" name="Google Shape;3782;p46"/>
            <p:cNvSpPr/>
            <p:nvPr/>
          </p:nvSpPr>
          <p:spPr>
            <a:xfrm>
              <a:off x="3396499" y="1803774"/>
              <a:ext cx="3021" cy="2544"/>
            </a:xfrm>
            <a:custGeom>
              <a:avLst/>
              <a:gdLst/>
              <a:ahLst/>
              <a:cxnLst/>
              <a:rect l="l" t="t" r="r" b="b"/>
              <a:pathLst>
                <a:path w="95" h="80" extrusionOk="0">
                  <a:moveTo>
                    <a:pt x="63" y="1"/>
                  </a:moveTo>
                  <a:lnTo>
                    <a:pt x="47" y="1"/>
                  </a:lnTo>
                  <a:lnTo>
                    <a:pt x="47" y="1"/>
                  </a:lnTo>
                  <a:lnTo>
                    <a:pt x="32" y="1"/>
                  </a:lnTo>
                  <a:cubicBezTo>
                    <a:pt x="15" y="1"/>
                    <a:pt x="0" y="17"/>
                    <a:pt x="0" y="17"/>
                  </a:cubicBezTo>
                  <a:lnTo>
                    <a:pt x="0" y="17"/>
                  </a:lnTo>
                  <a:lnTo>
                    <a:pt x="0" y="48"/>
                  </a:lnTo>
                  <a:lnTo>
                    <a:pt x="0" y="48"/>
                  </a:lnTo>
                  <a:cubicBezTo>
                    <a:pt x="0" y="64"/>
                    <a:pt x="15" y="80"/>
                    <a:pt x="32" y="80"/>
                  </a:cubicBezTo>
                  <a:lnTo>
                    <a:pt x="32" y="80"/>
                  </a:lnTo>
                  <a:lnTo>
                    <a:pt x="32" y="80"/>
                  </a:lnTo>
                  <a:lnTo>
                    <a:pt x="63" y="64"/>
                  </a:lnTo>
                  <a:cubicBezTo>
                    <a:pt x="78" y="64"/>
                    <a:pt x="78" y="64"/>
                    <a:pt x="95" y="48"/>
                  </a:cubicBezTo>
                  <a:lnTo>
                    <a:pt x="95" y="32"/>
                  </a:lnTo>
                  <a:cubicBezTo>
                    <a:pt x="95" y="17"/>
                    <a:pt x="95"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83" name="Google Shape;3783;p46"/>
            <p:cNvSpPr/>
            <p:nvPr/>
          </p:nvSpPr>
          <p:spPr>
            <a:xfrm>
              <a:off x="3387944" y="1804283"/>
              <a:ext cx="4580" cy="3530"/>
            </a:xfrm>
            <a:custGeom>
              <a:avLst/>
              <a:gdLst/>
              <a:ahLst/>
              <a:cxnLst/>
              <a:rect l="l" t="t" r="r" b="b"/>
              <a:pathLst>
                <a:path w="144" h="111" extrusionOk="0">
                  <a:moveTo>
                    <a:pt x="64" y="1"/>
                  </a:moveTo>
                  <a:lnTo>
                    <a:pt x="64" y="1"/>
                  </a:lnTo>
                  <a:cubicBezTo>
                    <a:pt x="49" y="1"/>
                    <a:pt x="32" y="16"/>
                    <a:pt x="32" y="16"/>
                  </a:cubicBezTo>
                  <a:lnTo>
                    <a:pt x="17" y="48"/>
                  </a:lnTo>
                  <a:lnTo>
                    <a:pt x="17" y="64"/>
                  </a:lnTo>
                  <a:cubicBezTo>
                    <a:pt x="17" y="64"/>
                    <a:pt x="1" y="79"/>
                    <a:pt x="17" y="79"/>
                  </a:cubicBezTo>
                  <a:cubicBezTo>
                    <a:pt x="17" y="95"/>
                    <a:pt x="17" y="95"/>
                    <a:pt x="32" y="95"/>
                  </a:cubicBezTo>
                  <a:cubicBezTo>
                    <a:pt x="32" y="111"/>
                    <a:pt x="32" y="111"/>
                    <a:pt x="49" y="111"/>
                  </a:cubicBezTo>
                  <a:cubicBezTo>
                    <a:pt x="49" y="111"/>
                    <a:pt x="64" y="95"/>
                    <a:pt x="80" y="95"/>
                  </a:cubicBezTo>
                  <a:lnTo>
                    <a:pt x="80" y="79"/>
                  </a:lnTo>
                  <a:lnTo>
                    <a:pt x="80" y="79"/>
                  </a:lnTo>
                  <a:lnTo>
                    <a:pt x="95" y="79"/>
                  </a:lnTo>
                  <a:lnTo>
                    <a:pt x="95" y="79"/>
                  </a:lnTo>
                  <a:cubicBezTo>
                    <a:pt x="112" y="79"/>
                    <a:pt x="127" y="79"/>
                    <a:pt x="127" y="64"/>
                  </a:cubicBezTo>
                  <a:cubicBezTo>
                    <a:pt x="143" y="48"/>
                    <a:pt x="127" y="32"/>
                    <a:pt x="112" y="16"/>
                  </a:cubicBezTo>
                  <a:lnTo>
                    <a:pt x="95" y="16"/>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84" name="Google Shape;3784;p46"/>
            <p:cNvSpPr/>
            <p:nvPr/>
          </p:nvSpPr>
          <p:spPr>
            <a:xfrm>
              <a:off x="3266676" y="1817323"/>
              <a:ext cx="3053" cy="3530"/>
            </a:xfrm>
            <a:custGeom>
              <a:avLst/>
              <a:gdLst/>
              <a:ahLst/>
              <a:cxnLst/>
              <a:rect l="l" t="t" r="r" b="b"/>
              <a:pathLst>
                <a:path w="96" h="111" extrusionOk="0">
                  <a:moveTo>
                    <a:pt x="32" y="1"/>
                  </a:moveTo>
                  <a:lnTo>
                    <a:pt x="32" y="1"/>
                  </a:lnTo>
                  <a:lnTo>
                    <a:pt x="17" y="16"/>
                  </a:lnTo>
                  <a:cubicBezTo>
                    <a:pt x="1" y="16"/>
                    <a:pt x="1" y="47"/>
                    <a:pt x="1" y="64"/>
                  </a:cubicBezTo>
                  <a:lnTo>
                    <a:pt x="32" y="95"/>
                  </a:lnTo>
                  <a:lnTo>
                    <a:pt x="32" y="95"/>
                  </a:lnTo>
                  <a:lnTo>
                    <a:pt x="49" y="95"/>
                  </a:lnTo>
                  <a:lnTo>
                    <a:pt x="49" y="110"/>
                  </a:lnTo>
                  <a:cubicBezTo>
                    <a:pt x="64" y="110"/>
                    <a:pt x="64" y="95"/>
                    <a:pt x="80" y="95"/>
                  </a:cubicBezTo>
                  <a:lnTo>
                    <a:pt x="80" y="95"/>
                  </a:lnTo>
                  <a:cubicBezTo>
                    <a:pt x="95" y="79"/>
                    <a:pt x="95" y="64"/>
                    <a:pt x="80" y="47"/>
                  </a:cubicBezTo>
                  <a:lnTo>
                    <a:pt x="80" y="47"/>
                  </a:lnTo>
                  <a:lnTo>
                    <a:pt x="64" y="16"/>
                  </a:lnTo>
                  <a:cubicBezTo>
                    <a:pt x="64"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85" name="Google Shape;3785;p46"/>
            <p:cNvSpPr/>
            <p:nvPr/>
          </p:nvSpPr>
          <p:spPr>
            <a:xfrm>
              <a:off x="3312792" y="1810803"/>
              <a:ext cx="4548" cy="3562"/>
            </a:xfrm>
            <a:custGeom>
              <a:avLst/>
              <a:gdLst/>
              <a:ahLst/>
              <a:cxnLst/>
              <a:rect l="l" t="t" r="r" b="b"/>
              <a:pathLst>
                <a:path w="143" h="112" extrusionOk="0">
                  <a:moveTo>
                    <a:pt x="48" y="0"/>
                  </a:moveTo>
                  <a:lnTo>
                    <a:pt x="32" y="0"/>
                  </a:lnTo>
                  <a:cubicBezTo>
                    <a:pt x="32" y="0"/>
                    <a:pt x="17" y="0"/>
                    <a:pt x="17" y="17"/>
                  </a:cubicBezTo>
                  <a:cubicBezTo>
                    <a:pt x="0" y="32"/>
                    <a:pt x="0" y="48"/>
                    <a:pt x="17" y="63"/>
                  </a:cubicBezTo>
                  <a:lnTo>
                    <a:pt x="95" y="111"/>
                  </a:lnTo>
                  <a:lnTo>
                    <a:pt x="111" y="111"/>
                  </a:lnTo>
                  <a:cubicBezTo>
                    <a:pt x="111" y="111"/>
                    <a:pt x="126" y="111"/>
                    <a:pt x="143" y="95"/>
                  </a:cubicBezTo>
                  <a:cubicBezTo>
                    <a:pt x="143" y="80"/>
                    <a:pt x="143" y="63"/>
                    <a:pt x="126" y="48"/>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86" name="Google Shape;3786;p46"/>
            <p:cNvSpPr/>
            <p:nvPr/>
          </p:nvSpPr>
          <p:spPr>
            <a:xfrm>
              <a:off x="3287730" y="1813792"/>
              <a:ext cx="4039" cy="3053"/>
            </a:xfrm>
            <a:custGeom>
              <a:avLst/>
              <a:gdLst/>
              <a:ahLst/>
              <a:cxnLst/>
              <a:rect l="l" t="t" r="r" b="b"/>
              <a:pathLst>
                <a:path w="127" h="96" extrusionOk="0">
                  <a:moveTo>
                    <a:pt x="49" y="1"/>
                  </a:moveTo>
                  <a:lnTo>
                    <a:pt x="49" y="1"/>
                  </a:lnTo>
                  <a:lnTo>
                    <a:pt x="32" y="1"/>
                  </a:lnTo>
                  <a:cubicBezTo>
                    <a:pt x="17" y="1"/>
                    <a:pt x="17" y="1"/>
                    <a:pt x="17" y="17"/>
                  </a:cubicBezTo>
                  <a:cubicBezTo>
                    <a:pt x="17" y="17"/>
                    <a:pt x="1" y="32"/>
                    <a:pt x="17" y="49"/>
                  </a:cubicBezTo>
                  <a:lnTo>
                    <a:pt x="17" y="49"/>
                  </a:lnTo>
                  <a:lnTo>
                    <a:pt x="32" y="80"/>
                  </a:lnTo>
                  <a:cubicBezTo>
                    <a:pt x="32" y="95"/>
                    <a:pt x="49" y="95"/>
                    <a:pt x="64" y="95"/>
                  </a:cubicBezTo>
                  <a:lnTo>
                    <a:pt x="80" y="95"/>
                  </a:lnTo>
                  <a:lnTo>
                    <a:pt x="95" y="80"/>
                  </a:lnTo>
                  <a:cubicBezTo>
                    <a:pt x="112" y="64"/>
                    <a:pt x="127" y="64"/>
                    <a:pt x="127" y="49"/>
                  </a:cubicBezTo>
                  <a:cubicBezTo>
                    <a:pt x="127" y="32"/>
                    <a:pt x="112" y="17"/>
                    <a:pt x="112" y="17"/>
                  </a:cubicBezTo>
                  <a:lnTo>
                    <a:pt x="95"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87" name="Google Shape;3787;p46"/>
            <p:cNvSpPr/>
            <p:nvPr/>
          </p:nvSpPr>
          <p:spPr>
            <a:xfrm>
              <a:off x="3309293" y="1811789"/>
              <a:ext cx="4039" cy="3053"/>
            </a:xfrm>
            <a:custGeom>
              <a:avLst/>
              <a:gdLst/>
              <a:ahLst/>
              <a:cxnLst/>
              <a:rect l="l" t="t" r="r" b="b"/>
              <a:pathLst>
                <a:path w="127" h="96" extrusionOk="0">
                  <a:moveTo>
                    <a:pt x="32" y="1"/>
                  </a:moveTo>
                  <a:lnTo>
                    <a:pt x="32" y="1"/>
                  </a:lnTo>
                  <a:cubicBezTo>
                    <a:pt x="16" y="1"/>
                    <a:pt x="16" y="1"/>
                    <a:pt x="1" y="17"/>
                  </a:cubicBezTo>
                  <a:cubicBezTo>
                    <a:pt x="1" y="32"/>
                    <a:pt x="1" y="49"/>
                    <a:pt x="16" y="49"/>
                  </a:cubicBezTo>
                  <a:lnTo>
                    <a:pt x="16" y="64"/>
                  </a:lnTo>
                  <a:lnTo>
                    <a:pt x="64" y="80"/>
                  </a:lnTo>
                  <a:lnTo>
                    <a:pt x="79" y="95"/>
                  </a:lnTo>
                  <a:cubicBezTo>
                    <a:pt x="95" y="95"/>
                    <a:pt x="110" y="80"/>
                    <a:pt x="110" y="64"/>
                  </a:cubicBezTo>
                  <a:cubicBezTo>
                    <a:pt x="127" y="64"/>
                    <a:pt x="127" y="49"/>
                    <a:pt x="110" y="49"/>
                  </a:cubicBezTo>
                  <a:cubicBezTo>
                    <a:pt x="110" y="32"/>
                    <a:pt x="110" y="32"/>
                    <a:pt x="95"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88" name="Google Shape;3788;p46"/>
            <p:cNvSpPr/>
            <p:nvPr/>
          </p:nvSpPr>
          <p:spPr>
            <a:xfrm>
              <a:off x="3122892" y="1830839"/>
              <a:ext cx="3530" cy="2544"/>
            </a:xfrm>
            <a:custGeom>
              <a:avLst/>
              <a:gdLst/>
              <a:ahLst/>
              <a:cxnLst/>
              <a:rect l="l" t="t" r="r" b="b"/>
              <a:pathLst>
                <a:path w="111" h="80" extrusionOk="0">
                  <a:moveTo>
                    <a:pt x="64" y="0"/>
                  </a:moveTo>
                  <a:lnTo>
                    <a:pt x="64" y="0"/>
                  </a:lnTo>
                  <a:lnTo>
                    <a:pt x="47" y="0"/>
                  </a:lnTo>
                  <a:lnTo>
                    <a:pt x="16" y="17"/>
                  </a:lnTo>
                  <a:cubicBezTo>
                    <a:pt x="1" y="32"/>
                    <a:pt x="1" y="48"/>
                    <a:pt x="16" y="63"/>
                  </a:cubicBezTo>
                  <a:cubicBezTo>
                    <a:pt x="16" y="80"/>
                    <a:pt x="32" y="80"/>
                    <a:pt x="32" y="80"/>
                  </a:cubicBezTo>
                  <a:lnTo>
                    <a:pt x="64" y="80"/>
                  </a:lnTo>
                  <a:lnTo>
                    <a:pt x="79" y="63"/>
                  </a:lnTo>
                  <a:cubicBezTo>
                    <a:pt x="95" y="48"/>
                    <a:pt x="110"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89" name="Google Shape;3789;p46"/>
            <p:cNvSpPr/>
            <p:nvPr/>
          </p:nvSpPr>
          <p:spPr>
            <a:xfrm>
              <a:off x="3251665" y="1810803"/>
              <a:ext cx="3021" cy="3021"/>
            </a:xfrm>
            <a:custGeom>
              <a:avLst/>
              <a:gdLst/>
              <a:ahLst/>
              <a:cxnLst/>
              <a:rect l="l" t="t" r="r" b="b"/>
              <a:pathLst>
                <a:path w="95" h="95" extrusionOk="0">
                  <a:moveTo>
                    <a:pt x="32" y="0"/>
                  </a:moveTo>
                  <a:lnTo>
                    <a:pt x="32" y="0"/>
                  </a:lnTo>
                  <a:lnTo>
                    <a:pt x="17" y="0"/>
                  </a:lnTo>
                  <a:cubicBezTo>
                    <a:pt x="0" y="17"/>
                    <a:pt x="0" y="32"/>
                    <a:pt x="0" y="48"/>
                  </a:cubicBezTo>
                  <a:lnTo>
                    <a:pt x="17" y="80"/>
                  </a:lnTo>
                  <a:cubicBezTo>
                    <a:pt x="32" y="95"/>
                    <a:pt x="32" y="95"/>
                    <a:pt x="48" y="95"/>
                  </a:cubicBezTo>
                  <a:lnTo>
                    <a:pt x="63" y="95"/>
                  </a:lnTo>
                  <a:cubicBezTo>
                    <a:pt x="80" y="80"/>
                    <a:pt x="95" y="63"/>
                    <a:pt x="80" y="48"/>
                  </a:cubicBezTo>
                  <a:lnTo>
                    <a:pt x="63" y="17"/>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90" name="Google Shape;3790;p46"/>
            <p:cNvSpPr/>
            <p:nvPr/>
          </p:nvSpPr>
          <p:spPr>
            <a:xfrm>
              <a:off x="3249184" y="1807304"/>
              <a:ext cx="3021" cy="3530"/>
            </a:xfrm>
            <a:custGeom>
              <a:avLst/>
              <a:gdLst/>
              <a:ahLst/>
              <a:cxnLst/>
              <a:rect l="l" t="t" r="r" b="b"/>
              <a:pathLst>
                <a:path w="95" h="111" extrusionOk="0">
                  <a:moveTo>
                    <a:pt x="32" y="0"/>
                  </a:moveTo>
                  <a:lnTo>
                    <a:pt x="32" y="0"/>
                  </a:lnTo>
                  <a:cubicBezTo>
                    <a:pt x="32" y="0"/>
                    <a:pt x="32" y="16"/>
                    <a:pt x="15" y="16"/>
                  </a:cubicBezTo>
                  <a:cubicBezTo>
                    <a:pt x="0" y="16"/>
                    <a:pt x="0" y="47"/>
                    <a:pt x="15" y="63"/>
                  </a:cubicBezTo>
                  <a:lnTo>
                    <a:pt x="32" y="95"/>
                  </a:lnTo>
                  <a:cubicBezTo>
                    <a:pt x="32" y="95"/>
                    <a:pt x="47" y="110"/>
                    <a:pt x="63" y="110"/>
                  </a:cubicBezTo>
                  <a:cubicBezTo>
                    <a:pt x="63" y="110"/>
                    <a:pt x="63" y="95"/>
                    <a:pt x="78" y="95"/>
                  </a:cubicBezTo>
                  <a:cubicBezTo>
                    <a:pt x="95" y="95"/>
                    <a:pt x="95" y="63"/>
                    <a:pt x="78" y="47"/>
                  </a:cubicBezTo>
                  <a:lnTo>
                    <a:pt x="63" y="16"/>
                  </a:lnTo>
                  <a:cubicBezTo>
                    <a:pt x="63"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91" name="Google Shape;3791;p46"/>
            <p:cNvSpPr/>
            <p:nvPr/>
          </p:nvSpPr>
          <p:spPr>
            <a:xfrm>
              <a:off x="3446081" y="1793279"/>
              <a:ext cx="3562" cy="2512"/>
            </a:xfrm>
            <a:custGeom>
              <a:avLst/>
              <a:gdLst/>
              <a:ahLst/>
              <a:cxnLst/>
              <a:rect l="l" t="t" r="r" b="b"/>
              <a:pathLst>
                <a:path w="112" h="79" extrusionOk="0">
                  <a:moveTo>
                    <a:pt x="63" y="0"/>
                  </a:moveTo>
                  <a:lnTo>
                    <a:pt x="63" y="0"/>
                  </a:lnTo>
                  <a:lnTo>
                    <a:pt x="32" y="0"/>
                  </a:lnTo>
                  <a:lnTo>
                    <a:pt x="32" y="15"/>
                  </a:lnTo>
                  <a:lnTo>
                    <a:pt x="17" y="32"/>
                  </a:lnTo>
                  <a:cubicBezTo>
                    <a:pt x="0" y="47"/>
                    <a:pt x="17" y="63"/>
                    <a:pt x="17" y="78"/>
                  </a:cubicBezTo>
                  <a:lnTo>
                    <a:pt x="48" y="78"/>
                  </a:lnTo>
                  <a:lnTo>
                    <a:pt x="80" y="78"/>
                  </a:lnTo>
                  <a:lnTo>
                    <a:pt x="80" y="63"/>
                  </a:lnTo>
                  <a:lnTo>
                    <a:pt x="95" y="47"/>
                  </a:lnTo>
                  <a:cubicBezTo>
                    <a:pt x="111" y="32"/>
                    <a:pt x="95" y="15"/>
                    <a:pt x="95"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92" name="Google Shape;3792;p46"/>
            <p:cNvSpPr/>
            <p:nvPr/>
          </p:nvSpPr>
          <p:spPr>
            <a:xfrm>
              <a:off x="3246163" y="1813792"/>
              <a:ext cx="3053" cy="4039"/>
            </a:xfrm>
            <a:custGeom>
              <a:avLst/>
              <a:gdLst/>
              <a:ahLst/>
              <a:cxnLst/>
              <a:rect l="l" t="t" r="r" b="b"/>
              <a:pathLst>
                <a:path w="96" h="127" extrusionOk="0">
                  <a:moveTo>
                    <a:pt x="64" y="1"/>
                  </a:moveTo>
                  <a:cubicBezTo>
                    <a:pt x="64" y="1"/>
                    <a:pt x="47" y="1"/>
                    <a:pt x="47" y="17"/>
                  </a:cubicBezTo>
                  <a:lnTo>
                    <a:pt x="32" y="17"/>
                  </a:lnTo>
                  <a:cubicBezTo>
                    <a:pt x="16" y="17"/>
                    <a:pt x="16" y="17"/>
                    <a:pt x="16" y="1"/>
                  </a:cubicBezTo>
                  <a:lnTo>
                    <a:pt x="16" y="17"/>
                  </a:lnTo>
                  <a:lnTo>
                    <a:pt x="16" y="17"/>
                  </a:lnTo>
                  <a:lnTo>
                    <a:pt x="16" y="17"/>
                  </a:lnTo>
                  <a:lnTo>
                    <a:pt x="16" y="17"/>
                  </a:lnTo>
                  <a:lnTo>
                    <a:pt x="16" y="17"/>
                  </a:lnTo>
                  <a:lnTo>
                    <a:pt x="16" y="17"/>
                  </a:lnTo>
                  <a:lnTo>
                    <a:pt x="16" y="17"/>
                  </a:lnTo>
                  <a:cubicBezTo>
                    <a:pt x="1" y="17"/>
                    <a:pt x="1" y="32"/>
                    <a:pt x="16" y="32"/>
                  </a:cubicBezTo>
                  <a:lnTo>
                    <a:pt x="32" y="95"/>
                  </a:lnTo>
                  <a:cubicBezTo>
                    <a:pt x="32" y="112"/>
                    <a:pt x="47" y="112"/>
                    <a:pt x="47" y="127"/>
                  </a:cubicBezTo>
                  <a:lnTo>
                    <a:pt x="64" y="127"/>
                  </a:lnTo>
                  <a:lnTo>
                    <a:pt x="79" y="127"/>
                  </a:lnTo>
                  <a:cubicBezTo>
                    <a:pt x="95" y="112"/>
                    <a:pt x="95" y="112"/>
                    <a:pt x="95" y="95"/>
                  </a:cubicBezTo>
                  <a:lnTo>
                    <a:pt x="95" y="80"/>
                  </a:lnTo>
                  <a:lnTo>
                    <a:pt x="95" y="80"/>
                  </a:lnTo>
                  <a:lnTo>
                    <a:pt x="79" y="17"/>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93" name="Google Shape;3793;p46"/>
            <p:cNvSpPr/>
            <p:nvPr/>
          </p:nvSpPr>
          <p:spPr>
            <a:xfrm>
              <a:off x="3271701" y="1810803"/>
              <a:ext cx="3021" cy="3562"/>
            </a:xfrm>
            <a:custGeom>
              <a:avLst/>
              <a:gdLst/>
              <a:ahLst/>
              <a:cxnLst/>
              <a:rect l="l" t="t" r="r" b="b"/>
              <a:pathLst>
                <a:path w="95" h="112" extrusionOk="0">
                  <a:moveTo>
                    <a:pt x="48" y="0"/>
                  </a:moveTo>
                  <a:lnTo>
                    <a:pt x="48" y="0"/>
                  </a:lnTo>
                  <a:lnTo>
                    <a:pt x="32" y="0"/>
                  </a:lnTo>
                  <a:cubicBezTo>
                    <a:pt x="17" y="0"/>
                    <a:pt x="17" y="17"/>
                    <a:pt x="17" y="17"/>
                  </a:cubicBezTo>
                  <a:lnTo>
                    <a:pt x="17" y="32"/>
                  </a:lnTo>
                  <a:lnTo>
                    <a:pt x="0" y="63"/>
                  </a:lnTo>
                  <a:cubicBezTo>
                    <a:pt x="0" y="80"/>
                    <a:pt x="17" y="111"/>
                    <a:pt x="32" y="111"/>
                  </a:cubicBezTo>
                  <a:lnTo>
                    <a:pt x="32" y="111"/>
                  </a:lnTo>
                  <a:cubicBezTo>
                    <a:pt x="48" y="111"/>
                    <a:pt x="48" y="111"/>
                    <a:pt x="63" y="95"/>
                  </a:cubicBezTo>
                  <a:lnTo>
                    <a:pt x="63" y="80"/>
                  </a:lnTo>
                  <a:lnTo>
                    <a:pt x="80" y="80"/>
                  </a:lnTo>
                  <a:lnTo>
                    <a:pt x="80"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94" name="Google Shape;3794;p46"/>
            <p:cNvSpPr/>
            <p:nvPr/>
          </p:nvSpPr>
          <p:spPr>
            <a:xfrm>
              <a:off x="3415518" y="1787745"/>
              <a:ext cx="3053" cy="4039"/>
            </a:xfrm>
            <a:custGeom>
              <a:avLst/>
              <a:gdLst/>
              <a:ahLst/>
              <a:cxnLst/>
              <a:rect l="l" t="t" r="r" b="b"/>
              <a:pathLst>
                <a:path w="96" h="127" extrusionOk="0">
                  <a:moveTo>
                    <a:pt x="32" y="0"/>
                  </a:moveTo>
                  <a:lnTo>
                    <a:pt x="32" y="0"/>
                  </a:lnTo>
                  <a:cubicBezTo>
                    <a:pt x="16" y="0"/>
                    <a:pt x="16" y="17"/>
                    <a:pt x="1" y="17"/>
                  </a:cubicBezTo>
                  <a:lnTo>
                    <a:pt x="1" y="32"/>
                  </a:lnTo>
                  <a:cubicBezTo>
                    <a:pt x="1" y="48"/>
                    <a:pt x="1" y="63"/>
                    <a:pt x="16" y="80"/>
                  </a:cubicBezTo>
                  <a:lnTo>
                    <a:pt x="16" y="80"/>
                  </a:lnTo>
                  <a:lnTo>
                    <a:pt x="16" y="80"/>
                  </a:lnTo>
                  <a:lnTo>
                    <a:pt x="16" y="80"/>
                  </a:lnTo>
                  <a:cubicBezTo>
                    <a:pt x="16" y="95"/>
                    <a:pt x="32" y="126"/>
                    <a:pt x="48" y="126"/>
                  </a:cubicBezTo>
                  <a:lnTo>
                    <a:pt x="48" y="126"/>
                  </a:lnTo>
                  <a:cubicBezTo>
                    <a:pt x="64" y="126"/>
                    <a:pt x="79" y="111"/>
                    <a:pt x="96" y="95"/>
                  </a:cubicBezTo>
                  <a:lnTo>
                    <a:pt x="96" y="63"/>
                  </a:lnTo>
                  <a:lnTo>
                    <a:pt x="96" y="63"/>
                  </a:lnTo>
                  <a:cubicBezTo>
                    <a:pt x="96" y="48"/>
                    <a:pt x="96" y="17"/>
                    <a:pt x="79" y="17"/>
                  </a:cubicBezTo>
                  <a:lnTo>
                    <a:pt x="64" y="17"/>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95" name="Google Shape;3795;p46"/>
            <p:cNvSpPr/>
            <p:nvPr/>
          </p:nvSpPr>
          <p:spPr>
            <a:xfrm>
              <a:off x="3361419" y="1800785"/>
              <a:ext cx="3530" cy="2544"/>
            </a:xfrm>
            <a:custGeom>
              <a:avLst/>
              <a:gdLst/>
              <a:ahLst/>
              <a:cxnLst/>
              <a:rect l="l" t="t" r="r" b="b"/>
              <a:pathLst>
                <a:path w="111" h="80" extrusionOk="0">
                  <a:moveTo>
                    <a:pt x="32" y="0"/>
                  </a:moveTo>
                  <a:lnTo>
                    <a:pt x="32" y="0"/>
                  </a:lnTo>
                  <a:cubicBezTo>
                    <a:pt x="15" y="0"/>
                    <a:pt x="0" y="16"/>
                    <a:pt x="0" y="32"/>
                  </a:cubicBezTo>
                  <a:cubicBezTo>
                    <a:pt x="0" y="48"/>
                    <a:pt x="0" y="63"/>
                    <a:pt x="15" y="63"/>
                  </a:cubicBezTo>
                  <a:lnTo>
                    <a:pt x="47" y="79"/>
                  </a:lnTo>
                  <a:lnTo>
                    <a:pt x="63" y="79"/>
                  </a:lnTo>
                  <a:cubicBezTo>
                    <a:pt x="79" y="79"/>
                    <a:pt x="95" y="79"/>
                    <a:pt x="95" y="63"/>
                  </a:cubicBezTo>
                  <a:cubicBezTo>
                    <a:pt x="110" y="48"/>
                    <a:pt x="95" y="32"/>
                    <a:pt x="79"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96" name="Google Shape;3796;p46"/>
            <p:cNvSpPr/>
            <p:nvPr/>
          </p:nvSpPr>
          <p:spPr>
            <a:xfrm>
              <a:off x="3296763" y="1822825"/>
              <a:ext cx="4548" cy="2544"/>
            </a:xfrm>
            <a:custGeom>
              <a:avLst/>
              <a:gdLst/>
              <a:ahLst/>
              <a:cxnLst/>
              <a:rect l="l" t="t" r="r" b="b"/>
              <a:pathLst>
                <a:path w="143" h="80" extrusionOk="0">
                  <a:moveTo>
                    <a:pt x="48" y="0"/>
                  </a:moveTo>
                  <a:lnTo>
                    <a:pt x="48" y="0"/>
                  </a:lnTo>
                  <a:lnTo>
                    <a:pt x="17" y="0"/>
                  </a:lnTo>
                  <a:lnTo>
                    <a:pt x="17" y="32"/>
                  </a:lnTo>
                  <a:cubicBezTo>
                    <a:pt x="0" y="32"/>
                    <a:pt x="17" y="48"/>
                    <a:pt x="17" y="63"/>
                  </a:cubicBezTo>
                  <a:lnTo>
                    <a:pt x="32" y="63"/>
                  </a:lnTo>
                  <a:lnTo>
                    <a:pt x="48" y="63"/>
                  </a:lnTo>
                  <a:lnTo>
                    <a:pt x="95" y="80"/>
                  </a:lnTo>
                  <a:lnTo>
                    <a:pt x="111" y="80"/>
                  </a:lnTo>
                  <a:cubicBezTo>
                    <a:pt x="111" y="80"/>
                    <a:pt x="126" y="80"/>
                    <a:pt x="126" y="63"/>
                  </a:cubicBezTo>
                  <a:cubicBezTo>
                    <a:pt x="126" y="63"/>
                    <a:pt x="143" y="63"/>
                    <a:pt x="143" y="48"/>
                  </a:cubicBezTo>
                  <a:cubicBezTo>
                    <a:pt x="143" y="32"/>
                    <a:pt x="143" y="17"/>
                    <a:pt x="126" y="17"/>
                  </a:cubicBezTo>
                  <a:lnTo>
                    <a:pt x="111" y="0"/>
                  </a:lnTo>
                  <a:lnTo>
                    <a:pt x="80"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97" name="Google Shape;3797;p46"/>
            <p:cNvSpPr/>
            <p:nvPr/>
          </p:nvSpPr>
          <p:spPr>
            <a:xfrm>
              <a:off x="3436572" y="1807781"/>
              <a:ext cx="3053" cy="3053"/>
            </a:xfrm>
            <a:custGeom>
              <a:avLst/>
              <a:gdLst/>
              <a:ahLst/>
              <a:cxnLst/>
              <a:rect l="l" t="t" r="r" b="b"/>
              <a:pathLst>
                <a:path w="96" h="96" extrusionOk="0">
                  <a:moveTo>
                    <a:pt x="64" y="1"/>
                  </a:moveTo>
                  <a:lnTo>
                    <a:pt x="64" y="17"/>
                  </a:lnTo>
                  <a:lnTo>
                    <a:pt x="47" y="17"/>
                  </a:lnTo>
                  <a:lnTo>
                    <a:pt x="32" y="17"/>
                  </a:lnTo>
                  <a:lnTo>
                    <a:pt x="16" y="48"/>
                  </a:lnTo>
                  <a:cubicBezTo>
                    <a:pt x="1" y="64"/>
                    <a:pt x="1" y="80"/>
                    <a:pt x="16" y="95"/>
                  </a:cubicBezTo>
                  <a:lnTo>
                    <a:pt x="32" y="95"/>
                  </a:lnTo>
                  <a:lnTo>
                    <a:pt x="64" y="95"/>
                  </a:lnTo>
                  <a:lnTo>
                    <a:pt x="79" y="64"/>
                  </a:lnTo>
                  <a:cubicBezTo>
                    <a:pt x="95" y="64"/>
                    <a:pt x="95" y="48"/>
                    <a:pt x="95" y="48"/>
                  </a:cubicBezTo>
                  <a:lnTo>
                    <a:pt x="95"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98" name="Google Shape;3798;p46"/>
            <p:cNvSpPr/>
            <p:nvPr/>
          </p:nvSpPr>
          <p:spPr>
            <a:xfrm>
              <a:off x="3346853" y="1817323"/>
              <a:ext cx="3562" cy="2035"/>
            </a:xfrm>
            <a:custGeom>
              <a:avLst/>
              <a:gdLst/>
              <a:ahLst/>
              <a:cxnLst/>
              <a:rect l="l" t="t" r="r" b="b"/>
              <a:pathLst>
                <a:path w="112" h="64" extrusionOk="0">
                  <a:moveTo>
                    <a:pt x="64" y="1"/>
                  </a:moveTo>
                  <a:lnTo>
                    <a:pt x="64" y="1"/>
                  </a:lnTo>
                  <a:lnTo>
                    <a:pt x="49" y="1"/>
                  </a:lnTo>
                  <a:lnTo>
                    <a:pt x="32" y="1"/>
                  </a:lnTo>
                  <a:cubicBezTo>
                    <a:pt x="17" y="1"/>
                    <a:pt x="1" y="16"/>
                    <a:pt x="1" y="32"/>
                  </a:cubicBezTo>
                  <a:lnTo>
                    <a:pt x="1" y="32"/>
                  </a:lnTo>
                  <a:cubicBezTo>
                    <a:pt x="1" y="64"/>
                    <a:pt x="17" y="64"/>
                    <a:pt x="32" y="64"/>
                  </a:cubicBezTo>
                  <a:lnTo>
                    <a:pt x="32" y="64"/>
                  </a:lnTo>
                  <a:lnTo>
                    <a:pt x="49" y="64"/>
                  </a:lnTo>
                  <a:lnTo>
                    <a:pt x="80" y="64"/>
                  </a:lnTo>
                  <a:lnTo>
                    <a:pt x="80" y="64"/>
                  </a:lnTo>
                  <a:cubicBezTo>
                    <a:pt x="95" y="64"/>
                    <a:pt x="112" y="47"/>
                    <a:pt x="95" y="32"/>
                  </a:cubicBezTo>
                  <a:lnTo>
                    <a:pt x="95" y="32"/>
                  </a:lnTo>
                  <a:lnTo>
                    <a:pt x="95"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799" name="Google Shape;3799;p46"/>
            <p:cNvSpPr/>
            <p:nvPr/>
          </p:nvSpPr>
          <p:spPr>
            <a:xfrm>
              <a:off x="3381456" y="1814333"/>
              <a:ext cx="5057" cy="3021"/>
            </a:xfrm>
            <a:custGeom>
              <a:avLst/>
              <a:gdLst/>
              <a:ahLst/>
              <a:cxnLst/>
              <a:rect l="l" t="t" r="r" b="b"/>
              <a:pathLst>
                <a:path w="159" h="95" extrusionOk="0">
                  <a:moveTo>
                    <a:pt x="79" y="32"/>
                  </a:moveTo>
                  <a:lnTo>
                    <a:pt x="79" y="32"/>
                  </a:lnTo>
                  <a:lnTo>
                    <a:pt x="79" y="32"/>
                  </a:lnTo>
                  <a:close/>
                  <a:moveTo>
                    <a:pt x="47" y="0"/>
                  </a:moveTo>
                  <a:lnTo>
                    <a:pt x="32" y="0"/>
                  </a:lnTo>
                  <a:lnTo>
                    <a:pt x="16" y="15"/>
                  </a:lnTo>
                  <a:cubicBezTo>
                    <a:pt x="1" y="32"/>
                    <a:pt x="1" y="47"/>
                    <a:pt x="16" y="47"/>
                  </a:cubicBezTo>
                  <a:lnTo>
                    <a:pt x="16" y="63"/>
                  </a:lnTo>
                  <a:lnTo>
                    <a:pt x="32" y="78"/>
                  </a:lnTo>
                  <a:cubicBezTo>
                    <a:pt x="32" y="78"/>
                    <a:pt x="47" y="95"/>
                    <a:pt x="64" y="95"/>
                  </a:cubicBezTo>
                  <a:lnTo>
                    <a:pt x="64" y="95"/>
                  </a:lnTo>
                  <a:lnTo>
                    <a:pt x="110" y="95"/>
                  </a:lnTo>
                  <a:lnTo>
                    <a:pt x="127" y="95"/>
                  </a:lnTo>
                  <a:lnTo>
                    <a:pt x="127" y="95"/>
                  </a:lnTo>
                  <a:cubicBezTo>
                    <a:pt x="142" y="95"/>
                    <a:pt x="158" y="78"/>
                    <a:pt x="158" y="63"/>
                  </a:cubicBezTo>
                  <a:cubicBezTo>
                    <a:pt x="158" y="47"/>
                    <a:pt x="142" y="32"/>
                    <a:pt x="127" y="32"/>
                  </a:cubicBezTo>
                  <a:lnTo>
                    <a:pt x="110" y="32"/>
                  </a:lnTo>
                  <a:lnTo>
                    <a:pt x="79" y="32"/>
                  </a:lnTo>
                  <a:lnTo>
                    <a:pt x="79" y="32"/>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00" name="Google Shape;3800;p46"/>
            <p:cNvSpPr/>
            <p:nvPr/>
          </p:nvSpPr>
          <p:spPr>
            <a:xfrm>
              <a:off x="3383936" y="181531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01" name="Google Shape;3801;p46"/>
            <p:cNvSpPr/>
            <p:nvPr/>
          </p:nvSpPr>
          <p:spPr>
            <a:xfrm>
              <a:off x="3440070" y="1808799"/>
              <a:ext cx="2035" cy="3021"/>
            </a:xfrm>
            <a:custGeom>
              <a:avLst/>
              <a:gdLst/>
              <a:ahLst/>
              <a:cxnLst/>
              <a:rect l="l" t="t" r="r" b="b"/>
              <a:pathLst>
                <a:path w="64" h="95" extrusionOk="0">
                  <a:moveTo>
                    <a:pt x="32" y="0"/>
                  </a:moveTo>
                  <a:lnTo>
                    <a:pt x="32" y="0"/>
                  </a:lnTo>
                  <a:cubicBezTo>
                    <a:pt x="17" y="0"/>
                    <a:pt x="0" y="16"/>
                    <a:pt x="0" y="32"/>
                  </a:cubicBezTo>
                  <a:lnTo>
                    <a:pt x="0" y="63"/>
                  </a:lnTo>
                  <a:lnTo>
                    <a:pt x="0" y="63"/>
                  </a:lnTo>
                  <a:cubicBezTo>
                    <a:pt x="0" y="80"/>
                    <a:pt x="17" y="95"/>
                    <a:pt x="32" y="95"/>
                  </a:cubicBezTo>
                  <a:lnTo>
                    <a:pt x="32" y="95"/>
                  </a:lnTo>
                  <a:cubicBezTo>
                    <a:pt x="48" y="95"/>
                    <a:pt x="63" y="80"/>
                    <a:pt x="63" y="63"/>
                  </a:cubicBezTo>
                  <a:lnTo>
                    <a:pt x="63" y="63"/>
                  </a:lnTo>
                  <a:lnTo>
                    <a:pt x="63" y="32"/>
                  </a:lnTo>
                  <a:cubicBezTo>
                    <a:pt x="63" y="16"/>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02" name="Google Shape;3802;p46"/>
            <p:cNvSpPr/>
            <p:nvPr/>
          </p:nvSpPr>
          <p:spPr>
            <a:xfrm>
              <a:off x="3109884" y="1816337"/>
              <a:ext cx="1495" cy="509"/>
            </a:xfrm>
            <a:custGeom>
              <a:avLst/>
              <a:gdLst/>
              <a:ahLst/>
              <a:cxnLst/>
              <a:rect l="l" t="t" r="r" b="b"/>
              <a:pathLst>
                <a:path w="47" h="16" extrusionOk="0">
                  <a:moveTo>
                    <a:pt x="47" y="0"/>
                  </a:moveTo>
                  <a:cubicBezTo>
                    <a:pt x="32" y="0"/>
                    <a:pt x="15" y="0"/>
                    <a:pt x="0" y="15"/>
                  </a:cubicBezTo>
                  <a:lnTo>
                    <a:pt x="0" y="15"/>
                  </a:lnTo>
                  <a:lnTo>
                    <a:pt x="15" y="15"/>
                  </a:lnTo>
                  <a:cubicBezTo>
                    <a:pt x="32" y="15"/>
                    <a:pt x="32" y="15"/>
                    <a:pt x="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03" name="Google Shape;3803;p46"/>
            <p:cNvSpPr/>
            <p:nvPr/>
          </p:nvSpPr>
          <p:spPr>
            <a:xfrm>
              <a:off x="3108358" y="1814333"/>
              <a:ext cx="3562" cy="2512"/>
            </a:xfrm>
            <a:custGeom>
              <a:avLst/>
              <a:gdLst/>
              <a:ahLst/>
              <a:cxnLst/>
              <a:rect l="l" t="t" r="r" b="b"/>
              <a:pathLst>
                <a:path w="112" h="79" extrusionOk="0">
                  <a:moveTo>
                    <a:pt x="32" y="0"/>
                  </a:moveTo>
                  <a:lnTo>
                    <a:pt x="32" y="0"/>
                  </a:lnTo>
                  <a:cubicBezTo>
                    <a:pt x="17" y="0"/>
                    <a:pt x="0" y="0"/>
                    <a:pt x="0" y="15"/>
                  </a:cubicBezTo>
                  <a:lnTo>
                    <a:pt x="0" y="15"/>
                  </a:lnTo>
                  <a:cubicBezTo>
                    <a:pt x="0" y="32"/>
                    <a:pt x="0" y="47"/>
                    <a:pt x="17" y="63"/>
                  </a:cubicBezTo>
                  <a:lnTo>
                    <a:pt x="48" y="78"/>
                  </a:lnTo>
                  <a:cubicBezTo>
                    <a:pt x="63" y="63"/>
                    <a:pt x="80" y="63"/>
                    <a:pt x="95" y="63"/>
                  </a:cubicBezTo>
                  <a:lnTo>
                    <a:pt x="95" y="47"/>
                  </a:lnTo>
                  <a:cubicBezTo>
                    <a:pt x="111" y="32"/>
                    <a:pt x="95" y="15"/>
                    <a:pt x="80"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04" name="Google Shape;3804;p46"/>
            <p:cNvSpPr/>
            <p:nvPr/>
          </p:nvSpPr>
          <p:spPr>
            <a:xfrm>
              <a:off x="3414532" y="1784724"/>
              <a:ext cx="3530" cy="2576"/>
            </a:xfrm>
            <a:custGeom>
              <a:avLst/>
              <a:gdLst/>
              <a:ahLst/>
              <a:cxnLst/>
              <a:rect l="l" t="t" r="r" b="b"/>
              <a:pathLst>
                <a:path w="111" h="81" extrusionOk="0">
                  <a:moveTo>
                    <a:pt x="63" y="1"/>
                  </a:moveTo>
                  <a:lnTo>
                    <a:pt x="63" y="1"/>
                  </a:lnTo>
                  <a:lnTo>
                    <a:pt x="47" y="1"/>
                  </a:lnTo>
                  <a:lnTo>
                    <a:pt x="16" y="17"/>
                  </a:lnTo>
                  <a:lnTo>
                    <a:pt x="16" y="32"/>
                  </a:lnTo>
                  <a:lnTo>
                    <a:pt x="16" y="32"/>
                  </a:lnTo>
                  <a:cubicBezTo>
                    <a:pt x="16" y="32"/>
                    <a:pt x="16" y="49"/>
                    <a:pt x="0" y="49"/>
                  </a:cubicBezTo>
                  <a:cubicBezTo>
                    <a:pt x="0" y="49"/>
                    <a:pt x="0" y="64"/>
                    <a:pt x="16" y="64"/>
                  </a:cubicBezTo>
                  <a:cubicBezTo>
                    <a:pt x="16" y="80"/>
                    <a:pt x="16" y="80"/>
                    <a:pt x="32" y="80"/>
                  </a:cubicBezTo>
                  <a:lnTo>
                    <a:pt x="47" y="80"/>
                  </a:lnTo>
                  <a:lnTo>
                    <a:pt x="63" y="80"/>
                  </a:lnTo>
                  <a:lnTo>
                    <a:pt x="95" y="64"/>
                  </a:lnTo>
                  <a:cubicBezTo>
                    <a:pt x="95" y="64"/>
                    <a:pt x="110" y="49"/>
                    <a:pt x="110" y="32"/>
                  </a:cubicBezTo>
                  <a:lnTo>
                    <a:pt x="110" y="32"/>
                  </a:lnTo>
                  <a:cubicBezTo>
                    <a:pt x="110" y="32"/>
                    <a:pt x="110" y="17"/>
                    <a:pt x="95" y="17"/>
                  </a:cubicBezTo>
                  <a:cubicBezTo>
                    <a:pt x="95"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05" name="Google Shape;3805;p46"/>
            <p:cNvSpPr/>
            <p:nvPr/>
          </p:nvSpPr>
          <p:spPr>
            <a:xfrm>
              <a:off x="3057249" y="1821807"/>
              <a:ext cx="3530" cy="4039"/>
            </a:xfrm>
            <a:custGeom>
              <a:avLst/>
              <a:gdLst/>
              <a:ahLst/>
              <a:cxnLst/>
              <a:rect l="l" t="t" r="r" b="b"/>
              <a:pathLst>
                <a:path w="111" h="127" extrusionOk="0">
                  <a:moveTo>
                    <a:pt x="63" y="1"/>
                  </a:moveTo>
                  <a:lnTo>
                    <a:pt x="63" y="1"/>
                  </a:lnTo>
                  <a:cubicBezTo>
                    <a:pt x="48" y="1"/>
                    <a:pt x="48" y="1"/>
                    <a:pt x="32" y="17"/>
                  </a:cubicBezTo>
                  <a:lnTo>
                    <a:pt x="0" y="64"/>
                  </a:lnTo>
                  <a:cubicBezTo>
                    <a:pt x="0" y="80"/>
                    <a:pt x="0" y="95"/>
                    <a:pt x="16" y="112"/>
                  </a:cubicBezTo>
                  <a:lnTo>
                    <a:pt x="32" y="112"/>
                  </a:lnTo>
                  <a:lnTo>
                    <a:pt x="32" y="112"/>
                  </a:lnTo>
                  <a:lnTo>
                    <a:pt x="32" y="112"/>
                  </a:lnTo>
                  <a:lnTo>
                    <a:pt x="48" y="112"/>
                  </a:lnTo>
                  <a:lnTo>
                    <a:pt x="48" y="127"/>
                  </a:lnTo>
                  <a:lnTo>
                    <a:pt x="63" y="127"/>
                  </a:lnTo>
                  <a:lnTo>
                    <a:pt x="63" y="127"/>
                  </a:lnTo>
                  <a:lnTo>
                    <a:pt x="95" y="127"/>
                  </a:lnTo>
                  <a:lnTo>
                    <a:pt x="95" y="112"/>
                  </a:lnTo>
                  <a:lnTo>
                    <a:pt x="111" y="95"/>
                  </a:lnTo>
                  <a:lnTo>
                    <a:pt x="95" y="32"/>
                  </a:lnTo>
                  <a:cubicBezTo>
                    <a:pt x="95" y="17"/>
                    <a:pt x="95"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06" name="Google Shape;3806;p46"/>
            <p:cNvSpPr/>
            <p:nvPr/>
          </p:nvSpPr>
          <p:spPr>
            <a:xfrm>
              <a:off x="3399488" y="1808799"/>
              <a:ext cx="3530" cy="2544"/>
            </a:xfrm>
            <a:custGeom>
              <a:avLst/>
              <a:gdLst/>
              <a:ahLst/>
              <a:cxnLst/>
              <a:rect l="l" t="t" r="r" b="b"/>
              <a:pathLst>
                <a:path w="111" h="80" extrusionOk="0">
                  <a:moveTo>
                    <a:pt x="64" y="0"/>
                  </a:moveTo>
                  <a:lnTo>
                    <a:pt x="64" y="0"/>
                  </a:lnTo>
                  <a:lnTo>
                    <a:pt x="47" y="0"/>
                  </a:lnTo>
                  <a:lnTo>
                    <a:pt x="16" y="16"/>
                  </a:lnTo>
                  <a:cubicBezTo>
                    <a:pt x="16" y="16"/>
                    <a:pt x="16" y="32"/>
                    <a:pt x="1" y="32"/>
                  </a:cubicBezTo>
                  <a:lnTo>
                    <a:pt x="1" y="32"/>
                  </a:lnTo>
                  <a:cubicBezTo>
                    <a:pt x="32" y="32"/>
                    <a:pt x="32" y="48"/>
                    <a:pt x="47" y="63"/>
                  </a:cubicBezTo>
                  <a:lnTo>
                    <a:pt x="47" y="80"/>
                  </a:lnTo>
                  <a:lnTo>
                    <a:pt x="47" y="80"/>
                  </a:lnTo>
                  <a:lnTo>
                    <a:pt x="79" y="63"/>
                  </a:lnTo>
                  <a:cubicBezTo>
                    <a:pt x="95" y="48"/>
                    <a:pt x="110" y="32"/>
                    <a:pt x="95" y="16"/>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07" name="Google Shape;3807;p46"/>
            <p:cNvSpPr/>
            <p:nvPr/>
          </p:nvSpPr>
          <p:spPr>
            <a:xfrm>
              <a:off x="3377926" y="1811789"/>
              <a:ext cx="3053" cy="3562"/>
            </a:xfrm>
            <a:custGeom>
              <a:avLst/>
              <a:gdLst/>
              <a:ahLst/>
              <a:cxnLst/>
              <a:rect l="l" t="t" r="r" b="b"/>
              <a:pathLst>
                <a:path w="96" h="112" extrusionOk="0">
                  <a:moveTo>
                    <a:pt x="49" y="1"/>
                  </a:moveTo>
                  <a:lnTo>
                    <a:pt x="49" y="1"/>
                  </a:lnTo>
                  <a:cubicBezTo>
                    <a:pt x="32" y="1"/>
                    <a:pt x="17" y="17"/>
                    <a:pt x="17" y="32"/>
                  </a:cubicBezTo>
                  <a:lnTo>
                    <a:pt x="1" y="64"/>
                  </a:lnTo>
                  <a:cubicBezTo>
                    <a:pt x="1" y="80"/>
                    <a:pt x="17" y="95"/>
                    <a:pt x="32" y="95"/>
                  </a:cubicBezTo>
                  <a:lnTo>
                    <a:pt x="32" y="112"/>
                  </a:lnTo>
                  <a:cubicBezTo>
                    <a:pt x="49" y="112"/>
                    <a:pt x="64" y="95"/>
                    <a:pt x="64" y="80"/>
                  </a:cubicBezTo>
                  <a:lnTo>
                    <a:pt x="80" y="49"/>
                  </a:lnTo>
                  <a:cubicBezTo>
                    <a:pt x="95" y="32"/>
                    <a:pt x="80"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08" name="Google Shape;3808;p46"/>
            <p:cNvSpPr/>
            <p:nvPr/>
          </p:nvSpPr>
          <p:spPr>
            <a:xfrm>
              <a:off x="3405499" y="1808799"/>
              <a:ext cx="4548" cy="3021"/>
            </a:xfrm>
            <a:custGeom>
              <a:avLst/>
              <a:gdLst/>
              <a:ahLst/>
              <a:cxnLst/>
              <a:rect l="l" t="t" r="r" b="b"/>
              <a:pathLst>
                <a:path w="143" h="95" extrusionOk="0">
                  <a:moveTo>
                    <a:pt x="95" y="0"/>
                  </a:moveTo>
                  <a:lnTo>
                    <a:pt x="95" y="0"/>
                  </a:lnTo>
                  <a:lnTo>
                    <a:pt x="79" y="0"/>
                  </a:lnTo>
                  <a:lnTo>
                    <a:pt x="32" y="32"/>
                  </a:lnTo>
                  <a:cubicBezTo>
                    <a:pt x="1" y="32"/>
                    <a:pt x="1" y="48"/>
                    <a:pt x="1" y="80"/>
                  </a:cubicBezTo>
                  <a:cubicBezTo>
                    <a:pt x="16" y="80"/>
                    <a:pt x="16" y="95"/>
                    <a:pt x="32" y="95"/>
                  </a:cubicBezTo>
                  <a:lnTo>
                    <a:pt x="47" y="95"/>
                  </a:lnTo>
                  <a:lnTo>
                    <a:pt x="111" y="63"/>
                  </a:lnTo>
                  <a:cubicBezTo>
                    <a:pt x="127" y="63"/>
                    <a:pt x="142" y="48"/>
                    <a:pt x="127" y="32"/>
                  </a:cubicBezTo>
                  <a:cubicBezTo>
                    <a:pt x="127" y="16"/>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09" name="Google Shape;3809;p46"/>
            <p:cNvSpPr/>
            <p:nvPr/>
          </p:nvSpPr>
          <p:spPr>
            <a:xfrm>
              <a:off x="3187517" y="1781734"/>
              <a:ext cx="3562" cy="2544"/>
            </a:xfrm>
            <a:custGeom>
              <a:avLst/>
              <a:gdLst/>
              <a:ahLst/>
              <a:cxnLst/>
              <a:rect l="l" t="t" r="r" b="b"/>
              <a:pathLst>
                <a:path w="112" h="80" extrusionOk="0">
                  <a:moveTo>
                    <a:pt x="32" y="0"/>
                  </a:moveTo>
                  <a:lnTo>
                    <a:pt x="32" y="0"/>
                  </a:lnTo>
                  <a:cubicBezTo>
                    <a:pt x="17" y="0"/>
                    <a:pt x="1" y="17"/>
                    <a:pt x="1" y="32"/>
                  </a:cubicBezTo>
                  <a:cubicBezTo>
                    <a:pt x="1" y="48"/>
                    <a:pt x="1" y="63"/>
                    <a:pt x="17" y="80"/>
                  </a:cubicBezTo>
                  <a:lnTo>
                    <a:pt x="48" y="80"/>
                  </a:lnTo>
                  <a:lnTo>
                    <a:pt x="64" y="80"/>
                  </a:lnTo>
                  <a:cubicBezTo>
                    <a:pt x="80" y="80"/>
                    <a:pt x="95" y="80"/>
                    <a:pt x="95" y="63"/>
                  </a:cubicBezTo>
                  <a:cubicBezTo>
                    <a:pt x="111" y="48"/>
                    <a:pt x="95" y="32"/>
                    <a:pt x="80" y="17"/>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10" name="Google Shape;3810;p46"/>
            <p:cNvSpPr/>
            <p:nvPr/>
          </p:nvSpPr>
          <p:spPr>
            <a:xfrm>
              <a:off x="3437589" y="1756673"/>
              <a:ext cx="3021" cy="2544"/>
            </a:xfrm>
            <a:custGeom>
              <a:avLst/>
              <a:gdLst/>
              <a:ahLst/>
              <a:cxnLst/>
              <a:rect l="l" t="t" r="r" b="b"/>
              <a:pathLst>
                <a:path w="95" h="80" extrusionOk="0">
                  <a:moveTo>
                    <a:pt x="63" y="1"/>
                  </a:moveTo>
                  <a:lnTo>
                    <a:pt x="63" y="1"/>
                  </a:lnTo>
                  <a:lnTo>
                    <a:pt x="47" y="1"/>
                  </a:lnTo>
                  <a:lnTo>
                    <a:pt x="32" y="17"/>
                  </a:lnTo>
                  <a:lnTo>
                    <a:pt x="15" y="17"/>
                  </a:lnTo>
                  <a:cubicBezTo>
                    <a:pt x="32" y="32"/>
                    <a:pt x="32" y="48"/>
                    <a:pt x="32" y="64"/>
                  </a:cubicBezTo>
                  <a:lnTo>
                    <a:pt x="0" y="64"/>
                  </a:lnTo>
                  <a:cubicBezTo>
                    <a:pt x="0" y="80"/>
                    <a:pt x="15" y="80"/>
                    <a:pt x="15" y="80"/>
                  </a:cubicBezTo>
                  <a:lnTo>
                    <a:pt x="32" y="80"/>
                  </a:lnTo>
                  <a:lnTo>
                    <a:pt x="47" y="80"/>
                  </a:lnTo>
                  <a:lnTo>
                    <a:pt x="63" y="80"/>
                  </a:lnTo>
                  <a:lnTo>
                    <a:pt x="78" y="64"/>
                  </a:lnTo>
                  <a:cubicBezTo>
                    <a:pt x="95" y="48"/>
                    <a:pt x="95" y="32"/>
                    <a:pt x="95"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11" name="Google Shape;3811;p46"/>
            <p:cNvSpPr/>
            <p:nvPr/>
          </p:nvSpPr>
          <p:spPr>
            <a:xfrm>
              <a:off x="3052733" y="1795760"/>
              <a:ext cx="3530" cy="2544"/>
            </a:xfrm>
            <a:custGeom>
              <a:avLst/>
              <a:gdLst/>
              <a:ahLst/>
              <a:cxnLst/>
              <a:rect l="l" t="t" r="r" b="b"/>
              <a:pathLst>
                <a:path w="111" h="80" extrusionOk="0">
                  <a:moveTo>
                    <a:pt x="64" y="0"/>
                  </a:moveTo>
                  <a:lnTo>
                    <a:pt x="64" y="0"/>
                  </a:lnTo>
                  <a:lnTo>
                    <a:pt x="48" y="0"/>
                  </a:lnTo>
                  <a:lnTo>
                    <a:pt x="16" y="17"/>
                  </a:lnTo>
                  <a:cubicBezTo>
                    <a:pt x="1" y="32"/>
                    <a:pt x="1" y="48"/>
                    <a:pt x="1" y="63"/>
                  </a:cubicBezTo>
                  <a:cubicBezTo>
                    <a:pt x="16" y="80"/>
                    <a:pt x="32" y="80"/>
                    <a:pt x="32" y="80"/>
                  </a:cubicBezTo>
                  <a:lnTo>
                    <a:pt x="48" y="80"/>
                  </a:lnTo>
                  <a:lnTo>
                    <a:pt x="64" y="80"/>
                  </a:lnTo>
                  <a:lnTo>
                    <a:pt x="79" y="63"/>
                  </a:lnTo>
                  <a:lnTo>
                    <a:pt x="95" y="63"/>
                  </a:lnTo>
                  <a:cubicBezTo>
                    <a:pt x="95" y="48"/>
                    <a:pt x="111"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12" name="Google Shape;3812;p46"/>
            <p:cNvSpPr/>
            <p:nvPr/>
          </p:nvSpPr>
          <p:spPr>
            <a:xfrm>
              <a:off x="3093823" y="1792738"/>
              <a:ext cx="3053" cy="4580"/>
            </a:xfrm>
            <a:custGeom>
              <a:avLst/>
              <a:gdLst/>
              <a:ahLst/>
              <a:cxnLst/>
              <a:rect l="l" t="t" r="r" b="b"/>
              <a:pathLst>
                <a:path w="96" h="144" extrusionOk="0">
                  <a:moveTo>
                    <a:pt x="47" y="1"/>
                  </a:moveTo>
                  <a:lnTo>
                    <a:pt x="47" y="1"/>
                  </a:lnTo>
                  <a:lnTo>
                    <a:pt x="47" y="1"/>
                  </a:lnTo>
                  <a:cubicBezTo>
                    <a:pt x="32" y="1"/>
                    <a:pt x="32" y="17"/>
                    <a:pt x="16" y="32"/>
                  </a:cubicBezTo>
                  <a:lnTo>
                    <a:pt x="16" y="32"/>
                  </a:lnTo>
                  <a:lnTo>
                    <a:pt x="16" y="95"/>
                  </a:lnTo>
                  <a:cubicBezTo>
                    <a:pt x="1" y="112"/>
                    <a:pt x="16" y="143"/>
                    <a:pt x="47" y="143"/>
                  </a:cubicBezTo>
                  <a:lnTo>
                    <a:pt x="47" y="143"/>
                  </a:lnTo>
                  <a:lnTo>
                    <a:pt x="64" y="127"/>
                  </a:lnTo>
                  <a:cubicBezTo>
                    <a:pt x="79" y="127"/>
                    <a:pt x="79" y="127"/>
                    <a:pt x="79" y="112"/>
                  </a:cubicBezTo>
                  <a:lnTo>
                    <a:pt x="79" y="112"/>
                  </a:lnTo>
                  <a:lnTo>
                    <a:pt x="95" y="49"/>
                  </a:lnTo>
                  <a:lnTo>
                    <a:pt x="95" y="49"/>
                  </a:lnTo>
                  <a:cubicBezTo>
                    <a:pt x="95" y="32"/>
                    <a:pt x="79" y="32"/>
                    <a:pt x="79" y="17"/>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13" name="Google Shape;3813;p46"/>
            <p:cNvSpPr/>
            <p:nvPr/>
          </p:nvSpPr>
          <p:spPr>
            <a:xfrm>
              <a:off x="3114369" y="1791275"/>
              <a:ext cx="2544" cy="3021"/>
            </a:xfrm>
            <a:custGeom>
              <a:avLst/>
              <a:gdLst/>
              <a:ahLst/>
              <a:cxnLst/>
              <a:rect l="l" t="t" r="r" b="b"/>
              <a:pathLst>
                <a:path w="80" h="95" extrusionOk="0">
                  <a:moveTo>
                    <a:pt x="48" y="0"/>
                  </a:moveTo>
                  <a:lnTo>
                    <a:pt x="32" y="0"/>
                  </a:lnTo>
                  <a:lnTo>
                    <a:pt x="32" y="0"/>
                  </a:lnTo>
                  <a:cubicBezTo>
                    <a:pt x="17" y="0"/>
                    <a:pt x="0" y="15"/>
                    <a:pt x="17" y="32"/>
                  </a:cubicBezTo>
                  <a:lnTo>
                    <a:pt x="17" y="63"/>
                  </a:lnTo>
                  <a:lnTo>
                    <a:pt x="17" y="78"/>
                  </a:lnTo>
                  <a:cubicBezTo>
                    <a:pt x="17" y="78"/>
                    <a:pt x="32" y="95"/>
                    <a:pt x="48" y="95"/>
                  </a:cubicBezTo>
                  <a:lnTo>
                    <a:pt x="48" y="95"/>
                  </a:lnTo>
                  <a:cubicBezTo>
                    <a:pt x="63" y="95"/>
                    <a:pt x="80" y="78"/>
                    <a:pt x="80" y="63"/>
                  </a:cubicBezTo>
                  <a:lnTo>
                    <a:pt x="80" y="47"/>
                  </a:lnTo>
                  <a:lnTo>
                    <a:pt x="80" y="32"/>
                  </a:lnTo>
                  <a:cubicBezTo>
                    <a:pt x="80" y="15"/>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14" name="Google Shape;3814;p46"/>
            <p:cNvSpPr/>
            <p:nvPr/>
          </p:nvSpPr>
          <p:spPr>
            <a:xfrm>
              <a:off x="3267694" y="1768695"/>
              <a:ext cx="3021" cy="3053"/>
            </a:xfrm>
            <a:custGeom>
              <a:avLst/>
              <a:gdLst/>
              <a:ahLst/>
              <a:cxnLst/>
              <a:rect l="l" t="t" r="r" b="b"/>
              <a:pathLst>
                <a:path w="95" h="96" extrusionOk="0">
                  <a:moveTo>
                    <a:pt x="63" y="1"/>
                  </a:moveTo>
                  <a:lnTo>
                    <a:pt x="48" y="1"/>
                  </a:lnTo>
                  <a:cubicBezTo>
                    <a:pt x="48" y="1"/>
                    <a:pt x="48" y="17"/>
                    <a:pt x="32" y="17"/>
                  </a:cubicBezTo>
                  <a:lnTo>
                    <a:pt x="32" y="17"/>
                  </a:lnTo>
                  <a:lnTo>
                    <a:pt x="32" y="17"/>
                  </a:lnTo>
                  <a:lnTo>
                    <a:pt x="17" y="49"/>
                  </a:lnTo>
                  <a:cubicBezTo>
                    <a:pt x="0" y="64"/>
                    <a:pt x="0" y="80"/>
                    <a:pt x="17" y="95"/>
                  </a:cubicBezTo>
                  <a:lnTo>
                    <a:pt x="17" y="95"/>
                  </a:lnTo>
                  <a:lnTo>
                    <a:pt x="32" y="95"/>
                  </a:lnTo>
                  <a:cubicBezTo>
                    <a:pt x="48" y="95"/>
                    <a:pt x="63" y="95"/>
                    <a:pt x="63" y="80"/>
                  </a:cubicBezTo>
                  <a:lnTo>
                    <a:pt x="63" y="80"/>
                  </a:lnTo>
                  <a:lnTo>
                    <a:pt x="80" y="80"/>
                  </a:lnTo>
                  <a:lnTo>
                    <a:pt x="80" y="64"/>
                  </a:lnTo>
                  <a:cubicBezTo>
                    <a:pt x="95" y="49"/>
                    <a:pt x="95" y="32"/>
                    <a:pt x="95" y="32"/>
                  </a:cubicBez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15" name="Google Shape;3815;p46"/>
            <p:cNvSpPr/>
            <p:nvPr/>
          </p:nvSpPr>
          <p:spPr>
            <a:xfrm>
              <a:off x="3048217" y="1790735"/>
              <a:ext cx="3021" cy="4039"/>
            </a:xfrm>
            <a:custGeom>
              <a:avLst/>
              <a:gdLst/>
              <a:ahLst/>
              <a:cxnLst/>
              <a:rect l="l" t="t" r="r" b="b"/>
              <a:pathLst>
                <a:path w="95" h="127" extrusionOk="0">
                  <a:moveTo>
                    <a:pt x="48" y="1"/>
                  </a:moveTo>
                  <a:lnTo>
                    <a:pt x="48" y="1"/>
                  </a:lnTo>
                  <a:cubicBezTo>
                    <a:pt x="32" y="1"/>
                    <a:pt x="17" y="17"/>
                    <a:pt x="17" y="32"/>
                  </a:cubicBezTo>
                  <a:lnTo>
                    <a:pt x="0" y="95"/>
                  </a:lnTo>
                  <a:cubicBezTo>
                    <a:pt x="0" y="112"/>
                    <a:pt x="17" y="127"/>
                    <a:pt x="32" y="127"/>
                  </a:cubicBezTo>
                  <a:lnTo>
                    <a:pt x="48" y="127"/>
                  </a:lnTo>
                  <a:cubicBezTo>
                    <a:pt x="63" y="127"/>
                    <a:pt x="80" y="127"/>
                    <a:pt x="80" y="95"/>
                  </a:cubicBezTo>
                  <a:lnTo>
                    <a:pt x="80" y="49"/>
                  </a:lnTo>
                  <a:cubicBezTo>
                    <a:pt x="95" y="17"/>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16" name="Google Shape;3816;p46"/>
            <p:cNvSpPr/>
            <p:nvPr/>
          </p:nvSpPr>
          <p:spPr>
            <a:xfrm>
              <a:off x="3040711" y="1790258"/>
              <a:ext cx="4516" cy="4516"/>
            </a:xfrm>
            <a:custGeom>
              <a:avLst/>
              <a:gdLst/>
              <a:ahLst/>
              <a:cxnLst/>
              <a:rect l="l" t="t" r="r" b="b"/>
              <a:pathLst>
                <a:path w="142" h="142" extrusionOk="0">
                  <a:moveTo>
                    <a:pt x="95" y="1"/>
                  </a:moveTo>
                  <a:lnTo>
                    <a:pt x="95" y="1"/>
                  </a:lnTo>
                  <a:cubicBezTo>
                    <a:pt x="79" y="1"/>
                    <a:pt x="79" y="16"/>
                    <a:pt x="64" y="16"/>
                  </a:cubicBezTo>
                  <a:lnTo>
                    <a:pt x="64" y="32"/>
                  </a:lnTo>
                  <a:lnTo>
                    <a:pt x="64" y="32"/>
                  </a:lnTo>
                  <a:lnTo>
                    <a:pt x="47" y="32"/>
                  </a:lnTo>
                  <a:lnTo>
                    <a:pt x="32" y="32"/>
                  </a:lnTo>
                  <a:cubicBezTo>
                    <a:pt x="16" y="47"/>
                    <a:pt x="1" y="64"/>
                    <a:pt x="16" y="79"/>
                  </a:cubicBezTo>
                  <a:lnTo>
                    <a:pt x="32" y="110"/>
                  </a:lnTo>
                  <a:lnTo>
                    <a:pt x="47" y="127"/>
                  </a:lnTo>
                  <a:cubicBezTo>
                    <a:pt x="47" y="142"/>
                    <a:pt x="64" y="142"/>
                    <a:pt x="79" y="142"/>
                  </a:cubicBezTo>
                  <a:lnTo>
                    <a:pt x="79" y="142"/>
                  </a:lnTo>
                  <a:lnTo>
                    <a:pt x="79" y="142"/>
                  </a:lnTo>
                  <a:cubicBezTo>
                    <a:pt x="95" y="142"/>
                    <a:pt x="95" y="127"/>
                    <a:pt x="110" y="127"/>
                  </a:cubicBezTo>
                  <a:lnTo>
                    <a:pt x="127" y="47"/>
                  </a:lnTo>
                  <a:lnTo>
                    <a:pt x="127" y="47"/>
                  </a:lnTo>
                  <a:cubicBezTo>
                    <a:pt x="142" y="32"/>
                    <a:pt x="127"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17" name="Google Shape;3817;p46"/>
            <p:cNvSpPr/>
            <p:nvPr/>
          </p:nvSpPr>
          <p:spPr>
            <a:xfrm>
              <a:off x="3105845" y="1788731"/>
              <a:ext cx="3530" cy="3562"/>
            </a:xfrm>
            <a:custGeom>
              <a:avLst/>
              <a:gdLst/>
              <a:ahLst/>
              <a:cxnLst/>
              <a:rect l="l" t="t" r="r" b="b"/>
              <a:pathLst>
                <a:path w="111" h="112" extrusionOk="0">
                  <a:moveTo>
                    <a:pt x="32" y="1"/>
                  </a:moveTo>
                  <a:lnTo>
                    <a:pt x="32" y="1"/>
                  </a:lnTo>
                  <a:lnTo>
                    <a:pt x="16" y="1"/>
                  </a:lnTo>
                  <a:cubicBezTo>
                    <a:pt x="1" y="17"/>
                    <a:pt x="1" y="49"/>
                    <a:pt x="16" y="49"/>
                  </a:cubicBezTo>
                  <a:lnTo>
                    <a:pt x="16" y="64"/>
                  </a:lnTo>
                  <a:lnTo>
                    <a:pt x="32" y="64"/>
                  </a:lnTo>
                  <a:lnTo>
                    <a:pt x="64" y="95"/>
                  </a:lnTo>
                  <a:lnTo>
                    <a:pt x="64" y="95"/>
                  </a:lnTo>
                  <a:cubicBezTo>
                    <a:pt x="64" y="112"/>
                    <a:pt x="79" y="112"/>
                    <a:pt x="79" y="112"/>
                  </a:cubicBezTo>
                  <a:cubicBezTo>
                    <a:pt x="96" y="112"/>
                    <a:pt x="96" y="95"/>
                    <a:pt x="111" y="95"/>
                  </a:cubicBezTo>
                  <a:lnTo>
                    <a:pt x="111" y="95"/>
                  </a:lnTo>
                  <a:lnTo>
                    <a:pt x="111" y="64"/>
                  </a:lnTo>
                  <a:lnTo>
                    <a:pt x="111" y="49"/>
                  </a:ln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18" name="Google Shape;3818;p46"/>
            <p:cNvSpPr/>
            <p:nvPr/>
          </p:nvSpPr>
          <p:spPr>
            <a:xfrm>
              <a:off x="3325831" y="1764687"/>
              <a:ext cx="3021" cy="3053"/>
            </a:xfrm>
            <a:custGeom>
              <a:avLst/>
              <a:gdLst/>
              <a:ahLst/>
              <a:cxnLst/>
              <a:rect l="l" t="t" r="r" b="b"/>
              <a:pathLst>
                <a:path w="95" h="96" extrusionOk="0">
                  <a:moveTo>
                    <a:pt x="48" y="1"/>
                  </a:moveTo>
                  <a:lnTo>
                    <a:pt x="48" y="1"/>
                  </a:lnTo>
                  <a:cubicBezTo>
                    <a:pt x="32" y="1"/>
                    <a:pt x="32" y="17"/>
                    <a:pt x="32" y="17"/>
                  </a:cubicBezTo>
                  <a:lnTo>
                    <a:pt x="16" y="17"/>
                  </a:lnTo>
                  <a:lnTo>
                    <a:pt x="16" y="32"/>
                  </a:lnTo>
                  <a:lnTo>
                    <a:pt x="16" y="49"/>
                  </a:lnTo>
                  <a:lnTo>
                    <a:pt x="16" y="49"/>
                  </a:lnTo>
                  <a:cubicBezTo>
                    <a:pt x="0" y="64"/>
                    <a:pt x="0" y="80"/>
                    <a:pt x="16" y="80"/>
                  </a:cubicBezTo>
                  <a:lnTo>
                    <a:pt x="16" y="95"/>
                  </a:lnTo>
                  <a:lnTo>
                    <a:pt x="32" y="95"/>
                  </a:lnTo>
                  <a:lnTo>
                    <a:pt x="63" y="95"/>
                  </a:lnTo>
                  <a:lnTo>
                    <a:pt x="79" y="80"/>
                  </a:lnTo>
                  <a:cubicBezTo>
                    <a:pt x="79" y="80"/>
                    <a:pt x="79" y="64"/>
                    <a:pt x="95" y="64"/>
                  </a:cubicBezTo>
                  <a:cubicBezTo>
                    <a:pt x="95" y="49"/>
                    <a:pt x="79" y="49"/>
                    <a:pt x="79" y="32"/>
                  </a:cubicBezTo>
                  <a:lnTo>
                    <a:pt x="79" y="17"/>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19" name="Google Shape;3819;p46"/>
            <p:cNvSpPr/>
            <p:nvPr/>
          </p:nvSpPr>
          <p:spPr>
            <a:xfrm>
              <a:off x="3103333" y="1784724"/>
              <a:ext cx="4548" cy="5565"/>
            </a:xfrm>
            <a:custGeom>
              <a:avLst/>
              <a:gdLst/>
              <a:ahLst/>
              <a:cxnLst/>
              <a:rect l="l" t="t" r="r" b="b"/>
              <a:pathLst>
                <a:path w="143" h="175" extrusionOk="0">
                  <a:moveTo>
                    <a:pt x="111" y="1"/>
                  </a:moveTo>
                  <a:lnTo>
                    <a:pt x="111" y="1"/>
                  </a:lnTo>
                  <a:cubicBezTo>
                    <a:pt x="95" y="1"/>
                    <a:pt x="95" y="17"/>
                    <a:pt x="80" y="17"/>
                  </a:cubicBezTo>
                  <a:lnTo>
                    <a:pt x="64" y="32"/>
                  </a:lnTo>
                  <a:lnTo>
                    <a:pt x="64" y="49"/>
                  </a:lnTo>
                  <a:lnTo>
                    <a:pt x="64" y="49"/>
                  </a:lnTo>
                  <a:lnTo>
                    <a:pt x="48" y="49"/>
                  </a:lnTo>
                  <a:lnTo>
                    <a:pt x="48" y="49"/>
                  </a:lnTo>
                  <a:cubicBezTo>
                    <a:pt x="32" y="49"/>
                    <a:pt x="17" y="64"/>
                    <a:pt x="17" y="80"/>
                  </a:cubicBezTo>
                  <a:lnTo>
                    <a:pt x="1" y="127"/>
                  </a:lnTo>
                  <a:cubicBezTo>
                    <a:pt x="1" y="143"/>
                    <a:pt x="17" y="158"/>
                    <a:pt x="32" y="175"/>
                  </a:cubicBezTo>
                  <a:lnTo>
                    <a:pt x="32" y="175"/>
                  </a:lnTo>
                  <a:lnTo>
                    <a:pt x="32" y="175"/>
                  </a:lnTo>
                  <a:cubicBezTo>
                    <a:pt x="48" y="175"/>
                    <a:pt x="64" y="158"/>
                    <a:pt x="64" y="158"/>
                  </a:cubicBezTo>
                  <a:lnTo>
                    <a:pt x="111" y="95"/>
                  </a:lnTo>
                  <a:lnTo>
                    <a:pt x="143" y="64"/>
                  </a:lnTo>
                  <a:lnTo>
                    <a:pt x="143" y="49"/>
                  </a:lnTo>
                  <a:cubicBezTo>
                    <a:pt x="143" y="32"/>
                    <a:pt x="143" y="17"/>
                    <a:pt x="127" y="17"/>
                  </a:cubicBezTo>
                  <a:cubicBezTo>
                    <a:pt x="127" y="1"/>
                    <a:pt x="127"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20" name="Google Shape;3820;p46"/>
            <p:cNvSpPr/>
            <p:nvPr/>
          </p:nvSpPr>
          <p:spPr>
            <a:xfrm>
              <a:off x="3424041" y="1766691"/>
              <a:ext cx="3562" cy="3053"/>
            </a:xfrm>
            <a:custGeom>
              <a:avLst/>
              <a:gdLst/>
              <a:ahLst/>
              <a:cxnLst/>
              <a:rect l="l" t="t" r="r" b="b"/>
              <a:pathLst>
                <a:path w="112" h="96" extrusionOk="0">
                  <a:moveTo>
                    <a:pt x="63" y="1"/>
                  </a:moveTo>
                  <a:lnTo>
                    <a:pt x="63" y="1"/>
                  </a:lnTo>
                  <a:lnTo>
                    <a:pt x="48" y="1"/>
                  </a:lnTo>
                  <a:lnTo>
                    <a:pt x="32" y="17"/>
                  </a:lnTo>
                  <a:lnTo>
                    <a:pt x="17" y="32"/>
                  </a:lnTo>
                  <a:cubicBezTo>
                    <a:pt x="0" y="32"/>
                    <a:pt x="0" y="49"/>
                    <a:pt x="0" y="64"/>
                  </a:cubicBezTo>
                  <a:lnTo>
                    <a:pt x="0" y="80"/>
                  </a:lnTo>
                  <a:cubicBezTo>
                    <a:pt x="17" y="80"/>
                    <a:pt x="17" y="95"/>
                    <a:pt x="32" y="95"/>
                  </a:cubicBezTo>
                  <a:cubicBezTo>
                    <a:pt x="48" y="95"/>
                    <a:pt x="48" y="95"/>
                    <a:pt x="48" y="80"/>
                  </a:cubicBezTo>
                  <a:lnTo>
                    <a:pt x="80" y="64"/>
                  </a:lnTo>
                  <a:cubicBezTo>
                    <a:pt x="95" y="49"/>
                    <a:pt x="111" y="32"/>
                    <a:pt x="95" y="17"/>
                  </a:cubicBezTo>
                  <a:cubicBezTo>
                    <a:pt x="95"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21" name="Google Shape;3821;p46"/>
            <p:cNvSpPr/>
            <p:nvPr/>
          </p:nvSpPr>
          <p:spPr>
            <a:xfrm>
              <a:off x="3421560" y="1766214"/>
              <a:ext cx="2512" cy="4039"/>
            </a:xfrm>
            <a:custGeom>
              <a:avLst/>
              <a:gdLst/>
              <a:ahLst/>
              <a:cxnLst/>
              <a:rect l="l" t="t" r="r" b="b"/>
              <a:pathLst>
                <a:path w="79" h="127" extrusionOk="0">
                  <a:moveTo>
                    <a:pt x="47" y="1"/>
                  </a:moveTo>
                  <a:lnTo>
                    <a:pt x="32" y="1"/>
                  </a:lnTo>
                  <a:cubicBezTo>
                    <a:pt x="15" y="1"/>
                    <a:pt x="15" y="1"/>
                    <a:pt x="15" y="16"/>
                  </a:cubicBezTo>
                  <a:lnTo>
                    <a:pt x="0" y="16"/>
                  </a:lnTo>
                  <a:lnTo>
                    <a:pt x="0" y="32"/>
                  </a:lnTo>
                  <a:lnTo>
                    <a:pt x="0" y="95"/>
                  </a:lnTo>
                  <a:cubicBezTo>
                    <a:pt x="0" y="110"/>
                    <a:pt x="15" y="127"/>
                    <a:pt x="32" y="127"/>
                  </a:cubicBezTo>
                  <a:lnTo>
                    <a:pt x="32" y="127"/>
                  </a:lnTo>
                  <a:cubicBezTo>
                    <a:pt x="63" y="127"/>
                    <a:pt x="78" y="110"/>
                    <a:pt x="78" y="95"/>
                  </a:cubicBezTo>
                  <a:lnTo>
                    <a:pt x="78" y="79"/>
                  </a:lnTo>
                  <a:lnTo>
                    <a:pt x="78"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22" name="Google Shape;3822;p46"/>
            <p:cNvSpPr/>
            <p:nvPr/>
          </p:nvSpPr>
          <p:spPr>
            <a:xfrm>
              <a:off x="3436572" y="1765196"/>
              <a:ext cx="5534" cy="4548"/>
            </a:xfrm>
            <a:custGeom>
              <a:avLst/>
              <a:gdLst/>
              <a:ahLst/>
              <a:cxnLst/>
              <a:rect l="l" t="t" r="r" b="b"/>
              <a:pathLst>
                <a:path w="174" h="143" extrusionOk="0">
                  <a:moveTo>
                    <a:pt x="142" y="1"/>
                  </a:moveTo>
                  <a:lnTo>
                    <a:pt x="127" y="1"/>
                  </a:lnTo>
                  <a:lnTo>
                    <a:pt x="127" y="1"/>
                  </a:lnTo>
                  <a:lnTo>
                    <a:pt x="47" y="33"/>
                  </a:lnTo>
                  <a:lnTo>
                    <a:pt x="32" y="33"/>
                  </a:lnTo>
                  <a:lnTo>
                    <a:pt x="1" y="64"/>
                  </a:lnTo>
                  <a:lnTo>
                    <a:pt x="1" y="79"/>
                  </a:lnTo>
                  <a:lnTo>
                    <a:pt x="16" y="96"/>
                  </a:lnTo>
                  <a:lnTo>
                    <a:pt x="16" y="127"/>
                  </a:lnTo>
                  <a:lnTo>
                    <a:pt x="32" y="127"/>
                  </a:lnTo>
                  <a:cubicBezTo>
                    <a:pt x="32" y="142"/>
                    <a:pt x="47" y="142"/>
                    <a:pt x="64" y="142"/>
                  </a:cubicBezTo>
                  <a:lnTo>
                    <a:pt x="64" y="142"/>
                  </a:lnTo>
                  <a:cubicBezTo>
                    <a:pt x="95" y="142"/>
                    <a:pt x="95" y="111"/>
                    <a:pt x="95" y="96"/>
                  </a:cubicBezTo>
                  <a:lnTo>
                    <a:pt x="79" y="96"/>
                  </a:lnTo>
                  <a:lnTo>
                    <a:pt x="142" y="79"/>
                  </a:lnTo>
                  <a:lnTo>
                    <a:pt x="142" y="64"/>
                  </a:lnTo>
                  <a:cubicBezTo>
                    <a:pt x="158" y="64"/>
                    <a:pt x="173" y="48"/>
                    <a:pt x="173" y="3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23" name="Google Shape;3823;p46"/>
            <p:cNvSpPr/>
            <p:nvPr/>
          </p:nvSpPr>
          <p:spPr>
            <a:xfrm>
              <a:off x="3119902" y="1800785"/>
              <a:ext cx="3498" cy="2544"/>
            </a:xfrm>
            <a:custGeom>
              <a:avLst/>
              <a:gdLst/>
              <a:ahLst/>
              <a:cxnLst/>
              <a:rect l="l" t="t" r="r" b="b"/>
              <a:pathLst>
                <a:path w="110" h="80" extrusionOk="0">
                  <a:moveTo>
                    <a:pt x="32" y="0"/>
                  </a:moveTo>
                  <a:lnTo>
                    <a:pt x="32" y="0"/>
                  </a:lnTo>
                  <a:lnTo>
                    <a:pt x="32" y="0"/>
                  </a:lnTo>
                  <a:cubicBezTo>
                    <a:pt x="15" y="0"/>
                    <a:pt x="0" y="0"/>
                    <a:pt x="0" y="16"/>
                  </a:cubicBezTo>
                  <a:cubicBezTo>
                    <a:pt x="0" y="32"/>
                    <a:pt x="0" y="48"/>
                    <a:pt x="15" y="63"/>
                  </a:cubicBezTo>
                  <a:lnTo>
                    <a:pt x="15" y="63"/>
                  </a:lnTo>
                  <a:lnTo>
                    <a:pt x="47" y="79"/>
                  </a:lnTo>
                  <a:lnTo>
                    <a:pt x="63" y="79"/>
                  </a:lnTo>
                  <a:cubicBezTo>
                    <a:pt x="78" y="79"/>
                    <a:pt x="95" y="63"/>
                    <a:pt x="95" y="48"/>
                  </a:cubicBezTo>
                  <a:cubicBezTo>
                    <a:pt x="110" y="32"/>
                    <a:pt x="95" y="16"/>
                    <a:pt x="78" y="16"/>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24" name="Google Shape;3824;p46"/>
            <p:cNvSpPr/>
            <p:nvPr/>
          </p:nvSpPr>
          <p:spPr>
            <a:xfrm>
              <a:off x="3271701" y="1779254"/>
              <a:ext cx="3562" cy="2512"/>
            </a:xfrm>
            <a:custGeom>
              <a:avLst/>
              <a:gdLst/>
              <a:ahLst/>
              <a:cxnLst/>
              <a:rect l="l" t="t" r="r" b="b"/>
              <a:pathLst>
                <a:path w="112" h="79" extrusionOk="0">
                  <a:moveTo>
                    <a:pt x="48" y="0"/>
                  </a:moveTo>
                  <a:lnTo>
                    <a:pt x="32" y="0"/>
                  </a:lnTo>
                  <a:cubicBezTo>
                    <a:pt x="32" y="0"/>
                    <a:pt x="17" y="15"/>
                    <a:pt x="17" y="32"/>
                  </a:cubicBezTo>
                  <a:cubicBezTo>
                    <a:pt x="0" y="32"/>
                    <a:pt x="0" y="47"/>
                    <a:pt x="17" y="63"/>
                  </a:cubicBezTo>
                  <a:lnTo>
                    <a:pt x="32" y="63"/>
                  </a:lnTo>
                  <a:lnTo>
                    <a:pt x="63" y="78"/>
                  </a:lnTo>
                  <a:lnTo>
                    <a:pt x="80" y="78"/>
                  </a:lnTo>
                  <a:cubicBezTo>
                    <a:pt x="95" y="78"/>
                    <a:pt x="95" y="78"/>
                    <a:pt x="111" y="63"/>
                  </a:cubicBezTo>
                  <a:cubicBezTo>
                    <a:pt x="111" y="47"/>
                    <a:pt x="111" y="32"/>
                    <a:pt x="95" y="15"/>
                  </a:cubicBezTo>
                  <a:lnTo>
                    <a:pt x="95"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25" name="Google Shape;3825;p46"/>
            <p:cNvSpPr/>
            <p:nvPr/>
          </p:nvSpPr>
          <p:spPr>
            <a:xfrm>
              <a:off x="3198076" y="1786250"/>
              <a:ext cx="3021" cy="2035"/>
            </a:xfrm>
            <a:custGeom>
              <a:avLst/>
              <a:gdLst/>
              <a:ahLst/>
              <a:cxnLst/>
              <a:rect l="l" t="t" r="r" b="b"/>
              <a:pathLst>
                <a:path w="95" h="64" extrusionOk="0">
                  <a:moveTo>
                    <a:pt x="63" y="1"/>
                  </a:moveTo>
                  <a:lnTo>
                    <a:pt x="63" y="1"/>
                  </a:lnTo>
                  <a:lnTo>
                    <a:pt x="32" y="1"/>
                  </a:lnTo>
                  <a:cubicBezTo>
                    <a:pt x="0" y="1"/>
                    <a:pt x="0" y="16"/>
                    <a:pt x="0" y="32"/>
                  </a:cubicBezTo>
                  <a:lnTo>
                    <a:pt x="0" y="47"/>
                  </a:lnTo>
                  <a:lnTo>
                    <a:pt x="15" y="64"/>
                  </a:lnTo>
                  <a:lnTo>
                    <a:pt x="32" y="47"/>
                  </a:lnTo>
                  <a:lnTo>
                    <a:pt x="47" y="47"/>
                  </a:lnTo>
                  <a:cubicBezTo>
                    <a:pt x="47" y="47"/>
                    <a:pt x="63" y="47"/>
                    <a:pt x="63" y="64"/>
                  </a:cubicBezTo>
                  <a:lnTo>
                    <a:pt x="63" y="64"/>
                  </a:lnTo>
                  <a:cubicBezTo>
                    <a:pt x="78" y="64"/>
                    <a:pt x="95" y="47"/>
                    <a:pt x="95" y="32"/>
                  </a:cubicBezTo>
                  <a:cubicBezTo>
                    <a:pt x="95" y="16"/>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26" name="Google Shape;3826;p46"/>
            <p:cNvSpPr/>
            <p:nvPr/>
          </p:nvSpPr>
          <p:spPr>
            <a:xfrm>
              <a:off x="3318326" y="1776232"/>
              <a:ext cx="3021" cy="3530"/>
            </a:xfrm>
            <a:custGeom>
              <a:avLst/>
              <a:gdLst/>
              <a:ahLst/>
              <a:cxnLst/>
              <a:rect l="l" t="t" r="r" b="b"/>
              <a:pathLst>
                <a:path w="95" h="111" extrusionOk="0">
                  <a:moveTo>
                    <a:pt x="47" y="1"/>
                  </a:moveTo>
                  <a:lnTo>
                    <a:pt x="47" y="1"/>
                  </a:lnTo>
                  <a:lnTo>
                    <a:pt x="32" y="1"/>
                  </a:lnTo>
                  <a:lnTo>
                    <a:pt x="32" y="1"/>
                  </a:lnTo>
                  <a:cubicBezTo>
                    <a:pt x="16" y="16"/>
                    <a:pt x="0" y="32"/>
                    <a:pt x="16" y="47"/>
                  </a:cubicBezTo>
                  <a:lnTo>
                    <a:pt x="16" y="79"/>
                  </a:lnTo>
                  <a:cubicBezTo>
                    <a:pt x="32" y="95"/>
                    <a:pt x="47" y="110"/>
                    <a:pt x="63" y="110"/>
                  </a:cubicBezTo>
                  <a:lnTo>
                    <a:pt x="63" y="110"/>
                  </a:lnTo>
                  <a:cubicBezTo>
                    <a:pt x="79" y="110"/>
                    <a:pt x="79" y="95"/>
                    <a:pt x="79" y="95"/>
                  </a:cubicBezTo>
                  <a:lnTo>
                    <a:pt x="95" y="79"/>
                  </a:lnTo>
                  <a:lnTo>
                    <a:pt x="95" y="64"/>
                  </a:lnTo>
                  <a:lnTo>
                    <a:pt x="95" y="64"/>
                  </a:lnTo>
                  <a:lnTo>
                    <a:pt x="79" y="32"/>
                  </a:lnTo>
                  <a:cubicBezTo>
                    <a:pt x="79" y="16"/>
                    <a:pt x="63" y="16"/>
                    <a:pt x="63"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27" name="Google Shape;3827;p46"/>
            <p:cNvSpPr/>
            <p:nvPr/>
          </p:nvSpPr>
          <p:spPr>
            <a:xfrm>
              <a:off x="3189521" y="1788254"/>
              <a:ext cx="3562" cy="5057"/>
            </a:xfrm>
            <a:custGeom>
              <a:avLst/>
              <a:gdLst/>
              <a:ahLst/>
              <a:cxnLst/>
              <a:rect l="l" t="t" r="r" b="b"/>
              <a:pathLst>
                <a:path w="112" h="159" extrusionOk="0">
                  <a:moveTo>
                    <a:pt x="64" y="1"/>
                  </a:moveTo>
                  <a:lnTo>
                    <a:pt x="64" y="1"/>
                  </a:lnTo>
                  <a:lnTo>
                    <a:pt x="32" y="1"/>
                  </a:lnTo>
                  <a:lnTo>
                    <a:pt x="32" y="16"/>
                  </a:lnTo>
                  <a:lnTo>
                    <a:pt x="32" y="16"/>
                  </a:lnTo>
                  <a:lnTo>
                    <a:pt x="32" y="16"/>
                  </a:lnTo>
                  <a:lnTo>
                    <a:pt x="17" y="79"/>
                  </a:lnTo>
                  <a:lnTo>
                    <a:pt x="1" y="79"/>
                  </a:lnTo>
                  <a:cubicBezTo>
                    <a:pt x="1" y="95"/>
                    <a:pt x="17" y="95"/>
                    <a:pt x="17" y="110"/>
                  </a:cubicBezTo>
                  <a:lnTo>
                    <a:pt x="48" y="142"/>
                  </a:lnTo>
                  <a:lnTo>
                    <a:pt x="48" y="142"/>
                  </a:lnTo>
                  <a:lnTo>
                    <a:pt x="64" y="158"/>
                  </a:lnTo>
                  <a:cubicBezTo>
                    <a:pt x="80" y="158"/>
                    <a:pt x="80" y="142"/>
                    <a:pt x="95" y="142"/>
                  </a:cubicBezTo>
                  <a:cubicBezTo>
                    <a:pt x="111" y="127"/>
                    <a:pt x="111" y="110"/>
                    <a:pt x="95" y="95"/>
                  </a:cubicBezTo>
                  <a:lnTo>
                    <a:pt x="80" y="79"/>
                  </a:lnTo>
                  <a:lnTo>
                    <a:pt x="80" y="79"/>
                  </a:lnTo>
                  <a:lnTo>
                    <a:pt x="95" y="64"/>
                  </a:lnTo>
                  <a:lnTo>
                    <a:pt x="95" y="47"/>
                  </a:lnTo>
                  <a:lnTo>
                    <a:pt x="95" y="32"/>
                  </a:lnTo>
                  <a:cubicBezTo>
                    <a:pt x="95" y="16"/>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28" name="Google Shape;3828;p46"/>
            <p:cNvSpPr/>
            <p:nvPr/>
          </p:nvSpPr>
          <p:spPr>
            <a:xfrm>
              <a:off x="3033174" y="1804283"/>
              <a:ext cx="3562" cy="3530"/>
            </a:xfrm>
            <a:custGeom>
              <a:avLst/>
              <a:gdLst/>
              <a:ahLst/>
              <a:cxnLst/>
              <a:rect l="l" t="t" r="r" b="b"/>
              <a:pathLst>
                <a:path w="112" h="111" extrusionOk="0">
                  <a:moveTo>
                    <a:pt x="64" y="1"/>
                  </a:moveTo>
                  <a:lnTo>
                    <a:pt x="64" y="1"/>
                  </a:lnTo>
                  <a:lnTo>
                    <a:pt x="64" y="1"/>
                  </a:lnTo>
                  <a:cubicBezTo>
                    <a:pt x="49" y="1"/>
                    <a:pt x="49" y="1"/>
                    <a:pt x="32" y="16"/>
                  </a:cubicBezTo>
                  <a:lnTo>
                    <a:pt x="17" y="32"/>
                  </a:lnTo>
                  <a:lnTo>
                    <a:pt x="17" y="64"/>
                  </a:lnTo>
                  <a:lnTo>
                    <a:pt x="1" y="64"/>
                  </a:lnTo>
                  <a:lnTo>
                    <a:pt x="1" y="79"/>
                  </a:lnTo>
                  <a:cubicBezTo>
                    <a:pt x="1" y="95"/>
                    <a:pt x="17" y="95"/>
                    <a:pt x="32" y="111"/>
                  </a:cubicBezTo>
                  <a:lnTo>
                    <a:pt x="49" y="111"/>
                  </a:lnTo>
                  <a:lnTo>
                    <a:pt x="64" y="111"/>
                  </a:lnTo>
                  <a:lnTo>
                    <a:pt x="64" y="95"/>
                  </a:lnTo>
                  <a:lnTo>
                    <a:pt x="95" y="48"/>
                  </a:lnTo>
                  <a:lnTo>
                    <a:pt x="95" y="48"/>
                  </a:lnTo>
                  <a:cubicBezTo>
                    <a:pt x="112"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29" name="Google Shape;3829;p46"/>
            <p:cNvSpPr/>
            <p:nvPr/>
          </p:nvSpPr>
          <p:spPr>
            <a:xfrm>
              <a:off x="3197535" y="1787745"/>
              <a:ext cx="3053" cy="3021"/>
            </a:xfrm>
            <a:custGeom>
              <a:avLst/>
              <a:gdLst/>
              <a:ahLst/>
              <a:cxnLst/>
              <a:rect l="l" t="t" r="r" b="b"/>
              <a:pathLst>
                <a:path w="96" h="95" extrusionOk="0">
                  <a:moveTo>
                    <a:pt x="64" y="0"/>
                  </a:moveTo>
                  <a:lnTo>
                    <a:pt x="49" y="0"/>
                  </a:lnTo>
                  <a:lnTo>
                    <a:pt x="32" y="17"/>
                  </a:lnTo>
                  <a:lnTo>
                    <a:pt x="49" y="17"/>
                  </a:lnTo>
                  <a:cubicBezTo>
                    <a:pt x="64" y="17"/>
                    <a:pt x="64" y="48"/>
                    <a:pt x="64" y="63"/>
                  </a:cubicBezTo>
                  <a:cubicBezTo>
                    <a:pt x="49" y="63"/>
                    <a:pt x="32" y="80"/>
                    <a:pt x="32" y="80"/>
                  </a:cubicBezTo>
                  <a:lnTo>
                    <a:pt x="17" y="80"/>
                  </a:lnTo>
                  <a:lnTo>
                    <a:pt x="1" y="63"/>
                  </a:lnTo>
                  <a:cubicBezTo>
                    <a:pt x="1" y="80"/>
                    <a:pt x="1" y="80"/>
                    <a:pt x="17" y="95"/>
                  </a:cubicBezTo>
                  <a:lnTo>
                    <a:pt x="17" y="95"/>
                  </a:lnTo>
                  <a:lnTo>
                    <a:pt x="32" y="95"/>
                  </a:lnTo>
                  <a:cubicBezTo>
                    <a:pt x="49" y="95"/>
                    <a:pt x="64" y="95"/>
                    <a:pt x="64" y="80"/>
                  </a:cubicBezTo>
                  <a:lnTo>
                    <a:pt x="80" y="63"/>
                  </a:lnTo>
                  <a:cubicBezTo>
                    <a:pt x="95" y="48"/>
                    <a:pt x="95" y="32"/>
                    <a:pt x="80" y="17"/>
                  </a:cubicBezTo>
                  <a:lnTo>
                    <a:pt x="80" y="17"/>
                  </a:lnTo>
                  <a:cubicBezTo>
                    <a:pt x="80"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30" name="Google Shape;3830;p46"/>
            <p:cNvSpPr/>
            <p:nvPr/>
          </p:nvSpPr>
          <p:spPr>
            <a:xfrm>
              <a:off x="3191524" y="1798272"/>
              <a:ext cx="3562" cy="3053"/>
            </a:xfrm>
            <a:custGeom>
              <a:avLst/>
              <a:gdLst/>
              <a:ahLst/>
              <a:cxnLst/>
              <a:rect l="l" t="t" r="r" b="b"/>
              <a:pathLst>
                <a:path w="112" h="96" extrusionOk="0">
                  <a:moveTo>
                    <a:pt x="48" y="1"/>
                  </a:moveTo>
                  <a:lnTo>
                    <a:pt x="48" y="1"/>
                  </a:lnTo>
                  <a:cubicBezTo>
                    <a:pt x="32" y="1"/>
                    <a:pt x="32" y="16"/>
                    <a:pt x="32" y="16"/>
                  </a:cubicBezTo>
                  <a:lnTo>
                    <a:pt x="17" y="16"/>
                  </a:lnTo>
                  <a:cubicBezTo>
                    <a:pt x="1" y="32"/>
                    <a:pt x="17" y="48"/>
                    <a:pt x="32" y="64"/>
                  </a:cubicBezTo>
                  <a:lnTo>
                    <a:pt x="32" y="64"/>
                  </a:lnTo>
                  <a:lnTo>
                    <a:pt x="48" y="79"/>
                  </a:lnTo>
                  <a:cubicBezTo>
                    <a:pt x="64" y="95"/>
                    <a:pt x="64" y="95"/>
                    <a:pt x="80" y="95"/>
                  </a:cubicBezTo>
                  <a:cubicBezTo>
                    <a:pt x="80" y="95"/>
                    <a:pt x="95" y="95"/>
                    <a:pt x="95" y="79"/>
                  </a:cubicBezTo>
                  <a:cubicBezTo>
                    <a:pt x="111" y="64"/>
                    <a:pt x="111" y="48"/>
                    <a:pt x="95" y="32"/>
                  </a:cubicBezTo>
                  <a:lnTo>
                    <a:pt x="95" y="32"/>
                  </a:ln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31" name="Google Shape;3831;p46"/>
            <p:cNvSpPr/>
            <p:nvPr/>
          </p:nvSpPr>
          <p:spPr>
            <a:xfrm>
              <a:off x="3363423" y="1783738"/>
              <a:ext cx="3021" cy="3021"/>
            </a:xfrm>
            <a:custGeom>
              <a:avLst/>
              <a:gdLst/>
              <a:ahLst/>
              <a:cxnLst/>
              <a:rect l="l" t="t" r="r" b="b"/>
              <a:pathLst>
                <a:path w="95" h="95" extrusionOk="0">
                  <a:moveTo>
                    <a:pt x="47" y="0"/>
                  </a:moveTo>
                  <a:lnTo>
                    <a:pt x="32" y="0"/>
                  </a:lnTo>
                  <a:lnTo>
                    <a:pt x="16" y="17"/>
                  </a:lnTo>
                  <a:cubicBezTo>
                    <a:pt x="0" y="32"/>
                    <a:pt x="0" y="48"/>
                    <a:pt x="16" y="63"/>
                  </a:cubicBezTo>
                  <a:lnTo>
                    <a:pt x="32" y="80"/>
                  </a:lnTo>
                  <a:cubicBezTo>
                    <a:pt x="47" y="80"/>
                    <a:pt x="47" y="95"/>
                    <a:pt x="63" y="95"/>
                  </a:cubicBezTo>
                  <a:lnTo>
                    <a:pt x="79" y="80"/>
                  </a:lnTo>
                  <a:cubicBezTo>
                    <a:pt x="95" y="63"/>
                    <a:pt x="95" y="32"/>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32" name="Google Shape;3832;p46"/>
            <p:cNvSpPr/>
            <p:nvPr/>
          </p:nvSpPr>
          <p:spPr>
            <a:xfrm>
              <a:off x="3361419" y="1785741"/>
              <a:ext cx="3021" cy="2035"/>
            </a:xfrm>
            <a:custGeom>
              <a:avLst/>
              <a:gdLst/>
              <a:ahLst/>
              <a:cxnLst/>
              <a:rect l="l" t="t" r="r" b="b"/>
              <a:pathLst>
                <a:path w="95" h="64" extrusionOk="0">
                  <a:moveTo>
                    <a:pt x="32" y="0"/>
                  </a:moveTo>
                  <a:lnTo>
                    <a:pt x="32" y="0"/>
                  </a:lnTo>
                  <a:cubicBezTo>
                    <a:pt x="15" y="0"/>
                    <a:pt x="0" y="17"/>
                    <a:pt x="0" y="17"/>
                  </a:cubicBezTo>
                  <a:cubicBezTo>
                    <a:pt x="0" y="48"/>
                    <a:pt x="0" y="63"/>
                    <a:pt x="32" y="63"/>
                  </a:cubicBezTo>
                  <a:lnTo>
                    <a:pt x="47" y="63"/>
                  </a:lnTo>
                  <a:lnTo>
                    <a:pt x="63" y="63"/>
                  </a:lnTo>
                  <a:cubicBezTo>
                    <a:pt x="79" y="63"/>
                    <a:pt x="79" y="63"/>
                    <a:pt x="95" y="48"/>
                  </a:cubicBezTo>
                  <a:cubicBezTo>
                    <a:pt x="95" y="32"/>
                    <a:pt x="79" y="0"/>
                    <a:pt x="63"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33" name="Google Shape;3833;p46"/>
            <p:cNvSpPr/>
            <p:nvPr/>
          </p:nvSpPr>
          <p:spPr>
            <a:xfrm>
              <a:off x="3243650" y="1797763"/>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4"/>
                    <a:pt x="17" y="80"/>
                  </a:cubicBezTo>
                  <a:lnTo>
                    <a:pt x="48" y="80"/>
                  </a:lnTo>
                  <a:lnTo>
                    <a:pt x="63" y="80"/>
                  </a:lnTo>
                  <a:lnTo>
                    <a:pt x="63" y="64"/>
                  </a:lnTo>
                  <a:lnTo>
                    <a:pt x="80" y="48"/>
                  </a:lnTo>
                  <a:cubicBezTo>
                    <a:pt x="95" y="32"/>
                    <a:pt x="95" y="17"/>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34" name="Google Shape;3834;p46"/>
            <p:cNvSpPr/>
            <p:nvPr/>
          </p:nvSpPr>
          <p:spPr>
            <a:xfrm>
              <a:off x="3046213" y="1817323"/>
              <a:ext cx="4039" cy="3053"/>
            </a:xfrm>
            <a:custGeom>
              <a:avLst/>
              <a:gdLst/>
              <a:ahLst/>
              <a:cxnLst/>
              <a:rect l="l" t="t" r="r" b="b"/>
              <a:pathLst>
                <a:path w="127" h="96" extrusionOk="0">
                  <a:moveTo>
                    <a:pt x="48" y="1"/>
                  </a:moveTo>
                  <a:lnTo>
                    <a:pt x="48" y="16"/>
                  </a:lnTo>
                  <a:cubicBezTo>
                    <a:pt x="32" y="16"/>
                    <a:pt x="17" y="16"/>
                    <a:pt x="17" y="32"/>
                  </a:cubicBezTo>
                  <a:cubicBezTo>
                    <a:pt x="0" y="47"/>
                    <a:pt x="17" y="64"/>
                    <a:pt x="32" y="79"/>
                  </a:cubicBezTo>
                  <a:lnTo>
                    <a:pt x="80" y="95"/>
                  </a:lnTo>
                  <a:lnTo>
                    <a:pt x="95" y="95"/>
                  </a:lnTo>
                  <a:cubicBezTo>
                    <a:pt x="111" y="95"/>
                    <a:pt x="111" y="95"/>
                    <a:pt x="126" y="79"/>
                  </a:cubicBezTo>
                  <a:cubicBezTo>
                    <a:pt x="126" y="64"/>
                    <a:pt x="126" y="47"/>
                    <a:pt x="111" y="32"/>
                  </a:cubicBezTo>
                  <a:lnTo>
                    <a:pt x="63" y="16"/>
                  </a:lnTo>
                  <a:cubicBezTo>
                    <a:pt x="48" y="16"/>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35" name="Google Shape;3835;p46"/>
            <p:cNvSpPr/>
            <p:nvPr/>
          </p:nvSpPr>
          <p:spPr>
            <a:xfrm>
              <a:off x="3161470" y="1805778"/>
              <a:ext cx="3021" cy="2544"/>
            </a:xfrm>
            <a:custGeom>
              <a:avLst/>
              <a:gdLst/>
              <a:ahLst/>
              <a:cxnLst/>
              <a:rect l="l" t="t" r="r" b="b"/>
              <a:pathLst>
                <a:path w="95" h="80" extrusionOk="0">
                  <a:moveTo>
                    <a:pt x="32" y="1"/>
                  </a:moveTo>
                  <a:lnTo>
                    <a:pt x="32" y="1"/>
                  </a:lnTo>
                  <a:cubicBezTo>
                    <a:pt x="17" y="1"/>
                    <a:pt x="0" y="17"/>
                    <a:pt x="0" y="32"/>
                  </a:cubicBezTo>
                  <a:lnTo>
                    <a:pt x="0" y="64"/>
                  </a:lnTo>
                  <a:cubicBezTo>
                    <a:pt x="17" y="64"/>
                    <a:pt x="17" y="80"/>
                    <a:pt x="32" y="80"/>
                  </a:cubicBezTo>
                  <a:lnTo>
                    <a:pt x="48" y="80"/>
                  </a:lnTo>
                  <a:lnTo>
                    <a:pt x="63" y="80"/>
                  </a:lnTo>
                  <a:cubicBezTo>
                    <a:pt x="80" y="80"/>
                    <a:pt x="80" y="64"/>
                    <a:pt x="95" y="48"/>
                  </a:cubicBezTo>
                  <a:cubicBezTo>
                    <a:pt x="95" y="32"/>
                    <a:pt x="80" y="17"/>
                    <a:pt x="80" y="17"/>
                  </a:cubicBezTo>
                  <a:lnTo>
                    <a:pt x="63"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36" name="Google Shape;3836;p46"/>
            <p:cNvSpPr/>
            <p:nvPr/>
          </p:nvSpPr>
          <p:spPr>
            <a:xfrm>
              <a:off x="3347394" y="1785264"/>
              <a:ext cx="3021" cy="2512"/>
            </a:xfrm>
            <a:custGeom>
              <a:avLst/>
              <a:gdLst/>
              <a:ahLst/>
              <a:cxnLst/>
              <a:rect l="l" t="t" r="r" b="b"/>
              <a:pathLst>
                <a:path w="95" h="79" extrusionOk="0">
                  <a:moveTo>
                    <a:pt x="32" y="0"/>
                  </a:moveTo>
                  <a:lnTo>
                    <a:pt x="32" y="0"/>
                  </a:lnTo>
                  <a:cubicBezTo>
                    <a:pt x="15" y="0"/>
                    <a:pt x="15" y="0"/>
                    <a:pt x="0" y="15"/>
                  </a:cubicBezTo>
                  <a:lnTo>
                    <a:pt x="0" y="47"/>
                  </a:lnTo>
                  <a:lnTo>
                    <a:pt x="15" y="63"/>
                  </a:lnTo>
                  <a:lnTo>
                    <a:pt x="32" y="63"/>
                  </a:lnTo>
                  <a:cubicBezTo>
                    <a:pt x="32" y="78"/>
                    <a:pt x="47" y="78"/>
                    <a:pt x="47" y="78"/>
                  </a:cubicBezTo>
                  <a:lnTo>
                    <a:pt x="47" y="78"/>
                  </a:lnTo>
                  <a:cubicBezTo>
                    <a:pt x="63" y="78"/>
                    <a:pt x="63" y="78"/>
                    <a:pt x="78" y="63"/>
                  </a:cubicBezTo>
                  <a:lnTo>
                    <a:pt x="78" y="47"/>
                  </a:lnTo>
                  <a:cubicBezTo>
                    <a:pt x="95" y="32"/>
                    <a:pt x="78" y="32"/>
                    <a:pt x="78"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37" name="Google Shape;3837;p46"/>
            <p:cNvSpPr/>
            <p:nvPr/>
          </p:nvSpPr>
          <p:spPr>
            <a:xfrm>
              <a:off x="3373918" y="1781734"/>
              <a:ext cx="2576" cy="3021"/>
            </a:xfrm>
            <a:custGeom>
              <a:avLst/>
              <a:gdLst/>
              <a:ahLst/>
              <a:cxnLst/>
              <a:rect l="l" t="t" r="r" b="b"/>
              <a:pathLst>
                <a:path w="81" h="95" extrusionOk="0">
                  <a:moveTo>
                    <a:pt x="64" y="32"/>
                  </a:moveTo>
                  <a:lnTo>
                    <a:pt x="64" y="32"/>
                  </a:lnTo>
                  <a:lnTo>
                    <a:pt x="64" y="32"/>
                  </a:lnTo>
                  <a:close/>
                  <a:moveTo>
                    <a:pt x="49" y="0"/>
                  </a:moveTo>
                  <a:lnTo>
                    <a:pt x="32" y="0"/>
                  </a:lnTo>
                  <a:lnTo>
                    <a:pt x="17" y="17"/>
                  </a:lnTo>
                  <a:cubicBezTo>
                    <a:pt x="1" y="32"/>
                    <a:pt x="1" y="48"/>
                    <a:pt x="1" y="48"/>
                  </a:cubicBezTo>
                  <a:lnTo>
                    <a:pt x="1" y="63"/>
                  </a:lnTo>
                  <a:lnTo>
                    <a:pt x="17" y="80"/>
                  </a:lnTo>
                  <a:lnTo>
                    <a:pt x="17" y="80"/>
                  </a:lnTo>
                  <a:cubicBezTo>
                    <a:pt x="17" y="95"/>
                    <a:pt x="32" y="95"/>
                    <a:pt x="49" y="95"/>
                  </a:cubicBezTo>
                  <a:lnTo>
                    <a:pt x="64" y="95"/>
                  </a:lnTo>
                  <a:cubicBezTo>
                    <a:pt x="80" y="80"/>
                    <a:pt x="80" y="63"/>
                    <a:pt x="80" y="63"/>
                  </a:cubicBezTo>
                  <a:lnTo>
                    <a:pt x="80" y="63"/>
                  </a:lnTo>
                  <a:lnTo>
                    <a:pt x="80" y="48"/>
                  </a:lnTo>
                  <a:cubicBezTo>
                    <a:pt x="80" y="32"/>
                    <a:pt x="80" y="17"/>
                    <a:pt x="64" y="17"/>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38" name="Google Shape;3838;p46"/>
            <p:cNvSpPr/>
            <p:nvPr/>
          </p:nvSpPr>
          <p:spPr>
            <a:xfrm>
              <a:off x="3375922" y="178272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39" name="Google Shape;3839;p46"/>
            <p:cNvSpPr/>
            <p:nvPr/>
          </p:nvSpPr>
          <p:spPr>
            <a:xfrm>
              <a:off x="3420543" y="1771716"/>
              <a:ext cx="3053" cy="2544"/>
            </a:xfrm>
            <a:custGeom>
              <a:avLst/>
              <a:gdLst/>
              <a:ahLst/>
              <a:cxnLst/>
              <a:rect l="l" t="t" r="r" b="b"/>
              <a:pathLst>
                <a:path w="96" h="80" extrusionOk="0">
                  <a:moveTo>
                    <a:pt x="32" y="0"/>
                  </a:moveTo>
                  <a:lnTo>
                    <a:pt x="32" y="0"/>
                  </a:lnTo>
                  <a:cubicBezTo>
                    <a:pt x="16" y="0"/>
                    <a:pt x="16" y="0"/>
                    <a:pt x="16" y="17"/>
                  </a:cubicBezTo>
                  <a:lnTo>
                    <a:pt x="1" y="17"/>
                  </a:lnTo>
                  <a:lnTo>
                    <a:pt x="1" y="48"/>
                  </a:lnTo>
                  <a:cubicBezTo>
                    <a:pt x="1" y="48"/>
                    <a:pt x="1" y="63"/>
                    <a:pt x="16" y="63"/>
                  </a:cubicBezTo>
                  <a:lnTo>
                    <a:pt x="32" y="80"/>
                  </a:lnTo>
                  <a:lnTo>
                    <a:pt x="47" y="80"/>
                  </a:lnTo>
                  <a:cubicBezTo>
                    <a:pt x="64" y="80"/>
                    <a:pt x="79" y="80"/>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40" name="Google Shape;3840;p46"/>
            <p:cNvSpPr/>
            <p:nvPr/>
          </p:nvSpPr>
          <p:spPr>
            <a:xfrm>
              <a:off x="3254177" y="1788731"/>
              <a:ext cx="3053" cy="2576"/>
            </a:xfrm>
            <a:custGeom>
              <a:avLst/>
              <a:gdLst/>
              <a:ahLst/>
              <a:cxnLst/>
              <a:rect l="l" t="t" r="r" b="b"/>
              <a:pathLst>
                <a:path w="96" h="81" extrusionOk="0">
                  <a:moveTo>
                    <a:pt x="32" y="1"/>
                  </a:moveTo>
                  <a:lnTo>
                    <a:pt x="32" y="1"/>
                  </a:lnTo>
                  <a:cubicBezTo>
                    <a:pt x="32" y="1"/>
                    <a:pt x="16" y="1"/>
                    <a:pt x="16" y="17"/>
                  </a:cubicBezTo>
                  <a:cubicBezTo>
                    <a:pt x="1" y="32"/>
                    <a:pt x="1" y="49"/>
                    <a:pt x="16" y="64"/>
                  </a:cubicBezTo>
                  <a:lnTo>
                    <a:pt x="32" y="80"/>
                  </a:lnTo>
                  <a:lnTo>
                    <a:pt x="64" y="80"/>
                  </a:lnTo>
                  <a:cubicBezTo>
                    <a:pt x="64" y="80"/>
                    <a:pt x="79" y="80"/>
                    <a:pt x="79" y="64"/>
                  </a:cubicBezTo>
                  <a:cubicBezTo>
                    <a:pt x="95" y="64"/>
                    <a:pt x="95" y="32"/>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41" name="Google Shape;3841;p46"/>
            <p:cNvSpPr/>
            <p:nvPr/>
          </p:nvSpPr>
          <p:spPr>
            <a:xfrm>
              <a:off x="3031711" y="1811789"/>
              <a:ext cx="3021" cy="2576"/>
            </a:xfrm>
            <a:custGeom>
              <a:avLst/>
              <a:gdLst/>
              <a:ahLst/>
              <a:cxnLst/>
              <a:rect l="l" t="t" r="r" b="b"/>
              <a:pathLst>
                <a:path w="95" h="81" extrusionOk="0">
                  <a:moveTo>
                    <a:pt x="63" y="1"/>
                  </a:moveTo>
                  <a:lnTo>
                    <a:pt x="63" y="1"/>
                  </a:lnTo>
                  <a:lnTo>
                    <a:pt x="32" y="1"/>
                  </a:lnTo>
                  <a:lnTo>
                    <a:pt x="15" y="32"/>
                  </a:lnTo>
                  <a:cubicBezTo>
                    <a:pt x="0" y="32"/>
                    <a:pt x="15" y="64"/>
                    <a:pt x="32" y="80"/>
                  </a:cubicBezTo>
                  <a:lnTo>
                    <a:pt x="47" y="80"/>
                  </a:lnTo>
                  <a:cubicBezTo>
                    <a:pt x="63" y="80"/>
                    <a:pt x="63" y="80"/>
                    <a:pt x="78"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42" name="Google Shape;3842;p46"/>
            <p:cNvSpPr/>
            <p:nvPr/>
          </p:nvSpPr>
          <p:spPr>
            <a:xfrm>
              <a:off x="3080816" y="1808799"/>
              <a:ext cx="2512" cy="2544"/>
            </a:xfrm>
            <a:custGeom>
              <a:avLst/>
              <a:gdLst/>
              <a:ahLst/>
              <a:cxnLst/>
              <a:rect l="l" t="t" r="r" b="b"/>
              <a:pathLst>
                <a:path w="79" h="80" extrusionOk="0">
                  <a:moveTo>
                    <a:pt x="32" y="0"/>
                  </a:moveTo>
                  <a:lnTo>
                    <a:pt x="32" y="0"/>
                  </a:lnTo>
                  <a:lnTo>
                    <a:pt x="15" y="0"/>
                  </a:lnTo>
                  <a:lnTo>
                    <a:pt x="15" y="0"/>
                  </a:lnTo>
                  <a:lnTo>
                    <a:pt x="15" y="0"/>
                  </a:lnTo>
                  <a:cubicBezTo>
                    <a:pt x="0" y="16"/>
                    <a:pt x="0" y="32"/>
                    <a:pt x="0" y="48"/>
                  </a:cubicBezTo>
                  <a:lnTo>
                    <a:pt x="15" y="48"/>
                  </a:lnTo>
                  <a:lnTo>
                    <a:pt x="15" y="63"/>
                  </a:lnTo>
                  <a:cubicBezTo>
                    <a:pt x="15" y="63"/>
                    <a:pt x="15" y="80"/>
                    <a:pt x="32" y="80"/>
                  </a:cubicBezTo>
                  <a:lnTo>
                    <a:pt x="47" y="80"/>
                  </a:lnTo>
                  <a:lnTo>
                    <a:pt x="63" y="80"/>
                  </a:lnTo>
                  <a:cubicBezTo>
                    <a:pt x="78" y="80"/>
                    <a:pt x="78" y="63"/>
                    <a:pt x="78" y="48"/>
                  </a:cubicBezTo>
                  <a:lnTo>
                    <a:pt x="78" y="32"/>
                  </a:lnTo>
                  <a:lnTo>
                    <a:pt x="63" y="16"/>
                  </a:lnTo>
                  <a:lnTo>
                    <a:pt x="63" y="16"/>
                  </a:lnTo>
                  <a:cubicBezTo>
                    <a:pt x="63"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43" name="Google Shape;3843;p46"/>
            <p:cNvSpPr/>
            <p:nvPr/>
          </p:nvSpPr>
          <p:spPr>
            <a:xfrm>
              <a:off x="3389470" y="1776232"/>
              <a:ext cx="3053" cy="2035"/>
            </a:xfrm>
            <a:custGeom>
              <a:avLst/>
              <a:gdLst/>
              <a:ahLst/>
              <a:cxnLst/>
              <a:rect l="l" t="t" r="r" b="b"/>
              <a:pathLst>
                <a:path w="96" h="64" extrusionOk="0">
                  <a:moveTo>
                    <a:pt x="64" y="1"/>
                  </a:moveTo>
                  <a:lnTo>
                    <a:pt x="47" y="1"/>
                  </a:lnTo>
                  <a:lnTo>
                    <a:pt x="32" y="1"/>
                  </a:lnTo>
                  <a:lnTo>
                    <a:pt x="16" y="1"/>
                  </a:lnTo>
                  <a:cubicBezTo>
                    <a:pt x="1" y="16"/>
                    <a:pt x="1" y="16"/>
                    <a:pt x="1" y="32"/>
                  </a:cubicBezTo>
                  <a:lnTo>
                    <a:pt x="1" y="32"/>
                  </a:lnTo>
                  <a:lnTo>
                    <a:pt x="1" y="32"/>
                  </a:lnTo>
                  <a:cubicBezTo>
                    <a:pt x="1" y="47"/>
                    <a:pt x="16" y="64"/>
                    <a:pt x="32" y="64"/>
                  </a:cubicBezTo>
                  <a:lnTo>
                    <a:pt x="32" y="64"/>
                  </a:lnTo>
                  <a:lnTo>
                    <a:pt x="64" y="64"/>
                  </a:lnTo>
                  <a:cubicBezTo>
                    <a:pt x="79" y="64"/>
                    <a:pt x="79" y="47"/>
                    <a:pt x="95" y="47"/>
                  </a:cubicBezTo>
                  <a:lnTo>
                    <a:pt x="95" y="32"/>
                  </a:lnTo>
                  <a:lnTo>
                    <a:pt x="95" y="16"/>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44" name="Google Shape;3844;p46"/>
            <p:cNvSpPr/>
            <p:nvPr/>
          </p:nvSpPr>
          <p:spPr>
            <a:xfrm>
              <a:off x="3301756" y="1812329"/>
              <a:ext cx="3053" cy="2512"/>
            </a:xfrm>
            <a:custGeom>
              <a:avLst/>
              <a:gdLst/>
              <a:ahLst/>
              <a:cxnLst/>
              <a:rect l="l" t="t" r="r" b="b"/>
              <a:pathLst>
                <a:path w="96" h="79" extrusionOk="0">
                  <a:moveTo>
                    <a:pt x="64" y="0"/>
                  </a:moveTo>
                  <a:lnTo>
                    <a:pt x="64" y="0"/>
                  </a:lnTo>
                  <a:lnTo>
                    <a:pt x="49" y="0"/>
                  </a:lnTo>
                  <a:lnTo>
                    <a:pt x="32" y="15"/>
                  </a:lnTo>
                  <a:lnTo>
                    <a:pt x="17" y="15"/>
                  </a:lnTo>
                  <a:lnTo>
                    <a:pt x="17" y="15"/>
                  </a:lnTo>
                  <a:cubicBezTo>
                    <a:pt x="1" y="32"/>
                    <a:pt x="1" y="47"/>
                    <a:pt x="17" y="63"/>
                  </a:cubicBezTo>
                  <a:cubicBezTo>
                    <a:pt x="17" y="78"/>
                    <a:pt x="32" y="78"/>
                    <a:pt x="49" y="78"/>
                  </a:cubicBezTo>
                  <a:lnTo>
                    <a:pt x="64" y="78"/>
                  </a:lnTo>
                  <a:lnTo>
                    <a:pt x="80" y="47"/>
                  </a:lnTo>
                  <a:cubicBezTo>
                    <a:pt x="95" y="47"/>
                    <a:pt x="95" y="47"/>
                    <a:pt x="95"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45" name="Google Shape;3845;p46"/>
            <p:cNvSpPr/>
            <p:nvPr/>
          </p:nvSpPr>
          <p:spPr>
            <a:xfrm>
              <a:off x="3171997" y="1825814"/>
              <a:ext cx="4039" cy="3562"/>
            </a:xfrm>
            <a:custGeom>
              <a:avLst/>
              <a:gdLst/>
              <a:ahLst/>
              <a:cxnLst/>
              <a:rect l="l" t="t" r="r" b="b"/>
              <a:pathLst>
                <a:path w="127" h="112" extrusionOk="0">
                  <a:moveTo>
                    <a:pt x="32" y="1"/>
                  </a:moveTo>
                  <a:lnTo>
                    <a:pt x="32" y="1"/>
                  </a:lnTo>
                  <a:cubicBezTo>
                    <a:pt x="32" y="1"/>
                    <a:pt x="16" y="1"/>
                    <a:pt x="16" y="17"/>
                  </a:cubicBezTo>
                  <a:cubicBezTo>
                    <a:pt x="1" y="32"/>
                    <a:pt x="1" y="49"/>
                    <a:pt x="16" y="64"/>
                  </a:cubicBezTo>
                  <a:lnTo>
                    <a:pt x="64" y="95"/>
                  </a:lnTo>
                  <a:cubicBezTo>
                    <a:pt x="79" y="112"/>
                    <a:pt x="79" y="112"/>
                    <a:pt x="95" y="112"/>
                  </a:cubicBezTo>
                  <a:cubicBezTo>
                    <a:pt x="95" y="112"/>
                    <a:pt x="110" y="112"/>
                    <a:pt x="110" y="95"/>
                  </a:cubicBezTo>
                  <a:cubicBezTo>
                    <a:pt x="127" y="80"/>
                    <a:pt x="127" y="64"/>
                    <a:pt x="110" y="49"/>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46" name="Google Shape;3846;p46"/>
            <p:cNvSpPr/>
            <p:nvPr/>
          </p:nvSpPr>
          <p:spPr>
            <a:xfrm>
              <a:off x="3278221" y="1814333"/>
              <a:ext cx="3053" cy="2512"/>
            </a:xfrm>
            <a:custGeom>
              <a:avLst/>
              <a:gdLst/>
              <a:ahLst/>
              <a:cxnLst/>
              <a:rect l="l" t="t" r="r" b="b"/>
              <a:pathLst>
                <a:path w="96" h="79" extrusionOk="0">
                  <a:moveTo>
                    <a:pt x="32" y="0"/>
                  </a:moveTo>
                  <a:lnTo>
                    <a:pt x="32" y="0"/>
                  </a:lnTo>
                  <a:cubicBezTo>
                    <a:pt x="32" y="0"/>
                    <a:pt x="16" y="0"/>
                    <a:pt x="16" y="15"/>
                  </a:cubicBezTo>
                  <a:cubicBezTo>
                    <a:pt x="1" y="32"/>
                    <a:pt x="1" y="47"/>
                    <a:pt x="16" y="63"/>
                  </a:cubicBezTo>
                  <a:lnTo>
                    <a:pt x="32" y="78"/>
                  </a:lnTo>
                  <a:lnTo>
                    <a:pt x="48" y="78"/>
                  </a:lnTo>
                  <a:cubicBezTo>
                    <a:pt x="64" y="78"/>
                    <a:pt x="79" y="78"/>
                    <a:pt x="79" y="63"/>
                  </a:cubicBezTo>
                  <a:cubicBezTo>
                    <a:pt x="95" y="63"/>
                    <a:pt x="95" y="32"/>
                    <a:pt x="79" y="15"/>
                  </a:cubicBezTo>
                  <a:lnTo>
                    <a:pt x="64" y="15"/>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47" name="Google Shape;3847;p46"/>
            <p:cNvSpPr/>
            <p:nvPr/>
          </p:nvSpPr>
          <p:spPr>
            <a:xfrm>
              <a:off x="3294282" y="1812806"/>
              <a:ext cx="3021" cy="2544"/>
            </a:xfrm>
            <a:custGeom>
              <a:avLst/>
              <a:gdLst/>
              <a:ahLst/>
              <a:cxnLst/>
              <a:rect l="l" t="t" r="r" b="b"/>
              <a:pathLst>
                <a:path w="95" h="80" extrusionOk="0">
                  <a:moveTo>
                    <a:pt x="63" y="0"/>
                  </a:moveTo>
                  <a:lnTo>
                    <a:pt x="47" y="0"/>
                  </a:lnTo>
                  <a:lnTo>
                    <a:pt x="32" y="0"/>
                  </a:lnTo>
                  <a:lnTo>
                    <a:pt x="15" y="17"/>
                  </a:lnTo>
                  <a:lnTo>
                    <a:pt x="15" y="32"/>
                  </a:lnTo>
                  <a:cubicBezTo>
                    <a:pt x="0" y="32"/>
                    <a:pt x="15" y="63"/>
                    <a:pt x="15" y="80"/>
                  </a:cubicBezTo>
                  <a:lnTo>
                    <a:pt x="32" y="80"/>
                  </a:lnTo>
                  <a:lnTo>
                    <a:pt x="47" y="80"/>
                  </a:lnTo>
                  <a:lnTo>
                    <a:pt x="63" y="80"/>
                  </a:lnTo>
                  <a:lnTo>
                    <a:pt x="63" y="32"/>
                  </a:lnTo>
                  <a:cubicBezTo>
                    <a:pt x="78" y="32"/>
                    <a:pt x="78" y="17"/>
                    <a:pt x="95" y="17"/>
                  </a:cubicBezTo>
                  <a:lnTo>
                    <a:pt x="95" y="17"/>
                  </a:lnTo>
                  <a:lnTo>
                    <a:pt x="95" y="17"/>
                  </a:lnTo>
                  <a:cubicBezTo>
                    <a:pt x="78" y="17"/>
                    <a:pt x="78" y="0"/>
                    <a:pt x="78" y="0"/>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48" name="Google Shape;3848;p46"/>
            <p:cNvSpPr/>
            <p:nvPr/>
          </p:nvSpPr>
          <p:spPr>
            <a:xfrm>
              <a:off x="3296286" y="1813315"/>
              <a:ext cx="2512" cy="3053"/>
            </a:xfrm>
            <a:custGeom>
              <a:avLst/>
              <a:gdLst/>
              <a:ahLst/>
              <a:cxnLst/>
              <a:rect l="l" t="t" r="r" b="b"/>
              <a:pathLst>
                <a:path w="79" h="96" extrusionOk="0">
                  <a:moveTo>
                    <a:pt x="32" y="1"/>
                  </a:moveTo>
                  <a:lnTo>
                    <a:pt x="32" y="1"/>
                  </a:lnTo>
                  <a:lnTo>
                    <a:pt x="32" y="1"/>
                  </a:lnTo>
                  <a:cubicBezTo>
                    <a:pt x="15" y="1"/>
                    <a:pt x="15" y="16"/>
                    <a:pt x="0" y="16"/>
                  </a:cubicBezTo>
                  <a:lnTo>
                    <a:pt x="0" y="64"/>
                  </a:lnTo>
                  <a:lnTo>
                    <a:pt x="0" y="64"/>
                  </a:lnTo>
                  <a:lnTo>
                    <a:pt x="0" y="64"/>
                  </a:lnTo>
                  <a:cubicBezTo>
                    <a:pt x="0" y="79"/>
                    <a:pt x="15" y="95"/>
                    <a:pt x="32" y="95"/>
                  </a:cubicBezTo>
                  <a:lnTo>
                    <a:pt x="47" y="95"/>
                  </a:lnTo>
                  <a:cubicBezTo>
                    <a:pt x="63" y="95"/>
                    <a:pt x="63" y="79"/>
                    <a:pt x="78" y="64"/>
                  </a:cubicBezTo>
                  <a:lnTo>
                    <a:pt x="78" y="64"/>
                  </a:lnTo>
                  <a:lnTo>
                    <a:pt x="78" y="47"/>
                  </a:lnTo>
                  <a:cubicBezTo>
                    <a:pt x="78" y="32"/>
                    <a:pt x="63" y="32"/>
                    <a:pt x="63" y="32"/>
                  </a:cubicBezTo>
                  <a:lnTo>
                    <a:pt x="63" y="32"/>
                  </a:lnTo>
                  <a:cubicBezTo>
                    <a:pt x="63" y="16"/>
                    <a:pt x="47" y="16"/>
                    <a:pt x="47" y="16"/>
                  </a:cubicBezTo>
                  <a:lnTo>
                    <a:pt x="47"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49" name="Google Shape;3849;p46"/>
            <p:cNvSpPr/>
            <p:nvPr/>
          </p:nvSpPr>
          <p:spPr>
            <a:xfrm>
              <a:off x="3382951" y="1789749"/>
              <a:ext cx="2544" cy="2544"/>
            </a:xfrm>
            <a:custGeom>
              <a:avLst/>
              <a:gdLst/>
              <a:ahLst/>
              <a:cxnLst/>
              <a:rect l="l" t="t" r="r" b="b"/>
              <a:pathLst>
                <a:path w="80" h="80" extrusionOk="0">
                  <a:moveTo>
                    <a:pt x="32" y="0"/>
                  </a:moveTo>
                  <a:lnTo>
                    <a:pt x="32" y="0"/>
                  </a:lnTo>
                  <a:lnTo>
                    <a:pt x="17" y="0"/>
                  </a:lnTo>
                  <a:cubicBezTo>
                    <a:pt x="0" y="0"/>
                    <a:pt x="0" y="17"/>
                    <a:pt x="0" y="32"/>
                  </a:cubicBezTo>
                  <a:lnTo>
                    <a:pt x="0" y="48"/>
                  </a:lnTo>
                  <a:lnTo>
                    <a:pt x="0" y="63"/>
                  </a:lnTo>
                  <a:cubicBezTo>
                    <a:pt x="17" y="80"/>
                    <a:pt x="17" y="80"/>
                    <a:pt x="32" y="80"/>
                  </a:cubicBezTo>
                  <a:lnTo>
                    <a:pt x="48" y="80"/>
                  </a:lnTo>
                  <a:lnTo>
                    <a:pt x="48" y="80"/>
                  </a:lnTo>
                  <a:cubicBezTo>
                    <a:pt x="63" y="80"/>
                    <a:pt x="63" y="80"/>
                    <a:pt x="63" y="63"/>
                  </a:cubicBezTo>
                  <a:cubicBezTo>
                    <a:pt x="63" y="63"/>
                    <a:pt x="80" y="63"/>
                    <a:pt x="80" y="48"/>
                  </a:cubicBezTo>
                  <a:lnTo>
                    <a:pt x="63" y="48"/>
                  </a:lnTo>
                  <a:lnTo>
                    <a:pt x="63" y="17"/>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50" name="Google Shape;3850;p46"/>
            <p:cNvSpPr/>
            <p:nvPr/>
          </p:nvSpPr>
          <p:spPr>
            <a:xfrm>
              <a:off x="3309770" y="1809308"/>
              <a:ext cx="3053" cy="2512"/>
            </a:xfrm>
            <a:custGeom>
              <a:avLst/>
              <a:gdLst/>
              <a:ahLst/>
              <a:cxnLst/>
              <a:rect l="l" t="t" r="r" b="b"/>
              <a:pathLst>
                <a:path w="96" h="79" extrusionOk="0">
                  <a:moveTo>
                    <a:pt x="64" y="0"/>
                  </a:moveTo>
                  <a:lnTo>
                    <a:pt x="64" y="0"/>
                  </a:lnTo>
                  <a:lnTo>
                    <a:pt x="49" y="0"/>
                  </a:lnTo>
                  <a:lnTo>
                    <a:pt x="32" y="0"/>
                  </a:lnTo>
                  <a:lnTo>
                    <a:pt x="17" y="16"/>
                  </a:lnTo>
                  <a:cubicBezTo>
                    <a:pt x="1" y="32"/>
                    <a:pt x="17" y="64"/>
                    <a:pt x="17" y="64"/>
                  </a:cubicBezTo>
                  <a:cubicBezTo>
                    <a:pt x="32" y="79"/>
                    <a:pt x="32" y="79"/>
                    <a:pt x="49" y="79"/>
                  </a:cubicBezTo>
                  <a:cubicBezTo>
                    <a:pt x="49" y="79"/>
                    <a:pt x="64" y="79"/>
                    <a:pt x="80" y="64"/>
                  </a:cubicBezTo>
                  <a:lnTo>
                    <a:pt x="80" y="47"/>
                  </a:lnTo>
                  <a:lnTo>
                    <a:pt x="95" y="47"/>
                  </a:lnTo>
                  <a:cubicBezTo>
                    <a:pt x="95" y="32"/>
                    <a:pt x="95"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51" name="Google Shape;3851;p46"/>
            <p:cNvSpPr/>
            <p:nvPr/>
          </p:nvSpPr>
          <p:spPr>
            <a:xfrm>
              <a:off x="3365904" y="1790258"/>
              <a:ext cx="3053" cy="2512"/>
            </a:xfrm>
            <a:custGeom>
              <a:avLst/>
              <a:gdLst/>
              <a:ahLst/>
              <a:cxnLst/>
              <a:rect l="l" t="t" r="r" b="b"/>
              <a:pathLst>
                <a:path w="96" h="79" extrusionOk="0">
                  <a:moveTo>
                    <a:pt x="48" y="1"/>
                  </a:moveTo>
                  <a:lnTo>
                    <a:pt x="48" y="1"/>
                  </a:lnTo>
                  <a:lnTo>
                    <a:pt x="17" y="1"/>
                  </a:lnTo>
                  <a:cubicBezTo>
                    <a:pt x="1" y="16"/>
                    <a:pt x="17" y="47"/>
                    <a:pt x="17" y="47"/>
                  </a:cubicBezTo>
                  <a:lnTo>
                    <a:pt x="48" y="64"/>
                  </a:lnTo>
                  <a:cubicBezTo>
                    <a:pt x="48" y="79"/>
                    <a:pt x="48" y="79"/>
                    <a:pt x="64" y="79"/>
                  </a:cubicBezTo>
                  <a:cubicBezTo>
                    <a:pt x="80" y="79"/>
                    <a:pt x="80" y="64"/>
                    <a:pt x="95" y="64"/>
                  </a:cubicBezTo>
                  <a:cubicBezTo>
                    <a:pt x="95" y="47"/>
                    <a:pt x="95" y="32"/>
                    <a:pt x="80" y="16"/>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52" name="Google Shape;3852;p46"/>
            <p:cNvSpPr/>
            <p:nvPr/>
          </p:nvSpPr>
          <p:spPr>
            <a:xfrm>
              <a:off x="3121365" y="1824351"/>
              <a:ext cx="3053" cy="2512"/>
            </a:xfrm>
            <a:custGeom>
              <a:avLst/>
              <a:gdLst/>
              <a:ahLst/>
              <a:cxnLst/>
              <a:rect l="l" t="t" r="r" b="b"/>
              <a:pathLst>
                <a:path w="96" h="79" extrusionOk="0">
                  <a:moveTo>
                    <a:pt x="49" y="0"/>
                  </a:moveTo>
                  <a:lnTo>
                    <a:pt x="49" y="0"/>
                  </a:lnTo>
                  <a:lnTo>
                    <a:pt x="32" y="0"/>
                  </a:lnTo>
                  <a:lnTo>
                    <a:pt x="17" y="0"/>
                  </a:lnTo>
                  <a:cubicBezTo>
                    <a:pt x="1" y="15"/>
                    <a:pt x="17" y="47"/>
                    <a:pt x="32" y="47"/>
                  </a:cubicBezTo>
                  <a:lnTo>
                    <a:pt x="49" y="63"/>
                  </a:lnTo>
                  <a:cubicBezTo>
                    <a:pt x="49" y="78"/>
                    <a:pt x="64" y="78"/>
                    <a:pt x="64" y="78"/>
                  </a:cubicBezTo>
                  <a:cubicBezTo>
                    <a:pt x="64" y="78"/>
                    <a:pt x="80" y="78"/>
                    <a:pt x="80" y="63"/>
                  </a:cubicBezTo>
                  <a:lnTo>
                    <a:pt x="95" y="63"/>
                  </a:lnTo>
                  <a:lnTo>
                    <a:pt x="95" y="63"/>
                  </a:lnTo>
                  <a:cubicBezTo>
                    <a:pt x="95" y="47"/>
                    <a:pt x="95" y="32"/>
                    <a:pt x="80" y="15"/>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53" name="Google Shape;3853;p46"/>
            <p:cNvSpPr/>
            <p:nvPr/>
          </p:nvSpPr>
          <p:spPr>
            <a:xfrm>
              <a:off x="3245654" y="1811312"/>
              <a:ext cx="2544" cy="3053"/>
            </a:xfrm>
            <a:custGeom>
              <a:avLst/>
              <a:gdLst/>
              <a:ahLst/>
              <a:cxnLst/>
              <a:rect l="l" t="t" r="r" b="b"/>
              <a:pathLst>
                <a:path w="80" h="96" extrusionOk="0">
                  <a:moveTo>
                    <a:pt x="32" y="1"/>
                  </a:moveTo>
                  <a:lnTo>
                    <a:pt x="32" y="1"/>
                  </a:lnTo>
                  <a:lnTo>
                    <a:pt x="17" y="1"/>
                  </a:lnTo>
                  <a:cubicBezTo>
                    <a:pt x="0" y="16"/>
                    <a:pt x="0" y="32"/>
                    <a:pt x="0" y="47"/>
                  </a:cubicBezTo>
                  <a:lnTo>
                    <a:pt x="17" y="64"/>
                  </a:lnTo>
                  <a:cubicBezTo>
                    <a:pt x="17" y="79"/>
                    <a:pt x="17" y="79"/>
                    <a:pt x="32" y="79"/>
                  </a:cubicBezTo>
                  <a:lnTo>
                    <a:pt x="32" y="79"/>
                  </a:lnTo>
                  <a:cubicBezTo>
                    <a:pt x="32" y="95"/>
                    <a:pt x="32" y="95"/>
                    <a:pt x="48" y="95"/>
                  </a:cubicBezTo>
                  <a:lnTo>
                    <a:pt x="63" y="95"/>
                  </a:lnTo>
                  <a:cubicBezTo>
                    <a:pt x="63" y="79"/>
                    <a:pt x="80" y="79"/>
                    <a:pt x="80" y="79"/>
                  </a:cubicBezTo>
                  <a:lnTo>
                    <a:pt x="80" y="64"/>
                  </a:lnTo>
                  <a:lnTo>
                    <a:pt x="80" y="47"/>
                  </a:ln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54" name="Google Shape;3854;p46"/>
            <p:cNvSpPr/>
            <p:nvPr/>
          </p:nvSpPr>
          <p:spPr>
            <a:xfrm>
              <a:off x="3156985" y="1820821"/>
              <a:ext cx="3021" cy="3021"/>
            </a:xfrm>
            <a:custGeom>
              <a:avLst/>
              <a:gdLst/>
              <a:ahLst/>
              <a:cxnLst/>
              <a:rect l="l" t="t" r="r" b="b"/>
              <a:pathLst>
                <a:path w="95" h="95" extrusionOk="0">
                  <a:moveTo>
                    <a:pt x="47" y="0"/>
                  </a:moveTo>
                  <a:lnTo>
                    <a:pt x="32" y="0"/>
                  </a:lnTo>
                  <a:lnTo>
                    <a:pt x="32" y="0"/>
                  </a:lnTo>
                  <a:lnTo>
                    <a:pt x="32" y="0"/>
                  </a:lnTo>
                  <a:cubicBezTo>
                    <a:pt x="15" y="17"/>
                    <a:pt x="0" y="32"/>
                    <a:pt x="15" y="48"/>
                  </a:cubicBezTo>
                  <a:lnTo>
                    <a:pt x="15" y="80"/>
                  </a:lnTo>
                  <a:cubicBezTo>
                    <a:pt x="32" y="80"/>
                    <a:pt x="32" y="80"/>
                    <a:pt x="32" y="95"/>
                  </a:cubicBezTo>
                  <a:lnTo>
                    <a:pt x="47" y="95"/>
                  </a:lnTo>
                  <a:lnTo>
                    <a:pt x="63" y="95"/>
                  </a:lnTo>
                  <a:cubicBezTo>
                    <a:pt x="78" y="80"/>
                    <a:pt x="95" y="63"/>
                    <a:pt x="78" y="48"/>
                  </a:cubicBezTo>
                  <a:lnTo>
                    <a:pt x="78" y="17"/>
                  </a:lnTo>
                  <a:lnTo>
                    <a:pt x="78" y="17"/>
                  </a:lnTo>
                  <a:cubicBezTo>
                    <a:pt x="63" y="17"/>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55" name="Google Shape;3855;p46"/>
            <p:cNvSpPr/>
            <p:nvPr/>
          </p:nvSpPr>
          <p:spPr>
            <a:xfrm>
              <a:off x="3064246" y="1826832"/>
              <a:ext cx="3053" cy="3021"/>
            </a:xfrm>
            <a:custGeom>
              <a:avLst/>
              <a:gdLst/>
              <a:ahLst/>
              <a:cxnLst/>
              <a:rect l="l" t="t" r="r" b="b"/>
              <a:pathLst>
                <a:path w="96" h="95" extrusionOk="0">
                  <a:moveTo>
                    <a:pt x="49" y="0"/>
                  </a:moveTo>
                  <a:lnTo>
                    <a:pt x="49" y="0"/>
                  </a:lnTo>
                  <a:lnTo>
                    <a:pt x="32" y="17"/>
                  </a:lnTo>
                  <a:lnTo>
                    <a:pt x="17" y="32"/>
                  </a:lnTo>
                  <a:lnTo>
                    <a:pt x="17" y="32"/>
                  </a:lnTo>
                  <a:cubicBezTo>
                    <a:pt x="1" y="48"/>
                    <a:pt x="1" y="48"/>
                    <a:pt x="1" y="63"/>
                  </a:cubicBezTo>
                  <a:cubicBezTo>
                    <a:pt x="1" y="63"/>
                    <a:pt x="17" y="63"/>
                    <a:pt x="17" y="80"/>
                  </a:cubicBezTo>
                  <a:lnTo>
                    <a:pt x="17" y="80"/>
                  </a:lnTo>
                  <a:cubicBezTo>
                    <a:pt x="32" y="95"/>
                    <a:pt x="32" y="95"/>
                    <a:pt x="49" y="95"/>
                  </a:cubicBezTo>
                  <a:lnTo>
                    <a:pt x="64" y="80"/>
                  </a:lnTo>
                  <a:lnTo>
                    <a:pt x="64" y="80"/>
                  </a:lnTo>
                  <a:lnTo>
                    <a:pt x="64" y="80"/>
                  </a:lnTo>
                  <a:lnTo>
                    <a:pt x="80" y="63"/>
                  </a:lnTo>
                  <a:cubicBezTo>
                    <a:pt x="80" y="63"/>
                    <a:pt x="80" y="48"/>
                    <a:pt x="95" y="48"/>
                  </a:cubicBezTo>
                  <a:cubicBezTo>
                    <a:pt x="95" y="32"/>
                    <a:pt x="95" y="17"/>
                    <a:pt x="80" y="17"/>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56" name="Google Shape;3856;p46"/>
            <p:cNvSpPr/>
            <p:nvPr/>
          </p:nvSpPr>
          <p:spPr>
            <a:xfrm>
              <a:off x="3233632" y="1809785"/>
              <a:ext cx="3021" cy="3053"/>
            </a:xfrm>
            <a:custGeom>
              <a:avLst/>
              <a:gdLst/>
              <a:ahLst/>
              <a:cxnLst/>
              <a:rect l="l" t="t" r="r" b="b"/>
              <a:pathLst>
                <a:path w="95" h="96" extrusionOk="0">
                  <a:moveTo>
                    <a:pt x="48" y="1"/>
                  </a:moveTo>
                  <a:lnTo>
                    <a:pt x="48" y="17"/>
                  </a:lnTo>
                  <a:lnTo>
                    <a:pt x="16" y="17"/>
                  </a:lnTo>
                  <a:lnTo>
                    <a:pt x="16" y="32"/>
                  </a:lnTo>
                  <a:cubicBezTo>
                    <a:pt x="0" y="49"/>
                    <a:pt x="0" y="80"/>
                    <a:pt x="16" y="80"/>
                  </a:cubicBezTo>
                  <a:cubicBezTo>
                    <a:pt x="16" y="95"/>
                    <a:pt x="32" y="95"/>
                    <a:pt x="32" y="95"/>
                  </a:cubicBezTo>
                  <a:cubicBezTo>
                    <a:pt x="48" y="95"/>
                    <a:pt x="63" y="95"/>
                    <a:pt x="63" y="80"/>
                  </a:cubicBezTo>
                  <a:lnTo>
                    <a:pt x="79" y="64"/>
                  </a:lnTo>
                  <a:cubicBezTo>
                    <a:pt x="95" y="49"/>
                    <a:pt x="79" y="32"/>
                    <a:pt x="79" y="17"/>
                  </a:cubicBez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57" name="Google Shape;3857;p46"/>
            <p:cNvSpPr/>
            <p:nvPr/>
          </p:nvSpPr>
          <p:spPr>
            <a:xfrm>
              <a:off x="3160452" y="1819803"/>
              <a:ext cx="3053" cy="2035"/>
            </a:xfrm>
            <a:custGeom>
              <a:avLst/>
              <a:gdLst/>
              <a:ahLst/>
              <a:cxnLst/>
              <a:rect l="l" t="t" r="r" b="b"/>
              <a:pathLst>
                <a:path w="96" h="64" extrusionOk="0">
                  <a:moveTo>
                    <a:pt x="32" y="1"/>
                  </a:moveTo>
                  <a:lnTo>
                    <a:pt x="32" y="1"/>
                  </a:lnTo>
                  <a:lnTo>
                    <a:pt x="32" y="1"/>
                  </a:lnTo>
                  <a:cubicBezTo>
                    <a:pt x="17" y="1"/>
                    <a:pt x="1" y="1"/>
                    <a:pt x="1" y="17"/>
                  </a:cubicBezTo>
                  <a:lnTo>
                    <a:pt x="1" y="32"/>
                  </a:lnTo>
                  <a:cubicBezTo>
                    <a:pt x="1" y="49"/>
                    <a:pt x="17" y="64"/>
                    <a:pt x="32" y="64"/>
                  </a:cubicBezTo>
                  <a:lnTo>
                    <a:pt x="49" y="64"/>
                  </a:lnTo>
                  <a:lnTo>
                    <a:pt x="49" y="64"/>
                  </a:lnTo>
                  <a:lnTo>
                    <a:pt x="64" y="64"/>
                  </a:lnTo>
                  <a:cubicBezTo>
                    <a:pt x="80" y="64"/>
                    <a:pt x="95" y="64"/>
                    <a:pt x="95" y="49"/>
                  </a:cubicBezTo>
                  <a:cubicBezTo>
                    <a:pt x="95" y="32"/>
                    <a:pt x="95" y="17"/>
                    <a:pt x="80" y="1"/>
                  </a:cubicBezTo>
                  <a:lnTo>
                    <a:pt x="64" y="1"/>
                  </a:lnTo>
                  <a:lnTo>
                    <a:pt x="49"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58" name="Google Shape;3858;p46"/>
            <p:cNvSpPr/>
            <p:nvPr/>
          </p:nvSpPr>
          <p:spPr>
            <a:xfrm>
              <a:off x="3377926" y="1792261"/>
              <a:ext cx="3053" cy="2512"/>
            </a:xfrm>
            <a:custGeom>
              <a:avLst/>
              <a:gdLst/>
              <a:ahLst/>
              <a:cxnLst/>
              <a:rect l="l" t="t" r="r" b="b"/>
              <a:pathLst>
                <a:path w="96" h="79" extrusionOk="0">
                  <a:moveTo>
                    <a:pt x="64" y="1"/>
                  </a:moveTo>
                  <a:lnTo>
                    <a:pt x="64" y="1"/>
                  </a:lnTo>
                  <a:lnTo>
                    <a:pt x="64" y="1"/>
                  </a:lnTo>
                  <a:lnTo>
                    <a:pt x="32" y="1"/>
                  </a:lnTo>
                  <a:cubicBezTo>
                    <a:pt x="17" y="16"/>
                    <a:pt x="1" y="32"/>
                    <a:pt x="1" y="47"/>
                  </a:cubicBezTo>
                  <a:cubicBezTo>
                    <a:pt x="17" y="64"/>
                    <a:pt x="32" y="79"/>
                    <a:pt x="49" y="79"/>
                  </a:cubicBezTo>
                  <a:lnTo>
                    <a:pt x="49" y="79"/>
                  </a:lnTo>
                  <a:lnTo>
                    <a:pt x="64" y="79"/>
                  </a:lnTo>
                  <a:cubicBezTo>
                    <a:pt x="95" y="79"/>
                    <a:pt x="95" y="47"/>
                    <a:pt x="95" y="32"/>
                  </a:cubicBezTo>
                  <a:lnTo>
                    <a:pt x="95" y="32"/>
                  </a:lnTo>
                  <a:lnTo>
                    <a:pt x="95" y="16"/>
                  </a:lnTo>
                  <a:cubicBezTo>
                    <a:pt x="95" y="16"/>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59" name="Google Shape;3859;p46"/>
            <p:cNvSpPr/>
            <p:nvPr/>
          </p:nvSpPr>
          <p:spPr>
            <a:xfrm>
              <a:off x="3383936" y="1799767"/>
              <a:ext cx="3053" cy="3053"/>
            </a:xfrm>
            <a:custGeom>
              <a:avLst/>
              <a:gdLst/>
              <a:ahLst/>
              <a:cxnLst/>
              <a:rect l="l" t="t" r="r" b="b"/>
              <a:pathLst>
                <a:path w="96" h="96" extrusionOk="0">
                  <a:moveTo>
                    <a:pt x="64" y="1"/>
                  </a:moveTo>
                  <a:lnTo>
                    <a:pt x="49" y="1"/>
                  </a:lnTo>
                  <a:lnTo>
                    <a:pt x="32" y="17"/>
                  </a:lnTo>
                  <a:lnTo>
                    <a:pt x="17" y="32"/>
                  </a:lnTo>
                  <a:cubicBezTo>
                    <a:pt x="1" y="48"/>
                    <a:pt x="1" y="80"/>
                    <a:pt x="17" y="80"/>
                  </a:cubicBezTo>
                  <a:cubicBezTo>
                    <a:pt x="32" y="95"/>
                    <a:pt x="32" y="95"/>
                    <a:pt x="49" y="95"/>
                  </a:cubicBezTo>
                  <a:lnTo>
                    <a:pt x="64" y="80"/>
                  </a:lnTo>
                  <a:lnTo>
                    <a:pt x="80" y="64"/>
                  </a:lnTo>
                  <a:cubicBezTo>
                    <a:pt x="95" y="48"/>
                    <a:pt x="95" y="32"/>
                    <a:pt x="80"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60" name="Google Shape;3860;p46"/>
            <p:cNvSpPr/>
            <p:nvPr/>
          </p:nvSpPr>
          <p:spPr>
            <a:xfrm>
              <a:off x="3413005" y="1796269"/>
              <a:ext cx="4039" cy="3530"/>
            </a:xfrm>
            <a:custGeom>
              <a:avLst/>
              <a:gdLst/>
              <a:ahLst/>
              <a:cxnLst/>
              <a:rect l="l" t="t" r="r" b="b"/>
              <a:pathLst>
                <a:path w="127" h="111" extrusionOk="0">
                  <a:moveTo>
                    <a:pt x="80" y="1"/>
                  </a:moveTo>
                  <a:lnTo>
                    <a:pt x="80" y="1"/>
                  </a:lnTo>
                  <a:cubicBezTo>
                    <a:pt x="80" y="1"/>
                    <a:pt x="64" y="1"/>
                    <a:pt x="64" y="16"/>
                  </a:cubicBezTo>
                  <a:lnTo>
                    <a:pt x="48" y="1"/>
                  </a:lnTo>
                  <a:lnTo>
                    <a:pt x="32" y="16"/>
                  </a:lnTo>
                  <a:cubicBezTo>
                    <a:pt x="17" y="16"/>
                    <a:pt x="1" y="47"/>
                    <a:pt x="17" y="64"/>
                  </a:cubicBezTo>
                  <a:lnTo>
                    <a:pt x="32" y="95"/>
                  </a:lnTo>
                  <a:cubicBezTo>
                    <a:pt x="48" y="111"/>
                    <a:pt x="48" y="111"/>
                    <a:pt x="64" y="111"/>
                  </a:cubicBezTo>
                  <a:lnTo>
                    <a:pt x="64" y="111"/>
                  </a:lnTo>
                  <a:lnTo>
                    <a:pt x="80" y="111"/>
                  </a:lnTo>
                  <a:cubicBezTo>
                    <a:pt x="80" y="111"/>
                    <a:pt x="95" y="111"/>
                    <a:pt x="95" y="95"/>
                  </a:cubicBezTo>
                  <a:lnTo>
                    <a:pt x="111" y="79"/>
                  </a:lnTo>
                  <a:lnTo>
                    <a:pt x="111" y="64"/>
                  </a:lnTo>
                  <a:lnTo>
                    <a:pt x="111" y="47"/>
                  </a:lnTo>
                  <a:lnTo>
                    <a:pt x="127" y="47"/>
                  </a:lnTo>
                  <a:cubicBezTo>
                    <a:pt x="127"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61" name="Google Shape;3861;p46"/>
            <p:cNvSpPr/>
            <p:nvPr/>
          </p:nvSpPr>
          <p:spPr>
            <a:xfrm>
              <a:off x="3284232" y="1802279"/>
              <a:ext cx="3053" cy="2544"/>
            </a:xfrm>
            <a:custGeom>
              <a:avLst/>
              <a:gdLst/>
              <a:ahLst/>
              <a:cxnLst/>
              <a:rect l="l" t="t" r="r" b="b"/>
              <a:pathLst>
                <a:path w="96" h="80" extrusionOk="0">
                  <a:moveTo>
                    <a:pt x="48" y="1"/>
                  </a:moveTo>
                  <a:lnTo>
                    <a:pt x="48" y="1"/>
                  </a:lnTo>
                  <a:cubicBezTo>
                    <a:pt x="33" y="1"/>
                    <a:pt x="16" y="16"/>
                    <a:pt x="16" y="16"/>
                  </a:cubicBezTo>
                  <a:cubicBezTo>
                    <a:pt x="16" y="32"/>
                    <a:pt x="1" y="48"/>
                    <a:pt x="16" y="48"/>
                  </a:cubicBezTo>
                  <a:lnTo>
                    <a:pt x="16" y="64"/>
                  </a:lnTo>
                  <a:lnTo>
                    <a:pt x="33" y="79"/>
                  </a:lnTo>
                  <a:lnTo>
                    <a:pt x="64" y="79"/>
                  </a:lnTo>
                  <a:lnTo>
                    <a:pt x="64" y="79"/>
                  </a:lnTo>
                  <a:lnTo>
                    <a:pt x="96" y="79"/>
                  </a:lnTo>
                  <a:lnTo>
                    <a:pt x="96" y="64"/>
                  </a:lnTo>
                  <a:cubicBezTo>
                    <a:pt x="96" y="48"/>
                    <a:pt x="96" y="32"/>
                    <a:pt x="79"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62" name="Google Shape;3862;p46"/>
            <p:cNvSpPr/>
            <p:nvPr/>
          </p:nvSpPr>
          <p:spPr>
            <a:xfrm>
              <a:off x="3408521" y="1814333"/>
              <a:ext cx="3021" cy="2512"/>
            </a:xfrm>
            <a:custGeom>
              <a:avLst/>
              <a:gdLst/>
              <a:ahLst/>
              <a:cxnLst/>
              <a:rect l="l" t="t" r="r" b="b"/>
              <a:pathLst>
                <a:path w="95" h="79" extrusionOk="0">
                  <a:moveTo>
                    <a:pt x="32" y="0"/>
                  </a:moveTo>
                  <a:lnTo>
                    <a:pt x="32" y="0"/>
                  </a:lnTo>
                  <a:cubicBezTo>
                    <a:pt x="16" y="0"/>
                    <a:pt x="16" y="0"/>
                    <a:pt x="0" y="15"/>
                  </a:cubicBezTo>
                  <a:cubicBezTo>
                    <a:pt x="0" y="32"/>
                    <a:pt x="0" y="47"/>
                    <a:pt x="16" y="63"/>
                  </a:cubicBezTo>
                  <a:lnTo>
                    <a:pt x="32" y="78"/>
                  </a:lnTo>
                  <a:lnTo>
                    <a:pt x="47" y="78"/>
                  </a:lnTo>
                  <a:cubicBezTo>
                    <a:pt x="63" y="78"/>
                    <a:pt x="79" y="78"/>
                    <a:pt x="79" y="63"/>
                  </a:cubicBezTo>
                  <a:cubicBezTo>
                    <a:pt x="95" y="47"/>
                    <a:pt x="95" y="32"/>
                    <a:pt x="79"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63" name="Google Shape;3863;p46"/>
            <p:cNvSpPr/>
            <p:nvPr/>
          </p:nvSpPr>
          <p:spPr>
            <a:xfrm>
              <a:off x="3357889" y="1786727"/>
              <a:ext cx="3021" cy="2576"/>
            </a:xfrm>
            <a:custGeom>
              <a:avLst/>
              <a:gdLst/>
              <a:ahLst/>
              <a:cxnLst/>
              <a:rect l="l" t="t" r="r" b="b"/>
              <a:pathLst>
                <a:path w="95" h="81" extrusionOk="0">
                  <a:moveTo>
                    <a:pt x="63" y="1"/>
                  </a:moveTo>
                  <a:lnTo>
                    <a:pt x="63" y="1"/>
                  </a:lnTo>
                  <a:lnTo>
                    <a:pt x="48" y="1"/>
                  </a:lnTo>
                  <a:lnTo>
                    <a:pt x="17" y="17"/>
                  </a:lnTo>
                  <a:cubicBezTo>
                    <a:pt x="0" y="17"/>
                    <a:pt x="0" y="32"/>
                    <a:pt x="0" y="49"/>
                  </a:cubicBezTo>
                  <a:lnTo>
                    <a:pt x="32" y="80"/>
                  </a:lnTo>
                  <a:lnTo>
                    <a:pt x="48" y="80"/>
                  </a:lnTo>
                  <a:lnTo>
                    <a:pt x="80" y="64"/>
                  </a:lnTo>
                  <a:cubicBezTo>
                    <a:pt x="95" y="49"/>
                    <a:pt x="95" y="32"/>
                    <a:pt x="95" y="17"/>
                  </a:cubicBezTo>
                  <a:cubicBezTo>
                    <a:pt x="80"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64" name="Google Shape;3864;p46"/>
            <p:cNvSpPr/>
            <p:nvPr/>
          </p:nvSpPr>
          <p:spPr>
            <a:xfrm>
              <a:off x="3312792" y="1791275"/>
              <a:ext cx="3021" cy="2512"/>
            </a:xfrm>
            <a:custGeom>
              <a:avLst/>
              <a:gdLst/>
              <a:ahLst/>
              <a:cxnLst/>
              <a:rect l="l" t="t" r="r" b="b"/>
              <a:pathLst>
                <a:path w="95" h="79" extrusionOk="0">
                  <a:moveTo>
                    <a:pt x="48" y="0"/>
                  </a:moveTo>
                  <a:lnTo>
                    <a:pt x="48" y="0"/>
                  </a:lnTo>
                  <a:lnTo>
                    <a:pt x="17" y="0"/>
                  </a:lnTo>
                  <a:cubicBezTo>
                    <a:pt x="0" y="15"/>
                    <a:pt x="17" y="47"/>
                    <a:pt x="32" y="47"/>
                  </a:cubicBezTo>
                  <a:lnTo>
                    <a:pt x="48" y="63"/>
                  </a:lnTo>
                  <a:cubicBezTo>
                    <a:pt x="48" y="78"/>
                    <a:pt x="63" y="78"/>
                    <a:pt x="63" y="78"/>
                  </a:cubicBezTo>
                  <a:cubicBezTo>
                    <a:pt x="80" y="78"/>
                    <a:pt x="80" y="78"/>
                    <a:pt x="95" y="63"/>
                  </a:cubicBezTo>
                  <a:cubicBezTo>
                    <a:pt x="95" y="47"/>
                    <a:pt x="95" y="32"/>
                    <a:pt x="80"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65" name="Google Shape;3865;p46"/>
            <p:cNvSpPr/>
            <p:nvPr/>
          </p:nvSpPr>
          <p:spPr>
            <a:xfrm>
              <a:off x="3052224" y="1817800"/>
              <a:ext cx="2544" cy="3053"/>
            </a:xfrm>
            <a:custGeom>
              <a:avLst/>
              <a:gdLst/>
              <a:ahLst/>
              <a:cxnLst/>
              <a:rect l="l" t="t" r="r" b="b"/>
              <a:pathLst>
                <a:path w="80" h="96" extrusionOk="0">
                  <a:moveTo>
                    <a:pt x="48" y="1"/>
                  </a:moveTo>
                  <a:lnTo>
                    <a:pt x="48" y="1"/>
                  </a:lnTo>
                  <a:cubicBezTo>
                    <a:pt x="32" y="1"/>
                    <a:pt x="17" y="17"/>
                    <a:pt x="17" y="17"/>
                  </a:cubicBezTo>
                  <a:lnTo>
                    <a:pt x="1" y="32"/>
                  </a:lnTo>
                  <a:lnTo>
                    <a:pt x="1" y="49"/>
                  </a:lnTo>
                  <a:cubicBezTo>
                    <a:pt x="1" y="64"/>
                    <a:pt x="1" y="80"/>
                    <a:pt x="17" y="80"/>
                  </a:cubicBezTo>
                  <a:cubicBezTo>
                    <a:pt x="17" y="80"/>
                    <a:pt x="17" y="95"/>
                    <a:pt x="32" y="95"/>
                  </a:cubicBezTo>
                  <a:lnTo>
                    <a:pt x="48" y="80"/>
                  </a:lnTo>
                  <a:lnTo>
                    <a:pt x="64" y="80"/>
                  </a:lnTo>
                  <a:lnTo>
                    <a:pt x="64" y="64"/>
                  </a:lnTo>
                  <a:cubicBezTo>
                    <a:pt x="80" y="49"/>
                    <a:pt x="80" y="17"/>
                    <a:pt x="64" y="17"/>
                  </a:cubicBez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66" name="Google Shape;3866;p46"/>
            <p:cNvSpPr/>
            <p:nvPr/>
          </p:nvSpPr>
          <p:spPr>
            <a:xfrm>
              <a:off x="3202560" y="1801771"/>
              <a:ext cx="2544" cy="3053"/>
            </a:xfrm>
            <a:custGeom>
              <a:avLst/>
              <a:gdLst/>
              <a:ahLst/>
              <a:cxnLst/>
              <a:rect l="l" t="t" r="r" b="b"/>
              <a:pathLst>
                <a:path w="80" h="96" extrusionOk="0">
                  <a:moveTo>
                    <a:pt x="48" y="1"/>
                  </a:moveTo>
                  <a:lnTo>
                    <a:pt x="48" y="1"/>
                  </a:lnTo>
                  <a:cubicBezTo>
                    <a:pt x="32" y="1"/>
                    <a:pt x="32" y="17"/>
                    <a:pt x="17" y="17"/>
                  </a:cubicBezTo>
                  <a:lnTo>
                    <a:pt x="0" y="32"/>
                  </a:lnTo>
                  <a:cubicBezTo>
                    <a:pt x="0" y="48"/>
                    <a:pt x="0" y="64"/>
                    <a:pt x="17" y="80"/>
                  </a:cubicBezTo>
                  <a:cubicBezTo>
                    <a:pt x="17" y="95"/>
                    <a:pt x="32" y="95"/>
                    <a:pt x="32" y="95"/>
                  </a:cubicBezTo>
                  <a:lnTo>
                    <a:pt x="32" y="95"/>
                  </a:lnTo>
                  <a:cubicBezTo>
                    <a:pt x="48" y="95"/>
                    <a:pt x="48" y="95"/>
                    <a:pt x="63" y="80"/>
                  </a:cubicBezTo>
                  <a:lnTo>
                    <a:pt x="63" y="80"/>
                  </a:lnTo>
                  <a:lnTo>
                    <a:pt x="80" y="64"/>
                  </a:lnTo>
                  <a:cubicBezTo>
                    <a:pt x="80" y="48"/>
                    <a:pt x="80" y="32"/>
                    <a:pt x="63" y="17"/>
                  </a:cubicBezTo>
                  <a:cubicBezTo>
                    <a:pt x="63"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67" name="Google Shape;3867;p46"/>
            <p:cNvSpPr/>
            <p:nvPr/>
          </p:nvSpPr>
          <p:spPr>
            <a:xfrm>
              <a:off x="3431578" y="1806287"/>
              <a:ext cx="3021" cy="2035"/>
            </a:xfrm>
            <a:custGeom>
              <a:avLst/>
              <a:gdLst/>
              <a:ahLst/>
              <a:cxnLst/>
              <a:rect l="l" t="t" r="r" b="b"/>
              <a:pathLst>
                <a:path w="95" h="64" extrusionOk="0">
                  <a:moveTo>
                    <a:pt x="63" y="1"/>
                  </a:moveTo>
                  <a:lnTo>
                    <a:pt x="47" y="1"/>
                  </a:lnTo>
                  <a:lnTo>
                    <a:pt x="32" y="1"/>
                  </a:lnTo>
                  <a:cubicBezTo>
                    <a:pt x="15" y="1"/>
                    <a:pt x="15" y="1"/>
                    <a:pt x="0" y="16"/>
                  </a:cubicBezTo>
                  <a:lnTo>
                    <a:pt x="0" y="32"/>
                  </a:lnTo>
                  <a:lnTo>
                    <a:pt x="0" y="48"/>
                  </a:lnTo>
                  <a:lnTo>
                    <a:pt x="15" y="64"/>
                  </a:lnTo>
                  <a:lnTo>
                    <a:pt x="32" y="64"/>
                  </a:lnTo>
                  <a:lnTo>
                    <a:pt x="32" y="64"/>
                  </a:lnTo>
                  <a:lnTo>
                    <a:pt x="63" y="64"/>
                  </a:lnTo>
                  <a:cubicBezTo>
                    <a:pt x="78" y="64"/>
                    <a:pt x="95" y="48"/>
                    <a:pt x="95" y="32"/>
                  </a:cubicBezTo>
                  <a:lnTo>
                    <a:pt x="95" y="32"/>
                  </a:lnTo>
                  <a:cubicBezTo>
                    <a:pt x="95"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68" name="Google Shape;3868;p46"/>
            <p:cNvSpPr/>
            <p:nvPr/>
          </p:nvSpPr>
          <p:spPr>
            <a:xfrm>
              <a:off x="3205550" y="1828836"/>
              <a:ext cx="3053" cy="2544"/>
            </a:xfrm>
            <a:custGeom>
              <a:avLst/>
              <a:gdLst/>
              <a:ahLst/>
              <a:cxnLst/>
              <a:rect l="l" t="t" r="r" b="b"/>
              <a:pathLst>
                <a:path w="96" h="80" extrusionOk="0">
                  <a:moveTo>
                    <a:pt x="49" y="0"/>
                  </a:moveTo>
                  <a:lnTo>
                    <a:pt x="49" y="0"/>
                  </a:lnTo>
                  <a:lnTo>
                    <a:pt x="32" y="0"/>
                  </a:lnTo>
                  <a:lnTo>
                    <a:pt x="17" y="32"/>
                  </a:lnTo>
                  <a:cubicBezTo>
                    <a:pt x="1" y="32"/>
                    <a:pt x="1" y="63"/>
                    <a:pt x="17" y="80"/>
                  </a:cubicBezTo>
                  <a:lnTo>
                    <a:pt x="32" y="80"/>
                  </a:lnTo>
                  <a:lnTo>
                    <a:pt x="32" y="48"/>
                  </a:lnTo>
                  <a:lnTo>
                    <a:pt x="64" y="48"/>
                  </a:lnTo>
                  <a:lnTo>
                    <a:pt x="64" y="48"/>
                  </a:lnTo>
                  <a:lnTo>
                    <a:pt x="80" y="48"/>
                  </a:lnTo>
                  <a:lnTo>
                    <a:pt x="80" y="48"/>
                  </a:lnTo>
                  <a:cubicBezTo>
                    <a:pt x="95" y="32"/>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69" name="Google Shape;3869;p46"/>
            <p:cNvSpPr/>
            <p:nvPr/>
          </p:nvSpPr>
          <p:spPr>
            <a:xfrm>
              <a:off x="3318326" y="1817800"/>
              <a:ext cx="3021" cy="2035"/>
            </a:xfrm>
            <a:custGeom>
              <a:avLst/>
              <a:gdLst/>
              <a:ahLst/>
              <a:cxnLst/>
              <a:rect l="l" t="t" r="r" b="b"/>
              <a:pathLst>
                <a:path w="95" h="64" extrusionOk="0">
                  <a:moveTo>
                    <a:pt x="63" y="1"/>
                  </a:moveTo>
                  <a:lnTo>
                    <a:pt x="63" y="1"/>
                  </a:lnTo>
                  <a:lnTo>
                    <a:pt x="32" y="1"/>
                  </a:lnTo>
                  <a:lnTo>
                    <a:pt x="32" y="1"/>
                  </a:lnTo>
                  <a:cubicBezTo>
                    <a:pt x="16" y="1"/>
                    <a:pt x="0" y="17"/>
                    <a:pt x="0" y="32"/>
                  </a:cubicBezTo>
                  <a:cubicBezTo>
                    <a:pt x="0" y="49"/>
                    <a:pt x="0" y="49"/>
                    <a:pt x="16" y="64"/>
                  </a:cubicBezTo>
                  <a:lnTo>
                    <a:pt x="32" y="64"/>
                  </a:lnTo>
                  <a:lnTo>
                    <a:pt x="47" y="64"/>
                  </a:lnTo>
                  <a:lnTo>
                    <a:pt x="63" y="64"/>
                  </a:lnTo>
                  <a:cubicBezTo>
                    <a:pt x="79" y="64"/>
                    <a:pt x="95" y="49"/>
                    <a:pt x="95" y="32"/>
                  </a:cubicBezTo>
                  <a:cubicBezTo>
                    <a:pt x="95"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70" name="Google Shape;3870;p46"/>
            <p:cNvSpPr/>
            <p:nvPr/>
          </p:nvSpPr>
          <p:spPr>
            <a:xfrm>
              <a:off x="3398503" y="1809785"/>
              <a:ext cx="2512" cy="3053"/>
            </a:xfrm>
            <a:custGeom>
              <a:avLst/>
              <a:gdLst/>
              <a:ahLst/>
              <a:cxnLst/>
              <a:rect l="l" t="t" r="r" b="b"/>
              <a:pathLst>
                <a:path w="79" h="96" extrusionOk="0">
                  <a:moveTo>
                    <a:pt x="32" y="1"/>
                  </a:moveTo>
                  <a:lnTo>
                    <a:pt x="32" y="1"/>
                  </a:lnTo>
                  <a:lnTo>
                    <a:pt x="32" y="1"/>
                  </a:lnTo>
                  <a:lnTo>
                    <a:pt x="32" y="1"/>
                  </a:lnTo>
                  <a:cubicBezTo>
                    <a:pt x="15" y="1"/>
                    <a:pt x="15" y="17"/>
                    <a:pt x="0" y="32"/>
                  </a:cubicBezTo>
                  <a:lnTo>
                    <a:pt x="0" y="32"/>
                  </a:lnTo>
                  <a:lnTo>
                    <a:pt x="0" y="49"/>
                  </a:lnTo>
                  <a:lnTo>
                    <a:pt x="0" y="49"/>
                  </a:lnTo>
                  <a:cubicBezTo>
                    <a:pt x="0" y="64"/>
                    <a:pt x="0" y="80"/>
                    <a:pt x="15" y="95"/>
                  </a:cubicBezTo>
                  <a:lnTo>
                    <a:pt x="32" y="95"/>
                  </a:lnTo>
                  <a:lnTo>
                    <a:pt x="47" y="95"/>
                  </a:lnTo>
                  <a:cubicBezTo>
                    <a:pt x="47" y="95"/>
                    <a:pt x="63" y="80"/>
                    <a:pt x="63" y="64"/>
                  </a:cubicBezTo>
                  <a:lnTo>
                    <a:pt x="63" y="64"/>
                  </a:lnTo>
                  <a:lnTo>
                    <a:pt x="63" y="64"/>
                  </a:lnTo>
                  <a:lnTo>
                    <a:pt x="78" y="49"/>
                  </a:lnTo>
                  <a:lnTo>
                    <a:pt x="78" y="49"/>
                  </a:lnTo>
                  <a:lnTo>
                    <a:pt x="78" y="32"/>
                  </a:lnTo>
                  <a:cubicBezTo>
                    <a:pt x="63" y="17"/>
                    <a:pt x="63"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71" name="Google Shape;3871;p46"/>
            <p:cNvSpPr/>
            <p:nvPr/>
          </p:nvSpPr>
          <p:spPr>
            <a:xfrm>
              <a:off x="3206567" y="1830362"/>
              <a:ext cx="2544" cy="2512"/>
            </a:xfrm>
            <a:custGeom>
              <a:avLst/>
              <a:gdLst/>
              <a:ahLst/>
              <a:cxnLst/>
              <a:rect l="l" t="t" r="r" b="b"/>
              <a:pathLst>
                <a:path w="80" h="79" extrusionOk="0">
                  <a:moveTo>
                    <a:pt x="32" y="0"/>
                  </a:moveTo>
                  <a:lnTo>
                    <a:pt x="32" y="0"/>
                  </a:lnTo>
                  <a:lnTo>
                    <a:pt x="0" y="0"/>
                  </a:lnTo>
                  <a:lnTo>
                    <a:pt x="0" y="32"/>
                  </a:lnTo>
                  <a:lnTo>
                    <a:pt x="0" y="47"/>
                  </a:lnTo>
                  <a:lnTo>
                    <a:pt x="17" y="63"/>
                  </a:lnTo>
                  <a:cubicBezTo>
                    <a:pt x="32" y="78"/>
                    <a:pt x="32" y="78"/>
                    <a:pt x="48" y="78"/>
                  </a:cubicBezTo>
                  <a:cubicBezTo>
                    <a:pt x="48" y="78"/>
                    <a:pt x="63" y="63"/>
                    <a:pt x="80" y="63"/>
                  </a:cubicBezTo>
                  <a:cubicBezTo>
                    <a:pt x="80" y="47"/>
                    <a:pt x="80" y="32"/>
                    <a:pt x="63"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72" name="Google Shape;3872;p46"/>
            <p:cNvSpPr/>
            <p:nvPr/>
          </p:nvSpPr>
          <p:spPr>
            <a:xfrm>
              <a:off x="3429034" y="1781734"/>
              <a:ext cx="4039" cy="3021"/>
            </a:xfrm>
            <a:custGeom>
              <a:avLst/>
              <a:gdLst/>
              <a:ahLst/>
              <a:cxnLst/>
              <a:rect l="l" t="t" r="r" b="b"/>
              <a:pathLst>
                <a:path w="127" h="95" extrusionOk="0">
                  <a:moveTo>
                    <a:pt x="80" y="0"/>
                  </a:moveTo>
                  <a:lnTo>
                    <a:pt x="80" y="0"/>
                  </a:lnTo>
                  <a:lnTo>
                    <a:pt x="64" y="0"/>
                  </a:lnTo>
                  <a:lnTo>
                    <a:pt x="32" y="32"/>
                  </a:lnTo>
                  <a:lnTo>
                    <a:pt x="17" y="32"/>
                  </a:lnTo>
                  <a:cubicBezTo>
                    <a:pt x="17" y="32"/>
                    <a:pt x="1" y="48"/>
                    <a:pt x="1" y="63"/>
                  </a:cubicBezTo>
                  <a:lnTo>
                    <a:pt x="1" y="80"/>
                  </a:lnTo>
                  <a:cubicBezTo>
                    <a:pt x="17" y="95"/>
                    <a:pt x="32" y="95"/>
                    <a:pt x="32" y="95"/>
                  </a:cubicBezTo>
                  <a:lnTo>
                    <a:pt x="49" y="95"/>
                  </a:lnTo>
                  <a:lnTo>
                    <a:pt x="95" y="63"/>
                  </a:lnTo>
                  <a:lnTo>
                    <a:pt x="95" y="63"/>
                  </a:lnTo>
                  <a:cubicBezTo>
                    <a:pt x="112"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73" name="Google Shape;3873;p46"/>
            <p:cNvSpPr/>
            <p:nvPr/>
          </p:nvSpPr>
          <p:spPr>
            <a:xfrm>
              <a:off x="3362914" y="1788731"/>
              <a:ext cx="3021" cy="3053"/>
            </a:xfrm>
            <a:custGeom>
              <a:avLst/>
              <a:gdLst/>
              <a:ahLst/>
              <a:cxnLst/>
              <a:rect l="l" t="t" r="r" b="b"/>
              <a:pathLst>
                <a:path w="95" h="96" extrusionOk="0">
                  <a:moveTo>
                    <a:pt x="48" y="1"/>
                  </a:moveTo>
                  <a:lnTo>
                    <a:pt x="32" y="1"/>
                  </a:lnTo>
                  <a:lnTo>
                    <a:pt x="32" y="1"/>
                  </a:lnTo>
                  <a:cubicBezTo>
                    <a:pt x="16" y="17"/>
                    <a:pt x="0" y="32"/>
                    <a:pt x="16" y="49"/>
                  </a:cubicBezTo>
                  <a:lnTo>
                    <a:pt x="16" y="80"/>
                  </a:lnTo>
                  <a:cubicBezTo>
                    <a:pt x="32" y="95"/>
                    <a:pt x="32" y="95"/>
                    <a:pt x="48" y="95"/>
                  </a:cubicBezTo>
                  <a:lnTo>
                    <a:pt x="63" y="95"/>
                  </a:lnTo>
                  <a:cubicBezTo>
                    <a:pt x="79" y="80"/>
                    <a:pt x="95" y="64"/>
                    <a:pt x="79" y="49"/>
                  </a:cubicBezTo>
                  <a:lnTo>
                    <a:pt x="79" y="32"/>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74" name="Google Shape;3874;p46"/>
            <p:cNvSpPr/>
            <p:nvPr/>
          </p:nvSpPr>
          <p:spPr>
            <a:xfrm>
              <a:off x="3414532" y="1805778"/>
              <a:ext cx="3021" cy="2544"/>
            </a:xfrm>
            <a:custGeom>
              <a:avLst/>
              <a:gdLst/>
              <a:ahLst/>
              <a:cxnLst/>
              <a:rect l="l" t="t" r="r" b="b"/>
              <a:pathLst>
                <a:path w="95" h="80" extrusionOk="0">
                  <a:moveTo>
                    <a:pt x="63" y="1"/>
                  </a:moveTo>
                  <a:lnTo>
                    <a:pt x="63" y="1"/>
                  </a:lnTo>
                  <a:lnTo>
                    <a:pt x="47" y="1"/>
                  </a:lnTo>
                  <a:lnTo>
                    <a:pt x="32" y="17"/>
                  </a:lnTo>
                  <a:cubicBezTo>
                    <a:pt x="16" y="17"/>
                    <a:pt x="16" y="17"/>
                    <a:pt x="16" y="32"/>
                  </a:cubicBezTo>
                  <a:cubicBezTo>
                    <a:pt x="0" y="32"/>
                    <a:pt x="0" y="48"/>
                    <a:pt x="0" y="64"/>
                  </a:cubicBezTo>
                  <a:cubicBezTo>
                    <a:pt x="16" y="80"/>
                    <a:pt x="32" y="80"/>
                    <a:pt x="32" y="80"/>
                  </a:cubicBezTo>
                  <a:lnTo>
                    <a:pt x="32" y="80"/>
                  </a:lnTo>
                  <a:lnTo>
                    <a:pt x="47" y="80"/>
                  </a:lnTo>
                  <a:lnTo>
                    <a:pt x="79" y="64"/>
                  </a:lnTo>
                  <a:cubicBezTo>
                    <a:pt x="95" y="64"/>
                    <a:pt x="95" y="48"/>
                    <a:pt x="95" y="32"/>
                  </a:cubicBezTo>
                  <a:lnTo>
                    <a:pt x="95" y="32"/>
                  </a:lnTo>
                  <a:lnTo>
                    <a:pt x="95" y="17"/>
                  </a:lnTo>
                  <a:cubicBezTo>
                    <a:pt x="79" y="17"/>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75" name="Google Shape;3875;p46"/>
            <p:cNvSpPr/>
            <p:nvPr/>
          </p:nvSpPr>
          <p:spPr>
            <a:xfrm>
              <a:off x="3143946" y="1833829"/>
              <a:ext cx="3021" cy="3053"/>
            </a:xfrm>
            <a:custGeom>
              <a:avLst/>
              <a:gdLst/>
              <a:ahLst/>
              <a:cxnLst/>
              <a:rect l="l" t="t" r="r" b="b"/>
              <a:pathLst>
                <a:path w="95" h="96" extrusionOk="0">
                  <a:moveTo>
                    <a:pt x="47" y="1"/>
                  </a:moveTo>
                  <a:lnTo>
                    <a:pt x="32" y="1"/>
                  </a:lnTo>
                  <a:cubicBezTo>
                    <a:pt x="32" y="17"/>
                    <a:pt x="16" y="17"/>
                    <a:pt x="16" y="17"/>
                  </a:cubicBezTo>
                  <a:cubicBezTo>
                    <a:pt x="0" y="32"/>
                    <a:pt x="0" y="64"/>
                    <a:pt x="16" y="64"/>
                  </a:cubicBezTo>
                  <a:lnTo>
                    <a:pt x="32" y="80"/>
                  </a:lnTo>
                  <a:cubicBezTo>
                    <a:pt x="47" y="80"/>
                    <a:pt x="47" y="95"/>
                    <a:pt x="63" y="95"/>
                  </a:cubicBezTo>
                  <a:lnTo>
                    <a:pt x="79" y="80"/>
                  </a:lnTo>
                  <a:cubicBezTo>
                    <a:pt x="95" y="64"/>
                    <a:pt x="95" y="49"/>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76" name="Google Shape;3876;p46"/>
            <p:cNvSpPr/>
            <p:nvPr/>
          </p:nvSpPr>
          <p:spPr>
            <a:xfrm>
              <a:off x="3191524" y="1829344"/>
              <a:ext cx="3053" cy="2512"/>
            </a:xfrm>
            <a:custGeom>
              <a:avLst/>
              <a:gdLst/>
              <a:ahLst/>
              <a:cxnLst/>
              <a:rect l="l" t="t" r="r" b="b"/>
              <a:pathLst>
                <a:path w="96" h="79" extrusionOk="0">
                  <a:moveTo>
                    <a:pt x="64" y="1"/>
                  </a:moveTo>
                  <a:lnTo>
                    <a:pt x="64" y="1"/>
                  </a:lnTo>
                  <a:lnTo>
                    <a:pt x="32" y="1"/>
                  </a:lnTo>
                  <a:lnTo>
                    <a:pt x="17" y="16"/>
                  </a:lnTo>
                  <a:cubicBezTo>
                    <a:pt x="1" y="32"/>
                    <a:pt x="17" y="64"/>
                    <a:pt x="32" y="64"/>
                  </a:cubicBezTo>
                  <a:cubicBezTo>
                    <a:pt x="32" y="79"/>
                    <a:pt x="32" y="79"/>
                    <a:pt x="48" y="79"/>
                  </a:cubicBezTo>
                  <a:cubicBezTo>
                    <a:pt x="64" y="79"/>
                    <a:pt x="64" y="79"/>
                    <a:pt x="80" y="64"/>
                  </a:cubicBezTo>
                  <a:lnTo>
                    <a:pt x="80" y="47"/>
                  </a:lnTo>
                  <a:cubicBezTo>
                    <a:pt x="95" y="32"/>
                    <a:pt x="95" y="16"/>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77" name="Google Shape;3877;p46"/>
            <p:cNvSpPr/>
            <p:nvPr/>
          </p:nvSpPr>
          <p:spPr>
            <a:xfrm>
              <a:off x="3452601" y="1781257"/>
              <a:ext cx="3530" cy="2035"/>
            </a:xfrm>
            <a:custGeom>
              <a:avLst/>
              <a:gdLst/>
              <a:ahLst/>
              <a:cxnLst/>
              <a:rect l="l" t="t" r="r" b="b"/>
              <a:pathLst>
                <a:path w="111" h="64" extrusionOk="0">
                  <a:moveTo>
                    <a:pt x="48" y="0"/>
                  </a:moveTo>
                  <a:lnTo>
                    <a:pt x="32" y="0"/>
                  </a:lnTo>
                  <a:cubicBezTo>
                    <a:pt x="16" y="0"/>
                    <a:pt x="16" y="15"/>
                    <a:pt x="1" y="15"/>
                  </a:cubicBezTo>
                  <a:cubicBezTo>
                    <a:pt x="1" y="47"/>
                    <a:pt x="16" y="63"/>
                    <a:pt x="32" y="63"/>
                  </a:cubicBezTo>
                  <a:lnTo>
                    <a:pt x="64" y="63"/>
                  </a:lnTo>
                  <a:lnTo>
                    <a:pt x="64" y="63"/>
                  </a:lnTo>
                  <a:cubicBezTo>
                    <a:pt x="79" y="63"/>
                    <a:pt x="95" y="63"/>
                    <a:pt x="95" y="47"/>
                  </a:cubicBezTo>
                  <a:cubicBezTo>
                    <a:pt x="111" y="32"/>
                    <a:pt x="95" y="0"/>
                    <a:pt x="79"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78" name="Google Shape;3878;p46"/>
            <p:cNvSpPr/>
            <p:nvPr/>
          </p:nvSpPr>
          <p:spPr>
            <a:xfrm>
              <a:off x="3260188" y="1822825"/>
              <a:ext cx="3053" cy="2544"/>
            </a:xfrm>
            <a:custGeom>
              <a:avLst/>
              <a:gdLst/>
              <a:ahLst/>
              <a:cxnLst/>
              <a:rect l="l" t="t" r="r" b="b"/>
              <a:pathLst>
                <a:path w="96" h="80" extrusionOk="0">
                  <a:moveTo>
                    <a:pt x="32" y="0"/>
                  </a:moveTo>
                  <a:lnTo>
                    <a:pt x="32" y="0"/>
                  </a:lnTo>
                  <a:lnTo>
                    <a:pt x="16" y="0"/>
                  </a:lnTo>
                  <a:cubicBezTo>
                    <a:pt x="1" y="17"/>
                    <a:pt x="1" y="48"/>
                    <a:pt x="16" y="48"/>
                  </a:cubicBezTo>
                  <a:lnTo>
                    <a:pt x="32" y="63"/>
                  </a:lnTo>
                  <a:cubicBezTo>
                    <a:pt x="32" y="80"/>
                    <a:pt x="47" y="80"/>
                    <a:pt x="47" y="80"/>
                  </a:cubicBezTo>
                  <a:cubicBezTo>
                    <a:pt x="64" y="80"/>
                    <a:pt x="79" y="63"/>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79" name="Google Shape;3879;p46"/>
            <p:cNvSpPr/>
            <p:nvPr/>
          </p:nvSpPr>
          <p:spPr>
            <a:xfrm>
              <a:off x="3039185" y="1822825"/>
              <a:ext cx="3053" cy="2544"/>
            </a:xfrm>
            <a:custGeom>
              <a:avLst/>
              <a:gdLst/>
              <a:ahLst/>
              <a:cxnLst/>
              <a:rect l="l" t="t" r="r" b="b"/>
              <a:pathLst>
                <a:path w="96" h="80" extrusionOk="0">
                  <a:moveTo>
                    <a:pt x="49" y="0"/>
                  </a:moveTo>
                  <a:lnTo>
                    <a:pt x="32" y="0"/>
                  </a:lnTo>
                  <a:lnTo>
                    <a:pt x="32" y="0"/>
                  </a:lnTo>
                  <a:lnTo>
                    <a:pt x="1" y="32"/>
                  </a:lnTo>
                  <a:lnTo>
                    <a:pt x="1" y="32"/>
                  </a:lnTo>
                  <a:lnTo>
                    <a:pt x="1" y="48"/>
                  </a:lnTo>
                  <a:lnTo>
                    <a:pt x="32" y="80"/>
                  </a:lnTo>
                  <a:lnTo>
                    <a:pt x="64" y="80"/>
                  </a:lnTo>
                  <a:lnTo>
                    <a:pt x="64" y="80"/>
                  </a:lnTo>
                  <a:cubicBezTo>
                    <a:pt x="80" y="80"/>
                    <a:pt x="95" y="63"/>
                    <a:pt x="95" y="48"/>
                  </a:cubicBezTo>
                  <a:lnTo>
                    <a:pt x="95" y="48"/>
                  </a:lnTo>
                  <a:lnTo>
                    <a:pt x="95" y="32"/>
                  </a:lnTo>
                  <a:cubicBezTo>
                    <a:pt x="95" y="17"/>
                    <a:pt x="80" y="17"/>
                    <a:pt x="80"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80" name="Google Shape;3880;p46"/>
            <p:cNvSpPr/>
            <p:nvPr/>
          </p:nvSpPr>
          <p:spPr>
            <a:xfrm>
              <a:off x="3404513" y="1813315"/>
              <a:ext cx="2512" cy="2512"/>
            </a:xfrm>
            <a:custGeom>
              <a:avLst/>
              <a:gdLst/>
              <a:ahLst/>
              <a:cxnLst/>
              <a:rect l="l" t="t" r="r" b="b"/>
              <a:pathLst>
                <a:path w="79" h="79" extrusionOk="0">
                  <a:moveTo>
                    <a:pt x="47" y="1"/>
                  </a:moveTo>
                  <a:lnTo>
                    <a:pt x="47" y="1"/>
                  </a:lnTo>
                  <a:lnTo>
                    <a:pt x="47" y="1"/>
                  </a:lnTo>
                  <a:lnTo>
                    <a:pt x="15" y="1"/>
                  </a:lnTo>
                  <a:lnTo>
                    <a:pt x="15" y="16"/>
                  </a:lnTo>
                  <a:lnTo>
                    <a:pt x="0" y="16"/>
                  </a:lnTo>
                  <a:cubicBezTo>
                    <a:pt x="0" y="32"/>
                    <a:pt x="0" y="64"/>
                    <a:pt x="15" y="79"/>
                  </a:cubicBezTo>
                  <a:lnTo>
                    <a:pt x="32" y="79"/>
                  </a:lnTo>
                  <a:cubicBezTo>
                    <a:pt x="47" y="79"/>
                    <a:pt x="47" y="79"/>
                    <a:pt x="63" y="64"/>
                  </a:cubicBezTo>
                  <a:lnTo>
                    <a:pt x="78" y="47"/>
                  </a:lnTo>
                  <a:cubicBezTo>
                    <a:pt x="78" y="32"/>
                    <a:pt x="78"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81" name="Google Shape;3881;p46"/>
            <p:cNvSpPr/>
            <p:nvPr/>
          </p:nvSpPr>
          <p:spPr>
            <a:xfrm>
              <a:off x="3200079" y="1831825"/>
              <a:ext cx="3021" cy="2576"/>
            </a:xfrm>
            <a:custGeom>
              <a:avLst/>
              <a:gdLst/>
              <a:ahLst/>
              <a:cxnLst/>
              <a:rect l="l" t="t" r="r" b="b"/>
              <a:pathLst>
                <a:path w="95" h="81" extrusionOk="0">
                  <a:moveTo>
                    <a:pt x="47" y="1"/>
                  </a:moveTo>
                  <a:lnTo>
                    <a:pt x="47" y="1"/>
                  </a:lnTo>
                  <a:cubicBezTo>
                    <a:pt x="32" y="1"/>
                    <a:pt x="32" y="1"/>
                    <a:pt x="32" y="17"/>
                  </a:cubicBezTo>
                  <a:lnTo>
                    <a:pt x="15" y="32"/>
                  </a:lnTo>
                  <a:cubicBezTo>
                    <a:pt x="0" y="49"/>
                    <a:pt x="0" y="64"/>
                    <a:pt x="15" y="80"/>
                  </a:cubicBezTo>
                  <a:lnTo>
                    <a:pt x="32" y="80"/>
                  </a:lnTo>
                  <a:cubicBezTo>
                    <a:pt x="47" y="80"/>
                    <a:pt x="63" y="80"/>
                    <a:pt x="63"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82" name="Google Shape;3882;p46"/>
            <p:cNvSpPr/>
            <p:nvPr/>
          </p:nvSpPr>
          <p:spPr>
            <a:xfrm>
              <a:off x="3192033" y="1831825"/>
              <a:ext cx="3053" cy="3053"/>
            </a:xfrm>
            <a:custGeom>
              <a:avLst/>
              <a:gdLst/>
              <a:ahLst/>
              <a:cxnLst/>
              <a:rect l="l" t="t" r="r" b="b"/>
              <a:pathLst>
                <a:path w="96" h="96" extrusionOk="0">
                  <a:moveTo>
                    <a:pt x="48" y="1"/>
                  </a:moveTo>
                  <a:lnTo>
                    <a:pt x="48" y="1"/>
                  </a:lnTo>
                  <a:lnTo>
                    <a:pt x="32" y="17"/>
                  </a:lnTo>
                  <a:lnTo>
                    <a:pt x="16" y="32"/>
                  </a:lnTo>
                  <a:cubicBezTo>
                    <a:pt x="1" y="49"/>
                    <a:pt x="1" y="80"/>
                    <a:pt x="16" y="80"/>
                  </a:cubicBezTo>
                  <a:cubicBezTo>
                    <a:pt x="32" y="95"/>
                    <a:pt x="32" y="95"/>
                    <a:pt x="48" y="95"/>
                  </a:cubicBezTo>
                  <a:lnTo>
                    <a:pt x="64" y="80"/>
                  </a:lnTo>
                  <a:lnTo>
                    <a:pt x="79" y="64"/>
                  </a:lnTo>
                  <a:cubicBezTo>
                    <a:pt x="95" y="49"/>
                    <a:pt x="95" y="32"/>
                    <a:pt x="79" y="17"/>
                  </a:cubicBezTo>
                  <a:cubicBezTo>
                    <a:pt x="64" y="17"/>
                    <a:pt x="64"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83" name="Google Shape;3883;p46"/>
            <p:cNvSpPr/>
            <p:nvPr/>
          </p:nvSpPr>
          <p:spPr>
            <a:xfrm>
              <a:off x="3433041" y="1807781"/>
              <a:ext cx="3053" cy="2544"/>
            </a:xfrm>
            <a:custGeom>
              <a:avLst/>
              <a:gdLst/>
              <a:ahLst/>
              <a:cxnLst/>
              <a:rect l="l" t="t" r="r" b="b"/>
              <a:pathLst>
                <a:path w="96" h="80" extrusionOk="0">
                  <a:moveTo>
                    <a:pt x="64" y="1"/>
                  </a:moveTo>
                  <a:lnTo>
                    <a:pt x="64" y="1"/>
                  </a:lnTo>
                  <a:lnTo>
                    <a:pt x="49" y="1"/>
                  </a:lnTo>
                  <a:lnTo>
                    <a:pt x="32" y="17"/>
                  </a:lnTo>
                  <a:cubicBezTo>
                    <a:pt x="17" y="17"/>
                    <a:pt x="17" y="17"/>
                    <a:pt x="17" y="32"/>
                  </a:cubicBezTo>
                  <a:cubicBezTo>
                    <a:pt x="1" y="32"/>
                    <a:pt x="1" y="48"/>
                    <a:pt x="17" y="64"/>
                  </a:cubicBezTo>
                  <a:lnTo>
                    <a:pt x="17" y="80"/>
                  </a:lnTo>
                  <a:lnTo>
                    <a:pt x="49" y="80"/>
                  </a:lnTo>
                  <a:lnTo>
                    <a:pt x="49" y="80"/>
                  </a:lnTo>
                  <a:lnTo>
                    <a:pt x="80" y="64"/>
                  </a:lnTo>
                  <a:cubicBezTo>
                    <a:pt x="95" y="64"/>
                    <a:pt x="95" y="48"/>
                    <a:pt x="95" y="17"/>
                  </a:cubicBezTo>
                  <a:cubicBezTo>
                    <a:pt x="95" y="17"/>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84" name="Google Shape;3884;p46"/>
            <p:cNvSpPr/>
            <p:nvPr/>
          </p:nvSpPr>
          <p:spPr>
            <a:xfrm>
              <a:off x="3269698" y="1824828"/>
              <a:ext cx="3021" cy="3021"/>
            </a:xfrm>
            <a:custGeom>
              <a:avLst/>
              <a:gdLst/>
              <a:ahLst/>
              <a:cxnLst/>
              <a:rect l="l" t="t" r="r" b="b"/>
              <a:pathLst>
                <a:path w="95" h="95" extrusionOk="0">
                  <a:moveTo>
                    <a:pt x="63" y="0"/>
                  </a:moveTo>
                  <a:lnTo>
                    <a:pt x="48" y="0"/>
                  </a:lnTo>
                  <a:lnTo>
                    <a:pt x="32" y="17"/>
                  </a:lnTo>
                  <a:lnTo>
                    <a:pt x="17" y="32"/>
                  </a:lnTo>
                  <a:cubicBezTo>
                    <a:pt x="0" y="48"/>
                    <a:pt x="0" y="63"/>
                    <a:pt x="17" y="80"/>
                  </a:cubicBezTo>
                  <a:cubicBezTo>
                    <a:pt x="32" y="95"/>
                    <a:pt x="32" y="95"/>
                    <a:pt x="48" y="95"/>
                  </a:cubicBezTo>
                  <a:lnTo>
                    <a:pt x="63" y="80"/>
                  </a:lnTo>
                  <a:lnTo>
                    <a:pt x="80" y="63"/>
                  </a:lnTo>
                  <a:cubicBezTo>
                    <a:pt x="95" y="48"/>
                    <a:pt x="95" y="32"/>
                    <a:pt x="80" y="17"/>
                  </a:cubicBezTo>
                  <a:cubicBezTo>
                    <a:pt x="80"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85" name="Google Shape;3885;p46"/>
            <p:cNvSpPr/>
            <p:nvPr/>
          </p:nvSpPr>
          <p:spPr>
            <a:xfrm>
              <a:off x="3356395" y="1757182"/>
              <a:ext cx="2512" cy="2544"/>
            </a:xfrm>
            <a:custGeom>
              <a:avLst/>
              <a:gdLst/>
              <a:ahLst/>
              <a:cxnLst/>
              <a:rect l="l" t="t" r="r" b="b"/>
              <a:pathLst>
                <a:path w="79" h="80" extrusionOk="0">
                  <a:moveTo>
                    <a:pt x="32" y="1"/>
                  </a:moveTo>
                  <a:lnTo>
                    <a:pt x="32" y="1"/>
                  </a:lnTo>
                  <a:cubicBezTo>
                    <a:pt x="16" y="1"/>
                    <a:pt x="16" y="1"/>
                    <a:pt x="16" y="16"/>
                  </a:cubicBezTo>
                  <a:cubicBezTo>
                    <a:pt x="1" y="32"/>
                    <a:pt x="1" y="48"/>
                    <a:pt x="16" y="64"/>
                  </a:cubicBezTo>
                  <a:lnTo>
                    <a:pt x="32" y="79"/>
                  </a:lnTo>
                  <a:lnTo>
                    <a:pt x="47" y="79"/>
                  </a:lnTo>
                  <a:lnTo>
                    <a:pt x="64" y="79"/>
                  </a:lnTo>
                  <a:cubicBezTo>
                    <a:pt x="64" y="64"/>
                    <a:pt x="64" y="48"/>
                    <a:pt x="79" y="48"/>
                  </a:cubicBezTo>
                  <a:lnTo>
                    <a:pt x="79" y="48"/>
                  </a:ln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86" name="Google Shape;3886;p46"/>
            <p:cNvSpPr/>
            <p:nvPr/>
          </p:nvSpPr>
          <p:spPr>
            <a:xfrm>
              <a:off x="3020166" y="1805301"/>
              <a:ext cx="3021" cy="2035"/>
            </a:xfrm>
            <a:custGeom>
              <a:avLst/>
              <a:gdLst/>
              <a:ahLst/>
              <a:cxnLst/>
              <a:rect l="l" t="t" r="r" b="b"/>
              <a:pathLst>
                <a:path w="95" h="64" extrusionOk="0">
                  <a:moveTo>
                    <a:pt x="63" y="0"/>
                  </a:moveTo>
                  <a:lnTo>
                    <a:pt x="48" y="0"/>
                  </a:lnTo>
                  <a:lnTo>
                    <a:pt x="32" y="0"/>
                  </a:lnTo>
                  <a:lnTo>
                    <a:pt x="17" y="0"/>
                  </a:lnTo>
                  <a:cubicBezTo>
                    <a:pt x="0" y="16"/>
                    <a:pt x="0" y="16"/>
                    <a:pt x="0" y="32"/>
                  </a:cubicBezTo>
                  <a:lnTo>
                    <a:pt x="0" y="47"/>
                  </a:lnTo>
                  <a:cubicBezTo>
                    <a:pt x="17" y="63"/>
                    <a:pt x="17" y="63"/>
                    <a:pt x="32" y="63"/>
                  </a:cubicBezTo>
                  <a:lnTo>
                    <a:pt x="32" y="63"/>
                  </a:lnTo>
                  <a:lnTo>
                    <a:pt x="63" y="63"/>
                  </a:lnTo>
                  <a:cubicBezTo>
                    <a:pt x="80" y="63"/>
                    <a:pt x="95" y="47"/>
                    <a:pt x="95" y="32"/>
                  </a:cubicBezTo>
                  <a:cubicBezTo>
                    <a:pt x="95" y="16"/>
                    <a:pt x="80"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87" name="Google Shape;3887;p46"/>
            <p:cNvSpPr/>
            <p:nvPr/>
          </p:nvSpPr>
          <p:spPr>
            <a:xfrm>
              <a:off x="3103333" y="1795283"/>
              <a:ext cx="4039" cy="2512"/>
            </a:xfrm>
            <a:custGeom>
              <a:avLst/>
              <a:gdLst/>
              <a:ahLst/>
              <a:cxnLst/>
              <a:rect l="l" t="t" r="r" b="b"/>
              <a:pathLst>
                <a:path w="127" h="79" extrusionOk="0">
                  <a:moveTo>
                    <a:pt x="32" y="0"/>
                  </a:moveTo>
                  <a:lnTo>
                    <a:pt x="32" y="0"/>
                  </a:lnTo>
                  <a:cubicBezTo>
                    <a:pt x="17" y="15"/>
                    <a:pt x="1" y="15"/>
                    <a:pt x="1" y="32"/>
                  </a:cubicBezTo>
                  <a:lnTo>
                    <a:pt x="1" y="47"/>
                  </a:lnTo>
                  <a:lnTo>
                    <a:pt x="17" y="63"/>
                  </a:lnTo>
                  <a:lnTo>
                    <a:pt x="32" y="78"/>
                  </a:lnTo>
                  <a:lnTo>
                    <a:pt x="95" y="78"/>
                  </a:lnTo>
                  <a:lnTo>
                    <a:pt x="95" y="78"/>
                  </a:lnTo>
                  <a:cubicBezTo>
                    <a:pt x="111" y="78"/>
                    <a:pt x="111" y="63"/>
                    <a:pt x="127" y="47"/>
                  </a:cubicBezTo>
                  <a:lnTo>
                    <a:pt x="127" y="47"/>
                  </a:lnTo>
                  <a:lnTo>
                    <a:pt x="127" y="15"/>
                  </a:lnTo>
                  <a:lnTo>
                    <a:pt x="95"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88" name="Google Shape;3888;p46"/>
            <p:cNvSpPr/>
            <p:nvPr/>
          </p:nvSpPr>
          <p:spPr>
            <a:xfrm>
              <a:off x="3442074" y="1751648"/>
              <a:ext cx="3021" cy="2576"/>
            </a:xfrm>
            <a:custGeom>
              <a:avLst/>
              <a:gdLst/>
              <a:ahLst/>
              <a:cxnLst/>
              <a:rect l="l" t="t" r="r" b="b"/>
              <a:pathLst>
                <a:path w="95" h="81" extrusionOk="0">
                  <a:moveTo>
                    <a:pt x="63" y="1"/>
                  </a:moveTo>
                  <a:lnTo>
                    <a:pt x="48" y="1"/>
                  </a:lnTo>
                  <a:cubicBezTo>
                    <a:pt x="48" y="1"/>
                    <a:pt x="32" y="1"/>
                    <a:pt x="32" y="17"/>
                  </a:cubicBezTo>
                  <a:lnTo>
                    <a:pt x="17" y="32"/>
                  </a:lnTo>
                  <a:cubicBezTo>
                    <a:pt x="0" y="49"/>
                    <a:pt x="0" y="64"/>
                    <a:pt x="17" y="80"/>
                  </a:cubicBezTo>
                  <a:lnTo>
                    <a:pt x="48" y="80"/>
                  </a:lnTo>
                  <a:lnTo>
                    <a:pt x="63" y="80"/>
                  </a:lnTo>
                  <a:lnTo>
                    <a:pt x="80" y="64"/>
                  </a:lnTo>
                  <a:cubicBezTo>
                    <a:pt x="95" y="49"/>
                    <a:pt x="95" y="17"/>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89" name="Google Shape;3889;p46"/>
            <p:cNvSpPr/>
            <p:nvPr/>
          </p:nvSpPr>
          <p:spPr>
            <a:xfrm>
              <a:off x="3435586" y="1756196"/>
              <a:ext cx="3021" cy="2512"/>
            </a:xfrm>
            <a:custGeom>
              <a:avLst/>
              <a:gdLst/>
              <a:ahLst/>
              <a:cxnLst/>
              <a:rect l="l" t="t" r="r" b="b"/>
              <a:pathLst>
                <a:path w="95" h="79" extrusionOk="0">
                  <a:moveTo>
                    <a:pt x="47" y="0"/>
                  </a:moveTo>
                  <a:lnTo>
                    <a:pt x="47" y="0"/>
                  </a:lnTo>
                  <a:cubicBezTo>
                    <a:pt x="32" y="0"/>
                    <a:pt x="32" y="16"/>
                    <a:pt x="15" y="16"/>
                  </a:cubicBezTo>
                  <a:lnTo>
                    <a:pt x="15" y="16"/>
                  </a:lnTo>
                  <a:cubicBezTo>
                    <a:pt x="15" y="32"/>
                    <a:pt x="0" y="32"/>
                    <a:pt x="15" y="47"/>
                  </a:cubicBezTo>
                  <a:lnTo>
                    <a:pt x="15" y="63"/>
                  </a:lnTo>
                  <a:lnTo>
                    <a:pt x="32" y="79"/>
                  </a:lnTo>
                  <a:lnTo>
                    <a:pt x="47" y="79"/>
                  </a:lnTo>
                  <a:lnTo>
                    <a:pt x="47" y="79"/>
                  </a:lnTo>
                  <a:lnTo>
                    <a:pt x="63" y="79"/>
                  </a:lnTo>
                  <a:lnTo>
                    <a:pt x="63" y="79"/>
                  </a:lnTo>
                  <a:lnTo>
                    <a:pt x="95" y="79"/>
                  </a:lnTo>
                  <a:cubicBezTo>
                    <a:pt x="95" y="63"/>
                    <a:pt x="95" y="47"/>
                    <a:pt x="78" y="32"/>
                  </a:cubicBezTo>
                  <a:lnTo>
                    <a:pt x="78" y="32"/>
                  </a:lnTo>
                  <a:lnTo>
                    <a:pt x="63" y="16"/>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90" name="Google Shape;3890;p46"/>
            <p:cNvSpPr/>
            <p:nvPr/>
          </p:nvSpPr>
          <p:spPr>
            <a:xfrm>
              <a:off x="3280225" y="1770698"/>
              <a:ext cx="3530" cy="3053"/>
            </a:xfrm>
            <a:custGeom>
              <a:avLst/>
              <a:gdLst/>
              <a:ahLst/>
              <a:cxnLst/>
              <a:rect l="l" t="t" r="r" b="b"/>
              <a:pathLst>
                <a:path w="111" h="96" extrusionOk="0">
                  <a:moveTo>
                    <a:pt x="64" y="1"/>
                  </a:moveTo>
                  <a:lnTo>
                    <a:pt x="64" y="1"/>
                  </a:lnTo>
                  <a:cubicBezTo>
                    <a:pt x="48" y="1"/>
                    <a:pt x="48" y="1"/>
                    <a:pt x="48" y="17"/>
                  </a:cubicBezTo>
                  <a:lnTo>
                    <a:pt x="16" y="49"/>
                  </a:lnTo>
                  <a:cubicBezTo>
                    <a:pt x="1" y="49"/>
                    <a:pt x="16" y="80"/>
                    <a:pt x="32" y="95"/>
                  </a:cubicBezTo>
                  <a:lnTo>
                    <a:pt x="48" y="95"/>
                  </a:lnTo>
                  <a:cubicBezTo>
                    <a:pt x="64" y="95"/>
                    <a:pt x="64" y="95"/>
                    <a:pt x="79" y="80"/>
                  </a:cubicBezTo>
                  <a:lnTo>
                    <a:pt x="95" y="64"/>
                  </a:lnTo>
                  <a:cubicBezTo>
                    <a:pt x="111" y="49"/>
                    <a:pt x="111" y="17"/>
                    <a:pt x="95" y="17"/>
                  </a:cubicBez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91" name="Google Shape;3891;p46"/>
            <p:cNvSpPr/>
            <p:nvPr/>
          </p:nvSpPr>
          <p:spPr>
            <a:xfrm>
              <a:off x="3260665" y="1774229"/>
              <a:ext cx="2576" cy="2512"/>
            </a:xfrm>
            <a:custGeom>
              <a:avLst/>
              <a:gdLst/>
              <a:ahLst/>
              <a:cxnLst/>
              <a:rect l="l" t="t" r="r" b="b"/>
              <a:pathLst>
                <a:path w="81" h="79" extrusionOk="0">
                  <a:moveTo>
                    <a:pt x="17" y="1"/>
                  </a:moveTo>
                  <a:lnTo>
                    <a:pt x="17" y="1"/>
                  </a:lnTo>
                  <a:lnTo>
                    <a:pt x="1" y="16"/>
                  </a:lnTo>
                  <a:lnTo>
                    <a:pt x="1" y="32"/>
                  </a:lnTo>
                  <a:cubicBezTo>
                    <a:pt x="1" y="47"/>
                    <a:pt x="17" y="64"/>
                    <a:pt x="17" y="64"/>
                  </a:cubicBezTo>
                  <a:cubicBezTo>
                    <a:pt x="32" y="64"/>
                    <a:pt x="32" y="79"/>
                    <a:pt x="32" y="79"/>
                  </a:cubicBezTo>
                  <a:cubicBezTo>
                    <a:pt x="49" y="79"/>
                    <a:pt x="64" y="64"/>
                    <a:pt x="64" y="64"/>
                  </a:cubicBezTo>
                  <a:lnTo>
                    <a:pt x="64" y="47"/>
                  </a:lnTo>
                  <a:lnTo>
                    <a:pt x="80" y="32"/>
                  </a:lnTo>
                  <a:lnTo>
                    <a:pt x="80" y="1"/>
                  </a:lnTo>
                  <a:cubicBezTo>
                    <a:pt x="80" y="16"/>
                    <a:pt x="64" y="16"/>
                    <a:pt x="49" y="16"/>
                  </a:cubicBezTo>
                  <a:lnTo>
                    <a:pt x="32" y="16"/>
                  </a:lnTo>
                  <a:cubicBezTo>
                    <a:pt x="32" y="16"/>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92" name="Google Shape;3892;p46"/>
            <p:cNvSpPr/>
            <p:nvPr/>
          </p:nvSpPr>
          <p:spPr>
            <a:xfrm>
              <a:off x="3401969" y="1761698"/>
              <a:ext cx="3053" cy="2544"/>
            </a:xfrm>
            <a:custGeom>
              <a:avLst/>
              <a:gdLst/>
              <a:ahLst/>
              <a:cxnLst/>
              <a:rect l="l" t="t" r="r" b="b"/>
              <a:pathLst>
                <a:path w="96" h="80" extrusionOk="0">
                  <a:moveTo>
                    <a:pt x="49" y="0"/>
                  </a:moveTo>
                  <a:lnTo>
                    <a:pt x="49" y="0"/>
                  </a:lnTo>
                  <a:cubicBezTo>
                    <a:pt x="49" y="0"/>
                    <a:pt x="32" y="0"/>
                    <a:pt x="32" y="16"/>
                  </a:cubicBezTo>
                  <a:lnTo>
                    <a:pt x="17" y="32"/>
                  </a:lnTo>
                  <a:cubicBezTo>
                    <a:pt x="1" y="48"/>
                    <a:pt x="1" y="63"/>
                    <a:pt x="17" y="79"/>
                  </a:cubicBezTo>
                  <a:lnTo>
                    <a:pt x="49" y="79"/>
                  </a:lnTo>
                  <a:lnTo>
                    <a:pt x="64" y="79"/>
                  </a:lnTo>
                  <a:lnTo>
                    <a:pt x="80" y="63"/>
                  </a:lnTo>
                  <a:cubicBezTo>
                    <a:pt x="95" y="48"/>
                    <a:pt x="95" y="16"/>
                    <a:pt x="80"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93" name="Google Shape;3893;p46"/>
            <p:cNvSpPr/>
            <p:nvPr/>
          </p:nvSpPr>
          <p:spPr>
            <a:xfrm>
              <a:off x="3279239" y="1763702"/>
              <a:ext cx="3021" cy="2544"/>
            </a:xfrm>
            <a:custGeom>
              <a:avLst/>
              <a:gdLst/>
              <a:ahLst/>
              <a:cxnLst/>
              <a:rect l="l" t="t" r="r" b="b"/>
              <a:pathLst>
                <a:path w="95" h="80" extrusionOk="0">
                  <a:moveTo>
                    <a:pt x="63" y="0"/>
                  </a:moveTo>
                  <a:lnTo>
                    <a:pt x="63" y="0"/>
                  </a:lnTo>
                  <a:lnTo>
                    <a:pt x="32" y="0"/>
                  </a:lnTo>
                  <a:lnTo>
                    <a:pt x="16" y="32"/>
                  </a:lnTo>
                  <a:cubicBezTo>
                    <a:pt x="0" y="32"/>
                    <a:pt x="16" y="63"/>
                    <a:pt x="32" y="80"/>
                  </a:cubicBezTo>
                  <a:lnTo>
                    <a:pt x="47" y="80"/>
                  </a:lnTo>
                  <a:cubicBezTo>
                    <a:pt x="63" y="80"/>
                    <a:pt x="63" y="80"/>
                    <a:pt x="79" y="63"/>
                  </a:cubicBezTo>
                  <a:lnTo>
                    <a:pt x="79" y="48"/>
                  </a:lnTo>
                  <a:cubicBezTo>
                    <a:pt x="95" y="32"/>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94" name="Google Shape;3894;p46"/>
            <p:cNvSpPr/>
            <p:nvPr/>
          </p:nvSpPr>
          <p:spPr>
            <a:xfrm>
              <a:off x="3236622" y="1774229"/>
              <a:ext cx="3053" cy="2512"/>
            </a:xfrm>
            <a:custGeom>
              <a:avLst/>
              <a:gdLst/>
              <a:ahLst/>
              <a:cxnLst/>
              <a:rect l="l" t="t" r="r" b="b"/>
              <a:pathLst>
                <a:path w="96" h="79" extrusionOk="0">
                  <a:moveTo>
                    <a:pt x="48" y="1"/>
                  </a:moveTo>
                  <a:lnTo>
                    <a:pt x="32" y="1"/>
                  </a:lnTo>
                  <a:lnTo>
                    <a:pt x="17" y="16"/>
                  </a:lnTo>
                  <a:cubicBezTo>
                    <a:pt x="1" y="32"/>
                    <a:pt x="1" y="47"/>
                    <a:pt x="17" y="64"/>
                  </a:cubicBezTo>
                  <a:lnTo>
                    <a:pt x="32" y="79"/>
                  </a:lnTo>
                  <a:lnTo>
                    <a:pt x="64" y="79"/>
                  </a:lnTo>
                  <a:lnTo>
                    <a:pt x="80" y="79"/>
                  </a:lnTo>
                  <a:cubicBezTo>
                    <a:pt x="95" y="64"/>
                    <a:pt x="95" y="32"/>
                    <a:pt x="80"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95" name="Google Shape;3895;p46"/>
            <p:cNvSpPr/>
            <p:nvPr/>
          </p:nvSpPr>
          <p:spPr>
            <a:xfrm>
              <a:off x="3261206" y="1771716"/>
              <a:ext cx="3021" cy="3021"/>
            </a:xfrm>
            <a:custGeom>
              <a:avLst/>
              <a:gdLst/>
              <a:ahLst/>
              <a:cxnLst/>
              <a:rect l="l" t="t" r="r" b="b"/>
              <a:pathLst>
                <a:path w="95" h="95" extrusionOk="0">
                  <a:moveTo>
                    <a:pt x="47" y="0"/>
                  </a:moveTo>
                  <a:lnTo>
                    <a:pt x="47" y="0"/>
                  </a:lnTo>
                  <a:cubicBezTo>
                    <a:pt x="32" y="0"/>
                    <a:pt x="32" y="17"/>
                    <a:pt x="15" y="17"/>
                  </a:cubicBezTo>
                  <a:lnTo>
                    <a:pt x="15" y="48"/>
                  </a:lnTo>
                  <a:lnTo>
                    <a:pt x="0" y="48"/>
                  </a:lnTo>
                  <a:lnTo>
                    <a:pt x="0" y="80"/>
                  </a:lnTo>
                  <a:cubicBezTo>
                    <a:pt x="15" y="80"/>
                    <a:pt x="15" y="95"/>
                    <a:pt x="15" y="95"/>
                  </a:cubicBezTo>
                  <a:lnTo>
                    <a:pt x="32" y="95"/>
                  </a:lnTo>
                  <a:cubicBezTo>
                    <a:pt x="47" y="95"/>
                    <a:pt x="63" y="95"/>
                    <a:pt x="63" y="80"/>
                  </a:cubicBezTo>
                  <a:lnTo>
                    <a:pt x="63" y="80"/>
                  </a:lnTo>
                  <a:lnTo>
                    <a:pt x="78" y="63"/>
                  </a:lnTo>
                  <a:lnTo>
                    <a:pt x="78" y="48"/>
                  </a:lnTo>
                  <a:cubicBezTo>
                    <a:pt x="95" y="32"/>
                    <a:pt x="78"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96" name="Google Shape;3896;p46"/>
            <p:cNvSpPr/>
            <p:nvPr/>
          </p:nvSpPr>
          <p:spPr>
            <a:xfrm>
              <a:off x="3333369" y="1776709"/>
              <a:ext cx="3021" cy="2576"/>
            </a:xfrm>
            <a:custGeom>
              <a:avLst/>
              <a:gdLst/>
              <a:ahLst/>
              <a:cxnLst/>
              <a:rect l="l" t="t" r="r" b="b"/>
              <a:pathLst>
                <a:path w="95" h="81" extrusionOk="0">
                  <a:moveTo>
                    <a:pt x="47" y="1"/>
                  </a:moveTo>
                  <a:lnTo>
                    <a:pt x="32" y="1"/>
                  </a:lnTo>
                  <a:cubicBezTo>
                    <a:pt x="32" y="1"/>
                    <a:pt x="15" y="1"/>
                    <a:pt x="15" y="17"/>
                  </a:cubicBezTo>
                  <a:cubicBezTo>
                    <a:pt x="0" y="32"/>
                    <a:pt x="0" y="49"/>
                    <a:pt x="15" y="64"/>
                  </a:cubicBezTo>
                  <a:lnTo>
                    <a:pt x="32" y="80"/>
                  </a:lnTo>
                  <a:lnTo>
                    <a:pt x="63" y="80"/>
                  </a:lnTo>
                  <a:cubicBezTo>
                    <a:pt x="63" y="80"/>
                    <a:pt x="78" y="80"/>
                    <a:pt x="78" y="64"/>
                  </a:cubicBezTo>
                  <a:cubicBezTo>
                    <a:pt x="95" y="49"/>
                    <a:pt x="95" y="32"/>
                    <a:pt x="78"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97" name="Google Shape;3897;p46"/>
            <p:cNvSpPr/>
            <p:nvPr/>
          </p:nvSpPr>
          <p:spPr>
            <a:xfrm>
              <a:off x="3287730" y="1781257"/>
              <a:ext cx="3053" cy="3021"/>
            </a:xfrm>
            <a:custGeom>
              <a:avLst/>
              <a:gdLst/>
              <a:ahLst/>
              <a:cxnLst/>
              <a:rect l="l" t="t" r="r" b="b"/>
              <a:pathLst>
                <a:path w="96" h="95" extrusionOk="0">
                  <a:moveTo>
                    <a:pt x="32" y="0"/>
                  </a:moveTo>
                  <a:lnTo>
                    <a:pt x="32" y="0"/>
                  </a:lnTo>
                  <a:lnTo>
                    <a:pt x="17" y="15"/>
                  </a:lnTo>
                  <a:cubicBezTo>
                    <a:pt x="1" y="32"/>
                    <a:pt x="1" y="47"/>
                    <a:pt x="17" y="63"/>
                  </a:cubicBezTo>
                  <a:lnTo>
                    <a:pt x="32" y="78"/>
                  </a:lnTo>
                  <a:lnTo>
                    <a:pt x="49" y="95"/>
                  </a:lnTo>
                  <a:cubicBezTo>
                    <a:pt x="64" y="95"/>
                    <a:pt x="80" y="78"/>
                    <a:pt x="80" y="78"/>
                  </a:cubicBezTo>
                  <a:cubicBezTo>
                    <a:pt x="95" y="63"/>
                    <a:pt x="95" y="32"/>
                    <a:pt x="80" y="32"/>
                  </a:cubicBezTo>
                  <a:lnTo>
                    <a:pt x="64" y="15"/>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98" name="Google Shape;3898;p46"/>
            <p:cNvSpPr/>
            <p:nvPr/>
          </p:nvSpPr>
          <p:spPr>
            <a:xfrm>
              <a:off x="3095827" y="1799767"/>
              <a:ext cx="2544" cy="2544"/>
            </a:xfrm>
            <a:custGeom>
              <a:avLst/>
              <a:gdLst/>
              <a:ahLst/>
              <a:cxnLst/>
              <a:rect l="l" t="t" r="r" b="b"/>
              <a:pathLst>
                <a:path w="80" h="80" extrusionOk="0">
                  <a:moveTo>
                    <a:pt x="48" y="1"/>
                  </a:moveTo>
                  <a:lnTo>
                    <a:pt x="48" y="1"/>
                  </a:lnTo>
                  <a:cubicBezTo>
                    <a:pt x="32" y="1"/>
                    <a:pt x="32" y="1"/>
                    <a:pt x="32" y="17"/>
                  </a:cubicBezTo>
                  <a:lnTo>
                    <a:pt x="16" y="32"/>
                  </a:lnTo>
                  <a:cubicBezTo>
                    <a:pt x="1" y="48"/>
                    <a:pt x="1" y="64"/>
                    <a:pt x="16" y="80"/>
                  </a:cubicBezTo>
                  <a:lnTo>
                    <a:pt x="32" y="80"/>
                  </a:lnTo>
                  <a:cubicBezTo>
                    <a:pt x="48" y="80"/>
                    <a:pt x="64" y="80"/>
                    <a:pt x="64" y="64"/>
                  </a:cubicBezTo>
                  <a:lnTo>
                    <a:pt x="79" y="48"/>
                  </a:lnTo>
                  <a:lnTo>
                    <a:pt x="79" y="48"/>
                  </a:lnTo>
                  <a:lnTo>
                    <a:pt x="79" y="17"/>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899" name="Google Shape;3899;p46"/>
            <p:cNvSpPr/>
            <p:nvPr/>
          </p:nvSpPr>
          <p:spPr>
            <a:xfrm>
              <a:off x="3098339" y="1799290"/>
              <a:ext cx="3021" cy="3021"/>
            </a:xfrm>
            <a:custGeom>
              <a:avLst/>
              <a:gdLst/>
              <a:ahLst/>
              <a:cxnLst/>
              <a:rect l="l" t="t" r="r" b="b"/>
              <a:pathLst>
                <a:path w="95" h="95" extrusionOk="0">
                  <a:moveTo>
                    <a:pt x="48" y="0"/>
                  </a:moveTo>
                  <a:lnTo>
                    <a:pt x="48" y="0"/>
                  </a:lnTo>
                  <a:cubicBezTo>
                    <a:pt x="32" y="0"/>
                    <a:pt x="32" y="16"/>
                    <a:pt x="16" y="16"/>
                  </a:cubicBezTo>
                  <a:lnTo>
                    <a:pt x="16" y="32"/>
                  </a:lnTo>
                  <a:lnTo>
                    <a:pt x="0" y="32"/>
                  </a:lnTo>
                  <a:lnTo>
                    <a:pt x="0" y="63"/>
                  </a:lnTo>
                  <a:lnTo>
                    <a:pt x="16" y="79"/>
                  </a:lnTo>
                  <a:lnTo>
                    <a:pt x="32" y="95"/>
                  </a:lnTo>
                  <a:cubicBezTo>
                    <a:pt x="48" y="95"/>
                    <a:pt x="63" y="79"/>
                    <a:pt x="63" y="79"/>
                  </a:cubicBezTo>
                  <a:lnTo>
                    <a:pt x="79" y="63"/>
                  </a:lnTo>
                  <a:cubicBezTo>
                    <a:pt x="95" y="47"/>
                    <a:pt x="79" y="16"/>
                    <a:pt x="79" y="16"/>
                  </a:cubicBez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00" name="Google Shape;3900;p46"/>
            <p:cNvSpPr/>
            <p:nvPr/>
          </p:nvSpPr>
          <p:spPr>
            <a:xfrm>
              <a:off x="3050729" y="1804792"/>
              <a:ext cx="2544" cy="3021"/>
            </a:xfrm>
            <a:custGeom>
              <a:avLst/>
              <a:gdLst/>
              <a:ahLst/>
              <a:cxnLst/>
              <a:rect l="l" t="t" r="r" b="b"/>
              <a:pathLst>
                <a:path w="80" h="95" extrusionOk="0">
                  <a:moveTo>
                    <a:pt x="48" y="0"/>
                  </a:moveTo>
                  <a:lnTo>
                    <a:pt x="48" y="0"/>
                  </a:lnTo>
                  <a:cubicBezTo>
                    <a:pt x="32" y="0"/>
                    <a:pt x="32" y="0"/>
                    <a:pt x="16" y="16"/>
                  </a:cubicBezTo>
                  <a:lnTo>
                    <a:pt x="16" y="32"/>
                  </a:lnTo>
                  <a:lnTo>
                    <a:pt x="16" y="48"/>
                  </a:lnTo>
                  <a:lnTo>
                    <a:pt x="16" y="48"/>
                  </a:lnTo>
                  <a:cubicBezTo>
                    <a:pt x="1" y="63"/>
                    <a:pt x="16" y="79"/>
                    <a:pt x="32" y="95"/>
                  </a:cubicBezTo>
                  <a:lnTo>
                    <a:pt x="48" y="95"/>
                  </a:lnTo>
                  <a:lnTo>
                    <a:pt x="48" y="95"/>
                  </a:lnTo>
                  <a:cubicBezTo>
                    <a:pt x="64" y="95"/>
                    <a:pt x="64" y="79"/>
                    <a:pt x="79" y="63"/>
                  </a:cubicBezTo>
                  <a:lnTo>
                    <a:pt x="79" y="63"/>
                  </a:lnTo>
                  <a:lnTo>
                    <a:pt x="79" y="48"/>
                  </a:lnTo>
                  <a:lnTo>
                    <a:pt x="79" y="32"/>
                  </a:lnTo>
                  <a:lnTo>
                    <a:pt x="79" y="32"/>
                  </a:lnTo>
                  <a:cubicBezTo>
                    <a:pt x="79"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01" name="Google Shape;3901;p46"/>
            <p:cNvSpPr/>
            <p:nvPr/>
          </p:nvSpPr>
          <p:spPr>
            <a:xfrm>
              <a:off x="3206090" y="1774229"/>
              <a:ext cx="3021" cy="2512"/>
            </a:xfrm>
            <a:custGeom>
              <a:avLst/>
              <a:gdLst/>
              <a:ahLst/>
              <a:cxnLst/>
              <a:rect l="l" t="t" r="r" b="b"/>
              <a:pathLst>
                <a:path w="95" h="79" extrusionOk="0">
                  <a:moveTo>
                    <a:pt x="32" y="1"/>
                  </a:moveTo>
                  <a:lnTo>
                    <a:pt x="32" y="1"/>
                  </a:lnTo>
                  <a:cubicBezTo>
                    <a:pt x="15" y="1"/>
                    <a:pt x="15" y="1"/>
                    <a:pt x="0" y="16"/>
                  </a:cubicBezTo>
                  <a:cubicBezTo>
                    <a:pt x="0" y="16"/>
                    <a:pt x="0" y="47"/>
                    <a:pt x="15" y="64"/>
                  </a:cubicBezTo>
                  <a:lnTo>
                    <a:pt x="32" y="64"/>
                  </a:lnTo>
                  <a:cubicBezTo>
                    <a:pt x="32" y="79"/>
                    <a:pt x="47" y="79"/>
                    <a:pt x="47" y="79"/>
                  </a:cubicBezTo>
                  <a:cubicBezTo>
                    <a:pt x="63" y="79"/>
                    <a:pt x="78" y="79"/>
                    <a:pt x="78" y="64"/>
                  </a:cubicBezTo>
                  <a:cubicBezTo>
                    <a:pt x="95" y="47"/>
                    <a:pt x="95" y="32"/>
                    <a:pt x="78" y="16"/>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02" name="Google Shape;3902;p46"/>
            <p:cNvSpPr/>
            <p:nvPr/>
          </p:nvSpPr>
          <p:spPr>
            <a:xfrm>
              <a:off x="3358398" y="1757691"/>
              <a:ext cx="3530" cy="3021"/>
            </a:xfrm>
            <a:custGeom>
              <a:avLst/>
              <a:gdLst/>
              <a:ahLst/>
              <a:cxnLst/>
              <a:rect l="l" t="t" r="r" b="b"/>
              <a:pathLst>
                <a:path w="111" h="95" extrusionOk="0">
                  <a:moveTo>
                    <a:pt x="79" y="0"/>
                  </a:moveTo>
                  <a:lnTo>
                    <a:pt x="79" y="0"/>
                  </a:lnTo>
                  <a:cubicBezTo>
                    <a:pt x="64" y="0"/>
                    <a:pt x="47" y="0"/>
                    <a:pt x="47" y="16"/>
                  </a:cubicBezTo>
                  <a:lnTo>
                    <a:pt x="32" y="32"/>
                  </a:lnTo>
                  <a:lnTo>
                    <a:pt x="32" y="32"/>
                  </a:lnTo>
                  <a:lnTo>
                    <a:pt x="32" y="32"/>
                  </a:lnTo>
                  <a:lnTo>
                    <a:pt x="16" y="32"/>
                  </a:lnTo>
                  <a:lnTo>
                    <a:pt x="16" y="32"/>
                  </a:lnTo>
                  <a:cubicBezTo>
                    <a:pt x="1" y="32"/>
                    <a:pt x="1" y="48"/>
                    <a:pt x="1" y="63"/>
                  </a:cubicBezTo>
                  <a:lnTo>
                    <a:pt x="1" y="79"/>
                  </a:lnTo>
                  <a:cubicBezTo>
                    <a:pt x="1" y="95"/>
                    <a:pt x="16" y="95"/>
                    <a:pt x="32" y="95"/>
                  </a:cubicBezTo>
                  <a:lnTo>
                    <a:pt x="47" y="95"/>
                  </a:lnTo>
                  <a:lnTo>
                    <a:pt x="47" y="95"/>
                  </a:lnTo>
                  <a:cubicBezTo>
                    <a:pt x="64" y="95"/>
                    <a:pt x="79" y="95"/>
                    <a:pt x="79" y="79"/>
                  </a:cubicBezTo>
                  <a:lnTo>
                    <a:pt x="110" y="48"/>
                  </a:lnTo>
                  <a:lnTo>
                    <a:pt x="110" y="48"/>
                  </a:lnTo>
                  <a:cubicBezTo>
                    <a:pt x="110" y="32"/>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03" name="Google Shape;3903;p46"/>
            <p:cNvSpPr/>
            <p:nvPr/>
          </p:nvSpPr>
          <p:spPr>
            <a:xfrm>
              <a:off x="3432564" y="1766691"/>
              <a:ext cx="2512" cy="2576"/>
            </a:xfrm>
            <a:custGeom>
              <a:avLst/>
              <a:gdLst/>
              <a:ahLst/>
              <a:cxnLst/>
              <a:rect l="l" t="t" r="r" b="b"/>
              <a:pathLst>
                <a:path w="79" h="81" extrusionOk="0">
                  <a:moveTo>
                    <a:pt x="47" y="1"/>
                  </a:moveTo>
                  <a:lnTo>
                    <a:pt x="47" y="1"/>
                  </a:lnTo>
                  <a:lnTo>
                    <a:pt x="16" y="1"/>
                  </a:lnTo>
                  <a:lnTo>
                    <a:pt x="1" y="17"/>
                  </a:lnTo>
                  <a:lnTo>
                    <a:pt x="1" y="49"/>
                  </a:lnTo>
                  <a:cubicBezTo>
                    <a:pt x="1" y="49"/>
                    <a:pt x="1" y="64"/>
                    <a:pt x="16" y="64"/>
                  </a:cubicBezTo>
                  <a:cubicBezTo>
                    <a:pt x="16" y="80"/>
                    <a:pt x="32" y="80"/>
                    <a:pt x="32" y="80"/>
                  </a:cubicBezTo>
                  <a:lnTo>
                    <a:pt x="32" y="80"/>
                  </a:lnTo>
                  <a:cubicBezTo>
                    <a:pt x="47" y="80"/>
                    <a:pt x="47" y="80"/>
                    <a:pt x="64" y="64"/>
                  </a:cubicBezTo>
                  <a:lnTo>
                    <a:pt x="79" y="49"/>
                  </a:lnTo>
                  <a:cubicBezTo>
                    <a:pt x="79" y="32"/>
                    <a:pt x="79"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04" name="Google Shape;3904;p46"/>
            <p:cNvSpPr/>
            <p:nvPr/>
          </p:nvSpPr>
          <p:spPr>
            <a:xfrm>
              <a:off x="3053751" y="1806287"/>
              <a:ext cx="3021" cy="3053"/>
            </a:xfrm>
            <a:custGeom>
              <a:avLst/>
              <a:gdLst/>
              <a:ahLst/>
              <a:cxnLst/>
              <a:rect l="l" t="t" r="r" b="b"/>
              <a:pathLst>
                <a:path w="95" h="96" extrusionOk="0">
                  <a:moveTo>
                    <a:pt x="47" y="1"/>
                  </a:moveTo>
                  <a:lnTo>
                    <a:pt x="47" y="1"/>
                  </a:lnTo>
                  <a:lnTo>
                    <a:pt x="32" y="16"/>
                  </a:lnTo>
                  <a:lnTo>
                    <a:pt x="16" y="32"/>
                  </a:lnTo>
                  <a:cubicBezTo>
                    <a:pt x="0" y="48"/>
                    <a:pt x="0" y="64"/>
                    <a:pt x="16" y="79"/>
                  </a:cubicBezTo>
                  <a:lnTo>
                    <a:pt x="32" y="95"/>
                  </a:lnTo>
                  <a:cubicBezTo>
                    <a:pt x="47" y="95"/>
                    <a:pt x="63" y="79"/>
                    <a:pt x="63" y="79"/>
                  </a:cubicBezTo>
                  <a:lnTo>
                    <a:pt x="79" y="64"/>
                  </a:lnTo>
                  <a:cubicBezTo>
                    <a:pt x="95" y="48"/>
                    <a:pt x="95" y="32"/>
                    <a:pt x="79" y="16"/>
                  </a:cubicBezTo>
                  <a:cubicBezTo>
                    <a:pt x="63" y="1"/>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05" name="Google Shape;3905;p46"/>
            <p:cNvSpPr/>
            <p:nvPr/>
          </p:nvSpPr>
          <p:spPr>
            <a:xfrm>
              <a:off x="3330347" y="1777727"/>
              <a:ext cx="3053" cy="2544"/>
            </a:xfrm>
            <a:custGeom>
              <a:avLst/>
              <a:gdLst/>
              <a:ahLst/>
              <a:cxnLst/>
              <a:rect l="l" t="t" r="r" b="b"/>
              <a:pathLst>
                <a:path w="96" h="80" extrusionOk="0">
                  <a:moveTo>
                    <a:pt x="32" y="0"/>
                  </a:moveTo>
                  <a:lnTo>
                    <a:pt x="32" y="0"/>
                  </a:lnTo>
                  <a:cubicBezTo>
                    <a:pt x="16" y="0"/>
                    <a:pt x="1" y="17"/>
                    <a:pt x="1" y="32"/>
                  </a:cubicBezTo>
                  <a:cubicBezTo>
                    <a:pt x="1" y="32"/>
                    <a:pt x="1" y="48"/>
                    <a:pt x="16" y="48"/>
                  </a:cubicBezTo>
                  <a:cubicBezTo>
                    <a:pt x="16" y="63"/>
                    <a:pt x="16" y="63"/>
                    <a:pt x="32" y="63"/>
                  </a:cubicBezTo>
                  <a:lnTo>
                    <a:pt x="32" y="63"/>
                  </a:lnTo>
                  <a:lnTo>
                    <a:pt x="47" y="80"/>
                  </a:lnTo>
                  <a:lnTo>
                    <a:pt x="64" y="80"/>
                  </a:lnTo>
                  <a:cubicBezTo>
                    <a:pt x="64" y="80"/>
                    <a:pt x="79" y="80"/>
                    <a:pt x="79" y="63"/>
                  </a:cubicBezTo>
                  <a:cubicBezTo>
                    <a:pt x="95" y="63"/>
                    <a:pt x="95" y="63"/>
                    <a:pt x="95" y="48"/>
                  </a:cubicBezTo>
                  <a:cubicBezTo>
                    <a:pt x="95" y="32"/>
                    <a:pt x="95" y="17"/>
                    <a:pt x="64" y="0"/>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06" name="Google Shape;3906;p46"/>
            <p:cNvSpPr/>
            <p:nvPr/>
          </p:nvSpPr>
          <p:spPr>
            <a:xfrm>
              <a:off x="3257676" y="1769712"/>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3"/>
                    <a:pt x="17" y="80"/>
                  </a:cubicBezTo>
                  <a:lnTo>
                    <a:pt x="48" y="80"/>
                  </a:lnTo>
                  <a:lnTo>
                    <a:pt x="63" y="80"/>
                  </a:lnTo>
                  <a:lnTo>
                    <a:pt x="80" y="48"/>
                  </a:lnTo>
                  <a:cubicBezTo>
                    <a:pt x="95" y="48"/>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07" name="Google Shape;3907;p46"/>
            <p:cNvSpPr/>
            <p:nvPr/>
          </p:nvSpPr>
          <p:spPr>
            <a:xfrm>
              <a:off x="3434568" y="1750662"/>
              <a:ext cx="3530" cy="3562"/>
            </a:xfrm>
            <a:custGeom>
              <a:avLst/>
              <a:gdLst/>
              <a:ahLst/>
              <a:cxnLst/>
              <a:rect l="l" t="t" r="r" b="b"/>
              <a:pathLst>
                <a:path w="111" h="112" extrusionOk="0">
                  <a:moveTo>
                    <a:pt x="79" y="0"/>
                  </a:moveTo>
                  <a:lnTo>
                    <a:pt x="64" y="0"/>
                  </a:lnTo>
                  <a:cubicBezTo>
                    <a:pt x="64" y="17"/>
                    <a:pt x="64" y="17"/>
                    <a:pt x="47" y="17"/>
                  </a:cubicBezTo>
                  <a:lnTo>
                    <a:pt x="32" y="17"/>
                  </a:lnTo>
                  <a:lnTo>
                    <a:pt x="16" y="17"/>
                  </a:lnTo>
                  <a:cubicBezTo>
                    <a:pt x="1" y="32"/>
                    <a:pt x="1" y="48"/>
                    <a:pt x="1" y="63"/>
                  </a:cubicBezTo>
                  <a:lnTo>
                    <a:pt x="1" y="63"/>
                  </a:lnTo>
                  <a:lnTo>
                    <a:pt x="32" y="95"/>
                  </a:lnTo>
                  <a:cubicBezTo>
                    <a:pt x="32" y="111"/>
                    <a:pt x="47" y="111"/>
                    <a:pt x="47" y="111"/>
                  </a:cubicBezTo>
                  <a:lnTo>
                    <a:pt x="47" y="111"/>
                  </a:lnTo>
                  <a:lnTo>
                    <a:pt x="79" y="111"/>
                  </a:lnTo>
                  <a:lnTo>
                    <a:pt x="79" y="111"/>
                  </a:lnTo>
                  <a:lnTo>
                    <a:pt x="95" y="95"/>
                  </a:lnTo>
                  <a:lnTo>
                    <a:pt x="95" y="80"/>
                  </a:lnTo>
                  <a:lnTo>
                    <a:pt x="110" y="48"/>
                  </a:lnTo>
                  <a:cubicBezTo>
                    <a:pt x="110" y="32"/>
                    <a:pt x="110" y="17"/>
                    <a:pt x="95" y="17"/>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08" name="Google Shape;3908;p46"/>
            <p:cNvSpPr/>
            <p:nvPr/>
          </p:nvSpPr>
          <p:spPr>
            <a:xfrm>
              <a:off x="3423023" y="1764687"/>
              <a:ext cx="3053" cy="2576"/>
            </a:xfrm>
            <a:custGeom>
              <a:avLst/>
              <a:gdLst/>
              <a:ahLst/>
              <a:cxnLst/>
              <a:rect l="l" t="t" r="r" b="b"/>
              <a:pathLst>
                <a:path w="96" h="81" extrusionOk="0">
                  <a:moveTo>
                    <a:pt x="49" y="1"/>
                  </a:moveTo>
                  <a:lnTo>
                    <a:pt x="32" y="1"/>
                  </a:lnTo>
                  <a:lnTo>
                    <a:pt x="17" y="1"/>
                  </a:lnTo>
                  <a:lnTo>
                    <a:pt x="17" y="1"/>
                  </a:lnTo>
                  <a:cubicBezTo>
                    <a:pt x="1" y="17"/>
                    <a:pt x="1" y="49"/>
                    <a:pt x="17" y="49"/>
                  </a:cubicBezTo>
                  <a:lnTo>
                    <a:pt x="32" y="64"/>
                  </a:lnTo>
                  <a:lnTo>
                    <a:pt x="49" y="80"/>
                  </a:lnTo>
                  <a:lnTo>
                    <a:pt x="64" y="80"/>
                  </a:lnTo>
                  <a:cubicBezTo>
                    <a:pt x="64" y="80"/>
                    <a:pt x="80" y="80"/>
                    <a:pt x="80" y="64"/>
                  </a:cubicBezTo>
                  <a:cubicBezTo>
                    <a:pt x="95" y="49"/>
                    <a:pt x="95" y="32"/>
                    <a:pt x="80" y="17"/>
                  </a:cubicBez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09" name="Google Shape;3909;p46"/>
            <p:cNvSpPr/>
            <p:nvPr/>
          </p:nvSpPr>
          <p:spPr>
            <a:xfrm>
              <a:off x="3195054" y="1787268"/>
              <a:ext cx="4516" cy="3021"/>
            </a:xfrm>
            <a:custGeom>
              <a:avLst/>
              <a:gdLst/>
              <a:ahLst/>
              <a:cxnLst/>
              <a:rect l="l" t="t" r="r" b="b"/>
              <a:pathLst>
                <a:path w="142" h="95" extrusionOk="0">
                  <a:moveTo>
                    <a:pt x="47" y="0"/>
                  </a:moveTo>
                  <a:lnTo>
                    <a:pt x="32" y="0"/>
                  </a:lnTo>
                  <a:lnTo>
                    <a:pt x="16" y="0"/>
                  </a:lnTo>
                  <a:lnTo>
                    <a:pt x="16" y="15"/>
                  </a:lnTo>
                  <a:cubicBezTo>
                    <a:pt x="0" y="32"/>
                    <a:pt x="0" y="47"/>
                    <a:pt x="32" y="63"/>
                  </a:cubicBezTo>
                  <a:lnTo>
                    <a:pt x="32" y="63"/>
                  </a:lnTo>
                  <a:lnTo>
                    <a:pt x="79" y="78"/>
                  </a:lnTo>
                  <a:lnTo>
                    <a:pt x="95" y="95"/>
                  </a:lnTo>
                  <a:lnTo>
                    <a:pt x="110" y="95"/>
                  </a:lnTo>
                  <a:cubicBezTo>
                    <a:pt x="110" y="95"/>
                    <a:pt x="127" y="78"/>
                    <a:pt x="142" y="78"/>
                  </a:cubicBezTo>
                  <a:cubicBezTo>
                    <a:pt x="142" y="63"/>
                    <a:pt x="142" y="32"/>
                    <a:pt x="127" y="32"/>
                  </a:cubicBezTo>
                  <a:lnTo>
                    <a:pt x="110" y="32"/>
                  </a:lnTo>
                  <a:lnTo>
                    <a:pt x="95" y="15"/>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grpSp>
      <p:grpSp>
        <p:nvGrpSpPr>
          <p:cNvPr id="3910" name="Google Shape;3910;p46"/>
          <p:cNvGrpSpPr/>
          <p:nvPr/>
        </p:nvGrpSpPr>
        <p:grpSpPr>
          <a:xfrm rot="-770512" flipH="1">
            <a:off x="3497770" y="599204"/>
            <a:ext cx="4499416" cy="1000053"/>
            <a:chOff x="2999621" y="1744174"/>
            <a:chExt cx="460023" cy="102245"/>
          </a:xfrm>
        </p:grpSpPr>
        <p:sp>
          <p:nvSpPr>
            <p:cNvPr id="3911" name="Google Shape;3911;p46"/>
            <p:cNvSpPr/>
            <p:nvPr/>
          </p:nvSpPr>
          <p:spPr>
            <a:xfrm>
              <a:off x="2999621" y="1744174"/>
              <a:ext cx="460023" cy="102245"/>
            </a:xfrm>
            <a:custGeom>
              <a:avLst/>
              <a:gdLst/>
              <a:ahLst/>
              <a:cxnLst/>
              <a:rect l="l" t="t" r="r" b="b"/>
              <a:pathLst>
                <a:path w="14465" h="3215" extrusionOk="0">
                  <a:moveTo>
                    <a:pt x="16" y="1639"/>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07" y="3088"/>
                    <a:pt x="4160" y="3103"/>
                  </a:cubicBezTo>
                  <a:cubicBezTo>
                    <a:pt x="4112" y="3103"/>
                    <a:pt x="4097" y="3135"/>
                    <a:pt x="4066" y="3088"/>
                  </a:cubicBezTo>
                  <a:cubicBezTo>
                    <a:pt x="4066" y="3057"/>
                    <a:pt x="4066" y="3040"/>
                    <a:pt x="4049" y="3025"/>
                  </a:cubicBezTo>
                  <a:cubicBezTo>
                    <a:pt x="4034" y="2994"/>
                    <a:pt x="4018" y="2977"/>
                    <a:pt x="4003" y="2962"/>
                  </a:cubicBezTo>
                  <a:cubicBezTo>
                    <a:pt x="3986" y="2946"/>
                    <a:pt x="3971" y="2946"/>
                    <a:pt x="3955" y="2946"/>
                  </a:cubicBezTo>
                  <a:lnTo>
                    <a:pt x="3923" y="2946"/>
                  </a:lnTo>
                  <a:cubicBezTo>
                    <a:pt x="3908" y="2946"/>
                    <a:pt x="3908" y="2931"/>
                    <a:pt x="3892" y="2914"/>
                  </a:cubicBezTo>
                  <a:cubicBezTo>
                    <a:pt x="3860" y="2899"/>
                    <a:pt x="3829" y="2899"/>
                    <a:pt x="3797" y="2883"/>
                  </a:cubicBezTo>
                  <a:cubicBezTo>
                    <a:pt x="3782" y="2883"/>
                    <a:pt x="3766" y="2883"/>
                    <a:pt x="3766" y="2868"/>
                  </a:cubicBezTo>
                  <a:cubicBezTo>
                    <a:pt x="3751" y="2851"/>
                    <a:pt x="3751" y="2805"/>
                    <a:pt x="3751" y="2788"/>
                  </a:cubicBezTo>
                  <a:cubicBezTo>
                    <a:pt x="3751" y="2742"/>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77" y="2301"/>
                    <a:pt x="3545" y="2301"/>
                  </a:cubicBezTo>
                  <a:cubicBezTo>
                    <a:pt x="3499" y="2316"/>
                    <a:pt x="3467" y="2316"/>
                    <a:pt x="3419" y="2316"/>
                  </a:cubicBezTo>
                  <a:lnTo>
                    <a:pt x="3388" y="2316"/>
                  </a:lnTo>
                  <a:lnTo>
                    <a:pt x="3341" y="2316"/>
                  </a:lnTo>
                  <a:cubicBezTo>
                    <a:pt x="3293" y="2332"/>
                    <a:pt x="3246" y="2347"/>
                    <a:pt x="3199" y="2379"/>
                  </a:cubicBezTo>
                  <a:cubicBezTo>
                    <a:pt x="3167" y="2395"/>
                    <a:pt x="3152" y="2395"/>
                    <a:pt x="3152" y="2410"/>
                  </a:cubicBezTo>
                  <a:cubicBezTo>
                    <a:pt x="3120" y="2458"/>
                    <a:pt x="3120" y="2505"/>
                    <a:pt x="3089" y="2536"/>
                  </a:cubicBezTo>
                  <a:cubicBezTo>
                    <a:pt x="3057" y="2521"/>
                    <a:pt x="2963" y="2521"/>
                    <a:pt x="2931" y="2568"/>
                  </a:cubicBezTo>
                  <a:cubicBezTo>
                    <a:pt x="2931" y="2584"/>
                    <a:pt x="2915" y="2584"/>
                    <a:pt x="2915" y="2599"/>
                  </a:cubicBezTo>
                  <a:cubicBezTo>
                    <a:pt x="2915" y="2599"/>
                    <a:pt x="2900" y="2616"/>
                    <a:pt x="2883" y="2616"/>
                  </a:cubicBezTo>
                  <a:cubicBezTo>
                    <a:pt x="2883" y="2631"/>
                    <a:pt x="2868" y="2631"/>
                    <a:pt x="2868" y="2662"/>
                  </a:cubicBezTo>
                  <a:cubicBezTo>
                    <a:pt x="2852" y="2694"/>
                    <a:pt x="2868" y="2710"/>
                    <a:pt x="2837" y="2725"/>
                  </a:cubicBezTo>
                  <a:cubicBezTo>
                    <a:pt x="2820" y="2742"/>
                    <a:pt x="2789" y="2742"/>
                    <a:pt x="2774" y="2757"/>
                  </a:cubicBezTo>
                  <a:cubicBezTo>
                    <a:pt x="2742" y="2773"/>
                    <a:pt x="2679" y="2788"/>
                    <a:pt x="2648" y="2820"/>
                  </a:cubicBezTo>
                  <a:cubicBezTo>
                    <a:pt x="2648" y="2836"/>
                    <a:pt x="2648" y="2868"/>
                    <a:pt x="2631" y="2883"/>
                  </a:cubicBezTo>
                  <a:cubicBezTo>
                    <a:pt x="2631" y="2899"/>
                    <a:pt x="2616" y="2977"/>
                    <a:pt x="2616" y="2977"/>
                  </a:cubicBezTo>
                  <a:cubicBezTo>
                    <a:pt x="2585" y="2994"/>
                    <a:pt x="2568" y="2977"/>
                    <a:pt x="2553" y="2977"/>
                  </a:cubicBezTo>
                  <a:cubicBezTo>
                    <a:pt x="2537" y="2962"/>
                    <a:pt x="2505" y="2962"/>
                    <a:pt x="2490" y="2962"/>
                  </a:cubicBezTo>
                  <a:lnTo>
                    <a:pt x="2427" y="2994"/>
                  </a:lnTo>
                  <a:cubicBezTo>
                    <a:pt x="2411" y="3009"/>
                    <a:pt x="2396" y="3009"/>
                    <a:pt x="2364" y="3009"/>
                  </a:cubicBezTo>
                  <a:lnTo>
                    <a:pt x="2348" y="3009"/>
                  </a:lnTo>
                  <a:cubicBezTo>
                    <a:pt x="2316" y="3009"/>
                    <a:pt x="2301" y="3009"/>
                    <a:pt x="2285" y="3025"/>
                  </a:cubicBezTo>
                  <a:cubicBezTo>
                    <a:pt x="2253" y="3040"/>
                    <a:pt x="2238" y="3040"/>
                    <a:pt x="2207" y="3057"/>
                  </a:cubicBezTo>
                  <a:cubicBezTo>
                    <a:pt x="2175" y="3057"/>
                    <a:pt x="2081" y="3088"/>
                    <a:pt x="2049" y="3057"/>
                  </a:cubicBezTo>
                  <a:cubicBezTo>
                    <a:pt x="2033" y="3040"/>
                    <a:pt x="2049" y="3040"/>
                    <a:pt x="2033" y="3025"/>
                  </a:cubicBezTo>
                  <a:cubicBezTo>
                    <a:pt x="2018" y="3009"/>
                    <a:pt x="2033" y="3009"/>
                    <a:pt x="2001" y="3009"/>
                  </a:cubicBezTo>
                  <a:lnTo>
                    <a:pt x="1970" y="3009"/>
                  </a:lnTo>
                  <a:cubicBezTo>
                    <a:pt x="1954" y="2994"/>
                    <a:pt x="1954" y="2977"/>
                    <a:pt x="1938" y="2962"/>
                  </a:cubicBezTo>
                  <a:lnTo>
                    <a:pt x="1891" y="2962"/>
                  </a:lnTo>
                  <a:cubicBezTo>
                    <a:pt x="1844" y="2977"/>
                    <a:pt x="1812" y="2977"/>
                    <a:pt x="1765" y="2977"/>
                  </a:cubicBezTo>
                  <a:lnTo>
                    <a:pt x="1702" y="2977"/>
                  </a:lnTo>
                  <a:lnTo>
                    <a:pt x="1686" y="2977"/>
                  </a:lnTo>
                  <a:lnTo>
                    <a:pt x="1655" y="2977"/>
                  </a:lnTo>
                  <a:cubicBezTo>
                    <a:pt x="1639" y="2977"/>
                    <a:pt x="1639" y="2962"/>
                    <a:pt x="1623" y="2962"/>
                  </a:cubicBezTo>
                  <a:lnTo>
                    <a:pt x="1591" y="2962"/>
                  </a:lnTo>
                  <a:cubicBezTo>
                    <a:pt x="1576" y="2977"/>
                    <a:pt x="1560" y="2977"/>
                    <a:pt x="1560" y="2977"/>
                  </a:cubicBezTo>
                  <a:cubicBezTo>
                    <a:pt x="1560" y="2962"/>
                    <a:pt x="1545" y="2962"/>
                    <a:pt x="1545" y="2962"/>
                  </a:cubicBezTo>
                  <a:cubicBezTo>
                    <a:pt x="1545" y="2946"/>
                    <a:pt x="1528" y="2946"/>
                    <a:pt x="1528" y="2946"/>
                  </a:cubicBezTo>
                  <a:cubicBezTo>
                    <a:pt x="1497" y="2946"/>
                    <a:pt x="1450" y="2946"/>
                    <a:pt x="1419" y="2931"/>
                  </a:cubicBezTo>
                  <a:cubicBezTo>
                    <a:pt x="1402" y="2914"/>
                    <a:pt x="1387" y="2914"/>
                    <a:pt x="1371" y="2899"/>
                  </a:cubicBezTo>
                  <a:lnTo>
                    <a:pt x="1293" y="2899"/>
                  </a:lnTo>
                  <a:lnTo>
                    <a:pt x="1245" y="2899"/>
                  </a:lnTo>
                  <a:cubicBezTo>
                    <a:pt x="1245" y="2883"/>
                    <a:pt x="1245" y="2883"/>
                    <a:pt x="1230" y="2883"/>
                  </a:cubicBezTo>
                  <a:lnTo>
                    <a:pt x="1198" y="2883"/>
                  </a:lnTo>
                  <a:cubicBezTo>
                    <a:pt x="1198" y="2820"/>
                    <a:pt x="1072" y="2820"/>
                    <a:pt x="1024" y="2820"/>
                  </a:cubicBezTo>
                  <a:cubicBezTo>
                    <a:pt x="978" y="2820"/>
                    <a:pt x="1009" y="2805"/>
                    <a:pt x="993" y="2773"/>
                  </a:cubicBezTo>
                  <a:cubicBezTo>
                    <a:pt x="978" y="2757"/>
                    <a:pt x="946" y="2757"/>
                    <a:pt x="915" y="2757"/>
                  </a:cubicBezTo>
                  <a:lnTo>
                    <a:pt x="883" y="2757"/>
                  </a:lnTo>
                  <a:cubicBezTo>
                    <a:pt x="883" y="2742"/>
                    <a:pt x="883" y="2694"/>
                    <a:pt x="867" y="2694"/>
                  </a:cubicBezTo>
                  <a:cubicBezTo>
                    <a:pt x="867" y="2679"/>
                    <a:pt x="835" y="2679"/>
                    <a:pt x="820" y="2694"/>
                  </a:cubicBezTo>
                  <a:lnTo>
                    <a:pt x="772" y="2694"/>
                  </a:lnTo>
                  <a:cubicBezTo>
                    <a:pt x="772" y="2647"/>
                    <a:pt x="694" y="2662"/>
                    <a:pt x="694" y="2616"/>
                  </a:cubicBezTo>
                  <a:lnTo>
                    <a:pt x="646" y="2616"/>
                  </a:lnTo>
                  <a:cubicBezTo>
                    <a:pt x="631" y="2616"/>
                    <a:pt x="600" y="2616"/>
                    <a:pt x="583" y="2599"/>
                  </a:cubicBezTo>
                  <a:cubicBezTo>
                    <a:pt x="568" y="2584"/>
                    <a:pt x="568" y="2536"/>
                    <a:pt x="552" y="2521"/>
                  </a:cubicBezTo>
                  <a:cubicBezTo>
                    <a:pt x="552" y="2473"/>
                    <a:pt x="552" y="2427"/>
                    <a:pt x="520" y="2379"/>
                  </a:cubicBezTo>
                  <a:cubicBezTo>
                    <a:pt x="505" y="2379"/>
                    <a:pt x="489" y="2364"/>
                    <a:pt x="473" y="2364"/>
                  </a:cubicBezTo>
                  <a:cubicBezTo>
                    <a:pt x="457" y="2347"/>
                    <a:pt x="394" y="2332"/>
                    <a:pt x="379" y="2316"/>
                  </a:cubicBezTo>
                  <a:cubicBezTo>
                    <a:pt x="347" y="2301"/>
                    <a:pt x="347" y="2238"/>
                    <a:pt x="347" y="2206"/>
                  </a:cubicBezTo>
                  <a:cubicBezTo>
                    <a:pt x="347" y="2158"/>
                    <a:pt x="347" y="2112"/>
                    <a:pt x="331" y="2048"/>
                  </a:cubicBezTo>
                  <a:cubicBezTo>
                    <a:pt x="316" y="2001"/>
                    <a:pt x="316" y="1954"/>
                    <a:pt x="300" y="1906"/>
                  </a:cubicBezTo>
                  <a:cubicBezTo>
                    <a:pt x="300" y="1891"/>
                    <a:pt x="300" y="1891"/>
                    <a:pt x="284" y="1875"/>
                  </a:cubicBezTo>
                  <a:cubicBezTo>
                    <a:pt x="253" y="1843"/>
                    <a:pt x="173" y="1843"/>
                    <a:pt x="158" y="1796"/>
                  </a:cubicBezTo>
                  <a:cubicBezTo>
                    <a:pt x="142" y="1749"/>
                    <a:pt x="173" y="1670"/>
                    <a:pt x="127" y="1654"/>
                  </a:cubicBezTo>
                  <a:cubicBezTo>
                    <a:pt x="110" y="1639"/>
                    <a:pt x="95" y="1639"/>
                    <a:pt x="79" y="163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12" name="Google Shape;3912;p46"/>
            <p:cNvSpPr/>
            <p:nvPr/>
          </p:nvSpPr>
          <p:spPr>
            <a:xfrm>
              <a:off x="2999621" y="1744174"/>
              <a:ext cx="460023" cy="102245"/>
            </a:xfrm>
            <a:custGeom>
              <a:avLst/>
              <a:gdLst/>
              <a:ahLst/>
              <a:cxnLst/>
              <a:rect l="l" t="t" r="r" b="b"/>
              <a:pathLst>
                <a:path w="14465" h="3215" extrusionOk="0">
                  <a:moveTo>
                    <a:pt x="47" y="1622"/>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55" y="3025"/>
                    <a:pt x="4207" y="3025"/>
                  </a:cubicBezTo>
                  <a:cubicBezTo>
                    <a:pt x="4160" y="3040"/>
                    <a:pt x="4144" y="3072"/>
                    <a:pt x="4112" y="3009"/>
                  </a:cubicBezTo>
                  <a:cubicBezTo>
                    <a:pt x="4112" y="2994"/>
                    <a:pt x="4097" y="2977"/>
                    <a:pt x="4081" y="2946"/>
                  </a:cubicBezTo>
                  <a:cubicBezTo>
                    <a:pt x="4081" y="2931"/>
                    <a:pt x="4066" y="2914"/>
                    <a:pt x="4049" y="2899"/>
                  </a:cubicBezTo>
                  <a:cubicBezTo>
                    <a:pt x="4018" y="2868"/>
                    <a:pt x="4018" y="2868"/>
                    <a:pt x="4003" y="2868"/>
                  </a:cubicBezTo>
                  <a:lnTo>
                    <a:pt x="3971" y="2868"/>
                  </a:lnTo>
                  <a:cubicBezTo>
                    <a:pt x="3955" y="2868"/>
                    <a:pt x="3940" y="2851"/>
                    <a:pt x="3940" y="2851"/>
                  </a:cubicBezTo>
                  <a:cubicBezTo>
                    <a:pt x="3908" y="2836"/>
                    <a:pt x="3877" y="2836"/>
                    <a:pt x="3845" y="2820"/>
                  </a:cubicBezTo>
                  <a:cubicBezTo>
                    <a:pt x="3829" y="2805"/>
                    <a:pt x="3814" y="2805"/>
                    <a:pt x="3814" y="2805"/>
                  </a:cubicBezTo>
                  <a:cubicBezTo>
                    <a:pt x="3797" y="2788"/>
                    <a:pt x="3782" y="2788"/>
                    <a:pt x="3782" y="2773"/>
                  </a:cubicBezTo>
                  <a:cubicBezTo>
                    <a:pt x="3766" y="2710"/>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62" y="2269"/>
                    <a:pt x="3530" y="2269"/>
                  </a:cubicBezTo>
                  <a:cubicBezTo>
                    <a:pt x="3482" y="2269"/>
                    <a:pt x="3436" y="2284"/>
                    <a:pt x="3404" y="2284"/>
                  </a:cubicBezTo>
                  <a:lnTo>
                    <a:pt x="3372" y="2284"/>
                  </a:lnTo>
                  <a:cubicBezTo>
                    <a:pt x="3356" y="2269"/>
                    <a:pt x="3341" y="2269"/>
                    <a:pt x="3309" y="2284"/>
                  </a:cubicBezTo>
                  <a:cubicBezTo>
                    <a:pt x="3262" y="2284"/>
                    <a:pt x="3199" y="2269"/>
                    <a:pt x="3152" y="2301"/>
                  </a:cubicBezTo>
                  <a:cubicBezTo>
                    <a:pt x="3136" y="2316"/>
                    <a:pt x="3120" y="2316"/>
                    <a:pt x="3104" y="2332"/>
                  </a:cubicBezTo>
                  <a:cubicBezTo>
                    <a:pt x="3089" y="2379"/>
                    <a:pt x="3089" y="2427"/>
                    <a:pt x="3057" y="2473"/>
                  </a:cubicBezTo>
                  <a:cubicBezTo>
                    <a:pt x="3009" y="2442"/>
                    <a:pt x="2868" y="2442"/>
                    <a:pt x="2837" y="2490"/>
                  </a:cubicBezTo>
                  <a:cubicBezTo>
                    <a:pt x="2837" y="2505"/>
                    <a:pt x="2820" y="2505"/>
                    <a:pt x="2820" y="2521"/>
                  </a:cubicBezTo>
                  <a:cubicBezTo>
                    <a:pt x="2820" y="2521"/>
                    <a:pt x="2805" y="2536"/>
                    <a:pt x="2789" y="2536"/>
                  </a:cubicBezTo>
                  <a:cubicBezTo>
                    <a:pt x="2789" y="2553"/>
                    <a:pt x="2774" y="2553"/>
                    <a:pt x="2774" y="2584"/>
                  </a:cubicBezTo>
                  <a:cubicBezTo>
                    <a:pt x="2757" y="2616"/>
                    <a:pt x="2774" y="2631"/>
                    <a:pt x="2742" y="2647"/>
                  </a:cubicBezTo>
                  <a:cubicBezTo>
                    <a:pt x="2726" y="2662"/>
                    <a:pt x="2694" y="2662"/>
                    <a:pt x="2679" y="2679"/>
                  </a:cubicBezTo>
                  <a:cubicBezTo>
                    <a:pt x="2648" y="2694"/>
                    <a:pt x="2648" y="2757"/>
                    <a:pt x="2616" y="2773"/>
                  </a:cubicBezTo>
                  <a:cubicBezTo>
                    <a:pt x="2600" y="2788"/>
                    <a:pt x="2585" y="2773"/>
                    <a:pt x="2585" y="2788"/>
                  </a:cubicBezTo>
                  <a:cubicBezTo>
                    <a:pt x="2568" y="2805"/>
                    <a:pt x="2568" y="2883"/>
                    <a:pt x="2553" y="2899"/>
                  </a:cubicBezTo>
                  <a:cubicBezTo>
                    <a:pt x="2537" y="2899"/>
                    <a:pt x="2522" y="2883"/>
                    <a:pt x="2505" y="2883"/>
                  </a:cubicBezTo>
                  <a:lnTo>
                    <a:pt x="2442" y="2883"/>
                  </a:lnTo>
                  <a:cubicBezTo>
                    <a:pt x="2411" y="2883"/>
                    <a:pt x="2474" y="2962"/>
                    <a:pt x="2442" y="2962"/>
                  </a:cubicBezTo>
                  <a:cubicBezTo>
                    <a:pt x="2427" y="2977"/>
                    <a:pt x="2396" y="2977"/>
                    <a:pt x="2379" y="2977"/>
                  </a:cubicBezTo>
                  <a:lnTo>
                    <a:pt x="2364" y="2977"/>
                  </a:lnTo>
                  <a:cubicBezTo>
                    <a:pt x="2333" y="2977"/>
                    <a:pt x="2316" y="2977"/>
                    <a:pt x="2301" y="2994"/>
                  </a:cubicBezTo>
                  <a:cubicBezTo>
                    <a:pt x="2270" y="3009"/>
                    <a:pt x="2253" y="3025"/>
                    <a:pt x="2222" y="3025"/>
                  </a:cubicBezTo>
                  <a:cubicBezTo>
                    <a:pt x="2190" y="3025"/>
                    <a:pt x="2096" y="3057"/>
                    <a:pt x="2064" y="3025"/>
                  </a:cubicBezTo>
                  <a:cubicBezTo>
                    <a:pt x="2049" y="3009"/>
                    <a:pt x="2064" y="3025"/>
                    <a:pt x="2049" y="2994"/>
                  </a:cubicBezTo>
                  <a:cubicBezTo>
                    <a:pt x="2033" y="2977"/>
                    <a:pt x="2049" y="2977"/>
                    <a:pt x="2018" y="2977"/>
                  </a:cubicBezTo>
                  <a:cubicBezTo>
                    <a:pt x="2018" y="2977"/>
                    <a:pt x="1986" y="2994"/>
                    <a:pt x="1986" y="2977"/>
                  </a:cubicBezTo>
                  <a:cubicBezTo>
                    <a:pt x="1970" y="2962"/>
                    <a:pt x="1954" y="2914"/>
                    <a:pt x="1938" y="2899"/>
                  </a:cubicBezTo>
                  <a:cubicBezTo>
                    <a:pt x="1923" y="2899"/>
                    <a:pt x="1907" y="2914"/>
                    <a:pt x="1891" y="2914"/>
                  </a:cubicBezTo>
                  <a:lnTo>
                    <a:pt x="1781" y="2914"/>
                  </a:lnTo>
                  <a:cubicBezTo>
                    <a:pt x="1749" y="2931"/>
                    <a:pt x="1734" y="2931"/>
                    <a:pt x="1702" y="2931"/>
                  </a:cubicBezTo>
                  <a:cubicBezTo>
                    <a:pt x="1702" y="2914"/>
                    <a:pt x="1702" y="2914"/>
                    <a:pt x="1686" y="2914"/>
                  </a:cubicBezTo>
                  <a:lnTo>
                    <a:pt x="1655" y="2914"/>
                  </a:lnTo>
                  <a:lnTo>
                    <a:pt x="1623" y="2914"/>
                  </a:lnTo>
                  <a:lnTo>
                    <a:pt x="1591" y="2914"/>
                  </a:lnTo>
                  <a:lnTo>
                    <a:pt x="1560" y="2914"/>
                  </a:lnTo>
                  <a:cubicBezTo>
                    <a:pt x="1560" y="2914"/>
                    <a:pt x="1560" y="2899"/>
                    <a:pt x="1545" y="2899"/>
                  </a:cubicBezTo>
                  <a:lnTo>
                    <a:pt x="1528" y="2899"/>
                  </a:lnTo>
                  <a:cubicBezTo>
                    <a:pt x="1513" y="2883"/>
                    <a:pt x="1497" y="2899"/>
                    <a:pt x="1497" y="2899"/>
                  </a:cubicBezTo>
                  <a:cubicBezTo>
                    <a:pt x="1482" y="2899"/>
                    <a:pt x="1465" y="2899"/>
                    <a:pt x="1450" y="2883"/>
                  </a:cubicBezTo>
                  <a:cubicBezTo>
                    <a:pt x="1419" y="2883"/>
                    <a:pt x="1419" y="2868"/>
                    <a:pt x="1387" y="2851"/>
                  </a:cubicBezTo>
                  <a:lnTo>
                    <a:pt x="1324" y="2851"/>
                  </a:lnTo>
                  <a:lnTo>
                    <a:pt x="1276" y="2851"/>
                  </a:lnTo>
                  <a:cubicBezTo>
                    <a:pt x="1261" y="2851"/>
                    <a:pt x="1261" y="2836"/>
                    <a:pt x="1261" y="2836"/>
                  </a:cubicBezTo>
                  <a:lnTo>
                    <a:pt x="1230" y="2836"/>
                  </a:lnTo>
                  <a:cubicBezTo>
                    <a:pt x="1230" y="2773"/>
                    <a:pt x="1150" y="2742"/>
                    <a:pt x="1104" y="2742"/>
                  </a:cubicBezTo>
                  <a:cubicBezTo>
                    <a:pt x="1056" y="2757"/>
                    <a:pt x="1087" y="2742"/>
                    <a:pt x="1072" y="2710"/>
                  </a:cubicBezTo>
                  <a:cubicBezTo>
                    <a:pt x="1041" y="2679"/>
                    <a:pt x="1024" y="2679"/>
                    <a:pt x="993" y="2679"/>
                  </a:cubicBezTo>
                  <a:cubicBezTo>
                    <a:pt x="978" y="2662"/>
                    <a:pt x="961" y="2631"/>
                    <a:pt x="961" y="2616"/>
                  </a:cubicBezTo>
                  <a:cubicBezTo>
                    <a:pt x="930" y="2599"/>
                    <a:pt x="898" y="2584"/>
                    <a:pt x="867" y="2584"/>
                  </a:cubicBezTo>
                  <a:cubicBezTo>
                    <a:pt x="867" y="2427"/>
                    <a:pt x="741" y="2395"/>
                    <a:pt x="741" y="2458"/>
                  </a:cubicBezTo>
                  <a:lnTo>
                    <a:pt x="709" y="2458"/>
                  </a:lnTo>
                  <a:cubicBezTo>
                    <a:pt x="694" y="2473"/>
                    <a:pt x="694" y="2473"/>
                    <a:pt x="678" y="2458"/>
                  </a:cubicBezTo>
                  <a:cubicBezTo>
                    <a:pt x="663" y="2442"/>
                    <a:pt x="646" y="2379"/>
                    <a:pt x="646" y="2364"/>
                  </a:cubicBezTo>
                  <a:cubicBezTo>
                    <a:pt x="631" y="2332"/>
                    <a:pt x="646" y="2316"/>
                    <a:pt x="631" y="2284"/>
                  </a:cubicBezTo>
                  <a:cubicBezTo>
                    <a:pt x="615" y="2284"/>
                    <a:pt x="600" y="2269"/>
                    <a:pt x="583" y="2269"/>
                  </a:cubicBezTo>
                  <a:cubicBezTo>
                    <a:pt x="552" y="2253"/>
                    <a:pt x="505" y="2238"/>
                    <a:pt x="473" y="2221"/>
                  </a:cubicBezTo>
                  <a:cubicBezTo>
                    <a:pt x="457" y="2190"/>
                    <a:pt x="457" y="2143"/>
                    <a:pt x="457" y="2112"/>
                  </a:cubicBezTo>
                  <a:cubicBezTo>
                    <a:pt x="457" y="2064"/>
                    <a:pt x="457" y="2001"/>
                    <a:pt x="442" y="1954"/>
                  </a:cubicBezTo>
                  <a:cubicBezTo>
                    <a:pt x="426" y="1906"/>
                    <a:pt x="363" y="1938"/>
                    <a:pt x="347" y="1891"/>
                  </a:cubicBezTo>
                  <a:cubicBezTo>
                    <a:pt x="347" y="1875"/>
                    <a:pt x="347" y="1875"/>
                    <a:pt x="331" y="1859"/>
                  </a:cubicBezTo>
                  <a:cubicBezTo>
                    <a:pt x="300" y="1828"/>
                    <a:pt x="221" y="1828"/>
                    <a:pt x="205" y="1780"/>
                  </a:cubicBezTo>
                  <a:cubicBezTo>
                    <a:pt x="190" y="1733"/>
                    <a:pt x="221" y="1654"/>
                    <a:pt x="158" y="1639"/>
                  </a:cubicBezTo>
                  <a:cubicBezTo>
                    <a:pt x="142" y="1622"/>
                    <a:pt x="142" y="1639"/>
                    <a:pt x="110" y="1622"/>
                  </a:cubicBezTo>
                  <a:close/>
                </a:path>
              </a:pathLst>
            </a:custGeom>
            <a:solidFill>
              <a:srgbClr val="BDCD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13" name="Google Shape;3913;p46"/>
            <p:cNvSpPr/>
            <p:nvPr/>
          </p:nvSpPr>
          <p:spPr>
            <a:xfrm>
              <a:off x="3345867" y="1783261"/>
              <a:ext cx="12053" cy="7028"/>
            </a:xfrm>
            <a:custGeom>
              <a:avLst/>
              <a:gdLst/>
              <a:ahLst/>
              <a:cxnLst/>
              <a:rect l="l" t="t" r="r" b="b"/>
              <a:pathLst>
                <a:path w="379" h="221" extrusionOk="0">
                  <a:moveTo>
                    <a:pt x="300" y="0"/>
                  </a:moveTo>
                  <a:lnTo>
                    <a:pt x="300" y="15"/>
                  </a:lnTo>
                  <a:cubicBezTo>
                    <a:pt x="315" y="32"/>
                    <a:pt x="300" y="47"/>
                    <a:pt x="300" y="63"/>
                  </a:cubicBezTo>
                  <a:lnTo>
                    <a:pt x="269" y="63"/>
                  </a:lnTo>
                  <a:lnTo>
                    <a:pt x="252" y="63"/>
                  </a:lnTo>
                  <a:lnTo>
                    <a:pt x="221" y="110"/>
                  </a:lnTo>
                  <a:lnTo>
                    <a:pt x="206" y="126"/>
                  </a:lnTo>
                  <a:lnTo>
                    <a:pt x="189" y="126"/>
                  </a:lnTo>
                  <a:lnTo>
                    <a:pt x="158" y="95"/>
                  </a:lnTo>
                  <a:lnTo>
                    <a:pt x="126" y="110"/>
                  </a:lnTo>
                  <a:lnTo>
                    <a:pt x="126" y="126"/>
                  </a:lnTo>
                  <a:cubicBezTo>
                    <a:pt x="111" y="141"/>
                    <a:pt x="111" y="141"/>
                    <a:pt x="95" y="141"/>
                  </a:cubicBezTo>
                  <a:lnTo>
                    <a:pt x="95" y="141"/>
                  </a:lnTo>
                  <a:lnTo>
                    <a:pt x="95" y="141"/>
                  </a:lnTo>
                  <a:cubicBezTo>
                    <a:pt x="95" y="158"/>
                    <a:pt x="80" y="173"/>
                    <a:pt x="63" y="173"/>
                  </a:cubicBezTo>
                  <a:lnTo>
                    <a:pt x="63" y="173"/>
                  </a:lnTo>
                  <a:lnTo>
                    <a:pt x="32" y="173"/>
                  </a:lnTo>
                  <a:lnTo>
                    <a:pt x="17" y="189"/>
                  </a:lnTo>
                  <a:lnTo>
                    <a:pt x="0" y="189"/>
                  </a:lnTo>
                  <a:lnTo>
                    <a:pt x="17" y="189"/>
                  </a:lnTo>
                  <a:lnTo>
                    <a:pt x="17" y="189"/>
                  </a:lnTo>
                  <a:lnTo>
                    <a:pt x="32" y="189"/>
                  </a:lnTo>
                  <a:cubicBezTo>
                    <a:pt x="48" y="204"/>
                    <a:pt x="48" y="204"/>
                    <a:pt x="48" y="221"/>
                  </a:cubicBezTo>
                  <a:lnTo>
                    <a:pt x="63" y="221"/>
                  </a:lnTo>
                  <a:lnTo>
                    <a:pt x="63" y="221"/>
                  </a:lnTo>
                  <a:lnTo>
                    <a:pt x="95" y="221"/>
                  </a:lnTo>
                  <a:lnTo>
                    <a:pt x="315" y="78"/>
                  </a:lnTo>
                  <a:lnTo>
                    <a:pt x="315" y="78"/>
                  </a:lnTo>
                  <a:lnTo>
                    <a:pt x="332" y="78"/>
                  </a:lnTo>
                  <a:lnTo>
                    <a:pt x="347" y="78"/>
                  </a:lnTo>
                  <a:cubicBezTo>
                    <a:pt x="363" y="78"/>
                    <a:pt x="378" y="78"/>
                    <a:pt x="378" y="63"/>
                  </a:cubicBezTo>
                  <a:cubicBezTo>
                    <a:pt x="378" y="32"/>
                    <a:pt x="363" y="15"/>
                    <a:pt x="347" y="15"/>
                  </a:cubicBezTo>
                  <a:lnTo>
                    <a:pt x="30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14" name="Google Shape;3914;p46"/>
            <p:cNvSpPr/>
            <p:nvPr/>
          </p:nvSpPr>
          <p:spPr>
            <a:xfrm>
              <a:off x="3387467" y="1780239"/>
              <a:ext cx="8523" cy="3053"/>
            </a:xfrm>
            <a:custGeom>
              <a:avLst/>
              <a:gdLst/>
              <a:ahLst/>
              <a:cxnLst/>
              <a:rect l="l" t="t" r="r" b="b"/>
              <a:pathLst>
                <a:path w="268" h="96" extrusionOk="0">
                  <a:moveTo>
                    <a:pt x="253" y="1"/>
                  </a:moveTo>
                  <a:cubicBezTo>
                    <a:pt x="253" y="16"/>
                    <a:pt x="236" y="16"/>
                    <a:pt x="236" y="16"/>
                  </a:cubicBezTo>
                  <a:lnTo>
                    <a:pt x="205" y="16"/>
                  </a:lnTo>
                  <a:cubicBezTo>
                    <a:pt x="173" y="16"/>
                    <a:pt x="158" y="32"/>
                    <a:pt x="127" y="32"/>
                  </a:cubicBezTo>
                  <a:lnTo>
                    <a:pt x="79" y="32"/>
                  </a:lnTo>
                  <a:lnTo>
                    <a:pt x="47" y="32"/>
                  </a:lnTo>
                  <a:lnTo>
                    <a:pt x="47" y="32"/>
                  </a:lnTo>
                  <a:cubicBezTo>
                    <a:pt x="32" y="32"/>
                    <a:pt x="16" y="47"/>
                    <a:pt x="16" y="64"/>
                  </a:cubicBezTo>
                  <a:cubicBezTo>
                    <a:pt x="1" y="79"/>
                    <a:pt x="16" y="95"/>
                    <a:pt x="32" y="95"/>
                  </a:cubicBezTo>
                  <a:lnTo>
                    <a:pt x="79" y="95"/>
                  </a:lnTo>
                  <a:lnTo>
                    <a:pt x="127" y="95"/>
                  </a:lnTo>
                  <a:lnTo>
                    <a:pt x="127" y="95"/>
                  </a:lnTo>
                  <a:lnTo>
                    <a:pt x="142" y="79"/>
                  </a:lnTo>
                  <a:lnTo>
                    <a:pt x="142" y="64"/>
                  </a:lnTo>
                  <a:cubicBezTo>
                    <a:pt x="142" y="47"/>
                    <a:pt x="142" y="32"/>
                    <a:pt x="158" y="32"/>
                  </a:cubicBezTo>
                  <a:lnTo>
                    <a:pt x="173" y="32"/>
                  </a:lnTo>
                  <a:lnTo>
                    <a:pt x="173" y="32"/>
                  </a:lnTo>
                  <a:cubicBezTo>
                    <a:pt x="190" y="32"/>
                    <a:pt x="205" y="32"/>
                    <a:pt x="205" y="47"/>
                  </a:cubicBezTo>
                  <a:lnTo>
                    <a:pt x="205" y="64"/>
                  </a:lnTo>
                  <a:cubicBezTo>
                    <a:pt x="221" y="64"/>
                    <a:pt x="236" y="47"/>
                    <a:pt x="253" y="47"/>
                  </a:cubicBezTo>
                  <a:cubicBezTo>
                    <a:pt x="253" y="32"/>
                    <a:pt x="268" y="16"/>
                    <a:pt x="25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15" name="Google Shape;3915;p46"/>
            <p:cNvSpPr/>
            <p:nvPr/>
          </p:nvSpPr>
          <p:spPr>
            <a:xfrm>
              <a:off x="3269698" y="1778713"/>
              <a:ext cx="7060" cy="6583"/>
            </a:xfrm>
            <a:custGeom>
              <a:avLst/>
              <a:gdLst/>
              <a:ahLst/>
              <a:cxnLst/>
              <a:rect l="l" t="t" r="r" b="b"/>
              <a:pathLst>
                <a:path w="222" h="207" extrusionOk="0">
                  <a:moveTo>
                    <a:pt x="190" y="1"/>
                  </a:moveTo>
                  <a:lnTo>
                    <a:pt x="190" y="1"/>
                  </a:lnTo>
                  <a:cubicBezTo>
                    <a:pt x="190" y="1"/>
                    <a:pt x="190" y="17"/>
                    <a:pt x="174" y="32"/>
                  </a:cubicBezTo>
                  <a:lnTo>
                    <a:pt x="158" y="32"/>
                  </a:lnTo>
                  <a:cubicBezTo>
                    <a:pt x="174" y="49"/>
                    <a:pt x="174" y="64"/>
                    <a:pt x="174" y="80"/>
                  </a:cubicBezTo>
                  <a:cubicBezTo>
                    <a:pt x="158" y="95"/>
                    <a:pt x="158" y="95"/>
                    <a:pt x="143" y="95"/>
                  </a:cubicBezTo>
                  <a:lnTo>
                    <a:pt x="126" y="95"/>
                  </a:lnTo>
                  <a:lnTo>
                    <a:pt x="95" y="80"/>
                  </a:lnTo>
                  <a:lnTo>
                    <a:pt x="80" y="80"/>
                  </a:lnTo>
                  <a:lnTo>
                    <a:pt x="63" y="80"/>
                  </a:lnTo>
                  <a:lnTo>
                    <a:pt x="48" y="80"/>
                  </a:lnTo>
                  <a:lnTo>
                    <a:pt x="48" y="80"/>
                  </a:lnTo>
                  <a:cubicBezTo>
                    <a:pt x="48" y="80"/>
                    <a:pt x="32" y="80"/>
                    <a:pt x="32" y="95"/>
                  </a:cubicBezTo>
                  <a:lnTo>
                    <a:pt x="0" y="158"/>
                  </a:lnTo>
                  <a:cubicBezTo>
                    <a:pt x="0" y="175"/>
                    <a:pt x="0" y="190"/>
                    <a:pt x="17" y="206"/>
                  </a:cubicBezTo>
                  <a:cubicBezTo>
                    <a:pt x="17" y="190"/>
                    <a:pt x="32" y="190"/>
                    <a:pt x="32" y="190"/>
                  </a:cubicBezTo>
                  <a:lnTo>
                    <a:pt x="32" y="190"/>
                  </a:lnTo>
                  <a:lnTo>
                    <a:pt x="48" y="190"/>
                  </a:lnTo>
                  <a:cubicBezTo>
                    <a:pt x="48" y="190"/>
                    <a:pt x="63" y="190"/>
                    <a:pt x="63" y="206"/>
                  </a:cubicBezTo>
                  <a:lnTo>
                    <a:pt x="63" y="190"/>
                  </a:lnTo>
                  <a:lnTo>
                    <a:pt x="95" y="143"/>
                  </a:lnTo>
                  <a:cubicBezTo>
                    <a:pt x="143" y="127"/>
                    <a:pt x="190" y="112"/>
                    <a:pt x="221" y="49"/>
                  </a:cubicBezTo>
                  <a:cubicBezTo>
                    <a:pt x="221" y="32"/>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16" name="Google Shape;3916;p46"/>
            <p:cNvSpPr/>
            <p:nvPr/>
          </p:nvSpPr>
          <p:spPr>
            <a:xfrm>
              <a:off x="3381933" y="1761698"/>
              <a:ext cx="5057" cy="3530"/>
            </a:xfrm>
            <a:custGeom>
              <a:avLst/>
              <a:gdLst/>
              <a:ahLst/>
              <a:cxnLst/>
              <a:rect l="l" t="t" r="r" b="b"/>
              <a:pathLst>
                <a:path w="159" h="111" extrusionOk="0">
                  <a:moveTo>
                    <a:pt x="112" y="0"/>
                  </a:moveTo>
                  <a:lnTo>
                    <a:pt x="112" y="0"/>
                  </a:lnTo>
                  <a:lnTo>
                    <a:pt x="95" y="0"/>
                  </a:lnTo>
                  <a:lnTo>
                    <a:pt x="17" y="63"/>
                  </a:lnTo>
                  <a:cubicBezTo>
                    <a:pt x="1" y="79"/>
                    <a:pt x="1" y="95"/>
                    <a:pt x="17" y="111"/>
                  </a:cubicBezTo>
                  <a:cubicBezTo>
                    <a:pt x="17" y="111"/>
                    <a:pt x="32" y="95"/>
                    <a:pt x="49" y="95"/>
                  </a:cubicBezTo>
                  <a:lnTo>
                    <a:pt x="49" y="95"/>
                  </a:lnTo>
                  <a:lnTo>
                    <a:pt x="49" y="95"/>
                  </a:lnTo>
                  <a:lnTo>
                    <a:pt x="80" y="111"/>
                  </a:lnTo>
                  <a:lnTo>
                    <a:pt x="143" y="63"/>
                  </a:lnTo>
                  <a:cubicBezTo>
                    <a:pt x="158" y="48"/>
                    <a:pt x="158" y="16"/>
                    <a:pt x="143" y="16"/>
                  </a:cubicBezTo>
                  <a:cubicBezTo>
                    <a:pt x="127" y="0"/>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17" name="Google Shape;3917;p46"/>
            <p:cNvSpPr/>
            <p:nvPr/>
          </p:nvSpPr>
          <p:spPr>
            <a:xfrm>
              <a:off x="3367907" y="1784724"/>
              <a:ext cx="6042" cy="2576"/>
            </a:xfrm>
            <a:custGeom>
              <a:avLst/>
              <a:gdLst/>
              <a:ahLst/>
              <a:cxnLst/>
              <a:rect l="l" t="t" r="r" b="b"/>
              <a:pathLst>
                <a:path w="190" h="81" extrusionOk="0">
                  <a:moveTo>
                    <a:pt x="32" y="1"/>
                  </a:moveTo>
                  <a:lnTo>
                    <a:pt x="32" y="1"/>
                  </a:lnTo>
                  <a:cubicBezTo>
                    <a:pt x="17" y="17"/>
                    <a:pt x="1" y="17"/>
                    <a:pt x="1" y="32"/>
                  </a:cubicBezTo>
                  <a:cubicBezTo>
                    <a:pt x="1" y="64"/>
                    <a:pt x="1" y="80"/>
                    <a:pt x="32" y="80"/>
                  </a:cubicBezTo>
                  <a:lnTo>
                    <a:pt x="158" y="80"/>
                  </a:lnTo>
                  <a:lnTo>
                    <a:pt x="158" y="80"/>
                  </a:lnTo>
                  <a:cubicBezTo>
                    <a:pt x="174" y="80"/>
                    <a:pt x="190" y="80"/>
                    <a:pt x="190" y="49"/>
                  </a:cubicBezTo>
                  <a:cubicBezTo>
                    <a:pt x="190" y="32"/>
                    <a:pt x="174" y="17"/>
                    <a:pt x="15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18" name="Google Shape;3918;p46"/>
            <p:cNvSpPr/>
            <p:nvPr/>
          </p:nvSpPr>
          <p:spPr>
            <a:xfrm>
              <a:off x="3437049" y="1810803"/>
              <a:ext cx="6042" cy="3562"/>
            </a:xfrm>
            <a:custGeom>
              <a:avLst/>
              <a:gdLst/>
              <a:ahLst/>
              <a:cxnLst/>
              <a:rect l="l" t="t" r="r" b="b"/>
              <a:pathLst>
                <a:path w="190" h="112" extrusionOk="0">
                  <a:moveTo>
                    <a:pt x="95" y="0"/>
                  </a:moveTo>
                  <a:cubicBezTo>
                    <a:pt x="80" y="0"/>
                    <a:pt x="64" y="17"/>
                    <a:pt x="49" y="32"/>
                  </a:cubicBezTo>
                  <a:lnTo>
                    <a:pt x="49" y="63"/>
                  </a:lnTo>
                  <a:lnTo>
                    <a:pt x="32" y="63"/>
                  </a:lnTo>
                  <a:cubicBezTo>
                    <a:pt x="1" y="80"/>
                    <a:pt x="1" y="95"/>
                    <a:pt x="1" y="111"/>
                  </a:cubicBezTo>
                  <a:lnTo>
                    <a:pt x="17" y="111"/>
                  </a:lnTo>
                  <a:cubicBezTo>
                    <a:pt x="64" y="95"/>
                    <a:pt x="112" y="95"/>
                    <a:pt x="158" y="80"/>
                  </a:cubicBezTo>
                  <a:cubicBezTo>
                    <a:pt x="143" y="80"/>
                    <a:pt x="143" y="63"/>
                    <a:pt x="143" y="63"/>
                  </a:cubicBezTo>
                  <a:cubicBezTo>
                    <a:pt x="143" y="32"/>
                    <a:pt x="158" y="32"/>
                    <a:pt x="175" y="32"/>
                  </a:cubicBezTo>
                  <a:lnTo>
                    <a:pt x="175" y="32"/>
                  </a:lnTo>
                  <a:lnTo>
                    <a:pt x="190" y="32"/>
                  </a:lnTo>
                  <a:cubicBezTo>
                    <a:pt x="190" y="17"/>
                    <a:pt x="175" y="17"/>
                    <a:pt x="175" y="17"/>
                  </a:cubicBezTo>
                  <a:lnTo>
                    <a:pt x="175" y="0"/>
                  </a:lnTo>
                  <a:lnTo>
                    <a:pt x="158" y="0"/>
                  </a:lnTo>
                  <a:cubicBezTo>
                    <a:pt x="158" y="17"/>
                    <a:pt x="143" y="32"/>
                    <a:pt x="127" y="32"/>
                  </a:cubicBezTo>
                  <a:lnTo>
                    <a:pt x="127" y="32"/>
                  </a:lnTo>
                  <a:cubicBezTo>
                    <a:pt x="112" y="32"/>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19" name="Google Shape;3919;p46"/>
            <p:cNvSpPr/>
            <p:nvPr/>
          </p:nvSpPr>
          <p:spPr>
            <a:xfrm>
              <a:off x="3285727" y="1804283"/>
              <a:ext cx="4580" cy="7060"/>
            </a:xfrm>
            <a:custGeom>
              <a:avLst/>
              <a:gdLst/>
              <a:ahLst/>
              <a:cxnLst/>
              <a:rect l="l" t="t" r="r" b="b"/>
              <a:pathLst>
                <a:path w="144" h="222" extrusionOk="0">
                  <a:moveTo>
                    <a:pt x="64" y="64"/>
                  </a:moveTo>
                  <a:lnTo>
                    <a:pt x="64" y="64"/>
                  </a:lnTo>
                  <a:lnTo>
                    <a:pt x="64" y="64"/>
                  </a:lnTo>
                  <a:close/>
                  <a:moveTo>
                    <a:pt x="49" y="1"/>
                  </a:moveTo>
                  <a:lnTo>
                    <a:pt x="49" y="16"/>
                  </a:lnTo>
                  <a:lnTo>
                    <a:pt x="17" y="16"/>
                  </a:lnTo>
                  <a:cubicBezTo>
                    <a:pt x="17" y="32"/>
                    <a:pt x="17" y="48"/>
                    <a:pt x="1" y="64"/>
                  </a:cubicBezTo>
                  <a:lnTo>
                    <a:pt x="1" y="64"/>
                  </a:lnTo>
                  <a:cubicBezTo>
                    <a:pt x="1" y="95"/>
                    <a:pt x="17" y="127"/>
                    <a:pt x="49" y="127"/>
                  </a:cubicBezTo>
                  <a:cubicBezTo>
                    <a:pt x="64" y="142"/>
                    <a:pt x="80" y="142"/>
                    <a:pt x="80" y="190"/>
                  </a:cubicBezTo>
                  <a:cubicBezTo>
                    <a:pt x="80" y="205"/>
                    <a:pt x="95" y="205"/>
                    <a:pt x="112" y="222"/>
                  </a:cubicBezTo>
                  <a:cubicBezTo>
                    <a:pt x="112" y="205"/>
                    <a:pt x="127" y="205"/>
                    <a:pt x="143" y="190"/>
                  </a:cubicBezTo>
                  <a:lnTo>
                    <a:pt x="143" y="174"/>
                  </a:lnTo>
                  <a:lnTo>
                    <a:pt x="143" y="127"/>
                  </a:lnTo>
                  <a:lnTo>
                    <a:pt x="112" y="127"/>
                  </a:lnTo>
                  <a:lnTo>
                    <a:pt x="80" y="95"/>
                  </a:lnTo>
                  <a:lnTo>
                    <a:pt x="80" y="79"/>
                  </a:lnTo>
                  <a:lnTo>
                    <a:pt x="80" y="64"/>
                  </a:lnTo>
                  <a:cubicBezTo>
                    <a:pt x="64" y="64"/>
                    <a:pt x="64" y="48"/>
                    <a:pt x="64" y="32"/>
                  </a:cubicBezTo>
                  <a:cubicBezTo>
                    <a:pt x="64" y="32"/>
                    <a:pt x="49" y="16"/>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20" name="Google Shape;3920;p46"/>
            <p:cNvSpPr/>
            <p:nvPr/>
          </p:nvSpPr>
          <p:spPr>
            <a:xfrm>
              <a:off x="3287730" y="1806287"/>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21" name="Google Shape;3921;p46"/>
            <p:cNvSpPr/>
            <p:nvPr/>
          </p:nvSpPr>
          <p:spPr>
            <a:xfrm>
              <a:off x="3196072" y="1776709"/>
              <a:ext cx="5502" cy="8587"/>
            </a:xfrm>
            <a:custGeom>
              <a:avLst/>
              <a:gdLst/>
              <a:ahLst/>
              <a:cxnLst/>
              <a:rect l="l" t="t" r="r" b="b"/>
              <a:pathLst>
                <a:path w="173" h="270" extrusionOk="0">
                  <a:moveTo>
                    <a:pt x="126" y="1"/>
                  </a:moveTo>
                  <a:lnTo>
                    <a:pt x="126" y="1"/>
                  </a:lnTo>
                  <a:cubicBezTo>
                    <a:pt x="95" y="1"/>
                    <a:pt x="95" y="17"/>
                    <a:pt x="95" y="49"/>
                  </a:cubicBezTo>
                  <a:lnTo>
                    <a:pt x="95" y="143"/>
                  </a:lnTo>
                  <a:lnTo>
                    <a:pt x="95" y="143"/>
                  </a:lnTo>
                  <a:lnTo>
                    <a:pt x="47" y="190"/>
                  </a:lnTo>
                  <a:lnTo>
                    <a:pt x="15" y="190"/>
                  </a:lnTo>
                  <a:lnTo>
                    <a:pt x="0" y="190"/>
                  </a:lnTo>
                  <a:lnTo>
                    <a:pt x="0" y="206"/>
                  </a:lnTo>
                  <a:lnTo>
                    <a:pt x="0" y="221"/>
                  </a:lnTo>
                  <a:lnTo>
                    <a:pt x="0" y="269"/>
                  </a:lnTo>
                  <a:cubicBezTo>
                    <a:pt x="0" y="253"/>
                    <a:pt x="15" y="253"/>
                    <a:pt x="15" y="253"/>
                  </a:cubicBezTo>
                  <a:lnTo>
                    <a:pt x="110" y="206"/>
                  </a:lnTo>
                  <a:lnTo>
                    <a:pt x="126" y="206"/>
                  </a:lnTo>
                  <a:lnTo>
                    <a:pt x="126" y="206"/>
                  </a:lnTo>
                  <a:lnTo>
                    <a:pt x="126" y="206"/>
                  </a:lnTo>
                  <a:lnTo>
                    <a:pt x="141" y="206"/>
                  </a:lnTo>
                  <a:cubicBezTo>
                    <a:pt x="141" y="190"/>
                    <a:pt x="141" y="190"/>
                    <a:pt x="158" y="175"/>
                  </a:cubicBezTo>
                  <a:cubicBezTo>
                    <a:pt x="173" y="175"/>
                    <a:pt x="173" y="158"/>
                    <a:pt x="173" y="158"/>
                  </a:cubicBezTo>
                  <a:lnTo>
                    <a:pt x="158" y="32"/>
                  </a:ln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22" name="Google Shape;3922;p46"/>
            <p:cNvSpPr/>
            <p:nvPr/>
          </p:nvSpPr>
          <p:spPr>
            <a:xfrm>
              <a:off x="3034700" y="1797286"/>
              <a:ext cx="2035" cy="2035"/>
            </a:xfrm>
            <a:custGeom>
              <a:avLst/>
              <a:gdLst/>
              <a:ahLst/>
              <a:cxnLst/>
              <a:rect l="l" t="t" r="r" b="b"/>
              <a:pathLst>
                <a:path w="64" h="64" extrusionOk="0">
                  <a:moveTo>
                    <a:pt x="47" y="0"/>
                  </a:moveTo>
                  <a:cubicBezTo>
                    <a:pt x="47" y="15"/>
                    <a:pt x="32" y="15"/>
                    <a:pt x="32" y="15"/>
                  </a:cubicBezTo>
                  <a:lnTo>
                    <a:pt x="16" y="15"/>
                  </a:lnTo>
                  <a:lnTo>
                    <a:pt x="16" y="0"/>
                  </a:lnTo>
                  <a:lnTo>
                    <a:pt x="16" y="47"/>
                  </a:lnTo>
                  <a:lnTo>
                    <a:pt x="1" y="63"/>
                  </a:lnTo>
                  <a:lnTo>
                    <a:pt x="16" y="63"/>
                  </a:lnTo>
                  <a:cubicBezTo>
                    <a:pt x="47" y="63"/>
                    <a:pt x="64" y="47"/>
                    <a:pt x="47"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23" name="Google Shape;3923;p46"/>
            <p:cNvSpPr/>
            <p:nvPr/>
          </p:nvSpPr>
          <p:spPr>
            <a:xfrm>
              <a:off x="3038199" y="1797286"/>
              <a:ext cx="6042" cy="2512"/>
            </a:xfrm>
            <a:custGeom>
              <a:avLst/>
              <a:gdLst/>
              <a:ahLst/>
              <a:cxnLst/>
              <a:rect l="l" t="t" r="r" b="b"/>
              <a:pathLst>
                <a:path w="190" h="79" extrusionOk="0">
                  <a:moveTo>
                    <a:pt x="158" y="0"/>
                  </a:moveTo>
                  <a:lnTo>
                    <a:pt x="158" y="0"/>
                  </a:lnTo>
                  <a:lnTo>
                    <a:pt x="32" y="0"/>
                  </a:lnTo>
                  <a:lnTo>
                    <a:pt x="32" y="0"/>
                  </a:lnTo>
                  <a:cubicBezTo>
                    <a:pt x="17" y="15"/>
                    <a:pt x="0" y="32"/>
                    <a:pt x="0" y="47"/>
                  </a:cubicBezTo>
                  <a:cubicBezTo>
                    <a:pt x="0" y="63"/>
                    <a:pt x="17" y="79"/>
                    <a:pt x="32" y="79"/>
                  </a:cubicBezTo>
                  <a:lnTo>
                    <a:pt x="32" y="79"/>
                  </a:lnTo>
                  <a:lnTo>
                    <a:pt x="158" y="79"/>
                  </a:lnTo>
                  <a:cubicBezTo>
                    <a:pt x="174" y="63"/>
                    <a:pt x="189" y="47"/>
                    <a:pt x="189" y="32"/>
                  </a:cubicBezTo>
                  <a:cubicBezTo>
                    <a:pt x="189" y="15"/>
                    <a:pt x="174"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24" name="Google Shape;3924;p46"/>
            <p:cNvSpPr/>
            <p:nvPr/>
          </p:nvSpPr>
          <p:spPr>
            <a:xfrm>
              <a:off x="3381933" y="1764687"/>
              <a:ext cx="6583" cy="3053"/>
            </a:xfrm>
            <a:custGeom>
              <a:avLst/>
              <a:gdLst/>
              <a:ahLst/>
              <a:cxnLst/>
              <a:rect l="l" t="t" r="r" b="b"/>
              <a:pathLst>
                <a:path w="207" h="96" extrusionOk="0">
                  <a:moveTo>
                    <a:pt x="49" y="1"/>
                  </a:moveTo>
                  <a:lnTo>
                    <a:pt x="49" y="1"/>
                  </a:lnTo>
                  <a:cubicBezTo>
                    <a:pt x="32" y="1"/>
                    <a:pt x="17" y="17"/>
                    <a:pt x="17" y="17"/>
                  </a:cubicBezTo>
                  <a:lnTo>
                    <a:pt x="17" y="32"/>
                  </a:lnTo>
                  <a:cubicBezTo>
                    <a:pt x="1" y="49"/>
                    <a:pt x="17" y="64"/>
                    <a:pt x="32" y="64"/>
                  </a:cubicBezTo>
                  <a:lnTo>
                    <a:pt x="158" y="95"/>
                  </a:lnTo>
                  <a:lnTo>
                    <a:pt x="158" y="95"/>
                  </a:lnTo>
                  <a:cubicBezTo>
                    <a:pt x="175" y="95"/>
                    <a:pt x="190" y="80"/>
                    <a:pt x="206" y="64"/>
                  </a:cubicBezTo>
                  <a:cubicBezTo>
                    <a:pt x="206" y="49"/>
                    <a:pt x="190" y="32"/>
                    <a:pt x="175" y="32"/>
                  </a:cubicBez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25" name="Google Shape;3925;p46"/>
            <p:cNvSpPr/>
            <p:nvPr/>
          </p:nvSpPr>
          <p:spPr>
            <a:xfrm>
              <a:off x="3290275" y="1816814"/>
              <a:ext cx="9032" cy="3021"/>
            </a:xfrm>
            <a:custGeom>
              <a:avLst/>
              <a:gdLst/>
              <a:ahLst/>
              <a:cxnLst/>
              <a:rect l="l" t="t" r="r" b="b"/>
              <a:pathLst>
                <a:path w="284" h="95" extrusionOk="0">
                  <a:moveTo>
                    <a:pt x="0" y="0"/>
                  </a:moveTo>
                  <a:lnTo>
                    <a:pt x="0" y="0"/>
                  </a:lnTo>
                  <a:lnTo>
                    <a:pt x="32" y="63"/>
                  </a:lnTo>
                  <a:cubicBezTo>
                    <a:pt x="32" y="80"/>
                    <a:pt x="47" y="95"/>
                    <a:pt x="63" y="95"/>
                  </a:cubicBezTo>
                  <a:lnTo>
                    <a:pt x="63" y="95"/>
                  </a:lnTo>
                  <a:lnTo>
                    <a:pt x="189" y="80"/>
                  </a:lnTo>
                  <a:cubicBezTo>
                    <a:pt x="189" y="80"/>
                    <a:pt x="189" y="63"/>
                    <a:pt x="204" y="63"/>
                  </a:cubicBezTo>
                  <a:lnTo>
                    <a:pt x="204" y="63"/>
                  </a:lnTo>
                  <a:lnTo>
                    <a:pt x="221" y="63"/>
                  </a:lnTo>
                  <a:lnTo>
                    <a:pt x="221" y="80"/>
                  </a:lnTo>
                  <a:lnTo>
                    <a:pt x="252" y="63"/>
                  </a:lnTo>
                  <a:cubicBezTo>
                    <a:pt x="267" y="63"/>
                    <a:pt x="284" y="48"/>
                    <a:pt x="284" y="32"/>
                  </a:cubicBezTo>
                  <a:cubicBezTo>
                    <a:pt x="284" y="17"/>
                    <a:pt x="267" y="17"/>
                    <a:pt x="267" y="17"/>
                  </a:cubicBezTo>
                  <a:cubicBezTo>
                    <a:pt x="252" y="17"/>
                    <a:pt x="252" y="32"/>
                    <a:pt x="236" y="32"/>
                  </a:cubicBezTo>
                  <a:lnTo>
                    <a:pt x="236" y="48"/>
                  </a:lnTo>
                  <a:cubicBezTo>
                    <a:pt x="221" y="48"/>
                    <a:pt x="221" y="63"/>
                    <a:pt x="204" y="63"/>
                  </a:cubicBezTo>
                  <a:cubicBezTo>
                    <a:pt x="189" y="63"/>
                    <a:pt x="189" y="48"/>
                    <a:pt x="173" y="48"/>
                  </a:cubicBezTo>
                  <a:lnTo>
                    <a:pt x="173" y="32"/>
                  </a:lnTo>
                  <a:lnTo>
                    <a:pt x="173" y="32"/>
                  </a:lnTo>
                  <a:lnTo>
                    <a:pt x="126" y="48"/>
                  </a:lnTo>
                  <a:lnTo>
                    <a:pt x="110" y="48"/>
                  </a:lnTo>
                  <a:cubicBezTo>
                    <a:pt x="110" y="48"/>
                    <a:pt x="95" y="48"/>
                    <a:pt x="78" y="32"/>
                  </a:cubicBezTo>
                  <a:lnTo>
                    <a:pt x="78" y="17"/>
                  </a:lnTo>
                  <a:lnTo>
                    <a:pt x="78" y="17"/>
                  </a:lnTo>
                  <a:lnTo>
                    <a:pt x="78" y="17"/>
                  </a:lnTo>
                  <a:lnTo>
                    <a:pt x="63" y="32"/>
                  </a:lnTo>
                  <a:cubicBezTo>
                    <a:pt x="63" y="32"/>
                    <a:pt x="47" y="48"/>
                    <a:pt x="32" y="48"/>
                  </a:cubicBezTo>
                  <a:lnTo>
                    <a:pt x="15" y="32"/>
                  </a:lnTo>
                  <a:cubicBezTo>
                    <a:pt x="0" y="32"/>
                    <a:pt x="0" y="17"/>
                    <a:pt x="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26" name="Google Shape;3926;p46"/>
            <p:cNvSpPr/>
            <p:nvPr/>
          </p:nvSpPr>
          <p:spPr>
            <a:xfrm>
              <a:off x="3384954" y="1778713"/>
              <a:ext cx="11035" cy="3053"/>
            </a:xfrm>
            <a:custGeom>
              <a:avLst/>
              <a:gdLst/>
              <a:ahLst/>
              <a:cxnLst/>
              <a:rect l="l" t="t" r="r" b="b"/>
              <a:pathLst>
                <a:path w="347" h="96" extrusionOk="0">
                  <a:moveTo>
                    <a:pt x="315" y="1"/>
                  </a:moveTo>
                  <a:lnTo>
                    <a:pt x="300" y="1"/>
                  </a:lnTo>
                  <a:lnTo>
                    <a:pt x="269" y="1"/>
                  </a:lnTo>
                  <a:lnTo>
                    <a:pt x="221" y="1"/>
                  </a:lnTo>
                  <a:cubicBezTo>
                    <a:pt x="221" y="17"/>
                    <a:pt x="221" y="17"/>
                    <a:pt x="206" y="17"/>
                  </a:cubicBezTo>
                  <a:lnTo>
                    <a:pt x="111" y="32"/>
                  </a:lnTo>
                  <a:lnTo>
                    <a:pt x="95" y="49"/>
                  </a:lnTo>
                  <a:cubicBezTo>
                    <a:pt x="80" y="49"/>
                    <a:pt x="63" y="32"/>
                    <a:pt x="63" y="17"/>
                  </a:cubicBezTo>
                  <a:lnTo>
                    <a:pt x="63" y="1"/>
                  </a:lnTo>
                  <a:lnTo>
                    <a:pt x="63" y="1"/>
                  </a:lnTo>
                  <a:cubicBezTo>
                    <a:pt x="48" y="1"/>
                    <a:pt x="48" y="17"/>
                    <a:pt x="32" y="17"/>
                  </a:cubicBezTo>
                  <a:lnTo>
                    <a:pt x="32" y="17"/>
                  </a:lnTo>
                  <a:lnTo>
                    <a:pt x="17" y="32"/>
                  </a:lnTo>
                  <a:cubicBezTo>
                    <a:pt x="0" y="49"/>
                    <a:pt x="17" y="80"/>
                    <a:pt x="17" y="80"/>
                  </a:cubicBezTo>
                  <a:cubicBezTo>
                    <a:pt x="32" y="95"/>
                    <a:pt x="32" y="95"/>
                    <a:pt x="48" y="95"/>
                  </a:cubicBezTo>
                  <a:cubicBezTo>
                    <a:pt x="48" y="95"/>
                    <a:pt x="63" y="95"/>
                    <a:pt x="80" y="80"/>
                  </a:cubicBezTo>
                  <a:lnTo>
                    <a:pt x="80" y="80"/>
                  </a:lnTo>
                  <a:lnTo>
                    <a:pt x="111" y="80"/>
                  </a:lnTo>
                  <a:lnTo>
                    <a:pt x="174" y="80"/>
                  </a:lnTo>
                  <a:lnTo>
                    <a:pt x="206" y="80"/>
                  </a:lnTo>
                  <a:lnTo>
                    <a:pt x="206" y="80"/>
                  </a:lnTo>
                  <a:cubicBezTo>
                    <a:pt x="237" y="80"/>
                    <a:pt x="252" y="64"/>
                    <a:pt x="284" y="64"/>
                  </a:cubicBezTo>
                  <a:lnTo>
                    <a:pt x="315" y="64"/>
                  </a:lnTo>
                  <a:cubicBezTo>
                    <a:pt x="315" y="64"/>
                    <a:pt x="332" y="64"/>
                    <a:pt x="332" y="49"/>
                  </a:cubicBezTo>
                  <a:cubicBezTo>
                    <a:pt x="347" y="49"/>
                    <a:pt x="347" y="32"/>
                    <a:pt x="347" y="32"/>
                  </a:cubicBezTo>
                  <a:cubicBezTo>
                    <a:pt x="347" y="17"/>
                    <a:pt x="332" y="1"/>
                    <a:pt x="3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27" name="Google Shape;3927;p46"/>
            <p:cNvSpPr/>
            <p:nvPr/>
          </p:nvSpPr>
          <p:spPr>
            <a:xfrm>
              <a:off x="3206567" y="1794265"/>
              <a:ext cx="2544" cy="7537"/>
            </a:xfrm>
            <a:custGeom>
              <a:avLst/>
              <a:gdLst/>
              <a:ahLst/>
              <a:cxnLst/>
              <a:rect l="l" t="t" r="r" b="b"/>
              <a:pathLst>
                <a:path w="80" h="237" extrusionOk="0">
                  <a:moveTo>
                    <a:pt x="48" y="1"/>
                  </a:moveTo>
                  <a:lnTo>
                    <a:pt x="48" y="1"/>
                  </a:lnTo>
                  <a:cubicBezTo>
                    <a:pt x="32" y="1"/>
                    <a:pt x="17" y="1"/>
                    <a:pt x="17" y="16"/>
                  </a:cubicBezTo>
                  <a:cubicBezTo>
                    <a:pt x="17" y="32"/>
                    <a:pt x="17" y="32"/>
                    <a:pt x="0" y="32"/>
                  </a:cubicBezTo>
                  <a:lnTo>
                    <a:pt x="0" y="79"/>
                  </a:lnTo>
                  <a:lnTo>
                    <a:pt x="0" y="174"/>
                  </a:lnTo>
                  <a:lnTo>
                    <a:pt x="0" y="205"/>
                  </a:lnTo>
                  <a:cubicBezTo>
                    <a:pt x="0" y="221"/>
                    <a:pt x="17" y="237"/>
                    <a:pt x="32" y="237"/>
                  </a:cubicBezTo>
                  <a:lnTo>
                    <a:pt x="48" y="237"/>
                  </a:lnTo>
                  <a:cubicBezTo>
                    <a:pt x="63" y="237"/>
                    <a:pt x="80" y="221"/>
                    <a:pt x="80" y="205"/>
                  </a:cubicBezTo>
                  <a:lnTo>
                    <a:pt x="80" y="158"/>
                  </a:lnTo>
                  <a:cubicBezTo>
                    <a:pt x="63" y="127"/>
                    <a:pt x="63" y="95"/>
                    <a:pt x="63" y="64"/>
                  </a:cubicBezTo>
                  <a:lnTo>
                    <a:pt x="80" y="47"/>
                  </a:lnTo>
                  <a:lnTo>
                    <a:pt x="80" y="47"/>
                  </a:lnTo>
                  <a:cubicBezTo>
                    <a:pt x="63" y="47"/>
                    <a:pt x="48" y="32"/>
                    <a:pt x="48"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28" name="Google Shape;3928;p46"/>
            <p:cNvSpPr/>
            <p:nvPr/>
          </p:nvSpPr>
          <p:spPr>
            <a:xfrm>
              <a:off x="3274214" y="1781734"/>
              <a:ext cx="6551" cy="3021"/>
            </a:xfrm>
            <a:custGeom>
              <a:avLst/>
              <a:gdLst/>
              <a:ahLst/>
              <a:cxnLst/>
              <a:rect l="l" t="t" r="r" b="b"/>
              <a:pathLst>
                <a:path w="206" h="95" extrusionOk="0">
                  <a:moveTo>
                    <a:pt x="174" y="0"/>
                  </a:moveTo>
                  <a:lnTo>
                    <a:pt x="32" y="32"/>
                  </a:lnTo>
                  <a:cubicBezTo>
                    <a:pt x="16" y="32"/>
                    <a:pt x="1" y="63"/>
                    <a:pt x="16" y="80"/>
                  </a:cubicBezTo>
                  <a:cubicBezTo>
                    <a:pt x="16" y="95"/>
                    <a:pt x="32" y="95"/>
                    <a:pt x="48" y="95"/>
                  </a:cubicBezTo>
                  <a:lnTo>
                    <a:pt x="48" y="95"/>
                  </a:lnTo>
                  <a:lnTo>
                    <a:pt x="205" y="63"/>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29" name="Google Shape;3929;p46"/>
            <p:cNvSpPr/>
            <p:nvPr/>
          </p:nvSpPr>
          <p:spPr>
            <a:xfrm>
              <a:off x="3334355" y="1786727"/>
              <a:ext cx="8046" cy="5057"/>
            </a:xfrm>
            <a:custGeom>
              <a:avLst/>
              <a:gdLst/>
              <a:ahLst/>
              <a:cxnLst/>
              <a:rect l="l" t="t" r="r" b="b"/>
              <a:pathLst>
                <a:path w="253" h="159" extrusionOk="0">
                  <a:moveTo>
                    <a:pt x="221" y="1"/>
                  </a:moveTo>
                  <a:lnTo>
                    <a:pt x="205" y="1"/>
                  </a:lnTo>
                  <a:lnTo>
                    <a:pt x="205" y="1"/>
                  </a:lnTo>
                  <a:lnTo>
                    <a:pt x="79" y="17"/>
                  </a:lnTo>
                  <a:cubicBezTo>
                    <a:pt x="64" y="32"/>
                    <a:pt x="47" y="49"/>
                    <a:pt x="47" y="64"/>
                  </a:cubicBezTo>
                  <a:lnTo>
                    <a:pt x="64" y="95"/>
                  </a:lnTo>
                  <a:lnTo>
                    <a:pt x="47" y="95"/>
                  </a:lnTo>
                  <a:lnTo>
                    <a:pt x="47" y="95"/>
                  </a:lnTo>
                  <a:cubicBezTo>
                    <a:pt x="32" y="95"/>
                    <a:pt x="16" y="112"/>
                    <a:pt x="16" y="112"/>
                  </a:cubicBezTo>
                  <a:lnTo>
                    <a:pt x="1" y="143"/>
                  </a:lnTo>
                  <a:lnTo>
                    <a:pt x="95" y="158"/>
                  </a:lnTo>
                  <a:lnTo>
                    <a:pt x="127" y="127"/>
                  </a:lnTo>
                  <a:lnTo>
                    <a:pt x="127" y="127"/>
                  </a:lnTo>
                  <a:cubicBezTo>
                    <a:pt x="110" y="112"/>
                    <a:pt x="110" y="112"/>
                    <a:pt x="110" y="95"/>
                  </a:cubicBezTo>
                  <a:cubicBezTo>
                    <a:pt x="110" y="80"/>
                    <a:pt x="127" y="64"/>
                    <a:pt x="142" y="64"/>
                  </a:cubicBezTo>
                  <a:lnTo>
                    <a:pt x="205" y="49"/>
                  </a:lnTo>
                  <a:lnTo>
                    <a:pt x="205" y="49"/>
                  </a:lnTo>
                  <a:cubicBezTo>
                    <a:pt x="221" y="49"/>
                    <a:pt x="236" y="64"/>
                    <a:pt x="236" y="64"/>
                  </a:cubicBezTo>
                  <a:lnTo>
                    <a:pt x="253" y="80"/>
                  </a:lnTo>
                  <a:lnTo>
                    <a:pt x="253" y="32"/>
                  </a:lnTo>
                  <a:cubicBezTo>
                    <a:pt x="253" y="17"/>
                    <a:pt x="236" y="17"/>
                    <a:pt x="236" y="17"/>
                  </a:cubicBezTo>
                  <a:cubicBezTo>
                    <a:pt x="236" y="1"/>
                    <a:pt x="221" y="1"/>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30" name="Google Shape;3930;p46"/>
            <p:cNvSpPr/>
            <p:nvPr/>
          </p:nvSpPr>
          <p:spPr>
            <a:xfrm>
              <a:off x="3130398" y="1833352"/>
              <a:ext cx="7028" cy="4039"/>
            </a:xfrm>
            <a:custGeom>
              <a:avLst/>
              <a:gdLst/>
              <a:ahLst/>
              <a:cxnLst/>
              <a:rect l="l" t="t" r="r" b="b"/>
              <a:pathLst>
                <a:path w="221" h="127" extrusionOk="0">
                  <a:moveTo>
                    <a:pt x="80" y="1"/>
                  </a:moveTo>
                  <a:lnTo>
                    <a:pt x="80" y="1"/>
                  </a:lnTo>
                  <a:lnTo>
                    <a:pt x="48" y="1"/>
                  </a:lnTo>
                  <a:lnTo>
                    <a:pt x="32" y="1"/>
                  </a:lnTo>
                  <a:cubicBezTo>
                    <a:pt x="17" y="1"/>
                    <a:pt x="0" y="16"/>
                    <a:pt x="17" y="47"/>
                  </a:cubicBezTo>
                  <a:cubicBezTo>
                    <a:pt x="17" y="64"/>
                    <a:pt x="32" y="79"/>
                    <a:pt x="48" y="79"/>
                  </a:cubicBezTo>
                  <a:lnTo>
                    <a:pt x="48" y="79"/>
                  </a:lnTo>
                  <a:lnTo>
                    <a:pt x="63" y="64"/>
                  </a:lnTo>
                  <a:lnTo>
                    <a:pt x="80" y="64"/>
                  </a:lnTo>
                  <a:cubicBezTo>
                    <a:pt x="111" y="79"/>
                    <a:pt x="126" y="79"/>
                    <a:pt x="143" y="95"/>
                  </a:cubicBezTo>
                  <a:cubicBezTo>
                    <a:pt x="158" y="110"/>
                    <a:pt x="158" y="110"/>
                    <a:pt x="174" y="110"/>
                  </a:cubicBezTo>
                  <a:lnTo>
                    <a:pt x="189" y="127"/>
                  </a:lnTo>
                  <a:cubicBezTo>
                    <a:pt x="206" y="127"/>
                    <a:pt x="206" y="110"/>
                    <a:pt x="221" y="110"/>
                  </a:cubicBezTo>
                  <a:cubicBezTo>
                    <a:pt x="221" y="79"/>
                    <a:pt x="221" y="64"/>
                    <a:pt x="206" y="64"/>
                  </a:cubicBezTo>
                  <a:cubicBezTo>
                    <a:pt x="206" y="47"/>
                    <a:pt x="189" y="47"/>
                    <a:pt x="174" y="47"/>
                  </a:cubicBezTo>
                  <a:cubicBezTo>
                    <a:pt x="158" y="32"/>
                    <a:pt x="143"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31" name="Google Shape;3931;p46"/>
            <p:cNvSpPr/>
            <p:nvPr/>
          </p:nvSpPr>
          <p:spPr>
            <a:xfrm>
              <a:off x="3423023" y="1778236"/>
              <a:ext cx="9573" cy="12053"/>
            </a:xfrm>
            <a:custGeom>
              <a:avLst/>
              <a:gdLst/>
              <a:ahLst/>
              <a:cxnLst/>
              <a:rect l="l" t="t" r="r" b="b"/>
              <a:pathLst>
                <a:path w="301" h="379" extrusionOk="0">
                  <a:moveTo>
                    <a:pt x="190" y="173"/>
                  </a:moveTo>
                  <a:cubicBezTo>
                    <a:pt x="175" y="173"/>
                    <a:pt x="175" y="173"/>
                    <a:pt x="158" y="190"/>
                  </a:cubicBezTo>
                  <a:cubicBezTo>
                    <a:pt x="143" y="221"/>
                    <a:pt x="158" y="236"/>
                    <a:pt x="190" y="284"/>
                  </a:cubicBezTo>
                  <a:lnTo>
                    <a:pt x="158" y="299"/>
                  </a:lnTo>
                  <a:lnTo>
                    <a:pt x="158" y="299"/>
                  </a:lnTo>
                  <a:cubicBezTo>
                    <a:pt x="143" y="284"/>
                    <a:pt x="143" y="268"/>
                    <a:pt x="127" y="253"/>
                  </a:cubicBezTo>
                  <a:lnTo>
                    <a:pt x="127" y="253"/>
                  </a:lnTo>
                  <a:lnTo>
                    <a:pt x="112" y="253"/>
                  </a:lnTo>
                  <a:lnTo>
                    <a:pt x="49" y="236"/>
                  </a:lnTo>
                  <a:cubicBezTo>
                    <a:pt x="64" y="253"/>
                    <a:pt x="64" y="268"/>
                    <a:pt x="80" y="284"/>
                  </a:cubicBezTo>
                  <a:lnTo>
                    <a:pt x="112" y="284"/>
                  </a:lnTo>
                  <a:lnTo>
                    <a:pt x="112" y="284"/>
                  </a:lnTo>
                  <a:lnTo>
                    <a:pt x="112" y="284"/>
                  </a:lnTo>
                  <a:cubicBezTo>
                    <a:pt x="127" y="284"/>
                    <a:pt x="143" y="284"/>
                    <a:pt x="143" y="299"/>
                  </a:cubicBezTo>
                  <a:cubicBezTo>
                    <a:pt x="158" y="316"/>
                    <a:pt x="143" y="316"/>
                    <a:pt x="143" y="331"/>
                  </a:cubicBezTo>
                  <a:cubicBezTo>
                    <a:pt x="158" y="331"/>
                    <a:pt x="158" y="347"/>
                    <a:pt x="158" y="362"/>
                  </a:cubicBezTo>
                  <a:lnTo>
                    <a:pt x="158" y="379"/>
                  </a:lnTo>
                  <a:lnTo>
                    <a:pt x="175" y="379"/>
                  </a:lnTo>
                  <a:lnTo>
                    <a:pt x="175" y="379"/>
                  </a:lnTo>
                  <a:cubicBezTo>
                    <a:pt x="175" y="379"/>
                    <a:pt x="190" y="379"/>
                    <a:pt x="190" y="362"/>
                  </a:cubicBezTo>
                  <a:lnTo>
                    <a:pt x="253" y="316"/>
                  </a:lnTo>
                  <a:cubicBezTo>
                    <a:pt x="253" y="316"/>
                    <a:pt x="269" y="284"/>
                    <a:pt x="253" y="284"/>
                  </a:cubicBezTo>
                  <a:cubicBezTo>
                    <a:pt x="253" y="268"/>
                    <a:pt x="253" y="268"/>
                    <a:pt x="238" y="253"/>
                  </a:cubicBezTo>
                  <a:lnTo>
                    <a:pt x="284" y="221"/>
                  </a:lnTo>
                  <a:lnTo>
                    <a:pt x="284" y="221"/>
                  </a:lnTo>
                  <a:lnTo>
                    <a:pt x="301" y="190"/>
                  </a:lnTo>
                  <a:cubicBezTo>
                    <a:pt x="301" y="190"/>
                    <a:pt x="284" y="190"/>
                    <a:pt x="284" y="173"/>
                  </a:cubicBezTo>
                  <a:lnTo>
                    <a:pt x="284" y="173"/>
                  </a:lnTo>
                  <a:lnTo>
                    <a:pt x="238" y="205"/>
                  </a:lnTo>
                  <a:lnTo>
                    <a:pt x="221" y="205"/>
                  </a:lnTo>
                  <a:cubicBezTo>
                    <a:pt x="221" y="205"/>
                    <a:pt x="206" y="205"/>
                    <a:pt x="190" y="190"/>
                  </a:cubicBezTo>
                  <a:lnTo>
                    <a:pt x="190" y="173"/>
                  </a:lnTo>
                  <a:close/>
                  <a:moveTo>
                    <a:pt x="17" y="47"/>
                  </a:moveTo>
                  <a:lnTo>
                    <a:pt x="17" y="47"/>
                  </a:lnTo>
                  <a:lnTo>
                    <a:pt x="17" y="47"/>
                  </a:lnTo>
                  <a:close/>
                  <a:moveTo>
                    <a:pt x="32" y="1"/>
                  </a:moveTo>
                  <a:lnTo>
                    <a:pt x="32" y="1"/>
                  </a:lnTo>
                  <a:cubicBezTo>
                    <a:pt x="32" y="1"/>
                    <a:pt x="17" y="1"/>
                    <a:pt x="17" y="16"/>
                  </a:cubicBezTo>
                  <a:cubicBezTo>
                    <a:pt x="1" y="32"/>
                    <a:pt x="1" y="47"/>
                    <a:pt x="17" y="64"/>
                  </a:cubicBezTo>
                  <a:lnTo>
                    <a:pt x="17" y="64"/>
                  </a:lnTo>
                  <a:cubicBezTo>
                    <a:pt x="17" y="95"/>
                    <a:pt x="17" y="142"/>
                    <a:pt x="32" y="173"/>
                  </a:cubicBezTo>
                  <a:lnTo>
                    <a:pt x="95" y="173"/>
                  </a:lnTo>
                  <a:cubicBezTo>
                    <a:pt x="95" y="142"/>
                    <a:pt x="80" y="95"/>
                    <a:pt x="95" y="47"/>
                  </a:cubicBezTo>
                  <a:cubicBezTo>
                    <a:pt x="95" y="32"/>
                    <a:pt x="80" y="16"/>
                    <a:pt x="64" y="16"/>
                  </a:cubicBezTo>
                  <a:lnTo>
                    <a:pt x="64" y="16"/>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32" name="Google Shape;3932;p46"/>
            <p:cNvSpPr/>
            <p:nvPr/>
          </p:nvSpPr>
          <p:spPr>
            <a:xfrm>
              <a:off x="3423564" y="1779731"/>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33" name="Google Shape;3933;p46"/>
            <p:cNvSpPr/>
            <p:nvPr/>
          </p:nvSpPr>
          <p:spPr>
            <a:xfrm>
              <a:off x="3440070" y="1796746"/>
              <a:ext cx="2035" cy="3053"/>
            </a:xfrm>
            <a:custGeom>
              <a:avLst/>
              <a:gdLst/>
              <a:ahLst/>
              <a:cxnLst/>
              <a:rect l="l" t="t" r="r" b="b"/>
              <a:pathLst>
                <a:path w="64" h="96" extrusionOk="0">
                  <a:moveTo>
                    <a:pt x="17" y="1"/>
                  </a:moveTo>
                  <a:cubicBezTo>
                    <a:pt x="0" y="1"/>
                    <a:pt x="0" y="17"/>
                    <a:pt x="0" y="32"/>
                  </a:cubicBezTo>
                  <a:lnTo>
                    <a:pt x="0" y="49"/>
                  </a:lnTo>
                  <a:cubicBezTo>
                    <a:pt x="0" y="80"/>
                    <a:pt x="17" y="96"/>
                    <a:pt x="32" y="96"/>
                  </a:cubicBezTo>
                  <a:lnTo>
                    <a:pt x="32" y="96"/>
                  </a:lnTo>
                  <a:lnTo>
                    <a:pt x="32" y="96"/>
                  </a:lnTo>
                  <a:cubicBezTo>
                    <a:pt x="17" y="80"/>
                    <a:pt x="17" y="64"/>
                    <a:pt x="32" y="49"/>
                  </a:cubicBezTo>
                  <a:cubicBezTo>
                    <a:pt x="32" y="32"/>
                    <a:pt x="48" y="32"/>
                    <a:pt x="63" y="32"/>
                  </a:cubicBezTo>
                  <a:lnTo>
                    <a:pt x="63" y="32"/>
                  </a:lnTo>
                  <a:lnTo>
                    <a:pt x="63" y="32"/>
                  </a:lnTo>
                  <a:lnTo>
                    <a:pt x="63" y="32"/>
                  </a:lnTo>
                  <a:lnTo>
                    <a:pt x="48" y="32"/>
                  </a:lnTo>
                  <a:lnTo>
                    <a:pt x="48" y="32"/>
                  </a:lnTo>
                  <a:cubicBezTo>
                    <a:pt x="32"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34" name="Google Shape;3934;p46"/>
            <p:cNvSpPr/>
            <p:nvPr/>
          </p:nvSpPr>
          <p:spPr>
            <a:xfrm>
              <a:off x="3332351" y="1811312"/>
              <a:ext cx="7060" cy="6042"/>
            </a:xfrm>
            <a:custGeom>
              <a:avLst/>
              <a:gdLst/>
              <a:ahLst/>
              <a:cxnLst/>
              <a:rect l="l" t="t" r="r" b="b"/>
              <a:pathLst>
                <a:path w="222" h="190" extrusionOk="0">
                  <a:moveTo>
                    <a:pt x="221" y="16"/>
                  </a:moveTo>
                  <a:lnTo>
                    <a:pt x="221" y="16"/>
                  </a:lnTo>
                  <a:lnTo>
                    <a:pt x="221" y="16"/>
                  </a:lnTo>
                  <a:lnTo>
                    <a:pt x="221" y="16"/>
                  </a:lnTo>
                  <a:lnTo>
                    <a:pt x="221" y="16"/>
                  </a:lnTo>
                  <a:lnTo>
                    <a:pt x="221" y="16"/>
                  </a:lnTo>
                  <a:close/>
                  <a:moveTo>
                    <a:pt x="32" y="1"/>
                  </a:moveTo>
                  <a:lnTo>
                    <a:pt x="32" y="1"/>
                  </a:lnTo>
                  <a:cubicBezTo>
                    <a:pt x="16" y="1"/>
                    <a:pt x="16" y="16"/>
                    <a:pt x="1" y="16"/>
                  </a:cubicBezTo>
                  <a:cubicBezTo>
                    <a:pt x="1" y="32"/>
                    <a:pt x="1" y="47"/>
                    <a:pt x="16" y="64"/>
                  </a:cubicBezTo>
                  <a:lnTo>
                    <a:pt x="32" y="79"/>
                  </a:lnTo>
                  <a:lnTo>
                    <a:pt x="32" y="79"/>
                  </a:lnTo>
                  <a:cubicBezTo>
                    <a:pt x="47" y="64"/>
                    <a:pt x="47" y="47"/>
                    <a:pt x="64" y="47"/>
                  </a:cubicBezTo>
                  <a:lnTo>
                    <a:pt x="79" y="47"/>
                  </a:lnTo>
                  <a:lnTo>
                    <a:pt x="79" y="47"/>
                  </a:lnTo>
                  <a:cubicBezTo>
                    <a:pt x="95" y="47"/>
                    <a:pt x="110" y="79"/>
                    <a:pt x="110" y="95"/>
                  </a:cubicBezTo>
                  <a:lnTo>
                    <a:pt x="95" y="110"/>
                  </a:lnTo>
                  <a:lnTo>
                    <a:pt x="110" y="110"/>
                  </a:lnTo>
                  <a:cubicBezTo>
                    <a:pt x="127" y="110"/>
                    <a:pt x="142" y="127"/>
                    <a:pt x="142" y="142"/>
                  </a:cubicBezTo>
                  <a:cubicBezTo>
                    <a:pt x="142" y="158"/>
                    <a:pt x="142" y="158"/>
                    <a:pt x="127" y="173"/>
                  </a:cubicBezTo>
                  <a:lnTo>
                    <a:pt x="127" y="173"/>
                  </a:lnTo>
                  <a:cubicBezTo>
                    <a:pt x="142" y="173"/>
                    <a:pt x="142" y="190"/>
                    <a:pt x="142" y="190"/>
                  </a:cubicBezTo>
                  <a:lnTo>
                    <a:pt x="173" y="173"/>
                  </a:lnTo>
                  <a:lnTo>
                    <a:pt x="190" y="173"/>
                  </a:lnTo>
                  <a:lnTo>
                    <a:pt x="190" y="173"/>
                  </a:lnTo>
                  <a:lnTo>
                    <a:pt x="190" y="173"/>
                  </a:lnTo>
                  <a:lnTo>
                    <a:pt x="205" y="142"/>
                  </a:lnTo>
                  <a:cubicBezTo>
                    <a:pt x="190" y="142"/>
                    <a:pt x="190" y="142"/>
                    <a:pt x="190" y="127"/>
                  </a:cubicBezTo>
                  <a:lnTo>
                    <a:pt x="190" y="110"/>
                  </a:lnTo>
                  <a:cubicBezTo>
                    <a:pt x="173" y="110"/>
                    <a:pt x="173" y="95"/>
                    <a:pt x="158" y="79"/>
                  </a:cubicBezTo>
                  <a:lnTo>
                    <a:pt x="158" y="79"/>
                  </a:lnTo>
                  <a:lnTo>
                    <a:pt x="158" y="95"/>
                  </a:lnTo>
                  <a:lnTo>
                    <a:pt x="127" y="79"/>
                  </a:lnTo>
                  <a:lnTo>
                    <a:pt x="142" y="79"/>
                  </a:lnTo>
                  <a:lnTo>
                    <a:pt x="158" y="79"/>
                  </a:lnTo>
                  <a:lnTo>
                    <a:pt x="142" y="32"/>
                  </a:lnTo>
                  <a:lnTo>
                    <a:pt x="127" y="47"/>
                  </a:lnTo>
                  <a:lnTo>
                    <a:pt x="110" y="47"/>
                  </a:lnTo>
                  <a:lnTo>
                    <a:pt x="79" y="47"/>
                  </a:lnTo>
                  <a:lnTo>
                    <a:pt x="79" y="47"/>
                  </a:lnTo>
                  <a:lnTo>
                    <a:pt x="79" y="47"/>
                  </a:lnTo>
                  <a:cubicBezTo>
                    <a:pt x="64" y="47"/>
                    <a:pt x="47" y="32"/>
                    <a:pt x="4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35" name="Google Shape;3935;p46"/>
            <p:cNvSpPr/>
            <p:nvPr/>
          </p:nvSpPr>
          <p:spPr>
            <a:xfrm>
              <a:off x="3429034" y="1749167"/>
              <a:ext cx="8587" cy="4516"/>
            </a:xfrm>
            <a:custGeom>
              <a:avLst/>
              <a:gdLst/>
              <a:ahLst/>
              <a:cxnLst/>
              <a:rect l="l" t="t" r="r" b="b"/>
              <a:pathLst>
                <a:path w="270" h="142" extrusionOk="0">
                  <a:moveTo>
                    <a:pt x="221" y="1"/>
                  </a:moveTo>
                  <a:cubicBezTo>
                    <a:pt x="206" y="16"/>
                    <a:pt x="175" y="16"/>
                    <a:pt x="158" y="16"/>
                  </a:cubicBezTo>
                  <a:cubicBezTo>
                    <a:pt x="158" y="32"/>
                    <a:pt x="158" y="32"/>
                    <a:pt x="175" y="47"/>
                  </a:cubicBezTo>
                  <a:cubicBezTo>
                    <a:pt x="143" y="64"/>
                    <a:pt x="95" y="64"/>
                    <a:pt x="64" y="79"/>
                  </a:cubicBezTo>
                  <a:cubicBezTo>
                    <a:pt x="49" y="79"/>
                    <a:pt x="32" y="95"/>
                    <a:pt x="17" y="110"/>
                  </a:cubicBezTo>
                  <a:lnTo>
                    <a:pt x="1" y="110"/>
                  </a:lnTo>
                  <a:lnTo>
                    <a:pt x="1" y="110"/>
                  </a:lnTo>
                  <a:lnTo>
                    <a:pt x="64" y="127"/>
                  </a:lnTo>
                  <a:cubicBezTo>
                    <a:pt x="80" y="127"/>
                    <a:pt x="95" y="127"/>
                    <a:pt x="95" y="142"/>
                  </a:cubicBezTo>
                  <a:cubicBezTo>
                    <a:pt x="112" y="127"/>
                    <a:pt x="143" y="127"/>
                    <a:pt x="158" y="127"/>
                  </a:cubicBezTo>
                  <a:lnTo>
                    <a:pt x="175" y="110"/>
                  </a:lnTo>
                  <a:cubicBezTo>
                    <a:pt x="175" y="95"/>
                    <a:pt x="175" y="79"/>
                    <a:pt x="190" y="64"/>
                  </a:cubicBezTo>
                  <a:lnTo>
                    <a:pt x="206" y="64"/>
                  </a:lnTo>
                  <a:lnTo>
                    <a:pt x="221" y="64"/>
                  </a:lnTo>
                  <a:cubicBezTo>
                    <a:pt x="238" y="64"/>
                    <a:pt x="238" y="64"/>
                    <a:pt x="238" y="47"/>
                  </a:cubicBezTo>
                  <a:lnTo>
                    <a:pt x="253" y="47"/>
                  </a:lnTo>
                  <a:lnTo>
                    <a:pt x="253" y="64"/>
                  </a:lnTo>
                  <a:lnTo>
                    <a:pt x="269" y="64"/>
                  </a:lnTo>
                  <a:cubicBezTo>
                    <a:pt x="269" y="64"/>
                    <a:pt x="269" y="47"/>
                    <a:pt x="253" y="47"/>
                  </a:cubicBezTo>
                  <a:cubicBezTo>
                    <a:pt x="253" y="32"/>
                    <a:pt x="238" y="32"/>
                    <a:pt x="238"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36" name="Google Shape;3936;p46"/>
            <p:cNvSpPr/>
            <p:nvPr/>
          </p:nvSpPr>
          <p:spPr>
            <a:xfrm>
              <a:off x="3277712" y="1807304"/>
              <a:ext cx="2544" cy="7060"/>
            </a:xfrm>
            <a:custGeom>
              <a:avLst/>
              <a:gdLst/>
              <a:ahLst/>
              <a:cxnLst/>
              <a:rect l="l" t="t" r="r" b="b"/>
              <a:pathLst>
                <a:path w="80" h="222" extrusionOk="0">
                  <a:moveTo>
                    <a:pt x="48" y="0"/>
                  </a:moveTo>
                  <a:lnTo>
                    <a:pt x="48" y="0"/>
                  </a:lnTo>
                  <a:cubicBezTo>
                    <a:pt x="32" y="0"/>
                    <a:pt x="17" y="16"/>
                    <a:pt x="17" y="32"/>
                  </a:cubicBezTo>
                  <a:cubicBezTo>
                    <a:pt x="1" y="47"/>
                    <a:pt x="1" y="63"/>
                    <a:pt x="1" y="79"/>
                  </a:cubicBezTo>
                  <a:lnTo>
                    <a:pt x="1" y="142"/>
                  </a:lnTo>
                  <a:lnTo>
                    <a:pt x="1" y="158"/>
                  </a:lnTo>
                  <a:lnTo>
                    <a:pt x="1" y="221"/>
                  </a:lnTo>
                  <a:lnTo>
                    <a:pt x="1" y="221"/>
                  </a:lnTo>
                  <a:cubicBezTo>
                    <a:pt x="80" y="190"/>
                    <a:pt x="80" y="127"/>
                    <a:pt x="80" y="79"/>
                  </a:cubicBezTo>
                  <a:lnTo>
                    <a:pt x="80" y="32"/>
                  </a:lnTo>
                  <a:cubicBezTo>
                    <a:pt x="80"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37" name="Google Shape;3937;p46"/>
            <p:cNvSpPr/>
            <p:nvPr/>
          </p:nvSpPr>
          <p:spPr>
            <a:xfrm>
              <a:off x="3120379" y="1826355"/>
              <a:ext cx="5565" cy="3498"/>
            </a:xfrm>
            <a:custGeom>
              <a:avLst/>
              <a:gdLst/>
              <a:ahLst/>
              <a:cxnLst/>
              <a:rect l="l" t="t" r="r" b="b"/>
              <a:pathLst>
                <a:path w="175" h="110" extrusionOk="0">
                  <a:moveTo>
                    <a:pt x="126" y="0"/>
                  </a:moveTo>
                  <a:lnTo>
                    <a:pt x="126" y="0"/>
                  </a:lnTo>
                  <a:lnTo>
                    <a:pt x="111" y="0"/>
                  </a:lnTo>
                  <a:cubicBezTo>
                    <a:pt x="126" y="15"/>
                    <a:pt x="111" y="32"/>
                    <a:pt x="111" y="47"/>
                  </a:cubicBezTo>
                  <a:lnTo>
                    <a:pt x="80" y="47"/>
                  </a:lnTo>
                  <a:cubicBezTo>
                    <a:pt x="80" y="47"/>
                    <a:pt x="63" y="47"/>
                    <a:pt x="48" y="32"/>
                  </a:cubicBezTo>
                  <a:lnTo>
                    <a:pt x="48" y="15"/>
                  </a:lnTo>
                  <a:lnTo>
                    <a:pt x="17" y="32"/>
                  </a:lnTo>
                  <a:cubicBezTo>
                    <a:pt x="17" y="32"/>
                    <a:pt x="0" y="47"/>
                    <a:pt x="0" y="63"/>
                  </a:cubicBezTo>
                  <a:lnTo>
                    <a:pt x="0" y="78"/>
                  </a:lnTo>
                  <a:cubicBezTo>
                    <a:pt x="0" y="95"/>
                    <a:pt x="17" y="110"/>
                    <a:pt x="32" y="110"/>
                  </a:cubicBezTo>
                  <a:lnTo>
                    <a:pt x="143" y="110"/>
                  </a:lnTo>
                  <a:lnTo>
                    <a:pt x="143" y="110"/>
                  </a:lnTo>
                  <a:cubicBezTo>
                    <a:pt x="158" y="110"/>
                    <a:pt x="174" y="95"/>
                    <a:pt x="174" y="78"/>
                  </a:cubicBezTo>
                  <a:cubicBezTo>
                    <a:pt x="174" y="63"/>
                    <a:pt x="158" y="47"/>
                    <a:pt x="143" y="47"/>
                  </a:cubicBezTo>
                  <a:lnTo>
                    <a:pt x="126" y="47"/>
                  </a:lnTo>
                  <a:cubicBezTo>
                    <a:pt x="143" y="32"/>
                    <a:pt x="143"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38" name="Google Shape;3938;p46"/>
            <p:cNvSpPr/>
            <p:nvPr/>
          </p:nvSpPr>
          <p:spPr>
            <a:xfrm>
              <a:off x="3260188" y="1773243"/>
              <a:ext cx="7060" cy="4516"/>
            </a:xfrm>
            <a:custGeom>
              <a:avLst/>
              <a:gdLst/>
              <a:ahLst/>
              <a:cxnLst/>
              <a:rect l="l" t="t" r="r" b="b"/>
              <a:pathLst>
                <a:path w="222" h="142" extrusionOk="0">
                  <a:moveTo>
                    <a:pt x="142" y="63"/>
                  </a:moveTo>
                  <a:lnTo>
                    <a:pt x="142" y="47"/>
                  </a:lnTo>
                  <a:lnTo>
                    <a:pt x="142" y="63"/>
                  </a:lnTo>
                  <a:close/>
                  <a:moveTo>
                    <a:pt x="110" y="15"/>
                  </a:moveTo>
                  <a:lnTo>
                    <a:pt x="95" y="32"/>
                  </a:lnTo>
                  <a:lnTo>
                    <a:pt x="95" y="32"/>
                  </a:lnTo>
                  <a:lnTo>
                    <a:pt x="95" y="63"/>
                  </a:lnTo>
                  <a:lnTo>
                    <a:pt x="79" y="78"/>
                  </a:lnTo>
                  <a:lnTo>
                    <a:pt x="79" y="95"/>
                  </a:lnTo>
                  <a:cubicBezTo>
                    <a:pt x="95" y="110"/>
                    <a:pt x="110" y="110"/>
                    <a:pt x="142" y="126"/>
                  </a:cubicBezTo>
                  <a:lnTo>
                    <a:pt x="173" y="126"/>
                  </a:lnTo>
                  <a:lnTo>
                    <a:pt x="173" y="141"/>
                  </a:lnTo>
                  <a:cubicBezTo>
                    <a:pt x="190" y="141"/>
                    <a:pt x="205" y="126"/>
                    <a:pt x="205" y="110"/>
                  </a:cubicBezTo>
                  <a:cubicBezTo>
                    <a:pt x="221" y="95"/>
                    <a:pt x="221" y="78"/>
                    <a:pt x="190" y="78"/>
                  </a:cubicBezTo>
                  <a:cubicBezTo>
                    <a:pt x="190" y="63"/>
                    <a:pt x="173" y="63"/>
                    <a:pt x="158" y="63"/>
                  </a:cubicBezTo>
                  <a:cubicBezTo>
                    <a:pt x="158" y="63"/>
                    <a:pt x="142" y="47"/>
                    <a:pt x="127" y="47"/>
                  </a:cubicBezTo>
                  <a:cubicBezTo>
                    <a:pt x="127" y="32"/>
                    <a:pt x="127" y="15"/>
                    <a:pt x="110" y="15"/>
                  </a:cubicBezTo>
                  <a:close/>
                  <a:moveTo>
                    <a:pt x="32" y="0"/>
                  </a:moveTo>
                  <a:lnTo>
                    <a:pt x="32" y="0"/>
                  </a:lnTo>
                  <a:cubicBezTo>
                    <a:pt x="16" y="0"/>
                    <a:pt x="1" y="15"/>
                    <a:pt x="1" y="47"/>
                  </a:cubicBezTo>
                  <a:cubicBezTo>
                    <a:pt x="1" y="47"/>
                    <a:pt x="1" y="63"/>
                    <a:pt x="16" y="63"/>
                  </a:cubicBezTo>
                  <a:lnTo>
                    <a:pt x="16" y="47"/>
                  </a:lnTo>
                  <a:lnTo>
                    <a:pt x="32" y="32"/>
                  </a:lnTo>
                  <a:lnTo>
                    <a:pt x="32"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39" name="Google Shape;3939;p46"/>
            <p:cNvSpPr/>
            <p:nvPr/>
          </p:nvSpPr>
          <p:spPr>
            <a:xfrm>
              <a:off x="3264673" y="1774706"/>
              <a:ext cx="32" cy="572"/>
            </a:xfrm>
            <a:custGeom>
              <a:avLst/>
              <a:gdLst/>
              <a:ahLst/>
              <a:cxnLst/>
              <a:rect l="l" t="t" r="r" b="b"/>
              <a:pathLst>
                <a:path w="1" h="18" extrusionOk="0">
                  <a:moveTo>
                    <a:pt x="1" y="1"/>
                  </a:move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40" name="Google Shape;3940;p46"/>
            <p:cNvSpPr/>
            <p:nvPr/>
          </p:nvSpPr>
          <p:spPr>
            <a:xfrm>
              <a:off x="3353882" y="1814333"/>
              <a:ext cx="6042" cy="7028"/>
            </a:xfrm>
            <a:custGeom>
              <a:avLst/>
              <a:gdLst/>
              <a:ahLst/>
              <a:cxnLst/>
              <a:rect l="l" t="t" r="r" b="b"/>
              <a:pathLst>
                <a:path w="190" h="221" extrusionOk="0">
                  <a:moveTo>
                    <a:pt x="126" y="0"/>
                  </a:moveTo>
                  <a:lnTo>
                    <a:pt x="126" y="15"/>
                  </a:lnTo>
                  <a:lnTo>
                    <a:pt x="63" y="158"/>
                  </a:lnTo>
                  <a:lnTo>
                    <a:pt x="17" y="173"/>
                  </a:lnTo>
                  <a:cubicBezTo>
                    <a:pt x="0" y="189"/>
                    <a:pt x="0" y="204"/>
                    <a:pt x="0" y="221"/>
                  </a:cubicBezTo>
                  <a:lnTo>
                    <a:pt x="17" y="221"/>
                  </a:lnTo>
                  <a:lnTo>
                    <a:pt x="80" y="221"/>
                  </a:lnTo>
                  <a:lnTo>
                    <a:pt x="111" y="204"/>
                  </a:lnTo>
                  <a:cubicBezTo>
                    <a:pt x="126" y="204"/>
                    <a:pt x="126" y="189"/>
                    <a:pt x="126" y="189"/>
                  </a:cubicBezTo>
                  <a:lnTo>
                    <a:pt x="189" y="32"/>
                  </a:lnTo>
                  <a:lnTo>
                    <a:pt x="189" y="15"/>
                  </a:lnTo>
                  <a:cubicBezTo>
                    <a:pt x="189" y="32"/>
                    <a:pt x="174" y="32"/>
                    <a:pt x="158" y="32"/>
                  </a:cubicBezTo>
                  <a:lnTo>
                    <a:pt x="158" y="32"/>
                  </a:lnTo>
                  <a:cubicBezTo>
                    <a:pt x="143" y="32"/>
                    <a:pt x="126"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41" name="Google Shape;3941;p46"/>
            <p:cNvSpPr/>
            <p:nvPr/>
          </p:nvSpPr>
          <p:spPr>
            <a:xfrm>
              <a:off x="3118376" y="1813315"/>
              <a:ext cx="3562" cy="5534"/>
            </a:xfrm>
            <a:custGeom>
              <a:avLst/>
              <a:gdLst/>
              <a:ahLst/>
              <a:cxnLst/>
              <a:rect l="l" t="t" r="r" b="b"/>
              <a:pathLst>
                <a:path w="112" h="174" extrusionOk="0">
                  <a:moveTo>
                    <a:pt x="48" y="1"/>
                  </a:moveTo>
                  <a:lnTo>
                    <a:pt x="48" y="1"/>
                  </a:lnTo>
                  <a:lnTo>
                    <a:pt x="32" y="1"/>
                  </a:lnTo>
                  <a:lnTo>
                    <a:pt x="32" y="1"/>
                  </a:lnTo>
                  <a:cubicBezTo>
                    <a:pt x="17" y="1"/>
                    <a:pt x="17" y="1"/>
                    <a:pt x="17" y="16"/>
                  </a:cubicBezTo>
                  <a:lnTo>
                    <a:pt x="17" y="16"/>
                  </a:lnTo>
                  <a:cubicBezTo>
                    <a:pt x="17" y="47"/>
                    <a:pt x="0" y="64"/>
                    <a:pt x="0" y="79"/>
                  </a:cubicBezTo>
                  <a:lnTo>
                    <a:pt x="17" y="95"/>
                  </a:lnTo>
                  <a:lnTo>
                    <a:pt x="32" y="95"/>
                  </a:lnTo>
                  <a:lnTo>
                    <a:pt x="32" y="95"/>
                  </a:lnTo>
                  <a:lnTo>
                    <a:pt x="32" y="110"/>
                  </a:lnTo>
                  <a:lnTo>
                    <a:pt x="17" y="127"/>
                  </a:lnTo>
                  <a:cubicBezTo>
                    <a:pt x="17" y="142"/>
                    <a:pt x="17" y="158"/>
                    <a:pt x="32" y="158"/>
                  </a:cubicBezTo>
                  <a:lnTo>
                    <a:pt x="48" y="173"/>
                  </a:lnTo>
                  <a:cubicBezTo>
                    <a:pt x="63" y="173"/>
                    <a:pt x="80" y="158"/>
                    <a:pt x="80" y="158"/>
                  </a:cubicBezTo>
                  <a:lnTo>
                    <a:pt x="80" y="142"/>
                  </a:lnTo>
                  <a:cubicBezTo>
                    <a:pt x="95" y="127"/>
                    <a:pt x="111" y="95"/>
                    <a:pt x="111" y="64"/>
                  </a:cubicBezTo>
                  <a:lnTo>
                    <a:pt x="95" y="16"/>
                  </a:lnTo>
                  <a:cubicBezTo>
                    <a:pt x="80"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42" name="Google Shape;3942;p46"/>
            <p:cNvSpPr/>
            <p:nvPr/>
          </p:nvSpPr>
          <p:spPr>
            <a:xfrm>
              <a:off x="3105336" y="1785741"/>
              <a:ext cx="8046" cy="4548"/>
            </a:xfrm>
            <a:custGeom>
              <a:avLst/>
              <a:gdLst/>
              <a:ahLst/>
              <a:cxnLst/>
              <a:rect l="l" t="t" r="r" b="b"/>
              <a:pathLst>
                <a:path w="253" h="143" extrusionOk="0">
                  <a:moveTo>
                    <a:pt x="80" y="17"/>
                  </a:moveTo>
                  <a:lnTo>
                    <a:pt x="80" y="32"/>
                  </a:lnTo>
                  <a:lnTo>
                    <a:pt x="48" y="63"/>
                  </a:lnTo>
                  <a:lnTo>
                    <a:pt x="64" y="63"/>
                  </a:lnTo>
                  <a:cubicBezTo>
                    <a:pt x="64" y="80"/>
                    <a:pt x="64" y="80"/>
                    <a:pt x="80" y="95"/>
                  </a:cubicBezTo>
                  <a:lnTo>
                    <a:pt x="190" y="143"/>
                  </a:lnTo>
                  <a:lnTo>
                    <a:pt x="206" y="143"/>
                  </a:lnTo>
                  <a:cubicBezTo>
                    <a:pt x="221" y="143"/>
                    <a:pt x="238" y="143"/>
                    <a:pt x="238" y="126"/>
                  </a:cubicBezTo>
                  <a:cubicBezTo>
                    <a:pt x="253" y="111"/>
                    <a:pt x="238" y="95"/>
                    <a:pt x="238" y="95"/>
                  </a:cubicBezTo>
                  <a:lnTo>
                    <a:pt x="190" y="111"/>
                  </a:lnTo>
                  <a:lnTo>
                    <a:pt x="175" y="111"/>
                  </a:lnTo>
                  <a:cubicBezTo>
                    <a:pt x="175" y="111"/>
                    <a:pt x="158" y="111"/>
                    <a:pt x="158" y="95"/>
                  </a:cubicBezTo>
                  <a:lnTo>
                    <a:pt x="143" y="95"/>
                  </a:lnTo>
                  <a:lnTo>
                    <a:pt x="143" y="95"/>
                  </a:lnTo>
                  <a:cubicBezTo>
                    <a:pt x="127" y="95"/>
                    <a:pt x="112" y="95"/>
                    <a:pt x="112" y="80"/>
                  </a:cubicBezTo>
                  <a:lnTo>
                    <a:pt x="112" y="32"/>
                  </a:lnTo>
                  <a:lnTo>
                    <a:pt x="80" y="17"/>
                  </a:lnTo>
                  <a:close/>
                  <a:moveTo>
                    <a:pt x="1" y="0"/>
                  </a:moveTo>
                  <a:lnTo>
                    <a:pt x="1" y="17"/>
                  </a:ln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43" name="Google Shape;3943;p46"/>
            <p:cNvSpPr/>
            <p:nvPr/>
          </p:nvSpPr>
          <p:spPr>
            <a:xfrm>
              <a:off x="3438066" y="1748181"/>
              <a:ext cx="4039" cy="13039"/>
            </a:xfrm>
            <a:custGeom>
              <a:avLst/>
              <a:gdLst/>
              <a:ahLst/>
              <a:cxnLst/>
              <a:rect l="l" t="t" r="r" b="b"/>
              <a:pathLst>
                <a:path w="127" h="410" extrusionOk="0">
                  <a:moveTo>
                    <a:pt x="80" y="0"/>
                  </a:moveTo>
                  <a:cubicBezTo>
                    <a:pt x="63" y="15"/>
                    <a:pt x="32" y="15"/>
                    <a:pt x="17" y="15"/>
                  </a:cubicBezTo>
                  <a:lnTo>
                    <a:pt x="0" y="63"/>
                  </a:lnTo>
                  <a:lnTo>
                    <a:pt x="0" y="95"/>
                  </a:lnTo>
                  <a:cubicBezTo>
                    <a:pt x="17" y="110"/>
                    <a:pt x="17" y="141"/>
                    <a:pt x="17" y="189"/>
                  </a:cubicBezTo>
                  <a:cubicBezTo>
                    <a:pt x="0" y="221"/>
                    <a:pt x="0" y="252"/>
                    <a:pt x="17" y="284"/>
                  </a:cubicBezTo>
                  <a:lnTo>
                    <a:pt x="32" y="268"/>
                  </a:lnTo>
                  <a:lnTo>
                    <a:pt x="48" y="268"/>
                  </a:lnTo>
                  <a:lnTo>
                    <a:pt x="48" y="268"/>
                  </a:lnTo>
                  <a:cubicBezTo>
                    <a:pt x="48" y="268"/>
                    <a:pt x="63" y="268"/>
                    <a:pt x="80" y="284"/>
                  </a:cubicBezTo>
                  <a:cubicBezTo>
                    <a:pt x="80" y="299"/>
                    <a:pt x="80" y="315"/>
                    <a:pt x="63" y="331"/>
                  </a:cubicBezTo>
                  <a:lnTo>
                    <a:pt x="48" y="347"/>
                  </a:lnTo>
                  <a:lnTo>
                    <a:pt x="48" y="347"/>
                  </a:lnTo>
                  <a:lnTo>
                    <a:pt x="32" y="362"/>
                  </a:lnTo>
                  <a:cubicBezTo>
                    <a:pt x="17" y="378"/>
                    <a:pt x="32" y="410"/>
                    <a:pt x="48" y="410"/>
                  </a:cubicBezTo>
                  <a:lnTo>
                    <a:pt x="63" y="410"/>
                  </a:lnTo>
                  <a:cubicBezTo>
                    <a:pt x="80" y="410"/>
                    <a:pt x="80" y="410"/>
                    <a:pt x="95" y="394"/>
                  </a:cubicBezTo>
                  <a:lnTo>
                    <a:pt x="111" y="347"/>
                  </a:lnTo>
                  <a:cubicBezTo>
                    <a:pt x="126" y="347"/>
                    <a:pt x="126" y="331"/>
                    <a:pt x="111" y="315"/>
                  </a:cubicBezTo>
                  <a:cubicBezTo>
                    <a:pt x="80" y="284"/>
                    <a:pt x="80" y="236"/>
                    <a:pt x="80" y="189"/>
                  </a:cubicBezTo>
                  <a:cubicBezTo>
                    <a:pt x="80" y="141"/>
                    <a:pt x="80" y="110"/>
                    <a:pt x="63" y="78"/>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44" name="Google Shape;3944;p46"/>
            <p:cNvSpPr/>
            <p:nvPr/>
          </p:nvSpPr>
          <p:spPr>
            <a:xfrm>
              <a:off x="3380470" y="1776709"/>
              <a:ext cx="5025" cy="3562"/>
            </a:xfrm>
            <a:custGeom>
              <a:avLst/>
              <a:gdLst/>
              <a:ahLst/>
              <a:cxnLst/>
              <a:rect l="l" t="t" r="r" b="b"/>
              <a:pathLst>
                <a:path w="158" h="112" extrusionOk="0">
                  <a:moveTo>
                    <a:pt x="126" y="1"/>
                  </a:moveTo>
                  <a:lnTo>
                    <a:pt x="126" y="1"/>
                  </a:lnTo>
                  <a:lnTo>
                    <a:pt x="110" y="1"/>
                  </a:lnTo>
                  <a:lnTo>
                    <a:pt x="0" y="49"/>
                  </a:lnTo>
                  <a:lnTo>
                    <a:pt x="0" y="49"/>
                  </a:lnTo>
                  <a:lnTo>
                    <a:pt x="0" y="64"/>
                  </a:lnTo>
                  <a:lnTo>
                    <a:pt x="0" y="95"/>
                  </a:lnTo>
                  <a:cubicBezTo>
                    <a:pt x="0" y="112"/>
                    <a:pt x="15" y="112"/>
                    <a:pt x="15" y="112"/>
                  </a:cubicBezTo>
                  <a:lnTo>
                    <a:pt x="32" y="112"/>
                  </a:lnTo>
                  <a:lnTo>
                    <a:pt x="141" y="64"/>
                  </a:lnTo>
                  <a:cubicBezTo>
                    <a:pt x="158" y="64"/>
                    <a:pt x="158" y="32"/>
                    <a:pt x="158" y="17"/>
                  </a:cubicBez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45" name="Google Shape;3945;p46"/>
            <p:cNvSpPr/>
            <p:nvPr/>
          </p:nvSpPr>
          <p:spPr>
            <a:xfrm>
              <a:off x="3384954" y="1791275"/>
              <a:ext cx="9032" cy="3498"/>
            </a:xfrm>
            <a:custGeom>
              <a:avLst/>
              <a:gdLst/>
              <a:ahLst/>
              <a:cxnLst/>
              <a:rect l="l" t="t" r="r" b="b"/>
              <a:pathLst>
                <a:path w="284" h="110" extrusionOk="0">
                  <a:moveTo>
                    <a:pt x="17" y="0"/>
                  </a:moveTo>
                  <a:cubicBezTo>
                    <a:pt x="17" y="15"/>
                    <a:pt x="0" y="15"/>
                    <a:pt x="0" y="15"/>
                  </a:cubicBezTo>
                  <a:cubicBezTo>
                    <a:pt x="17" y="15"/>
                    <a:pt x="17" y="32"/>
                    <a:pt x="17" y="32"/>
                  </a:cubicBezTo>
                  <a:lnTo>
                    <a:pt x="237" y="110"/>
                  </a:lnTo>
                  <a:lnTo>
                    <a:pt x="237" y="110"/>
                  </a:lnTo>
                  <a:cubicBezTo>
                    <a:pt x="252" y="110"/>
                    <a:pt x="269" y="95"/>
                    <a:pt x="284" y="95"/>
                  </a:cubicBezTo>
                  <a:cubicBezTo>
                    <a:pt x="284" y="63"/>
                    <a:pt x="269" y="47"/>
                    <a:pt x="252" y="47"/>
                  </a:cubicBezTo>
                  <a:lnTo>
                    <a:pt x="158" y="15"/>
                  </a:lnTo>
                  <a:cubicBezTo>
                    <a:pt x="158" y="32"/>
                    <a:pt x="158" y="32"/>
                    <a:pt x="143" y="47"/>
                  </a:cubicBezTo>
                  <a:lnTo>
                    <a:pt x="126" y="47"/>
                  </a:lnTo>
                  <a:cubicBezTo>
                    <a:pt x="111" y="47"/>
                    <a:pt x="95" y="32"/>
                    <a:pt x="95" y="15"/>
                  </a:cubicBezTo>
                  <a:lnTo>
                    <a:pt x="95" y="15"/>
                  </a:lnTo>
                  <a:lnTo>
                    <a:pt x="17" y="15"/>
                  </a:lnTo>
                  <a:lnTo>
                    <a:pt x="1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46" name="Google Shape;3946;p46"/>
            <p:cNvSpPr/>
            <p:nvPr/>
          </p:nvSpPr>
          <p:spPr>
            <a:xfrm>
              <a:off x="3390965" y="1801294"/>
              <a:ext cx="7569" cy="3530"/>
            </a:xfrm>
            <a:custGeom>
              <a:avLst/>
              <a:gdLst/>
              <a:ahLst/>
              <a:cxnLst/>
              <a:rect l="l" t="t" r="r" b="b"/>
              <a:pathLst>
                <a:path w="238" h="111" extrusionOk="0">
                  <a:moveTo>
                    <a:pt x="206" y="16"/>
                  </a:moveTo>
                  <a:lnTo>
                    <a:pt x="189" y="16"/>
                  </a:lnTo>
                  <a:lnTo>
                    <a:pt x="143" y="32"/>
                  </a:lnTo>
                  <a:lnTo>
                    <a:pt x="143" y="110"/>
                  </a:lnTo>
                  <a:cubicBezTo>
                    <a:pt x="143" y="110"/>
                    <a:pt x="158" y="110"/>
                    <a:pt x="158" y="95"/>
                  </a:cubicBezTo>
                  <a:lnTo>
                    <a:pt x="158" y="95"/>
                  </a:lnTo>
                  <a:lnTo>
                    <a:pt x="174" y="95"/>
                  </a:lnTo>
                  <a:cubicBezTo>
                    <a:pt x="174" y="95"/>
                    <a:pt x="189" y="79"/>
                    <a:pt x="206" y="79"/>
                  </a:cubicBezTo>
                  <a:lnTo>
                    <a:pt x="221" y="79"/>
                  </a:lnTo>
                  <a:cubicBezTo>
                    <a:pt x="237" y="79"/>
                    <a:pt x="237" y="63"/>
                    <a:pt x="237" y="47"/>
                  </a:cubicBezTo>
                  <a:cubicBezTo>
                    <a:pt x="237" y="32"/>
                    <a:pt x="221" y="16"/>
                    <a:pt x="206" y="16"/>
                  </a:cubicBezTo>
                  <a:close/>
                  <a:moveTo>
                    <a:pt x="32" y="0"/>
                  </a:moveTo>
                  <a:cubicBezTo>
                    <a:pt x="32" y="16"/>
                    <a:pt x="0" y="47"/>
                    <a:pt x="32" y="79"/>
                  </a:cubicBezTo>
                  <a:lnTo>
                    <a:pt x="32" y="79"/>
                  </a:lnTo>
                  <a:lnTo>
                    <a:pt x="48" y="79"/>
                  </a:lnTo>
                  <a:lnTo>
                    <a:pt x="48" y="79"/>
                  </a:lnTo>
                  <a:lnTo>
                    <a:pt x="80" y="79"/>
                  </a:lnTo>
                  <a:lnTo>
                    <a:pt x="80" y="32"/>
                  </a:lnTo>
                  <a:cubicBezTo>
                    <a:pt x="63" y="16"/>
                    <a:pt x="80" y="16"/>
                    <a:pt x="80" y="16"/>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47" name="Google Shape;3947;p46"/>
            <p:cNvSpPr/>
            <p:nvPr/>
          </p:nvSpPr>
          <p:spPr>
            <a:xfrm>
              <a:off x="3185513" y="1774229"/>
              <a:ext cx="7569" cy="6042"/>
            </a:xfrm>
            <a:custGeom>
              <a:avLst/>
              <a:gdLst/>
              <a:ahLst/>
              <a:cxnLst/>
              <a:rect l="l" t="t" r="r" b="b"/>
              <a:pathLst>
                <a:path w="238" h="190" extrusionOk="0">
                  <a:moveTo>
                    <a:pt x="158" y="95"/>
                  </a:moveTo>
                  <a:lnTo>
                    <a:pt x="158" y="95"/>
                  </a:lnTo>
                  <a:lnTo>
                    <a:pt x="158" y="95"/>
                  </a:lnTo>
                  <a:close/>
                  <a:moveTo>
                    <a:pt x="95" y="1"/>
                  </a:moveTo>
                  <a:cubicBezTo>
                    <a:pt x="64" y="1"/>
                    <a:pt x="32" y="1"/>
                    <a:pt x="1" y="16"/>
                  </a:cubicBezTo>
                  <a:lnTo>
                    <a:pt x="1" y="16"/>
                  </a:lnTo>
                  <a:cubicBezTo>
                    <a:pt x="17" y="32"/>
                    <a:pt x="32" y="47"/>
                    <a:pt x="48" y="47"/>
                  </a:cubicBezTo>
                  <a:cubicBezTo>
                    <a:pt x="80" y="79"/>
                    <a:pt x="95" y="95"/>
                    <a:pt x="111" y="127"/>
                  </a:cubicBezTo>
                  <a:cubicBezTo>
                    <a:pt x="111" y="158"/>
                    <a:pt x="143" y="158"/>
                    <a:pt x="158" y="173"/>
                  </a:cubicBezTo>
                  <a:lnTo>
                    <a:pt x="190" y="173"/>
                  </a:lnTo>
                  <a:cubicBezTo>
                    <a:pt x="190" y="190"/>
                    <a:pt x="190" y="190"/>
                    <a:pt x="206" y="190"/>
                  </a:cubicBezTo>
                  <a:cubicBezTo>
                    <a:pt x="221" y="190"/>
                    <a:pt x="221" y="173"/>
                    <a:pt x="237" y="158"/>
                  </a:cubicBezTo>
                  <a:cubicBezTo>
                    <a:pt x="237" y="142"/>
                    <a:pt x="237" y="127"/>
                    <a:pt x="221" y="110"/>
                  </a:cubicBezTo>
                  <a:lnTo>
                    <a:pt x="190" y="110"/>
                  </a:lnTo>
                  <a:lnTo>
                    <a:pt x="174" y="95"/>
                  </a:lnTo>
                  <a:cubicBezTo>
                    <a:pt x="158" y="47"/>
                    <a:pt x="127"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48" name="Google Shape;3948;p46"/>
            <p:cNvSpPr/>
            <p:nvPr/>
          </p:nvSpPr>
          <p:spPr>
            <a:xfrm>
              <a:off x="3190538" y="177725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49" name="Google Shape;3949;p46"/>
            <p:cNvSpPr/>
            <p:nvPr/>
          </p:nvSpPr>
          <p:spPr>
            <a:xfrm>
              <a:off x="3042206" y="1820821"/>
              <a:ext cx="6042" cy="4039"/>
            </a:xfrm>
            <a:custGeom>
              <a:avLst/>
              <a:gdLst/>
              <a:ahLst/>
              <a:cxnLst/>
              <a:rect l="l" t="t" r="r" b="b"/>
              <a:pathLst>
                <a:path w="190" h="127" extrusionOk="0">
                  <a:moveTo>
                    <a:pt x="158" y="0"/>
                  </a:moveTo>
                  <a:lnTo>
                    <a:pt x="158" y="0"/>
                  </a:lnTo>
                  <a:cubicBezTo>
                    <a:pt x="143" y="0"/>
                    <a:pt x="126" y="17"/>
                    <a:pt x="126" y="17"/>
                  </a:cubicBezTo>
                  <a:cubicBezTo>
                    <a:pt x="126" y="32"/>
                    <a:pt x="111" y="32"/>
                    <a:pt x="95" y="48"/>
                  </a:cubicBezTo>
                  <a:lnTo>
                    <a:pt x="95" y="63"/>
                  </a:lnTo>
                  <a:cubicBezTo>
                    <a:pt x="95" y="80"/>
                    <a:pt x="80" y="95"/>
                    <a:pt x="63" y="95"/>
                  </a:cubicBezTo>
                  <a:lnTo>
                    <a:pt x="0" y="95"/>
                  </a:lnTo>
                  <a:lnTo>
                    <a:pt x="0" y="111"/>
                  </a:lnTo>
                  <a:cubicBezTo>
                    <a:pt x="17" y="126"/>
                    <a:pt x="17" y="126"/>
                    <a:pt x="32" y="126"/>
                  </a:cubicBezTo>
                  <a:lnTo>
                    <a:pt x="48" y="126"/>
                  </a:lnTo>
                  <a:cubicBezTo>
                    <a:pt x="63" y="111"/>
                    <a:pt x="80" y="111"/>
                    <a:pt x="95" y="111"/>
                  </a:cubicBezTo>
                  <a:cubicBezTo>
                    <a:pt x="126" y="111"/>
                    <a:pt x="174" y="95"/>
                    <a:pt x="189" y="48"/>
                  </a:cubicBezTo>
                  <a:cubicBezTo>
                    <a:pt x="189" y="32"/>
                    <a:pt x="189" y="17"/>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50" name="Google Shape;3950;p46"/>
            <p:cNvSpPr/>
            <p:nvPr/>
          </p:nvSpPr>
          <p:spPr>
            <a:xfrm>
              <a:off x="3167004" y="1793279"/>
              <a:ext cx="6042" cy="3021"/>
            </a:xfrm>
            <a:custGeom>
              <a:avLst/>
              <a:gdLst/>
              <a:ahLst/>
              <a:cxnLst/>
              <a:rect l="l" t="t" r="r" b="b"/>
              <a:pathLst>
                <a:path w="190" h="95" extrusionOk="0">
                  <a:moveTo>
                    <a:pt x="173" y="0"/>
                  </a:moveTo>
                  <a:lnTo>
                    <a:pt x="173" y="0"/>
                  </a:lnTo>
                  <a:lnTo>
                    <a:pt x="32" y="15"/>
                  </a:lnTo>
                  <a:cubicBezTo>
                    <a:pt x="0" y="15"/>
                    <a:pt x="0" y="32"/>
                    <a:pt x="0" y="63"/>
                  </a:cubicBezTo>
                  <a:cubicBezTo>
                    <a:pt x="0" y="78"/>
                    <a:pt x="15" y="95"/>
                    <a:pt x="32" y="95"/>
                  </a:cubicBezTo>
                  <a:lnTo>
                    <a:pt x="32" y="95"/>
                  </a:lnTo>
                  <a:lnTo>
                    <a:pt x="63" y="78"/>
                  </a:lnTo>
                  <a:lnTo>
                    <a:pt x="63" y="78"/>
                  </a:lnTo>
                  <a:cubicBezTo>
                    <a:pt x="78" y="63"/>
                    <a:pt x="110" y="47"/>
                    <a:pt x="141" y="47"/>
                  </a:cubicBezTo>
                  <a:lnTo>
                    <a:pt x="189" y="47"/>
                  </a:lnTo>
                  <a:lnTo>
                    <a:pt x="189" y="32"/>
                  </a:lnTo>
                  <a:lnTo>
                    <a:pt x="189" y="15"/>
                  </a:lnTo>
                  <a:cubicBezTo>
                    <a:pt x="189" y="0"/>
                    <a:pt x="173" y="0"/>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51" name="Google Shape;3951;p46"/>
            <p:cNvSpPr/>
            <p:nvPr/>
          </p:nvSpPr>
          <p:spPr>
            <a:xfrm>
              <a:off x="3346376" y="1812806"/>
              <a:ext cx="7537" cy="8555"/>
            </a:xfrm>
            <a:custGeom>
              <a:avLst/>
              <a:gdLst/>
              <a:ahLst/>
              <a:cxnLst/>
              <a:rect l="l" t="t" r="r" b="b"/>
              <a:pathLst>
                <a:path w="237" h="269" extrusionOk="0">
                  <a:moveTo>
                    <a:pt x="158" y="189"/>
                  </a:moveTo>
                  <a:lnTo>
                    <a:pt x="158" y="189"/>
                  </a:lnTo>
                  <a:lnTo>
                    <a:pt x="142" y="206"/>
                  </a:lnTo>
                  <a:lnTo>
                    <a:pt x="110" y="206"/>
                  </a:lnTo>
                  <a:lnTo>
                    <a:pt x="95" y="206"/>
                  </a:lnTo>
                  <a:lnTo>
                    <a:pt x="95" y="206"/>
                  </a:lnTo>
                  <a:lnTo>
                    <a:pt x="64" y="206"/>
                  </a:lnTo>
                  <a:lnTo>
                    <a:pt x="47" y="206"/>
                  </a:lnTo>
                  <a:lnTo>
                    <a:pt x="47" y="206"/>
                  </a:lnTo>
                  <a:cubicBezTo>
                    <a:pt x="47" y="221"/>
                    <a:pt x="47" y="237"/>
                    <a:pt x="32" y="237"/>
                  </a:cubicBezTo>
                  <a:lnTo>
                    <a:pt x="1" y="252"/>
                  </a:lnTo>
                  <a:cubicBezTo>
                    <a:pt x="16" y="252"/>
                    <a:pt x="16" y="252"/>
                    <a:pt x="16" y="269"/>
                  </a:cubicBezTo>
                  <a:lnTo>
                    <a:pt x="32" y="269"/>
                  </a:lnTo>
                  <a:lnTo>
                    <a:pt x="47" y="269"/>
                  </a:lnTo>
                  <a:lnTo>
                    <a:pt x="47" y="269"/>
                  </a:lnTo>
                  <a:lnTo>
                    <a:pt x="47" y="269"/>
                  </a:lnTo>
                  <a:lnTo>
                    <a:pt x="110" y="237"/>
                  </a:lnTo>
                  <a:lnTo>
                    <a:pt x="173" y="269"/>
                  </a:lnTo>
                  <a:lnTo>
                    <a:pt x="190" y="269"/>
                  </a:lnTo>
                  <a:cubicBezTo>
                    <a:pt x="205" y="269"/>
                    <a:pt x="221" y="252"/>
                    <a:pt x="221" y="252"/>
                  </a:cubicBezTo>
                  <a:cubicBezTo>
                    <a:pt x="236" y="221"/>
                    <a:pt x="221" y="206"/>
                    <a:pt x="205" y="206"/>
                  </a:cubicBezTo>
                  <a:lnTo>
                    <a:pt x="158" y="189"/>
                  </a:lnTo>
                  <a:close/>
                  <a:moveTo>
                    <a:pt x="95" y="17"/>
                  </a:moveTo>
                  <a:lnTo>
                    <a:pt x="79" y="32"/>
                  </a:lnTo>
                  <a:cubicBezTo>
                    <a:pt x="79" y="48"/>
                    <a:pt x="64" y="63"/>
                    <a:pt x="47" y="63"/>
                  </a:cubicBezTo>
                  <a:lnTo>
                    <a:pt x="32" y="48"/>
                  </a:lnTo>
                  <a:lnTo>
                    <a:pt x="16" y="48"/>
                  </a:lnTo>
                  <a:lnTo>
                    <a:pt x="16" y="63"/>
                  </a:lnTo>
                  <a:lnTo>
                    <a:pt x="1" y="63"/>
                  </a:lnTo>
                  <a:lnTo>
                    <a:pt x="32" y="80"/>
                  </a:lnTo>
                  <a:cubicBezTo>
                    <a:pt x="47" y="95"/>
                    <a:pt x="47" y="111"/>
                    <a:pt x="32" y="126"/>
                  </a:cubicBezTo>
                  <a:cubicBezTo>
                    <a:pt x="32" y="126"/>
                    <a:pt x="16" y="143"/>
                    <a:pt x="1" y="143"/>
                  </a:cubicBezTo>
                  <a:lnTo>
                    <a:pt x="1" y="143"/>
                  </a:lnTo>
                  <a:lnTo>
                    <a:pt x="1" y="174"/>
                  </a:lnTo>
                  <a:lnTo>
                    <a:pt x="1" y="174"/>
                  </a:lnTo>
                  <a:lnTo>
                    <a:pt x="16" y="174"/>
                  </a:lnTo>
                  <a:lnTo>
                    <a:pt x="16" y="174"/>
                  </a:lnTo>
                  <a:lnTo>
                    <a:pt x="16" y="174"/>
                  </a:lnTo>
                  <a:cubicBezTo>
                    <a:pt x="16" y="158"/>
                    <a:pt x="32" y="143"/>
                    <a:pt x="47" y="143"/>
                  </a:cubicBezTo>
                  <a:lnTo>
                    <a:pt x="64" y="143"/>
                  </a:lnTo>
                  <a:cubicBezTo>
                    <a:pt x="79" y="111"/>
                    <a:pt x="79" y="80"/>
                    <a:pt x="95" y="32"/>
                  </a:cubicBezTo>
                  <a:cubicBezTo>
                    <a:pt x="110" y="32"/>
                    <a:pt x="110" y="17"/>
                    <a:pt x="95" y="17"/>
                  </a:cubicBezTo>
                  <a:close/>
                  <a:moveTo>
                    <a:pt x="32" y="0"/>
                  </a:moveTo>
                  <a:lnTo>
                    <a:pt x="16" y="0"/>
                  </a:lnTo>
                  <a:lnTo>
                    <a:pt x="16" y="17"/>
                  </a:lnTo>
                  <a:lnTo>
                    <a:pt x="16" y="17"/>
                  </a:lnTo>
                  <a:lnTo>
                    <a:pt x="1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52" name="Google Shape;3952;p46"/>
            <p:cNvSpPr/>
            <p:nvPr/>
          </p:nvSpPr>
          <p:spPr>
            <a:xfrm>
              <a:off x="3103842" y="1790258"/>
              <a:ext cx="7060" cy="2512"/>
            </a:xfrm>
            <a:custGeom>
              <a:avLst/>
              <a:gdLst/>
              <a:ahLst/>
              <a:cxnLst/>
              <a:rect l="l" t="t" r="r" b="b"/>
              <a:pathLst>
                <a:path w="222" h="79" extrusionOk="0">
                  <a:moveTo>
                    <a:pt x="32" y="16"/>
                  </a:moveTo>
                  <a:lnTo>
                    <a:pt x="16" y="16"/>
                  </a:lnTo>
                  <a:cubicBezTo>
                    <a:pt x="1" y="32"/>
                    <a:pt x="16" y="64"/>
                    <a:pt x="32" y="64"/>
                  </a:cubicBezTo>
                  <a:lnTo>
                    <a:pt x="32" y="79"/>
                  </a:lnTo>
                  <a:cubicBezTo>
                    <a:pt x="32" y="64"/>
                    <a:pt x="48" y="47"/>
                    <a:pt x="64" y="47"/>
                  </a:cubicBezTo>
                  <a:lnTo>
                    <a:pt x="64" y="47"/>
                  </a:lnTo>
                  <a:lnTo>
                    <a:pt x="64" y="47"/>
                  </a:lnTo>
                  <a:cubicBezTo>
                    <a:pt x="79" y="47"/>
                    <a:pt x="95" y="64"/>
                    <a:pt x="95" y="79"/>
                  </a:cubicBezTo>
                  <a:lnTo>
                    <a:pt x="95" y="79"/>
                  </a:lnTo>
                  <a:lnTo>
                    <a:pt x="111" y="79"/>
                  </a:lnTo>
                  <a:lnTo>
                    <a:pt x="111" y="79"/>
                  </a:lnTo>
                  <a:lnTo>
                    <a:pt x="111" y="79"/>
                  </a:lnTo>
                  <a:lnTo>
                    <a:pt x="111" y="64"/>
                  </a:lnTo>
                  <a:cubicBezTo>
                    <a:pt x="111" y="64"/>
                    <a:pt x="127" y="64"/>
                    <a:pt x="127" y="47"/>
                  </a:cubicBezTo>
                  <a:lnTo>
                    <a:pt x="127" y="47"/>
                  </a:lnTo>
                  <a:lnTo>
                    <a:pt x="95" y="16"/>
                  </a:lnTo>
                  <a:lnTo>
                    <a:pt x="79" y="16"/>
                  </a:lnTo>
                  <a:lnTo>
                    <a:pt x="79" y="16"/>
                  </a:lnTo>
                  <a:lnTo>
                    <a:pt x="64" y="16"/>
                  </a:lnTo>
                  <a:lnTo>
                    <a:pt x="48" y="16"/>
                  </a:lnTo>
                  <a:lnTo>
                    <a:pt x="32" y="16"/>
                  </a:lnTo>
                  <a:close/>
                  <a:moveTo>
                    <a:pt x="190" y="1"/>
                  </a:moveTo>
                  <a:lnTo>
                    <a:pt x="190" y="1"/>
                  </a:lnTo>
                  <a:lnTo>
                    <a:pt x="174" y="16"/>
                  </a:lnTo>
                  <a:lnTo>
                    <a:pt x="174" y="47"/>
                  </a:lnTo>
                  <a:lnTo>
                    <a:pt x="174" y="47"/>
                  </a:lnTo>
                  <a:cubicBezTo>
                    <a:pt x="174" y="47"/>
                    <a:pt x="190" y="64"/>
                    <a:pt x="190" y="79"/>
                  </a:cubicBezTo>
                  <a:lnTo>
                    <a:pt x="190" y="79"/>
                  </a:lnTo>
                  <a:cubicBezTo>
                    <a:pt x="222" y="79"/>
                    <a:pt x="222" y="64"/>
                    <a:pt x="222" y="32"/>
                  </a:cubicBezTo>
                  <a:cubicBezTo>
                    <a:pt x="222" y="16"/>
                    <a:pt x="205" y="1"/>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53" name="Google Shape;3953;p46"/>
            <p:cNvSpPr/>
            <p:nvPr/>
          </p:nvSpPr>
          <p:spPr>
            <a:xfrm>
              <a:off x="3397485" y="1767709"/>
              <a:ext cx="4516" cy="3021"/>
            </a:xfrm>
            <a:custGeom>
              <a:avLst/>
              <a:gdLst/>
              <a:ahLst/>
              <a:cxnLst/>
              <a:rect l="l" t="t" r="r" b="b"/>
              <a:pathLst>
                <a:path w="142" h="95" extrusionOk="0">
                  <a:moveTo>
                    <a:pt x="127" y="0"/>
                  </a:moveTo>
                  <a:lnTo>
                    <a:pt x="110" y="17"/>
                  </a:lnTo>
                  <a:lnTo>
                    <a:pt x="95" y="17"/>
                  </a:lnTo>
                  <a:lnTo>
                    <a:pt x="64" y="17"/>
                  </a:lnTo>
                  <a:lnTo>
                    <a:pt x="32" y="17"/>
                  </a:lnTo>
                  <a:cubicBezTo>
                    <a:pt x="16" y="32"/>
                    <a:pt x="1" y="48"/>
                    <a:pt x="16" y="63"/>
                  </a:cubicBezTo>
                  <a:cubicBezTo>
                    <a:pt x="16" y="80"/>
                    <a:pt x="32" y="95"/>
                    <a:pt x="47" y="95"/>
                  </a:cubicBezTo>
                  <a:lnTo>
                    <a:pt x="47" y="95"/>
                  </a:lnTo>
                  <a:lnTo>
                    <a:pt x="142" y="63"/>
                  </a:lnTo>
                  <a:lnTo>
                    <a:pt x="142" y="48"/>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54" name="Google Shape;3954;p46"/>
            <p:cNvSpPr/>
            <p:nvPr/>
          </p:nvSpPr>
          <p:spPr>
            <a:xfrm>
              <a:off x="3263210" y="1818817"/>
              <a:ext cx="4039" cy="9573"/>
            </a:xfrm>
            <a:custGeom>
              <a:avLst/>
              <a:gdLst/>
              <a:ahLst/>
              <a:cxnLst/>
              <a:rect l="l" t="t" r="r" b="b"/>
              <a:pathLst>
                <a:path w="127" h="301" extrusionOk="0">
                  <a:moveTo>
                    <a:pt x="63" y="0"/>
                  </a:moveTo>
                  <a:lnTo>
                    <a:pt x="63" y="0"/>
                  </a:lnTo>
                  <a:cubicBezTo>
                    <a:pt x="47" y="0"/>
                    <a:pt x="47" y="17"/>
                    <a:pt x="32" y="17"/>
                  </a:cubicBezTo>
                  <a:cubicBezTo>
                    <a:pt x="32" y="32"/>
                    <a:pt x="32" y="63"/>
                    <a:pt x="47" y="63"/>
                  </a:cubicBezTo>
                  <a:cubicBezTo>
                    <a:pt x="47" y="80"/>
                    <a:pt x="47" y="80"/>
                    <a:pt x="63" y="80"/>
                  </a:cubicBezTo>
                  <a:cubicBezTo>
                    <a:pt x="47" y="95"/>
                    <a:pt x="47" y="95"/>
                    <a:pt x="47" y="111"/>
                  </a:cubicBezTo>
                  <a:cubicBezTo>
                    <a:pt x="47" y="126"/>
                    <a:pt x="32" y="143"/>
                    <a:pt x="32" y="158"/>
                  </a:cubicBezTo>
                  <a:lnTo>
                    <a:pt x="32" y="174"/>
                  </a:lnTo>
                  <a:cubicBezTo>
                    <a:pt x="15" y="206"/>
                    <a:pt x="0" y="252"/>
                    <a:pt x="47" y="284"/>
                  </a:cubicBezTo>
                  <a:cubicBezTo>
                    <a:pt x="47" y="300"/>
                    <a:pt x="47" y="300"/>
                    <a:pt x="63" y="300"/>
                  </a:cubicBezTo>
                  <a:cubicBezTo>
                    <a:pt x="78" y="300"/>
                    <a:pt x="78" y="300"/>
                    <a:pt x="95" y="284"/>
                  </a:cubicBezTo>
                  <a:lnTo>
                    <a:pt x="95" y="237"/>
                  </a:lnTo>
                  <a:cubicBezTo>
                    <a:pt x="78" y="237"/>
                    <a:pt x="78" y="237"/>
                    <a:pt x="78" y="206"/>
                  </a:cubicBezTo>
                  <a:lnTo>
                    <a:pt x="78" y="206"/>
                  </a:lnTo>
                  <a:cubicBezTo>
                    <a:pt x="63" y="206"/>
                    <a:pt x="47" y="206"/>
                    <a:pt x="47" y="189"/>
                  </a:cubicBezTo>
                  <a:cubicBezTo>
                    <a:pt x="32" y="174"/>
                    <a:pt x="47" y="158"/>
                    <a:pt x="63" y="143"/>
                  </a:cubicBezTo>
                  <a:lnTo>
                    <a:pt x="95" y="126"/>
                  </a:lnTo>
                  <a:cubicBezTo>
                    <a:pt x="78" y="126"/>
                    <a:pt x="78" y="111"/>
                    <a:pt x="78" y="111"/>
                  </a:cubicBezTo>
                  <a:cubicBezTo>
                    <a:pt x="78" y="80"/>
                    <a:pt x="78" y="63"/>
                    <a:pt x="95" y="63"/>
                  </a:cubicBezTo>
                  <a:lnTo>
                    <a:pt x="126" y="63"/>
                  </a:lnTo>
                  <a:lnTo>
                    <a:pt x="126" y="48"/>
                  </a:lnTo>
                  <a:cubicBezTo>
                    <a:pt x="126" y="63"/>
                    <a:pt x="110" y="63"/>
                    <a:pt x="110" y="63"/>
                  </a:cubicBezTo>
                  <a:cubicBezTo>
                    <a:pt x="95" y="63"/>
                    <a:pt x="95" y="63"/>
                    <a:pt x="78" y="48"/>
                  </a:cubicBezTo>
                  <a:lnTo>
                    <a:pt x="78" y="17"/>
                  </a:lnTo>
                  <a:cubicBezTo>
                    <a:pt x="78"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55" name="Google Shape;3955;p46"/>
            <p:cNvSpPr/>
            <p:nvPr/>
          </p:nvSpPr>
          <p:spPr>
            <a:xfrm>
              <a:off x="3398503" y="1786727"/>
              <a:ext cx="3021" cy="9573"/>
            </a:xfrm>
            <a:custGeom>
              <a:avLst/>
              <a:gdLst/>
              <a:ahLst/>
              <a:cxnLst/>
              <a:rect l="l" t="t" r="r" b="b"/>
              <a:pathLst>
                <a:path w="95" h="301" extrusionOk="0">
                  <a:moveTo>
                    <a:pt x="95" y="1"/>
                  </a:moveTo>
                  <a:cubicBezTo>
                    <a:pt x="78" y="17"/>
                    <a:pt x="47" y="17"/>
                    <a:pt x="32" y="17"/>
                  </a:cubicBezTo>
                  <a:lnTo>
                    <a:pt x="15" y="17"/>
                  </a:lnTo>
                  <a:lnTo>
                    <a:pt x="15" y="80"/>
                  </a:lnTo>
                  <a:lnTo>
                    <a:pt x="15" y="80"/>
                  </a:lnTo>
                  <a:lnTo>
                    <a:pt x="0" y="143"/>
                  </a:lnTo>
                  <a:cubicBezTo>
                    <a:pt x="15" y="158"/>
                    <a:pt x="15" y="158"/>
                    <a:pt x="15" y="175"/>
                  </a:cubicBezTo>
                  <a:lnTo>
                    <a:pt x="15" y="221"/>
                  </a:lnTo>
                  <a:lnTo>
                    <a:pt x="0" y="238"/>
                  </a:lnTo>
                  <a:cubicBezTo>
                    <a:pt x="15" y="238"/>
                    <a:pt x="15" y="253"/>
                    <a:pt x="15" y="269"/>
                  </a:cubicBezTo>
                  <a:lnTo>
                    <a:pt x="32" y="284"/>
                  </a:lnTo>
                  <a:lnTo>
                    <a:pt x="32" y="301"/>
                  </a:lnTo>
                  <a:lnTo>
                    <a:pt x="32" y="301"/>
                  </a:lnTo>
                  <a:cubicBezTo>
                    <a:pt x="47" y="301"/>
                    <a:pt x="63" y="284"/>
                    <a:pt x="63" y="253"/>
                  </a:cubicBezTo>
                  <a:lnTo>
                    <a:pt x="63" y="221"/>
                  </a:lnTo>
                  <a:lnTo>
                    <a:pt x="47" y="206"/>
                  </a:lnTo>
                  <a:cubicBezTo>
                    <a:pt x="32" y="206"/>
                    <a:pt x="15" y="190"/>
                    <a:pt x="32" y="175"/>
                  </a:cubicBezTo>
                  <a:cubicBezTo>
                    <a:pt x="32" y="158"/>
                    <a:pt x="47" y="143"/>
                    <a:pt x="47" y="143"/>
                  </a:cubicBezTo>
                  <a:lnTo>
                    <a:pt x="63" y="143"/>
                  </a:lnTo>
                  <a:lnTo>
                    <a:pt x="63" y="143"/>
                  </a:lnTo>
                  <a:lnTo>
                    <a:pt x="78" y="143"/>
                  </a:lnTo>
                  <a:lnTo>
                    <a:pt x="78" y="95"/>
                  </a:lnTo>
                  <a:lnTo>
                    <a:pt x="78" y="80"/>
                  </a:lnTo>
                  <a:lnTo>
                    <a:pt x="78" y="80"/>
                  </a:lnTo>
                  <a:lnTo>
                    <a:pt x="78" y="80"/>
                  </a:lnTo>
                  <a:cubicBezTo>
                    <a:pt x="63" y="80"/>
                    <a:pt x="47" y="80"/>
                    <a:pt x="47" y="64"/>
                  </a:cubicBezTo>
                  <a:cubicBezTo>
                    <a:pt x="32" y="32"/>
                    <a:pt x="47" y="17"/>
                    <a:pt x="78" y="17"/>
                  </a:cubicBez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56" name="Google Shape;3956;p46"/>
            <p:cNvSpPr/>
            <p:nvPr/>
          </p:nvSpPr>
          <p:spPr>
            <a:xfrm>
              <a:off x="3429034" y="1757182"/>
              <a:ext cx="5565" cy="4548"/>
            </a:xfrm>
            <a:custGeom>
              <a:avLst/>
              <a:gdLst/>
              <a:ahLst/>
              <a:cxnLst/>
              <a:rect l="l" t="t" r="r" b="b"/>
              <a:pathLst>
                <a:path w="175" h="143" extrusionOk="0">
                  <a:moveTo>
                    <a:pt x="32" y="1"/>
                  </a:moveTo>
                  <a:lnTo>
                    <a:pt x="32" y="1"/>
                  </a:lnTo>
                  <a:lnTo>
                    <a:pt x="1" y="95"/>
                  </a:lnTo>
                  <a:lnTo>
                    <a:pt x="1" y="95"/>
                  </a:lnTo>
                  <a:lnTo>
                    <a:pt x="17" y="95"/>
                  </a:lnTo>
                  <a:lnTo>
                    <a:pt x="32" y="127"/>
                  </a:lnTo>
                  <a:cubicBezTo>
                    <a:pt x="49" y="127"/>
                    <a:pt x="49" y="142"/>
                    <a:pt x="64" y="142"/>
                  </a:cubicBezTo>
                  <a:lnTo>
                    <a:pt x="64" y="142"/>
                  </a:lnTo>
                  <a:lnTo>
                    <a:pt x="158" y="127"/>
                  </a:lnTo>
                  <a:lnTo>
                    <a:pt x="175" y="127"/>
                  </a:lnTo>
                  <a:lnTo>
                    <a:pt x="158" y="111"/>
                  </a:lnTo>
                  <a:lnTo>
                    <a:pt x="175" y="79"/>
                  </a:lnTo>
                  <a:cubicBezTo>
                    <a:pt x="175" y="64"/>
                    <a:pt x="158" y="64"/>
                    <a:pt x="158" y="64"/>
                  </a:cubicBezTo>
                  <a:lnTo>
                    <a:pt x="143" y="64"/>
                  </a:lnTo>
                  <a:lnTo>
                    <a:pt x="143" y="64"/>
                  </a:lnTo>
                  <a:lnTo>
                    <a:pt x="80" y="64"/>
                  </a:lnTo>
                  <a:lnTo>
                    <a:pt x="64" y="16"/>
                  </a:lnTo>
                  <a:cubicBezTo>
                    <a:pt x="49" y="16"/>
                    <a:pt x="32"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57" name="Google Shape;3957;p46"/>
            <p:cNvSpPr/>
            <p:nvPr/>
          </p:nvSpPr>
          <p:spPr>
            <a:xfrm>
              <a:off x="3181029" y="1780239"/>
              <a:ext cx="5534" cy="6042"/>
            </a:xfrm>
            <a:custGeom>
              <a:avLst/>
              <a:gdLst/>
              <a:ahLst/>
              <a:cxnLst/>
              <a:rect l="l" t="t" r="r" b="b"/>
              <a:pathLst>
                <a:path w="174" h="190" extrusionOk="0">
                  <a:moveTo>
                    <a:pt x="110" y="1"/>
                  </a:moveTo>
                  <a:lnTo>
                    <a:pt x="95" y="1"/>
                  </a:lnTo>
                  <a:lnTo>
                    <a:pt x="78" y="1"/>
                  </a:lnTo>
                  <a:cubicBezTo>
                    <a:pt x="95" y="1"/>
                    <a:pt x="95" y="16"/>
                    <a:pt x="95" y="16"/>
                  </a:cubicBezTo>
                  <a:cubicBezTo>
                    <a:pt x="95" y="32"/>
                    <a:pt x="95" y="47"/>
                    <a:pt x="78" y="64"/>
                  </a:cubicBezTo>
                  <a:cubicBezTo>
                    <a:pt x="63" y="64"/>
                    <a:pt x="63" y="64"/>
                    <a:pt x="47" y="79"/>
                  </a:cubicBezTo>
                  <a:cubicBezTo>
                    <a:pt x="47" y="79"/>
                    <a:pt x="32" y="79"/>
                    <a:pt x="32" y="95"/>
                  </a:cubicBezTo>
                  <a:lnTo>
                    <a:pt x="15" y="110"/>
                  </a:lnTo>
                  <a:lnTo>
                    <a:pt x="15" y="110"/>
                  </a:lnTo>
                  <a:lnTo>
                    <a:pt x="15" y="127"/>
                  </a:lnTo>
                  <a:lnTo>
                    <a:pt x="15" y="158"/>
                  </a:lnTo>
                  <a:lnTo>
                    <a:pt x="0" y="173"/>
                  </a:lnTo>
                  <a:cubicBezTo>
                    <a:pt x="0" y="190"/>
                    <a:pt x="15" y="190"/>
                    <a:pt x="32" y="190"/>
                  </a:cubicBezTo>
                  <a:lnTo>
                    <a:pt x="47" y="190"/>
                  </a:lnTo>
                  <a:cubicBezTo>
                    <a:pt x="47" y="173"/>
                    <a:pt x="47" y="173"/>
                    <a:pt x="63" y="173"/>
                  </a:cubicBezTo>
                  <a:cubicBezTo>
                    <a:pt x="63" y="173"/>
                    <a:pt x="78" y="158"/>
                    <a:pt x="95" y="158"/>
                  </a:cubicBezTo>
                  <a:cubicBezTo>
                    <a:pt x="110" y="158"/>
                    <a:pt x="142" y="142"/>
                    <a:pt x="158" y="110"/>
                  </a:cubicBezTo>
                  <a:cubicBezTo>
                    <a:pt x="173" y="79"/>
                    <a:pt x="158" y="47"/>
                    <a:pt x="142" y="16"/>
                  </a:cubicBez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58" name="Google Shape;3958;p46"/>
            <p:cNvSpPr/>
            <p:nvPr/>
          </p:nvSpPr>
          <p:spPr>
            <a:xfrm>
              <a:off x="3428557" y="1768218"/>
              <a:ext cx="3530" cy="6042"/>
            </a:xfrm>
            <a:custGeom>
              <a:avLst/>
              <a:gdLst/>
              <a:ahLst/>
              <a:cxnLst/>
              <a:rect l="l" t="t" r="r" b="b"/>
              <a:pathLst>
                <a:path w="111" h="190" extrusionOk="0">
                  <a:moveTo>
                    <a:pt x="47" y="1"/>
                  </a:moveTo>
                  <a:lnTo>
                    <a:pt x="47" y="1"/>
                  </a:lnTo>
                  <a:cubicBezTo>
                    <a:pt x="32" y="1"/>
                    <a:pt x="16" y="16"/>
                    <a:pt x="16" y="32"/>
                  </a:cubicBezTo>
                  <a:lnTo>
                    <a:pt x="1" y="142"/>
                  </a:lnTo>
                  <a:lnTo>
                    <a:pt x="1" y="142"/>
                  </a:lnTo>
                  <a:lnTo>
                    <a:pt x="16" y="142"/>
                  </a:lnTo>
                  <a:lnTo>
                    <a:pt x="16" y="142"/>
                  </a:lnTo>
                  <a:cubicBezTo>
                    <a:pt x="32" y="142"/>
                    <a:pt x="47" y="158"/>
                    <a:pt x="47" y="173"/>
                  </a:cubicBezTo>
                  <a:lnTo>
                    <a:pt x="47" y="173"/>
                  </a:lnTo>
                  <a:lnTo>
                    <a:pt x="79" y="190"/>
                  </a:lnTo>
                  <a:cubicBezTo>
                    <a:pt x="79" y="173"/>
                    <a:pt x="64" y="173"/>
                    <a:pt x="64" y="158"/>
                  </a:cubicBezTo>
                  <a:cubicBezTo>
                    <a:pt x="79" y="142"/>
                    <a:pt x="79" y="127"/>
                    <a:pt x="95" y="127"/>
                  </a:cubicBezTo>
                  <a:lnTo>
                    <a:pt x="110" y="127"/>
                  </a:lnTo>
                  <a:lnTo>
                    <a:pt x="110" y="127"/>
                  </a:lnTo>
                  <a:cubicBezTo>
                    <a:pt x="95" y="110"/>
                    <a:pt x="95" y="110"/>
                    <a:pt x="95" y="95"/>
                  </a:cubicBezTo>
                  <a:lnTo>
                    <a:pt x="79" y="79"/>
                  </a:lnTo>
                  <a:lnTo>
                    <a:pt x="79" y="47"/>
                  </a:lnTo>
                  <a:cubicBezTo>
                    <a:pt x="95" y="16"/>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59" name="Google Shape;3959;p46"/>
            <p:cNvSpPr/>
            <p:nvPr/>
          </p:nvSpPr>
          <p:spPr>
            <a:xfrm>
              <a:off x="3384954" y="1789272"/>
              <a:ext cx="3021" cy="2512"/>
            </a:xfrm>
            <a:custGeom>
              <a:avLst/>
              <a:gdLst/>
              <a:ahLst/>
              <a:cxnLst/>
              <a:rect l="l" t="t" r="r" b="b"/>
              <a:pathLst>
                <a:path w="95" h="79" extrusionOk="0">
                  <a:moveTo>
                    <a:pt x="95" y="0"/>
                  </a:moveTo>
                  <a:lnTo>
                    <a:pt x="17" y="0"/>
                  </a:lnTo>
                  <a:lnTo>
                    <a:pt x="17" y="0"/>
                  </a:lnTo>
                  <a:lnTo>
                    <a:pt x="0" y="15"/>
                  </a:lnTo>
                  <a:lnTo>
                    <a:pt x="0" y="32"/>
                  </a:lnTo>
                  <a:lnTo>
                    <a:pt x="0" y="63"/>
                  </a:lnTo>
                  <a:lnTo>
                    <a:pt x="17" y="63"/>
                  </a:lnTo>
                  <a:lnTo>
                    <a:pt x="17" y="78"/>
                  </a:lnTo>
                  <a:lnTo>
                    <a:pt x="17" y="78"/>
                  </a:lnTo>
                  <a:lnTo>
                    <a:pt x="95" y="78"/>
                  </a:lnTo>
                  <a:cubicBezTo>
                    <a:pt x="80" y="47"/>
                    <a:pt x="8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60" name="Google Shape;3960;p46"/>
            <p:cNvSpPr/>
            <p:nvPr/>
          </p:nvSpPr>
          <p:spPr>
            <a:xfrm>
              <a:off x="3440579" y="1795283"/>
              <a:ext cx="6042" cy="2512"/>
            </a:xfrm>
            <a:custGeom>
              <a:avLst/>
              <a:gdLst/>
              <a:ahLst/>
              <a:cxnLst/>
              <a:rect l="l" t="t" r="r" b="b"/>
              <a:pathLst>
                <a:path w="190" h="79" extrusionOk="0">
                  <a:moveTo>
                    <a:pt x="142" y="0"/>
                  </a:moveTo>
                  <a:lnTo>
                    <a:pt x="16" y="15"/>
                  </a:lnTo>
                  <a:cubicBezTo>
                    <a:pt x="1" y="15"/>
                    <a:pt x="1" y="32"/>
                    <a:pt x="1" y="47"/>
                  </a:cubicBezTo>
                  <a:lnTo>
                    <a:pt x="1" y="47"/>
                  </a:lnTo>
                  <a:cubicBezTo>
                    <a:pt x="1" y="63"/>
                    <a:pt x="16" y="78"/>
                    <a:pt x="32" y="78"/>
                  </a:cubicBezTo>
                  <a:lnTo>
                    <a:pt x="32" y="78"/>
                  </a:lnTo>
                  <a:lnTo>
                    <a:pt x="47" y="78"/>
                  </a:lnTo>
                  <a:lnTo>
                    <a:pt x="110" y="63"/>
                  </a:lnTo>
                  <a:lnTo>
                    <a:pt x="127" y="47"/>
                  </a:lnTo>
                  <a:lnTo>
                    <a:pt x="142" y="47"/>
                  </a:lnTo>
                  <a:lnTo>
                    <a:pt x="158" y="47"/>
                  </a:lnTo>
                  <a:lnTo>
                    <a:pt x="190" y="47"/>
                  </a:lnTo>
                  <a:cubicBezTo>
                    <a:pt x="190" y="32"/>
                    <a:pt x="173" y="15"/>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61" name="Google Shape;3961;p46"/>
            <p:cNvSpPr/>
            <p:nvPr/>
          </p:nvSpPr>
          <p:spPr>
            <a:xfrm>
              <a:off x="3378943" y="1789272"/>
              <a:ext cx="3562" cy="6042"/>
            </a:xfrm>
            <a:custGeom>
              <a:avLst/>
              <a:gdLst/>
              <a:ahLst/>
              <a:cxnLst/>
              <a:rect l="l" t="t" r="r" b="b"/>
              <a:pathLst>
                <a:path w="112" h="190" extrusionOk="0">
                  <a:moveTo>
                    <a:pt x="111" y="158"/>
                  </a:moveTo>
                  <a:lnTo>
                    <a:pt x="111" y="158"/>
                  </a:lnTo>
                  <a:cubicBezTo>
                    <a:pt x="111" y="158"/>
                    <a:pt x="111" y="173"/>
                    <a:pt x="95" y="173"/>
                  </a:cubicBezTo>
                  <a:lnTo>
                    <a:pt x="95" y="189"/>
                  </a:lnTo>
                  <a:lnTo>
                    <a:pt x="111" y="173"/>
                  </a:lnTo>
                  <a:lnTo>
                    <a:pt x="111" y="158"/>
                  </a:lnTo>
                  <a:close/>
                  <a:moveTo>
                    <a:pt x="32" y="0"/>
                  </a:moveTo>
                  <a:lnTo>
                    <a:pt x="17" y="0"/>
                  </a:lnTo>
                  <a:cubicBezTo>
                    <a:pt x="0" y="15"/>
                    <a:pt x="0" y="15"/>
                    <a:pt x="0" y="32"/>
                  </a:cubicBezTo>
                  <a:lnTo>
                    <a:pt x="0" y="32"/>
                  </a:lnTo>
                  <a:lnTo>
                    <a:pt x="0" y="32"/>
                  </a:lnTo>
                  <a:lnTo>
                    <a:pt x="17" y="32"/>
                  </a:lnTo>
                  <a:cubicBezTo>
                    <a:pt x="32" y="32"/>
                    <a:pt x="48" y="47"/>
                    <a:pt x="32" y="63"/>
                  </a:cubicBezTo>
                  <a:lnTo>
                    <a:pt x="32" y="95"/>
                  </a:lnTo>
                  <a:lnTo>
                    <a:pt x="32" y="95"/>
                  </a:lnTo>
                  <a:lnTo>
                    <a:pt x="32" y="95"/>
                  </a:lnTo>
                  <a:cubicBezTo>
                    <a:pt x="48" y="95"/>
                    <a:pt x="63" y="110"/>
                    <a:pt x="63" y="110"/>
                  </a:cubicBezTo>
                  <a:lnTo>
                    <a:pt x="63" y="110"/>
                  </a:lnTo>
                  <a:lnTo>
                    <a:pt x="80" y="95"/>
                  </a:lnTo>
                  <a:lnTo>
                    <a:pt x="80" y="78"/>
                  </a:lnTo>
                  <a:cubicBezTo>
                    <a:pt x="80" y="63"/>
                    <a:pt x="80" y="47"/>
                    <a:pt x="63" y="32"/>
                  </a:cubicBezTo>
                  <a:lnTo>
                    <a:pt x="63" y="32"/>
                  </a:lnTo>
                  <a:lnTo>
                    <a:pt x="63" y="32"/>
                  </a:lnTo>
                  <a:cubicBezTo>
                    <a:pt x="48" y="32"/>
                    <a:pt x="32" y="15"/>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62" name="Google Shape;3962;p46"/>
            <p:cNvSpPr/>
            <p:nvPr/>
          </p:nvSpPr>
          <p:spPr>
            <a:xfrm>
              <a:off x="3441597" y="1811312"/>
              <a:ext cx="7505" cy="2035"/>
            </a:xfrm>
            <a:custGeom>
              <a:avLst/>
              <a:gdLst/>
              <a:ahLst/>
              <a:cxnLst/>
              <a:rect l="l" t="t" r="r" b="b"/>
              <a:pathLst>
                <a:path w="236" h="64" extrusionOk="0">
                  <a:moveTo>
                    <a:pt x="221" y="1"/>
                  </a:moveTo>
                  <a:lnTo>
                    <a:pt x="189" y="16"/>
                  </a:lnTo>
                  <a:lnTo>
                    <a:pt x="173" y="16"/>
                  </a:lnTo>
                  <a:lnTo>
                    <a:pt x="158" y="16"/>
                  </a:lnTo>
                  <a:lnTo>
                    <a:pt x="158" y="16"/>
                  </a:lnTo>
                  <a:cubicBezTo>
                    <a:pt x="141" y="16"/>
                    <a:pt x="141" y="16"/>
                    <a:pt x="141" y="32"/>
                  </a:cubicBezTo>
                  <a:lnTo>
                    <a:pt x="126" y="16"/>
                  </a:lnTo>
                  <a:cubicBezTo>
                    <a:pt x="110" y="32"/>
                    <a:pt x="110" y="32"/>
                    <a:pt x="95" y="32"/>
                  </a:cubicBezTo>
                  <a:lnTo>
                    <a:pt x="95" y="32"/>
                  </a:lnTo>
                  <a:cubicBezTo>
                    <a:pt x="78" y="32"/>
                    <a:pt x="63" y="16"/>
                    <a:pt x="63" y="16"/>
                  </a:cubicBezTo>
                  <a:lnTo>
                    <a:pt x="47" y="16"/>
                  </a:lnTo>
                  <a:lnTo>
                    <a:pt x="32" y="16"/>
                  </a:lnTo>
                  <a:lnTo>
                    <a:pt x="32" y="16"/>
                  </a:lnTo>
                  <a:cubicBezTo>
                    <a:pt x="15" y="16"/>
                    <a:pt x="0" y="16"/>
                    <a:pt x="0" y="47"/>
                  </a:cubicBezTo>
                  <a:cubicBezTo>
                    <a:pt x="0" y="47"/>
                    <a:pt x="0" y="64"/>
                    <a:pt x="15" y="64"/>
                  </a:cubicBezTo>
                  <a:lnTo>
                    <a:pt x="15" y="64"/>
                  </a:lnTo>
                  <a:cubicBezTo>
                    <a:pt x="78" y="64"/>
                    <a:pt x="158" y="47"/>
                    <a:pt x="221" y="16"/>
                  </a:cubicBezTo>
                  <a:cubicBezTo>
                    <a:pt x="204" y="32"/>
                    <a:pt x="110" y="47"/>
                    <a:pt x="110" y="47"/>
                  </a:cubicBezTo>
                  <a:lnTo>
                    <a:pt x="141" y="32"/>
                  </a:lnTo>
                  <a:cubicBezTo>
                    <a:pt x="173" y="32"/>
                    <a:pt x="204" y="16"/>
                    <a:pt x="236" y="16"/>
                  </a:cubicBezTo>
                  <a:cubicBezTo>
                    <a:pt x="221" y="16"/>
                    <a:pt x="221"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63" name="Google Shape;3963;p46"/>
            <p:cNvSpPr/>
            <p:nvPr/>
          </p:nvSpPr>
          <p:spPr>
            <a:xfrm>
              <a:off x="3033174" y="1802279"/>
              <a:ext cx="2035" cy="3053"/>
            </a:xfrm>
            <a:custGeom>
              <a:avLst/>
              <a:gdLst/>
              <a:ahLst/>
              <a:cxnLst/>
              <a:rect l="l" t="t" r="r" b="b"/>
              <a:pathLst>
                <a:path w="64" h="96" extrusionOk="0">
                  <a:moveTo>
                    <a:pt x="64" y="1"/>
                  </a:moveTo>
                  <a:lnTo>
                    <a:pt x="49" y="1"/>
                  </a:lnTo>
                  <a:cubicBezTo>
                    <a:pt x="32" y="1"/>
                    <a:pt x="32" y="1"/>
                    <a:pt x="17" y="16"/>
                  </a:cubicBezTo>
                  <a:lnTo>
                    <a:pt x="1" y="16"/>
                  </a:lnTo>
                  <a:lnTo>
                    <a:pt x="1" y="16"/>
                  </a:lnTo>
                  <a:cubicBezTo>
                    <a:pt x="1" y="32"/>
                    <a:pt x="1" y="32"/>
                    <a:pt x="17" y="48"/>
                  </a:cubicBezTo>
                  <a:lnTo>
                    <a:pt x="17" y="79"/>
                  </a:lnTo>
                  <a:lnTo>
                    <a:pt x="17" y="79"/>
                  </a:lnTo>
                  <a:lnTo>
                    <a:pt x="17" y="95"/>
                  </a:lnTo>
                  <a:lnTo>
                    <a:pt x="32" y="79"/>
                  </a:lnTo>
                  <a:cubicBezTo>
                    <a:pt x="49" y="64"/>
                    <a:pt x="49" y="64"/>
                    <a:pt x="64"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64" name="Google Shape;3964;p46"/>
            <p:cNvSpPr/>
            <p:nvPr/>
          </p:nvSpPr>
          <p:spPr>
            <a:xfrm>
              <a:off x="3326340" y="1768695"/>
              <a:ext cx="6042" cy="4039"/>
            </a:xfrm>
            <a:custGeom>
              <a:avLst/>
              <a:gdLst/>
              <a:ahLst/>
              <a:cxnLst/>
              <a:rect l="l" t="t" r="r" b="b"/>
              <a:pathLst>
                <a:path w="190" h="127" extrusionOk="0">
                  <a:moveTo>
                    <a:pt x="47" y="1"/>
                  </a:moveTo>
                  <a:cubicBezTo>
                    <a:pt x="32" y="17"/>
                    <a:pt x="16" y="32"/>
                    <a:pt x="0" y="64"/>
                  </a:cubicBezTo>
                  <a:lnTo>
                    <a:pt x="0" y="95"/>
                  </a:lnTo>
                  <a:lnTo>
                    <a:pt x="0" y="95"/>
                  </a:lnTo>
                  <a:cubicBezTo>
                    <a:pt x="0" y="112"/>
                    <a:pt x="16" y="112"/>
                    <a:pt x="16" y="112"/>
                  </a:cubicBezTo>
                  <a:lnTo>
                    <a:pt x="32" y="127"/>
                  </a:lnTo>
                  <a:cubicBezTo>
                    <a:pt x="47" y="127"/>
                    <a:pt x="63" y="112"/>
                    <a:pt x="63" y="95"/>
                  </a:cubicBezTo>
                  <a:cubicBezTo>
                    <a:pt x="79" y="64"/>
                    <a:pt x="95" y="49"/>
                    <a:pt x="95" y="49"/>
                  </a:cubicBezTo>
                  <a:lnTo>
                    <a:pt x="127" y="80"/>
                  </a:lnTo>
                  <a:cubicBezTo>
                    <a:pt x="142" y="95"/>
                    <a:pt x="142" y="95"/>
                    <a:pt x="158" y="95"/>
                  </a:cubicBezTo>
                  <a:cubicBezTo>
                    <a:pt x="158" y="95"/>
                    <a:pt x="173" y="95"/>
                    <a:pt x="173" y="80"/>
                  </a:cubicBezTo>
                  <a:cubicBezTo>
                    <a:pt x="190" y="64"/>
                    <a:pt x="190" y="49"/>
                    <a:pt x="173" y="32"/>
                  </a:cubicBezTo>
                  <a:lnTo>
                    <a:pt x="158" y="17"/>
                  </a:lnTo>
                  <a:cubicBezTo>
                    <a:pt x="158" y="32"/>
                    <a:pt x="142" y="49"/>
                    <a:pt x="142" y="49"/>
                  </a:cubicBezTo>
                  <a:lnTo>
                    <a:pt x="127" y="49"/>
                  </a:lnTo>
                  <a:cubicBezTo>
                    <a:pt x="110" y="49"/>
                    <a:pt x="110" y="49"/>
                    <a:pt x="95" y="32"/>
                  </a:cubicBezTo>
                  <a:lnTo>
                    <a:pt x="79" y="32"/>
                  </a:lnTo>
                  <a:lnTo>
                    <a:pt x="63" y="32"/>
                  </a:lnTo>
                  <a:cubicBezTo>
                    <a:pt x="47" y="32"/>
                    <a:pt x="47"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65" name="Google Shape;3965;p46"/>
            <p:cNvSpPr/>
            <p:nvPr/>
          </p:nvSpPr>
          <p:spPr>
            <a:xfrm>
              <a:off x="3357412" y="1800785"/>
              <a:ext cx="4516" cy="8046"/>
            </a:xfrm>
            <a:custGeom>
              <a:avLst/>
              <a:gdLst/>
              <a:ahLst/>
              <a:cxnLst/>
              <a:rect l="l" t="t" r="r" b="b"/>
              <a:pathLst>
                <a:path w="142" h="253" extrusionOk="0">
                  <a:moveTo>
                    <a:pt x="78" y="0"/>
                  </a:moveTo>
                  <a:lnTo>
                    <a:pt x="78" y="0"/>
                  </a:lnTo>
                  <a:cubicBezTo>
                    <a:pt x="63" y="0"/>
                    <a:pt x="63" y="0"/>
                    <a:pt x="47" y="16"/>
                  </a:cubicBezTo>
                  <a:lnTo>
                    <a:pt x="47" y="16"/>
                  </a:lnTo>
                  <a:cubicBezTo>
                    <a:pt x="47" y="32"/>
                    <a:pt x="63" y="32"/>
                    <a:pt x="47" y="48"/>
                  </a:cubicBezTo>
                  <a:lnTo>
                    <a:pt x="47" y="95"/>
                  </a:lnTo>
                  <a:lnTo>
                    <a:pt x="47" y="95"/>
                  </a:lnTo>
                  <a:lnTo>
                    <a:pt x="47" y="111"/>
                  </a:lnTo>
                  <a:lnTo>
                    <a:pt x="63" y="95"/>
                  </a:lnTo>
                  <a:lnTo>
                    <a:pt x="78" y="95"/>
                  </a:lnTo>
                  <a:lnTo>
                    <a:pt x="78" y="95"/>
                  </a:lnTo>
                  <a:lnTo>
                    <a:pt x="110" y="95"/>
                  </a:lnTo>
                  <a:cubicBezTo>
                    <a:pt x="126" y="111"/>
                    <a:pt x="126" y="142"/>
                    <a:pt x="110" y="142"/>
                  </a:cubicBezTo>
                  <a:lnTo>
                    <a:pt x="47" y="189"/>
                  </a:lnTo>
                  <a:cubicBezTo>
                    <a:pt x="47" y="205"/>
                    <a:pt x="32" y="205"/>
                    <a:pt x="32" y="205"/>
                  </a:cubicBezTo>
                  <a:cubicBezTo>
                    <a:pt x="15" y="205"/>
                    <a:pt x="15" y="205"/>
                    <a:pt x="0" y="189"/>
                  </a:cubicBezTo>
                  <a:cubicBezTo>
                    <a:pt x="15" y="221"/>
                    <a:pt x="15" y="237"/>
                    <a:pt x="15" y="252"/>
                  </a:cubicBezTo>
                  <a:lnTo>
                    <a:pt x="15" y="252"/>
                  </a:lnTo>
                  <a:cubicBezTo>
                    <a:pt x="78" y="252"/>
                    <a:pt x="110" y="205"/>
                    <a:pt x="126" y="174"/>
                  </a:cubicBezTo>
                  <a:lnTo>
                    <a:pt x="126" y="158"/>
                  </a:lnTo>
                  <a:cubicBezTo>
                    <a:pt x="141" y="158"/>
                    <a:pt x="141" y="142"/>
                    <a:pt x="141" y="126"/>
                  </a:cubicBezTo>
                  <a:lnTo>
                    <a:pt x="110" y="63"/>
                  </a:lnTo>
                  <a:lnTo>
                    <a:pt x="110" y="48"/>
                  </a:lnTo>
                  <a:cubicBezTo>
                    <a:pt x="126" y="32"/>
                    <a:pt x="110" y="16"/>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66" name="Google Shape;3966;p46"/>
            <p:cNvSpPr/>
            <p:nvPr/>
          </p:nvSpPr>
          <p:spPr>
            <a:xfrm>
              <a:off x="3040202" y="1790258"/>
              <a:ext cx="8046" cy="4516"/>
            </a:xfrm>
            <a:custGeom>
              <a:avLst/>
              <a:gdLst/>
              <a:ahLst/>
              <a:cxnLst/>
              <a:rect l="l" t="t" r="r" b="b"/>
              <a:pathLst>
                <a:path w="253" h="142" extrusionOk="0">
                  <a:moveTo>
                    <a:pt x="206" y="1"/>
                  </a:moveTo>
                  <a:cubicBezTo>
                    <a:pt x="143" y="1"/>
                    <a:pt x="63" y="16"/>
                    <a:pt x="0" y="16"/>
                  </a:cubicBezTo>
                  <a:lnTo>
                    <a:pt x="80" y="16"/>
                  </a:lnTo>
                  <a:cubicBezTo>
                    <a:pt x="95" y="16"/>
                    <a:pt x="95" y="1"/>
                    <a:pt x="111" y="1"/>
                  </a:cubicBezTo>
                  <a:lnTo>
                    <a:pt x="111" y="1"/>
                  </a:lnTo>
                  <a:lnTo>
                    <a:pt x="126" y="1"/>
                  </a:lnTo>
                  <a:cubicBezTo>
                    <a:pt x="143" y="16"/>
                    <a:pt x="158" y="32"/>
                    <a:pt x="143" y="47"/>
                  </a:cubicBezTo>
                  <a:lnTo>
                    <a:pt x="158" y="110"/>
                  </a:lnTo>
                  <a:cubicBezTo>
                    <a:pt x="158" y="127"/>
                    <a:pt x="174" y="142"/>
                    <a:pt x="189" y="142"/>
                  </a:cubicBezTo>
                  <a:lnTo>
                    <a:pt x="189" y="142"/>
                  </a:lnTo>
                  <a:lnTo>
                    <a:pt x="221" y="142"/>
                  </a:lnTo>
                  <a:cubicBezTo>
                    <a:pt x="237" y="142"/>
                    <a:pt x="252" y="127"/>
                    <a:pt x="252" y="110"/>
                  </a:cubicBezTo>
                  <a:cubicBezTo>
                    <a:pt x="252" y="95"/>
                    <a:pt x="237" y="79"/>
                    <a:pt x="221" y="7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67" name="Google Shape;3967;p46"/>
            <p:cNvSpPr/>
            <p:nvPr/>
          </p:nvSpPr>
          <p:spPr>
            <a:xfrm>
              <a:off x="3187517" y="1795283"/>
              <a:ext cx="3053" cy="2035"/>
            </a:xfrm>
            <a:custGeom>
              <a:avLst/>
              <a:gdLst/>
              <a:ahLst/>
              <a:cxnLst/>
              <a:rect l="l" t="t" r="r" b="b"/>
              <a:pathLst>
                <a:path w="96" h="64" extrusionOk="0">
                  <a:moveTo>
                    <a:pt x="80" y="0"/>
                  </a:moveTo>
                  <a:cubicBezTo>
                    <a:pt x="80" y="15"/>
                    <a:pt x="64" y="15"/>
                    <a:pt x="64" y="32"/>
                  </a:cubicBezTo>
                  <a:lnTo>
                    <a:pt x="1" y="32"/>
                  </a:lnTo>
                  <a:lnTo>
                    <a:pt x="1" y="32"/>
                  </a:lnTo>
                  <a:lnTo>
                    <a:pt x="1" y="32"/>
                  </a:lnTo>
                  <a:cubicBezTo>
                    <a:pt x="17" y="32"/>
                    <a:pt x="32" y="47"/>
                    <a:pt x="32" y="47"/>
                  </a:cubicBezTo>
                  <a:cubicBezTo>
                    <a:pt x="32" y="63"/>
                    <a:pt x="48" y="63"/>
                    <a:pt x="48" y="63"/>
                  </a:cubicBezTo>
                  <a:cubicBezTo>
                    <a:pt x="48" y="63"/>
                    <a:pt x="64" y="47"/>
                    <a:pt x="80" y="47"/>
                  </a:cubicBezTo>
                  <a:cubicBezTo>
                    <a:pt x="80" y="47"/>
                    <a:pt x="80" y="32"/>
                    <a:pt x="95" y="32"/>
                  </a:cubicBezTo>
                  <a:lnTo>
                    <a:pt x="95" y="15"/>
                  </a:lnTo>
                  <a:cubicBezTo>
                    <a:pt x="95" y="15"/>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68" name="Google Shape;3968;p46"/>
            <p:cNvSpPr/>
            <p:nvPr/>
          </p:nvSpPr>
          <p:spPr>
            <a:xfrm>
              <a:off x="3262669" y="1802279"/>
              <a:ext cx="6583" cy="4548"/>
            </a:xfrm>
            <a:custGeom>
              <a:avLst/>
              <a:gdLst/>
              <a:ahLst/>
              <a:cxnLst/>
              <a:rect l="l" t="t" r="r" b="b"/>
              <a:pathLst>
                <a:path w="207" h="143" extrusionOk="0">
                  <a:moveTo>
                    <a:pt x="112" y="142"/>
                  </a:moveTo>
                  <a:lnTo>
                    <a:pt x="112" y="142"/>
                  </a:lnTo>
                  <a:lnTo>
                    <a:pt x="112" y="142"/>
                  </a:lnTo>
                  <a:lnTo>
                    <a:pt x="112" y="142"/>
                  </a:lnTo>
                  <a:close/>
                  <a:moveTo>
                    <a:pt x="127" y="1"/>
                  </a:moveTo>
                  <a:lnTo>
                    <a:pt x="112" y="1"/>
                  </a:lnTo>
                  <a:cubicBezTo>
                    <a:pt x="112" y="1"/>
                    <a:pt x="95" y="1"/>
                    <a:pt x="95" y="16"/>
                  </a:cubicBezTo>
                  <a:lnTo>
                    <a:pt x="64" y="48"/>
                  </a:lnTo>
                  <a:lnTo>
                    <a:pt x="64" y="48"/>
                  </a:lnTo>
                  <a:cubicBezTo>
                    <a:pt x="49" y="48"/>
                    <a:pt x="32" y="48"/>
                    <a:pt x="17" y="64"/>
                  </a:cubicBezTo>
                  <a:cubicBezTo>
                    <a:pt x="1" y="79"/>
                    <a:pt x="1" y="95"/>
                    <a:pt x="17" y="111"/>
                  </a:cubicBezTo>
                  <a:cubicBezTo>
                    <a:pt x="17" y="127"/>
                    <a:pt x="32" y="127"/>
                    <a:pt x="32" y="127"/>
                  </a:cubicBezTo>
                  <a:cubicBezTo>
                    <a:pt x="49" y="127"/>
                    <a:pt x="49" y="111"/>
                    <a:pt x="49" y="111"/>
                  </a:cubicBezTo>
                  <a:lnTo>
                    <a:pt x="64" y="95"/>
                  </a:lnTo>
                  <a:cubicBezTo>
                    <a:pt x="80" y="79"/>
                    <a:pt x="80" y="79"/>
                    <a:pt x="95" y="79"/>
                  </a:cubicBezTo>
                  <a:lnTo>
                    <a:pt x="95" y="79"/>
                  </a:lnTo>
                  <a:lnTo>
                    <a:pt x="112" y="79"/>
                  </a:lnTo>
                  <a:lnTo>
                    <a:pt x="127" y="95"/>
                  </a:lnTo>
                  <a:lnTo>
                    <a:pt x="143" y="79"/>
                  </a:lnTo>
                  <a:lnTo>
                    <a:pt x="158" y="79"/>
                  </a:lnTo>
                  <a:cubicBezTo>
                    <a:pt x="175" y="79"/>
                    <a:pt x="190" y="95"/>
                    <a:pt x="190" y="127"/>
                  </a:cubicBezTo>
                  <a:lnTo>
                    <a:pt x="190" y="127"/>
                  </a:lnTo>
                  <a:lnTo>
                    <a:pt x="190" y="127"/>
                  </a:lnTo>
                  <a:lnTo>
                    <a:pt x="206" y="79"/>
                  </a:lnTo>
                  <a:cubicBezTo>
                    <a:pt x="206" y="64"/>
                    <a:pt x="206" y="48"/>
                    <a:pt x="190" y="32"/>
                  </a:cubicBezTo>
                  <a:lnTo>
                    <a:pt x="14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69" name="Google Shape;3969;p46"/>
            <p:cNvSpPr/>
            <p:nvPr/>
          </p:nvSpPr>
          <p:spPr>
            <a:xfrm>
              <a:off x="3372932" y="1787745"/>
              <a:ext cx="5565" cy="5565"/>
            </a:xfrm>
            <a:custGeom>
              <a:avLst/>
              <a:gdLst/>
              <a:ahLst/>
              <a:cxnLst/>
              <a:rect l="l" t="t" r="r" b="b"/>
              <a:pathLst>
                <a:path w="175" h="175" extrusionOk="0">
                  <a:moveTo>
                    <a:pt x="63" y="0"/>
                  </a:moveTo>
                  <a:lnTo>
                    <a:pt x="48" y="0"/>
                  </a:lnTo>
                  <a:cubicBezTo>
                    <a:pt x="48" y="0"/>
                    <a:pt x="32" y="0"/>
                    <a:pt x="32" y="17"/>
                  </a:cubicBezTo>
                  <a:lnTo>
                    <a:pt x="0" y="143"/>
                  </a:lnTo>
                  <a:cubicBezTo>
                    <a:pt x="0" y="158"/>
                    <a:pt x="0" y="158"/>
                    <a:pt x="16" y="174"/>
                  </a:cubicBezTo>
                  <a:lnTo>
                    <a:pt x="32" y="174"/>
                  </a:lnTo>
                  <a:lnTo>
                    <a:pt x="48" y="174"/>
                  </a:lnTo>
                  <a:lnTo>
                    <a:pt x="158" y="95"/>
                  </a:lnTo>
                  <a:lnTo>
                    <a:pt x="174" y="80"/>
                  </a:lnTo>
                  <a:lnTo>
                    <a:pt x="174" y="48"/>
                  </a:lnTo>
                  <a:cubicBezTo>
                    <a:pt x="158" y="32"/>
                    <a:pt x="158" y="32"/>
                    <a:pt x="143" y="32"/>
                  </a:cubicBezTo>
                  <a:lnTo>
                    <a:pt x="126" y="32"/>
                  </a:lnTo>
                  <a:lnTo>
                    <a:pt x="80" y="63"/>
                  </a:ln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70" name="Google Shape;3970;p46"/>
            <p:cNvSpPr/>
            <p:nvPr/>
          </p:nvSpPr>
          <p:spPr>
            <a:xfrm>
              <a:off x="3261206" y="1804792"/>
              <a:ext cx="7505" cy="9032"/>
            </a:xfrm>
            <a:custGeom>
              <a:avLst/>
              <a:gdLst/>
              <a:ahLst/>
              <a:cxnLst/>
              <a:rect l="l" t="t" r="r" b="b"/>
              <a:pathLst>
                <a:path w="236" h="284" extrusionOk="0">
                  <a:moveTo>
                    <a:pt x="204" y="0"/>
                  </a:moveTo>
                  <a:lnTo>
                    <a:pt x="189" y="0"/>
                  </a:lnTo>
                  <a:lnTo>
                    <a:pt x="173" y="16"/>
                  </a:lnTo>
                  <a:lnTo>
                    <a:pt x="173" y="48"/>
                  </a:lnTo>
                  <a:lnTo>
                    <a:pt x="158" y="63"/>
                  </a:lnTo>
                  <a:lnTo>
                    <a:pt x="158" y="63"/>
                  </a:lnTo>
                  <a:lnTo>
                    <a:pt x="158" y="95"/>
                  </a:lnTo>
                  <a:lnTo>
                    <a:pt x="158" y="95"/>
                  </a:lnTo>
                  <a:lnTo>
                    <a:pt x="78" y="189"/>
                  </a:lnTo>
                  <a:lnTo>
                    <a:pt x="78" y="206"/>
                  </a:lnTo>
                  <a:cubicBezTo>
                    <a:pt x="78" y="221"/>
                    <a:pt x="63" y="237"/>
                    <a:pt x="47" y="237"/>
                  </a:cubicBezTo>
                  <a:lnTo>
                    <a:pt x="47" y="237"/>
                  </a:lnTo>
                  <a:cubicBezTo>
                    <a:pt x="15" y="237"/>
                    <a:pt x="15" y="221"/>
                    <a:pt x="15" y="206"/>
                  </a:cubicBezTo>
                  <a:lnTo>
                    <a:pt x="15" y="206"/>
                  </a:lnTo>
                  <a:cubicBezTo>
                    <a:pt x="0" y="221"/>
                    <a:pt x="0" y="237"/>
                    <a:pt x="15" y="252"/>
                  </a:cubicBezTo>
                  <a:lnTo>
                    <a:pt x="47" y="284"/>
                  </a:lnTo>
                  <a:lnTo>
                    <a:pt x="78" y="284"/>
                  </a:lnTo>
                  <a:lnTo>
                    <a:pt x="78" y="284"/>
                  </a:lnTo>
                  <a:cubicBezTo>
                    <a:pt x="95" y="284"/>
                    <a:pt x="95" y="284"/>
                    <a:pt x="95" y="269"/>
                  </a:cubicBezTo>
                  <a:lnTo>
                    <a:pt x="189" y="158"/>
                  </a:lnTo>
                  <a:lnTo>
                    <a:pt x="189" y="158"/>
                  </a:lnTo>
                  <a:lnTo>
                    <a:pt x="221" y="158"/>
                  </a:lnTo>
                  <a:cubicBezTo>
                    <a:pt x="221" y="142"/>
                    <a:pt x="236" y="142"/>
                    <a:pt x="236" y="126"/>
                  </a:cubicBezTo>
                  <a:lnTo>
                    <a:pt x="236" y="48"/>
                  </a:lnTo>
                  <a:lnTo>
                    <a:pt x="236" y="48"/>
                  </a:lnTo>
                  <a:cubicBezTo>
                    <a:pt x="236" y="16"/>
                    <a:pt x="221" y="0"/>
                    <a:pt x="20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71" name="Google Shape;3971;p46"/>
            <p:cNvSpPr/>
            <p:nvPr/>
          </p:nvSpPr>
          <p:spPr>
            <a:xfrm>
              <a:off x="3227590" y="1789272"/>
              <a:ext cx="2576" cy="7505"/>
            </a:xfrm>
            <a:custGeom>
              <a:avLst/>
              <a:gdLst/>
              <a:ahLst/>
              <a:cxnLst/>
              <a:rect l="l" t="t" r="r" b="b"/>
              <a:pathLst>
                <a:path w="81" h="236" extrusionOk="0">
                  <a:moveTo>
                    <a:pt x="17" y="0"/>
                  </a:moveTo>
                  <a:lnTo>
                    <a:pt x="17" y="15"/>
                  </a:lnTo>
                  <a:lnTo>
                    <a:pt x="1" y="189"/>
                  </a:lnTo>
                  <a:cubicBezTo>
                    <a:pt x="1" y="221"/>
                    <a:pt x="17" y="236"/>
                    <a:pt x="32" y="236"/>
                  </a:cubicBezTo>
                  <a:lnTo>
                    <a:pt x="32" y="236"/>
                  </a:lnTo>
                  <a:cubicBezTo>
                    <a:pt x="49" y="236"/>
                    <a:pt x="64" y="221"/>
                    <a:pt x="64" y="204"/>
                  </a:cubicBezTo>
                  <a:lnTo>
                    <a:pt x="80" y="95"/>
                  </a:lnTo>
                  <a:cubicBezTo>
                    <a:pt x="64" y="95"/>
                    <a:pt x="64" y="95"/>
                    <a:pt x="64" y="7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72" name="Google Shape;3972;p46"/>
            <p:cNvSpPr/>
            <p:nvPr/>
          </p:nvSpPr>
          <p:spPr>
            <a:xfrm>
              <a:off x="3413514" y="1771716"/>
              <a:ext cx="2544" cy="3562"/>
            </a:xfrm>
            <a:custGeom>
              <a:avLst/>
              <a:gdLst/>
              <a:ahLst/>
              <a:cxnLst/>
              <a:rect l="l" t="t" r="r" b="b"/>
              <a:pathLst>
                <a:path w="80" h="112" extrusionOk="0">
                  <a:moveTo>
                    <a:pt x="79" y="0"/>
                  </a:moveTo>
                  <a:cubicBezTo>
                    <a:pt x="64" y="17"/>
                    <a:pt x="32" y="32"/>
                    <a:pt x="1" y="48"/>
                  </a:cubicBezTo>
                  <a:lnTo>
                    <a:pt x="1" y="80"/>
                  </a:lnTo>
                  <a:lnTo>
                    <a:pt x="1" y="111"/>
                  </a:lnTo>
                  <a:lnTo>
                    <a:pt x="1" y="111"/>
                  </a:lnTo>
                  <a:lnTo>
                    <a:pt x="64" y="95"/>
                  </a:lnTo>
                  <a:lnTo>
                    <a:pt x="64" y="95"/>
                  </a:lnTo>
                  <a:lnTo>
                    <a:pt x="64" y="80"/>
                  </a:lnTo>
                  <a:cubicBezTo>
                    <a:pt x="64" y="80"/>
                    <a:pt x="64" y="63"/>
                    <a:pt x="79" y="48"/>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73" name="Google Shape;3973;p46"/>
            <p:cNvSpPr/>
            <p:nvPr/>
          </p:nvSpPr>
          <p:spPr>
            <a:xfrm>
              <a:off x="3198553" y="1790735"/>
              <a:ext cx="5025" cy="4580"/>
            </a:xfrm>
            <a:custGeom>
              <a:avLst/>
              <a:gdLst/>
              <a:ahLst/>
              <a:cxnLst/>
              <a:rect l="l" t="t" r="r" b="b"/>
              <a:pathLst>
                <a:path w="158" h="144" extrusionOk="0">
                  <a:moveTo>
                    <a:pt x="48" y="1"/>
                  </a:moveTo>
                  <a:lnTo>
                    <a:pt x="32" y="1"/>
                  </a:lnTo>
                  <a:cubicBezTo>
                    <a:pt x="17" y="1"/>
                    <a:pt x="17" y="17"/>
                    <a:pt x="17" y="32"/>
                  </a:cubicBezTo>
                  <a:cubicBezTo>
                    <a:pt x="0" y="32"/>
                    <a:pt x="17" y="32"/>
                    <a:pt x="17" y="49"/>
                  </a:cubicBezTo>
                  <a:lnTo>
                    <a:pt x="32" y="49"/>
                  </a:lnTo>
                  <a:cubicBezTo>
                    <a:pt x="48" y="49"/>
                    <a:pt x="63" y="64"/>
                    <a:pt x="63" y="80"/>
                  </a:cubicBezTo>
                  <a:cubicBezTo>
                    <a:pt x="80" y="80"/>
                    <a:pt x="80" y="95"/>
                    <a:pt x="80" y="112"/>
                  </a:cubicBezTo>
                  <a:cubicBezTo>
                    <a:pt x="80" y="143"/>
                    <a:pt x="95" y="143"/>
                    <a:pt x="111" y="143"/>
                  </a:cubicBezTo>
                  <a:lnTo>
                    <a:pt x="111" y="143"/>
                  </a:lnTo>
                  <a:lnTo>
                    <a:pt x="111" y="143"/>
                  </a:lnTo>
                  <a:cubicBezTo>
                    <a:pt x="143" y="143"/>
                    <a:pt x="158" y="127"/>
                    <a:pt x="143" y="112"/>
                  </a:cubicBezTo>
                  <a:cubicBezTo>
                    <a:pt x="143" y="32"/>
                    <a:pt x="111"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74" name="Google Shape;3974;p46"/>
            <p:cNvSpPr/>
            <p:nvPr/>
          </p:nvSpPr>
          <p:spPr>
            <a:xfrm>
              <a:off x="3391951" y="1781257"/>
              <a:ext cx="5565" cy="4039"/>
            </a:xfrm>
            <a:custGeom>
              <a:avLst/>
              <a:gdLst/>
              <a:ahLst/>
              <a:cxnLst/>
              <a:rect l="l" t="t" r="r" b="b"/>
              <a:pathLst>
                <a:path w="175" h="127" extrusionOk="0">
                  <a:moveTo>
                    <a:pt x="32" y="0"/>
                  </a:moveTo>
                  <a:lnTo>
                    <a:pt x="32" y="0"/>
                  </a:lnTo>
                  <a:lnTo>
                    <a:pt x="17" y="0"/>
                  </a:lnTo>
                  <a:cubicBezTo>
                    <a:pt x="1" y="0"/>
                    <a:pt x="1" y="15"/>
                    <a:pt x="1" y="32"/>
                  </a:cubicBezTo>
                  <a:lnTo>
                    <a:pt x="1" y="47"/>
                  </a:lnTo>
                  <a:lnTo>
                    <a:pt x="17" y="47"/>
                  </a:lnTo>
                  <a:cubicBezTo>
                    <a:pt x="32" y="47"/>
                    <a:pt x="32" y="32"/>
                    <a:pt x="32" y="32"/>
                  </a:cubicBezTo>
                  <a:lnTo>
                    <a:pt x="32" y="32"/>
                  </a:lnTo>
                  <a:cubicBezTo>
                    <a:pt x="49" y="32"/>
                    <a:pt x="64" y="47"/>
                    <a:pt x="64" y="63"/>
                  </a:cubicBezTo>
                  <a:cubicBezTo>
                    <a:pt x="80" y="78"/>
                    <a:pt x="64" y="95"/>
                    <a:pt x="49" y="110"/>
                  </a:cubicBezTo>
                  <a:lnTo>
                    <a:pt x="32" y="110"/>
                  </a:lnTo>
                  <a:lnTo>
                    <a:pt x="32" y="126"/>
                  </a:lnTo>
                  <a:lnTo>
                    <a:pt x="49" y="126"/>
                  </a:lnTo>
                  <a:lnTo>
                    <a:pt x="64" y="126"/>
                  </a:lnTo>
                  <a:lnTo>
                    <a:pt x="112" y="110"/>
                  </a:lnTo>
                  <a:cubicBezTo>
                    <a:pt x="112" y="95"/>
                    <a:pt x="127" y="95"/>
                    <a:pt x="127" y="95"/>
                  </a:cubicBezTo>
                  <a:lnTo>
                    <a:pt x="143" y="95"/>
                  </a:lnTo>
                  <a:lnTo>
                    <a:pt x="143" y="95"/>
                  </a:lnTo>
                  <a:lnTo>
                    <a:pt x="158" y="95"/>
                  </a:lnTo>
                  <a:cubicBezTo>
                    <a:pt x="175" y="95"/>
                    <a:pt x="175" y="78"/>
                    <a:pt x="175" y="63"/>
                  </a:cubicBezTo>
                  <a:cubicBezTo>
                    <a:pt x="175" y="47"/>
                    <a:pt x="158" y="32"/>
                    <a:pt x="143" y="32"/>
                  </a:cubicBezTo>
                  <a:lnTo>
                    <a:pt x="127" y="32"/>
                  </a:lnTo>
                  <a:lnTo>
                    <a:pt x="80" y="47"/>
                  </a:lnTo>
                  <a:lnTo>
                    <a:pt x="64" y="32"/>
                  </a:lnTo>
                  <a:lnTo>
                    <a:pt x="64" y="15"/>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75" name="Google Shape;3975;p46"/>
            <p:cNvSpPr/>
            <p:nvPr/>
          </p:nvSpPr>
          <p:spPr>
            <a:xfrm>
              <a:off x="3350861" y="1782243"/>
              <a:ext cx="5057" cy="5057"/>
            </a:xfrm>
            <a:custGeom>
              <a:avLst/>
              <a:gdLst/>
              <a:ahLst/>
              <a:cxnLst/>
              <a:rect l="l" t="t" r="r" b="b"/>
              <a:pathLst>
                <a:path w="159" h="159" extrusionOk="0">
                  <a:moveTo>
                    <a:pt x="80" y="1"/>
                  </a:moveTo>
                  <a:lnTo>
                    <a:pt x="80" y="1"/>
                  </a:lnTo>
                  <a:lnTo>
                    <a:pt x="80" y="1"/>
                  </a:lnTo>
                  <a:lnTo>
                    <a:pt x="64" y="16"/>
                  </a:lnTo>
                  <a:lnTo>
                    <a:pt x="17" y="110"/>
                  </a:lnTo>
                  <a:cubicBezTo>
                    <a:pt x="1" y="110"/>
                    <a:pt x="1" y="127"/>
                    <a:pt x="1" y="127"/>
                  </a:cubicBezTo>
                  <a:lnTo>
                    <a:pt x="32" y="158"/>
                  </a:lnTo>
                  <a:lnTo>
                    <a:pt x="49" y="158"/>
                  </a:lnTo>
                  <a:lnTo>
                    <a:pt x="64" y="142"/>
                  </a:lnTo>
                  <a:lnTo>
                    <a:pt x="95" y="95"/>
                  </a:lnTo>
                  <a:lnTo>
                    <a:pt x="112" y="95"/>
                  </a:lnTo>
                  <a:lnTo>
                    <a:pt x="143" y="95"/>
                  </a:lnTo>
                  <a:cubicBezTo>
                    <a:pt x="143" y="79"/>
                    <a:pt x="158" y="64"/>
                    <a:pt x="143" y="47"/>
                  </a:cubicBezTo>
                  <a:lnTo>
                    <a:pt x="143" y="32"/>
                  </a:lnTo>
                  <a:lnTo>
                    <a:pt x="112" y="16"/>
                  </a:lnTo>
                  <a:cubicBezTo>
                    <a:pt x="112"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76" name="Google Shape;3976;p46"/>
            <p:cNvSpPr/>
            <p:nvPr/>
          </p:nvSpPr>
          <p:spPr>
            <a:xfrm>
              <a:off x="3093314" y="1790258"/>
              <a:ext cx="3562" cy="3053"/>
            </a:xfrm>
            <a:custGeom>
              <a:avLst/>
              <a:gdLst/>
              <a:ahLst/>
              <a:cxnLst/>
              <a:rect l="l" t="t" r="r" b="b"/>
              <a:pathLst>
                <a:path w="112" h="96" extrusionOk="0">
                  <a:moveTo>
                    <a:pt x="0" y="1"/>
                  </a:moveTo>
                  <a:lnTo>
                    <a:pt x="0" y="32"/>
                  </a:lnTo>
                  <a:cubicBezTo>
                    <a:pt x="0" y="47"/>
                    <a:pt x="17" y="64"/>
                    <a:pt x="32" y="64"/>
                  </a:cubicBezTo>
                  <a:lnTo>
                    <a:pt x="32" y="64"/>
                  </a:lnTo>
                  <a:lnTo>
                    <a:pt x="32" y="64"/>
                  </a:lnTo>
                  <a:cubicBezTo>
                    <a:pt x="48" y="64"/>
                    <a:pt x="48" y="64"/>
                    <a:pt x="63" y="79"/>
                  </a:cubicBezTo>
                  <a:lnTo>
                    <a:pt x="63" y="79"/>
                  </a:lnTo>
                  <a:lnTo>
                    <a:pt x="63" y="79"/>
                  </a:lnTo>
                  <a:lnTo>
                    <a:pt x="80" y="79"/>
                  </a:lnTo>
                  <a:lnTo>
                    <a:pt x="95" y="95"/>
                  </a:lnTo>
                  <a:lnTo>
                    <a:pt x="95" y="95"/>
                  </a:lnTo>
                  <a:cubicBezTo>
                    <a:pt x="95" y="79"/>
                    <a:pt x="111" y="79"/>
                    <a:pt x="111" y="79"/>
                  </a:cubicBezTo>
                  <a:cubicBezTo>
                    <a:pt x="111" y="64"/>
                    <a:pt x="111" y="47"/>
                    <a:pt x="95" y="47"/>
                  </a:cubicBezTo>
                  <a:lnTo>
                    <a:pt x="17" y="16"/>
                  </a:lnTo>
                  <a:cubicBezTo>
                    <a:pt x="0" y="16"/>
                    <a:pt x="0" y="1"/>
                    <a:pt x="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77" name="Google Shape;3977;p46"/>
            <p:cNvSpPr/>
            <p:nvPr/>
          </p:nvSpPr>
          <p:spPr>
            <a:xfrm>
              <a:off x="3271701" y="1773720"/>
              <a:ext cx="4548" cy="1018"/>
            </a:xfrm>
            <a:custGeom>
              <a:avLst/>
              <a:gdLst/>
              <a:ahLst/>
              <a:cxnLst/>
              <a:rect l="l" t="t" r="r" b="b"/>
              <a:pathLst>
                <a:path w="143" h="32" extrusionOk="0">
                  <a:moveTo>
                    <a:pt x="95" y="0"/>
                  </a:moveTo>
                  <a:lnTo>
                    <a:pt x="95" y="0"/>
                  </a:lnTo>
                  <a:cubicBezTo>
                    <a:pt x="95" y="0"/>
                    <a:pt x="95" y="17"/>
                    <a:pt x="80" y="17"/>
                  </a:cubicBezTo>
                  <a:lnTo>
                    <a:pt x="63" y="17"/>
                  </a:lnTo>
                  <a:cubicBezTo>
                    <a:pt x="48" y="17"/>
                    <a:pt x="48" y="17"/>
                    <a:pt x="32" y="0"/>
                  </a:cubicBezTo>
                  <a:lnTo>
                    <a:pt x="32" y="0"/>
                  </a:lnTo>
                  <a:lnTo>
                    <a:pt x="17" y="0"/>
                  </a:lnTo>
                  <a:cubicBezTo>
                    <a:pt x="17" y="17"/>
                    <a:pt x="0" y="17"/>
                    <a:pt x="0" y="32"/>
                  </a:cubicBezTo>
                  <a:lnTo>
                    <a:pt x="111" y="17"/>
                  </a:lnTo>
                  <a:lnTo>
                    <a:pt x="111" y="17"/>
                  </a:lnTo>
                  <a:cubicBezTo>
                    <a:pt x="127" y="17"/>
                    <a:pt x="127" y="32"/>
                    <a:pt x="143" y="32"/>
                  </a:cubicBezTo>
                  <a:lnTo>
                    <a:pt x="143" y="17"/>
                  </a:lnTo>
                  <a:cubicBezTo>
                    <a:pt x="127" y="0"/>
                    <a:pt x="127"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78" name="Google Shape;3978;p46"/>
            <p:cNvSpPr/>
            <p:nvPr/>
          </p:nvSpPr>
          <p:spPr>
            <a:xfrm>
              <a:off x="3403496" y="1768695"/>
              <a:ext cx="6042" cy="3053"/>
            </a:xfrm>
            <a:custGeom>
              <a:avLst/>
              <a:gdLst/>
              <a:ahLst/>
              <a:cxnLst/>
              <a:rect l="l" t="t" r="r" b="b"/>
              <a:pathLst>
                <a:path w="190" h="96" extrusionOk="0">
                  <a:moveTo>
                    <a:pt x="110" y="1"/>
                  </a:moveTo>
                  <a:lnTo>
                    <a:pt x="110" y="17"/>
                  </a:lnTo>
                  <a:cubicBezTo>
                    <a:pt x="127" y="32"/>
                    <a:pt x="110" y="49"/>
                    <a:pt x="95" y="64"/>
                  </a:cubicBezTo>
                  <a:lnTo>
                    <a:pt x="79" y="64"/>
                  </a:lnTo>
                  <a:cubicBezTo>
                    <a:pt x="64" y="64"/>
                    <a:pt x="64" y="64"/>
                    <a:pt x="47" y="49"/>
                  </a:cubicBezTo>
                  <a:lnTo>
                    <a:pt x="47" y="32"/>
                  </a:lnTo>
                  <a:lnTo>
                    <a:pt x="16" y="32"/>
                  </a:lnTo>
                  <a:cubicBezTo>
                    <a:pt x="1" y="49"/>
                    <a:pt x="1" y="49"/>
                    <a:pt x="1" y="64"/>
                  </a:cubicBezTo>
                  <a:lnTo>
                    <a:pt x="32" y="95"/>
                  </a:lnTo>
                  <a:lnTo>
                    <a:pt x="47" y="95"/>
                  </a:lnTo>
                  <a:cubicBezTo>
                    <a:pt x="79" y="80"/>
                    <a:pt x="95" y="80"/>
                    <a:pt x="110" y="80"/>
                  </a:cubicBezTo>
                  <a:cubicBezTo>
                    <a:pt x="110" y="64"/>
                    <a:pt x="127" y="49"/>
                    <a:pt x="142" y="32"/>
                  </a:cubicBezTo>
                  <a:lnTo>
                    <a:pt x="158" y="32"/>
                  </a:lnTo>
                  <a:lnTo>
                    <a:pt x="158" y="32"/>
                  </a:lnTo>
                  <a:cubicBezTo>
                    <a:pt x="174" y="32"/>
                    <a:pt x="190" y="32"/>
                    <a:pt x="190" y="49"/>
                  </a:cubicBezTo>
                  <a:cubicBezTo>
                    <a:pt x="190" y="32"/>
                    <a:pt x="174" y="32"/>
                    <a:pt x="174" y="32"/>
                  </a:cubicBezTo>
                  <a:cubicBezTo>
                    <a:pt x="158" y="17"/>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79" name="Google Shape;3979;p46"/>
            <p:cNvSpPr/>
            <p:nvPr/>
          </p:nvSpPr>
          <p:spPr>
            <a:xfrm>
              <a:off x="3410016" y="1766691"/>
              <a:ext cx="6042" cy="3562"/>
            </a:xfrm>
            <a:custGeom>
              <a:avLst/>
              <a:gdLst/>
              <a:ahLst/>
              <a:cxnLst/>
              <a:rect l="l" t="t" r="r" b="b"/>
              <a:pathLst>
                <a:path w="190" h="112" extrusionOk="0">
                  <a:moveTo>
                    <a:pt x="158" y="1"/>
                  </a:moveTo>
                  <a:lnTo>
                    <a:pt x="142" y="1"/>
                  </a:lnTo>
                  <a:lnTo>
                    <a:pt x="142" y="1"/>
                  </a:lnTo>
                  <a:lnTo>
                    <a:pt x="48" y="32"/>
                  </a:lnTo>
                  <a:cubicBezTo>
                    <a:pt x="48" y="49"/>
                    <a:pt x="48" y="49"/>
                    <a:pt x="32" y="64"/>
                  </a:cubicBezTo>
                  <a:lnTo>
                    <a:pt x="16" y="64"/>
                  </a:lnTo>
                  <a:lnTo>
                    <a:pt x="0" y="64"/>
                  </a:lnTo>
                  <a:lnTo>
                    <a:pt x="0" y="80"/>
                  </a:lnTo>
                  <a:cubicBezTo>
                    <a:pt x="16" y="95"/>
                    <a:pt x="32" y="112"/>
                    <a:pt x="48" y="112"/>
                  </a:cubicBezTo>
                  <a:lnTo>
                    <a:pt x="48" y="95"/>
                  </a:lnTo>
                  <a:lnTo>
                    <a:pt x="126" y="80"/>
                  </a:lnTo>
                  <a:cubicBezTo>
                    <a:pt x="126" y="64"/>
                    <a:pt x="142" y="49"/>
                    <a:pt x="158" y="49"/>
                  </a:cubicBezTo>
                  <a:lnTo>
                    <a:pt x="158" y="49"/>
                  </a:lnTo>
                  <a:lnTo>
                    <a:pt x="174" y="49"/>
                  </a:lnTo>
                  <a:lnTo>
                    <a:pt x="189" y="49"/>
                  </a:lnTo>
                  <a:lnTo>
                    <a:pt x="189" y="32"/>
                  </a:lnTo>
                  <a:cubicBezTo>
                    <a:pt x="189" y="17"/>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80" name="Google Shape;3980;p46"/>
            <p:cNvSpPr/>
            <p:nvPr/>
          </p:nvSpPr>
          <p:spPr>
            <a:xfrm>
              <a:off x="3110361" y="1795283"/>
              <a:ext cx="3021" cy="5025"/>
            </a:xfrm>
            <a:custGeom>
              <a:avLst/>
              <a:gdLst/>
              <a:ahLst/>
              <a:cxnLst/>
              <a:rect l="l" t="t" r="r" b="b"/>
              <a:pathLst>
                <a:path w="95" h="158" extrusionOk="0">
                  <a:moveTo>
                    <a:pt x="48" y="47"/>
                  </a:moveTo>
                  <a:lnTo>
                    <a:pt x="32" y="63"/>
                  </a:lnTo>
                  <a:lnTo>
                    <a:pt x="17" y="63"/>
                  </a:lnTo>
                  <a:lnTo>
                    <a:pt x="0" y="63"/>
                  </a:lnTo>
                  <a:lnTo>
                    <a:pt x="0" y="95"/>
                  </a:lnTo>
                  <a:cubicBezTo>
                    <a:pt x="0" y="110"/>
                    <a:pt x="32" y="142"/>
                    <a:pt x="48" y="158"/>
                  </a:cubicBezTo>
                  <a:lnTo>
                    <a:pt x="63" y="158"/>
                  </a:lnTo>
                  <a:cubicBezTo>
                    <a:pt x="80" y="158"/>
                    <a:pt x="95" y="158"/>
                    <a:pt x="95" y="142"/>
                  </a:cubicBezTo>
                  <a:lnTo>
                    <a:pt x="95" y="142"/>
                  </a:lnTo>
                  <a:cubicBezTo>
                    <a:pt x="80" y="142"/>
                    <a:pt x="63" y="142"/>
                    <a:pt x="63" y="126"/>
                  </a:cubicBezTo>
                  <a:cubicBezTo>
                    <a:pt x="48" y="110"/>
                    <a:pt x="48" y="95"/>
                    <a:pt x="63" y="78"/>
                  </a:cubicBezTo>
                  <a:lnTo>
                    <a:pt x="63" y="78"/>
                  </a:lnTo>
                  <a:lnTo>
                    <a:pt x="63" y="78"/>
                  </a:lnTo>
                  <a:cubicBezTo>
                    <a:pt x="63" y="78"/>
                    <a:pt x="63" y="63"/>
                    <a:pt x="48" y="47"/>
                  </a:cubicBezTo>
                  <a:close/>
                  <a:moveTo>
                    <a:pt x="0" y="0"/>
                  </a:moveTo>
                  <a:lnTo>
                    <a:pt x="0" y="0"/>
                  </a:lnTo>
                  <a:lnTo>
                    <a:pt x="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81" name="Google Shape;3981;p46"/>
            <p:cNvSpPr/>
            <p:nvPr/>
          </p:nvSpPr>
          <p:spPr>
            <a:xfrm>
              <a:off x="3268680" y="1767709"/>
              <a:ext cx="7060" cy="13580"/>
            </a:xfrm>
            <a:custGeom>
              <a:avLst/>
              <a:gdLst/>
              <a:ahLst/>
              <a:cxnLst/>
              <a:rect l="l" t="t" r="r" b="b"/>
              <a:pathLst>
                <a:path w="222" h="427" extrusionOk="0">
                  <a:moveTo>
                    <a:pt x="112" y="174"/>
                  </a:moveTo>
                  <a:cubicBezTo>
                    <a:pt x="95" y="174"/>
                    <a:pt x="95" y="174"/>
                    <a:pt x="80" y="189"/>
                  </a:cubicBezTo>
                  <a:lnTo>
                    <a:pt x="64" y="189"/>
                  </a:lnTo>
                  <a:lnTo>
                    <a:pt x="32" y="189"/>
                  </a:lnTo>
                  <a:cubicBezTo>
                    <a:pt x="32" y="206"/>
                    <a:pt x="32" y="221"/>
                    <a:pt x="17" y="237"/>
                  </a:cubicBezTo>
                  <a:cubicBezTo>
                    <a:pt x="17" y="269"/>
                    <a:pt x="17" y="284"/>
                    <a:pt x="1" y="315"/>
                  </a:cubicBezTo>
                  <a:cubicBezTo>
                    <a:pt x="1" y="315"/>
                    <a:pt x="1" y="332"/>
                    <a:pt x="17" y="347"/>
                  </a:cubicBezTo>
                  <a:lnTo>
                    <a:pt x="49" y="410"/>
                  </a:lnTo>
                  <a:cubicBezTo>
                    <a:pt x="64" y="426"/>
                    <a:pt x="64" y="426"/>
                    <a:pt x="80" y="426"/>
                  </a:cubicBezTo>
                  <a:lnTo>
                    <a:pt x="80" y="426"/>
                  </a:lnTo>
                  <a:lnTo>
                    <a:pt x="95" y="426"/>
                  </a:lnTo>
                  <a:lnTo>
                    <a:pt x="112" y="426"/>
                  </a:lnTo>
                  <a:cubicBezTo>
                    <a:pt x="95" y="410"/>
                    <a:pt x="95" y="395"/>
                    <a:pt x="112" y="395"/>
                  </a:cubicBezTo>
                  <a:cubicBezTo>
                    <a:pt x="112" y="378"/>
                    <a:pt x="127" y="363"/>
                    <a:pt x="127" y="363"/>
                  </a:cubicBezTo>
                  <a:lnTo>
                    <a:pt x="143" y="363"/>
                  </a:lnTo>
                  <a:lnTo>
                    <a:pt x="143" y="363"/>
                  </a:lnTo>
                  <a:lnTo>
                    <a:pt x="190" y="378"/>
                  </a:lnTo>
                  <a:lnTo>
                    <a:pt x="190" y="378"/>
                  </a:lnTo>
                  <a:lnTo>
                    <a:pt x="206" y="378"/>
                  </a:lnTo>
                  <a:cubicBezTo>
                    <a:pt x="222" y="363"/>
                    <a:pt x="222" y="347"/>
                    <a:pt x="222" y="347"/>
                  </a:cubicBezTo>
                  <a:lnTo>
                    <a:pt x="222" y="332"/>
                  </a:lnTo>
                  <a:cubicBezTo>
                    <a:pt x="206" y="315"/>
                    <a:pt x="206" y="315"/>
                    <a:pt x="190" y="315"/>
                  </a:cubicBezTo>
                  <a:lnTo>
                    <a:pt x="158" y="315"/>
                  </a:lnTo>
                  <a:lnTo>
                    <a:pt x="95" y="347"/>
                  </a:lnTo>
                  <a:lnTo>
                    <a:pt x="95" y="347"/>
                  </a:lnTo>
                  <a:lnTo>
                    <a:pt x="80" y="363"/>
                  </a:lnTo>
                  <a:cubicBezTo>
                    <a:pt x="80" y="363"/>
                    <a:pt x="64" y="378"/>
                    <a:pt x="49" y="378"/>
                  </a:cubicBezTo>
                  <a:cubicBezTo>
                    <a:pt x="49" y="378"/>
                    <a:pt x="32" y="378"/>
                    <a:pt x="32" y="363"/>
                  </a:cubicBezTo>
                  <a:cubicBezTo>
                    <a:pt x="17" y="347"/>
                    <a:pt x="17" y="332"/>
                    <a:pt x="32" y="315"/>
                  </a:cubicBezTo>
                  <a:lnTo>
                    <a:pt x="64" y="269"/>
                  </a:lnTo>
                  <a:lnTo>
                    <a:pt x="64" y="252"/>
                  </a:lnTo>
                  <a:cubicBezTo>
                    <a:pt x="64" y="237"/>
                    <a:pt x="80" y="221"/>
                    <a:pt x="95" y="221"/>
                  </a:cubicBezTo>
                  <a:lnTo>
                    <a:pt x="95" y="221"/>
                  </a:lnTo>
                  <a:cubicBezTo>
                    <a:pt x="95" y="206"/>
                    <a:pt x="112" y="206"/>
                    <a:pt x="112" y="189"/>
                  </a:cubicBezTo>
                  <a:lnTo>
                    <a:pt x="112" y="174"/>
                  </a:lnTo>
                  <a:lnTo>
                    <a:pt x="112" y="174"/>
                  </a:lnTo>
                  <a:close/>
                  <a:moveTo>
                    <a:pt x="143" y="0"/>
                  </a:moveTo>
                  <a:lnTo>
                    <a:pt x="143" y="0"/>
                  </a:lnTo>
                  <a:cubicBezTo>
                    <a:pt x="143" y="17"/>
                    <a:pt x="143" y="17"/>
                    <a:pt x="127" y="17"/>
                  </a:cubicBezTo>
                  <a:lnTo>
                    <a:pt x="112" y="32"/>
                  </a:lnTo>
                  <a:lnTo>
                    <a:pt x="95" y="48"/>
                  </a:lnTo>
                  <a:lnTo>
                    <a:pt x="95" y="48"/>
                  </a:lnTo>
                  <a:lnTo>
                    <a:pt x="95" y="80"/>
                  </a:lnTo>
                  <a:cubicBezTo>
                    <a:pt x="80" y="95"/>
                    <a:pt x="80" y="111"/>
                    <a:pt x="64" y="111"/>
                  </a:cubicBezTo>
                  <a:lnTo>
                    <a:pt x="64" y="111"/>
                  </a:lnTo>
                  <a:lnTo>
                    <a:pt x="64" y="111"/>
                  </a:lnTo>
                  <a:lnTo>
                    <a:pt x="80" y="111"/>
                  </a:lnTo>
                  <a:lnTo>
                    <a:pt x="95" y="111"/>
                  </a:lnTo>
                  <a:lnTo>
                    <a:pt x="95" y="95"/>
                  </a:lnTo>
                  <a:cubicBezTo>
                    <a:pt x="95" y="63"/>
                    <a:pt x="112" y="48"/>
                    <a:pt x="127" y="48"/>
                  </a:cubicBezTo>
                  <a:lnTo>
                    <a:pt x="127" y="48"/>
                  </a:lnTo>
                  <a:cubicBezTo>
                    <a:pt x="143" y="48"/>
                    <a:pt x="158" y="63"/>
                    <a:pt x="158" y="63"/>
                  </a:cubicBezTo>
                  <a:lnTo>
                    <a:pt x="175" y="48"/>
                  </a:lnTo>
                  <a:cubicBezTo>
                    <a:pt x="158" y="32"/>
                    <a:pt x="158" y="17"/>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82" name="Google Shape;3982;p46"/>
            <p:cNvSpPr/>
            <p:nvPr/>
          </p:nvSpPr>
          <p:spPr>
            <a:xfrm>
              <a:off x="3415009" y="1754192"/>
              <a:ext cx="7569" cy="3021"/>
            </a:xfrm>
            <a:custGeom>
              <a:avLst/>
              <a:gdLst/>
              <a:ahLst/>
              <a:cxnLst/>
              <a:rect l="l" t="t" r="r" b="b"/>
              <a:pathLst>
                <a:path w="238" h="95" extrusionOk="0">
                  <a:moveTo>
                    <a:pt x="127" y="16"/>
                  </a:moveTo>
                  <a:lnTo>
                    <a:pt x="95" y="32"/>
                  </a:lnTo>
                  <a:lnTo>
                    <a:pt x="80" y="32"/>
                  </a:lnTo>
                  <a:cubicBezTo>
                    <a:pt x="64" y="32"/>
                    <a:pt x="64" y="32"/>
                    <a:pt x="48" y="16"/>
                  </a:cubicBezTo>
                  <a:lnTo>
                    <a:pt x="32" y="32"/>
                  </a:lnTo>
                  <a:cubicBezTo>
                    <a:pt x="17" y="32"/>
                    <a:pt x="1" y="47"/>
                    <a:pt x="1" y="63"/>
                  </a:cubicBezTo>
                  <a:lnTo>
                    <a:pt x="1" y="79"/>
                  </a:lnTo>
                  <a:cubicBezTo>
                    <a:pt x="17" y="79"/>
                    <a:pt x="32" y="79"/>
                    <a:pt x="32" y="95"/>
                  </a:cubicBezTo>
                  <a:lnTo>
                    <a:pt x="32" y="95"/>
                  </a:lnTo>
                  <a:lnTo>
                    <a:pt x="48" y="95"/>
                  </a:lnTo>
                  <a:lnTo>
                    <a:pt x="64" y="95"/>
                  </a:lnTo>
                  <a:lnTo>
                    <a:pt x="64" y="63"/>
                  </a:lnTo>
                  <a:cubicBezTo>
                    <a:pt x="80" y="47"/>
                    <a:pt x="80" y="47"/>
                    <a:pt x="95" y="47"/>
                  </a:cubicBezTo>
                  <a:lnTo>
                    <a:pt x="95" y="47"/>
                  </a:lnTo>
                  <a:lnTo>
                    <a:pt x="112" y="47"/>
                  </a:lnTo>
                  <a:lnTo>
                    <a:pt x="127" y="47"/>
                  </a:lnTo>
                  <a:lnTo>
                    <a:pt x="127" y="47"/>
                  </a:lnTo>
                  <a:lnTo>
                    <a:pt x="127" y="16"/>
                  </a:lnTo>
                  <a:close/>
                  <a:moveTo>
                    <a:pt x="238" y="0"/>
                  </a:moveTo>
                  <a:cubicBezTo>
                    <a:pt x="238" y="16"/>
                    <a:pt x="221" y="16"/>
                    <a:pt x="221" y="16"/>
                  </a:cubicBezTo>
                  <a:lnTo>
                    <a:pt x="206" y="16"/>
                  </a:lnTo>
                  <a:lnTo>
                    <a:pt x="190" y="16"/>
                  </a:lnTo>
                  <a:lnTo>
                    <a:pt x="206" y="47"/>
                  </a:lnTo>
                  <a:lnTo>
                    <a:pt x="221" y="32"/>
                  </a:lnTo>
                  <a:lnTo>
                    <a:pt x="23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83" name="Google Shape;3983;p46"/>
            <p:cNvSpPr/>
            <p:nvPr/>
          </p:nvSpPr>
          <p:spPr>
            <a:xfrm>
              <a:off x="3016159" y="1795760"/>
              <a:ext cx="5025" cy="2035"/>
            </a:xfrm>
            <a:custGeom>
              <a:avLst/>
              <a:gdLst/>
              <a:ahLst/>
              <a:cxnLst/>
              <a:rect l="l" t="t" r="r" b="b"/>
              <a:pathLst>
                <a:path w="158" h="64" extrusionOk="0">
                  <a:moveTo>
                    <a:pt x="126" y="0"/>
                  </a:moveTo>
                  <a:lnTo>
                    <a:pt x="32" y="0"/>
                  </a:lnTo>
                  <a:cubicBezTo>
                    <a:pt x="16" y="0"/>
                    <a:pt x="0" y="17"/>
                    <a:pt x="0" y="48"/>
                  </a:cubicBezTo>
                  <a:cubicBezTo>
                    <a:pt x="0" y="48"/>
                    <a:pt x="0" y="63"/>
                    <a:pt x="16" y="63"/>
                  </a:cubicBezTo>
                  <a:cubicBezTo>
                    <a:pt x="16" y="48"/>
                    <a:pt x="32" y="48"/>
                    <a:pt x="32" y="48"/>
                  </a:cubicBezTo>
                  <a:lnTo>
                    <a:pt x="48" y="48"/>
                  </a:lnTo>
                  <a:lnTo>
                    <a:pt x="48" y="48"/>
                  </a:lnTo>
                  <a:lnTo>
                    <a:pt x="126" y="63"/>
                  </a:lnTo>
                  <a:lnTo>
                    <a:pt x="158" y="63"/>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84" name="Google Shape;3984;p46"/>
            <p:cNvSpPr/>
            <p:nvPr/>
          </p:nvSpPr>
          <p:spPr>
            <a:xfrm>
              <a:off x="3415518" y="1802788"/>
              <a:ext cx="12562" cy="6551"/>
            </a:xfrm>
            <a:custGeom>
              <a:avLst/>
              <a:gdLst/>
              <a:ahLst/>
              <a:cxnLst/>
              <a:rect l="l" t="t" r="r" b="b"/>
              <a:pathLst>
                <a:path w="395" h="206" extrusionOk="0">
                  <a:moveTo>
                    <a:pt x="190" y="111"/>
                  </a:moveTo>
                  <a:lnTo>
                    <a:pt x="190" y="126"/>
                  </a:lnTo>
                  <a:cubicBezTo>
                    <a:pt x="174" y="142"/>
                    <a:pt x="174" y="158"/>
                    <a:pt x="159" y="158"/>
                  </a:cubicBezTo>
                  <a:lnTo>
                    <a:pt x="142" y="158"/>
                  </a:lnTo>
                  <a:cubicBezTo>
                    <a:pt x="142" y="142"/>
                    <a:pt x="127" y="142"/>
                    <a:pt x="127" y="142"/>
                  </a:cubicBezTo>
                  <a:lnTo>
                    <a:pt x="96" y="142"/>
                  </a:lnTo>
                  <a:cubicBezTo>
                    <a:pt x="79" y="142"/>
                    <a:pt x="79" y="126"/>
                    <a:pt x="64" y="126"/>
                  </a:cubicBezTo>
                  <a:lnTo>
                    <a:pt x="64" y="126"/>
                  </a:lnTo>
                  <a:cubicBezTo>
                    <a:pt x="64" y="142"/>
                    <a:pt x="64" y="158"/>
                    <a:pt x="48" y="158"/>
                  </a:cubicBezTo>
                  <a:lnTo>
                    <a:pt x="16" y="174"/>
                  </a:lnTo>
                  <a:lnTo>
                    <a:pt x="1" y="174"/>
                  </a:lnTo>
                  <a:cubicBezTo>
                    <a:pt x="16" y="189"/>
                    <a:pt x="32" y="205"/>
                    <a:pt x="48" y="205"/>
                  </a:cubicBezTo>
                  <a:lnTo>
                    <a:pt x="48" y="205"/>
                  </a:lnTo>
                  <a:cubicBezTo>
                    <a:pt x="111" y="205"/>
                    <a:pt x="159" y="174"/>
                    <a:pt x="205" y="142"/>
                  </a:cubicBezTo>
                  <a:lnTo>
                    <a:pt x="190" y="111"/>
                  </a:lnTo>
                  <a:lnTo>
                    <a:pt x="190" y="111"/>
                  </a:lnTo>
                  <a:close/>
                  <a:moveTo>
                    <a:pt x="363" y="0"/>
                  </a:moveTo>
                  <a:lnTo>
                    <a:pt x="285" y="0"/>
                  </a:lnTo>
                  <a:lnTo>
                    <a:pt x="285" y="32"/>
                  </a:lnTo>
                  <a:cubicBezTo>
                    <a:pt x="285" y="48"/>
                    <a:pt x="268" y="63"/>
                    <a:pt x="253" y="63"/>
                  </a:cubicBezTo>
                  <a:lnTo>
                    <a:pt x="253" y="63"/>
                  </a:lnTo>
                  <a:cubicBezTo>
                    <a:pt x="237" y="63"/>
                    <a:pt x="222" y="48"/>
                    <a:pt x="222" y="32"/>
                  </a:cubicBezTo>
                  <a:lnTo>
                    <a:pt x="222" y="32"/>
                  </a:lnTo>
                  <a:cubicBezTo>
                    <a:pt x="205" y="48"/>
                    <a:pt x="190" y="48"/>
                    <a:pt x="190" y="63"/>
                  </a:cubicBezTo>
                  <a:cubicBezTo>
                    <a:pt x="190" y="79"/>
                    <a:pt x="174" y="79"/>
                    <a:pt x="159" y="79"/>
                  </a:cubicBezTo>
                  <a:lnTo>
                    <a:pt x="159" y="79"/>
                  </a:lnTo>
                  <a:lnTo>
                    <a:pt x="159" y="79"/>
                  </a:lnTo>
                  <a:lnTo>
                    <a:pt x="159" y="79"/>
                  </a:lnTo>
                  <a:lnTo>
                    <a:pt x="174" y="95"/>
                  </a:lnTo>
                  <a:cubicBezTo>
                    <a:pt x="174" y="79"/>
                    <a:pt x="174" y="79"/>
                    <a:pt x="190" y="63"/>
                  </a:cubicBezTo>
                  <a:lnTo>
                    <a:pt x="205" y="63"/>
                  </a:lnTo>
                  <a:lnTo>
                    <a:pt x="205" y="63"/>
                  </a:lnTo>
                  <a:lnTo>
                    <a:pt x="237" y="63"/>
                  </a:lnTo>
                  <a:lnTo>
                    <a:pt x="253" y="95"/>
                  </a:lnTo>
                  <a:cubicBezTo>
                    <a:pt x="253" y="79"/>
                    <a:pt x="268" y="79"/>
                    <a:pt x="268" y="79"/>
                  </a:cubicBezTo>
                  <a:lnTo>
                    <a:pt x="316" y="126"/>
                  </a:lnTo>
                  <a:cubicBezTo>
                    <a:pt x="316" y="142"/>
                    <a:pt x="331" y="142"/>
                    <a:pt x="331" y="142"/>
                  </a:cubicBezTo>
                  <a:lnTo>
                    <a:pt x="331" y="142"/>
                  </a:lnTo>
                  <a:lnTo>
                    <a:pt x="348" y="142"/>
                  </a:lnTo>
                  <a:lnTo>
                    <a:pt x="363" y="142"/>
                  </a:lnTo>
                  <a:lnTo>
                    <a:pt x="363" y="126"/>
                  </a:lnTo>
                  <a:lnTo>
                    <a:pt x="394" y="79"/>
                  </a:lnTo>
                  <a:lnTo>
                    <a:pt x="379" y="79"/>
                  </a:lnTo>
                  <a:lnTo>
                    <a:pt x="379" y="79"/>
                  </a:lnTo>
                  <a:cubicBezTo>
                    <a:pt x="348" y="79"/>
                    <a:pt x="331" y="63"/>
                    <a:pt x="331" y="48"/>
                  </a:cubicBezTo>
                  <a:cubicBezTo>
                    <a:pt x="331" y="32"/>
                    <a:pt x="348" y="16"/>
                    <a:pt x="379" y="16"/>
                  </a:cubicBezTo>
                  <a:lnTo>
                    <a:pt x="379" y="16"/>
                  </a:lnTo>
                  <a:lnTo>
                    <a:pt x="379" y="16"/>
                  </a:lnTo>
                  <a:cubicBezTo>
                    <a:pt x="379" y="0"/>
                    <a:pt x="379" y="0"/>
                    <a:pt x="3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85" name="Google Shape;3985;p46"/>
            <p:cNvSpPr/>
            <p:nvPr/>
          </p:nvSpPr>
          <p:spPr>
            <a:xfrm>
              <a:off x="3325831" y="1811312"/>
              <a:ext cx="5565" cy="7060"/>
            </a:xfrm>
            <a:custGeom>
              <a:avLst/>
              <a:gdLst/>
              <a:ahLst/>
              <a:cxnLst/>
              <a:rect l="l" t="t" r="r" b="b"/>
              <a:pathLst>
                <a:path w="175" h="222" extrusionOk="0">
                  <a:moveTo>
                    <a:pt x="143" y="1"/>
                  </a:moveTo>
                  <a:lnTo>
                    <a:pt x="143" y="1"/>
                  </a:lnTo>
                  <a:lnTo>
                    <a:pt x="126" y="1"/>
                  </a:lnTo>
                  <a:lnTo>
                    <a:pt x="32" y="47"/>
                  </a:lnTo>
                  <a:cubicBezTo>
                    <a:pt x="16" y="47"/>
                    <a:pt x="16" y="47"/>
                    <a:pt x="0" y="64"/>
                  </a:cubicBezTo>
                  <a:lnTo>
                    <a:pt x="16" y="64"/>
                  </a:lnTo>
                  <a:cubicBezTo>
                    <a:pt x="32" y="64"/>
                    <a:pt x="48" y="79"/>
                    <a:pt x="32" y="95"/>
                  </a:cubicBezTo>
                  <a:lnTo>
                    <a:pt x="32" y="173"/>
                  </a:lnTo>
                  <a:lnTo>
                    <a:pt x="16" y="190"/>
                  </a:lnTo>
                  <a:lnTo>
                    <a:pt x="16" y="221"/>
                  </a:lnTo>
                  <a:lnTo>
                    <a:pt x="16" y="221"/>
                  </a:lnTo>
                  <a:cubicBezTo>
                    <a:pt x="32" y="221"/>
                    <a:pt x="32" y="221"/>
                    <a:pt x="32" y="205"/>
                  </a:cubicBezTo>
                  <a:lnTo>
                    <a:pt x="79" y="173"/>
                  </a:lnTo>
                  <a:lnTo>
                    <a:pt x="79" y="173"/>
                  </a:lnTo>
                  <a:lnTo>
                    <a:pt x="79" y="158"/>
                  </a:lnTo>
                  <a:lnTo>
                    <a:pt x="95" y="158"/>
                  </a:lnTo>
                  <a:cubicBezTo>
                    <a:pt x="111" y="142"/>
                    <a:pt x="111" y="142"/>
                    <a:pt x="111" y="127"/>
                  </a:cubicBezTo>
                  <a:lnTo>
                    <a:pt x="111" y="127"/>
                  </a:lnTo>
                  <a:lnTo>
                    <a:pt x="111" y="110"/>
                  </a:lnTo>
                  <a:lnTo>
                    <a:pt x="111" y="110"/>
                  </a:lnTo>
                  <a:lnTo>
                    <a:pt x="95" y="95"/>
                  </a:lnTo>
                  <a:lnTo>
                    <a:pt x="126" y="79"/>
                  </a:lnTo>
                  <a:cubicBezTo>
                    <a:pt x="126" y="64"/>
                    <a:pt x="143" y="64"/>
                    <a:pt x="143" y="64"/>
                  </a:cubicBezTo>
                  <a:lnTo>
                    <a:pt x="143" y="64"/>
                  </a:lnTo>
                  <a:lnTo>
                    <a:pt x="158" y="64"/>
                  </a:lnTo>
                  <a:cubicBezTo>
                    <a:pt x="174" y="47"/>
                    <a:pt x="174" y="32"/>
                    <a:pt x="174" y="16"/>
                  </a:cubicBezTo>
                  <a:cubicBezTo>
                    <a:pt x="158"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86" name="Google Shape;3986;p46"/>
            <p:cNvSpPr/>
            <p:nvPr/>
          </p:nvSpPr>
          <p:spPr>
            <a:xfrm>
              <a:off x="3155459" y="1818817"/>
              <a:ext cx="6042" cy="2544"/>
            </a:xfrm>
            <a:custGeom>
              <a:avLst/>
              <a:gdLst/>
              <a:ahLst/>
              <a:cxnLst/>
              <a:rect l="l" t="t" r="r" b="b"/>
              <a:pathLst>
                <a:path w="190" h="80" extrusionOk="0">
                  <a:moveTo>
                    <a:pt x="111" y="0"/>
                  </a:moveTo>
                  <a:lnTo>
                    <a:pt x="80" y="0"/>
                  </a:lnTo>
                  <a:lnTo>
                    <a:pt x="80" y="0"/>
                  </a:lnTo>
                  <a:cubicBezTo>
                    <a:pt x="80" y="0"/>
                    <a:pt x="80" y="17"/>
                    <a:pt x="63" y="17"/>
                  </a:cubicBezTo>
                  <a:lnTo>
                    <a:pt x="17" y="63"/>
                  </a:lnTo>
                  <a:lnTo>
                    <a:pt x="0" y="63"/>
                  </a:lnTo>
                  <a:cubicBezTo>
                    <a:pt x="0" y="80"/>
                    <a:pt x="17" y="80"/>
                    <a:pt x="17" y="80"/>
                  </a:cubicBezTo>
                  <a:lnTo>
                    <a:pt x="32" y="80"/>
                  </a:lnTo>
                  <a:lnTo>
                    <a:pt x="48" y="80"/>
                  </a:lnTo>
                  <a:cubicBezTo>
                    <a:pt x="63" y="80"/>
                    <a:pt x="63" y="63"/>
                    <a:pt x="80" y="63"/>
                  </a:cubicBezTo>
                  <a:lnTo>
                    <a:pt x="80" y="63"/>
                  </a:lnTo>
                  <a:lnTo>
                    <a:pt x="95" y="63"/>
                  </a:lnTo>
                  <a:lnTo>
                    <a:pt x="95" y="63"/>
                  </a:lnTo>
                  <a:lnTo>
                    <a:pt x="126" y="63"/>
                  </a:lnTo>
                  <a:lnTo>
                    <a:pt x="143" y="63"/>
                  </a:lnTo>
                  <a:lnTo>
                    <a:pt x="158" y="63"/>
                  </a:lnTo>
                  <a:lnTo>
                    <a:pt x="158" y="63"/>
                  </a:lnTo>
                  <a:lnTo>
                    <a:pt x="158" y="48"/>
                  </a:lnTo>
                  <a:cubicBezTo>
                    <a:pt x="158" y="32"/>
                    <a:pt x="174" y="32"/>
                    <a:pt x="189" y="32"/>
                  </a:cubicBezTo>
                  <a:lnTo>
                    <a:pt x="189" y="32"/>
                  </a:lnTo>
                  <a:cubicBezTo>
                    <a:pt x="189" y="17"/>
                    <a:pt x="174" y="0"/>
                    <a:pt x="158" y="0"/>
                  </a:cubicBezTo>
                  <a:lnTo>
                    <a:pt x="158" y="0"/>
                  </a:lnTo>
                  <a:lnTo>
                    <a:pt x="126" y="0"/>
                  </a:ln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87" name="Google Shape;3987;p46"/>
            <p:cNvSpPr/>
            <p:nvPr/>
          </p:nvSpPr>
          <p:spPr>
            <a:xfrm>
              <a:off x="3332351" y="1797763"/>
              <a:ext cx="7060" cy="3562"/>
            </a:xfrm>
            <a:custGeom>
              <a:avLst/>
              <a:gdLst/>
              <a:ahLst/>
              <a:cxnLst/>
              <a:rect l="l" t="t" r="r" b="b"/>
              <a:pathLst>
                <a:path w="222" h="112" extrusionOk="0">
                  <a:moveTo>
                    <a:pt x="32" y="0"/>
                  </a:moveTo>
                  <a:lnTo>
                    <a:pt x="32" y="0"/>
                  </a:lnTo>
                  <a:cubicBezTo>
                    <a:pt x="16" y="0"/>
                    <a:pt x="1" y="17"/>
                    <a:pt x="1" y="32"/>
                  </a:cubicBezTo>
                  <a:cubicBezTo>
                    <a:pt x="1" y="48"/>
                    <a:pt x="1" y="64"/>
                    <a:pt x="16" y="80"/>
                  </a:cubicBezTo>
                  <a:lnTo>
                    <a:pt x="32" y="80"/>
                  </a:lnTo>
                  <a:lnTo>
                    <a:pt x="47" y="80"/>
                  </a:lnTo>
                  <a:lnTo>
                    <a:pt x="47" y="80"/>
                  </a:lnTo>
                  <a:cubicBezTo>
                    <a:pt x="32" y="64"/>
                    <a:pt x="47" y="48"/>
                    <a:pt x="64" y="32"/>
                  </a:cubicBezTo>
                  <a:lnTo>
                    <a:pt x="64" y="32"/>
                  </a:lnTo>
                  <a:lnTo>
                    <a:pt x="79" y="32"/>
                  </a:lnTo>
                  <a:cubicBezTo>
                    <a:pt x="79" y="32"/>
                    <a:pt x="95" y="48"/>
                    <a:pt x="110" y="48"/>
                  </a:cubicBezTo>
                  <a:lnTo>
                    <a:pt x="127" y="95"/>
                  </a:lnTo>
                  <a:cubicBezTo>
                    <a:pt x="142" y="111"/>
                    <a:pt x="158" y="111"/>
                    <a:pt x="158" y="111"/>
                  </a:cubicBezTo>
                  <a:lnTo>
                    <a:pt x="173" y="111"/>
                  </a:lnTo>
                  <a:cubicBezTo>
                    <a:pt x="190" y="95"/>
                    <a:pt x="205" y="95"/>
                    <a:pt x="221" y="80"/>
                  </a:cubicBezTo>
                  <a:lnTo>
                    <a:pt x="221" y="80"/>
                  </a:lnTo>
                  <a:lnTo>
                    <a:pt x="221" y="80"/>
                  </a:lnTo>
                  <a:cubicBezTo>
                    <a:pt x="221" y="48"/>
                    <a:pt x="205" y="32"/>
                    <a:pt x="190" y="32"/>
                  </a:cubicBezTo>
                  <a:lnTo>
                    <a:pt x="158" y="32"/>
                  </a:lnTo>
                  <a:lnTo>
                    <a:pt x="95" y="32"/>
                  </a:lnTo>
                  <a:cubicBezTo>
                    <a:pt x="95" y="32"/>
                    <a:pt x="79" y="32"/>
                    <a:pt x="64" y="17"/>
                  </a:cubicBezTo>
                  <a:lnTo>
                    <a:pt x="47" y="17"/>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88" name="Google Shape;3988;p46"/>
            <p:cNvSpPr/>
            <p:nvPr/>
          </p:nvSpPr>
          <p:spPr>
            <a:xfrm>
              <a:off x="3435045" y="1792738"/>
              <a:ext cx="5565" cy="2576"/>
            </a:xfrm>
            <a:custGeom>
              <a:avLst/>
              <a:gdLst/>
              <a:ahLst/>
              <a:cxnLst/>
              <a:rect l="l" t="t" r="r" b="b"/>
              <a:pathLst>
                <a:path w="175" h="81" extrusionOk="0">
                  <a:moveTo>
                    <a:pt x="95" y="1"/>
                  </a:moveTo>
                  <a:lnTo>
                    <a:pt x="95" y="1"/>
                  </a:lnTo>
                  <a:lnTo>
                    <a:pt x="95" y="32"/>
                  </a:lnTo>
                  <a:cubicBezTo>
                    <a:pt x="80" y="32"/>
                    <a:pt x="80" y="49"/>
                    <a:pt x="64" y="49"/>
                  </a:cubicBezTo>
                  <a:cubicBezTo>
                    <a:pt x="64" y="49"/>
                    <a:pt x="49" y="49"/>
                    <a:pt x="49" y="32"/>
                  </a:cubicBezTo>
                  <a:lnTo>
                    <a:pt x="32" y="17"/>
                  </a:lnTo>
                  <a:lnTo>
                    <a:pt x="32" y="17"/>
                  </a:lnTo>
                  <a:cubicBezTo>
                    <a:pt x="17" y="32"/>
                    <a:pt x="1" y="49"/>
                    <a:pt x="17" y="64"/>
                  </a:cubicBezTo>
                  <a:cubicBezTo>
                    <a:pt x="32" y="80"/>
                    <a:pt x="32" y="80"/>
                    <a:pt x="49" y="80"/>
                  </a:cubicBezTo>
                  <a:lnTo>
                    <a:pt x="64" y="80"/>
                  </a:lnTo>
                  <a:lnTo>
                    <a:pt x="95" y="64"/>
                  </a:lnTo>
                  <a:lnTo>
                    <a:pt x="127" y="80"/>
                  </a:lnTo>
                  <a:lnTo>
                    <a:pt x="143" y="80"/>
                  </a:lnTo>
                  <a:cubicBezTo>
                    <a:pt x="158" y="80"/>
                    <a:pt x="175" y="64"/>
                    <a:pt x="175" y="49"/>
                  </a:cubicBezTo>
                  <a:cubicBezTo>
                    <a:pt x="175" y="32"/>
                    <a:pt x="175" y="17"/>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89" name="Google Shape;3989;p46"/>
            <p:cNvSpPr/>
            <p:nvPr/>
          </p:nvSpPr>
          <p:spPr>
            <a:xfrm>
              <a:off x="3441597" y="1790258"/>
              <a:ext cx="3021" cy="5057"/>
            </a:xfrm>
            <a:custGeom>
              <a:avLst/>
              <a:gdLst/>
              <a:ahLst/>
              <a:cxnLst/>
              <a:rect l="l" t="t" r="r" b="b"/>
              <a:pathLst>
                <a:path w="95" h="159" extrusionOk="0">
                  <a:moveTo>
                    <a:pt x="32" y="1"/>
                  </a:moveTo>
                  <a:lnTo>
                    <a:pt x="32" y="1"/>
                  </a:lnTo>
                  <a:cubicBezTo>
                    <a:pt x="15" y="1"/>
                    <a:pt x="15" y="1"/>
                    <a:pt x="15" y="16"/>
                  </a:cubicBezTo>
                  <a:cubicBezTo>
                    <a:pt x="0" y="16"/>
                    <a:pt x="0" y="47"/>
                    <a:pt x="15" y="64"/>
                  </a:cubicBezTo>
                  <a:lnTo>
                    <a:pt x="32" y="79"/>
                  </a:lnTo>
                  <a:lnTo>
                    <a:pt x="15" y="95"/>
                  </a:lnTo>
                  <a:cubicBezTo>
                    <a:pt x="0" y="110"/>
                    <a:pt x="0" y="127"/>
                    <a:pt x="15" y="142"/>
                  </a:cubicBezTo>
                  <a:cubicBezTo>
                    <a:pt x="15" y="158"/>
                    <a:pt x="32" y="158"/>
                    <a:pt x="32" y="158"/>
                  </a:cubicBezTo>
                  <a:lnTo>
                    <a:pt x="63" y="158"/>
                  </a:lnTo>
                  <a:lnTo>
                    <a:pt x="78" y="142"/>
                  </a:lnTo>
                  <a:cubicBezTo>
                    <a:pt x="63" y="127"/>
                    <a:pt x="63" y="110"/>
                    <a:pt x="63" y="95"/>
                  </a:cubicBezTo>
                  <a:cubicBezTo>
                    <a:pt x="47" y="95"/>
                    <a:pt x="47" y="79"/>
                    <a:pt x="47" y="64"/>
                  </a:cubicBezTo>
                  <a:cubicBezTo>
                    <a:pt x="47" y="47"/>
                    <a:pt x="63" y="32"/>
                    <a:pt x="78" y="32"/>
                  </a:cubicBezTo>
                  <a:lnTo>
                    <a:pt x="95" y="32"/>
                  </a:lnTo>
                  <a:lnTo>
                    <a:pt x="95" y="32"/>
                  </a:ln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90" name="Google Shape;3990;p46"/>
            <p:cNvSpPr/>
            <p:nvPr/>
          </p:nvSpPr>
          <p:spPr>
            <a:xfrm>
              <a:off x="3261683" y="1804792"/>
              <a:ext cx="5025" cy="7569"/>
            </a:xfrm>
            <a:custGeom>
              <a:avLst/>
              <a:gdLst/>
              <a:ahLst/>
              <a:cxnLst/>
              <a:rect l="l" t="t" r="r" b="b"/>
              <a:pathLst>
                <a:path w="158" h="238" extrusionOk="0">
                  <a:moveTo>
                    <a:pt x="126" y="0"/>
                  </a:moveTo>
                  <a:lnTo>
                    <a:pt x="126" y="0"/>
                  </a:lnTo>
                  <a:cubicBezTo>
                    <a:pt x="111" y="0"/>
                    <a:pt x="111" y="0"/>
                    <a:pt x="95" y="16"/>
                  </a:cubicBezTo>
                  <a:lnTo>
                    <a:pt x="80" y="32"/>
                  </a:lnTo>
                  <a:cubicBezTo>
                    <a:pt x="80" y="32"/>
                    <a:pt x="80" y="48"/>
                    <a:pt x="63" y="48"/>
                  </a:cubicBezTo>
                  <a:cubicBezTo>
                    <a:pt x="32" y="95"/>
                    <a:pt x="0" y="142"/>
                    <a:pt x="0" y="206"/>
                  </a:cubicBezTo>
                  <a:lnTo>
                    <a:pt x="0" y="206"/>
                  </a:lnTo>
                  <a:cubicBezTo>
                    <a:pt x="0" y="221"/>
                    <a:pt x="0" y="237"/>
                    <a:pt x="32" y="237"/>
                  </a:cubicBezTo>
                  <a:lnTo>
                    <a:pt x="32" y="237"/>
                  </a:lnTo>
                  <a:cubicBezTo>
                    <a:pt x="48" y="237"/>
                    <a:pt x="63" y="221"/>
                    <a:pt x="63" y="206"/>
                  </a:cubicBezTo>
                  <a:lnTo>
                    <a:pt x="63" y="189"/>
                  </a:lnTo>
                  <a:cubicBezTo>
                    <a:pt x="63" y="142"/>
                    <a:pt x="95" y="111"/>
                    <a:pt x="126" y="79"/>
                  </a:cubicBezTo>
                  <a:cubicBezTo>
                    <a:pt x="143" y="79"/>
                    <a:pt x="143" y="63"/>
                    <a:pt x="143" y="63"/>
                  </a:cubicBezTo>
                  <a:lnTo>
                    <a:pt x="143" y="63"/>
                  </a:lnTo>
                  <a:lnTo>
                    <a:pt x="158" y="48"/>
                  </a:lnTo>
                  <a:lnTo>
                    <a:pt x="158" y="16"/>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91" name="Google Shape;3991;p46"/>
            <p:cNvSpPr/>
            <p:nvPr/>
          </p:nvSpPr>
          <p:spPr>
            <a:xfrm>
              <a:off x="3051747" y="1823811"/>
              <a:ext cx="7028" cy="3562"/>
            </a:xfrm>
            <a:custGeom>
              <a:avLst/>
              <a:gdLst/>
              <a:ahLst/>
              <a:cxnLst/>
              <a:rect l="l" t="t" r="r" b="b"/>
              <a:pathLst>
                <a:path w="221" h="112" extrusionOk="0">
                  <a:moveTo>
                    <a:pt x="32" y="1"/>
                  </a:moveTo>
                  <a:lnTo>
                    <a:pt x="0" y="1"/>
                  </a:lnTo>
                  <a:cubicBezTo>
                    <a:pt x="0" y="1"/>
                    <a:pt x="16" y="17"/>
                    <a:pt x="16" y="32"/>
                  </a:cubicBezTo>
                  <a:cubicBezTo>
                    <a:pt x="16" y="32"/>
                    <a:pt x="16" y="49"/>
                    <a:pt x="0" y="49"/>
                  </a:cubicBezTo>
                  <a:cubicBezTo>
                    <a:pt x="32" y="49"/>
                    <a:pt x="32" y="64"/>
                    <a:pt x="32" y="80"/>
                  </a:cubicBezTo>
                  <a:cubicBezTo>
                    <a:pt x="47" y="80"/>
                    <a:pt x="32" y="80"/>
                    <a:pt x="32" y="95"/>
                  </a:cubicBezTo>
                  <a:cubicBezTo>
                    <a:pt x="79" y="112"/>
                    <a:pt x="126" y="112"/>
                    <a:pt x="158" y="112"/>
                  </a:cubicBezTo>
                  <a:lnTo>
                    <a:pt x="205" y="112"/>
                  </a:lnTo>
                  <a:lnTo>
                    <a:pt x="205" y="95"/>
                  </a:lnTo>
                  <a:cubicBezTo>
                    <a:pt x="205" y="95"/>
                    <a:pt x="189" y="80"/>
                    <a:pt x="205" y="80"/>
                  </a:cubicBezTo>
                  <a:cubicBezTo>
                    <a:pt x="205" y="64"/>
                    <a:pt x="205" y="49"/>
                    <a:pt x="221" y="49"/>
                  </a:cubicBezTo>
                  <a:lnTo>
                    <a:pt x="205" y="49"/>
                  </a:lnTo>
                  <a:lnTo>
                    <a:pt x="205" y="49"/>
                  </a:lnTo>
                  <a:lnTo>
                    <a:pt x="205" y="49"/>
                  </a:lnTo>
                  <a:lnTo>
                    <a:pt x="158" y="49"/>
                  </a:lnTo>
                  <a:lnTo>
                    <a:pt x="110" y="49"/>
                  </a:lnTo>
                  <a:lnTo>
                    <a:pt x="110" y="32"/>
                  </a:lnTo>
                  <a:cubicBezTo>
                    <a:pt x="95" y="32"/>
                    <a:pt x="95" y="32"/>
                    <a:pt x="95" y="17"/>
                  </a:cubicBez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92" name="Google Shape;3992;p46"/>
            <p:cNvSpPr/>
            <p:nvPr/>
          </p:nvSpPr>
          <p:spPr>
            <a:xfrm>
              <a:off x="3036704" y="1821807"/>
              <a:ext cx="8523" cy="2576"/>
            </a:xfrm>
            <a:custGeom>
              <a:avLst/>
              <a:gdLst/>
              <a:ahLst/>
              <a:cxnLst/>
              <a:rect l="l" t="t" r="r" b="b"/>
              <a:pathLst>
                <a:path w="268" h="81" extrusionOk="0">
                  <a:moveTo>
                    <a:pt x="16" y="1"/>
                  </a:moveTo>
                  <a:lnTo>
                    <a:pt x="1" y="17"/>
                  </a:lnTo>
                  <a:lnTo>
                    <a:pt x="1" y="32"/>
                  </a:lnTo>
                  <a:cubicBezTo>
                    <a:pt x="1" y="49"/>
                    <a:pt x="1" y="49"/>
                    <a:pt x="16" y="64"/>
                  </a:cubicBezTo>
                  <a:lnTo>
                    <a:pt x="79" y="80"/>
                  </a:lnTo>
                  <a:lnTo>
                    <a:pt x="79" y="80"/>
                  </a:lnTo>
                  <a:lnTo>
                    <a:pt x="79" y="64"/>
                  </a:lnTo>
                  <a:lnTo>
                    <a:pt x="79" y="64"/>
                  </a:lnTo>
                  <a:lnTo>
                    <a:pt x="79" y="64"/>
                  </a:lnTo>
                  <a:cubicBezTo>
                    <a:pt x="64" y="64"/>
                    <a:pt x="47" y="64"/>
                    <a:pt x="47" y="49"/>
                  </a:cubicBezTo>
                  <a:lnTo>
                    <a:pt x="16" y="1"/>
                  </a:lnTo>
                  <a:close/>
                  <a:moveTo>
                    <a:pt x="158" y="1"/>
                  </a:moveTo>
                  <a:lnTo>
                    <a:pt x="110" y="1"/>
                  </a:lnTo>
                  <a:lnTo>
                    <a:pt x="95" y="1"/>
                  </a:lnTo>
                  <a:lnTo>
                    <a:pt x="110" y="17"/>
                  </a:lnTo>
                  <a:lnTo>
                    <a:pt x="110" y="32"/>
                  </a:lnTo>
                  <a:lnTo>
                    <a:pt x="110" y="32"/>
                  </a:lnTo>
                  <a:lnTo>
                    <a:pt x="127" y="32"/>
                  </a:lnTo>
                  <a:lnTo>
                    <a:pt x="127" y="32"/>
                  </a:lnTo>
                  <a:lnTo>
                    <a:pt x="158" y="49"/>
                  </a:lnTo>
                  <a:cubicBezTo>
                    <a:pt x="158" y="49"/>
                    <a:pt x="173" y="49"/>
                    <a:pt x="173" y="64"/>
                  </a:cubicBezTo>
                  <a:lnTo>
                    <a:pt x="236" y="64"/>
                  </a:lnTo>
                  <a:cubicBezTo>
                    <a:pt x="253" y="64"/>
                    <a:pt x="268" y="49"/>
                    <a:pt x="268" y="32"/>
                  </a:cubicBezTo>
                  <a:lnTo>
                    <a:pt x="268" y="17"/>
                  </a:lnTo>
                  <a:lnTo>
                    <a:pt x="253" y="1"/>
                  </a:lnTo>
                  <a:lnTo>
                    <a:pt x="205" y="32"/>
                  </a:lnTo>
                  <a:cubicBezTo>
                    <a:pt x="205" y="49"/>
                    <a:pt x="205" y="49"/>
                    <a:pt x="190" y="49"/>
                  </a:cubicBezTo>
                  <a:cubicBezTo>
                    <a:pt x="173" y="49"/>
                    <a:pt x="173" y="32"/>
                    <a:pt x="158"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93" name="Google Shape;3993;p46"/>
            <p:cNvSpPr/>
            <p:nvPr/>
          </p:nvSpPr>
          <p:spPr>
            <a:xfrm>
              <a:off x="3384954" y="1782720"/>
              <a:ext cx="2035" cy="5565"/>
            </a:xfrm>
            <a:custGeom>
              <a:avLst/>
              <a:gdLst/>
              <a:ahLst/>
              <a:cxnLst/>
              <a:rect l="l" t="t" r="r" b="b"/>
              <a:pathLst>
                <a:path w="64" h="175" extrusionOk="0">
                  <a:moveTo>
                    <a:pt x="32" y="1"/>
                  </a:moveTo>
                  <a:lnTo>
                    <a:pt x="32" y="1"/>
                  </a:lnTo>
                  <a:lnTo>
                    <a:pt x="32" y="1"/>
                  </a:lnTo>
                  <a:cubicBezTo>
                    <a:pt x="17" y="1"/>
                    <a:pt x="0" y="17"/>
                    <a:pt x="0" y="32"/>
                  </a:cubicBezTo>
                  <a:lnTo>
                    <a:pt x="0" y="143"/>
                  </a:lnTo>
                  <a:cubicBezTo>
                    <a:pt x="0" y="158"/>
                    <a:pt x="17" y="175"/>
                    <a:pt x="32" y="175"/>
                  </a:cubicBezTo>
                  <a:lnTo>
                    <a:pt x="32" y="175"/>
                  </a:lnTo>
                  <a:cubicBezTo>
                    <a:pt x="48" y="175"/>
                    <a:pt x="63" y="175"/>
                    <a:pt x="63" y="158"/>
                  </a:cubicBezTo>
                  <a:lnTo>
                    <a:pt x="48" y="143"/>
                  </a:lnTo>
                  <a:cubicBezTo>
                    <a:pt x="48" y="127"/>
                    <a:pt x="48" y="112"/>
                    <a:pt x="63" y="95"/>
                  </a:cubicBezTo>
                  <a:lnTo>
                    <a:pt x="63" y="95"/>
                  </a:lnTo>
                  <a:lnTo>
                    <a:pt x="63" y="32"/>
                  </a:lnTo>
                  <a:cubicBezTo>
                    <a:pt x="63" y="17"/>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94" name="Google Shape;3994;p46"/>
            <p:cNvSpPr/>
            <p:nvPr/>
          </p:nvSpPr>
          <p:spPr>
            <a:xfrm>
              <a:off x="3115895" y="1797286"/>
              <a:ext cx="3498" cy="2035"/>
            </a:xfrm>
            <a:custGeom>
              <a:avLst/>
              <a:gdLst/>
              <a:ahLst/>
              <a:cxnLst/>
              <a:rect l="l" t="t" r="r" b="b"/>
              <a:pathLst>
                <a:path w="110" h="64" extrusionOk="0">
                  <a:moveTo>
                    <a:pt x="95" y="0"/>
                  </a:moveTo>
                  <a:lnTo>
                    <a:pt x="47" y="0"/>
                  </a:lnTo>
                  <a:cubicBezTo>
                    <a:pt x="47" y="15"/>
                    <a:pt x="47" y="15"/>
                    <a:pt x="32" y="32"/>
                  </a:cubicBezTo>
                  <a:lnTo>
                    <a:pt x="0" y="47"/>
                  </a:lnTo>
                  <a:cubicBezTo>
                    <a:pt x="0" y="63"/>
                    <a:pt x="0" y="63"/>
                    <a:pt x="15" y="63"/>
                  </a:cubicBezTo>
                  <a:lnTo>
                    <a:pt x="15" y="63"/>
                  </a:lnTo>
                  <a:cubicBezTo>
                    <a:pt x="32" y="63"/>
                    <a:pt x="47" y="63"/>
                    <a:pt x="63" y="47"/>
                  </a:cubicBezTo>
                  <a:lnTo>
                    <a:pt x="63" y="32"/>
                  </a:lnTo>
                  <a:lnTo>
                    <a:pt x="63" y="32"/>
                  </a:lnTo>
                  <a:lnTo>
                    <a:pt x="78" y="32"/>
                  </a:lnTo>
                  <a:lnTo>
                    <a:pt x="95" y="32"/>
                  </a:lnTo>
                  <a:lnTo>
                    <a:pt x="110" y="32"/>
                  </a:lnTo>
                  <a:lnTo>
                    <a:pt x="110"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95" name="Google Shape;3995;p46"/>
            <p:cNvSpPr/>
            <p:nvPr/>
          </p:nvSpPr>
          <p:spPr>
            <a:xfrm>
              <a:off x="3117358" y="1795760"/>
              <a:ext cx="4580" cy="2035"/>
            </a:xfrm>
            <a:custGeom>
              <a:avLst/>
              <a:gdLst/>
              <a:ahLst/>
              <a:cxnLst/>
              <a:rect l="l" t="t" r="r" b="b"/>
              <a:pathLst>
                <a:path w="144" h="64" extrusionOk="0">
                  <a:moveTo>
                    <a:pt x="64" y="0"/>
                  </a:moveTo>
                  <a:lnTo>
                    <a:pt x="1" y="32"/>
                  </a:lnTo>
                  <a:lnTo>
                    <a:pt x="1" y="32"/>
                  </a:lnTo>
                  <a:cubicBezTo>
                    <a:pt x="17" y="32"/>
                    <a:pt x="17" y="48"/>
                    <a:pt x="1" y="48"/>
                  </a:cubicBezTo>
                  <a:lnTo>
                    <a:pt x="49" y="48"/>
                  </a:lnTo>
                  <a:lnTo>
                    <a:pt x="49" y="63"/>
                  </a:lnTo>
                  <a:lnTo>
                    <a:pt x="64" y="63"/>
                  </a:lnTo>
                  <a:lnTo>
                    <a:pt x="64" y="32"/>
                  </a:lnTo>
                  <a:lnTo>
                    <a:pt x="64" y="0"/>
                  </a:lnTo>
                  <a:close/>
                  <a:moveTo>
                    <a:pt x="143" y="0"/>
                  </a:moveTo>
                  <a:lnTo>
                    <a:pt x="127" y="0"/>
                  </a:lnTo>
                  <a:lnTo>
                    <a:pt x="127" y="17"/>
                  </a:lnTo>
                  <a:lnTo>
                    <a:pt x="143" y="17"/>
                  </a:lnTo>
                  <a:lnTo>
                    <a:pt x="143" y="17"/>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96" name="Google Shape;3996;p46"/>
            <p:cNvSpPr/>
            <p:nvPr/>
          </p:nvSpPr>
          <p:spPr>
            <a:xfrm>
              <a:off x="3324813" y="1813315"/>
              <a:ext cx="2544" cy="4039"/>
            </a:xfrm>
            <a:custGeom>
              <a:avLst/>
              <a:gdLst/>
              <a:ahLst/>
              <a:cxnLst/>
              <a:rect l="l" t="t" r="r" b="b"/>
              <a:pathLst>
                <a:path w="80" h="127" extrusionOk="0">
                  <a:moveTo>
                    <a:pt x="32" y="1"/>
                  </a:moveTo>
                  <a:lnTo>
                    <a:pt x="32" y="1"/>
                  </a:lnTo>
                  <a:cubicBezTo>
                    <a:pt x="17" y="1"/>
                    <a:pt x="1" y="16"/>
                    <a:pt x="1" y="32"/>
                  </a:cubicBezTo>
                  <a:lnTo>
                    <a:pt x="1" y="64"/>
                  </a:lnTo>
                  <a:lnTo>
                    <a:pt x="32" y="110"/>
                  </a:lnTo>
                  <a:cubicBezTo>
                    <a:pt x="32" y="110"/>
                    <a:pt x="48" y="110"/>
                    <a:pt x="48" y="127"/>
                  </a:cubicBezTo>
                  <a:lnTo>
                    <a:pt x="48" y="127"/>
                  </a:lnTo>
                  <a:lnTo>
                    <a:pt x="64" y="110"/>
                  </a:lnTo>
                  <a:lnTo>
                    <a:pt x="64" y="32"/>
                  </a:lnTo>
                  <a:cubicBezTo>
                    <a:pt x="80" y="16"/>
                    <a:pt x="64" y="1"/>
                    <a:pt x="48"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97" name="Google Shape;3997;p46"/>
            <p:cNvSpPr/>
            <p:nvPr/>
          </p:nvSpPr>
          <p:spPr>
            <a:xfrm>
              <a:off x="3267694" y="1815319"/>
              <a:ext cx="6042" cy="2512"/>
            </a:xfrm>
            <a:custGeom>
              <a:avLst/>
              <a:gdLst/>
              <a:ahLst/>
              <a:cxnLst/>
              <a:rect l="l" t="t" r="r" b="b"/>
              <a:pathLst>
                <a:path w="190" h="79" extrusionOk="0">
                  <a:moveTo>
                    <a:pt x="0" y="32"/>
                  </a:moveTo>
                  <a:lnTo>
                    <a:pt x="0" y="32"/>
                  </a:lnTo>
                  <a:lnTo>
                    <a:pt x="0" y="32"/>
                  </a:lnTo>
                  <a:lnTo>
                    <a:pt x="0" y="32"/>
                  </a:lnTo>
                  <a:close/>
                  <a:moveTo>
                    <a:pt x="63" y="1"/>
                  </a:moveTo>
                  <a:lnTo>
                    <a:pt x="63" y="1"/>
                  </a:lnTo>
                  <a:lnTo>
                    <a:pt x="63" y="16"/>
                  </a:lnTo>
                  <a:cubicBezTo>
                    <a:pt x="63" y="16"/>
                    <a:pt x="80" y="32"/>
                    <a:pt x="63" y="47"/>
                  </a:cubicBezTo>
                  <a:lnTo>
                    <a:pt x="63" y="64"/>
                  </a:lnTo>
                  <a:lnTo>
                    <a:pt x="80" y="64"/>
                  </a:lnTo>
                  <a:lnTo>
                    <a:pt x="80" y="47"/>
                  </a:lnTo>
                  <a:cubicBezTo>
                    <a:pt x="95" y="32"/>
                    <a:pt x="95" y="16"/>
                    <a:pt x="111" y="16"/>
                  </a:cubicBezTo>
                  <a:lnTo>
                    <a:pt x="111" y="16"/>
                  </a:lnTo>
                  <a:lnTo>
                    <a:pt x="126" y="16"/>
                  </a:lnTo>
                  <a:cubicBezTo>
                    <a:pt x="143" y="32"/>
                    <a:pt x="158" y="47"/>
                    <a:pt x="143" y="64"/>
                  </a:cubicBezTo>
                  <a:lnTo>
                    <a:pt x="143" y="79"/>
                  </a:lnTo>
                  <a:lnTo>
                    <a:pt x="158" y="79"/>
                  </a:lnTo>
                  <a:lnTo>
                    <a:pt x="158" y="79"/>
                  </a:lnTo>
                  <a:cubicBezTo>
                    <a:pt x="174" y="79"/>
                    <a:pt x="189" y="64"/>
                    <a:pt x="189" y="47"/>
                  </a:cubicBezTo>
                  <a:cubicBezTo>
                    <a:pt x="189" y="32"/>
                    <a:pt x="174"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98" name="Google Shape;3998;p46"/>
            <p:cNvSpPr/>
            <p:nvPr/>
          </p:nvSpPr>
          <p:spPr>
            <a:xfrm>
              <a:off x="3404513" y="1785741"/>
              <a:ext cx="2512" cy="1558"/>
            </a:xfrm>
            <a:custGeom>
              <a:avLst/>
              <a:gdLst/>
              <a:ahLst/>
              <a:cxnLst/>
              <a:rect l="l" t="t" r="r" b="b"/>
              <a:pathLst>
                <a:path w="79" h="49" extrusionOk="0">
                  <a:moveTo>
                    <a:pt x="32" y="0"/>
                  </a:moveTo>
                  <a:lnTo>
                    <a:pt x="32" y="0"/>
                  </a:lnTo>
                  <a:lnTo>
                    <a:pt x="15" y="17"/>
                  </a:lnTo>
                  <a:lnTo>
                    <a:pt x="15" y="17"/>
                  </a:lnTo>
                  <a:lnTo>
                    <a:pt x="0" y="32"/>
                  </a:lnTo>
                  <a:lnTo>
                    <a:pt x="0" y="48"/>
                  </a:lnTo>
                  <a:lnTo>
                    <a:pt x="0" y="48"/>
                  </a:lnTo>
                  <a:lnTo>
                    <a:pt x="15" y="48"/>
                  </a:lnTo>
                  <a:cubicBezTo>
                    <a:pt x="15" y="32"/>
                    <a:pt x="32" y="32"/>
                    <a:pt x="32" y="32"/>
                  </a:cubicBezTo>
                  <a:lnTo>
                    <a:pt x="47" y="32"/>
                  </a:lnTo>
                  <a:lnTo>
                    <a:pt x="47" y="32"/>
                  </a:lnTo>
                  <a:lnTo>
                    <a:pt x="78" y="32"/>
                  </a:lnTo>
                  <a:lnTo>
                    <a:pt x="78" y="32"/>
                  </a:lnTo>
                  <a:cubicBezTo>
                    <a:pt x="63"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999" name="Google Shape;3999;p46"/>
            <p:cNvSpPr/>
            <p:nvPr/>
          </p:nvSpPr>
          <p:spPr>
            <a:xfrm>
              <a:off x="3078271" y="1809785"/>
              <a:ext cx="5057" cy="4039"/>
            </a:xfrm>
            <a:custGeom>
              <a:avLst/>
              <a:gdLst/>
              <a:ahLst/>
              <a:cxnLst/>
              <a:rect l="l" t="t" r="r" b="b"/>
              <a:pathLst>
                <a:path w="159" h="127" extrusionOk="0">
                  <a:moveTo>
                    <a:pt x="32" y="1"/>
                  </a:moveTo>
                  <a:cubicBezTo>
                    <a:pt x="17" y="1"/>
                    <a:pt x="17" y="1"/>
                    <a:pt x="17" y="17"/>
                  </a:cubicBezTo>
                  <a:cubicBezTo>
                    <a:pt x="1" y="32"/>
                    <a:pt x="17" y="49"/>
                    <a:pt x="32" y="64"/>
                  </a:cubicBezTo>
                  <a:lnTo>
                    <a:pt x="64" y="80"/>
                  </a:lnTo>
                  <a:lnTo>
                    <a:pt x="64" y="80"/>
                  </a:lnTo>
                  <a:lnTo>
                    <a:pt x="64" y="95"/>
                  </a:lnTo>
                  <a:cubicBezTo>
                    <a:pt x="80" y="112"/>
                    <a:pt x="80" y="112"/>
                    <a:pt x="95" y="112"/>
                  </a:cubicBezTo>
                  <a:lnTo>
                    <a:pt x="95" y="127"/>
                  </a:lnTo>
                  <a:cubicBezTo>
                    <a:pt x="95" y="112"/>
                    <a:pt x="112" y="112"/>
                    <a:pt x="112" y="112"/>
                  </a:cubicBezTo>
                  <a:lnTo>
                    <a:pt x="158" y="80"/>
                  </a:lnTo>
                  <a:lnTo>
                    <a:pt x="158" y="64"/>
                  </a:lnTo>
                  <a:lnTo>
                    <a:pt x="143" y="64"/>
                  </a:lnTo>
                  <a:lnTo>
                    <a:pt x="143" y="64"/>
                  </a:lnTo>
                  <a:cubicBezTo>
                    <a:pt x="127" y="64"/>
                    <a:pt x="112" y="64"/>
                    <a:pt x="112" y="49"/>
                  </a:cubicBezTo>
                  <a:cubicBezTo>
                    <a:pt x="95" y="49"/>
                    <a:pt x="95" y="32"/>
                    <a:pt x="95" y="32"/>
                  </a:cubicBezTo>
                  <a:lnTo>
                    <a:pt x="95" y="17"/>
                  </a:lnTo>
                  <a:lnTo>
                    <a:pt x="64" y="17"/>
                  </a:lnTo>
                  <a:lnTo>
                    <a:pt x="4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00" name="Google Shape;4000;p46"/>
            <p:cNvSpPr/>
            <p:nvPr/>
          </p:nvSpPr>
          <p:spPr>
            <a:xfrm>
              <a:off x="3337376" y="1821330"/>
              <a:ext cx="5502" cy="1527"/>
            </a:xfrm>
            <a:custGeom>
              <a:avLst/>
              <a:gdLst/>
              <a:ahLst/>
              <a:cxnLst/>
              <a:rect l="l" t="t" r="r" b="b"/>
              <a:pathLst>
                <a:path w="173" h="48" extrusionOk="0">
                  <a:moveTo>
                    <a:pt x="141" y="1"/>
                  </a:moveTo>
                  <a:lnTo>
                    <a:pt x="126" y="1"/>
                  </a:lnTo>
                  <a:lnTo>
                    <a:pt x="126" y="1"/>
                  </a:lnTo>
                  <a:lnTo>
                    <a:pt x="0" y="47"/>
                  </a:lnTo>
                  <a:cubicBezTo>
                    <a:pt x="47" y="47"/>
                    <a:pt x="110" y="32"/>
                    <a:pt x="173" y="32"/>
                  </a:cubicBezTo>
                  <a:lnTo>
                    <a:pt x="173" y="32"/>
                  </a:lnTo>
                  <a:lnTo>
                    <a:pt x="158" y="32"/>
                  </a:lnTo>
                  <a:lnTo>
                    <a:pt x="158" y="16"/>
                  </a:lnTo>
                  <a:cubicBezTo>
                    <a:pt x="158" y="1"/>
                    <a:pt x="141"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01" name="Google Shape;4001;p46"/>
            <p:cNvSpPr/>
            <p:nvPr/>
          </p:nvSpPr>
          <p:spPr>
            <a:xfrm>
              <a:off x="3428557" y="1807781"/>
              <a:ext cx="3530" cy="2544"/>
            </a:xfrm>
            <a:custGeom>
              <a:avLst/>
              <a:gdLst/>
              <a:ahLst/>
              <a:cxnLst/>
              <a:rect l="l" t="t" r="r" b="b"/>
              <a:pathLst>
                <a:path w="111" h="80" extrusionOk="0">
                  <a:moveTo>
                    <a:pt x="1" y="48"/>
                  </a:moveTo>
                  <a:lnTo>
                    <a:pt x="1" y="48"/>
                  </a:lnTo>
                  <a:lnTo>
                    <a:pt x="1" y="64"/>
                  </a:lnTo>
                  <a:lnTo>
                    <a:pt x="1" y="48"/>
                  </a:lnTo>
                  <a:close/>
                  <a:moveTo>
                    <a:pt x="95" y="1"/>
                  </a:moveTo>
                  <a:lnTo>
                    <a:pt x="95" y="1"/>
                  </a:lnTo>
                  <a:cubicBezTo>
                    <a:pt x="95" y="17"/>
                    <a:pt x="79" y="17"/>
                    <a:pt x="79" y="17"/>
                  </a:cubicBezTo>
                  <a:lnTo>
                    <a:pt x="47" y="17"/>
                  </a:lnTo>
                  <a:lnTo>
                    <a:pt x="47" y="17"/>
                  </a:lnTo>
                  <a:lnTo>
                    <a:pt x="47" y="17"/>
                  </a:lnTo>
                  <a:cubicBezTo>
                    <a:pt x="64" y="17"/>
                    <a:pt x="79" y="32"/>
                    <a:pt x="79" y="64"/>
                  </a:cubicBezTo>
                  <a:lnTo>
                    <a:pt x="64" y="64"/>
                  </a:lnTo>
                  <a:lnTo>
                    <a:pt x="79" y="80"/>
                  </a:ln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02" name="Google Shape;4002;p46"/>
            <p:cNvSpPr/>
            <p:nvPr/>
          </p:nvSpPr>
          <p:spPr>
            <a:xfrm>
              <a:off x="3059762" y="1827818"/>
              <a:ext cx="12053" cy="7569"/>
            </a:xfrm>
            <a:custGeom>
              <a:avLst/>
              <a:gdLst/>
              <a:ahLst/>
              <a:cxnLst/>
              <a:rect l="l" t="t" r="r" b="b"/>
              <a:pathLst>
                <a:path w="379" h="238" extrusionOk="0">
                  <a:moveTo>
                    <a:pt x="32" y="1"/>
                  </a:moveTo>
                  <a:cubicBezTo>
                    <a:pt x="47" y="17"/>
                    <a:pt x="47" y="32"/>
                    <a:pt x="47" y="49"/>
                  </a:cubicBezTo>
                  <a:cubicBezTo>
                    <a:pt x="32" y="64"/>
                    <a:pt x="16" y="64"/>
                    <a:pt x="16" y="64"/>
                  </a:cubicBezTo>
                  <a:lnTo>
                    <a:pt x="0" y="64"/>
                  </a:lnTo>
                  <a:cubicBezTo>
                    <a:pt x="16" y="64"/>
                    <a:pt x="16" y="80"/>
                    <a:pt x="16" y="80"/>
                  </a:cubicBezTo>
                  <a:lnTo>
                    <a:pt x="32" y="80"/>
                  </a:lnTo>
                  <a:lnTo>
                    <a:pt x="63" y="80"/>
                  </a:lnTo>
                  <a:lnTo>
                    <a:pt x="79" y="64"/>
                  </a:lnTo>
                  <a:lnTo>
                    <a:pt x="95" y="64"/>
                  </a:lnTo>
                  <a:cubicBezTo>
                    <a:pt x="95" y="64"/>
                    <a:pt x="95" y="80"/>
                    <a:pt x="110" y="80"/>
                  </a:cubicBezTo>
                  <a:cubicBezTo>
                    <a:pt x="110" y="64"/>
                    <a:pt x="127" y="49"/>
                    <a:pt x="142" y="49"/>
                  </a:cubicBezTo>
                  <a:lnTo>
                    <a:pt x="142" y="49"/>
                  </a:lnTo>
                  <a:lnTo>
                    <a:pt x="142" y="49"/>
                  </a:lnTo>
                  <a:cubicBezTo>
                    <a:pt x="158" y="49"/>
                    <a:pt x="173" y="64"/>
                    <a:pt x="173" y="80"/>
                  </a:cubicBezTo>
                  <a:lnTo>
                    <a:pt x="173" y="127"/>
                  </a:lnTo>
                  <a:cubicBezTo>
                    <a:pt x="236" y="143"/>
                    <a:pt x="284" y="175"/>
                    <a:pt x="316" y="221"/>
                  </a:cubicBezTo>
                  <a:cubicBezTo>
                    <a:pt x="316" y="238"/>
                    <a:pt x="331" y="238"/>
                    <a:pt x="347" y="238"/>
                  </a:cubicBezTo>
                  <a:lnTo>
                    <a:pt x="362" y="238"/>
                  </a:lnTo>
                  <a:cubicBezTo>
                    <a:pt x="379" y="238"/>
                    <a:pt x="379" y="206"/>
                    <a:pt x="379" y="190"/>
                  </a:cubicBezTo>
                  <a:cubicBezTo>
                    <a:pt x="362" y="190"/>
                    <a:pt x="362" y="175"/>
                    <a:pt x="362" y="175"/>
                  </a:cubicBezTo>
                  <a:cubicBezTo>
                    <a:pt x="299" y="143"/>
                    <a:pt x="253" y="112"/>
                    <a:pt x="205" y="80"/>
                  </a:cubicBezTo>
                  <a:lnTo>
                    <a:pt x="205" y="49"/>
                  </a:lnTo>
                  <a:lnTo>
                    <a:pt x="205" y="49"/>
                  </a:lnTo>
                  <a:lnTo>
                    <a:pt x="190" y="64"/>
                  </a:lnTo>
                  <a:cubicBezTo>
                    <a:pt x="173" y="64"/>
                    <a:pt x="173" y="64"/>
                    <a:pt x="158" y="49"/>
                  </a:cubicBezTo>
                  <a:lnTo>
                    <a:pt x="158" y="49"/>
                  </a:lnTo>
                  <a:cubicBezTo>
                    <a:pt x="142" y="49"/>
                    <a:pt x="142" y="32"/>
                    <a:pt x="142" y="32"/>
                  </a:cubicBezTo>
                  <a:lnTo>
                    <a:pt x="142" y="32"/>
                  </a:lnTo>
                  <a:lnTo>
                    <a:pt x="127" y="49"/>
                  </a:lnTo>
                  <a:cubicBezTo>
                    <a:pt x="110" y="49"/>
                    <a:pt x="110" y="32"/>
                    <a:pt x="95" y="32"/>
                  </a:cubicBezTo>
                  <a:lnTo>
                    <a:pt x="95" y="32"/>
                  </a:lnTo>
                  <a:cubicBezTo>
                    <a:pt x="79" y="17"/>
                    <a:pt x="63" y="17"/>
                    <a:pt x="63"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03" name="Google Shape;4003;p46"/>
            <p:cNvSpPr/>
            <p:nvPr/>
          </p:nvSpPr>
          <p:spPr>
            <a:xfrm>
              <a:off x="3030184" y="1795283"/>
              <a:ext cx="6551" cy="10050"/>
            </a:xfrm>
            <a:custGeom>
              <a:avLst/>
              <a:gdLst/>
              <a:ahLst/>
              <a:cxnLst/>
              <a:rect l="l" t="t" r="r" b="b"/>
              <a:pathLst>
                <a:path w="206" h="316" extrusionOk="0">
                  <a:moveTo>
                    <a:pt x="80" y="236"/>
                  </a:moveTo>
                  <a:lnTo>
                    <a:pt x="17" y="236"/>
                  </a:lnTo>
                  <a:lnTo>
                    <a:pt x="17" y="252"/>
                  </a:lnTo>
                  <a:cubicBezTo>
                    <a:pt x="17" y="268"/>
                    <a:pt x="0" y="268"/>
                    <a:pt x="0" y="284"/>
                  </a:cubicBezTo>
                  <a:cubicBezTo>
                    <a:pt x="17" y="299"/>
                    <a:pt x="17" y="315"/>
                    <a:pt x="32" y="315"/>
                  </a:cubicBezTo>
                  <a:lnTo>
                    <a:pt x="63" y="299"/>
                  </a:lnTo>
                  <a:cubicBezTo>
                    <a:pt x="63" y="284"/>
                    <a:pt x="80" y="284"/>
                    <a:pt x="80" y="284"/>
                  </a:cubicBezTo>
                  <a:lnTo>
                    <a:pt x="80" y="284"/>
                  </a:lnTo>
                  <a:cubicBezTo>
                    <a:pt x="95" y="284"/>
                    <a:pt x="95" y="284"/>
                    <a:pt x="111" y="299"/>
                  </a:cubicBezTo>
                  <a:lnTo>
                    <a:pt x="111" y="268"/>
                  </a:lnTo>
                  <a:cubicBezTo>
                    <a:pt x="95" y="252"/>
                    <a:pt x="95" y="252"/>
                    <a:pt x="95" y="236"/>
                  </a:cubicBezTo>
                  <a:lnTo>
                    <a:pt x="80" y="236"/>
                  </a:lnTo>
                  <a:close/>
                  <a:moveTo>
                    <a:pt x="111" y="0"/>
                  </a:moveTo>
                  <a:lnTo>
                    <a:pt x="111" y="0"/>
                  </a:lnTo>
                  <a:cubicBezTo>
                    <a:pt x="95" y="0"/>
                    <a:pt x="95" y="15"/>
                    <a:pt x="95" y="32"/>
                  </a:cubicBezTo>
                  <a:lnTo>
                    <a:pt x="80" y="63"/>
                  </a:lnTo>
                  <a:cubicBezTo>
                    <a:pt x="95" y="63"/>
                    <a:pt x="111" y="78"/>
                    <a:pt x="111" y="95"/>
                  </a:cubicBezTo>
                  <a:cubicBezTo>
                    <a:pt x="111" y="110"/>
                    <a:pt x="95" y="126"/>
                    <a:pt x="80" y="126"/>
                  </a:cubicBezTo>
                  <a:lnTo>
                    <a:pt x="80" y="126"/>
                  </a:lnTo>
                  <a:lnTo>
                    <a:pt x="17" y="126"/>
                  </a:lnTo>
                  <a:cubicBezTo>
                    <a:pt x="17" y="126"/>
                    <a:pt x="17" y="142"/>
                    <a:pt x="0" y="142"/>
                  </a:cubicBezTo>
                  <a:lnTo>
                    <a:pt x="0" y="173"/>
                  </a:lnTo>
                  <a:lnTo>
                    <a:pt x="80" y="173"/>
                  </a:lnTo>
                  <a:cubicBezTo>
                    <a:pt x="95" y="158"/>
                    <a:pt x="111" y="158"/>
                    <a:pt x="126" y="142"/>
                  </a:cubicBezTo>
                  <a:cubicBezTo>
                    <a:pt x="143" y="142"/>
                    <a:pt x="143" y="142"/>
                    <a:pt x="143" y="126"/>
                  </a:cubicBezTo>
                  <a:lnTo>
                    <a:pt x="158" y="110"/>
                  </a:lnTo>
                  <a:lnTo>
                    <a:pt x="158" y="63"/>
                  </a:lnTo>
                  <a:lnTo>
                    <a:pt x="158" y="78"/>
                  </a:lnTo>
                  <a:lnTo>
                    <a:pt x="174" y="78"/>
                  </a:lnTo>
                  <a:cubicBezTo>
                    <a:pt x="174" y="78"/>
                    <a:pt x="189" y="78"/>
                    <a:pt x="189" y="63"/>
                  </a:cubicBezTo>
                  <a:cubicBezTo>
                    <a:pt x="189" y="63"/>
                    <a:pt x="206" y="63"/>
                    <a:pt x="206" y="47"/>
                  </a:cubicBezTo>
                  <a:cubicBezTo>
                    <a:pt x="206" y="32"/>
                    <a:pt x="206" y="15"/>
                    <a:pt x="189" y="0"/>
                  </a:cubicBezTo>
                  <a:lnTo>
                    <a:pt x="126" y="15"/>
                  </a:lnTo>
                  <a:lnTo>
                    <a:pt x="126" y="15"/>
                  </a:lnTo>
                  <a:cubicBezTo>
                    <a:pt x="111" y="15"/>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04" name="Google Shape;4004;p46"/>
            <p:cNvSpPr/>
            <p:nvPr/>
          </p:nvSpPr>
          <p:spPr>
            <a:xfrm>
              <a:off x="3037181" y="1793756"/>
              <a:ext cx="6042" cy="3021"/>
            </a:xfrm>
            <a:custGeom>
              <a:avLst/>
              <a:gdLst/>
              <a:ahLst/>
              <a:cxnLst/>
              <a:rect l="l" t="t" r="r" b="b"/>
              <a:pathLst>
                <a:path w="190" h="95" extrusionOk="0">
                  <a:moveTo>
                    <a:pt x="143" y="0"/>
                  </a:moveTo>
                  <a:lnTo>
                    <a:pt x="32" y="0"/>
                  </a:lnTo>
                  <a:lnTo>
                    <a:pt x="17" y="17"/>
                  </a:lnTo>
                  <a:lnTo>
                    <a:pt x="32" y="17"/>
                  </a:lnTo>
                  <a:cubicBezTo>
                    <a:pt x="32" y="32"/>
                    <a:pt x="17" y="48"/>
                    <a:pt x="1" y="48"/>
                  </a:cubicBezTo>
                  <a:lnTo>
                    <a:pt x="1" y="63"/>
                  </a:lnTo>
                  <a:cubicBezTo>
                    <a:pt x="17" y="80"/>
                    <a:pt x="17" y="95"/>
                    <a:pt x="49" y="95"/>
                  </a:cubicBezTo>
                  <a:lnTo>
                    <a:pt x="49" y="95"/>
                  </a:lnTo>
                  <a:lnTo>
                    <a:pt x="127" y="95"/>
                  </a:lnTo>
                  <a:cubicBezTo>
                    <a:pt x="143" y="95"/>
                    <a:pt x="158" y="80"/>
                    <a:pt x="158" y="63"/>
                  </a:cubicBezTo>
                  <a:cubicBezTo>
                    <a:pt x="175" y="63"/>
                    <a:pt x="190" y="48"/>
                    <a:pt x="190" y="32"/>
                  </a:cubicBezTo>
                  <a:lnTo>
                    <a:pt x="190" y="32"/>
                  </a:lnTo>
                  <a:lnTo>
                    <a:pt x="190" y="32"/>
                  </a:lnTo>
                  <a:cubicBezTo>
                    <a:pt x="175" y="32"/>
                    <a:pt x="158" y="32"/>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05" name="Google Shape;4005;p46"/>
            <p:cNvSpPr/>
            <p:nvPr/>
          </p:nvSpPr>
          <p:spPr>
            <a:xfrm>
              <a:off x="3379929" y="1786250"/>
              <a:ext cx="2035" cy="4039"/>
            </a:xfrm>
            <a:custGeom>
              <a:avLst/>
              <a:gdLst/>
              <a:ahLst/>
              <a:cxnLst/>
              <a:rect l="l" t="t" r="r" b="b"/>
              <a:pathLst>
                <a:path w="64" h="127" extrusionOk="0">
                  <a:moveTo>
                    <a:pt x="64" y="1"/>
                  </a:moveTo>
                  <a:lnTo>
                    <a:pt x="49" y="1"/>
                  </a:lnTo>
                  <a:lnTo>
                    <a:pt x="32" y="1"/>
                  </a:lnTo>
                  <a:lnTo>
                    <a:pt x="1" y="1"/>
                  </a:lnTo>
                  <a:lnTo>
                    <a:pt x="1" y="79"/>
                  </a:lnTo>
                  <a:lnTo>
                    <a:pt x="1" y="95"/>
                  </a:lnTo>
                  <a:cubicBezTo>
                    <a:pt x="1" y="110"/>
                    <a:pt x="17" y="127"/>
                    <a:pt x="32" y="127"/>
                  </a:cubicBezTo>
                  <a:lnTo>
                    <a:pt x="32" y="127"/>
                  </a:lnTo>
                  <a:lnTo>
                    <a:pt x="32" y="127"/>
                  </a:lnTo>
                  <a:cubicBezTo>
                    <a:pt x="49" y="110"/>
                    <a:pt x="64" y="110"/>
                    <a:pt x="64" y="9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06" name="Google Shape;4006;p46"/>
            <p:cNvSpPr/>
            <p:nvPr/>
          </p:nvSpPr>
          <p:spPr>
            <a:xfrm>
              <a:off x="3317785" y="1762684"/>
              <a:ext cx="6074" cy="4580"/>
            </a:xfrm>
            <a:custGeom>
              <a:avLst/>
              <a:gdLst/>
              <a:ahLst/>
              <a:cxnLst/>
              <a:rect l="l" t="t" r="r" b="b"/>
              <a:pathLst>
                <a:path w="191" h="144" extrusionOk="0">
                  <a:moveTo>
                    <a:pt x="159" y="1"/>
                  </a:moveTo>
                  <a:lnTo>
                    <a:pt x="159" y="1"/>
                  </a:lnTo>
                  <a:lnTo>
                    <a:pt x="80" y="1"/>
                  </a:lnTo>
                  <a:cubicBezTo>
                    <a:pt x="64" y="1"/>
                    <a:pt x="64" y="17"/>
                    <a:pt x="49" y="17"/>
                  </a:cubicBezTo>
                  <a:lnTo>
                    <a:pt x="1" y="95"/>
                  </a:lnTo>
                  <a:cubicBezTo>
                    <a:pt x="1" y="112"/>
                    <a:pt x="1" y="127"/>
                    <a:pt x="17" y="143"/>
                  </a:cubicBezTo>
                  <a:lnTo>
                    <a:pt x="33" y="143"/>
                  </a:lnTo>
                  <a:lnTo>
                    <a:pt x="64" y="143"/>
                  </a:lnTo>
                  <a:lnTo>
                    <a:pt x="96" y="80"/>
                  </a:lnTo>
                  <a:lnTo>
                    <a:pt x="143" y="64"/>
                  </a:lnTo>
                  <a:cubicBezTo>
                    <a:pt x="143" y="48"/>
                    <a:pt x="159" y="32"/>
                    <a:pt x="175" y="32"/>
                  </a:cubicBezTo>
                  <a:lnTo>
                    <a:pt x="175" y="32"/>
                  </a:lnTo>
                  <a:lnTo>
                    <a:pt x="190" y="32"/>
                  </a:lnTo>
                  <a:lnTo>
                    <a:pt x="190" y="32"/>
                  </a:lnTo>
                  <a:cubicBezTo>
                    <a:pt x="190" y="17"/>
                    <a:pt x="175" y="1"/>
                    <a:pt x="15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07" name="Google Shape;4007;p46"/>
            <p:cNvSpPr/>
            <p:nvPr/>
          </p:nvSpPr>
          <p:spPr>
            <a:xfrm>
              <a:off x="3181506" y="1799290"/>
              <a:ext cx="5057" cy="3021"/>
            </a:xfrm>
            <a:custGeom>
              <a:avLst/>
              <a:gdLst/>
              <a:ahLst/>
              <a:cxnLst/>
              <a:rect l="l" t="t" r="r" b="b"/>
              <a:pathLst>
                <a:path w="159" h="95" extrusionOk="0">
                  <a:moveTo>
                    <a:pt x="143" y="0"/>
                  </a:moveTo>
                  <a:lnTo>
                    <a:pt x="127" y="0"/>
                  </a:lnTo>
                  <a:cubicBezTo>
                    <a:pt x="127" y="16"/>
                    <a:pt x="111" y="16"/>
                    <a:pt x="95" y="16"/>
                  </a:cubicBezTo>
                  <a:lnTo>
                    <a:pt x="95" y="16"/>
                  </a:lnTo>
                  <a:lnTo>
                    <a:pt x="80" y="32"/>
                  </a:lnTo>
                  <a:lnTo>
                    <a:pt x="63" y="16"/>
                  </a:lnTo>
                  <a:lnTo>
                    <a:pt x="48" y="16"/>
                  </a:lnTo>
                  <a:lnTo>
                    <a:pt x="32" y="16"/>
                  </a:lnTo>
                  <a:lnTo>
                    <a:pt x="17" y="16"/>
                  </a:lnTo>
                  <a:lnTo>
                    <a:pt x="17" y="16"/>
                  </a:lnTo>
                  <a:lnTo>
                    <a:pt x="17" y="32"/>
                  </a:lnTo>
                  <a:cubicBezTo>
                    <a:pt x="0" y="47"/>
                    <a:pt x="0" y="63"/>
                    <a:pt x="17" y="79"/>
                  </a:cubicBezTo>
                  <a:cubicBezTo>
                    <a:pt x="48" y="95"/>
                    <a:pt x="63" y="95"/>
                    <a:pt x="80" y="95"/>
                  </a:cubicBezTo>
                  <a:cubicBezTo>
                    <a:pt x="111" y="95"/>
                    <a:pt x="127" y="79"/>
                    <a:pt x="158" y="47"/>
                  </a:cubicBezTo>
                  <a:lnTo>
                    <a:pt x="158" y="47"/>
                  </a:lnTo>
                  <a:cubicBezTo>
                    <a:pt x="143" y="32"/>
                    <a:pt x="143" y="16"/>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08" name="Google Shape;4008;p46"/>
            <p:cNvSpPr/>
            <p:nvPr/>
          </p:nvSpPr>
          <p:spPr>
            <a:xfrm>
              <a:off x="3374936" y="1766691"/>
              <a:ext cx="8046" cy="3562"/>
            </a:xfrm>
            <a:custGeom>
              <a:avLst/>
              <a:gdLst/>
              <a:ahLst/>
              <a:cxnLst/>
              <a:rect l="l" t="t" r="r" b="b"/>
              <a:pathLst>
                <a:path w="253" h="112" extrusionOk="0">
                  <a:moveTo>
                    <a:pt x="206" y="1"/>
                  </a:moveTo>
                  <a:lnTo>
                    <a:pt x="206" y="1"/>
                  </a:lnTo>
                  <a:lnTo>
                    <a:pt x="189" y="1"/>
                  </a:lnTo>
                  <a:cubicBezTo>
                    <a:pt x="158" y="32"/>
                    <a:pt x="143" y="32"/>
                    <a:pt x="111" y="32"/>
                  </a:cubicBezTo>
                  <a:cubicBezTo>
                    <a:pt x="95" y="32"/>
                    <a:pt x="80" y="32"/>
                    <a:pt x="63" y="17"/>
                  </a:cubicBezTo>
                  <a:lnTo>
                    <a:pt x="32" y="17"/>
                  </a:lnTo>
                  <a:cubicBezTo>
                    <a:pt x="32" y="17"/>
                    <a:pt x="17" y="17"/>
                    <a:pt x="17" y="32"/>
                  </a:cubicBezTo>
                  <a:cubicBezTo>
                    <a:pt x="0" y="49"/>
                    <a:pt x="0" y="80"/>
                    <a:pt x="17" y="80"/>
                  </a:cubicBezTo>
                  <a:cubicBezTo>
                    <a:pt x="48" y="95"/>
                    <a:pt x="80" y="112"/>
                    <a:pt x="111" y="112"/>
                  </a:cubicBezTo>
                  <a:cubicBezTo>
                    <a:pt x="158" y="112"/>
                    <a:pt x="189" y="95"/>
                    <a:pt x="237" y="64"/>
                  </a:cubicBezTo>
                  <a:cubicBezTo>
                    <a:pt x="252" y="49"/>
                    <a:pt x="252" y="32"/>
                    <a:pt x="237" y="17"/>
                  </a:cubicBezTo>
                  <a:cubicBezTo>
                    <a:pt x="237" y="1"/>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09" name="Google Shape;4009;p46"/>
            <p:cNvSpPr/>
            <p:nvPr/>
          </p:nvSpPr>
          <p:spPr>
            <a:xfrm>
              <a:off x="3277235" y="1775246"/>
              <a:ext cx="6042" cy="6042"/>
            </a:xfrm>
            <a:custGeom>
              <a:avLst/>
              <a:gdLst/>
              <a:ahLst/>
              <a:cxnLst/>
              <a:rect l="l" t="t" r="r" b="b"/>
              <a:pathLst>
                <a:path w="190" h="190" extrusionOk="0">
                  <a:moveTo>
                    <a:pt x="32" y="0"/>
                  </a:moveTo>
                  <a:lnTo>
                    <a:pt x="32" y="0"/>
                  </a:lnTo>
                  <a:lnTo>
                    <a:pt x="16" y="0"/>
                  </a:lnTo>
                  <a:cubicBezTo>
                    <a:pt x="0" y="15"/>
                    <a:pt x="0" y="32"/>
                    <a:pt x="0" y="47"/>
                  </a:cubicBezTo>
                  <a:lnTo>
                    <a:pt x="47" y="158"/>
                  </a:lnTo>
                  <a:lnTo>
                    <a:pt x="63" y="141"/>
                  </a:lnTo>
                  <a:lnTo>
                    <a:pt x="79" y="126"/>
                  </a:lnTo>
                  <a:lnTo>
                    <a:pt x="95" y="126"/>
                  </a:lnTo>
                  <a:lnTo>
                    <a:pt x="110" y="141"/>
                  </a:lnTo>
                  <a:lnTo>
                    <a:pt x="142" y="189"/>
                  </a:lnTo>
                  <a:lnTo>
                    <a:pt x="173" y="158"/>
                  </a:lnTo>
                  <a:cubicBezTo>
                    <a:pt x="189" y="141"/>
                    <a:pt x="189" y="126"/>
                    <a:pt x="189" y="110"/>
                  </a:cubicBezTo>
                  <a:lnTo>
                    <a:pt x="126" y="15"/>
                  </a:lnTo>
                  <a:cubicBezTo>
                    <a:pt x="110" y="15"/>
                    <a:pt x="95" y="0"/>
                    <a:pt x="95" y="0"/>
                  </a:cubicBezTo>
                  <a:cubicBezTo>
                    <a:pt x="79" y="0"/>
                    <a:pt x="79" y="15"/>
                    <a:pt x="79" y="15"/>
                  </a:cubicBezTo>
                  <a:lnTo>
                    <a:pt x="63" y="15"/>
                  </a:lnTo>
                  <a:cubicBezTo>
                    <a:pt x="63" y="15"/>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10" name="Google Shape;4010;p46"/>
            <p:cNvSpPr/>
            <p:nvPr/>
          </p:nvSpPr>
          <p:spPr>
            <a:xfrm>
              <a:off x="3066250" y="1828358"/>
              <a:ext cx="9573" cy="6042"/>
            </a:xfrm>
            <a:custGeom>
              <a:avLst/>
              <a:gdLst/>
              <a:ahLst/>
              <a:cxnLst/>
              <a:rect l="l" t="t" r="r" b="b"/>
              <a:pathLst>
                <a:path w="301" h="190" extrusionOk="0">
                  <a:moveTo>
                    <a:pt x="32" y="0"/>
                  </a:moveTo>
                  <a:lnTo>
                    <a:pt x="32" y="0"/>
                  </a:lnTo>
                  <a:cubicBezTo>
                    <a:pt x="17" y="0"/>
                    <a:pt x="17" y="15"/>
                    <a:pt x="17" y="15"/>
                  </a:cubicBezTo>
                  <a:lnTo>
                    <a:pt x="1" y="32"/>
                  </a:lnTo>
                  <a:lnTo>
                    <a:pt x="1" y="32"/>
                  </a:lnTo>
                  <a:lnTo>
                    <a:pt x="1" y="32"/>
                  </a:lnTo>
                  <a:lnTo>
                    <a:pt x="1" y="63"/>
                  </a:lnTo>
                  <a:cubicBezTo>
                    <a:pt x="49" y="95"/>
                    <a:pt x="95" y="126"/>
                    <a:pt x="158" y="158"/>
                  </a:cubicBezTo>
                  <a:cubicBezTo>
                    <a:pt x="190" y="158"/>
                    <a:pt x="221" y="173"/>
                    <a:pt x="253" y="189"/>
                  </a:cubicBezTo>
                  <a:lnTo>
                    <a:pt x="253" y="189"/>
                  </a:lnTo>
                  <a:cubicBezTo>
                    <a:pt x="269" y="189"/>
                    <a:pt x="284" y="173"/>
                    <a:pt x="284" y="158"/>
                  </a:cubicBezTo>
                  <a:cubicBezTo>
                    <a:pt x="301" y="141"/>
                    <a:pt x="284" y="126"/>
                    <a:pt x="269" y="110"/>
                  </a:cubicBezTo>
                  <a:cubicBezTo>
                    <a:pt x="175" y="95"/>
                    <a:pt x="112" y="63"/>
                    <a:pt x="49" y="15"/>
                  </a:cubicBezTo>
                  <a:cubicBezTo>
                    <a:pt x="49"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11" name="Google Shape;4011;p46"/>
            <p:cNvSpPr/>
            <p:nvPr/>
          </p:nvSpPr>
          <p:spPr>
            <a:xfrm>
              <a:off x="3119362" y="1791275"/>
              <a:ext cx="3053" cy="4516"/>
            </a:xfrm>
            <a:custGeom>
              <a:avLst/>
              <a:gdLst/>
              <a:ahLst/>
              <a:cxnLst/>
              <a:rect l="l" t="t" r="r" b="b"/>
              <a:pathLst>
                <a:path w="96" h="142" extrusionOk="0">
                  <a:moveTo>
                    <a:pt x="95" y="15"/>
                  </a:moveTo>
                  <a:lnTo>
                    <a:pt x="95" y="15"/>
                  </a:lnTo>
                  <a:lnTo>
                    <a:pt x="95" y="15"/>
                  </a:lnTo>
                  <a:lnTo>
                    <a:pt x="95" y="15"/>
                  </a:lnTo>
                  <a:close/>
                  <a:moveTo>
                    <a:pt x="17" y="0"/>
                  </a:moveTo>
                  <a:cubicBezTo>
                    <a:pt x="1" y="15"/>
                    <a:pt x="1" y="32"/>
                    <a:pt x="1" y="32"/>
                  </a:cubicBezTo>
                  <a:lnTo>
                    <a:pt x="1" y="78"/>
                  </a:lnTo>
                  <a:cubicBezTo>
                    <a:pt x="17" y="78"/>
                    <a:pt x="17" y="78"/>
                    <a:pt x="17" y="95"/>
                  </a:cubicBezTo>
                  <a:cubicBezTo>
                    <a:pt x="32" y="95"/>
                    <a:pt x="32" y="110"/>
                    <a:pt x="32" y="126"/>
                  </a:cubicBezTo>
                  <a:lnTo>
                    <a:pt x="32" y="141"/>
                  </a:lnTo>
                  <a:lnTo>
                    <a:pt x="32" y="141"/>
                  </a:lnTo>
                  <a:lnTo>
                    <a:pt x="32" y="141"/>
                  </a:lnTo>
                  <a:lnTo>
                    <a:pt x="32" y="141"/>
                  </a:lnTo>
                  <a:lnTo>
                    <a:pt x="64" y="141"/>
                  </a:lnTo>
                  <a:lnTo>
                    <a:pt x="80" y="141"/>
                  </a:lnTo>
                  <a:lnTo>
                    <a:pt x="80" y="110"/>
                  </a:lnTo>
                  <a:lnTo>
                    <a:pt x="80" y="95"/>
                  </a:lnTo>
                  <a:lnTo>
                    <a:pt x="80" y="95"/>
                  </a:lnTo>
                  <a:lnTo>
                    <a:pt x="80" y="95"/>
                  </a:lnTo>
                  <a:lnTo>
                    <a:pt x="80" y="95"/>
                  </a:lnTo>
                  <a:lnTo>
                    <a:pt x="95" y="32"/>
                  </a:lnTo>
                  <a:cubicBezTo>
                    <a:pt x="95" y="32"/>
                    <a:pt x="95" y="47"/>
                    <a:pt x="80" y="47"/>
                  </a:cubicBezTo>
                  <a:lnTo>
                    <a:pt x="64" y="47"/>
                  </a:lnTo>
                  <a:lnTo>
                    <a:pt x="32" y="4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12" name="Google Shape;4012;p46"/>
            <p:cNvSpPr/>
            <p:nvPr/>
          </p:nvSpPr>
          <p:spPr>
            <a:xfrm>
              <a:off x="3410016" y="1781734"/>
              <a:ext cx="4548" cy="3562"/>
            </a:xfrm>
            <a:custGeom>
              <a:avLst/>
              <a:gdLst/>
              <a:ahLst/>
              <a:cxnLst/>
              <a:rect l="l" t="t" r="r" b="b"/>
              <a:pathLst>
                <a:path w="143" h="112" extrusionOk="0">
                  <a:moveTo>
                    <a:pt x="111" y="0"/>
                  </a:moveTo>
                  <a:lnTo>
                    <a:pt x="111" y="0"/>
                  </a:lnTo>
                  <a:lnTo>
                    <a:pt x="111" y="0"/>
                  </a:lnTo>
                  <a:lnTo>
                    <a:pt x="0" y="32"/>
                  </a:lnTo>
                  <a:lnTo>
                    <a:pt x="16" y="48"/>
                  </a:lnTo>
                  <a:cubicBezTo>
                    <a:pt x="16" y="63"/>
                    <a:pt x="16" y="95"/>
                    <a:pt x="0" y="95"/>
                  </a:cubicBezTo>
                  <a:lnTo>
                    <a:pt x="0" y="95"/>
                  </a:lnTo>
                  <a:cubicBezTo>
                    <a:pt x="0" y="111"/>
                    <a:pt x="0" y="111"/>
                    <a:pt x="16" y="111"/>
                  </a:cubicBezTo>
                  <a:lnTo>
                    <a:pt x="16" y="111"/>
                  </a:lnTo>
                  <a:lnTo>
                    <a:pt x="111" y="63"/>
                  </a:lnTo>
                  <a:lnTo>
                    <a:pt x="126" y="32"/>
                  </a:lnTo>
                  <a:cubicBezTo>
                    <a:pt x="126" y="17"/>
                    <a:pt x="142" y="17"/>
                    <a:pt x="142" y="17"/>
                  </a:cubicBezTo>
                  <a:cubicBezTo>
                    <a:pt x="142" y="0"/>
                    <a:pt x="142" y="0"/>
                    <a:pt x="126" y="0"/>
                  </a:cubicBezTo>
                  <a:lnTo>
                    <a:pt x="126" y="0"/>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13" name="Google Shape;4013;p46"/>
            <p:cNvSpPr/>
            <p:nvPr/>
          </p:nvSpPr>
          <p:spPr>
            <a:xfrm>
              <a:off x="3392969" y="1804283"/>
              <a:ext cx="8555" cy="4548"/>
            </a:xfrm>
            <a:custGeom>
              <a:avLst/>
              <a:gdLst/>
              <a:ahLst/>
              <a:cxnLst/>
              <a:rect l="l" t="t" r="r" b="b"/>
              <a:pathLst>
                <a:path w="269" h="143" extrusionOk="0">
                  <a:moveTo>
                    <a:pt x="206" y="32"/>
                  </a:moveTo>
                  <a:cubicBezTo>
                    <a:pt x="189" y="48"/>
                    <a:pt x="189" y="48"/>
                    <a:pt x="174" y="48"/>
                  </a:cubicBezTo>
                  <a:lnTo>
                    <a:pt x="143" y="64"/>
                  </a:lnTo>
                  <a:lnTo>
                    <a:pt x="174" y="79"/>
                  </a:lnTo>
                  <a:cubicBezTo>
                    <a:pt x="174" y="95"/>
                    <a:pt x="189" y="111"/>
                    <a:pt x="189" y="127"/>
                  </a:cubicBezTo>
                  <a:cubicBezTo>
                    <a:pt x="206" y="127"/>
                    <a:pt x="206" y="142"/>
                    <a:pt x="221" y="142"/>
                  </a:cubicBezTo>
                  <a:lnTo>
                    <a:pt x="237" y="142"/>
                  </a:lnTo>
                  <a:cubicBezTo>
                    <a:pt x="252" y="127"/>
                    <a:pt x="269" y="111"/>
                    <a:pt x="252" y="95"/>
                  </a:cubicBezTo>
                  <a:lnTo>
                    <a:pt x="252" y="79"/>
                  </a:lnTo>
                  <a:cubicBezTo>
                    <a:pt x="237" y="79"/>
                    <a:pt x="237" y="64"/>
                    <a:pt x="237" y="64"/>
                  </a:cubicBezTo>
                  <a:lnTo>
                    <a:pt x="221" y="48"/>
                  </a:lnTo>
                  <a:lnTo>
                    <a:pt x="206" y="32"/>
                  </a:lnTo>
                  <a:close/>
                  <a:moveTo>
                    <a:pt x="17" y="32"/>
                  </a:moveTo>
                  <a:lnTo>
                    <a:pt x="17" y="48"/>
                  </a:lnTo>
                  <a:lnTo>
                    <a:pt x="0" y="48"/>
                  </a:lnTo>
                  <a:lnTo>
                    <a:pt x="0" y="64"/>
                  </a:lnTo>
                  <a:cubicBezTo>
                    <a:pt x="17" y="64"/>
                    <a:pt x="17" y="79"/>
                    <a:pt x="32" y="79"/>
                  </a:cubicBezTo>
                  <a:lnTo>
                    <a:pt x="48" y="79"/>
                  </a:lnTo>
                  <a:lnTo>
                    <a:pt x="48" y="64"/>
                  </a:lnTo>
                  <a:lnTo>
                    <a:pt x="48" y="64"/>
                  </a:lnTo>
                  <a:cubicBezTo>
                    <a:pt x="32" y="64"/>
                    <a:pt x="17" y="48"/>
                    <a:pt x="17" y="32"/>
                  </a:cubicBezTo>
                  <a:lnTo>
                    <a:pt x="17" y="32"/>
                  </a:lnTo>
                  <a:close/>
                  <a:moveTo>
                    <a:pt x="111" y="1"/>
                  </a:moveTo>
                  <a:lnTo>
                    <a:pt x="95" y="1"/>
                  </a:lnTo>
                  <a:lnTo>
                    <a:pt x="95" y="1"/>
                  </a:lnTo>
                  <a:cubicBezTo>
                    <a:pt x="95" y="16"/>
                    <a:pt x="80" y="16"/>
                    <a:pt x="80" y="16"/>
                  </a:cubicBezTo>
                  <a:lnTo>
                    <a:pt x="95" y="32"/>
                  </a:lnTo>
                  <a:lnTo>
                    <a:pt x="95" y="32"/>
                  </a:lnTo>
                  <a:lnTo>
                    <a:pt x="111" y="32"/>
                  </a:lnTo>
                  <a:lnTo>
                    <a:pt x="111"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14" name="Google Shape;4014;p46"/>
            <p:cNvSpPr/>
            <p:nvPr/>
          </p:nvSpPr>
          <p:spPr>
            <a:xfrm>
              <a:off x="3312792" y="1778713"/>
              <a:ext cx="5025" cy="4580"/>
            </a:xfrm>
            <a:custGeom>
              <a:avLst/>
              <a:gdLst/>
              <a:ahLst/>
              <a:cxnLst/>
              <a:rect l="l" t="t" r="r" b="b"/>
              <a:pathLst>
                <a:path w="158" h="144" extrusionOk="0">
                  <a:moveTo>
                    <a:pt x="80" y="112"/>
                  </a:moveTo>
                  <a:lnTo>
                    <a:pt x="80" y="112"/>
                  </a:lnTo>
                  <a:lnTo>
                    <a:pt x="80" y="112"/>
                  </a:lnTo>
                  <a:close/>
                  <a:moveTo>
                    <a:pt x="80" y="1"/>
                  </a:moveTo>
                  <a:lnTo>
                    <a:pt x="63" y="1"/>
                  </a:lnTo>
                  <a:lnTo>
                    <a:pt x="48" y="1"/>
                  </a:lnTo>
                  <a:lnTo>
                    <a:pt x="0" y="64"/>
                  </a:lnTo>
                  <a:lnTo>
                    <a:pt x="0" y="80"/>
                  </a:lnTo>
                  <a:lnTo>
                    <a:pt x="32" y="95"/>
                  </a:lnTo>
                  <a:cubicBezTo>
                    <a:pt x="48" y="95"/>
                    <a:pt x="48" y="112"/>
                    <a:pt x="48" y="112"/>
                  </a:cubicBezTo>
                  <a:lnTo>
                    <a:pt x="48" y="112"/>
                  </a:lnTo>
                  <a:lnTo>
                    <a:pt x="63" y="80"/>
                  </a:lnTo>
                  <a:cubicBezTo>
                    <a:pt x="80" y="95"/>
                    <a:pt x="80" y="95"/>
                    <a:pt x="80" y="112"/>
                  </a:cubicBezTo>
                  <a:lnTo>
                    <a:pt x="80" y="112"/>
                  </a:lnTo>
                  <a:cubicBezTo>
                    <a:pt x="80" y="127"/>
                    <a:pt x="95" y="143"/>
                    <a:pt x="111" y="143"/>
                  </a:cubicBezTo>
                  <a:lnTo>
                    <a:pt x="126" y="143"/>
                  </a:lnTo>
                  <a:cubicBezTo>
                    <a:pt x="143" y="143"/>
                    <a:pt x="158" y="127"/>
                    <a:pt x="143" y="95"/>
                  </a:cubicBezTo>
                  <a:lnTo>
                    <a:pt x="143" y="80"/>
                  </a:lnTo>
                  <a:cubicBezTo>
                    <a:pt x="143" y="64"/>
                    <a:pt x="126" y="49"/>
                    <a:pt x="111" y="32"/>
                  </a:cubicBezTo>
                  <a:lnTo>
                    <a:pt x="95" y="17"/>
                  </a:lnTo>
                  <a:cubicBezTo>
                    <a:pt x="95" y="1"/>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15" name="Google Shape;4015;p46"/>
            <p:cNvSpPr/>
            <p:nvPr/>
          </p:nvSpPr>
          <p:spPr>
            <a:xfrm>
              <a:off x="3315304" y="178224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16" name="Google Shape;4016;p46"/>
            <p:cNvSpPr/>
            <p:nvPr/>
          </p:nvSpPr>
          <p:spPr>
            <a:xfrm>
              <a:off x="3455622" y="1777727"/>
              <a:ext cx="32" cy="32"/>
            </a:xfrm>
            <a:custGeom>
              <a:avLst/>
              <a:gdLst/>
              <a:ahLst/>
              <a:cxnLst/>
              <a:rect l="l" t="t" r="r" b="b"/>
              <a:pathLst>
                <a:path w="1" h="1" extrusionOk="0">
                  <a:moveTo>
                    <a:pt x="0" y="0"/>
                  </a:moveTo>
                  <a:lnTo>
                    <a:pt x="0"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17" name="Google Shape;4017;p46"/>
            <p:cNvSpPr/>
            <p:nvPr/>
          </p:nvSpPr>
          <p:spPr>
            <a:xfrm>
              <a:off x="3451615" y="1775246"/>
              <a:ext cx="4039" cy="4039"/>
            </a:xfrm>
            <a:custGeom>
              <a:avLst/>
              <a:gdLst/>
              <a:ahLst/>
              <a:cxnLst/>
              <a:rect l="l" t="t" r="r" b="b"/>
              <a:pathLst>
                <a:path w="127" h="127" extrusionOk="0">
                  <a:moveTo>
                    <a:pt x="32" y="0"/>
                  </a:moveTo>
                  <a:lnTo>
                    <a:pt x="32" y="0"/>
                  </a:lnTo>
                  <a:lnTo>
                    <a:pt x="16" y="15"/>
                  </a:lnTo>
                  <a:cubicBezTo>
                    <a:pt x="0" y="32"/>
                    <a:pt x="0" y="47"/>
                    <a:pt x="16" y="63"/>
                  </a:cubicBezTo>
                  <a:lnTo>
                    <a:pt x="16" y="78"/>
                  </a:lnTo>
                  <a:cubicBezTo>
                    <a:pt x="0" y="95"/>
                    <a:pt x="16" y="110"/>
                    <a:pt x="32" y="110"/>
                  </a:cubicBezTo>
                  <a:lnTo>
                    <a:pt x="63" y="126"/>
                  </a:lnTo>
                  <a:lnTo>
                    <a:pt x="79" y="126"/>
                  </a:lnTo>
                  <a:cubicBezTo>
                    <a:pt x="95" y="126"/>
                    <a:pt x="95" y="126"/>
                    <a:pt x="110" y="110"/>
                  </a:cubicBezTo>
                  <a:lnTo>
                    <a:pt x="126" y="95"/>
                  </a:lnTo>
                  <a:lnTo>
                    <a:pt x="126" y="78"/>
                  </a:lnTo>
                  <a:lnTo>
                    <a:pt x="126" y="78"/>
                  </a:lnTo>
                  <a:cubicBezTo>
                    <a:pt x="126" y="63"/>
                    <a:pt x="126" y="47"/>
                    <a:pt x="110" y="47"/>
                  </a:cubicBezTo>
                  <a:lnTo>
                    <a:pt x="63"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18" name="Google Shape;4018;p46"/>
            <p:cNvSpPr/>
            <p:nvPr/>
          </p:nvSpPr>
          <p:spPr>
            <a:xfrm>
              <a:off x="3332828" y="1812806"/>
              <a:ext cx="4039" cy="4039"/>
            </a:xfrm>
            <a:custGeom>
              <a:avLst/>
              <a:gdLst/>
              <a:ahLst/>
              <a:cxnLst/>
              <a:rect l="l" t="t" r="r" b="b"/>
              <a:pathLst>
                <a:path w="127" h="127" extrusionOk="0">
                  <a:moveTo>
                    <a:pt x="64" y="0"/>
                  </a:moveTo>
                  <a:lnTo>
                    <a:pt x="49" y="0"/>
                  </a:lnTo>
                  <a:cubicBezTo>
                    <a:pt x="32" y="0"/>
                    <a:pt x="32" y="17"/>
                    <a:pt x="17" y="32"/>
                  </a:cubicBezTo>
                  <a:lnTo>
                    <a:pt x="17" y="32"/>
                  </a:lnTo>
                  <a:lnTo>
                    <a:pt x="17" y="48"/>
                  </a:lnTo>
                  <a:cubicBezTo>
                    <a:pt x="32" y="48"/>
                    <a:pt x="32" y="48"/>
                    <a:pt x="32" y="63"/>
                  </a:cubicBezTo>
                  <a:cubicBezTo>
                    <a:pt x="32" y="80"/>
                    <a:pt x="32" y="95"/>
                    <a:pt x="17" y="95"/>
                  </a:cubicBezTo>
                  <a:lnTo>
                    <a:pt x="1" y="95"/>
                  </a:lnTo>
                  <a:lnTo>
                    <a:pt x="1" y="95"/>
                  </a:lnTo>
                  <a:cubicBezTo>
                    <a:pt x="1" y="111"/>
                    <a:pt x="1" y="111"/>
                    <a:pt x="17" y="126"/>
                  </a:cubicBezTo>
                  <a:cubicBezTo>
                    <a:pt x="17" y="111"/>
                    <a:pt x="32" y="111"/>
                    <a:pt x="49" y="111"/>
                  </a:cubicBezTo>
                  <a:lnTo>
                    <a:pt x="64" y="111"/>
                  </a:lnTo>
                  <a:lnTo>
                    <a:pt x="80" y="111"/>
                  </a:lnTo>
                  <a:cubicBezTo>
                    <a:pt x="95" y="111"/>
                    <a:pt x="95" y="126"/>
                    <a:pt x="112" y="126"/>
                  </a:cubicBezTo>
                  <a:lnTo>
                    <a:pt x="112" y="126"/>
                  </a:lnTo>
                  <a:cubicBezTo>
                    <a:pt x="127" y="111"/>
                    <a:pt x="127" y="111"/>
                    <a:pt x="127" y="95"/>
                  </a:cubicBezTo>
                  <a:cubicBezTo>
                    <a:pt x="127" y="80"/>
                    <a:pt x="112" y="63"/>
                    <a:pt x="95" y="63"/>
                  </a:cubicBezTo>
                  <a:lnTo>
                    <a:pt x="80" y="63"/>
                  </a:lnTo>
                  <a:lnTo>
                    <a:pt x="95" y="48"/>
                  </a:lnTo>
                  <a:cubicBezTo>
                    <a:pt x="95" y="32"/>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19" name="Google Shape;4019;p46"/>
            <p:cNvSpPr/>
            <p:nvPr/>
          </p:nvSpPr>
          <p:spPr>
            <a:xfrm>
              <a:off x="3417012" y="1764210"/>
              <a:ext cx="3053" cy="6042"/>
            </a:xfrm>
            <a:custGeom>
              <a:avLst/>
              <a:gdLst/>
              <a:ahLst/>
              <a:cxnLst/>
              <a:rect l="l" t="t" r="r" b="b"/>
              <a:pathLst>
                <a:path w="96" h="190" extrusionOk="0">
                  <a:moveTo>
                    <a:pt x="32" y="0"/>
                  </a:moveTo>
                  <a:lnTo>
                    <a:pt x="1" y="0"/>
                  </a:lnTo>
                  <a:lnTo>
                    <a:pt x="17" y="158"/>
                  </a:lnTo>
                  <a:lnTo>
                    <a:pt x="17" y="158"/>
                  </a:lnTo>
                  <a:lnTo>
                    <a:pt x="32" y="158"/>
                  </a:lnTo>
                  <a:cubicBezTo>
                    <a:pt x="49" y="173"/>
                    <a:pt x="49" y="173"/>
                    <a:pt x="49" y="190"/>
                  </a:cubicBezTo>
                  <a:lnTo>
                    <a:pt x="49" y="190"/>
                  </a:lnTo>
                  <a:lnTo>
                    <a:pt x="64" y="190"/>
                  </a:lnTo>
                  <a:lnTo>
                    <a:pt x="64" y="190"/>
                  </a:lnTo>
                  <a:cubicBezTo>
                    <a:pt x="64" y="173"/>
                    <a:pt x="80" y="173"/>
                    <a:pt x="80" y="173"/>
                  </a:cubicBezTo>
                  <a:cubicBezTo>
                    <a:pt x="95" y="158"/>
                    <a:pt x="95" y="158"/>
                    <a:pt x="95" y="142"/>
                  </a:cubicBezTo>
                  <a:lnTo>
                    <a:pt x="80" y="47"/>
                  </a:lnTo>
                  <a:lnTo>
                    <a:pt x="64" y="64"/>
                  </a:lnTo>
                  <a:lnTo>
                    <a:pt x="49" y="64"/>
                  </a:lnTo>
                  <a:cubicBezTo>
                    <a:pt x="32" y="64"/>
                    <a:pt x="17" y="64"/>
                    <a:pt x="17" y="47"/>
                  </a:cubicBezTo>
                  <a:cubicBezTo>
                    <a:pt x="1" y="32"/>
                    <a:pt x="17" y="16"/>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20" name="Google Shape;4020;p46"/>
            <p:cNvSpPr/>
            <p:nvPr/>
          </p:nvSpPr>
          <p:spPr>
            <a:xfrm>
              <a:off x="3343864" y="1789272"/>
              <a:ext cx="3562" cy="2512"/>
            </a:xfrm>
            <a:custGeom>
              <a:avLst/>
              <a:gdLst/>
              <a:ahLst/>
              <a:cxnLst/>
              <a:rect l="l" t="t" r="r" b="b"/>
              <a:pathLst>
                <a:path w="112" h="79" extrusionOk="0">
                  <a:moveTo>
                    <a:pt x="80" y="0"/>
                  </a:moveTo>
                  <a:lnTo>
                    <a:pt x="80" y="0"/>
                  </a:lnTo>
                  <a:lnTo>
                    <a:pt x="63" y="0"/>
                  </a:lnTo>
                  <a:lnTo>
                    <a:pt x="63" y="0"/>
                  </a:lnTo>
                  <a:lnTo>
                    <a:pt x="0" y="32"/>
                  </a:lnTo>
                  <a:lnTo>
                    <a:pt x="0" y="32"/>
                  </a:lnTo>
                  <a:lnTo>
                    <a:pt x="48" y="47"/>
                  </a:lnTo>
                  <a:cubicBezTo>
                    <a:pt x="48" y="63"/>
                    <a:pt x="63" y="63"/>
                    <a:pt x="63" y="78"/>
                  </a:cubicBezTo>
                  <a:lnTo>
                    <a:pt x="80" y="78"/>
                  </a:lnTo>
                  <a:cubicBezTo>
                    <a:pt x="80" y="63"/>
                    <a:pt x="95" y="32"/>
                    <a:pt x="111" y="32"/>
                  </a:cubicBezTo>
                  <a:lnTo>
                    <a:pt x="111" y="32"/>
                  </a:lnTo>
                  <a:cubicBezTo>
                    <a:pt x="111" y="15"/>
                    <a:pt x="111"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21" name="Google Shape;4021;p46"/>
            <p:cNvSpPr/>
            <p:nvPr/>
          </p:nvSpPr>
          <p:spPr>
            <a:xfrm>
              <a:off x="3415518" y="1785741"/>
              <a:ext cx="5057" cy="2544"/>
            </a:xfrm>
            <a:custGeom>
              <a:avLst/>
              <a:gdLst/>
              <a:ahLst/>
              <a:cxnLst/>
              <a:rect l="l" t="t" r="r" b="b"/>
              <a:pathLst>
                <a:path w="159" h="80" extrusionOk="0">
                  <a:moveTo>
                    <a:pt x="111" y="0"/>
                  </a:moveTo>
                  <a:lnTo>
                    <a:pt x="79" y="0"/>
                  </a:lnTo>
                  <a:lnTo>
                    <a:pt x="79" y="0"/>
                  </a:lnTo>
                  <a:cubicBezTo>
                    <a:pt x="79" y="17"/>
                    <a:pt x="64" y="32"/>
                    <a:pt x="64" y="32"/>
                  </a:cubicBezTo>
                  <a:lnTo>
                    <a:pt x="32" y="48"/>
                  </a:lnTo>
                  <a:lnTo>
                    <a:pt x="16" y="48"/>
                  </a:lnTo>
                  <a:lnTo>
                    <a:pt x="1" y="48"/>
                  </a:lnTo>
                  <a:lnTo>
                    <a:pt x="1" y="80"/>
                  </a:lnTo>
                  <a:lnTo>
                    <a:pt x="1" y="80"/>
                  </a:lnTo>
                  <a:cubicBezTo>
                    <a:pt x="16" y="80"/>
                    <a:pt x="16" y="63"/>
                    <a:pt x="32" y="63"/>
                  </a:cubicBezTo>
                  <a:lnTo>
                    <a:pt x="32" y="63"/>
                  </a:lnTo>
                  <a:lnTo>
                    <a:pt x="48" y="63"/>
                  </a:lnTo>
                  <a:lnTo>
                    <a:pt x="64" y="80"/>
                  </a:lnTo>
                  <a:lnTo>
                    <a:pt x="159" y="17"/>
                  </a:lnTo>
                  <a:cubicBezTo>
                    <a:pt x="142" y="0"/>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22" name="Google Shape;4022;p46"/>
            <p:cNvSpPr/>
            <p:nvPr/>
          </p:nvSpPr>
          <p:spPr>
            <a:xfrm>
              <a:off x="3446081" y="1791752"/>
              <a:ext cx="2035" cy="2035"/>
            </a:xfrm>
            <a:custGeom>
              <a:avLst/>
              <a:gdLst/>
              <a:ahLst/>
              <a:cxnLst/>
              <a:rect l="l" t="t" r="r" b="b"/>
              <a:pathLst>
                <a:path w="64" h="64" extrusionOk="0">
                  <a:moveTo>
                    <a:pt x="48" y="0"/>
                  </a:moveTo>
                  <a:lnTo>
                    <a:pt x="32" y="0"/>
                  </a:lnTo>
                  <a:cubicBezTo>
                    <a:pt x="32" y="17"/>
                    <a:pt x="17" y="32"/>
                    <a:pt x="0" y="48"/>
                  </a:cubicBezTo>
                  <a:cubicBezTo>
                    <a:pt x="0" y="48"/>
                    <a:pt x="17" y="63"/>
                    <a:pt x="32" y="63"/>
                  </a:cubicBezTo>
                  <a:lnTo>
                    <a:pt x="32" y="48"/>
                  </a:lnTo>
                  <a:lnTo>
                    <a:pt x="63" y="48"/>
                  </a:lnTo>
                  <a:lnTo>
                    <a:pt x="63" y="48"/>
                  </a:lnTo>
                  <a:lnTo>
                    <a:pt x="63" y="48"/>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23" name="Google Shape;4023;p46"/>
            <p:cNvSpPr/>
            <p:nvPr/>
          </p:nvSpPr>
          <p:spPr>
            <a:xfrm>
              <a:off x="3190538" y="1788254"/>
              <a:ext cx="5534" cy="7537"/>
            </a:xfrm>
            <a:custGeom>
              <a:avLst/>
              <a:gdLst/>
              <a:ahLst/>
              <a:cxnLst/>
              <a:rect l="l" t="t" r="r" b="b"/>
              <a:pathLst>
                <a:path w="174" h="237" extrusionOk="0">
                  <a:moveTo>
                    <a:pt x="126" y="1"/>
                  </a:moveTo>
                  <a:lnTo>
                    <a:pt x="126" y="16"/>
                  </a:lnTo>
                  <a:cubicBezTo>
                    <a:pt x="126" y="32"/>
                    <a:pt x="111" y="47"/>
                    <a:pt x="95" y="47"/>
                  </a:cubicBezTo>
                  <a:lnTo>
                    <a:pt x="79" y="64"/>
                  </a:lnTo>
                  <a:lnTo>
                    <a:pt x="79" y="64"/>
                  </a:lnTo>
                  <a:cubicBezTo>
                    <a:pt x="79" y="79"/>
                    <a:pt x="63" y="79"/>
                    <a:pt x="48" y="79"/>
                  </a:cubicBezTo>
                  <a:lnTo>
                    <a:pt x="63" y="95"/>
                  </a:lnTo>
                  <a:cubicBezTo>
                    <a:pt x="79" y="110"/>
                    <a:pt x="79" y="127"/>
                    <a:pt x="63" y="142"/>
                  </a:cubicBezTo>
                  <a:cubicBezTo>
                    <a:pt x="48" y="142"/>
                    <a:pt x="48" y="158"/>
                    <a:pt x="32" y="158"/>
                  </a:cubicBezTo>
                  <a:lnTo>
                    <a:pt x="16" y="142"/>
                  </a:lnTo>
                  <a:lnTo>
                    <a:pt x="16" y="142"/>
                  </a:lnTo>
                  <a:cubicBezTo>
                    <a:pt x="0" y="158"/>
                    <a:pt x="0" y="173"/>
                    <a:pt x="16" y="190"/>
                  </a:cubicBezTo>
                  <a:lnTo>
                    <a:pt x="16" y="221"/>
                  </a:lnTo>
                  <a:lnTo>
                    <a:pt x="0" y="236"/>
                  </a:lnTo>
                  <a:cubicBezTo>
                    <a:pt x="16" y="221"/>
                    <a:pt x="32" y="205"/>
                    <a:pt x="48" y="205"/>
                  </a:cubicBezTo>
                  <a:lnTo>
                    <a:pt x="48" y="205"/>
                  </a:lnTo>
                  <a:lnTo>
                    <a:pt x="63" y="205"/>
                  </a:lnTo>
                  <a:lnTo>
                    <a:pt x="79" y="205"/>
                  </a:lnTo>
                  <a:lnTo>
                    <a:pt x="79" y="173"/>
                  </a:lnTo>
                  <a:cubicBezTo>
                    <a:pt x="79" y="158"/>
                    <a:pt x="79" y="158"/>
                    <a:pt x="95" y="142"/>
                  </a:cubicBezTo>
                  <a:lnTo>
                    <a:pt x="79" y="142"/>
                  </a:lnTo>
                  <a:cubicBezTo>
                    <a:pt x="79" y="110"/>
                    <a:pt x="79" y="95"/>
                    <a:pt x="95" y="95"/>
                  </a:cubicBezTo>
                  <a:lnTo>
                    <a:pt x="111" y="79"/>
                  </a:lnTo>
                  <a:lnTo>
                    <a:pt x="111" y="79"/>
                  </a:lnTo>
                  <a:cubicBezTo>
                    <a:pt x="126" y="79"/>
                    <a:pt x="142" y="95"/>
                    <a:pt x="142" y="95"/>
                  </a:cubicBezTo>
                  <a:cubicBezTo>
                    <a:pt x="142" y="110"/>
                    <a:pt x="158" y="110"/>
                    <a:pt x="158" y="110"/>
                  </a:cubicBezTo>
                  <a:lnTo>
                    <a:pt x="174" y="95"/>
                  </a:lnTo>
                  <a:cubicBezTo>
                    <a:pt x="158" y="79"/>
                    <a:pt x="158" y="79"/>
                    <a:pt x="158" y="64"/>
                  </a:cubicBezTo>
                  <a:lnTo>
                    <a:pt x="158" y="64"/>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24" name="Google Shape;4024;p46"/>
            <p:cNvSpPr/>
            <p:nvPr/>
          </p:nvSpPr>
          <p:spPr>
            <a:xfrm>
              <a:off x="3294759" y="1823811"/>
              <a:ext cx="5025" cy="2576"/>
            </a:xfrm>
            <a:custGeom>
              <a:avLst/>
              <a:gdLst/>
              <a:ahLst/>
              <a:cxnLst/>
              <a:rect l="l" t="t" r="r" b="b"/>
              <a:pathLst>
                <a:path w="158" h="81" extrusionOk="0">
                  <a:moveTo>
                    <a:pt x="17" y="1"/>
                  </a:moveTo>
                  <a:cubicBezTo>
                    <a:pt x="32" y="17"/>
                    <a:pt x="32" y="17"/>
                    <a:pt x="32" y="32"/>
                  </a:cubicBezTo>
                  <a:cubicBezTo>
                    <a:pt x="32" y="49"/>
                    <a:pt x="17" y="64"/>
                    <a:pt x="0" y="64"/>
                  </a:cubicBezTo>
                  <a:lnTo>
                    <a:pt x="0" y="64"/>
                  </a:lnTo>
                  <a:lnTo>
                    <a:pt x="0" y="80"/>
                  </a:lnTo>
                  <a:lnTo>
                    <a:pt x="32" y="80"/>
                  </a:lnTo>
                  <a:lnTo>
                    <a:pt x="32" y="80"/>
                  </a:lnTo>
                  <a:cubicBezTo>
                    <a:pt x="80" y="80"/>
                    <a:pt x="111" y="80"/>
                    <a:pt x="158" y="64"/>
                  </a:cubicBezTo>
                  <a:cubicBezTo>
                    <a:pt x="143" y="49"/>
                    <a:pt x="126" y="49"/>
                    <a:pt x="111" y="32"/>
                  </a:cubicBezTo>
                  <a:lnTo>
                    <a:pt x="95" y="32"/>
                  </a:lnTo>
                  <a:lnTo>
                    <a:pt x="80" y="32"/>
                  </a:lnTo>
                  <a:cubicBezTo>
                    <a:pt x="63" y="17"/>
                    <a:pt x="63" y="17"/>
                    <a:pt x="4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25" name="Google Shape;4025;p46"/>
            <p:cNvSpPr/>
            <p:nvPr/>
          </p:nvSpPr>
          <p:spPr>
            <a:xfrm>
              <a:off x="3113891" y="1792738"/>
              <a:ext cx="6520" cy="4039"/>
            </a:xfrm>
            <a:custGeom>
              <a:avLst/>
              <a:gdLst/>
              <a:ahLst/>
              <a:cxnLst/>
              <a:rect l="l" t="t" r="r" b="b"/>
              <a:pathLst>
                <a:path w="205" h="127" extrusionOk="0">
                  <a:moveTo>
                    <a:pt x="95" y="1"/>
                  </a:moveTo>
                  <a:lnTo>
                    <a:pt x="95" y="17"/>
                  </a:lnTo>
                  <a:cubicBezTo>
                    <a:pt x="95" y="32"/>
                    <a:pt x="78" y="49"/>
                    <a:pt x="63" y="49"/>
                  </a:cubicBezTo>
                  <a:lnTo>
                    <a:pt x="63" y="49"/>
                  </a:lnTo>
                  <a:cubicBezTo>
                    <a:pt x="47" y="49"/>
                    <a:pt x="32" y="32"/>
                    <a:pt x="32" y="32"/>
                  </a:cubicBezTo>
                  <a:cubicBezTo>
                    <a:pt x="15" y="32"/>
                    <a:pt x="15" y="49"/>
                    <a:pt x="0" y="49"/>
                  </a:cubicBezTo>
                  <a:lnTo>
                    <a:pt x="15" y="49"/>
                  </a:lnTo>
                  <a:lnTo>
                    <a:pt x="15" y="64"/>
                  </a:lnTo>
                  <a:lnTo>
                    <a:pt x="32" y="64"/>
                  </a:lnTo>
                  <a:lnTo>
                    <a:pt x="47" y="64"/>
                  </a:lnTo>
                  <a:lnTo>
                    <a:pt x="63" y="64"/>
                  </a:lnTo>
                  <a:lnTo>
                    <a:pt x="63" y="64"/>
                  </a:lnTo>
                  <a:lnTo>
                    <a:pt x="78" y="64"/>
                  </a:lnTo>
                  <a:lnTo>
                    <a:pt x="78" y="64"/>
                  </a:lnTo>
                  <a:cubicBezTo>
                    <a:pt x="95" y="80"/>
                    <a:pt x="110" y="95"/>
                    <a:pt x="110" y="112"/>
                  </a:cubicBezTo>
                  <a:lnTo>
                    <a:pt x="110" y="127"/>
                  </a:lnTo>
                  <a:lnTo>
                    <a:pt x="173" y="95"/>
                  </a:lnTo>
                  <a:lnTo>
                    <a:pt x="204" y="95"/>
                  </a:lnTo>
                  <a:lnTo>
                    <a:pt x="204" y="80"/>
                  </a:lnTo>
                  <a:cubicBezTo>
                    <a:pt x="204" y="64"/>
                    <a:pt x="204" y="49"/>
                    <a:pt x="189" y="49"/>
                  </a:cubicBezTo>
                  <a:cubicBezTo>
                    <a:pt x="189" y="32"/>
                    <a:pt x="189" y="32"/>
                    <a:pt x="173" y="32"/>
                  </a:cubicBezTo>
                  <a:cubicBezTo>
                    <a:pt x="158"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26" name="Google Shape;4026;p46"/>
            <p:cNvSpPr/>
            <p:nvPr/>
          </p:nvSpPr>
          <p:spPr>
            <a:xfrm>
              <a:off x="3265213" y="1807304"/>
              <a:ext cx="8523" cy="7060"/>
            </a:xfrm>
            <a:custGeom>
              <a:avLst/>
              <a:gdLst/>
              <a:ahLst/>
              <a:cxnLst/>
              <a:rect l="l" t="t" r="r" b="b"/>
              <a:pathLst>
                <a:path w="268" h="222" extrusionOk="0">
                  <a:moveTo>
                    <a:pt x="236" y="0"/>
                  </a:moveTo>
                  <a:lnTo>
                    <a:pt x="236" y="0"/>
                  </a:lnTo>
                  <a:lnTo>
                    <a:pt x="221" y="0"/>
                  </a:lnTo>
                  <a:cubicBezTo>
                    <a:pt x="204" y="0"/>
                    <a:pt x="173" y="16"/>
                    <a:pt x="158" y="47"/>
                  </a:cubicBezTo>
                  <a:lnTo>
                    <a:pt x="158" y="95"/>
                  </a:lnTo>
                  <a:lnTo>
                    <a:pt x="15" y="158"/>
                  </a:lnTo>
                  <a:cubicBezTo>
                    <a:pt x="0" y="173"/>
                    <a:pt x="0" y="190"/>
                    <a:pt x="0" y="205"/>
                  </a:cubicBezTo>
                  <a:cubicBezTo>
                    <a:pt x="0" y="221"/>
                    <a:pt x="15" y="221"/>
                    <a:pt x="32" y="221"/>
                  </a:cubicBezTo>
                  <a:lnTo>
                    <a:pt x="32" y="221"/>
                  </a:lnTo>
                  <a:lnTo>
                    <a:pt x="32" y="205"/>
                  </a:lnTo>
                  <a:cubicBezTo>
                    <a:pt x="32" y="190"/>
                    <a:pt x="47" y="173"/>
                    <a:pt x="63" y="173"/>
                  </a:cubicBezTo>
                  <a:lnTo>
                    <a:pt x="63" y="173"/>
                  </a:lnTo>
                  <a:lnTo>
                    <a:pt x="63" y="173"/>
                  </a:lnTo>
                  <a:cubicBezTo>
                    <a:pt x="95" y="173"/>
                    <a:pt x="110" y="173"/>
                    <a:pt x="126" y="190"/>
                  </a:cubicBezTo>
                  <a:lnTo>
                    <a:pt x="204" y="158"/>
                  </a:lnTo>
                  <a:cubicBezTo>
                    <a:pt x="221" y="158"/>
                    <a:pt x="221" y="142"/>
                    <a:pt x="221" y="142"/>
                  </a:cubicBezTo>
                  <a:lnTo>
                    <a:pt x="221" y="127"/>
                  </a:lnTo>
                  <a:cubicBezTo>
                    <a:pt x="221" y="127"/>
                    <a:pt x="221" y="110"/>
                    <a:pt x="236" y="110"/>
                  </a:cubicBezTo>
                  <a:lnTo>
                    <a:pt x="221" y="110"/>
                  </a:lnTo>
                  <a:lnTo>
                    <a:pt x="221" y="79"/>
                  </a:lnTo>
                  <a:cubicBezTo>
                    <a:pt x="221" y="79"/>
                    <a:pt x="221" y="63"/>
                    <a:pt x="252" y="63"/>
                  </a:cubicBezTo>
                  <a:cubicBezTo>
                    <a:pt x="267" y="63"/>
                    <a:pt x="267" y="32"/>
                    <a:pt x="267" y="16"/>
                  </a:cubicBezTo>
                  <a:cubicBezTo>
                    <a:pt x="267" y="0"/>
                    <a:pt x="252" y="0"/>
                    <a:pt x="23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27" name="Google Shape;4027;p46"/>
            <p:cNvSpPr/>
            <p:nvPr/>
          </p:nvSpPr>
          <p:spPr>
            <a:xfrm>
              <a:off x="3410016" y="1768218"/>
              <a:ext cx="6551" cy="5534"/>
            </a:xfrm>
            <a:custGeom>
              <a:avLst/>
              <a:gdLst/>
              <a:ahLst/>
              <a:cxnLst/>
              <a:rect l="l" t="t" r="r" b="b"/>
              <a:pathLst>
                <a:path w="206" h="174" extrusionOk="0">
                  <a:moveTo>
                    <a:pt x="174" y="1"/>
                  </a:moveTo>
                  <a:lnTo>
                    <a:pt x="158" y="1"/>
                  </a:lnTo>
                  <a:lnTo>
                    <a:pt x="158" y="1"/>
                  </a:lnTo>
                  <a:cubicBezTo>
                    <a:pt x="142" y="1"/>
                    <a:pt x="126" y="16"/>
                    <a:pt x="126" y="32"/>
                  </a:cubicBezTo>
                  <a:lnTo>
                    <a:pt x="126" y="32"/>
                  </a:lnTo>
                  <a:cubicBezTo>
                    <a:pt x="142" y="79"/>
                    <a:pt x="111" y="95"/>
                    <a:pt x="48" y="95"/>
                  </a:cubicBezTo>
                  <a:lnTo>
                    <a:pt x="32" y="110"/>
                  </a:lnTo>
                  <a:cubicBezTo>
                    <a:pt x="16" y="110"/>
                    <a:pt x="0" y="127"/>
                    <a:pt x="16" y="142"/>
                  </a:cubicBezTo>
                  <a:lnTo>
                    <a:pt x="16" y="158"/>
                  </a:lnTo>
                  <a:lnTo>
                    <a:pt x="32" y="158"/>
                  </a:lnTo>
                  <a:cubicBezTo>
                    <a:pt x="32" y="173"/>
                    <a:pt x="32" y="173"/>
                    <a:pt x="48" y="173"/>
                  </a:cubicBezTo>
                  <a:lnTo>
                    <a:pt x="48" y="173"/>
                  </a:lnTo>
                  <a:lnTo>
                    <a:pt x="63" y="173"/>
                  </a:lnTo>
                  <a:cubicBezTo>
                    <a:pt x="79" y="173"/>
                    <a:pt x="95" y="158"/>
                    <a:pt x="111" y="158"/>
                  </a:cubicBezTo>
                  <a:cubicBezTo>
                    <a:pt x="142" y="142"/>
                    <a:pt x="174" y="127"/>
                    <a:pt x="189" y="110"/>
                  </a:cubicBezTo>
                  <a:cubicBezTo>
                    <a:pt x="189" y="95"/>
                    <a:pt x="205" y="64"/>
                    <a:pt x="205" y="32"/>
                  </a:cubicBezTo>
                  <a:cubicBezTo>
                    <a:pt x="205" y="16"/>
                    <a:pt x="189" y="16"/>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28" name="Google Shape;4028;p46"/>
            <p:cNvSpPr/>
            <p:nvPr/>
          </p:nvSpPr>
          <p:spPr>
            <a:xfrm>
              <a:off x="3028689" y="1806287"/>
              <a:ext cx="4516" cy="5057"/>
            </a:xfrm>
            <a:custGeom>
              <a:avLst/>
              <a:gdLst/>
              <a:ahLst/>
              <a:cxnLst/>
              <a:rect l="l" t="t" r="r" b="b"/>
              <a:pathLst>
                <a:path w="142" h="159" extrusionOk="0">
                  <a:moveTo>
                    <a:pt x="142" y="1"/>
                  </a:moveTo>
                  <a:lnTo>
                    <a:pt x="127" y="32"/>
                  </a:lnTo>
                  <a:lnTo>
                    <a:pt x="110" y="48"/>
                  </a:lnTo>
                  <a:cubicBezTo>
                    <a:pt x="95" y="48"/>
                    <a:pt x="95" y="48"/>
                    <a:pt x="95" y="32"/>
                  </a:cubicBezTo>
                  <a:cubicBezTo>
                    <a:pt x="79" y="64"/>
                    <a:pt x="64" y="64"/>
                    <a:pt x="32" y="79"/>
                  </a:cubicBezTo>
                  <a:lnTo>
                    <a:pt x="16" y="95"/>
                  </a:lnTo>
                  <a:cubicBezTo>
                    <a:pt x="1" y="111"/>
                    <a:pt x="1" y="127"/>
                    <a:pt x="1" y="142"/>
                  </a:cubicBezTo>
                  <a:cubicBezTo>
                    <a:pt x="16" y="159"/>
                    <a:pt x="32" y="159"/>
                    <a:pt x="32" y="159"/>
                  </a:cubicBezTo>
                  <a:lnTo>
                    <a:pt x="47" y="159"/>
                  </a:lnTo>
                  <a:lnTo>
                    <a:pt x="64" y="142"/>
                  </a:lnTo>
                  <a:cubicBezTo>
                    <a:pt x="95" y="127"/>
                    <a:pt x="110" y="111"/>
                    <a:pt x="127" y="95"/>
                  </a:cubicBezTo>
                  <a:lnTo>
                    <a:pt x="127" y="79"/>
                  </a:lnTo>
                  <a:lnTo>
                    <a:pt x="142" y="48"/>
                  </a:lnTo>
                  <a:lnTo>
                    <a:pt x="14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29" name="Google Shape;4029;p46"/>
            <p:cNvSpPr/>
            <p:nvPr/>
          </p:nvSpPr>
          <p:spPr>
            <a:xfrm>
              <a:off x="3085300" y="1796269"/>
              <a:ext cx="2544" cy="3053"/>
            </a:xfrm>
            <a:custGeom>
              <a:avLst/>
              <a:gdLst/>
              <a:ahLst/>
              <a:cxnLst/>
              <a:rect l="l" t="t" r="r" b="b"/>
              <a:pathLst>
                <a:path w="80" h="96" extrusionOk="0">
                  <a:moveTo>
                    <a:pt x="32" y="1"/>
                  </a:moveTo>
                  <a:lnTo>
                    <a:pt x="32" y="1"/>
                  </a:lnTo>
                  <a:lnTo>
                    <a:pt x="17" y="1"/>
                  </a:lnTo>
                  <a:lnTo>
                    <a:pt x="17" y="1"/>
                  </a:lnTo>
                  <a:lnTo>
                    <a:pt x="32" y="32"/>
                  </a:lnTo>
                  <a:cubicBezTo>
                    <a:pt x="32" y="47"/>
                    <a:pt x="32" y="64"/>
                    <a:pt x="17" y="79"/>
                  </a:cubicBezTo>
                  <a:lnTo>
                    <a:pt x="0" y="79"/>
                  </a:lnTo>
                  <a:cubicBezTo>
                    <a:pt x="0" y="95"/>
                    <a:pt x="0" y="95"/>
                    <a:pt x="17" y="95"/>
                  </a:cubicBezTo>
                  <a:lnTo>
                    <a:pt x="32" y="95"/>
                  </a:lnTo>
                  <a:lnTo>
                    <a:pt x="63" y="95"/>
                  </a:lnTo>
                  <a:cubicBezTo>
                    <a:pt x="80" y="64"/>
                    <a:pt x="80" y="32"/>
                    <a:pt x="63" y="16"/>
                  </a:cubicBezTo>
                  <a:lnTo>
                    <a:pt x="63" y="16"/>
                  </a:lnTo>
                  <a:lnTo>
                    <a:pt x="63" y="16"/>
                  </a:lnTo>
                  <a:cubicBezTo>
                    <a:pt x="48"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30" name="Google Shape;4030;p46"/>
            <p:cNvSpPr/>
            <p:nvPr/>
          </p:nvSpPr>
          <p:spPr>
            <a:xfrm>
              <a:off x="3106863" y="1800276"/>
              <a:ext cx="3053" cy="4039"/>
            </a:xfrm>
            <a:custGeom>
              <a:avLst/>
              <a:gdLst/>
              <a:ahLst/>
              <a:cxnLst/>
              <a:rect l="l" t="t" r="r" b="b"/>
              <a:pathLst>
                <a:path w="96" h="127" extrusionOk="0">
                  <a:moveTo>
                    <a:pt x="47" y="1"/>
                  </a:moveTo>
                  <a:lnTo>
                    <a:pt x="16" y="48"/>
                  </a:lnTo>
                  <a:cubicBezTo>
                    <a:pt x="0" y="48"/>
                    <a:pt x="0" y="64"/>
                    <a:pt x="0" y="64"/>
                  </a:cubicBezTo>
                  <a:lnTo>
                    <a:pt x="32" y="111"/>
                  </a:lnTo>
                  <a:cubicBezTo>
                    <a:pt x="32" y="111"/>
                    <a:pt x="47" y="127"/>
                    <a:pt x="64" y="127"/>
                  </a:cubicBezTo>
                  <a:lnTo>
                    <a:pt x="79" y="111"/>
                  </a:lnTo>
                  <a:cubicBezTo>
                    <a:pt x="95" y="111"/>
                    <a:pt x="95" y="79"/>
                    <a:pt x="79"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31" name="Google Shape;4031;p46"/>
            <p:cNvSpPr/>
            <p:nvPr/>
          </p:nvSpPr>
          <p:spPr>
            <a:xfrm>
              <a:off x="3417521" y="1783738"/>
              <a:ext cx="6551" cy="6042"/>
            </a:xfrm>
            <a:custGeom>
              <a:avLst/>
              <a:gdLst/>
              <a:ahLst/>
              <a:cxnLst/>
              <a:rect l="l" t="t" r="r" b="b"/>
              <a:pathLst>
                <a:path w="206" h="190" extrusionOk="0">
                  <a:moveTo>
                    <a:pt x="142" y="0"/>
                  </a:moveTo>
                  <a:cubicBezTo>
                    <a:pt x="142" y="17"/>
                    <a:pt x="127" y="32"/>
                    <a:pt x="127" y="32"/>
                  </a:cubicBezTo>
                  <a:cubicBezTo>
                    <a:pt x="111" y="48"/>
                    <a:pt x="96" y="48"/>
                    <a:pt x="79" y="48"/>
                  </a:cubicBezTo>
                  <a:lnTo>
                    <a:pt x="111" y="63"/>
                  </a:lnTo>
                  <a:lnTo>
                    <a:pt x="96" y="80"/>
                  </a:lnTo>
                  <a:lnTo>
                    <a:pt x="1" y="143"/>
                  </a:lnTo>
                  <a:lnTo>
                    <a:pt x="16" y="143"/>
                  </a:lnTo>
                  <a:cubicBezTo>
                    <a:pt x="33" y="143"/>
                    <a:pt x="33" y="174"/>
                    <a:pt x="33" y="189"/>
                  </a:cubicBezTo>
                  <a:lnTo>
                    <a:pt x="33" y="189"/>
                  </a:lnTo>
                  <a:lnTo>
                    <a:pt x="33" y="189"/>
                  </a:lnTo>
                  <a:lnTo>
                    <a:pt x="33" y="189"/>
                  </a:lnTo>
                  <a:lnTo>
                    <a:pt x="48" y="189"/>
                  </a:lnTo>
                  <a:lnTo>
                    <a:pt x="48" y="189"/>
                  </a:lnTo>
                  <a:lnTo>
                    <a:pt x="64" y="174"/>
                  </a:lnTo>
                  <a:cubicBezTo>
                    <a:pt x="48" y="174"/>
                    <a:pt x="48" y="158"/>
                    <a:pt x="48" y="143"/>
                  </a:cubicBezTo>
                  <a:cubicBezTo>
                    <a:pt x="48" y="126"/>
                    <a:pt x="64" y="111"/>
                    <a:pt x="79" y="111"/>
                  </a:cubicBezTo>
                  <a:lnTo>
                    <a:pt x="79" y="111"/>
                  </a:lnTo>
                  <a:lnTo>
                    <a:pt x="96" y="111"/>
                  </a:lnTo>
                  <a:lnTo>
                    <a:pt x="142" y="126"/>
                  </a:lnTo>
                  <a:lnTo>
                    <a:pt x="142" y="126"/>
                  </a:lnTo>
                  <a:lnTo>
                    <a:pt x="190" y="95"/>
                  </a:lnTo>
                  <a:cubicBezTo>
                    <a:pt x="205" y="95"/>
                    <a:pt x="205" y="80"/>
                    <a:pt x="205" y="80"/>
                  </a:cubicBezTo>
                  <a:lnTo>
                    <a:pt x="205" y="63"/>
                  </a:lnTo>
                  <a:lnTo>
                    <a:pt x="190" y="63"/>
                  </a:lnTo>
                  <a:cubicBezTo>
                    <a:pt x="174" y="63"/>
                    <a:pt x="159" y="48"/>
                    <a:pt x="159" y="32"/>
                  </a:cubicBezTo>
                  <a:lnTo>
                    <a:pt x="15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32" name="Google Shape;4032;p46"/>
            <p:cNvSpPr/>
            <p:nvPr/>
          </p:nvSpPr>
          <p:spPr>
            <a:xfrm>
              <a:off x="3302296" y="1809785"/>
              <a:ext cx="4516" cy="4039"/>
            </a:xfrm>
            <a:custGeom>
              <a:avLst/>
              <a:gdLst/>
              <a:ahLst/>
              <a:cxnLst/>
              <a:rect l="l" t="t" r="r" b="b"/>
              <a:pathLst>
                <a:path w="142" h="127" extrusionOk="0">
                  <a:moveTo>
                    <a:pt x="78" y="1"/>
                  </a:moveTo>
                  <a:lnTo>
                    <a:pt x="78" y="1"/>
                  </a:lnTo>
                  <a:lnTo>
                    <a:pt x="63" y="1"/>
                  </a:lnTo>
                  <a:lnTo>
                    <a:pt x="15" y="32"/>
                  </a:lnTo>
                  <a:cubicBezTo>
                    <a:pt x="15" y="32"/>
                    <a:pt x="15" y="49"/>
                    <a:pt x="0" y="49"/>
                  </a:cubicBezTo>
                  <a:cubicBezTo>
                    <a:pt x="15" y="49"/>
                    <a:pt x="15" y="49"/>
                    <a:pt x="15" y="64"/>
                  </a:cubicBezTo>
                  <a:lnTo>
                    <a:pt x="15" y="80"/>
                  </a:lnTo>
                  <a:lnTo>
                    <a:pt x="15" y="95"/>
                  </a:lnTo>
                  <a:lnTo>
                    <a:pt x="32" y="80"/>
                  </a:lnTo>
                  <a:lnTo>
                    <a:pt x="47" y="80"/>
                  </a:lnTo>
                  <a:lnTo>
                    <a:pt x="47" y="80"/>
                  </a:lnTo>
                  <a:lnTo>
                    <a:pt x="78" y="80"/>
                  </a:lnTo>
                  <a:lnTo>
                    <a:pt x="78" y="112"/>
                  </a:lnTo>
                  <a:cubicBezTo>
                    <a:pt x="78" y="127"/>
                    <a:pt x="78" y="127"/>
                    <a:pt x="95" y="127"/>
                  </a:cubicBezTo>
                  <a:lnTo>
                    <a:pt x="95" y="127"/>
                  </a:lnTo>
                  <a:lnTo>
                    <a:pt x="95" y="127"/>
                  </a:lnTo>
                  <a:cubicBezTo>
                    <a:pt x="110" y="127"/>
                    <a:pt x="126" y="112"/>
                    <a:pt x="126" y="95"/>
                  </a:cubicBezTo>
                  <a:cubicBezTo>
                    <a:pt x="141" y="80"/>
                    <a:pt x="126" y="64"/>
                    <a:pt x="110" y="64"/>
                  </a:cubicBezTo>
                  <a:lnTo>
                    <a:pt x="110" y="64"/>
                  </a:lnTo>
                  <a:cubicBezTo>
                    <a:pt x="95" y="64"/>
                    <a:pt x="95" y="64"/>
                    <a:pt x="78" y="49"/>
                  </a:cubicBezTo>
                  <a:cubicBezTo>
                    <a:pt x="63" y="32"/>
                    <a:pt x="78" y="17"/>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33" name="Google Shape;4033;p46"/>
            <p:cNvSpPr/>
            <p:nvPr/>
          </p:nvSpPr>
          <p:spPr>
            <a:xfrm>
              <a:off x="3319311" y="1809785"/>
              <a:ext cx="7060" cy="7569"/>
            </a:xfrm>
            <a:custGeom>
              <a:avLst/>
              <a:gdLst/>
              <a:ahLst/>
              <a:cxnLst/>
              <a:rect l="l" t="t" r="r" b="b"/>
              <a:pathLst>
                <a:path w="222" h="238" extrusionOk="0">
                  <a:moveTo>
                    <a:pt x="111" y="1"/>
                  </a:moveTo>
                  <a:lnTo>
                    <a:pt x="111" y="1"/>
                  </a:lnTo>
                  <a:cubicBezTo>
                    <a:pt x="95" y="1"/>
                    <a:pt x="95" y="17"/>
                    <a:pt x="95" y="17"/>
                  </a:cubicBezTo>
                  <a:lnTo>
                    <a:pt x="1" y="80"/>
                  </a:lnTo>
                  <a:lnTo>
                    <a:pt x="1" y="80"/>
                  </a:lnTo>
                  <a:lnTo>
                    <a:pt x="79" y="112"/>
                  </a:lnTo>
                  <a:lnTo>
                    <a:pt x="95" y="95"/>
                  </a:lnTo>
                  <a:lnTo>
                    <a:pt x="95" y="112"/>
                  </a:lnTo>
                  <a:lnTo>
                    <a:pt x="95" y="112"/>
                  </a:lnTo>
                  <a:cubicBezTo>
                    <a:pt x="111" y="112"/>
                    <a:pt x="127" y="127"/>
                    <a:pt x="111" y="143"/>
                  </a:cubicBezTo>
                  <a:cubicBezTo>
                    <a:pt x="111" y="158"/>
                    <a:pt x="95" y="175"/>
                    <a:pt x="79" y="175"/>
                  </a:cubicBezTo>
                  <a:lnTo>
                    <a:pt x="79" y="175"/>
                  </a:lnTo>
                  <a:cubicBezTo>
                    <a:pt x="79" y="190"/>
                    <a:pt x="95" y="190"/>
                    <a:pt x="95" y="206"/>
                  </a:cubicBezTo>
                  <a:lnTo>
                    <a:pt x="127" y="221"/>
                  </a:lnTo>
                  <a:lnTo>
                    <a:pt x="190" y="221"/>
                  </a:lnTo>
                  <a:lnTo>
                    <a:pt x="190" y="221"/>
                  </a:lnTo>
                  <a:cubicBezTo>
                    <a:pt x="205" y="221"/>
                    <a:pt x="205" y="238"/>
                    <a:pt x="221" y="238"/>
                  </a:cubicBezTo>
                  <a:cubicBezTo>
                    <a:pt x="221" y="221"/>
                    <a:pt x="205" y="221"/>
                    <a:pt x="205" y="221"/>
                  </a:cubicBezTo>
                  <a:lnTo>
                    <a:pt x="174" y="175"/>
                  </a:lnTo>
                  <a:lnTo>
                    <a:pt x="158" y="158"/>
                  </a:lnTo>
                  <a:lnTo>
                    <a:pt x="158" y="64"/>
                  </a:lnTo>
                  <a:cubicBezTo>
                    <a:pt x="158" y="49"/>
                    <a:pt x="158" y="32"/>
                    <a:pt x="142" y="17"/>
                  </a:cubicBezTo>
                  <a:lnTo>
                    <a:pt x="12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34" name="Google Shape;4034;p46"/>
            <p:cNvSpPr/>
            <p:nvPr/>
          </p:nvSpPr>
          <p:spPr>
            <a:xfrm>
              <a:off x="3263210" y="1813792"/>
              <a:ext cx="4516" cy="5057"/>
            </a:xfrm>
            <a:custGeom>
              <a:avLst/>
              <a:gdLst/>
              <a:ahLst/>
              <a:cxnLst/>
              <a:rect l="l" t="t" r="r" b="b"/>
              <a:pathLst>
                <a:path w="142" h="159" extrusionOk="0">
                  <a:moveTo>
                    <a:pt x="32" y="1"/>
                  </a:moveTo>
                  <a:lnTo>
                    <a:pt x="32" y="1"/>
                  </a:lnTo>
                  <a:cubicBezTo>
                    <a:pt x="15" y="1"/>
                    <a:pt x="0" y="17"/>
                    <a:pt x="0" y="32"/>
                  </a:cubicBezTo>
                  <a:lnTo>
                    <a:pt x="0" y="95"/>
                  </a:lnTo>
                  <a:cubicBezTo>
                    <a:pt x="0" y="112"/>
                    <a:pt x="0" y="127"/>
                    <a:pt x="15" y="143"/>
                  </a:cubicBezTo>
                  <a:lnTo>
                    <a:pt x="32" y="143"/>
                  </a:lnTo>
                  <a:cubicBezTo>
                    <a:pt x="32" y="143"/>
                    <a:pt x="32" y="158"/>
                    <a:pt x="47" y="158"/>
                  </a:cubicBezTo>
                  <a:lnTo>
                    <a:pt x="63" y="143"/>
                  </a:lnTo>
                  <a:lnTo>
                    <a:pt x="78" y="127"/>
                  </a:lnTo>
                  <a:lnTo>
                    <a:pt x="110" y="143"/>
                  </a:lnTo>
                  <a:cubicBezTo>
                    <a:pt x="110" y="143"/>
                    <a:pt x="110" y="127"/>
                    <a:pt x="126" y="127"/>
                  </a:cubicBezTo>
                  <a:cubicBezTo>
                    <a:pt x="126" y="112"/>
                    <a:pt x="126" y="112"/>
                    <a:pt x="141" y="95"/>
                  </a:cubicBezTo>
                  <a:lnTo>
                    <a:pt x="141" y="95"/>
                  </a:lnTo>
                  <a:lnTo>
                    <a:pt x="141" y="80"/>
                  </a:lnTo>
                  <a:lnTo>
                    <a:pt x="141" y="80"/>
                  </a:lnTo>
                  <a:lnTo>
                    <a:pt x="95" y="64"/>
                  </a:lnTo>
                  <a:lnTo>
                    <a:pt x="78" y="49"/>
                  </a:lnTo>
                  <a:lnTo>
                    <a:pt x="78" y="49"/>
                  </a:lnTo>
                  <a:lnTo>
                    <a:pt x="78" y="49"/>
                  </a:lnTo>
                  <a:cubicBezTo>
                    <a:pt x="78" y="32"/>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35" name="Google Shape;4035;p46"/>
            <p:cNvSpPr/>
            <p:nvPr/>
          </p:nvSpPr>
          <p:spPr>
            <a:xfrm>
              <a:off x="3433041" y="1803297"/>
              <a:ext cx="4039" cy="3530"/>
            </a:xfrm>
            <a:custGeom>
              <a:avLst/>
              <a:gdLst/>
              <a:ahLst/>
              <a:cxnLst/>
              <a:rect l="l" t="t" r="r" b="b"/>
              <a:pathLst>
                <a:path w="127" h="111" extrusionOk="0">
                  <a:moveTo>
                    <a:pt x="32" y="0"/>
                  </a:moveTo>
                  <a:lnTo>
                    <a:pt x="32" y="16"/>
                  </a:lnTo>
                  <a:lnTo>
                    <a:pt x="17" y="32"/>
                  </a:lnTo>
                  <a:lnTo>
                    <a:pt x="17" y="16"/>
                  </a:lnTo>
                  <a:lnTo>
                    <a:pt x="17" y="32"/>
                  </a:lnTo>
                  <a:cubicBezTo>
                    <a:pt x="17" y="32"/>
                    <a:pt x="17" y="47"/>
                    <a:pt x="1" y="47"/>
                  </a:cubicBezTo>
                  <a:lnTo>
                    <a:pt x="32" y="47"/>
                  </a:lnTo>
                  <a:lnTo>
                    <a:pt x="49" y="47"/>
                  </a:lnTo>
                  <a:lnTo>
                    <a:pt x="49" y="47"/>
                  </a:lnTo>
                  <a:cubicBezTo>
                    <a:pt x="80" y="47"/>
                    <a:pt x="95" y="63"/>
                    <a:pt x="95" y="95"/>
                  </a:cubicBezTo>
                  <a:lnTo>
                    <a:pt x="80" y="95"/>
                  </a:lnTo>
                  <a:lnTo>
                    <a:pt x="95" y="110"/>
                  </a:lnTo>
                  <a:lnTo>
                    <a:pt x="95" y="95"/>
                  </a:lnTo>
                  <a:lnTo>
                    <a:pt x="95" y="95"/>
                  </a:lnTo>
                  <a:cubicBezTo>
                    <a:pt x="95" y="79"/>
                    <a:pt x="95" y="63"/>
                    <a:pt x="127" y="47"/>
                  </a:cubicBezTo>
                  <a:lnTo>
                    <a:pt x="127" y="47"/>
                  </a:lnTo>
                  <a:cubicBezTo>
                    <a:pt x="112" y="47"/>
                    <a:pt x="112" y="47"/>
                    <a:pt x="95"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36" name="Google Shape;4036;p46"/>
            <p:cNvSpPr/>
            <p:nvPr/>
          </p:nvSpPr>
          <p:spPr>
            <a:xfrm>
              <a:off x="3309293" y="1817323"/>
              <a:ext cx="6042" cy="3530"/>
            </a:xfrm>
            <a:custGeom>
              <a:avLst/>
              <a:gdLst/>
              <a:ahLst/>
              <a:cxnLst/>
              <a:rect l="l" t="t" r="r" b="b"/>
              <a:pathLst>
                <a:path w="190" h="111" extrusionOk="0">
                  <a:moveTo>
                    <a:pt x="190" y="1"/>
                  </a:moveTo>
                  <a:lnTo>
                    <a:pt x="173" y="1"/>
                  </a:lnTo>
                  <a:lnTo>
                    <a:pt x="173" y="16"/>
                  </a:lnTo>
                  <a:cubicBezTo>
                    <a:pt x="190" y="32"/>
                    <a:pt x="173" y="47"/>
                    <a:pt x="142" y="47"/>
                  </a:cubicBezTo>
                  <a:lnTo>
                    <a:pt x="142" y="47"/>
                  </a:lnTo>
                  <a:cubicBezTo>
                    <a:pt x="127" y="47"/>
                    <a:pt x="110" y="32"/>
                    <a:pt x="110" y="16"/>
                  </a:cubicBezTo>
                  <a:lnTo>
                    <a:pt x="110" y="1"/>
                  </a:lnTo>
                  <a:lnTo>
                    <a:pt x="64" y="1"/>
                  </a:lnTo>
                  <a:cubicBezTo>
                    <a:pt x="64" y="1"/>
                    <a:pt x="79" y="16"/>
                    <a:pt x="64" y="16"/>
                  </a:cubicBezTo>
                  <a:cubicBezTo>
                    <a:pt x="64" y="79"/>
                    <a:pt x="16" y="79"/>
                    <a:pt x="1" y="79"/>
                  </a:cubicBezTo>
                  <a:lnTo>
                    <a:pt x="1" y="79"/>
                  </a:lnTo>
                  <a:lnTo>
                    <a:pt x="1" y="95"/>
                  </a:lnTo>
                  <a:lnTo>
                    <a:pt x="1" y="110"/>
                  </a:lnTo>
                  <a:cubicBezTo>
                    <a:pt x="1" y="95"/>
                    <a:pt x="16" y="95"/>
                    <a:pt x="16" y="79"/>
                  </a:cubicBezTo>
                  <a:lnTo>
                    <a:pt x="32" y="79"/>
                  </a:lnTo>
                  <a:lnTo>
                    <a:pt x="32" y="79"/>
                  </a:lnTo>
                  <a:lnTo>
                    <a:pt x="47" y="79"/>
                  </a:lnTo>
                  <a:lnTo>
                    <a:pt x="47" y="79"/>
                  </a:lnTo>
                  <a:cubicBezTo>
                    <a:pt x="64" y="64"/>
                    <a:pt x="64" y="64"/>
                    <a:pt x="79" y="64"/>
                  </a:cubicBezTo>
                  <a:lnTo>
                    <a:pt x="79" y="64"/>
                  </a:lnTo>
                  <a:lnTo>
                    <a:pt x="95" y="64"/>
                  </a:lnTo>
                  <a:lnTo>
                    <a:pt x="190" y="64"/>
                  </a:lnTo>
                  <a:cubicBezTo>
                    <a:pt x="190" y="47"/>
                    <a:pt x="173" y="16"/>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37" name="Google Shape;4037;p46"/>
            <p:cNvSpPr/>
            <p:nvPr/>
          </p:nvSpPr>
          <p:spPr>
            <a:xfrm>
              <a:off x="3426045" y="1802279"/>
              <a:ext cx="8046" cy="3053"/>
            </a:xfrm>
            <a:custGeom>
              <a:avLst/>
              <a:gdLst/>
              <a:ahLst/>
              <a:cxnLst/>
              <a:rect l="l" t="t" r="r" b="b"/>
              <a:pathLst>
                <a:path w="253" h="96" extrusionOk="0">
                  <a:moveTo>
                    <a:pt x="206" y="1"/>
                  </a:moveTo>
                  <a:lnTo>
                    <a:pt x="206" y="1"/>
                  </a:lnTo>
                  <a:cubicBezTo>
                    <a:pt x="189" y="1"/>
                    <a:pt x="189" y="16"/>
                    <a:pt x="189" y="16"/>
                  </a:cubicBezTo>
                  <a:lnTo>
                    <a:pt x="143" y="16"/>
                  </a:lnTo>
                  <a:cubicBezTo>
                    <a:pt x="126" y="32"/>
                    <a:pt x="111" y="48"/>
                    <a:pt x="95" y="48"/>
                  </a:cubicBezTo>
                  <a:cubicBezTo>
                    <a:pt x="80" y="48"/>
                    <a:pt x="63" y="32"/>
                    <a:pt x="48" y="32"/>
                  </a:cubicBezTo>
                  <a:lnTo>
                    <a:pt x="48" y="32"/>
                  </a:lnTo>
                  <a:lnTo>
                    <a:pt x="48" y="32"/>
                  </a:lnTo>
                  <a:cubicBezTo>
                    <a:pt x="17" y="32"/>
                    <a:pt x="0" y="48"/>
                    <a:pt x="0" y="64"/>
                  </a:cubicBezTo>
                  <a:cubicBezTo>
                    <a:pt x="0" y="79"/>
                    <a:pt x="17" y="95"/>
                    <a:pt x="48" y="95"/>
                  </a:cubicBezTo>
                  <a:lnTo>
                    <a:pt x="48" y="95"/>
                  </a:lnTo>
                  <a:lnTo>
                    <a:pt x="63" y="95"/>
                  </a:lnTo>
                  <a:lnTo>
                    <a:pt x="95" y="95"/>
                  </a:lnTo>
                  <a:lnTo>
                    <a:pt x="95" y="95"/>
                  </a:lnTo>
                  <a:cubicBezTo>
                    <a:pt x="111" y="64"/>
                    <a:pt x="126" y="48"/>
                    <a:pt x="143" y="32"/>
                  </a:cubicBezTo>
                  <a:lnTo>
                    <a:pt x="158" y="32"/>
                  </a:lnTo>
                  <a:lnTo>
                    <a:pt x="174" y="32"/>
                  </a:lnTo>
                  <a:cubicBezTo>
                    <a:pt x="174" y="32"/>
                    <a:pt x="189" y="32"/>
                    <a:pt x="189" y="48"/>
                  </a:cubicBezTo>
                  <a:cubicBezTo>
                    <a:pt x="206" y="64"/>
                    <a:pt x="206" y="79"/>
                    <a:pt x="189" y="79"/>
                  </a:cubicBezTo>
                  <a:lnTo>
                    <a:pt x="189" y="79"/>
                  </a:lnTo>
                  <a:lnTo>
                    <a:pt x="206" y="79"/>
                  </a:lnTo>
                  <a:lnTo>
                    <a:pt x="221" y="79"/>
                  </a:lnTo>
                  <a:cubicBezTo>
                    <a:pt x="237" y="79"/>
                    <a:pt x="237" y="64"/>
                    <a:pt x="237" y="64"/>
                  </a:cubicBezTo>
                  <a:lnTo>
                    <a:pt x="237" y="48"/>
                  </a:lnTo>
                  <a:lnTo>
                    <a:pt x="237" y="64"/>
                  </a:lnTo>
                  <a:lnTo>
                    <a:pt x="252" y="48"/>
                  </a:lnTo>
                  <a:lnTo>
                    <a:pt x="252" y="32"/>
                  </a:lnTo>
                  <a:cubicBezTo>
                    <a:pt x="252" y="16"/>
                    <a:pt x="237"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38" name="Google Shape;4038;p46"/>
            <p:cNvSpPr/>
            <p:nvPr/>
          </p:nvSpPr>
          <p:spPr>
            <a:xfrm>
              <a:off x="3443060" y="1798749"/>
              <a:ext cx="3053" cy="4580"/>
            </a:xfrm>
            <a:custGeom>
              <a:avLst/>
              <a:gdLst/>
              <a:ahLst/>
              <a:cxnLst/>
              <a:rect l="l" t="t" r="r" b="b"/>
              <a:pathLst>
                <a:path w="96" h="144" extrusionOk="0">
                  <a:moveTo>
                    <a:pt x="95" y="1"/>
                  </a:moveTo>
                  <a:cubicBezTo>
                    <a:pt x="95" y="17"/>
                    <a:pt x="80" y="17"/>
                    <a:pt x="80" y="17"/>
                  </a:cubicBezTo>
                  <a:lnTo>
                    <a:pt x="80" y="49"/>
                  </a:lnTo>
                  <a:lnTo>
                    <a:pt x="32" y="49"/>
                  </a:lnTo>
                  <a:lnTo>
                    <a:pt x="32" y="64"/>
                  </a:lnTo>
                  <a:cubicBezTo>
                    <a:pt x="32" y="64"/>
                    <a:pt x="17" y="80"/>
                    <a:pt x="1" y="80"/>
                  </a:cubicBezTo>
                  <a:lnTo>
                    <a:pt x="1" y="80"/>
                  </a:lnTo>
                  <a:lnTo>
                    <a:pt x="1" y="80"/>
                  </a:lnTo>
                  <a:cubicBezTo>
                    <a:pt x="1" y="80"/>
                    <a:pt x="1" y="96"/>
                    <a:pt x="17" y="112"/>
                  </a:cubicBezTo>
                  <a:lnTo>
                    <a:pt x="32" y="143"/>
                  </a:lnTo>
                  <a:lnTo>
                    <a:pt x="32" y="143"/>
                  </a:lnTo>
                  <a:lnTo>
                    <a:pt x="49" y="143"/>
                  </a:lnTo>
                  <a:lnTo>
                    <a:pt x="95" y="112"/>
                  </a:lnTo>
                  <a:lnTo>
                    <a:pt x="95" y="112"/>
                  </a:lnTo>
                  <a:lnTo>
                    <a:pt x="95" y="112"/>
                  </a:lnTo>
                  <a:lnTo>
                    <a:pt x="95" y="64"/>
                  </a:lnTo>
                  <a:lnTo>
                    <a:pt x="95" y="49"/>
                  </a:lnTo>
                  <a:lnTo>
                    <a:pt x="95"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39" name="Google Shape;4039;p46"/>
            <p:cNvSpPr/>
            <p:nvPr/>
          </p:nvSpPr>
          <p:spPr>
            <a:xfrm>
              <a:off x="3443060" y="1805301"/>
              <a:ext cx="2576" cy="7060"/>
            </a:xfrm>
            <a:custGeom>
              <a:avLst/>
              <a:gdLst/>
              <a:ahLst/>
              <a:cxnLst/>
              <a:rect l="l" t="t" r="r" b="b"/>
              <a:pathLst>
                <a:path w="81" h="222" extrusionOk="0">
                  <a:moveTo>
                    <a:pt x="49" y="0"/>
                  </a:moveTo>
                  <a:lnTo>
                    <a:pt x="49" y="0"/>
                  </a:lnTo>
                  <a:lnTo>
                    <a:pt x="32" y="16"/>
                  </a:lnTo>
                  <a:cubicBezTo>
                    <a:pt x="17" y="32"/>
                    <a:pt x="1" y="32"/>
                    <a:pt x="1" y="63"/>
                  </a:cubicBezTo>
                  <a:lnTo>
                    <a:pt x="1" y="158"/>
                  </a:lnTo>
                  <a:cubicBezTo>
                    <a:pt x="1" y="173"/>
                    <a:pt x="17" y="173"/>
                    <a:pt x="17" y="190"/>
                  </a:cubicBezTo>
                  <a:lnTo>
                    <a:pt x="17" y="205"/>
                  </a:lnTo>
                  <a:cubicBezTo>
                    <a:pt x="17" y="205"/>
                    <a:pt x="32" y="221"/>
                    <a:pt x="49" y="221"/>
                  </a:cubicBezTo>
                  <a:lnTo>
                    <a:pt x="49" y="221"/>
                  </a:lnTo>
                  <a:cubicBezTo>
                    <a:pt x="64" y="221"/>
                    <a:pt x="64" y="221"/>
                    <a:pt x="80" y="205"/>
                  </a:cubicBezTo>
                  <a:lnTo>
                    <a:pt x="80" y="190"/>
                  </a:lnTo>
                  <a:lnTo>
                    <a:pt x="80" y="158"/>
                  </a:lnTo>
                  <a:lnTo>
                    <a:pt x="64" y="158"/>
                  </a:lnTo>
                  <a:lnTo>
                    <a:pt x="49" y="158"/>
                  </a:lnTo>
                  <a:cubicBezTo>
                    <a:pt x="49" y="158"/>
                    <a:pt x="32" y="158"/>
                    <a:pt x="17" y="142"/>
                  </a:cubicBezTo>
                  <a:cubicBezTo>
                    <a:pt x="17" y="126"/>
                    <a:pt x="17" y="110"/>
                    <a:pt x="32" y="95"/>
                  </a:cubicBezTo>
                  <a:lnTo>
                    <a:pt x="64" y="79"/>
                  </a:lnTo>
                  <a:cubicBezTo>
                    <a:pt x="49" y="63"/>
                    <a:pt x="32" y="47"/>
                    <a:pt x="32" y="32"/>
                  </a:cubicBezTo>
                  <a:cubicBezTo>
                    <a:pt x="49" y="16"/>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40" name="Google Shape;4040;p46"/>
            <p:cNvSpPr/>
            <p:nvPr/>
          </p:nvSpPr>
          <p:spPr>
            <a:xfrm>
              <a:off x="3269221" y="1774229"/>
              <a:ext cx="7537" cy="5534"/>
            </a:xfrm>
            <a:custGeom>
              <a:avLst/>
              <a:gdLst/>
              <a:ahLst/>
              <a:cxnLst/>
              <a:rect l="l" t="t" r="r" b="b"/>
              <a:pathLst>
                <a:path w="237" h="174" extrusionOk="0">
                  <a:moveTo>
                    <a:pt x="189" y="1"/>
                  </a:moveTo>
                  <a:lnTo>
                    <a:pt x="189" y="1"/>
                  </a:lnTo>
                  <a:lnTo>
                    <a:pt x="78" y="16"/>
                  </a:lnTo>
                  <a:lnTo>
                    <a:pt x="78" y="16"/>
                  </a:lnTo>
                  <a:cubicBezTo>
                    <a:pt x="63" y="16"/>
                    <a:pt x="47" y="32"/>
                    <a:pt x="47" y="47"/>
                  </a:cubicBezTo>
                  <a:lnTo>
                    <a:pt x="47" y="64"/>
                  </a:lnTo>
                  <a:lnTo>
                    <a:pt x="15" y="110"/>
                  </a:lnTo>
                  <a:cubicBezTo>
                    <a:pt x="0" y="127"/>
                    <a:pt x="0" y="142"/>
                    <a:pt x="15" y="158"/>
                  </a:cubicBezTo>
                  <a:cubicBezTo>
                    <a:pt x="15" y="173"/>
                    <a:pt x="32" y="173"/>
                    <a:pt x="32" y="173"/>
                  </a:cubicBezTo>
                  <a:cubicBezTo>
                    <a:pt x="47" y="173"/>
                    <a:pt x="63" y="158"/>
                    <a:pt x="63" y="158"/>
                  </a:cubicBezTo>
                  <a:lnTo>
                    <a:pt x="78" y="142"/>
                  </a:lnTo>
                  <a:lnTo>
                    <a:pt x="95" y="110"/>
                  </a:lnTo>
                  <a:lnTo>
                    <a:pt x="110" y="110"/>
                  </a:lnTo>
                  <a:lnTo>
                    <a:pt x="126" y="110"/>
                  </a:lnTo>
                  <a:lnTo>
                    <a:pt x="141" y="110"/>
                  </a:lnTo>
                  <a:lnTo>
                    <a:pt x="173" y="110"/>
                  </a:lnTo>
                  <a:cubicBezTo>
                    <a:pt x="205" y="95"/>
                    <a:pt x="221" y="79"/>
                    <a:pt x="221" y="47"/>
                  </a:cubicBezTo>
                  <a:cubicBezTo>
                    <a:pt x="236" y="47"/>
                    <a:pt x="236" y="32"/>
                    <a:pt x="221" y="16"/>
                  </a:cubicBezTo>
                  <a:lnTo>
                    <a:pt x="221" y="16"/>
                  </a:lnTo>
                  <a:cubicBezTo>
                    <a:pt x="205" y="16"/>
                    <a:pt x="205"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41" name="Google Shape;4041;p46"/>
            <p:cNvSpPr/>
            <p:nvPr/>
          </p:nvSpPr>
          <p:spPr>
            <a:xfrm>
              <a:off x="3317785" y="1766691"/>
              <a:ext cx="5057" cy="4039"/>
            </a:xfrm>
            <a:custGeom>
              <a:avLst/>
              <a:gdLst/>
              <a:ahLst/>
              <a:cxnLst/>
              <a:rect l="l" t="t" r="r" b="b"/>
              <a:pathLst>
                <a:path w="159" h="127" extrusionOk="0">
                  <a:moveTo>
                    <a:pt x="127" y="1"/>
                  </a:moveTo>
                  <a:lnTo>
                    <a:pt x="127" y="1"/>
                  </a:lnTo>
                  <a:cubicBezTo>
                    <a:pt x="112" y="1"/>
                    <a:pt x="96" y="1"/>
                    <a:pt x="96" y="17"/>
                  </a:cubicBezTo>
                  <a:cubicBezTo>
                    <a:pt x="64" y="17"/>
                    <a:pt x="33" y="17"/>
                    <a:pt x="17" y="49"/>
                  </a:cubicBezTo>
                  <a:cubicBezTo>
                    <a:pt x="1" y="64"/>
                    <a:pt x="1" y="95"/>
                    <a:pt x="1" y="127"/>
                  </a:cubicBezTo>
                  <a:cubicBezTo>
                    <a:pt x="17" y="95"/>
                    <a:pt x="49" y="95"/>
                    <a:pt x="64" y="95"/>
                  </a:cubicBezTo>
                  <a:lnTo>
                    <a:pt x="64" y="95"/>
                  </a:lnTo>
                  <a:lnTo>
                    <a:pt x="80" y="80"/>
                  </a:lnTo>
                  <a:cubicBezTo>
                    <a:pt x="80" y="80"/>
                    <a:pt x="96" y="64"/>
                    <a:pt x="112" y="64"/>
                  </a:cubicBezTo>
                  <a:lnTo>
                    <a:pt x="112" y="64"/>
                  </a:lnTo>
                  <a:lnTo>
                    <a:pt x="112" y="64"/>
                  </a:lnTo>
                  <a:cubicBezTo>
                    <a:pt x="127" y="64"/>
                    <a:pt x="127" y="64"/>
                    <a:pt x="143" y="80"/>
                  </a:cubicBezTo>
                  <a:lnTo>
                    <a:pt x="159" y="64"/>
                  </a:lnTo>
                  <a:lnTo>
                    <a:pt x="159" y="32"/>
                  </a:lnTo>
                  <a:cubicBezTo>
                    <a:pt x="159" y="17"/>
                    <a:pt x="143"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42" name="Google Shape;4042;p46"/>
            <p:cNvSpPr/>
            <p:nvPr/>
          </p:nvSpPr>
          <p:spPr>
            <a:xfrm>
              <a:off x="3407503" y="1772702"/>
              <a:ext cx="3530" cy="12053"/>
            </a:xfrm>
            <a:custGeom>
              <a:avLst/>
              <a:gdLst/>
              <a:ahLst/>
              <a:cxnLst/>
              <a:rect l="l" t="t" r="r" b="b"/>
              <a:pathLst>
                <a:path w="111" h="379" extrusionOk="0">
                  <a:moveTo>
                    <a:pt x="111" y="175"/>
                  </a:moveTo>
                  <a:lnTo>
                    <a:pt x="111" y="190"/>
                  </a:lnTo>
                  <a:lnTo>
                    <a:pt x="95" y="190"/>
                  </a:lnTo>
                  <a:lnTo>
                    <a:pt x="95" y="190"/>
                  </a:lnTo>
                  <a:cubicBezTo>
                    <a:pt x="95" y="221"/>
                    <a:pt x="79" y="238"/>
                    <a:pt x="64" y="238"/>
                  </a:cubicBezTo>
                  <a:lnTo>
                    <a:pt x="64" y="238"/>
                  </a:lnTo>
                  <a:lnTo>
                    <a:pt x="32" y="221"/>
                  </a:lnTo>
                  <a:cubicBezTo>
                    <a:pt x="32" y="238"/>
                    <a:pt x="16" y="253"/>
                    <a:pt x="1" y="269"/>
                  </a:cubicBezTo>
                  <a:lnTo>
                    <a:pt x="1" y="316"/>
                  </a:lnTo>
                  <a:lnTo>
                    <a:pt x="16" y="347"/>
                  </a:lnTo>
                  <a:lnTo>
                    <a:pt x="32" y="347"/>
                  </a:lnTo>
                  <a:lnTo>
                    <a:pt x="32" y="347"/>
                  </a:lnTo>
                  <a:cubicBezTo>
                    <a:pt x="48" y="347"/>
                    <a:pt x="64" y="347"/>
                    <a:pt x="79" y="379"/>
                  </a:cubicBezTo>
                  <a:lnTo>
                    <a:pt x="79" y="379"/>
                  </a:lnTo>
                  <a:cubicBezTo>
                    <a:pt x="95" y="379"/>
                    <a:pt x="95" y="347"/>
                    <a:pt x="95" y="332"/>
                  </a:cubicBezTo>
                  <a:lnTo>
                    <a:pt x="79" y="316"/>
                  </a:lnTo>
                  <a:lnTo>
                    <a:pt x="79" y="301"/>
                  </a:lnTo>
                  <a:cubicBezTo>
                    <a:pt x="95" y="284"/>
                    <a:pt x="95" y="253"/>
                    <a:pt x="111" y="238"/>
                  </a:cubicBezTo>
                  <a:lnTo>
                    <a:pt x="111" y="238"/>
                  </a:lnTo>
                  <a:lnTo>
                    <a:pt x="111" y="206"/>
                  </a:lnTo>
                  <a:lnTo>
                    <a:pt x="111" y="175"/>
                  </a:lnTo>
                  <a:close/>
                  <a:moveTo>
                    <a:pt x="79" y="1"/>
                  </a:moveTo>
                  <a:lnTo>
                    <a:pt x="64" y="1"/>
                  </a:lnTo>
                  <a:lnTo>
                    <a:pt x="64" y="1"/>
                  </a:lnTo>
                  <a:lnTo>
                    <a:pt x="64" y="1"/>
                  </a:lnTo>
                  <a:cubicBezTo>
                    <a:pt x="79" y="1"/>
                    <a:pt x="95" y="17"/>
                    <a:pt x="95" y="32"/>
                  </a:cubicBezTo>
                  <a:cubicBezTo>
                    <a:pt x="95" y="64"/>
                    <a:pt x="95" y="80"/>
                    <a:pt x="64" y="80"/>
                  </a:cubicBezTo>
                  <a:lnTo>
                    <a:pt x="48" y="80"/>
                  </a:lnTo>
                  <a:lnTo>
                    <a:pt x="48" y="80"/>
                  </a:lnTo>
                  <a:lnTo>
                    <a:pt x="48" y="112"/>
                  </a:lnTo>
                  <a:lnTo>
                    <a:pt x="48" y="112"/>
                  </a:lnTo>
                  <a:lnTo>
                    <a:pt x="95" y="112"/>
                  </a:lnTo>
                  <a:lnTo>
                    <a:pt x="111" y="112"/>
                  </a:lnTo>
                  <a:lnTo>
                    <a:pt x="111" y="64"/>
                  </a:lnTo>
                  <a:lnTo>
                    <a:pt x="111" y="32"/>
                  </a:lnTo>
                  <a:lnTo>
                    <a:pt x="111"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43" name="Google Shape;4043;p46"/>
            <p:cNvSpPr/>
            <p:nvPr/>
          </p:nvSpPr>
          <p:spPr>
            <a:xfrm>
              <a:off x="3188535" y="1799290"/>
              <a:ext cx="3530" cy="3021"/>
            </a:xfrm>
            <a:custGeom>
              <a:avLst/>
              <a:gdLst/>
              <a:ahLst/>
              <a:cxnLst/>
              <a:rect l="l" t="t" r="r" b="b"/>
              <a:pathLst>
                <a:path w="111" h="95" extrusionOk="0">
                  <a:moveTo>
                    <a:pt x="32" y="0"/>
                  </a:moveTo>
                  <a:lnTo>
                    <a:pt x="16" y="0"/>
                  </a:lnTo>
                  <a:lnTo>
                    <a:pt x="16" y="0"/>
                  </a:lnTo>
                  <a:lnTo>
                    <a:pt x="0" y="0"/>
                  </a:lnTo>
                  <a:lnTo>
                    <a:pt x="0" y="16"/>
                  </a:lnTo>
                  <a:lnTo>
                    <a:pt x="0" y="47"/>
                  </a:lnTo>
                  <a:lnTo>
                    <a:pt x="16" y="79"/>
                  </a:lnTo>
                  <a:cubicBezTo>
                    <a:pt x="32" y="79"/>
                    <a:pt x="48" y="95"/>
                    <a:pt x="48" y="95"/>
                  </a:cubicBezTo>
                  <a:cubicBezTo>
                    <a:pt x="63" y="95"/>
                    <a:pt x="63" y="95"/>
                    <a:pt x="63" y="79"/>
                  </a:cubicBezTo>
                  <a:lnTo>
                    <a:pt x="79" y="79"/>
                  </a:lnTo>
                  <a:cubicBezTo>
                    <a:pt x="95" y="63"/>
                    <a:pt x="111" y="47"/>
                    <a:pt x="111" y="32"/>
                  </a:cubicBezTo>
                  <a:lnTo>
                    <a:pt x="63" y="47"/>
                  </a:lnTo>
                  <a:lnTo>
                    <a:pt x="63" y="47"/>
                  </a:lnTo>
                  <a:cubicBezTo>
                    <a:pt x="48" y="47"/>
                    <a:pt x="32" y="32"/>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44" name="Google Shape;4044;p46"/>
            <p:cNvSpPr/>
            <p:nvPr/>
          </p:nvSpPr>
          <p:spPr>
            <a:xfrm>
              <a:off x="3392492" y="1774229"/>
              <a:ext cx="5025" cy="3530"/>
            </a:xfrm>
            <a:custGeom>
              <a:avLst/>
              <a:gdLst/>
              <a:ahLst/>
              <a:cxnLst/>
              <a:rect l="l" t="t" r="r" b="b"/>
              <a:pathLst>
                <a:path w="158" h="111" extrusionOk="0">
                  <a:moveTo>
                    <a:pt x="78" y="1"/>
                  </a:moveTo>
                  <a:lnTo>
                    <a:pt x="63" y="1"/>
                  </a:lnTo>
                  <a:cubicBezTo>
                    <a:pt x="47" y="16"/>
                    <a:pt x="47" y="16"/>
                    <a:pt x="32" y="16"/>
                  </a:cubicBezTo>
                  <a:lnTo>
                    <a:pt x="15" y="64"/>
                  </a:lnTo>
                  <a:lnTo>
                    <a:pt x="0" y="79"/>
                  </a:lnTo>
                  <a:lnTo>
                    <a:pt x="0" y="95"/>
                  </a:lnTo>
                  <a:lnTo>
                    <a:pt x="0" y="110"/>
                  </a:lnTo>
                  <a:lnTo>
                    <a:pt x="0" y="110"/>
                  </a:lnTo>
                  <a:lnTo>
                    <a:pt x="15" y="95"/>
                  </a:lnTo>
                  <a:cubicBezTo>
                    <a:pt x="32" y="79"/>
                    <a:pt x="47" y="79"/>
                    <a:pt x="78" y="79"/>
                  </a:cubicBezTo>
                  <a:lnTo>
                    <a:pt x="95" y="79"/>
                  </a:lnTo>
                  <a:lnTo>
                    <a:pt x="110" y="79"/>
                  </a:lnTo>
                  <a:cubicBezTo>
                    <a:pt x="126" y="79"/>
                    <a:pt x="141" y="79"/>
                    <a:pt x="141" y="64"/>
                  </a:cubicBezTo>
                  <a:cubicBezTo>
                    <a:pt x="158" y="47"/>
                    <a:pt x="141" y="32"/>
                    <a:pt x="126" y="16"/>
                  </a:cubicBezTo>
                  <a:cubicBezTo>
                    <a:pt x="110" y="16"/>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45" name="Google Shape;4045;p46"/>
            <p:cNvSpPr/>
            <p:nvPr/>
          </p:nvSpPr>
          <p:spPr>
            <a:xfrm>
              <a:off x="3430561" y="1772225"/>
              <a:ext cx="7060" cy="8523"/>
            </a:xfrm>
            <a:custGeom>
              <a:avLst/>
              <a:gdLst/>
              <a:ahLst/>
              <a:cxnLst/>
              <a:rect l="l" t="t" r="r" b="b"/>
              <a:pathLst>
                <a:path w="222" h="268" extrusionOk="0">
                  <a:moveTo>
                    <a:pt x="221" y="205"/>
                  </a:moveTo>
                  <a:lnTo>
                    <a:pt x="205" y="205"/>
                  </a:lnTo>
                  <a:cubicBezTo>
                    <a:pt x="190" y="205"/>
                    <a:pt x="173" y="205"/>
                    <a:pt x="158" y="221"/>
                  </a:cubicBezTo>
                  <a:lnTo>
                    <a:pt x="158" y="221"/>
                  </a:lnTo>
                  <a:cubicBezTo>
                    <a:pt x="173" y="236"/>
                    <a:pt x="173" y="236"/>
                    <a:pt x="173" y="253"/>
                  </a:cubicBezTo>
                  <a:cubicBezTo>
                    <a:pt x="190" y="268"/>
                    <a:pt x="205" y="268"/>
                    <a:pt x="205" y="268"/>
                  </a:cubicBezTo>
                  <a:lnTo>
                    <a:pt x="221" y="268"/>
                  </a:lnTo>
                  <a:lnTo>
                    <a:pt x="221" y="236"/>
                  </a:lnTo>
                  <a:lnTo>
                    <a:pt x="221" y="236"/>
                  </a:lnTo>
                  <a:cubicBezTo>
                    <a:pt x="221" y="221"/>
                    <a:pt x="205" y="221"/>
                    <a:pt x="221" y="205"/>
                  </a:cubicBezTo>
                  <a:lnTo>
                    <a:pt x="221" y="205"/>
                  </a:lnTo>
                  <a:close/>
                  <a:moveTo>
                    <a:pt x="47" y="1"/>
                  </a:moveTo>
                  <a:lnTo>
                    <a:pt x="32" y="1"/>
                  </a:lnTo>
                  <a:cubicBezTo>
                    <a:pt x="16" y="1"/>
                    <a:pt x="16" y="16"/>
                    <a:pt x="1" y="32"/>
                  </a:cubicBezTo>
                  <a:cubicBezTo>
                    <a:pt x="1" y="47"/>
                    <a:pt x="16" y="47"/>
                    <a:pt x="16" y="64"/>
                  </a:cubicBezTo>
                  <a:cubicBezTo>
                    <a:pt x="16" y="64"/>
                    <a:pt x="32" y="64"/>
                    <a:pt x="32" y="79"/>
                  </a:cubicBezTo>
                  <a:lnTo>
                    <a:pt x="110" y="79"/>
                  </a:lnTo>
                  <a:lnTo>
                    <a:pt x="110" y="95"/>
                  </a:lnTo>
                  <a:cubicBezTo>
                    <a:pt x="127" y="110"/>
                    <a:pt x="127" y="142"/>
                    <a:pt x="127" y="158"/>
                  </a:cubicBezTo>
                  <a:lnTo>
                    <a:pt x="127" y="158"/>
                  </a:lnTo>
                  <a:cubicBezTo>
                    <a:pt x="158" y="142"/>
                    <a:pt x="173" y="142"/>
                    <a:pt x="190" y="142"/>
                  </a:cubicBezTo>
                  <a:lnTo>
                    <a:pt x="205" y="142"/>
                  </a:lnTo>
                  <a:lnTo>
                    <a:pt x="190" y="127"/>
                  </a:lnTo>
                  <a:lnTo>
                    <a:pt x="190" y="79"/>
                  </a:lnTo>
                  <a:cubicBezTo>
                    <a:pt x="173" y="64"/>
                    <a:pt x="173" y="64"/>
                    <a:pt x="173" y="47"/>
                  </a:cubicBezTo>
                  <a:cubicBezTo>
                    <a:pt x="173" y="32"/>
                    <a:pt x="158" y="16"/>
                    <a:pt x="142" y="16"/>
                  </a:cubicBezTo>
                  <a:lnTo>
                    <a:pt x="127" y="16"/>
                  </a:lnTo>
                  <a:lnTo>
                    <a:pt x="127" y="16"/>
                  </a:lnTo>
                  <a:cubicBezTo>
                    <a:pt x="142" y="32"/>
                    <a:pt x="127" y="47"/>
                    <a:pt x="110" y="64"/>
                  </a:cubicBezTo>
                  <a:lnTo>
                    <a:pt x="95" y="64"/>
                  </a:lnTo>
                  <a:cubicBezTo>
                    <a:pt x="79" y="64"/>
                    <a:pt x="64" y="64"/>
                    <a:pt x="64" y="47"/>
                  </a:cubicBezTo>
                  <a:cubicBezTo>
                    <a:pt x="64" y="47"/>
                    <a:pt x="64" y="32"/>
                    <a:pt x="47"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46" name="Google Shape;4046;p46"/>
            <p:cNvSpPr/>
            <p:nvPr/>
          </p:nvSpPr>
          <p:spPr>
            <a:xfrm>
              <a:off x="3414023" y="1787268"/>
              <a:ext cx="8555" cy="5025"/>
            </a:xfrm>
            <a:custGeom>
              <a:avLst/>
              <a:gdLst/>
              <a:ahLst/>
              <a:cxnLst/>
              <a:rect l="l" t="t" r="r" b="b"/>
              <a:pathLst>
                <a:path w="269" h="158" extrusionOk="0">
                  <a:moveTo>
                    <a:pt x="189" y="0"/>
                  </a:moveTo>
                  <a:lnTo>
                    <a:pt x="189" y="0"/>
                  </a:lnTo>
                  <a:cubicBezTo>
                    <a:pt x="174" y="0"/>
                    <a:pt x="158" y="15"/>
                    <a:pt x="158" y="32"/>
                  </a:cubicBezTo>
                  <a:cubicBezTo>
                    <a:pt x="158" y="47"/>
                    <a:pt x="158" y="63"/>
                    <a:pt x="174" y="63"/>
                  </a:cubicBezTo>
                  <a:lnTo>
                    <a:pt x="158" y="78"/>
                  </a:lnTo>
                  <a:lnTo>
                    <a:pt x="158" y="78"/>
                  </a:lnTo>
                  <a:lnTo>
                    <a:pt x="158" y="78"/>
                  </a:lnTo>
                  <a:lnTo>
                    <a:pt x="143" y="78"/>
                  </a:lnTo>
                  <a:lnTo>
                    <a:pt x="143" y="78"/>
                  </a:lnTo>
                  <a:lnTo>
                    <a:pt x="143" y="78"/>
                  </a:lnTo>
                  <a:lnTo>
                    <a:pt x="143" y="110"/>
                  </a:lnTo>
                  <a:cubicBezTo>
                    <a:pt x="126" y="126"/>
                    <a:pt x="111" y="141"/>
                    <a:pt x="95" y="141"/>
                  </a:cubicBezTo>
                  <a:lnTo>
                    <a:pt x="95" y="141"/>
                  </a:lnTo>
                  <a:cubicBezTo>
                    <a:pt x="79" y="141"/>
                    <a:pt x="63" y="110"/>
                    <a:pt x="63" y="95"/>
                  </a:cubicBezTo>
                  <a:lnTo>
                    <a:pt x="63" y="95"/>
                  </a:lnTo>
                  <a:lnTo>
                    <a:pt x="32" y="95"/>
                  </a:lnTo>
                  <a:cubicBezTo>
                    <a:pt x="16" y="95"/>
                    <a:pt x="0" y="110"/>
                    <a:pt x="0" y="126"/>
                  </a:cubicBezTo>
                  <a:cubicBezTo>
                    <a:pt x="0" y="141"/>
                    <a:pt x="16" y="141"/>
                    <a:pt x="16" y="141"/>
                  </a:cubicBezTo>
                  <a:lnTo>
                    <a:pt x="16" y="141"/>
                  </a:lnTo>
                  <a:lnTo>
                    <a:pt x="16" y="141"/>
                  </a:lnTo>
                  <a:cubicBezTo>
                    <a:pt x="32" y="141"/>
                    <a:pt x="48" y="158"/>
                    <a:pt x="48" y="158"/>
                  </a:cubicBezTo>
                  <a:lnTo>
                    <a:pt x="79" y="158"/>
                  </a:lnTo>
                  <a:cubicBezTo>
                    <a:pt x="95" y="158"/>
                    <a:pt x="111" y="141"/>
                    <a:pt x="111" y="141"/>
                  </a:cubicBezTo>
                  <a:lnTo>
                    <a:pt x="143" y="141"/>
                  </a:lnTo>
                  <a:cubicBezTo>
                    <a:pt x="143" y="126"/>
                    <a:pt x="143" y="126"/>
                    <a:pt x="158" y="126"/>
                  </a:cubicBezTo>
                  <a:lnTo>
                    <a:pt x="158" y="126"/>
                  </a:lnTo>
                  <a:cubicBezTo>
                    <a:pt x="174" y="126"/>
                    <a:pt x="174" y="141"/>
                    <a:pt x="189" y="141"/>
                  </a:cubicBezTo>
                  <a:lnTo>
                    <a:pt x="189" y="141"/>
                  </a:lnTo>
                  <a:lnTo>
                    <a:pt x="252" y="95"/>
                  </a:lnTo>
                  <a:cubicBezTo>
                    <a:pt x="252" y="78"/>
                    <a:pt x="252" y="78"/>
                    <a:pt x="237" y="78"/>
                  </a:cubicBezTo>
                  <a:cubicBezTo>
                    <a:pt x="237" y="63"/>
                    <a:pt x="252" y="47"/>
                    <a:pt x="269" y="32"/>
                  </a:cubicBezTo>
                  <a:lnTo>
                    <a:pt x="252" y="15"/>
                  </a:lnTo>
                  <a:lnTo>
                    <a:pt x="252" y="15"/>
                  </a:lnTo>
                  <a:lnTo>
                    <a:pt x="20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47" name="Google Shape;4047;p46"/>
            <p:cNvSpPr/>
            <p:nvPr/>
          </p:nvSpPr>
          <p:spPr>
            <a:xfrm>
              <a:off x="3176004" y="1810803"/>
              <a:ext cx="6520" cy="7028"/>
            </a:xfrm>
            <a:custGeom>
              <a:avLst/>
              <a:gdLst/>
              <a:ahLst/>
              <a:cxnLst/>
              <a:rect l="l" t="t" r="r" b="b"/>
              <a:pathLst>
                <a:path w="205" h="221" extrusionOk="0">
                  <a:moveTo>
                    <a:pt x="110" y="0"/>
                  </a:moveTo>
                  <a:lnTo>
                    <a:pt x="110" y="0"/>
                  </a:lnTo>
                  <a:cubicBezTo>
                    <a:pt x="110" y="0"/>
                    <a:pt x="95" y="0"/>
                    <a:pt x="95" y="17"/>
                  </a:cubicBezTo>
                  <a:lnTo>
                    <a:pt x="79" y="32"/>
                  </a:lnTo>
                  <a:lnTo>
                    <a:pt x="79" y="32"/>
                  </a:lnTo>
                  <a:cubicBezTo>
                    <a:pt x="79" y="48"/>
                    <a:pt x="79" y="48"/>
                    <a:pt x="64" y="63"/>
                  </a:cubicBezTo>
                  <a:cubicBezTo>
                    <a:pt x="64" y="80"/>
                    <a:pt x="64" y="95"/>
                    <a:pt x="47" y="95"/>
                  </a:cubicBezTo>
                  <a:lnTo>
                    <a:pt x="32" y="95"/>
                  </a:lnTo>
                  <a:lnTo>
                    <a:pt x="16" y="95"/>
                  </a:lnTo>
                  <a:cubicBezTo>
                    <a:pt x="1" y="95"/>
                    <a:pt x="1" y="111"/>
                    <a:pt x="1" y="111"/>
                  </a:cubicBezTo>
                  <a:lnTo>
                    <a:pt x="16" y="189"/>
                  </a:lnTo>
                  <a:cubicBezTo>
                    <a:pt x="16" y="206"/>
                    <a:pt x="16" y="206"/>
                    <a:pt x="32" y="221"/>
                  </a:cubicBezTo>
                  <a:lnTo>
                    <a:pt x="47" y="189"/>
                  </a:lnTo>
                  <a:cubicBezTo>
                    <a:pt x="47" y="174"/>
                    <a:pt x="64" y="174"/>
                    <a:pt x="79" y="174"/>
                  </a:cubicBezTo>
                  <a:lnTo>
                    <a:pt x="79" y="174"/>
                  </a:lnTo>
                  <a:lnTo>
                    <a:pt x="95" y="174"/>
                  </a:lnTo>
                  <a:cubicBezTo>
                    <a:pt x="110" y="189"/>
                    <a:pt x="110" y="206"/>
                    <a:pt x="110" y="221"/>
                  </a:cubicBezTo>
                  <a:lnTo>
                    <a:pt x="95" y="221"/>
                  </a:lnTo>
                  <a:cubicBezTo>
                    <a:pt x="127" y="221"/>
                    <a:pt x="142" y="221"/>
                    <a:pt x="158" y="206"/>
                  </a:cubicBezTo>
                  <a:lnTo>
                    <a:pt x="158" y="206"/>
                  </a:lnTo>
                  <a:cubicBezTo>
                    <a:pt x="173" y="189"/>
                    <a:pt x="173" y="174"/>
                    <a:pt x="190" y="174"/>
                  </a:cubicBezTo>
                  <a:lnTo>
                    <a:pt x="190" y="174"/>
                  </a:lnTo>
                  <a:cubicBezTo>
                    <a:pt x="205" y="158"/>
                    <a:pt x="205" y="126"/>
                    <a:pt x="190" y="126"/>
                  </a:cubicBezTo>
                  <a:lnTo>
                    <a:pt x="173" y="126"/>
                  </a:lnTo>
                  <a:cubicBezTo>
                    <a:pt x="158" y="126"/>
                    <a:pt x="142" y="126"/>
                    <a:pt x="142" y="143"/>
                  </a:cubicBezTo>
                  <a:cubicBezTo>
                    <a:pt x="127" y="158"/>
                    <a:pt x="127" y="158"/>
                    <a:pt x="95" y="158"/>
                  </a:cubicBezTo>
                  <a:lnTo>
                    <a:pt x="79" y="158"/>
                  </a:lnTo>
                  <a:lnTo>
                    <a:pt x="79" y="126"/>
                  </a:lnTo>
                  <a:lnTo>
                    <a:pt x="142" y="63"/>
                  </a:lnTo>
                  <a:cubicBezTo>
                    <a:pt x="158" y="48"/>
                    <a:pt x="158" y="32"/>
                    <a:pt x="142" y="17"/>
                  </a:cubicBezTo>
                  <a:cubicBezTo>
                    <a:pt x="127" y="0"/>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48" name="Google Shape;4048;p46"/>
            <p:cNvSpPr/>
            <p:nvPr/>
          </p:nvSpPr>
          <p:spPr>
            <a:xfrm>
              <a:off x="3345390" y="1821330"/>
              <a:ext cx="5502" cy="1049"/>
            </a:xfrm>
            <a:custGeom>
              <a:avLst/>
              <a:gdLst/>
              <a:ahLst/>
              <a:cxnLst/>
              <a:rect l="l" t="t" r="r" b="b"/>
              <a:pathLst>
                <a:path w="173" h="33" extrusionOk="0">
                  <a:moveTo>
                    <a:pt x="95" y="1"/>
                  </a:moveTo>
                  <a:lnTo>
                    <a:pt x="78" y="1"/>
                  </a:lnTo>
                  <a:lnTo>
                    <a:pt x="78" y="1"/>
                  </a:lnTo>
                  <a:lnTo>
                    <a:pt x="63" y="1"/>
                  </a:lnTo>
                  <a:cubicBezTo>
                    <a:pt x="47" y="1"/>
                    <a:pt x="15" y="16"/>
                    <a:pt x="0" y="32"/>
                  </a:cubicBezTo>
                  <a:cubicBezTo>
                    <a:pt x="63" y="32"/>
                    <a:pt x="110" y="16"/>
                    <a:pt x="173" y="16"/>
                  </a:cubicBezTo>
                  <a:cubicBezTo>
                    <a:pt x="141"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49" name="Google Shape;4049;p46"/>
            <p:cNvSpPr/>
            <p:nvPr/>
          </p:nvSpPr>
          <p:spPr>
            <a:xfrm>
              <a:off x="3097831" y="1789272"/>
              <a:ext cx="6042" cy="4516"/>
            </a:xfrm>
            <a:custGeom>
              <a:avLst/>
              <a:gdLst/>
              <a:ahLst/>
              <a:cxnLst/>
              <a:rect l="l" t="t" r="r" b="b"/>
              <a:pathLst>
                <a:path w="190" h="142" extrusionOk="0">
                  <a:moveTo>
                    <a:pt x="32" y="0"/>
                  </a:moveTo>
                  <a:lnTo>
                    <a:pt x="32" y="0"/>
                  </a:lnTo>
                  <a:lnTo>
                    <a:pt x="32" y="0"/>
                  </a:lnTo>
                  <a:lnTo>
                    <a:pt x="16" y="63"/>
                  </a:lnTo>
                  <a:lnTo>
                    <a:pt x="1" y="63"/>
                  </a:lnTo>
                  <a:lnTo>
                    <a:pt x="1" y="110"/>
                  </a:lnTo>
                  <a:cubicBezTo>
                    <a:pt x="16" y="126"/>
                    <a:pt x="16" y="141"/>
                    <a:pt x="48" y="141"/>
                  </a:cubicBezTo>
                  <a:lnTo>
                    <a:pt x="48" y="141"/>
                  </a:lnTo>
                  <a:lnTo>
                    <a:pt x="95" y="141"/>
                  </a:lnTo>
                  <a:lnTo>
                    <a:pt x="95" y="126"/>
                  </a:lnTo>
                  <a:lnTo>
                    <a:pt x="127" y="126"/>
                  </a:lnTo>
                  <a:lnTo>
                    <a:pt x="127" y="126"/>
                  </a:lnTo>
                  <a:lnTo>
                    <a:pt x="142" y="126"/>
                  </a:lnTo>
                  <a:lnTo>
                    <a:pt x="142" y="126"/>
                  </a:lnTo>
                  <a:lnTo>
                    <a:pt x="158" y="126"/>
                  </a:lnTo>
                  <a:cubicBezTo>
                    <a:pt x="174" y="126"/>
                    <a:pt x="190" y="110"/>
                    <a:pt x="190" y="95"/>
                  </a:cubicBezTo>
                  <a:cubicBezTo>
                    <a:pt x="174" y="78"/>
                    <a:pt x="174" y="63"/>
                    <a:pt x="142" y="63"/>
                  </a:cubicBezTo>
                  <a:lnTo>
                    <a:pt x="142" y="63"/>
                  </a:lnTo>
                  <a:lnTo>
                    <a:pt x="79" y="63"/>
                  </a:lnTo>
                  <a:lnTo>
                    <a:pt x="64" y="32"/>
                  </a:lnTo>
                  <a:cubicBezTo>
                    <a:pt x="64"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50" name="Google Shape;4050;p46"/>
            <p:cNvSpPr/>
            <p:nvPr/>
          </p:nvSpPr>
          <p:spPr>
            <a:xfrm>
              <a:off x="3015141" y="1798272"/>
              <a:ext cx="2035" cy="4039"/>
            </a:xfrm>
            <a:custGeom>
              <a:avLst/>
              <a:gdLst/>
              <a:ahLst/>
              <a:cxnLst/>
              <a:rect l="l" t="t" r="r" b="b"/>
              <a:pathLst>
                <a:path w="64" h="127" extrusionOk="0">
                  <a:moveTo>
                    <a:pt x="17" y="64"/>
                  </a:moveTo>
                  <a:lnTo>
                    <a:pt x="17" y="79"/>
                  </a:lnTo>
                  <a:lnTo>
                    <a:pt x="17" y="95"/>
                  </a:lnTo>
                  <a:cubicBezTo>
                    <a:pt x="17" y="111"/>
                    <a:pt x="32" y="111"/>
                    <a:pt x="32" y="127"/>
                  </a:cubicBezTo>
                  <a:lnTo>
                    <a:pt x="64" y="111"/>
                  </a:lnTo>
                  <a:lnTo>
                    <a:pt x="64" y="79"/>
                  </a:lnTo>
                  <a:lnTo>
                    <a:pt x="64" y="79"/>
                  </a:lnTo>
                  <a:lnTo>
                    <a:pt x="64" y="79"/>
                  </a:lnTo>
                  <a:lnTo>
                    <a:pt x="48" y="79"/>
                  </a:lnTo>
                  <a:lnTo>
                    <a:pt x="32" y="79"/>
                  </a:lnTo>
                  <a:cubicBezTo>
                    <a:pt x="32" y="79"/>
                    <a:pt x="32" y="64"/>
                    <a:pt x="17" y="64"/>
                  </a:cubicBezTo>
                  <a:close/>
                  <a:moveTo>
                    <a:pt x="32" y="1"/>
                  </a:moveTo>
                  <a:lnTo>
                    <a:pt x="32" y="1"/>
                  </a:lnTo>
                  <a:cubicBezTo>
                    <a:pt x="17" y="1"/>
                    <a:pt x="1" y="16"/>
                    <a:pt x="1" y="32"/>
                  </a:cubicBezTo>
                  <a:lnTo>
                    <a:pt x="1" y="32"/>
                  </a:lnTo>
                  <a:lnTo>
                    <a:pt x="1" y="32"/>
                  </a:lnTo>
                  <a:lnTo>
                    <a:pt x="1" y="32"/>
                  </a:lnTo>
                  <a:cubicBezTo>
                    <a:pt x="1" y="16"/>
                    <a:pt x="17" y="16"/>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51" name="Google Shape;4051;p46"/>
            <p:cNvSpPr/>
            <p:nvPr/>
          </p:nvSpPr>
          <p:spPr>
            <a:xfrm>
              <a:off x="3415009" y="1779731"/>
              <a:ext cx="7060" cy="6042"/>
            </a:xfrm>
            <a:custGeom>
              <a:avLst/>
              <a:gdLst/>
              <a:ahLst/>
              <a:cxnLst/>
              <a:rect l="l" t="t" r="r" b="b"/>
              <a:pathLst>
                <a:path w="222" h="190" extrusionOk="0">
                  <a:moveTo>
                    <a:pt x="143" y="0"/>
                  </a:moveTo>
                  <a:lnTo>
                    <a:pt x="143" y="0"/>
                  </a:lnTo>
                  <a:lnTo>
                    <a:pt x="143" y="17"/>
                  </a:lnTo>
                  <a:cubicBezTo>
                    <a:pt x="158" y="32"/>
                    <a:pt x="143" y="48"/>
                    <a:pt x="127" y="63"/>
                  </a:cubicBezTo>
                  <a:lnTo>
                    <a:pt x="143" y="111"/>
                  </a:lnTo>
                  <a:cubicBezTo>
                    <a:pt x="127" y="126"/>
                    <a:pt x="95" y="126"/>
                    <a:pt x="80" y="126"/>
                  </a:cubicBezTo>
                  <a:lnTo>
                    <a:pt x="32" y="126"/>
                  </a:lnTo>
                  <a:lnTo>
                    <a:pt x="1" y="189"/>
                  </a:lnTo>
                  <a:lnTo>
                    <a:pt x="1" y="189"/>
                  </a:lnTo>
                  <a:lnTo>
                    <a:pt x="1" y="174"/>
                  </a:lnTo>
                  <a:lnTo>
                    <a:pt x="32" y="158"/>
                  </a:lnTo>
                  <a:lnTo>
                    <a:pt x="48" y="158"/>
                  </a:lnTo>
                  <a:lnTo>
                    <a:pt x="48" y="158"/>
                  </a:lnTo>
                  <a:cubicBezTo>
                    <a:pt x="64" y="158"/>
                    <a:pt x="80" y="158"/>
                    <a:pt x="80" y="174"/>
                  </a:cubicBezTo>
                  <a:cubicBezTo>
                    <a:pt x="95" y="174"/>
                    <a:pt x="95" y="189"/>
                    <a:pt x="95" y="189"/>
                  </a:cubicBezTo>
                  <a:lnTo>
                    <a:pt x="95" y="189"/>
                  </a:lnTo>
                  <a:lnTo>
                    <a:pt x="127" y="189"/>
                  </a:lnTo>
                  <a:cubicBezTo>
                    <a:pt x="143" y="189"/>
                    <a:pt x="158" y="189"/>
                    <a:pt x="158" y="174"/>
                  </a:cubicBezTo>
                  <a:cubicBezTo>
                    <a:pt x="175" y="174"/>
                    <a:pt x="190" y="174"/>
                    <a:pt x="206" y="158"/>
                  </a:cubicBezTo>
                  <a:cubicBezTo>
                    <a:pt x="206" y="158"/>
                    <a:pt x="221" y="143"/>
                    <a:pt x="221" y="126"/>
                  </a:cubicBezTo>
                  <a:lnTo>
                    <a:pt x="221" y="126"/>
                  </a:lnTo>
                  <a:lnTo>
                    <a:pt x="190" y="32"/>
                  </a:lnTo>
                  <a:lnTo>
                    <a:pt x="190" y="17"/>
                  </a:lnTo>
                  <a:lnTo>
                    <a:pt x="175" y="17"/>
                  </a:lnTo>
                  <a:cubicBezTo>
                    <a:pt x="158" y="17"/>
                    <a:pt x="158" y="0"/>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52" name="Google Shape;4052;p46"/>
            <p:cNvSpPr/>
            <p:nvPr/>
          </p:nvSpPr>
          <p:spPr>
            <a:xfrm>
              <a:off x="3443600" y="1793279"/>
              <a:ext cx="5025" cy="5025"/>
            </a:xfrm>
            <a:custGeom>
              <a:avLst/>
              <a:gdLst/>
              <a:ahLst/>
              <a:cxnLst/>
              <a:rect l="l" t="t" r="r" b="b"/>
              <a:pathLst>
                <a:path w="158" h="158" extrusionOk="0">
                  <a:moveTo>
                    <a:pt x="78" y="0"/>
                  </a:moveTo>
                  <a:cubicBezTo>
                    <a:pt x="63" y="0"/>
                    <a:pt x="47" y="15"/>
                    <a:pt x="32" y="15"/>
                  </a:cubicBezTo>
                  <a:lnTo>
                    <a:pt x="15" y="15"/>
                  </a:lnTo>
                  <a:cubicBezTo>
                    <a:pt x="15" y="15"/>
                    <a:pt x="0" y="15"/>
                    <a:pt x="0" y="0"/>
                  </a:cubicBezTo>
                  <a:cubicBezTo>
                    <a:pt x="0" y="15"/>
                    <a:pt x="0" y="32"/>
                    <a:pt x="15" y="47"/>
                  </a:cubicBezTo>
                  <a:lnTo>
                    <a:pt x="15" y="47"/>
                  </a:lnTo>
                  <a:lnTo>
                    <a:pt x="32" y="47"/>
                  </a:lnTo>
                  <a:lnTo>
                    <a:pt x="47" y="63"/>
                  </a:lnTo>
                  <a:cubicBezTo>
                    <a:pt x="78" y="78"/>
                    <a:pt x="95" y="95"/>
                    <a:pt x="95" y="110"/>
                  </a:cubicBezTo>
                  <a:lnTo>
                    <a:pt x="95" y="110"/>
                  </a:lnTo>
                  <a:lnTo>
                    <a:pt x="95" y="110"/>
                  </a:lnTo>
                  <a:cubicBezTo>
                    <a:pt x="110" y="126"/>
                    <a:pt x="110" y="126"/>
                    <a:pt x="110" y="141"/>
                  </a:cubicBezTo>
                  <a:lnTo>
                    <a:pt x="126" y="141"/>
                  </a:lnTo>
                  <a:cubicBezTo>
                    <a:pt x="126" y="141"/>
                    <a:pt x="141" y="141"/>
                    <a:pt x="141" y="158"/>
                  </a:cubicBezTo>
                  <a:lnTo>
                    <a:pt x="141" y="141"/>
                  </a:lnTo>
                  <a:cubicBezTo>
                    <a:pt x="158" y="110"/>
                    <a:pt x="158" y="95"/>
                    <a:pt x="158" y="63"/>
                  </a:cubicBezTo>
                  <a:lnTo>
                    <a:pt x="158" y="78"/>
                  </a:lnTo>
                  <a:lnTo>
                    <a:pt x="126" y="78"/>
                  </a:lnTo>
                  <a:lnTo>
                    <a:pt x="95" y="78"/>
                  </a:lnTo>
                  <a:cubicBezTo>
                    <a:pt x="95" y="63"/>
                    <a:pt x="78" y="47"/>
                    <a:pt x="95" y="32"/>
                  </a:cubicBezTo>
                  <a:lnTo>
                    <a:pt x="110" y="15"/>
                  </a:lnTo>
                  <a:cubicBezTo>
                    <a:pt x="95" y="15"/>
                    <a:pt x="78" y="0"/>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53" name="Google Shape;4053;p46"/>
            <p:cNvSpPr/>
            <p:nvPr/>
          </p:nvSpPr>
          <p:spPr>
            <a:xfrm>
              <a:off x="3394972" y="1813792"/>
              <a:ext cx="3021" cy="2576"/>
            </a:xfrm>
            <a:custGeom>
              <a:avLst/>
              <a:gdLst/>
              <a:ahLst/>
              <a:cxnLst/>
              <a:rect l="l" t="t" r="r" b="b"/>
              <a:pathLst>
                <a:path w="95" h="81" extrusionOk="0">
                  <a:moveTo>
                    <a:pt x="80" y="1"/>
                  </a:moveTo>
                  <a:cubicBezTo>
                    <a:pt x="80" y="17"/>
                    <a:pt x="63" y="32"/>
                    <a:pt x="48" y="32"/>
                  </a:cubicBezTo>
                  <a:lnTo>
                    <a:pt x="0" y="49"/>
                  </a:lnTo>
                  <a:lnTo>
                    <a:pt x="0" y="64"/>
                  </a:lnTo>
                  <a:cubicBezTo>
                    <a:pt x="0" y="64"/>
                    <a:pt x="0" y="80"/>
                    <a:pt x="17" y="80"/>
                  </a:cubicBezTo>
                  <a:lnTo>
                    <a:pt x="63" y="64"/>
                  </a:lnTo>
                  <a:cubicBezTo>
                    <a:pt x="80" y="64"/>
                    <a:pt x="95" y="49"/>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54" name="Google Shape;4054;p46"/>
            <p:cNvSpPr/>
            <p:nvPr/>
          </p:nvSpPr>
          <p:spPr>
            <a:xfrm>
              <a:off x="3421560" y="1807304"/>
              <a:ext cx="5025" cy="4039"/>
            </a:xfrm>
            <a:custGeom>
              <a:avLst/>
              <a:gdLst/>
              <a:ahLst/>
              <a:cxnLst/>
              <a:rect l="l" t="t" r="r" b="b"/>
              <a:pathLst>
                <a:path w="158" h="127" extrusionOk="0">
                  <a:moveTo>
                    <a:pt x="32" y="0"/>
                  </a:moveTo>
                  <a:cubicBezTo>
                    <a:pt x="15" y="0"/>
                    <a:pt x="0" y="16"/>
                    <a:pt x="0" y="32"/>
                  </a:cubicBezTo>
                  <a:lnTo>
                    <a:pt x="15" y="95"/>
                  </a:lnTo>
                  <a:cubicBezTo>
                    <a:pt x="15" y="95"/>
                    <a:pt x="15" y="110"/>
                    <a:pt x="32" y="110"/>
                  </a:cubicBezTo>
                  <a:cubicBezTo>
                    <a:pt x="32" y="127"/>
                    <a:pt x="47" y="127"/>
                    <a:pt x="47" y="127"/>
                  </a:cubicBezTo>
                  <a:lnTo>
                    <a:pt x="63" y="110"/>
                  </a:lnTo>
                  <a:lnTo>
                    <a:pt x="78" y="127"/>
                  </a:lnTo>
                  <a:lnTo>
                    <a:pt x="110" y="127"/>
                  </a:lnTo>
                  <a:cubicBezTo>
                    <a:pt x="141" y="127"/>
                    <a:pt x="158" y="127"/>
                    <a:pt x="158" y="110"/>
                  </a:cubicBezTo>
                  <a:lnTo>
                    <a:pt x="110" y="79"/>
                  </a:lnTo>
                  <a:cubicBezTo>
                    <a:pt x="110" y="79"/>
                    <a:pt x="95" y="95"/>
                    <a:pt x="78" y="95"/>
                  </a:cubicBezTo>
                  <a:lnTo>
                    <a:pt x="63" y="95"/>
                  </a:lnTo>
                  <a:cubicBezTo>
                    <a:pt x="47" y="79"/>
                    <a:pt x="47" y="63"/>
                    <a:pt x="47" y="47"/>
                  </a:cubicBezTo>
                  <a:lnTo>
                    <a:pt x="4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55" name="Google Shape;4055;p46"/>
            <p:cNvSpPr/>
            <p:nvPr/>
          </p:nvSpPr>
          <p:spPr>
            <a:xfrm>
              <a:off x="3352387" y="1814333"/>
              <a:ext cx="3053" cy="2512"/>
            </a:xfrm>
            <a:custGeom>
              <a:avLst/>
              <a:gdLst/>
              <a:ahLst/>
              <a:cxnLst/>
              <a:rect l="l" t="t" r="r" b="b"/>
              <a:pathLst>
                <a:path w="96" h="79" extrusionOk="0">
                  <a:moveTo>
                    <a:pt x="32" y="0"/>
                  </a:moveTo>
                  <a:lnTo>
                    <a:pt x="16" y="32"/>
                  </a:lnTo>
                  <a:lnTo>
                    <a:pt x="1" y="63"/>
                  </a:lnTo>
                  <a:lnTo>
                    <a:pt x="64" y="63"/>
                  </a:lnTo>
                  <a:lnTo>
                    <a:pt x="64" y="63"/>
                  </a:lnTo>
                  <a:lnTo>
                    <a:pt x="64" y="78"/>
                  </a:lnTo>
                  <a:lnTo>
                    <a:pt x="95" y="32"/>
                  </a:lnTo>
                  <a:lnTo>
                    <a:pt x="95"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56" name="Google Shape;4056;p46"/>
            <p:cNvSpPr/>
            <p:nvPr/>
          </p:nvSpPr>
          <p:spPr>
            <a:xfrm>
              <a:off x="3025700" y="1797763"/>
              <a:ext cx="3498" cy="4039"/>
            </a:xfrm>
            <a:custGeom>
              <a:avLst/>
              <a:gdLst/>
              <a:ahLst/>
              <a:cxnLst/>
              <a:rect l="l" t="t" r="r" b="b"/>
              <a:pathLst>
                <a:path w="110" h="127" extrusionOk="0">
                  <a:moveTo>
                    <a:pt x="32" y="0"/>
                  </a:moveTo>
                  <a:cubicBezTo>
                    <a:pt x="15" y="0"/>
                    <a:pt x="15" y="17"/>
                    <a:pt x="15" y="17"/>
                  </a:cubicBezTo>
                  <a:cubicBezTo>
                    <a:pt x="0" y="32"/>
                    <a:pt x="0" y="48"/>
                    <a:pt x="15" y="64"/>
                  </a:cubicBezTo>
                  <a:lnTo>
                    <a:pt x="32" y="80"/>
                  </a:lnTo>
                  <a:lnTo>
                    <a:pt x="32" y="111"/>
                  </a:lnTo>
                  <a:lnTo>
                    <a:pt x="32" y="127"/>
                  </a:lnTo>
                  <a:lnTo>
                    <a:pt x="32" y="127"/>
                  </a:lnTo>
                  <a:cubicBezTo>
                    <a:pt x="32" y="111"/>
                    <a:pt x="47" y="95"/>
                    <a:pt x="63" y="95"/>
                  </a:cubicBezTo>
                  <a:lnTo>
                    <a:pt x="63" y="95"/>
                  </a:lnTo>
                  <a:lnTo>
                    <a:pt x="63" y="95"/>
                  </a:lnTo>
                  <a:lnTo>
                    <a:pt x="95" y="95"/>
                  </a:lnTo>
                  <a:lnTo>
                    <a:pt x="110" y="95"/>
                  </a:lnTo>
                  <a:lnTo>
                    <a:pt x="110" y="64"/>
                  </a:lnTo>
                  <a:lnTo>
                    <a:pt x="110" y="64"/>
                  </a:lnTo>
                  <a:lnTo>
                    <a:pt x="95" y="64"/>
                  </a:lnTo>
                  <a:cubicBezTo>
                    <a:pt x="95" y="64"/>
                    <a:pt x="78" y="64"/>
                    <a:pt x="78" y="48"/>
                  </a:cubicBezTo>
                  <a:cubicBezTo>
                    <a:pt x="63" y="32"/>
                    <a:pt x="63" y="32"/>
                    <a:pt x="63" y="17"/>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57" name="Google Shape;4057;p46"/>
            <p:cNvSpPr/>
            <p:nvPr/>
          </p:nvSpPr>
          <p:spPr>
            <a:xfrm>
              <a:off x="3025700" y="1822348"/>
              <a:ext cx="1495" cy="1495"/>
            </a:xfrm>
            <a:custGeom>
              <a:avLst/>
              <a:gdLst/>
              <a:ahLst/>
              <a:cxnLst/>
              <a:rect l="l" t="t" r="r" b="b"/>
              <a:pathLst>
                <a:path w="47" h="47" extrusionOk="0">
                  <a:moveTo>
                    <a:pt x="15" y="0"/>
                  </a:moveTo>
                  <a:lnTo>
                    <a:pt x="15" y="15"/>
                  </a:lnTo>
                  <a:cubicBezTo>
                    <a:pt x="0" y="15"/>
                    <a:pt x="15" y="15"/>
                    <a:pt x="15" y="32"/>
                  </a:cubicBezTo>
                  <a:lnTo>
                    <a:pt x="15" y="32"/>
                  </a:lnTo>
                  <a:cubicBezTo>
                    <a:pt x="15" y="32"/>
                    <a:pt x="32" y="47"/>
                    <a:pt x="47" y="47"/>
                  </a:cubicBezTo>
                  <a:cubicBezTo>
                    <a:pt x="32" y="32"/>
                    <a:pt x="15" y="0"/>
                    <a:pt x="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58" name="Google Shape;4058;p46"/>
            <p:cNvSpPr/>
            <p:nvPr/>
          </p:nvSpPr>
          <p:spPr>
            <a:xfrm>
              <a:off x="3026177" y="1818817"/>
              <a:ext cx="4039" cy="6551"/>
            </a:xfrm>
            <a:custGeom>
              <a:avLst/>
              <a:gdLst/>
              <a:ahLst/>
              <a:cxnLst/>
              <a:rect l="l" t="t" r="r" b="b"/>
              <a:pathLst>
                <a:path w="127" h="206" extrusionOk="0">
                  <a:moveTo>
                    <a:pt x="95" y="0"/>
                  </a:moveTo>
                  <a:lnTo>
                    <a:pt x="95" y="0"/>
                  </a:lnTo>
                  <a:lnTo>
                    <a:pt x="63" y="0"/>
                  </a:lnTo>
                  <a:cubicBezTo>
                    <a:pt x="32" y="48"/>
                    <a:pt x="0" y="80"/>
                    <a:pt x="0" y="111"/>
                  </a:cubicBezTo>
                  <a:cubicBezTo>
                    <a:pt x="0" y="111"/>
                    <a:pt x="17" y="143"/>
                    <a:pt x="32" y="158"/>
                  </a:cubicBezTo>
                  <a:cubicBezTo>
                    <a:pt x="48" y="174"/>
                    <a:pt x="63" y="174"/>
                    <a:pt x="80" y="189"/>
                  </a:cubicBezTo>
                  <a:cubicBezTo>
                    <a:pt x="95" y="189"/>
                    <a:pt x="95" y="206"/>
                    <a:pt x="111" y="206"/>
                  </a:cubicBezTo>
                  <a:lnTo>
                    <a:pt x="111" y="174"/>
                  </a:lnTo>
                  <a:lnTo>
                    <a:pt x="95" y="174"/>
                  </a:lnTo>
                  <a:lnTo>
                    <a:pt x="80" y="174"/>
                  </a:lnTo>
                  <a:lnTo>
                    <a:pt x="63" y="174"/>
                  </a:lnTo>
                  <a:cubicBezTo>
                    <a:pt x="48" y="174"/>
                    <a:pt x="32" y="158"/>
                    <a:pt x="32" y="143"/>
                  </a:cubicBezTo>
                  <a:cubicBezTo>
                    <a:pt x="48" y="111"/>
                    <a:pt x="48" y="95"/>
                    <a:pt x="63" y="95"/>
                  </a:cubicBezTo>
                  <a:cubicBezTo>
                    <a:pt x="80" y="95"/>
                    <a:pt x="80" y="95"/>
                    <a:pt x="80" y="80"/>
                  </a:cubicBezTo>
                  <a:cubicBezTo>
                    <a:pt x="95" y="80"/>
                    <a:pt x="111" y="63"/>
                    <a:pt x="111" y="63"/>
                  </a:cubicBezTo>
                  <a:cubicBezTo>
                    <a:pt x="126" y="48"/>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59" name="Google Shape;4059;p46"/>
            <p:cNvSpPr/>
            <p:nvPr/>
          </p:nvSpPr>
          <p:spPr>
            <a:xfrm>
              <a:off x="3408012" y="1795283"/>
              <a:ext cx="4548" cy="5534"/>
            </a:xfrm>
            <a:custGeom>
              <a:avLst/>
              <a:gdLst/>
              <a:ahLst/>
              <a:cxnLst/>
              <a:rect l="l" t="t" r="r" b="b"/>
              <a:pathLst>
                <a:path w="143" h="174" extrusionOk="0">
                  <a:moveTo>
                    <a:pt x="79" y="0"/>
                  </a:moveTo>
                  <a:lnTo>
                    <a:pt x="79" y="15"/>
                  </a:lnTo>
                  <a:cubicBezTo>
                    <a:pt x="79" y="15"/>
                    <a:pt x="63" y="32"/>
                    <a:pt x="48" y="32"/>
                  </a:cubicBezTo>
                  <a:lnTo>
                    <a:pt x="32" y="32"/>
                  </a:lnTo>
                  <a:lnTo>
                    <a:pt x="32" y="32"/>
                  </a:lnTo>
                  <a:lnTo>
                    <a:pt x="32" y="32"/>
                  </a:lnTo>
                  <a:lnTo>
                    <a:pt x="16" y="32"/>
                  </a:lnTo>
                  <a:lnTo>
                    <a:pt x="0" y="32"/>
                  </a:lnTo>
                  <a:cubicBezTo>
                    <a:pt x="0" y="47"/>
                    <a:pt x="0" y="63"/>
                    <a:pt x="16" y="63"/>
                  </a:cubicBezTo>
                  <a:cubicBezTo>
                    <a:pt x="16" y="78"/>
                    <a:pt x="32" y="95"/>
                    <a:pt x="32" y="110"/>
                  </a:cubicBezTo>
                  <a:cubicBezTo>
                    <a:pt x="48" y="142"/>
                    <a:pt x="79" y="173"/>
                    <a:pt x="126" y="173"/>
                  </a:cubicBezTo>
                  <a:lnTo>
                    <a:pt x="142" y="173"/>
                  </a:lnTo>
                  <a:lnTo>
                    <a:pt x="142" y="158"/>
                  </a:lnTo>
                  <a:lnTo>
                    <a:pt x="142" y="110"/>
                  </a:lnTo>
                  <a:lnTo>
                    <a:pt x="142" y="110"/>
                  </a:lnTo>
                  <a:cubicBezTo>
                    <a:pt x="126" y="110"/>
                    <a:pt x="111" y="95"/>
                    <a:pt x="95" y="78"/>
                  </a:cubicBezTo>
                  <a:lnTo>
                    <a:pt x="95" y="63"/>
                  </a:lnTo>
                  <a:lnTo>
                    <a:pt x="95" y="63"/>
                  </a:lnTo>
                  <a:cubicBezTo>
                    <a:pt x="95" y="63"/>
                    <a:pt x="111" y="63"/>
                    <a:pt x="111" y="47"/>
                  </a:cubicBezTo>
                  <a:lnTo>
                    <a:pt x="95" y="47"/>
                  </a:lnTo>
                  <a:cubicBezTo>
                    <a:pt x="95" y="32"/>
                    <a:pt x="95" y="15"/>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60" name="Google Shape;4060;p46"/>
            <p:cNvSpPr/>
            <p:nvPr/>
          </p:nvSpPr>
          <p:spPr>
            <a:xfrm>
              <a:off x="3373918" y="1777250"/>
              <a:ext cx="3053" cy="3498"/>
            </a:xfrm>
            <a:custGeom>
              <a:avLst/>
              <a:gdLst/>
              <a:ahLst/>
              <a:cxnLst/>
              <a:rect l="l" t="t" r="r" b="b"/>
              <a:pathLst>
                <a:path w="96" h="110" extrusionOk="0">
                  <a:moveTo>
                    <a:pt x="49" y="0"/>
                  </a:moveTo>
                  <a:cubicBezTo>
                    <a:pt x="49" y="15"/>
                    <a:pt x="32" y="15"/>
                    <a:pt x="17" y="15"/>
                  </a:cubicBezTo>
                  <a:lnTo>
                    <a:pt x="1" y="32"/>
                  </a:lnTo>
                  <a:lnTo>
                    <a:pt x="1" y="32"/>
                  </a:lnTo>
                  <a:lnTo>
                    <a:pt x="1" y="47"/>
                  </a:lnTo>
                  <a:lnTo>
                    <a:pt x="17" y="95"/>
                  </a:lnTo>
                  <a:cubicBezTo>
                    <a:pt x="32" y="110"/>
                    <a:pt x="32" y="110"/>
                    <a:pt x="49" y="110"/>
                  </a:cubicBezTo>
                  <a:lnTo>
                    <a:pt x="64" y="110"/>
                  </a:lnTo>
                  <a:cubicBezTo>
                    <a:pt x="80" y="110"/>
                    <a:pt x="95" y="78"/>
                    <a:pt x="80" y="63"/>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61" name="Google Shape;4061;p46"/>
            <p:cNvSpPr/>
            <p:nvPr/>
          </p:nvSpPr>
          <p:spPr>
            <a:xfrm>
              <a:off x="3203069" y="1804283"/>
              <a:ext cx="4516" cy="4039"/>
            </a:xfrm>
            <a:custGeom>
              <a:avLst/>
              <a:gdLst/>
              <a:ahLst/>
              <a:cxnLst/>
              <a:rect l="l" t="t" r="r" b="b"/>
              <a:pathLst>
                <a:path w="142" h="127" extrusionOk="0">
                  <a:moveTo>
                    <a:pt x="79" y="111"/>
                  </a:moveTo>
                  <a:lnTo>
                    <a:pt x="79" y="111"/>
                  </a:lnTo>
                  <a:lnTo>
                    <a:pt x="79" y="111"/>
                  </a:lnTo>
                  <a:close/>
                  <a:moveTo>
                    <a:pt x="64" y="48"/>
                  </a:moveTo>
                  <a:lnTo>
                    <a:pt x="64" y="48"/>
                  </a:lnTo>
                  <a:lnTo>
                    <a:pt x="64" y="48"/>
                  </a:lnTo>
                  <a:close/>
                  <a:moveTo>
                    <a:pt x="47" y="1"/>
                  </a:moveTo>
                  <a:cubicBezTo>
                    <a:pt x="32" y="16"/>
                    <a:pt x="32" y="16"/>
                    <a:pt x="16" y="16"/>
                  </a:cubicBezTo>
                  <a:lnTo>
                    <a:pt x="16" y="16"/>
                  </a:lnTo>
                  <a:cubicBezTo>
                    <a:pt x="16" y="16"/>
                    <a:pt x="1" y="16"/>
                    <a:pt x="1" y="32"/>
                  </a:cubicBezTo>
                  <a:cubicBezTo>
                    <a:pt x="1" y="48"/>
                    <a:pt x="1" y="79"/>
                    <a:pt x="16" y="95"/>
                  </a:cubicBezTo>
                  <a:cubicBezTo>
                    <a:pt x="32" y="111"/>
                    <a:pt x="47" y="111"/>
                    <a:pt x="79" y="111"/>
                  </a:cubicBezTo>
                  <a:lnTo>
                    <a:pt x="79" y="111"/>
                  </a:lnTo>
                  <a:cubicBezTo>
                    <a:pt x="95" y="127"/>
                    <a:pt x="95" y="127"/>
                    <a:pt x="110" y="127"/>
                  </a:cubicBezTo>
                  <a:cubicBezTo>
                    <a:pt x="110" y="127"/>
                    <a:pt x="127" y="127"/>
                    <a:pt x="127" y="111"/>
                  </a:cubicBezTo>
                  <a:cubicBezTo>
                    <a:pt x="142" y="111"/>
                    <a:pt x="142" y="79"/>
                    <a:pt x="127" y="64"/>
                  </a:cubicBezTo>
                  <a:cubicBezTo>
                    <a:pt x="110" y="48"/>
                    <a:pt x="95" y="48"/>
                    <a:pt x="79" y="48"/>
                  </a:cubicBezTo>
                  <a:lnTo>
                    <a:pt x="79" y="48"/>
                  </a:lnTo>
                  <a:lnTo>
                    <a:pt x="79" y="48"/>
                  </a:lnTo>
                  <a:cubicBezTo>
                    <a:pt x="79" y="32"/>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62" name="Google Shape;4062;p46"/>
            <p:cNvSpPr/>
            <p:nvPr/>
          </p:nvSpPr>
          <p:spPr>
            <a:xfrm>
              <a:off x="3205073" y="1805778"/>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63" name="Google Shape;4063;p46"/>
            <p:cNvSpPr/>
            <p:nvPr/>
          </p:nvSpPr>
          <p:spPr>
            <a:xfrm>
              <a:off x="3205550" y="180778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64" name="Google Shape;4064;p46"/>
            <p:cNvSpPr/>
            <p:nvPr/>
          </p:nvSpPr>
          <p:spPr>
            <a:xfrm>
              <a:off x="3176481" y="1803774"/>
              <a:ext cx="3562" cy="3053"/>
            </a:xfrm>
            <a:custGeom>
              <a:avLst/>
              <a:gdLst/>
              <a:ahLst/>
              <a:cxnLst/>
              <a:rect l="l" t="t" r="r" b="b"/>
              <a:pathLst>
                <a:path w="112" h="96" extrusionOk="0">
                  <a:moveTo>
                    <a:pt x="49" y="1"/>
                  </a:moveTo>
                  <a:lnTo>
                    <a:pt x="49" y="1"/>
                  </a:lnTo>
                  <a:cubicBezTo>
                    <a:pt x="32" y="17"/>
                    <a:pt x="17" y="17"/>
                    <a:pt x="17" y="17"/>
                  </a:cubicBezTo>
                  <a:lnTo>
                    <a:pt x="1" y="17"/>
                  </a:lnTo>
                  <a:lnTo>
                    <a:pt x="1" y="32"/>
                  </a:lnTo>
                  <a:cubicBezTo>
                    <a:pt x="17" y="48"/>
                    <a:pt x="17" y="48"/>
                    <a:pt x="17" y="64"/>
                  </a:cubicBezTo>
                  <a:lnTo>
                    <a:pt x="17" y="95"/>
                  </a:lnTo>
                  <a:lnTo>
                    <a:pt x="32" y="95"/>
                  </a:lnTo>
                  <a:lnTo>
                    <a:pt x="80" y="95"/>
                  </a:lnTo>
                  <a:lnTo>
                    <a:pt x="80" y="95"/>
                  </a:lnTo>
                  <a:lnTo>
                    <a:pt x="112" y="95"/>
                  </a:lnTo>
                  <a:lnTo>
                    <a:pt x="112" y="95"/>
                  </a:lnTo>
                  <a:cubicBezTo>
                    <a:pt x="95" y="95"/>
                    <a:pt x="80" y="80"/>
                    <a:pt x="80"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65" name="Google Shape;4065;p46"/>
            <p:cNvSpPr/>
            <p:nvPr/>
          </p:nvSpPr>
          <p:spPr>
            <a:xfrm>
              <a:off x="3395958" y="1762684"/>
              <a:ext cx="6583" cy="5565"/>
            </a:xfrm>
            <a:custGeom>
              <a:avLst/>
              <a:gdLst/>
              <a:ahLst/>
              <a:cxnLst/>
              <a:rect l="l" t="t" r="r" b="b"/>
              <a:pathLst>
                <a:path w="207" h="175" extrusionOk="0">
                  <a:moveTo>
                    <a:pt x="112" y="1"/>
                  </a:moveTo>
                  <a:lnTo>
                    <a:pt x="64" y="17"/>
                  </a:lnTo>
                  <a:lnTo>
                    <a:pt x="49" y="17"/>
                  </a:lnTo>
                  <a:lnTo>
                    <a:pt x="32" y="17"/>
                  </a:lnTo>
                  <a:lnTo>
                    <a:pt x="17" y="64"/>
                  </a:lnTo>
                  <a:cubicBezTo>
                    <a:pt x="1" y="80"/>
                    <a:pt x="1" y="95"/>
                    <a:pt x="17" y="112"/>
                  </a:cubicBezTo>
                  <a:lnTo>
                    <a:pt x="32" y="112"/>
                  </a:lnTo>
                  <a:cubicBezTo>
                    <a:pt x="49" y="112"/>
                    <a:pt x="64" y="112"/>
                    <a:pt x="64" y="95"/>
                  </a:cubicBezTo>
                  <a:lnTo>
                    <a:pt x="80" y="80"/>
                  </a:lnTo>
                  <a:lnTo>
                    <a:pt x="127" y="112"/>
                  </a:lnTo>
                  <a:lnTo>
                    <a:pt x="112" y="127"/>
                  </a:lnTo>
                  <a:cubicBezTo>
                    <a:pt x="112" y="127"/>
                    <a:pt x="95" y="158"/>
                    <a:pt x="112" y="175"/>
                  </a:cubicBezTo>
                  <a:lnTo>
                    <a:pt x="112" y="175"/>
                  </a:lnTo>
                  <a:lnTo>
                    <a:pt x="143" y="175"/>
                  </a:lnTo>
                  <a:lnTo>
                    <a:pt x="158" y="175"/>
                  </a:lnTo>
                  <a:lnTo>
                    <a:pt x="175" y="158"/>
                  </a:lnTo>
                  <a:lnTo>
                    <a:pt x="175" y="143"/>
                  </a:lnTo>
                  <a:cubicBezTo>
                    <a:pt x="158" y="127"/>
                    <a:pt x="175" y="112"/>
                    <a:pt x="190" y="95"/>
                  </a:cubicBezTo>
                  <a:lnTo>
                    <a:pt x="206" y="95"/>
                  </a:lnTo>
                  <a:lnTo>
                    <a:pt x="206" y="95"/>
                  </a:lnTo>
                  <a:lnTo>
                    <a:pt x="206" y="95"/>
                  </a:lnTo>
                  <a:lnTo>
                    <a:pt x="206" y="8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66" name="Google Shape;4066;p46"/>
            <p:cNvSpPr/>
            <p:nvPr/>
          </p:nvSpPr>
          <p:spPr>
            <a:xfrm>
              <a:off x="3317785" y="1768695"/>
              <a:ext cx="8078" cy="5057"/>
            </a:xfrm>
            <a:custGeom>
              <a:avLst/>
              <a:gdLst/>
              <a:ahLst/>
              <a:cxnLst/>
              <a:rect l="l" t="t" r="r" b="b"/>
              <a:pathLst>
                <a:path w="254" h="159" extrusionOk="0">
                  <a:moveTo>
                    <a:pt x="112" y="1"/>
                  </a:moveTo>
                  <a:lnTo>
                    <a:pt x="112" y="1"/>
                  </a:lnTo>
                  <a:lnTo>
                    <a:pt x="112" y="1"/>
                  </a:lnTo>
                  <a:cubicBezTo>
                    <a:pt x="96" y="1"/>
                    <a:pt x="80" y="17"/>
                    <a:pt x="80" y="17"/>
                  </a:cubicBezTo>
                  <a:lnTo>
                    <a:pt x="80" y="32"/>
                  </a:lnTo>
                  <a:lnTo>
                    <a:pt x="80" y="32"/>
                  </a:lnTo>
                  <a:lnTo>
                    <a:pt x="64" y="32"/>
                  </a:lnTo>
                  <a:lnTo>
                    <a:pt x="64" y="32"/>
                  </a:lnTo>
                  <a:cubicBezTo>
                    <a:pt x="49" y="32"/>
                    <a:pt x="17" y="32"/>
                    <a:pt x="1" y="64"/>
                  </a:cubicBezTo>
                  <a:lnTo>
                    <a:pt x="1" y="64"/>
                  </a:lnTo>
                  <a:lnTo>
                    <a:pt x="1" y="95"/>
                  </a:lnTo>
                  <a:lnTo>
                    <a:pt x="17" y="143"/>
                  </a:lnTo>
                  <a:cubicBezTo>
                    <a:pt x="17" y="158"/>
                    <a:pt x="33" y="158"/>
                    <a:pt x="33" y="158"/>
                  </a:cubicBezTo>
                  <a:lnTo>
                    <a:pt x="33" y="143"/>
                  </a:lnTo>
                  <a:cubicBezTo>
                    <a:pt x="33" y="127"/>
                    <a:pt x="49" y="112"/>
                    <a:pt x="64" y="112"/>
                  </a:cubicBezTo>
                  <a:lnTo>
                    <a:pt x="64" y="112"/>
                  </a:lnTo>
                  <a:lnTo>
                    <a:pt x="80" y="112"/>
                  </a:lnTo>
                  <a:lnTo>
                    <a:pt x="96" y="127"/>
                  </a:lnTo>
                  <a:lnTo>
                    <a:pt x="112" y="127"/>
                  </a:lnTo>
                  <a:lnTo>
                    <a:pt x="112" y="127"/>
                  </a:lnTo>
                  <a:lnTo>
                    <a:pt x="143" y="158"/>
                  </a:lnTo>
                  <a:lnTo>
                    <a:pt x="143" y="158"/>
                  </a:lnTo>
                  <a:lnTo>
                    <a:pt x="143" y="158"/>
                  </a:lnTo>
                  <a:cubicBezTo>
                    <a:pt x="143" y="127"/>
                    <a:pt x="143" y="112"/>
                    <a:pt x="159" y="112"/>
                  </a:cubicBezTo>
                  <a:lnTo>
                    <a:pt x="175" y="112"/>
                  </a:lnTo>
                  <a:lnTo>
                    <a:pt x="175" y="112"/>
                  </a:lnTo>
                  <a:cubicBezTo>
                    <a:pt x="190" y="112"/>
                    <a:pt x="206" y="127"/>
                    <a:pt x="206" y="143"/>
                  </a:cubicBezTo>
                  <a:lnTo>
                    <a:pt x="206" y="143"/>
                  </a:lnTo>
                  <a:lnTo>
                    <a:pt x="206" y="143"/>
                  </a:lnTo>
                  <a:lnTo>
                    <a:pt x="238" y="143"/>
                  </a:lnTo>
                  <a:cubicBezTo>
                    <a:pt x="253" y="143"/>
                    <a:pt x="253" y="127"/>
                    <a:pt x="253" y="112"/>
                  </a:cubicBezTo>
                  <a:lnTo>
                    <a:pt x="238" y="112"/>
                  </a:lnTo>
                  <a:lnTo>
                    <a:pt x="238" y="112"/>
                  </a:lnTo>
                  <a:cubicBezTo>
                    <a:pt x="206" y="112"/>
                    <a:pt x="206" y="95"/>
                    <a:pt x="206" y="80"/>
                  </a:cubicBezTo>
                  <a:lnTo>
                    <a:pt x="190" y="80"/>
                  </a:lnTo>
                  <a:cubicBezTo>
                    <a:pt x="175" y="95"/>
                    <a:pt x="159" y="95"/>
                    <a:pt x="143" y="95"/>
                  </a:cubicBezTo>
                  <a:lnTo>
                    <a:pt x="112" y="95"/>
                  </a:lnTo>
                  <a:lnTo>
                    <a:pt x="112" y="95"/>
                  </a:lnTo>
                  <a:cubicBezTo>
                    <a:pt x="127" y="95"/>
                    <a:pt x="127" y="95"/>
                    <a:pt x="127" y="80"/>
                  </a:cubicBezTo>
                  <a:cubicBezTo>
                    <a:pt x="143" y="80"/>
                    <a:pt x="159" y="49"/>
                    <a:pt x="143" y="32"/>
                  </a:cubicBez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67" name="Google Shape;4067;p46"/>
            <p:cNvSpPr/>
            <p:nvPr/>
          </p:nvSpPr>
          <p:spPr>
            <a:xfrm>
              <a:off x="3245654" y="1797763"/>
              <a:ext cx="2544" cy="4548"/>
            </a:xfrm>
            <a:custGeom>
              <a:avLst/>
              <a:gdLst/>
              <a:ahLst/>
              <a:cxnLst/>
              <a:rect l="l" t="t" r="r" b="b"/>
              <a:pathLst>
                <a:path w="80" h="143" extrusionOk="0">
                  <a:moveTo>
                    <a:pt x="32" y="0"/>
                  </a:moveTo>
                  <a:lnTo>
                    <a:pt x="32" y="0"/>
                  </a:lnTo>
                  <a:lnTo>
                    <a:pt x="17" y="0"/>
                  </a:lnTo>
                  <a:cubicBezTo>
                    <a:pt x="32" y="17"/>
                    <a:pt x="32" y="32"/>
                    <a:pt x="17" y="48"/>
                  </a:cubicBezTo>
                  <a:lnTo>
                    <a:pt x="0" y="64"/>
                  </a:lnTo>
                  <a:lnTo>
                    <a:pt x="0" y="80"/>
                  </a:lnTo>
                  <a:lnTo>
                    <a:pt x="0" y="111"/>
                  </a:lnTo>
                  <a:lnTo>
                    <a:pt x="17" y="111"/>
                  </a:lnTo>
                  <a:lnTo>
                    <a:pt x="32" y="111"/>
                  </a:lnTo>
                  <a:cubicBezTo>
                    <a:pt x="48" y="127"/>
                    <a:pt x="63" y="127"/>
                    <a:pt x="63" y="143"/>
                  </a:cubicBezTo>
                  <a:cubicBezTo>
                    <a:pt x="80" y="143"/>
                    <a:pt x="80" y="127"/>
                    <a:pt x="80" y="127"/>
                  </a:cubicBezTo>
                  <a:lnTo>
                    <a:pt x="63" y="32"/>
                  </a:lnTo>
                  <a:cubicBezTo>
                    <a:pt x="63" y="17"/>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68" name="Google Shape;4068;p46"/>
            <p:cNvSpPr/>
            <p:nvPr/>
          </p:nvSpPr>
          <p:spPr>
            <a:xfrm>
              <a:off x="3432055" y="1776232"/>
              <a:ext cx="8046" cy="5534"/>
            </a:xfrm>
            <a:custGeom>
              <a:avLst/>
              <a:gdLst/>
              <a:ahLst/>
              <a:cxnLst/>
              <a:rect l="l" t="t" r="r" b="b"/>
              <a:pathLst>
                <a:path w="253" h="174" extrusionOk="0">
                  <a:moveTo>
                    <a:pt x="174" y="1"/>
                  </a:moveTo>
                  <a:lnTo>
                    <a:pt x="158" y="1"/>
                  </a:lnTo>
                  <a:lnTo>
                    <a:pt x="158" y="16"/>
                  </a:lnTo>
                  <a:lnTo>
                    <a:pt x="143" y="16"/>
                  </a:lnTo>
                  <a:cubicBezTo>
                    <a:pt x="126" y="16"/>
                    <a:pt x="111" y="16"/>
                    <a:pt x="80" y="32"/>
                  </a:cubicBezTo>
                  <a:lnTo>
                    <a:pt x="63" y="32"/>
                  </a:lnTo>
                  <a:cubicBezTo>
                    <a:pt x="48" y="47"/>
                    <a:pt x="32" y="47"/>
                    <a:pt x="17" y="47"/>
                  </a:cubicBezTo>
                  <a:lnTo>
                    <a:pt x="0" y="64"/>
                  </a:lnTo>
                  <a:lnTo>
                    <a:pt x="0" y="95"/>
                  </a:lnTo>
                  <a:lnTo>
                    <a:pt x="32" y="158"/>
                  </a:lnTo>
                  <a:cubicBezTo>
                    <a:pt x="48" y="173"/>
                    <a:pt x="48" y="173"/>
                    <a:pt x="63" y="173"/>
                  </a:cubicBezTo>
                  <a:lnTo>
                    <a:pt x="80" y="173"/>
                  </a:lnTo>
                  <a:cubicBezTo>
                    <a:pt x="95" y="158"/>
                    <a:pt x="111" y="142"/>
                    <a:pt x="95" y="127"/>
                  </a:cubicBezTo>
                  <a:lnTo>
                    <a:pt x="80" y="95"/>
                  </a:lnTo>
                  <a:lnTo>
                    <a:pt x="80" y="95"/>
                  </a:lnTo>
                  <a:lnTo>
                    <a:pt x="111" y="95"/>
                  </a:lnTo>
                  <a:cubicBezTo>
                    <a:pt x="126" y="79"/>
                    <a:pt x="143" y="79"/>
                    <a:pt x="158" y="79"/>
                  </a:cubicBezTo>
                  <a:lnTo>
                    <a:pt x="174" y="79"/>
                  </a:lnTo>
                  <a:lnTo>
                    <a:pt x="174" y="79"/>
                  </a:lnTo>
                  <a:cubicBezTo>
                    <a:pt x="158" y="95"/>
                    <a:pt x="174" y="95"/>
                    <a:pt x="174" y="110"/>
                  </a:cubicBezTo>
                  <a:cubicBezTo>
                    <a:pt x="174" y="95"/>
                    <a:pt x="189" y="95"/>
                    <a:pt x="206" y="95"/>
                  </a:cubicBezTo>
                  <a:lnTo>
                    <a:pt x="206" y="95"/>
                  </a:lnTo>
                  <a:lnTo>
                    <a:pt x="206" y="95"/>
                  </a:lnTo>
                  <a:lnTo>
                    <a:pt x="237" y="95"/>
                  </a:lnTo>
                  <a:cubicBezTo>
                    <a:pt x="252" y="64"/>
                    <a:pt x="237" y="32"/>
                    <a:pt x="221" y="32"/>
                  </a:cubicBezTo>
                  <a:cubicBezTo>
                    <a:pt x="221" y="16"/>
                    <a:pt x="206" y="1"/>
                    <a:pt x="17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69" name="Google Shape;4069;p46"/>
            <p:cNvSpPr/>
            <p:nvPr/>
          </p:nvSpPr>
          <p:spPr>
            <a:xfrm>
              <a:off x="3400506" y="1811789"/>
              <a:ext cx="5502" cy="6583"/>
            </a:xfrm>
            <a:custGeom>
              <a:avLst/>
              <a:gdLst/>
              <a:ahLst/>
              <a:cxnLst/>
              <a:rect l="l" t="t" r="r" b="b"/>
              <a:pathLst>
                <a:path w="173" h="207" extrusionOk="0">
                  <a:moveTo>
                    <a:pt x="141" y="1"/>
                  </a:moveTo>
                  <a:lnTo>
                    <a:pt x="141" y="1"/>
                  </a:lnTo>
                  <a:lnTo>
                    <a:pt x="63" y="1"/>
                  </a:lnTo>
                  <a:cubicBezTo>
                    <a:pt x="78" y="17"/>
                    <a:pt x="95" y="32"/>
                    <a:pt x="78" y="32"/>
                  </a:cubicBezTo>
                  <a:cubicBezTo>
                    <a:pt x="78" y="49"/>
                    <a:pt x="63" y="64"/>
                    <a:pt x="47" y="64"/>
                  </a:cubicBezTo>
                  <a:lnTo>
                    <a:pt x="47" y="64"/>
                  </a:lnTo>
                  <a:lnTo>
                    <a:pt x="32" y="64"/>
                  </a:lnTo>
                  <a:lnTo>
                    <a:pt x="32" y="64"/>
                  </a:lnTo>
                  <a:lnTo>
                    <a:pt x="15" y="95"/>
                  </a:lnTo>
                  <a:lnTo>
                    <a:pt x="32" y="95"/>
                  </a:lnTo>
                  <a:lnTo>
                    <a:pt x="32" y="95"/>
                  </a:lnTo>
                  <a:cubicBezTo>
                    <a:pt x="63" y="95"/>
                    <a:pt x="78" y="112"/>
                    <a:pt x="78" y="143"/>
                  </a:cubicBezTo>
                  <a:cubicBezTo>
                    <a:pt x="78" y="158"/>
                    <a:pt x="63" y="175"/>
                    <a:pt x="47" y="175"/>
                  </a:cubicBezTo>
                  <a:lnTo>
                    <a:pt x="0" y="175"/>
                  </a:lnTo>
                  <a:lnTo>
                    <a:pt x="0" y="175"/>
                  </a:lnTo>
                  <a:lnTo>
                    <a:pt x="0" y="206"/>
                  </a:lnTo>
                  <a:cubicBezTo>
                    <a:pt x="15" y="206"/>
                    <a:pt x="32" y="206"/>
                    <a:pt x="63" y="190"/>
                  </a:cubicBezTo>
                  <a:lnTo>
                    <a:pt x="63" y="190"/>
                  </a:lnTo>
                  <a:lnTo>
                    <a:pt x="95" y="64"/>
                  </a:lnTo>
                  <a:lnTo>
                    <a:pt x="141" y="64"/>
                  </a:lnTo>
                  <a:lnTo>
                    <a:pt x="141" y="49"/>
                  </a:lnTo>
                  <a:lnTo>
                    <a:pt x="173" y="49"/>
                  </a:lnTo>
                  <a:lnTo>
                    <a:pt x="173" y="49"/>
                  </a:lnTo>
                  <a:lnTo>
                    <a:pt x="173" y="32"/>
                  </a:lnTo>
                  <a:cubicBezTo>
                    <a:pt x="173" y="17"/>
                    <a:pt x="158"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70" name="Google Shape;4070;p46"/>
            <p:cNvSpPr/>
            <p:nvPr/>
          </p:nvSpPr>
          <p:spPr>
            <a:xfrm>
              <a:off x="3413514" y="1769712"/>
              <a:ext cx="7537" cy="8555"/>
            </a:xfrm>
            <a:custGeom>
              <a:avLst/>
              <a:gdLst/>
              <a:ahLst/>
              <a:cxnLst/>
              <a:rect l="l" t="t" r="r" b="b"/>
              <a:pathLst>
                <a:path w="237" h="269" extrusionOk="0">
                  <a:moveTo>
                    <a:pt x="205" y="0"/>
                  </a:moveTo>
                  <a:lnTo>
                    <a:pt x="205" y="0"/>
                  </a:lnTo>
                  <a:lnTo>
                    <a:pt x="190" y="0"/>
                  </a:lnTo>
                  <a:cubicBezTo>
                    <a:pt x="190" y="0"/>
                    <a:pt x="174" y="0"/>
                    <a:pt x="174" y="17"/>
                  </a:cubicBezTo>
                  <a:lnTo>
                    <a:pt x="174" y="32"/>
                  </a:lnTo>
                  <a:lnTo>
                    <a:pt x="159" y="48"/>
                  </a:lnTo>
                  <a:lnTo>
                    <a:pt x="174" y="48"/>
                  </a:lnTo>
                  <a:cubicBezTo>
                    <a:pt x="190" y="48"/>
                    <a:pt x="205" y="63"/>
                    <a:pt x="205" y="95"/>
                  </a:cubicBezTo>
                  <a:cubicBezTo>
                    <a:pt x="205" y="111"/>
                    <a:pt x="190" y="111"/>
                    <a:pt x="174" y="111"/>
                  </a:cubicBezTo>
                  <a:lnTo>
                    <a:pt x="159" y="111"/>
                  </a:lnTo>
                  <a:lnTo>
                    <a:pt x="159" y="111"/>
                  </a:lnTo>
                  <a:lnTo>
                    <a:pt x="142" y="189"/>
                  </a:lnTo>
                  <a:lnTo>
                    <a:pt x="95" y="158"/>
                  </a:lnTo>
                  <a:lnTo>
                    <a:pt x="79" y="158"/>
                  </a:lnTo>
                  <a:lnTo>
                    <a:pt x="64" y="158"/>
                  </a:lnTo>
                  <a:lnTo>
                    <a:pt x="64" y="158"/>
                  </a:lnTo>
                  <a:lnTo>
                    <a:pt x="1" y="174"/>
                  </a:lnTo>
                  <a:lnTo>
                    <a:pt x="1" y="174"/>
                  </a:lnTo>
                  <a:lnTo>
                    <a:pt x="1" y="174"/>
                  </a:lnTo>
                  <a:cubicBezTo>
                    <a:pt x="16" y="189"/>
                    <a:pt x="16" y="189"/>
                    <a:pt x="16" y="206"/>
                  </a:cubicBezTo>
                  <a:lnTo>
                    <a:pt x="16" y="237"/>
                  </a:lnTo>
                  <a:lnTo>
                    <a:pt x="64" y="221"/>
                  </a:lnTo>
                  <a:lnTo>
                    <a:pt x="111" y="237"/>
                  </a:lnTo>
                  <a:lnTo>
                    <a:pt x="127" y="237"/>
                  </a:lnTo>
                  <a:lnTo>
                    <a:pt x="127" y="237"/>
                  </a:lnTo>
                  <a:cubicBezTo>
                    <a:pt x="142" y="237"/>
                    <a:pt x="159" y="237"/>
                    <a:pt x="159" y="252"/>
                  </a:cubicBezTo>
                  <a:lnTo>
                    <a:pt x="174" y="269"/>
                  </a:lnTo>
                  <a:lnTo>
                    <a:pt x="174" y="269"/>
                  </a:lnTo>
                  <a:lnTo>
                    <a:pt x="190" y="269"/>
                  </a:lnTo>
                  <a:cubicBezTo>
                    <a:pt x="190" y="252"/>
                    <a:pt x="205" y="252"/>
                    <a:pt x="205" y="237"/>
                  </a:cubicBezTo>
                  <a:lnTo>
                    <a:pt x="205" y="206"/>
                  </a:lnTo>
                  <a:lnTo>
                    <a:pt x="190" y="221"/>
                  </a:lnTo>
                  <a:lnTo>
                    <a:pt x="190" y="221"/>
                  </a:lnTo>
                  <a:cubicBezTo>
                    <a:pt x="174" y="221"/>
                    <a:pt x="159" y="206"/>
                    <a:pt x="159" y="189"/>
                  </a:cubicBezTo>
                  <a:cubicBezTo>
                    <a:pt x="159" y="158"/>
                    <a:pt x="174" y="143"/>
                    <a:pt x="190" y="143"/>
                  </a:cubicBezTo>
                  <a:lnTo>
                    <a:pt x="222" y="143"/>
                  </a:lnTo>
                  <a:lnTo>
                    <a:pt x="222" y="111"/>
                  </a:lnTo>
                  <a:lnTo>
                    <a:pt x="222" y="80"/>
                  </a:lnTo>
                  <a:lnTo>
                    <a:pt x="237" y="80"/>
                  </a:lnTo>
                  <a:lnTo>
                    <a:pt x="237" y="32"/>
                  </a:lnTo>
                  <a:cubicBezTo>
                    <a:pt x="237" y="17"/>
                    <a:pt x="222"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71" name="Google Shape;4071;p46"/>
            <p:cNvSpPr/>
            <p:nvPr/>
          </p:nvSpPr>
          <p:spPr>
            <a:xfrm>
              <a:off x="3168467" y="1794742"/>
              <a:ext cx="7569" cy="5565"/>
            </a:xfrm>
            <a:custGeom>
              <a:avLst/>
              <a:gdLst/>
              <a:ahLst/>
              <a:cxnLst/>
              <a:rect l="l" t="t" r="r" b="b"/>
              <a:pathLst>
                <a:path w="238" h="175" extrusionOk="0">
                  <a:moveTo>
                    <a:pt x="190" y="143"/>
                  </a:moveTo>
                  <a:lnTo>
                    <a:pt x="190" y="159"/>
                  </a:lnTo>
                  <a:cubicBezTo>
                    <a:pt x="206" y="159"/>
                    <a:pt x="206" y="175"/>
                    <a:pt x="190" y="175"/>
                  </a:cubicBezTo>
                  <a:lnTo>
                    <a:pt x="221" y="159"/>
                  </a:lnTo>
                  <a:lnTo>
                    <a:pt x="206" y="159"/>
                  </a:lnTo>
                  <a:cubicBezTo>
                    <a:pt x="206" y="159"/>
                    <a:pt x="190" y="159"/>
                    <a:pt x="190" y="143"/>
                  </a:cubicBezTo>
                  <a:close/>
                  <a:moveTo>
                    <a:pt x="143" y="1"/>
                  </a:moveTo>
                  <a:lnTo>
                    <a:pt x="95" y="1"/>
                  </a:lnTo>
                  <a:cubicBezTo>
                    <a:pt x="64" y="1"/>
                    <a:pt x="32" y="17"/>
                    <a:pt x="17" y="32"/>
                  </a:cubicBezTo>
                  <a:lnTo>
                    <a:pt x="17" y="32"/>
                  </a:lnTo>
                  <a:cubicBezTo>
                    <a:pt x="1" y="49"/>
                    <a:pt x="1" y="80"/>
                    <a:pt x="17" y="80"/>
                  </a:cubicBezTo>
                  <a:cubicBezTo>
                    <a:pt x="17" y="95"/>
                    <a:pt x="32" y="95"/>
                    <a:pt x="32" y="95"/>
                  </a:cubicBezTo>
                  <a:lnTo>
                    <a:pt x="64" y="95"/>
                  </a:lnTo>
                  <a:cubicBezTo>
                    <a:pt x="80" y="80"/>
                    <a:pt x="80" y="64"/>
                    <a:pt x="158" y="64"/>
                  </a:cubicBezTo>
                  <a:lnTo>
                    <a:pt x="158" y="95"/>
                  </a:lnTo>
                  <a:cubicBezTo>
                    <a:pt x="158" y="95"/>
                    <a:pt x="158" y="112"/>
                    <a:pt x="175" y="112"/>
                  </a:cubicBezTo>
                  <a:lnTo>
                    <a:pt x="158" y="112"/>
                  </a:lnTo>
                  <a:cubicBezTo>
                    <a:pt x="158" y="127"/>
                    <a:pt x="143" y="127"/>
                    <a:pt x="143" y="143"/>
                  </a:cubicBezTo>
                  <a:lnTo>
                    <a:pt x="158" y="127"/>
                  </a:lnTo>
                  <a:lnTo>
                    <a:pt x="158" y="127"/>
                  </a:lnTo>
                  <a:cubicBezTo>
                    <a:pt x="175" y="127"/>
                    <a:pt x="175" y="127"/>
                    <a:pt x="190" y="143"/>
                  </a:cubicBezTo>
                  <a:cubicBezTo>
                    <a:pt x="175" y="127"/>
                    <a:pt x="175" y="112"/>
                    <a:pt x="190" y="112"/>
                  </a:cubicBezTo>
                  <a:cubicBezTo>
                    <a:pt x="190" y="95"/>
                    <a:pt x="206" y="95"/>
                    <a:pt x="206" y="95"/>
                  </a:cubicBezTo>
                  <a:lnTo>
                    <a:pt x="221" y="95"/>
                  </a:lnTo>
                  <a:lnTo>
                    <a:pt x="221" y="95"/>
                  </a:lnTo>
                  <a:lnTo>
                    <a:pt x="238" y="95"/>
                  </a:lnTo>
                  <a:cubicBezTo>
                    <a:pt x="238" y="80"/>
                    <a:pt x="238" y="80"/>
                    <a:pt x="221" y="80"/>
                  </a:cubicBezTo>
                  <a:lnTo>
                    <a:pt x="221" y="64"/>
                  </a:lnTo>
                  <a:lnTo>
                    <a:pt x="190" y="64"/>
                  </a:lnTo>
                  <a:lnTo>
                    <a:pt x="190" y="64"/>
                  </a:lnTo>
                  <a:cubicBezTo>
                    <a:pt x="175" y="64"/>
                    <a:pt x="175" y="64"/>
                    <a:pt x="158" y="4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72" name="Google Shape;4072;p46"/>
            <p:cNvSpPr/>
            <p:nvPr/>
          </p:nvSpPr>
          <p:spPr>
            <a:xfrm>
              <a:off x="3376463" y="1773720"/>
              <a:ext cx="4039" cy="6551"/>
            </a:xfrm>
            <a:custGeom>
              <a:avLst/>
              <a:gdLst/>
              <a:ahLst/>
              <a:cxnLst/>
              <a:rect l="l" t="t" r="r" b="b"/>
              <a:pathLst>
                <a:path w="127" h="206" extrusionOk="0">
                  <a:moveTo>
                    <a:pt x="32" y="0"/>
                  </a:moveTo>
                  <a:lnTo>
                    <a:pt x="32" y="0"/>
                  </a:lnTo>
                  <a:lnTo>
                    <a:pt x="15" y="0"/>
                  </a:lnTo>
                  <a:cubicBezTo>
                    <a:pt x="0" y="17"/>
                    <a:pt x="0" y="32"/>
                    <a:pt x="15" y="48"/>
                  </a:cubicBezTo>
                  <a:lnTo>
                    <a:pt x="47" y="95"/>
                  </a:lnTo>
                  <a:lnTo>
                    <a:pt x="47" y="95"/>
                  </a:lnTo>
                  <a:lnTo>
                    <a:pt x="63" y="174"/>
                  </a:lnTo>
                  <a:cubicBezTo>
                    <a:pt x="63" y="189"/>
                    <a:pt x="78" y="206"/>
                    <a:pt x="95" y="206"/>
                  </a:cubicBezTo>
                  <a:lnTo>
                    <a:pt x="110" y="206"/>
                  </a:lnTo>
                  <a:lnTo>
                    <a:pt x="126" y="189"/>
                  </a:lnTo>
                  <a:lnTo>
                    <a:pt x="126" y="158"/>
                  </a:lnTo>
                  <a:lnTo>
                    <a:pt x="126" y="143"/>
                  </a:lnTo>
                  <a:lnTo>
                    <a:pt x="126" y="111"/>
                  </a:lnTo>
                  <a:lnTo>
                    <a:pt x="126" y="111"/>
                  </a:lnTo>
                  <a:cubicBezTo>
                    <a:pt x="110" y="95"/>
                    <a:pt x="110" y="80"/>
                    <a:pt x="110" y="80"/>
                  </a:cubicBezTo>
                  <a:lnTo>
                    <a:pt x="110" y="48"/>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73" name="Google Shape;4073;p46"/>
            <p:cNvSpPr/>
            <p:nvPr/>
          </p:nvSpPr>
          <p:spPr>
            <a:xfrm>
              <a:off x="3208094" y="1793756"/>
              <a:ext cx="5025" cy="2035"/>
            </a:xfrm>
            <a:custGeom>
              <a:avLst/>
              <a:gdLst/>
              <a:ahLst/>
              <a:cxnLst/>
              <a:rect l="l" t="t" r="r" b="b"/>
              <a:pathLst>
                <a:path w="158" h="64" extrusionOk="0">
                  <a:moveTo>
                    <a:pt x="32" y="0"/>
                  </a:moveTo>
                  <a:lnTo>
                    <a:pt x="32" y="0"/>
                  </a:lnTo>
                  <a:cubicBezTo>
                    <a:pt x="15" y="0"/>
                    <a:pt x="15" y="0"/>
                    <a:pt x="0" y="17"/>
                  </a:cubicBezTo>
                  <a:lnTo>
                    <a:pt x="0" y="32"/>
                  </a:lnTo>
                  <a:cubicBezTo>
                    <a:pt x="0" y="48"/>
                    <a:pt x="15" y="63"/>
                    <a:pt x="32" y="63"/>
                  </a:cubicBezTo>
                  <a:lnTo>
                    <a:pt x="32" y="63"/>
                  </a:lnTo>
                  <a:lnTo>
                    <a:pt x="126" y="63"/>
                  </a:lnTo>
                  <a:lnTo>
                    <a:pt x="126" y="63"/>
                  </a:lnTo>
                  <a:cubicBezTo>
                    <a:pt x="141" y="63"/>
                    <a:pt x="158" y="48"/>
                    <a:pt x="158" y="32"/>
                  </a:cubicBezTo>
                  <a:cubicBezTo>
                    <a:pt x="158" y="17"/>
                    <a:pt x="158" y="0"/>
                    <a:pt x="126"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74" name="Google Shape;4074;p46"/>
            <p:cNvSpPr/>
            <p:nvPr/>
          </p:nvSpPr>
          <p:spPr>
            <a:xfrm>
              <a:off x="3265690" y="1820344"/>
              <a:ext cx="5025" cy="2512"/>
            </a:xfrm>
            <a:custGeom>
              <a:avLst/>
              <a:gdLst/>
              <a:ahLst/>
              <a:cxnLst/>
              <a:rect l="l" t="t" r="r" b="b"/>
              <a:pathLst>
                <a:path w="158" h="79" extrusionOk="0">
                  <a:moveTo>
                    <a:pt x="126" y="0"/>
                  </a:moveTo>
                  <a:lnTo>
                    <a:pt x="126" y="0"/>
                  </a:lnTo>
                  <a:lnTo>
                    <a:pt x="111" y="0"/>
                  </a:lnTo>
                  <a:lnTo>
                    <a:pt x="111" y="0"/>
                  </a:lnTo>
                  <a:lnTo>
                    <a:pt x="111" y="0"/>
                  </a:lnTo>
                  <a:cubicBezTo>
                    <a:pt x="95" y="0"/>
                    <a:pt x="95" y="15"/>
                    <a:pt x="80" y="15"/>
                  </a:cubicBezTo>
                  <a:lnTo>
                    <a:pt x="80" y="0"/>
                  </a:lnTo>
                  <a:lnTo>
                    <a:pt x="48" y="15"/>
                  </a:lnTo>
                  <a:lnTo>
                    <a:pt x="17" y="15"/>
                  </a:lnTo>
                  <a:cubicBezTo>
                    <a:pt x="0" y="15"/>
                    <a:pt x="0" y="32"/>
                    <a:pt x="0" y="63"/>
                  </a:cubicBezTo>
                  <a:cubicBezTo>
                    <a:pt x="0" y="63"/>
                    <a:pt x="0" y="78"/>
                    <a:pt x="17" y="78"/>
                  </a:cubicBezTo>
                  <a:lnTo>
                    <a:pt x="32" y="78"/>
                  </a:lnTo>
                  <a:cubicBezTo>
                    <a:pt x="32" y="63"/>
                    <a:pt x="48" y="63"/>
                    <a:pt x="48" y="63"/>
                  </a:cubicBezTo>
                  <a:lnTo>
                    <a:pt x="48" y="63"/>
                  </a:lnTo>
                  <a:cubicBezTo>
                    <a:pt x="63" y="63"/>
                    <a:pt x="63" y="63"/>
                    <a:pt x="80" y="78"/>
                  </a:cubicBezTo>
                  <a:lnTo>
                    <a:pt x="126" y="63"/>
                  </a:lnTo>
                  <a:cubicBezTo>
                    <a:pt x="143" y="63"/>
                    <a:pt x="158" y="47"/>
                    <a:pt x="158" y="32"/>
                  </a:cubicBezTo>
                  <a:cubicBezTo>
                    <a:pt x="158" y="15"/>
                    <a:pt x="143"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75" name="Google Shape;4075;p46"/>
            <p:cNvSpPr/>
            <p:nvPr/>
          </p:nvSpPr>
          <p:spPr>
            <a:xfrm>
              <a:off x="3034191" y="1822348"/>
              <a:ext cx="2544" cy="3498"/>
            </a:xfrm>
            <a:custGeom>
              <a:avLst/>
              <a:gdLst/>
              <a:ahLst/>
              <a:cxnLst/>
              <a:rect l="l" t="t" r="r" b="b"/>
              <a:pathLst>
                <a:path w="80" h="110" extrusionOk="0">
                  <a:moveTo>
                    <a:pt x="80" y="0"/>
                  </a:moveTo>
                  <a:lnTo>
                    <a:pt x="32" y="32"/>
                  </a:lnTo>
                  <a:lnTo>
                    <a:pt x="17" y="32"/>
                  </a:lnTo>
                  <a:lnTo>
                    <a:pt x="0" y="32"/>
                  </a:lnTo>
                  <a:lnTo>
                    <a:pt x="0" y="78"/>
                  </a:lnTo>
                  <a:cubicBezTo>
                    <a:pt x="0" y="95"/>
                    <a:pt x="17" y="110"/>
                    <a:pt x="32" y="110"/>
                  </a:cubicBezTo>
                  <a:lnTo>
                    <a:pt x="32" y="110"/>
                  </a:lnTo>
                  <a:cubicBezTo>
                    <a:pt x="48" y="110"/>
                    <a:pt x="63" y="95"/>
                    <a:pt x="63" y="78"/>
                  </a:cubicBezTo>
                  <a:lnTo>
                    <a:pt x="80"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76" name="Google Shape;4076;p46"/>
            <p:cNvSpPr/>
            <p:nvPr/>
          </p:nvSpPr>
          <p:spPr>
            <a:xfrm>
              <a:off x="3170470" y="1809785"/>
              <a:ext cx="5565" cy="2576"/>
            </a:xfrm>
            <a:custGeom>
              <a:avLst/>
              <a:gdLst/>
              <a:ahLst/>
              <a:cxnLst/>
              <a:rect l="l" t="t" r="r" b="b"/>
              <a:pathLst>
                <a:path w="175" h="81" extrusionOk="0">
                  <a:moveTo>
                    <a:pt x="32" y="1"/>
                  </a:moveTo>
                  <a:lnTo>
                    <a:pt x="32" y="1"/>
                  </a:lnTo>
                  <a:cubicBezTo>
                    <a:pt x="17" y="1"/>
                    <a:pt x="1" y="17"/>
                    <a:pt x="1" y="32"/>
                  </a:cubicBezTo>
                  <a:cubicBezTo>
                    <a:pt x="1" y="49"/>
                    <a:pt x="17" y="64"/>
                    <a:pt x="32" y="64"/>
                  </a:cubicBezTo>
                  <a:lnTo>
                    <a:pt x="127" y="80"/>
                  </a:lnTo>
                  <a:lnTo>
                    <a:pt x="127" y="80"/>
                  </a:lnTo>
                  <a:cubicBezTo>
                    <a:pt x="143" y="80"/>
                    <a:pt x="158" y="64"/>
                    <a:pt x="158" y="49"/>
                  </a:cubicBezTo>
                  <a:cubicBezTo>
                    <a:pt x="175" y="32"/>
                    <a:pt x="158" y="17"/>
                    <a:pt x="127"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77" name="Google Shape;4077;p46"/>
            <p:cNvSpPr/>
            <p:nvPr/>
          </p:nvSpPr>
          <p:spPr>
            <a:xfrm>
              <a:off x="3274723" y="1765196"/>
              <a:ext cx="2035" cy="2067"/>
            </a:xfrm>
            <a:custGeom>
              <a:avLst/>
              <a:gdLst/>
              <a:ahLst/>
              <a:cxnLst/>
              <a:rect l="l" t="t" r="r" b="b"/>
              <a:pathLst>
                <a:path w="64" h="65" extrusionOk="0">
                  <a:moveTo>
                    <a:pt x="32" y="1"/>
                  </a:moveTo>
                  <a:lnTo>
                    <a:pt x="16" y="1"/>
                  </a:lnTo>
                  <a:lnTo>
                    <a:pt x="0" y="1"/>
                  </a:lnTo>
                  <a:lnTo>
                    <a:pt x="0" y="1"/>
                  </a:lnTo>
                  <a:cubicBezTo>
                    <a:pt x="16" y="1"/>
                    <a:pt x="16" y="16"/>
                    <a:pt x="16" y="33"/>
                  </a:cubicBezTo>
                  <a:cubicBezTo>
                    <a:pt x="16" y="48"/>
                    <a:pt x="16" y="48"/>
                    <a:pt x="32" y="64"/>
                  </a:cubicBezTo>
                  <a:lnTo>
                    <a:pt x="32" y="64"/>
                  </a:lnTo>
                  <a:cubicBezTo>
                    <a:pt x="48" y="64"/>
                    <a:pt x="63" y="48"/>
                    <a:pt x="63" y="33"/>
                  </a:cubicBezTo>
                  <a:cubicBezTo>
                    <a:pt x="63"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78" name="Google Shape;4078;p46"/>
            <p:cNvSpPr/>
            <p:nvPr/>
          </p:nvSpPr>
          <p:spPr>
            <a:xfrm>
              <a:off x="3271224" y="1765196"/>
              <a:ext cx="8523" cy="7060"/>
            </a:xfrm>
            <a:custGeom>
              <a:avLst/>
              <a:gdLst/>
              <a:ahLst/>
              <a:cxnLst/>
              <a:rect l="l" t="t" r="r" b="b"/>
              <a:pathLst>
                <a:path w="268" h="222" extrusionOk="0">
                  <a:moveTo>
                    <a:pt x="95" y="1"/>
                  </a:moveTo>
                  <a:lnTo>
                    <a:pt x="95" y="1"/>
                  </a:lnTo>
                  <a:lnTo>
                    <a:pt x="78" y="1"/>
                  </a:lnTo>
                  <a:lnTo>
                    <a:pt x="15" y="33"/>
                  </a:lnTo>
                  <a:cubicBezTo>
                    <a:pt x="15" y="33"/>
                    <a:pt x="0" y="33"/>
                    <a:pt x="0" y="48"/>
                  </a:cubicBezTo>
                  <a:lnTo>
                    <a:pt x="15" y="48"/>
                  </a:lnTo>
                  <a:cubicBezTo>
                    <a:pt x="15" y="33"/>
                    <a:pt x="32" y="33"/>
                    <a:pt x="32" y="33"/>
                  </a:cubicBezTo>
                  <a:lnTo>
                    <a:pt x="32" y="33"/>
                  </a:lnTo>
                  <a:cubicBezTo>
                    <a:pt x="47" y="33"/>
                    <a:pt x="63" y="48"/>
                    <a:pt x="63" y="64"/>
                  </a:cubicBezTo>
                  <a:lnTo>
                    <a:pt x="63" y="79"/>
                  </a:lnTo>
                  <a:lnTo>
                    <a:pt x="63" y="79"/>
                  </a:lnTo>
                  <a:cubicBezTo>
                    <a:pt x="78" y="96"/>
                    <a:pt x="78" y="111"/>
                    <a:pt x="95" y="127"/>
                  </a:cubicBezTo>
                  <a:cubicBezTo>
                    <a:pt x="110" y="174"/>
                    <a:pt x="142" y="205"/>
                    <a:pt x="205" y="222"/>
                  </a:cubicBezTo>
                  <a:lnTo>
                    <a:pt x="221" y="222"/>
                  </a:lnTo>
                  <a:lnTo>
                    <a:pt x="236" y="222"/>
                  </a:lnTo>
                  <a:lnTo>
                    <a:pt x="252" y="205"/>
                  </a:lnTo>
                  <a:lnTo>
                    <a:pt x="268" y="159"/>
                  </a:lnTo>
                  <a:cubicBezTo>
                    <a:pt x="268" y="142"/>
                    <a:pt x="268" y="127"/>
                    <a:pt x="252" y="111"/>
                  </a:cubicBezTo>
                  <a:lnTo>
                    <a:pt x="236" y="111"/>
                  </a:lnTo>
                  <a:cubicBezTo>
                    <a:pt x="221" y="111"/>
                    <a:pt x="205" y="111"/>
                    <a:pt x="205" y="127"/>
                  </a:cubicBezTo>
                  <a:lnTo>
                    <a:pt x="205" y="142"/>
                  </a:lnTo>
                  <a:cubicBezTo>
                    <a:pt x="158" y="127"/>
                    <a:pt x="142" y="96"/>
                    <a:pt x="142" y="64"/>
                  </a:cubicBezTo>
                  <a:cubicBezTo>
                    <a:pt x="126" y="48"/>
                    <a:pt x="126" y="48"/>
                    <a:pt x="126" y="33"/>
                  </a:cubicBezTo>
                  <a:cubicBezTo>
                    <a:pt x="126" y="16"/>
                    <a:pt x="126" y="1"/>
                    <a:pt x="110" y="1"/>
                  </a:cubicBez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79" name="Google Shape;4079;p46"/>
            <p:cNvSpPr/>
            <p:nvPr/>
          </p:nvSpPr>
          <p:spPr>
            <a:xfrm>
              <a:off x="3393955" y="1790735"/>
              <a:ext cx="5057" cy="4580"/>
            </a:xfrm>
            <a:custGeom>
              <a:avLst/>
              <a:gdLst/>
              <a:ahLst/>
              <a:cxnLst/>
              <a:rect l="l" t="t" r="r" b="b"/>
              <a:pathLst>
                <a:path w="159" h="144" extrusionOk="0">
                  <a:moveTo>
                    <a:pt x="95" y="1"/>
                  </a:moveTo>
                  <a:lnTo>
                    <a:pt x="95" y="1"/>
                  </a:lnTo>
                  <a:lnTo>
                    <a:pt x="80" y="1"/>
                  </a:lnTo>
                  <a:lnTo>
                    <a:pt x="95" y="49"/>
                  </a:lnTo>
                  <a:cubicBezTo>
                    <a:pt x="95" y="64"/>
                    <a:pt x="80" y="80"/>
                    <a:pt x="64" y="80"/>
                  </a:cubicBezTo>
                  <a:lnTo>
                    <a:pt x="64" y="80"/>
                  </a:lnTo>
                  <a:lnTo>
                    <a:pt x="49" y="80"/>
                  </a:lnTo>
                  <a:lnTo>
                    <a:pt x="32" y="95"/>
                  </a:lnTo>
                  <a:lnTo>
                    <a:pt x="17" y="80"/>
                  </a:lnTo>
                  <a:lnTo>
                    <a:pt x="17" y="95"/>
                  </a:lnTo>
                  <a:cubicBezTo>
                    <a:pt x="1" y="95"/>
                    <a:pt x="1" y="112"/>
                    <a:pt x="17" y="127"/>
                  </a:cubicBezTo>
                  <a:lnTo>
                    <a:pt x="17" y="127"/>
                  </a:lnTo>
                  <a:lnTo>
                    <a:pt x="32" y="143"/>
                  </a:lnTo>
                  <a:lnTo>
                    <a:pt x="49" y="143"/>
                  </a:lnTo>
                  <a:cubicBezTo>
                    <a:pt x="49" y="143"/>
                    <a:pt x="64" y="143"/>
                    <a:pt x="64" y="127"/>
                  </a:cubicBezTo>
                  <a:lnTo>
                    <a:pt x="80" y="112"/>
                  </a:lnTo>
                  <a:lnTo>
                    <a:pt x="95" y="112"/>
                  </a:lnTo>
                  <a:lnTo>
                    <a:pt x="112" y="112"/>
                  </a:lnTo>
                  <a:lnTo>
                    <a:pt x="112" y="112"/>
                  </a:lnTo>
                  <a:lnTo>
                    <a:pt x="127" y="112"/>
                  </a:lnTo>
                  <a:lnTo>
                    <a:pt x="127" y="112"/>
                  </a:lnTo>
                  <a:lnTo>
                    <a:pt x="143" y="112"/>
                  </a:lnTo>
                  <a:lnTo>
                    <a:pt x="158" y="95"/>
                  </a:lnTo>
                  <a:lnTo>
                    <a:pt x="158" y="49"/>
                  </a:lnTo>
                  <a:cubicBezTo>
                    <a:pt x="158" y="32"/>
                    <a:pt x="158" y="32"/>
                    <a:pt x="143" y="17"/>
                  </a:cubicBezTo>
                  <a:lnTo>
                    <a:pt x="127" y="1"/>
                  </a:lnTo>
                  <a:lnTo>
                    <a:pt x="11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80" name="Google Shape;4080;p46"/>
            <p:cNvSpPr/>
            <p:nvPr/>
          </p:nvSpPr>
          <p:spPr>
            <a:xfrm>
              <a:off x="3119362" y="1795760"/>
              <a:ext cx="4039" cy="5057"/>
            </a:xfrm>
            <a:custGeom>
              <a:avLst/>
              <a:gdLst/>
              <a:ahLst/>
              <a:cxnLst/>
              <a:rect l="l" t="t" r="r" b="b"/>
              <a:pathLst>
                <a:path w="127" h="159" extrusionOk="0">
                  <a:moveTo>
                    <a:pt x="32" y="0"/>
                  </a:moveTo>
                  <a:lnTo>
                    <a:pt x="32" y="0"/>
                  </a:lnTo>
                  <a:lnTo>
                    <a:pt x="32" y="0"/>
                  </a:lnTo>
                  <a:lnTo>
                    <a:pt x="32" y="0"/>
                  </a:lnTo>
                  <a:lnTo>
                    <a:pt x="1" y="0"/>
                  </a:lnTo>
                  <a:lnTo>
                    <a:pt x="1" y="32"/>
                  </a:lnTo>
                  <a:lnTo>
                    <a:pt x="1" y="63"/>
                  </a:lnTo>
                  <a:lnTo>
                    <a:pt x="1" y="80"/>
                  </a:lnTo>
                  <a:lnTo>
                    <a:pt x="1" y="127"/>
                  </a:lnTo>
                  <a:lnTo>
                    <a:pt x="1" y="127"/>
                  </a:lnTo>
                  <a:lnTo>
                    <a:pt x="1" y="127"/>
                  </a:lnTo>
                  <a:lnTo>
                    <a:pt x="17" y="127"/>
                  </a:lnTo>
                  <a:cubicBezTo>
                    <a:pt x="32" y="127"/>
                    <a:pt x="49" y="143"/>
                    <a:pt x="49" y="158"/>
                  </a:cubicBezTo>
                  <a:lnTo>
                    <a:pt x="49" y="158"/>
                  </a:lnTo>
                  <a:lnTo>
                    <a:pt x="49" y="158"/>
                  </a:lnTo>
                  <a:lnTo>
                    <a:pt x="64" y="158"/>
                  </a:lnTo>
                  <a:lnTo>
                    <a:pt x="64" y="158"/>
                  </a:lnTo>
                  <a:cubicBezTo>
                    <a:pt x="80" y="158"/>
                    <a:pt x="112" y="143"/>
                    <a:pt x="112" y="127"/>
                  </a:cubicBezTo>
                  <a:cubicBezTo>
                    <a:pt x="127" y="111"/>
                    <a:pt x="127" y="80"/>
                    <a:pt x="112" y="48"/>
                  </a:cubicBezTo>
                  <a:cubicBezTo>
                    <a:pt x="95" y="32"/>
                    <a:pt x="95" y="17"/>
                    <a:pt x="80" y="17"/>
                  </a:cubicBezTo>
                  <a:lnTo>
                    <a:pt x="80"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81" name="Google Shape;4081;p46"/>
            <p:cNvSpPr/>
            <p:nvPr/>
          </p:nvSpPr>
          <p:spPr>
            <a:xfrm>
              <a:off x="3103842" y="1799290"/>
              <a:ext cx="4548" cy="3021"/>
            </a:xfrm>
            <a:custGeom>
              <a:avLst/>
              <a:gdLst/>
              <a:ahLst/>
              <a:cxnLst/>
              <a:rect l="l" t="t" r="r" b="b"/>
              <a:pathLst>
                <a:path w="143" h="95" extrusionOk="0">
                  <a:moveTo>
                    <a:pt x="95" y="0"/>
                  </a:moveTo>
                  <a:cubicBezTo>
                    <a:pt x="79" y="0"/>
                    <a:pt x="48" y="16"/>
                    <a:pt x="16" y="16"/>
                  </a:cubicBezTo>
                  <a:lnTo>
                    <a:pt x="1" y="16"/>
                  </a:lnTo>
                  <a:lnTo>
                    <a:pt x="48" y="79"/>
                  </a:lnTo>
                  <a:cubicBezTo>
                    <a:pt x="48" y="95"/>
                    <a:pt x="64" y="95"/>
                    <a:pt x="79" y="95"/>
                  </a:cubicBezTo>
                  <a:lnTo>
                    <a:pt x="79" y="95"/>
                  </a:lnTo>
                  <a:lnTo>
                    <a:pt x="95" y="95"/>
                  </a:lnTo>
                  <a:cubicBezTo>
                    <a:pt x="95" y="95"/>
                    <a:pt x="95" y="79"/>
                    <a:pt x="111" y="79"/>
                  </a:cubicBezTo>
                  <a:lnTo>
                    <a:pt x="142" y="32"/>
                  </a:lnTo>
                  <a:lnTo>
                    <a:pt x="142" y="16"/>
                  </a:lnTo>
                  <a:lnTo>
                    <a:pt x="142" y="16"/>
                  </a:lnTo>
                  <a:lnTo>
                    <a:pt x="111"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82" name="Google Shape;4082;p46"/>
            <p:cNvSpPr/>
            <p:nvPr/>
          </p:nvSpPr>
          <p:spPr>
            <a:xfrm>
              <a:off x="3435045" y="1789272"/>
              <a:ext cx="6583" cy="5025"/>
            </a:xfrm>
            <a:custGeom>
              <a:avLst/>
              <a:gdLst/>
              <a:ahLst/>
              <a:cxnLst/>
              <a:rect l="l" t="t" r="r" b="b"/>
              <a:pathLst>
                <a:path w="207" h="158" extrusionOk="0">
                  <a:moveTo>
                    <a:pt x="64" y="15"/>
                  </a:moveTo>
                  <a:lnTo>
                    <a:pt x="49" y="15"/>
                  </a:lnTo>
                  <a:lnTo>
                    <a:pt x="49" y="15"/>
                  </a:lnTo>
                  <a:lnTo>
                    <a:pt x="1" y="63"/>
                  </a:lnTo>
                  <a:lnTo>
                    <a:pt x="1" y="95"/>
                  </a:lnTo>
                  <a:lnTo>
                    <a:pt x="1" y="110"/>
                  </a:lnTo>
                  <a:lnTo>
                    <a:pt x="32" y="126"/>
                  </a:lnTo>
                  <a:lnTo>
                    <a:pt x="49" y="141"/>
                  </a:lnTo>
                  <a:cubicBezTo>
                    <a:pt x="49" y="158"/>
                    <a:pt x="64" y="158"/>
                    <a:pt x="64" y="158"/>
                  </a:cubicBezTo>
                  <a:cubicBezTo>
                    <a:pt x="80" y="158"/>
                    <a:pt x="80" y="141"/>
                    <a:pt x="95" y="141"/>
                  </a:cubicBezTo>
                  <a:lnTo>
                    <a:pt x="95" y="110"/>
                  </a:lnTo>
                  <a:lnTo>
                    <a:pt x="95" y="110"/>
                  </a:lnTo>
                  <a:lnTo>
                    <a:pt x="80" y="110"/>
                  </a:lnTo>
                  <a:cubicBezTo>
                    <a:pt x="64" y="110"/>
                    <a:pt x="49" y="95"/>
                    <a:pt x="49" y="78"/>
                  </a:cubicBezTo>
                  <a:cubicBezTo>
                    <a:pt x="49" y="63"/>
                    <a:pt x="64" y="47"/>
                    <a:pt x="80" y="32"/>
                  </a:cubicBezTo>
                  <a:cubicBezTo>
                    <a:pt x="64" y="32"/>
                    <a:pt x="64" y="32"/>
                    <a:pt x="64" y="15"/>
                  </a:cubicBezTo>
                  <a:close/>
                  <a:moveTo>
                    <a:pt x="158" y="0"/>
                  </a:moveTo>
                  <a:lnTo>
                    <a:pt x="143" y="0"/>
                  </a:lnTo>
                  <a:lnTo>
                    <a:pt x="127" y="0"/>
                  </a:lnTo>
                  <a:lnTo>
                    <a:pt x="127" y="15"/>
                  </a:lnTo>
                  <a:cubicBezTo>
                    <a:pt x="127" y="15"/>
                    <a:pt x="127" y="32"/>
                    <a:pt x="112" y="32"/>
                  </a:cubicBezTo>
                  <a:lnTo>
                    <a:pt x="143" y="32"/>
                  </a:lnTo>
                  <a:lnTo>
                    <a:pt x="158" y="32"/>
                  </a:lnTo>
                  <a:cubicBezTo>
                    <a:pt x="175" y="32"/>
                    <a:pt x="190" y="47"/>
                    <a:pt x="190" y="63"/>
                  </a:cubicBezTo>
                  <a:lnTo>
                    <a:pt x="190" y="63"/>
                  </a:lnTo>
                  <a:cubicBezTo>
                    <a:pt x="206" y="63"/>
                    <a:pt x="206" y="47"/>
                    <a:pt x="206" y="32"/>
                  </a:cubicBezTo>
                  <a:cubicBezTo>
                    <a:pt x="206" y="15"/>
                    <a:pt x="190" y="0"/>
                    <a:pt x="17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83" name="Google Shape;4083;p46"/>
            <p:cNvSpPr/>
            <p:nvPr/>
          </p:nvSpPr>
          <p:spPr>
            <a:xfrm>
              <a:off x="3301756" y="1818817"/>
              <a:ext cx="7060" cy="3562"/>
            </a:xfrm>
            <a:custGeom>
              <a:avLst/>
              <a:gdLst/>
              <a:ahLst/>
              <a:cxnLst/>
              <a:rect l="l" t="t" r="r" b="b"/>
              <a:pathLst>
                <a:path w="222" h="112" extrusionOk="0">
                  <a:moveTo>
                    <a:pt x="49" y="0"/>
                  </a:moveTo>
                  <a:lnTo>
                    <a:pt x="49" y="0"/>
                  </a:lnTo>
                  <a:cubicBezTo>
                    <a:pt x="32" y="0"/>
                    <a:pt x="17" y="17"/>
                    <a:pt x="17" y="17"/>
                  </a:cubicBezTo>
                  <a:cubicBezTo>
                    <a:pt x="1" y="48"/>
                    <a:pt x="17" y="63"/>
                    <a:pt x="32" y="63"/>
                  </a:cubicBezTo>
                  <a:lnTo>
                    <a:pt x="158" y="111"/>
                  </a:lnTo>
                  <a:lnTo>
                    <a:pt x="175" y="111"/>
                  </a:lnTo>
                  <a:cubicBezTo>
                    <a:pt x="190" y="111"/>
                    <a:pt x="206" y="95"/>
                    <a:pt x="206" y="80"/>
                  </a:cubicBezTo>
                  <a:cubicBezTo>
                    <a:pt x="221" y="63"/>
                    <a:pt x="206" y="48"/>
                    <a:pt x="190" y="48"/>
                  </a:cubicBezTo>
                  <a:lnTo>
                    <a:pt x="158" y="32"/>
                  </a:lnTo>
                  <a:lnTo>
                    <a:pt x="158" y="32"/>
                  </a:lnTo>
                  <a:lnTo>
                    <a:pt x="158" y="32"/>
                  </a:lnTo>
                  <a:cubicBezTo>
                    <a:pt x="143" y="32"/>
                    <a:pt x="127" y="32"/>
                    <a:pt x="127"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84" name="Google Shape;4084;p46"/>
            <p:cNvSpPr/>
            <p:nvPr/>
          </p:nvSpPr>
          <p:spPr>
            <a:xfrm>
              <a:off x="3421560" y="1787268"/>
              <a:ext cx="6520" cy="3021"/>
            </a:xfrm>
            <a:custGeom>
              <a:avLst/>
              <a:gdLst/>
              <a:ahLst/>
              <a:cxnLst/>
              <a:rect l="l" t="t" r="r" b="b"/>
              <a:pathLst>
                <a:path w="205" h="95" extrusionOk="0">
                  <a:moveTo>
                    <a:pt x="158" y="0"/>
                  </a:moveTo>
                  <a:lnTo>
                    <a:pt x="158" y="0"/>
                  </a:lnTo>
                  <a:lnTo>
                    <a:pt x="158" y="0"/>
                  </a:lnTo>
                  <a:lnTo>
                    <a:pt x="126" y="0"/>
                  </a:lnTo>
                  <a:lnTo>
                    <a:pt x="32" y="32"/>
                  </a:lnTo>
                  <a:lnTo>
                    <a:pt x="32" y="32"/>
                  </a:lnTo>
                  <a:cubicBezTo>
                    <a:pt x="15" y="47"/>
                    <a:pt x="0" y="63"/>
                    <a:pt x="0" y="78"/>
                  </a:cubicBezTo>
                  <a:cubicBezTo>
                    <a:pt x="15" y="78"/>
                    <a:pt x="15" y="78"/>
                    <a:pt x="15" y="95"/>
                  </a:cubicBezTo>
                  <a:lnTo>
                    <a:pt x="32" y="95"/>
                  </a:lnTo>
                  <a:lnTo>
                    <a:pt x="47" y="95"/>
                  </a:lnTo>
                  <a:lnTo>
                    <a:pt x="47" y="95"/>
                  </a:lnTo>
                  <a:lnTo>
                    <a:pt x="63" y="95"/>
                  </a:lnTo>
                  <a:lnTo>
                    <a:pt x="63" y="95"/>
                  </a:lnTo>
                  <a:lnTo>
                    <a:pt x="141" y="78"/>
                  </a:lnTo>
                  <a:lnTo>
                    <a:pt x="141" y="63"/>
                  </a:lnTo>
                  <a:cubicBezTo>
                    <a:pt x="141" y="47"/>
                    <a:pt x="158" y="32"/>
                    <a:pt x="173" y="32"/>
                  </a:cubicBezTo>
                  <a:lnTo>
                    <a:pt x="173" y="32"/>
                  </a:lnTo>
                  <a:lnTo>
                    <a:pt x="189" y="32"/>
                  </a:lnTo>
                  <a:lnTo>
                    <a:pt x="189" y="47"/>
                  </a:lnTo>
                  <a:cubicBezTo>
                    <a:pt x="189" y="32"/>
                    <a:pt x="204" y="32"/>
                    <a:pt x="189" y="15"/>
                  </a:cubicBezTo>
                  <a:cubicBezTo>
                    <a:pt x="189" y="0"/>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85" name="Google Shape;4085;p46"/>
            <p:cNvSpPr/>
            <p:nvPr/>
          </p:nvSpPr>
          <p:spPr>
            <a:xfrm>
              <a:off x="3085809" y="1790735"/>
              <a:ext cx="3053" cy="2576"/>
            </a:xfrm>
            <a:custGeom>
              <a:avLst/>
              <a:gdLst/>
              <a:ahLst/>
              <a:cxnLst/>
              <a:rect l="l" t="t" r="r" b="b"/>
              <a:pathLst>
                <a:path w="96" h="81" extrusionOk="0">
                  <a:moveTo>
                    <a:pt x="79" y="1"/>
                  </a:moveTo>
                  <a:lnTo>
                    <a:pt x="79" y="1"/>
                  </a:lnTo>
                  <a:lnTo>
                    <a:pt x="16" y="17"/>
                  </a:lnTo>
                  <a:lnTo>
                    <a:pt x="16" y="17"/>
                  </a:lnTo>
                  <a:lnTo>
                    <a:pt x="1" y="17"/>
                  </a:lnTo>
                  <a:lnTo>
                    <a:pt x="1" y="32"/>
                  </a:lnTo>
                  <a:lnTo>
                    <a:pt x="1" y="49"/>
                  </a:lnTo>
                  <a:lnTo>
                    <a:pt x="16" y="49"/>
                  </a:lnTo>
                  <a:lnTo>
                    <a:pt x="16" y="49"/>
                  </a:lnTo>
                  <a:cubicBezTo>
                    <a:pt x="1" y="64"/>
                    <a:pt x="16" y="80"/>
                    <a:pt x="16" y="80"/>
                  </a:cubicBezTo>
                  <a:lnTo>
                    <a:pt x="16" y="80"/>
                  </a:lnTo>
                  <a:lnTo>
                    <a:pt x="32" y="80"/>
                  </a:lnTo>
                  <a:lnTo>
                    <a:pt x="47" y="80"/>
                  </a:lnTo>
                  <a:lnTo>
                    <a:pt x="64" y="80"/>
                  </a:lnTo>
                  <a:cubicBezTo>
                    <a:pt x="64" y="80"/>
                    <a:pt x="79" y="80"/>
                    <a:pt x="79" y="64"/>
                  </a:cubicBezTo>
                  <a:lnTo>
                    <a:pt x="79" y="64"/>
                  </a:lnTo>
                  <a:lnTo>
                    <a:pt x="95" y="17"/>
                  </a:lnTo>
                  <a:lnTo>
                    <a:pt x="95"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86" name="Google Shape;4086;p46"/>
            <p:cNvSpPr/>
            <p:nvPr/>
          </p:nvSpPr>
          <p:spPr>
            <a:xfrm>
              <a:off x="3033174" y="1793279"/>
              <a:ext cx="5057" cy="2512"/>
            </a:xfrm>
            <a:custGeom>
              <a:avLst/>
              <a:gdLst/>
              <a:ahLst/>
              <a:cxnLst/>
              <a:rect l="l" t="t" r="r" b="b"/>
              <a:pathLst>
                <a:path w="159" h="79" extrusionOk="0">
                  <a:moveTo>
                    <a:pt x="112" y="0"/>
                  </a:moveTo>
                  <a:lnTo>
                    <a:pt x="112" y="0"/>
                  </a:lnTo>
                  <a:lnTo>
                    <a:pt x="32" y="0"/>
                  </a:lnTo>
                  <a:lnTo>
                    <a:pt x="32" y="0"/>
                  </a:lnTo>
                  <a:cubicBezTo>
                    <a:pt x="17" y="0"/>
                    <a:pt x="1" y="15"/>
                    <a:pt x="1" y="32"/>
                  </a:cubicBezTo>
                  <a:cubicBezTo>
                    <a:pt x="1" y="47"/>
                    <a:pt x="1" y="63"/>
                    <a:pt x="17" y="63"/>
                  </a:cubicBezTo>
                  <a:cubicBezTo>
                    <a:pt x="17" y="63"/>
                    <a:pt x="17" y="78"/>
                    <a:pt x="32" y="78"/>
                  </a:cubicBezTo>
                  <a:lnTo>
                    <a:pt x="32" y="78"/>
                  </a:lnTo>
                  <a:lnTo>
                    <a:pt x="95" y="63"/>
                  </a:lnTo>
                  <a:lnTo>
                    <a:pt x="112" y="63"/>
                  </a:lnTo>
                  <a:lnTo>
                    <a:pt x="127" y="63"/>
                  </a:lnTo>
                  <a:cubicBezTo>
                    <a:pt x="143" y="63"/>
                    <a:pt x="158" y="47"/>
                    <a:pt x="158" y="32"/>
                  </a:cubicBezTo>
                  <a:lnTo>
                    <a:pt x="143" y="32"/>
                  </a:lnTo>
                  <a:cubicBezTo>
                    <a:pt x="143" y="15"/>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87" name="Google Shape;4087;p46"/>
            <p:cNvSpPr/>
            <p:nvPr/>
          </p:nvSpPr>
          <p:spPr>
            <a:xfrm>
              <a:off x="3393478" y="1789749"/>
              <a:ext cx="3053" cy="4039"/>
            </a:xfrm>
            <a:custGeom>
              <a:avLst/>
              <a:gdLst/>
              <a:ahLst/>
              <a:cxnLst/>
              <a:rect l="l" t="t" r="r" b="b"/>
              <a:pathLst>
                <a:path w="96" h="127" extrusionOk="0">
                  <a:moveTo>
                    <a:pt x="95" y="0"/>
                  </a:moveTo>
                  <a:lnTo>
                    <a:pt x="95" y="17"/>
                  </a:lnTo>
                  <a:lnTo>
                    <a:pt x="95" y="17"/>
                  </a:lnTo>
                  <a:lnTo>
                    <a:pt x="95" y="0"/>
                  </a:lnTo>
                  <a:close/>
                  <a:moveTo>
                    <a:pt x="16" y="0"/>
                  </a:moveTo>
                  <a:cubicBezTo>
                    <a:pt x="16" y="0"/>
                    <a:pt x="16" y="17"/>
                    <a:pt x="1" y="32"/>
                  </a:cubicBezTo>
                  <a:cubicBezTo>
                    <a:pt x="1" y="48"/>
                    <a:pt x="1" y="80"/>
                    <a:pt x="16" y="95"/>
                  </a:cubicBezTo>
                  <a:cubicBezTo>
                    <a:pt x="16" y="111"/>
                    <a:pt x="32" y="111"/>
                    <a:pt x="32" y="111"/>
                  </a:cubicBezTo>
                  <a:lnTo>
                    <a:pt x="47" y="126"/>
                  </a:lnTo>
                  <a:lnTo>
                    <a:pt x="64" y="111"/>
                  </a:lnTo>
                  <a:cubicBezTo>
                    <a:pt x="47" y="111"/>
                    <a:pt x="47" y="95"/>
                    <a:pt x="32" y="80"/>
                  </a:cubicBezTo>
                  <a:lnTo>
                    <a:pt x="32" y="17"/>
                  </a:lnTo>
                  <a:cubicBezTo>
                    <a:pt x="32" y="17"/>
                    <a:pt x="16" y="17"/>
                    <a:pt x="16" y="0"/>
                  </a:cubicBezTo>
                  <a:close/>
                  <a:moveTo>
                    <a:pt x="95" y="0"/>
                  </a:move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88" name="Google Shape;4088;p46"/>
            <p:cNvSpPr/>
            <p:nvPr/>
          </p:nvSpPr>
          <p:spPr>
            <a:xfrm>
              <a:off x="3266199" y="1812806"/>
              <a:ext cx="3530" cy="4039"/>
            </a:xfrm>
            <a:custGeom>
              <a:avLst/>
              <a:gdLst/>
              <a:ahLst/>
              <a:cxnLst/>
              <a:rect l="l" t="t" r="r" b="b"/>
              <a:pathLst>
                <a:path w="111" h="127" extrusionOk="0">
                  <a:moveTo>
                    <a:pt x="32" y="63"/>
                  </a:moveTo>
                  <a:lnTo>
                    <a:pt x="32" y="63"/>
                  </a:lnTo>
                  <a:lnTo>
                    <a:pt x="32" y="63"/>
                  </a:lnTo>
                  <a:close/>
                  <a:moveTo>
                    <a:pt x="32" y="0"/>
                  </a:moveTo>
                  <a:lnTo>
                    <a:pt x="32" y="0"/>
                  </a:lnTo>
                  <a:cubicBezTo>
                    <a:pt x="16" y="0"/>
                    <a:pt x="1" y="17"/>
                    <a:pt x="1" y="32"/>
                  </a:cubicBezTo>
                  <a:lnTo>
                    <a:pt x="1" y="48"/>
                  </a:lnTo>
                  <a:cubicBezTo>
                    <a:pt x="16" y="63"/>
                    <a:pt x="16" y="63"/>
                    <a:pt x="32" y="63"/>
                  </a:cubicBezTo>
                  <a:lnTo>
                    <a:pt x="32" y="63"/>
                  </a:lnTo>
                  <a:lnTo>
                    <a:pt x="32" y="80"/>
                  </a:lnTo>
                  <a:lnTo>
                    <a:pt x="32" y="95"/>
                  </a:lnTo>
                  <a:cubicBezTo>
                    <a:pt x="32" y="95"/>
                    <a:pt x="32" y="111"/>
                    <a:pt x="47" y="111"/>
                  </a:cubicBezTo>
                  <a:lnTo>
                    <a:pt x="47" y="111"/>
                  </a:lnTo>
                  <a:lnTo>
                    <a:pt x="47" y="126"/>
                  </a:lnTo>
                  <a:lnTo>
                    <a:pt x="47" y="111"/>
                  </a:lnTo>
                  <a:cubicBezTo>
                    <a:pt x="64" y="95"/>
                    <a:pt x="64" y="80"/>
                    <a:pt x="79" y="80"/>
                  </a:cubicBezTo>
                  <a:lnTo>
                    <a:pt x="79" y="80"/>
                  </a:lnTo>
                  <a:lnTo>
                    <a:pt x="95" y="80"/>
                  </a:lnTo>
                  <a:cubicBezTo>
                    <a:pt x="95" y="95"/>
                    <a:pt x="95" y="95"/>
                    <a:pt x="110" y="95"/>
                  </a:cubicBezTo>
                  <a:lnTo>
                    <a:pt x="110" y="80"/>
                  </a:lnTo>
                  <a:lnTo>
                    <a:pt x="110" y="80"/>
                  </a:lnTo>
                  <a:cubicBezTo>
                    <a:pt x="110" y="63"/>
                    <a:pt x="110" y="32"/>
                    <a:pt x="95" y="17"/>
                  </a:cubicBezTo>
                  <a:cubicBezTo>
                    <a:pt x="79"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89" name="Google Shape;4089;p46"/>
            <p:cNvSpPr/>
            <p:nvPr/>
          </p:nvSpPr>
          <p:spPr>
            <a:xfrm>
              <a:off x="3267217" y="181481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90" name="Google Shape;4090;p46"/>
            <p:cNvSpPr/>
            <p:nvPr/>
          </p:nvSpPr>
          <p:spPr>
            <a:xfrm>
              <a:off x="3109344" y="1786727"/>
              <a:ext cx="6042" cy="8587"/>
            </a:xfrm>
            <a:custGeom>
              <a:avLst/>
              <a:gdLst/>
              <a:ahLst/>
              <a:cxnLst/>
              <a:rect l="l" t="t" r="r" b="b"/>
              <a:pathLst>
                <a:path w="190" h="270" extrusionOk="0">
                  <a:moveTo>
                    <a:pt x="143" y="1"/>
                  </a:moveTo>
                  <a:lnTo>
                    <a:pt x="143" y="1"/>
                  </a:lnTo>
                  <a:lnTo>
                    <a:pt x="143" y="1"/>
                  </a:lnTo>
                  <a:lnTo>
                    <a:pt x="143" y="17"/>
                  </a:lnTo>
                  <a:cubicBezTo>
                    <a:pt x="158" y="32"/>
                    <a:pt x="143" y="49"/>
                    <a:pt x="127" y="49"/>
                  </a:cubicBezTo>
                  <a:lnTo>
                    <a:pt x="112" y="64"/>
                  </a:lnTo>
                  <a:lnTo>
                    <a:pt x="127" y="158"/>
                  </a:lnTo>
                  <a:cubicBezTo>
                    <a:pt x="95" y="190"/>
                    <a:pt x="80" y="206"/>
                    <a:pt x="49" y="206"/>
                  </a:cubicBezTo>
                  <a:cubicBezTo>
                    <a:pt x="32" y="206"/>
                    <a:pt x="17" y="190"/>
                    <a:pt x="17" y="190"/>
                  </a:cubicBezTo>
                  <a:lnTo>
                    <a:pt x="1" y="206"/>
                  </a:lnTo>
                  <a:cubicBezTo>
                    <a:pt x="1" y="206"/>
                    <a:pt x="17" y="221"/>
                    <a:pt x="17" y="253"/>
                  </a:cubicBezTo>
                  <a:lnTo>
                    <a:pt x="32" y="269"/>
                  </a:lnTo>
                  <a:lnTo>
                    <a:pt x="32" y="269"/>
                  </a:lnTo>
                  <a:lnTo>
                    <a:pt x="49" y="269"/>
                  </a:lnTo>
                  <a:lnTo>
                    <a:pt x="95" y="253"/>
                  </a:lnTo>
                  <a:lnTo>
                    <a:pt x="112" y="253"/>
                  </a:lnTo>
                  <a:lnTo>
                    <a:pt x="112" y="253"/>
                  </a:lnTo>
                  <a:lnTo>
                    <a:pt x="127" y="253"/>
                  </a:lnTo>
                  <a:lnTo>
                    <a:pt x="143" y="238"/>
                  </a:lnTo>
                  <a:cubicBezTo>
                    <a:pt x="158" y="238"/>
                    <a:pt x="158" y="221"/>
                    <a:pt x="175" y="221"/>
                  </a:cubicBezTo>
                  <a:lnTo>
                    <a:pt x="175" y="206"/>
                  </a:lnTo>
                  <a:lnTo>
                    <a:pt x="175" y="175"/>
                  </a:lnTo>
                  <a:cubicBezTo>
                    <a:pt x="158" y="158"/>
                    <a:pt x="175" y="143"/>
                    <a:pt x="190" y="143"/>
                  </a:cubicBezTo>
                  <a:lnTo>
                    <a:pt x="175" y="32"/>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91" name="Google Shape;4091;p46"/>
            <p:cNvSpPr/>
            <p:nvPr/>
          </p:nvSpPr>
          <p:spPr>
            <a:xfrm>
              <a:off x="3298766" y="1810803"/>
              <a:ext cx="4039" cy="2035"/>
            </a:xfrm>
            <a:custGeom>
              <a:avLst/>
              <a:gdLst/>
              <a:ahLst/>
              <a:cxnLst/>
              <a:rect l="l" t="t" r="r" b="b"/>
              <a:pathLst>
                <a:path w="127" h="64" extrusionOk="0">
                  <a:moveTo>
                    <a:pt x="95" y="0"/>
                  </a:moveTo>
                  <a:lnTo>
                    <a:pt x="95" y="0"/>
                  </a:lnTo>
                  <a:lnTo>
                    <a:pt x="80" y="0"/>
                  </a:lnTo>
                  <a:lnTo>
                    <a:pt x="0" y="32"/>
                  </a:lnTo>
                  <a:lnTo>
                    <a:pt x="0" y="32"/>
                  </a:lnTo>
                  <a:lnTo>
                    <a:pt x="48" y="63"/>
                  </a:lnTo>
                  <a:lnTo>
                    <a:pt x="48" y="63"/>
                  </a:lnTo>
                  <a:lnTo>
                    <a:pt x="63" y="63"/>
                  </a:lnTo>
                  <a:lnTo>
                    <a:pt x="95" y="63"/>
                  </a:lnTo>
                  <a:lnTo>
                    <a:pt x="95" y="63"/>
                  </a:lnTo>
                  <a:cubicBezTo>
                    <a:pt x="111" y="63"/>
                    <a:pt x="111" y="63"/>
                    <a:pt x="126" y="48"/>
                  </a:cubicBezTo>
                  <a:lnTo>
                    <a:pt x="126" y="32"/>
                  </a:lnTo>
                  <a:cubicBezTo>
                    <a:pt x="126" y="17"/>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92" name="Google Shape;4092;p46"/>
            <p:cNvSpPr/>
            <p:nvPr/>
          </p:nvSpPr>
          <p:spPr>
            <a:xfrm>
              <a:off x="3325322" y="1814333"/>
              <a:ext cx="10558" cy="9032"/>
            </a:xfrm>
            <a:custGeom>
              <a:avLst/>
              <a:gdLst/>
              <a:ahLst/>
              <a:cxnLst/>
              <a:rect l="l" t="t" r="r" b="b"/>
              <a:pathLst>
                <a:path w="332" h="284" extrusionOk="0">
                  <a:moveTo>
                    <a:pt x="205" y="78"/>
                  </a:moveTo>
                  <a:lnTo>
                    <a:pt x="205" y="78"/>
                  </a:lnTo>
                  <a:lnTo>
                    <a:pt x="190" y="78"/>
                  </a:lnTo>
                  <a:cubicBezTo>
                    <a:pt x="190" y="95"/>
                    <a:pt x="174" y="95"/>
                    <a:pt x="174" y="95"/>
                  </a:cubicBezTo>
                  <a:cubicBezTo>
                    <a:pt x="174" y="95"/>
                    <a:pt x="174" y="110"/>
                    <a:pt x="159" y="110"/>
                  </a:cubicBezTo>
                  <a:lnTo>
                    <a:pt x="142" y="126"/>
                  </a:lnTo>
                  <a:lnTo>
                    <a:pt x="159" y="173"/>
                  </a:lnTo>
                  <a:cubicBezTo>
                    <a:pt x="159" y="173"/>
                    <a:pt x="174" y="189"/>
                    <a:pt x="190" y="189"/>
                  </a:cubicBezTo>
                  <a:lnTo>
                    <a:pt x="253" y="221"/>
                  </a:lnTo>
                  <a:lnTo>
                    <a:pt x="253" y="252"/>
                  </a:lnTo>
                  <a:lnTo>
                    <a:pt x="32" y="221"/>
                  </a:lnTo>
                  <a:lnTo>
                    <a:pt x="32" y="221"/>
                  </a:lnTo>
                  <a:cubicBezTo>
                    <a:pt x="16" y="221"/>
                    <a:pt x="1" y="221"/>
                    <a:pt x="1" y="236"/>
                  </a:cubicBezTo>
                  <a:cubicBezTo>
                    <a:pt x="1" y="252"/>
                    <a:pt x="1" y="284"/>
                    <a:pt x="32" y="284"/>
                  </a:cubicBezTo>
                  <a:lnTo>
                    <a:pt x="79" y="284"/>
                  </a:lnTo>
                  <a:cubicBezTo>
                    <a:pt x="174" y="284"/>
                    <a:pt x="253" y="284"/>
                    <a:pt x="331" y="267"/>
                  </a:cubicBezTo>
                  <a:lnTo>
                    <a:pt x="316" y="204"/>
                  </a:lnTo>
                  <a:lnTo>
                    <a:pt x="300" y="204"/>
                  </a:lnTo>
                  <a:cubicBezTo>
                    <a:pt x="300" y="221"/>
                    <a:pt x="285" y="221"/>
                    <a:pt x="285" y="221"/>
                  </a:cubicBezTo>
                  <a:cubicBezTo>
                    <a:pt x="268" y="221"/>
                    <a:pt x="253" y="204"/>
                    <a:pt x="253" y="204"/>
                  </a:cubicBezTo>
                  <a:cubicBezTo>
                    <a:pt x="237" y="189"/>
                    <a:pt x="253" y="158"/>
                    <a:pt x="268" y="158"/>
                  </a:cubicBezTo>
                  <a:lnTo>
                    <a:pt x="268" y="158"/>
                  </a:lnTo>
                  <a:lnTo>
                    <a:pt x="253" y="141"/>
                  </a:lnTo>
                  <a:lnTo>
                    <a:pt x="237" y="158"/>
                  </a:lnTo>
                  <a:lnTo>
                    <a:pt x="222" y="158"/>
                  </a:lnTo>
                  <a:cubicBezTo>
                    <a:pt x="205" y="158"/>
                    <a:pt x="205" y="141"/>
                    <a:pt x="190" y="126"/>
                  </a:cubicBezTo>
                  <a:cubicBezTo>
                    <a:pt x="190" y="110"/>
                    <a:pt x="205" y="95"/>
                    <a:pt x="205" y="95"/>
                  </a:cubicBezTo>
                  <a:lnTo>
                    <a:pt x="205" y="78"/>
                  </a:lnTo>
                  <a:close/>
                  <a:moveTo>
                    <a:pt x="127" y="0"/>
                  </a:moveTo>
                  <a:lnTo>
                    <a:pt x="127" y="15"/>
                  </a:lnTo>
                  <a:lnTo>
                    <a:pt x="127" y="32"/>
                  </a:lnTo>
                  <a:lnTo>
                    <a:pt x="127" y="32"/>
                  </a:lnTo>
                  <a:lnTo>
                    <a:pt x="127" y="47"/>
                  </a:lnTo>
                  <a:lnTo>
                    <a:pt x="127" y="47"/>
                  </a:lnTo>
                  <a:cubicBezTo>
                    <a:pt x="142" y="47"/>
                    <a:pt x="142" y="32"/>
                    <a:pt x="142" y="32"/>
                  </a:cubicBezTo>
                  <a:lnTo>
                    <a:pt x="159" y="32"/>
                  </a:lnTo>
                  <a:cubicBezTo>
                    <a:pt x="142" y="32"/>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93" name="Google Shape;4093;p46"/>
            <p:cNvSpPr/>
            <p:nvPr/>
          </p:nvSpPr>
          <p:spPr>
            <a:xfrm>
              <a:off x="3167004" y="1800785"/>
              <a:ext cx="7505" cy="5534"/>
            </a:xfrm>
            <a:custGeom>
              <a:avLst/>
              <a:gdLst/>
              <a:ahLst/>
              <a:cxnLst/>
              <a:rect l="l" t="t" r="r" b="b"/>
              <a:pathLst>
                <a:path w="236" h="174" extrusionOk="0">
                  <a:moveTo>
                    <a:pt x="221" y="111"/>
                  </a:moveTo>
                  <a:lnTo>
                    <a:pt x="126" y="126"/>
                  </a:lnTo>
                  <a:lnTo>
                    <a:pt x="126" y="126"/>
                  </a:lnTo>
                  <a:lnTo>
                    <a:pt x="110" y="126"/>
                  </a:lnTo>
                  <a:lnTo>
                    <a:pt x="78" y="126"/>
                  </a:lnTo>
                  <a:lnTo>
                    <a:pt x="78" y="142"/>
                  </a:lnTo>
                  <a:cubicBezTo>
                    <a:pt x="95" y="142"/>
                    <a:pt x="95" y="158"/>
                    <a:pt x="95" y="158"/>
                  </a:cubicBezTo>
                  <a:cubicBezTo>
                    <a:pt x="110" y="174"/>
                    <a:pt x="110" y="174"/>
                    <a:pt x="126" y="174"/>
                  </a:cubicBezTo>
                  <a:lnTo>
                    <a:pt x="126" y="174"/>
                  </a:lnTo>
                  <a:lnTo>
                    <a:pt x="204" y="142"/>
                  </a:lnTo>
                  <a:cubicBezTo>
                    <a:pt x="221" y="142"/>
                    <a:pt x="221" y="126"/>
                    <a:pt x="221" y="126"/>
                  </a:cubicBezTo>
                  <a:lnTo>
                    <a:pt x="221" y="111"/>
                  </a:lnTo>
                  <a:close/>
                  <a:moveTo>
                    <a:pt x="78" y="16"/>
                  </a:moveTo>
                  <a:lnTo>
                    <a:pt x="78" y="16"/>
                  </a:lnTo>
                  <a:cubicBezTo>
                    <a:pt x="63" y="16"/>
                    <a:pt x="63" y="32"/>
                    <a:pt x="47" y="32"/>
                  </a:cubicBezTo>
                  <a:lnTo>
                    <a:pt x="47" y="32"/>
                  </a:lnTo>
                  <a:cubicBezTo>
                    <a:pt x="47" y="32"/>
                    <a:pt x="32" y="32"/>
                    <a:pt x="32" y="16"/>
                  </a:cubicBezTo>
                  <a:cubicBezTo>
                    <a:pt x="15" y="32"/>
                    <a:pt x="0" y="48"/>
                    <a:pt x="0" y="63"/>
                  </a:cubicBezTo>
                  <a:lnTo>
                    <a:pt x="15" y="79"/>
                  </a:lnTo>
                  <a:lnTo>
                    <a:pt x="32" y="79"/>
                  </a:lnTo>
                  <a:lnTo>
                    <a:pt x="95" y="63"/>
                  </a:lnTo>
                  <a:lnTo>
                    <a:pt x="95" y="48"/>
                  </a:lnTo>
                  <a:lnTo>
                    <a:pt x="110" y="48"/>
                  </a:lnTo>
                  <a:lnTo>
                    <a:pt x="110" y="48"/>
                  </a:lnTo>
                  <a:lnTo>
                    <a:pt x="110" y="48"/>
                  </a:lnTo>
                  <a:lnTo>
                    <a:pt x="141" y="48"/>
                  </a:lnTo>
                  <a:lnTo>
                    <a:pt x="126" y="48"/>
                  </a:lnTo>
                  <a:lnTo>
                    <a:pt x="126" y="48"/>
                  </a:lnTo>
                  <a:lnTo>
                    <a:pt x="126" y="48"/>
                  </a:lnTo>
                  <a:cubicBezTo>
                    <a:pt x="110" y="48"/>
                    <a:pt x="110" y="32"/>
                    <a:pt x="95" y="32"/>
                  </a:cubicBezTo>
                  <a:lnTo>
                    <a:pt x="78" y="16"/>
                  </a:lnTo>
                  <a:close/>
                  <a:moveTo>
                    <a:pt x="236" y="0"/>
                  </a:moveTo>
                  <a:lnTo>
                    <a:pt x="221" y="0"/>
                  </a:lnTo>
                  <a:lnTo>
                    <a:pt x="158" y="32"/>
                  </a:lnTo>
                  <a:lnTo>
                    <a:pt x="158" y="48"/>
                  </a:lnTo>
                  <a:lnTo>
                    <a:pt x="236" y="48"/>
                  </a:lnTo>
                  <a:lnTo>
                    <a:pt x="236"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94" name="Google Shape;4094;p46"/>
            <p:cNvSpPr/>
            <p:nvPr/>
          </p:nvSpPr>
          <p:spPr>
            <a:xfrm>
              <a:off x="3442074" y="1778236"/>
              <a:ext cx="4548" cy="6520"/>
            </a:xfrm>
            <a:custGeom>
              <a:avLst/>
              <a:gdLst/>
              <a:ahLst/>
              <a:cxnLst/>
              <a:rect l="l" t="t" r="r" b="b"/>
              <a:pathLst>
                <a:path w="143" h="205" extrusionOk="0">
                  <a:moveTo>
                    <a:pt x="48" y="1"/>
                  </a:moveTo>
                  <a:lnTo>
                    <a:pt x="32" y="32"/>
                  </a:lnTo>
                  <a:cubicBezTo>
                    <a:pt x="32" y="32"/>
                    <a:pt x="17" y="47"/>
                    <a:pt x="0" y="47"/>
                  </a:cubicBezTo>
                  <a:lnTo>
                    <a:pt x="0" y="47"/>
                  </a:lnTo>
                  <a:lnTo>
                    <a:pt x="0" y="47"/>
                  </a:lnTo>
                  <a:lnTo>
                    <a:pt x="0" y="47"/>
                  </a:lnTo>
                  <a:lnTo>
                    <a:pt x="0" y="79"/>
                  </a:lnTo>
                  <a:cubicBezTo>
                    <a:pt x="0" y="95"/>
                    <a:pt x="0" y="110"/>
                    <a:pt x="17" y="110"/>
                  </a:cubicBezTo>
                  <a:lnTo>
                    <a:pt x="17" y="127"/>
                  </a:lnTo>
                  <a:cubicBezTo>
                    <a:pt x="17" y="142"/>
                    <a:pt x="32" y="158"/>
                    <a:pt x="32" y="158"/>
                  </a:cubicBezTo>
                  <a:lnTo>
                    <a:pt x="48" y="142"/>
                  </a:lnTo>
                  <a:lnTo>
                    <a:pt x="63" y="142"/>
                  </a:lnTo>
                  <a:lnTo>
                    <a:pt x="63" y="142"/>
                  </a:lnTo>
                  <a:cubicBezTo>
                    <a:pt x="80" y="158"/>
                    <a:pt x="95" y="173"/>
                    <a:pt x="95" y="190"/>
                  </a:cubicBezTo>
                  <a:lnTo>
                    <a:pt x="95" y="190"/>
                  </a:lnTo>
                  <a:lnTo>
                    <a:pt x="111" y="205"/>
                  </a:lnTo>
                  <a:lnTo>
                    <a:pt x="111" y="205"/>
                  </a:lnTo>
                  <a:lnTo>
                    <a:pt x="111" y="205"/>
                  </a:lnTo>
                  <a:cubicBezTo>
                    <a:pt x="143" y="205"/>
                    <a:pt x="143" y="173"/>
                    <a:pt x="143" y="158"/>
                  </a:cubicBezTo>
                  <a:cubicBezTo>
                    <a:pt x="143" y="142"/>
                    <a:pt x="126" y="127"/>
                    <a:pt x="111" y="127"/>
                  </a:cubicBezTo>
                  <a:lnTo>
                    <a:pt x="111" y="142"/>
                  </a:lnTo>
                  <a:lnTo>
                    <a:pt x="95" y="142"/>
                  </a:lnTo>
                  <a:lnTo>
                    <a:pt x="95" y="142"/>
                  </a:lnTo>
                  <a:lnTo>
                    <a:pt x="95" y="110"/>
                  </a:lnTo>
                  <a:cubicBezTo>
                    <a:pt x="95" y="95"/>
                    <a:pt x="95" y="79"/>
                    <a:pt x="80" y="47"/>
                  </a:cubicBezTo>
                  <a:lnTo>
                    <a:pt x="80" y="32"/>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95" name="Google Shape;4095;p46"/>
            <p:cNvSpPr/>
            <p:nvPr/>
          </p:nvSpPr>
          <p:spPr>
            <a:xfrm>
              <a:off x="3318326" y="1778713"/>
              <a:ext cx="5534" cy="9064"/>
            </a:xfrm>
            <a:custGeom>
              <a:avLst/>
              <a:gdLst/>
              <a:ahLst/>
              <a:cxnLst/>
              <a:rect l="l" t="t" r="r" b="b"/>
              <a:pathLst>
                <a:path w="174" h="285" extrusionOk="0">
                  <a:moveTo>
                    <a:pt x="95" y="1"/>
                  </a:moveTo>
                  <a:lnTo>
                    <a:pt x="79" y="17"/>
                  </a:lnTo>
                  <a:cubicBezTo>
                    <a:pt x="95" y="32"/>
                    <a:pt x="79" y="49"/>
                    <a:pt x="63" y="49"/>
                  </a:cubicBezTo>
                  <a:lnTo>
                    <a:pt x="47" y="49"/>
                  </a:lnTo>
                  <a:lnTo>
                    <a:pt x="47" y="49"/>
                  </a:lnTo>
                  <a:lnTo>
                    <a:pt x="0" y="190"/>
                  </a:lnTo>
                  <a:cubicBezTo>
                    <a:pt x="0" y="206"/>
                    <a:pt x="0" y="221"/>
                    <a:pt x="16" y="221"/>
                  </a:cubicBezTo>
                  <a:cubicBezTo>
                    <a:pt x="16" y="238"/>
                    <a:pt x="32" y="238"/>
                    <a:pt x="32" y="238"/>
                  </a:cubicBezTo>
                  <a:lnTo>
                    <a:pt x="32" y="238"/>
                  </a:lnTo>
                  <a:lnTo>
                    <a:pt x="32" y="238"/>
                  </a:lnTo>
                  <a:cubicBezTo>
                    <a:pt x="47" y="253"/>
                    <a:pt x="47" y="269"/>
                    <a:pt x="79" y="284"/>
                  </a:cubicBezTo>
                  <a:lnTo>
                    <a:pt x="95" y="284"/>
                  </a:lnTo>
                  <a:cubicBezTo>
                    <a:pt x="110" y="284"/>
                    <a:pt x="126" y="284"/>
                    <a:pt x="126" y="269"/>
                  </a:cubicBezTo>
                  <a:lnTo>
                    <a:pt x="126" y="238"/>
                  </a:lnTo>
                  <a:lnTo>
                    <a:pt x="142" y="238"/>
                  </a:lnTo>
                  <a:cubicBezTo>
                    <a:pt x="173" y="238"/>
                    <a:pt x="173" y="221"/>
                    <a:pt x="173" y="206"/>
                  </a:cubicBezTo>
                  <a:lnTo>
                    <a:pt x="173" y="175"/>
                  </a:lnTo>
                  <a:lnTo>
                    <a:pt x="173" y="158"/>
                  </a:lnTo>
                  <a:cubicBezTo>
                    <a:pt x="158" y="143"/>
                    <a:pt x="158" y="143"/>
                    <a:pt x="142" y="143"/>
                  </a:cubicBezTo>
                  <a:lnTo>
                    <a:pt x="142" y="143"/>
                  </a:lnTo>
                  <a:lnTo>
                    <a:pt x="126" y="143"/>
                  </a:lnTo>
                  <a:lnTo>
                    <a:pt x="126" y="143"/>
                  </a:lnTo>
                  <a:lnTo>
                    <a:pt x="126" y="143"/>
                  </a:lnTo>
                  <a:lnTo>
                    <a:pt x="95" y="143"/>
                  </a:lnTo>
                  <a:lnTo>
                    <a:pt x="110" y="32"/>
                  </a:lnTo>
                  <a:cubicBezTo>
                    <a:pt x="126" y="17"/>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96" name="Google Shape;4096;p46"/>
            <p:cNvSpPr/>
            <p:nvPr/>
          </p:nvSpPr>
          <p:spPr>
            <a:xfrm>
              <a:off x="3421020" y="1804792"/>
              <a:ext cx="4580" cy="5534"/>
            </a:xfrm>
            <a:custGeom>
              <a:avLst/>
              <a:gdLst/>
              <a:ahLst/>
              <a:cxnLst/>
              <a:rect l="l" t="t" r="r" b="b"/>
              <a:pathLst>
                <a:path w="144" h="174" extrusionOk="0">
                  <a:moveTo>
                    <a:pt x="32" y="0"/>
                  </a:moveTo>
                  <a:lnTo>
                    <a:pt x="32" y="0"/>
                  </a:lnTo>
                  <a:lnTo>
                    <a:pt x="17" y="0"/>
                  </a:lnTo>
                  <a:cubicBezTo>
                    <a:pt x="1" y="16"/>
                    <a:pt x="1" y="16"/>
                    <a:pt x="1" y="32"/>
                  </a:cubicBezTo>
                  <a:cubicBezTo>
                    <a:pt x="17" y="32"/>
                    <a:pt x="17" y="48"/>
                    <a:pt x="17" y="48"/>
                  </a:cubicBezTo>
                  <a:lnTo>
                    <a:pt x="17" y="48"/>
                  </a:lnTo>
                  <a:lnTo>
                    <a:pt x="32" y="79"/>
                  </a:lnTo>
                  <a:lnTo>
                    <a:pt x="49" y="79"/>
                  </a:lnTo>
                  <a:lnTo>
                    <a:pt x="64" y="111"/>
                  </a:lnTo>
                  <a:lnTo>
                    <a:pt x="64" y="126"/>
                  </a:lnTo>
                  <a:cubicBezTo>
                    <a:pt x="64" y="142"/>
                    <a:pt x="64" y="158"/>
                    <a:pt x="80" y="174"/>
                  </a:cubicBezTo>
                  <a:lnTo>
                    <a:pt x="95" y="174"/>
                  </a:lnTo>
                  <a:cubicBezTo>
                    <a:pt x="112" y="174"/>
                    <a:pt x="127" y="158"/>
                    <a:pt x="127" y="158"/>
                  </a:cubicBezTo>
                  <a:lnTo>
                    <a:pt x="127" y="158"/>
                  </a:lnTo>
                  <a:lnTo>
                    <a:pt x="143" y="126"/>
                  </a:lnTo>
                  <a:lnTo>
                    <a:pt x="143" y="79"/>
                  </a:lnTo>
                  <a:lnTo>
                    <a:pt x="80" y="32"/>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97" name="Google Shape;4097;p46"/>
            <p:cNvSpPr/>
            <p:nvPr/>
          </p:nvSpPr>
          <p:spPr>
            <a:xfrm>
              <a:off x="3404991" y="1788731"/>
              <a:ext cx="6551" cy="7569"/>
            </a:xfrm>
            <a:custGeom>
              <a:avLst/>
              <a:gdLst/>
              <a:ahLst/>
              <a:cxnLst/>
              <a:rect l="l" t="t" r="r" b="b"/>
              <a:pathLst>
                <a:path w="206" h="238" extrusionOk="0">
                  <a:moveTo>
                    <a:pt x="32" y="1"/>
                  </a:moveTo>
                  <a:lnTo>
                    <a:pt x="0" y="32"/>
                  </a:lnTo>
                  <a:lnTo>
                    <a:pt x="0" y="49"/>
                  </a:lnTo>
                  <a:lnTo>
                    <a:pt x="17" y="32"/>
                  </a:lnTo>
                  <a:lnTo>
                    <a:pt x="32" y="32"/>
                  </a:lnTo>
                  <a:lnTo>
                    <a:pt x="32" y="32"/>
                  </a:lnTo>
                  <a:cubicBezTo>
                    <a:pt x="48" y="32"/>
                    <a:pt x="63" y="32"/>
                    <a:pt x="63" y="49"/>
                  </a:cubicBezTo>
                  <a:cubicBezTo>
                    <a:pt x="80" y="64"/>
                    <a:pt x="63" y="80"/>
                    <a:pt x="48" y="95"/>
                  </a:cubicBezTo>
                  <a:cubicBezTo>
                    <a:pt x="32" y="95"/>
                    <a:pt x="32" y="112"/>
                    <a:pt x="32" y="112"/>
                  </a:cubicBezTo>
                  <a:lnTo>
                    <a:pt x="32" y="127"/>
                  </a:lnTo>
                  <a:lnTo>
                    <a:pt x="48" y="143"/>
                  </a:lnTo>
                  <a:lnTo>
                    <a:pt x="63" y="143"/>
                  </a:lnTo>
                  <a:lnTo>
                    <a:pt x="127" y="158"/>
                  </a:lnTo>
                  <a:lnTo>
                    <a:pt x="127" y="158"/>
                  </a:lnTo>
                  <a:cubicBezTo>
                    <a:pt x="127" y="175"/>
                    <a:pt x="143" y="175"/>
                    <a:pt x="143" y="190"/>
                  </a:cubicBezTo>
                  <a:cubicBezTo>
                    <a:pt x="143" y="206"/>
                    <a:pt x="143" y="221"/>
                    <a:pt x="127" y="238"/>
                  </a:cubicBezTo>
                  <a:lnTo>
                    <a:pt x="127" y="238"/>
                  </a:lnTo>
                  <a:lnTo>
                    <a:pt x="143" y="238"/>
                  </a:lnTo>
                  <a:cubicBezTo>
                    <a:pt x="158" y="238"/>
                    <a:pt x="174" y="221"/>
                    <a:pt x="174" y="221"/>
                  </a:cubicBezTo>
                  <a:lnTo>
                    <a:pt x="174" y="206"/>
                  </a:lnTo>
                  <a:lnTo>
                    <a:pt x="190" y="175"/>
                  </a:lnTo>
                  <a:cubicBezTo>
                    <a:pt x="190" y="158"/>
                    <a:pt x="174" y="158"/>
                    <a:pt x="174" y="143"/>
                  </a:cubicBezTo>
                  <a:cubicBezTo>
                    <a:pt x="174" y="127"/>
                    <a:pt x="190" y="112"/>
                    <a:pt x="206" y="112"/>
                  </a:cubicBezTo>
                  <a:cubicBezTo>
                    <a:pt x="206" y="95"/>
                    <a:pt x="190" y="95"/>
                    <a:pt x="190" y="95"/>
                  </a:cubicBezTo>
                  <a:lnTo>
                    <a:pt x="95" y="80"/>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98" name="Google Shape;4098;p46"/>
            <p:cNvSpPr/>
            <p:nvPr/>
          </p:nvSpPr>
          <p:spPr>
            <a:xfrm>
              <a:off x="3085300" y="1808799"/>
              <a:ext cx="3562" cy="2544"/>
            </a:xfrm>
            <a:custGeom>
              <a:avLst/>
              <a:gdLst/>
              <a:ahLst/>
              <a:cxnLst/>
              <a:rect l="l" t="t" r="r" b="b"/>
              <a:pathLst>
                <a:path w="112" h="80" extrusionOk="0">
                  <a:moveTo>
                    <a:pt x="32" y="0"/>
                  </a:moveTo>
                  <a:lnTo>
                    <a:pt x="32" y="0"/>
                  </a:lnTo>
                  <a:lnTo>
                    <a:pt x="0" y="0"/>
                  </a:lnTo>
                  <a:cubicBezTo>
                    <a:pt x="17" y="0"/>
                    <a:pt x="32" y="16"/>
                    <a:pt x="32" y="32"/>
                  </a:cubicBezTo>
                  <a:cubicBezTo>
                    <a:pt x="48" y="32"/>
                    <a:pt x="48" y="48"/>
                    <a:pt x="48" y="48"/>
                  </a:cubicBezTo>
                  <a:lnTo>
                    <a:pt x="63" y="80"/>
                  </a:lnTo>
                  <a:lnTo>
                    <a:pt x="80" y="80"/>
                  </a:lnTo>
                  <a:lnTo>
                    <a:pt x="95" y="48"/>
                  </a:lnTo>
                  <a:cubicBezTo>
                    <a:pt x="95" y="32"/>
                    <a:pt x="111" y="32"/>
                    <a:pt x="111" y="32"/>
                  </a:cubicBezTo>
                  <a:lnTo>
                    <a:pt x="111" y="32"/>
                  </a:lnTo>
                  <a:cubicBezTo>
                    <a:pt x="95" y="16"/>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099" name="Google Shape;4099;p46"/>
            <p:cNvSpPr/>
            <p:nvPr/>
          </p:nvSpPr>
          <p:spPr>
            <a:xfrm>
              <a:off x="3096336" y="1784247"/>
              <a:ext cx="6551" cy="4039"/>
            </a:xfrm>
            <a:custGeom>
              <a:avLst/>
              <a:gdLst/>
              <a:ahLst/>
              <a:cxnLst/>
              <a:rect l="l" t="t" r="r" b="b"/>
              <a:pathLst>
                <a:path w="206" h="127" extrusionOk="0">
                  <a:moveTo>
                    <a:pt x="158" y="1"/>
                  </a:moveTo>
                  <a:cubicBezTo>
                    <a:pt x="111" y="1"/>
                    <a:pt x="79" y="16"/>
                    <a:pt x="32" y="16"/>
                  </a:cubicBezTo>
                  <a:lnTo>
                    <a:pt x="16" y="47"/>
                  </a:lnTo>
                  <a:cubicBezTo>
                    <a:pt x="0" y="64"/>
                    <a:pt x="0" y="79"/>
                    <a:pt x="16" y="95"/>
                  </a:cubicBezTo>
                  <a:cubicBezTo>
                    <a:pt x="16" y="95"/>
                    <a:pt x="32" y="95"/>
                    <a:pt x="32" y="110"/>
                  </a:cubicBezTo>
                  <a:lnTo>
                    <a:pt x="111" y="64"/>
                  </a:lnTo>
                  <a:lnTo>
                    <a:pt x="126" y="64"/>
                  </a:lnTo>
                  <a:lnTo>
                    <a:pt x="126" y="64"/>
                  </a:lnTo>
                  <a:cubicBezTo>
                    <a:pt x="142" y="64"/>
                    <a:pt x="158" y="64"/>
                    <a:pt x="158" y="79"/>
                  </a:cubicBezTo>
                  <a:cubicBezTo>
                    <a:pt x="174" y="95"/>
                    <a:pt x="158" y="110"/>
                    <a:pt x="158" y="127"/>
                  </a:cubicBezTo>
                  <a:lnTo>
                    <a:pt x="158" y="127"/>
                  </a:lnTo>
                  <a:lnTo>
                    <a:pt x="158" y="127"/>
                  </a:lnTo>
                  <a:cubicBezTo>
                    <a:pt x="174" y="127"/>
                    <a:pt x="189" y="110"/>
                    <a:pt x="189" y="95"/>
                  </a:cubicBezTo>
                  <a:cubicBezTo>
                    <a:pt x="205" y="47"/>
                    <a:pt x="189"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00" name="Google Shape;4100;p46"/>
            <p:cNvSpPr/>
            <p:nvPr/>
          </p:nvSpPr>
          <p:spPr>
            <a:xfrm>
              <a:off x="3400506" y="1804792"/>
              <a:ext cx="4516" cy="3021"/>
            </a:xfrm>
            <a:custGeom>
              <a:avLst/>
              <a:gdLst/>
              <a:ahLst/>
              <a:cxnLst/>
              <a:rect l="l" t="t" r="r" b="b"/>
              <a:pathLst>
                <a:path w="142" h="95" extrusionOk="0">
                  <a:moveTo>
                    <a:pt x="32" y="0"/>
                  </a:moveTo>
                  <a:lnTo>
                    <a:pt x="0" y="16"/>
                  </a:lnTo>
                  <a:lnTo>
                    <a:pt x="0" y="16"/>
                  </a:lnTo>
                  <a:lnTo>
                    <a:pt x="0" y="48"/>
                  </a:lnTo>
                  <a:cubicBezTo>
                    <a:pt x="0" y="48"/>
                    <a:pt x="0" y="63"/>
                    <a:pt x="15" y="63"/>
                  </a:cubicBezTo>
                  <a:lnTo>
                    <a:pt x="15" y="63"/>
                  </a:lnTo>
                  <a:lnTo>
                    <a:pt x="95" y="95"/>
                  </a:lnTo>
                  <a:lnTo>
                    <a:pt x="110" y="95"/>
                  </a:lnTo>
                  <a:cubicBezTo>
                    <a:pt x="110" y="95"/>
                    <a:pt x="126" y="95"/>
                    <a:pt x="141" y="79"/>
                  </a:cubicBezTo>
                  <a:cubicBezTo>
                    <a:pt x="141" y="63"/>
                    <a:pt x="126" y="48"/>
                    <a:pt x="110" y="32"/>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01" name="Google Shape;4101;p46"/>
            <p:cNvSpPr/>
            <p:nvPr/>
          </p:nvSpPr>
          <p:spPr>
            <a:xfrm>
              <a:off x="3020166" y="1794265"/>
              <a:ext cx="6551" cy="7537"/>
            </a:xfrm>
            <a:custGeom>
              <a:avLst/>
              <a:gdLst/>
              <a:ahLst/>
              <a:cxnLst/>
              <a:rect l="l" t="t" r="r" b="b"/>
              <a:pathLst>
                <a:path w="206" h="237" extrusionOk="0">
                  <a:moveTo>
                    <a:pt x="111" y="158"/>
                  </a:moveTo>
                  <a:lnTo>
                    <a:pt x="95" y="158"/>
                  </a:lnTo>
                  <a:lnTo>
                    <a:pt x="95" y="158"/>
                  </a:lnTo>
                  <a:cubicBezTo>
                    <a:pt x="111" y="158"/>
                    <a:pt x="111" y="174"/>
                    <a:pt x="111" y="174"/>
                  </a:cubicBezTo>
                  <a:cubicBezTo>
                    <a:pt x="126" y="190"/>
                    <a:pt x="111" y="221"/>
                    <a:pt x="95" y="221"/>
                  </a:cubicBezTo>
                  <a:lnTo>
                    <a:pt x="80" y="221"/>
                  </a:lnTo>
                  <a:lnTo>
                    <a:pt x="80" y="237"/>
                  </a:lnTo>
                  <a:lnTo>
                    <a:pt x="95" y="237"/>
                  </a:lnTo>
                  <a:lnTo>
                    <a:pt x="95" y="237"/>
                  </a:lnTo>
                  <a:lnTo>
                    <a:pt x="174" y="237"/>
                  </a:lnTo>
                  <a:cubicBezTo>
                    <a:pt x="189" y="237"/>
                    <a:pt x="206" y="205"/>
                    <a:pt x="206" y="190"/>
                  </a:cubicBezTo>
                  <a:cubicBezTo>
                    <a:pt x="189" y="174"/>
                    <a:pt x="189" y="158"/>
                    <a:pt x="158" y="158"/>
                  </a:cubicBezTo>
                  <a:lnTo>
                    <a:pt x="158" y="158"/>
                  </a:lnTo>
                  <a:lnTo>
                    <a:pt x="126" y="174"/>
                  </a:lnTo>
                  <a:lnTo>
                    <a:pt x="111" y="158"/>
                  </a:lnTo>
                  <a:close/>
                  <a:moveTo>
                    <a:pt x="32" y="1"/>
                  </a:moveTo>
                  <a:lnTo>
                    <a:pt x="32" y="1"/>
                  </a:lnTo>
                  <a:lnTo>
                    <a:pt x="32" y="1"/>
                  </a:lnTo>
                  <a:cubicBezTo>
                    <a:pt x="17" y="1"/>
                    <a:pt x="0" y="16"/>
                    <a:pt x="0" y="47"/>
                  </a:cubicBezTo>
                  <a:lnTo>
                    <a:pt x="0" y="47"/>
                  </a:lnTo>
                  <a:lnTo>
                    <a:pt x="32" y="110"/>
                  </a:lnTo>
                  <a:lnTo>
                    <a:pt x="32" y="110"/>
                  </a:lnTo>
                  <a:cubicBezTo>
                    <a:pt x="32" y="127"/>
                    <a:pt x="48" y="127"/>
                    <a:pt x="48" y="142"/>
                  </a:cubicBezTo>
                  <a:lnTo>
                    <a:pt x="48" y="158"/>
                  </a:lnTo>
                  <a:lnTo>
                    <a:pt x="48" y="174"/>
                  </a:lnTo>
                  <a:cubicBezTo>
                    <a:pt x="48" y="158"/>
                    <a:pt x="63" y="158"/>
                    <a:pt x="63" y="158"/>
                  </a:cubicBezTo>
                  <a:lnTo>
                    <a:pt x="80" y="158"/>
                  </a:lnTo>
                  <a:cubicBezTo>
                    <a:pt x="63" y="158"/>
                    <a:pt x="63" y="158"/>
                    <a:pt x="63" y="142"/>
                  </a:cubicBezTo>
                  <a:cubicBezTo>
                    <a:pt x="48" y="127"/>
                    <a:pt x="48" y="110"/>
                    <a:pt x="63" y="95"/>
                  </a:cubicBezTo>
                  <a:lnTo>
                    <a:pt x="63" y="95"/>
                  </a:lnTo>
                  <a:cubicBezTo>
                    <a:pt x="48" y="95"/>
                    <a:pt x="32" y="79"/>
                    <a:pt x="32" y="64"/>
                  </a:cubicBezTo>
                  <a:cubicBezTo>
                    <a:pt x="32" y="64"/>
                    <a:pt x="32" y="47"/>
                    <a:pt x="48" y="32"/>
                  </a:cubicBez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02" name="Google Shape;4102;p46"/>
            <p:cNvSpPr/>
            <p:nvPr/>
          </p:nvSpPr>
          <p:spPr>
            <a:xfrm>
              <a:off x="3095318" y="1786250"/>
              <a:ext cx="6551" cy="3053"/>
            </a:xfrm>
            <a:custGeom>
              <a:avLst/>
              <a:gdLst/>
              <a:ahLst/>
              <a:cxnLst/>
              <a:rect l="l" t="t" r="r" b="b"/>
              <a:pathLst>
                <a:path w="206" h="96" extrusionOk="0">
                  <a:moveTo>
                    <a:pt x="158" y="1"/>
                  </a:moveTo>
                  <a:lnTo>
                    <a:pt x="158" y="1"/>
                  </a:lnTo>
                  <a:lnTo>
                    <a:pt x="143" y="1"/>
                  </a:lnTo>
                  <a:lnTo>
                    <a:pt x="64" y="47"/>
                  </a:lnTo>
                  <a:lnTo>
                    <a:pt x="17" y="64"/>
                  </a:lnTo>
                  <a:lnTo>
                    <a:pt x="0" y="95"/>
                  </a:lnTo>
                  <a:lnTo>
                    <a:pt x="32" y="95"/>
                  </a:lnTo>
                  <a:lnTo>
                    <a:pt x="48" y="79"/>
                  </a:lnTo>
                  <a:cubicBezTo>
                    <a:pt x="48" y="64"/>
                    <a:pt x="64" y="47"/>
                    <a:pt x="80" y="47"/>
                  </a:cubicBezTo>
                  <a:lnTo>
                    <a:pt x="95" y="47"/>
                  </a:lnTo>
                  <a:cubicBezTo>
                    <a:pt x="111" y="64"/>
                    <a:pt x="111" y="79"/>
                    <a:pt x="111" y="95"/>
                  </a:cubicBezTo>
                  <a:lnTo>
                    <a:pt x="174" y="64"/>
                  </a:lnTo>
                  <a:lnTo>
                    <a:pt x="190" y="64"/>
                  </a:lnTo>
                  <a:cubicBezTo>
                    <a:pt x="190" y="47"/>
                    <a:pt x="206" y="32"/>
                    <a:pt x="190" y="16"/>
                  </a:cubicBezTo>
                  <a:cubicBezTo>
                    <a:pt x="190" y="1"/>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03" name="Google Shape;4103;p46"/>
            <p:cNvSpPr/>
            <p:nvPr/>
          </p:nvSpPr>
          <p:spPr>
            <a:xfrm>
              <a:off x="3057758" y="1831348"/>
              <a:ext cx="3530" cy="4039"/>
            </a:xfrm>
            <a:custGeom>
              <a:avLst/>
              <a:gdLst/>
              <a:ahLst/>
              <a:cxnLst/>
              <a:rect l="l" t="t" r="r" b="b"/>
              <a:pathLst>
                <a:path w="111" h="127" extrusionOk="0">
                  <a:moveTo>
                    <a:pt x="32" y="1"/>
                  </a:moveTo>
                  <a:lnTo>
                    <a:pt x="32" y="1"/>
                  </a:lnTo>
                  <a:cubicBezTo>
                    <a:pt x="16" y="1"/>
                    <a:pt x="0" y="16"/>
                    <a:pt x="0" y="32"/>
                  </a:cubicBezTo>
                  <a:lnTo>
                    <a:pt x="16" y="79"/>
                  </a:lnTo>
                  <a:cubicBezTo>
                    <a:pt x="16" y="95"/>
                    <a:pt x="16" y="95"/>
                    <a:pt x="32" y="110"/>
                  </a:cubicBezTo>
                  <a:lnTo>
                    <a:pt x="47" y="110"/>
                  </a:lnTo>
                  <a:lnTo>
                    <a:pt x="63" y="127"/>
                  </a:lnTo>
                  <a:cubicBezTo>
                    <a:pt x="79" y="127"/>
                    <a:pt x="79" y="127"/>
                    <a:pt x="79" y="110"/>
                  </a:cubicBezTo>
                  <a:cubicBezTo>
                    <a:pt x="95" y="110"/>
                    <a:pt x="95" y="110"/>
                    <a:pt x="95" y="95"/>
                  </a:cubicBezTo>
                  <a:lnTo>
                    <a:pt x="110" y="64"/>
                  </a:lnTo>
                  <a:cubicBezTo>
                    <a:pt x="110" y="32"/>
                    <a:pt x="110" y="16"/>
                    <a:pt x="95" y="16"/>
                  </a:cubicBezTo>
                  <a:lnTo>
                    <a:pt x="79" y="16"/>
                  </a:lnTo>
                  <a:lnTo>
                    <a:pt x="63" y="16"/>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04" name="Google Shape;4104;p46"/>
            <p:cNvSpPr/>
            <p:nvPr/>
          </p:nvSpPr>
          <p:spPr>
            <a:xfrm>
              <a:off x="3106863" y="1791752"/>
              <a:ext cx="3530" cy="8046"/>
            </a:xfrm>
            <a:custGeom>
              <a:avLst/>
              <a:gdLst/>
              <a:ahLst/>
              <a:cxnLst/>
              <a:rect l="l" t="t" r="r" b="b"/>
              <a:pathLst>
                <a:path w="111" h="253" extrusionOk="0">
                  <a:moveTo>
                    <a:pt x="79" y="0"/>
                  </a:moveTo>
                  <a:cubicBezTo>
                    <a:pt x="64" y="0"/>
                    <a:pt x="64" y="17"/>
                    <a:pt x="47" y="17"/>
                  </a:cubicBezTo>
                  <a:cubicBezTo>
                    <a:pt x="47" y="17"/>
                    <a:pt x="32" y="17"/>
                    <a:pt x="32" y="0"/>
                  </a:cubicBezTo>
                  <a:cubicBezTo>
                    <a:pt x="32" y="17"/>
                    <a:pt x="16" y="17"/>
                    <a:pt x="16" y="17"/>
                  </a:cubicBezTo>
                  <a:lnTo>
                    <a:pt x="16" y="32"/>
                  </a:lnTo>
                  <a:cubicBezTo>
                    <a:pt x="32" y="48"/>
                    <a:pt x="47" y="48"/>
                    <a:pt x="47" y="63"/>
                  </a:cubicBezTo>
                  <a:cubicBezTo>
                    <a:pt x="47" y="80"/>
                    <a:pt x="47" y="95"/>
                    <a:pt x="32" y="95"/>
                  </a:cubicBezTo>
                  <a:lnTo>
                    <a:pt x="32" y="111"/>
                  </a:lnTo>
                  <a:lnTo>
                    <a:pt x="32" y="111"/>
                  </a:lnTo>
                  <a:lnTo>
                    <a:pt x="16" y="126"/>
                  </a:lnTo>
                  <a:lnTo>
                    <a:pt x="16" y="158"/>
                  </a:lnTo>
                  <a:lnTo>
                    <a:pt x="16" y="158"/>
                  </a:lnTo>
                  <a:cubicBezTo>
                    <a:pt x="16" y="174"/>
                    <a:pt x="32" y="174"/>
                    <a:pt x="32" y="189"/>
                  </a:cubicBezTo>
                  <a:cubicBezTo>
                    <a:pt x="47" y="206"/>
                    <a:pt x="32" y="221"/>
                    <a:pt x="16" y="237"/>
                  </a:cubicBezTo>
                  <a:lnTo>
                    <a:pt x="0" y="237"/>
                  </a:lnTo>
                  <a:lnTo>
                    <a:pt x="16" y="253"/>
                  </a:lnTo>
                  <a:lnTo>
                    <a:pt x="47" y="253"/>
                  </a:lnTo>
                  <a:lnTo>
                    <a:pt x="47" y="253"/>
                  </a:lnTo>
                  <a:lnTo>
                    <a:pt x="64" y="253"/>
                  </a:lnTo>
                  <a:lnTo>
                    <a:pt x="110" y="206"/>
                  </a:lnTo>
                  <a:lnTo>
                    <a:pt x="110" y="174"/>
                  </a:lnTo>
                  <a:cubicBezTo>
                    <a:pt x="110" y="158"/>
                    <a:pt x="95" y="158"/>
                    <a:pt x="95" y="143"/>
                  </a:cubicBezTo>
                  <a:cubicBezTo>
                    <a:pt x="95" y="126"/>
                    <a:pt x="95" y="126"/>
                    <a:pt x="110" y="111"/>
                  </a:cubicBezTo>
                  <a:lnTo>
                    <a:pt x="110" y="111"/>
                  </a:lnTo>
                  <a:lnTo>
                    <a:pt x="95" y="95"/>
                  </a:lnTo>
                  <a:cubicBezTo>
                    <a:pt x="95" y="63"/>
                    <a:pt x="79" y="48"/>
                    <a:pt x="79" y="48"/>
                  </a:cubicBezTo>
                  <a:lnTo>
                    <a:pt x="95" y="32"/>
                  </a:lnTo>
                  <a:lnTo>
                    <a:pt x="95" y="32"/>
                  </a:lnTo>
                  <a:cubicBezTo>
                    <a:pt x="95" y="17"/>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05" name="Google Shape;4105;p46"/>
            <p:cNvSpPr/>
            <p:nvPr/>
          </p:nvSpPr>
          <p:spPr>
            <a:xfrm>
              <a:off x="3342369" y="1818340"/>
              <a:ext cx="5534" cy="4039"/>
            </a:xfrm>
            <a:custGeom>
              <a:avLst/>
              <a:gdLst/>
              <a:ahLst/>
              <a:cxnLst/>
              <a:rect l="l" t="t" r="r" b="b"/>
              <a:pathLst>
                <a:path w="174" h="127" extrusionOk="0">
                  <a:moveTo>
                    <a:pt x="142" y="0"/>
                  </a:moveTo>
                  <a:lnTo>
                    <a:pt x="142" y="0"/>
                  </a:lnTo>
                  <a:lnTo>
                    <a:pt x="127" y="0"/>
                  </a:lnTo>
                  <a:lnTo>
                    <a:pt x="127" y="0"/>
                  </a:lnTo>
                  <a:lnTo>
                    <a:pt x="64" y="32"/>
                  </a:lnTo>
                  <a:lnTo>
                    <a:pt x="79" y="32"/>
                  </a:lnTo>
                  <a:cubicBezTo>
                    <a:pt x="79" y="47"/>
                    <a:pt x="79" y="78"/>
                    <a:pt x="64" y="78"/>
                  </a:cubicBezTo>
                  <a:cubicBezTo>
                    <a:pt x="64" y="95"/>
                    <a:pt x="47" y="95"/>
                    <a:pt x="47" y="95"/>
                  </a:cubicBezTo>
                  <a:cubicBezTo>
                    <a:pt x="32" y="95"/>
                    <a:pt x="16" y="78"/>
                    <a:pt x="16" y="78"/>
                  </a:cubicBezTo>
                  <a:lnTo>
                    <a:pt x="1" y="63"/>
                  </a:lnTo>
                  <a:lnTo>
                    <a:pt x="1" y="63"/>
                  </a:lnTo>
                  <a:lnTo>
                    <a:pt x="1" y="110"/>
                  </a:lnTo>
                  <a:lnTo>
                    <a:pt x="1" y="126"/>
                  </a:lnTo>
                  <a:lnTo>
                    <a:pt x="16" y="126"/>
                  </a:lnTo>
                  <a:lnTo>
                    <a:pt x="64" y="126"/>
                  </a:lnTo>
                  <a:lnTo>
                    <a:pt x="64" y="95"/>
                  </a:lnTo>
                  <a:lnTo>
                    <a:pt x="127" y="78"/>
                  </a:lnTo>
                  <a:lnTo>
                    <a:pt x="158" y="63"/>
                  </a:lnTo>
                  <a:cubicBezTo>
                    <a:pt x="173" y="63"/>
                    <a:pt x="173" y="47"/>
                    <a:pt x="173" y="32"/>
                  </a:cubicBezTo>
                  <a:cubicBezTo>
                    <a:pt x="158" y="32"/>
                    <a:pt x="142" y="32"/>
                    <a:pt x="142" y="0"/>
                  </a:cubicBez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06" name="Google Shape;4106;p46"/>
            <p:cNvSpPr/>
            <p:nvPr/>
          </p:nvSpPr>
          <p:spPr>
            <a:xfrm>
              <a:off x="3180488" y="1796269"/>
              <a:ext cx="2576" cy="1527"/>
            </a:xfrm>
            <a:custGeom>
              <a:avLst/>
              <a:gdLst/>
              <a:ahLst/>
              <a:cxnLst/>
              <a:rect l="l" t="t" r="r" b="b"/>
              <a:pathLst>
                <a:path w="81" h="48" extrusionOk="0">
                  <a:moveTo>
                    <a:pt x="80" y="1"/>
                  </a:moveTo>
                  <a:cubicBezTo>
                    <a:pt x="64" y="1"/>
                    <a:pt x="32" y="16"/>
                    <a:pt x="17" y="16"/>
                  </a:cubicBezTo>
                  <a:cubicBezTo>
                    <a:pt x="17" y="32"/>
                    <a:pt x="1" y="47"/>
                    <a:pt x="1" y="47"/>
                  </a:cubicBezTo>
                  <a:lnTo>
                    <a:pt x="17" y="47"/>
                  </a:lnTo>
                  <a:lnTo>
                    <a:pt x="49" y="47"/>
                  </a:lnTo>
                  <a:lnTo>
                    <a:pt x="64" y="47"/>
                  </a:lnTo>
                  <a:lnTo>
                    <a:pt x="80" y="47"/>
                  </a:ln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07" name="Google Shape;4107;p46"/>
            <p:cNvSpPr/>
            <p:nvPr/>
          </p:nvSpPr>
          <p:spPr>
            <a:xfrm>
              <a:off x="3100852" y="1796269"/>
              <a:ext cx="7537" cy="3530"/>
            </a:xfrm>
            <a:custGeom>
              <a:avLst/>
              <a:gdLst/>
              <a:ahLst/>
              <a:cxnLst/>
              <a:rect l="l" t="t" r="r" b="b"/>
              <a:pathLst>
                <a:path w="237" h="111" extrusionOk="0">
                  <a:moveTo>
                    <a:pt x="32" y="1"/>
                  </a:moveTo>
                  <a:lnTo>
                    <a:pt x="32" y="1"/>
                  </a:lnTo>
                  <a:lnTo>
                    <a:pt x="16" y="1"/>
                  </a:lnTo>
                  <a:lnTo>
                    <a:pt x="16" y="1"/>
                  </a:lnTo>
                  <a:lnTo>
                    <a:pt x="16" y="16"/>
                  </a:lnTo>
                  <a:lnTo>
                    <a:pt x="0" y="16"/>
                  </a:lnTo>
                  <a:cubicBezTo>
                    <a:pt x="0" y="32"/>
                    <a:pt x="0" y="47"/>
                    <a:pt x="16" y="47"/>
                  </a:cubicBezTo>
                  <a:cubicBezTo>
                    <a:pt x="32" y="95"/>
                    <a:pt x="63" y="111"/>
                    <a:pt x="95" y="111"/>
                  </a:cubicBezTo>
                  <a:lnTo>
                    <a:pt x="110" y="111"/>
                  </a:lnTo>
                  <a:cubicBezTo>
                    <a:pt x="142" y="111"/>
                    <a:pt x="173" y="95"/>
                    <a:pt x="189" y="95"/>
                  </a:cubicBezTo>
                  <a:lnTo>
                    <a:pt x="205" y="95"/>
                  </a:lnTo>
                  <a:cubicBezTo>
                    <a:pt x="221" y="79"/>
                    <a:pt x="236" y="64"/>
                    <a:pt x="221" y="47"/>
                  </a:cubicBezTo>
                  <a:cubicBezTo>
                    <a:pt x="221" y="32"/>
                    <a:pt x="205" y="32"/>
                    <a:pt x="205" y="16"/>
                  </a:cubicBezTo>
                  <a:cubicBezTo>
                    <a:pt x="189" y="32"/>
                    <a:pt x="189" y="47"/>
                    <a:pt x="173" y="47"/>
                  </a:cubicBezTo>
                  <a:lnTo>
                    <a:pt x="173" y="47"/>
                  </a:lnTo>
                  <a:lnTo>
                    <a:pt x="110" y="47"/>
                  </a:lnTo>
                  <a:lnTo>
                    <a:pt x="95" y="32"/>
                  </a:lnTo>
                  <a:cubicBezTo>
                    <a:pt x="79" y="32"/>
                    <a:pt x="79" y="32"/>
                    <a:pt x="63" y="16"/>
                  </a:cubicBezTo>
                  <a:lnTo>
                    <a:pt x="63" y="16"/>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08" name="Google Shape;4108;p46"/>
            <p:cNvSpPr/>
            <p:nvPr/>
          </p:nvSpPr>
          <p:spPr>
            <a:xfrm>
              <a:off x="3089816" y="1804283"/>
              <a:ext cx="4516" cy="5057"/>
            </a:xfrm>
            <a:custGeom>
              <a:avLst/>
              <a:gdLst/>
              <a:ahLst/>
              <a:cxnLst/>
              <a:rect l="l" t="t" r="r" b="b"/>
              <a:pathLst>
                <a:path w="142" h="159" extrusionOk="0">
                  <a:moveTo>
                    <a:pt x="64" y="1"/>
                  </a:moveTo>
                  <a:lnTo>
                    <a:pt x="64" y="1"/>
                  </a:lnTo>
                  <a:cubicBezTo>
                    <a:pt x="47" y="1"/>
                    <a:pt x="32" y="1"/>
                    <a:pt x="32" y="16"/>
                  </a:cubicBezTo>
                  <a:cubicBezTo>
                    <a:pt x="32" y="32"/>
                    <a:pt x="32" y="48"/>
                    <a:pt x="47" y="64"/>
                  </a:cubicBezTo>
                  <a:lnTo>
                    <a:pt x="16" y="111"/>
                  </a:lnTo>
                  <a:cubicBezTo>
                    <a:pt x="1" y="127"/>
                    <a:pt x="16" y="142"/>
                    <a:pt x="32" y="158"/>
                  </a:cubicBezTo>
                  <a:lnTo>
                    <a:pt x="47" y="158"/>
                  </a:lnTo>
                  <a:cubicBezTo>
                    <a:pt x="64" y="158"/>
                    <a:pt x="64" y="158"/>
                    <a:pt x="79" y="142"/>
                  </a:cubicBezTo>
                  <a:lnTo>
                    <a:pt x="127" y="48"/>
                  </a:lnTo>
                  <a:cubicBezTo>
                    <a:pt x="142" y="48"/>
                    <a:pt x="142" y="32"/>
                    <a:pt x="127" y="16"/>
                  </a:cubicBezTo>
                  <a:lnTo>
                    <a:pt x="110"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09" name="Google Shape;4109;p46"/>
            <p:cNvSpPr/>
            <p:nvPr/>
          </p:nvSpPr>
          <p:spPr>
            <a:xfrm>
              <a:off x="3367430" y="1768218"/>
              <a:ext cx="3021" cy="4039"/>
            </a:xfrm>
            <a:custGeom>
              <a:avLst/>
              <a:gdLst/>
              <a:ahLst/>
              <a:cxnLst/>
              <a:rect l="l" t="t" r="r" b="b"/>
              <a:pathLst>
                <a:path w="95" h="127" extrusionOk="0">
                  <a:moveTo>
                    <a:pt x="32" y="1"/>
                  </a:moveTo>
                  <a:lnTo>
                    <a:pt x="32" y="1"/>
                  </a:lnTo>
                  <a:cubicBezTo>
                    <a:pt x="16" y="1"/>
                    <a:pt x="0" y="16"/>
                    <a:pt x="0" y="47"/>
                  </a:cubicBezTo>
                  <a:lnTo>
                    <a:pt x="16" y="95"/>
                  </a:lnTo>
                  <a:cubicBezTo>
                    <a:pt x="16" y="110"/>
                    <a:pt x="16" y="127"/>
                    <a:pt x="32" y="127"/>
                  </a:cubicBezTo>
                  <a:lnTo>
                    <a:pt x="47" y="127"/>
                  </a:lnTo>
                  <a:lnTo>
                    <a:pt x="63" y="127"/>
                  </a:lnTo>
                  <a:lnTo>
                    <a:pt x="79" y="95"/>
                  </a:lnTo>
                  <a:cubicBezTo>
                    <a:pt x="95" y="95"/>
                    <a:pt x="95" y="64"/>
                    <a:pt x="79" y="47"/>
                  </a:cubicBezTo>
                  <a:lnTo>
                    <a:pt x="79" y="47"/>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10" name="Google Shape;4110;p46"/>
            <p:cNvSpPr/>
            <p:nvPr/>
          </p:nvSpPr>
          <p:spPr>
            <a:xfrm>
              <a:off x="3332828" y="1771716"/>
              <a:ext cx="4039" cy="4039"/>
            </a:xfrm>
            <a:custGeom>
              <a:avLst/>
              <a:gdLst/>
              <a:ahLst/>
              <a:cxnLst/>
              <a:rect l="l" t="t" r="r" b="b"/>
              <a:pathLst>
                <a:path w="127" h="127" extrusionOk="0">
                  <a:moveTo>
                    <a:pt x="49" y="0"/>
                  </a:moveTo>
                  <a:lnTo>
                    <a:pt x="32" y="0"/>
                  </a:lnTo>
                  <a:lnTo>
                    <a:pt x="17" y="17"/>
                  </a:lnTo>
                  <a:lnTo>
                    <a:pt x="1" y="48"/>
                  </a:lnTo>
                  <a:cubicBezTo>
                    <a:pt x="1" y="48"/>
                    <a:pt x="17" y="48"/>
                    <a:pt x="17" y="63"/>
                  </a:cubicBezTo>
                  <a:cubicBezTo>
                    <a:pt x="32" y="63"/>
                    <a:pt x="32" y="80"/>
                    <a:pt x="32" y="80"/>
                  </a:cubicBezTo>
                  <a:lnTo>
                    <a:pt x="32" y="111"/>
                  </a:lnTo>
                  <a:lnTo>
                    <a:pt x="32" y="126"/>
                  </a:lnTo>
                  <a:lnTo>
                    <a:pt x="95" y="111"/>
                  </a:lnTo>
                  <a:cubicBezTo>
                    <a:pt x="112" y="111"/>
                    <a:pt x="127" y="95"/>
                    <a:pt x="127" y="80"/>
                  </a:cubicBezTo>
                  <a:lnTo>
                    <a:pt x="95" y="80"/>
                  </a:lnTo>
                  <a:lnTo>
                    <a:pt x="95" y="80"/>
                  </a:lnTo>
                  <a:cubicBezTo>
                    <a:pt x="80" y="80"/>
                    <a:pt x="64" y="63"/>
                    <a:pt x="49" y="48"/>
                  </a:cubicBezTo>
                  <a:cubicBezTo>
                    <a:pt x="49" y="32"/>
                    <a:pt x="64" y="32"/>
                    <a:pt x="64" y="17"/>
                  </a:cubicBezTo>
                  <a:lnTo>
                    <a:pt x="64" y="17"/>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11" name="Google Shape;4111;p46"/>
            <p:cNvSpPr/>
            <p:nvPr/>
          </p:nvSpPr>
          <p:spPr>
            <a:xfrm>
              <a:off x="3322333" y="1772225"/>
              <a:ext cx="2512" cy="3530"/>
            </a:xfrm>
            <a:custGeom>
              <a:avLst/>
              <a:gdLst/>
              <a:ahLst/>
              <a:cxnLst/>
              <a:rect l="l" t="t" r="r" b="b"/>
              <a:pathLst>
                <a:path w="79" h="111" extrusionOk="0">
                  <a:moveTo>
                    <a:pt x="32" y="1"/>
                  </a:moveTo>
                  <a:lnTo>
                    <a:pt x="32" y="1"/>
                  </a:lnTo>
                  <a:lnTo>
                    <a:pt x="16" y="1"/>
                  </a:lnTo>
                  <a:cubicBezTo>
                    <a:pt x="0" y="1"/>
                    <a:pt x="0" y="16"/>
                    <a:pt x="0" y="47"/>
                  </a:cubicBezTo>
                  <a:lnTo>
                    <a:pt x="0" y="47"/>
                  </a:lnTo>
                  <a:lnTo>
                    <a:pt x="16" y="110"/>
                  </a:lnTo>
                  <a:lnTo>
                    <a:pt x="47" y="95"/>
                  </a:lnTo>
                  <a:lnTo>
                    <a:pt x="47" y="95"/>
                  </a:lnTo>
                  <a:lnTo>
                    <a:pt x="63" y="95"/>
                  </a:lnTo>
                  <a:lnTo>
                    <a:pt x="79" y="95"/>
                  </a:lnTo>
                  <a:lnTo>
                    <a:pt x="79" y="95"/>
                  </a:lnTo>
                  <a:lnTo>
                    <a:pt x="63" y="32"/>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12" name="Google Shape;4112;p46"/>
            <p:cNvSpPr/>
            <p:nvPr/>
          </p:nvSpPr>
          <p:spPr>
            <a:xfrm>
              <a:off x="3322810" y="1778713"/>
              <a:ext cx="5057" cy="2576"/>
            </a:xfrm>
            <a:custGeom>
              <a:avLst/>
              <a:gdLst/>
              <a:ahLst/>
              <a:cxnLst/>
              <a:rect l="l" t="t" r="r" b="b"/>
              <a:pathLst>
                <a:path w="159" h="81" extrusionOk="0">
                  <a:moveTo>
                    <a:pt x="127" y="1"/>
                  </a:moveTo>
                  <a:lnTo>
                    <a:pt x="95" y="17"/>
                  </a:lnTo>
                  <a:cubicBezTo>
                    <a:pt x="80" y="32"/>
                    <a:pt x="80" y="32"/>
                    <a:pt x="64" y="32"/>
                  </a:cubicBezTo>
                  <a:lnTo>
                    <a:pt x="48" y="17"/>
                  </a:lnTo>
                  <a:lnTo>
                    <a:pt x="32" y="1"/>
                  </a:lnTo>
                  <a:lnTo>
                    <a:pt x="1" y="1"/>
                  </a:lnTo>
                  <a:lnTo>
                    <a:pt x="1" y="1"/>
                  </a:lnTo>
                  <a:lnTo>
                    <a:pt x="1" y="1"/>
                  </a:lnTo>
                  <a:lnTo>
                    <a:pt x="1" y="1"/>
                  </a:lnTo>
                  <a:lnTo>
                    <a:pt x="127" y="80"/>
                  </a:lnTo>
                  <a:lnTo>
                    <a:pt x="127" y="32"/>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13" name="Google Shape;4113;p46"/>
            <p:cNvSpPr/>
            <p:nvPr/>
          </p:nvSpPr>
          <p:spPr>
            <a:xfrm>
              <a:off x="3245654" y="1805778"/>
              <a:ext cx="3562" cy="4039"/>
            </a:xfrm>
            <a:custGeom>
              <a:avLst/>
              <a:gdLst/>
              <a:ahLst/>
              <a:cxnLst/>
              <a:rect l="l" t="t" r="r" b="b"/>
              <a:pathLst>
                <a:path w="112" h="127" extrusionOk="0">
                  <a:moveTo>
                    <a:pt x="80" y="1"/>
                  </a:moveTo>
                  <a:cubicBezTo>
                    <a:pt x="63" y="17"/>
                    <a:pt x="48" y="32"/>
                    <a:pt x="17" y="32"/>
                  </a:cubicBezTo>
                  <a:lnTo>
                    <a:pt x="17" y="32"/>
                  </a:lnTo>
                  <a:lnTo>
                    <a:pt x="17" y="32"/>
                  </a:lnTo>
                  <a:lnTo>
                    <a:pt x="0" y="32"/>
                  </a:lnTo>
                  <a:lnTo>
                    <a:pt x="0" y="32"/>
                  </a:lnTo>
                  <a:lnTo>
                    <a:pt x="0" y="64"/>
                  </a:lnTo>
                  <a:lnTo>
                    <a:pt x="48" y="111"/>
                  </a:lnTo>
                  <a:cubicBezTo>
                    <a:pt x="48" y="127"/>
                    <a:pt x="63" y="127"/>
                    <a:pt x="63" y="127"/>
                  </a:cubicBezTo>
                  <a:lnTo>
                    <a:pt x="95" y="127"/>
                  </a:lnTo>
                  <a:cubicBezTo>
                    <a:pt x="111" y="111"/>
                    <a:pt x="111" y="95"/>
                    <a:pt x="95" y="80"/>
                  </a:cubicBezTo>
                  <a:lnTo>
                    <a:pt x="80" y="64"/>
                  </a:lnTo>
                  <a:cubicBezTo>
                    <a:pt x="95" y="48"/>
                    <a:pt x="95" y="48"/>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14" name="Google Shape;4114;p46"/>
            <p:cNvSpPr/>
            <p:nvPr/>
          </p:nvSpPr>
          <p:spPr>
            <a:xfrm>
              <a:off x="3031711" y="1819803"/>
              <a:ext cx="3021" cy="4039"/>
            </a:xfrm>
            <a:custGeom>
              <a:avLst/>
              <a:gdLst/>
              <a:ahLst/>
              <a:cxnLst/>
              <a:rect l="l" t="t" r="r" b="b"/>
              <a:pathLst>
                <a:path w="95" h="127" extrusionOk="0">
                  <a:moveTo>
                    <a:pt x="32" y="1"/>
                  </a:moveTo>
                  <a:lnTo>
                    <a:pt x="32" y="1"/>
                  </a:lnTo>
                  <a:lnTo>
                    <a:pt x="15" y="1"/>
                  </a:lnTo>
                  <a:lnTo>
                    <a:pt x="32" y="1"/>
                  </a:lnTo>
                  <a:cubicBezTo>
                    <a:pt x="47" y="17"/>
                    <a:pt x="47" y="32"/>
                    <a:pt x="32" y="49"/>
                  </a:cubicBezTo>
                  <a:lnTo>
                    <a:pt x="0" y="95"/>
                  </a:lnTo>
                  <a:lnTo>
                    <a:pt x="0" y="112"/>
                  </a:lnTo>
                  <a:cubicBezTo>
                    <a:pt x="15" y="127"/>
                    <a:pt x="15" y="127"/>
                    <a:pt x="32" y="127"/>
                  </a:cubicBezTo>
                  <a:lnTo>
                    <a:pt x="47" y="127"/>
                  </a:lnTo>
                  <a:cubicBezTo>
                    <a:pt x="63" y="127"/>
                    <a:pt x="63" y="127"/>
                    <a:pt x="63" y="112"/>
                  </a:cubicBezTo>
                  <a:lnTo>
                    <a:pt x="63" y="95"/>
                  </a:lnTo>
                  <a:cubicBezTo>
                    <a:pt x="47" y="95"/>
                    <a:pt x="63" y="64"/>
                    <a:pt x="78" y="49"/>
                  </a:cubicBezTo>
                  <a:lnTo>
                    <a:pt x="95" y="32"/>
                  </a:lnTo>
                  <a:cubicBezTo>
                    <a:pt x="95" y="17"/>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15" name="Google Shape;4115;p46"/>
            <p:cNvSpPr/>
            <p:nvPr/>
          </p:nvSpPr>
          <p:spPr>
            <a:xfrm>
              <a:off x="3419557" y="1792261"/>
              <a:ext cx="5502" cy="4516"/>
            </a:xfrm>
            <a:custGeom>
              <a:avLst/>
              <a:gdLst/>
              <a:ahLst/>
              <a:cxnLst/>
              <a:rect l="l" t="t" r="r" b="b"/>
              <a:pathLst>
                <a:path w="173" h="142" extrusionOk="0">
                  <a:moveTo>
                    <a:pt x="110" y="1"/>
                  </a:moveTo>
                  <a:cubicBezTo>
                    <a:pt x="95" y="16"/>
                    <a:pt x="95" y="16"/>
                    <a:pt x="95" y="32"/>
                  </a:cubicBezTo>
                  <a:lnTo>
                    <a:pt x="95" y="64"/>
                  </a:lnTo>
                  <a:cubicBezTo>
                    <a:pt x="95" y="64"/>
                    <a:pt x="78" y="64"/>
                    <a:pt x="78" y="79"/>
                  </a:cubicBezTo>
                  <a:lnTo>
                    <a:pt x="78" y="79"/>
                  </a:lnTo>
                  <a:cubicBezTo>
                    <a:pt x="63" y="64"/>
                    <a:pt x="63" y="47"/>
                    <a:pt x="47" y="47"/>
                  </a:cubicBezTo>
                  <a:lnTo>
                    <a:pt x="32" y="47"/>
                  </a:lnTo>
                  <a:cubicBezTo>
                    <a:pt x="15" y="64"/>
                    <a:pt x="0" y="79"/>
                    <a:pt x="15" y="95"/>
                  </a:cubicBezTo>
                  <a:cubicBezTo>
                    <a:pt x="15" y="110"/>
                    <a:pt x="32" y="142"/>
                    <a:pt x="63" y="142"/>
                  </a:cubicBezTo>
                  <a:lnTo>
                    <a:pt x="63" y="142"/>
                  </a:lnTo>
                  <a:lnTo>
                    <a:pt x="63" y="142"/>
                  </a:lnTo>
                  <a:cubicBezTo>
                    <a:pt x="63" y="127"/>
                    <a:pt x="78" y="127"/>
                    <a:pt x="95" y="110"/>
                  </a:cubicBezTo>
                  <a:lnTo>
                    <a:pt x="95" y="110"/>
                  </a:lnTo>
                  <a:lnTo>
                    <a:pt x="95" y="110"/>
                  </a:lnTo>
                  <a:lnTo>
                    <a:pt x="126" y="127"/>
                  </a:lnTo>
                  <a:lnTo>
                    <a:pt x="126" y="127"/>
                  </a:lnTo>
                  <a:lnTo>
                    <a:pt x="126" y="127"/>
                  </a:lnTo>
                  <a:lnTo>
                    <a:pt x="126" y="79"/>
                  </a:lnTo>
                  <a:cubicBezTo>
                    <a:pt x="141" y="64"/>
                    <a:pt x="141" y="47"/>
                    <a:pt x="158" y="47"/>
                  </a:cubicBezTo>
                  <a:lnTo>
                    <a:pt x="173" y="47"/>
                  </a:lnTo>
                  <a:lnTo>
                    <a:pt x="173"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16" name="Google Shape;4116;p46"/>
            <p:cNvSpPr/>
            <p:nvPr/>
          </p:nvSpPr>
          <p:spPr>
            <a:xfrm>
              <a:off x="3419016" y="1810803"/>
              <a:ext cx="4580" cy="3021"/>
            </a:xfrm>
            <a:custGeom>
              <a:avLst/>
              <a:gdLst/>
              <a:ahLst/>
              <a:cxnLst/>
              <a:rect l="l" t="t" r="r" b="b"/>
              <a:pathLst>
                <a:path w="144" h="95" extrusionOk="0">
                  <a:moveTo>
                    <a:pt x="32" y="0"/>
                  </a:moveTo>
                  <a:lnTo>
                    <a:pt x="32" y="0"/>
                  </a:lnTo>
                  <a:cubicBezTo>
                    <a:pt x="17" y="0"/>
                    <a:pt x="1" y="0"/>
                    <a:pt x="1" y="17"/>
                  </a:cubicBezTo>
                  <a:cubicBezTo>
                    <a:pt x="1" y="32"/>
                    <a:pt x="1" y="63"/>
                    <a:pt x="32" y="63"/>
                  </a:cubicBezTo>
                  <a:lnTo>
                    <a:pt x="95" y="95"/>
                  </a:lnTo>
                  <a:lnTo>
                    <a:pt x="112" y="63"/>
                  </a:lnTo>
                  <a:lnTo>
                    <a:pt x="112" y="48"/>
                  </a:lnTo>
                  <a:cubicBezTo>
                    <a:pt x="127" y="32"/>
                    <a:pt x="127" y="32"/>
                    <a:pt x="143" y="32"/>
                  </a:cubicBezTo>
                  <a:lnTo>
                    <a:pt x="143" y="32"/>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17" name="Google Shape;4117;p46"/>
            <p:cNvSpPr/>
            <p:nvPr/>
          </p:nvSpPr>
          <p:spPr>
            <a:xfrm>
              <a:off x="3081293" y="1812329"/>
              <a:ext cx="4039" cy="3021"/>
            </a:xfrm>
            <a:custGeom>
              <a:avLst/>
              <a:gdLst/>
              <a:ahLst/>
              <a:cxnLst/>
              <a:rect l="l" t="t" r="r" b="b"/>
              <a:pathLst>
                <a:path w="127" h="95" extrusionOk="0">
                  <a:moveTo>
                    <a:pt x="63" y="0"/>
                  </a:moveTo>
                  <a:lnTo>
                    <a:pt x="17" y="32"/>
                  </a:lnTo>
                  <a:cubicBezTo>
                    <a:pt x="17" y="32"/>
                    <a:pt x="0" y="32"/>
                    <a:pt x="0" y="47"/>
                  </a:cubicBezTo>
                  <a:lnTo>
                    <a:pt x="0" y="63"/>
                  </a:lnTo>
                  <a:lnTo>
                    <a:pt x="0" y="63"/>
                  </a:lnTo>
                  <a:lnTo>
                    <a:pt x="17" y="63"/>
                  </a:lnTo>
                  <a:cubicBezTo>
                    <a:pt x="17" y="63"/>
                    <a:pt x="32" y="63"/>
                    <a:pt x="48" y="78"/>
                  </a:cubicBezTo>
                  <a:lnTo>
                    <a:pt x="48" y="95"/>
                  </a:lnTo>
                  <a:lnTo>
                    <a:pt x="48" y="78"/>
                  </a:lnTo>
                  <a:lnTo>
                    <a:pt x="126" y="47"/>
                  </a:lnTo>
                  <a:lnTo>
                    <a:pt x="80" y="15"/>
                  </a:lnTo>
                  <a:cubicBezTo>
                    <a:pt x="80" y="15"/>
                    <a:pt x="63"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18" name="Google Shape;4118;p46"/>
            <p:cNvSpPr/>
            <p:nvPr/>
          </p:nvSpPr>
          <p:spPr>
            <a:xfrm>
              <a:off x="3136917" y="1831825"/>
              <a:ext cx="4516" cy="3053"/>
            </a:xfrm>
            <a:custGeom>
              <a:avLst/>
              <a:gdLst/>
              <a:ahLst/>
              <a:cxnLst/>
              <a:rect l="l" t="t" r="r" b="b"/>
              <a:pathLst>
                <a:path w="142" h="96" extrusionOk="0">
                  <a:moveTo>
                    <a:pt x="32" y="1"/>
                  </a:moveTo>
                  <a:lnTo>
                    <a:pt x="32" y="1"/>
                  </a:lnTo>
                  <a:lnTo>
                    <a:pt x="32" y="1"/>
                  </a:lnTo>
                  <a:cubicBezTo>
                    <a:pt x="16" y="1"/>
                    <a:pt x="1" y="17"/>
                    <a:pt x="1" y="32"/>
                  </a:cubicBezTo>
                  <a:cubicBezTo>
                    <a:pt x="1" y="49"/>
                    <a:pt x="1" y="80"/>
                    <a:pt x="32" y="95"/>
                  </a:cubicBezTo>
                  <a:lnTo>
                    <a:pt x="64" y="95"/>
                  </a:lnTo>
                  <a:lnTo>
                    <a:pt x="79" y="95"/>
                  </a:lnTo>
                  <a:lnTo>
                    <a:pt x="95" y="95"/>
                  </a:lnTo>
                  <a:lnTo>
                    <a:pt x="95" y="95"/>
                  </a:lnTo>
                  <a:cubicBezTo>
                    <a:pt x="110" y="95"/>
                    <a:pt x="127" y="80"/>
                    <a:pt x="127" y="64"/>
                  </a:cubicBezTo>
                  <a:cubicBezTo>
                    <a:pt x="142" y="49"/>
                    <a:pt x="127" y="32"/>
                    <a:pt x="110" y="32"/>
                  </a:cubicBezTo>
                  <a:lnTo>
                    <a:pt x="95" y="17"/>
                  </a:lnTo>
                  <a:cubicBezTo>
                    <a:pt x="79" y="17"/>
                    <a:pt x="79" y="32"/>
                    <a:pt x="64" y="32"/>
                  </a:cubicBez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19" name="Google Shape;4119;p46"/>
            <p:cNvSpPr/>
            <p:nvPr/>
          </p:nvSpPr>
          <p:spPr>
            <a:xfrm>
              <a:off x="3096336" y="1793279"/>
              <a:ext cx="6551" cy="4039"/>
            </a:xfrm>
            <a:custGeom>
              <a:avLst/>
              <a:gdLst/>
              <a:ahLst/>
              <a:cxnLst/>
              <a:rect l="l" t="t" r="r" b="b"/>
              <a:pathLst>
                <a:path w="206" h="127" extrusionOk="0">
                  <a:moveTo>
                    <a:pt x="174" y="0"/>
                  </a:moveTo>
                  <a:lnTo>
                    <a:pt x="174" y="0"/>
                  </a:lnTo>
                  <a:lnTo>
                    <a:pt x="142" y="0"/>
                  </a:lnTo>
                  <a:lnTo>
                    <a:pt x="142" y="15"/>
                  </a:lnTo>
                  <a:lnTo>
                    <a:pt x="111" y="47"/>
                  </a:lnTo>
                  <a:lnTo>
                    <a:pt x="16" y="32"/>
                  </a:lnTo>
                  <a:lnTo>
                    <a:pt x="0" y="95"/>
                  </a:lnTo>
                  <a:lnTo>
                    <a:pt x="0" y="95"/>
                  </a:lnTo>
                  <a:lnTo>
                    <a:pt x="111" y="126"/>
                  </a:lnTo>
                  <a:lnTo>
                    <a:pt x="126" y="126"/>
                  </a:lnTo>
                  <a:cubicBezTo>
                    <a:pt x="126" y="126"/>
                    <a:pt x="142" y="126"/>
                    <a:pt x="142" y="110"/>
                  </a:cubicBezTo>
                  <a:lnTo>
                    <a:pt x="158" y="110"/>
                  </a:lnTo>
                  <a:lnTo>
                    <a:pt x="158" y="95"/>
                  </a:lnTo>
                  <a:lnTo>
                    <a:pt x="174" y="78"/>
                  </a:lnTo>
                  <a:lnTo>
                    <a:pt x="174" y="78"/>
                  </a:lnTo>
                  <a:cubicBezTo>
                    <a:pt x="158" y="63"/>
                    <a:pt x="158" y="47"/>
                    <a:pt x="158" y="32"/>
                  </a:cubicBezTo>
                  <a:cubicBezTo>
                    <a:pt x="174" y="32"/>
                    <a:pt x="174" y="15"/>
                    <a:pt x="189" y="15"/>
                  </a:cubicBezTo>
                  <a:lnTo>
                    <a:pt x="205" y="32"/>
                  </a:lnTo>
                  <a:cubicBezTo>
                    <a:pt x="205" y="15"/>
                    <a:pt x="205" y="15"/>
                    <a:pt x="189" y="0"/>
                  </a:cubicBezTo>
                  <a:lnTo>
                    <a:pt x="18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20" name="Google Shape;4120;p46"/>
            <p:cNvSpPr/>
            <p:nvPr/>
          </p:nvSpPr>
          <p:spPr>
            <a:xfrm>
              <a:off x="3248167" y="1821807"/>
              <a:ext cx="2512" cy="4039"/>
            </a:xfrm>
            <a:custGeom>
              <a:avLst/>
              <a:gdLst/>
              <a:ahLst/>
              <a:cxnLst/>
              <a:rect l="l" t="t" r="r" b="b"/>
              <a:pathLst>
                <a:path w="79" h="127" extrusionOk="0">
                  <a:moveTo>
                    <a:pt x="32" y="1"/>
                  </a:moveTo>
                  <a:lnTo>
                    <a:pt x="32" y="1"/>
                  </a:lnTo>
                  <a:cubicBezTo>
                    <a:pt x="16" y="1"/>
                    <a:pt x="1" y="17"/>
                    <a:pt x="1" y="32"/>
                  </a:cubicBezTo>
                  <a:lnTo>
                    <a:pt x="16" y="112"/>
                  </a:lnTo>
                  <a:lnTo>
                    <a:pt x="16" y="112"/>
                  </a:lnTo>
                  <a:lnTo>
                    <a:pt x="16" y="127"/>
                  </a:lnTo>
                  <a:lnTo>
                    <a:pt x="16" y="127"/>
                  </a:lnTo>
                  <a:lnTo>
                    <a:pt x="16" y="127"/>
                  </a:lnTo>
                  <a:cubicBezTo>
                    <a:pt x="32" y="112"/>
                    <a:pt x="32" y="112"/>
                    <a:pt x="47" y="112"/>
                  </a:cubicBezTo>
                  <a:lnTo>
                    <a:pt x="64" y="112"/>
                  </a:lnTo>
                  <a:cubicBezTo>
                    <a:pt x="79" y="112"/>
                    <a:pt x="79" y="127"/>
                    <a:pt x="79" y="127"/>
                  </a:cubicBezTo>
                  <a:lnTo>
                    <a:pt x="79" y="112"/>
                  </a:lnTo>
                  <a:lnTo>
                    <a:pt x="79"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21" name="Google Shape;4121;p46"/>
            <p:cNvSpPr/>
            <p:nvPr/>
          </p:nvSpPr>
          <p:spPr>
            <a:xfrm>
              <a:off x="3121906" y="1790735"/>
              <a:ext cx="3021" cy="4580"/>
            </a:xfrm>
            <a:custGeom>
              <a:avLst/>
              <a:gdLst/>
              <a:ahLst/>
              <a:cxnLst/>
              <a:rect l="l" t="t" r="r" b="b"/>
              <a:pathLst>
                <a:path w="95" h="144" extrusionOk="0">
                  <a:moveTo>
                    <a:pt x="47" y="1"/>
                  </a:moveTo>
                  <a:lnTo>
                    <a:pt x="47" y="1"/>
                  </a:lnTo>
                  <a:cubicBezTo>
                    <a:pt x="32" y="1"/>
                    <a:pt x="15" y="1"/>
                    <a:pt x="15" y="17"/>
                  </a:cubicBezTo>
                  <a:lnTo>
                    <a:pt x="15" y="32"/>
                  </a:lnTo>
                  <a:lnTo>
                    <a:pt x="15" y="32"/>
                  </a:lnTo>
                  <a:lnTo>
                    <a:pt x="15" y="49"/>
                  </a:lnTo>
                  <a:lnTo>
                    <a:pt x="0" y="112"/>
                  </a:lnTo>
                  <a:lnTo>
                    <a:pt x="0" y="112"/>
                  </a:lnTo>
                  <a:cubicBezTo>
                    <a:pt x="0" y="127"/>
                    <a:pt x="15" y="143"/>
                    <a:pt x="32" y="143"/>
                  </a:cubicBezTo>
                  <a:lnTo>
                    <a:pt x="47" y="143"/>
                  </a:lnTo>
                  <a:cubicBezTo>
                    <a:pt x="63" y="143"/>
                    <a:pt x="78" y="143"/>
                    <a:pt x="78" y="127"/>
                  </a:cubicBezTo>
                  <a:lnTo>
                    <a:pt x="95" y="32"/>
                  </a:lnTo>
                  <a:cubicBezTo>
                    <a:pt x="95" y="17"/>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22" name="Google Shape;4122;p46"/>
            <p:cNvSpPr/>
            <p:nvPr/>
          </p:nvSpPr>
          <p:spPr>
            <a:xfrm>
              <a:off x="3376940" y="1781734"/>
              <a:ext cx="7028" cy="4548"/>
            </a:xfrm>
            <a:custGeom>
              <a:avLst/>
              <a:gdLst/>
              <a:ahLst/>
              <a:cxnLst/>
              <a:rect l="l" t="t" r="r" b="b"/>
              <a:pathLst>
                <a:path w="221" h="143" extrusionOk="0">
                  <a:moveTo>
                    <a:pt x="174" y="0"/>
                  </a:moveTo>
                  <a:lnTo>
                    <a:pt x="174" y="0"/>
                  </a:lnTo>
                  <a:cubicBezTo>
                    <a:pt x="158" y="0"/>
                    <a:pt x="158" y="17"/>
                    <a:pt x="143" y="17"/>
                  </a:cubicBezTo>
                  <a:lnTo>
                    <a:pt x="126" y="80"/>
                  </a:lnTo>
                  <a:lnTo>
                    <a:pt x="48" y="63"/>
                  </a:lnTo>
                  <a:cubicBezTo>
                    <a:pt x="48" y="80"/>
                    <a:pt x="32" y="80"/>
                    <a:pt x="32" y="80"/>
                  </a:cubicBezTo>
                  <a:cubicBezTo>
                    <a:pt x="32" y="95"/>
                    <a:pt x="17" y="95"/>
                    <a:pt x="17" y="95"/>
                  </a:cubicBezTo>
                  <a:lnTo>
                    <a:pt x="0" y="80"/>
                  </a:lnTo>
                  <a:lnTo>
                    <a:pt x="0" y="95"/>
                  </a:lnTo>
                  <a:cubicBezTo>
                    <a:pt x="0" y="111"/>
                    <a:pt x="0" y="126"/>
                    <a:pt x="32" y="126"/>
                  </a:cubicBezTo>
                  <a:lnTo>
                    <a:pt x="95" y="143"/>
                  </a:lnTo>
                  <a:lnTo>
                    <a:pt x="126" y="143"/>
                  </a:lnTo>
                  <a:lnTo>
                    <a:pt x="143" y="143"/>
                  </a:lnTo>
                  <a:lnTo>
                    <a:pt x="158" y="143"/>
                  </a:lnTo>
                  <a:cubicBezTo>
                    <a:pt x="158" y="143"/>
                    <a:pt x="174" y="143"/>
                    <a:pt x="174" y="126"/>
                  </a:cubicBezTo>
                  <a:lnTo>
                    <a:pt x="206" y="48"/>
                  </a:lnTo>
                  <a:cubicBezTo>
                    <a:pt x="221" y="32"/>
                    <a:pt x="206" y="17"/>
                    <a:pt x="18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23" name="Google Shape;4123;p46"/>
            <p:cNvSpPr/>
            <p:nvPr/>
          </p:nvSpPr>
          <p:spPr>
            <a:xfrm>
              <a:off x="3212101" y="1814333"/>
              <a:ext cx="5025" cy="3021"/>
            </a:xfrm>
            <a:custGeom>
              <a:avLst/>
              <a:gdLst/>
              <a:ahLst/>
              <a:cxnLst/>
              <a:rect l="l" t="t" r="r" b="b"/>
              <a:pathLst>
                <a:path w="158" h="95" extrusionOk="0">
                  <a:moveTo>
                    <a:pt x="78" y="0"/>
                  </a:moveTo>
                  <a:lnTo>
                    <a:pt x="78" y="0"/>
                  </a:lnTo>
                  <a:lnTo>
                    <a:pt x="63" y="0"/>
                  </a:lnTo>
                  <a:lnTo>
                    <a:pt x="15" y="15"/>
                  </a:lnTo>
                  <a:cubicBezTo>
                    <a:pt x="0" y="32"/>
                    <a:pt x="0" y="47"/>
                    <a:pt x="15" y="63"/>
                  </a:cubicBezTo>
                  <a:cubicBezTo>
                    <a:pt x="15" y="78"/>
                    <a:pt x="32" y="78"/>
                    <a:pt x="32" y="78"/>
                  </a:cubicBezTo>
                  <a:lnTo>
                    <a:pt x="63" y="78"/>
                  </a:lnTo>
                  <a:lnTo>
                    <a:pt x="78" y="63"/>
                  </a:lnTo>
                  <a:lnTo>
                    <a:pt x="95" y="78"/>
                  </a:lnTo>
                  <a:cubicBezTo>
                    <a:pt x="110" y="95"/>
                    <a:pt x="110" y="95"/>
                    <a:pt x="126" y="95"/>
                  </a:cubicBezTo>
                  <a:lnTo>
                    <a:pt x="141" y="78"/>
                  </a:lnTo>
                  <a:cubicBezTo>
                    <a:pt x="158" y="63"/>
                    <a:pt x="158" y="32"/>
                    <a:pt x="141"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24" name="Google Shape;4124;p46"/>
            <p:cNvSpPr/>
            <p:nvPr/>
          </p:nvSpPr>
          <p:spPr>
            <a:xfrm>
              <a:off x="3436063" y="1804792"/>
              <a:ext cx="6551" cy="2544"/>
            </a:xfrm>
            <a:custGeom>
              <a:avLst/>
              <a:gdLst/>
              <a:ahLst/>
              <a:cxnLst/>
              <a:rect l="l" t="t" r="r" b="b"/>
              <a:pathLst>
                <a:path w="206" h="80" extrusionOk="0">
                  <a:moveTo>
                    <a:pt x="174" y="0"/>
                  </a:moveTo>
                  <a:lnTo>
                    <a:pt x="174" y="0"/>
                  </a:lnTo>
                  <a:lnTo>
                    <a:pt x="111" y="16"/>
                  </a:lnTo>
                  <a:lnTo>
                    <a:pt x="111" y="16"/>
                  </a:lnTo>
                  <a:cubicBezTo>
                    <a:pt x="95" y="16"/>
                    <a:pt x="95" y="16"/>
                    <a:pt x="80" y="0"/>
                  </a:cubicBezTo>
                  <a:lnTo>
                    <a:pt x="32" y="0"/>
                  </a:lnTo>
                  <a:lnTo>
                    <a:pt x="32" y="0"/>
                  </a:lnTo>
                  <a:cubicBezTo>
                    <a:pt x="0" y="16"/>
                    <a:pt x="0" y="32"/>
                    <a:pt x="0" y="48"/>
                  </a:cubicBezTo>
                  <a:lnTo>
                    <a:pt x="0" y="48"/>
                  </a:lnTo>
                  <a:cubicBezTo>
                    <a:pt x="0" y="63"/>
                    <a:pt x="17" y="79"/>
                    <a:pt x="32" y="79"/>
                  </a:cubicBezTo>
                  <a:lnTo>
                    <a:pt x="32" y="79"/>
                  </a:lnTo>
                  <a:cubicBezTo>
                    <a:pt x="32" y="63"/>
                    <a:pt x="32" y="48"/>
                    <a:pt x="48" y="32"/>
                  </a:cubicBezTo>
                  <a:lnTo>
                    <a:pt x="63" y="32"/>
                  </a:lnTo>
                  <a:lnTo>
                    <a:pt x="63" y="32"/>
                  </a:lnTo>
                  <a:cubicBezTo>
                    <a:pt x="80" y="32"/>
                    <a:pt x="80" y="32"/>
                    <a:pt x="95" y="48"/>
                  </a:cubicBezTo>
                  <a:lnTo>
                    <a:pt x="111" y="63"/>
                  </a:lnTo>
                  <a:lnTo>
                    <a:pt x="174" y="63"/>
                  </a:lnTo>
                  <a:cubicBezTo>
                    <a:pt x="189" y="63"/>
                    <a:pt x="206" y="48"/>
                    <a:pt x="206" y="16"/>
                  </a:cubicBezTo>
                  <a:cubicBezTo>
                    <a:pt x="206" y="16"/>
                    <a:pt x="189"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25" name="Google Shape;4125;p46"/>
            <p:cNvSpPr/>
            <p:nvPr/>
          </p:nvSpPr>
          <p:spPr>
            <a:xfrm>
              <a:off x="3434568" y="1797286"/>
              <a:ext cx="5057" cy="7028"/>
            </a:xfrm>
            <a:custGeom>
              <a:avLst/>
              <a:gdLst/>
              <a:ahLst/>
              <a:cxnLst/>
              <a:rect l="l" t="t" r="r" b="b"/>
              <a:pathLst>
                <a:path w="159" h="221" extrusionOk="0">
                  <a:moveTo>
                    <a:pt x="64" y="0"/>
                  </a:moveTo>
                  <a:lnTo>
                    <a:pt x="47" y="0"/>
                  </a:lnTo>
                  <a:lnTo>
                    <a:pt x="47" y="0"/>
                  </a:lnTo>
                  <a:cubicBezTo>
                    <a:pt x="32" y="0"/>
                    <a:pt x="32" y="15"/>
                    <a:pt x="16" y="15"/>
                  </a:cubicBezTo>
                  <a:lnTo>
                    <a:pt x="1" y="63"/>
                  </a:lnTo>
                  <a:cubicBezTo>
                    <a:pt x="1" y="95"/>
                    <a:pt x="16" y="110"/>
                    <a:pt x="32" y="110"/>
                  </a:cubicBezTo>
                  <a:lnTo>
                    <a:pt x="47" y="110"/>
                  </a:lnTo>
                  <a:cubicBezTo>
                    <a:pt x="47" y="110"/>
                    <a:pt x="64" y="110"/>
                    <a:pt x="64" y="95"/>
                  </a:cubicBezTo>
                  <a:lnTo>
                    <a:pt x="95" y="142"/>
                  </a:lnTo>
                  <a:lnTo>
                    <a:pt x="79" y="173"/>
                  </a:lnTo>
                  <a:cubicBezTo>
                    <a:pt x="79" y="205"/>
                    <a:pt x="95" y="221"/>
                    <a:pt x="110" y="221"/>
                  </a:cubicBezTo>
                  <a:lnTo>
                    <a:pt x="110" y="221"/>
                  </a:lnTo>
                  <a:lnTo>
                    <a:pt x="127" y="221"/>
                  </a:lnTo>
                  <a:cubicBezTo>
                    <a:pt x="127" y="205"/>
                    <a:pt x="127" y="189"/>
                    <a:pt x="142" y="189"/>
                  </a:cubicBezTo>
                  <a:lnTo>
                    <a:pt x="158" y="173"/>
                  </a:lnTo>
                  <a:lnTo>
                    <a:pt x="158" y="142"/>
                  </a:lnTo>
                  <a:lnTo>
                    <a:pt x="158" y="126"/>
                  </a:lnTo>
                  <a:lnTo>
                    <a:pt x="110" y="32"/>
                  </a:lnTo>
                  <a:lnTo>
                    <a:pt x="95" y="15"/>
                  </a:lnTo>
                  <a:lnTo>
                    <a:pt x="7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26" name="Google Shape;4126;p46"/>
            <p:cNvSpPr/>
            <p:nvPr/>
          </p:nvSpPr>
          <p:spPr>
            <a:xfrm>
              <a:off x="3048726" y="1804283"/>
              <a:ext cx="3530" cy="6042"/>
            </a:xfrm>
            <a:custGeom>
              <a:avLst/>
              <a:gdLst/>
              <a:ahLst/>
              <a:cxnLst/>
              <a:rect l="l" t="t" r="r" b="b"/>
              <a:pathLst>
                <a:path w="111" h="190" extrusionOk="0">
                  <a:moveTo>
                    <a:pt x="32" y="1"/>
                  </a:moveTo>
                  <a:lnTo>
                    <a:pt x="16" y="64"/>
                  </a:lnTo>
                  <a:cubicBezTo>
                    <a:pt x="16" y="79"/>
                    <a:pt x="16" y="95"/>
                    <a:pt x="32" y="95"/>
                  </a:cubicBezTo>
                  <a:cubicBezTo>
                    <a:pt x="32" y="111"/>
                    <a:pt x="47" y="111"/>
                    <a:pt x="47" y="127"/>
                  </a:cubicBezTo>
                  <a:lnTo>
                    <a:pt x="32" y="127"/>
                  </a:lnTo>
                  <a:cubicBezTo>
                    <a:pt x="16" y="127"/>
                    <a:pt x="1" y="142"/>
                    <a:pt x="1" y="174"/>
                  </a:cubicBezTo>
                  <a:cubicBezTo>
                    <a:pt x="1" y="190"/>
                    <a:pt x="16" y="190"/>
                    <a:pt x="32" y="190"/>
                  </a:cubicBezTo>
                  <a:lnTo>
                    <a:pt x="47" y="190"/>
                  </a:lnTo>
                  <a:cubicBezTo>
                    <a:pt x="64" y="190"/>
                    <a:pt x="95" y="174"/>
                    <a:pt x="111" y="142"/>
                  </a:cubicBezTo>
                  <a:lnTo>
                    <a:pt x="111" y="111"/>
                  </a:lnTo>
                  <a:lnTo>
                    <a:pt x="111" y="111"/>
                  </a:lnTo>
                  <a:lnTo>
                    <a:pt x="95" y="111"/>
                  </a:lnTo>
                  <a:cubicBezTo>
                    <a:pt x="79" y="95"/>
                    <a:pt x="64" y="79"/>
                    <a:pt x="79" y="64"/>
                  </a:cubicBezTo>
                  <a:lnTo>
                    <a:pt x="79" y="64"/>
                  </a:lnTo>
                  <a:lnTo>
                    <a:pt x="79" y="48"/>
                  </a:lnTo>
                  <a:lnTo>
                    <a:pt x="7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27" name="Google Shape;4127;p46"/>
            <p:cNvSpPr/>
            <p:nvPr/>
          </p:nvSpPr>
          <p:spPr>
            <a:xfrm>
              <a:off x="3106863" y="1811789"/>
              <a:ext cx="5057" cy="3053"/>
            </a:xfrm>
            <a:custGeom>
              <a:avLst/>
              <a:gdLst/>
              <a:ahLst/>
              <a:cxnLst/>
              <a:rect l="l" t="t" r="r" b="b"/>
              <a:pathLst>
                <a:path w="159" h="96" extrusionOk="0">
                  <a:moveTo>
                    <a:pt x="95" y="1"/>
                  </a:moveTo>
                  <a:lnTo>
                    <a:pt x="95" y="1"/>
                  </a:lnTo>
                  <a:lnTo>
                    <a:pt x="95" y="1"/>
                  </a:lnTo>
                  <a:cubicBezTo>
                    <a:pt x="64" y="1"/>
                    <a:pt x="47" y="17"/>
                    <a:pt x="47" y="32"/>
                  </a:cubicBezTo>
                  <a:lnTo>
                    <a:pt x="32" y="32"/>
                  </a:lnTo>
                  <a:cubicBezTo>
                    <a:pt x="16" y="32"/>
                    <a:pt x="0" y="64"/>
                    <a:pt x="16" y="80"/>
                  </a:cubicBezTo>
                  <a:cubicBezTo>
                    <a:pt x="16" y="95"/>
                    <a:pt x="32" y="95"/>
                    <a:pt x="47" y="95"/>
                  </a:cubicBezTo>
                  <a:lnTo>
                    <a:pt x="47" y="95"/>
                  </a:lnTo>
                  <a:lnTo>
                    <a:pt x="47" y="95"/>
                  </a:lnTo>
                  <a:cubicBezTo>
                    <a:pt x="47" y="80"/>
                    <a:pt x="64" y="80"/>
                    <a:pt x="79" y="80"/>
                  </a:cubicBezTo>
                  <a:lnTo>
                    <a:pt x="79" y="80"/>
                  </a:lnTo>
                  <a:lnTo>
                    <a:pt x="95" y="80"/>
                  </a:lnTo>
                  <a:lnTo>
                    <a:pt x="95" y="64"/>
                  </a:lnTo>
                  <a:lnTo>
                    <a:pt x="95" y="64"/>
                  </a:lnTo>
                  <a:lnTo>
                    <a:pt x="95" y="64"/>
                  </a:lnTo>
                  <a:cubicBezTo>
                    <a:pt x="110" y="80"/>
                    <a:pt x="110" y="80"/>
                    <a:pt x="127" y="80"/>
                  </a:cubicBezTo>
                  <a:cubicBezTo>
                    <a:pt x="127" y="80"/>
                    <a:pt x="142" y="80"/>
                    <a:pt x="142" y="64"/>
                  </a:cubicBezTo>
                  <a:cubicBezTo>
                    <a:pt x="158" y="49"/>
                    <a:pt x="158" y="32"/>
                    <a:pt x="142" y="17"/>
                  </a:cubicBezTo>
                  <a:cubicBezTo>
                    <a:pt x="127"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28" name="Google Shape;4128;p46"/>
            <p:cNvSpPr/>
            <p:nvPr/>
          </p:nvSpPr>
          <p:spPr>
            <a:xfrm>
              <a:off x="3432055" y="1761189"/>
              <a:ext cx="5565" cy="3053"/>
            </a:xfrm>
            <a:custGeom>
              <a:avLst/>
              <a:gdLst/>
              <a:ahLst/>
              <a:cxnLst/>
              <a:rect l="l" t="t" r="r" b="b"/>
              <a:pathLst>
                <a:path w="175" h="96" extrusionOk="0">
                  <a:moveTo>
                    <a:pt x="80" y="1"/>
                  </a:moveTo>
                  <a:cubicBezTo>
                    <a:pt x="63" y="16"/>
                    <a:pt x="48" y="16"/>
                    <a:pt x="32" y="32"/>
                  </a:cubicBezTo>
                  <a:cubicBezTo>
                    <a:pt x="17" y="32"/>
                    <a:pt x="0" y="48"/>
                    <a:pt x="17" y="64"/>
                  </a:cubicBezTo>
                  <a:cubicBezTo>
                    <a:pt x="17" y="79"/>
                    <a:pt x="32" y="95"/>
                    <a:pt x="48" y="95"/>
                  </a:cubicBezTo>
                  <a:cubicBezTo>
                    <a:pt x="48" y="95"/>
                    <a:pt x="63" y="95"/>
                    <a:pt x="63" y="79"/>
                  </a:cubicBezTo>
                  <a:lnTo>
                    <a:pt x="95" y="79"/>
                  </a:lnTo>
                  <a:lnTo>
                    <a:pt x="111" y="79"/>
                  </a:lnTo>
                  <a:cubicBezTo>
                    <a:pt x="111" y="95"/>
                    <a:pt x="126" y="95"/>
                    <a:pt x="126" y="95"/>
                  </a:cubicBezTo>
                  <a:cubicBezTo>
                    <a:pt x="126" y="95"/>
                    <a:pt x="143" y="79"/>
                    <a:pt x="158" y="79"/>
                  </a:cubicBezTo>
                  <a:lnTo>
                    <a:pt x="158" y="79"/>
                  </a:lnTo>
                  <a:lnTo>
                    <a:pt x="174" y="79"/>
                  </a:lnTo>
                  <a:lnTo>
                    <a:pt x="174" y="48"/>
                  </a:lnTo>
                  <a:cubicBezTo>
                    <a:pt x="158" y="32"/>
                    <a:pt x="143" y="16"/>
                    <a:pt x="126" y="16"/>
                  </a:cubicBezTo>
                  <a:lnTo>
                    <a:pt x="126" y="16"/>
                  </a:lnTo>
                  <a:lnTo>
                    <a:pt x="111" y="16"/>
                  </a:lnTo>
                  <a:lnTo>
                    <a:pt x="80"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29" name="Google Shape;4129;p46"/>
            <p:cNvSpPr/>
            <p:nvPr/>
          </p:nvSpPr>
          <p:spPr>
            <a:xfrm>
              <a:off x="3309293" y="1819803"/>
              <a:ext cx="4039" cy="4580"/>
            </a:xfrm>
            <a:custGeom>
              <a:avLst/>
              <a:gdLst/>
              <a:ahLst/>
              <a:cxnLst/>
              <a:rect l="l" t="t" r="r" b="b"/>
              <a:pathLst>
                <a:path w="127" h="144" extrusionOk="0">
                  <a:moveTo>
                    <a:pt x="32" y="1"/>
                  </a:moveTo>
                  <a:lnTo>
                    <a:pt x="32" y="1"/>
                  </a:lnTo>
                  <a:lnTo>
                    <a:pt x="16" y="1"/>
                  </a:lnTo>
                  <a:cubicBezTo>
                    <a:pt x="16" y="17"/>
                    <a:pt x="1" y="17"/>
                    <a:pt x="1" y="32"/>
                  </a:cubicBezTo>
                  <a:cubicBezTo>
                    <a:pt x="1" y="32"/>
                    <a:pt x="1" y="49"/>
                    <a:pt x="16" y="49"/>
                  </a:cubicBezTo>
                  <a:lnTo>
                    <a:pt x="16" y="64"/>
                  </a:lnTo>
                  <a:lnTo>
                    <a:pt x="47" y="64"/>
                  </a:lnTo>
                  <a:lnTo>
                    <a:pt x="47" y="64"/>
                  </a:lnTo>
                  <a:lnTo>
                    <a:pt x="47" y="64"/>
                  </a:lnTo>
                  <a:cubicBezTo>
                    <a:pt x="64" y="64"/>
                    <a:pt x="79" y="64"/>
                    <a:pt x="79" y="80"/>
                  </a:cubicBezTo>
                  <a:cubicBezTo>
                    <a:pt x="95" y="112"/>
                    <a:pt x="79" y="127"/>
                    <a:pt x="64" y="127"/>
                  </a:cubicBezTo>
                  <a:lnTo>
                    <a:pt x="47" y="127"/>
                  </a:lnTo>
                  <a:lnTo>
                    <a:pt x="64" y="127"/>
                  </a:lnTo>
                  <a:cubicBezTo>
                    <a:pt x="64" y="143"/>
                    <a:pt x="79" y="143"/>
                    <a:pt x="79" y="143"/>
                  </a:cubicBezTo>
                  <a:lnTo>
                    <a:pt x="110" y="143"/>
                  </a:lnTo>
                  <a:cubicBezTo>
                    <a:pt x="127" y="127"/>
                    <a:pt x="127" y="112"/>
                    <a:pt x="110" y="95"/>
                  </a:cubicBezTo>
                  <a:lnTo>
                    <a:pt x="110" y="80"/>
                  </a:lnTo>
                  <a:lnTo>
                    <a:pt x="95" y="80"/>
                  </a:lnTo>
                  <a:lnTo>
                    <a:pt x="47" y="49"/>
                  </a:lnTo>
                  <a:cubicBezTo>
                    <a:pt x="47" y="32"/>
                    <a:pt x="32"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30" name="Google Shape;4130;p46"/>
            <p:cNvSpPr/>
            <p:nvPr/>
          </p:nvSpPr>
          <p:spPr>
            <a:xfrm>
              <a:off x="3041729" y="1819326"/>
              <a:ext cx="4516" cy="4039"/>
            </a:xfrm>
            <a:custGeom>
              <a:avLst/>
              <a:gdLst/>
              <a:ahLst/>
              <a:cxnLst/>
              <a:rect l="l" t="t" r="r" b="b"/>
              <a:pathLst>
                <a:path w="142" h="127" extrusionOk="0">
                  <a:moveTo>
                    <a:pt x="95" y="1"/>
                  </a:moveTo>
                  <a:lnTo>
                    <a:pt x="95" y="1"/>
                  </a:lnTo>
                  <a:cubicBezTo>
                    <a:pt x="95" y="1"/>
                    <a:pt x="78" y="1"/>
                    <a:pt x="78" y="16"/>
                  </a:cubicBezTo>
                  <a:lnTo>
                    <a:pt x="15" y="64"/>
                  </a:lnTo>
                  <a:cubicBezTo>
                    <a:pt x="0" y="64"/>
                    <a:pt x="0" y="64"/>
                    <a:pt x="0" y="79"/>
                  </a:cubicBezTo>
                  <a:lnTo>
                    <a:pt x="0" y="110"/>
                  </a:lnTo>
                  <a:cubicBezTo>
                    <a:pt x="15" y="110"/>
                    <a:pt x="15" y="127"/>
                    <a:pt x="32" y="127"/>
                  </a:cubicBezTo>
                  <a:cubicBezTo>
                    <a:pt x="47" y="127"/>
                    <a:pt x="47" y="127"/>
                    <a:pt x="47" y="110"/>
                  </a:cubicBezTo>
                  <a:lnTo>
                    <a:pt x="95" y="79"/>
                  </a:lnTo>
                  <a:lnTo>
                    <a:pt x="126" y="64"/>
                  </a:lnTo>
                  <a:cubicBezTo>
                    <a:pt x="141" y="47"/>
                    <a:pt x="141" y="32"/>
                    <a:pt x="126" y="16"/>
                  </a:cubicBez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31" name="Google Shape;4131;p46"/>
            <p:cNvSpPr/>
            <p:nvPr/>
          </p:nvSpPr>
          <p:spPr>
            <a:xfrm>
              <a:off x="3267694" y="1765705"/>
              <a:ext cx="4548" cy="5565"/>
            </a:xfrm>
            <a:custGeom>
              <a:avLst/>
              <a:gdLst/>
              <a:ahLst/>
              <a:cxnLst/>
              <a:rect l="l" t="t" r="r" b="b"/>
              <a:pathLst>
                <a:path w="143" h="175" extrusionOk="0">
                  <a:moveTo>
                    <a:pt x="143" y="95"/>
                  </a:moveTo>
                  <a:lnTo>
                    <a:pt x="95" y="126"/>
                  </a:lnTo>
                  <a:cubicBezTo>
                    <a:pt x="95" y="126"/>
                    <a:pt x="95" y="143"/>
                    <a:pt x="80" y="158"/>
                  </a:cubicBezTo>
                  <a:lnTo>
                    <a:pt x="80" y="174"/>
                  </a:lnTo>
                  <a:lnTo>
                    <a:pt x="95" y="174"/>
                  </a:lnTo>
                  <a:lnTo>
                    <a:pt x="95" y="174"/>
                  </a:lnTo>
                  <a:lnTo>
                    <a:pt x="95" y="174"/>
                  </a:lnTo>
                  <a:cubicBezTo>
                    <a:pt x="111" y="174"/>
                    <a:pt x="111" y="158"/>
                    <a:pt x="126" y="143"/>
                  </a:cubicBezTo>
                  <a:lnTo>
                    <a:pt x="126" y="111"/>
                  </a:lnTo>
                  <a:lnTo>
                    <a:pt x="126" y="111"/>
                  </a:lnTo>
                  <a:lnTo>
                    <a:pt x="143" y="95"/>
                  </a:lnTo>
                  <a:close/>
                  <a:moveTo>
                    <a:pt x="63" y="0"/>
                  </a:moveTo>
                  <a:lnTo>
                    <a:pt x="63" y="0"/>
                  </a:lnTo>
                  <a:lnTo>
                    <a:pt x="17" y="32"/>
                  </a:lnTo>
                  <a:cubicBezTo>
                    <a:pt x="0" y="32"/>
                    <a:pt x="0" y="63"/>
                    <a:pt x="17" y="80"/>
                  </a:cubicBezTo>
                  <a:lnTo>
                    <a:pt x="32" y="111"/>
                  </a:lnTo>
                  <a:lnTo>
                    <a:pt x="32" y="111"/>
                  </a:lnTo>
                  <a:lnTo>
                    <a:pt x="32" y="111"/>
                  </a:lnTo>
                  <a:cubicBezTo>
                    <a:pt x="32" y="95"/>
                    <a:pt x="32" y="80"/>
                    <a:pt x="48" y="63"/>
                  </a:cubicBezTo>
                  <a:lnTo>
                    <a:pt x="111" y="32"/>
                  </a:lnTo>
                  <a:lnTo>
                    <a:pt x="111" y="17"/>
                  </a:lnTo>
                  <a:lnTo>
                    <a:pt x="95" y="17"/>
                  </a:ln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32" name="Google Shape;4132;p46"/>
            <p:cNvSpPr/>
            <p:nvPr/>
          </p:nvSpPr>
          <p:spPr>
            <a:xfrm>
              <a:off x="3183510" y="1831825"/>
              <a:ext cx="5057" cy="2576"/>
            </a:xfrm>
            <a:custGeom>
              <a:avLst/>
              <a:gdLst/>
              <a:ahLst/>
              <a:cxnLst/>
              <a:rect l="l" t="t" r="r" b="b"/>
              <a:pathLst>
                <a:path w="159" h="81" extrusionOk="0">
                  <a:moveTo>
                    <a:pt x="111" y="1"/>
                  </a:moveTo>
                  <a:lnTo>
                    <a:pt x="111" y="1"/>
                  </a:lnTo>
                  <a:lnTo>
                    <a:pt x="32" y="1"/>
                  </a:lnTo>
                  <a:cubicBezTo>
                    <a:pt x="17" y="1"/>
                    <a:pt x="0" y="17"/>
                    <a:pt x="0" y="49"/>
                  </a:cubicBezTo>
                  <a:cubicBezTo>
                    <a:pt x="0" y="64"/>
                    <a:pt x="17" y="80"/>
                    <a:pt x="48" y="80"/>
                  </a:cubicBezTo>
                  <a:lnTo>
                    <a:pt x="48" y="80"/>
                  </a:lnTo>
                  <a:lnTo>
                    <a:pt x="127" y="64"/>
                  </a:lnTo>
                  <a:cubicBezTo>
                    <a:pt x="143" y="64"/>
                    <a:pt x="158" y="49"/>
                    <a:pt x="158" y="32"/>
                  </a:cubicBezTo>
                  <a:cubicBezTo>
                    <a:pt x="143" y="17"/>
                    <a:pt x="143"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33" name="Google Shape;4133;p46"/>
            <p:cNvSpPr/>
            <p:nvPr/>
          </p:nvSpPr>
          <p:spPr>
            <a:xfrm>
              <a:off x="3021693" y="1792261"/>
              <a:ext cx="4516" cy="7060"/>
            </a:xfrm>
            <a:custGeom>
              <a:avLst/>
              <a:gdLst/>
              <a:ahLst/>
              <a:cxnLst/>
              <a:rect l="l" t="t" r="r" b="b"/>
              <a:pathLst>
                <a:path w="142" h="222" extrusionOk="0">
                  <a:moveTo>
                    <a:pt x="110" y="1"/>
                  </a:moveTo>
                  <a:lnTo>
                    <a:pt x="63" y="1"/>
                  </a:lnTo>
                  <a:lnTo>
                    <a:pt x="63" y="32"/>
                  </a:lnTo>
                  <a:lnTo>
                    <a:pt x="63" y="64"/>
                  </a:lnTo>
                  <a:cubicBezTo>
                    <a:pt x="78" y="64"/>
                    <a:pt x="78" y="64"/>
                    <a:pt x="95" y="79"/>
                  </a:cubicBezTo>
                  <a:lnTo>
                    <a:pt x="95" y="110"/>
                  </a:lnTo>
                  <a:cubicBezTo>
                    <a:pt x="110" y="110"/>
                    <a:pt x="126" y="127"/>
                    <a:pt x="110" y="142"/>
                  </a:cubicBezTo>
                  <a:cubicBezTo>
                    <a:pt x="110" y="158"/>
                    <a:pt x="95" y="173"/>
                    <a:pt x="78" y="173"/>
                  </a:cubicBezTo>
                  <a:lnTo>
                    <a:pt x="78" y="173"/>
                  </a:lnTo>
                  <a:lnTo>
                    <a:pt x="15" y="158"/>
                  </a:lnTo>
                  <a:cubicBezTo>
                    <a:pt x="0" y="173"/>
                    <a:pt x="0" y="190"/>
                    <a:pt x="15" y="205"/>
                  </a:cubicBezTo>
                  <a:cubicBezTo>
                    <a:pt x="15" y="221"/>
                    <a:pt x="15" y="221"/>
                    <a:pt x="32" y="221"/>
                  </a:cubicBezTo>
                  <a:lnTo>
                    <a:pt x="32" y="221"/>
                  </a:lnTo>
                  <a:lnTo>
                    <a:pt x="32" y="221"/>
                  </a:lnTo>
                  <a:lnTo>
                    <a:pt x="47" y="221"/>
                  </a:lnTo>
                  <a:lnTo>
                    <a:pt x="47" y="221"/>
                  </a:lnTo>
                  <a:lnTo>
                    <a:pt x="63" y="221"/>
                  </a:lnTo>
                  <a:cubicBezTo>
                    <a:pt x="141" y="173"/>
                    <a:pt x="141" y="95"/>
                    <a:pt x="141" y="32"/>
                  </a:cubicBezTo>
                  <a:cubicBezTo>
                    <a:pt x="126" y="32"/>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34" name="Google Shape;4134;p46"/>
            <p:cNvSpPr/>
            <p:nvPr/>
          </p:nvSpPr>
          <p:spPr>
            <a:xfrm>
              <a:off x="3120888" y="1812329"/>
              <a:ext cx="4516" cy="5502"/>
            </a:xfrm>
            <a:custGeom>
              <a:avLst/>
              <a:gdLst/>
              <a:ahLst/>
              <a:cxnLst/>
              <a:rect l="l" t="t" r="r" b="b"/>
              <a:pathLst>
                <a:path w="142" h="173" extrusionOk="0">
                  <a:moveTo>
                    <a:pt x="32" y="0"/>
                  </a:moveTo>
                  <a:lnTo>
                    <a:pt x="32" y="0"/>
                  </a:lnTo>
                  <a:lnTo>
                    <a:pt x="16" y="0"/>
                  </a:lnTo>
                  <a:cubicBezTo>
                    <a:pt x="1" y="15"/>
                    <a:pt x="1" y="32"/>
                    <a:pt x="16" y="47"/>
                  </a:cubicBezTo>
                  <a:lnTo>
                    <a:pt x="16" y="47"/>
                  </a:lnTo>
                  <a:lnTo>
                    <a:pt x="32" y="95"/>
                  </a:lnTo>
                  <a:lnTo>
                    <a:pt x="64" y="158"/>
                  </a:lnTo>
                  <a:cubicBezTo>
                    <a:pt x="64" y="158"/>
                    <a:pt x="79" y="158"/>
                    <a:pt x="79" y="173"/>
                  </a:cubicBezTo>
                  <a:lnTo>
                    <a:pt x="79" y="173"/>
                  </a:lnTo>
                  <a:lnTo>
                    <a:pt x="95" y="173"/>
                  </a:lnTo>
                  <a:lnTo>
                    <a:pt x="110" y="173"/>
                  </a:lnTo>
                  <a:cubicBezTo>
                    <a:pt x="127" y="158"/>
                    <a:pt x="142" y="141"/>
                    <a:pt x="127" y="126"/>
                  </a:cubicBezTo>
                  <a:lnTo>
                    <a:pt x="64" y="15"/>
                  </a:lnTo>
                  <a:cubicBezTo>
                    <a:pt x="64"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35" name="Google Shape;4135;p46"/>
            <p:cNvSpPr/>
            <p:nvPr/>
          </p:nvSpPr>
          <p:spPr>
            <a:xfrm>
              <a:off x="3321824" y="1816814"/>
              <a:ext cx="4548" cy="2544"/>
            </a:xfrm>
            <a:custGeom>
              <a:avLst/>
              <a:gdLst/>
              <a:ahLst/>
              <a:cxnLst/>
              <a:rect l="l" t="t" r="r" b="b"/>
              <a:pathLst>
                <a:path w="143" h="80" extrusionOk="0">
                  <a:moveTo>
                    <a:pt x="111" y="0"/>
                  </a:moveTo>
                  <a:lnTo>
                    <a:pt x="111" y="0"/>
                  </a:lnTo>
                  <a:lnTo>
                    <a:pt x="48" y="0"/>
                  </a:lnTo>
                  <a:lnTo>
                    <a:pt x="32" y="0"/>
                  </a:lnTo>
                  <a:lnTo>
                    <a:pt x="32" y="0"/>
                  </a:lnTo>
                  <a:cubicBezTo>
                    <a:pt x="16" y="0"/>
                    <a:pt x="0" y="17"/>
                    <a:pt x="0" y="48"/>
                  </a:cubicBezTo>
                  <a:lnTo>
                    <a:pt x="0" y="48"/>
                  </a:lnTo>
                  <a:cubicBezTo>
                    <a:pt x="16" y="48"/>
                    <a:pt x="32" y="63"/>
                    <a:pt x="32" y="63"/>
                  </a:cubicBezTo>
                  <a:cubicBezTo>
                    <a:pt x="32" y="63"/>
                    <a:pt x="32" y="80"/>
                    <a:pt x="48" y="80"/>
                  </a:cubicBezTo>
                  <a:lnTo>
                    <a:pt x="111" y="80"/>
                  </a:lnTo>
                  <a:cubicBezTo>
                    <a:pt x="126" y="80"/>
                    <a:pt x="142" y="63"/>
                    <a:pt x="142" y="48"/>
                  </a:cubicBezTo>
                  <a:lnTo>
                    <a:pt x="142" y="48"/>
                  </a:lnTo>
                  <a:lnTo>
                    <a:pt x="142" y="17"/>
                  </a:lnTo>
                  <a:lnTo>
                    <a:pt x="142" y="17"/>
                  </a:lnTo>
                  <a:cubicBezTo>
                    <a:pt x="126" y="17"/>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36" name="Google Shape;4136;p46"/>
            <p:cNvSpPr/>
            <p:nvPr/>
          </p:nvSpPr>
          <p:spPr>
            <a:xfrm>
              <a:off x="3416026" y="1752189"/>
              <a:ext cx="4548" cy="3021"/>
            </a:xfrm>
            <a:custGeom>
              <a:avLst/>
              <a:gdLst/>
              <a:ahLst/>
              <a:cxnLst/>
              <a:rect l="l" t="t" r="r" b="b"/>
              <a:pathLst>
                <a:path w="143" h="95" extrusionOk="0">
                  <a:moveTo>
                    <a:pt x="111" y="0"/>
                  </a:moveTo>
                  <a:lnTo>
                    <a:pt x="111" y="0"/>
                  </a:lnTo>
                  <a:lnTo>
                    <a:pt x="95" y="0"/>
                  </a:lnTo>
                  <a:lnTo>
                    <a:pt x="32" y="32"/>
                  </a:lnTo>
                  <a:cubicBezTo>
                    <a:pt x="16" y="47"/>
                    <a:pt x="0" y="63"/>
                    <a:pt x="16" y="79"/>
                  </a:cubicBezTo>
                  <a:lnTo>
                    <a:pt x="16" y="79"/>
                  </a:lnTo>
                  <a:cubicBezTo>
                    <a:pt x="32" y="95"/>
                    <a:pt x="32" y="95"/>
                    <a:pt x="48" y="95"/>
                  </a:cubicBezTo>
                  <a:lnTo>
                    <a:pt x="63" y="95"/>
                  </a:lnTo>
                  <a:lnTo>
                    <a:pt x="95" y="79"/>
                  </a:lnTo>
                  <a:lnTo>
                    <a:pt x="111" y="63"/>
                  </a:lnTo>
                  <a:lnTo>
                    <a:pt x="126" y="63"/>
                  </a:lnTo>
                  <a:lnTo>
                    <a:pt x="126" y="63"/>
                  </a:lnTo>
                  <a:lnTo>
                    <a:pt x="126" y="63"/>
                  </a:lnTo>
                  <a:lnTo>
                    <a:pt x="143" y="63"/>
                  </a:lnTo>
                  <a:cubicBezTo>
                    <a:pt x="126" y="47"/>
                    <a:pt x="143" y="32"/>
                    <a:pt x="143" y="32"/>
                  </a:cubicBezTo>
                  <a:lnTo>
                    <a:pt x="143" y="15"/>
                  </a:lnTo>
                  <a:cubicBezTo>
                    <a:pt x="143" y="15"/>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37" name="Google Shape;4137;p46"/>
            <p:cNvSpPr/>
            <p:nvPr/>
          </p:nvSpPr>
          <p:spPr>
            <a:xfrm>
              <a:off x="3199539" y="1799290"/>
              <a:ext cx="2576" cy="4039"/>
            </a:xfrm>
            <a:custGeom>
              <a:avLst/>
              <a:gdLst/>
              <a:ahLst/>
              <a:cxnLst/>
              <a:rect l="l" t="t" r="r" b="b"/>
              <a:pathLst>
                <a:path w="81" h="127" extrusionOk="0">
                  <a:moveTo>
                    <a:pt x="49" y="0"/>
                  </a:moveTo>
                  <a:lnTo>
                    <a:pt x="49" y="0"/>
                  </a:lnTo>
                  <a:cubicBezTo>
                    <a:pt x="32" y="0"/>
                    <a:pt x="17" y="0"/>
                    <a:pt x="17" y="16"/>
                  </a:cubicBezTo>
                  <a:lnTo>
                    <a:pt x="1" y="95"/>
                  </a:lnTo>
                  <a:cubicBezTo>
                    <a:pt x="1" y="110"/>
                    <a:pt x="17" y="126"/>
                    <a:pt x="32" y="126"/>
                  </a:cubicBezTo>
                  <a:lnTo>
                    <a:pt x="32" y="126"/>
                  </a:lnTo>
                  <a:cubicBezTo>
                    <a:pt x="49" y="126"/>
                    <a:pt x="64" y="126"/>
                    <a:pt x="80" y="95"/>
                  </a:cubicBezTo>
                  <a:lnTo>
                    <a:pt x="80" y="32"/>
                  </a:lnTo>
                  <a:cubicBezTo>
                    <a:pt x="80"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38" name="Google Shape;4138;p46"/>
            <p:cNvSpPr/>
            <p:nvPr/>
          </p:nvSpPr>
          <p:spPr>
            <a:xfrm>
              <a:off x="3356872" y="1755178"/>
              <a:ext cx="6583" cy="2035"/>
            </a:xfrm>
            <a:custGeom>
              <a:avLst/>
              <a:gdLst/>
              <a:ahLst/>
              <a:cxnLst/>
              <a:rect l="l" t="t" r="r" b="b"/>
              <a:pathLst>
                <a:path w="207" h="64" extrusionOk="0">
                  <a:moveTo>
                    <a:pt x="206" y="1"/>
                  </a:moveTo>
                  <a:cubicBezTo>
                    <a:pt x="143" y="16"/>
                    <a:pt x="80" y="16"/>
                    <a:pt x="1" y="32"/>
                  </a:cubicBezTo>
                  <a:lnTo>
                    <a:pt x="80" y="64"/>
                  </a:lnTo>
                  <a:lnTo>
                    <a:pt x="95" y="64"/>
                  </a:lnTo>
                  <a:lnTo>
                    <a:pt x="127" y="64"/>
                  </a:lnTo>
                  <a:lnTo>
                    <a:pt x="190" y="32"/>
                  </a:lnTo>
                  <a:cubicBezTo>
                    <a:pt x="190" y="16"/>
                    <a:pt x="206" y="16"/>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39" name="Google Shape;4139;p46"/>
            <p:cNvSpPr/>
            <p:nvPr/>
          </p:nvSpPr>
          <p:spPr>
            <a:xfrm>
              <a:off x="3371438" y="1780239"/>
              <a:ext cx="5057" cy="3530"/>
            </a:xfrm>
            <a:custGeom>
              <a:avLst/>
              <a:gdLst/>
              <a:ahLst/>
              <a:cxnLst/>
              <a:rect l="l" t="t" r="r" b="b"/>
              <a:pathLst>
                <a:path w="159" h="111" extrusionOk="0">
                  <a:moveTo>
                    <a:pt x="158" y="110"/>
                  </a:moveTo>
                  <a:lnTo>
                    <a:pt x="158" y="110"/>
                  </a:lnTo>
                  <a:lnTo>
                    <a:pt x="158" y="110"/>
                  </a:lnTo>
                  <a:lnTo>
                    <a:pt x="158" y="110"/>
                  </a:lnTo>
                  <a:close/>
                  <a:moveTo>
                    <a:pt x="63" y="1"/>
                  </a:moveTo>
                  <a:lnTo>
                    <a:pt x="63" y="1"/>
                  </a:lnTo>
                  <a:cubicBezTo>
                    <a:pt x="47" y="1"/>
                    <a:pt x="47" y="1"/>
                    <a:pt x="32" y="16"/>
                  </a:cubicBezTo>
                  <a:lnTo>
                    <a:pt x="16" y="47"/>
                  </a:lnTo>
                  <a:cubicBezTo>
                    <a:pt x="0" y="47"/>
                    <a:pt x="0" y="64"/>
                    <a:pt x="16" y="79"/>
                  </a:cubicBezTo>
                  <a:cubicBezTo>
                    <a:pt x="16" y="95"/>
                    <a:pt x="32" y="95"/>
                    <a:pt x="47" y="95"/>
                  </a:cubicBezTo>
                  <a:lnTo>
                    <a:pt x="79" y="95"/>
                  </a:lnTo>
                  <a:cubicBezTo>
                    <a:pt x="79" y="95"/>
                    <a:pt x="79" y="79"/>
                    <a:pt x="95" y="64"/>
                  </a:cubicBezTo>
                  <a:lnTo>
                    <a:pt x="110" y="47"/>
                  </a:lnTo>
                  <a:lnTo>
                    <a:pt x="127" y="47"/>
                  </a:lnTo>
                  <a:lnTo>
                    <a:pt x="142" y="64"/>
                  </a:lnTo>
                  <a:lnTo>
                    <a:pt x="142" y="47"/>
                  </a:lnTo>
                  <a:lnTo>
                    <a:pt x="142" y="32"/>
                  </a:lnTo>
                  <a:lnTo>
                    <a:pt x="95" y="32"/>
                  </a:lnTo>
                  <a:cubicBezTo>
                    <a:pt x="95" y="16"/>
                    <a:pt x="95"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40" name="Google Shape;4140;p46"/>
            <p:cNvSpPr/>
            <p:nvPr/>
          </p:nvSpPr>
          <p:spPr>
            <a:xfrm>
              <a:off x="3412528" y="1793756"/>
              <a:ext cx="5534" cy="8555"/>
            </a:xfrm>
            <a:custGeom>
              <a:avLst/>
              <a:gdLst/>
              <a:ahLst/>
              <a:cxnLst/>
              <a:rect l="l" t="t" r="r" b="b"/>
              <a:pathLst>
                <a:path w="174" h="269" extrusionOk="0">
                  <a:moveTo>
                    <a:pt x="173" y="0"/>
                  </a:moveTo>
                  <a:lnTo>
                    <a:pt x="158" y="17"/>
                  </a:lnTo>
                  <a:cubicBezTo>
                    <a:pt x="158" y="48"/>
                    <a:pt x="142" y="63"/>
                    <a:pt x="126" y="63"/>
                  </a:cubicBezTo>
                  <a:lnTo>
                    <a:pt x="110" y="48"/>
                  </a:lnTo>
                  <a:lnTo>
                    <a:pt x="95" y="63"/>
                  </a:lnTo>
                  <a:cubicBezTo>
                    <a:pt x="63" y="80"/>
                    <a:pt x="32" y="80"/>
                    <a:pt x="0" y="126"/>
                  </a:cubicBezTo>
                  <a:lnTo>
                    <a:pt x="0" y="158"/>
                  </a:lnTo>
                  <a:lnTo>
                    <a:pt x="0" y="206"/>
                  </a:lnTo>
                  <a:lnTo>
                    <a:pt x="0" y="221"/>
                  </a:lnTo>
                  <a:cubicBezTo>
                    <a:pt x="16" y="221"/>
                    <a:pt x="16" y="237"/>
                    <a:pt x="16" y="237"/>
                  </a:cubicBezTo>
                  <a:lnTo>
                    <a:pt x="110" y="269"/>
                  </a:lnTo>
                  <a:lnTo>
                    <a:pt x="126" y="269"/>
                  </a:lnTo>
                  <a:lnTo>
                    <a:pt x="126" y="253"/>
                  </a:lnTo>
                  <a:cubicBezTo>
                    <a:pt x="126" y="237"/>
                    <a:pt x="126" y="221"/>
                    <a:pt x="158" y="221"/>
                  </a:cubicBezTo>
                  <a:lnTo>
                    <a:pt x="158" y="221"/>
                  </a:lnTo>
                  <a:lnTo>
                    <a:pt x="158" y="221"/>
                  </a:lnTo>
                  <a:lnTo>
                    <a:pt x="158" y="221"/>
                  </a:lnTo>
                  <a:cubicBezTo>
                    <a:pt x="158" y="221"/>
                    <a:pt x="158" y="206"/>
                    <a:pt x="142" y="206"/>
                  </a:cubicBezTo>
                  <a:lnTo>
                    <a:pt x="95" y="190"/>
                  </a:lnTo>
                  <a:lnTo>
                    <a:pt x="79" y="190"/>
                  </a:lnTo>
                  <a:lnTo>
                    <a:pt x="79" y="190"/>
                  </a:lnTo>
                  <a:cubicBezTo>
                    <a:pt x="63" y="190"/>
                    <a:pt x="63" y="190"/>
                    <a:pt x="47" y="174"/>
                  </a:cubicBezTo>
                  <a:lnTo>
                    <a:pt x="32" y="143"/>
                  </a:lnTo>
                  <a:cubicBezTo>
                    <a:pt x="16" y="126"/>
                    <a:pt x="32" y="95"/>
                    <a:pt x="47" y="95"/>
                  </a:cubicBezTo>
                  <a:lnTo>
                    <a:pt x="63" y="80"/>
                  </a:lnTo>
                  <a:lnTo>
                    <a:pt x="79" y="95"/>
                  </a:lnTo>
                  <a:cubicBezTo>
                    <a:pt x="79" y="80"/>
                    <a:pt x="95" y="80"/>
                    <a:pt x="95" y="80"/>
                  </a:cubicBezTo>
                  <a:lnTo>
                    <a:pt x="95" y="80"/>
                  </a:lnTo>
                  <a:lnTo>
                    <a:pt x="110" y="80"/>
                  </a:lnTo>
                  <a:cubicBezTo>
                    <a:pt x="126" y="95"/>
                    <a:pt x="142" y="111"/>
                    <a:pt x="142" y="126"/>
                  </a:cubicBezTo>
                  <a:lnTo>
                    <a:pt x="126" y="126"/>
                  </a:lnTo>
                  <a:lnTo>
                    <a:pt x="142" y="126"/>
                  </a:lnTo>
                  <a:cubicBezTo>
                    <a:pt x="158" y="126"/>
                    <a:pt x="158" y="111"/>
                    <a:pt x="173" y="95"/>
                  </a:cubicBezTo>
                  <a:lnTo>
                    <a:pt x="17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41" name="Google Shape;4141;p46"/>
            <p:cNvSpPr/>
            <p:nvPr/>
          </p:nvSpPr>
          <p:spPr>
            <a:xfrm>
              <a:off x="3159466" y="1811789"/>
              <a:ext cx="4548" cy="2035"/>
            </a:xfrm>
            <a:custGeom>
              <a:avLst/>
              <a:gdLst/>
              <a:ahLst/>
              <a:cxnLst/>
              <a:rect l="l" t="t" r="r" b="b"/>
              <a:pathLst>
                <a:path w="143" h="64" extrusionOk="0">
                  <a:moveTo>
                    <a:pt x="32" y="49"/>
                  </a:moveTo>
                  <a:lnTo>
                    <a:pt x="17" y="64"/>
                  </a:lnTo>
                  <a:lnTo>
                    <a:pt x="17" y="64"/>
                  </a:lnTo>
                  <a:lnTo>
                    <a:pt x="0" y="64"/>
                  </a:lnTo>
                  <a:lnTo>
                    <a:pt x="32" y="64"/>
                  </a:lnTo>
                  <a:lnTo>
                    <a:pt x="32" y="64"/>
                  </a:lnTo>
                  <a:lnTo>
                    <a:pt x="32" y="64"/>
                  </a:lnTo>
                  <a:lnTo>
                    <a:pt x="32" y="49"/>
                  </a:lnTo>
                  <a:close/>
                  <a:moveTo>
                    <a:pt x="111" y="1"/>
                  </a:moveTo>
                  <a:lnTo>
                    <a:pt x="111" y="1"/>
                  </a:lnTo>
                  <a:lnTo>
                    <a:pt x="32" y="1"/>
                  </a:lnTo>
                  <a:lnTo>
                    <a:pt x="32" y="1"/>
                  </a:lnTo>
                  <a:cubicBezTo>
                    <a:pt x="48" y="1"/>
                    <a:pt x="48" y="17"/>
                    <a:pt x="48" y="17"/>
                  </a:cubicBezTo>
                  <a:lnTo>
                    <a:pt x="48" y="32"/>
                  </a:lnTo>
                  <a:lnTo>
                    <a:pt x="48" y="32"/>
                  </a:lnTo>
                  <a:lnTo>
                    <a:pt x="63" y="32"/>
                  </a:lnTo>
                  <a:lnTo>
                    <a:pt x="63" y="32"/>
                  </a:lnTo>
                  <a:cubicBezTo>
                    <a:pt x="80" y="32"/>
                    <a:pt x="80" y="32"/>
                    <a:pt x="95" y="49"/>
                  </a:cubicBezTo>
                  <a:cubicBezTo>
                    <a:pt x="95" y="49"/>
                    <a:pt x="111" y="49"/>
                    <a:pt x="111" y="64"/>
                  </a:cubicBezTo>
                  <a:cubicBezTo>
                    <a:pt x="111" y="49"/>
                    <a:pt x="126" y="49"/>
                    <a:pt x="126" y="32"/>
                  </a:cubicBezTo>
                  <a:lnTo>
                    <a:pt x="143" y="32"/>
                  </a:lnTo>
                  <a:lnTo>
                    <a:pt x="143" y="32"/>
                  </a:lnTo>
                  <a:lnTo>
                    <a:pt x="143" y="32"/>
                  </a:lnTo>
                  <a:cubicBezTo>
                    <a:pt x="143" y="17"/>
                    <a:pt x="126"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42" name="Google Shape;4142;p46"/>
            <p:cNvSpPr/>
            <p:nvPr/>
          </p:nvSpPr>
          <p:spPr>
            <a:xfrm>
              <a:off x="3086286" y="1812806"/>
              <a:ext cx="3053" cy="2035"/>
            </a:xfrm>
            <a:custGeom>
              <a:avLst/>
              <a:gdLst/>
              <a:ahLst/>
              <a:cxnLst/>
              <a:rect l="l" t="t" r="r" b="b"/>
              <a:pathLst>
                <a:path w="96" h="64" extrusionOk="0">
                  <a:moveTo>
                    <a:pt x="95" y="0"/>
                  </a:moveTo>
                  <a:lnTo>
                    <a:pt x="80" y="0"/>
                  </a:lnTo>
                  <a:lnTo>
                    <a:pt x="80" y="17"/>
                  </a:lnTo>
                  <a:cubicBezTo>
                    <a:pt x="80" y="17"/>
                    <a:pt x="64" y="32"/>
                    <a:pt x="49" y="32"/>
                  </a:cubicBezTo>
                  <a:lnTo>
                    <a:pt x="49" y="17"/>
                  </a:lnTo>
                  <a:lnTo>
                    <a:pt x="32" y="17"/>
                  </a:lnTo>
                  <a:cubicBezTo>
                    <a:pt x="32" y="32"/>
                    <a:pt x="17" y="32"/>
                    <a:pt x="17" y="32"/>
                  </a:cubicBezTo>
                  <a:lnTo>
                    <a:pt x="1" y="32"/>
                  </a:lnTo>
                  <a:lnTo>
                    <a:pt x="1" y="32"/>
                  </a:lnTo>
                  <a:lnTo>
                    <a:pt x="17" y="48"/>
                  </a:lnTo>
                  <a:cubicBezTo>
                    <a:pt x="17" y="63"/>
                    <a:pt x="32" y="63"/>
                    <a:pt x="49" y="63"/>
                  </a:cubicBezTo>
                  <a:lnTo>
                    <a:pt x="49" y="63"/>
                  </a:lnTo>
                  <a:cubicBezTo>
                    <a:pt x="64" y="63"/>
                    <a:pt x="64" y="63"/>
                    <a:pt x="80" y="4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43" name="Google Shape;4143;p46"/>
            <p:cNvSpPr/>
            <p:nvPr/>
          </p:nvSpPr>
          <p:spPr>
            <a:xfrm>
              <a:off x="3427571" y="1804792"/>
              <a:ext cx="8523" cy="3530"/>
            </a:xfrm>
            <a:custGeom>
              <a:avLst/>
              <a:gdLst/>
              <a:ahLst/>
              <a:cxnLst/>
              <a:rect l="l" t="t" r="r" b="b"/>
              <a:pathLst>
                <a:path w="268" h="111" extrusionOk="0">
                  <a:moveTo>
                    <a:pt x="47" y="16"/>
                  </a:moveTo>
                  <a:lnTo>
                    <a:pt x="47" y="16"/>
                  </a:lnTo>
                  <a:cubicBezTo>
                    <a:pt x="32" y="16"/>
                    <a:pt x="15" y="48"/>
                    <a:pt x="0" y="63"/>
                  </a:cubicBezTo>
                  <a:lnTo>
                    <a:pt x="0" y="63"/>
                  </a:lnTo>
                  <a:lnTo>
                    <a:pt x="47" y="79"/>
                  </a:lnTo>
                  <a:cubicBezTo>
                    <a:pt x="47" y="79"/>
                    <a:pt x="63" y="95"/>
                    <a:pt x="63" y="111"/>
                  </a:cubicBezTo>
                  <a:lnTo>
                    <a:pt x="63" y="111"/>
                  </a:lnTo>
                  <a:lnTo>
                    <a:pt x="78" y="111"/>
                  </a:lnTo>
                  <a:lnTo>
                    <a:pt x="78" y="111"/>
                  </a:lnTo>
                  <a:lnTo>
                    <a:pt x="78" y="111"/>
                  </a:lnTo>
                  <a:lnTo>
                    <a:pt x="78" y="95"/>
                  </a:lnTo>
                  <a:cubicBezTo>
                    <a:pt x="63" y="79"/>
                    <a:pt x="47" y="48"/>
                    <a:pt x="47" y="32"/>
                  </a:cubicBezTo>
                  <a:lnTo>
                    <a:pt x="47" y="16"/>
                  </a:lnTo>
                  <a:close/>
                  <a:moveTo>
                    <a:pt x="221" y="0"/>
                  </a:moveTo>
                  <a:lnTo>
                    <a:pt x="221" y="0"/>
                  </a:lnTo>
                  <a:lnTo>
                    <a:pt x="204" y="0"/>
                  </a:lnTo>
                  <a:lnTo>
                    <a:pt x="173" y="0"/>
                  </a:lnTo>
                  <a:lnTo>
                    <a:pt x="158" y="0"/>
                  </a:lnTo>
                  <a:lnTo>
                    <a:pt x="141" y="0"/>
                  </a:lnTo>
                  <a:lnTo>
                    <a:pt x="141" y="0"/>
                  </a:lnTo>
                  <a:lnTo>
                    <a:pt x="141" y="16"/>
                  </a:lnTo>
                  <a:cubicBezTo>
                    <a:pt x="126" y="16"/>
                    <a:pt x="110" y="32"/>
                    <a:pt x="110" y="32"/>
                  </a:cubicBezTo>
                  <a:cubicBezTo>
                    <a:pt x="110" y="32"/>
                    <a:pt x="110" y="48"/>
                    <a:pt x="126" y="48"/>
                  </a:cubicBezTo>
                  <a:lnTo>
                    <a:pt x="126" y="63"/>
                  </a:lnTo>
                  <a:cubicBezTo>
                    <a:pt x="141" y="48"/>
                    <a:pt x="141" y="48"/>
                    <a:pt x="158" y="48"/>
                  </a:cubicBezTo>
                  <a:lnTo>
                    <a:pt x="173" y="48"/>
                  </a:lnTo>
                  <a:lnTo>
                    <a:pt x="189" y="48"/>
                  </a:lnTo>
                  <a:cubicBezTo>
                    <a:pt x="204" y="48"/>
                    <a:pt x="221" y="48"/>
                    <a:pt x="221" y="79"/>
                  </a:cubicBezTo>
                  <a:lnTo>
                    <a:pt x="221" y="79"/>
                  </a:lnTo>
                  <a:lnTo>
                    <a:pt x="221" y="79"/>
                  </a:lnTo>
                  <a:cubicBezTo>
                    <a:pt x="236" y="79"/>
                    <a:pt x="252" y="63"/>
                    <a:pt x="252" y="48"/>
                  </a:cubicBezTo>
                  <a:lnTo>
                    <a:pt x="267" y="48"/>
                  </a:lnTo>
                  <a:cubicBezTo>
                    <a:pt x="267" y="16"/>
                    <a:pt x="252"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44" name="Google Shape;4144;p46"/>
            <p:cNvSpPr/>
            <p:nvPr/>
          </p:nvSpPr>
          <p:spPr>
            <a:xfrm>
              <a:off x="3379452" y="1753174"/>
              <a:ext cx="4516" cy="4039"/>
            </a:xfrm>
            <a:custGeom>
              <a:avLst/>
              <a:gdLst/>
              <a:ahLst/>
              <a:cxnLst/>
              <a:rect l="l" t="t" r="r" b="b"/>
              <a:pathLst>
                <a:path w="142" h="127" extrusionOk="0">
                  <a:moveTo>
                    <a:pt x="110" y="1"/>
                  </a:moveTo>
                  <a:lnTo>
                    <a:pt x="110" y="1"/>
                  </a:lnTo>
                  <a:lnTo>
                    <a:pt x="79" y="1"/>
                  </a:lnTo>
                  <a:lnTo>
                    <a:pt x="16" y="79"/>
                  </a:lnTo>
                  <a:cubicBezTo>
                    <a:pt x="1" y="95"/>
                    <a:pt x="1" y="111"/>
                    <a:pt x="16" y="127"/>
                  </a:cubicBezTo>
                  <a:lnTo>
                    <a:pt x="32" y="127"/>
                  </a:lnTo>
                  <a:lnTo>
                    <a:pt x="64" y="127"/>
                  </a:lnTo>
                  <a:lnTo>
                    <a:pt x="127" y="48"/>
                  </a:lnTo>
                  <a:cubicBezTo>
                    <a:pt x="142" y="48"/>
                    <a:pt x="142" y="16"/>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45" name="Google Shape;4145;p46"/>
            <p:cNvSpPr/>
            <p:nvPr/>
          </p:nvSpPr>
          <p:spPr>
            <a:xfrm>
              <a:off x="3384477" y="1804283"/>
              <a:ext cx="4039" cy="3053"/>
            </a:xfrm>
            <a:custGeom>
              <a:avLst/>
              <a:gdLst/>
              <a:ahLst/>
              <a:cxnLst/>
              <a:rect l="l" t="t" r="r" b="b"/>
              <a:pathLst>
                <a:path w="127" h="96" extrusionOk="0">
                  <a:moveTo>
                    <a:pt x="95" y="1"/>
                  </a:moveTo>
                  <a:lnTo>
                    <a:pt x="95" y="1"/>
                  </a:lnTo>
                  <a:lnTo>
                    <a:pt x="95" y="1"/>
                  </a:lnTo>
                  <a:cubicBezTo>
                    <a:pt x="78" y="1"/>
                    <a:pt x="63" y="16"/>
                    <a:pt x="63" y="32"/>
                  </a:cubicBezTo>
                  <a:lnTo>
                    <a:pt x="47" y="32"/>
                  </a:lnTo>
                  <a:cubicBezTo>
                    <a:pt x="47" y="32"/>
                    <a:pt x="32" y="32"/>
                    <a:pt x="15" y="48"/>
                  </a:cubicBezTo>
                  <a:cubicBezTo>
                    <a:pt x="0" y="48"/>
                    <a:pt x="0" y="79"/>
                    <a:pt x="15" y="95"/>
                  </a:cubicBezTo>
                  <a:lnTo>
                    <a:pt x="47" y="95"/>
                  </a:lnTo>
                  <a:lnTo>
                    <a:pt x="63" y="95"/>
                  </a:lnTo>
                  <a:lnTo>
                    <a:pt x="63" y="95"/>
                  </a:lnTo>
                  <a:lnTo>
                    <a:pt x="78" y="95"/>
                  </a:lnTo>
                  <a:lnTo>
                    <a:pt x="110" y="95"/>
                  </a:lnTo>
                  <a:cubicBezTo>
                    <a:pt x="110" y="79"/>
                    <a:pt x="110" y="79"/>
                    <a:pt x="126" y="79"/>
                  </a:cubicBezTo>
                  <a:cubicBezTo>
                    <a:pt x="110" y="79"/>
                    <a:pt x="126" y="64"/>
                    <a:pt x="126" y="64"/>
                  </a:cubicBezTo>
                  <a:lnTo>
                    <a:pt x="126" y="48"/>
                  </a:lnTo>
                  <a:lnTo>
                    <a:pt x="126" y="32"/>
                  </a:lnTo>
                  <a:cubicBezTo>
                    <a:pt x="126" y="16"/>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46" name="Google Shape;4146;p46"/>
            <p:cNvSpPr/>
            <p:nvPr/>
          </p:nvSpPr>
          <p:spPr>
            <a:xfrm>
              <a:off x="3026686" y="1799767"/>
              <a:ext cx="11067" cy="6042"/>
            </a:xfrm>
            <a:custGeom>
              <a:avLst/>
              <a:gdLst/>
              <a:ahLst/>
              <a:cxnLst/>
              <a:rect l="l" t="t" r="r" b="b"/>
              <a:pathLst>
                <a:path w="348" h="190" extrusionOk="0">
                  <a:moveTo>
                    <a:pt x="316" y="1"/>
                  </a:moveTo>
                  <a:lnTo>
                    <a:pt x="299" y="1"/>
                  </a:lnTo>
                  <a:cubicBezTo>
                    <a:pt x="284" y="17"/>
                    <a:pt x="268" y="17"/>
                    <a:pt x="253" y="17"/>
                  </a:cubicBezTo>
                  <a:cubicBezTo>
                    <a:pt x="221" y="17"/>
                    <a:pt x="205" y="17"/>
                    <a:pt x="190" y="32"/>
                  </a:cubicBezTo>
                  <a:lnTo>
                    <a:pt x="110" y="32"/>
                  </a:lnTo>
                  <a:lnTo>
                    <a:pt x="95" y="32"/>
                  </a:lnTo>
                  <a:lnTo>
                    <a:pt x="95" y="32"/>
                  </a:lnTo>
                  <a:lnTo>
                    <a:pt x="79" y="32"/>
                  </a:lnTo>
                  <a:lnTo>
                    <a:pt x="64" y="32"/>
                  </a:lnTo>
                  <a:lnTo>
                    <a:pt x="32" y="32"/>
                  </a:lnTo>
                  <a:lnTo>
                    <a:pt x="32" y="32"/>
                  </a:lnTo>
                  <a:lnTo>
                    <a:pt x="32" y="32"/>
                  </a:lnTo>
                  <a:cubicBezTo>
                    <a:pt x="16" y="32"/>
                    <a:pt x="1" y="48"/>
                    <a:pt x="1" y="64"/>
                  </a:cubicBezTo>
                  <a:lnTo>
                    <a:pt x="1" y="64"/>
                  </a:lnTo>
                  <a:cubicBezTo>
                    <a:pt x="1" y="80"/>
                    <a:pt x="16" y="95"/>
                    <a:pt x="32" y="95"/>
                  </a:cubicBezTo>
                  <a:lnTo>
                    <a:pt x="47" y="95"/>
                  </a:lnTo>
                  <a:cubicBezTo>
                    <a:pt x="64" y="95"/>
                    <a:pt x="79" y="111"/>
                    <a:pt x="95" y="111"/>
                  </a:cubicBezTo>
                  <a:lnTo>
                    <a:pt x="110" y="111"/>
                  </a:lnTo>
                  <a:lnTo>
                    <a:pt x="127" y="95"/>
                  </a:lnTo>
                  <a:lnTo>
                    <a:pt x="190" y="95"/>
                  </a:lnTo>
                  <a:lnTo>
                    <a:pt x="221" y="95"/>
                  </a:lnTo>
                  <a:cubicBezTo>
                    <a:pt x="236" y="80"/>
                    <a:pt x="236" y="80"/>
                    <a:pt x="253" y="80"/>
                  </a:cubicBezTo>
                  <a:lnTo>
                    <a:pt x="268" y="80"/>
                  </a:lnTo>
                  <a:lnTo>
                    <a:pt x="268" y="143"/>
                  </a:lnTo>
                  <a:lnTo>
                    <a:pt x="268" y="143"/>
                  </a:lnTo>
                  <a:lnTo>
                    <a:pt x="268" y="143"/>
                  </a:lnTo>
                  <a:lnTo>
                    <a:pt x="284" y="143"/>
                  </a:lnTo>
                  <a:cubicBezTo>
                    <a:pt x="299" y="143"/>
                    <a:pt x="316" y="174"/>
                    <a:pt x="299" y="190"/>
                  </a:cubicBezTo>
                  <a:cubicBezTo>
                    <a:pt x="316" y="190"/>
                    <a:pt x="331" y="174"/>
                    <a:pt x="331" y="158"/>
                  </a:cubicBezTo>
                  <a:lnTo>
                    <a:pt x="331" y="143"/>
                  </a:lnTo>
                  <a:lnTo>
                    <a:pt x="331" y="127"/>
                  </a:lnTo>
                  <a:lnTo>
                    <a:pt x="331" y="111"/>
                  </a:lnTo>
                  <a:cubicBezTo>
                    <a:pt x="316" y="111"/>
                    <a:pt x="316" y="95"/>
                    <a:pt x="316" y="80"/>
                  </a:cubicBezTo>
                  <a:cubicBezTo>
                    <a:pt x="331" y="64"/>
                    <a:pt x="331" y="64"/>
                    <a:pt x="347" y="64"/>
                  </a:cubicBezTo>
                  <a:lnTo>
                    <a:pt x="347" y="48"/>
                  </a:lnTo>
                  <a:cubicBezTo>
                    <a:pt x="347" y="32"/>
                    <a:pt x="347" y="17"/>
                    <a:pt x="33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47" name="Google Shape;4147;p46"/>
            <p:cNvSpPr/>
            <p:nvPr/>
          </p:nvSpPr>
          <p:spPr>
            <a:xfrm>
              <a:off x="3289734" y="1823811"/>
              <a:ext cx="6042" cy="2576"/>
            </a:xfrm>
            <a:custGeom>
              <a:avLst/>
              <a:gdLst/>
              <a:ahLst/>
              <a:cxnLst/>
              <a:rect l="l" t="t" r="r" b="b"/>
              <a:pathLst>
                <a:path w="190" h="81" extrusionOk="0">
                  <a:moveTo>
                    <a:pt x="158" y="1"/>
                  </a:moveTo>
                  <a:lnTo>
                    <a:pt x="158" y="1"/>
                  </a:lnTo>
                  <a:lnTo>
                    <a:pt x="32" y="17"/>
                  </a:lnTo>
                  <a:cubicBezTo>
                    <a:pt x="17" y="17"/>
                    <a:pt x="1" y="32"/>
                    <a:pt x="1" y="49"/>
                  </a:cubicBezTo>
                  <a:cubicBezTo>
                    <a:pt x="1" y="64"/>
                    <a:pt x="17" y="80"/>
                    <a:pt x="32" y="80"/>
                  </a:cubicBezTo>
                  <a:lnTo>
                    <a:pt x="32" y="80"/>
                  </a:lnTo>
                  <a:lnTo>
                    <a:pt x="158" y="64"/>
                  </a:lnTo>
                  <a:lnTo>
                    <a:pt x="158" y="64"/>
                  </a:lnTo>
                  <a:cubicBezTo>
                    <a:pt x="175" y="64"/>
                    <a:pt x="190" y="49"/>
                    <a:pt x="190" y="32"/>
                  </a:cubicBezTo>
                  <a:cubicBezTo>
                    <a:pt x="190" y="17"/>
                    <a:pt x="190" y="17"/>
                    <a:pt x="17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48" name="Google Shape;4148;p46"/>
            <p:cNvSpPr/>
            <p:nvPr/>
          </p:nvSpPr>
          <p:spPr>
            <a:xfrm>
              <a:off x="3101329" y="1792738"/>
              <a:ext cx="5057" cy="4039"/>
            </a:xfrm>
            <a:custGeom>
              <a:avLst/>
              <a:gdLst/>
              <a:ahLst/>
              <a:cxnLst/>
              <a:rect l="l" t="t" r="r" b="b"/>
              <a:pathLst>
                <a:path w="159" h="127" extrusionOk="0">
                  <a:moveTo>
                    <a:pt x="111" y="1"/>
                  </a:moveTo>
                  <a:lnTo>
                    <a:pt x="95" y="1"/>
                  </a:lnTo>
                  <a:cubicBezTo>
                    <a:pt x="95" y="1"/>
                    <a:pt x="80" y="1"/>
                    <a:pt x="80" y="17"/>
                  </a:cubicBezTo>
                  <a:cubicBezTo>
                    <a:pt x="64" y="17"/>
                    <a:pt x="64" y="32"/>
                    <a:pt x="80" y="49"/>
                  </a:cubicBezTo>
                  <a:lnTo>
                    <a:pt x="64" y="49"/>
                  </a:lnTo>
                  <a:lnTo>
                    <a:pt x="48" y="49"/>
                  </a:lnTo>
                  <a:lnTo>
                    <a:pt x="48" y="49"/>
                  </a:lnTo>
                  <a:lnTo>
                    <a:pt x="32" y="32"/>
                  </a:lnTo>
                  <a:cubicBezTo>
                    <a:pt x="17" y="32"/>
                    <a:pt x="17" y="49"/>
                    <a:pt x="1" y="49"/>
                  </a:cubicBezTo>
                  <a:cubicBezTo>
                    <a:pt x="1" y="64"/>
                    <a:pt x="1" y="80"/>
                    <a:pt x="17" y="95"/>
                  </a:cubicBezTo>
                  <a:lnTo>
                    <a:pt x="17" y="95"/>
                  </a:lnTo>
                  <a:cubicBezTo>
                    <a:pt x="17" y="112"/>
                    <a:pt x="17" y="112"/>
                    <a:pt x="32" y="112"/>
                  </a:cubicBezTo>
                  <a:cubicBezTo>
                    <a:pt x="32" y="112"/>
                    <a:pt x="48" y="112"/>
                    <a:pt x="48" y="127"/>
                  </a:cubicBezTo>
                  <a:lnTo>
                    <a:pt x="64" y="127"/>
                  </a:lnTo>
                  <a:lnTo>
                    <a:pt x="64" y="127"/>
                  </a:lnTo>
                  <a:lnTo>
                    <a:pt x="64" y="112"/>
                  </a:lnTo>
                  <a:cubicBezTo>
                    <a:pt x="64" y="95"/>
                    <a:pt x="80" y="95"/>
                    <a:pt x="95" y="80"/>
                  </a:cubicBezTo>
                  <a:lnTo>
                    <a:pt x="95" y="80"/>
                  </a:lnTo>
                  <a:lnTo>
                    <a:pt x="158" y="95"/>
                  </a:lnTo>
                  <a:lnTo>
                    <a:pt x="158" y="80"/>
                  </a:lnTo>
                  <a:lnTo>
                    <a:pt x="143" y="80"/>
                  </a:lnTo>
                  <a:lnTo>
                    <a:pt x="143" y="80"/>
                  </a:lnTo>
                  <a:cubicBezTo>
                    <a:pt x="127" y="80"/>
                    <a:pt x="111" y="80"/>
                    <a:pt x="111" y="64"/>
                  </a:cubicBezTo>
                  <a:cubicBezTo>
                    <a:pt x="95" y="64"/>
                    <a:pt x="95" y="49"/>
                    <a:pt x="95" y="49"/>
                  </a:cubicBezTo>
                  <a:lnTo>
                    <a:pt x="11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49" name="Google Shape;4149;p46"/>
            <p:cNvSpPr/>
            <p:nvPr/>
          </p:nvSpPr>
          <p:spPr>
            <a:xfrm>
              <a:off x="3157971" y="1821330"/>
              <a:ext cx="3053" cy="4516"/>
            </a:xfrm>
            <a:custGeom>
              <a:avLst/>
              <a:gdLst/>
              <a:ahLst/>
              <a:cxnLst/>
              <a:rect l="l" t="t" r="r" b="b"/>
              <a:pathLst>
                <a:path w="96" h="142" extrusionOk="0">
                  <a:moveTo>
                    <a:pt x="47" y="1"/>
                  </a:moveTo>
                  <a:lnTo>
                    <a:pt x="47" y="1"/>
                  </a:lnTo>
                  <a:lnTo>
                    <a:pt x="47" y="1"/>
                  </a:lnTo>
                  <a:lnTo>
                    <a:pt x="47" y="32"/>
                  </a:lnTo>
                  <a:cubicBezTo>
                    <a:pt x="64" y="47"/>
                    <a:pt x="47" y="64"/>
                    <a:pt x="32" y="79"/>
                  </a:cubicBezTo>
                  <a:lnTo>
                    <a:pt x="16" y="79"/>
                  </a:lnTo>
                  <a:lnTo>
                    <a:pt x="1" y="79"/>
                  </a:lnTo>
                  <a:lnTo>
                    <a:pt x="16" y="95"/>
                  </a:lnTo>
                  <a:lnTo>
                    <a:pt x="1" y="95"/>
                  </a:lnTo>
                  <a:cubicBezTo>
                    <a:pt x="1" y="110"/>
                    <a:pt x="1" y="142"/>
                    <a:pt x="16" y="142"/>
                  </a:cubicBezTo>
                  <a:lnTo>
                    <a:pt x="32" y="142"/>
                  </a:lnTo>
                  <a:cubicBezTo>
                    <a:pt x="47" y="142"/>
                    <a:pt x="64" y="142"/>
                    <a:pt x="64" y="127"/>
                  </a:cubicBezTo>
                  <a:lnTo>
                    <a:pt x="95" y="64"/>
                  </a:lnTo>
                  <a:lnTo>
                    <a:pt x="95" y="32"/>
                  </a:lnTo>
                  <a:cubicBezTo>
                    <a:pt x="95" y="16"/>
                    <a:pt x="79" y="16"/>
                    <a:pt x="79"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50" name="Google Shape;4150;p46"/>
            <p:cNvSpPr/>
            <p:nvPr/>
          </p:nvSpPr>
          <p:spPr>
            <a:xfrm>
              <a:off x="3307767" y="1821807"/>
              <a:ext cx="4580" cy="2576"/>
            </a:xfrm>
            <a:custGeom>
              <a:avLst/>
              <a:gdLst/>
              <a:ahLst/>
              <a:cxnLst/>
              <a:rect l="l" t="t" r="r" b="b"/>
              <a:pathLst>
                <a:path w="144" h="81" extrusionOk="0">
                  <a:moveTo>
                    <a:pt x="95" y="1"/>
                  </a:moveTo>
                  <a:lnTo>
                    <a:pt x="95" y="1"/>
                  </a:lnTo>
                  <a:lnTo>
                    <a:pt x="95" y="1"/>
                  </a:lnTo>
                  <a:lnTo>
                    <a:pt x="64" y="1"/>
                  </a:lnTo>
                  <a:lnTo>
                    <a:pt x="17" y="17"/>
                  </a:lnTo>
                  <a:lnTo>
                    <a:pt x="1" y="17"/>
                  </a:lnTo>
                  <a:cubicBezTo>
                    <a:pt x="17" y="17"/>
                    <a:pt x="32" y="32"/>
                    <a:pt x="32" y="49"/>
                  </a:cubicBezTo>
                  <a:cubicBezTo>
                    <a:pt x="32" y="64"/>
                    <a:pt x="17" y="80"/>
                    <a:pt x="17" y="80"/>
                  </a:cubicBezTo>
                  <a:lnTo>
                    <a:pt x="17" y="80"/>
                  </a:lnTo>
                  <a:lnTo>
                    <a:pt x="32" y="80"/>
                  </a:lnTo>
                  <a:lnTo>
                    <a:pt x="95" y="64"/>
                  </a:lnTo>
                  <a:lnTo>
                    <a:pt x="112" y="64"/>
                  </a:lnTo>
                  <a:cubicBezTo>
                    <a:pt x="127" y="64"/>
                    <a:pt x="143" y="49"/>
                    <a:pt x="127" y="17"/>
                  </a:cubicBezTo>
                  <a:cubicBezTo>
                    <a:pt x="127"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51" name="Google Shape;4151;p46"/>
            <p:cNvSpPr/>
            <p:nvPr/>
          </p:nvSpPr>
          <p:spPr>
            <a:xfrm>
              <a:off x="3228607" y="1797763"/>
              <a:ext cx="3562" cy="3053"/>
            </a:xfrm>
            <a:custGeom>
              <a:avLst/>
              <a:gdLst/>
              <a:ahLst/>
              <a:cxnLst/>
              <a:rect l="l" t="t" r="r" b="b"/>
              <a:pathLst>
                <a:path w="112" h="96" extrusionOk="0">
                  <a:moveTo>
                    <a:pt x="80" y="0"/>
                  </a:moveTo>
                  <a:lnTo>
                    <a:pt x="64" y="0"/>
                  </a:lnTo>
                  <a:lnTo>
                    <a:pt x="64" y="0"/>
                  </a:lnTo>
                  <a:cubicBezTo>
                    <a:pt x="64" y="0"/>
                    <a:pt x="32" y="0"/>
                    <a:pt x="17" y="32"/>
                  </a:cubicBezTo>
                  <a:cubicBezTo>
                    <a:pt x="0" y="48"/>
                    <a:pt x="17" y="80"/>
                    <a:pt x="17" y="95"/>
                  </a:cubicBezTo>
                  <a:lnTo>
                    <a:pt x="17" y="95"/>
                  </a:lnTo>
                  <a:cubicBezTo>
                    <a:pt x="17" y="80"/>
                    <a:pt x="32" y="80"/>
                    <a:pt x="32" y="80"/>
                  </a:cubicBezTo>
                  <a:lnTo>
                    <a:pt x="48" y="64"/>
                  </a:lnTo>
                  <a:lnTo>
                    <a:pt x="48" y="64"/>
                  </a:lnTo>
                  <a:lnTo>
                    <a:pt x="64" y="64"/>
                  </a:lnTo>
                  <a:lnTo>
                    <a:pt x="80" y="80"/>
                  </a:lnTo>
                  <a:lnTo>
                    <a:pt x="95" y="80"/>
                  </a:lnTo>
                  <a:cubicBezTo>
                    <a:pt x="95" y="64"/>
                    <a:pt x="80" y="64"/>
                    <a:pt x="80" y="64"/>
                  </a:cubicBezTo>
                  <a:cubicBezTo>
                    <a:pt x="95" y="64"/>
                    <a:pt x="111" y="48"/>
                    <a:pt x="111" y="32"/>
                  </a:cubicBez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52" name="Google Shape;4152;p46"/>
            <p:cNvSpPr/>
            <p:nvPr/>
          </p:nvSpPr>
          <p:spPr>
            <a:xfrm>
              <a:off x="3157463" y="1799767"/>
              <a:ext cx="7569" cy="7060"/>
            </a:xfrm>
            <a:custGeom>
              <a:avLst/>
              <a:gdLst/>
              <a:ahLst/>
              <a:cxnLst/>
              <a:rect l="l" t="t" r="r" b="b"/>
              <a:pathLst>
                <a:path w="238" h="222" extrusionOk="0">
                  <a:moveTo>
                    <a:pt x="221" y="1"/>
                  </a:moveTo>
                  <a:lnTo>
                    <a:pt x="174" y="17"/>
                  </a:lnTo>
                  <a:lnTo>
                    <a:pt x="158" y="17"/>
                  </a:lnTo>
                  <a:lnTo>
                    <a:pt x="126" y="17"/>
                  </a:lnTo>
                  <a:cubicBezTo>
                    <a:pt x="95" y="32"/>
                    <a:pt x="48" y="64"/>
                    <a:pt x="48" y="143"/>
                  </a:cubicBezTo>
                  <a:lnTo>
                    <a:pt x="32" y="143"/>
                  </a:lnTo>
                  <a:cubicBezTo>
                    <a:pt x="32" y="158"/>
                    <a:pt x="17" y="158"/>
                    <a:pt x="17" y="158"/>
                  </a:cubicBezTo>
                  <a:cubicBezTo>
                    <a:pt x="0" y="174"/>
                    <a:pt x="0" y="190"/>
                    <a:pt x="17" y="206"/>
                  </a:cubicBezTo>
                  <a:cubicBezTo>
                    <a:pt x="17" y="221"/>
                    <a:pt x="32" y="221"/>
                    <a:pt x="32" y="221"/>
                  </a:cubicBezTo>
                  <a:lnTo>
                    <a:pt x="48" y="221"/>
                  </a:lnTo>
                  <a:lnTo>
                    <a:pt x="48" y="221"/>
                  </a:lnTo>
                  <a:cubicBezTo>
                    <a:pt x="48" y="206"/>
                    <a:pt x="48" y="206"/>
                    <a:pt x="32" y="206"/>
                  </a:cubicBezTo>
                  <a:cubicBezTo>
                    <a:pt x="32" y="190"/>
                    <a:pt x="32" y="158"/>
                    <a:pt x="48" y="158"/>
                  </a:cubicBezTo>
                  <a:lnTo>
                    <a:pt x="63" y="158"/>
                  </a:lnTo>
                  <a:lnTo>
                    <a:pt x="63" y="158"/>
                  </a:lnTo>
                  <a:cubicBezTo>
                    <a:pt x="80" y="158"/>
                    <a:pt x="95" y="158"/>
                    <a:pt x="95" y="174"/>
                  </a:cubicBezTo>
                  <a:lnTo>
                    <a:pt x="111" y="174"/>
                  </a:lnTo>
                  <a:cubicBezTo>
                    <a:pt x="111" y="174"/>
                    <a:pt x="126" y="158"/>
                    <a:pt x="126" y="143"/>
                  </a:cubicBezTo>
                  <a:cubicBezTo>
                    <a:pt x="111" y="95"/>
                    <a:pt x="143" y="80"/>
                    <a:pt x="189" y="64"/>
                  </a:cubicBezTo>
                  <a:cubicBezTo>
                    <a:pt x="189" y="48"/>
                    <a:pt x="206" y="48"/>
                    <a:pt x="206" y="48"/>
                  </a:cubicBezTo>
                  <a:cubicBezTo>
                    <a:pt x="221" y="32"/>
                    <a:pt x="237" y="17"/>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53" name="Google Shape;4153;p46"/>
            <p:cNvSpPr/>
            <p:nvPr/>
          </p:nvSpPr>
          <p:spPr>
            <a:xfrm>
              <a:off x="3303759" y="1779731"/>
              <a:ext cx="5057" cy="3562"/>
            </a:xfrm>
            <a:custGeom>
              <a:avLst/>
              <a:gdLst/>
              <a:ahLst/>
              <a:cxnLst/>
              <a:rect l="l" t="t" r="r" b="b"/>
              <a:pathLst>
                <a:path w="159" h="112" extrusionOk="0">
                  <a:moveTo>
                    <a:pt x="64" y="0"/>
                  </a:moveTo>
                  <a:lnTo>
                    <a:pt x="64" y="0"/>
                  </a:lnTo>
                  <a:lnTo>
                    <a:pt x="49" y="0"/>
                  </a:lnTo>
                  <a:lnTo>
                    <a:pt x="1" y="48"/>
                  </a:lnTo>
                  <a:cubicBezTo>
                    <a:pt x="1" y="63"/>
                    <a:pt x="17" y="63"/>
                    <a:pt x="17" y="80"/>
                  </a:cubicBezTo>
                  <a:cubicBezTo>
                    <a:pt x="17" y="95"/>
                    <a:pt x="17" y="111"/>
                    <a:pt x="1" y="111"/>
                  </a:cubicBezTo>
                  <a:lnTo>
                    <a:pt x="17" y="111"/>
                  </a:lnTo>
                  <a:lnTo>
                    <a:pt x="49" y="111"/>
                  </a:lnTo>
                  <a:lnTo>
                    <a:pt x="80" y="63"/>
                  </a:lnTo>
                  <a:lnTo>
                    <a:pt x="112" y="95"/>
                  </a:lnTo>
                  <a:lnTo>
                    <a:pt x="127" y="95"/>
                  </a:lnTo>
                  <a:cubicBezTo>
                    <a:pt x="143" y="95"/>
                    <a:pt x="143" y="80"/>
                    <a:pt x="158" y="80"/>
                  </a:cubicBezTo>
                  <a:cubicBezTo>
                    <a:pt x="158" y="63"/>
                    <a:pt x="158" y="32"/>
                    <a:pt x="143" y="32"/>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54" name="Google Shape;4154;p46"/>
            <p:cNvSpPr/>
            <p:nvPr/>
          </p:nvSpPr>
          <p:spPr>
            <a:xfrm>
              <a:off x="3173015" y="1791752"/>
              <a:ext cx="8523" cy="5025"/>
            </a:xfrm>
            <a:custGeom>
              <a:avLst/>
              <a:gdLst/>
              <a:ahLst/>
              <a:cxnLst/>
              <a:rect l="l" t="t" r="r" b="b"/>
              <a:pathLst>
                <a:path w="268" h="158" extrusionOk="0">
                  <a:moveTo>
                    <a:pt x="252" y="0"/>
                  </a:moveTo>
                  <a:lnTo>
                    <a:pt x="252" y="17"/>
                  </a:lnTo>
                  <a:lnTo>
                    <a:pt x="173" y="17"/>
                  </a:lnTo>
                  <a:lnTo>
                    <a:pt x="173" y="63"/>
                  </a:lnTo>
                  <a:cubicBezTo>
                    <a:pt x="158" y="63"/>
                    <a:pt x="141" y="80"/>
                    <a:pt x="141" y="80"/>
                  </a:cubicBezTo>
                  <a:cubicBezTo>
                    <a:pt x="126" y="80"/>
                    <a:pt x="126" y="63"/>
                    <a:pt x="110" y="63"/>
                  </a:cubicBezTo>
                  <a:cubicBezTo>
                    <a:pt x="110" y="48"/>
                    <a:pt x="95" y="32"/>
                    <a:pt x="110" y="17"/>
                  </a:cubicBezTo>
                  <a:lnTo>
                    <a:pt x="95" y="32"/>
                  </a:lnTo>
                  <a:lnTo>
                    <a:pt x="78" y="32"/>
                  </a:lnTo>
                  <a:lnTo>
                    <a:pt x="78" y="32"/>
                  </a:lnTo>
                  <a:lnTo>
                    <a:pt x="63" y="32"/>
                  </a:lnTo>
                  <a:lnTo>
                    <a:pt x="32" y="32"/>
                  </a:lnTo>
                  <a:cubicBezTo>
                    <a:pt x="15" y="48"/>
                    <a:pt x="0" y="48"/>
                    <a:pt x="0" y="63"/>
                  </a:cubicBezTo>
                  <a:lnTo>
                    <a:pt x="0" y="63"/>
                  </a:lnTo>
                  <a:lnTo>
                    <a:pt x="0" y="80"/>
                  </a:lnTo>
                  <a:lnTo>
                    <a:pt x="0" y="95"/>
                  </a:lnTo>
                  <a:lnTo>
                    <a:pt x="15" y="143"/>
                  </a:lnTo>
                  <a:cubicBezTo>
                    <a:pt x="32" y="158"/>
                    <a:pt x="32" y="158"/>
                    <a:pt x="47" y="158"/>
                  </a:cubicBezTo>
                  <a:lnTo>
                    <a:pt x="47" y="158"/>
                  </a:lnTo>
                  <a:lnTo>
                    <a:pt x="78" y="158"/>
                  </a:lnTo>
                  <a:lnTo>
                    <a:pt x="78" y="143"/>
                  </a:lnTo>
                  <a:lnTo>
                    <a:pt x="78" y="143"/>
                  </a:lnTo>
                  <a:cubicBezTo>
                    <a:pt x="47" y="143"/>
                    <a:pt x="47" y="126"/>
                    <a:pt x="47" y="111"/>
                  </a:cubicBezTo>
                  <a:cubicBezTo>
                    <a:pt x="47" y="95"/>
                    <a:pt x="63" y="80"/>
                    <a:pt x="78" y="80"/>
                  </a:cubicBezTo>
                  <a:lnTo>
                    <a:pt x="78" y="80"/>
                  </a:lnTo>
                  <a:cubicBezTo>
                    <a:pt x="110" y="80"/>
                    <a:pt x="126" y="80"/>
                    <a:pt x="141" y="95"/>
                  </a:cubicBezTo>
                  <a:lnTo>
                    <a:pt x="252" y="80"/>
                  </a:lnTo>
                  <a:lnTo>
                    <a:pt x="236" y="80"/>
                  </a:lnTo>
                  <a:cubicBezTo>
                    <a:pt x="236" y="63"/>
                    <a:pt x="236" y="32"/>
                    <a:pt x="267" y="17"/>
                  </a:cubicBezTo>
                  <a:cubicBezTo>
                    <a:pt x="267" y="0"/>
                    <a:pt x="252" y="0"/>
                    <a:pt x="25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55" name="Google Shape;4155;p46"/>
            <p:cNvSpPr/>
            <p:nvPr/>
          </p:nvSpPr>
          <p:spPr>
            <a:xfrm>
              <a:off x="3184019" y="1790258"/>
              <a:ext cx="3053" cy="2512"/>
            </a:xfrm>
            <a:custGeom>
              <a:avLst/>
              <a:gdLst/>
              <a:ahLst/>
              <a:cxnLst/>
              <a:rect l="l" t="t" r="r" b="b"/>
              <a:pathLst>
                <a:path w="96" h="79" extrusionOk="0">
                  <a:moveTo>
                    <a:pt x="95" y="1"/>
                  </a:moveTo>
                  <a:lnTo>
                    <a:pt x="32" y="16"/>
                  </a:lnTo>
                  <a:lnTo>
                    <a:pt x="32" y="16"/>
                  </a:lnTo>
                  <a:lnTo>
                    <a:pt x="16" y="16"/>
                  </a:lnTo>
                  <a:cubicBezTo>
                    <a:pt x="1" y="32"/>
                    <a:pt x="1" y="47"/>
                    <a:pt x="1" y="79"/>
                  </a:cubicBezTo>
                  <a:cubicBezTo>
                    <a:pt x="16" y="64"/>
                    <a:pt x="32" y="64"/>
                    <a:pt x="48" y="64"/>
                  </a:cubicBezTo>
                  <a:lnTo>
                    <a:pt x="64" y="64"/>
                  </a:lnTo>
                  <a:cubicBezTo>
                    <a:pt x="64" y="47"/>
                    <a:pt x="79" y="47"/>
                    <a:pt x="79" y="32"/>
                  </a:cubicBezTo>
                  <a:cubicBezTo>
                    <a:pt x="95" y="32"/>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56" name="Google Shape;4156;p46"/>
            <p:cNvSpPr/>
            <p:nvPr/>
          </p:nvSpPr>
          <p:spPr>
            <a:xfrm>
              <a:off x="3180488" y="1791752"/>
              <a:ext cx="9064" cy="2544"/>
            </a:xfrm>
            <a:custGeom>
              <a:avLst/>
              <a:gdLst/>
              <a:ahLst/>
              <a:cxnLst/>
              <a:rect l="l" t="t" r="r" b="b"/>
              <a:pathLst>
                <a:path w="285" h="80" extrusionOk="0">
                  <a:moveTo>
                    <a:pt x="222" y="63"/>
                  </a:moveTo>
                  <a:lnTo>
                    <a:pt x="222" y="63"/>
                  </a:lnTo>
                  <a:lnTo>
                    <a:pt x="222" y="63"/>
                  </a:lnTo>
                  <a:close/>
                  <a:moveTo>
                    <a:pt x="49" y="0"/>
                  </a:moveTo>
                  <a:lnTo>
                    <a:pt x="49" y="0"/>
                  </a:lnTo>
                  <a:lnTo>
                    <a:pt x="32" y="0"/>
                  </a:lnTo>
                  <a:lnTo>
                    <a:pt x="32" y="17"/>
                  </a:lnTo>
                  <a:cubicBezTo>
                    <a:pt x="1" y="32"/>
                    <a:pt x="1" y="63"/>
                    <a:pt x="1" y="80"/>
                  </a:cubicBezTo>
                  <a:lnTo>
                    <a:pt x="17" y="80"/>
                  </a:lnTo>
                  <a:lnTo>
                    <a:pt x="17" y="80"/>
                  </a:lnTo>
                  <a:cubicBezTo>
                    <a:pt x="32" y="80"/>
                    <a:pt x="64" y="80"/>
                    <a:pt x="95" y="63"/>
                  </a:cubicBezTo>
                  <a:lnTo>
                    <a:pt x="95" y="63"/>
                  </a:lnTo>
                  <a:lnTo>
                    <a:pt x="95" y="48"/>
                  </a:lnTo>
                  <a:cubicBezTo>
                    <a:pt x="95" y="32"/>
                    <a:pt x="112" y="32"/>
                    <a:pt x="127" y="32"/>
                  </a:cubicBezTo>
                  <a:lnTo>
                    <a:pt x="127" y="32"/>
                  </a:lnTo>
                  <a:lnTo>
                    <a:pt x="143" y="32"/>
                  </a:lnTo>
                  <a:lnTo>
                    <a:pt x="143" y="32"/>
                  </a:lnTo>
                  <a:lnTo>
                    <a:pt x="143" y="32"/>
                  </a:lnTo>
                  <a:lnTo>
                    <a:pt x="159" y="32"/>
                  </a:lnTo>
                  <a:lnTo>
                    <a:pt x="159" y="32"/>
                  </a:lnTo>
                  <a:cubicBezTo>
                    <a:pt x="175" y="32"/>
                    <a:pt x="190" y="32"/>
                    <a:pt x="190" y="48"/>
                  </a:cubicBezTo>
                  <a:lnTo>
                    <a:pt x="206" y="80"/>
                  </a:lnTo>
                  <a:lnTo>
                    <a:pt x="206" y="80"/>
                  </a:lnTo>
                  <a:cubicBezTo>
                    <a:pt x="206" y="80"/>
                    <a:pt x="206" y="63"/>
                    <a:pt x="222" y="63"/>
                  </a:cubicBezTo>
                  <a:lnTo>
                    <a:pt x="222" y="80"/>
                  </a:lnTo>
                  <a:lnTo>
                    <a:pt x="269" y="63"/>
                  </a:lnTo>
                  <a:lnTo>
                    <a:pt x="269" y="63"/>
                  </a:lnTo>
                  <a:lnTo>
                    <a:pt x="269" y="63"/>
                  </a:lnTo>
                  <a:cubicBezTo>
                    <a:pt x="269" y="63"/>
                    <a:pt x="285" y="63"/>
                    <a:pt x="285" y="80"/>
                  </a:cubicBezTo>
                  <a:cubicBezTo>
                    <a:pt x="285" y="48"/>
                    <a:pt x="285" y="32"/>
                    <a:pt x="253" y="17"/>
                  </a:cubicBezTo>
                  <a:cubicBezTo>
                    <a:pt x="253" y="0"/>
                    <a:pt x="238" y="0"/>
                    <a:pt x="222" y="0"/>
                  </a:cubicBezTo>
                  <a:lnTo>
                    <a:pt x="190" y="0"/>
                  </a:lnTo>
                  <a:lnTo>
                    <a:pt x="175" y="17"/>
                  </a:lnTo>
                  <a:lnTo>
                    <a:pt x="159" y="17"/>
                  </a:lnTo>
                  <a:cubicBezTo>
                    <a:pt x="143" y="17"/>
                    <a:pt x="127" y="17"/>
                    <a:pt x="112" y="32"/>
                  </a:cubicBezTo>
                  <a:lnTo>
                    <a:pt x="80" y="32"/>
                  </a:ln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57" name="Google Shape;4157;p46"/>
            <p:cNvSpPr/>
            <p:nvPr/>
          </p:nvSpPr>
          <p:spPr>
            <a:xfrm>
              <a:off x="3187517" y="179375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58" name="Google Shape;4158;p46"/>
            <p:cNvSpPr/>
            <p:nvPr/>
          </p:nvSpPr>
          <p:spPr>
            <a:xfrm>
              <a:off x="3395958" y="1794265"/>
              <a:ext cx="6583" cy="4516"/>
            </a:xfrm>
            <a:custGeom>
              <a:avLst/>
              <a:gdLst/>
              <a:ahLst/>
              <a:cxnLst/>
              <a:rect l="l" t="t" r="r" b="b"/>
              <a:pathLst>
                <a:path w="207" h="142" extrusionOk="0">
                  <a:moveTo>
                    <a:pt x="64" y="1"/>
                  </a:moveTo>
                  <a:lnTo>
                    <a:pt x="64" y="1"/>
                  </a:lnTo>
                  <a:lnTo>
                    <a:pt x="49" y="1"/>
                  </a:lnTo>
                  <a:lnTo>
                    <a:pt x="49" y="1"/>
                  </a:lnTo>
                  <a:lnTo>
                    <a:pt x="32" y="1"/>
                  </a:lnTo>
                  <a:cubicBezTo>
                    <a:pt x="17" y="16"/>
                    <a:pt x="17" y="16"/>
                    <a:pt x="17" y="32"/>
                  </a:cubicBezTo>
                  <a:lnTo>
                    <a:pt x="1" y="95"/>
                  </a:lnTo>
                  <a:cubicBezTo>
                    <a:pt x="1" y="110"/>
                    <a:pt x="1" y="110"/>
                    <a:pt x="17" y="127"/>
                  </a:cubicBezTo>
                  <a:cubicBezTo>
                    <a:pt x="17" y="127"/>
                    <a:pt x="32" y="142"/>
                    <a:pt x="49" y="142"/>
                  </a:cubicBezTo>
                  <a:lnTo>
                    <a:pt x="49" y="142"/>
                  </a:lnTo>
                  <a:lnTo>
                    <a:pt x="80" y="142"/>
                  </a:lnTo>
                  <a:lnTo>
                    <a:pt x="80" y="142"/>
                  </a:lnTo>
                  <a:lnTo>
                    <a:pt x="95" y="142"/>
                  </a:lnTo>
                  <a:lnTo>
                    <a:pt x="112" y="142"/>
                  </a:lnTo>
                  <a:lnTo>
                    <a:pt x="112" y="142"/>
                  </a:lnTo>
                  <a:lnTo>
                    <a:pt x="112" y="127"/>
                  </a:lnTo>
                  <a:cubicBezTo>
                    <a:pt x="127" y="127"/>
                    <a:pt x="127" y="110"/>
                    <a:pt x="143" y="110"/>
                  </a:cubicBezTo>
                  <a:lnTo>
                    <a:pt x="143" y="110"/>
                  </a:lnTo>
                  <a:cubicBezTo>
                    <a:pt x="143" y="110"/>
                    <a:pt x="158" y="110"/>
                    <a:pt x="158" y="127"/>
                  </a:cubicBezTo>
                  <a:lnTo>
                    <a:pt x="175" y="127"/>
                  </a:lnTo>
                  <a:lnTo>
                    <a:pt x="175" y="127"/>
                  </a:lnTo>
                  <a:cubicBezTo>
                    <a:pt x="190" y="110"/>
                    <a:pt x="206" y="95"/>
                    <a:pt x="190" y="79"/>
                  </a:cubicBezTo>
                  <a:cubicBezTo>
                    <a:pt x="175" y="64"/>
                    <a:pt x="175" y="64"/>
                    <a:pt x="158" y="64"/>
                  </a:cubicBezTo>
                  <a:lnTo>
                    <a:pt x="143" y="64"/>
                  </a:lnTo>
                  <a:cubicBezTo>
                    <a:pt x="127" y="79"/>
                    <a:pt x="112" y="79"/>
                    <a:pt x="112" y="79"/>
                  </a:cubicBezTo>
                  <a:lnTo>
                    <a:pt x="112" y="47"/>
                  </a:lnTo>
                  <a:lnTo>
                    <a:pt x="95" y="32"/>
                  </a:ln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59" name="Google Shape;4159;p46"/>
            <p:cNvSpPr/>
            <p:nvPr/>
          </p:nvSpPr>
          <p:spPr>
            <a:xfrm>
              <a:off x="3021693" y="1807304"/>
              <a:ext cx="2512" cy="2035"/>
            </a:xfrm>
            <a:custGeom>
              <a:avLst/>
              <a:gdLst/>
              <a:ahLst/>
              <a:cxnLst/>
              <a:rect l="l" t="t" r="r" b="b"/>
              <a:pathLst>
                <a:path w="79" h="64" extrusionOk="0">
                  <a:moveTo>
                    <a:pt x="78" y="0"/>
                  </a:moveTo>
                  <a:lnTo>
                    <a:pt x="0" y="32"/>
                  </a:lnTo>
                  <a:lnTo>
                    <a:pt x="0" y="32"/>
                  </a:lnTo>
                  <a:lnTo>
                    <a:pt x="0" y="63"/>
                  </a:lnTo>
                  <a:lnTo>
                    <a:pt x="0" y="63"/>
                  </a:lnTo>
                  <a:lnTo>
                    <a:pt x="0" y="63"/>
                  </a:lnTo>
                  <a:lnTo>
                    <a:pt x="15" y="63"/>
                  </a:lnTo>
                  <a:lnTo>
                    <a:pt x="63" y="63"/>
                  </a:lnTo>
                  <a:cubicBezTo>
                    <a:pt x="78" y="32"/>
                    <a:pt x="78" y="16"/>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60" name="Google Shape;4160;p46"/>
            <p:cNvSpPr/>
            <p:nvPr/>
          </p:nvSpPr>
          <p:spPr>
            <a:xfrm>
              <a:off x="3111888" y="1794742"/>
              <a:ext cx="6042" cy="5057"/>
            </a:xfrm>
            <a:custGeom>
              <a:avLst/>
              <a:gdLst/>
              <a:ahLst/>
              <a:cxnLst/>
              <a:rect l="l" t="t" r="r" b="b"/>
              <a:pathLst>
                <a:path w="190" h="159" extrusionOk="0">
                  <a:moveTo>
                    <a:pt x="110" y="1"/>
                  </a:moveTo>
                  <a:lnTo>
                    <a:pt x="95" y="1"/>
                  </a:lnTo>
                  <a:lnTo>
                    <a:pt x="78" y="1"/>
                  </a:lnTo>
                  <a:cubicBezTo>
                    <a:pt x="78" y="1"/>
                    <a:pt x="63" y="1"/>
                    <a:pt x="63" y="17"/>
                  </a:cubicBezTo>
                  <a:lnTo>
                    <a:pt x="63" y="17"/>
                  </a:lnTo>
                  <a:lnTo>
                    <a:pt x="63" y="17"/>
                  </a:lnTo>
                  <a:lnTo>
                    <a:pt x="63" y="17"/>
                  </a:lnTo>
                  <a:lnTo>
                    <a:pt x="63" y="17"/>
                  </a:lnTo>
                  <a:cubicBezTo>
                    <a:pt x="95" y="17"/>
                    <a:pt x="95" y="32"/>
                    <a:pt x="95" y="49"/>
                  </a:cubicBezTo>
                  <a:lnTo>
                    <a:pt x="95" y="112"/>
                  </a:lnTo>
                  <a:cubicBezTo>
                    <a:pt x="78" y="127"/>
                    <a:pt x="63" y="143"/>
                    <a:pt x="47" y="143"/>
                  </a:cubicBezTo>
                  <a:lnTo>
                    <a:pt x="47" y="143"/>
                  </a:lnTo>
                  <a:cubicBezTo>
                    <a:pt x="32" y="143"/>
                    <a:pt x="15" y="127"/>
                    <a:pt x="15" y="95"/>
                  </a:cubicBezTo>
                  <a:cubicBezTo>
                    <a:pt x="0" y="112"/>
                    <a:pt x="0" y="127"/>
                    <a:pt x="15" y="143"/>
                  </a:cubicBezTo>
                  <a:cubicBezTo>
                    <a:pt x="15" y="159"/>
                    <a:pt x="32" y="159"/>
                    <a:pt x="47" y="159"/>
                  </a:cubicBezTo>
                  <a:lnTo>
                    <a:pt x="47" y="159"/>
                  </a:lnTo>
                  <a:lnTo>
                    <a:pt x="63" y="159"/>
                  </a:lnTo>
                  <a:lnTo>
                    <a:pt x="126" y="127"/>
                  </a:lnTo>
                  <a:lnTo>
                    <a:pt x="158" y="112"/>
                  </a:lnTo>
                  <a:cubicBezTo>
                    <a:pt x="173" y="95"/>
                    <a:pt x="173" y="95"/>
                    <a:pt x="173" y="80"/>
                  </a:cubicBezTo>
                  <a:cubicBezTo>
                    <a:pt x="189" y="80"/>
                    <a:pt x="189" y="64"/>
                    <a:pt x="173" y="64"/>
                  </a:cubicBezTo>
                  <a:lnTo>
                    <a:pt x="173" y="64"/>
                  </a:lnTo>
                  <a:lnTo>
                    <a:pt x="173" y="49"/>
                  </a:lnTo>
                  <a:cubicBezTo>
                    <a:pt x="173" y="32"/>
                    <a:pt x="158" y="17"/>
                    <a:pt x="141" y="1"/>
                  </a:cubicBezTo>
                  <a:lnTo>
                    <a:pt x="126" y="1"/>
                  </a:lnTo>
                  <a:lnTo>
                    <a:pt x="126"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61" name="Google Shape;4161;p46"/>
            <p:cNvSpPr/>
            <p:nvPr/>
          </p:nvSpPr>
          <p:spPr>
            <a:xfrm>
              <a:off x="3016159" y="1797286"/>
              <a:ext cx="5565" cy="2512"/>
            </a:xfrm>
            <a:custGeom>
              <a:avLst/>
              <a:gdLst/>
              <a:ahLst/>
              <a:cxnLst/>
              <a:rect l="l" t="t" r="r" b="b"/>
              <a:pathLst>
                <a:path w="175" h="79" extrusionOk="0">
                  <a:moveTo>
                    <a:pt x="48" y="0"/>
                  </a:moveTo>
                  <a:lnTo>
                    <a:pt x="32" y="0"/>
                  </a:lnTo>
                  <a:cubicBezTo>
                    <a:pt x="32" y="0"/>
                    <a:pt x="16" y="0"/>
                    <a:pt x="16" y="15"/>
                  </a:cubicBezTo>
                  <a:lnTo>
                    <a:pt x="0" y="32"/>
                  </a:lnTo>
                  <a:lnTo>
                    <a:pt x="0" y="32"/>
                  </a:lnTo>
                  <a:lnTo>
                    <a:pt x="16" y="32"/>
                  </a:lnTo>
                  <a:lnTo>
                    <a:pt x="16" y="32"/>
                  </a:lnTo>
                  <a:lnTo>
                    <a:pt x="32" y="32"/>
                  </a:lnTo>
                  <a:lnTo>
                    <a:pt x="48" y="32"/>
                  </a:lnTo>
                  <a:cubicBezTo>
                    <a:pt x="63" y="32"/>
                    <a:pt x="95" y="32"/>
                    <a:pt x="111" y="63"/>
                  </a:cubicBezTo>
                  <a:cubicBezTo>
                    <a:pt x="126" y="79"/>
                    <a:pt x="126" y="79"/>
                    <a:pt x="143" y="79"/>
                  </a:cubicBezTo>
                  <a:lnTo>
                    <a:pt x="158" y="79"/>
                  </a:lnTo>
                  <a:lnTo>
                    <a:pt x="158" y="79"/>
                  </a:lnTo>
                  <a:lnTo>
                    <a:pt x="174" y="63"/>
                  </a:lnTo>
                  <a:lnTo>
                    <a:pt x="174" y="47"/>
                  </a:lnTo>
                  <a:cubicBezTo>
                    <a:pt x="174" y="32"/>
                    <a:pt x="158" y="32"/>
                    <a:pt x="158" y="15"/>
                  </a:cubicBezTo>
                  <a:lnTo>
                    <a:pt x="143" y="15"/>
                  </a:lnTo>
                  <a:lnTo>
                    <a:pt x="126"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62" name="Google Shape;4162;p46"/>
            <p:cNvSpPr/>
            <p:nvPr/>
          </p:nvSpPr>
          <p:spPr>
            <a:xfrm>
              <a:off x="3104350" y="1787745"/>
              <a:ext cx="3530" cy="3021"/>
            </a:xfrm>
            <a:custGeom>
              <a:avLst/>
              <a:gdLst/>
              <a:ahLst/>
              <a:cxnLst/>
              <a:rect l="l" t="t" r="r" b="b"/>
              <a:pathLst>
                <a:path w="111" h="95" extrusionOk="0">
                  <a:moveTo>
                    <a:pt x="79" y="0"/>
                  </a:moveTo>
                  <a:lnTo>
                    <a:pt x="32" y="63"/>
                  </a:lnTo>
                  <a:cubicBezTo>
                    <a:pt x="32" y="63"/>
                    <a:pt x="16" y="80"/>
                    <a:pt x="0" y="80"/>
                  </a:cubicBezTo>
                  <a:lnTo>
                    <a:pt x="0" y="80"/>
                  </a:lnTo>
                  <a:lnTo>
                    <a:pt x="16" y="80"/>
                  </a:lnTo>
                  <a:lnTo>
                    <a:pt x="16" y="95"/>
                  </a:lnTo>
                  <a:lnTo>
                    <a:pt x="32" y="95"/>
                  </a:lnTo>
                  <a:lnTo>
                    <a:pt x="48" y="95"/>
                  </a:lnTo>
                  <a:lnTo>
                    <a:pt x="63" y="95"/>
                  </a:lnTo>
                  <a:lnTo>
                    <a:pt x="63" y="95"/>
                  </a:lnTo>
                  <a:lnTo>
                    <a:pt x="63" y="80"/>
                  </a:lnTo>
                  <a:cubicBezTo>
                    <a:pt x="48" y="80"/>
                    <a:pt x="48" y="48"/>
                    <a:pt x="63" y="32"/>
                  </a:cubicBezTo>
                  <a:lnTo>
                    <a:pt x="79" y="32"/>
                  </a:lnTo>
                  <a:lnTo>
                    <a:pt x="79" y="32"/>
                  </a:lnTo>
                  <a:lnTo>
                    <a:pt x="111" y="32"/>
                  </a:lnTo>
                  <a:lnTo>
                    <a:pt x="111" y="32"/>
                  </a:lnTo>
                  <a:cubicBezTo>
                    <a:pt x="95" y="17"/>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63" name="Google Shape;4163;p46"/>
            <p:cNvSpPr/>
            <p:nvPr/>
          </p:nvSpPr>
          <p:spPr>
            <a:xfrm>
              <a:off x="3399488" y="1797286"/>
              <a:ext cx="6042" cy="4039"/>
            </a:xfrm>
            <a:custGeom>
              <a:avLst/>
              <a:gdLst/>
              <a:ahLst/>
              <a:cxnLst/>
              <a:rect l="l" t="t" r="r" b="b"/>
              <a:pathLst>
                <a:path w="190" h="127" extrusionOk="0">
                  <a:moveTo>
                    <a:pt x="1" y="126"/>
                  </a:moveTo>
                  <a:lnTo>
                    <a:pt x="1" y="126"/>
                  </a:lnTo>
                  <a:lnTo>
                    <a:pt x="1" y="126"/>
                  </a:lnTo>
                  <a:lnTo>
                    <a:pt x="1" y="126"/>
                  </a:lnTo>
                  <a:close/>
                  <a:moveTo>
                    <a:pt x="142" y="0"/>
                  </a:moveTo>
                  <a:cubicBezTo>
                    <a:pt x="127" y="0"/>
                    <a:pt x="110" y="0"/>
                    <a:pt x="110" y="15"/>
                  </a:cubicBezTo>
                  <a:cubicBezTo>
                    <a:pt x="110" y="47"/>
                    <a:pt x="95" y="63"/>
                    <a:pt x="79" y="63"/>
                  </a:cubicBezTo>
                  <a:cubicBezTo>
                    <a:pt x="79" y="79"/>
                    <a:pt x="79" y="79"/>
                    <a:pt x="64" y="79"/>
                  </a:cubicBezTo>
                  <a:lnTo>
                    <a:pt x="64" y="79"/>
                  </a:lnTo>
                  <a:lnTo>
                    <a:pt x="64" y="79"/>
                  </a:lnTo>
                  <a:lnTo>
                    <a:pt x="32" y="110"/>
                  </a:lnTo>
                  <a:lnTo>
                    <a:pt x="32" y="110"/>
                  </a:lnTo>
                  <a:lnTo>
                    <a:pt x="79" y="110"/>
                  </a:lnTo>
                  <a:lnTo>
                    <a:pt x="95" y="110"/>
                  </a:lnTo>
                  <a:cubicBezTo>
                    <a:pt x="95" y="110"/>
                    <a:pt x="110" y="110"/>
                    <a:pt x="110" y="126"/>
                  </a:cubicBezTo>
                  <a:cubicBezTo>
                    <a:pt x="142" y="110"/>
                    <a:pt x="158" y="79"/>
                    <a:pt x="173" y="32"/>
                  </a:cubicBezTo>
                  <a:cubicBezTo>
                    <a:pt x="190" y="32"/>
                    <a:pt x="173" y="15"/>
                    <a:pt x="173" y="0"/>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64" name="Google Shape;4164;p46"/>
            <p:cNvSpPr/>
            <p:nvPr/>
          </p:nvSpPr>
          <p:spPr>
            <a:xfrm>
              <a:off x="3015141" y="1798272"/>
              <a:ext cx="9064" cy="3530"/>
            </a:xfrm>
            <a:custGeom>
              <a:avLst/>
              <a:gdLst/>
              <a:ahLst/>
              <a:cxnLst/>
              <a:rect l="l" t="t" r="r" b="b"/>
              <a:pathLst>
                <a:path w="285" h="111" extrusionOk="0">
                  <a:moveTo>
                    <a:pt x="80" y="64"/>
                  </a:moveTo>
                  <a:lnTo>
                    <a:pt x="80" y="64"/>
                  </a:lnTo>
                  <a:lnTo>
                    <a:pt x="80" y="64"/>
                  </a:lnTo>
                  <a:close/>
                  <a:moveTo>
                    <a:pt x="32" y="1"/>
                  </a:moveTo>
                  <a:lnTo>
                    <a:pt x="32" y="1"/>
                  </a:lnTo>
                  <a:lnTo>
                    <a:pt x="32" y="1"/>
                  </a:lnTo>
                  <a:cubicBezTo>
                    <a:pt x="17" y="16"/>
                    <a:pt x="1" y="16"/>
                    <a:pt x="1" y="32"/>
                  </a:cubicBezTo>
                  <a:lnTo>
                    <a:pt x="1" y="32"/>
                  </a:lnTo>
                  <a:cubicBezTo>
                    <a:pt x="17" y="48"/>
                    <a:pt x="17" y="64"/>
                    <a:pt x="17" y="64"/>
                  </a:cubicBezTo>
                  <a:cubicBezTo>
                    <a:pt x="32" y="64"/>
                    <a:pt x="32" y="79"/>
                    <a:pt x="32" y="79"/>
                  </a:cubicBezTo>
                  <a:lnTo>
                    <a:pt x="48" y="79"/>
                  </a:lnTo>
                  <a:lnTo>
                    <a:pt x="64" y="79"/>
                  </a:lnTo>
                  <a:lnTo>
                    <a:pt x="64" y="79"/>
                  </a:lnTo>
                  <a:lnTo>
                    <a:pt x="80" y="79"/>
                  </a:lnTo>
                  <a:lnTo>
                    <a:pt x="95" y="79"/>
                  </a:lnTo>
                  <a:lnTo>
                    <a:pt x="112" y="95"/>
                  </a:lnTo>
                  <a:cubicBezTo>
                    <a:pt x="127" y="95"/>
                    <a:pt x="127" y="111"/>
                    <a:pt x="127" y="111"/>
                  </a:cubicBezTo>
                  <a:lnTo>
                    <a:pt x="175" y="111"/>
                  </a:lnTo>
                  <a:lnTo>
                    <a:pt x="238" y="111"/>
                  </a:lnTo>
                  <a:lnTo>
                    <a:pt x="238" y="95"/>
                  </a:lnTo>
                  <a:lnTo>
                    <a:pt x="253" y="95"/>
                  </a:lnTo>
                  <a:cubicBezTo>
                    <a:pt x="269" y="95"/>
                    <a:pt x="284" y="64"/>
                    <a:pt x="269" y="48"/>
                  </a:cubicBezTo>
                  <a:cubicBezTo>
                    <a:pt x="269" y="48"/>
                    <a:pt x="269" y="32"/>
                    <a:pt x="253" y="32"/>
                  </a:cubicBezTo>
                  <a:lnTo>
                    <a:pt x="238" y="32"/>
                  </a:lnTo>
                  <a:lnTo>
                    <a:pt x="238" y="32"/>
                  </a:lnTo>
                  <a:lnTo>
                    <a:pt x="238" y="32"/>
                  </a:lnTo>
                  <a:lnTo>
                    <a:pt x="221" y="32"/>
                  </a:lnTo>
                  <a:cubicBezTo>
                    <a:pt x="221" y="32"/>
                    <a:pt x="206" y="32"/>
                    <a:pt x="206" y="48"/>
                  </a:cubicBezTo>
                  <a:lnTo>
                    <a:pt x="190" y="48"/>
                  </a:lnTo>
                  <a:lnTo>
                    <a:pt x="175" y="48"/>
                  </a:lnTo>
                  <a:cubicBezTo>
                    <a:pt x="158" y="48"/>
                    <a:pt x="158" y="48"/>
                    <a:pt x="143" y="32"/>
                  </a:cubicBezTo>
                  <a:cubicBezTo>
                    <a:pt x="127" y="1"/>
                    <a:pt x="95" y="1"/>
                    <a:pt x="80" y="1"/>
                  </a:cubicBezTo>
                  <a:lnTo>
                    <a:pt x="64" y="1"/>
                  </a:ln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65" name="Google Shape;4165;p46"/>
            <p:cNvSpPr/>
            <p:nvPr/>
          </p:nvSpPr>
          <p:spPr>
            <a:xfrm>
              <a:off x="3017654" y="1800276"/>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66" name="Google Shape;4166;p46"/>
            <p:cNvSpPr/>
            <p:nvPr/>
          </p:nvSpPr>
          <p:spPr>
            <a:xfrm>
              <a:off x="3407503" y="1783738"/>
              <a:ext cx="2544" cy="5565"/>
            </a:xfrm>
            <a:custGeom>
              <a:avLst/>
              <a:gdLst/>
              <a:ahLst/>
              <a:cxnLst/>
              <a:rect l="l" t="t" r="r" b="b"/>
              <a:pathLst>
                <a:path w="80" h="175" extrusionOk="0">
                  <a:moveTo>
                    <a:pt x="32" y="0"/>
                  </a:moveTo>
                  <a:lnTo>
                    <a:pt x="32" y="0"/>
                  </a:lnTo>
                  <a:lnTo>
                    <a:pt x="16" y="0"/>
                  </a:lnTo>
                  <a:cubicBezTo>
                    <a:pt x="1" y="0"/>
                    <a:pt x="1" y="17"/>
                    <a:pt x="1" y="32"/>
                  </a:cubicBezTo>
                  <a:lnTo>
                    <a:pt x="16" y="95"/>
                  </a:lnTo>
                  <a:lnTo>
                    <a:pt x="32" y="111"/>
                  </a:lnTo>
                  <a:cubicBezTo>
                    <a:pt x="48" y="111"/>
                    <a:pt x="64" y="126"/>
                    <a:pt x="64" y="143"/>
                  </a:cubicBezTo>
                  <a:cubicBezTo>
                    <a:pt x="64" y="158"/>
                    <a:pt x="48" y="158"/>
                    <a:pt x="48" y="174"/>
                  </a:cubicBezTo>
                  <a:lnTo>
                    <a:pt x="48" y="174"/>
                  </a:lnTo>
                  <a:lnTo>
                    <a:pt x="48" y="174"/>
                  </a:lnTo>
                  <a:cubicBezTo>
                    <a:pt x="64" y="174"/>
                    <a:pt x="79" y="158"/>
                    <a:pt x="79" y="126"/>
                  </a:cubicBezTo>
                  <a:lnTo>
                    <a:pt x="79" y="32"/>
                  </a:lnTo>
                  <a:lnTo>
                    <a:pt x="79" y="32"/>
                  </a:lnTo>
                  <a:lnTo>
                    <a:pt x="79" y="32"/>
                  </a:lnTo>
                  <a:cubicBezTo>
                    <a:pt x="64"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67" name="Google Shape;4167;p46"/>
            <p:cNvSpPr/>
            <p:nvPr/>
          </p:nvSpPr>
          <p:spPr>
            <a:xfrm>
              <a:off x="3398980" y="1772225"/>
              <a:ext cx="6551" cy="5057"/>
            </a:xfrm>
            <a:custGeom>
              <a:avLst/>
              <a:gdLst/>
              <a:ahLst/>
              <a:cxnLst/>
              <a:rect l="l" t="t" r="r" b="b"/>
              <a:pathLst>
                <a:path w="206" h="159" extrusionOk="0">
                  <a:moveTo>
                    <a:pt x="158" y="1"/>
                  </a:moveTo>
                  <a:lnTo>
                    <a:pt x="143" y="1"/>
                  </a:lnTo>
                  <a:lnTo>
                    <a:pt x="48" y="16"/>
                  </a:lnTo>
                  <a:cubicBezTo>
                    <a:pt x="32" y="16"/>
                    <a:pt x="17" y="32"/>
                    <a:pt x="17" y="47"/>
                  </a:cubicBezTo>
                  <a:cubicBezTo>
                    <a:pt x="17" y="64"/>
                    <a:pt x="32" y="79"/>
                    <a:pt x="32" y="79"/>
                  </a:cubicBezTo>
                  <a:lnTo>
                    <a:pt x="32" y="64"/>
                  </a:lnTo>
                  <a:cubicBezTo>
                    <a:pt x="48" y="47"/>
                    <a:pt x="48" y="47"/>
                    <a:pt x="63" y="47"/>
                  </a:cubicBezTo>
                  <a:lnTo>
                    <a:pt x="63" y="47"/>
                  </a:lnTo>
                  <a:lnTo>
                    <a:pt x="80" y="47"/>
                  </a:lnTo>
                  <a:lnTo>
                    <a:pt x="143" y="64"/>
                  </a:lnTo>
                  <a:cubicBezTo>
                    <a:pt x="158" y="79"/>
                    <a:pt x="174" y="95"/>
                    <a:pt x="158" y="110"/>
                  </a:cubicBezTo>
                  <a:cubicBezTo>
                    <a:pt x="158" y="127"/>
                    <a:pt x="143" y="142"/>
                    <a:pt x="126" y="142"/>
                  </a:cubicBezTo>
                  <a:lnTo>
                    <a:pt x="111" y="127"/>
                  </a:lnTo>
                  <a:lnTo>
                    <a:pt x="48" y="110"/>
                  </a:lnTo>
                  <a:cubicBezTo>
                    <a:pt x="48" y="110"/>
                    <a:pt x="48" y="95"/>
                    <a:pt x="32" y="95"/>
                  </a:cubicBezTo>
                  <a:lnTo>
                    <a:pt x="32" y="95"/>
                  </a:lnTo>
                  <a:lnTo>
                    <a:pt x="32" y="95"/>
                  </a:lnTo>
                  <a:cubicBezTo>
                    <a:pt x="17" y="95"/>
                    <a:pt x="0" y="110"/>
                    <a:pt x="0" y="127"/>
                  </a:cubicBezTo>
                  <a:cubicBezTo>
                    <a:pt x="0" y="142"/>
                    <a:pt x="17" y="158"/>
                    <a:pt x="32" y="158"/>
                  </a:cubicBezTo>
                  <a:lnTo>
                    <a:pt x="48" y="158"/>
                  </a:lnTo>
                  <a:cubicBezTo>
                    <a:pt x="111" y="158"/>
                    <a:pt x="174" y="142"/>
                    <a:pt x="189" y="110"/>
                  </a:cubicBezTo>
                  <a:lnTo>
                    <a:pt x="189" y="110"/>
                  </a:lnTo>
                  <a:lnTo>
                    <a:pt x="189" y="110"/>
                  </a:lnTo>
                  <a:cubicBezTo>
                    <a:pt x="174" y="110"/>
                    <a:pt x="158" y="79"/>
                    <a:pt x="174" y="64"/>
                  </a:cubicBezTo>
                  <a:cubicBezTo>
                    <a:pt x="174" y="47"/>
                    <a:pt x="189" y="47"/>
                    <a:pt x="206" y="47"/>
                  </a:cubicBezTo>
                  <a:lnTo>
                    <a:pt x="206" y="47"/>
                  </a:lnTo>
                  <a:lnTo>
                    <a:pt x="206" y="47"/>
                  </a:lnTo>
                  <a:lnTo>
                    <a:pt x="206" y="47"/>
                  </a:lnTo>
                  <a:lnTo>
                    <a:pt x="174" y="16"/>
                  </a:lnTo>
                  <a:cubicBezTo>
                    <a:pt x="174" y="1"/>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68" name="Google Shape;4168;p46"/>
            <p:cNvSpPr/>
            <p:nvPr/>
          </p:nvSpPr>
          <p:spPr>
            <a:xfrm>
              <a:off x="3293741" y="1819326"/>
              <a:ext cx="7060" cy="4039"/>
            </a:xfrm>
            <a:custGeom>
              <a:avLst/>
              <a:gdLst/>
              <a:ahLst/>
              <a:cxnLst/>
              <a:rect l="l" t="t" r="r" b="b"/>
              <a:pathLst>
                <a:path w="222" h="127" extrusionOk="0">
                  <a:moveTo>
                    <a:pt x="32" y="64"/>
                  </a:moveTo>
                  <a:cubicBezTo>
                    <a:pt x="17" y="64"/>
                    <a:pt x="1" y="64"/>
                    <a:pt x="1" y="79"/>
                  </a:cubicBezTo>
                  <a:cubicBezTo>
                    <a:pt x="1" y="110"/>
                    <a:pt x="17" y="127"/>
                    <a:pt x="32" y="127"/>
                  </a:cubicBezTo>
                  <a:lnTo>
                    <a:pt x="64" y="127"/>
                  </a:lnTo>
                  <a:cubicBezTo>
                    <a:pt x="80" y="127"/>
                    <a:pt x="95" y="127"/>
                    <a:pt x="112" y="110"/>
                  </a:cubicBezTo>
                  <a:lnTo>
                    <a:pt x="112" y="110"/>
                  </a:lnTo>
                  <a:cubicBezTo>
                    <a:pt x="95" y="110"/>
                    <a:pt x="95" y="127"/>
                    <a:pt x="80" y="127"/>
                  </a:cubicBezTo>
                  <a:lnTo>
                    <a:pt x="64" y="127"/>
                  </a:lnTo>
                  <a:cubicBezTo>
                    <a:pt x="49" y="110"/>
                    <a:pt x="49" y="95"/>
                    <a:pt x="49" y="79"/>
                  </a:cubicBezTo>
                  <a:lnTo>
                    <a:pt x="49" y="64"/>
                  </a:lnTo>
                  <a:lnTo>
                    <a:pt x="49" y="64"/>
                  </a:lnTo>
                  <a:lnTo>
                    <a:pt x="32" y="64"/>
                  </a:lnTo>
                  <a:close/>
                  <a:moveTo>
                    <a:pt x="127" y="1"/>
                  </a:moveTo>
                  <a:lnTo>
                    <a:pt x="127" y="32"/>
                  </a:lnTo>
                  <a:lnTo>
                    <a:pt x="127" y="47"/>
                  </a:lnTo>
                  <a:cubicBezTo>
                    <a:pt x="127" y="47"/>
                    <a:pt x="127" y="32"/>
                    <a:pt x="143" y="32"/>
                  </a:cubicBezTo>
                  <a:lnTo>
                    <a:pt x="143" y="32"/>
                  </a:lnTo>
                  <a:lnTo>
                    <a:pt x="158" y="47"/>
                  </a:lnTo>
                  <a:cubicBezTo>
                    <a:pt x="158" y="32"/>
                    <a:pt x="158" y="32"/>
                    <a:pt x="175" y="32"/>
                  </a:cubicBezTo>
                  <a:lnTo>
                    <a:pt x="175" y="32"/>
                  </a:lnTo>
                  <a:cubicBezTo>
                    <a:pt x="175" y="32"/>
                    <a:pt x="190" y="32"/>
                    <a:pt x="190" y="47"/>
                  </a:cubicBezTo>
                  <a:cubicBezTo>
                    <a:pt x="206" y="64"/>
                    <a:pt x="206" y="79"/>
                    <a:pt x="206" y="79"/>
                  </a:cubicBezTo>
                  <a:lnTo>
                    <a:pt x="206" y="79"/>
                  </a:lnTo>
                  <a:cubicBezTo>
                    <a:pt x="221" y="47"/>
                    <a:pt x="206" y="32"/>
                    <a:pt x="190" y="32"/>
                  </a:cubicBezTo>
                  <a:lnTo>
                    <a:pt x="143"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69" name="Google Shape;4169;p46"/>
            <p:cNvSpPr/>
            <p:nvPr/>
          </p:nvSpPr>
          <p:spPr>
            <a:xfrm>
              <a:off x="3404991" y="1776232"/>
              <a:ext cx="5565" cy="5534"/>
            </a:xfrm>
            <a:custGeom>
              <a:avLst/>
              <a:gdLst/>
              <a:ahLst/>
              <a:cxnLst/>
              <a:rect l="l" t="t" r="r" b="b"/>
              <a:pathLst>
                <a:path w="175" h="174" extrusionOk="0">
                  <a:moveTo>
                    <a:pt x="32" y="47"/>
                  </a:moveTo>
                  <a:lnTo>
                    <a:pt x="32" y="47"/>
                  </a:lnTo>
                  <a:cubicBezTo>
                    <a:pt x="17" y="47"/>
                    <a:pt x="0" y="64"/>
                    <a:pt x="0" y="79"/>
                  </a:cubicBezTo>
                  <a:lnTo>
                    <a:pt x="0" y="142"/>
                  </a:lnTo>
                  <a:cubicBezTo>
                    <a:pt x="0" y="158"/>
                    <a:pt x="17" y="173"/>
                    <a:pt x="32" y="173"/>
                  </a:cubicBezTo>
                  <a:lnTo>
                    <a:pt x="32" y="173"/>
                  </a:lnTo>
                  <a:cubicBezTo>
                    <a:pt x="48" y="173"/>
                    <a:pt x="63" y="158"/>
                    <a:pt x="63" y="142"/>
                  </a:cubicBezTo>
                  <a:lnTo>
                    <a:pt x="63" y="95"/>
                  </a:lnTo>
                  <a:lnTo>
                    <a:pt x="63" y="79"/>
                  </a:lnTo>
                  <a:lnTo>
                    <a:pt x="63" y="79"/>
                  </a:lnTo>
                  <a:lnTo>
                    <a:pt x="63" y="79"/>
                  </a:lnTo>
                  <a:cubicBezTo>
                    <a:pt x="48" y="79"/>
                    <a:pt x="32" y="64"/>
                    <a:pt x="32" y="47"/>
                  </a:cubicBezTo>
                  <a:lnTo>
                    <a:pt x="32" y="47"/>
                  </a:lnTo>
                  <a:close/>
                  <a:moveTo>
                    <a:pt x="127" y="1"/>
                  </a:moveTo>
                  <a:lnTo>
                    <a:pt x="127" y="1"/>
                  </a:lnTo>
                  <a:lnTo>
                    <a:pt x="111" y="1"/>
                  </a:lnTo>
                  <a:lnTo>
                    <a:pt x="95" y="1"/>
                  </a:lnTo>
                  <a:lnTo>
                    <a:pt x="95" y="32"/>
                  </a:lnTo>
                  <a:lnTo>
                    <a:pt x="95" y="47"/>
                  </a:lnTo>
                  <a:lnTo>
                    <a:pt x="95" y="47"/>
                  </a:lnTo>
                  <a:lnTo>
                    <a:pt x="95" y="47"/>
                  </a:lnTo>
                  <a:lnTo>
                    <a:pt x="143" y="47"/>
                  </a:lnTo>
                  <a:cubicBezTo>
                    <a:pt x="143" y="32"/>
                    <a:pt x="143" y="16"/>
                    <a:pt x="158" y="16"/>
                  </a:cubicBezTo>
                  <a:lnTo>
                    <a:pt x="17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70" name="Google Shape;4170;p46"/>
            <p:cNvSpPr/>
            <p:nvPr/>
          </p:nvSpPr>
          <p:spPr>
            <a:xfrm>
              <a:off x="3254177" y="1768695"/>
              <a:ext cx="3053" cy="4039"/>
            </a:xfrm>
            <a:custGeom>
              <a:avLst/>
              <a:gdLst/>
              <a:ahLst/>
              <a:cxnLst/>
              <a:rect l="l" t="t" r="r" b="b"/>
              <a:pathLst>
                <a:path w="96" h="127" extrusionOk="0">
                  <a:moveTo>
                    <a:pt x="64" y="1"/>
                  </a:moveTo>
                  <a:lnTo>
                    <a:pt x="64" y="1"/>
                  </a:lnTo>
                  <a:cubicBezTo>
                    <a:pt x="32" y="1"/>
                    <a:pt x="16" y="17"/>
                    <a:pt x="32" y="32"/>
                  </a:cubicBezTo>
                  <a:lnTo>
                    <a:pt x="32" y="64"/>
                  </a:lnTo>
                  <a:lnTo>
                    <a:pt x="32" y="64"/>
                  </a:lnTo>
                  <a:cubicBezTo>
                    <a:pt x="16" y="64"/>
                    <a:pt x="1" y="95"/>
                    <a:pt x="16" y="112"/>
                  </a:cubicBezTo>
                  <a:cubicBezTo>
                    <a:pt x="16" y="127"/>
                    <a:pt x="32" y="127"/>
                    <a:pt x="47" y="127"/>
                  </a:cubicBezTo>
                  <a:lnTo>
                    <a:pt x="64" y="127"/>
                  </a:lnTo>
                  <a:lnTo>
                    <a:pt x="79" y="112"/>
                  </a:lnTo>
                  <a:cubicBezTo>
                    <a:pt x="95" y="112"/>
                    <a:pt x="95" y="95"/>
                    <a:pt x="95" y="80"/>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71" name="Google Shape;4171;p46"/>
            <p:cNvSpPr/>
            <p:nvPr/>
          </p:nvSpPr>
          <p:spPr>
            <a:xfrm>
              <a:off x="3026177" y="1793279"/>
              <a:ext cx="5025" cy="3021"/>
            </a:xfrm>
            <a:custGeom>
              <a:avLst/>
              <a:gdLst/>
              <a:ahLst/>
              <a:cxnLst/>
              <a:rect l="l" t="t" r="r" b="b"/>
              <a:pathLst>
                <a:path w="158" h="95" extrusionOk="0">
                  <a:moveTo>
                    <a:pt x="95" y="0"/>
                  </a:moveTo>
                  <a:lnTo>
                    <a:pt x="80" y="0"/>
                  </a:lnTo>
                  <a:cubicBezTo>
                    <a:pt x="63" y="0"/>
                    <a:pt x="48" y="15"/>
                    <a:pt x="48" y="32"/>
                  </a:cubicBezTo>
                  <a:lnTo>
                    <a:pt x="32" y="32"/>
                  </a:lnTo>
                  <a:cubicBezTo>
                    <a:pt x="17" y="47"/>
                    <a:pt x="0" y="63"/>
                    <a:pt x="17" y="78"/>
                  </a:cubicBezTo>
                  <a:lnTo>
                    <a:pt x="17" y="95"/>
                  </a:lnTo>
                  <a:lnTo>
                    <a:pt x="32" y="95"/>
                  </a:lnTo>
                  <a:lnTo>
                    <a:pt x="48" y="95"/>
                  </a:lnTo>
                  <a:lnTo>
                    <a:pt x="48" y="95"/>
                  </a:lnTo>
                  <a:lnTo>
                    <a:pt x="63" y="95"/>
                  </a:lnTo>
                  <a:cubicBezTo>
                    <a:pt x="80" y="95"/>
                    <a:pt x="80" y="78"/>
                    <a:pt x="95" y="78"/>
                  </a:cubicBezTo>
                  <a:lnTo>
                    <a:pt x="95" y="78"/>
                  </a:lnTo>
                  <a:lnTo>
                    <a:pt x="111" y="78"/>
                  </a:lnTo>
                  <a:lnTo>
                    <a:pt x="143" y="78"/>
                  </a:lnTo>
                  <a:cubicBezTo>
                    <a:pt x="143" y="63"/>
                    <a:pt x="158" y="47"/>
                    <a:pt x="143" y="32"/>
                  </a:cubicBezTo>
                  <a:cubicBezTo>
                    <a:pt x="126" y="15"/>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72" name="Google Shape;4172;p46"/>
            <p:cNvSpPr/>
            <p:nvPr/>
          </p:nvSpPr>
          <p:spPr>
            <a:xfrm>
              <a:off x="3049203" y="1823811"/>
              <a:ext cx="4071" cy="3562"/>
            </a:xfrm>
            <a:custGeom>
              <a:avLst/>
              <a:gdLst/>
              <a:ahLst/>
              <a:cxnLst/>
              <a:rect l="l" t="t" r="r" b="b"/>
              <a:pathLst>
                <a:path w="128" h="112" extrusionOk="0">
                  <a:moveTo>
                    <a:pt x="80" y="1"/>
                  </a:moveTo>
                  <a:cubicBezTo>
                    <a:pt x="64" y="1"/>
                    <a:pt x="49" y="1"/>
                    <a:pt x="32" y="17"/>
                  </a:cubicBezTo>
                  <a:lnTo>
                    <a:pt x="32" y="17"/>
                  </a:lnTo>
                  <a:lnTo>
                    <a:pt x="17" y="17"/>
                  </a:lnTo>
                  <a:lnTo>
                    <a:pt x="17" y="32"/>
                  </a:lnTo>
                  <a:cubicBezTo>
                    <a:pt x="17" y="49"/>
                    <a:pt x="1" y="80"/>
                    <a:pt x="32" y="95"/>
                  </a:cubicBezTo>
                  <a:cubicBezTo>
                    <a:pt x="32" y="112"/>
                    <a:pt x="64" y="112"/>
                    <a:pt x="80" y="112"/>
                  </a:cubicBezTo>
                  <a:lnTo>
                    <a:pt x="96" y="112"/>
                  </a:lnTo>
                  <a:lnTo>
                    <a:pt x="112" y="95"/>
                  </a:lnTo>
                  <a:cubicBezTo>
                    <a:pt x="112" y="80"/>
                    <a:pt x="127" y="80"/>
                    <a:pt x="112" y="80"/>
                  </a:cubicBezTo>
                  <a:cubicBezTo>
                    <a:pt x="112" y="64"/>
                    <a:pt x="112" y="49"/>
                    <a:pt x="80" y="49"/>
                  </a:cubicBezTo>
                  <a:cubicBezTo>
                    <a:pt x="96" y="49"/>
                    <a:pt x="96" y="32"/>
                    <a:pt x="96" y="32"/>
                  </a:cubicBezTo>
                  <a:cubicBezTo>
                    <a:pt x="96"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73" name="Google Shape;4173;p46"/>
            <p:cNvSpPr/>
            <p:nvPr/>
          </p:nvSpPr>
          <p:spPr>
            <a:xfrm>
              <a:off x="3346376" y="1790258"/>
              <a:ext cx="4039" cy="1527"/>
            </a:xfrm>
            <a:custGeom>
              <a:avLst/>
              <a:gdLst/>
              <a:ahLst/>
              <a:cxnLst/>
              <a:rect l="l" t="t" r="r" b="b"/>
              <a:pathLst>
                <a:path w="127" h="48" extrusionOk="0">
                  <a:moveTo>
                    <a:pt x="47" y="1"/>
                  </a:moveTo>
                  <a:lnTo>
                    <a:pt x="47" y="1"/>
                  </a:lnTo>
                  <a:lnTo>
                    <a:pt x="32" y="1"/>
                  </a:lnTo>
                  <a:lnTo>
                    <a:pt x="32" y="1"/>
                  </a:lnTo>
                  <a:cubicBezTo>
                    <a:pt x="16" y="1"/>
                    <a:pt x="1" y="32"/>
                    <a:pt x="1" y="47"/>
                  </a:cubicBezTo>
                  <a:lnTo>
                    <a:pt x="79" y="32"/>
                  </a:lnTo>
                  <a:lnTo>
                    <a:pt x="79" y="32"/>
                  </a:lnTo>
                  <a:cubicBezTo>
                    <a:pt x="95" y="32"/>
                    <a:pt x="110" y="47"/>
                    <a:pt x="110" y="47"/>
                  </a:cubicBezTo>
                  <a:cubicBezTo>
                    <a:pt x="127" y="32"/>
                    <a:pt x="110" y="16"/>
                    <a:pt x="95" y="16"/>
                  </a:cubicBezTo>
                  <a:cubicBezTo>
                    <a:pt x="95" y="1"/>
                    <a:pt x="79"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74" name="Google Shape;4174;p46"/>
            <p:cNvSpPr/>
            <p:nvPr/>
          </p:nvSpPr>
          <p:spPr>
            <a:xfrm>
              <a:off x="3391474" y="1798749"/>
              <a:ext cx="7060" cy="3053"/>
            </a:xfrm>
            <a:custGeom>
              <a:avLst/>
              <a:gdLst/>
              <a:ahLst/>
              <a:cxnLst/>
              <a:rect l="l" t="t" r="r" b="b"/>
              <a:pathLst>
                <a:path w="222" h="96" extrusionOk="0">
                  <a:moveTo>
                    <a:pt x="32" y="1"/>
                  </a:moveTo>
                  <a:lnTo>
                    <a:pt x="32" y="1"/>
                  </a:lnTo>
                  <a:cubicBezTo>
                    <a:pt x="16" y="1"/>
                    <a:pt x="1" y="17"/>
                    <a:pt x="1" y="33"/>
                  </a:cubicBezTo>
                  <a:lnTo>
                    <a:pt x="16" y="49"/>
                  </a:lnTo>
                  <a:lnTo>
                    <a:pt x="16" y="80"/>
                  </a:lnTo>
                  <a:lnTo>
                    <a:pt x="32" y="80"/>
                  </a:lnTo>
                  <a:cubicBezTo>
                    <a:pt x="32" y="80"/>
                    <a:pt x="47" y="80"/>
                    <a:pt x="64" y="96"/>
                  </a:cubicBezTo>
                  <a:cubicBezTo>
                    <a:pt x="64" y="80"/>
                    <a:pt x="79" y="80"/>
                    <a:pt x="79" y="80"/>
                  </a:cubicBezTo>
                  <a:lnTo>
                    <a:pt x="95" y="80"/>
                  </a:lnTo>
                  <a:cubicBezTo>
                    <a:pt x="110" y="80"/>
                    <a:pt x="110" y="80"/>
                    <a:pt x="127" y="96"/>
                  </a:cubicBezTo>
                  <a:cubicBezTo>
                    <a:pt x="158" y="96"/>
                    <a:pt x="173" y="80"/>
                    <a:pt x="205" y="80"/>
                  </a:cubicBezTo>
                  <a:cubicBezTo>
                    <a:pt x="205" y="64"/>
                    <a:pt x="221" y="64"/>
                    <a:pt x="221" y="64"/>
                  </a:cubicBezTo>
                  <a:lnTo>
                    <a:pt x="221" y="64"/>
                  </a:lnTo>
                  <a:cubicBezTo>
                    <a:pt x="205" y="49"/>
                    <a:pt x="190" y="33"/>
                    <a:pt x="205" y="17"/>
                  </a:cubicBezTo>
                  <a:cubicBezTo>
                    <a:pt x="205" y="1"/>
                    <a:pt x="221" y="1"/>
                    <a:pt x="221" y="1"/>
                  </a:cubicBezTo>
                  <a:lnTo>
                    <a:pt x="221" y="1"/>
                  </a:lnTo>
                  <a:lnTo>
                    <a:pt x="190" y="1"/>
                  </a:lnTo>
                  <a:lnTo>
                    <a:pt x="190" y="1"/>
                  </a:lnTo>
                  <a:cubicBezTo>
                    <a:pt x="158" y="17"/>
                    <a:pt x="127" y="17"/>
                    <a:pt x="110" y="33"/>
                  </a:cubicBezTo>
                  <a:lnTo>
                    <a:pt x="110" y="1"/>
                  </a:lnTo>
                  <a:lnTo>
                    <a:pt x="110" y="1"/>
                  </a:lnTo>
                  <a:lnTo>
                    <a:pt x="110" y="1"/>
                  </a:lnTo>
                  <a:cubicBezTo>
                    <a:pt x="95" y="17"/>
                    <a:pt x="95" y="17"/>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75" name="Google Shape;4175;p46"/>
            <p:cNvSpPr/>
            <p:nvPr/>
          </p:nvSpPr>
          <p:spPr>
            <a:xfrm>
              <a:off x="3306304" y="1814333"/>
              <a:ext cx="6520" cy="2035"/>
            </a:xfrm>
            <a:custGeom>
              <a:avLst/>
              <a:gdLst/>
              <a:ahLst/>
              <a:cxnLst/>
              <a:rect l="l" t="t" r="r" b="b"/>
              <a:pathLst>
                <a:path w="205" h="64" extrusionOk="0">
                  <a:moveTo>
                    <a:pt x="158" y="15"/>
                  </a:moveTo>
                  <a:lnTo>
                    <a:pt x="158" y="32"/>
                  </a:lnTo>
                  <a:lnTo>
                    <a:pt x="126" y="32"/>
                  </a:lnTo>
                  <a:cubicBezTo>
                    <a:pt x="141" y="47"/>
                    <a:pt x="141" y="47"/>
                    <a:pt x="141" y="63"/>
                  </a:cubicBezTo>
                  <a:lnTo>
                    <a:pt x="189" y="47"/>
                  </a:lnTo>
                  <a:lnTo>
                    <a:pt x="204" y="47"/>
                  </a:lnTo>
                  <a:lnTo>
                    <a:pt x="204" y="32"/>
                  </a:lnTo>
                  <a:lnTo>
                    <a:pt x="189" y="32"/>
                  </a:lnTo>
                  <a:cubicBezTo>
                    <a:pt x="173" y="15"/>
                    <a:pt x="173" y="15"/>
                    <a:pt x="158" y="15"/>
                  </a:cubicBezTo>
                  <a:close/>
                  <a:moveTo>
                    <a:pt x="95" y="0"/>
                  </a:moveTo>
                  <a:lnTo>
                    <a:pt x="32" y="0"/>
                  </a:lnTo>
                  <a:cubicBezTo>
                    <a:pt x="0" y="0"/>
                    <a:pt x="0" y="15"/>
                    <a:pt x="0" y="32"/>
                  </a:cubicBezTo>
                  <a:lnTo>
                    <a:pt x="0" y="32"/>
                  </a:lnTo>
                  <a:cubicBezTo>
                    <a:pt x="0" y="32"/>
                    <a:pt x="15" y="32"/>
                    <a:pt x="15" y="47"/>
                  </a:cubicBezTo>
                  <a:lnTo>
                    <a:pt x="47" y="47"/>
                  </a:lnTo>
                  <a:lnTo>
                    <a:pt x="78" y="32"/>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76" name="Google Shape;4176;p46"/>
            <p:cNvSpPr/>
            <p:nvPr/>
          </p:nvSpPr>
          <p:spPr>
            <a:xfrm>
              <a:off x="3323319" y="1765705"/>
              <a:ext cx="3053" cy="6551"/>
            </a:xfrm>
            <a:custGeom>
              <a:avLst/>
              <a:gdLst/>
              <a:ahLst/>
              <a:cxnLst/>
              <a:rect l="l" t="t" r="r" b="b"/>
              <a:pathLst>
                <a:path w="96" h="206" extrusionOk="0">
                  <a:moveTo>
                    <a:pt x="79" y="0"/>
                  </a:moveTo>
                  <a:cubicBezTo>
                    <a:pt x="79" y="17"/>
                    <a:pt x="79" y="17"/>
                    <a:pt x="64" y="17"/>
                  </a:cubicBezTo>
                  <a:lnTo>
                    <a:pt x="64" y="17"/>
                  </a:lnTo>
                  <a:lnTo>
                    <a:pt x="48" y="17"/>
                  </a:lnTo>
                  <a:lnTo>
                    <a:pt x="48" y="17"/>
                  </a:lnTo>
                  <a:cubicBezTo>
                    <a:pt x="1" y="63"/>
                    <a:pt x="16" y="95"/>
                    <a:pt x="16" y="143"/>
                  </a:cubicBezTo>
                  <a:cubicBezTo>
                    <a:pt x="32" y="143"/>
                    <a:pt x="32" y="158"/>
                    <a:pt x="32" y="174"/>
                  </a:cubicBezTo>
                  <a:lnTo>
                    <a:pt x="32" y="174"/>
                  </a:lnTo>
                  <a:cubicBezTo>
                    <a:pt x="32" y="189"/>
                    <a:pt x="32" y="206"/>
                    <a:pt x="64" y="206"/>
                  </a:cubicBezTo>
                  <a:lnTo>
                    <a:pt x="64" y="206"/>
                  </a:lnTo>
                  <a:lnTo>
                    <a:pt x="79" y="206"/>
                  </a:lnTo>
                  <a:cubicBezTo>
                    <a:pt x="95" y="206"/>
                    <a:pt x="95" y="206"/>
                    <a:pt x="95" y="189"/>
                  </a:cubicBezTo>
                  <a:lnTo>
                    <a:pt x="95" y="189"/>
                  </a:lnTo>
                  <a:lnTo>
                    <a:pt x="95" y="158"/>
                  </a:lnTo>
                  <a:lnTo>
                    <a:pt x="95" y="126"/>
                  </a:lnTo>
                  <a:cubicBezTo>
                    <a:pt x="79" y="95"/>
                    <a:pt x="79" y="80"/>
                    <a:pt x="95" y="63"/>
                  </a:cubicBezTo>
                  <a:lnTo>
                    <a:pt x="95" y="63"/>
                  </a:lnTo>
                  <a:lnTo>
                    <a:pt x="95" y="48"/>
                  </a:lnTo>
                  <a:cubicBezTo>
                    <a:pt x="79" y="48"/>
                    <a:pt x="79" y="32"/>
                    <a:pt x="95" y="17"/>
                  </a:cubicBezTo>
                  <a:lnTo>
                    <a:pt x="95" y="17"/>
                  </a:lnTo>
                  <a:cubicBezTo>
                    <a:pt x="95" y="0"/>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77" name="Google Shape;4177;p46"/>
            <p:cNvSpPr/>
            <p:nvPr/>
          </p:nvSpPr>
          <p:spPr>
            <a:xfrm>
              <a:off x="3169484" y="1820821"/>
              <a:ext cx="4039" cy="4548"/>
            </a:xfrm>
            <a:custGeom>
              <a:avLst/>
              <a:gdLst/>
              <a:ahLst/>
              <a:cxnLst/>
              <a:rect l="l" t="t" r="r" b="b"/>
              <a:pathLst>
                <a:path w="127" h="143" extrusionOk="0">
                  <a:moveTo>
                    <a:pt x="63" y="0"/>
                  </a:moveTo>
                  <a:lnTo>
                    <a:pt x="63" y="0"/>
                  </a:lnTo>
                  <a:lnTo>
                    <a:pt x="48" y="17"/>
                  </a:lnTo>
                  <a:lnTo>
                    <a:pt x="17" y="48"/>
                  </a:lnTo>
                  <a:cubicBezTo>
                    <a:pt x="32" y="48"/>
                    <a:pt x="32" y="63"/>
                    <a:pt x="32" y="80"/>
                  </a:cubicBezTo>
                  <a:lnTo>
                    <a:pt x="0" y="143"/>
                  </a:lnTo>
                  <a:lnTo>
                    <a:pt x="0" y="143"/>
                  </a:lnTo>
                  <a:lnTo>
                    <a:pt x="17" y="143"/>
                  </a:lnTo>
                  <a:lnTo>
                    <a:pt x="32" y="143"/>
                  </a:lnTo>
                  <a:lnTo>
                    <a:pt x="32" y="143"/>
                  </a:lnTo>
                  <a:lnTo>
                    <a:pt x="95" y="126"/>
                  </a:lnTo>
                  <a:cubicBezTo>
                    <a:pt x="126" y="126"/>
                    <a:pt x="126" y="111"/>
                    <a:pt x="126" y="95"/>
                  </a:cubicBezTo>
                  <a:cubicBezTo>
                    <a:pt x="126" y="80"/>
                    <a:pt x="111" y="63"/>
                    <a:pt x="95" y="63"/>
                  </a:cubicBezTo>
                  <a:lnTo>
                    <a:pt x="95" y="63"/>
                  </a:lnTo>
                  <a:cubicBezTo>
                    <a:pt x="111" y="48"/>
                    <a:pt x="111" y="32"/>
                    <a:pt x="95" y="17"/>
                  </a:cubicBezTo>
                  <a:cubicBezTo>
                    <a:pt x="80"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78" name="Google Shape;4178;p46"/>
            <p:cNvSpPr/>
            <p:nvPr/>
          </p:nvSpPr>
          <p:spPr>
            <a:xfrm>
              <a:off x="3415518" y="1754192"/>
              <a:ext cx="6551" cy="8523"/>
            </a:xfrm>
            <a:custGeom>
              <a:avLst/>
              <a:gdLst/>
              <a:ahLst/>
              <a:cxnLst/>
              <a:rect l="l" t="t" r="r" b="b"/>
              <a:pathLst>
                <a:path w="206" h="268" extrusionOk="0">
                  <a:moveTo>
                    <a:pt x="205" y="110"/>
                  </a:moveTo>
                  <a:lnTo>
                    <a:pt x="190" y="110"/>
                  </a:lnTo>
                  <a:cubicBezTo>
                    <a:pt x="174" y="110"/>
                    <a:pt x="142" y="126"/>
                    <a:pt x="127" y="126"/>
                  </a:cubicBezTo>
                  <a:lnTo>
                    <a:pt x="127" y="158"/>
                  </a:lnTo>
                  <a:cubicBezTo>
                    <a:pt x="111" y="173"/>
                    <a:pt x="111" y="189"/>
                    <a:pt x="96" y="189"/>
                  </a:cubicBezTo>
                  <a:lnTo>
                    <a:pt x="96" y="189"/>
                  </a:lnTo>
                  <a:lnTo>
                    <a:pt x="64" y="189"/>
                  </a:lnTo>
                  <a:lnTo>
                    <a:pt x="48" y="189"/>
                  </a:lnTo>
                  <a:cubicBezTo>
                    <a:pt x="32" y="189"/>
                    <a:pt x="16" y="189"/>
                    <a:pt x="16" y="205"/>
                  </a:cubicBezTo>
                  <a:cubicBezTo>
                    <a:pt x="1" y="221"/>
                    <a:pt x="16" y="252"/>
                    <a:pt x="32" y="252"/>
                  </a:cubicBezTo>
                  <a:lnTo>
                    <a:pt x="32" y="252"/>
                  </a:lnTo>
                  <a:lnTo>
                    <a:pt x="79" y="252"/>
                  </a:lnTo>
                  <a:lnTo>
                    <a:pt x="79" y="252"/>
                  </a:lnTo>
                  <a:lnTo>
                    <a:pt x="79" y="236"/>
                  </a:lnTo>
                  <a:cubicBezTo>
                    <a:pt x="96" y="236"/>
                    <a:pt x="111" y="252"/>
                    <a:pt x="111" y="268"/>
                  </a:cubicBezTo>
                  <a:cubicBezTo>
                    <a:pt x="127" y="268"/>
                    <a:pt x="127" y="252"/>
                    <a:pt x="127" y="252"/>
                  </a:cubicBezTo>
                  <a:cubicBezTo>
                    <a:pt x="159" y="236"/>
                    <a:pt x="174" y="205"/>
                    <a:pt x="190" y="173"/>
                  </a:cubicBezTo>
                  <a:cubicBezTo>
                    <a:pt x="190" y="158"/>
                    <a:pt x="190" y="126"/>
                    <a:pt x="205" y="126"/>
                  </a:cubicBezTo>
                  <a:lnTo>
                    <a:pt x="205" y="110"/>
                  </a:lnTo>
                  <a:lnTo>
                    <a:pt x="205" y="110"/>
                  </a:lnTo>
                  <a:close/>
                  <a:moveTo>
                    <a:pt x="142" y="0"/>
                  </a:moveTo>
                  <a:lnTo>
                    <a:pt x="142" y="0"/>
                  </a:lnTo>
                  <a:lnTo>
                    <a:pt x="127" y="0"/>
                  </a:lnTo>
                  <a:lnTo>
                    <a:pt x="111" y="16"/>
                  </a:lnTo>
                  <a:lnTo>
                    <a:pt x="111" y="47"/>
                  </a:lnTo>
                  <a:lnTo>
                    <a:pt x="111" y="47"/>
                  </a:lnTo>
                  <a:lnTo>
                    <a:pt x="127" y="47"/>
                  </a:lnTo>
                  <a:lnTo>
                    <a:pt x="174" y="47"/>
                  </a:lnTo>
                  <a:lnTo>
                    <a:pt x="190" y="47"/>
                  </a:lnTo>
                  <a:lnTo>
                    <a:pt x="174" y="16"/>
                  </a:lnTo>
                  <a:cubicBezTo>
                    <a:pt x="174" y="16"/>
                    <a:pt x="159" y="16"/>
                    <a:pt x="159" y="0"/>
                  </a:cubicBezTo>
                  <a:lnTo>
                    <a:pt x="159"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79" name="Google Shape;4179;p46"/>
            <p:cNvSpPr/>
            <p:nvPr/>
          </p:nvSpPr>
          <p:spPr>
            <a:xfrm>
              <a:off x="3432564" y="1786250"/>
              <a:ext cx="3053" cy="1527"/>
            </a:xfrm>
            <a:custGeom>
              <a:avLst/>
              <a:gdLst/>
              <a:ahLst/>
              <a:cxnLst/>
              <a:rect l="l" t="t" r="r" b="b"/>
              <a:pathLst>
                <a:path w="96" h="48" extrusionOk="0">
                  <a:moveTo>
                    <a:pt x="1" y="1"/>
                  </a:moveTo>
                  <a:lnTo>
                    <a:pt x="16" y="32"/>
                  </a:lnTo>
                  <a:lnTo>
                    <a:pt x="16" y="32"/>
                  </a:lnTo>
                  <a:lnTo>
                    <a:pt x="16" y="32"/>
                  </a:lnTo>
                  <a:lnTo>
                    <a:pt x="32" y="32"/>
                  </a:lnTo>
                  <a:lnTo>
                    <a:pt x="95" y="47"/>
                  </a:lnTo>
                  <a:lnTo>
                    <a:pt x="95" y="32"/>
                  </a:lnTo>
                  <a:lnTo>
                    <a:pt x="95" y="16"/>
                  </a:lnTo>
                  <a:lnTo>
                    <a:pt x="64" y="16"/>
                  </a:lnTo>
                  <a:lnTo>
                    <a:pt x="47" y="16"/>
                  </a:lnTo>
                  <a:lnTo>
                    <a:pt x="32" y="16"/>
                  </a:lnTo>
                  <a:lnTo>
                    <a:pt x="16" y="16"/>
                  </a:lnTo>
                  <a:cubicBezTo>
                    <a:pt x="1" y="16"/>
                    <a:pt x="1" y="1"/>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80" name="Google Shape;4180;p46"/>
            <p:cNvSpPr/>
            <p:nvPr/>
          </p:nvSpPr>
          <p:spPr>
            <a:xfrm>
              <a:off x="3051206" y="1819326"/>
              <a:ext cx="3562" cy="2512"/>
            </a:xfrm>
            <a:custGeom>
              <a:avLst/>
              <a:gdLst/>
              <a:ahLst/>
              <a:cxnLst/>
              <a:rect l="l" t="t" r="r" b="b"/>
              <a:pathLst>
                <a:path w="112" h="79" extrusionOk="0">
                  <a:moveTo>
                    <a:pt x="33" y="1"/>
                  </a:moveTo>
                  <a:lnTo>
                    <a:pt x="17" y="16"/>
                  </a:lnTo>
                  <a:cubicBezTo>
                    <a:pt x="1" y="16"/>
                    <a:pt x="1" y="32"/>
                    <a:pt x="1" y="47"/>
                  </a:cubicBezTo>
                  <a:lnTo>
                    <a:pt x="17" y="64"/>
                  </a:lnTo>
                  <a:lnTo>
                    <a:pt x="33" y="64"/>
                  </a:lnTo>
                  <a:lnTo>
                    <a:pt x="49" y="64"/>
                  </a:lnTo>
                  <a:cubicBezTo>
                    <a:pt x="64" y="64"/>
                    <a:pt x="96" y="79"/>
                    <a:pt x="112" y="79"/>
                  </a:cubicBezTo>
                  <a:lnTo>
                    <a:pt x="112" y="79"/>
                  </a:lnTo>
                  <a:lnTo>
                    <a:pt x="80" y="32"/>
                  </a:lnTo>
                  <a:lnTo>
                    <a:pt x="64" y="47"/>
                  </a:lnTo>
                  <a:cubicBezTo>
                    <a:pt x="49" y="47"/>
                    <a:pt x="49" y="32"/>
                    <a:pt x="49" y="32"/>
                  </a:cubicBezTo>
                  <a:cubicBezTo>
                    <a:pt x="33" y="32"/>
                    <a:pt x="33" y="16"/>
                    <a:pt x="3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81" name="Google Shape;4181;p46"/>
            <p:cNvSpPr/>
            <p:nvPr/>
          </p:nvSpPr>
          <p:spPr>
            <a:xfrm>
              <a:off x="3072801" y="1793756"/>
              <a:ext cx="5025" cy="5025"/>
            </a:xfrm>
            <a:custGeom>
              <a:avLst/>
              <a:gdLst/>
              <a:ahLst/>
              <a:cxnLst/>
              <a:rect l="l" t="t" r="r" b="b"/>
              <a:pathLst>
                <a:path w="158" h="158" extrusionOk="0">
                  <a:moveTo>
                    <a:pt x="32" y="0"/>
                  </a:moveTo>
                  <a:lnTo>
                    <a:pt x="32" y="0"/>
                  </a:lnTo>
                  <a:cubicBezTo>
                    <a:pt x="32" y="0"/>
                    <a:pt x="15" y="0"/>
                    <a:pt x="15" y="17"/>
                  </a:cubicBezTo>
                  <a:cubicBezTo>
                    <a:pt x="0" y="32"/>
                    <a:pt x="0" y="48"/>
                    <a:pt x="15" y="63"/>
                  </a:cubicBezTo>
                  <a:lnTo>
                    <a:pt x="63" y="95"/>
                  </a:lnTo>
                  <a:lnTo>
                    <a:pt x="63" y="95"/>
                  </a:lnTo>
                  <a:cubicBezTo>
                    <a:pt x="47" y="111"/>
                    <a:pt x="63" y="143"/>
                    <a:pt x="78" y="143"/>
                  </a:cubicBezTo>
                  <a:cubicBezTo>
                    <a:pt x="78" y="158"/>
                    <a:pt x="95" y="158"/>
                    <a:pt x="95" y="158"/>
                  </a:cubicBezTo>
                  <a:cubicBezTo>
                    <a:pt x="110" y="158"/>
                    <a:pt x="110" y="143"/>
                    <a:pt x="126" y="143"/>
                  </a:cubicBezTo>
                  <a:lnTo>
                    <a:pt x="141" y="111"/>
                  </a:lnTo>
                  <a:cubicBezTo>
                    <a:pt x="158" y="95"/>
                    <a:pt x="141" y="80"/>
                    <a:pt x="141" y="63"/>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82" name="Google Shape;4182;p46"/>
            <p:cNvSpPr/>
            <p:nvPr/>
          </p:nvSpPr>
          <p:spPr>
            <a:xfrm>
              <a:off x="3396499" y="1760680"/>
              <a:ext cx="5025" cy="2544"/>
            </a:xfrm>
            <a:custGeom>
              <a:avLst/>
              <a:gdLst/>
              <a:ahLst/>
              <a:cxnLst/>
              <a:rect l="l" t="t" r="r" b="b"/>
              <a:pathLst>
                <a:path w="158" h="80" extrusionOk="0">
                  <a:moveTo>
                    <a:pt x="110" y="1"/>
                  </a:moveTo>
                  <a:lnTo>
                    <a:pt x="110" y="1"/>
                  </a:lnTo>
                  <a:lnTo>
                    <a:pt x="110" y="1"/>
                  </a:lnTo>
                  <a:lnTo>
                    <a:pt x="32" y="17"/>
                  </a:lnTo>
                  <a:cubicBezTo>
                    <a:pt x="15" y="17"/>
                    <a:pt x="0" y="32"/>
                    <a:pt x="0" y="48"/>
                  </a:cubicBezTo>
                  <a:cubicBezTo>
                    <a:pt x="0" y="64"/>
                    <a:pt x="15" y="80"/>
                    <a:pt x="15" y="80"/>
                  </a:cubicBezTo>
                  <a:lnTo>
                    <a:pt x="32" y="80"/>
                  </a:lnTo>
                  <a:lnTo>
                    <a:pt x="47" y="80"/>
                  </a:lnTo>
                  <a:lnTo>
                    <a:pt x="95" y="64"/>
                  </a:lnTo>
                  <a:lnTo>
                    <a:pt x="126" y="64"/>
                  </a:lnTo>
                  <a:cubicBezTo>
                    <a:pt x="141" y="64"/>
                    <a:pt x="158" y="48"/>
                    <a:pt x="141" y="32"/>
                  </a:cubicBezTo>
                  <a:cubicBezTo>
                    <a:pt x="141" y="17"/>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83" name="Google Shape;4183;p46"/>
            <p:cNvSpPr/>
            <p:nvPr/>
          </p:nvSpPr>
          <p:spPr>
            <a:xfrm>
              <a:off x="3446081" y="1797763"/>
              <a:ext cx="2544" cy="3053"/>
            </a:xfrm>
            <a:custGeom>
              <a:avLst/>
              <a:gdLst/>
              <a:ahLst/>
              <a:cxnLst/>
              <a:rect l="l" t="t" r="r" b="b"/>
              <a:pathLst>
                <a:path w="80" h="96" extrusionOk="0">
                  <a:moveTo>
                    <a:pt x="48" y="0"/>
                  </a:moveTo>
                  <a:lnTo>
                    <a:pt x="32" y="0"/>
                  </a:lnTo>
                  <a:cubicBezTo>
                    <a:pt x="48" y="0"/>
                    <a:pt x="48" y="17"/>
                    <a:pt x="48" y="17"/>
                  </a:cubicBezTo>
                  <a:cubicBezTo>
                    <a:pt x="32" y="32"/>
                    <a:pt x="17" y="48"/>
                    <a:pt x="0" y="48"/>
                  </a:cubicBezTo>
                  <a:lnTo>
                    <a:pt x="0" y="48"/>
                  </a:lnTo>
                  <a:lnTo>
                    <a:pt x="0" y="80"/>
                  </a:lnTo>
                  <a:cubicBezTo>
                    <a:pt x="17" y="64"/>
                    <a:pt x="17" y="64"/>
                    <a:pt x="32" y="64"/>
                  </a:cubicBezTo>
                  <a:lnTo>
                    <a:pt x="32" y="64"/>
                  </a:lnTo>
                  <a:cubicBezTo>
                    <a:pt x="48" y="64"/>
                    <a:pt x="63" y="80"/>
                    <a:pt x="63" y="95"/>
                  </a:cubicBezTo>
                  <a:lnTo>
                    <a:pt x="63" y="95"/>
                  </a:lnTo>
                  <a:cubicBezTo>
                    <a:pt x="63" y="95"/>
                    <a:pt x="80" y="95"/>
                    <a:pt x="80" y="80"/>
                  </a:cubicBezTo>
                  <a:lnTo>
                    <a:pt x="80" y="32"/>
                  </a:lnTo>
                  <a:cubicBezTo>
                    <a:pt x="80" y="17"/>
                    <a:pt x="80" y="17"/>
                    <a:pt x="63" y="17"/>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84" name="Google Shape;4184;p46"/>
            <p:cNvSpPr/>
            <p:nvPr/>
          </p:nvSpPr>
          <p:spPr>
            <a:xfrm>
              <a:off x="3406994" y="1802788"/>
              <a:ext cx="3562" cy="3530"/>
            </a:xfrm>
            <a:custGeom>
              <a:avLst/>
              <a:gdLst/>
              <a:ahLst/>
              <a:cxnLst/>
              <a:rect l="l" t="t" r="r" b="b"/>
              <a:pathLst>
                <a:path w="112" h="111" extrusionOk="0">
                  <a:moveTo>
                    <a:pt x="32" y="0"/>
                  </a:moveTo>
                  <a:lnTo>
                    <a:pt x="32" y="0"/>
                  </a:lnTo>
                  <a:cubicBezTo>
                    <a:pt x="17" y="0"/>
                    <a:pt x="17" y="0"/>
                    <a:pt x="17" y="16"/>
                  </a:cubicBezTo>
                  <a:cubicBezTo>
                    <a:pt x="0" y="16"/>
                    <a:pt x="0" y="32"/>
                    <a:pt x="0" y="32"/>
                  </a:cubicBezTo>
                  <a:lnTo>
                    <a:pt x="0" y="79"/>
                  </a:lnTo>
                  <a:cubicBezTo>
                    <a:pt x="0" y="95"/>
                    <a:pt x="17" y="111"/>
                    <a:pt x="32" y="111"/>
                  </a:cubicBezTo>
                  <a:lnTo>
                    <a:pt x="32" y="111"/>
                  </a:lnTo>
                  <a:cubicBezTo>
                    <a:pt x="48" y="111"/>
                    <a:pt x="64" y="95"/>
                    <a:pt x="64" y="79"/>
                  </a:cubicBezTo>
                  <a:lnTo>
                    <a:pt x="64" y="79"/>
                  </a:lnTo>
                  <a:cubicBezTo>
                    <a:pt x="64" y="95"/>
                    <a:pt x="80" y="95"/>
                    <a:pt x="80" y="95"/>
                  </a:cubicBezTo>
                  <a:cubicBezTo>
                    <a:pt x="95" y="95"/>
                    <a:pt x="111" y="79"/>
                    <a:pt x="111" y="63"/>
                  </a:cubicBezTo>
                  <a:cubicBezTo>
                    <a:pt x="111" y="48"/>
                    <a:pt x="111" y="32"/>
                    <a:pt x="95" y="16"/>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85" name="Google Shape;4185;p46"/>
            <p:cNvSpPr/>
            <p:nvPr/>
          </p:nvSpPr>
          <p:spPr>
            <a:xfrm>
              <a:off x="3246640" y="1813315"/>
              <a:ext cx="4039" cy="3053"/>
            </a:xfrm>
            <a:custGeom>
              <a:avLst/>
              <a:gdLst/>
              <a:ahLst/>
              <a:cxnLst/>
              <a:rect l="l" t="t" r="r" b="b"/>
              <a:pathLst>
                <a:path w="127" h="96" extrusionOk="0">
                  <a:moveTo>
                    <a:pt x="1" y="32"/>
                  </a:moveTo>
                  <a:lnTo>
                    <a:pt x="1" y="32"/>
                  </a:lnTo>
                  <a:lnTo>
                    <a:pt x="1" y="32"/>
                  </a:lnTo>
                  <a:lnTo>
                    <a:pt x="1" y="32"/>
                  </a:lnTo>
                  <a:close/>
                  <a:moveTo>
                    <a:pt x="1" y="32"/>
                  </a:moveTo>
                  <a:lnTo>
                    <a:pt x="1" y="32"/>
                  </a:lnTo>
                  <a:lnTo>
                    <a:pt x="1" y="32"/>
                  </a:lnTo>
                  <a:close/>
                  <a:moveTo>
                    <a:pt x="1" y="32"/>
                  </a:moveTo>
                  <a:lnTo>
                    <a:pt x="1" y="32"/>
                  </a:lnTo>
                  <a:lnTo>
                    <a:pt x="1" y="32"/>
                  </a:lnTo>
                  <a:close/>
                  <a:moveTo>
                    <a:pt x="1" y="16"/>
                  </a:moveTo>
                  <a:lnTo>
                    <a:pt x="1" y="32"/>
                  </a:lnTo>
                  <a:lnTo>
                    <a:pt x="1" y="16"/>
                  </a:lnTo>
                  <a:lnTo>
                    <a:pt x="1" y="16"/>
                  </a:lnTo>
                  <a:close/>
                  <a:moveTo>
                    <a:pt x="49" y="1"/>
                  </a:moveTo>
                  <a:lnTo>
                    <a:pt x="49" y="16"/>
                  </a:lnTo>
                  <a:cubicBezTo>
                    <a:pt x="49" y="16"/>
                    <a:pt x="64" y="16"/>
                    <a:pt x="64" y="32"/>
                  </a:cubicBezTo>
                  <a:lnTo>
                    <a:pt x="80" y="95"/>
                  </a:lnTo>
                  <a:lnTo>
                    <a:pt x="80" y="95"/>
                  </a:lnTo>
                  <a:lnTo>
                    <a:pt x="112" y="79"/>
                  </a:lnTo>
                  <a:cubicBezTo>
                    <a:pt x="127" y="64"/>
                    <a:pt x="127" y="47"/>
                    <a:pt x="127" y="47"/>
                  </a:cubicBezTo>
                  <a:cubicBezTo>
                    <a:pt x="127" y="32"/>
                    <a:pt x="112" y="16"/>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86" name="Google Shape;4186;p46"/>
            <p:cNvSpPr/>
            <p:nvPr/>
          </p:nvSpPr>
          <p:spPr>
            <a:xfrm>
              <a:off x="3162456" y="1821330"/>
              <a:ext cx="4039" cy="4039"/>
            </a:xfrm>
            <a:custGeom>
              <a:avLst/>
              <a:gdLst/>
              <a:ahLst/>
              <a:cxnLst/>
              <a:rect l="l" t="t" r="r" b="b"/>
              <a:pathLst>
                <a:path w="127" h="127" extrusionOk="0">
                  <a:moveTo>
                    <a:pt x="112" y="1"/>
                  </a:moveTo>
                  <a:cubicBezTo>
                    <a:pt x="112" y="16"/>
                    <a:pt x="95" y="47"/>
                    <a:pt x="80" y="47"/>
                  </a:cubicBezTo>
                  <a:lnTo>
                    <a:pt x="80" y="47"/>
                  </a:lnTo>
                  <a:lnTo>
                    <a:pt x="49" y="47"/>
                  </a:lnTo>
                  <a:lnTo>
                    <a:pt x="49" y="47"/>
                  </a:lnTo>
                  <a:lnTo>
                    <a:pt x="49" y="47"/>
                  </a:lnTo>
                  <a:lnTo>
                    <a:pt x="49" y="47"/>
                  </a:lnTo>
                  <a:cubicBezTo>
                    <a:pt x="32" y="64"/>
                    <a:pt x="17" y="64"/>
                    <a:pt x="17" y="79"/>
                  </a:cubicBezTo>
                  <a:cubicBezTo>
                    <a:pt x="1" y="79"/>
                    <a:pt x="1" y="110"/>
                    <a:pt x="1" y="127"/>
                  </a:cubicBezTo>
                  <a:lnTo>
                    <a:pt x="32" y="127"/>
                  </a:lnTo>
                  <a:lnTo>
                    <a:pt x="49" y="127"/>
                  </a:lnTo>
                  <a:lnTo>
                    <a:pt x="64" y="127"/>
                  </a:lnTo>
                  <a:cubicBezTo>
                    <a:pt x="80" y="110"/>
                    <a:pt x="112" y="110"/>
                    <a:pt x="127" y="79"/>
                  </a:cubicBezTo>
                  <a:cubicBezTo>
                    <a:pt x="127" y="47"/>
                    <a:pt x="112" y="16"/>
                    <a:pt x="11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87" name="Google Shape;4187;p46"/>
            <p:cNvSpPr/>
            <p:nvPr/>
          </p:nvSpPr>
          <p:spPr>
            <a:xfrm>
              <a:off x="3426045" y="1792261"/>
              <a:ext cx="7028" cy="4516"/>
            </a:xfrm>
            <a:custGeom>
              <a:avLst/>
              <a:gdLst/>
              <a:ahLst/>
              <a:cxnLst/>
              <a:rect l="l" t="t" r="r" b="b"/>
              <a:pathLst>
                <a:path w="221" h="142" extrusionOk="0">
                  <a:moveTo>
                    <a:pt x="143" y="1"/>
                  </a:moveTo>
                  <a:lnTo>
                    <a:pt x="143" y="1"/>
                  </a:lnTo>
                  <a:lnTo>
                    <a:pt x="126" y="1"/>
                  </a:lnTo>
                  <a:cubicBezTo>
                    <a:pt x="111" y="16"/>
                    <a:pt x="95" y="16"/>
                    <a:pt x="95" y="16"/>
                  </a:cubicBezTo>
                  <a:lnTo>
                    <a:pt x="95" y="32"/>
                  </a:lnTo>
                  <a:cubicBezTo>
                    <a:pt x="111" y="47"/>
                    <a:pt x="111" y="79"/>
                    <a:pt x="95" y="79"/>
                  </a:cubicBezTo>
                  <a:lnTo>
                    <a:pt x="80" y="79"/>
                  </a:lnTo>
                  <a:cubicBezTo>
                    <a:pt x="80" y="95"/>
                    <a:pt x="63" y="110"/>
                    <a:pt x="63" y="110"/>
                  </a:cubicBezTo>
                  <a:lnTo>
                    <a:pt x="48" y="127"/>
                  </a:lnTo>
                  <a:cubicBezTo>
                    <a:pt x="32" y="127"/>
                    <a:pt x="17" y="110"/>
                    <a:pt x="17" y="95"/>
                  </a:cubicBezTo>
                  <a:lnTo>
                    <a:pt x="17" y="95"/>
                  </a:lnTo>
                  <a:cubicBezTo>
                    <a:pt x="0" y="110"/>
                    <a:pt x="0" y="110"/>
                    <a:pt x="0" y="127"/>
                  </a:cubicBezTo>
                  <a:lnTo>
                    <a:pt x="63" y="142"/>
                  </a:lnTo>
                  <a:cubicBezTo>
                    <a:pt x="80" y="110"/>
                    <a:pt x="111" y="95"/>
                    <a:pt x="143" y="64"/>
                  </a:cubicBezTo>
                  <a:lnTo>
                    <a:pt x="143" y="64"/>
                  </a:lnTo>
                  <a:lnTo>
                    <a:pt x="158" y="79"/>
                  </a:lnTo>
                  <a:lnTo>
                    <a:pt x="174" y="79"/>
                  </a:lnTo>
                  <a:cubicBezTo>
                    <a:pt x="189" y="79"/>
                    <a:pt x="206" y="79"/>
                    <a:pt x="206" y="64"/>
                  </a:cubicBezTo>
                  <a:cubicBezTo>
                    <a:pt x="221" y="47"/>
                    <a:pt x="206" y="32"/>
                    <a:pt x="189" y="16"/>
                  </a:cubicBezTo>
                  <a:lnTo>
                    <a:pt x="189" y="16"/>
                  </a:lnTo>
                  <a:cubicBezTo>
                    <a:pt x="174"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88" name="Google Shape;4188;p46"/>
            <p:cNvSpPr/>
            <p:nvPr/>
          </p:nvSpPr>
          <p:spPr>
            <a:xfrm>
              <a:off x="3166463" y="1817800"/>
              <a:ext cx="4039" cy="6042"/>
            </a:xfrm>
            <a:custGeom>
              <a:avLst/>
              <a:gdLst/>
              <a:ahLst/>
              <a:cxnLst/>
              <a:rect l="l" t="t" r="r" b="b"/>
              <a:pathLst>
                <a:path w="127" h="190" extrusionOk="0">
                  <a:moveTo>
                    <a:pt x="95" y="1"/>
                  </a:moveTo>
                  <a:lnTo>
                    <a:pt x="95" y="1"/>
                  </a:lnTo>
                  <a:cubicBezTo>
                    <a:pt x="80" y="17"/>
                    <a:pt x="64" y="17"/>
                    <a:pt x="64" y="32"/>
                  </a:cubicBezTo>
                  <a:lnTo>
                    <a:pt x="17" y="158"/>
                  </a:lnTo>
                  <a:cubicBezTo>
                    <a:pt x="1" y="158"/>
                    <a:pt x="17" y="190"/>
                    <a:pt x="32" y="190"/>
                  </a:cubicBezTo>
                  <a:lnTo>
                    <a:pt x="32" y="190"/>
                  </a:lnTo>
                  <a:lnTo>
                    <a:pt x="64" y="143"/>
                  </a:lnTo>
                  <a:cubicBezTo>
                    <a:pt x="64" y="127"/>
                    <a:pt x="80" y="127"/>
                    <a:pt x="80" y="127"/>
                  </a:cubicBezTo>
                  <a:lnTo>
                    <a:pt x="95" y="127"/>
                  </a:lnTo>
                  <a:lnTo>
                    <a:pt x="95" y="127"/>
                  </a:lnTo>
                  <a:lnTo>
                    <a:pt x="127" y="49"/>
                  </a:lnTo>
                  <a:cubicBezTo>
                    <a:pt x="127" y="32"/>
                    <a:pt x="127" y="17"/>
                    <a:pt x="112" y="17"/>
                  </a:cubicBezTo>
                  <a:cubicBezTo>
                    <a:pt x="95" y="17"/>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89" name="Google Shape;4189;p46"/>
            <p:cNvSpPr/>
            <p:nvPr/>
          </p:nvSpPr>
          <p:spPr>
            <a:xfrm>
              <a:off x="3134405" y="1826355"/>
              <a:ext cx="5025" cy="6042"/>
            </a:xfrm>
            <a:custGeom>
              <a:avLst/>
              <a:gdLst/>
              <a:ahLst/>
              <a:cxnLst/>
              <a:rect l="l" t="t" r="r" b="b"/>
              <a:pathLst>
                <a:path w="158" h="190" extrusionOk="0">
                  <a:moveTo>
                    <a:pt x="111" y="0"/>
                  </a:moveTo>
                  <a:lnTo>
                    <a:pt x="111" y="0"/>
                  </a:lnTo>
                  <a:cubicBezTo>
                    <a:pt x="95" y="0"/>
                    <a:pt x="95" y="15"/>
                    <a:pt x="80" y="15"/>
                  </a:cubicBezTo>
                  <a:lnTo>
                    <a:pt x="63" y="47"/>
                  </a:lnTo>
                  <a:cubicBezTo>
                    <a:pt x="63" y="63"/>
                    <a:pt x="63" y="63"/>
                    <a:pt x="48" y="78"/>
                  </a:cubicBezTo>
                  <a:lnTo>
                    <a:pt x="48" y="78"/>
                  </a:lnTo>
                  <a:lnTo>
                    <a:pt x="17" y="141"/>
                  </a:lnTo>
                  <a:cubicBezTo>
                    <a:pt x="0" y="158"/>
                    <a:pt x="17" y="173"/>
                    <a:pt x="32" y="189"/>
                  </a:cubicBezTo>
                  <a:lnTo>
                    <a:pt x="48" y="189"/>
                  </a:lnTo>
                  <a:cubicBezTo>
                    <a:pt x="63" y="189"/>
                    <a:pt x="63" y="173"/>
                    <a:pt x="80" y="173"/>
                  </a:cubicBezTo>
                  <a:lnTo>
                    <a:pt x="143" y="47"/>
                  </a:lnTo>
                  <a:cubicBezTo>
                    <a:pt x="158" y="32"/>
                    <a:pt x="143" y="15"/>
                    <a:pt x="126" y="15"/>
                  </a:cubicBezTo>
                  <a:cubicBezTo>
                    <a:pt x="126" y="0"/>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90" name="Google Shape;4190;p46"/>
            <p:cNvSpPr/>
            <p:nvPr/>
          </p:nvSpPr>
          <p:spPr>
            <a:xfrm>
              <a:off x="3252651" y="1806287"/>
              <a:ext cx="4039" cy="4039"/>
            </a:xfrm>
            <a:custGeom>
              <a:avLst/>
              <a:gdLst/>
              <a:ahLst/>
              <a:cxnLst/>
              <a:rect l="l" t="t" r="r" b="b"/>
              <a:pathLst>
                <a:path w="127" h="127" extrusionOk="0">
                  <a:moveTo>
                    <a:pt x="80" y="1"/>
                  </a:moveTo>
                  <a:lnTo>
                    <a:pt x="80" y="1"/>
                  </a:lnTo>
                  <a:cubicBezTo>
                    <a:pt x="64" y="16"/>
                    <a:pt x="64" y="16"/>
                    <a:pt x="49" y="16"/>
                  </a:cubicBezTo>
                  <a:lnTo>
                    <a:pt x="17" y="64"/>
                  </a:lnTo>
                  <a:cubicBezTo>
                    <a:pt x="1" y="79"/>
                    <a:pt x="1" y="111"/>
                    <a:pt x="17" y="111"/>
                  </a:cubicBezTo>
                  <a:cubicBezTo>
                    <a:pt x="17" y="127"/>
                    <a:pt x="32" y="127"/>
                    <a:pt x="32" y="127"/>
                  </a:cubicBezTo>
                  <a:cubicBezTo>
                    <a:pt x="49" y="127"/>
                    <a:pt x="64" y="127"/>
                    <a:pt x="64" y="111"/>
                  </a:cubicBezTo>
                  <a:lnTo>
                    <a:pt x="112" y="64"/>
                  </a:lnTo>
                  <a:cubicBezTo>
                    <a:pt x="127" y="48"/>
                    <a:pt x="112" y="32"/>
                    <a:pt x="95" y="16"/>
                  </a:cubicBez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91" name="Google Shape;4191;p46"/>
            <p:cNvSpPr/>
            <p:nvPr/>
          </p:nvSpPr>
          <p:spPr>
            <a:xfrm>
              <a:off x="3442582" y="1782720"/>
              <a:ext cx="3530" cy="4039"/>
            </a:xfrm>
            <a:custGeom>
              <a:avLst/>
              <a:gdLst/>
              <a:ahLst/>
              <a:cxnLst/>
              <a:rect l="l" t="t" r="r" b="b"/>
              <a:pathLst>
                <a:path w="111" h="127" extrusionOk="0">
                  <a:moveTo>
                    <a:pt x="47" y="1"/>
                  </a:moveTo>
                  <a:lnTo>
                    <a:pt x="32" y="1"/>
                  </a:lnTo>
                  <a:lnTo>
                    <a:pt x="16" y="17"/>
                  </a:lnTo>
                  <a:cubicBezTo>
                    <a:pt x="16" y="17"/>
                    <a:pt x="16" y="32"/>
                    <a:pt x="1" y="32"/>
                  </a:cubicBezTo>
                  <a:lnTo>
                    <a:pt x="1" y="64"/>
                  </a:lnTo>
                  <a:cubicBezTo>
                    <a:pt x="1" y="80"/>
                    <a:pt x="1" y="95"/>
                    <a:pt x="16" y="95"/>
                  </a:cubicBezTo>
                  <a:lnTo>
                    <a:pt x="47" y="112"/>
                  </a:lnTo>
                  <a:lnTo>
                    <a:pt x="64" y="112"/>
                  </a:lnTo>
                  <a:lnTo>
                    <a:pt x="64" y="112"/>
                  </a:lnTo>
                  <a:lnTo>
                    <a:pt x="64" y="112"/>
                  </a:lnTo>
                  <a:cubicBezTo>
                    <a:pt x="79" y="112"/>
                    <a:pt x="79" y="112"/>
                    <a:pt x="95" y="127"/>
                  </a:cubicBezTo>
                  <a:cubicBezTo>
                    <a:pt x="95" y="112"/>
                    <a:pt x="110" y="112"/>
                    <a:pt x="110" y="112"/>
                  </a:cubicBezTo>
                  <a:cubicBezTo>
                    <a:pt x="110" y="95"/>
                    <a:pt x="110" y="64"/>
                    <a:pt x="95" y="64"/>
                  </a:cubicBezTo>
                  <a:lnTo>
                    <a:pt x="95" y="64"/>
                  </a:lnTo>
                  <a:lnTo>
                    <a:pt x="79" y="49"/>
                  </a:lnTo>
                  <a:lnTo>
                    <a:pt x="79" y="49"/>
                  </a:lnTo>
                  <a:cubicBezTo>
                    <a:pt x="79" y="32"/>
                    <a:pt x="64"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92" name="Google Shape;4192;p46"/>
            <p:cNvSpPr/>
            <p:nvPr/>
          </p:nvSpPr>
          <p:spPr>
            <a:xfrm>
              <a:off x="3410524" y="1791752"/>
              <a:ext cx="5534" cy="2544"/>
            </a:xfrm>
            <a:custGeom>
              <a:avLst/>
              <a:gdLst/>
              <a:ahLst/>
              <a:cxnLst/>
              <a:rect l="l" t="t" r="r" b="b"/>
              <a:pathLst>
                <a:path w="174" h="80" extrusionOk="0">
                  <a:moveTo>
                    <a:pt x="126" y="0"/>
                  </a:moveTo>
                  <a:lnTo>
                    <a:pt x="126" y="0"/>
                  </a:lnTo>
                  <a:lnTo>
                    <a:pt x="126" y="0"/>
                  </a:lnTo>
                  <a:lnTo>
                    <a:pt x="32" y="17"/>
                  </a:lnTo>
                  <a:lnTo>
                    <a:pt x="32" y="17"/>
                  </a:lnTo>
                  <a:cubicBezTo>
                    <a:pt x="16" y="17"/>
                    <a:pt x="0" y="32"/>
                    <a:pt x="0" y="48"/>
                  </a:cubicBezTo>
                  <a:cubicBezTo>
                    <a:pt x="0" y="63"/>
                    <a:pt x="16" y="63"/>
                    <a:pt x="16" y="80"/>
                  </a:cubicBezTo>
                  <a:lnTo>
                    <a:pt x="47" y="80"/>
                  </a:lnTo>
                  <a:lnTo>
                    <a:pt x="47" y="80"/>
                  </a:lnTo>
                  <a:lnTo>
                    <a:pt x="63" y="80"/>
                  </a:lnTo>
                  <a:cubicBezTo>
                    <a:pt x="63" y="63"/>
                    <a:pt x="79" y="63"/>
                    <a:pt x="95" y="63"/>
                  </a:cubicBezTo>
                  <a:lnTo>
                    <a:pt x="142" y="48"/>
                  </a:lnTo>
                  <a:lnTo>
                    <a:pt x="142" y="48"/>
                  </a:lnTo>
                  <a:cubicBezTo>
                    <a:pt x="142" y="48"/>
                    <a:pt x="142" y="63"/>
                    <a:pt x="158" y="63"/>
                  </a:cubicBezTo>
                  <a:cubicBezTo>
                    <a:pt x="158" y="48"/>
                    <a:pt x="158" y="48"/>
                    <a:pt x="173" y="32"/>
                  </a:cubicBezTo>
                  <a:lnTo>
                    <a:pt x="173" y="32"/>
                  </a:lnTo>
                  <a:lnTo>
                    <a:pt x="158" y="17"/>
                  </a:lnTo>
                  <a:cubicBezTo>
                    <a:pt x="158" y="17"/>
                    <a:pt x="142"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93" name="Google Shape;4193;p46"/>
            <p:cNvSpPr/>
            <p:nvPr/>
          </p:nvSpPr>
          <p:spPr>
            <a:xfrm>
              <a:off x="3421560" y="1795760"/>
              <a:ext cx="9032" cy="7060"/>
            </a:xfrm>
            <a:custGeom>
              <a:avLst/>
              <a:gdLst/>
              <a:ahLst/>
              <a:cxnLst/>
              <a:rect l="l" t="t" r="r" b="b"/>
              <a:pathLst>
                <a:path w="284" h="222" extrusionOk="0">
                  <a:moveTo>
                    <a:pt x="32" y="0"/>
                  </a:moveTo>
                  <a:lnTo>
                    <a:pt x="32" y="0"/>
                  </a:lnTo>
                  <a:cubicBezTo>
                    <a:pt x="15" y="17"/>
                    <a:pt x="0" y="17"/>
                    <a:pt x="0" y="32"/>
                  </a:cubicBezTo>
                  <a:lnTo>
                    <a:pt x="0" y="32"/>
                  </a:lnTo>
                  <a:lnTo>
                    <a:pt x="0" y="63"/>
                  </a:lnTo>
                  <a:lnTo>
                    <a:pt x="15" y="80"/>
                  </a:lnTo>
                  <a:cubicBezTo>
                    <a:pt x="15" y="63"/>
                    <a:pt x="15" y="63"/>
                    <a:pt x="32" y="63"/>
                  </a:cubicBezTo>
                  <a:lnTo>
                    <a:pt x="32" y="63"/>
                  </a:lnTo>
                  <a:cubicBezTo>
                    <a:pt x="47" y="63"/>
                    <a:pt x="47" y="80"/>
                    <a:pt x="63" y="80"/>
                  </a:cubicBezTo>
                  <a:lnTo>
                    <a:pt x="63" y="127"/>
                  </a:lnTo>
                  <a:cubicBezTo>
                    <a:pt x="78" y="127"/>
                    <a:pt x="78" y="143"/>
                    <a:pt x="78" y="158"/>
                  </a:cubicBezTo>
                  <a:lnTo>
                    <a:pt x="110" y="206"/>
                  </a:lnTo>
                  <a:cubicBezTo>
                    <a:pt x="126" y="206"/>
                    <a:pt x="126" y="221"/>
                    <a:pt x="141" y="221"/>
                  </a:cubicBezTo>
                  <a:cubicBezTo>
                    <a:pt x="141" y="221"/>
                    <a:pt x="158" y="221"/>
                    <a:pt x="158" y="206"/>
                  </a:cubicBezTo>
                  <a:cubicBezTo>
                    <a:pt x="141" y="206"/>
                    <a:pt x="126" y="190"/>
                    <a:pt x="126" y="174"/>
                  </a:cubicBezTo>
                  <a:cubicBezTo>
                    <a:pt x="141" y="158"/>
                    <a:pt x="141" y="143"/>
                    <a:pt x="158" y="143"/>
                  </a:cubicBezTo>
                  <a:lnTo>
                    <a:pt x="110" y="80"/>
                  </a:lnTo>
                  <a:lnTo>
                    <a:pt x="236" y="95"/>
                  </a:lnTo>
                  <a:lnTo>
                    <a:pt x="236" y="95"/>
                  </a:lnTo>
                  <a:cubicBezTo>
                    <a:pt x="252" y="95"/>
                    <a:pt x="267" y="80"/>
                    <a:pt x="267" y="63"/>
                  </a:cubicBezTo>
                  <a:cubicBezTo>
                    <a:pt x="284" y="48"/>
                    <a:pt x="267" y="32"/>
                    <a:pt x="236" y="32"/>
                  </a:cubicBezTo>
                  <a:lnTo>
                    <a:pt x="204" y="32"/>
                  </a:lnTo>
                  <a:lnTo>
                    <a:pt x="141" y="17"/>
                  </a:lnTo>
                  <a:lnTo>
                    <a:pt x="141" y="17"/>
                  </a:lnTo>
                  <a:lnTo>
                    <a:pt x="141" y="32"/>
                  </a:lnTo>
                  <a:cubicBezTo>
                    <a:pt x="141" y="48"/>
                    <a:pt x="126" y="63"/>
                    <a:pt x="110" y="63"/>
                  </a:cubicBezTo>
                  <a:lnTo>
                    <a:pt x="110" y="63"/>
                  </a:lnTo>
                  <a:cubicBezTo>
                    <a:pt x="78" y="63"/>
                    <a:pt x="63" y="48"/>
                    <a:pt x="63" y="32"/>
                  </a:cubicBezTo>
                  <a:lnTo>
                    <a:pt x="63" y="17"/>
                  </a:lnTo>
                  <a:lnTo>
                    <a:pt x="63" y="17"/>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94" name="Google Shape;4194;p46"/>
            <p:cNvSpPr/>
            <p:nvPr/>
          </p:nvSpPr>
          <p:spPr>
            <a:xfrm>
              <a:off x="3436572" y="1790258"/>
              <a:ext cx="4516" cy="2512"/>
            </a:xfrm>
            <a:custGeom>
              <a:avLst/>
              <a:gdLst/>
              <a:ahLst/>
              <a:cxnLst/>
              <a:rect l="l" t="t" r="r" b="b"/>
              <a:pathLst>
                <a:path w="142" h="79" extrusionOk="0">
                  <a:moveTo>
                    <a:pt x="110" y="1"/>
                  </a:moveTo>
                  <a:lnTo>
                    <a:pt x="95" y="1"/>
                  </a:lnTo>
                  <a:lnTo>
                    <a:pt x="64" y="1"/>
                  </a:lnTo>
                  <a:lnTo>
                    <a:pt x="47" y="16"/>
                  </a:lnTo>
                  <a:lnTo>
                    <a:pt x="47" y="16"/>
                  </a:lnTo>
                  <a:cubicBezTo>
                    <a:pt x="32" y="16"/>
                    <a:pt x="32" y="16"/>
                    <a:pt x="32" y="1"/>
                  </a:cubicBezTo>
                  <a:cubicBezTo>
                    <a:pt x="16" y="16"/>
                    <a:pt x="1" y="32"/>
                    <a:pt x="1" y="47"/>
                  </a:cubicBezTo>
                  <a:cubicBezTo>
                    <a:pt x="1" y="64"/>
                    <a:pt x="16" y="79"/>
                    <a:pt x="32" y="79"/>
                  </a:cubicBezTo>
                  <a:lnTo>
                    <a:pt x="47" y="79"/>
                  </a:lnTo>
                  <a:lnTo>
                    <a:pt x="47" y="79"/>
                  </a:lnTo>
                  <a:lnTo>
                    <a:pt x="47" y="79"/>
                  </a:lnTo>
                  <a:lnTo>
                    <a:pt x="110" y="64"/>
                  </a:lnTo>
                  <a:cubicBezTo>
                    <a:pt x="127" y="64"/>
                    <a:pt x="142" y="47"/>
                    <a:pt x="142" y="32"/>
                  </a:cubicBezTo>
                  <a:lnTo>
                    <a:pt x="142" y="32"/>
                  </a:lnTo>
                  <a:cubicBezTo>
                    <a:pt x="142" y="16"/>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95" name="Google Shape;4195;p46"/>
            <p:cNvSpPr/>
            <p:nvPr/>
          </p:nvSpPr>
          <p:spPr>
            <a:xfrm>
              <a:off x="3380947" y="1791275"/>
              <a:ext cx="3562" cy="3498"/>
            </a:xfrm>
            <a:custGeom>
              <a:avLst/>
              <a:gdLst/>
              <a:ahLst/>
              <a:cxnLst/>
              <a:rect l="l" t="t" r="r" b="b"/>
              <a:pathLst>
                <a:path w="112" h="110" extrusionOk="0">
                  <a:moveTo>
                    <a:pt x="63" y="0"/>
                  </a:moveTo>
                  <a:lnTo>
                    <a:pt x="63" y="0"/>
                  </a:lnTo>
                  <a:lnTo>
                    <a:pt x="17" y="32"/>
                  </a:lnTo>
                  <a:lnTo>
                    <a:pt x="0" y="47"/>
                  </a:lnTo>
                  <a:lnTo>
                    <a:pt x="0" y="47"/>
                  </a:lnTo>
                  <a:lnTo>
                    <a:pt x="0" y="63"/>
                  </a:lnTo>
                  <a:lnTo>
                    <a:pt x="0" y="63"/>
                  </a:lnTo>
                  <a:cubicBezTo>
                    <a:pt x="17" y="63"/>
                    <a:pt x="32" y="63"/>
                    <a:pt x="32" y="78"/>
                  </a:cubicBezTo>
                  <a:cubicBezTo>
                    <a:pt x="32" y="78"/>
                    <a:pt x="48" y="95"/>
                    <a:pt x="32" y="110"/>
                  </a:cubicBezTo>
                  <a:cubicBezTo>
                    <a:pt x="48" y="110"/>
                    <a:pt x="48" y="95"/>
                    <a:pt x="48" y="95"/>
                  </a:cubicBezTo>
                  <a:lnTo>
                    <a:pt x="48" y="95"/>
                  </a:lnTo>
                  <a:lnTo>
                    <a:pt x="111" y="47"/>
                  </a:lnTo>
                  <a:lnTo>
                    <a:pt x="111" y="32"/>
                  </a:lnTo>
                  <a:lnTo>
                    <a:pt x="111" y="32"/>
                  </a:lnTo>
                  <a:lnTo>
                    <a:pt x="95" y="32"/>
                  </a:lnTo>
                  <a:cubicBezTo>
                    <a:pt x="80" y="32"/>
                    <a:pt x="80" y="32"/>
                    <a:pt x="63"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96" name="Google Shape;4196;p46"/>
            <p:cNvSpPr/>
            <p:nvPr/>
          </p:nvSpPr>
          <p:spPr>
            <a:xfrm>
              <a:off x="3165986" y="1821807"/>
              <a:ext cx="4516" cy="4580"/>
            </a:xfrm>
            <a:custGeom>
              <a:avLst/>
              <a:gdLst/>
              <a:ahLst/>
              <a:cxnLst/>
              <a:rect l="l" t="t" r="r" b="b"/>
              <a:pathLst>
                <a:path w="142" h="144" extrusionOk="0">
                  <a:moveTo>
                    <a:pt x="110" y="1"/>
                  </a:moveTo>
                  <a:lnTo>
                    <a:pt x="95" y="1"/>
                  </a:lnTo>
                  <a:cubicBezTo>
                    <a:pt x="95" y="1"/>
                    <a:pt x="79" y="1"/>
                    <a:pt x="79" y="17"/>
                  </a:cubicBezTo>
                  <a:lnTo>
                    <a:pt x="47" y="64"/>
                  </a:lnTo>
                  <a:lnTo>
                    <a:pt x="47" y="64"/>
                  </a:lnTo>
                  <a:lnTo>
                    <a:pt x="32" y="64"/>
                  </a:lnTo>
                  <a:cubicBezTo>
                    <a:pt x="16" y="64"/>
                    <a:pt x="1" y="95"/>
                    <a:pt x="1" y="112"/>
                  </a:cubicBezTo>
                  <a:cubicBezTo>
                    <a:pt x="1" y="127"/>
                    <a:pt x="16" y="143"/>
                    <a:pt x="32" y="143"/>
                  </a:cubicBezTo>
                  <a:lnTo>
                    <a:pt x="47" y="143"/>
                  </a:lnTo>
                  <a:lnTo>
                    <a:pt x="79" y="127"/>
                  </a:lnTo>
                  <a:cubicBezTo>
                    <a:pt x="95" y="127"/>
                    <a:pt x="95" y="112"/>
                    <a:pt x="110" y="112"/>
                  </a:cubicBezTo>
                  <a:lnTo>
                    <a:pt x="110" y="112"/>
                  </a:lnTo>
                  <a:lnTo>
                    <a:pt x="110" y="112"/>
                  </a:lnTo>
                  <a:lnTo>
                    <a:pt x="142" y="49"/>
                  </a:lnTo>
                  <a:cubicBezTo>
                    <a:pt x="142" y="32"/>
                    <a:pt x="142" y="17"/>
                    <a:pt x="127" y="17"/>
                  </a:cubicBezTo>
                  <a:lnTo>
                    <a:pt x="127" y="1"/>
                  </a:ln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97" name="Google Shape;4197;p46"/>
            <p:cNvSpPr/>
            <p:nvPr/>
          </p:nvSpPr>
          <p:spPr>
            <a:xfrm>
              <a:off x="3356872" y="1803774"/>
              <a:ext cx="4580" cy="3562"/>
            </a:xfrm>
            <a:custGeom>
              <a:avLst/>
              <a:gdLst/>
              <a:ahLst/>
              <a:cxnLst/>
              <a:rect l="l" t="t" r="r" b="b"/>
              <a:pathLst>
                <a:path w="144" h="112" extrusionOk="0">
                  <a:moveTo>
                    <a:pt x="95" y="1"/>
                  </a:moveTo>
                  <a:lnTo>
                    <a:pt x="95" y="1"/>
                  </a:lnTo>
                  <a:lnTo>
                    <a:pt x="80" y="1"/>
                  </a:lnTo>
                  <a:lnTo>
                    <a:pt x="64" y="17"/>
                  </a:lnTo>
                  <a:lnTo>
                    <a:pt x="17" y="48"/>
                  </a:lnTo>
                  <a:cubicBezTo>
                    <a:pt x="17" y="48"/>
                    <a:pt x="17" y="64"/>
                    <a:pt x="1" y="64"/>
                  </a:cubicBezTo>
                  <a:cubicBezTo>
                    <a:pt x="17" y="80"/>
                    <a:pt x="17" y="95"/>
                    <a:pt x="17" y="95"/>
                  </a:cubicBezTo>
                  <a:cubicBezTo>
                    <a:pt x="32" y="111"/>
                    <a:pt x="32" y="111"/>
                    <a:pt x="49" y="111"/>
                  </a:cubicBezTo>
                  <a:cubicBezTo>
                    <a:pt x="49" y="111"/>
                    <a:pt x="64" y="111"/>
                    <a:pt x="64" y="95"/>
                  </a:cubicBezTo>
                  <a:lnTo>
                    <a:pt x="127" y="48"/>
                  </a:lnTo>
                  <a:cubicBezTo>
                    <a:pt x="143" y="48"/>
                    <a:pt x="143" y="17"/>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98" name="Google Shape;4198;p46"/>
            <p:cNvSpPr/>
            <p:nvPr/>
          </p:nvSpPr>
          <p:spPr>
            <a:xfrm>
              <a:off x="3298289" y="1780716"/>
              <a:ext cx="3021" cy="4039"/>
            </a:xfrm>
            <a:custGeom>
              <a:avLst/>
              <a:gdLst/>
              <a:ahLst/>
              <a:cxnLst/>
              <a:rect l="l" t="t" r="r" b="b"/>
              <a:pathLst>
                <a:path w="95" h="127" extrusionOk="0">
                  <a:moveTo>
                    <a:pt x="63" y="1"/>
                  </a:moveTo>
                  <a:lnTo>
                    <a:pt x="63" y="1"/>
                  </a:lnTo>
                  <a:lnTo>
                    <a:pt x="47" y="1"/>
                  </a:lnTo>
                  <a:cubicBezTo>
                    <a:pt x="32" y="17"/>
                    <a:pt x="32" y="17"/>
                    <a:pt x="32" y="32"/>
                  </a:cubicBezTo>
                  <a:lnTo>
                    <a:pt x="32" y="32"/>
                  </a:lnTo>
                  <a:cubicBezTo>
                    <a:pt x="15" y="49"/>
                    <a:pt x="0" y="49"/>
                    <a:pt x="0" y="80"/>
                  </a:cubicBezTo>
                  <a:cubicBezTo>
                    <a:pt x="0" y="112"/>
                    <a:pt x="32" y="127"/>
                    <a:pt x="32" y="127"/>
                  </a:cubicBezTo>
                  <a:lnTo>
                    <a:pt x="47" y="127"/>
                  </a:lnTo>
                  <a:cubicBezTo>
                    <a:pt x="63" y="127"/>
                    <a:pt x="78" y="127"/>
                    <a:pt x="78" y="112"/>
                  </a:cubicBezTo>
                  <a:lnTo>
                    <a:pt x="78" y="112"/>
                  </a:lnTo>
                  <a:lnTo>
                    <a:pt x="78" y="112"/>
                  </a:lnTo>
                  <a:cubicBezTo>
                    <a:pt x="63" y="112"/>
                    <a:pt x="63" y="112"/>
                    <a:pt x="47" y="95"/>
                  </a:cubicBezTo>
                  <a:cubicBezTo>
                    <a:pt x="47" y="64"/>
                    <a:pt x="63" y="49"/>
                    <a:pt x="78" y="49"/>
                  </a:cubicBezTo>
                  <a:lnTo>
                    <a:pt x="95" y="32"/>
                  </a:lnTo>
                  <a:lnTo>
                    <a:pt x="95" y="17"/>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199" name="Google Shape;4199;p46"/>
            <p:cNvSpPr/>
            <p:nvPr/>
          </p:nvSpPr>
          <p:spPr>
            <a:xfrm>
              <a:off x="3183510" y="1793756"/>
              <a:ext cx="6551" cy="6042"/>
            </a:xfrm>
            <a:custGeom>
              <a:avLst/>
              <a:gdLst/>
              <a:ahLst/>
              <a:cxnLst/>
              <a:rect l="l" t="t" r="r" b="b"/>
              <a:pathLst>
                <a:path w="206" h="190" extrusionOk="0">
                  <a:moveTo>
                    <a:pt x="174" y="0"/>
                  </a:moveTo>
                  <a:lnTo>
                    <a:pt x="174" y="0"/>
                  </a:lnTo>
                  <a:lnTo>
                    <a:pt x="174" y="0"/>
                  </a:lnTo>
                  <a:lnTo>
                    <a:pt x="127" y="17"/>
                  </a:lnTo>
                  <a:lnTo>
                    <a:pt x="111" y="17"/>
                  </a:lnTo>
                  <a:lnTo>
                    <a:pt x="111" y="48"/>
                  </a:lnTo>
                  <a:cubicBezTo>
                    <a:pt x="127" y="63"/>
                    <a:pt x="111" y="80"/>
                    <a:pt x="95" y="95"/>
                  </a:cubicBezTo>
                  <a:lnTo>
                    <a:pt x="80" y="95"/>
                  </a:lnTo>
                  <a:cubicBezTo>
                    <a:pt x="64" y="95"/>
                    <a:pt x="64" y="80"/>
                    <a:pt x="48" y="63"/>
                  </a:cubicBezTo>
                  <a:lnTo>
                    <a:pt x="48" y="63"/>
                  </a:lnTo>
                  <a:lnTo>
                    <a:pt x="48" y="80"/>
                  </a:lnTo>
                  <a:lnTo>
                    <a:pt x="17" y="143"/>
                  </a:lnTo>
                  <a:cubicBezTo>
                    <a:pt x="0" y="158"/>
                    <a:pt x="0" y="174"/>
                    <a:pt x="17" y="190"/>
                  </a:cubicBezTo>
                  <a:lnTo>
                    <a:pt x="32" y="190"/>
                  </a:lnTo>
                  <a:lnTo>
                    <a:pt x="32" y="190"/>
                  </a:lnTo>
                  <a:cubicBezTo>
                    <a:pt x="48" y="190"/>
                    <a:pt x="64" y="190"/>
                    <a:pt x="64" y="174"/>
                  </a:cubicBezTo>
                  <a:lnTo>
                    <a:pt x="80" y="174"/>
                  </a:lnTo>
                  <a:lnTo>
                    <a:pt x="80" y="174"/>
                  </a:lnTo>
                  <a:cubicBezTo>
                    <a:pt x="64" y="174"/>
                    <a:pt x="64" y="158"/>
                    <a:pt x="64" y="158"/>
                  </a:cubicBezTo>
                  <a:cubicBezTo>
                    <a:pt x="48" y="143"/>
                    <a:pt x="64" y="111"/>
                    <a:pt x="80" y="111"/>
                  </a:cubicBezTo>
                  <a:lnTo>
                    <a:pt x="95" y="95"/>
                  </a:lnTo>
                  <a:cubicBezTo>
                    <a:pt x="95" y="95"/>
                    <a:pt x="111" y="95"/>
                    <a:pt x="127" y="80"/>
                  </a:cubicBezTo>
                  <a:lnTo>
                    <a:pt x="127" y="80"/>
                  </a:lnTo>
                  <a:lnTo>
                    <a:pt x="190" y="80"/>
                  </a:lnTo>
                  <a:cubicBezTo>
                    <a:pt x="190" y="63"/>
                    <a:pt x="206" y="63"/>
                    <a:pt x="206" y="48"/>
                  </a:cubicBezTo>
                  <a:lnTo>
                    <a:pt x="206" y="32"/>
                  </a:lnTo>
                  <a:cubicBezTo>
                    <a:pt x="206" y="17"/>
                    <a:pt x="206" y="17"/>
                    <a:pt x="190" y="17"/>
                  </a:cubicBezTo>
                  <a:cubicBezTo>
                    <a:pt x="190" y="0"/>
                    <a:pt x="174"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00" name="Google Shape;4200;p46"/>
            <p:cNvSpPr/>
            <p:nvPr/>
          </p:nvSpPr>
          <p:spPr>
            <a:xfrm>
              <a:off x="3330824" y="1779731"/>
              <a:ext cx="3562" cy="4548"/>
            </a:xfrm>
            <a:custGeom>
              <a:avLst/>
              <a:gdLst/>
              <a:ahLst/>
              <a:cxnLst/>
              <a:rect l="l" t="t" r="r" b="b"/>
              <a:pathLst>
                <a:path w="112" h="143" extrusionOk="0">
                  <a:moveTo>
                    <a:pt x="64" y="0"/>
                  </a:moveTo>
                  <a:cubicBezTo>
                    <a:pt x="64" y="17"/>
                    <a:pt x="49" y="17"/>
                    <a:pt x="49" y="17"/>
                  </a:cubicBezTo>
                  <a:lnTo>
                    <a:pt x="32" y="17"/>
                  </a:lnTo>
                  <a:lnTo>
                    <a:pt x="17" y="0"/>
                  </a:lnTo>
                  <a:lnTo>
                    <a:pt x="17" y="17"/>
                  </a:lnTo>
                  <a:lnTo>
                    <a:pt x="1" y="63"/>
                  </a:lnTo>
                  <a:lnTo>
                    <a:pt x="1" y="95"/>
                  </a:lnTo>
                  <a:lnTo>
                    <a:pt x="49" y="143"/>
                  </a:lnTo>
                  <a:lnTo>
                    <a:pt x="80" y="143"/>
                  </a:lnTo>
                  <a:lnTo>
                    <a:pt x="95" y="143"/>
                  </a:lnTo>
                  <a:cubicBezTo>
                    <a:pt x="112" y="126"/>
                    <a:pt x="112" y="95"/>
                    <a:pt x="95" y="95"/>
                  </a:cubicBezTo>
                  <a:lnTo>
                    <a:pt x="64" y="63"/>
                  </a:lnTo>
                  <a:lnTo>
                    <a:pt x="80" y="48"/>
                  </a:lnTo>
                  <a:cubicBezTo>
                    <a:pt x="80" y="32"/>
                    <a:pt x="80" y="17"/>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01" name="Google Shape;4201;p46"/>
            <p:cNvSpPr/>
            <p:nvPr/>
          </p:nvSpPr>
          <p:spPr>
            <a:xfrm>
              <a:off x="3396976" y="1784247"/>
              <a:ext cx="5565" cy="3053"/>
            </a:xfrm>
            <a:custGeom>
              <a:avLst/>
              <a:gdLst/>
              <a:ahLst/>
              <a:cxnLst/>
              <a:rect l="l" t="t" r="r" b="b"/>
              <a:pathLst>
                <a:path w="175" h="96" extrusionOk="0">
                  <a:moveTo>
                    <a:pt x="143" y="1"/>
                  </a:moveTo>
                  <a:lnTo>
                    <a:pt x="126" y="1"/>
                  </a:lnTo>
                  <a:lnTo>
                    <a:pt x="111" y="16"/>
                  </a:lnTo>
                  <a:cubicBezTo>
                    <a:pt x="95" y="32"/>
                    <a:pt x="95" y="32"/>
                    <a:pt x="80" y="32"/>
                  </a:cubicBezTo>
                  <a:lnTo>
                    <a:pt x="48" y="32"/>
                  </a:lnTo>
                  <a:lnTo>
                    <a:pt x="17" y="32"/>
                  </a:lnTo>
                  <a:lnTo>
                    <a:pt x="17" y="32"/>
                  </a:lnTo>
                  <a:lnTo>
                    <a:pt x="17" y="32"/>
                  </a:lnTo>
                  <a:lnTo>
                    <a:pt x="0" y="95"/>
                  </a:lnTo>
                  <a:lnTo>
                    <a:pt x="17" y="95"/>
                  </a:lnTo>
                  <a:lnTo>
                    <a:pt x="32" y="95"/>
                  </a:lnTo>
                  <a:lnTo>
                    <a:pt x="63" y="95"/>
                  </a:lnTo>
                  <a:lnTo>
                    <a:pt x="80" y="95"/>
                  </a:lnTo>
                  <a:cubicBezTo>
                    <a:pt x="95" y="95"/>
                    <a:pt x="126" y="95"/>
                    <a:pt x="143" y="79"/>
                  </a:cubicBezTo>
                  <a:lnTo>
                    <a:pt x="158" y="64"/>
                  </a:lnTo>
                  <a:cubicBezTo>
                    <a:pt x="174" y="47"/>
                    <a:pt x="174" y="16"/>
                    <a:pt x="158" y="16"/>
                  </a:cubicBezTo>
                  <a:cubicBezTo>
                    <a:pt x="158" y="1"/>
                    <a:pt x="143"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02" name="Google Shape;4202;p46"/>
            <p:cNvSpPr/>
            <p:nvPr/>
          </p:nvSpPr>
          <p:spPr>
            <a:xfrm>
              <a:off x="3027163" y="1819803"/>
              <a:ext cx="6042" cy="4580"/>
            </a:xfrm>
            <a:custGeom>
              <a:avLst/>
              <a:gdLst/>
              <a:ahLst/>
              <a:cxnLst/>
              <a:rect l="l" t="t" r="r" b="b"/>
              <a:pathLst>
                <a:path w="190" h="144" extrusionOk="0">
                  <a:moveTo>
                    <a:pt x="143" y="1"/>
                  </a:moveTo>
                  <a:lnTo>
                    <a:pt x="143" y="1"/>
                  </a:lnTo>
                  <a:cubicBezTo>
                    <a:pt x="143" y="1"/>
                    <a:pt x="127" y="1"/>
                    <a:pt x="127" y="17"/>
                  </a:cubicBezTo>
                  <a:lnTo>
                    <a:pt x="80" y="64"/>
                  </a:lnTo>
                  <a:lnTo>
                    <a:pt x="64" y="49"/>
                  </a:lnTo>
                  <a:lnTo>
                    <a:pt x="49" y="49"/>
                  </a:lnTo>
                  <a:cubicBezTo>
                    <a:pt x="49" y="64"/>
                    <a:pt x="49" y="64"/>
                    <a:pt x="32" y="64"/>
                  </a:cubicBezTo>
                  <a:cubicBezTo>
                    <a:pt x="17" y="64"/>
                    <a:pt x="17" y="80"/>
                    <a:pt x="1" y="112"/>
                  </a:cubicBezTo>
                  <a:cubicBezTo>
                    <a:pt x="1" y="127"/>
                    <a:pt x="17" y="143"/>
                    <a:pt x="32" y="143"/>
                  </a:cubicBezTo>
                  <a:lnTo>
                    <a:pt x="49" y="143"/>
                  </a:lnTo>
                  <a:lnTo>
                    <a:pt x="64" y="143"/>
                  </a:lnTo>
                  <a:lnTo>
                    <a:pt x="64" y="127"/>
                  </a:lnTo>
                  <a:lnTo>
                    <a:pt x="95" y="127"/>
                  </a:lnTo>
                  <a:lnTo>
                    <a:pt x="127" y="127"/>
                  </a:lnTo>
                  <a:cubicBezTo>
                    <a:pt x="127" y="127"/>
                    <a:pt x="143" y="112"/>
                    <a:pt x="143" y="95"/>
                  </a:cubicBezTo>
                  <a:lnTo>
                    <a:pt x="143" y="95"/>
                  </a:lnTo>
                  <a:lnTo>
                    <a:pt x="175" y="49"/>
                  </a:lnTo>
                  <a:cubicBezTo>
                    <a:pt x="190" y="32"/>
                    <a:pt x="190" y="17"/>
                    <a:pt x="175" y="1"/>
                  </a:cubicBez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03" name="Google Shape;4203;p46"/>
            <p:cNvSpPr/>
            <p:nvPr/>
          </p:nvSpPr>
          <p:spPr>
            <a:xfrm>
              <a:off x="3146427" y="1836373"/>
              <a:ext cx="4039" cy="3498"/>
            </a:xfrm>
            <a:custGeom>
              <a:avLst/>
              <a:gdLst/>
              <a:ahLst/>
              <a:cxnLst/>
              <a:rect l="l" t="t" r="r" b="b"/>
              <a:pathLst>
                <a:path w="127" h="110" extrusionOk="0">
                  <a:moveTo>
                    <a:pt x="48" y="0"/>
                  </a:moveTo>
                  <a:lnTo>
                    <a:pt x="32" y="0"/>
                  </a:lnTo>
                  <a:cubicBezTo>
                    <a:pt x="17" y="0"/>
                    <a:pt x="1" y="32"/>
                    <a:pt x="1" y="47"/>
                  </a:cubicBezTo>
                  <a:lnTo>
                    <a:pt x="17" y="78"/>
                  </a:lnTo>
                  <a:cubicBezTo>
                    <a:pt x="17" y="78"/>
                    <a:pt x="17" y="95"/>
                    <a:pt x="32" y="95"/>
                  </a:cubicBezTo>
                  <a:cubicBezTo>
                    <a:pt x="32" y="95"/>
                    <a:pt x="32" y="110"/>
                    <a:pt x="48" y="110"/>
                  </a:cubicBezTo>
                  <a:lnTo>
                    <a:pt x="48" y="95"/>
                  </a:lnTo>
                  <a:lnTo>
                    <a:pt x="95" y="95"/>
                  </a:lnTo>
                  <a:cubicBezTo>
                    <a:pt x="111" y="78"/>
                    <a:pt x="127" y="63"/>
                    <a:pt x="111" y="47"/>
                  </a:cubicBezTo>
                  <a:cubicBezTo>
                    <a:pt x="111" y="32"/>
                    <a:pt x="95" y="32"/>
                    <a:pt x="80" y="32"/>
                  </a:cubicBez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04" name="Google Shape;4204;p46"/>
            <p:cNvSpPr/>
            <p:nvPr/>
          </p:nvSpPr>
          <p:spPr>
            <a:xfrm>
              <a:off x="3338839" y="1809308"/>
              <a:ext cx="3053" cy="4516"/>
            </a:xfrm>
            <a:custGeom>
              <a:avLst/>
              <a:gdLst/>
              <a:ahLst/>
              <a:cxnLst/>
              <a:rect l="l" t="t" r="r" b="b"/>
              <a:pathLst>
                <a:path w="96" h="142" extrusionOk="0">
                  <a:moveTo>
                    <a:pt x="64" y="110"/>
                  </a:moveTo>
                  <a:lnTo>
                    <a:pt x="64" y="110"/>
                  </a:lnTo>
                  <a:lnTo>
                    <a:pt x="64" y="110"/>
                  </a:lnTo>
                  <a:close/>
                  <a:moveTo>
                    <a:pt x="32" y="0"/>
                  </a:moveTo>
                  <a:lnTo>
                    <a:pt x="32" y="0"/>
                  </a:lnTo>
                  <a:lnTo>
                    <a:pt x="17" y="0"/>
                  </a:lnTo>
                  <a:lnTo>
                    <a:pt x="1" y="47"/>
                  </a:lnTo>
                  <a:lnTo>
                    <a:pt x="17" y="64"/>
                  </a:lnTo>
                  <a:lnTo>
                    <a:pt x="17" y="79"/>
                  </a:lnTo>
                  <a:lnTo>
                    <a:pt x="17" y="79"/>
                  </a:lnTo>
                  <a:lnTo>
                    <a:pt x="17" y="79"/>
                  </a:lnTo>
                  <a:lnTo>
                    <a:pt x="32" y="127"/>
                  </a:lnTo>
                  <a:lnTo>
                    <a:pt x="32" y="142"/>
                  </a:lnTo>
                  <a:lnTo>
                    <a:pt x="80" y="127"/>
                  </a:lnTo>
                  <a:lnTo>
                    <a:pt x="80" y="110"/>
                  </a:lnTo>
                  <a:cubicBezTo>
                    <a:pt x="80" y="110"/>
                    <a:pt x="95" y="110"/>
                    <a:pt x="95" y="95"/>
                  </a:cubicBezTo>
                  <a:lnTo>
                    <a:pt x="95" y="64"/>
                  </a:lnTo>
                  <a:lnTo>
                    <a:pt x="64" y="16"/>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05" name="Google Shape;4205;p46"/>
            <p:cNvSpPr/>
            <p:nvPr/>
          </p:nvSpPr>
          <p:spPr>
            <a:xfrm>
              <a:off x="3229116" y="1799767"/>
              <a:ext cx="3053" cy="6042"/>
            </a:xfrm>
            <a:custGeom>
              <a:avLst/>
              <a:gdLst/>
              <a:ahLst/>
              <a:cxnLst/>
              <a:rect l="l" t="t" r="r" b="b"/>
              <a:pathLst>
                <a:path w="96" h="190" extrusionOk="0">
                  <a:moveTo>
                    <a:pt x="32" y="1"/>
                  </a:moveTo>
                  <a:lnTo>
                    <a:pt x="32" y="1"/>
                  </a:lnTo>
                  <a:lnTo>
                    <a:pt x="16" y="17"/>
                  </a:lnTo>
                  <a:cubicBezTo>
                    <a:pt x="16" y="17"/>
                    <a:pt x="1" y="17"/>
                    <a:pt x="1" y="32"/>
                  </a:cubicBezTo>
                  <a:lnTo>
                    <a:pt x="1" y="32"/>
                  </a:lnTo>
                  <a:lnTo>
                    <a:pt x="1" y="158"/>
                  </a:lnTo>
                  <a:lnTo>
                    <a:pt x="1" y="174"/>
                  </a:lnTo>
                  <a:cubicBezTo>
                    <a:pt x="16" y="190"/>
                    <a:pt x="16" y="190"/>
                    <a:pt x="32" y="190"/>
                  </a:cubicBezTo>
                  <a:lnTo>
                    <a:pt x="48" y="190"/>
                  </a:lnTo>
                  <a:lnTo>
                    <a:pt x="48" y="190"/>
                  </a:lnTo>
                  <a:cubicBezTo>
                    <a:pt x="64" y="190"/>
                    <a:pt x="64" y="190"/>
                    <a:pt x="79" y="174"/>
                  </a:cubicBezTo>
                  <a:lnTo>
                    <a:pt x="64" y="174"/>
                  </a:lnTo>
                  <a:cubicBezTo>
                    <a:pt x="48" y="158"/>
                    <a:pt x="64" y="143"/>
                    <a:pt x="64" y="127"/>
                  </a:cubicBezTo>
                  <a:lnTo>
                    <a:pt x="79" y="111"/>
                  </a:lnTo>
                  <a:lnTo>
                    <a:pt x="79" y="111"/>
                  </a:lnTo>
                  <a:lnTo>
                    <a:pt x="79" y="111"/>
                  </a:lnTo>
                  <a:lnTo>
                    <a:pt x="79" y="95"/>
                  </a:lnTo>
                  <a:lnTo>
                    <a:pt x="95" y="48"/>
                  </a:lnTo>
                  <a:lnTo>
                    <a:pt x="95" y="32"/>
                  </a:lnTo>
                  <a:lnTo>
                    <a:pt x="79" y="17"/>
                  </a:lnTo>
                  <a:lnTo>
                    <a:pt x="64"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06" name="Google Shape;4206;p46"/>
            <p:cNvSpPr/>
            <p:nvPr/>
          </p:nvSpPr>
          <p:spPr>
            <a:xfrm>
              <a:off x="3414023" y="1804283"/>
              <a:ext cx="7569" cy="3530"/>
            </a:xfrm>
            <a:custGeom>
              <a:avLst/>
              <a:gdLst/>
              <a:ahLst/>
              <a:cxnLst/>
              <a:rect l="l" t="t" r="r" b="b"/>
              <a:pathLst>
                <a:path w="238" h="111" extrusionOk="0">
                  <a:moveTo>
                    <a:pt x="48" y="1"/>
                  </a:moveTo>
                  <a:lnTo>
                    <a:pt x="48" y="1"/>
                  </a:lnTo>
                  <a:lnTo>
                    <a:pt x="48" y="1"/>
                  </a:lnTo>
                  <a:close/>
                  <a:moveTo>
                    <a:pt x="32" y="1"/>
                  </a:moveTo>
                  <a:lnTo>
                    <a:pt x="32" y="1"/>
                  </a:lnTo>
                  <a:lnTo>
                    <a:pt x="16" y="1"/>
                  </a:lnTo>
                  <a:lnTo>
                    <a:pt x="0" y="16"/>
                  </a:lnTo>
                  <a:lnTo>
                    <a:pt x="0" y="32"/>
                  </a:lnTo>
                  <a:cubicBezTo>
                    <a:pt x="0" y="48"/>
                    <a:pt x="0" y="64"/>
                    <a:pt x="16" y="64"/>
                  </a:cubicBezTo>
                  <a:lnTo>
                    <a:pt x="32" y="79"/>
                  </a:lnTo>
                  <a:cubicBezTo>
                    <a:pt x="32" y="64"/>
                    <a:pt x="32" y="64"/>
                    <a:pt x="48" y="64"/>
                  </a:cubicBezTo>
                  <a:lnTo>
                    <a:pt x="63" y="48"/>
                  </a:lnTo>
                  <a:lnTo>
                    <a:pt x="79" y="48"/>
                  </a:lnTo>
                  <a:lnTo>
                    <a:pt x="79" y="48"/>
                  </a:lnTo>
                  <a:cubicBezTo>
                    <a:pt x="95" y="48"/>
                    <a:pt x="95" y="64"/>
                    <a:pt x="111" y="64"/>
                  </a:cubicBezTo>
                  <a:lnTo>
                    <a:pt x="111" y="79"/>
                  </a:lnTo>
                  <a:lnTo>
                    <a:pt x="111" y="79"/>
                  </a:lnTo>
                  <a:cubicBezTo>
                    <a:pt x="126" y="79"/>
                    <a:pt x="126" y="95"/>
                    <a:pt x="143" y="95"/>
                  </a:cubicBezTo>
                  <a:lnTo>
                    <a:pt x="174" y="95"/>
                  </a:lnTo>
                  <a:cubicBezTo>
                    <a:pt x="174" y="95"/>
                    <a:pt x="189" y="95"/>
                    <a:pt x="189" y="111"/>
                  </a:cubicBezTo>
                  <a:lnTo>
                    <a:pt x="206" y="111"/>
                  </a:lnTo>
                  <a:cubicBezTo>
                    <a:pt x="221" y="111"/>
                    <a:pt x="221" y="95"/>
                    <a:pt x="237" y="79"/>
                  </a:cubicBezTo>
                  <a:lnTo>
                    <a:pt x="237" y="64"/>
                  </a:lnTo>
                  <a:cubicBezTo>
                    <a:pt x="237" y="64"/>
                    <a:pt x="237" y="48"/>
                    <a:pt x="221" y="48"/>
                  </a:cubicBezTo>
                  <a:lnTo>
                    <a:pt x="206" y="32"/>
                  </a:lnTo>
                  <a:lnTo>
                    <a:pt x="206" y="32"/>
                  </a:lnTo>
                  <a:lnTo>
                    <a:pt x="206" y="64"/>
                  </a:lnTo>
                  <a:lnTo>
                    <a:pt x="174" y="95"/>
                  </a:lnTo>
                  <a:lnTo>
                    <a:pt x="174" y="95"/>
                  </a:lnTo>
                  <a:lnTo>
                    <a:pt x="158" y="95"/>
                  </a:lnTo>
                  <a:lnTo>
                    <a:pt x="126" y="79"/>
                  </a:lnTo>
                  <a:cubicBezTo>
                    <a:pt x="111" y="64"/>
                    <a:pt x="111" y="64"/>
                    <a:pt x="111" y="48"/>
                  </a:cubicBezTo>
                  <a:lnTo>
                    <a:pt x="111" y="16"/>
                  </a:lnTo>
                  <a:lnTo>
                    <a:pt x="79" y="16"/>
                  </a:ln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07" name="Google Shape;4207;p46"/>
            <p:cNvSpPr/>
            <p:nvPr/>
          </p:nvSpPr>
          <p:spPr>
            <a:xfrm>
              <a:off x="3415518" y="180428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08" name="Google Shape;4208;p46"/>
            <p:cNvSpPr/>
            <p:nvPr/>
          </p:nvSpPr>
          <p:spPr>
            <a:xfrm>
              <a:off x="3422546" y="1769712"/>
              <a:ext cx="4516" cy="4039"/>
            </a:xfrm>
            <a:custGeom>
              <a:avLst/>
              <a:gdLst/>
              <a:ahLst/>
              <a:cxnLst/>
              <a:rect l="l" t="t" r="r" b="b"/>
              <a:pathLst>
                <a:path w="142" h="127" extrusionOk="0">
                  <a:moveTo>
                    <a:pt x="47" y="0"/>
                  </a:moveTo>
                  <a:lnTo>
                    <a:pt x="47" y="0"/>
                  </a:lnTo>
                  <a:cubicBezTo>
                    <a:pt x="32" y="17"/>
                    <a:pt x="16" y="17"/>
                    <a:pt x="16" y="17"/>
                  </a:cubicBezTo>
                  <a:cubicBezTo>
                    <a:pt x="1" y="32"/>
                    <a:pt x="1" y="63"/>
                    <a:pt x="16" y="63"/>
                  </a:cubicBezTo>
                  <a:lnTo>
                    <a:pt x="79" y="111"/>
                  </a:lnTo>
                  <a:cubicBezTo>
                    <a:pt x="79" y="126"/>
                    <a:pt x="95" y="126"/>
                    <a:pt x="95" y="126"/>
                  </a:cubicBezTo>
                  <a:cubicBezTo>
                    <a:pt x="95" y="111"/>
                    <a:pt x="110" y="95"/>
                    <a:pt x="110" y="95"/>
                  </a:cubicBezTo>
                  <a:lnTo>
                    <a:pt x="127" y="95"/>
                  </a:lnTo>
                  <a:lnTo>
                    <a:pt x="127" y="95"/>
                  </a:lnTo>
                  <a:lnTo>
                    <a:pt x="142" y="95"/>
                  </a:lnTo>
                  <a:cubicBezTo>
                    <a:pt x="142" y="80"/>
                    <a:pt x="142" y="63"/>
                    <a:pt x="127" y="63"/>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09" name="Google Shape;4209;p46"/>
            <p:cNvSpPr/>
            <p:nvPr/>
          </p:nvSpPr>
          <p:spPr>
            <a:xfrm>
              <a:off x="3429034" y="1779254"/>
              <a:ext cx="3562" cy="3498"/>
            </a:xfrm>
            <a:custGeom>
              <a:avLst/>
              <a:gdLst/>
              <a:ahLst/>
              <a:cxnLst/>
              <a:rect l="l" t="t" r="r" b="b"/>
              <a:pathLst>
                <a:path w="112" h="110" extrusionOk="0">
                  <a:moveTo>
                    <a:pt x="49" y="0"/>
                  </a:moveTo>
                  <a:lnTo>
                    <a:pt x="32" y="0"/>
                  </a:lnTo>
                  <a:cubicBezTo>
                    <a:pt x="17" y="0"/>
                    <a:pt x="17" y="0"/>
                    <a:pt x="1" y="15"/>
                  </a:cubicBezTo>
                  <a:cubicBezTo>
                    <a:pt x="1" y="32"/>
                    <a:pt x="1" y="47"/>
                    <a:pt x="17" y="63"/>
                  </a:cubicBezTo>
                  <a:lnTo>
                    <a:pt x="17" y="95"/>
                  </a:lnTo>
                  <a:cubicBezTo>
                    <a:pt x="17" y="95"/>
                    <a:pt x="17" y="110"/>
                    <a:pt x="32" y="110"/>
                  </a:cubicBezTo>
                  <a:lnTo>
                    <a:pt x="64" y="78"/>
                  </a:lnTo>
                  <a:lnTo>
                    <a:pt x="80" y="78"/>
                  </a:lnTo>
                  <a:lnTo>
                    <a:pt x="80" y="78"/>
                  </a:lnTo>
                  <a:lnTo>
                    <a:pt x="95" y="78"/>
                  </a:lnTo>
                  <a:cubicBezTo>
                    <a:pt x="95" y="78"/>
                    <a:pt x="112" y="63"/>
                    <a:pt x="112" y="47"/>
                  </a:cubicBezTo>
                  <a:cubicBezTo>
                    <a:pt x="95" y="15"/>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10" name="Google Shape;4210;p46"/>
            <p:cNvSpPr/>
            <p:nvPr/>
          </p:nvSpPr>
          <p:spPr>
            <a:xfrm>
              <a:off x="3385940" y="1772702"/>
              <a:ext cx="5565" cy="4580"/>
            </a:xfrm>
            <a:custGeom>
              <a:avLst/>
              <a:gdLst/>
              <a:ahLst/>
              <a:cxnLst/>
              <a:rect l="l" t="t" r="r" b="b"/>
              <a:pathLst>
                <a:path w="175" h="144" extrusionOk="0">
                  <a:moveTo>
                    <a:pt x="112" y="1"/>
                  </a:moveTo>
                  <a:lnTo>
                    <a:pt x="112" y="1"/>
                  </a:lnTo>
                  <a:cubicBezTo>
                    <a:pt x="112" y="1"/>
                    <a:pt x="95" y="1"/>
                    <a:pt x="95" y="17"/>
                  </a:cubicBezTo>
                  <a:cubicBezTo>
                    <a:pt x="80" y="32"/>
                    <a:pt x="80" y="49"/>
                    <a:pt x="95" y="64"/>
                  </a:cubicBezTo>
                  <a:lnTo>
                    <a:pt x="95" y="64"/>
                  </a:lnTo>
                  <a:lnTo>
                    <a:pt x="95" y="64"/>
                  </a:lnTo>
                  <a:cubicBezTo>
                    <a:pt x="80" y="64"/>
                    <a:pt x="80" y="80"/>
                    <a:pt x="80" y="80"/>
                  </a:cubicBezTo>
                  <a:lnTo>
                    <a:pt x="80" y="80"/>
                  </a:lnTo>
                  <a:lnTo>
                    <a:pt x="49" y="80"/>
                  </a:lnTo>
                  <a:lnTo>
                    <a:pt x="32" y="80"/>
                  </a:lnTo>
                  <a:lnTo>
                    <a:pt x="32" y="80"/>
                  </a:lnTo>
                  <a:cubicBezTo>
                    <a:pt x="17" y="80"/>
                    <a:pt x="1" y="80"/>
                    <a:pt x="1" y="112"/>
                  </a:cubicBezTo>
                  <a:lnTo>
                    <a:pt x="1" y="127"/>
                  </a:lnTo>
                  <a:lnTo>
                    <a:pt x="32" y="127"/>
                  </a:lnTo>
                  <a:lnTo>
                    <a:pt x="32" y="127"/>
                  </a:lnTo>
                  <a:lnTo>
                    <a:pt x="49" y="127"/>
                  </a:lnTo>
                  <a:lnTo>
                    <a:pt x="95" y="143"/>
                  </a:lnTo>
                  <a:lnTo>
                    <a:pt x="95" y="143"/>
                  </a:lnTo>
                  <a:lnTo>
                    <a:pt x="112" y="143"/>
                  </a:lnTo>
                  <a:lnTo>
                    <a:pt x="112" y="143"/>
                  </a:lnTo>
                  <a:cubicBezTo>
                    <a:pt x="112" y="127"/>
                    <a:pt x="112" y="127"/>
                    <a:pt x="127" y="112"/>
                  </a:cubicBezTo>
                  <a:cubicBezTo>
                    <a:pt x="112" y="112"/>
                    <a:pt x="95" y="95"/>
                    <a:pt x="95" y="80"/>
                  </a:cubicBezTo>
                  <a:cubicBezTo>
                    <a:pt x="95" y="64"/>
                    <a:pt x="112" y="49"/>
                    <a:pt x="127" y="49"/>
                  </a:cubicBezTo>
                  <a:lnTo>
                    <a:pt x="143" y="49"/>
                  </a:lnTo>
                  <a:lnTo>
                    <a:pt x="175" y="49"/>
                  </a:lnTo>
                  <a:lnTo>
                    <a:pt x="175" y="49"/>
                  </a:ln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11" name="Google Shape;4211;p46"/>
            <p:cNvSpPr/>
            <p:nvPr/>
          </p:nvSpPr>
          <p:spPr>
            <a:xfrm>
              <a:off x="3017654" y="1804792"/>
              <a:ext cx="4071" cy="6042"/>
            </a:xfrm>
            <a:custGeom>
              <a:avLst/>
              <a:gdLst/>
              <a:ahLst/>
              <a:cxnLst/>
              <a:rect l="l" t="t" r="r" b="b"/>
              <a:pathLst>
                <a:path w="128" h="190" extrusionOk="0">
                  <a:moveTo>
                    <a:pt x="33" y="0"/>
                  </a:moveTo>
                  <a:lnTo>
                    <a:pt x="33" y="16"/>
                  </a:lnTo>
                  <a:cubicBezTo>
                    <a:pt x="16" y="32"/>
                    <a:pt x="16" y="48"/>
                    <a:pt x="33" y="63"/>
                  </a:cubicBezTo>
                  <a:cubicBezTo>
                    <a:pt x="48" y="63"/>
                    <a:pt x="64" y="79"/>
                    <a:pt x="64" y="79"/>
                  </a:cubicBezTo>
                  <a:lnTo>
                    <a:pt x="48" y="79"/>
                  </a:lnTo>
                  <a:lnTo>
                    <a:pt x="33" y="79"/>
                  </a:lnTo>
                  <a:cubicBezTo>
                    <a:pt x="16" y="79"/>
                    <a:pt x="1" y="111"/>
                    <a:pt x="16" y="126"/>
                  </a:cubicBezTo>
                  <a:lnTo>
                    <a:pt x="16" y="142"/>
                  </a:lnTo>
                  <a:cubicBezTo>
                    <a:pt x="33" y="158"/>
                    <a:pt x="33" y="174"/>
                    <a:pt x="48" y="189"/>
                  </a:cubicBezTo>
                  <a:lnTo>
                    <a:pt x="48" y="189"/>
                  </a:lnTo>
                  <a:lnTo>
                    <a:pt x="64" y="189"/>
                  </a:lnTo>
                  <a:lnTo>
                    <a:pt x="64" y="189"/>
                  </a:lnTo>
                  <a:lnTo>
                    <a:pt x="64" y="174"/>
                  </a:lnTo>
                  <a:lnTo>
                    <a:pt x="64" y="174"/>
                  </a:lnTo>
                  <a:lnTo>
                    <a:pt x="64" y="174"/>
                  </a:lnTo>
                  <a:cubicBezTo>
                    <a:pt x="48" y="158"/>
                    <a:pt x="48" y="126"/>
                    <a:pt x="64" y="111"/>
                  </a:cubicBezTo>
                  <a:lnTo>
                    <a:pt x="79" y="111"/>
                  </a:lnTo>
                  <a:lnTo>
                    <a:pt x="79" y="111"/>
                  </a:lnTo>
                  <a:cubicBezTo>
                    <a:pt x="96" y="111"/>
                    <a:pt x="111" y="111"/>
                    <a:pt x="111" y="126"/>
                  </a:cubicBezTo>
                  <a:lnTo>
                    <a:pt x="127" y="142"/>
                  </a:lnTo>
                  <a:lnTo>
                    <a:pt x="127" y="111"/>
                  </a:lnTo>
                  <a:lnTo>
                    <a:pt x="111" y="111"/>
                  </a:lnTo>
                  <a:cubicBezTo>
                    <a:pt x="111" y="111"/>
                    <a:pt x="96" y="111"/>
                    <a:pt x="79" y="95"/>
                  </a:cubicBezTo>
                  <a:lnTo>
                    <a:pt x="79" y="63"/>
                  </a:lnTo>
                  <a:lnTo>
                    <a:pt x="79" y="48"/>
                  </a:lnTo>
                  <a:cubicBezTo>
                    <a:pt x="79" y="32"/>
                    <a:pt x="79" y="32"/>
                    <a:pt x="96" y="16"/>
                  </a:cubicBezTo>
                  <a:lnTo>
                    <a:pt x="96" y="16"/>
                  </a:lnTo>
                  <a:lnTo>
                    <a:pt x="79" y="16"/>
                  </a:lnTo>
                  <a:lnTo>
                    <a:pt x="64" y="16"/>
                  </a:lnTo>
                  <a:lnTo>
                    <a:pt x="48" y="16"/>
                  </a:lnTo>
                  <a:cubicBezTo>
                    <a:pt x="33" y="16"/>
                    <a:pt x="33" y="16"/>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12" name="Google Shape;4212;p46"/>
            <p:cNvSpPr/>
            <p:nvPr/>
          </p:nvSpPr>
          <p:spPr>
            <a:xfrm>
              <a:off x="3419557" y="1764687"/>
              <a:ext cx="2512" cy="2035"/>
            </a:xfrm>
            <a:custGeom>
              <a:avLst/>
              <a:gdLst/>
              <a:ahLst/>
              <a:cxnLst/>
              <a:rect l="l" t="t" r="r" b="b"/>
              <a:pathLst>
                <a:path w="79" h="64" extrusionOk="0">
                  <a:moveTo>
                    <a:pt x="63" y="1"/>
                  </a:moveTo>
                  <a:lnTo>
                    <a:pt x="0" y="32"/>
                  </a:lnTo>
                  <a:lnTo>
                    <a:pt x="0" y="32"/>
                  </a:lnTo>
                  <a:lnTo>
                    <a:pt x="63" y="64"/>
                  </a:lnTo>
                  <a:lnTo>
                    <a:pt x="63" y="64"/>
                  </a:lnTo>
                  <a:lnTo>
                    <a:pt x="78" y="64"/>
                  </a:lnTo>
                  <a:cubicBezTo>
                    <a:pt x="63" y="49"/>
                    <a:pt x="63"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13" name="Google Shape;4213;p46"/>
            <p:cNvSpPr/>
            <p:nvPr/>
          </p:nvSpPr>
          <p:spPr>
            <a:xfrm>
              <a:off x="3048726" y="1820344"/>
              <a:ext cx="3530" cy="2035"/>
            </a:xfrm>
            <a:custGeom>
              <a:avLst/>
              <a:gdLst/>
              <a:ahLst/>
              <a:cxnLst/>
              <a:rect l="l" t="t" r="r" b="b"/>
              <a:pathLst>
                <a:path w="111" h="64" extrusionOk="0">
                  <a:moveTo>
                    <a:pt x="32" y="0"/>
                  </a:moveTo>
                  <a:lnTo>
                    <a:pt x="32" y="0"/>
                  </a:lnTo>
                  <a:cubicBezTo>
                    <a:pt x="16" y="15"/>
                    <a:pt x="1" y="15"/>
                    <a:pt x="1" y="32"/>
                  </a:cubicBezTo>
                  <a:lnTo>
                    <a:pt x="1" y="63"/>
                  </a:lnTo>
                  <a:cubicBezTo>
                    <a:pt x="16" y="63"/>
                    <a:pt x="16" y="63"/>
                    <a:pt x="32" y="47"/>
                  </a:cubicBezTo>
                  <a:cubicBezTo>
                    <a:pt x="47" y="47"/>
                    <a:pt x="79" y="47"/>
                    <a:pt x="95" y="32"/>
                  </a:cubicBezTo>
                  <a:lnTo>
                    <a:pt x="111" y="32"/>
                  </a:lnTo>
                  <a:lnTo>
                    <a:pt x="95" y="32"/>
                  </a:lnTo>
                  <a:lnTo>
                    <a:pt x="79" y="15"/>
                  </a:lnTo>
                  <a:lnTo>
                    <a:pt x="4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14" name="Google Shape;4214;p46"/>
            <p:cNvSpPr/>
            <p:nvPr/>
          </p:nvSpPr>
          <p:spPr>
            <a:xfrm>
              <a:off x="3268203" y="1763702"/>
              <a:ext cx="5534" cy="2544"/>
            </a:xfrm>
            <a:custGeom>
              <a:avLst/>
              <a:gdLst/>
              <a:ahLst/>
              <a:cxnLst/>
              <a:rect l="l" t="t" r="r" b="b"/>
              <a:pathLst>
                <a:path w="174" h="80" extrusionOk="0">
                  <a:moveTo>
                    <a:pt x="173" y="0"/>
                  </a:moveTo>
                  <a:cubicBezTo>
                    <a:pt x="110" y="0"/>
                    <a:pt x="47" y="16"/>
                    <a:pt x="1" y="16"/>
                  </a:cubicBezTo>
                  <a:lnTo>
                    <a:pt x="1" y="32"/>
                  </a:lnTo>
                  <a:lnTo>
                    <a:pt x="47" y="63"/>
                  </a:lnTo>
                  <a:lnTo>
                    <a:pt x="64" y="80"/>
                  </a:lnTo>
                  <a:lnTo>
                    <a:pt x="79" y="80"/>
                  </a:lnTo>
                  <a:lnTo>
                    <a:pt x="95" y="80"/>
                  </a:lnTo>
                  <a:lnTo>
                    <a:pt x="110" y="80"/>
                  </a:lnTo>
                  <a:lnTo>
                    <a:pt x="158" y="32"/>
                  </a:lnTo>
                  <a:cubicBezTo>
                    <a:pt x="173" y="32"/>
                    <a:pt x="173"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15" name="Google Shape;4215;p46"/>
            <p:cNvSpPr/>
            <p:nvPr/>
          </p:nvSpPr>
          <p:spPr>
            <a:xfrm>
              <a:off x="3324813" y="1773243"/>
              <a:ext cx="9064" cy="4039"/>
            </a:xfrm>
            <a:custGeom>
              <a:avLst/>
              <a:gdLst/>
              <a:ahLst/>
              <a:cxnLst/>
              <a:rect l="l" t="t" r="r" b="b"/>
              <a:pathLst>
                <a:path w="285" h="127" extrusionOk="0">
                  <a:moveTo>
                    <a:pt x="238" y="0"/>
                  </a:moveTo>
                  <a:lnTo>
                    <a:pt x="238" y="0"/>
                  </a:lnTo>
                  <a:lnTo>
                    <a:pt x="238" y="0"/>
                  </a:lnTo>
                  <a:lnTo>
                    <a:pt x="158" y="32"/>
                  </a:lnTo>
                  <a:cubicBezTo>
                    <a:pt x="143" y="15"/>
                    <a:pt x="127" y="15"/>
                    <a:pt x="127" y="15"/>
                  </a:cubicBezTo>
                  <a:cubicBezTo>
                    <a:pt x="80" y="15"/>
                    <a:pt x="48" y="32"/>
                    <a:pt x="17" y="47"/>
                  </a:cubicBezTo>
                  <a:cubicBezTo>
                    <a:pt x="1" y="47"/>
                    <a:pt x="1" y="47"/>
                    <a:pt x="1" y="63"/>
                  </a:cubicBezTo>
                  <a:lnTo>
                    <a:pt x="1" y="63"/>
                  </a:lnTo>
                  <a:lnTo>
                    <a:pt x="1" y="63"/>
                  </a:lnTo>
                  <a:lnTo>
                    <a:pt x="17" y="78"/>
                  </a:lnTo>
                  <a:lnTo>
                    <a:pt x="17" y="110"/>
                  </a:lnTo>
                  <a:lnTo>
                    <a:pt x="17" y="126"/>
                  </a:lnTo>
                  <a:lnTo>
                    <a:pt x="95" y="78"/>
                  </a:lnTo>
                  <a:lnTo>
                    <a:pt x="111" y="63"/>
                  </a:lnTo>
                  <a:lnTo>
                    <a:pt x="111" y="63"/>
                  </a:lnTo>
                  <a:cubicBezTo>
                    <a:pt x="127" y="63"/>
                    <a:pt x="143" y="78"/>
                    <a:pt x="143" y="78"/>
                  </a:cubicBezTo>
                  <a:cubicBezTo>
                    <a:pt x="143" y="95"/>
                    <a:pt x="158" y="95"/>
                    <a:pt x="158" y="95"/>
                  </a:cubicBezTo>
                  <a:lnTo>
                    <a:pt x="158" y="95"/>
                  </a:lnTo>
                  <a:lnTo>
                    <a:pt x="158" y="95"/>
                  </a:lnTo>
                  <a:lnTo>
                    <a:pt x="158" y="78"/>
                  </a:lnTo>
                  <a:cubicBezTo>
                    <a:pt x="143" y="63"/>
                    <a:pt x="158" y="47"/>
                    <a:pt x="175" y="32"/>
                  </a:cubicBezTo>
                  <a:lnTo>
                    <a:pt x="175" y="32"/>
                  </a:lnTo>
                  <a:lnTo>
                    <a:pt x="190" y="32"/>
                  </a:lnTo>
                  <a:cubicBezTo>
                    <a:pt x="190" y="32"/>
                    <a:pt x="206" y="32"/>
                    <a:pt x="221" y="47"/>
                  </a:cubicBezTo>
                  <a:lnTo>
                    <a:pt x="221" y="47"/>
                  </a:lnTo>
                  <a:lnTo>
                    <a:pt x="221" y="47"/>
                  </a:lnTo>
                  <a:cubicBezTo>
                    <a:pt x="221" y="32"/>
                    <a:pt x="238" y="15"/>
                    <a:pt x="253" y="15"/>
                  </a:cubicBezTo>
                  <a:cubicBezTo>
                    <a:pt x="253" y="15"/>
                    <a:pt x="269" y="15"/>
                    <a:pt x="269" y="32"/>
                  </a:cubicBezTo>
                  <a:lnTo>
                    <a:pt x="284" y="32"/>
                  </a:lnTo>
                  <a:cubicBezTo>
                    <a:pt x="284" y="32"/>
                    <a:pt x="284" y="15"/>
                    <a:pt x="269" y="15"/>
                  </a:cubicBezTo>
                  <a:cubicBezTo>
                    <a:pt x="269" y="0"/>
                    <a:pt x="253" y="0"/>
                    <a:pt x="25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16" name="Google Shape;4216;p46"/>
            <p:cNvSpPr/>
            <p:nvPr/>
          </p:nvSpPr>
          <p:spPr>
            <a:xfrm>
              <a:off x="3420543" y="1761698"/>
              <a:ext cx="8046" cy="3530"/>
            </a:xfrm>
            <a:custGeom>
              <a:avLst/>
              <a:gdLst/>
              <a:ahLst/>
              <a:cxnLst/>
              <a:rect l="l" t="t" r="r" b="b"/>
              <a:pathLst>
                <a:path w="253" h="111" extrusionOk="0">
                  <a:moveTo>
                    <a:pt x="47" y="0"/>
                  </a:moveTo>
                  <a:lnTo>
                    <a:pt x="32" y="0"/>
                  </a:lnTo>
                  <a:lnTo>
                    <a:pt x="16" y="16"/>
                  </a:lnTo>
                  <a:cubicBezTo>
                    <a:pt x="16" y="16"/>
                    <a:pt x="16" y="32"/>
                    <a:pt x="1" y="32"/>
                  </a:cubicBezTo>
                  <a:lnTo>
                    <a:pt x="16" y="32"/>
                  </a:lnTo>
                  <a:lnTo>
                    <a:pt x="16" y="32"/>
                  </a:lnTo>
                  <a:cubicBezTo>
                    <a:pt x="16" y="32"/>
                    <a:pt x="32" y="32"/>
                    <a:pt x="32" y="48"/>
                  </a:cubicBezTo>
                  <a:cubicBezTo>
                    <a:pt x="47" y="32"/>
                    <a:pt x="47" y="32"/>
                    <a:pt x="64" y="32"/>
                  </a:cubicBezTo>
                  <a:lnTo>
                    <a:pt x="64" y="32"/>
                  </a:lnTo>
                  <a:lnTo>
                    <a:pt x="64" y="32"/>
                  </a:lnTo>
                  <a:cubicBezTo>
                    <a:pt x="79" y="32"/>
                    <a:pt x="95" y="48"/>
                    <a:pt x="95" y="63"/>
                  </a:cubicBezTo>
                  <a:lnTo>
                    <a:pt x="95" y="95"/>
                  </a:lnTo>
                  <a:lnTo>
                    <a:pt x="95" y="95"/>
                  </a:lnTo>
                  <a:lnTo>
                    <a:pt x="110" y="95"/>
                  </a:lnTo>
                  <a:lnTo>
                    <a:pt x="127" y="95"/>
                  </a:lnTo>
                  <a:lnTo>
                    <a:pt x="142" y="95"/>
                  </a:lnTo>
                  <a:lnTo>
                    <a:pt x="158" y="95"/>
                  </a:lnTo>
                  <a:cubicBezTo>
                    <a:pt x="158" y="111"/>
                    <a:pt x="190" y="111"/>
                    <a:pt x="205" y="111"/>
                  </a:cubicBezTo>
                  <a:lnTo>
                    <a:pt x="221" y="111"/>
                  </a:lnTo>
                  <a:cubicBezTo>
                    <a:pt x="236" y="111"/>
                    <a:pt x="253" y="95"/>
                    <a:pt x="236" y="79"/>
                  </a:cubicBezTo>
                  <a:cubicBezTo>
                    <a:pt x="236" y="63"/>
                    <a:pt x="221" y="48"/>
                    <a:pt x="205" y="48"/>
                  </a:cubicBezTo>
                  <a:lnTo>
                    <a:pt x="205" y="48"/>
                  </a:lnTo>
                  <a:lnTo>
                    <a:pt x="190" y="48"/>
                  </a:lnTo>
                  <a:cubicBezTo>
                    <a:pt x="173" y="32"/>
                    <a:pt x="158" y="32"/>
                    <a:pt x="127" y="32"/>
                  </a:cubicBezTo>
                  <a:lnTo>
                    <a:pt x="95" y="32"/>
                  </a:lnTo>
                  <a:lnTo>
                    <a:pt x="79" y="32"/>
                  </a:lnTo>
                  <a:lnTo>
                    <a:pt x="79" y="32"/>
                  </a:lnTo>
                  <a:cubicBezTo>
                    <a:pt x="64" y="32"/>
                    <a:pt x="64" y="32"/>
                    <a:pt x="64" y="16"/>
                  </a:cubicBezTo>
                  <a:cubicBezTo>
                    <a:pt x="47" y="16"/>
                    <a:pt x="47" y="16"/>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17" name="Google Shape;4217;p46"/>
            <p:cNvSpPr/>
            <p:nvPr/>
          </p:nvSpPr>
          <p:spPr>
            <a:xfrm>
              <a:off x="3020166" y="1804283"/>
              <a:ext cx="6042" cy="4039"/>
            </a:xfrm>
            <a:custGeom>
              <a:avLst/>
              <a:gdLst/>
              <a:ahLst/>
              <a:cxnLst/>
              <a:rect l="l" t="t" r="r" b="b"/>
              <a:pathLst>
                <a:path w="190" h="127" extrusionOk="0">
                  <a:moveTo>
                    <a:pt x="158" y="1"/>
                  </a:moveTo>
                  <a:lnTo>
                    <a:pt x="158" y="1"/>
                  </a:lnTo>
                  <a:lnTo>
                    <a:pt x="158" y="1"/>
                  </a:lnTo>
                  <a:cubicBezTo>
                    <a:pt x="143" y="16"/>
                    <a:pt x="143" y="32"/>
                    <a:pt x="126" y="32"/>
                  </a:cubicBezTo>
                  <a:lnTo>
                    <a:pt x="111" y="32"/>
                  </a:lnTo>
                  <a:lnTo>
                    <a:pt x="111" y="32"/>
                  </a:lnTo>
                  <a:lnTo>
                    <a:pt x="80" y="32"/>
                  </a:lnTo>
                  <a:cubicBezTo>
                    <a:pt x="80" y="48"/>
                    <a:pt x="95" y="48"/>
                    <a:pt x="95" y="64"/>
                  </a:cubicBezTo>
                  <a:cubicBezTo>
                    <a:pt x="95" y="79"/>
                    <a:pt x="80" y="95"/>
                    <a:pt x="63" y="95"/>
                  </a:cubicBezTo>
                  <a:lnTo>
                    <a:pt x="32" y="95"/>
                  </a:lnTo>
                  <a:lnTo>
                    <a:pt x="32" y="95"/>
                  </a:lnTo>
                  <a:cubicBezTo>
                    <a:pt x="17" y="95"/>
                    <a:pt x="17" y="95"/>
                    <a:pt x="0" y="79"/>
                  </a:cubicBezTo>
                  <a:lnTo>
                    <a:pt x="0" y="111"/>
                  </a:lnTo>
                  <a:cubicBezTo>
                    <a:pt x="17" y="127"/>
                    <a:pt x="32" y="127"/>
                    <a:pt x="32" y="127"/>
                  </a:cubicBezTo>
                  <a:lnTo>
                    <a:pt x="48" y="127"/>
                  </a:lnTo>
                  <a:lnTo>
                    <a:pt x="48" y="127"/>
                  </a:lnTo>
                  <a:lnTo>
                    <a:pt x="126" y="95"/>
                  </a:lnTo>
                  <a:lnTo>
                    <a:pt x="158" y="79"/>
                  </a:lnTo>
                  <a:cubicBezTo>
                    <a:pt x="158" y="64"/>
                    <a:pt x="158" y="64"/>
                    <a:pt x="174" y="64"/>
                  </a:cubicBezTo>
                  <a:lnTo>
                    <a:pt x="189" y="48"/>
                  </a:lnTo>
                  <a:lnTo>
                    <a:pt x="189" y="16"/>
                  </a:lnTo>
                  <a:cubicBezTo>
                    <a:pt x="189" y="16"/>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18" name="Google Shape;4218;p46"/>
            <p:cNvSpPr/>
            <p:nvPr/>
          </p:nvSpPr>
          <p:spPr>
            <a:xfrm>
              <a:off x="3338362" y="1812806"/>
              <a:ext cx="4516" cy="3021"/>
            </a:xfrm>
            <a:custGeom>
              <a:avLst/>
              <a:gdLst/>
              <a:ahLst/>
              <a:cxnLst/>
              <a:rect l="l" t="t" r="r" b="b"/>
              <a:pathLst>
                <a:path w="142" h="95" extrusionOk="0">
                  <a:moveTo>
                    <a:pt x="127" y="0"/>
                  </a:moveTo>
                  <a:lnTo>
                    <a:pt x="95" y="17"/>
                  </a:lnTo>
                  <a:lnTo>
                    <a:pt x="47" y="32"/>
                  </a:lnTo>
                  <a:cubicBezTo>
                    <a:pt x="47" y="48"/>
                    <a:pt x="32" y="63"/>
                    <a:pt x="16" y="63"/>
                  </a:cubicBezTo>
                  <a:lnTo>
                    <a:pt x="16" y="63"/>
                  </a:lnTo>
                  <a:lnTo>
                    <a:pt x="1" y="63"/>
                  </a:lnTo>
                  <a:lnTo>
                    <a:pt x="1" y="80"/>
                  </a:lnTo>
                  <a:cubicBezTo>
                    <a:pt x="1" y="95"/>
                    <a:pt x="1" y="95"/>
                    <a:pt x="16" y="95"/>
                  </a:cubicBezTo>
                  <a:lnTo>
                    <a:pt x="32" y="95"/>
                  </a:lnTo>
                  <a:cubicBezTo>
                    <a:pt x="32" y="95"/>
                    <a:pt x="32" y="80"/>
                    <a:pt x="47" y="80"/>
                  </a:cubicBezTo>
                  <a:lnTo>
                    <a:pt x="64" y="63"/>
                  </a:lnTo>
                  <a:lnTo>
                    <a:pt x="79" y="63"/>
                  </a:lnTo>
                  <a:lnTo>
                    <a:pt x="79" y="63"/>
                  </a:lnTo>
                  <a:cubicBezTo>
                    <a:pt x="95" y="63"/>
                    <a:pt x="95" y="63"/>
                    <a:pt x="110" y="80"/>
                  </a:cubicBezTo>
                  <a:lnTo>
                    <a:pt x="110" y="80"/>
                  </a:lnTo>
                  <a:lnTo>
                    <a:pt x="142" y="63"/>
                  </a:lnTo>
                  <a:lnTo>
                    <a:pt x="127" y="63"/>
                  </a:lnTo>
                  <a:cubicBezTo>
                    <a:pt x="110" y="48"/>
                    <a:pt x="110" y="48"/>
                    <a:pt x="110" y="32"/>
                  </a:cubicBezTo>
                  <a:cubicBezTo>
                    <a:pt x="110" y="17"/>
                    <a:pt x="110"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19" name="Google Shape;4219;p46"/>
            <p:cNvSpPr/>
            <p:nvPr/>
          </p:nvSpPr>
          <p:spPr>
            <a:xfrm>
              <a:off x="3182015" y="1804792"/>
              <a:ext cx="3053" cy="4548"/>
            </a:xfrm>
            <a:custGeom>
              <a:avLst/>
              <a:gdLst/>
              <a:ahLst/>
              <a:cxnLst/>
              <a:rect l="l" t="t" r="r" b="b"/>
              <a:pathLst>
                <a:path w="96" h="143" extrusionOk="0">
                  <a:moveTo>
                    <a:pt x="16" y="0"/>
                  </a:moveTo>
                  <a:lnTo>
                    <a:pt x="16" y="0"/>
                  </a:lnTo>
                  <a:lnTo>
                    <a:pt x="16" y="0"/>
                  </a:lnTo>
                  <a:cubicBezTo>
                    <a:pt x="1" y="0"/>
                    <a:pt x="1" y="0"/>
                    <a:pt x="1" y="16"/>
                  </a:cubicBezTo>
                  <a:lnTo>
                    <a:pt x="16" y="95"/>
                  </a:lnTo>
                  <a:lnTo>
                    <a:pt x="16" y="111"/>
                  </a:lnTo>
                  <a:lnTo>
                    <a:pt x="47" y="142"/>
                  </a:lnTo>
                  <a:lnTo>
                    <a:pt x="64" y="142"/>
                  </a:lnTo>
                  <a:cubicBezTo>
                    <a:pt x="79" y="126"/>
                    <a:pt x="95" y="111"/>
                    <a:pt x="79" y="95"/>
                  </a:cubicBezTo>
                  <a:lnTo>
                    <a:pt x="47" y="16"/>
                  </a:lnTo>
                  <a:cubicBezTo>
                    <a:pt x="47" y="16"/>
                    <a:pt x="32" y="0"/>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20" name="Google Shape;4220;p46"/>
            <p:cNvSpPr/>
            <p:nvPr/>
          </p:nvSpPr>
          <p:spPr>
            <a:xfrm>
              <a:off x="3036704" y="1799767"/>
              <a:ext cx="5534" cy="4548"/>
            </a:xfrm>
            <a:custGeom>
              <a:avLst/>
              <a:gdLst/>
              <a:ahLst/>
              <a:cxnLst/>
              <a:rect l="l" t="t" r="r" b="b"/>
              <a:pathLst>
                <a:path w="174" h="143" extrusionOk="0">
                  <a:moveTo>
                    <a:pt x="110" y="1"/>
                  </a:moveTo>
                  <a:lnTo>
                    <a:pt x="110" y="1"/>
                  </a:lnTo>
                  <a:lnTo>
                    <a:pt x="95" y="1"/>
                  </a:lnTo>
                  <a:lnTo>
                    <a:pt x="95" y="1"/>
                  </a:lnTo>
                  <a:cubicBezTo>
                    <a:pt x="79" y="1"/>
                    <a:pt x="64" y="17"/>
                    <a:pt x="64" y="32"/>
                  </a:cubicBezTo>
                  <a:lnTo>
                    <a:pt x="47" y="64"/>
                  </a:lnTo>
                  <a:lnTo>
                    <a:pt x="47" y="64"/>
                  </a:lnTo>
                  <a:lnTo>
                    <a:pt x="32" y="64"/>
                  </a:lnTo>
                  <a:lnTo>
                    <a:pt x="32" y="64"/>
                  </a:lnTo>
                  <a:cubicBezTo>
                    <a:pt x="16" y="64"/>
                    <a:pt x="16" y="64"/>
                    <a:pt x="1" y="80"/>
                  </a:cubicBezTo>
                  <a:cubicBezTo>
                    <a:pt x="1" y="95"/>
                    <a:pt x="1" y="111"/>
                    <a:pt x="16" y="111"/>
                  </a:cubicBezTo>
                  <a:cubicBezTo>
                    <a:pt x="1" y="95"/>
                    <a:pt x="16" y="80"/>
                    <a:pt x="32" y="80"/>
                  </a:cubicBezTo>
                  <a:lnTo>
                    <a:pt x="47" y="80"/>
                  </a:lnTo>
                  <a:lnTo>
                    <a:pt x="47" y="80"/>
                  </a:lnTo>
                  <a:cubicBezTo>
                    <a:pt x="64" y="80"/>
                    <a:pt x="64" y="80"/>
                    <a:pt x="79" y="95"/>
                  </a:cubicBezTo>
                  <a:lnTo>
                    <a:pt x="95" y="127"/>
                  </a:lnTo>
                  <a:lnTo>
                    <a:pt x="95" y="143"/>
                  </a:lnTo>
                  <a:lnTo>
                    <a:pt x="110" y="127"/>
                  </a:lnTo>
                  <a:lnTo>
                    <a:pt x="110" y="95"/>
                  </a:lnTo>
                  <a:lnTo>
                    <a:pt x="127" y="111"/>
                  </a:lnTo>
                  <a:lnTo>
                    <a:pt x="142" y="111"/>
                  </a:lnTo>
                  <a:cubicBezTo>
                    <a:pt x="173" y="95"/>
                    <a:pt x="173" y="80"/>
                    <a:pt x="158" y="64"/>
                  </a:cubicBezTo>
                  <a:lnTo>
                    <a:pt x="142" y="17"/>
                  </a:lnTo>
                  <a:cubicBezTo>
                    <a:pt x="142" y="1"/>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21" name="Google Shape;4221;p46"/>
            <p:cNvSpPr/>
            <p:nvPr/>
          </p:nvSpPr>
          <p:spPr>
            <a:xfrm>
              <a:off x="3443600" y="1804283"/>
              <a:ext cx="4039" cy="6042"/>
            </a:xfrm>
            <a:custGeom>
              <a:avLst/>
              <a:gdLst/>
              <a:ahLst/>
              <a:cxnLst/>
              <a:rect l="l" t="t" r="r" b="b"/>
              <a:pathLst>
                <a:path w="127" h="190" extrusionOk="0">
                  <a:moveTo>
                    <a:pt x="95" y="1"/>
                  </a:moveTo>
                  <a:lnTo>
                    <a:pt x="63" y="16"/>
                  </a:lnTo>
                  <a:cubicBezTo>
                    <a:pt x="63" y="32"/>
                    <a:pt x="63" y="32"/>
                    <a:pt x="47" y="32"/>
                  </a:cubicBezTo>
                  <a:lnTo>
                    <a:pt x="47" y="32"/>
                  </a:lnTo>
                  <a:lnTo>
                    <a:pt x="32" y="32"/>
                  </a:lnTo>
                  <a:cubicBezTo>
                    <a:pt x="32" y="32"/>
                    <a:pt x="32" y="48"/>
                    <a:pt x="15" y="64"/>
                  </a:cubicBezTo>
                  <a:cubicBezTo>
                    <a:pt x="15" y="79"/>
                    <a:pt x="32" y="95"/>
                    <a:pt x="47" y="111"/>
                  </a:cubicBezTo>
                  <a:lnTo>
                    <a:pt x="15" y="127"/>
                  </a:lnTo>
                  <a:cubicBezTo>
                    <a:pt x="0" y="142"/>
                    <a:pt x="0" y="158"/>
                    <a:pt x="0" y="174"/>
                  </a:cubicBezTo>
                  <a:cubicBezTo>
                    <a:pt x="15" y="190"/>
                    <a:pt x="32" y="190"/>
                    <a:pt x="32" y="190"/>
                  </a:cubicBezTo>
                  <a:lnTo>
                    <a:pt x="47" y="190"/>
                  </a:lnTo>
                  <a:lnTo>
                    <a:pt x="63" y="190"/>
                  </a:lnTo>
                  <a:lnTo>
                    <a:pt x="95" y="158"/>
                  </a:lnTo>
                  <a:lnTo>
                    <a:pt x="95" y="142"/>
                  </a:lnTo>
                  <a:cubicBezTo>
                    <a:pt x="110" y="142"/>
                    <a:pt x="110" y="127"/>
                    <a:pt x="126" y="127"/>
                  </a:cubicBezTo>
                  <a:cubicBezTo>
                    <a:pt x="126" y="95"/>
                    <a:pt x="110" y="79"/>
                    <a:pt x="95" y="64"/>
                  </a:cubicBezTo>
                  <a:lnTo>
                    <a:pt x="95" y="64"/>
                  </a:lnTo>
                  <a:lnTo>
                    <a:pt x="95" y="64"/>
                  </a:lnTo>
                  <a:cubicBezTo>
                    <a:pt x="110" y="64"/>
                    <a:pt x="126" y="32"/>
                    <a:pt x="110" y="16"/>
                  </a:cubicBezTo>
                  <a:cubicBezTo>
                    <a:pt x="110" y="16"/>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22" name="Google Shape;4222;p46"/>
            <p:cNvSpPr/>
            <p:nvPr/>
          </p:nvSpPr>
          <p:spPr>
            <a:xfrm>
              <a:off x="3309293" y="1813315"/>
              <a:ext cx="6042" cy="5534"/>
            </a:xfrm>
            <a:custGeom>
              <a:avLst/>
              <a:gdLst/>
              <a:ahLst/>
              <a:cxnLst/>
              <a:rect l="l" t="t" r="r" b="b"/>
              <a:pathLst>
                <a:path w="190" h="174" extrusionOk="0">
                  <a:moveTo>
                    <a:pt x="110" y="1"/>
                  </a:moveTo>
                  <a:cubicBezTo>
                    <a:pt x="127" y="1"/>
                    <a:pt x="127" y="16"/>
                    <a:pt x="110" y="16"/>
                  </a:cubicBezTo>
                  <a:cubicBezTo>
                    <a:pt x="110" y="32"/>
                    <a:pt x="95" y="47"/>
                    <a:pt x="79" y="47"/>
                  </a:cubicBezTo>
                  <a:lnTo>
                    <a:pt x="64" y="32"/>
                  </a:lnTo>
                  <a:lnTo>
                    <a:pt x="16" y="16"/>
                  </a:lnTo>
                  <a:lnTo>
                    <a:pt x="16" y="1"/>
                  </a:lnTo>
                  <a:cubicBezTo>
                    <a:pt x="16" y="16"/>
                    <a:pt x="16" y="16"/>
                    <a:pt x="1" y="16"/>
                  </a:cubicBezTo>
                  <a:lnTo>
                    <a:pt x="1" y="32"/>
                  </a:lnTo>
                  <a:lnTo>
                    <a:pt x="1" y="47"/>
                  </a:lnTo>
                  <a:lnTo>
                    <a:pt x="1" y="47"/>
                  </a:lnTo>
                  <a:lnTo>
                    <a:pt x="1" y="47"/>
                  </a:lnTo>
                  <a:cubicBezTo>
                    <a:pt x="16" y="47"/>
                    <a:pt x="32" y="47"/>
                    <a:pt x="32" y="64"/>
                  </a:cubicBezTo>
                  <a:lnTo>
                    <a:pt x="32" y="64"/>
                  </a:lnTo>
                  <a:lnTo>
                    <a:pt x="64" y="64"/>
                  </a:lnTo>
                  <a:lnTo>
                    <a:pt x="64" y="47"/>
                  </a:lnTo>
                  <a:cubicBezTo>
                    <a:pt x="79" y="47"/>
                    <a:pt x="79" y="47"/>
                    <a:pt x="95" y="64"/>
                  </a:cubicBezTo>
                  <a:lnTo>
                    <a:pt x="110" y="64"/>
                  </a:lnTo>
                  <a:lnTo>
                    <a:pt x="110" y="79"/>
                  </a:lnTo>
                  <a:lnTo>
                    <a:pt x="110" y="127"/>
                  </a:lnTo>
                  <a:lnTo>
                    <a:pt x="110" y="142"/>
                  </a:lnTo>
                  <a:cubicBezTo>
                    <a:pt x="110" y="158"/>
                    <a:pt x="127" y="173"/>
                    <a:pt x="142" y="173"/>
                  </a:cubicBezTo>
                  <a:lnTo>
                    <a:pt x="142" y="173"/>
                  </a:lnTo>
                  <a:cubicBezTo>
                    <a:pt x="173" y="173"/>
                    <a:pt x="190" y="158"/>
                    <a:pt x="173" y="142"/>
                  </a:cubicBezTo>
                  <a:lnTo>
                    <a:pt x="173" y="127"/>
                  </a:lnTo>
                  <a:lnTo>
                    <a:pt x="173" y="32"/>
                  </a:lnTo>
                  <a:cubicBezTo>
                    <a:pt x="173" y="16"/>
                    <a:pt x="158" y="16"/>
                    <a:pt x="142" y="1"/>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23" name="Google Shape;4223;p46"/>
            <p:cNvSpPr/>
            <p:nvPr/>
          </p:nvSpPr>
          <p:spPr>
            <a:xfrm>
              <a:off x="3320329" y="1775246"/>
              <a:ext cx="5025" cy="3498"/>
            </a:xfrm>
            <a:custGeom>
              <a:avLst/>
              <a:gdLst/>
              <a:ahLst/>
              <a:cxnLst/>
              <a:rect l="l" t="t" r="r" b="b"/>
              <a:pathLst>
                <a:path w="158" h="110" extrusionOk="0">
                  <a:moveTo>
                    <a:pt x="126" y="0"/>
                  </a:moveTo>
                  <a:lnTo>
                    <a:pt x="110" y="0"/>
                  </a:lnTo>
                  <a:lnTo>
                    <a:pt x="110" y="0"/>
                  </a:lnTo>
                  <a:lnTo>
                    <a:pt x="79" y="15"/>
                  </a:lnTo>
                  <a:lnTo>
                    <a:pt x="47" y="15"/>
                  </a:lnTo>
                  <a:lnTo>
                    <a:pt x="32" y="15"/>
                  </a:lnTo>
                  <a:lnTo>
                    <a:pt x="32" y="15"/>
                  </a:lnTo>
                  <a:cubicBezTo>
                    <a:pt x="16" y="15"/>
                    <a:pt x="16" y="15"/>
                    <a:pt x="16" y="32"/>
                  </a:cubicBezTo>
                  <a:lnTo>
                    <a:pt x="16" y="32"/>
                  </a:lnTo>
                  <a:lnTo>
                    <a:pt x="0" y="32"/>
                  </a:lnTo>
                  <a:lnTo>
                    <a:pt x="0" y="32"/>
                  </a:lnTo>
                  <a:cubicBezTo>
                    <a:pt x="0" y="47"/>
                    <a:pt x="16" y="47"/>
                    <a:pt x="16" y="63"/>
                  </a:cubicBezTo>
                  <a:lnTo>
                    <a:pt x="32" y="95"/>
                  </a:lnTo>
                  <a:lnTo>
                    <a:pt x="32" y="95"/>
                  </a:lnTo>
                  <a:lnTo>
                    <a:pt x="32" y="95"/>
                  </a:lnTo>
                  <a:cubicBezTo>
                    <a:pt x="47" y="110"/>
                    <a:pt x="63" y="110"/>
                    <a:pt x="79" y="110"/>
                  </a:cubicBezTo>
                  <a:lnTo>
                    <a:pt x="79" y="110"/>
                  </a:lnTo>
                  <a:lnTo>
                    <a:pt x="79" y="110"/>
                  </a:lnTo>
                  <a:lnTo>
                    <a:pt x="110" y="110"/>
                  </a:lnTo>
                  <a:cubicBezTo>
                    <a:pt x="110" y="95"/>
                    <a:pt x="126" y="78"/>
                    <a:pt x="126" y="78"/>
                  </a:cubicBezTo>
                  <a:lnTo>
                    <a:pt x="158" y="63"/>
                  </a:lnTo>
                  <a:lnTo>
                    <a:pt x="158" y="47"/>
                  </a:lnTo>
                  <a:lnTo>
                    <a:pt x="158" y="15"/>
                  </a:lnTo>
                  <a:lnTo>
                    <a:pt x="142"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24" name="Google Shape;4224;p46"/>
            <p:cNvSpPr/>
            <p:nvPr/>
          </p:nvSpPr>
          <p:spPr>
            <a:xfrm>
              <a:off x="3013137" y="1799290"/>
              <a:ext cx="3053" cy="6042"/>
            </a:xfrm>
            <a:custGeom>
              <a:avLst/>
              <a:gdLst/>
              <a:ahLst/>
              <a:cxnLst/>
              <a:rect l="l" t="t" r="r" b="b"/>
              <a:pathLst>
                <a:path w="96" h="190" extrusionOk="0">
                  <a:moveTo>
                    <a:pt x="48" y="0"/>
                  </a:moveTo>
                  <a:lnTo>
                    <a:pt x="48" y="0"/>
                  </a:lnTo>
                  <a:cubicBezTo>
                    <a:pt x="32" y="0"/>
                    <a:pt x="17" y="16"/>
                    <a:pt x="17" y="16"/>
                  </a:cubicBezTo>
                  <a:lnTo>
                    <a:pt x="17" y="32"/>
                  </a:lnTo>
                  <a:cubicBezTo>
                    <a:pt x="1" y="47"/>
                    <a:pt x="1" y="63"/>
                    <a:pt x="1" y="79"/>
                  </a:cubicBezTo>
                  <a:cubicBezTo>
                    <a:pt x="17" y="110"/>
                    <a:pt x="48" y="142"/>
                    <a:pt x="80" y="189"/>
                  </a:cubicBezTo>
                  <a:cubicBezTo>
                    <a:pt x="95" y="158"/>
                    <a:pt x="95" y="142"/>
                    <a:pt x="95" y="110"/>
                  </a:cubicBezTo>
                  <a:lnTo>
                    <a:pt x="95" y="95"/>
                  </a:lnTo>
                  <a:cubicBezTo>
                    <a:pt x="95" y="79"/>
                    <a:pt x="80" y="79"/>
                    <a:pt x="80" y="63"/>
                  </a:cubicBezTo>
                  <a:lnTo>
                    <a:pt x="80" y="47"/>
                  </a:lnTo>
                  <a:lnTo>
                    <a:pt x="80" y="32"/>
                  </a:lnTo>
                  <a:cubicBezTo>
                    <a:pt x="80" y="32"/>
                    <a:pt x="80" y="16"/>
                    <a:pt x="64" y="0"/>
                  </a:cubicBezTo>
                  <a:lnTo>
                    <a:pt x="64"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25" name="Google Shape;4225;p46"/>
            <p:cNvSpPr/>
            <p:nvPr/>
          </p:nvSpPr>
          <p:spPr>
            <a:xfrm>
              <a:off x="3179025" y="1783261"/>
              <a:ext cx="3021" cy="2512"/>
            </a:xfrm>
            <a:custGeom>
              <a:avLst/>
              <a:gdLst/>
              <a:ahLst/>
              <a:cxnLst/>
              <a:rect l="l" t="t" r="r" b="b"/>
              <a:pathLst>
                <a:path w="95" h="79" extrusionOk="0">
                  <a:moveTo>
                    <a:pt x="95" y="0"/>
                  </a:moveTo>
                  <a:cubicBezTo>
                    <a:pt x="78" y="0"/>
                    <a:pt x="63" y="15"/>
                    <a:pt x="47" y="15"/>
                  </a:cubicBezTo>
                  <a:cubicBezTo>
                    <a:pt x="32" y="15"/>
                    <a:pt x="32" y="15"/>
                    <a:pt x="15" y="0"/>
                  </a:cubicBezTo>
                  <a:lnTo>
                    <a:pt x="0" y="47"/>
                  </a:lnTo>
                  <a:cubicBezTo>
                    <a:pt x="0" y="63"/>
                    <a:pt x="15" y="78"/>
                    <a:pt x="32" y="78"/>
                  </a:cubicBezTo>
                  <a:lnTo>
                    <a:pt x="47" y="78"/>
                  </a:lnTo>
                  <a:lnTo>
                    <a:pt x="63" y="78"/>
                  </a:lnTo>
                  <a:lnTo>
                    <a:pt x="78" y="63"/>
                  </a:lnTo>
                  <a:lnTo>
                    <a:pt x="78" y="32"/>
                  </a:lnTo>
                  <a:lnTo>
                    <a:pt x="78"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26" name="Google Shape;4226;p46"/>
            <p:cNvSpPr/>
            <p:nvPr/>
          </p:nvSpPr>
          <p:spPr>
            <a:xfrm>
              <a:off x="3327835" y="1766214"/>
              <a:ext cx="3562" cy="4039"/>
            </a:xfrm>
            <a:custGeom>
              <a:avLst/>
              <a:gdLst/>
              <a:ahLst/>
              <a:cxnLst/>
              <a:rect l="l" t="t" r="r" b="b"/>
              <a:pathLst>
                <a:path w="112" h="127" extrusionOk="0">
                  <a:moveTo>
                    <a:pt x="63" y="1"/>
                  </a:moveTo>
                  <a:lnTo>
                    <a:pt x="63" y="1"/>
                  </a:lnTo>
                  <a:cubicBezTo>
                    <a:pt x="48" y="16"/>
                    <a:pt x="32" y="16"/>
                    <a:pt x="32" y="32"/>
                  </a:cubicBezTo>
                  <a:lnTo>
                    <a:pt x="0" y="64"/>
                  </a:lnTo>
                  <a:lnTo>
                    <a:pt x="0" y="79"/>
                  </a:lnTo>
                  <a:cubicBezTo>
                    <a:pt x="0" y="95"/>
                    <a:pt x="0" y="110"/>
                    <a:pt x="16" y="110"/>
                  </a:cubicBezTo>
                  <a:lnTo>
                    <a:pt x="32" y="110"/>
                  </a:lnTo>
                  <a:lnTo>
                    <a:pt x="48" y="110"/>
                  </a:lnTo>
                  <a:cubicBezTo>
                    <a:pt x="63" y="127"/>
                    <a:pt x="63" y="127"/>
                    <a:pt x="80" y="127"/>
                  </a:cubicBezTo>
                  <a:lnTo>
                    <a:pt x="95" y="127"/>
                  </a:lnTo>
                  <a:cubicBezTo>
                    <a:pt x="95" y="127"/>
                    <a:pt x="111" y="110"/>
                    <a:pt x="111" y="95"/>
                  </a:cubicBezTo>
                  <a:lnTo>
                    <a:pt x="111" y="79"/>
                  </a:lnTo>
                  <a:lnTo>
                    <a:pt x="95" y="32"/>
                  </a:lnTo>
                  <a:cubicBezTo>
                    <a:pt x="95"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27" name="Google Shape;4227;p46"/>
            <p:cNvSpPr/>
            <p:nvPr/>
          </p:nvSpPr>
          <p:spPr>
            <a:xfrm>
              <a:off x="3439052" y="1772702"/>
              <a:ext cx="5565" cy="7060"/>
            </a:xfrm>
            <a:custGeom>
              <a:avLst/>
              <a:gdLst/>
              <a:ahLst/>
              <a:cxnLst/>
              <a:rect l="l" t="t" r="r" b="b"/>
              <a:pathLst>
                <a:path w="175" h="222" extrusionOk="0">
                  <a:moveTo>
                    <a:pt x="32" y="1"/>
                  </a:moveTo>
                  <a:lnTo>
                    <a:pt x="32" y="1"/>
                  </a:lnTo>
                  <a:cubicBezTo>
                    <a:pt x="17" y="1"/>
                    <a:pt x="1" y="17"/>
                    <a:pt x="1" y="17"/>
                  </a:cubicBezTo>
                  <a:cubicBezTo>
                    <a:pt x="1" y="32"/>
                    <a:pt x="1" y="64"/>
                    <a:pt x="17" y="64"/>
                  </a:cubicBezTo>
                  <a:lnTo>
                    <a:pt x="32" y="64"/>
                  </a:lnTo>
                  <a:lnTo>
                    <a:pt x="17" y="95"/>
                  </a:lnTo>
                  <a:cubicBezTo>
                    <a:pt x="1" y="112"/>
                    <a:pt x="1" y="127"/>
                    <a:pt x="17" y="143"/>
                  </a:cubicBezTo>
                  <a:lnTo>
                    <a:pt x="64" y="206"/>
                  </a:lnTo>
                  <a:cubicBezTo>
                    <a:pt x="80" y="221"/>
                    <a:pt x="80" y="221"/>
                    <a:pt x="95" y="221"/>
                  </a:cubicBezTo>
                  <a:lnTo>
                    <a:pt x="95" y="221"/>
                  </a:lnTo>
                  <a:lnTo>
                    <a:pt x="95" y="221"/>
                  </a:lnTo>
                  <a:lnTo>
                    <a:pt x="95" y="221"/>
                  </a:lnTo>
                  <a:cubicBezTo>
                    <a:pt x="112" y="221"/>
                    <a:pt x="127" y="206"/>
                    <a:pt x="127" y="206"/>
                  </a:cubicBezTo>
                  <a:lnTo>
                    <a:pt x="143" y="175"/>
                  </a:lnTo>
                  <a:lnTo>
                    <a:pt x="158" y="127"/>
                  </a:lnTo>
                  <a:cubicBezTo>
                    <a:pt x="175" y="112"/>
                    <a:pt x="175" y="95"/>
                    <a:pt x="158" y="80"/>
                  </a:cubicBezTo>
                  <a:lnTo>
                    <a:pt x="143" y="80"/>
                  </a:lnTo>
                  <a:cubicBezTo>
                    <a:pt x="143" y="95"/>
                    <a:pt x="143" y="95"/>
                    <a:pt x="127" y="112"/>
                  </a:cubicBezTo>
                  <a:lnTo>
                    <a:pt x="95" y="127"/>
                  </a:lnTo>
                  <a:lnTo>
                    <a:pt x="95" y="127"/>
                  </a:lnTo>
                  <a:lnTo>
                    <a:pt x="80" y="127"/>
                  </a:lnTo>
                  <a:lnTo>
                    <a:pt x="80" y="127"/>
                  </a:lnTo>
                  <a:lnTo>
                    <a:pt x="64" y="127"/>
                  </a:lnTo>
                  <a:cubicBezTo>
                    <a:pt x="64" y="127"/>
                    <a:pt x="49" y="127"/>
                    <a:pt x="32" y="112"/>
                  </a:cubicBezTo>
                  <a:cubicBezTo>
                    <a:pt x="32" y="95"/>
                    <a:pt x="32" y="64"/>
                    <a:pt x="64" y="64"/>
                  </a:cubicBezTo>
                  <a:lnTo>
                    <a:pt x="95" y="49"/>
                  </a:lnTo>
                  <a:lnTo>
                    <a:pt x="95" y="49"/>
                  </a:ln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28" name="Google Shape;4228;p46"/>
            <p:cNvSpPr/>
            <p:nvPr/>
          </p:nvSpPr>
          <p:spPr>
            <a:xfrm>
              <a:off x="3180011" y="1801771"/>
              <a:ext cx="2512" cy="7060"/>
            </a:xfrm>
            <a:custGeom>
              <a:avLst/>
              <a:gdLst/>
              <a:ahLst/>
              <a:cxnLst/>
              <a:rect l="l" t="t" r="r" b="b"/>
              <a:pathLst>
                <a:path w="79" h="222" extrusionOk="0">
                  <a:moveTo>
                    <a:pt x="32" y="1"/>
                  </a:moveTo>
                  <a:lnTo>
                    <a:pt x="32" y="1"/>
                  </a:lnTo>
                  <a:cubicBezTo>
                    <a:pt x="47" y="17"/>
                    <a:pt x="32" y="32"/>
                    <a:pt x="16" y="48"/>
                  </a:cubicBezTo>
                  <a:lnTo>
                    <a:pt x="1" y="48"/>
                  </a:lnTo>
                  <a:lnTo>
                    <a:pt x="32" y="95"/>
                  </a:lnTo>
                  <a:cubicBezTo>
                    <a:pt x="32" y="111"/>
                    <a:pt x="32" y="143"/>
                    <a:pt x="16" y="143"/>
                  </a:cubicBezTo>
                  <a:lnTo>
                    <a:pt x="1" y="158"/>
                  </a:lnTo>
                  <a:lnTo>
                    <a:pt x="1" y="190"/>
                  </a:lnTo>
                  <a:cubicBezTo>
                    <a:pt x="1" y="206"/>
                    <a:pt x="16" y="221"/>
                    <a:pt x="32" y="221"/>
                  </a:cubicBezTo>
                  <a:lnTo>
                    <a:pt x="32" y="221"/>
                  </a:lnTo>
                  <a:cubicBezTo>
                    <a:pt x="64" y="221"/>
                    <a:pt x="79" y="206"/>
                    <a:pt x="79" y="190"/>
                  </a:cubicBezTo>
                  <a:lnTo>
                    <a:pt x="79" y="190"/>
                  </a:lnTo>
                  <a:lnTo>
                    <a:pt x="64" y="111"/>
                  </a:lnTo>
                  <a:lnTo>
                    <a:pt x="64"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29" name="Google Shape;4229;p46"/>
            <p:cNvSpPr/>
            <p:nvPr/>
          </p:nvSpPr>
          <p:spPr>
            <a:xfrm>
              <a:off x="3170470" y="1801771"/>
              <a:ext cx="5565" cy="3053"/>
            </a:xfrm>
            <a:custGeom>
              <a:avLst/>
              <a:gdLst/>
              <a:ahLst/>
              <a:cxnLst/>
              <a:rect l="l" t="t" r="r" b="b"/>
              <a:pathLst>
                <a:path w="175" h="96" extrusionOk="0">
                  <a:moveTo>
                    <a:pt x="143" y="1"/>
                  </a:moveTo>
                  <a:lnTo>
                    <a:pt x="143" y="1"/>
                  </a:lnTo>
                  <a:lnTo>
                    <a:pt x="127" y="17"/>
                  </a:lnTo>
                  <a:lnTo>
                    <a:pt x="49" y="17"/>
                  </a:lnTo>
                  <a:lnTo>
                    <a:pt x="32" y="17"/>
                  </a:lnTo>
                  <a:lnTo>
                    <a:pt x="1" y="17"/>
                  </a:lnTo>
                  <a:lnTo>
                    <a:pt x="1" y="17"/>
                  </a:lnTo>
                  <a:cubicBezTo>
                    <a:pt x="17" y="17"/>
                    <a:pt x="17" y="32"/>
                    <a:pt x="32" y="48"/>
                  </a:cubicBezTo>
                  <a:cubicBezTo>
                    <a:pt x="32" y="64"/>
                    <a:pt x="32" y="80"/>
                    <a:pt x="1" y="95"/>
                  </a:cubicBezTo>
                  <a:lnTo>
                    <a:pt x="1" y="95"/>
                  </a:lnTo>
                  <a:lnTo>
                    <a:pt x="17" y="95"/>
                  </a:lnTo>
                  <a:lnTo>
                    <a:pt x="17" y="95"/>
                  </a:lnTo>
                  <a:lnTo>
                    <a:pt x="112" y="80"/>
                  </a:lnTo>
                  <a:lnTo>
                    <a:pt x="158" y="80"/>
                  </a:lnTo>
                  <a:lnTo>
                    <a:pt x="175" y="64"/>
                  </a:lnTo>
                  <a:cubicBezTo>
                    <a:pt x="158" y="64"/>
                    <a:pt x="158" y="48"/>
                    <a:pt x="158" y="32"/>
                  </a:cubicBezTo>
                  <a:lnTo>
                    <a:pt x="175" y="17"/>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30" name="Google Shape;4230;p46"/>
            <p:cNvSpPr/>
            <p:nvPr/>
          </p:nvSpPr>
          <p:spPr>
            <a:xfrm>
              <a:off x="3158448" y="1804792"/>
              <a:ext cx="5565" cy="3021"/>
            </a:xfrm>
            <a:custGeom>
              <a:avLst/>
              <a:gdLst/>
              <a:ahLst/>
              <a:cxnLst/>
              <a:rect l="l" t="t" r="r" b="b"/>
              <a:pathLst>
                <a:path w="175" h="95" extrusionOk="0">
                  <a:moveTo>
                    <a:pt x="32" y="0"/>
                  </a:moveTo>
                  <a:lnTo>
                    <a:pt x="32" y="0"/>
                  </a:lnTo>
                  <a:lnTo>
                    <a:pt x="17" y="0"/>
                  </a:lnTo>
                  <a:cubicBezTo>
                    <a:pt x="1" y="0"/>
                    <a:pt x="1" y="32"/>
                    <a:pt x="1" y="48"/>
                  </a:cubicBezTo>
                  <a:cubicBezTo>
                    <a:pt x="17" y="48"/>
                    <a:pt x="17" y="48"/>
                    <a:pt x="17" y="63"/>
                  </a:cubicBezTo>
                  <a:lnTo>
                    <a:pt x="17" y="63"/>
                  </a:lnTo>
                  <a:lnTo>
                    <a:pt x="17" y="48"/>
                  </a:lnTo>
                  <a:cubicBezTo>
                    <a:pt x="32" y="32"/>
                    <a:pt x="32" y="16"/>
                    <a:pt x="49" y="16"/>
                  </a:cubicBezTo>
                  <a:lnTo>
                    <a:pt x="49" y="16"/>
                  </a:lnTo>
                  <a:cubicBezTo>
                    <a:pt x="64" y="16"/>
                    <a:pt x="64" y="16"/>
                    <a:pt x="64" y="32"/>
                  </a:cubicBezTo>
                  <a:cubicBezTo>
                    <a:pt x="80" y="32"/>
                    <a:pt x="95" y="48"/>
                    <a:pt x="80" y="63"/>
                  </a:cubicBezTo>
                  <a:lnTo>
                    <a:pt x="80" y="95"/>
                  </a:lnTo>
                  <a:lnTo>
                    <a:pt x="95" y="95"/>
                  </a:lnTo>
                  <a:lnTo>
                    <a:pt x="95" y="95"/>
                  </a:lnTo>
                  <a:lnTo>
                    <a:pt x="95" y="63"/>
                  </a:lnTo>
                  <a:cubicBezTo>
                    <a:pt x="95" y="48"/>
                    <a:pt x="112" y="32"/>
                    <a:pt x="127" y="32"/>
                  </a:cubicBezTo>
                  <a:lnTo>
                    <a:pt x="127" y="32"/>
                  </a:lnTo>
                  <a:lnTo>
                    <a:pt x="127" y="32"/>
                  </a:lnTo>
                  <a:lnTo>
                    <a:pt x="158" y="48"/>
                  </a:lnTo>
                  <a:lnTo>
                    <a:pt x="175" y="48"/>
                  </a:lnTo>
                  <a:lnTo>
                    <a:pt x="158" y="32"/>
                  </a:lnTo>
                  <a:cubicBezTo>
                    <a:pt x="158" y="16"/>
                    <a:pt x="143" y="16"/>
                    <a:pt x="127" y="16"/>
                  </a:cubicBezTo>
                  <a:lnTo>
                    <a:pt x="112" y="16"/>
                  </a:lnTo>
                  <a:cubicBezTo>
                    <a:pt x="112" y="32"/>
                    <a:pt x="95" y="32"/>
                    <a:pt x="95" y="32"/>
                  </a:cubicBezTo>
                  <a:cubicBezTo>
                    <a:pt x="80" y="32"/>
                    <a:pt x="80" y="32"/>
                    <a:pt x="80" y="16"/>
                  </a:cubicBezTo>
                  <a:lnTo>
                    <a:pt x="64" y="16"/>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31" name="Google Shape;4231;p46"/>
            <p:cNvSpPr/>
            <p:nvPr/>
          </p:nvSpPr>
          <p:spPr>
            <a:xfrm>
              <a:off x="3110361" y="1786250"/>
              <a:ext cx="4039" cy="3053"/>
            </a:xfrm>
            <a:custGeom>
              <a:avLst/>
              <a:gdLst/>
              <a:ahLst/>
              <a:cxnLst/>
              <a:rect l="l" t="t" r="r" b="b"/>
              <a:pathLst>
                <a:path w="127" h="96" extrusionOk="0">
                  <a:moveTo>
                    <a:pt x="95" y="1"/>
                  </a:moveTo>
                  <a:lnTo>
                    <a:pt x="80" y="1"/>
                  </a:lnTo>
                  <a:lnTo>
                    <a:pt x="63" y="1"/>
                  </a:lnTo>
                  <a:cubicBezTo>
                    <a:pt x="48" y="16"/>
                    <a:pt x="32" y="16"/>
                    <a:pt x="17" y="16"/>
                  </a:cubicBezTo>
                  <a:lnTo>
                    <a:pt x="17" y="47"/>
                  </a:lnTo>
                  <a:cubicBezTo>
                    <a:pt x="17" y="64"/>
                    <a:pt x="17" y="79"/>
                    <a:pt x="0" y="79"/>
                  </a:cubicBezTo>
                  <a:cubicBezTo>
                    <a:pt x="0" y="95"/>
                    <a:pt x="17" y="95"/>
                    <a:pt x="17" y="95"/>
                  </a:cubicBezTo>
                  <a:lnTo>
                    <a:pt x="32" y="95"/>
                  </a:lnTo>
                  <a:lnTo>
                    <a:pt x="80" y="79"/>
                  </a:lnTo>
                  <a:lnTo>
                    <a:pt x="80" y="79"/>
                  </a:lnTo>
                  <a:lnTo>
                    <a:pt x="95" y="64"/>
                  </a:lnTo>
                  <a:cubicBezTo>
                    <a:pt x="111" y="64"/>
                    <a:pt x="126" y="47"/>
                    <a:pt x="111" y="32"/>
                  </a:cubicBezTo>
                  <a:lnTo>
                    <a:pt x="111" y="16"/>
                  </a:lnTo>
                  <a:lnTo>
                    <a:pt x="111" y="16"/>
                  </a:lnTo>
                  <a:cubicBezTo>
                    <a:pt x="111" y="1"/>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32" name="Google Shape;4232;p46"/>
            <p:cNvSpPr/>
            <p:nvPr/>
          </p:nvSpPr>
          <p:spPr>
            <a:xfrm>
              <a:off x="3245654" y="1824828"/>
              <a:ext cx="5025" cy="3562"/>
            </a:xfrm>
            <a:custGeom>
              <a:avLst/>
              <a:gdLst/>
              <a:ahLst/>
              <a:cxnLst/>
              <a:rect l="l" t="t" r="r" b="b"/>
              <a:pathLst>
                <a:path w="158" h="112" extrusionOk="0">
                  <a:moveTo>
                    <a:pt x="32" y="0"/>
                  </a:moveTo>
                  <a:lnTo>
                    <a:pt x="32" y="0"/>
                  </a:lnTo>
                  <a:lnTo>
                    <a:pt x="17" y="0"/>
                  </a:lnTo>
                  <a:cubicBezTo>
                    <a:pt x="0" y="0"/>
                    <a:pt x="0" y="17"/>
                    <a:pt x="0" y="32"/>
                  </a:cubicBezTo>
                  <a:cubicBezTo>
                    <a:pt x="0" y="48"/>
                    <a:pt x="17" y="63"/>
                    <a:pt x="32" y="63"/>
                  </a:cubicBezTo>
                  <a:lnTo>
                    <a:pt x="32" y="63"/>
                  </a:lnTo>
                  <a:lnTo>
                    <a:pt x="48" y="63"/>
                  </a:lnTo>
                  <a:cubicBezTo>
                    <a:pt x="48" y="80"/>
                    <a:pt x="63" y="111"/>
                    <a:pt x="95" y="111"/>
                  </a:cubicBezTo>
                  <a:lnTo>
                    <a:pt x="95" y="111"/>
                  </a:lnTo>
                  <a:cubicBezTo>
                    <a:pt x="126" y="111"/>
                    <a:pt x="143" y="80"/>
                    <a:pt x="158" y="63"/>
                  </a:cubicBezTo>
                  <a:lnTo>
                    <a:pt x="158" y="32"/>
                  </a:lnTo>
                  <a:cubicBezTo>
                    <a:pt x="158" y="32"/>
                    <a:pt x="158" y="17"/>
                    <a:pt x="143" y="17"/>
                  </a:cubicBezTo>
                  <a:lnTo>
                    <a:pt x="126" y="17"/>
                  </a:lnTo>
                  <a:cubicBezTo>
                    <a:pt x="111" y="17"/>
                    <a:pt x="111" y="17"/>
                    <a:pt x="95" y="32"/>
                  </a:cubicBezTo>
                  <a:lnTo>
                    <a:pt x="95" y="32"/>
                  </a:lnTo>
                  <a:lnTo>
                    <a:pt x="95" y="32"/>
                  </a:lnTo>
                  <a:lnTo>
                    <a:pt x="95" y="17"/>
                  </a:lnTo>
                  <a:cubicBezTo>
                    <a:pt x="80" y="17"/>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33" name="Google Shape;4233;p46"/>
            <p:cNvSpPr/>
            <p:nvPr/>
          </p:nvSpPr>
          <p:spPr>
            <a:xfrm>
              <a:off x="3053751" y="1809308"/>
              <a:ext cx="5025" cy="4516"/>
            </a:xfrm>
            <a:custGeom>
              <a:avLst/>
              <a:gdLst/>
              <a:ahLst/>
              <a:cxnLst/>
              <a:rect l="l" t="t" r="r" b="b"/>
              <a:pathLst>
                <a:path w="158" h="142" extrusionOk="0">
                  <a:moveTo>
                    <a:pt x="126" y="0"/>
                  </a:moveTo>
                  <a:lnTo>
                    <a:pt x="126" y="0"/>
                  </a:lnTo>
                  <a:lnTo>
                    <a:pt x="95" y="0"/>
                  </a:lnTo>
                  <a:lnTo>
                    <a:pt x="16" y="95"/>
                  </a:lnTo>
                  <a:cubicBezTo>
                    <a:pt x="0" y="110"/>
                    <a:pt x="0" y="127"/>
                    <a:pt x="16" y="142"/>
                  </a:cubicBezTo>
                  <a:lnTo>
                    <a:pt x="32" y="142"/>
                  </a:lnTo>
                  <a:lnTo>
                    <a:pt x="63" y="142"/>
                  </a:lnTo>
                  <a:lnTo>
                    <a:pt x="142" y="47"/>
                  </a:lnTo>
                  <a:cubicBezTo>
                    <a:pt x="158" y="47"/>
                    <a:pt x="158" y="16"/>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34" name="Google Shape;4234;p46"/>
            <p:cNvSpPr/>
            <p:nvPr/>
          </p:nvSpPr>
          <p:spPr>
            <a:xfrm>
              <a:off x="3337853" y="1788254"/>
              <a:ext cx="4039" cy="2512"/>
            </a:xfrm>
            <a:custGeom>
              <a:avLst/>
              <a:gdLst/>
              <a:ahLst/>
              <a:cxnLst/>
              <a:rect l="l" t="t" r="r" b="b"/>
              <a:pathLst>
                <a:path w="127" h="79" extrusionOk="0">
                  <a:moveTo>
                    <a:pt x="95" y="1"/>
                  </a:moveTo>
                  <a:lnTo>
                    <a:pt x="95" y="1"/>
                  </a:lnTo>
                  <a:lnTo>
                    <a:pt x="32" y="16"/>
                  </a:lnTo>
                  <a:cubicBezTo>
                    <a:pt x="17" y="16"/>
                    <a:pt x="0" y="32"/>
                    <a:pt x="0" y="47"/>
                  </a:cubicBezTo>
                  <a:cubicBezTo>
                    <a:pt x="0" y="64"/>
                    <a:pt x="0" y="64"/>
                    <a:pt x="17" y="79"/>
                  </a:cubicBezTo>
                  <a:lnTo>
                    <a:pt x="17" y="79"/>
                  </a:lnTo>
                  <a:lnTo>
                    <a:pt x="32" y="64"/>
                  </a:lnTo>
                  <a:cubicBezTo>
                    <a:pt x="48" y="64"/>
                    <a:pt x="48" y="47"/>
                    <a:pt x="63" y="47"/>
                  </a:cubicBezTo>
                  <a:lnTo>
                    <a:pt x="63" y="47"/>
                  </a:lnTo>
                  <a:lnTo>
                    <a:pt x="63" y="47"/>
                  </a:lnTo>
                  <a:lnTo>
                    <a:pt x="63" y="47"/>
                  </a:lnTo>
                  <a:cubicBezTo>
                    <a:pt x="63" y="32"/>
                    <a:pt x="80" y="32"/>
                    <a:pt x="95" y="32"/>
                  </a:cubicBezTo>
                  <a:lnTo>
                    <a:pt x="95" y="32"/>
                  </a:lnTo>
                  <a:lnTo>
                    <a:pt x="111" y="32"/>
                  </a:lnTo>
                  <a:cubicBezTo>
                    <a:pt x="111" y="32"/>
                    <a:pt x="111" y="16"/>
                    <a:pt x="126" y="16"/>
                  </a:cubicBezTo>
                  <a:lnTo>
                    <a:pt x="126" y="16"/>
                  </a:lnTo>
                  <a:lnTo>
                    <a:pt x="126" y="16"/>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35" name="Google Shape;4235;p46"/>
            <p:cNvSpPr/>
            <p:nvPr/>
          </p:nvSpPr>
          <p:spPr>
            <a:xfrm>
              <a:off x="3399488" y="1784724"/>
              <a:ext cx="5534" cy="4580"/>
            </a:xfrm>
            <a:custGeom>
              <a:avLst/>
              <a:gdLst/>
              <a:ahLst/>
              <a:cxnLst/>
              <a:rect l="l" t="t" r="r" b="b"/>
              <a:pathLst>
                <a:path w="174" h="144" extrusionOk="0">
                  <a:moveTo>
                    <a:pt x="142" y="1"/>
                  </a:moveTo>
                  <a:lnTo>
                    <a:pt x="127" y="1"/>
                  </a:lnTo>
                  <a:cubicBezTo>
                    <a:pt x="127" y="1"/>
                    <a:pt x="110" y="17"/>
                    <a:pt x="110" y="32"/>
                  </a:cubicBezTo>
                  <a:lnTo>
                    <a:pt x="79" y="80"/>
                  </a:lnTo>
                  <a:lnTo>
                    <a:pt x="64" y="80"/>
                  </a:lnTo>
                  <a:lnTo>
                    <a:pt x="47" y="80"/>
                  </a:lnTo>
                  <a:cubicBezTo>
                    <a:pt x="16" y="80"/>
                    <a:pt x="1" y="95"/>
                    <a:pt x="16" y="127"/>
                  </a:cubicBezTo>
                  <a:cubicBezTo>
                    <a:pt x="16" y="143"/>
                    <a:pt x="32" y="143"/>
                    <a:pt x="47" y="143"/>
                  </a:cubicBezTo>
                  <a:lnTo>
                    <a:pt x="47" y="143"/>
                  </a:lnTo>
                  <a:lnTo>
                    <a:pt x="47" y="143"/>
                  </a:lnTo>
                  <a:lnTo>
                    <a:pt x="79" y="143"/>
                  </a:lnTo>
                  <a:lnTo>
                    <a:pt x="158" y="95"/>
                  </a:lnTo>
                  <a:lnTo>
                    <a:pt x="158" y="64"/>
                  </a:lnTo>
                  <a:lnTo>
                    <a:pt x="173" y="49"/>
                  </a:lnTo>
                  <a:lnTo>
                    <a:pt x="173" y="49"/>
                  </a:lnTo>
                  <a:cubicBezTo>
                    <a:pt x="173" y="32"/>
                    <a:pt x="173" y="17"/>
                    <a:pt x="14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36" name="Google Shape;4236;p46"/>
            <p:cNvSpPr/>
            <p:nvPr/>
          </p:nvSpPr>
          <p:spPr>
            <a:xfrm>
              <a:off x="3174000" y="1797763"/>
              <a:ext cx="9541" cy="2544"/>
            </a:xfrm>
            <a:custGeom>
              <a:avLst/>
              <a:gdLst/>
              <a:ahLst/>
              <a:cxnLst/>
              <a:rect l="l" t="t" r="r" b="b"/>
              <a:pathLst>
                <a:path w="300" h="80" extrusionOk="0">
                  <a:moveTo>
                    <a:pt x="47" y="0"/>
                  </a:moveTo>
                  <a:lnTo>
                    <a:pt x="32" y="0"/>
                  </a:lnTo>
                  <a:cubicBezTo>
                    <a:pt x="32" y="0"/>
                    <a:pt x="16" y="0"/>
                    <a:pt x="16" y="17"/>
                  </a:cubicBezTo>
                  <a:cubicBezTo>
                    <a:pt x="1" y="17"/>
                    <a:pt x="1" y="32"/>
                    <a:pt x="16" y="48"/>
                  </a:cubicBezTo>
                  <a:lnTo>
                    <a:pt x="16" y="48"/>
                  </a:lnTo>
                  <a:cubicBezTo>
                    <a:pt x="16" y="64"/>
                    <a:pt x="32" y="64"/>
                    <a:pt x="32" y="64"/>
                  </a:cubicBezTo>
                  <a:lnTo>
                    <a:pt x="47" y="64"/>
                  </a:lnTo>
                  <a:cubicBezTo>
                    <a:pt x="79" y="80"/>
                    <a:pt x="110" y="80"/>
                    <a:pt x="142" y="80"/>
                  </a:cubicBezTo>
                  <a:lnTo>
                    <a:pt x="205" y="80"/>
                  </a:lnTo>
                  <a:cubicBezTo>
                    <a:pt x="221" y="80"/>
                    <a:pt x="236" y="80"/>
                    <a:pt x="253" y="64"/>
                  </a:cubicBezTo>
                  <a:lnTo>
                    <a:pt x="253" y="64"/>
                  </a:lnTo>
                  <a:lnTo>
                    <a:pt x="268" y="64"/>
                  </a:lnTo>
                  <a:lnTo>
                    <a:pt x="284" y="64"/>
                  </a:lnTo>
                  <a:cubicBezTo>
                    <a:pt x="284" y="48"/>
                    <a:pt x="299" y="48"/>
                    <a:pt x="299" y="32"/>
                  </a:cubicBezTo>
                  <a:cubicBezTo>
                    <a:pt x="299" y="17"/>
                    <a:pt x="284" y="17"/>
                    <a:pt x="284" y="0"/>
                  </a:cubicBezTo>
                  <a:lnTo>
                    <a:pt x="268" y="0"/>
                  </a:lnTo>
                  <a:lnTo>
                    <a:pt x="253" y="0"/>
                  </a:lnTo>
                  <a:lnTo>
                    <a:pt x="221" y="0"/>
                  </a:lnTo>
                  <a:lnTo>
                    <a:pt x="205" y="0"/>
                  </a:lnTo>
                  <a:cubicBezTo>
                    <a:pt x="173" y="17"/>
                    <a:pt x="158" y="32"/>
                    <a:pt x="142" y="32"/>
                  </a:cubicBezTo>
                  <a:cubicBezTo>
                    <a:pt x="127" y="32"/>
                    <a:pt x="127" y="48"/>
                    <a:pt x="110" y="48"/>
                  </a:cubicBezTo>
                  <a:lnTo>
                    <a:pt x="95" y="48"/>
                  </a:lnTo>
                  <a:cubicBezTo>
                    <a:pt x="95" y="48"/>
                    <a:pt x="79" y="48"/>
                    <a:pt x="64" y="32"/>
                  </a:cubicBezTo>
                  <a:lnTo>
                    <a:pt x="64" y="0"/>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37" name="Google Shape;4237;p46"/>
            <p:cNvSpPr/>
            <p:nvPr/>
          </p:nvSpPr>
          <p:spPr>
            <a:xfrm>
              <a:off x="3420034" y="1751648"/>
              <a:ext cx="5025" cy="3562"/>
            </a:xfrm>
            <a:custGeom>
              <a:avLst/>
              <a:gdLst/>
              <a:ahLst/>
              <a:cxnLst/>
              <a:rect l="l" t="t" r="r" b="b"/>
              <a:pathLst>
                <a:path w="158" h="112" extrusionOk="0">
                  <a:moveTo>
                    <a:pt x="95" y="1"/>
                  </a:moveTo>
                  <a:lnTo>
                    <a:pt x="95" y="1"/>
                  </a:lnTo>
                  <a:cubicBezTo>
                    <a:pt x="63" y="1"/>
                    <a:pt x="48" y="17"/>
                    <a:pt x="32" y="32"/>
                  </a:cubicBezTo>
                  <a:lnTo>
                    <a:pt x="32" y="32"/>
                  </a:lnTo>
                  <a:lnTo>
                    <a:pt x="17" y="49"/>
                  </a:lnTo>
                  <a:cubicBezTo>
                    <a:pt x="17" y="49"/>
                    <a:pt x="0" y="64"/>
                    <a:pt x="17" y="80"/>
                  </a:cubicBezTo>
                  <a:lnTo>
                    <a:pt x="17" y="80"/>
                  </a:lnTo>
                  <a:lnTo>
                    <a:pt x="17" y="80"/>
                  </a:lnTo>
                  <a:cubicBezTo>
                    <a:pt x="17" y="96"/>
                    <a:pt x="32" y="96"/>
                    <a:pt x="32" y="96"/>
                  </a:cubicBezTo>
                  <a:lnTo>
                    <a:pt x="48" y="96"/>
                  </a:lnTo>
                  <a:lnTo>
                    <a:pt x="63" y="96"/>
                  </a:lnTo>
                  <a:cubicBezTo>
                    <a:pt x="63" y="96"/>
                    <a:pt x="80" y="96"/>
                    <a:pt x="80" y="80"/>
                  </a:cubicBezTo>
                  <a:lnTo>
                    <a:pt x="80" y="80"/>
                  </a:lnTo>
                  <a:lnTo>
                    <a:pt x="95" y="80"/>
                  </a:lnTo>
                  <a:lnTo>
                    <a:pt x="80" y="80"/>
                  </a:lnTo>
                  <a:lnTo>
                    <a:pt x="63" y="112"/>
                  </a:lnTo>
                  <a:lnTo>
                    <a:pt x="95" y="112"/>
                  </a:lnTo>
                  <a:lnTo>
                    <a:pt x="95" y="112"/>
                  </a:lnTo>
                  <a:cubicBezTo>
                    <a:pt x="95" y="112"/>
                    <a:pt x="95" y="96"/>
                    <a:pt x="111" y="96"/>
                  </a:cubicBezTo>
                  <a:cubicBezTo>
                    <a:pt x="111" y="80"/>
                    <a:pt x="95" y="80"/>
                    <a:pt x="111" y="64"/>
                  </a:cubicBezTo>
                  <a:cubicBezTo>
                    <a:pt x="111" y="49"/>
                    <a:pt x="111" y="32"/>
                    <a:pt x="126" y="32"/>
                  </a:cubicBezTo>
                  <a:lnTo>
                    <a:pt x="143" y="32"/>
                  </a:lnTo>
                  <a:lnTo>
                    <a:pt x="158" y="32"/>
                  </a:lnTo>
                  <a:cubicBezTo>
                    <a:pt x="143" y="17"/>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38" name="Google Shape;4238;p46"/>
            <p:cNvSpPr/>
            <p:nvPr/>
          </p:nvSpPr>
          <p:spPr>
            <a:xfrm>
              <a:off x="3403973" y="1773720"/>
              <a:ext cx="4039" cy="5025"/>
            </a:xfrm>
            <a:custGeom>
              <a:avLst/>
              <a:gdLst/>
              <a:ahLst/>
              <a:cxnLst/>
              <a:rect l="l" t="t" r="r" b="b"/>
              <a:pathLst>
                <a:path w="127" h="158" extrusionOk="0">
                  <a:moveTo>
                    <a:pt x="49" y="0"/>
                  </a:moveTo>
                  <a:lnTo>
                    <a:pt x="49" y="0"/>
                  </a:lnTo>
                  <a:cubicBezTo>
                    <a:pt x="32" y="0"/>
                    <a:pt x="17" y="0"/>
                    <a:pt x="17" y="17"/>
                  </a:cubicBezTo>
                  <a:cubicBezTo>
                    <a:pt x="1" y="32"/>
                    <a:pt x="17" y="63"/>
                    <a:pt x="32" y="63"/>
                  </a:cubicBezTo>
                  <a:lnTo>
                    <a:pt x="32" y="63"/>
                  </a:lnTo>
                  <a:lnTo>
                    <a:pt x="49" y="63"/>
                  </a:lnTo>
                  <a:lnTo>
                    <a:pt x="64" y="126"/>
                  </a:lnTo>
                  <a:lnTo>
                    <a:pt x="64" y="126"/>
                  </a:lnTo>
                  <a:cubicBezTo>
                    <a:pt x="64" y="143"/>
                    <a:pt x="80" y="158"/>
                    <a:pt x="95" y="158"/>
                  </a:cubicBezTo>
                  <a:lnTo>
                    <a:pt x="95" y="158"/>
                  </a:lnTo>
                  <a:cubicBezTo>
                    <a:pt x="95" y="143"/>
                    <a:pt x="112" y="126"/>
                    <a:pt x="127" y="126"/>
                  </a:cubicBezTo>
                  <a:lnTo>
                    <a:pt x="127" y="126"/>
                  </a:lnTo>
                  <a:lnTo>
                    <a:pt x="127" y="111"/>
                  </a:lnTo>
                  <a:lnTo>
                    <a:pt x="127" y="80"/>
                  </a:lnTo>
                  <a:lnTo>
                    <a:pt x="112" y="32"/>
                  </a:lnTo>
                  <a:cubicBezTo>
                    <a:pt x="112" y="17"/>
                    <a:pt x="95" y="17"/>
                    <a:pt x="80" y="0"/>
                  </a:cubicBez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39" name="Google Shape;4239;p46"/>
            <p:cNvSpPr/>
            <p:nvPr/>
          </p:nvSpPr>
          <p:spPr>
            <a:xfrm>
              <a:off x="3334355" y="1771716"/>
              <a:ext cx="4516" cy="2544"/>
            </a:xfrm>
            <a:custGeom>
              <a:avLst/>
              <a:gdLst/>
              <a:ahLst/>
              <a:cxnLst/>
              <a:rect l="l" t="t" r="r" b="b"/>
              <a:pathLst>
                <a:path w="142" h="80" extrusionOk="0">
                  <a:moveTo>
                    <a:pt x="110" y="0"/>
                  </a:moveTo>
                  <a:lnTo>
                    <a:pt x="95" y="0"/>
                  </a:lnTo>
                  <a:lnTo>
                    <a:pt x="32" y="17"/>
                  </a:lnTo>
                  <a:lnTo>
                    <a:pt x="16" y="17"/>
                  </a:lnTo>
                  <a:cubicBezTo>
                    <a:pt x="16" y="32"/>
                    <a:pt x="1" y="32"/>
                    <a:pt x="1" y="48"/>
                  </a:cubicBezTo>
                  <a:cubicBezTo>
                    <a:pt x="16" y="63"/>
                    <a:pt x="32" y="80"/>
                    <a:pt x="47" y="80"/>
                  </a:cubicBezTo>
                  <a:lnTo>
                    <a:pt x="47" y="80"/>
                  </a:lnTo>
                  <a:lnTo>
                    <a:pt x="79" y="80"/>
                  </a:lnTo>
                  <a:lnTo>
                    <a:pt x="110" y="80"/>
                  </a:lnTo>
                  <a:cubicBezTo>
                    <a:pt x="127" y="80"/>
                    <a:pt x="142" y="63"/>
                    <a:pt x="142" y="32"/>
                  </a:cubicBezTo>
                  <a:cubicBezTo>
                    <a:pt x="142" y="17"/>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40" name="Google Shape;4240;p46"/>
            <p:cNvSpPr/>
            <p:nvPr/>
          </p:nvSpPr>
          <p:spPr>
            <a:xfrm>
              <a:off x="3300770" y="1822825"/>
              <a:ext cx="3562" cy="2544"/>
            </a:xfrm>
            <a:custGeom>
              <a:avLst/>
              <a:gdLst/>
              <a:ahLst/>
              <a:cxnLst/>
              <a:rect l="l" t="t" r="r" b="b"/>
              <a:pathLst>
                <a:path w="112" h="80" extrusionOk="0">
                  <a:moveTo>
                    <a:pt x="63" y="0"/>
                  </a:moveTo>
                  <a:lnTo>
                    <a:pt x="17" y="0"/>
                  </a:lnTo>
                  <a:cubicBezTo>
                    <a:pt x="0" y="0"/>
                    <a:pt x="0" y="0"/>
                    <a:pt x="0" y="17"/>
                  </a:cubicBezTo>
                  <a:cubicBezTo>
                    <a:pt x="17" y="17"/>
                    <a:pt x="17" y="32"/>
                    <a:pt x="17" y="48"/>
                  </a:cubicBezTo>
                  <a:cubicBezTo>
                    <a:pt x="17" y="63"/>
                    <a:pt x="0" y="63"/>
                    <a:pt x="0" y="63"/>
                  </a:cubicBezTo>
                  <a:cubicBezTo>
                    <a:pt x="0" y="63"/>
                    <a:pt x="0" y="80"/>
                    <a:pt x="17" y="80"/>
                  </a:cubicBezTo>
                  <a:lnTo>
                    <a:pt x="17" y="80"/>
                  </a:lnTo>
                  <a:lnTo>
                    <a:pt x="80" y="63"/>
                  </a:lnTo>
                  <a:cubicBezTo>
                    <a:pt x="95" y="63"/>
                    <a:pt x="111" y="48"/>
                    <a:pt x="111" y="32"/>
                  </a:cubicBezTo>
                  <a:lnTo>
                    <a:pt x="95" y="32"/>
                  </a:lnTo>
                  <a:cubicBezTo>
                    <a:pt x="80" y="32"/>
                    <a:pt x="63"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41" name="Google Shape;4241;p46"/>
            <p:cNvSpPr/>
            <p:nvPr/>
          </p:nvSpPr>
          <p:spPr>
            <a:xfrm>
              <a:off x="3432564" y="1753174"/>
              <a:ext cx="3530" cy="4548"/>
            </a:xfrm>
            <a:custGeom>
              <a:avLst/>
              <a:gdLst/>
              <a:ahLst/>
              <a:cxnLst/>
              <a:rect l="l" t="t" r="r" b="b"/>
              <a:pathLst>
                <a:path w="111" h="143" extrusionOk="0">
                  <a:moveTo>
                    <a:pt x="32" y="1"/>
                  </a:moveTo>
                  <a:lnTo>
                    <a:pt x="32" y="1"/>
                  </a:lnTo>
                  <a:lnTo>
                    <a:pt x="16" y="1"/>
                  </a:lnTo>
                  <a:cubicBezTo>
                    <a:pt x="1" y="16"/>
                    <a:pt x="1" y="32"/>
                    <a:pt x="1" y="48"/>
                  </a:cubicBezTo>
                  <a:lnTo>
                    <a:pt x="47" y="142"/>
                  </a:lnTo>
                  <a:lnTo>
                    <a:pt x="64" y="142"/>
                  </a:lnTo>
                  <a:lnTo>
                    <a:pt x="79" y="142"/>
                  </a:lnTo>
                  <a:lnTo>
                    <a:pt x="79" y="142"/>
                  </a:lnTo>
                  <a:lnTo>
                    <a:pt x="79" y="142"/>
                  </a:lnTo>
                  <a:lnTo>
                    <a:pt x="110" y="142"/>
                  </a:lnTo>
                  <a:cubicBezTo>
                    <a:pt x="95" y="127"/>
                    <a:pt x="110" y="127"/>
                    <a:pt x="110" y="111"/>
                  </a:cubicBezTo>
                  <a:lnTo>
                    <a:pt x="110" y="111"/>
                  </a:lnTo>
                  <a:lnTo>
                    <a:pt x="110" y="111"/>
                  </a:lnTo>
                  <a:lnTo>
                    <a:pt x="110" y="95"/>
                  </a:lnTo>
                  <a:cubicBezTo>
                    <a:pt x="95" y="95"/>
                    <a:pt x="79" y="79"/>
                    <a:pt x="79" y="79"/>
                  </a:cubicBezTo>
                  <a:cubicBezTo>
                    <a:pt x="47" y="64"/>
                    <a:pt x="47" y="32"/>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42" name="Google Shape;4242;p46"/>
            <p:cNvSpPr/>
            <p:nvPr/>
          </p:nvSpPr>
          <p:spPr>
            <a:xfrm>
              <a:off x="3423564" y="1793756"/>
              <a:ext cx="2512" cy="4039"/>
            </a:xfrm>
            <a:custGeom>
              <a:avLst/>
              <a:gdLst/>
              <a:ahLst/>
              <a:cxnLst/>
              <a:rect l="l" t="t" r="r" b="b"/>
              <a:pathLst>
                <a:path w="79" h="127" extrusionOk="0">
                  <a:moveTo>
                    <a:pt x="47" y="0"/>
                  </a:moveTo>
                  <a:lnTo>
                    <a:pt x="47" y="0"/>
                  </a:lnTo>
                  <a:lnTo>
                    <a:pt x="32" y="0"/>
                  </a:lnTo>
                  <a:cubicBezTo>
                    <a:pt x="15" y="0"/>
                    <a:pt x="15" y="17"/>
                    <a:pt x="0" y="32"/>
                  </a:cubicBezTo>
                  <a:lnTo>
                    <a:pt x="0" y="80"/>
                  </a:lnTo>
                  <a:lnTo>
                    <a:pt x="0" y="80"/>
                  </a:lnTo>
                  <a:lnTo>
                    <a:pt x="0" y="95"/>
                  </a:lnTo>
                  <a:cubicBezTo>
                    <a:pt x="0" y="111"/>
                    <a:pt x="15" y="126"/>
                    <a:pt x="47" y="126"/>
                  </a:cubicBezTo>
                  <a:lnTo>
                    <a:pt x="47" y="126"/>
                  </a:lnTo>
                  <a:cubicBezTo>
                    <a:pt x="63" y="126"/>
                    <a:pt x="78" y="111"/>
                    <a:pt x="78" y="95"/>
                  </a:cubicBezTo>
                  <a:lnTo>
                    <a:pt x="78" y="80"/>
                  </a:lnTo>
                  <a:lnTo>
                    <a:pt x="78" y="32"/>
                  </a:lnTo>
                  <a:lnTo>
                    <a:pt x="78" y="32"/>
                  </a:lnTo>
                  <a:lnTo>
                    <a:pt x="63" y="17"/>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43" name="Google Shape;4243;p46"/>
            <p:cNvSpPr/>
            <p:nvPr/>
          </p:nvSpPr>
          <p:spPr>
            <a:xfrm>
              <a:off x="3394495" y="1789749"/>
              <a:ext cx="2512" cy="3562"/>
            </a:xfrm>
            <a:custGeom>
              <a:avLst/>
              <a:gdLst/>
              <a:ahLst/>
              <a:cxnLst/>
              <a:rect l="l" t="t" r="r" b="b"/>
              <a:pathLst>
                <a:path w="79" h="112" extrusionOk="0">
                  <a:moveTo>
                    <a:pt x="63" y="0"/>
                  </a:moveTo>
                  <a:lnTo>
                    <a:pt x="63" y="0"/>
                  </a:lnTo>
                  <a:cubicBezTo>
                    <a:pt x="63" y="17"/>
                    <a:pt x="47" y="32"/>
                    <a:pt x="32" y="32"/>
                  </a:cubicBezTo>
                  <a:lnTo>
                    <a:pt x="15" y="32"/>
                  </a:lnTo>
                  <a:cubicBezTo>
                    <a:pt x="15" y="32"/>
                    <a:pt x="0" y="32"/>
                    <a:pt x="0" y="17"/>
                  </a:cubicBezTo>
                  <a:lnTo>
                    <a:pt x="0" y="80"/>
                  </a:lnTo>
                  <a:cubicBezTo>
                    <a:pt x="15" y="95"/>
                    <a:pt x="15" y="111"/>
                    <a:pt x="32" y="111"/>
                  </a:cubicBezTo>
                  <a:lnTo>
                    <a:pt x="47" y="111"/>
                  </a:lnTo>
                  <a:lnTo>
                    <a:pt x="47" y="111"/>
                  </a:lnTo>
                  <a:cubicBezTo>
                    <a:pt x="63" y="111"/>
                    <a:pt x="78" y="95"/>
                    <a:pt x="78" y="80"/>
                  </a:cubicBezTo>
                  <a:lnTo>
                    <a:pt x="63" y="32"/>
                  </a:lnTo>
                  <a:lnTo>
                    <a:pt x="63" y="17"/>
                  </a:lnTo>
                  <a:lnTo>
                    <a:pt x="63" y="17"/>
                  </a:lnTo>
                  <a:lnTo>
                    <a:pt x="63" y="0"/>
                  </a:lnTo>
                  <a:lnTo>
                    <a:pt x="63" y="0"/>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44" name="Google Shape;4244;p46"/>
            <p:cNvSpPr/>
            <p:nvPr/>
          </p:nvSpPr>
          <p:spPr>
            <a:xfrm>
              <a:off x="3109884" y="1794742"/>
              <a:ext cx="4039" cy="2576"/>
            </a:xfrm>
            <a:custGeom>
              <a:avLst/>
              <a:gdLst/>
              <a:ahLst/>
              <a:cxnLst/>
              <a:rect l="l" t="t" r="r" b="b"/>
              <a:pathLst>
                <a:path w="127" h="81" extrusionOk="0">
                  <a:moveTo>
                    <a:pt x="95" y="1"/>
                  </a:moveTo>
                  <a:lnTo>
                    <a:pt x="95" y="1"/>
                  </a:lnTo>
                  <a:lnTo>
                    <a:pt x="78" y="1"/>
                  </a:lnTo>
                  <a:lnTo>
                    <a:pt x="32" y="17"/>
                  </a:lnTo>
                  <a:lnTo>
                    <a:pt x="15" y="17"/>
                  </a:lnTo>
                  <a:lnTo>
                    <a:pt x="15" y="17"/>
                  </a:lnTo>
                  <a:cubicBezTo>
                    <a:pt x="0" y="32"/>
                    <a:pt x="0" y="32"/>
                    <a:pt x="0" y="49"/>
                  </a:cubicBezTo>
                  <a:cubicBezTo>
                    <a:pt x="0" y="64"/>
                    <a:pt x="15" y="64"/>
                    <a:pt x="15" y="80"/>
                  </a:cubicBezTo>
                  <a:lnTo>
                    <a:pt x="32" y="80"/>
                  </a:lnTo>
                  <a:lnTo>
                    <a:pt x="47" y="80"/>
                  </a:lnTo>
                  <a:lnTo>
                    <a:pt x="63" y="64"/>
                  </a:lnTo>
                  <a:lnTo>
                    <a:pt x="95" y="64"/>
                  </a:lnTo>
                  <a:lnTo>
                    <a:pt x="95" y="49"/>
                  </a:lnTo>
                  <a:cubicBezTo>
                    <a:pt x="95" y="32"/>
                    <a:pt x="110" y="17"/>
                    <a:pt x="126" y="17"/>
                  </a:cubicBezTo>
                  <a:lnTo>
                    <a:pt x="126" y="17"/>
                  </a:lnTo>
                  <a:lnTo>
                    <a:pt x="126" y="17"/>
                  </a:lnTo>
                  <a:cubicBezTo>
                    <a:pt x="126" y="1"/>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45" name="Google Shape;4245;p46"/>
            <p:cNvSpPr/>
            <p:nvPr/>
          </p:nvSpPr>
          <p:spPr>
            <a:xfrm>
              <a:off x="3056740" y="1799767"/>
              <a:ext cx="2544" cy="3562"/>
            </a:xfrm>
            <a:custGeom>
              <a:avLst/>
              <a:gdLst/>
              <a:ahLst/>
              <a:cxnLst/>
              <a:rect l="l" t="t" r="r" b="b"/>
              <a:pathLst>
                <a:path w="80" h="112" extrusionOk="0">
                  <a:moveTo>
                    <a:pt x="64" y="1"/>
                  </a:moveTo>
                  <a:lnTo>
                    <a:pt x="64" y="1"/>
                  </a:lnTo>
                  <a:cubicBezTo>
                    <a:pt x="48" y="17"/>
                    <a:pt x="32" y="32"/>
                    <a:pt x="16" y="32"/>
                  </a:cubicBezTo>
                  <a:lnTo>
                    <a:pt x="1" y="80"/>
                  </a:lnTo>
                  <a:cubicBezTo>
                    <a:pt x="1" y="95"/>
                    <a:pt x="16" y="111"/>
                    <a:pt x="32" y="111"/>
                  </a:cubicBezTo>
                  <a:lnTo>
                    <a:pt x="32" y="111"/>
                  </a:lnTo>
                  <a:cubicBezTo>
                    <a:pt x="48" y="111"/>
                    <a:pt x="64" y="111"/>
                    <a:pt x="64" y="80"/>
                  </a:cubicBezTo>
                  <a:lnTo>
                    <a:pt x="79"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46" name="Google Shape;4246;p46"/>
            <p:cNvSpPr/>
            <p:nvPr/>
          </p:nvSpPr>
          <p:spPr>
            <a:xfrm>
              <a:off x="3412019" y="1756673"/>
              <a:ext cx="4039" cy="2035"/>
            </a:xfrm>
            <a:custGeom>
              <a:avLst/>
              <a:gdLst/>
              <a:ahLst/>
              <a:cxnLst/>
              <a:rect l="l" t="t" r="r" b="b"/>
              <a:pathLst>
                <a:path w="127" h="64" extrusionOk="0">
                  <a:moveTo>
                    <a:pt x="32" y="1"/>
                  </a:moveTo>
                  <a:lnTo>
                    <a:pt x="32" y="1"/>
                  </a:lnTo>
                  <a:cubicBezTo>
                    <a:pt x="16" y="1"/>
                    <a:pt x="0" y="17"/>
                    <a:pt x="0" y="32"/>
                  </a:cubicBezTo>
                  <a:cubicBezTo>
                    <a:pt x="0" y="48"/>
                    <a:pt x="0" y="48"/>
                    <a:pt x="16" y="48"/>
                  </a:cubicBezTo>
                  <a:cubicBezTo>
                    <a:pt x="16" y="64"/>
                    <a:pt x="16" y="64"/>
                    <a:pt x="32" y="64"/>
                  </a:cubicBezTo>
                  <a:lnTo>
                    <a:pt x="32" y="64"/>
                  </a:lnTo>
                  <a:lnTo>
                    <a:pt x="95" y="64"/>
                  </a:lnTo>
                  <a:lnTo>
                    <a:pt x="95" y="64"/>
                  </a:lnTo>
                  <a:cubicBezTo>
                    <a:pt x="111" y="64"/>
                    <a:pt x="126" y="48"/>
                    <a:pt x="126" y="32"/>
                  </a:cubicBezTo>
                  <a:lnTo>
                    <a:pt x="126" y="17"/>
                  </a:lnTo>
                  <a:cubicBezTo>
                    <a:pt x="126" y="1"/>
                    <a:pt x="111" y="1"/>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47" name="Google Shape;4247;p46"/>
            <p:cNvSpPr/>
            <p:nvPr/>
          </p:nvSpPr>
          <p:spPr>
            <a:xfrm>
              <a:off x="3304300" y="1807781"/>
              <a:ext cx="5025" cy="4039"/>
            </a:xfrm>
            <a:custGeom>
              <a:avLst/>
              <a:gdLst/>
              <a:ahLst/>
              <a:cxnLst/>
              <a:rect l="l" t="t" r="r" b="b"/>
              <a:pathLst>
                <a:path w="158" h="127" extrusionOk="0">
                  <a:moveTo>
                    <a:pt x="126" y="1"/>
                  </a:moveTo>
                  <a:lnTo>
                    <a:pt x="110" y="1"/>
                  </a:lnTo>
                  <a:cubicBezTo>
                    <a:pt x="110" y="1"/>
                    <a:pt x="110" y="17"/>
                    <a:pt x="95" y="17"/>
                  </a:cubicBezTo>
                  <a:lnTo>
                    <a:pt x="32" y="64"/>
                  </a:lnTo>
                  <a:lnTo>
                    <a:pt x="32" y="64"/>
                  </a:lnTo>
                  <a:cubicBezTo>
                    <a:pt x="15" y="80"/>
                    <a:pt x="0" y="95"/>
                    <a:pt x="15" y="112"/>
                  </a:cubicBezTo>
                  <a:cubicBezTo>
                    <a:pt x="32" y="127"/>
                    <a:pt x="32" y="127"/>
                    <a:pt x="47" y="127"/>
                  </a:cubicBezTo>
                  <a:lnTo>
                    <a:pt x="47" y="127"/>
                  </a:lnTo>
                  <a:lnTo>
                    <a:pt x="63" y="127"/>
                  </a:lnTo>
                  <a:lnTo>
                    <a:pt x="141" y="64"/>
                  </a:lnTo>
                  <a:cubicBezTo>
                    <a:pt x="158" y="48"/>
                    <a:pt x="158" y="32"/>
                    <a:pt x="14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48" name="Google Shape;4248;p46"/>
            <p:cNvSpPr/>
            <p:nvPr/>
          </p:nvSpPr>
          <p:spPr>
            <a:xfrm>
              <a:off x="3190538" y="1784724"/>
              <a:ext cx="4039" cy="5565"/>
            </a:xfrm>
            <a:custGeom>
              <a:avLst/>
              <a:gdLst/>
              <a:ahLst/>
              <a:cxnLst/>
              <a:rect l="l" t="t" r="r" b="b"/>
              <a:pathLst>
                <a:path w="127" h="175" extrusionOk="0">
                  <a:moveTo>
                    <a:pt x="0" y="112"/>
                  </a:moveTo>
                  <a:lnTo>
                    <a:pt x="0" y="127"/>
                  </a:lnTo>
                  <a:lnTo>
                    <a:pt x="0" y="112"/>
                  </a:lnTo>
                  <a:lnTo>
                    <a:pt x="0" y="112"/>
                  </a:lnTo>
                  <a:close/>
                  <a:moveTo>
                    <a:pt x="111" y="1"/>
                  </a:moveTo>
                  <a:lnTo>
                    <a:pt x="48" y="49"/>
                  </a:lnTo>
                  <a:cubicBezTo>
                    <a:pt x="32" y="49"/>
                    <a:pt x="32" y="64"/>
                    <a:pt x="32" y="80"/>
                  </a:cubicBezTo>
                  <a:lnTo>
                    <a:pt x="32" y="80"/>
                  </a:lnTo>
                  <a:lnTo>
                    <a:pt x="79" y="64"/>
                  </a:lnTo>
                  <a:lnTo>
                    <a:pt x="79" y="64"/>
                  </a:lnTo>
                  <a:lnTo>
                    <a:pt x="95" y="64"/>
                  </a:lnTo>
                  <a:lnTo>
                    <a:pt x="126" y="95"/>
                  </a:lnTo>
                  <a:cubicBezTo>
                    <a:pt x="126" y="112"/>
                    <a:pt x="111" y="127"/>
                    <a:pt x="95" y="127"/>
                  </a:cubicBezTo>
                  <a:lnTo>
                    <a:pt x="63" y="143"/>
                  </a:lnTo>
                  <a:lnTo>
                    <a:pt x="63" y="158"/>
                  </a:lnTo>
                  <a:lnTo>
                    <a:pt x="63" y="175"/>
                  </a:lnTo>
                  <a:lnTo>
                    <a:pt x="79" y="175"/>
                  </a:lnTo>
                  <a:lnTo>
                    <a:pt x="95" y="158"/>
                  </a:lnTo>
                  <a:cubicBezTo>
                    <a:pt x="111" y="158"/>
                    <a:pt x="126" y="143"/>
                    <a:pt x="126" y="127"/>
                  </a:cubicBezTo>
                  <a:lnTo>
                    <a:pt x="126" y="112"/>
                  </a:lnTo>
                  <a:lnTo>
                    <a:pt x="126" y="80"/>
                  </a:lnTo>
                  <a:lnTo>
                    <a:pt x="126" y="80"/>
                  </a:lnTo>
                  <a:lnTo>
                    <a:pt x="126" y="64"/>
                  </a:lnTo>
                  <a:cubicBezTo>
                    <a:pt x="126" y="64"/>
                    <a:pt x="111" y="49"/>
                    <a:pt x="111"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49" name="Google Shape;4249;p46"/>
            <p:cNvSpPr/>
            <p:nvPr/>
          </p:nvSpPr>
          <p:spPr>
            <a:xfrm>
              <a:off x="3090834" y="1792261"/>
              <a:ext cx="4516" cy="4516"/>
            </a:xfrm>
            <a:custGeom>
              <a:avLst/>
              <a:gdLst/>
              <a:ahLst/>
              <a:cxnLst/>
              <a:rect l="l" t="t" r="r" b="b"/>
              <a:pathLst>
                <a:path w="142" h="142" extrusionOk="0">
                  <a:moveTo>
                    <a:pt x="110" y="1"/>
                  </a:moveTo>
                  <a:lnTo>
                    <a:pt x="110" y="1"/>
                  </a:lnTo>
                  <a:lnTo>
                    <a:pt x="110" y="1"/>
                  </a:lnTo>
                  <a:cubicBezTo>
                    <a:pt x="95" y="1"/>
                    <a:pt x="95" y="16"/>
                    <a:pt x="95" y="16"/>
                  </a:cubicBezTo>
                  <a:lnTo>
                    <a:pt x="78" y="16"/>
                  </a:lnTo>
                  <a:cubicBezTo>
                    <a:pt x="63" y="32"/>
                    <a:pt x="0" y="64"/>
                    <a:pt x="32" y="127"/>
                  </a:cubicBezTo>
                  <a:cubicBezTo>
                    <a:pt x="47" y="142"/>
                    <a:pt x="63" y="142"/>
                    <a:pt x="63" y="142"/>
                  </a:cubicBezTo>
                  <a:lnTo>
                    <a:pt x="78" y="142"/>
                  </a:lnTo>
                  <a:lnTo>
                    <a:pt x="95" y="142"/>
                  </a:lnTo>
                  <a:lnTo>
                    <a:pt x="63" y="79"/>
                  </a:lnTo>
                  <a:cubicBezTo>
                    <a:pt x="63" y="64"/>
                    <a:pt x="63" y="47"/>
                    <a:pt x="78" y="32"/>
                  </a:cubicBezTo>
                  <a:lnTo>
                    <a:pt x="95" y="32"/>
                  </a:lnTo>
                  <a:lnTo>
                    <a:pt x="95" y="32"/>
                  </a:lnTo>
                  <a:cubicBezTo>
                    <a:pt x="110" y="32"/>
                    <a:pt x="110" y="32"/>
                    <a:pt x="110" y="47"/>
                  </a:cubicBezTo>
                  <a:cubicBezTo>
                    <a:pt x="126" y="32"/>
                    <a:pt x="126" y="16"/>
                    <a:pt x="141" y="16"/>
                  </a:cubicBezTo>
                  <a:lnTo>
                    <a:pt x="141" y="16"/>
                  </a:lnTo>
                  <a:lnTo>
                    <a:pt x="141"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50" name="Google Shape;4250;p46"/>
            <p:cNvSpPr/>
            <p:nvPr/>
          </p:nvSpPr>
          <p:spPr>
            <a:xfrm>
              <a:off x="3193528" y="1782243"/>
              <a:ext cx="4580" cy="5057"/>
            </a:xfrm>
            <a:custGeom>
              <a:avLst/>
              <a:gdLst/>
              <a:ahLst/>
              <a:cxnLst/>
              <a:rect l="l" t="t" r="r" b="b"/>
              <a:pathLst>
                <a:path w="144" h="159" extrusionOk="0">
                  <a:moveTo>
                    <a:pt x="48" y="1"/>
                  </a:moveTo>
                  <a:lnTo>
                    <a:pt x="32" y="1"/>
                  </a:lnTo>
                  <a:cubicBezTo>
                    <a:pt x="17" y="1"/>
                    <a:pt x="1" y="16"/>
                    <a:pt x="1" y="32"/>
                  </a:cubicBezTo>
                  <a:lnTo>
                    <a:pt x="1" y="64"/>
                  </a:lnTo>
                  <a:cubicBezTo>
                    <a:pt x="17" y="64"/>
                    <a:pt x="17" y="79"/>
                    <a:pt x="17" y="79"/>
                  </a:cubicBezTo>
                  <a:lnTo>
                    <a:pt x="17" y="110"/>
                  </a:lnTo>
                  <a:cubicBezTo>
                    <a:pt x="17" y="127"/>
                    <a:pt x="32" y="142"/>
                    <a:pt x="32" y="142"/>
                  </a:cubicBezTo>
                  <a:cubicBezTo>
                    <a:pt x="48" y="158"/>
                    <a:pt x="48" y="158"/>
                    <a:pt x="64" y="158"/>
                  </a:cubicBezTo>
                  <a:lnTo>
                    <a:pt x="64" y="158"/>
                  </a:lnTo>
                  <a:lnTo>
                    <a:pt x="80" y="158"/>
                  </a:lnTo>
                  <a:lnTo>
                    <a:pt x="95" y="158"/>
                  </a:lnTo>
                  <a:lnTo>
                    <a:pt x="95" y="158"/>
                  </a:lnTo>
                  <a:lnTo>
                    <a:pt x="112" y="158"/>
                  </a:lnTo>
                  <a:cubicBezTo>
                    <a:pt x="112" y="158"/>
                    <a:pt x="127" y="158"/>
                    <a:pt x="127" y="142"/>
                  </a:cubicBezTo>
                  <a:cubicBezTo>
                    <a:pt x="127" y="142"/>
                    <a:pt x="143" y="142"/>
                    <a:pt x="143" y="127"/>
                  </a:cubicBezTo>
                  <a:lnTo>
                    <a:pt x="127" y="142"/>
                  </a:lnTo>
                  <a:lnTo>
                    <a:pt x="112" y="142"/>
                  </a:lnTo>
                  <a:cubicBezTo>
                    <a:pt x="95" y="142"/>
                    <a:pt x="80" y="127"/>
                    <a:pt x="80" y="110"/>
                  </a:cubicBezTo>
                  <a:lnTo>
                    <a:pt x="80" y="95"/>
                  </a:lnTo>
                  <a:lnTo>
                    <a:pt x="80" y="47"/>
                  </a:lnTo>
                  <a:lnTo>
                    <a:pt x="80" y="32"/>
                  </a:lnTo>
                  <a:lnTo>
                    <a:pt x="80"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51" name="Google Shape;4251;p46"/>
            <p:cNvSpPr/>
            <p:nvPr/>
          </p:nvSpPr>
          <p:spPr>
            <a:xfrm>
              <a:off x="3392492" y="1812806"/>
              <a:ext cx="5025" cy="6042"/>
            </a:xfrm>
            <a:custGeom>
              <a:avLst/>
              <a:gdLst/>
              <a:ahLst/>
              <a:cxnLst/>
              <a:rect l="l" t="t" r="r" b="b"/>
              <a:pathLst>
                <a:path w="158" h="190" extrusionOk="0">
                  <a:moveTo>
                    <a:pt x="95" y="174"/>
                  </a:moveTo>
                  <a:lnTo>
                    <a:pt x="95" y="189"/>
                  </a:lnTo>
                  <a:lnTo>
                    <a:pt x="95" y="189"/>
                  </a:lnTo>
                  <a:lnTo>
                    <a:pt x="95" y="174"/>
                  </a:lnTo>
                  <a:close/>
                  <a:moveTo>
                    <a:pt x="47" y="48"/>
                  </a:moveTo>
                  <a:lnTo>
                    <a:pt x="47" y="48"/>
                  </a:lnTo>
                  <a:lnTo>
                    <a:pt x="47" y="48"/>
                  </a:lnTo>
                  <a:close/>
                  <a:moveTo>
                    <a:pt x="126" y="0"/>
                  </a:moveTo>
                  <a:lnTo>
                    <a:pt x="110" y="0"/>
                  </a:lnTo>
                  <a:lnTo>
                    <a:pt x="110" y="0"/>
                  </a:lnTo>
                  <a:lnTo>
                    <a:pt x="47" y="17"/>
                  </a:lnTo>
                  <a:cubicBezTo>
                    <a:pt x="32" y="17"/>
                    <a:pt x="32" y="17"/>
                    <a:pt x="32" y="32"/>
                  </a:cubicBezTo>
                  <a:cubicBezTo>
                    <a:pt x="0" y="63"/>
                    <a:pt x="0" y="80"/>
                    <a:pt x="0" y="111"/>
                  </a:cubicBezTo>
                  <a:lnTo>
                    <a:pt x="32" y="111"/>
                  </a:lnTo>
                  <a:lnTo>
                    <a:pt x="32" y="111"/>
                  </a:lnTo>
                  <a:cubicBezTo>
                    <a:pt x="47" y="126"/>
                    <a:pt x="95" y="126"/>
                    <a:pt x="95" y="174"/>
                  </a:cubicBezTo>
                  <a:lnTo>
                    <a:pt x="95" y="174"/>
                  </a:lnTo>
                  <a:lnTo>
                    <a:pt x="126" y="174"/>
                  </a:lnTo>
                  <a:lnTo>
                    <a:pt x="141" y="174"/>
                  </a:lnTo>
                  <a:cubicBezTo>
                    <a:pt x="141" y="143"/>
                    <a:pt x="141" y="126"/>
                    <a:pt x="126" y="126"/>
                  </a:cubicBezTo>
                  <a:cubicBezTo>
                    <a:pt x="110" y="126"/>
                    <a:pt x="110" y="111"/>
                    <a:pt x="95" y="111"/>
                  </a:cubicBezTo>
                  <a:cubicBezTo>
                    <a:pt x="78" y="111"/>
                    <a:pt x="78" y="95"/>
                    <a:pt x="78" y="95"/>
                  </a:cubicBezTo>
                  <a:lnTo>
                    <a:pt x="78" y="80"/>
                  </a:lnTo>
                  <a:lnTo>
                    <a:pt x="126" y="63"/>
                  </a:lnTo>
                  <a:cubicBezTo>
                    <a:pt x="141" y="63"/>
                    <a:pt x="158" y="48"/>
                    <a:pt x="158" y="32"/>
                  </a:cubicBezTo>
                  <a:lnTo>
                    <a:pt x="158" y="17"/>
                  </a:ln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52" name="Google Shape;4252;p46"/>
            <p:cNvSpPr/>
            <p:nvPr/>
          </p:nvSpPr>
          <p:spPr>
            <a:xfrm>
              <a:off x="3393955" y="1814333"/>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53" name="Google Shape;4253;p46"/>
            <p:cNvSpPr/>
            <p:nvPr/>
          </p:nvSpPr>
          <p:spPr>
            <a:xfrm>
              <a:off x="3297271" y="1820344"/>
              <a:ext cx="3053" cy="2512"/>
            </a:xfrm>
            <a:custGeom>
              <a:avLst/>
              <a:gdLst/>
              <a:ahLst/>
              <a:cxnLst/>
              <a:rect l="l" t="t" r="r" b="b"/>
              <a:pathLst>
                <a:path w="96" h="79" extrusionOk="0">
                  <a:moveTo>
                    <a:pt x="64" y="0"/>
                  </a:moveTo>
                  <a:lnTo>
                    <a:pt x="64" y="0"/>
                  </a:lnTo>
                  <a:cubicBezTo>
                    <a:pt x="47" y="0"/>
                    <a:pt x="47" y="0"/>
                    <a:pt x="47" y="15"/>
                  </a:cubicBezTo>
                  <a:lnTo>
                    <a:pt x="32" y="0"/>
                  </a:lnTo>
                  <a:lnTo>
                    <a:pt x="32" y="0"/>
                  </a:lnTo>
                  <a:cubicBezTo>
                    <a:pt x="16" y="0"/>
                    <a:pt x="16" y="15"/>
                    <a:pt x="16" y="15"/>
                  </a:cubicBezTo>
                  <a:lnTo>
                    <a:pt x="1" y="63"/>
                  </a:lnTo>
                  <a:lnTo>
                    <a:pt x="1" y="78"/>
                  </a:lnTo>
                  <a:lnTo>
                    <a:pt x="1" y="78"/>
                  </a:lnTo>
                  <a:lnTo>
                    <a:pt x="1" y="78"/>
                  </a:lnTo>
                  <a:lnTo>
                    <a:pt x="32" y="78"/>
                  </a:lnTo>
                  <a:lnTo>
                    <a:pt x="32" y="78"/>
                  </a:lnTo>
                  <a:lnTo>
                    <a:pt x="32" y="78"/>
                  </a:lnTo>
                  <a:lnTo>
                    <a:pt x="64" y="78"/>
                  </a:lnTo>
                  <a:lnTo>
                    <a:pt x="79" y="63"/>
                  </a:lnTo>
                  <a:cubicBezTo>
                    <a:pt x="79" y="63"/>
                    <a:pt x="95" y="63"/>
                    <a:pt x="95" y="47"/>
                  </a:cubicBezTo>
                  <a:cubicBezTo>
                    <a:pt x="95" y="47"/>
                    <a:pt x="95" y="32"/>
                    <a:pt x="79" y="15"/>
                  </a:cubicBezTo>
                  <a:cubicBezTo>
                    <a:pt x="79"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54" name="Google Shape;4254;p46"/>
            <p:cNvSpPr/>
            <p:nvPr/>
          </p:nvSpPr>
          <p:spPr>
            <a:xfrm>
              <a:off x="3127376" y="1825337"/>
              <a:ext cx="3053" cy="4516"/>
            </a:xfrm>
            <a:custGeom>
              <a:avLst/>
              <a:gdLst/>
              <a:ahLst/>
              <a:cxnLst/>
              <a:rect l="l" t="t" r="r" b="b"/>
              <a:pathLst>
                <a:path w="96" h="142" extrusionOk="0">
                  <a:moveTo>
                    <a:pt x="64" y="1"/>
                  </a:moveTo>
                  <a:lnTo>
                    <a:pt x="64" y="1"/>
                  </a:lnTo>
                  <a:lnTo>
                    <a:pt x="32" y="1"/>
                  </a:lnTo>
                  <a:lnTo>
                    <a:pt x="32" y="1"/>
                  </a:lnTo>
                  <a:cubicBezTo>
                    <a:pt x="17" y="1"/>
                    <a:pt x="1" y="16"/>
                    <a:pt x="1" y="32"/>
                  </a:cubicBezTo>
                  <a:cubicBezTo>
                    <a:pt x="1" y="64"/>
                    <a:pt x="17" y="64"/>
                    <a:pt x="32" y="79"/>
                  </a:cubicBezTo>
                  <a:lnTo>
                    <a:pt x="17" y="110"/>
                  </a:lnTo>
                  <a:cubicBezTo>
                    <a:pt x="17" y="127"/>
                    <a:pt x="32" y="142"/>
                    <a:pt x="49" y="142"/>
                  </a:cubicBezTo>
                  <a:lnTo>
                    <a:pt x="64" y="142"/>
                  </a:lnTo>
                  <a:cubicBezTo>
                    <a:pt x="80" y="142"/>
                    <a:pt x="95" y="142"/>
                    <a:pt x="95" y="110"/>
                  </a:cubicBezTo>
                  <a:lnTo>
                    <a:pt x="95" y="47"/>
                  </a:lnTo>
                  <a:lnTo>
                    <a:pt x="95" y="16"/>
                  </a:lnTo>
                  <a:cubicBezTo>
                    <a:pt x="80" y="1"/>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55" name="Google Shape;4255;p46"/>
            <p:cNvSpPr/>
            <p:nvPr/>
          </p:nvSpPr>
          <p:spPr>
            <a:xfrm>
              <a:off x="3412019" y="1761189"/>
              <a:ext cx="4039" cy="5534"/>
            </a:xfrm>
            <a:custGeom>
              <a:avLst/>
              <a:gdLst/>
              <a:ahLst/>
              <a:cxnLst/>
              <a:rect l="l" t="t" r="r" b="b"/>
              <a:pathLst>
                <a:path w="127" h="174" extrusionOk="0">
                  <a:moveTo>
                    <a:pt x="95" y="111"/>
                  </a:moveTo>
                  <a:lnTo>
                    <a:pt x="16" y="127"/>
                  </a:lnTo>
                  <a:lnTo>
                    <a:pt x="63" y="174"/>
                  </a:lnTo>
                  <a:lnTo>
                    <a:pt x="79" y="174"/>
                  </a:lnTo>
                  <a:lnTo>
                    <a:pt x="79" y="174"/>
                  </a:lnTo>
                  <a:lnTo>
                    <a:pt x="95" y="174"/>
                  </a:lnTo>
                  <a:lnTo>
                    <a:pt x="111" y="174"/>
                  </a:lnTo>
                  <a:cubicBezTo>
                    <a:pt x="126" y="159"/>
                    <a:pt x="126" y="142"/>
                    <a:pt x="111" y="127"/>
                  </a:cubicBezTo>
                  <a:cubicBezTo>
                    <a:pt x="111" y="111"/>
                    <a:pt x="95" y="111"/>
                    <a:pt x="95" y="111"/>
                  </a:cubicBezTo>
                  <a:close/>
                  <a:moveTo>
                    <a:pt x="16" y="1"/>
                  </a:moveTo>
                  <a:cubicBezTo>
                    <a:pt x="16" y="1"/>
                    <a:pt x="0" y="1"/>
                    <a:pt x="0" y="16"/>
                  </a:cubicBezTo>
                  <a:lnTo>
                    <a:pt x="0" y="64"/>
                  </a:lnTo>
                  <a:lnTo>
                    <a:pt x="32" y="48"/>
                  </a:lnTo>
                  <a:cubicBezTo>
                    <a:pt x="16" y="48"/>
                    <a:pt x="32" y="48"/>
                    <a:pt x="32" y="32"/>
                  </a:cubicBezTo>
                  <a:cubicBezTo>
                    <a:pt x="32" y="16"/>
                    <a:pt x="32" y="16"/>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56" name="Google Shape;4256;p46"/>
            <p:cNvSpPr/>
            <p:nvPr/>
          </p:nvSpPr>
          <p:spPr>
            <a:xfrm>
              <a:off x="3332828" y="1816814"/>
              <a:ext cx="6583" cy="4548"/>
            </a:xfrm>
            <a:custGeom>
              <a:avLst/>
              <a:gdLst/>
              <a:ahLst/>
              <a:cxnLst/>
              <a:rect l="l" t="t" r="r" b="b"/>
              <a:pathLst>
                <a:path w="207" h="143" extrusionOk="0">
                  <a:moveTo>
                    <a:pt x="175" y="0"/>
                  </a:moveTo>
                  <a:lnTo>
                    <a:pt x="175" y="0"/>
                  </a:lnTo>
                  <a:lnTo>
                    <a:pt x="158" y="0"/>
                  </a:lnTo>
                  <a:lnTo>
                    <a:pt x="127" y="17"/>
                  </a:lnTo>
                  <a:lnTo>
                    <a:pt x="112" y="17"/>
                  </a:lnTo>
                  <a:cubicBezTo>
                    <a:pt x="127" y="32"/>
                    <a:pt x="127" y="32"/>
                    <a:pt x="127" y="48"/>
                  </a:cubicBezTo>
                  <a:cubicBezTo>
                    <a:pt x="143" y="63"/>
                    <a:pt x="127" y="80"/>
                    <a:pt x="112" y="80"/>
                  </a:cubicBezTo>
                  <a:lnTo>
                    <a:pt x="95" y="80"/>
                  </a:lnTo>
                  <a:cubicBezTo>
                    <a:pt x="80" y="80"/>
                    <a:pt x="64" y="80"/>
                    <a:pt x="64" y="63"/>
                  </a:cubicBezTo>
                  <a:lnTo>
                    <a:pt x="64" y="63"/>
                  </a:lnTo>
                  <a:lnTo>
                    <a:pt x="32" y="80"/>
                  </a:lnTo>
                  <a:lnTo>
                    <a:pt x="32" y="80"/>
                  </a:lnTo>
                  <a:cubicBezTo>
                    <a:pt x="17" y="80"/>
                    <a:pt x="1" y="111"/>
                    <a:pt x="17" y="126"/>
                  </a:cubicBezTo>
                  <a:cubicBezTo>
                    <a:pt x="17" y="126"/>
                    <a:pt x="32" y="143"/>
                    <a:pt x="49" y="143"/>
                  </a:cubicBezTo>
                  <a:cubicBezTo>
                    <a:pt x="49" y="143"/>
                    <a:pt x="64" y="143"/>
                    <a:pt x="64" y="126"/>
                  </a:cubicBezTo>
                  <a:lnTo>
                    <a:pt x="80" y="126"/>
                  </a:lnTo>
                  <a:lnTo>
                    <a:pt x="190" y="63"/>
                  </a:lnTo>
                  <a:lnTo>
                    <a:pt x="190" y="48"/>
                  </a:lnTo>
                  <a:lnTo>
                    <a:pt x="206" y="0"/>
                  </a:lnTo>
                  <a:lnTo>
                    <a:pt x="17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57" name="Google Shape;4257;p46"/>
            <p:cNvSpPr/>
            <p:nvPr/>
          </p:nvSpPr>
          <p:spPr>
            <a:xfrm>
              <a:off x="3189521" y="1798272"/>
              <a:ext cx="3053" cy="2544"/>
            </a:xfrm>
            <a:custGeom>
              <a:avLst/>
              <a:gdLst/>
              <a:ahLst/>
              <a:cxnLst/>
              <a:rect l="l" t="t" r="r" b="b"/>
              <a:pathLst>
                <a:path w="96" h="80" extrusionOk="0">
                  <a:moveTo>
                    <a:pt x="48" y="1"/>
                  </a:moveTo>
                  <a:lnTo>
                    <a:pt x="48" y="1"/>
                  </a:lnTo>
                  <a:cubicBezTo>
                    <a:pt x="48" y="16"/>
                    <a:pt x="17" y="32"/>
                    <a:pt x="1" y="32"/>
                  </a:cubicBezTo>
                  <a:lnTo>
                    <a:pt x="1" y="48"/>
                  </a:lnTo>
                  <a:cubicBezTo>
                    <a:pt x="1" y="64"/>
                    <a:pt x="17" y="79"/>
                    <a:pt x="32" y="79"/>
                  </a:cubicBezTo>
                  <a:lnTo>
                    <a:pt x="32" y="79"/>
                  </a:lnTo>
                  <a:lnTo>
                    <a:pt x="80" y="64"/>
                  </a:lnTo>
                  <a:lnTo>
                    <a:pt x="95" y="64"/>
                  </a:lnTo>
                  <a:lnTo>
                    <a:pt x="95" y="64"/>
                  </a:lnTo>
                  <a:cubicBezTo>
                    <a:pt x="80" y="48"/>
                    <a:pt x="64" y="32"/>
                    <a:pt x="80" y="16"/>
                  </a:cubicBezTo>
                  <a:lnTo>
                    <a:pt x="95" y="16"/>
                  </a:lnTo>
                  <a:cubicBezTo>
                    <a:pt x="80" y="16"/>
                    <a:pt x="64" y="16"/>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58" name="Google Shape;4258;p46"/>
            <p:cNvSpPr/>
            <p:nvPr/>
          </p:nvSpPr>
          <p:spPr>
            <a:xfrm>
              <a:off x="3081802" y="1808799"/>
              <a:ext cx="5534" cy="5025"/>
            </a:xfrm>
            <a:custGeom>
              <a:avLst/>
              <a:gdLst/>
              <a:ahLst/>
              <a:cxnLst/>
              <a:rect l="l" t="t" r="r" b="b"/>
              <a:pathLst>
                <a:path w="174" h="158" extrusionOk="0">
                  <a:moveTo>
                    <a:pt x="95" y="0"/>
                  </a:moveTo>
                  <a:lnTo>
                    <a:pt x="95" y="16"/>
                  </a:lnTo>
                  <a:cubicBezTo>
                    <a:pt x="110" y="32"/>
                    <a:pt x="95" y="48"/>
                    <a:pt x="79" y="48"/>
                  </a:cubicBezTo>
                  <a:cubicBezTo>
                    <a:pt x="79" y="63"/>
                    <a:pt x="79" y="63"/>
                    <a:pt x="64" y="63"/>
                  </a:cubicBezTo>
                  <a:cubicBezTo>
                    <a:pt x="64" y="63"/>
                    <a:pt x="64" y="48"/>
                    <a:pt x="47" y="48"/>
                  </a:cubicBezTo>
                  <a:cubicBezTo>
                    <a:pt x="47" y="63"/>
                    <a:pt x="47" y="80"/>
                    <a:pt x="32" y="80"/>
                  </a:cubicBezTo>
                  <a:lnTo>
                    <a:pt x="16" y="80"/>
                  </a:lnTo>
                  <a:lnTo>
                    <a:pt x="1" y="80"/>
                  </a:lnTo>
                  <a:cubicBezTo>
                    <a:pt x="1" y="95"/>
                    <a:pt x="16" y="95"/>
                    <a:pt x="32" y="95"/>
                  </a:cubicBezTo>
                  <a:lnTo>
                    <a:pt x="32" y="95"/>
                  </a:lnTo>
                  <a:lnTo>
                    <a:pt x="47" y="95"/>
                  </a:lnTo>
                  <a:lnTo>
                    <a:pt x="47" y="111"/>
                  </a:lnTo>
                  <a:lnTo>
                    <a:pt x="47" y="111"/>
                  </a:lnTo>
                  <a:cubicBezTo>
                    <a:pt x="47" y="126"/>
                    <a:pt x="64" y="126"/>
                    <a:pt x="64" y="126"/>
                  </a:cubicBezTo>
                  <a:lnTo>
                    <a:pt x="110" y="158"/>
                  </a:lnTo>
                  <a:lnTo>
                    <a:pt x="142" y="158"/>
                  </a:lnTo>
                  <a:lnTo>
                    <a:pt x="142" y="158"/>
                  </a:lnTo>
                  <a:lnTo>
                    <a:pt x="158" y="158"/>
                  </a:lnTo>
                  <a:cubicBezTo>
                    <a:pt x="158" y="158"/>
                    <a:pt x="173" y="158"/>
                    <a:pt x="173" y="143"/>
                  </a:cubicBezTo>
                  <a:lnTo>
                    <a:pt x="158" y="143"/>
                  </a:lnTo>
                  <a:cubicBezTo>
                    <a:pt x="127" y="126"/>
                    <a:pt x="127" y="111"/>
                    <a:pt x="127" y="95"/>
                  </a:cubicBezTo>
                  <a:cubicBezTo>
                    <a:pt x="142" y="80"/>
                    <a:pt x="142" y="80"/>
                    <a:pt x="158" y="80"/>
                  </a:cubicBezTo>
                  <a:lnTo>
                    <a:pt x="173" y="80"/>
                  </a:lnTo>
                  <a:lnTo>
                    <a:pt x="173" y="80"/>
                  </a:lnTo>
                  <a:lnTo>
                    <a:pt x="158" y="48"/>
                  </a:lnTo>
                  <a:cubicBezTo>
                    <a:pt x="158" y="48"/>
                    <a:pt x="158" y="32"/>
                    <a:pt x="142" y="32"/>
                  </a:cubicBezTo>
                  <a:cubicBezTo>
                    <a:pt x="142" y="16"/>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59" name="Google Shape;4259;p46"/>
            <p:cNvSpPr/>
            <p:nvPr/>
          </p:nvSpPr>
          <p:spPr>
            <a:xfrm>
              <a:off x="3425568" y="1772702"/>
              <a:ext cx="4516" cy="2576"/>
            </a:xfrm>
            <a:custGeom>
              <a:avLst/>
              <a:gdLst/>
              <a:ahLst/>
              <a:cxnLst/>
              <a:rect l="l" t="t" r="r" b="b"/>
              <a:pathLst>
                <a:path w="142" h="81" extrusionOk="0">
                  <a:moveTo>
                    <a:pt x="32" y="1"/>
                  </a:moveTo>
                  <a:lnTo>
                    <a:pt x="32" y="1"/>
                  </a:lnTo>
                  <a:lnTo>
                    <a:pt x="15" y="1"/>
                  </a:lnTo>
                  <a:cubicBezTo>
                    <a:pt x="15" y="1"/>
                    <a:pt x="0" y="17"/>
                    <a:pt x="0" y="32"/>
                  </a:cubicBezTo>
                  <a:lnTo>
                    <a:pt x="0" y="49"/>
                  </a:lnTo>
                  <a:cubicBezTo>
                    <a:pt x="15" y="64"/>
                    <a:pt x="15" y="80"/>
                    <a:pt x="47" y="80"/>
                  </a:cubicBezTo>
                  <a:lnTo>
                    <a:pt x="47" y="80"/>
                  </a:lnTo>
                  <a:lnTo>
                    <a:pt x="126" y="80"/>
                  </a:lnTo>
                  <a:cubicBezTo>
                    <a:pt x="141" y="64"/>
                    <a:pt x="141" y="64"/>
                    <a:pt x="141" y="32"/>
                  </a:cubicBezTo>
                  <a:lnTo>
                    <a:pt x="141" y="32"/>
                  </a:lnTo>
                  <a:cubicBezTo>
                    <a:pt x="141" y="17"/>
                    <a:pt x="126" y="1"/>
                    <a:pt x="110" y="1"/>
                  </a:cubicBezTo>
                  <a:lnTo>
                    <a:pt x="110" y="1"/>
                  </a:lnTo>
                  <a:lnTo>
                    <a:pt x="95" y="1"/>
                  </a:lnTo>
                  <a:lnTo>
                    <a:pt x="63" y="17"/>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60" name="Google Shape;4260;p46"/>
            <p:cNvSpPr/>
            <p:nvPr/>
          </p:nvSpPr>
          <p:spPr>
            <a:xfrm>
              <a:off x="3167481" y="1797763"/>
              <a:ext cx="7569" cy="4548"/>
            </a:xfrm>
            <a:custGeom>
              <a:avLst/>
              <a:gdLst/>
              <a:ahLst/>
              <a:cxnLst/>
              <a:rect l="l" t="t" r="r" b="b"/>
              <a:pathLst>
                <a:path w="238" h="143" extrusionOk="0">
                  <a:moveTo>
                    <a:pt x="32" y="0"/>
                  </a:moveTo>
                  <a:lnTo>
                    <a:pt x="32" y="0"/>
                  </a:lnTo>
                  <a:lnTo>
                    <a:pt x="32" y="0"/>
                  </a:lnTo>
                  <a:cubicBezTo>
                    <a:pt x="17" y="0"/>
                    <a:pt x="0" y="17"/>
                    <a:pt x="0" y="32"/>
                  </a:cubicBezTo>
                  <a:lnTo>
                    <a:pt x="0" y="80"/>
                  </a:lnTo>
                  <a:cubicBezTo>
                    <a:pt x="0" y="95"/>
                    <a:pt x="0" y="111"/>
                    <a:pt x="17" y="111"/>
                  </a:cubicBezTo>
                  <a:cubicBezTo>
                    <a:pt x="17" y="127"/>
                    <a:pt x="32" y="127"/>
                    <a:pt x="32" y="127"/>
                  </a:cubicBezTo>
                  <a:lnTo>
                    <a:pt x="32" y="127"/>
                  </a:lnTo>
                  <a:cubicBezTo>
                    <a:pt x="48" y="127"/>
                    <a:pt x="48" y="111"/>
                    <a:pt x="63" y="111"/>
                  </a:cubicBezTo>
                  <a:lnTo>
                    <a:pt x="63" y="111"/>
                  </a:lnTo>
                  <a:lnTo>
                    <a:pt x="63" y="111"/>
                  </a:lnTo>
                  <a:lnTo>
                    <a:pt x="80" y="127"/>
                  </a:lnTo>
                  <a:cubicBezTo>
                    <a:pt x="95" y="127"/>
                    <a:pt x="95" y="143"/>
                    <a:pt x="111" y="143"/>
                  </a:cubicBezTo>
                  <a:lnTo>
                    <a:pt x="111" y="143"/>
                  </a:lnTo>
                  <a:cubicBezTo>
                    <a:pt x="126" y="143"/>
                    <a:pt x="126" y="127"/>
                    <a:pt x="126" y="127"/>
                  </a:cubicBezTo>
                  <a:lnTo>
                    <a:pt x="143" y="127"/>
                  </a:lnTo>
                  <a:lnTo>
                    <a:pt x="206" y="95"/>
                  </a:lnTo>
                  <a:lnTo>
                    <a:pt x="221" y="95"/>
                  </a:lnTo>
                  <a:lnTo>
                    <a:pt x="221" y="80"/>
                  </a:lnTo>
                  <a:cubicBezTo>
                    <a:pt x="237" y="80"/>
                    <a:pt x="237" y="64"/>
                    <a:pt x="221" y="64"/>
                  </a:cubicBezTo>
                  <a:lnTo>
                    <a:pt x="221" y="48"/>
                  </a:lnTo>
                  <a:lnTo>
                    <a:pt x="221" y="48"/>
                  </a:lnTo>
                  <a:cubicBezTo>
                    <a:pt x="206" y="32"/>
                    <a:pt x="206" y="32"/>
                    <a:pt x="189" y="32"/>
                  </a:cubicBezTo>
                  <a:lnTo>
                    <a:pt x="189" y="32"/>
                  </a:lnTo>
                  <a:lnTo>
                    <a:pt x="174" y="48"/>
                  </a:lnTo>
                  <a:lnTo>
                    <a:pt x="111" y="64"/>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61" name="Google Shape;4261;p46"/>
            <p:cNvSpPr/>
            <p:nvPr/>
          </p:nvSpPr>
          <p:spPr>
            <a:xfrm>
              <a:off x="3409507" y="1775246"/>
              <a:ext cx="4548" cy="3498"/>
            </a:xfrm>
            <a:custGeom>
              <a:avLst/>
              <a:gdLst/>
              <a:ahLst/>
              <a:cxnLst/>
              <a:rect l="l" t="t" r="r" b="b"/>
              <a:pathLst>
                <a:path w="143" h="110" extrusionOk="0">
                  <a:moveTo>
                    <a:pt x="111" y="0"/>
                  </a:moveTo>
                  <a:lnTo>
                    <a:pt x="111" y="0"/>
                  </a:lnTo>
                  <a:lnTo>
                    <a:pt x="95" y="0"/>
                  </a:lnTo>
                  <a:lnTo>
                    <a:pt x="48" y="32"/>
                  </a:lnTo>
                  <a:lnTo>
                    <a:pt x="32" y="32"/>
                  </a:lnTo>
                  <a:lnTo>
                    <a:pt x="16" y="47"/>
                  </a:lnTo>
                  <a:cubicBezTo>
                    <a:pt x="1" y="47"/>
                    <a:pt x="1" y="63"/>
                    <a:pt x="1" y="78"/>
                  </a:cubicBezTo>
                  <a:lnTo>
                    <a:pt x="1" y="78"/>
                  </a:lnTo>
                  <a:cubicBezTo>
                    <a:pt x="16" y="78"/>
                    <a:pt x="32" y="95"/>
                    <a:pt x="32" y="110"/>
                  </a:cubicBezTo>
                  <a:lnTo>
                    <a:pt x="48" y="110"/>
                  </a:lnTo>
                  <a:lnTo>
                    <a:pt x="48" y="95"/>
                  </a:lnTo>
                  <a:lnTo>
                    <a:pt x="48" y="95"/>
                  </a:lnTo>
                  <a:lnTo>
                    <a:pt x="64" y="110"/>
                  </a:lnTo>
                  <a:lnTo>
                    <a:pt x="79" y="110"/>
                  </a:lnTo>
                  <a:lnTo>
                    <a:pt x="79" y="110"/>
                  </a:lnTo>
                  <a:lnTo>
                    <a:pt x="79" y="95"/>
                  </a:lnTo>
                  <a:cubicBezTo>
                    <a:pt x="79" y="78"/>
                    <a:pt x="95" y="63"/>
                    <a:pt x="111" y="63"/>
                  </a:cubicBezTo>
                  <a:lnTo>
                    <a:pt x="111" y="63"/>
                  </a:lnTo>
                  <a:lnTo>
                    <a:pt x="127" y="63"/>
                  </a:lnTo>
                  <a:lnTo>
                    <a:pt x="142" y="78"/>
                  </a:lnTo>
                  <a:lnTo>
                    <a:pt x="142" y="63"/>
                  </a:lnTo>
                  <a:lnTo>
                    <a:pt x="142" y="32"/>
                  </a:lnTo>
                  <a:cubicBezTo>
                    <a:pt x="142" y="15"/>
                    <a:pt x="142" y="15"/>
                    <a:pt x="127" y="0"/>
                  </a:cubicBezTo>
                  <a:lnTo>
                    <a:pt x="12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62" name="Google Shape;4262;p46"/>
            <p:cNvSpPr/>
            <p:nvPr/>
          </p:nvSpPr>
          <p:spPr>
            <a:xfrm>
              <a:off x="3403496" y="1793279"/>
              <a:ext cx="4039" cy="2035"/>
            </a:xfrm>
            <a:custGeom>
              <a:avLst/>
              <a:gdLst/>
              <a:ahLst/>
              <a:cxnLst/>
              <a:rect l="l" t="t" r="r" b="b"/>
              <a:pathLst>
                <a:path w="127" h="64" extrusionOk="0">
                  <a:moveTo>
                    <a:pt x="16" y="47"/>
                  </a:moveTo>
                  <a:lnTo>
                    <a:pt x="1" y="63"/>
                  </a:lnTo>
                  <a:lnTo>
                    <a:pt x="16" y="63"/>
                  </a:lnTo>
                  <a:lnTo>
                    <a:pt x="16" y="47"/>
                  </a:lnTo>
                  <a:close/>
                  <a:moveTo>
                    <a:pt x="79" y="0"/>
                  </a:moveTo>
                  <a:lnTo>
                    <a:pt x="79" y="15"/>
                  </a:lnTo>
                  <a:lnTo>
                    <a:pt x="79" y="47"/>
                  </a:lnTo>
                  <a:lnTo>
                    <a:pt x="127" y="32"/>
                  </a:lnTo>
                  <a:lnTo>
                    <a:pt x="110" y="15"/>
                  </a:lnTo>
                  <a:lnTo>
                    <a:pt x="110" y="0"/>
                  </a:lnTo>
                  <a:lnTo>
                    <a:pt x="95" y="0"/>
                  </a:ln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63" name="Google Shape;4263;p46"/>
            <p:cNvSpPr/>
            <p:nvPr/>
          </p:nvSpPr>
          <p:spPr>
            <a:xfrm>
              <a:off x="3072801" y="1809308"/>
              <a:ext cx="2512" cy="4516"/>
            </a:xfrm>
            <a:custGeom>
              <a:avLst/>
              <a:gdLst/>
              <a:ahLst/>
              <a:cxnLst/>
              <a:rect l="l" t="t" r="r" b="b"/>
              <a:pathLst>
                <a:path w="79" h="142" extrusionOk="0">
                  <a:moveTo>
                    <a:pt x="47" y="0"/>
                  </a:moveTo>
                  <a:lnTo>
                    <a:pt x="32" y="0"/>
                  </a:lnTo>
                  <a:cubicBezTo>
                    <a:pt x="15" y="0"/>
                    <a:pt x="15" y="16"/>
                    <a:pt x="15" y="32"/>
                  </a:cubicBezTo>
                  <a:lnTo>
                    <a:pt x="0" y="95"/>
                  </a:lnTo>
                  <a:cubicBezTo>
                    <a:pt x="0" y="110"/>
                    <a:pt x="15" y="127"/>
                    <a:pt x="32" y="142"/>
                  </a:cubicBezTo>
                  <a:lnTo>
                    <a:pt x="32" y="142"/>
                  </a:lnTo>
                  <a:cubicBezTo>
                    <a:pt x="47" y="142"/>
                    <a:pt x="63" y="127"/>
                    <a:pt x="63" y="110"/>
                  </a:cubicBezTo>
                  <a:lnTo>
                    <a:pt x="78" y="47"/>
                  </a:lnTo>
                  <a:cubicBezTo>
                    <a:pt x="78" y="32"/>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64" name="Google Shape;4264;p46"/>
            <p:cNvSpPr/>
            <p:nvPr/>
          </p:nvSpPr>
          <p:spPr>
            <a:xfrm>
              <a:off x="3019148" y="1808290"/>
              <a:ext cx="3562" cy="5534"/>
            </a:xfrm>
            <a:custGeom>
              <a:avLst/>
              <a:gdLst/>
              <a:ahLst/>
              <a:cxnLst/>
              <a:rect l="l" t="t" r="r" b="b"/>
              <a:pathLst>
                <a:path w="112" h="174" extrusionOk="0">
                  <a:moveTo>
                    <a:pt x="32" y="1"/>
                  </a:moveTo>
                  <a:lnTo>
                    <a:pt x="32" y="1"/>
                  </a:lnTo>
                  <a:lnTo>
                    <a:pt x="17" y="1"/>
                  </a:lnTo>
                  <a:cubicBezTo>
                    <a:pt x="1" y="16"/>
                    <a:pt x="1" y="48"/>
                    <a:pt x="17" y="64"/>
                  </a:cubicBezTo>
                  <a:lnTo>
                    <a:pt x="17" y="64"/>
                  </a:lnTo>
                  <a:lnTo>
                    <a:pt x="17" y="64"/>
                  </a:lnTo>
                  <a:lnTo>
                    <a:pt x="17" y="79"/>
                  </a:lnTo>
                  <a:cubicBezTo>
                    <a:pt x="17" y="96"/>
                    <a:pt x="1" y="96"/>
                    <a:pt x="1" y="96"/>
                  </a:cubicBezTo>
                  <a:cubicBezTo>
                    <a:pt x="17" y="127"/>
                    <a:pt x="32" y="142"/>
                    <a:pt x="32" y="174"/>
                  </a:cubicBezTo>
                  <a:cubicBezTo>
                    <a:pt x="64" y="142"/>
                    <a:pt x="80" y="111"/>
                    <a:pt x="95" y="96"/>
                  </a:cubicBezTo>
                  <a:cubicBezTo>
                    <a:pt x="112" y="64"/>
                    <a:pt x="95" y="48"/>
                    <a:pt x="80" y="32"/>
                  </a:cubicBezTo>
                  <a:lnTo>
                    <a:pt x="80" y="32"/>
                  </a:lnTo>
                  <a:lnTo>
                    <a:pt x="80" y="32"/>
                  </a:lnTo>
                  <a:lnTo>
                    <a:pt x="64" y="16"/>
                  </a:lnTo>
                  <a:cubicBezTo>
                    <a:pt x="64"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65" name="Google Shape;4265;p46"/>
            <p:cNvSpPr/>
            <p:nvPr/>
          </p:nvSpPr>
          <p:spPr>
            <a:xfrm>
              <a:off x="3180488" y="1816337"/>
              <a:ext cx="3053" cy="6042"/>
            </a:xfrm>
            <a:custGeom>
              <a:avLst/>
              <a:gdLst/>
              <a:ahLst/>
              <a:cxnLst/>
              <a:rect l="l" t="t" r="r" b="b"/>
              <a:pathLst>
                <a:path w="96" h="190" extrusionOk="0">
                  <a:moveTo>
                    <a:pt x="49" y="0"/>
                  </a:moveTo>
                  <a:lnTo>
                    <a:pt x="49" y="0"/>
                  </a:lnTo>
                  <a:lnTo>
                    <a:pt x="49" y="0"/>
                  </a:lnTo>
                  <a:cubicBezTo>
                    <a:pt x="32" y="0"/>
                    <a:pt x="32" y="15"/>
                    <a:pt x="17" y="32"/>
                  </a:cubicBezTo>
                  <a:lnTo>
                    <a:pt x="17" y="32"/>
                  </a:lnTo>
                  <a:lnTo>
                    <a:pt x="17" y="63"/>
                  </a:lnTo>
                  <a:lnTo>
                    <a:pt x="17" y="63"/>
                  </a:lnTo>
                  <a:lnTo>
                    <a:pt x="17" y="63"/>
                  </a:lnTo>
                  <a:cubicBezTo>
                    <a:pt x="32" y="63"/>
                    <a:pt x="49" y="63"/>
                    <a:pt x="49" y="78"/>
                  </a:cubicBezTo>
                  <a:cubicBezTo>
                    <a:pt x="64" y="95"/>
                    <a:pt x="49" y="110"/>
                    <a:pt x="32" y="126"/>
                  </a:cubicBezTo>
                  <a:lnTo>
                    <a:pt x="1" y="126"/>
                  </a:lnTo>
                  <a:cubicBezTo>
                    <a:pt x="17" y="141"/>
                    <a:pt x="17" y="158"/>
                    <a:pt x="1" y="173"/>
                  </a:cubicBezTo>
                  <a:lnTo>
                    <a:pt x="1" y="173"/>
                  </a:lnTo>
                  <a:lnTo>
                    <a:pt x="1" y="189"/>
                  </a:lnTo>
                  <a:lnTo>
                    <a:pt x="17" y="189"/>
                  </a:lnTo>
                  <a:cubicBezTo>
                    <a:pt x="32" y="189"/>
                    <a:pt x="49" y="173"/>
                    <a:pt x="49" y="158"/>
                  </a:cubicBezTo>
                  <a:lnTo>
                    <a:pt x="80" y="47"/>
                  </a:lnTo>
                  <a:cubicBezTo>
                    <a:pt x="95" y="32"/>
                    <a:pt x="80" y="15"/>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66" name="Google Shape;4266;p46"/>
            <p:cNvSpPr/>
            <p:nvPr/>
          </p:nvSpPr>
          <p:spPr>
            <a:xfrm>
              <a:off x="3190538" y="1794742"/>
              <a:ext cx="5534" cy="4580"/>
            </a:xfrm>
            <a:custGeom>
              <a:avLst/>
              <a:gdLst/>
              <a:ahLst/>
              <a:cxnLst/>
              <a:rect l="l" t="t" r="r" b="b"/>
              <a:pathLst>
                <a:path w="174" h="144" extrusionOk="0">
                  <a:moveTo>
                    <a:pt x="63" y="1"/>
                  </a:moveTo>
                  <a:lnTo>
                    <a:pt x="48" y="1"/>
                  </a:lnTo>
                  <a:lnTo>
                    <a:pt x="48" y="1"/>
                  </a:lnTo>
                  <a:cubicBezTo>
                    <a:pt x="32" y="1"/>
                    <a:pt x="16" y="17"/>
                    <a:pt x="0" y="32"/>
                  </a:cubicBezTo>
                  <a:lnTo>
                    <a:pt x="0" y="32"/>
                  </a:lnTo>
                  <a:lnTo>
                    <a:pt x="0" y="32"/>
                  </a:lnTo>
                  <a:lnTo>
                    <a:pt x="0" y="49"/>
                  </a:lnTo>
                  <a:cubicBezTo>
                    <a:pt x="0" y="49"/>
                    <a:pt x="16" y="49"/>
                    <a:pt x="16" y="32"/>
                  </a:cubicBezTo>
                  <a:lnTo>
                    <a:pt x="32" y="32"/>
                  </a:lnTo>
                  <a:lnTo>
                    <a:pt x="32" y="32"/>
                  </a:lnTo>
                  <a:cubicBezTo>
                    <a:pt x="48" y="32"/>
                    <a:pt x="63" y="49"/>
                    <a:pt x="63" y="49"/>
                  </a:cubicBezTo>
                  <a:cubicBezTo>
                    <a:pt x="63" y="80"/>
                    <a:pt x="63" y="95"/>
                    <a:pt x="48" y="95"/>
                  </a:cubicBezTo>
                  <a:cubicBezTo>
                    <a:pt x="32" y="95"/>
                    <a:pt x="32" y="112"/>
                    <a:pt x="16" y="112"/>
                  </a:cubicBezTo>
                  <a:lnTo>
                    <a:pt x="32" y="112"/>
                  </a:lnTo>
                  <a:cubicBezTo>
                    <a:pt x="32" y="127"/>
                    <a:pt x="48" y="127"/>
                    <a:pt x="63" y="127"/>
                  </a:cubicBezTo>
                  <a:cubicBezTo>
                    <a:pt x="63" y="127"/>
                    <a:pt x="63" y="112"/>
                    <a:pt x="79" y="112"/>
                  </a:cubicBezTo>
                  <a:lnTo>
                    <a:pt x="79" y="112"/>
                  </a:lnTo>
                  <a:cubicBezTo>
                    <a:pt x="79" y="112"/>
                    <a:pt x="95" y="112"/>
                    <a:pt x="95" y="127"/>
                  </a:cubicBezTo>
                  <a:lnTo>
                    <a:pt x="126" y="143"/>
                  </a:lnTo>
                  <a:lnTo>
                    <a:pt x="126" y="143"/>
                  </a:lnTo>
                  <a:lnTo>
                    <a:pt x="158" y="95"/>
                  </a:lnTo>
                  <a:cubicBezTo>
                    <a:pt x="174" y="95"/>
                    <a:pt x="174" y="80"/>
                    <a:pt x="174" y="64"/>
                  </a:cubicBezTo>
                  <a:cubicBezTo>
                    <a:pt x="174" y="49"/>
                    <a:pt x="158" y="49"/>
                    <a:pt x="142" y="49"/>
                  </a:cubicBezTo>
                  <a:lnTo>
                    <a:pt x="126" y="49"/>
                  </a:lnTo>
                  <a:lnTo>
                    <a:pt x="126" y="32"/>
                  </a:lnTo>
                  <a:lnTo>
                    <a:pt x="126" y="32"/>
                  </a:lnTo>
                  <a:cubicBezTo>
                    <a:pt x="111"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67" name="Google Shape;4267;p46"/>
            <p:cNvSpPr/>
            <p:nvPr/>
          </p:nvSpPr>
          <p:spPr>
            <a:xfrm>
              <a:off x="3082819" y="1806287"/>
              <a:ext cx="2512" cy="4548"/>
            </a:xfrm>
            <a:custGeom>
              <a:avLst/>
              <a:gdLst/>
              <a:ahLst/>
              <a:cxnLst/>
              <a:rect l="l" t="t" r="r" b="b"/>
              <a:pathLst>
                <a:path w="79" h="143" extrusionOk="0">
                  <a:moveTo>
                    <a:pt x="15" y="1"/>
                  </a:moveTo>
                  <a:lnTo>
                    <a:pt x="15" y="1"/>
                  </a:lnTo>
                  <a:lnTo>
                    <a:pt x="0" y="16"/>
                  </a:lnTo>
                  <a:lnTo>
                    <a:pt x="0" y="16"/>
                  </a:lnTo>
                  <a:lnTo>
                    <a:pt x="15" y="32"/>
                  </a:lnTo>
                  <a:cubicBezTo>
                    <a:pt x="32" y="48"/>
                    <a:pt x="15" y="79"/>
                    <a:pt x="0" y="95"/>
                  </a:cubicBezTo>
                  <a:lnTo>
                    <a:pt x="0" y="95"/>
                  </a:lnTo>
                  <a:lnTo>
                    <a:pt x="0" y="95"/>
                  </a:lnTo>
                  <a:lnTo>
                    <a:pt x="15" y="111"/>
                  </a:lnTo>
                  <a:lnTo>
                    <a:pt x="15" y="127"/>
                  </a:lnTo>
                  <a:cubicBezTo>
                    <a:pt x="32" y="127"/>
                    <a:pt x="32" y="142"/>
                    <a:pt x="32" y="142"/>
                  </a:cubicBezTo>
                  <a:cubicBezTo>
                    <a:pt x="47" y="142"/>
                    <a:pt x="47" y="142"/>
                    <a:pt x="47" y="127"/>
                  </a:cubicBezTo>
                  <a:cubicBezTo>
                    <a:pt x="63" y="127"/>
                    <a:pt x="78" y="111"/>
                    <a:pt x="63" y="95"/>
                  </a:cubicBezTo>
                  <a:lnTo>
                    <a:pt x="63" y="79"/>
                  </a:lnTo>
                  <a:lnTo>
                    <a:pt x="47" y="32"/>
                  </a:lnTo>
                  <a:cubicBezTo>
                    <a:pt x="47" y="16"/>
                    <a:pt x="32" y="1"/>
                    <a:pt x="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68" name="Google Shape;4268;p46"/>
            <p:cNvSpPr/>
            <p:nvPr/>
          </p:nvSpPr>
          <p:spPr>
            <a:xfrm>
              <a:off x="3133928" y="1800276"/>
              <a:ext cx="3021" cy="4039"/>
            </a:xfrm>
            <a:custGeom>
              <a:avLst/>
              <a:gdLst/>
              <a:ahLst/>
              <a:cxnLst/>
              <a:rect l="l" t="t" r="r" b="b"/>
              <a:pathLst>
                <a:path w="95" h="127" extrusionOk="0">
                  <a:moveTo>
                    <a:pt x="32" y="1"/>
                  </a:moveTo>
                  <a:lnTo>
                    <a:pt x="32" y="1"/>
                  </a:lnTo>
                  <a:lnTo>
                    <a:pt x="32" y="1"/>
                  </a:lnTo>
                  <a:cubicBezTo>
                    <a:pt x="0" y="16"/>
                    <a:pt x="0" y="32"/>
                    <a:pt x="0" y="48"/>
                  </a:cubicBezTo>
                  <a:lnTo>
                    <a:pt x="32" y="111"/>
                  </a:lnTo>
                  <a:cubicBezTo>
                    <a:pt x="32" y="127"/>
                    <a:pt x="47" y="127"/>
                    <a:pt x="63" y="127"/>
                  </a:cubicBezTo>
                  <a:lnTo>
                    <a:pt x="63" y="127"/>
                  </a:lnTo>
                  <a:cubicBezTo>
                    <a:pt x="95" y="127"/>
                    <a:pt x="95" y="111"/>
                    <a:pt x="95" y="95"/>
                  </a:cubicBez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69" name="Google Shape;4269;p46"/>
            <p:cNvSpPr/>
            <p:nvPr/>
          </p:nvSpPr>
          <p:spPr>
            <a:xfrm>
              <a:off x="3280225" y="1803774"/>
              <a:ext cx="6074" cy="2544"/>
            </a:xfrm>
            <a:custGeom>
              <a:avLst/>
              <a:gdLst/>
              <a:ahLst/>
              <a:cxnLst/>
              <a:rect l="l" t="t" r="r" b="b"/>
              <a:pathLst>
                <a:path w="191" h="80" extrusionOk="0">
                  <a:moveTo>
                    <a:pt x="142" y="1"/>
                  </a:moveTo>
                  <a:lnTo>
                    <a:pt x="32" y="17"/>
                  </a:lnTo>
                  <a:cubicBezTo>
                    <a:pt x="16" y="17"/>
                    <a:pt x="1" y="32"/>
                    <a:pt x="1" y="48"/>
                  </a:cubicBezTo>
                  <a:cubicBezTo>
                    <a:pt x="1" y="80"/>
                    <a:pt x="16" y="80"/>
                    <a:pt x="32" y="80"/>
                  </a:cubicBezTo>
                  <a:lnTo>
                    <a:pt x="32" y="80"/>
                  </a:lnTo>
                  <a:lnTo>
                    <a:pt x="159" y="80"/>
                  </a:lnTo>
                  <a:lnTo>
                    <a:pt x="174" y="80"/>
                  </a:lnTo>
                  <a:cubicBezTo>
                    <a:pt x="190" y="64"/>
                    <a:pt x="190" y="48"/>
                    <a:pt x="190" y="32"/>
                  </a:cubicBezTo>
                  <a:lnTo>
                    <a:pt x="190" y="32"/>
                  </a:lnTo>
                  <a:lnTo>
                    <a:pt x="159" y="32"/>
                  </a:lnTo>
                  <a:lnTo>
                    <a:pt x="14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70" name="Google Shape;4270;p46"/>
            <p:cNvSpPr/>
            <p:nvPr/>
          </p:nvSpPr>
          <p:spPr>
            <a:xfrm>
              <a:off x="3099325" y="1810803"/>
              <a:ext cx="2544" cy="4039"/>
            </a:xfrm>
            <a:custGeom>
              <a:avLst/>
              <a:gdLst/>
              <a:ahLst/>
              <a:cxnLst/>
              <a:rect l="l" t="t" r="r" b="b"/>
              <a:pathLst>
                <a:path w="80" h="127" extrusionOk="0">
                  <a:moveTo>
                    <a:pt x="32" y="0"/>
                  </a:moveTo>
                  <a:lnTo>
                    <a:pt x="32" y="0"/>
                  </a:lnTo>
                  <a:cubicBezTo>
                    <a:pt x="17" y="0"/>
                    <a:pt x="1" y="17"/>
                    <a:pt x="1" y="32"/>
                  </a:cubicBezTo>
                  <a:lnTo>
                    <a:pt x="17" y="95"/>
                  </a:lnTo>
                  <a:cubicBezTo>
                    <a:pt x="17" y="111"/>
                    <a:pt x="32" y="126"/>
                    <a:pt x="48" y="126"/>
                  </a:cubicBezTo>
                  <a:lnTo>
                    <a:pt x="48" y="126"/>
                  </a:lnTo>
                  <a:cubicBezTo>
                    <a:pt x="64" y="126"/>
                    <a:pt x="80" y="111"/>
                    <a:pt x="80" y="80"/>
                  </a:cubicBezTo>
                  <a:lnTo>
                    <a:pt x="80" y="32"/>
                  </a:lnTo>
                  <a:cubicBezTo>
                    <a:pt x="80"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71" name="Google Shape;4271;p46"/>
            <p:cNvSpPr/>
            <p:nvPr/>
          </p:nvSpPr>
          <p:spPr>
            <a:xfrm>
              <a:off x="3322333" y="1786727"/>
              <a:ext cx="4039" cy="3562"/>
            </a:xfrm>
            <a:custGeom>
              <a:avLst/>
              <a:gdLst/>
              <a:ahLst/>
              <a:cxnLst/>
              <a:rect l="l" t="t" r="r" b="b"/>
              <a:pathLst>
                <a:path w="127" h="112" extrusionOk="0">
                  <a:moveTo>
                    <a:pt x="32" y="1"/>
                  </a:moveTo>
                  <a:lnTo>
                    <a:pt x="32" y="1"/>
                  </a:lnTo>
                  <a:cubicBezTo>
                    <a:pt x="16" y="1"/>
                    <a:pt x="16" y="17"/>
                    <a:pt x="0" y="17"/>
                  </a:cubicBezTo>
                  <a:lnTo>
                    <a:pt x="0" y="49"/>
                  </a:lnTo>
                  <a:cubicBezTo>
                    <a:pt x="0" y="49"/>
                    <a:pt x="0" y="64"/>
                    <a:pt x="16" y="80"/>
                  </a:cubicBezTo>
                  <a:lnTo>
                    <a:pt x="79" y="112"/>
                  </a:lnTo>
                  <a:lnTo>
                    <a:pt x="95" y="112"/>
                  </a:lnTo>
                  <a:cubicBezTo>
                    <a:pt x="95" y="112"/>
                    <a:pt x="110" y="112"/>
                    <a:pt x="126" y="95"/>
                  </a:cubicBezTo>
                  <a:lnTo>
                    <a:pt x="126" y="95"/>
                  </a:lnTo>
                  <a:lnTo>
                    <a:pt x="110" y="95"/>
                  </a:lnTo>
                  <a:lnTo>
                    <a:pt x="95" y="95"/>
                  </a:lnTo>
                  <a:cubicBezTo>
                    <a:pt x="79" y="95"/>
                    <a:pt x="63" y="80"/>
                    <a:pt x="63" y="64"/>
                  </a:cubicBezTo>
                  <a:cubicBezTo>
                    <a:pt x="63" y="49"/>
                    <a:pt x="79" y="49"/>
                    <a:pt x="79" y="49"/>
                  </a:cubicBezTo>
                  <a:cubicBezTo>
                    <a:pt x="79" y="17"/>
                    <a:pt x="79" y="17"/>
                    <a:pt x="63"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72" name="Google Shape;4272;p46"/>
            <p:cNvSpPr/>
            <p:nvPr/>
          </p:nvSpPr>
          <p:spPr>
            <a:xfrm>
              <a:off x="3171011" y="1804792"/>
              <a:ext cx="6042" cy="3530"/>
            </a:xfrm>
            <a:custGeom>
              <a:avLst/>
              <a:gdLst/>
              <a:ahLst/>
              <a:cxnLst/>
              <a:rect l="l" t="t" r="r" b="b"/>
              <a:pathLst>
                <a:path w="190" h="111" extrusionOk="0">
                  <a:moveTo>
                    <a:pt x="158" y="0"/>
                  </a:moveTo>
                  <a:lnTo>
                    <a:pt x="158" y="0"/>
                  </a:lnTo>
                  <a:lnTo>
                    <a:pt x="141" y="0"/>
                  </a:lnTo>
                  <a:lnTo>
                    <a:pt x="32" y="32"/>
                  </a:lnTo>
                  <a:cubicBezTo>
                    <a:pt x="15" y="48"/>
                    <a:pt x="0" y="63"/>
                    <a:pt x="15" y="79"/>
                  </a:cubicBezTo>
                  <a:cubicBezTo>
                    <a:pt x="15" y="95"/>
                    <a:pt x="32" y="111"/>
                    <a:pt x="47" y="111"/>
                  </a:cubicBezTo>
                  <a:lnTo>
                    <a:pt x="47" y="111"/>
                  </a:lnTo>
                  <a:lnTo>
                    <a:pt x="173" y="63"/>
                  </a:lnTo>
                  <a:lnTo>
                    <a:pt x="189" y="63"/>
                  </a:lnTo>
                  <a:lnTo>
                    <a:pt x="189" y="32"/>
                  </a:lnTo>
                  <a:cubicBezTo>
                    <a:pt x="189" y="16"/>
                    <a:pt x="189"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73" name="Google Shape;4273;p46"/>
            <p:cNvSpPr/>
            <p:nvPr/>
          </p:nvSpPr>
          <p:spPr>
            <a:xfrm>
              <a:off x="3294282" y="1791752"/>
              <a:ext cx="3498" cy="4039"/>
            </a:xfrm>
            <a:custGeom>
              <a:avLst/>
              <a:gdLst/>
              <a:ahLst/>
              <a:cxnLst/>
              <a:rect l="l" t="t" r="r" b="b"/>
              <a:pathLst>
                <a:path w="110" h="127" extrusionOk="0">
                  <a:moveTo>
                    <a:pt x="63" y="0"/>
                  </a:moveTo>
                  <a:lnTo>
                    <a:pt x="63" y="0"/>
                  </a:lnTo>
                  <a:cubicBezTo>
                    <a:pt x="47" y="0"/>
                    <a:pt x="47" y="17"/>
                    <a:pt x="32" y="32"/>
                  </a:cubicBezTo>
                  <a:lnTo>
                    <a:pt x="15" y="80"/>
                  </a:lnTo>
                  <a:cubicBezTo>
                    <a:pt x="0" y="95"/>
                    <a:pt x="15" y="111"/>
                    <a:pt x="32" y="126"/>
                  </a:cubicBezTo>
                  <a:lnTo>
                    <a:pt x="47" y="126"/>
                  </a:lnTo>
                  <a:cubicBezTo>
                    <a:pt x="63" y="126"/>
                    <a:pt x="63" y="111"/>
                    <a:pt x="78" y="111"/>
                  </a:cubicBezTo>
                  <a:lnTo>
                    <a:pt x="95" y="63"/>
                  </a:lnTo>
                  <a:cubicBezTo>
                    <a:pt x="110" y="32"/>
                    <a:pt x="95" y="17"/>
                    <a:pt x="78" y="17"/>
                  </a:cubicBezTo>
                  <a:cubicBezTo>
                    <a:pt x="78" y="0"/>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74" name="Google Shape;4274;p46"/>
            <p:cNvSpPr/>
            <p:nvPr/>
          </p:nvSpPr>
          <p:spPr>
            <a:xfrm>
              <a:off x="3037722" y="1818817"/>
              <a:ext cx="3498" cy="3021"/>
            </a:xfrm>
            <a:custGeom>
              <a:avLst/>
              <a:gdLst/>
              <a:ahLst/>
              <a:cxnLst/>
              <a:rect l="l" t="t" r="r" b="b"/>
              <a:pathLst>
                <a:path w="110" h="95" extrusionOk="0">
                  <a:moveTo>
                    <a:pt x="32" y="0"/>
                  </a:moveTo>
                  <a:lnTo>
                    <a:pt x="32" y="0"/>
                  </a:lnTo>
                  <a:cubicBezTo>
                    <a:pt x="15" y="0"/>
                    <a:pt x="0" y="17"/>
                    <a:pt x="0" y="32"/>
                  </a:cubicBezTo>
                  <a:lnTo>
                    <a:pt x="0" y="32"/>
                  </a:lnTo>
                  <a:lnTo>
                    <a:pt x="0" y="32"/>
                  </a:lnTo>
                  <a:lnTo>
                    <a:pt x="0" y="32"/>
                  </a:lnTo>
                  <a:cubicBezTo>
                    <a:pt x="15" y="32"/>
                    <a:pt x="32" y="48"/>
                    <a:pt x="32" y="48"/>
                  </a:cubicBezTo>
                  <a:lnTo>
                    <a:pt x="63" y="95"/>
                  </a:lnTo>
                  <a:lnTo>
                    <a:pt x="78" y="95"/>
                  </a:lnTo>
                  <a:lnTo>
                    <a:pt x="78" y="80"/>
                  </a:lnTo>
                  <a:lnTo>
                    <a:pt x="95" y="63"/>
                  </a:lnTo>
                  <a:cubicBezTo>
                    <a:pt x="110" y="48"/>
                    <a:pt x="110" y="32"/>
                    <a:pt x="95" y="32"/>
                  </a:cubicBezTo>
                  <a:cubicBezTo>
                    <a:pt x="95" y="17"/>
                    <a:pt x="78" y="17"/>
                    <a:pt x="78" y="17"/>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75" name="Google Shape;4275;p46"/>
            <p:cNvSpPr/>
            <p:nvPr/>
          </p:nvSpPr>
          <p:spPr>
            <a:xfrm>
              <a:off x="3153964" y="1816337"/>
              <a:ext cx="4039" cy="4516"/>
            </a:xfrm>
            <a:custGeom>
              <a:avLst/>
              <a:gdLst/>
              <a:ahLst/>
              <a:cxnLst/>
              <a:rect l="l" t="t" r="r" b="b"/>
              <a:pathLst>
                <a:path w="127" h="142" extrusionOk="0">
                  <a:moveTo>
                    <a:pt x="79" y="0"/>
                  </a:moveTo>
                  <a:lnTo>
                    <a:pt x="79" y="0"/>
                  </a:lnTo>
                  <a:cubicBezTo>
                    <a:pt x="79" y="15"/>
                    <a:pt x="64" y="15"/>
                    <a:pt x="64" y="15"/>
                  </a:cubicBezTo>
                  <a:lnTo>
                    <a:pt x="64" y="15"/>
                  </a:lnTo>
                  <a:cubicBezTo>
                    <a:pt x="47" y="15"/>
                    <a:pt x="47" y="32"/>
                    <a:pt x="47" y="47"/>
                  </a:cubicBezTo>
                  <a:lnTo>
                    <a:pt x="47" y="63"/>
                  </a:lnTo>
                  <a:lnTo>
                    <a:pt x="16" y="78"/>
                  </a:lnTo>
                  <a:cubicBezTo>
                    <a:pt x="1" y="95"/>
                    <a:pt x="1" y="110"/>
                    <a:pt x="16" y="126"/>
                  </a:cubicBezTo>
                  <a:cubicBezTo>
                    <a:pt x="16" y="141"/>
                    <a:pt x="32" y="141"/>
                    <a:pt x="32" y="141"/>
                  </a:cubicBezTo>
                  <a:lnTo>
                    <a:pt x="47" y="141"/>
                  </a:lnTo>
                  <a:lnTo>
                    <a:pt x="64" y="141"/>
                  </a:lnTo>
                  <a:lnTo>
                    <a:pt x="110" y="95"/>
                  </a:lnTo>
                  <a:cubicBezTo>
                    <a:pt x="127" y="95"/>
                    <a:pt x="127" y="78"/>
                    <a:pt x="127" y="78"/>
                  </a:cubicBezTo>
                  <a:lnTo>
                    <a:pt x="127" y="63"/>
                  </a:lnTo>
                  <a:lnTo>
                    <a:pt x="110" y="32"/>
                  </a:lnTo>
                  <a:cubicBezTo>
                    <a:pt x="110" y="15"/>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76" name="Google Shape;4276;p46"/>
            <p:cNvSpPr/>
            <p:nvPr/>
          </p:nvSpPr>
          <p:spPr>
            <a:xfrm>
              <a:off x="3085809" y="1809785"/>
              <a:ext cx="5057" cy="4039"/>
            </a:xfrm>
            <a:custGeom>
              <a:avLst/>
              <a:gdLst/>
              <a:ahLst/>
              <a:cxnLst/>
              <a:rect l="l" t="t" r="r" b="b"/>
              <a:pathLst>
                <a:path w="159" h="127" extrusionOk="0">
                  <a:moveTo>
                    <a:pt x="110" y="1"/>
                  </a:moveTo>
                  <a:lnTo>
                    <a:pt x="95" y="1"/>
                  </a:lnTo>
                  <a:lnTo>
                    <a:pt x="95" y="1"/>
                  </a:lnTo>
                  <a:lnTo>
                    <a:pt x="95" y="1"/>
                  </a:lnTo>
                  <a:cubicBezTo>
                    <a:pt x="95" y="1"/>
                    <a:pt x="79" y="1"/>
                    <a:pt x="79" y="17"/>
                  </a:cubicBezTo>
                  <a:lnTo>
                    <a:pt x="64" y="49"/>
                  </a:lnTo>
                  <a:lnTo>
                    <a:pt x="47" y="49"/>
                  </a:lnTo>
                  <a:lnTo>
                    <a:pt x="47" y="49"/>
                  </a:lnTo>
                  <a:lnTo>
                    <a:pt x="32" y="49"/>
                  </a:lnTo>
                  <a:cubicBezTo>
                    <a:pt x="16" y="49"/>
                    <a:pt x="16" y="49"/>
                    <a:pt x="1" y="64"/>
                  </a:cubicBezTo>
                  <a:cubicBezTo>
                    <a:pt x="1" y="80"/>
                    <a:pt x="1" y="95"/>
                    <a:pt x="32" y="112"/>
                  </a:cubicBezTo>
                  <a:lnTo>
                    <a:pt x="47" y="112"/>
                  </a:lnTo>
                  <a:lnTo>
                    <a:pt x="64" y="112"/>
                  </a:lnTo>
                  <a:lnTo>
                    <a:pt x="64" y="127"/>
                  </a:lnTo>
                  <a:cubicBezTo>
                    <a:pt x="79" y="127"/>
                    <a:pt x="95" y="112"/>
                    <a:pt x="95" y="112"/>
                  </a:cubicBezTo>
                  <a:lnTo>
                    <a:pt x="95" y="95"/>
                  </a:lnTo>
                  <a:lnTo>
                    <a:pt x="110" y="95"/>
                  </a:lnTo>
                  <a:lnTo>
                    <a:pt x="127" y="95"/>
                  </a:lnTo>
                  <a:lnTo>
                    <a:pt x="142" y="80"/>
                  </a:lnTo>
                  <a:cubicBezTo>
                    <a:pt x="158" y="64"/>
                    <a:pt x="158" y="64"/>
                    <a:pt x="158" y="49"/>
                  </a:cubicBezTo>
                  <a:cubicBezTo>
                    <a:pt x="158" y="32"/>
                    <a:pt x="158" y="32"/>
                    <a:pt x="142" y="17"/>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77" name="Google Shape;4277;p46"/>
            <p:cNvSpPr/>
            <p:nvPr/>
          </p:nvSpPr>
          <p:spPr>
            <a:xfrm>
              <a:off x="3167004" y="1802279"/>
              <a:ext cx="4516" cy="3053"/>
            </a:xfrm>
            <a:custGeom>
              <a:avLst/>
              <a:gdLst/>
              <a:ahLst/>
              <a:cxnLst/>
              <a:rect l="l" t="t" r="r" b="b"/>
              <a:pathLst>
                <a:path w="142" h="96" extrusionOk="0">
                  <a:moveTo>
                    <a:pt x="110" y="1"/>
                  </a:moveTo>
                  <a:lnTo>
                    <a:pt x="95" y="1"/>
                  </a:lnTo>
                  <a:lnTo>
                    <a:pt x="95" y="16"/>
                  </a:lnTo>
                  <a:lnTo>
                    <a:pt x="32" y="32"/>
                  </a:lnTo>
                  <a:lnTo>
                    <a:pt x="15" y="32"/>
                  </a:lnTo>
                  <a:cubicBezTo>
                    <a:pt x="15" y="48"/>
                    <a:pt x="0" y="64"/>
                    <a:pt x="15" y="79"/>
                  </a:cubicBezTo>
                  <a:cubicBezTo>
                    <a:pt x="15" y="95"/>
                    <a:pt x="32" y="95"/>
                    <a:pt x="47" y="95"/>
                  </a:cubicBezTo>
                  <a:lnTo>
                    <a:pt x="63" y="95"/>
                  </a:lnTo>
                  <a:lnTo>
                    <a:pt x="78" y="79"/>
                  </a:lnTo>
                  <a:lnTo>
                    <a:pt x="110" y="79"/>
                  </a:lnTo>
                  <a:lnTo>
                    <a:pt x="110" y="79"/>
                  </a:lnTo>
                  <a:cubicBezTo>
                    <a:pt x="141" y="64"/>
                    <a:pt x="141" y="48"/>
                    <a:pt x="141" y="32"/>
                  </a:cubicBezTo>
                  <a:cubicBezTo>
                    <a:pt x="126" y="16"/>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78" name="Google Shape;4278;p46"/>
            <p:cNvSpPr/>
            <p:nvPr/>
          </p:nvSpPr>
          <p:spPr>
            <a:xfrm>
              <a:off x="3411001" y="1778713"/>
              <a:ext cx="2035" cy="2035"/>
            </a:xfrm>
            <a:custGeom>
              <a:avLst/>
              <a:gdLst/>
              <a:ahLst/>
              <a:cxnLst/>
              <a:rect l="l" t="t" r="r" b="b"/>
              <a:pathLst>
                <a:path w="64" h="64" extrusionOk="0">
                  <a:moveTo>
                    <a:pt x="32" y="1"/>
                  </a:moveTo>
                  <a:lnTo>
                    <a:pt x="32" y="1"/>
                  </a:lnTo>
                  <a:lnTo>
                    <a:pt x="17" y="1"/>
                  </a:lnTo>
                  <a:lnTo>
                    <a:pt x="1" y="17"/>
                  </a:lnTo>
                  <a:lnTo>
                    <a:pt x="1" y="49"/>
                  </a:lnTo>
                  <a:lnTo>
                    <a:pt x="1" y="49"/>
                  </a:lnTo>
                  <a:cubicBezTo>
                    <a:pt x="1" y="64"/>
                    <a:pt x="17" y="64"/>
                    <a:pt x="32" y="64"/>
                  </a:cubicBezTo>
                  <a:lnTo>
                    <a:pt x="32" y="64"/>
                  </a:lnTo>
                  <a:lnTo>
                    <a:pt x="64" y="64"/>
                  </a:lnTo>
                  <a:lnTo>
                    <a:pt x="64" y="64"/>
                  </a:lnTo>
                  <a:lnTo>
                    <a:pt x="64" y="32"/>
                  </a:lnTo>
                  <a:lnTo>
                    <a:pt x="48" y="17"/>
                  </a:lnTo>
                  <a:cubicBezTo>
                    <a:pt x="48" y="17"/>
                    <a:pt x="32" y="17"/>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79" name="Google Shape;4279;p46"/>
            <p:cNvSpPr/>
            <p:nvPr/>
          </p:nvSpPr>
          <p:spPr>
            <a:xfrm>
              <a:off x="3415518" y="1791275"/>
              <a:ext cx="4548" cy="4516"/>
            </a:xfrm>
            <a:custGeom>
              <a:avLst/>
              <a:gdLst/>
              <a:ahLst/>
              <a:cxnLst/>
              <a:rect l="l" t="t" r="r" b="b"/>
              <a:pathLst>
                <a:path w="143" h="142" extrusionOk="0">
                  <a:moveTo>
                    <a:pt x="111" y="0"/>
                  </a:moveTo>
                  <a:lnTo>
                    <a:pt x="111" y="0"/>
                  </a:lnTo>
                  <a:cubicBezTo>
                    <a:pt x="96" y="0"/>
                    <a:pt x="96" y="0"/>
                    <a:pt x="96" y="15"/>
                  </a:cubicBezTo>
                  <a:lnTo>
                    <a:pt x="64" y="15"/>
                  </a:lnTo>
                  <a:cubicBezTo>
                    <a:pt x="64" y="15"/>
                    <a:pt x="48" y="32"/>
                    <a:pt x="32" y="32"/>
                  </a:cubicBezTo>
                  <a:cubicBezTo>
                    <a:pt x="16" y="32"/>
                    <a:pt x="16" y="47"/>
                    <a:pt x="16" y="47"/>
                  </a:cubicBezTo>
                  <a:cubicBezTo>
                    <a:pt x="1" y="63"/>
                    <a:pt x="1" y="63"/>
                    <a:pt x="1" y="78"/>
                  </a:cubicBezTo>
                  <a:lnTo>
                    <a:pt x="16" y="95"/>
                  </a:lnTo>
                  <a:cubicBezTo>
                    <a:pt x="16" y="110"/>
                    <a:pt x="16" y="126"/>
                    <a:pt x="1" y="126"/>
                  </a:cubicBezTo>
                  <a:lnTo>
                    <a:pt x="16" y="126"/>
                  </a:lnTo>
                  <a:lnTo>
                    <a:pt x="32" y="141"/>
                  </a:lnTo>
                  <a:cubicBezTo>
                    <a:pt x="48" y="141"/>
                    <a:pt x="64" y="126"/>
                    <a:pt x="64" y="95"/>
                  </a:cubicBezTo>
                  <a:lnTo>
                    <a:pt x="79" y="78"/>
                  </a:lnTo>
                  <a:lnTo>
                    <a:pt x="96" y="78"/>
                  </a:lnTo>
                  <a:cubicBezTo>
                    <a:pt x="96" y="78"/>
                    <a:pt x="111" y="78"/>
                    <a:pt x="127" y="63"/>
                  </a:cubicBezTo>
                  <a:cubicBezTo>
                    <a:pt x="142" y="63"/>
                    <a:pt x="142" y="32"/>
                    <a:pt x="142" y="15"/>
                  </a:cubicBezTo>
                  <a:lnTo>
                    <a:pt x="142" y="15"/>
                  </a:lnTo>
                  <a:cubicBezTo>
                    <a:pt x="127" y="15"/>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80" name="Google Shape;4280;p46"/>
            <p:cNvSpPr/>
            <p:nvPr/>
          </p:nvSpPr>
          <p:spPr>
            <a:xfrm>
              <a:off x="3178008" y="1801294"/>
              <a:ext cx="3530" cy="5534"/>
            </a:xfrm>
            <a:custGeom>
              <a:avLst/>
              <a:gdLst/>
              <a:ahLst/>
              <a:cxnLst/>
              <a:rect l="l" t="t" r="r" b="b"/>
              <a:pathLst>
                <a:path w="111" h="174" extrusionOk="0">
                  <a:moveTo>
                    <a:pt x="64" y="0"/>
                  </a:moveTo>
                  <a:lnTo>
                    <a:pt x="64" y="0"/>
                  </a:lnTo>
                  <a:lnTo>
                    <a:pt x="47" y="0"/>
                  </a:lnTo>
                  <a:lnTo>
                    <a:pt x="1" y="32"/>
                  </a:lnTo>
                  <a:cubicBezTo>
                    <a:pt x="16" y="32"/>
                    <a:pt x="16" y="32"/>
                    <a:pt x="1" y="47"/>
                  </a:cubicBezTo>
                  <a:lnTo>
                    <a:pt x="1" y="79"/>
                  </a:lnTo>
                  <a:lnTo>
                    <a:pt x="32" y="142"/>
                  </a:lnTo>
                  <a:cubicBezTo>
                    <a:pt x="32" y="158"/>
                    <a:pt x="47" y="173"/>
                    <a:pt x="64" y="173"/>
                  </a:cubicBezTo>
                  <a:lnTo>
                    <a:pt x="64" y="173"/>
                  </a:lnTo>
                  <a:lnTo>
                    <a:pt x="64" y="173"/>
                  </a:lnTo>
                  <a:lnTo>
                    <a:pt x="79" y="158"/>
                  </a:lnTo>
                  <a:cubicBezTo>
                    <a:pt x="95" y="158"/>
                    <a:pt x="95" y="126"/>
                    <a:pt x="95" y="110"/>
                  </a:cubicBezTo>
                  <a:lnTo>
                    <a:pt x="64" y="63"/>
                  </a:lnTo>
                  <a:lnTo>
                    <a:pt x="79" y="63"/>
                  </a:lnTo>
                  <a:cubicBezTo>
                    <a:pt x="95" y="47"/>
                    <a:pt x="110" y="32"/>
                    <a:pt x="95" y="16"/>
                  </a:cubicBezTo>
                  <a:lnTo>
                    <a:pt x="95" y="16"/>
                  </a:ln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81" name="Google Shape;4281;p46"/>
            <p:cNvSpPr/>
            <p:nvPr/>
          </p:nvSpPr>
          <p:spPr>
            <a:xfrm>
              <a:off x="3157463" y="1809308"/>
              <a:ext cx="4039" cy="2512"/>
            </a:xfrm>
            <a:custGeom>
              <a:avLst/>
              <a:gdLst/>
              <a:ahLst/>
              <a:cxnLst/>
              <a:rect l="l" t="t" r="r" b="b"/>
              <a:pathLst>
                <a:path w="127" h="79" extrusionOk="0">
                  <a:moveTo>
                    <a:pt x="32" y="0"/>
                  </a:moveTo>
                  <a:lnTo>
                    <a:pt x="32" y="0"/>
                  </a:lnTo>
                  <a:lnTo>
                    <a:pt x="17" y="0"/>
                  </a:lnTo>
                  <a:lnTo>
                    <a:pt x="0" y="0"/>
                  </a:lnTo>
                  <a:lnTo>
                    <a:pt x="17" y="16"/>
                  </a:lnTo>
                  <a:lnTo>
                    <a:pt x="32" y="47"/>
                  </a:lnTo>
                  <a:lnTo>
                    <a:pt x="17" y="64"/>
                  </a:lnTo>
                  <a:lnTo>
                    <a:pt x="17" y="64"/>
                  </a:lnTo>
                  <a:lnTo>
                    <a:pt x="80" y="64"/>
                  </a:lnTo>
                  <a:cubicBezTo>
                    <a:pt x="80" y="64"/>
                    <a:pt x="95" y="64"/>
                    <a:pt x="95" y="79"/>
                  </a:cubicBezTo>
                  <a:lnTo>
                    <a:pt x="95" y="79"/>
                  </a:lnTo>
                  <a:lnTo>
                    <a:pt x="111" y="64"/>
                  </a:lnTo>
                  <a:cubicBezTo>
                    <a:pt x="126" y="47"/>
                    <a:pt x="126" y="32"/>
                    <a:pt x="111" y="16"/>
                  </a:cubicBezTo>
                  <a:lnTo>
                    <a:pt x="95" y="16"/>
                  </a:lnTo>
                  <a:lnTo>
                    <a:pt x="95" y="16"/>
                  </a:lnTo>
                  <a:lnTo>
                    <a:pt x="95" y="16"/>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82" name="Google Shape;4282;p46"/>
            <p:cNvSpPr/>
            <p:nvPr/>
          </p:nvSpPr>
          <p:spPr>
            <a:xfrm>
              <a:off x="3323828" y="1775246"/>
              <a:ext cx="6042" cy="4516"/>
            </a:xfrm>
            <a:custGeom>
              <a:avLst/>
              <a:gdLst/>
              <a:ahLst/>
              <a:cxnLst/>
              <a:rect l="l" t="t" r="r" b="b"/>
              <a:pathLst>
                <a:path w="190" h="142" extrusionOk="0">
                  <a:moveTo>
                    <a:pt x="142" y="0"/>
                  </a:moveTo>
                  <a:lnTo>
                    <a:pt x="142" y="0"/>
                  </a:lnTo>
                  <a:lnTo>
                    <a:pt x="126" y="15"/>
                  </a:lnTo>
                  <a:lnTo>
                    <a:pt x="48" y="63"/>
                  </a:lnTo>
                  <a:lnTo>
                    <a:pt x="16" y="78"/>
                  </a:lnTo>
                  <a:cubicBezTo>
                    <a:pt x="16" y="78"/>
                    <a:pt x="0" y="95"/>
                    <a:pt x="0" y="110"/>
                  </a:cubicBezTo>
                  <a:lnTo>
                    <a:pt x="16" y="126"/>
                  </a:lnTo>
                  <a:lnTo>
                    <a:pt x="32" y="141"/>
                  </a:lnTo>
                  <a:cubicBezTo>
                    <a:pt x="48" y="141"/>
                    <a:pt x="48" y="141"/>
                    <a:pt x="63" y="126"/>
                  </a:cubicBezTo>
                  <a:lnTo>
                    <a:pt x="95" y="110"/>
                  </a:lnTo>
                  <a:lnTo>
                    <a:pt x="142" y="78"/>
                  </a:lnTo>
                  <a:cubicBezTo>
                    <a:pt x="126" y="78"/>
                    <a:pt x="126" y="63"/>
                    <a:pt x="142" y="47"/>
                  </a:cubicBezTo>
                  <a:lnTo>
                    <a:pt x="158" y="32"/>
                  </a:lnTo>
                  <a:lnTo>
                    <a:pt x="174" y="32"/>
                  </a:lnTo>
                  <a:lnTo>
                    <a:pt x="189" y="32"/>
                  </a:lnTo>
                  <a:lnTo>
                    <a:pt x="189" y="32"/>
                  </a:lnTo>
                  <a:cubicBezTo>
                    <a:pt x="189" y="32"/>
                    <a:pt x="174" y="32"/>
                    <a:pt x="174" y="15"/>
                  </a:cubicBezTo>
                  <a:cubicBezTo>
                    <a:pt x="174" y="15"/>
                    <a:pt x="158" y="0"/>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83" name="Google Shape;4283;p46"/>
            <p:cNvSpPr/>
            <p:nvPr/>
          </p:nvSpPr>
          <p:spPr>
            <a:xfrm>
              <a:off x="3432055" y="1787268"/>
              <a:ext cx="5025" cy="2512"/>
            </a:xfrm>
            <a:custGeom>
              <a:avLst/>
              <a:gdLst/>
              <a:ahLst/>
              <a:cxnLst/>
              <a:rect l="l" t="t" r="r" b="b"/>
              <a:pathLst>
                <a:path w="158" h="79" extrusionOk="0">
                  <a:moveTo>
                    <a:pt x="32" y="0"/>
                  </a:moveTo>
                  <a:lnTo>
                    <a:pt x="32" y="0"/>
                  </a:lnTo>
                  <a:lnTo>
                    <a:pt x="32" y="0"/>
                  </a:lnTo>
                  <a:cubicBezTo>
                    <a:pt x="17" y="0"/>
                    <a:pt x="0" y="15"/>
                    <a:pt x="0" y="32"/>
                  </a:cubicBezTo>
                  <a:cubicBezTo>
                    <a:pt x="0" y="47"/>
                    <a:pt x="17" y="63"/>
                    <a:pt x="32" y="63"/>
                  </a:cubicBezTo>
                  <a:lnTo>
                    <a:pt x="143" y="78"/>
                  </a:lnTo>
                  <a:lnTo>
                    <a:pt x="143" y="78"/>
                  </a:lnTo>
                  <a:lnTo>
                    <a:pt x="143" y="78"/>
                  </a:lnTo>
                  <a:lnTo>
                    <a:pt x="158" y="78"/>
                  </a:lnTo>
                  <a:lnTo>
                    <a:pt x="158" y="63"/>
                  </a:lnTo>
                  <a:lnTo>
                    <a:pt x="158" y="32"/>
                  </a:lnTo>
                  <a:lnTo>
                    <a:pt x="158" y="32"/>
                  </a:lnTo>
                  <a:cubicBezTo>
                    <a:pt x="158" y="15"/>
                    <a:pt x="143" y="15"/>
                    <a:pt x="143" y="15"/>
                  </a:cubicBezTo>
                  <a:lnTo>
                    <a:pt x="111"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84" name="Google Shape;4284;p46"/>
            <p:cNvSpPr/>
            <p:nvPr/>
          </p:nvSpPr>
          <p:spPr>
            <a:xfrm>
              <a:off x="3421560" y="1762684"/>
              <a:ext cx="3498" cy="6042"/>
            </a:xfrm>
            <a:custGeom>
              <a:avLst/>
              <a:gdLst/>
              <a:ahLst/>
              <a:cxnLst/>
              <a:rect l="l" t="t" r="r" b="b"/>
              <a:pathLst>
                <a:path w="110" h="190" extrusionOk="0">
                  <a:moveTo>
                    <a:pt x="32" y="1"/>
                  </a:moveTo>
                  <a:lnTo>
                    <a:pt x="32" y="1"/>
                  </a:lnTo>
                  <a:lnTo>
                    <a:pt x="32" y="1"/>
                  </a:lnTo>
                  <a:cubicBezTo>
                    <a:pt x="15" y="1"/>
                    <a:pt x="15" y="1"/>
                    <a:pt x="0" y="17"/>
                  </a:cubicBezTo>
                  <a:lnTo>
                    <a:pt x="15" y="17"/>
                  </a:lnTo>
                  <a:cubicBezTo>
                    <a:pt x="15" y="32"/>
                    <a:pt x="15" y="48"/>
                    <a:pt x="0" y="64"/>
                  </a:cubicBezTo>
                  <a:lnTo>
                    <a:pt x="0" y="64"/>
                  </a:lnTo>
                  <a:cubicBezTo>
                    <a:pt x="0" y="80"/>
                    <a:pt x="0" y="112"/>
                    <a:pt x="15" y="127"/>
                  </a:cubicBezTo>
                  <a:cubicBezTo>
                    <a:pt x="15" y="112"/>
                    <a:pt x="15" y="112"/>
                    <a:pt x="32" y="112"/>
                  </a:cubicBezTo>
                  <a:lnTo>
                    <a:pt x="47" y="112"/>
                  </a:lnTo>
                  <a:cubicBezTo>
                    <a:pt x="63" y="112"/>
                    <a:pt x="78" y="127"/>
                    <a:pt x="78" y="143"/>
                  </a:cubicBezTo>
                  <a:lnTo>
                    <a:pt x="78" y="190"/>
                  </a:lnTo>
                  <a:lnTo>
                    <a:pt x="78" y="190"/>
                  </a:lnTo>
                  <a:cubicBezTo>
                    <a:pt x="78" y="175"/>
                    <a:pt x="78" y="158"/>
                    <a:pt x="95" y="158"/>
                  </a:cubicBezTo>
                  <a:lnTo>
                    <a:pt x="110" y="143"/>
                  </a:lnTo>
                  <a:lnTo>
                    <a:pt x="95" y="143"/>
                  </a:lnTo>
                  <a:lnTo>
                    <a:pt x="78" y="127"/>
                  </a:lnTo>
                  <a:lnTo>
                    <a:pt x="63" y="112"/>
                  </a:lnTo>
                  <a:cubicBezTo>
                    <a:pt x="47" y="112"/>
                    <a:pt x="47" y="80"/>
                    <a:pt x="63" y="64"/>
                  </a:cubicBezTo>
                  <a:lnTo>
                    <a:pt x="63" y="64"/>
                  </a:lnTo>
                  <a:lnTo>
                    <a:pt x="63" y="64"/>
                  </a:lnTo>
                  <a:lnTo>
                    <a:pt x="63" y="32"/>
                  </a:ln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85" name="Google Shape;4285;p46"/>
            <p:cNvSpPr/>
            <p:nvPr/>
          </p:nvSpPr>
          <p:spPr>
            <a:xfrm>
              <a:off x="3421560" y="1809785"/>
              <a:ext cx="7028" cy="6042"/>
            </a:xfrm>
            <a:custGeom>
              <a:avLst/>
              <a:gdLst/>
              <a:ahLst/>
              <a:cxnLst/>
              <a:rect l="l" t="t" r="r" b="b"/>
              <a:pathLst>
                <a:path w="221" h="190" extrusionOk="0">
                  <a:moveTo>
                    <a:pt x="189" y="1"/>
                  </a:moveTo>
                  <a:lnTo>
                    <a:pt x="189" y="1"/>
                  </a:lnTo>
                  <a:cubicBezTo>
                    <a:pt x="173" y="1"/>
                    <a:pt x="158" y="17"/>
                    <a:pt x="158" y="32"/>
                  </a:cubicBezTo>
                  <a:lnTo>
                    <a:pt x="158" y="32"/>
                  </a:lnTo>
                  <a:cubicBezTo>
                    <a:pt x="158" y="49"/>
                    <a:pt x="141" y="49"/>
                    <a:pt x="110" y="49"/>
                  </a:cubicBezTo>
                  <a:lnTo>
                    <a:pt x="78" y="49"/>
                  </a:lnTo>
                  <a:lnTo>
                    <a:pt x="63" y="64"/>
                  </a:lnTo>
                  <a:cubicBezTo>
                    <a:pt x="47" y="64"/>
                    <a:pt x="47" y="64"/>
                    <a:pt x="32" y="80"/>
                  </a:cubicBezTo>
                  <a:lnTo>
                    <a:pt x="32" y="95"/>
                  </a:lnTo>
                  <a:lnTo>
                    <a:pt x="15" y="127"/>
                  </a:lnTo>
                  <a:lnTo>
                    <a:pt x="15" y="158"/>
                  </a:lnTo>
                  <a:cubicBezTo>
                    <a:pt x="0" y="175"/>
                    <a:pt x="15" y="190"/>
                    <a:pt x="32" y="190"/>
                  </a:cubicBezTo>
                  <a:lnTo>
                    <a:pt x="47" y="190"/>
                  </a:lnTo>
                  <a:cubicBezTo>
                    <a:pt x="63" y="190"/>
                    <a:pt x="78" y="190"/>
                    <a:pt x="78" y="175"/>
                  </a:cubicBezTo>
                  <a:lnTo>
                    <a:pt x="95" y="127"/>
                  </a:lnTo>
                  <a:cubicBezTo>
                    <a:pt x="95" y="127"/>
                    <a:pt x="110" y="112"/>
                    <a:pt x="126" y="112"/>
                  </a:cubicBezTo>
                  <a:cubicBezTo>
                    <a:pt x="158" y="112"/>
                    <a:pt x="204" y="112"/>
                    <a:pt x="221" y="49"/>
                  </a:cubicBezTo>
                  <a:lnTo>
                    <a:pt x="221" y="49"/>
                  </a:lnTo>
                  <a:lnTo>
                    <a:pt x="221" y="17"/>
                  </a:lnTo>
                  <a:cubicBezTo>
                    <a:pt x="204" y="17"/>
                    <a:pt x="204"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86" name="Google Shape;4286;p46"/>
            <p:cNvSpPr/>
            <p:nvPr/>
          </p:nvSpPr>
          <p:spPr>
            <a:xfrm>
              <a:off x="3278730" y="1779254"/>
              <a:ext cx="5025" cy="5502"/>
            </a:xfrm>
            <a:custGeom>
              <a:avLst/>
              <a:gdLst/>
              <a:ahLst/>
              <a:cxnLst/>
              <a:rect l="l" t="t" r="r" b="b"/>
              <a:pathLst>
                <a:path w="158" h="173" extrusionOk="0">
                  <a:moveTo>
                    <a:pt x="48" y="0"/>
                  </a:moveTo>
                  <a:lnTo>
                    <a:pt x="32" y="0"/>
                  </a:lnTo>
                  <a:lnTo>
                    <a:pt x="16" y="15"/>
                  </a:lnTo>
                  <a:lnTo>
                    <a:pt x="0" y="32"/>
                  </a:lnTo>
                  <a:cubicBezTo>
                    <a:pt x="0" y="47"/>
                    <a:pt x="0" y="47"/>
                    <a:pt x="16" y="63"/>
                  </a:cubicBezTo>
                  <a:lnTo>
                    <a:pt x="32" y="78"/>
                  </a:lnTo>
                  <a:lnTo>
                    <a:pt x="63" y="141"/>
                  </a:lnTo>
                  <a:lnTo>
                    <a:pt x="79" y="158"/>
                  </a:lnTo>
                  <a:cubicBezTo>
                    <a:pt x="79" y="173"/>
                    <a:pt x="95" y="173"/>
                    <a:pt x="111" y="173"/>
                  </a:cubicBezTo>
                  <a:lnTo>
                    <a:pt x="111" y="173"/>
                  </a:lnTo>
                  <a:cubicBezTo>
                    <a:pt x="126" y="173"/>
                    <a:pt x="142" y="158"/>
                    <a:pt x="142" y="141"/>
                  </a:cubicBezTo>
                  <a:lnTo>
                    <a:pt x="158" y="95"/>
                  </a:lnTo>
                  <a:cubicBezTo>
                    <a:pt x="158" y="78"/>
                    <a:pt x="142" y="63"/>
                    <a:pt x="126" y="63"/>
                  </a:cubicBezTo>
                  <a:lnTo>
                    <a:pt x="111" y="63"/>
                  </a:lnTo>
                  <a:lnTo>
                    <a:pt x="95" y="63"/>
                  </a:lnTo>
                  <a:lnTo>
                    <a:pt x="95" y="63"/>
                  </a:lnTo>
                  <a:lnTo>
                    <a:pt x="63"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87" name="Google Shape;4287;p46"/>
            <p:cNvSpPr/>
            <p:nvPr/>
          </p:nvSpPr>
          <p:spPr>
            <a:xfrm>
              <a:off x="3183510" y="1787745"/>
              <a:ext cx="4548" cy="3021"/>
            </a:xfrm>
            <a:custGeom>
              <a:avLst/>
              <a:gdLst/>
              <a:ahLst/>
              <a:cxnLst/>
              <a:rect l="l" t="t" r="r" b="b"/>
              <a:pathLst>
                <a:path w="143" h="95" extrusionOk="0">
                  <a:moveTo>
                    <a:pt x="95" y="0"/>
                  </a:moveTo>
                  <a:lnTo>
                    <a:pt x="95" y="0"/>
                  </a:lnTo>
                  <a:lnTo>
                    <a:pt x="95" y="17"/>
                  </a:lnTo>
                  <a:lnTo>
                    <a:pt x="32" y="32"/>
                  </a:lnTo>
                  <a:cubicBezTo>
                    <a:pt x="17" y="32"/>
                    <a:pt x="0" y="63"/>
                    <a:pt x="17" y="80"/>
                  </a:cubicBezTo>
                  <a:cubicBezTo>
                    <a:pt x="17" y="80"/>
                    <a:pt x="17" y="95"/>
                    <a:pt x="32" y="95"/>
                  </a:cubicBezTo>
                  <a:lnTo>
                    <a:pt x="48" y="95"/>
                  </a:lnTo>
                  <a:lnTo>
                    <a:pt x="48" y="95"/>
                  </a:lnTo>
                  <a:lnTo>
                    <a:pt x="111" y="80"/>
                  </a:lnTo>
                  <a:lnTo>
                    <a:pt x="111" y="80"/>
                  </a:lnTo>
                  <a:cubicBezTo>
                    <a:pt x="127" y="63"/>
                    <a:pt x="143" y="48"/>
                    <a:pt x="127" y="32"/>
                  </a:cubicBezTo>
                  <a:cubicBezTo>
                    <a:pt x="127" y="17"/>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88" name="Google Shape;4288;p46"/>
            <p:cNvSpPr/>
            <p:nvPr/>
          </p:nvSpPr>
          <p:spPr>
            <a:xfrm>
              <a:off x="3441597" y="1786250"/>
              <a:ext cx="4516" cy="3053"/>
            </a:xfrm>
            <a:custGeom>
              <a:avLst/>
              <a:gdLst/>
              <a:ahLst/>
              <a:cxnLst/>
              <a:rect l="l" t="t" r="r" b="b"/>
              <a:pathLst>
                <a:path w="142" h="96" extrusionOk="0">
                  <a:moveTo>
                    <a:pt x="95" y="1"/>
                  </a:moveTo>
                  <a:lnTo>
                    <a:pt x="95" y="1"/>
                  </a:lnTo>
                  <a:lnTo>
                    <a:pt x="95" y="1"/>
                  </a:lnTo>
                  <a:lnTo>
                    <a:pt x="78" y="1"/>
                  </a:lnTo>
                  <a:lnTo>
                    <a:pt x="32" y="32"/>
                  </a:lnTo>
                  <a:cubicBezTo>
                    <a:pt x="15" y="32"/>
                    <a:pt x="0" y="47"/>
                    <a:pt x="0" y="64"/>
                  </a:cubicBezTo>
                  <a:lnTo>
                    <a:pt x="32" y="95"/>
                  </a:lnTo>
                  <a:lnTo>
                    <a:pt x="47" y="95"/>
                  </a:lnTo>
                  <a:lnTo>
                    <a:pt x="110" y="64"/>
                  </a:lnTo>
                  <a:cubicBezTo>
                    <a:pt x="126" y="64"/>
                    <a:pt x="141" y="47"/>
                    <a:pt x="126" y="16"/>
                  </a:cubicBezTo>
                  <a:lnTo>
                    <a:pt x="126"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89" name="Google Shape;4289;p46"/>
            <p:cNvSpPr/>
            <p:nvPr/>
          </p:nvSpPr>
          <p:spPr>
            <a:xfrm>
              <a:off x="3057758" y="1825337"/>
              <a:ext cx="7060" cy="4039"/>
            </a:xfrm>
            <a:custGeom>
              <a:avLst/>
              <a:gdLst/>
              <a:ahLst/>
              <a:cxnLst/>
              <a:rect l="l" t="t" r="r" b="b"/>
              <a:pathLst>
                <a:path w="222" h="127" extrusionOk="0">
                  <a:moveTo>
                    <a:pt x="79" y="1"/>
                  </a:moveTo>
                  <a:lnTo>
                    <a:pt x="79" y="16"/>
                  </a:lnTo>
                  <a:lnTo>
                    <a:pt x="79" y="47"/>
                  </a:lnTo>
                  <a:lnTo>
                    <a:pt x="79" y="79"/>
                  </a:lnTo>
                  <a:lnTo>
                    <a:pt x="110" y="79"/>
                  </a:lnTo>
                  <a:lnTo>
                    <a:pt x="126" y="79"/>
                  </a:lnTo>
                  <a:lnTo>
                    <a:pt x="158" y="95"/>
                  </a:lnTo>
                  <a:lnTo>
                    <a:pt x="158" y="110"/>
                  </a:lnTo>
                  <a:cubicBezTo>
                    <a:pt x="173" y="110"/>
                    <a:pt x="173" y="127"/>
                    <a:pt x="190" y="127"/>
                  </a:cubicBezTo>
                  <a:lnTo>
                    <a:pt x="205" y="110"/>
                  </a:lnTo>
                  <a:lnTo>
                    <a:pt x="205" y="110"/>
                  </a:lnTo>
                  <a:lnTo>
                    <a:pt x="205" y="110"/>
                  </a:lnTo>
                  <a:cubicBezTo>
                    <a:pt x="205" y="95"/>
                    <a:pt x="205" y="95"/>
                    <a:pt x="221" y="79"/>
                  </a:cubicBezTo>
                  <a:lnTo>
                    <a:pt x="221" y="79"/>
                  </a:lnTo>
                  <a:lnTo>
                    <a:pt x="221" y="79"/>
                  </a:lnTo>
                  <a:cubicBezTo>
                    <a:pt x="205" y="32"/>
                    <a:pt x="173" y="32"/>
                    <a:pt x="142" y="16"/>
                  </a:cubicBezTo>
                  <a:lnTo>
                    <a:pt x="126" y="16"/>
                  </a:lnTo>
                  <a:cubicBezTo>
                    <a:pt x="110" y="16"/>
                    <a:pt x="95" y="1"/>
                    <a:pt x="79" y="1"/>
                  </a:cubicBezTo>
                  <a:close/>
                  <a:moveTo>
                    <a:pt x="32" y="1"/>
                  </a:moveTo>
                  <a:cubicBezTo>
                    <a:pt x="16" y="1"/>
                    <a:pt x="16" y="16"/>
                    <a:pt x="16" y="32"/>
                  </a:cubicBezTo>
                  <a:cubicBezTo>
                    <a:pt x="0" y="32"/>
                    <a:pt x="16" y="47"/>
                    <a:pt x="16" y="47"/>
                  </a:cubicBezTo>
                  <a:lnTo>
                    <a:pt x="16" y="32"/>
                  </a:lnTo>
                  <a:cubicBezTo>
                    <a:pt x="16" y="32"/>
                    <a:pt x="16" y="16"/>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90" name="Google Shape;4290;p46"/>
            <p:cNvSpPr/>
            <p:nvPr/>
          </p:nvSpPr>
          <p:spPr>
            <a:xfrm>
              <a:off x="3185036" y="1792738"/>
              <a:ext cx="2512" cy="4039"/>
            </a:xfrm>
            <a:custGeom>
              <a:avLst/>
              <a:gdLst/>
              <a:ahLst/>
              <a:cxnLst/>
              <a:rect l="l" t="t" r="r" b="b"/>
              <a:pathLst>
                <a:path w="79" h="127" extrusionOk="0">
                  <a:moveTo>
                    <a:pt x="16" y="1"/>
                  </a:moveTo>
                  <a:lnTo>
                    <a:pt x="16" y="1"/>
                  </a:lnTo>
                  <a:lnTo>
                    <a:pt x="0" y="1"/>
                  </a:lnTo>
                  <a:lnTo>
                    <a:pt x="0" y="1"/>
                  </a:lnTo>
                  <a:cubicBezTo>
                    <a:pt x="16" y="1"/>
                    <a:pt x="16" y="32"/>
                    <a:pt x="16" y="49"/>
                  </a:cubicBezTo>
                  <a:lnTo>
                    <a:pt x="16" y="49"/>
                  </a:lnTo>
                  <a:cubicBezTo>
                    <a:pt x="16" y="64"/>
                    <a:pt x="0" y="80"/>
                    <a:pt x="0" y="80"/>
                  </a:cubicBezTo>
                  <a:lnTo>
                    <a:pt x="0" y="95"/>
                  </a:lnTo>
                  <a:lnTo>
                    <a:pt x="0" y="95"/>
                  </a:lnTo>
                  <a:cubicBezTo>
                    <a:pt x="16" y="112"/>
                    <a:pt x="16" y="127"/>
                    <a:pt x="32" y="127"/>
                  </a:cubicBezTo>
                  <a:lnTo>
                    <a:pt x="47" y="127"/>
                  </a:lnTo>
                  <a:cubicBezTo>
                    <a:pt x="63" y="112"/>
                    <a:pt x="79" y="95"/>
                    <a:pt x="63" y="80"/>
                  </a:cubicBezTo>
                  <a:lnTo>
                    <a:pt x="63" y="49"/>
                  </a:lnTo>
                  <a:lnTo>
                    <a:pt x="63" y="49"/>
                  </a:lnTo>
                  <a:lnTo>
                    <a:pt x="47" y="17"/>
                  </a:lnTo>
                  <a:cubicBezTo>
                    <a:pt x="47" y="1"/>
                    <a:pt x="32" y="1"/>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91" name="Google Shape;4291;p46"/>
            <p:cNvSpPr/>
            <p:nvPr/>
          </p:nvSpPr>
          <p:spPr>
            <a:xfrm>
              <a:off x="3408012" y="1772702"/>
              <a:ext cx="2544" cy="2576"/>
            </a:xfrm>
            <a:custGeom>
              <a:avLst/>
              <a:gdLst/>
              <a:ahLst/>
              <a:cxnLst/>
              <a:rect l="l" t="t" r="r" b="b"/>
              <a:pathLst>
                <a:path w="80" h="81" extrusionOk="0">
                  <a:moveTo>
                    <a:pt x="48" y="1"/>
                  </a:moveTo>
                  <a:lnTo>
                    <a:pt x="48" y="1"/>
                  </a:lnTo>
                  <a:lnTo>
                    <a:pt x="48" y="1"/>
                  </a:lnTo>
                  <a:lnTo>
                    <a:pt x="48" y="1"/>
                  </a:lnTo>
                  <a:cubicBezTo>
                    <a:pt x="63" y="17"/>
                    <a:pt x="48" y="49"/>
                    <a:pt x="32" y="49"/>
                  </a:cubicBezTo>
                  <a:cubicBezTo>
                    <a:pt x="32" y="64"/>
                    <a:pt x="32" y="64"/>
                    <a:pt x="16" y="64"/>
                  </a:cubicBezTo>
                  <a:cubicBezTo>
                    <a:pt x="16" y="64"/>
                    <a:pt x="0" y="64"/>
                    <a:pt x="0" y="49"/>
                  </a:cubicBezTo>
                  <a:cubicBezTo>
                    <a:pt x="0" y="64"/>
                    <a:pt x="16" y="80"/>
                    <a:pt x="32" y="80"/>
                  </a:cubicBezTo>
                  <a:lnTo>
                    <a:pt x="32" y="80"/>
                  </a:lnTo>
                  <a:lnTo>
                    <a:pt x="32" y="80"/>
                  </a:lnTo>
                  <a:lnTo>
                    <a:pt x="48" y="80"/>
                  </a:lnTo>
                  <a:cubicBezTo>
                    <a:pt x="79" y="80"/>
                    <a:pt x="79" y="64"/>
                    <a:pt x="79" y="32"/>
                  </a:cubicBezTo>
                  <a:cubicBezTo>
                    <a:pt x="79"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92" name="Google Shape;4292;p46"/>
            <p:cNvSpPr/>
            <p:nvPr/>
          </p:nvSpPr>
          <p:spPr>
            <a:xfrm>
              <a:off x="3160993" y="1795760"/>
              <a:ext cx="6520" cy="4548"/>
            </a:xfrm>
            <a:custGeom>
              <a:avLst/>
              <a:gdLst/>
              <a:ahLst/>
              <a:cxnLst/>
              <a:rect l="l" t="t" r="r" b="b"/>
              <a:pathLst>
                <a:path w="205" h="143" extrusionOk="0">
                  <a:moveTo>
                    <a:pt x="158" y="0"/>
                  </a:moveTo>
                  <a:lnTo>
                    <a:pt x="158" y="0"/>
                  </a:lnTo>
                  <a:cubicBezTo>
                    <a:pt x="158" y="17"/>
                    <a:pt x="158" y="17"/>
                    <a:pt x="141" y="17"/>
                  </a:cubicBezTo>
                  <a:lnTo>
                    <a:pt x="32" y="95"/>
                  </a:lnTo>
                  <a:cubicBezTo>
                    <a:pt x="15" y="95"/>
                    <a:pt x="0" y="111"/>
                    <a:pt x="15" y="143"/>
                  </a:cubicBezTo>
                  <a:lnTo>
                    <a:pt x="15" y="143"/>
                  </a:lnTo>
                  <a:lnTo>
                    <a:pt x="47" y="143"/>
                  </a:lnTo>
                  <a:lnTo>
                    <a:pt x="63" y="143"/>
                  </a:lnTo>
                  <a:lnTo>
                    <a:pt x="110" y="127"/>
                  </a:lnTo>
                  <a:lnTo>
                    <a:pt x="189" y="63"/>
                  </a:lnTo>
                  <a:cubicBezTo>
                    <a:pt x="204" y="63"/>
                    <a:pt x="204" y="32"/>
                    <a:pt x="189" y="17"/>
                  </a:cubicBezTo>
                  <a:cubicBezTo>
                    <a:pt x="189" y="17"/>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93" name="Google Shape;4293;p46"/>
            <p:cNvSpPr/>
            <p:nvPr/>
          </p:nvSpPr>
          <p:spPr>
            <a:xfrm>
              <a:off x="3274214" y="1804283"/>
              <a:ext cx="4548" cy="2544"/>
            </a:xfrm>
            <a:custGeom>
              <a:avLst/>
              <a:gdLst/>
              <a:ahLst/>
              <a:cxnLst/>
              <a:rect l="l" t="t" r="r" b="b"/>
              <a:pathLst>
                <a:path w="143" h="80" extrusionOk="0">
                  <a:moveTo>
                    <a:pt x="32" y="1"/>
                  </a:moveTo>
                  <a:lnTo>
                    <a:pt x="32" y="1"/>
                  </a:lnTo>
                  <a:cubicBezTo>
                    <a:pt x="16" y="1"/>
                    <a:pt x="1" y="16"/>
                    <a:pt x="1" y="32"/>
                  </a:cubicBezTo>
                  <a:cubicBezTo>
                    <a:pt x="1" y="48"/>
                    <a:pt x="16" y="64"/>
                    <a:pt x="32" y="79"/>
                  </a:cubicBezTo>
                  <a:lnTo>
                    <a:pt x="95" y="79"/>
                  </a:lnTo>
                  <a:lnTo>
                    <a:pt x="95" y="79"/>
                  </a:lnTo>
                  <a:cubicBezTo>
                    <a:pt x="111" y="79"/>
                    <a:pt x="127" y="64"/>
                    <a:pt x="142" y="48"/>
                  </a:cubicBezTo>
                  <a:cubicBezTo>
                    <a:pt x="142" y="32"/>
                    <a:pt x="127" y="16"/>
                    <a:pt x="111"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94" name="Google Shape;4294;p46"/>
            <p:cNvSpPr/>
            <p:nvPr/>
          </p:nvSpPr>
          <p:spPr>
            <a:xfrm>
              <a:off x="3398980" y="1791275"/>
              <a:ext cx="4039" cy="3021"/>
            </a:xfrm>
            <a:custGeom>
              <a:avLst/>
              <a:gdLst/>
              <a:ahLst/>
              <a:cxnLst/>
              <a:rect l="l" t="t" r="r" b="b"/>
              <a:pathLst>
                <a:path w="127" h="95" extrusionOk="0">
                  <a:moveTo>
                    <a:pt x="48" y="0"/>
                  </a:moveTo>
                  <a:lnTo>
                    <a:pt x="32" y="0"/>
                  </a:lnTo>
                  <a:cubicBezTo>
                    <a:pt x="32" y="0"/>
                    <a:pt x="17" y="15"/>
                    <a:pt x="17" y="32"/>
                  </a:cubicBezTo>
                  <a:cubicBezTo>
                    <a:pt x="0" y="47"/>
                    <a:pt x="17" y="63"/>
                    <a:pt x="32" y="63"/>
                  </a:cubicBezTo>
                  <a:lnTo>
                    <a:pt x="48" y="78"/>
                  </a:lnTo>
                  <a:lnTo>
                    <a:pt x="80" y="95"/>
                  </a:lnTo>
                  <a:lnTo>
                    <a:pt x="126" y="32"/>
                  </a:lnTo>
                  <a:lnTo>
                    <a:pt x="111" y="32"/>
                  </a:lnTo>
                  <a:lnTo>
                    <a:pt x="63"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95" name="Google Shape;4295;p46"/>
            <p:cNvSpPr/>
            <p:nvPr/>
          </p:nvSpPr>
          <p:spPr>
            <a:xfrm>
              <a:off x="3406517" y="1769712"/>
              <a:ext cx="3530" cy="5025"/>
            </a:xfrm>
            <a:custGeom>
              <a:avLst/>
              <a:gdLst/>
              <a:ahLst/>
              <a:cxnLst/>
              <a:rect l="l" t="t" r="r" b="b"/>
              <a:pathLst>
                <a:path w="111" h="158" extrusionOk="0">
                  <a:moveTo>
                    <a:pt x="63" y="0"/>
                  </a:moveTo>
                  <a:lnTo>
                    <a:pt x="63" y="0"/>
                  </a:lnTo>
                  <a:lnTo>
                    <a:pt x="47" y="0"/>
                  </a:lnTo>
                  <a:cubicBezTo>
                    <a:pt x="32" y="17"/>
                    <a:pt x="15" y="32"/>
                    <a:pt x="15" y="48"/>
                  </a:cubicBezTo>
                  <a:lnTo>
                    <a:pt x="15" y="63"/>
                  </a:lnTo>
                  <a:cubicBezTo>
                    <a:pt x="0" y="95"/>
                    <a:pt x="15" y="126"/>
                    <a:pt x="32" y="143"/>
                  </a:cubicBezTo>
                  <a:lnTo>
                    <a:pt x="47" y="143"/>
                  </a:lnTo>
                  <a:cubicBezTo>
                    <a:pt x="47" y="158"/>
                    <a:pt x="63" y="158"/>
                    <a:pt x="63" y="158"/>
                  </a:cubicBezTo>
                  <a:cubicBezTo>
                    <a:pt x="79" y="158"/>
                    <a:pt x="79" y="158"/>
                    <a:pt x="79" y="143"/>
                  </a:cubicBezTo>
                  <a:cubicBezTo>
                    <a:pt x="95" y="143"/>
                    <a:pt x="110" y="111"/>
                    <a:pt x="95" y="95"/>
                  </a:cubicBezTo>
                  <a:lnTo>
                    <a:pt x="95" y="95"/>
                  </a:lnTo>
                  <a:lnTo>
                    <a:pt x="79" y="80"/>
                  </a:lnTo>
                  <a:lnTo>
                    <a:pt x="95" y="63"/>
                  </a:lnTo>
                  <a:cubicBezTo>
                    <a:pt x="110" y="63"/>
                    <a:pt x="110" y="32"/>
                    <a:pt x="95" y="17"/>
                  </a:cubicBezTo>
                  <a:lnTo>
                    <a:pt x="95" y="17"/>
                  </a:lnTo>
                  <a:cubicBezTo>
                    <a:pt x="95" y="0"/>
                    <a:pt x="79"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96" name="Google Shape;4296;p46"/>
            <p:cNvSpPr/>
            <p:nvPr/>
          </p:nvSpPr>
          <p:spPr>
            <a:xfrm>
              <a:off x="3379929" y="1771239"/>
              <a:ext cx="3053" cy="6042"/>
            </a:xfrm>
            <a:custGeom>
              <a:avLst/>
              <a:gdLst/>
              <a:ahLst/>
              <a:cxnLst/>
              <a:rect l="l" t="t" r="r" b="b"/>
              <a:pathLst>
                <a:path w="96" h="190" extrusionOk="0">
                  <a:moveTo>
                    <a:pt x="64" y="0"/>
                  </a:moveTo>
                  <a:lnTo>
                    <a:pt x="49" y="0"/>
                  </a:lnTo>
                  <a:lnTo>
                    <a:pt x="32" y="15"/>
                  </a:lnTo>
                  <a:lnTo>
                    <a:pt x="1" y="126"/>
                  </a:lnTo>
                  <a:lnTo>
                    <a:pt x="1" y="158"/>
                  </a:lnTo>
                  <a:cubicBezTo>
                    <a:pt x="1" y="158"/>
                    <a:pt x="1" y="173"/>
                    <a:pt x="17" y="189"/>
                  </a:cubicBezTo>
                  <a:lnTo>
                    <a:pt x="32" y="189"/>
                  </a:lnTo>
                  <a:lnTo>
                    <a:pt x="32" y="189"/>
                  </a:lnTo>
                  <a:cubicBezTo>
                    <a:pt x="49" y="189"/>
                    <a:pt x="64" y="173"/>
                    <a:pt x="64" y="158"/>
                  </a:cubicBezTo>
                  <a:lnTo>
                    <a:pt x="95" y="32"/>
                  </a:lnTo>
                  <a:cubicBezTo>
                    <a:pt x="95" y="15"/>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97" name="Google Shape;4297;p46"/>
            <p:cNvSpPr/>
            <p:nvPr/>
          </p:nvSpPr>
          <p:spPr>
            <a:xfrm>
              <a:off x="3061256" y="1829344"/>
              <a:ext cx="4039" cy="4516"/>
            </a:xfrm>
            <a:custGeom>
              <a:avLst/>
              <a:gdLst/>
              <a:ahLst/>
              <a:cxnLst/>
              <a:rect l="l" t="t" r="r" b="b"/>
              <a:pathLst>
                <a:path w="127" h="142" extrusionOk="0">
                  <a:moveTo>
                    <a:pt x="95" y="1"/>
                  </a:moveTo>
                  <a:lnTo>
                    <a:pt x="95" y="1"/>
                  </a:lnTo>
                  <a:lnTo>
                    <a:pt x="95" y="1"/>
                  </a:lnTo>
                  <a:cubicBezTo>
                    <a:pt x="80" y="1"/>
                    <a:pt x="63" y="16"/>
                    <a:pt x="63" y="32"/>
                  </a:cubicBezTo>
                  <a:cubicBezTo>
                    <a:pt x="48" y="32"/>
                    <a:pt x="48" y="16"/>
                    <a:pt x="48" y="16"/>
                  </a:cubicBezTo>
                  <a:lnTo>
                    <a:pt x="32" y="16"/>
                  </a:lnTo>
                  <a:lnTo>
                    <a:pt x="16" y="32"/>
                  </a:lnTo>
                  <a:cubicBezTo>
                    <a:pt x="16" y="47"/>
                    <a:pt x="0" y="47"/>
                    <a:pt x="0" y="64"/>
                  </a:cubicBezTo>
                  <a:lnTo>
                    <a:pt x="16" y="110"/>
                  </a:lnTo>
                  <a:cubicBezTo>
                    <a:pt x="16" y="127"/>
                    <a:pt x="32" y="142"/>
                    <a:pt x="48" y="142"/>
                  </a:cubicBezTo>
                  <a:lnTo>
                    <a:pt x="48" y="142"/>
                  </a:lnTo>
                  <a:cubicBezTo>
                    <a:pt x="80" y="142"/>
                    <a:pt x="95" y="127"/>
                    <a:pt x="111" y="110"/>
                  </a:cubicBezTo>
                  <a:cubicBezTo>
                    <a:pt x="126" y="95"/>
                    <a:pt x="126" y="79"/>
                    <a:pt x="126" y="79"/>
                  </a:cubicBezTo>
                  <a:lnTo>
                    <a:pt x="126" y="32"/>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98" name="Google Shape;4298;p46"/>
            <p:cNvSpPr/>
            <p:nvPr/>
          </p:nvSpPr>
          <p:spPr>
            <a:xfrm>
              <a:off x="3120379" y="1824351"/>
              <a:ext cx="4039" cy="3498"/>
            </a:xfrm>
            <a:custGeom>
              <a:avLst/>
              <a:gdLst/>
              <a:ahLst/>
              <a:cxnLst/>
              <a:rect l="l" t="t" r="r" b="b"/>
              <a:pathLst>
                <a:path w="127" h="110" extrusionOk="0">
                  <a:moveTo>
                    <a:pt x="48" y="0"/>
                  </a:moveTo>
                  <a:lnTo>
                    <a:pt x="48" y="0"/>
                  </a:lnTo>
                  <a:lnTo>
                    <a:pt x="32" y="0"/>
                  </a:lnTo>
                  <a:cubicBezTo>
                    <a:pt x="17" y="15"/>
                    <a:pt x="0" y="32"/>
                    <a:pt x="17" y="47"/>
                  </a:cubicBezTo>
                  <a:lnTo>
                    <a:pt x="48" y="78"/>
                  </a:lnTo>
                  <a:lnTo>
                    <a:pt x="48" y="95"/>
                  </a:lnTo>
                  <a:cubicBezTo>
                    <a:pt x="63" y="110"/>
                    <a:pt x="80" y="110"/>
                    <a:pt x="80" y="110"/>
                  </a:cubicBezTo>
                  <a:lnTo>
                    <a:pt x="111" y="110"/>
                  </a:lnTo>
                  <a:cubicBezTo>
                    <a:pt x="111" y="95"/>
                    <a:pt x="126" y="78"/>
                    <a:pt x="111" y="63"/>
                  </a:cubicBezTo>
                  <a:cubicBezTo>
                    <a:pt x="111" y="78"/>
                    <a:pt x="95" y="78"/>
                    <a:pt x="95" y="78"/>
                  </a:cubicBezTo>
                  <a:cubicBezTo>
                    <a:pt x="95" y="78"/>
                    <a:pt x="80" y="78"/>
                    <a:pt x="80" y="63"/>
                  </a:cubicBezTo>
                  <a:lnTo>
                    <a:pt x="63" y="47"/>
                  </a:lnTo>
                  <a:cubicBezTo>
                    <a:pt x="48" y="47"/>
                    <a:pt x="32" y="15"/>
                    <a:pt x="48"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299" name="Google Shape;4299;p46"/>
            <p:cNvSpPr/>
            <p:nvPr/>
          </p:nvSpPr>
          <p:spPr>
            <a:xfrm>
              <a:off x="3403496" y="1789749"/>
              <a:ext cx="6042" cy="7569"/>
            </a:xfrm>
            <a:custGeom>
              <a:avLst/>
              <a:gdLst/>
              <a:ahLst/>
              <a:cxnLst/>
              <a:rect l="l" t="t" r="r" b="b"/>
              <a:pathLst>
                <a:path w="190" h="238" extrusionOk="0">
                  <a:moveTo>
                    <a:pt x="79" y="0"/>
                  </a:moveTo>
                  <a:lnTo>
                    <a:pt x="79" y="0"/>
                  </a:lnTo>
                  <a:lnTo>
                    <a:pt x="64" y="0"/>
                  </a:lnTo>
                  <a:lnTo>
                    <a:pt x="47" y="17"/>
                  </a:lnTo>
                  <a:cubicBezTo>
                    <a:pt x="32" y="32"/>
                    <a:pt x="16" y="48"/>
                    <a:pt x="16" y="63"/>
                  </a:cubicBezTo>
                  <a:lnTo>
                    <a:pt x="32" y="63"/>
                  </a:lnTo>
                  <a:lnTo>
                    <a:pt x="32" y="63"/>
                  </a:lnTo>
                  <a:lnTo>
                    <a:pt x="64" y="63"/>
                  </a:lnTo>
                  <a:cubicBezTo>
                    <a:pt x="79" y="80"/>
                    <a:pt x="64" y="111"/>
                    <a:pt x="64" y="111"/>
                  </a:cubicBezTo>
                  <a:lnTo>
                    <a:pt x="16" y="158"/>
                  </a:lnTo>
                  <a:lnTo>
                    <a:pt x="16" y="174"/>
                  </a:lnTo>
                  <a:cubicBezTo>
                    <a:pt x="16" y="174"/>
                    <a:pt x="16" y="189"/>
                    <a:pt x="1" y="189"/>
                  </a:cubicBezTo>
                  <a:lnTo>
                    <a:pt x="1" y="221"/>
                  </a:lnTo>
                  <a:cubicBezTo>
                    <a:pt x="1" y="237"/>
                    <a:pt x="1" y="237"/>
                    <a:pt x="16" y="237"/>
                  </a:cubicBezTo>
                  <a:lnTo>
                    <a:pt x="32" y="237"/>
                  </a:lnTo>
                  <a:lnTo>
                    <a:pt x="47" y="237"/>
                  </a:lnTo>
                  <a:lnTo>
                    <a:pt x="47" y="237"/>
                  </a:lnTo>
                  <a:lnTo>
                    <a:pt x="158" y="206"/>
                  </a:lnTo>
                  <a:lnTo>
                    <a:pt x="174" y="206"/>
                  </a:lnTo>
                  <a:lnTo>
                    <a:pt x="174" y="206"/>
                  </a:lnTo>
                  <a:cubicBezTo>
                    <a:pt x="190" y="189"/>
                    <a:pt x="190" y="174"/>
                    <a:pt x="190" y="158"/>
                  </a:cubicBezTo>
                  <a:cubicBezTo>
                    <a:pt x="190" y="143"/>
                    <a:pt x="174" y="143"/>
                    <a:pt x="174" y="126"/>
                  </a:cubicBezTo>
                  <a:lnTo>
                    <a:pt x="158" y="126"/>
                  </a:lnTo>
                  <a:lnTo>
                    <a:pt x="142" y="126"/>
                  </a:lnTo>
                  <a:lnTo>
                    <a:pt x="127" y="143"/>
                  </a:lnTo>
                  <a:lnTo>
                    <a:pt x="79" y="158"/>
                  </a:lnTo>
                  <a:lnTo>
                    <a:pt x="79" y="126"/>
                  </a:lnTo>
                  <a:lnTo>
                    <a:pt x="79" y="111"/>
                  </a:lnTo>
                  <a:lnTo>
                    <a:pt x="79" y="80"/>
                  </a:lnTo>
                  <a:cubicBezTo>
                    <a:pt x="79" y="80"/>
                    <a:pt x="79" y="63"/>
                    <a:pt x="95" y="63"/>
                  </a:cubicBezTo>
                  <a:cubicBezTo>
                    <a:pt x="110" y="48"/>
                    <a:pt x="127" y="32"/>
                    <a:pt x="110" y="17"/>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00" name="Google Shape;4300;p46"/>
            <p:cNvSpPr/>
            <p:nvPr/>
          </p:nvSpPr>
          <p:spPr>
            <a:xfrm>
              <a:off x="3160993" y="1815319"/>
              <a:ext cx="4039" cy="4516"/>
            </a:xfrm>
            <a:custGeom>
              <a:avLst/>
              <a:gdLst/>
              <a:ahLst/>
              <a:cxnLst/>
              <a:rect l="l" t="t" r="r" b="b"/>
              <a:pathLst>
                <a:path w="127" h="142" extrusionOk="0">
                  <a:moveTo>
                    <a:pt x="63" y="1"/>
                  </a:moveTo>
                  <a:cubicBezTo>
                    <a:pt x="78" y="1"/>
                    <a:pt x="63" y="16"/>
                    <a:pt x="63" y="16"/>
                  </a:cubicBezTo>
                  <a:cubicBezTo>
                    <a:pt x="63" y="32"/>
                    <a:pt x="47" y="32"/>
                    <a:pt x="47" y="32"/>
                  </a:cubicBezTo>
                  <a:lnTo>
                    <a:pt x="32" y="32"/>
                  </a:lnTo>
                  <a:lnTo>
                    <a:pt x="15" y="47"/>
                  </a:lnTo>
                  <a:lnTo>
                    <a:pt x="0" y="79"/>
                  </a:lnTo>
                  <a:cubicBezTo>
                    <a:pt x="0" y="95"/>
                    <a:pt x="0" y="110"/>
                    <a:pt x="15" y="110"/>
                  </a:cubicBezTo>
                  <a:lnTo>
                    <a:pt x="32" y="142"/>
                  </a:lnTo>
                  <a:lnTo>
                    <a:pt x="47" y="142"/>
                  </a:lnTo>
                  <a:lnTo>
                    <a:pt x="63" y="142"/>
                  </a:lnTo>
                  <a:lnTo>
                    <a:pt x="95" y="142"/>
                  </a:lnTo>
                  <a:lnTo>
                    <a:pt x="110" y="142"/>
                  </a:lnTo>
                  <a:lnTo>
                    <a:pt x="110" y="142"/>
                  </a:lnTo>
                  <a:lnTo>
                    <a:pt x="126" y="142"/>
                  </a:lnTo>
                  <a:cubicBezTo>
                    <a:pt x="126" y="142"/>
                    <a:pt x="126" y="127"/>
                    <a:pt x="110" y="127"/>
                  </a:cubicBezTo>
                  <a:lnTo>
                    <a:pt x="78" y="79"/>
                  </a:lnTo>
                  <a:lnTo>
                    <a:pt x="95" y="32"/>
                  </a:lnTo>
                  <a:cubicBezTo>
                    <a:pt x="110" y="32"/>
                    <a:pt x="110" y="16"/>
                    <a:pt x="95" y="16"/>
                  </a:cubicBezTo>
                  <a:lnTo>
                    <a:pt x="95" y="16"/>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01" name="Google Shape;4301;p46"/>
            <p:cNvSpPr/>
            <p:nvPr/>
          </p:nvSpPr>
          <p:spPr>
            <a:xfrm>
              <a:off x="3391951" y="1794742"/>
              <a:ext cx="3053" cy="4580"/>
            </a:xfrm>
            <a:custGeom>
              <a:avLst/>
              <a:gdLst/>
              <a:ahLst/>
              <a:cxnLst/>
              <a:rect l="l" t="t" r="r" b="b"/>
              <a:pathLst>
                <a:path w="96" h="144" extrusionOk="0">
                  <a:moveTo>
                    <a:pt x="64" y="80"/>
                  </a:moveTo>
                  <a:lnTo>
                    <a:pt x="64" y="80"/>
                  </a:lnTo>
                  <a:lnTo>
                    <a:pt x="64" y="80"/>
                  </a:lnTo>
                  <a:close/>
                  <a:moveTo>
                    <a:pt x="64" y="1"/>
                  </a:moveTo>
                  <a:lnTo>
                    <a:pt x="64" y="1"/>
                  </a:lnTo>
                  <a:cubicBezTo>
                    <a:pt x="49" y="1"/>
                    <a:pt x="32" y="1"/>
                    <a:pt x="32" y="17"/>
                  </a:cubicBezTo>
                  <a:cubicBezTo>
                    <a:pt x="32" y="17"/>
                    <a:pt x="32" y="32"/>
                    <a:pt x="17" y="32"/>
                  </a:cubicBezTo>
                  <a:cubicBezTo>
                    <a:pt x="17" y="49"/>
                    <a:pt x="1" y="64"/>
                    <a:pt x="1" y="95"/>
                  </a:cubicBezTo>
                  <a:cubicBezTo>
                    <a:pt x="1" y="112"/>
                    <a:pt x="17" y="112"/>
                    <a:pt x="17" y="127"/>
                  </a:cubicBezTo>
                  <a:cubicBezTo>
                    <a:pt x="32" y="127"/>
                    <a:pt x="32" y="127"/>
                    <a:pt x="49" y="143"/>
                  </a:cubicBezTo>
                  <a:lnTo>
                    <a:pt x="64" y="143"/>
                  </a:lnTo>
                  <a:cubicBezTo>
                    <a:pt x="80" y="143"/>
                    <a:pt x="80" y="143"/>
                    <a:pt x="95" y="127"/>
                  </a:cubicBezTo>
                  <a:lnTo>
                    <a:pt x="95" y="127"/>
                  </a:lnTo>
                  <a:cubicBezTo>
                    <a:pt x="95" y="112"/>
                    <a:pt x="95" y="80"/>
                    <a:pt x="80" y="80"/>
                  </a:cubicBezTo>
                  <a:lnTo>
                    <a:pt x="80" y="80"/>
                  </a:lnTo>
                  <a:lnTo>
                    <a:pt x="80" y="64"/>
                  </a:lnTo>
                  <a:lnTo>
                    <a:pt x="95" y="49"/>
                  </a:lnTo>
                  <a:lnTo>
                    <a:pt x="95" y="17"/>
                  </a:lnTo>
                  <a:lnTo>
                    <a:pt x="80" y="1"/>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02" name="Google Shape;4302;p46"/>
            <p:cNvSpPr/>
            <p:nvPr/>
          </p:nvSpPr>
          <p:spPr>
            <a:xfrm>
              <a:off x="3393955" y="179728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03" name="Google Shape;4303;p46"/>
            <p:cNvSpPr/>
            <p:nvPr/>
          </p:nvSpPr>
          <p:spPr>
            <a:xfrm>
              <a:off x="3334832" y="1809785"/>
              <a:ext cx="5057" cy="5057"/>
            </a:xfrm>
            <a:custGeom>
              <a:avLst/>
              <a:gdLst/>
              <a:ahLst/>
              <a:cxnLst/>
              <a:rect l="l" t="t" r="r" b="b"/>
              <a:pathLst>
                <a:path w="159" h="159" extrusionOk="0">
                  <a:moveTo>
                    <a:pt x="64" y="1"/>
                  </a:moveTo>
                  <a:lnTo>
                    <a:pt x="17" y="32"/>
                  </a:lnTo>
                  <a:lnTo>
                    <a:pt x="32" y="49"/>
                  </a:lnTo>
                  <a:cubicBezTo>
                    <a:pt x="32" y="64"/>
                    <a:pt x="17" y="80"/>
                    <a:pt x="1" y="95"/>
                  </a:cubicBezTo>
                  <a:lnTo>
                    <a:pt x="32" y="95"/>
                  </a:lnTo>
                  <a:lnTo>
                    <a:pt x="49" y="95"/>
                  </a:lnTo>
                  <a:lnTo>
                    <a:pt x="64" y="80"/>
                  </a:lnTo>
                  <a:lnTo>
                    <a:pt x="80" y="127"/>
                  </a:lnTo>
                  <a:lnTo>
                    <a:pt x="80" y="127"/>
                  </a:lnTo>
                  <a:lnTo>
                    <a:pt x="80" y="127"/>
                  </a:lnTo>
                  <a:cubicBezTo>
                    <a:pt x="95" y="143"/>
                    <a:pt x="95" y="158"/>
                    <a:pt x="112" y="158"/>
                  </a:cubicBezTo>
                  <a:lnTo>
                    <a:pt x="127" y="158"/>
                  </a:lnTo>
                  <a:lnTo>
                    <a:pt x="127" y="158"/>
                  </a:lnTo>
                  <a:cubicBezTo>
                    <a:pt x="143" y="158"/>
                    <a:pt x="158" y="143"/>
                    <a:pt x="158" y="127"/>
                  </a:cubicBezTo>
                  <a:lnTo>
                    <a:pt x="158" y="112"/>
                  </a:lnTo>
                  <a:lnTo>
                    <a:pt x="143" y="64"/>
                  </a:lnTo>
                  <a:lnTo>
                    <a:pt x="143" y="64"/>
                  </a:lnTo>
                  <a:lnTo>
                    <a:pt x="143" y="49"/>
                  </a:lnTo>
                  <a:lnTo>
                    <a:pt x="127" y="32"/>
                  </a:lnTo>
                  <a:lnTo>
                    <a:pt x="127" y="49"/>
                  </a:lnTo>
                  <a:cubicBezTo>
                    <a:pt x="127" y="64"/>
                    <a:pt x="112" y="64"/>
                    <a:pt x="95" y="64"/>
                  </a:cubicBezTo>
                  <a:lnTo>
                    <a:pt x="95" y="64"/>
                  </a:lnTo>
                  <a:cubicBezTo>
                    <a:pt x="64" y="64"/>
                    <a:pt x="64" y="49"/>
                    <a:pt x="64"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04" name="Google Shape;4304;p46"/>
            <p:cNvSpPr/>
            <p:nvPr/>
          </p:nvSpPr>
          <p:spPr>
            <a:xfrm>
              <a:off x="3353405" y="1813315"/>
              <a:ext cx="3498" cy="2035"/>
            </a:xfrm>
            <a:custGeom>
              <a:avLst/>
              <a:gdLst/>
              <a:ahLst/>
              <a:cxnLst/>
              <a:rect l="l" t="t" r="r" b="b"/>
              <a:pathLst>
                <a:path w="110" h="64" extrusionOk="0">
                  <a:moveTo>
                    <a:pt x="78" y="1"/>
                  </a:moveTo>
                  <a:lnTo>
                    <a:pt x="63" y="16"/>
                  </a:lnTo>
                  <a:lnTo>
                    <a:pt x="0" y="16"/>
                  </a:lnTo>
                  <a:lnTo>
                    <a:pt x="0" y="32"/>
                  </a:lnTo>
                  <a:lnTo>
                    <a:pt x="0" y="32"/>
                  </a:lnTo>
                  <a:lnTo>
                    <a:pt x="63" y="64"/>
                  </a:lnTo>
                  <a:lnTo>
                    <a:pt x="63" y="64"/>
                  </a:lnTo>
                  <a:lnTo>
                    <a:pt x="78" y="64"/>
                  </a:lnTo>
                  <a:cubicBezTo>
                    <a:pt x="95" y="64"/>
                    <a:pt x="95" y="64"/>
                    <a:pt x="110" y="47"/>
                  </a:cubicBezTo>
                  <a:cubicBezTo>
                    <a:pt x="110" y="32"/>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05" name="Google Shape;4305;p46"/>
            <p:cNvSpPr/>
            <p:nvPr/>
          </p:nvSpPr>
          <p:spPr>
            <a:xfrm>
              <a:off x="3295745" y="1814333"/>
              <a:ext cx="6042" cy="4516"/>
            </a:xfrm>
            <a:custGeom>
              <a:avLst/>
              <a:gdLst/>
              <a:ahLst/>
              <a:cxnLst/>
              <a:rect l="l" t="t" r="r" b="b"/>
              <a:pathLst>
                <a:path w="190" h="142" extrusionOk="0">
                  <a:moveTo>
                    <a:pt x="95" y="0"/>
                  </a:moveTo>
                  <a:lnTo>
                    <a:pt x="95" y="15"/>
                  </a:lnTo>
                  <a:lnTo>
                    <a:pt x="95" y="32"/>
                  </a:lnTo>
                  <a:lnTo>
                    <a:pt x="95" y="32"/>
                  </a:lnTo>
                  <a:lnTo>
                    <a:pt x="95" y="63"/>
                  </a:lnTo>
                  <a:lnTo>
                    <a:pt x="64" y="95"/>
                  </a:lnTo>
                  <a:cubicBezTo>
                    <a:pt x="49" y="95"/>
                    <a:pt x="49" y="95"/>
                    <a:pt x="49" y="78"/>
                  </a:cubicBezTo>
                  <a:lnTo>
                    <a:pt x="17" y="78"/>
                  </a:lnTo>
                  <a:lnTo>
                    <a:pt x="17" y="78"/>
                  </a:lnTo>
                  <a:cubicBezTo>
                    <a:pt x="17" y="95"/>
                    <a:pt x="17" y="110"/>
                    <a:pt x="1" y="110"/>
                  </a:cubicBezTo>
                  <a:lnTo>
                    <a:pt x="1" y="126"/>
                  </a:lnTo>
                  <a:cubicBezTo>
                    <a:pt x="17" y="126"/>
                    <a:pt x="17" y="141"/>
                    <a:pt x="32" y="141"/>
                  </a:cubicBezTo>
                  <a:cubicBezTo>
                    <a:pt x="49" y="141"/>
                    <a:pt x="49" y="126"/>
                    <a:pt x="64" y="126"/>
                  </a:cubicBezTo>
                  <a:lnTo>
                    <a:pt x="64" y="110"/>
                  </a:lnTo>
                  <a:cubicBezTo>
                    <a:pt x="80" y="110"/>
                    <a:pt x="80" y="95"/>
                    <a:pt x="95" y="95"/>
                  </a:cubicBezTo>
                  <a:lnTo>
                    <a:pt x="95" y="95"/>
                  </a:lnTo>
                  <a:lnTo>
                    <a:pt x="143" y="47"/>
                  </a:lnTo>
                  <a:cubicBezTo>
                    <a:pt x="158" y="47"/>
                    <a:pt x="175" y="32"/>
                    <a:pt x="175" y="32"/>
                  </a:cubicBezTo>
                  <a:lnTo>
                    <a:pt x="190" y="32"/>
                  </a:lnTo>
                  <a:lnTo>
                    <a:pt x="175" y="15"/>
                  </a:lnTo>
                  <a:cubicBezTo>
                    <a:pt x="175" y="32"/>
                    <a:pt x="158" y="32"/>
                    <a:pt x="158" y="32"/>
                  </a:cubicBezTo>
                  <a:lnTo>
                    <a:pt x="143" y="32"/>
                  </a:lnTo>
                  <a:lnTo>
                    <a:pt x="12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06" name="Google Shape;4306;p46"/>
            <p:cNvSpPr/>
            <p:nvPr/>
          </p:nvSpPr>
          <p:spPr>
            <a:xfrm>
              <a:off x="3316322" y="1814333"/>
              <a:ext cx="5025" cy="2512"/>
            </a:xfrm>
            <a:custGeom>
              <a:avLst/>
              <a:gdLst/>
              <a:ahLst/>
              <a:cxnLst/>
              <a:rect l="l" t="t" r="r" b="b"/>
              <a:pathLst>
                <a:path w="158" h="79" extrusionOk="0">
                  <a:moveTo>
                    <a:pt x="79" y="0"/>
                  </a:moveTo>
                  <a:lnTo>
                    <a:pt x="32" y="15"/>
                  </a:lnTo>
                  <a:cubicBezTo>
                    <a:pt x="15" y="15"/>
                    <a:pt x="15" y="15"/>
                    <a:pt x="0" y="32"/>
                  </a:cubicBezTo>
                  <a:cubicBezTo>
                    <a:pt x="15" y="32"/>
                    <a:pt x="15" y="15"/>
                    <a:pt x="15" y="15"/>
                  </a:cubicBezTo>
                  <a:lnTo>
                    <a:pt x="15" y="15"/>
                  </a:lnTo>
                  <a:cubicBezTo>
                    <a:pt x="32" y="15"/>
                    <a:pt x="47" y="32"/>
                    <a:pt x="47" y="32"/>
                  </a:cubicBezTo>
                  <a:lnTo>
                    <a:pt x="47" y="47"/>
                  </a:lnTo>
                  <a:lnTo>
                    <a:pt x="63" y="47"/>
                  </a:lnTo>
                  <a:lnTo>
                    <a:pt x="95" y="78"/>
                  </a:lnTo>
                  <a:lnTo>
                    <a:pt x="95" y="78"/>
                  </a:lnTo>
                  <a:lnTo>
                    <a:pt x="126" y="63"/>
                  </a:lnTo>
                  <a:cubicBezTo>
                    <a:pt x="142" y="63"/>
                    <a:pt x="158" y="47"/>
                    <a:pt x="158" y="32"/>
                  </a:cubicBezTo>
                  <a:lnTo>
                    <a:pt x="158"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07" name="Google Shape;4307;p46"/>
            <p:cNvSpPr/>
            <p:nvPr/>
          </p:nvSpPr>
          <p:spPr>
            <a:xfrm>
              <a:off x="3393478" y="1752189"/>
              <a:ext cx="4039" cy="5534"/>
            </a:xfrm>
            <a:custGeom>
              <a:avLst/>
              <a:gdLst/>
              <a:ahLst/>
              <a:cxnLst/>
              <a:rect l="l" t="t" r="r" b="b"/>
              <a:pathLst>
                <a:path w="127" h="174" extrusionOk="0">
                  <a:moveTo>
                    <a:pt x="95" y="0"/>
                  </a:moveTo>
                  <a:lnTo>
                    <a:pt x="79" y="0"/>
                  </a:lnTo>
                  <a:cubicBezTo>
                    <a:pt x="79" y="0"/>
                    <a:pt x="64" y="15"/>
                    <a:pt x="47" y="15"/>
                  </a:cubicBezTo>
                  <a:lnTo>
                    <a:pt x="16" y="126"/>
                  </a:lnTo>
                  <a:cubicBezTo>
                    <a:pt x="1" y="158"/>
                    <a:pt x="16" y="173"/>
                    <a:pt x="32" y="173"/>
                  </a:cubicBezTo>
                  <a:lnTo>
                    <a:pt x="47" y="173"/>
                  </a:lnTo>
                  <a:cubicBezTo>
                    <a:pt x="64" y="173"/>
                    <a:pt x="79" y="173"/>
                    <a:pt x="79" y="158"/>
                  </a:cubicBezTo>
                  <a:lnTo>
                    <a:pt x="79" y="142"/>
                  </a:lnTo>
                  <a:cubicBezTo>
                    <a:pt x="64" y="142"/>
                    <a:pt x="64" y="126"/>
                    <a:pt x="47" y="110"/>
                  </a:cubicBezTo>
                  <a:cubicBezTo>
                    <a:pt x="47" y="95"/>
                    <a:pt x="64" y="79"/>
                    <a:pt x="79" y="63"/>
                  </a:cubicBezTo>
                  <a:lnTo>
                    <a:pt x="110" y="63"/>
                  </a:lnTo>
                  <a:lnTo>
                    <a:pt x="127" y="47"/>
                  </a:lnTo>
                  <a:cubicBezTo>
                    <a:pt x="127" y="32"/>
                    <a:pt x="11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08" name="Google Shape;4308;p46"/>
            <p:cNvSpPr/>
            <p:nvPr/>
          </p:nvSpPr>
          <p:spPr>
            <a:xfrm>
              <a:off x="3176004" y="1831348"/>
              <a:ext cx="3530" cy="3053"/>
            </a:xfrm>
            <a:custGeom>
              <a:avLst/>
              <a:gdLst/>
              <a:ahLst/>
              <a:cxnLst/>
              <a:rect l="l" t="t" r="r" b="b"/>
              <a:pathLst>
                <a:path w="111" h="96" extrusionOk="0">
                  <a:moveTo>
                    <a:pt x="64" y="1"/>
                  </a:moveTo>
                  <a:lnTo>
                    <a:pt x="64" y="1"/>
                  </a:lnTo>
                  <a:lnTo>
                    <a:pt x="47" y="1"/>
                  </a:lnTo>
                  <a:lnTo>
                    <a:pt x="1" y="32"/>
                  </a:lnTo>
                  <a:lnTo>
                    <a:pt x="1" y="47"/>
                  </a:lnTo>
                  <a:lnTo>
                    <a:pt x="1" y="79"/>
                  </a:lnTo>
                  <a:lnTo>
                    <a:pt x="1" y="79"/>
                  </a:lnTo>
                  <a:cubicBezTo>
                    <a:pt x="1" y="95"/>
                    <a:pt x="16" y="95"/>
                    <a:pt x="32" y="95"/>
                  </a:cubicBezTo>
                  <a:lnTo>
                    <a:pt x="47" y="95"/>
                  </a:lnTo>
                  <a:lnTo>
                    <a:pt x="95" y="47"/>
                  </a:lnTo>
                  <a:cubicBezTo>
                    <a:pt x="110" y="47"/>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09" name="Google Shape;4309;p46"/>
            <p:cNvSpPr/>
            <p:nvPr/>
          </p:nvSpPr>
          <p:spPr>
            <a:xfrm>
              <a:off x="3265690" y="1815319"/>
              <a:ext cx="4548" cy="5534"/>
            </a:xfrm>
            <a:custGeom>
              <a:avLst/>
              <a:gdLst/>
              <a:ahLst/>
              <a:cxnLst/>
              <a:rect l="l" t="t" r="r" b="b"/>
              <a:pathLst>
                <a:path w="143" h="174" extrusionOk="0">
                  <a:moveTo>
                    <a:pt x="95" y="1"/>
                  </a:moveTo>
                  <a:lnTo>
                    <a:pt x="95" y="1"/>
                  </a:lnTo>
                  <a:cubicBezTo>
                    <a:pt x="80" y="1"/>
                    <a:pt x="80" y="16"/>
                    <a:pt x="63" y="32"/>
                  </a:cubicBezTo>
                  <a:lnTo>
                    <a:pt x="63" y="47"/>
                  </a:lnTo>
                  <a:lnTo>
                    <a:pt x="63" y="47"/>
                  </a:lnTo>
                  <a:cubicBezTo>
                    <a:pt x="48" y="64"/>
                    <a:pt x="48" y="64"/>
                    <a:pt x="48" y="79"/>
                  </a:cubicBezTo>
                  <a:cubicBezTo>
                    <a:pt x="32" y="79"/>
                    <a:pt x="32" y="95"/>
                    <a:pt x="32" y="95"/>
                  </a:cubicBezTo>
                  <a:lnTo>
                    <a:pt x="17" y="95"/>
                  </a:lnTo>
                  <a:cubicBezTo>
                    <a:pt x="17" y="110"/>
                    <a:pt x="17" y="110"/>
                    <a:pt x="0" y="110"/>
                  </a:cubicBezTo>
                  <a:lnTo>
                    <a:pt x="0" y="127"/>
                  </a:lnTo>
                  <a:lnTo>
                    <a:pt x="0" y="158"/>
                  </a:lnTo>
                  <a:cubicBezTo>
                    <a:pt x="17" y="173"/>
                    <a:pt x="17" y="173"/>
                    <a:pt x="32" y="173"/>
                  </a:cubicBezTo>
                  <a:cubicBezTo>
                    <a:pt x="32" y="173"/>
                    <a:pt x="48" y="173"/>
                    <a:pt x="48" y="158"/>
                  </a:cubicBezTo>
                  <a:lnTo>
                    <a:pt x="48" y="158"/>
                  </a:lnTo>
                  <a:lnTo>
                    <a:pt x="63" y="158"/>
                  </a:lnTo>
                  <a:lnTo>
                    <a:pt x="63" y="158"/>
                  </a:lnTo>
                  <a:lnTo>
                    <a:pt x="32" y="127"/>
                  </a:lnTo>
                  <a:cubicBezTo>
                    <a:pt x="32" y="110"/>
                    <a:pt x="32" y="79"/>
                    <a:pt x="48" y="79"/>
                  </a:cubicBezTo>
                  <a:lnTo>
                    <a:pt x="63" y="64"/>
                  </a:lnTo>
                  <a:lnTo>
                    <a:pt x="63" y="64"/>
                  </a:lnTo>
                  <a:cubicBezTo>
                    <a:pt x="80" y="64"/>
                    <a:pt x="95" y="79"/>
                    <a:pt x="95" y="79"/>
                  </a:cubicBezTo>
                  <a:lnTo>
                    <a:pt x="111" y="110"/>
                  </a:lnTo>
                  <a:cubicBezTo>
                    <a:pt x="111" y="95"/>
                    <a:pt x="126" y="79"/>
                    <a:pt x="126" y="64"/>
                  </a:cubicBezTo>
                  <a:lnTo>
                    <a:pt x="126" y="64"/>
                  </a:lnTo>
                  <a:lnTo>
                    <a:pt x="126" y="47"/>
                  </a:lnTo>
                  <a:cubicBezTo>
                    <a:pt x="143" y="32"/>
                    <a:pt x="126" y="16"/>
                    <a:pt x="126" y="16"/>
                  </a:cubicBezTo>
                  <a:cubicBezTo>
                    <a:pt x="111" y="16"/>
                    <a:pt x="111"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10" name="Google Shape;4310;p46"/>
            <p:cNvSpPr/>
            <p:nvPr/>
          </p:nvSpPr>
          <p:spPr>
            <a:xfrm>
              <a:off x="3412528" y="1781734"/>
              <a:ext cx="3530" cy="5565"/>
            </a:xfrm>
            <a:custGeom>
              <a:avLst/>
              <a:gdLst/>
              <a:ahLst/>
              <a:cxnLst/>
              <a:rect l="l" t="t" r="r" b="b"/>
              <a:pathLst>
                <a:path w="111" h="175" extrusionOk="0">
                  <a:moveTo>
                    <a:pt x="79" y="0"/>
                  </a:moveTo>
                  <a:lnTo>
                    <a:pt x="79" y="0"/>
                  </a:lnTo>
                  <a:cubicBezTo>
                    <a:pt x="63" y="0"/>
                    <a:pt x="63" y="0"/>
                    <a:pt x="63" y="17"/>
                  </a:cubicBezTo>
                  <a:cubicBezTo>
                    <a:pt x="63" y="17"/>
                    <a:pt x="47" y="17"/>
                    <a:pt x="47" y="32"/>
                  </a:cubicBezTo>
                  <a:lnTo>
                    <a:pt x="32" y="63"/>
                  </a:lnTo>
                  <a:lnTo>
                    <a:pt x="0" y="126"/>
                  </a:lnTo>
                  <a:cubicBezTo>
                    <a:pt x="0" y="143"/>
                    <a:pt x="0" y="158"/>
                    <a:pt x="16" y="174"/>
                  </a:cubicBezTo>
                  <a:lnTo>
                    <a:pt x="32" y="174"/>
                  </a:lnTo>
                  <a:cubicBezTo>
                    <a:pt x="47" y="174"/>
                    <a:pt x="63" y="158"/>
                    <a:pt x="63" y="158"/>
                  </a:cubicBezTo>
                  <a:lnTo>
                    <a:pt x="63" y="143"/>
                  </a:lnTo>
                  <a:cubicBezTo>
                    <a:pt x="79" y="143"/>
                    <a:pt x="79" y="126"/>
                    <a:pt x="79" y="126"/>
                  </a:cubicBezTo>
                  <a:lnTo>
                    <a:pt x="79" y="126"/>
                  </a:lnTo>
                  <a:lnTo>
                    <a:pt x="110" y="63"/>
                  </a:lnTo>
                  <a:lnTo>
                    <a:pt x="110" y="48"/>
                  </a:lnTo>
                  <a:lnTo>
                    <a:pt x="110" y="17"/>
                  </a:lnTo>
                  <a:lnTo>
                    <a:pt x="95" y="17"/>
                  </a:lnTo>
                  <a:cubicBezTo>
                    <a:pt x="95" y="17"/>
                    <a:pt x="79" y="17"/>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11" name="Google Shape;4311;p46"/>
            <p:cNvSpPr/>
            <p:nvPr/>
          </p:nvSpPr>
          <p:spPr>
            <a:xfrm>
              <a:off x="3165986" y="1826832"/>
              <a:ext cx="5057" cy="2544"/>
            </a:xfrm>
            <a:custGeom>
              <a:avLst/>
              <a:gdLst/>
              <a:ahLst/>
              <a:cxnLst/>
              <a:rect l="l" t="t" r="r" b="b"/>
              <a:pathLst>
                <a:path w="159" h="80" extrusionOk="0">
                  <a:moveTo>
                    <a:pt x="32" y="0"/>
                  </a:moveTo>
                  <a:lnTo>
                    <a:pt x="32" y="0"/>
                  </a:lnTo>
                  <a:cubicBezTo>
                    <a:pt x="16" y="0"/>
                    <a:pt x="1" y="0"/>
                    <a:pt x="1" y="17"/>
                  </a:cubicBezTo>
                  <a:cubicBezTo>
                    <a:pt x="1" y="32"/>
                    <a:pt x="1" y="63"/>
                    <a:pt x="32" y="63"/>
                  </a:cubicBezTo>
                  <a:lnTo>
                    <a:pt x="95" y="80"/>
                  </a:lnTo>
                  <a:lnTo>
                    <a:pt x="95" y="80"/>
                  </a:lnTo>
                  <a:lnTo>
                    <a:pt x="110" y="80"/>
                  </a:lnTo>
                  <a:lnTo>
                    <a:pt x="127" y="80"/>
                  </a:lnTo>
                  <a:cubicBezTo>
                    <a:pt x="142" y="80"/>
                    <a:pt x="158" y="48"/>
                    <a:pt x="158" y="32"/>
                  </a:cubicBezTo>
                  <a:lnTo>
                    <a:pt x="158" y="32"/>
                  </a:lnTo>
                  <a:lnTo>
                    <a:pt x="158" y="32"/>
                  </a:lnTo>
                  <a:cubicBezTo>
                    <a:pt x="142" y="48"/>
                    <a:pt x="142" y="48"/>
                    <a:pt x="127" y="48"/>
                  </a:cubicBezTo>
                  <a:lnTo>
                    <a:pt x="110" y="48"/>
                  </a:lnTo>
                  <a:lnTo>
                    <a:pt x="79" y="32"/>
                  </a:lnTo>
                  <a:cubicBezTo>
                    <a:pt x="79" y="17"/>
                    <a:pt x="64" y="17"/>
                    <a:pt x="64"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12" name="Google Shape;4312;p46"/>
            <p:cNvSpPr/>
            <p:nvPr/>
          </p:nvSpPr>
          <p:spPr>
            <a:xfrm>
              <a:off x="3398980" y="1802788"/>
              <a:ext cx="3562" cy="3021"/>
            </a:xfrm>
            <a:custGeom>
              <a:avLst/>
              <a:gdLst/>
              <a:ahLst/>
              <a:cxnLst/>
              <a:rect l="l" t="t" r="r" b="b"/>
              <a:pathLst>
                <a:path w="112" h="95" extrusionOk="0">
                  <a:moveTo>
                    <a:pt x="111" y="0"/>
                  </a:moveTo>
                  <a:lnTo>
                    <a:pt x="111" y="0"/>
                  </a:lnTo>
                  <a:lnTo>
                    <a:pt x="48" y="16"/>
                  </a:lnTo>
                  <a:lnTo>
                    <a:pt x="48" y="16"/>
                  </a:lnTo>
                  <a:lnTo>
                    <a:pt x="32" y="16"/>
                  </a:lnTo>
                  <a:lnTo>
                    <a:pt x="17" y="32"/>
                  </a:lnTo>
                  <a:cubicBezTo>
                    <a:pt x="0" y="32"/>
                    <a:pt x="0" y="32"/>
                    <a:pt x="0" y="48"/>
                  </a:cubicBezTo>
                  <a:cubicBezTo>
                    <a:pt x="17" y="48"/>
                    <a:pt x="17" y="48"/>
                    <a:pt x="17" y="63"/>
                  </a:cubicBezTo>
                  <a:lnTo>
                    <a:pt x="17" y="79"/>
                  </a:lnTo>
                  <a:lnTo>
                    <a:pt x="32" y="95"/>
                  </a:lnTo>
                  <a:lnTo>
                    <a:pt x="32" y="95"/>
                  </a:lnTo>
                  <a:cubicBezTo>
                    <a:pt x="32" y="95"/>
                    <a:pt x="48" y="95"/>
                    <a:pt x="48" y="79"/>
                  </a:cubicBezTo>
                  <a:lnTo>
                    <a:pt x="48" y="79"/>
                  </a:lnTo>
                  <a:lnTo>
                    <a:pt x="80" y="63"/>
                  </a:lnTo>
                  <a:lnTo>
                    <a:pt x="95" y="48"/>
                  </a:lnTo>
                  <a:cubicBezTo>
                    <a:pt x="111" y="32"/>
                    <a:pt x="111" y="16"/>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13" name="Google Shape;4313;p46"/>
            <p:cNvSpPr/>
            <p:nvPr/>
          </p:nvSpPr>
          <p:spPr>
            <a:xfrm>
              <a:off x="3444077" y="1799767"/>
              <a:ext cx="4548" cy="5565"/>
            </a:xfrm>
            <a:custGeom>
              <a:avLst/>
              <a:gdLst/>
              <a:ahLst/>
              <a:cxnLst/>
              <a:rect l="l" t="t" r="r" b="b"/>
              <a:pathLst>
                <a:path w="143" h="175" extrusionOk="0">
                  <a:moveTo>
                    <a:pt x="95" y="1"/>
                  </a:moveTo>
                  <a:lnTo>
                    <a:pt x="95" y="1"/>
                  </a:lnTo>
                  <a:cubicBezTo>
                    <a:pt x="80" y="1"/>
                    <a:pt x="80" y="1"/>
                    <a:pt x="63" y="17"/>
                  </a:cubicBezTo>
                  <a:lnTo>
                    <a:pt x="63" y="32"/>
                  </a:lnTo>
                  <a:lnTo>
                    <a:pt x="63" y="80"/>
                  </a:lnTo>
                  <a:lnTo>
                    <a:pt x="63" y="80"/>
                  </a:lnTo>
                  <a:lnTo>
                    <a:pt x="63" y="80"/>
                  </a:lnTo>
                  <a:lnTo>
                    <a:pt x="17" y="111"/>
                  </a:lnTo>
                  <a:lnTo>
                    <a:pt x="0" y="111"/>
                  </a:lnTo>
                  <a:lnTo>
                    <a:pt x="0" y="158"/>
                  </a:lnTo>
                  <a:cubicBezTo>
                    <a:pt x="17" y="158"/>
                    <a:pt x="17" y="158"/>
                    <a:pt x="32" y="174"/>
                  </a:cubicBezTo>
                  <a:lnTo>
                    <a:pt x="32" y="174"/>
                  </a:lnTo>
                  <a:cubicBezTo>
                    <a:pt x="48" y="174"/>
                    <a:pt x="48" y="174"/>
                    <a:pt x="48" y="158"/>
                  </a:cubicBezTo>
                  <a:lnTo>
                    <a:pt x="80" y="143"/>
                  </a:lnTo>
                  <a:lnTo>
                    <a:pt x="126" y="127"/>
                  </a:lnTo>
                  <a:cubicBezTo>
                    <a:pt x="126" y="111"/>
                    <a:pt x="143" y="111"/>
                    <a:pt x="143" y="95"/>
                  </a:cubicBezTo>
                  <a:lnTo>
                    <a:pt x="126" y="32"/>
                  </a:lnTo>
                  <a:lnTo>
                    <a:pt x="126" y="32"/>
                  </a:lnTo>
                  <a:cubicBezTo>
                    <a:pt x="126" y="17"/>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14" name="Google Shape;4314;p46"/>
            <p:cNvSpPr/>
            <p:nvPr/>
          </p:nvSpPr>
          <p:spPr>
            <a:xfrm>
              <a:off x="3438575" y="1802788"/>
              <a:ext cx="4039" cy="2544"/>
            </a:xfrm>
            <a:custGeom>
              <a:avLst/>
              <a:gdLst/>
              <a:ahLst/>
              <a:cxnLst/>
              <a:rect l="l" t="t" r="r" b="b"/>
              <a:pathLst>
                <a:path w="127" h="80" extrusionOk="0">
                  <a:moveTo>
                    <a:pt x="79" y="0"/>
                  </a:moveTo>
                  <a:lnTo>
                    <a:pt x="79" y="0"/>
                  </a:lnTo>
                  <a:lnTo>
                    <a:pt x="79" y="0"/>
                  </a:lnTo>
                  <a:lnTo>
                    <a:pt x="32" y="0"/>
                  </a:lnTo>
                  <a:lnTo>
                    <a:pt x="16" y="16"/>
                  </a:lnTo>
                  <a:cubicBezTo>
                    <a:pt x="1" y="16"/>
                    <a:pt x="1" y="32"/>
                    <a:pt x="1" y="48"/>
                  </a:cubicBezTo>
                  <a:lnTo>
                    <a:pt x="1" y="48"/>
                  </a:lnTo>
                  <a:lnTo>
                    <a:pt x="1" y="63"/>
                  </a:lnTo>
                  <a:cubicBezTo>
                    <a:pt x="16" y="79"/>
                    <a:pt x="16" y="79"/>
                    <a:pt x="32" y="79"/>
                  </a:cubicBezTo>
                  <a:lnTo>
                    <a:pt x="32" y="79"/>
                  </a:lnTo>
                  <a:lnTo>
                    <a:pt x="95" y="63"/>
                  </a:lnTo>
                  <a:lnTo>
                    <a:pt x="95" y="63"/>
                  </a:lnTo>
                  <a:cubicBezTo>
                    <a:pt x="110" y="48"/>
                    <a:pt x="127" y="32"/>
                    <a:pt x="110" y="16"/>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15" name="Google Shape;4315;p46"/>
            <p:cNvSpPr/>
            <p:nvPr/>
          </p:nvSpPr>
          <p:spPr>
            <a:xfrm>
              <a:off x="3329361" y="1813315"/>
              <a:ext cx="4516" cy="3530"/>
            </a:xfrm>
            <a:custGeom>
              <a:avLst/>
              <a:gdLst/>
              <a:ahLst/>
              <a:cxnLst/>
              <a:rect l="l" t="t" r="r" b="b"/>
              <a:pathLst>
                <a:path w="142" h="111" extrusionOk="0">
                  <a:moveTo>
                    <a:pt x="32" y="1"/>
                  </a:moveTo>
                  <a:lnTo>
                    <a:pt x="32" y="1"/>
                  </a:lnTo>
                  <a:lnTo>
                    <a:pt x="32" y="1"/>
                  </a:lnTo>
                  <a:cubicBezTo>
                    <a:pt x="32" y="1"/>
                    <a:pt x="15" y="1"/>
                    <a:pt x="15" y="16"/>
                  </a:cubicBezTo>
                  <a:cubicBezTo>
                    <a:pt x="0" y="16"/>
                    <a:pt x="0" y="16"/>
                    <a:pt x="0" y="32"/>
                  </a:cubicBezTo>
                  <a:lnTo>
                    <a:pt x="0" y="32"/>
                  </a:lnTo>
                  <a:cubicBezTo>
                    <a:pt x="0" y="47"/>
                    <a:pt x="15" y="64"/>
                    <a:pt x="32" y="64"/>
                  </a:cubicBezTo>
                  <a:lnTo>
                    <a:pt x="15" y="64"/>
                  </a:lnTo>
                  <a:lnTo>
                    <a:pt x="32" y="64"/>
                  </a:lnTo>
                  <a:lnTo>
                    <a:pt x="32" y="64"/>
                  </a:lnTo>
                  <a:lnTo>
                    <a:pt x="47" y="79"/>
                  </a:lnTo>
                  <a:cubicBezTo>
                    <a:pt x="63" y="95"/>
                    <a:pt x="63" y="95"/>
                    <a:pt x="63" y="110"/>
                  </a:cubicBezTo>
                  <a:lnTo>
                    <a:pt x="78" y="110"/>
                  </a:lnTo>
                  <a:lnTo>
                    <a:pt x="78" y="110"/>
                  </a:lnTo>
                  <a:lnTo>
                    <a:pt x="110" y="79"/>
                  </a:lnTo>
                  <a:lnTo>
                    <a:pt x="126" y="79"/>
                  </a:lnTo>
                  <a:cubicBezTo>
                    <a:pt x="141" y="79"/>
                    <a:pt x="141" y="64"/>
                    <a:pt x="141" y="47"/>
                  </a:cubicBezTo>
                  <a:cubicBezTo>
                    <a:pt x="141" y="32"/>
                    <a:pt x="141" y="32"/>
                    <a:pt x="126" y="32"/>
                  </a:cubicBezTo>
                  <a:cubicBezTo>
                    <a:pt x="126" y="16"/>
                    <a:pt x="126" y="16"/>
                    <a:pt x="110"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16" name="Google Shape;4316;p46"/>
            <p:cNvSpPr/>
            <p:nvPr/>
          </p:nvSpPr>
          <p:spPr>
            <a:xfrm>
              <a:off x="3296286" y="1810803"/>
              <a:ext cx="9032" cy="4548"/>
            </a:xfrm>
            <a:custGeom>
              <a:avLst/>
              <a:gdLst/>
              <a:ahLst/>
              <a:cxnLst/>
              <a:rect l="l" t="t" r="r" b="b"/>
              <a:pathLst>
                <a:path w="284" h="143" extrusionOk="0">
                  <a:moveTo>
                    <a:pt x="32" y="0"/>
                  </a:moveTo>
                  <a:lnTo>
                    <a:pt x="32" y="0"/>
                  </a:lnTo>
                  <a:cubicBezTo>
                    <a:pt x="32" y="17"/>
                    <a:pt x="15" y="17"/>
                    <a:pt x="15" y="17"/>
                  </a:cubicBezTo>
                  <a:cubicBezTo>
                    <a:pt x="0" y="32"/>
                    <a:pt x="0" y="48"/>
                    <a:pt x="15" y="63"/>
                  </a:cubicBezTo>
                  <a:lnTo>
                    <a:pt x="15" y="63"/>
                  </a:lnTo>
                  <a:cubicBezTo>
                    <a:pt x="15" y="63"/>
                    <a:pt x="15" y="80"/>
                    <a:pt x="32" y="80"/>
                  </a:cubicBezTo>
                  <a:lnTo>
                    <a:pt x="47" y="95"/>
                  </a:lnTo>
                  <a:lnTo>
                    <a:pt x="47" y="95"/>
                  </a:lnTo>
                  <a:cubicBezTo>
                    <a:pt x="47" y="95"/>
                    <a:pt x="63" y="95"/>
                    <a:pt x="63" y="111"/>
                  </a:cubicBezTo>
                  <a:lnTo>
                    <a:pt x="78" y="111"/>
                  </a:lnTo>
                  <a:lnTo>
                    <a:pt x="110" y="143"/>
                  </a:lnTo>
                  <a:lnTo>
                    <a:pt x="126" y="143"/>
                  </a:lnTo>
                  <a:lnTo>
                    <a:pt x="141" y="143"/>
                  </a:lnTo>
                  <a:cubicBezTo>
                    <a:pt x="141" y="143"/>
                    <a:pt x="158" y="143"/>
                    <a:pt x="158" y="126"/>
                  </a:cubicBezTo>
                  <a:lnTo>
                    <a:pt x="173" y="143"/>
                  </a:lnTo>
                  <a:lnTo>
                    <a:pt x="236" y="143"/>
                  </a:lnTo>
                  <a:lnTo>
                    <a:pt x="252" y="143"/>
                  </a:lnTo>
                  <a:cubicBezTo>
                    <a:pt x="267" y="143"/>
                    <a:pt x="284" y="126"/>
                    <a:pt x="284" y="111"/>
                  </a:cubicBezTo>
                  <a:lnTo>
                    <a:pt x="284" y="95"/>
                  </a:lnTo>
                  <a:cubicBezTo>
                    <a:pt x="267" y="95"/>
                    <a:pt x="267" y="95"/>
                    <a:pt x="267" y="80"/>
                  </a:cubicBezTo>
                  <a:cubicBezTo>
                    <a:pt x="267" y="95"/>
                    <a:pt x="267" y="95"/>
                    <a:pt x="252" y="95"/>
                  </a:cubicBezTo>
                  <a:lnTo>
                    <a:pt x="236" y="126"/>
                  </a:lnTo>
                  <a:lnTo>
                    <a:pt x="221" y="126"/>
                  </a:lnTo>
                  <a:cubicBezTo>
                    <a:pt x="204" y="126"/>
                    <a:pt x="189" y="126"/>
                    <a:pt x="189" y="111"/>
                  </a:cubicBezTo>
                  <a:cubicBezTo>
                    <a:pt x="173" y="95"/>
                    <a:pt x="173" y="80"/>
                    <a:pt x="189" y="63"/>
                  </a:cubicBezTo>
                  <a:lnTo>
                    <a:pt x="173" y="63"/>
                  </a:lnTo>
                  <a:lnTo>
                    <a:pt x="141" y="63"/>
                  </a:lnTo>
                  <a:lnTo>
                    <a:pt x="126" y="63"/>
                  </a:lnTo>
                  <a:lnTo>
                    <a:pt x="126" y="63"/>
                  </a:lnTo>
                  <a:lnTo>
                    <a:pt x="78" y="32"/>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17" name="Google Shape;4317;p46"/>
            <p:cNvSpPr/>
            <p:nvPr/>
          </p:nvSpPr>
          <p:spPr>
            <a:xfrm>
              <a:off x="3264196" y="1822348"/>
              <a:ext cx="4516" cy="3021"/>
            </a:xfrm>
            <a:custGeom>
              <a:avLst/>
              <a:gdLst/>
              <a:ahLst/>
              <a:cxnLst/>
              <a:rect l="l" t="t" r="r" b="b"/>
              <a:pathLst>
                <a:path w="142" h="95" extrusionOk="0">
                  <a:moveTo>
                    <a:pt x="95" y="0"/>
                  </a:moveTo>
                  <a:lnTo>
                    <a:pt x="95" y="0"/>
                  </a:lnTo>
                  <a:cubicBezTo>
                    <a:pt x="95" y="0"/>
                    <a:pt x="79" y="0"/>
                    <a:pt x="79" y="15"/>
                  </a:cubicBezTo>
                  <a:lnTo>
                    <a:pt x="64" y="15"/>
                  </a:lnTo>
                  <a:lnTo>
                    <a:pt x="32" y="32"/>
                  </a:lnTo>
                  <a:cubicBezTo>
                    <a:pt x="16" y="47"/>
                    <a:pt x="1" y="63"/>
                    <a:pt x="16" y="78"/>
                  </a:cubicBezTo>
                  <a:cubicBezTo>
                    <a:pt x="16" y="95"/>
                    <a:pt x="32" y="95"/>
                    <a:pt x="47" y="95"/>
                  </a:cubicBezTo>
                  <a:lnTo>
                    <a:pt x="47" y="95"/>
                  </a:lnTo>
                  <a:lnTo>
                    <a:pt x="64" y="95"/>
                  </a:lnTo>
                  <a:lnTo>
                    <a:pt x="110" y="63"/>
                  </a:lnTo>
                  <a:cubicBezTo>
                    <a:pt x="127" y="63"/>
                    <a:pt x="142" y="32"/>
                    <a:pt x="127" y="15"/>
                  </a:cubicBezTo>
                  <a:lnTo>
                    <a:pt x="127" y="15"/>
                  </a:lnTo>
                  <a:cubicBezTo>
                    <a:pt x="110"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18" name="Google Shape;4318;p46"/>
            <p:cNvSpPr/>
            <p:nvPr/>
          </p:nvSpPr>
          <p:spPr>
            <a:xfrm>
              <a:off x="3322333" y="1763702"/>
              <a:ext cx="4039" cy="2544"/>
            </a:xfrm>
            <a:custGeom>
              <a:avLst/>
              <a:gdLst/>
              <a:ahLst/>
              <a:cxnLst/>
              <a:rect l="l" t="t" r="r" b="b"/>
              <a:pathLst>
                <a:path w="127" h="80" extrusionOk="0">
                  <a:moveTo>
                    <a:pt x="32" y="0"/>
                  </a:moveTo>
                  <a:lnTo>
                    <a:pt x="32" y="0"/>
                  </a:lnTo>
                  <a:cubicBezTo>
                    <a:pt x="16" y="0"/>
                    <a:pt x="0" y="16"/>
                    <a:pt x="0" y="32"/>
                  </a:cubicBezTo>
                  <a:lnTo>
                    <a:pt x="0" y="32"/>
                  </a:lnTo>
                  <a:cubicBezTo>
                    <a:pt x="0" y="63"/>
                    <a:pt x="16" y="80"/>
                    <a:pt x="32" y="80"/>
                  </a:cubicBezTo>
                  <a:lnTo>
                    <a:pt x="79" y="80"/>
                  </a:lnTo>
                  <a:lnTo>
                    <a:pt x="95" y="80"/>
                  </a:lnTo>
                  <a:lnTo>
                    <a:pt x="95" y="80"/>
                  </a:lnTo>
                  <a:cubicBezTo>
                    <a:pt x="110" y="80"/>
                    <a:pt x="110" y="80"/>
                    <a:pt x="110" y="63"/>
                  </a:cubicBezTo>
                  <a:lnTo>
                    <a:pt x="126" y="63"/>
                  </a:lnTo>
                  <a:lnTo>
                    <a:pt x="126" y="48"/>
                  </a:lnTo>
                  <a:lnTo>
                    <a:pt x="126" y="48"/>
                  </a:lnTo>
                  <a:cubicBezTo>
                    <a:pt x="126" y="16"/>
                    <a:pt x="110" y="0"/>
                    <a:pt x="95"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19" name="Google Shape;4319;p46"/>
            <p:cNvSpPr/>
            <p:nvPr/>
          </p:nvSpPr>
          <p:spPr>
            <a:xfrm>
              <a:off x="3243650" y="1772702"/>
              <a:ext cx="4548" cy="2576"/>
            </a:xfrm>
            <a:custGeom>
              <a:avLst/>
              <a:gdLst/>
              <a:ahLst/>
              <a:cxnLst/>
              <a:rect l="l" t="t" r="r" b="b"/>
              <a:pathLst>
                <a:path w="143" h="81" extrusionOk="0">
                  <a:moveTo>
                    <a:pt x="32" y="1"/>
                  </a:moveTo>
                  <a:lnTo>
                    <a:pt x="32" y="1"/>
                  </a:lnTo>
                  <a:cubicBezTo>
                    <a:pt x="17" y="1"/>
                    <a:pt x="0" y="17"/>
                    <a:pt x="0" y="32"/>
                  </a:cubicBezTo>
                  <a:cubicBezTo>
                    <a:pt x="0" y="49"/>
                    <a:pt x="17" y="64"/>
                    <a:pt x="32" y="64"/>
                  </a:cubicBezTo>
                  <a:lnTo>
                    <a:pt x="95" y="80"/>
                  </a:lnTo>
                  <a:lnTo>
                    <a:pt x="95" y="80"/>
                  </a:lnTo>
                  <a:cubicBezTo>
                    <a:pt x="111" y="80"/>
                    <a:pt x="126" y="64"/>
                    <a:pt x="126" y="49"/>
                  </a:cubicBezTo>
                  <a:cubicBezTo>
                    <a:pt x="143" y="32"/>
                    <a:pt x="126" y="17"/>
                    <a:pt x="111" y="1"/>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20" name="Google Shape;4320;p46"/>
            <p:cNvSpPr/>
            <p:nvPr/>
          </p:nvSpPr>
          <p:spPr>
            <a:xfrm>
              <a:off x="3376940" y="1790258"/>
              <a:ext cx="5565" cy="6520"/>
            </a:xfrm>
            <a:custGeom>
              <a:avLst/>
              <a:gdLst/>
              <a:ahLst/>
              <a:cxnLst/>
              <a:rect l="l" t="t" r="r" b="b"/>
              <a:pathLst>
                <a:path w="175" h="205" extrusionOk="0">
                  <a:moveTo>
                    <a:pt x="63" y="1"/>
                  </a:moveTo>
                  <a:lnTo>
                    <a:pt x="63" y="1"/>
                  </a:lnTo>
                  <a:lnTo>
                    <a:pt x="63" y="1"/>
                  </a:lnTo>
                  <a:lnTo>
                    <a:pt x="48" y="1"/>
                  </a:lnTo>
                  <a:lnTo>
                    <a:pt x="32" y="16"/>
                  </a:lnTo>
                  <a:lnTo>
                    <a:pt x="32" y="16"/>
                  </a:lnTo>
                  <a:lnTo>
                    <a:pt x="0" y="127"/>
                  </a:lnTo>
                  <a:cubicBezTo>
                    <a:pt x="0" y="142"/>
                    <a:pt x="0" y="158"/>
                    <a:pt x="17" y="158"/>
                  </a:cubicBezTo>
                  <a:lnTo>
                    <a:pt x="80" y="190"/>
                  </a:lnTo>
                  <a:cubicBezTo>
                    <a:pt x="80" y="190"/>
                    <a:pt x="80" y="205"/>
                    <a:pt x="95" y="205"/>
                  </a:cubicBezTo>
                  <a:lnTo>
                    <a:pt x="111" y="190"/>
                  </a:lnTo>
                  <a:lnTo>
                    <a:pt x="158" y="158"/>
                  </a:lnTo>
                  <a:lnTo>
                    <a:pt x="158" y="158"/>
                  </a:lnTo>
                  <a:lnTo>
                    <a:pt x="158" y="142"/>
                  </a:lnTo>
                  <a:cubicBezTo>
                    <a:pt x="174" y="127"/>
                    <a:pt x="158" y="110"/>
                    <a:pt x="158" y="110"/>
                  </a:cubicBezTo>
                  <a:cubicBezTo>
                    <a:pt x="158" y="95"/>
                    <a:pt x="143" y="95"/>
                    <a:pt x="126" y="95"/>
                  </a:cubicBezTo>
                  <a:lnTo>
                    <a:pt x="126" y="95"/>
                  </a:lnTo>
                  <a:lnTo>
                    <a:pt x="126" y="95"/>
                  </a:lnTo>
                  <a:cubicBezTo>
                    <a:pt x="126" y="110"/>
                    <a:pt x="126" y="142"/>
                    <a:pt x="95" y="142"/>
                  </a:cubicBezTo>
                  <a:lnTo>
                    <a:pt x="80" y="142"/>
                  </a:lnTo>
                  <a:lnTo>
                    <a:pt x="80" y="142"/>
                  </a:lnTo>
                  <a:cubicBezTo>
                    <a:pt x="63" y="142"/>
                    <a:pt x="48" y="127"/>
                    <a:pt x="32" y="110"/>
                  </a:cubicBezTo>
                  <a:cubicBezTo>
                    <a:pt x="32" y="95"/>
                    <a:pt x="48" y="79"/>
                    <a:pt x="63" y="64"/>
                  </a:cubicBezTo>
                  <a:lnTo>
                    <a:pt x="95" y="64"/>
                  </a:lnTo>
                  <a:lnTo>
                    <a:pt x="95" y="32"/>
                  </a:lnTo>
                  <a:cubicBezTo>
                    <a:pt x="111"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21" name="Google Shape;4321;p46"/>
            <p:cNvSpPr/>
            <p:nvPr/>
          </p:nvSpPr>
          <p:spPr>
            <a:xfrm>
              <a:off x="3398980" y="1800785"/>
              <a:ext cx="4548" cy="2544"/>
            </a:xfrm>
            <a:custGeom>
              <a:avLst/>
              <a:gdLst/>
              <a:ahLst/>
              <a:cxnLst/>
              <a:rect l="l" t="t" r="r" b="b"/>
              <a:pathLst>
                <a:path w="143" h="80" extrusionOk="0">
                  <a:moveTo>
                    <a:pt x="111" y="0"/>
                  </a:moveTo>
                  <a:lnTo>
                    <a:pt x="95" y="0"/>
                  </a:lnTo>
                  <a:lnTo>
                    <a:pt x="48" y="0"/>
                  </a:lnTo>
                  <a:cubicBezTo>
                    <a:pt x="32" y="16"/>
                    <a:pt x="32" y="16"/>
                    <a:pt x="17" y="16"/>
                  </a:cubicBezTo>
                  <a:lnTo>
                    <a:pt x="17" y="16"/>
                  </a:lnTo>
                  <a:lnTo>
                    <a:pt x="17" y="16"/>
                  </a:lnTo>
                  <a:cubicBezTo>
                    <a:pt x="17" y="16"/>
                    <a:pt x="0" y="32"/>
                    <a:pt x="0" y="48"/>
                  </a:cubicBezTo>
                  <a:cubicBezTo>
                    <a:pt x="0" y="63"/>
                    <a:pt x="17" y="63"/>
                    <a:pt x="32" y="79"/>
                  </a:cubicBezTo>
                  <a:lnTo>
                    <a:pt x="48" y="79"/>
                  </a:lnTo>
                  <a:lnTo>
                    <a:pt x="48" y="79"/>
                  </a:lnTo>
                  <a:lnTo>
                    <a:pt x="111" y="63"/>
                  </a:lnTo>
                  <a:lnTo>
                    <a:pt x="111" y="63"/>
                  </a:lnTo>
                  <a:cubicBezTo>
                    <a:pt x="126" y="63"/>
                    <a:pt x="143" y="48"/>
                    <a:pt x="143" y="32"/>
                  </a:cubicBezTo>
                  <a:cubicBezTo>
                    <a:pt x="143" y="32"/>
                    <a:pt x="143" y="16"/>
                    <a:pt x="126" y="16"/>
                  </a:cubicBezTo>
                  <a:cubicBezTo>
                    <a:pt x="126" y="0"/>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22" name="Google Shape;4322;p46"/>
            <p:cNvSpPr/>
            <p:nvPr/>
          </p:nvSpPr>
          <p:spPr>
            <a:xfrm>
              <a:off x="3290275" y="1815796"/>
              <a:ext cx="3498" cy="2576"/>
            </a:xfrm>
            <a:custGeom>
              <a:avLst/>
              <a:gdLst/>
              <a:ahLst/>
              <a:cxnLst/>
              <a:rect l="l" t="t" r="r" b="b"/>
              <a:pathLst>
                <a:path w="110" h="81" extrusionOk="0">
                  <a:moveTo>
                    <a:pt x="110" y="1"/>
                  </a:moveTo>
                  <a:lnTo>
                    <a:pt x="78" y="17"/>
                  </a:lnTo>
                  <a:lnTo>
                    <a:pt x="78" y="17"/>
                  </a:lnTo>
                  <a:cubicBezTo>
                    <a:pt x="63" y="17"/>
                    <a:pt x="63" y="17"/>
                    <a:pt x="63" y="1"/>
                  </a:cubicBezTo>
                  <a:lnTo>
                    <a:pt x="47" y="17"/>
                  </a:lnTo>
                  <a:lnTo>
                    <a:pt x="0" y="32"/>
                  </a:lnTo>
                  <a:cubicBezTo>
                    <a:pt x="0" y="49"/>
                    <a:pt x="0" y="64"/>
                    <a:pt x="15" y="64"/>
                  </a:cubicBezTo>
                  <a:lnTo>
                    <a:pt x="32" y="80"/>
                  </a:lnTo>
                  <a:cubicBezTo>
                    <a:pt x="47" y="80"/>
                    <a:pt x="63" y="64"/>
                    <a:pt x="63" y="64"/>
                  </a:cubicBezTo>
                  <a:lnTo>
                    <a:pt x="78" y="49"/>
                  </a:lnTo>
                  <a:lnTo>
                    <a:pt x="95" y="17"/>
                  </a:lnTo>
                  <a:cubicBezTo>
                    <a:pt x="110" y="17"/>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23" name="Google Shape;4323;p46"/>
            <p:cNvSpPr/>
            <p:nvPr/>
          </p:nvSpPr>
          <p:spPr>
            <a:xfrm>
              <a:off x="3393955" y="1784247"/>
              <a:ext cx="3562" cy="6520"/>
            </a:xfrm>
            <a:custGeom>
              <a:avLst/>
              <a:gdLst/>
              <a:ahLst/>
              <a:cxnLst/>
              <a:rect l="l" t="t" r="r" b="b"/>
              <a:pathLst>
                <a:path w="112" h="205" extrusionOk="0">
                  <a:moveTo>
                    <a:pt x="80" y="1"/>
                  </a:moveTo>
                  <a:lnTo>
                    <a:pt x="64" y="1"/>
                  </a:lnTo>
                  <a:cubicBezTo>
                    <a:pt x="64" y="1"/>
                    <a:pt x="49" y="1"/>
                    <a:pt x="49" y="16"/>
                  </a:cubicBezTo>
                  <a:lnTo>
                    <a:pt x="49" y="16"/>
                  </a:lnTo>
                  <a:lnTo>
                    <a:pt x="1" y="158"/>
                  </a:lnTo>
                  <a:lnTo>
                    <a:pt x="1" y="173"/>
                  </a:lnTo>
                  <a:cubicBezTo>
                    <a:pt x="1" y="190"/>
                    <a:pt x="17" y="190"/>
                    <a:pt x="17" y="190"/>
                  </a:cubicBezTo>
                  <a:cubicBezTo>
                    <a:pt x="17" y="205"/>
                    <a:pt x="32" y="205"/>
                    <a:pt x="32" y="205"/>
                  </a:cubicBezTo>
                  <a:lnTo>
                    <a:pt x="49" y="205"/>
                  </a:lnTo>
                  <a:cubicBezTo>
                    <a:pt x="64" y="205"/>
                    <a:pt x="80" y="190"/>
                    <a:pt x="80" y="173"/>
                  </a:cubicBezTo>
                  <a:lnTo>
                    <a:pt x="80" y="173"/>
                  </a:lnTo>
                  <a:lnTo>
                    <a:pt x="95" y="95"/>
                  </a:lnTo>
                  <a:lnTo>
                    <a:pt x="112" y="32"/>
                  </a:lnTo>
                  <a:lnTo>
                    <a:pt x="112" y="32"/>
                  </a:lnTo>
                  <a:cubicBezTo>
                    <a:pt x="112" y="16"/>
                    <a:pt x="112" y="16"/>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24" name="Google Shape;4324;p46"/>
            <p:cNvSpPr/>
            <p:nvPr/>
          </p:nvSpPr>
          <p:spPr>
            <a:xfrm>
              <a:off x="3423023" y="1754669"/>
              <a:ext cx="6042" cy="1558"/>
            </a:xfrm>
            <a:custGeom>
              <a:avLst/>
              <a:gdLst/>
              <a:ahLst/>
              <a:cxnLst/>
              <a:rect l="l" t="t" r="r" b="b"/>
              <a:pathLst>
                <a:path w="190" h="49" extrusionOk="0">
                  <a:moveTo>
                    <a:pt x="95" y="17"/>
                  </a:moveTo>
                  <a:cubicBezTo>
                    <a:pt x="112" y="17"/>
                    <a:pt x="112" y="32"/>
                    <a:pt x="112" y="48"/>
                  </a:cubicBezTo>
                  <a:lnTo>
                    <a:pt x="112" y="48"/>
                  </a:lnTo>
                  <a:lnTo>
                    <a:pt x="175" y="32"/>
                  </a:lnTo>
                  <a:lnTo>
                    <a:pt x="190" y="32"/>
                  </a:lnTo>
                  <a:lnTo>
                    <a:pt x="190" y="17"/>
                  </a:lnTo>
                  <a:lnTo>
                    <a:pt x="190" y="17"/>
                  </a:lnTo>
                  <a:lnTo>
                    <a:pt x="95" y="17"/>
                  </a:lnTo>
                  <a:close/>
                  <a:moveTo>
                    <a:pt x="17" y="1"/>
                  </a:moveTo>
                  <a:cubicBezTo>
                    <a:pt x="1" y="1"/>
                    <a:pt x="1" y="17"/>
                    <a:pt x="1" y="17"/>
                  </a:cubicBezTo>
                  <a:lnTo>
                    <a:pt x="17" y="17"/>
                  </a:lnTo>
                  <a:lnTo>
                    <a:pt x="32" y="32"/>
                  </a:lnTo>
                  <a:cubicBezTo>
                    <a:pt x="49" y="32"/>
                    <a:pt x="49" y="48"/>
                    <a:pt x="49" y="48"/>
                  </a:cubicBezTo>
                  <a:lnTo>
                    <a:pt x="49" y="32"/>
                  </a:lnTo>
                  <a:cubicBezTo>
                    <a:pt x="49" y="17"/>
                    <a:pt x="64" y="17"/>
                    <a:pt x="64" y="1"/>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25" name="Google Shape;4325;p46"/>
            <p:cNvSpPr/>
            <p:nvPr/>
          </p:nvSpPr>
          <p:spPr>
            <a:xfrm>
              <a:off x="3162996" y="1812806"/>
              <a:ext cx="3498" cy="3021"/>
            </a:xfrm>
            <a:custGeom>
              <a:avLst/>
              <a:gdLst/>
              <a:ahLst/>
              <a:cxnLst/>
              <a:rect l="l" t="t" r="r" b="b"/>
              <a:pathLst>
                <a:path w="110" h="95" extrusionOk="0">
                  <a:moveTo>
                    <a:pt x="32" y="0"/>
                  </a:moveTo>
                  <a:lnTo>
                    <a:pt x="32" y="0"/>
                  </a:lnTo>
                  <a:lnTo>
                    <a:pt x="32" y="0"/>
                  </a:lnTo>
                  <a:lnTo>
                    <a:pt x="15" y="0"/>
                  </a:lnTo>
                  <a:cubicBezTo>
                    <a:pt x="15" y="17"/>
                    <a:pt x="0" y="17"/>
                    <a:pt x="0" y="32"/>
                  </a:cubicBezTo>
                  <a:lnTo>
                    <a:pt x="0" y="48"/>
                  </a:lnTo>
                  <a:lnTo>
                    <a:pt x="0" y="63"/>
                  </a:lnTo>
                  <a:lnTo>
                    <a:pt x="0" y="80"/>
                  </a:lnTo>
                  <a:cubicBezTo>
                    <a:pt x="15" y="80"/>
                    <a:pt x="15" y="80"/>
                    <a:pt x="32" y="95"/>
                  </a:cubicBezTo>
                  <a:lnTo>
                    <a:pt x="32" y="95"/>
                  </a:lnTo>
                  <a:lnTo>
                    <a:pt x="47" y="95"/>
                  </a:lnTo>
                  <a:cubicBezTo>
                    <a:pt x="63" y="95"/>
                    <a:pt x="78" y="95"/>
                    <a:pt x="95" y="80"/>
                  </a:cubicBezTo>
                  <a:lnTo>
                    <a:pt x="95" y="80"/>
                  </a:lnTo>
                  <a:cubicBezTo>
                    <a:pt x="110" y="80"/>
                    <a:pt x="110" y="48"/>
                    <a:pt x="110" y="32"/>
                  </a:cubicBezTo>
                  <a:cubicBezTo>
                    <a:pt x="110" y="17"/>
                    <a:pt x="95" y="17"/>
                    <a:pt x="78" y="17"/>
                  </a:cubicBezTo>
                  <a:lnTo>
                    <a:pt x="63" y="17"/>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26" name="Google Shape;4326;p46"/>
            <p:cNvSpPr/>
            <p:nvPr/>
          </p:nvSpPr>
          <p:spPr>
            <a:xfrm>
              <a:off x="3425568" y="1800276"/>
              <a:ext cx="5502" cy="3530"/>
            </a:xfrm>
            <a:custGeom>
              <a:avLst/>
              <a:gdLst/>
              <a:ahLst/>
              <a:cxnLst/>
              <a:rect l="l" t="t" r="r" b="b"/>
              <a:pathLst>
                <a:path w="173" h="111" extrusionOk="0">
                  <a:moveTo>
                    <a:pt x="47" y="1"/>
                  </a:moveTo>
                  <a:lnTo>
                    <a:pt x="32" y="1"/>
                  </a:lnTo>
                  <a:lnTo>
                    <a:pt x="32" y="1"/>
                  </a:lnTo>
                  <a:cubicBezTo>
                    <a:pt x="15" y="1"/>
                    <a:pt x="15" y="16"/>
                    <a:pt x="0" y="32"/>
                  </a:cubicBezTo>
                  <a:cubicBezTo>
                    <a:pt x="0" y="48"/>
                    <a:pt x="15" y="64"/>
                    <a:pt x="32" y="64"/>
                  </a:cubicBezTo>
                  <a:lnTo>
                    <a:pt x="32" y="79"/>
                  </a:lnTo>
                  <a:lnTo>
                    <a:pt x="47" y="79"/>
                  </a:lnTo>
                  <a:lnTo>
                    <a:pt x="47" y="79"/>
                  </a:lnTo>
                  <a:cubicBezTo>
                    <a:pt x="63" y="79"/>
                    <a:pt x="63" y="79"/>
                    <a:pt x="63" y="95"/>
                  </a:cubicBezTo>
                  <a:cubicBezTo>
                    <a:pt x="78" y="95"/>
                    <a:pt x="95" y="111"/>
                    <a:pt x="110" y="111"/>
                  </a:cubicBezTo>
                  <a:cubicBezTo>
                    <a:pt x="126" y="111"/>
                    <a:pt x="141" y="95"/>
                    <a:pt x="158" y="79"/>
                  </a:cubicBezTo>
                  <a:lnTo>
                    <a:pt x="173" y="79"/>
                  </a:lnTo>
                  <a:lnTo>
                    <a:pt x="173" y="32"/>
                  </a:lnTo>
                  <a:cubicBezTo>
                    <a:pt x="158" y="16"/>
                    <a:pt x="158" y="16"/>
                    <a:pt x="141" y="16"/>
                  </a:cubicBezTo>
                  <a:cubicBezTo>
                    <a:pt x="126" y="16"/>
                    <a:pt x="126" y="16"/>
                    <a:pt x="110" y="32"/>
                  </a:cubicBezTo>
                  <a:lnTo>
                    <a:pt x="110" y="32"/>
                  </a:lnTo>
                  <a:lnTo>
                    <a:pt x="95"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27" name="Google Shape;4327;p46"/>
            <p:cNvSpPr/>
            <p:nvPr/>
          </p:nvSpPr>
          <p:spPr>
            <a:xfrm>
              <a:off x="3386481" y="1785741"/>
              <a:ext cx="3498" cy="3562"/>
            </a:xfrm>
            <a:custGeom>
              <a:avLst/>
              <a:gdLst/>
              <a:ahLst/>
              <a:cxnLst/>
              <a:rect l="l" t="t" r="r" b="b"/>
              <a:pathLst>
                <a:path w="110" h="112" extrusionOk="0">
                  <a:moveTo>
                    <a:pt x="32" y="0"/>
                  </a:moveTo>
                  <a:lnTo>
                    <a:pt x="32" y="0"/>
                  </a:lnTo>
                  <a:lnTo>
                    <a:pt x="15" y="0"/>
                  </a:lnTo>
                  <a:lnTo>
                    <a:pt x="15" y="0"/>
                  </a:lnTo>
                  <a:cubicBezTo>
                    <a:pt x="0" y="17"/>
                    <a:pt x="0" y="32"/>
                    <a:pt x="0" y="48"/>
                  </a:cubicBezTo>
                  <a:lnTo>
                    <a:pt x="15" y="63"/>
                  </a:lnTo>
                  <a:lnTo>
                    <a:pt x="47" y="111"/>
                  </a:lnTo>
                  <a:lnTo>
                    <a:pt x="47" y="111"/>
                  </a:lnTo>
                  <a:cubicBezTo>
                    <a:pt x="63" y="95"/>
                    <a:pt x="78" y="95"/>
                    <a:pt x="95" y="95"/>
                  </a:cubicBezTo>
                  <a:lnTo>
                    <a:pt x="110" y="95"/>
                  </a:lnTo>
                  <a:lnTo>
                    <a:pt x="110" y="95"/>
                  </a:lnTo>
                  <a:lnTo>
                    <a:pt x="110" y="63"/>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28" name="Google Shape;4328;p46"/>
            <p:cNvSpPr/>
            <p:nvPr/>
          </p:nvSpPr>
          <p:spPr>
            <a:xfrm>
              <a:off x="3425027" y="1788254"/>
              <a:ext cx="4580" cy="6520"/>
            </a:xfrm>
            <a:custGeom>
              <a:avLst/>
              <a:gdLst/>
              <a:ahLst/>
              <a:cxnLst/>
              <a:rect l="l" t="t" r="r" b="b"/>
              <a:pathLst>
                <a:path w="144" h="205" extrusionOk="0">
                  <a:moveTo>
                    <a:pt x="64" y="1"/>
                  </a:moveTo>
                  <a:lnTo>
                    <a:pt x="64" y="1"/>
                  </a:lnTo>
                  <a:cubicBezTo>
                    <a:pt x="49" y="1"/>
                    <a:pt x="32" y="16"/>
                    <a:pt x="32" y="32"/>
                  </a:cubicBezTo>
                  <a:lnTo>
                    <a:pt x="32" y="47"/>
                  </a:lnTo>
                  <a:lnTo>
                    <a:pt x="1" y="79"/>
                  </a:lnTo>
                  <a:lnTo>
                    <a:pt x="49" y="95"/>
                  </a:lnTo>
                  <a:lnTo>
                    <a:pt x="64" y="110"/>
                  </a:lnTo>
                  <a:lnTo>
                    <a:pt x="112" y="205"/>
                  </a:lnTo>
                  <a:lnTo>
                    <a:pt x="112" y="205"/>
                  </a:lnTo>
                  <a:lnTo>
                    <a:pt x="127" y="205"/>
                  </a:lnTo>
                  <a:cubicBezTo>
                    <a:pt x="143" y="205"/>
                    <a:pt x="143" y="173"/>
                    <a:pt x="127" y="158"/>
                  </a:cubicBezTo>
                  <a:lnTo>
                    <a:pt x="127" y="142"/>
                  </a:lnTo>
                  <a:lnTo>
                    <a:pt x="80" y="95"/>
                  </a:lnTo>
                  <a:lnTo>
                    <a:pt x="80" y="95"/>
                  </a:lnTo>
                  <a:lnTo>
                    <a:pt x="95" y="64"/>
                  </a:lnTo>
                  <a:lnTo>
                    <a:pt x="95" y="47"/>
                  </a:lnTo>
                  <a:cubicBezTo>
                    <a:pt x="95" y="32"/>
                    <a:pt x="95" y="16"/>
                    <a:pt x="80" y="16"/>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29" name="Google Shape;4329;p46"/>
            <p:cNvSpPr/>
            <p:nvPr/>
          </p:nvSpPr>
          <p:spPr>
            <a:xfrm>
              <a:off x="3437049" y="1788254"/>
              <a:ext cx="2035" cy="2512"/>
            </a:xfrm>
            <a:custGeom>
              <a:avLst/>
              <a:gdLst/>
              <a:ahLst/>
              <a:cxnLst/>
              <a:rect l="l" t="t" r="r" b="b"/>
              <a:pathLst>
                <a:path w="64" h="79" extrusionOk="0">
                  <a:moveTo>
                    <a:pt x="1" y="1"/>
                  </a:moveTo>
                  <a:lnTo>
                    <a:pt x="1" y="32"/>
                  </a:lnTo>
                  <a:lnTo>
                    <a:pt x="1" y="47"/>
                  </a:lnTo>
                  <a:cubicBezTo>
                    <a:pt x="1" y="64"/>
                    <a:pt x="1" y="64"/>
                    <a:pt x="17" y="64"/>
                  </a:cubicBezTo>
                  <a:cubicBezTo>
                    <a:pt x="17" y="79"/>
                    <a:pt x="17" y="79"/>
                    <a:pt x="32" y="79"/>
                  </a:cubicBezTo>
                  <a:lnTo>
                    <a:pt x="32" y="79"/>
                  </a:lnTo>
                  <a:lnTo>
                    <a:pt x="49" y="64"/>
                  </a:lnTo>
                  <a:cubicBezTo>
                    <a:pt x="64" y="64"/>
                    <a:pt x="64" y="47"/>
                    <a:pt x="64" y="47"/>
                  </a:cubicBezTo>
                  <a:lnTo>
                    <a:pt x="64" y="32"/>
                  </a:lnTo>
                  <a:lnTo>
                    <a:pt x="64" y="32"/>
                  </a:lnTo>
                  <a:cubicBezTo>
                    <a:pt x="32" y="32"/>
                    <a:pt x="17" y="16"/>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30" name="Google Shape;4330;p46"/>
            <p:cNvSpPr/>
            <p:nvPr/>
          </p:nvSpPr>
          <p:spPr>
            <a:xfrm>
              <a:off x="3076808" y="1807304"/>
              <a:ext cx="3498" cy="2512"/>
            </a:xfrm>
            <a:custGeom>
              <a:avLst/>
              <a:gdLst/>
              <a:ahLst/>
              <a:cxnLst/>
              <a:rect l="l" t="t" r="r" b="b"/>
              <a:pathLst>
                <a:path w="110" h="79" extrusionOk="0">
                  <a:moveTo>
                    <a:pt x="95" y="0"/>
                  </a:moveTo>
                  <a:lnTo>
                    <a:pt x="78" y="0"/>
                  </a:lnTo>
                  <a:lnTo>
                    <a:pt x="78" y="0"/>
                  </a:lnTo>
                  <a:lnTo>
                    <a:pt x="32" y="16"/>
                  </a:lnTo>
                  <a:cubicBezTo>
                    <a:pt x="15" y="16"/>
                    <a:pt x="0" y="32"/>
                    <a:pt x="0" y="47"/>
                  </a:cubicBezTo>
                  <a:cubicBezTo>
                    <a:pt x="0" y="63"/>
                    <a:pt x="15" y="79"/>
                    <a:pt x="32" y="79"/>
                  </a:cubicBezTo>
                  <a:lnTo>
                    <a:pt x="47" y="79"/>
                  </a:lnTo>
                  <a:lnTo>
                    <a:pt x="63" y="63"/>
                  </a:lnTo>
                  <a:lnTo>
                    <a:pt x="63" y="47"/>
                  </a:lnTo>
                  <a:cubicBezTo>
                    <a:pt x="63" y="32"/>
                    <a:pt x="63" y="32"/>
                    <a:pt x="78" y="16"/>
                  </a:cubicBezTo>
                  <a:lnTo>
                    <a:pt x="95" y="16"/>
                  </a:lnTo>
                  <a:cubicBezTo>
                    <a:pt x="95" y="0"/>
                    <a:pt x="95"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31" name="Google Shape;4331;p46"/>
            <p:cNvSpPr/>
            <p:nvPr/>
          </p:nvSpPr>
          <p:spPr>
            <a:xfrm>
              <a:off x="3426045" y="1777250"/>
              <a:ext cx="2544" cy="3498"/>
            </a:xfrm>
            <a:custGeom>
              <a:avLst/>
              <a:gdLst/>
              <a:ahLst/>
              <a:cxnLst/>
              <a:rect l="l" t="t" r="r" b="b"/>
              <a:pathLst>
                <a:path w="80" h="110" extrusionOk="0">
                  <a:moveTo>
                    <a:pt x="32" y="0"/>
                  </a:moveTo>
                  <a:lnTo>
                    <a:pt x="32" y="0"/>
                  </a:lnTo>
                  <a:cubicBezTo>
                    <a:pt x="17" y="0"/>
                    <a:pt x="0" y="15"/>
                    <a:pt x="0" y="32"/>
                  </a:cubicBezTo>
                  <a:lnTo>
                    <a:pt x="0" y="78"/>
                  </a:lnTo>
                  <a:cubicBezTo>
                    <a:pt x="0" y="95"/>
                    <a:pt x="17" y="110"/>
                    <a:pt x="32" y="110"/>
                  </a:cubicBezTo>
                  <a:lnTo>
                    <a:pt x="48" y="110"/>
                  </a:lnTo>
                  <a:cubicBezTo>
                    <a:pt x="63" y="110"/>
                    <a:pt x="80" y="95"/>
                    <a:pt x="80" y="63"/>
                  </a:cubicBezTo>
                  <a:lnTo>
                    <a:pt x="63" y="15"/>
                  </a:lnTo>
                  <a:cubicBezTo>
                    <a:pt x="63"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32" name="Google Shape;4332;p46"/>
            <p:cNvSpPr/>
            <p:nvPr/>
          </p:nvSpPr>
          <p:spPr>
            <a:xfrm>
              <a:off x="3400506" y="1791752"/>
              <a:ext cx="5502" cy="4548"/>
            </a:xfrm>
            <a:custGeom>
              <a:avLst/>
              <a:gdLst/>
              <a:ahLst/>
              <a:cxnLst/>
              <a:rect l="l" t="t" r="r" b="b"/>
              <a:pathLst>
                <a:path w="173" h="143" extrusionOk="0">
                  <a:moveTo>
                    <a:pt x="126" y="0"/>
                  </a:moveTo>
                  <a:lnTo>
                    <a:pt x="126" y="0"/>
                  </a:lnTo>
                  <a:lnTo>
                    <a:pt x="110" y="0"/>
                  </a:lnTo>
                  <a:lnTo>
                    <a:pt x="110" y="0"/>
                  </a:lnTo>
                  <a:lnTo>
                    <a:pt x="78" y="17"/>
                  </a:lnTo>
                  <a:lnTo>
                    <a:pt x="32" y="80"/>
                  </a:lnTo>
                  <a:lnTo>
                    <a:pt x="15" y="80"/>
                  </a:lnTo>
                  <a:cubicBezTo>
                    <a:pt x="0" y="95"/>
                    <a:pt x="0" y="111"/>
                    <a:pt x="15" y="126"/>
                  </a:cubicBezTo>
                  <a:cubicBezTo>
                    <a:pt x="15" y="143"/>
                    <a:pt x="32" y="143"/>
                    <a:pt x="47" y="143"/>
                  </a:cubicBezTo>
                  <a:cubicBezTo>
                    <a:pt x="47" y="143"/>
                    <a:pt x="63" y="143"/>
                    <a:pt x="63" y="126"/>
                  </a:cubicBezTo>
                  <a:lnTo>
                    <a:pt x="95" y="111"/>
                  </a:lnTo>
                  <a:lnTo>
                    <a:pt x="110" y="95"/>
                  </a:lnTo>
                  <a:lnTo>
                    <a:pt x="158" y="48"/>
                  </a:lnTo>
                  <a:cubicBezTo>
                    <a:pt x="158" y="48"/>
                    <a:pt x="173" y="17"/>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33" name="Google Shape;4333;p46"/>
            <p:cNvSpPr/>
            <p:nvPr/>
          </p:nvSpPr>
          <p:spPr>
            <a:xfrm>
              <a:off x="3399966" y="1773720"/>
              <a:ext cx="4580" cy="3021"/>
            </a:xfrm>
            <a:custGeom>
              <a:avLst/>
              <a:gdLst/>
              <a:ahLst/>
              <a:cxnLst/>
              <a:rect l="l" t="t" r="r" b="b"/>
              <a:pathLst>
                <a:path w="144" h="95" extrusionOk="0">
                  <a:moveTo>
                    <a:pt x="32" y="0"/>
                  </a:moveTo>
                  <a:lnTo>
                    <a:pt x="32" y="0"/>
                  </a:lnTo>
                  <a:cubicBezTo>
                    <a:pt x="17" y="0"/>
                    <a:pt x="17" y="0"/>
                    <a:pt x="1" y="17"/>
                  </a:cubicBezTo>
                  <a:lnTo>
                    <a:pt x="1" y="32"/>
                  </a:lnTo>
                  <a:lnTo>
                    <a:pt x="1" y="48"/>
                  </a:lnTo>
                  <a:cubicBezTo>
                    <a:pt x="17" y="48"/>
                    <a:pt x="17" y="63"/>
                    <a:pt x="17" y="63"/>
                  </a:cubicBezTo>
                  <a:lnTo>
                    <a:pt x="80" y="80"/>
                  </a:lnTo>
                  <a:lnTo>
                    <a:pt x="95" y="95"/>
                  </a:lnTo>
                  <a:cubicBezTo>
                    <a:pt x="112" y="95"/>
                    <a:pt x="127" y="80"/>
                    <a:pt x="127" y="63"/>
                  </a:cubicBezTo>
                  <a:cubicBezTo>
                    <a:pt x="143" y="48"/>
                    <a:pt x="127" y="32"/>
                    <a:pt x="112"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34" name="Google Shape;4334;p46"/>
            <p:cNvSpPr/>
            <p:nvPr/>
          </p:nvSpPr>
          <p:spPr>
            <a:xfrm>
              <a:off x="3344850" y="1786250"/>
              <a:ext cx="4039" cy="2512"/>
            </a:xfrm>
            <a:custGeom>
              <a:avLst/>
              <a:gdLst/>
              <a:ahLst/>
              <a:cxnLst/>
              <a:rect l="l" t="t" r="r" b="b"/>
              <a:pathLst>
                <a:path w="127" h="79" extrusionOk="0">
                  <a:moveTo>
                    <a:pt x="32" y="1"/>
                  </a:moveTo>
                  <a:lnTo>
                    <a:pt x="32" y="1"/>
                  </a:lnTo>
                  <a:cubicBezTo>
                    <a:pt x="17" y="1"/>
                    <a:pt x="1" y="16"/>
                    <a:pt x="1" y="32"/>
                  </a:cubicBezTo>
                  <a:cubicBezTo>
                    <a:pt x="1" y="47"/>
                    <a:pt x="17" y="64"/>
                    <a:pt x="32" y="64"/>
                  </a:cubicBezTo>
                  <a:lnTo>
                    <a:pt x="64" y="79"/>
                  </a:lnTo>
                  <a:lnTo>
                    <a:pt x="95" y="79"/>
                  </a:lnTo>
                  <a:lnTo>
                    <a:pt x="95" y="79"/>
                  </a:lnTo>
                  <a:cubicBezTo>
                    <a:pt x="112" y="79"/>
                    <a:pt x="127" y="64"/>
                    <a:pt x="127" y="47"/>
                  </a:cubicBezTo>
                  <a:lnTo>
                    <a:pt x="127" y="47"/>
                  </a:lnTo>
                  <a:cubicBezTo>
                    <a:pt x="127" y="47"/>
                    <a:pt x="112" y="47"/>
                    <a:pt x="112" y="32"/>
                  </a:cubicBezTo>
                  <a:lnTo>
                    <a:pt x="95" y="32"/>
                  </a:lnTo>
                  <a:lnTo>
                    <a:pt x="80" y="16"/>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35" name="Google Shape;4335;p46"/>
            <p:cNvSpPr/>
            <p:nvPr/>
          </p:nvSpPr>
          <p:spPr>
            <a:xfrm>
              <a:off x="3079289" y="1804792"/>
              <a:ext cx="4548" cy="4548"/>
            </a:xfrm>
            <a:custGeom>
              <a:avLst/>
              <a:gdLst/>
              <a:ahLst/>
              <a:cxnLst/>
              <a:rect l="l" t="t" r="r" b="b"/>
              <a:pathLst>
                <a:path w="143" h="143" extrusionOk="0">
                  <a:moveTo>
                    <a:pt x="48" y="0"/>
                  </a:moveTo>
                  <a:lnTo>
                    <a:pt x="32" y="0"/>
                  </a:lnTo>
                  <a:lnTo>
                    <a:pt x="17" y="16"/>
                  </a:lnTo>
                  <a:cubicBezTo>
                    <a:pt x="0" y="16"/>
                    <a:pt x="0" y="48"/>
                    <a:pt x="17" y="63"/>
                  </a:cubicBezTo>
                  <a:lnTo>
                    <a:pt x="32" y="79"/>
                  </a:lnTo>
                  <a:lnTo>
                    <a:pt x="32" y="79"/>
                  </a:lnTo>
                  <a:cubicBezTo>
                    <a:pt x="48" y="79"/>
                    <a:pt x="48" y="79"/>
                    <a:pt x="63" y="95"/>
                  </a:cubicBezTo>
                  <a:lnTo>
                    <a:pt x="63" y="126"/>
                  </a:lnTo>
                  <a:lnTo>
                    <a:pt x="63" y="126"/>
                  </a:lnTo>
                  <a:lnTo>
                    <a:pt x="63" y="126"/>
                  </a:lnTo>
                  <a:lnTo>
                    <a:pt x="80" y="126"/>
                  </a:lnTo>
                  <a:lnTo>
                    <a:pt x="80" y="126"/>
                  </a:lnTo>
                  <a:cubicBezTo>
                    <a:pt x="95" y="126"/>
                    <a:pt x="111" y="126"/>
                    <a:pt x="111" y="142"/>
                  </a:cubicBezTo>
                  <a:lnTo>
                    <a:pt x="111" y="142"/>
                  </a:lnTo>
                  <a:cubicBezTo>
                    <a:pt x="126" y="126"/>
                    <a:pt x="143" y="95"/>
                    <a:pt x="126" y="79"/>
                  </a:cubicBezTo>
                  <a:lnTo>
                    <a:pt x="111" y="63"/>
                  </a:lnTo>
                  <a:lnTo>
                    <a:pt x="63" y="16"/>
                  </a:ln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36" name="Google Shape;4336;p46"/>
            <p:cNvSpPr/>
            <p:nvPr/>
          </p:nvSpPr>
          <p:spPr>
            <a:xfrm>
              <a:off x="3371915" y="1775723"/>
              <a:ext cx="3562" cy="4039"/>
            </a:xfrm>
            <a:custGeom>
              <a:avLst/>
              <a:gdLst/>
              <a:ahLst/>
              <a:cxnLst/>
              <a:rect l="l" t="t" r="r" b="b"/>
              <a:pathLst>
                <a:path w="112" h="127" extrusionOk="0">
                  <a:moveTo>
                    <a:pt x="80" y="0"/>
                  </a:moveTo>
                  <a:lnTo>
                    <a:pt x="80" y="0"/>
                  </a:lnTo>
                  <a:lnTo>
                    <a:pt x="80" y="0"/>
                  </a:lnTo>
                  <a:cubicBezTo>
                    <a:pt x="48" y="0"/>
                    <a:pt x="17" y="17"/>
                    <a:pt x="1" y="32"/>
                  </a:cubicBezTo>
                  <a:lnTo>
                    <a:pt x="1" y="111"/>
                  </a:lnTo>
                  <a:cubicBezTo>
                    <a:pt x="1" y="126"/>
                    <a:pt x="17" y="126"/>
                    <a:pt x="32" y="126"/>
                  </a:cubicBezTo>
                  <a:lnTo>
                    <a:pt x="48" y="126"/>
                  </a:lnTo>
                  <a:cubicBezTo>
                    <a:pt x="64" y="126"/>
                    <a:pt x="64" y="111"/>
                    <a:pt x="64" y="95"/>
                  </a:cubicBezTo>
                  <a:lnTo>
                    <a:pt x="64" y="80"/>
                  </a:lnTo>
                  <a:lnTo>
                    <a:pt x="64" y="80"/>
                  </a:lnTo>
                  <a:lnTo>
                    <a:pt x="80" y="63"/>
                  </a:lnTo>
                  <a:cubicBezTo>
                    <a:pt x="95" y="63"/>
                    <a:pt x="112" y="63"/>
                    <a:pt x="112" y="48"/>
                  </a:cubicBezTo>
                  <a:lnTo>
                    <a:pt x="112" y="32"/>
                  </a:lnTo>
                  <a:cubicBezTo>
                    <a:pt x="112"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37" name="Google Shape;4337;p46"/>
            <p:cNvSpPr/>
            <p:nvPr/>
          </p:nvSpPr>
          <p:spPr>
            <a:xfrm>
              <a:off x="3178008" y="1818340"/>
              <a:ext cx="4516" cy="4039"/>
            </a:xfrm>
            <a:custGeom>
              <a:avLst/>
              <a:gdLst/>
              <a:ahLst/>
              <a:cxnLst/>
              <a:rect l="l" t="t" r="r" b="b"/>
              <a:pathLst>
                <a:path w="142" h="127" extrusionOk="0">
                  <a:moveTo>
                    <a:pt x="95" y="0"/>
                  </a:moveTo>
                  <a:lnTo>
                    <a:pt x="95" y="0"/>
                  </a:lnTo>
                  <a:lnTo>
                    <a:pt x="95" y="0"/>
                  </a:lnTo>
                  <a:lnTo>
                    <a:pt x="95" y="0"/>
                  </a:lnTo>
                  <a:lnTo>
                    <a:pt x="32" y="15"/>
                  </a:lnTo>
                  <a:lnTo>
                    <a:pt x="1" y="63"/>
                  </a:lnTo>
                  <a:lnTo>
                    <a:pt x="1" y="63"/>
                  </a:lnTo>
                  <a:lnTo>
                    <a:pt x="32" y="110"/>
                  </a:lnTo>
                  <a:cubicBezTo>
                    <a:pt x="32" y="110"/>
                    <a:pt x="47" y="126"/>
                    <a:pt x="64" y="126"/>
                  </a:cubicBezTo>
                  <a:cubicBezTo>
                    <a:pt x="64" y="126"/>
                    <a:pt x="64" y="110"/>
                    <a:pt x="79" y="110"/>
                  </a:cubicBezTo>
                  <a:lnTo>
                    <a:pt x="79" y="110"/>
                  </a:lnTo>
                  <a:cubicBezTo>
                    <a:pt x="95" y="95"/>
                    <a:pt x="95" y="78"/>
                    <a:pt x="79" y="63"/>
                  </a:cubicBezTo>
                  <a:lnTo>
                    <a:pt x="110" y="63"/>
                  </a:lnTo>
                  <a:cubicBezTo>
                    <a:pt x="127" y="47"/>
                    <a:pt x="142" y="32"/>
                    <a:pt x="127" y="15"/>
                  </a:cubicBezTo>
                  <a:cubicBezTo>
                    <a:pt x="127"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38" name="Google Shape;4338;p46"/>
            <p:cNvSpPr/>
            <p:nvPr/>
          </p:nvSpPr>
          <p:spPr>
            <a:xfrm>
              <a:off x="3412528" y="1793279"/>
              <a:ext cx="3530" cy="2512"/>
            </a:xfrm>
            <a:custGeom>
              <a:avLst/>
              <a:gdLst/>
              <a:ahLst/>
              <a:cxnLst/>
              <a:rect l="l" t="t" r="r" b="b"/>
              <a:pathLst>
                <a:path w="111" h="79" extrusionOk="0">
                  <a:moveTo>
                    <a:pt x="79" y="0"/>
                  </a:moveTo>
                  <a:lnTo>
                    <a:pt x="79" y="0"/>
                  </a:lnTo>
                  <a:lnTo>
                    <a:pt x="32" y="15"/>
                  </a:lnTo>
                  <a:cubicBezTo>
                    <a:pt x="16" y="15"/>
                    <a:pt x="0" y="15"/>
                    <a:pt x="0" y="32"/>
                  </a:cubicBezTo>
                  <a:lnTo>
                    <a:pt x="0" y="47"/>
                  </a:lnTo>
                  <a:lnTo>
                    <a:pt x="16" y="47"/>
                  </a:lnTo>
                  <a:lnTo>
                    <a:pt x="16" y="32"/>
                  </a:lnTo>
                  <a:lnTo>
                    <a:pt x="32" y="32"/>
                  </a:lnTo>
                  <a:lnTo>
                    <a:pt x="47" y="47"/>
                  </a:lnTo>
                  <a:cubicBezTo>
                    <a:pt x="63" y="63"/>
                    <a:pt x="63" y="63"/>
                    <a:pt x="63" y="78"/>
                  </a:cubicBezTo>
                  <a:lnTo>
                    <a:pt x="79" y="78"/>
                  </a:lnTo>
                  <a:cubicBezTo>
                    <a:pt x="95" y="78"/>
                    <a:pt x="95" y="63"/>
                    <a:pt x="95" y="63"/>
                  </a:cubicBezTo>
                  <a:cubicBezTo>
                    <a:pt x="110" y="63"/>
                    <a:pt x="110" y="47"/>
                    <a:pt x="110" y="32"/>
                  </a:cubicBezTo>
                  <a:lnTo>
                    <a:pt x="95" y="15"/>
                  </a:lnTo>
                  <a:cubicBezTo>
                    <a:pt x="79" y="15"/>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39" name="Google Shape;4339;p46"/>
            <p:cNvSpPr/>
            <p:nvPr/>
          </p:nvSpPr>
          <p:spPr>
            <a:xfrm>
              <a:off x="3154441" y="1813315"/>
              <a:ext cx="4039" cy="3530"/>
            </a:xfrm>
            <a:custGeom>
              <a:avLst/>
              <a:gdLst/>
              <a:ahLst/>
              <a:cxnLst/>
              <a:rect l="l" t="t" r="r" b="b"/>
              <a:pathLst>
                <a:path w="127" h="111" extrusionOk="0">
                  <a:moveTo>
                    <a:pt x="64" y="47"/>
                  </a:moveTo>
                  <a:lnTo>
                    <a:pt x="64" y="47"/>
                  </a:lnTo>
                  <a:lnTo>
                    <a:pt x="64" y="47"/>
                  </a:lnTo>
                  <a:close/>
                  <a:moveTo>
                    <a:pt x="32" y="1"/>
                  </a:moveTo>
                  <a:cubicBezTo>
                    <a:pt x="17" y="1"/>
                    <a:pt x="17" y="16"/>
                    <a:pt x="1" y="32"/>
                  </a:cubicBezTo>
                  <a:cubicBezTo>
                    <a:pt x="1" y="47"/>
                    <a:pt x="17" y="79"/>
                    <a:pt x="17" y="95"/>
                  </a:cubicBezTo>
                  <a:cubicBezTo>
                    <a:pt x="17" y="95"/>
                    <a:pt x="32" y="110"/>
                    <a:pt x="49" y="110"/>
                  </a:cubicBezTo>
                  <a:lnTo>
                    <a:pt x="49" y="110"/>
                  </a:lnTo>
                  <a:cubicBezTo>
                    <a:pt x="49" y="110"/>
                    <a:pt x="64" y="110"/>
                    <a:pt x="64" y="95"/>
                  </a:cubicBezTo>
                  <a:lnTo>
                    <a:pt x="64" y="95"/>
                  </a:lnTo>
                  <a:cubicBezTo>
                    <a:pt x="80" y="95"/>
                    <a:pt x="80" y="64"/>
                    <a:pt x="80" y="47"/>
                  </a:cubicBezTo>
                  <a:lnTo>
                    <a:pt x="80" y="47"/>
                  </a:lnTo>
                  <a:lnTo>
                    <a:pt x="80" y="47"/>
                  </a:lnTo>
                  <a:lnTo>
                    <a:pt x="95" y="47"/>
                  </a:lnTo>
                  <a:lnTo>
                    <a:pt x="95" y="47"/>
                  </a:lnTo>
                  <a:cubicBezTo>
                    <a:pt x="95" y="32"/>
                    <a:pt x="112" y="16"/>
                    <a:pt x="112" y="16"/>
                  </a:cubicBezTo>
                  <a:lnTo>
                    <a:pt x="127" y="16"/>
                  </a:lnTo>
                  <a:lnTo>
                    <a:pt x="127"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40" name="Google Shape;4340;p46"/>
            <p:cNvSpPr/>
            <p:nvPr/>
          </p:nvSpPr>
          <p:spPr>
            <a:xfrm>
              <a:off x="3156445" y="1814810"/>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41" name="Google Shape;4341;p46"/>
            <p:cNvSpPr/>
            <p:nvPr/>
          </p:nvSpPr>
          <p:spPr>
            <a:xfrm>
              <a:off x="3387467" y="1788731"/>
              <a:ext cx="4516" cy="4039"/>
            </a:xfrm>
            <a:custGeom>
              <a:avLst/>
              <a:gdLst/>
              <a:ahLst/>
              <a:cxnLst/>
              <a:rect l="l" t="t" r="r" b="b"/>
              <a:pathLst>
                <a:path w="142" h="127" extrusionOk="0">
                  <a:moveTo>
                    <a:pt x="79" y="1"/>
                  </a:moveTo>
                  <a:lnTo>
                    <a:pt x="64" y="1"/>
                  </a:lnTo>
                  <a:cubicBezTo>
                    <a:pt x="47" y="1"/>
                    <a:pt x="32" y="1"/>
                    <a:pt x="16" y="17"/>
                  </a:cubicBezTo>
                  <a:lnTo>
                    <a:pt x="16" y="17"/>
                  </a:lnTo>
                  <a:lnTo>
                    <a:pt x="16" y="17"/>
                  </a:lnTo>
                  <a:cubicBezTo>
                    <a:pt x="1" y="32"/>
                    <a:pt x="1" y="64"/>
                    <a:pt x="16" y="95"/>
                  </a:cubicBezTo>
                  <a:lnTo>
                    <a:pt x="16" y="95"/>
                  </a:lnTo>
                  <a:cubicBezTo>
                    <a:pt x="16" y="112"/>
                    <a:pt x="32" y="127"/>
                    <a:pt x="47" y="127"/>
                  </a:cubicBezTo>
                  <a:lnTo>
                    <a:pt x="64" y="127"/>
                  </a:lnTo>
                  <a:cubicBezTo>
                    <a:pt x="79" y="112"/>
                    <a:pt x="79" y="112"/>
                    <a:pt x="79" y="95"/>
                  </a:cubicBezTo>
                  <a:lnTo>
                    <a:pt x="79" y="80"/>
                  </a:lnTo>
                  <a:lnTo>
                    <a:pt x="79" y="64"/>
                  </a:lnTo>
                  <a:lnTo>
                    <a:pt x="95" y="64"/>
                  </a:lnTo>
                  <a:lnTo>
                    <a:pt x="95" y="64"/>
                  </a:lnTo>
                  <a:cubicBezTo>
                    <a:pt x="110" y="64"/>
                    <a:pt x="127" y="49"/>
                    <a:pt x="127" y="32"/>
                  </a:cubicBezTo>
                  <a:cubicBezTo>
                    <a:pt x="142" y="17"/>
                    <a:pt x="127" y="1"/>
                    <a:pt x="95" y="1"/>
                  </a:cubicBez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42" name="Google Shape;4342;p46"/>
            <p:cNvSpPr/>
            <p:nvPr/>
          </p:nvSpPr>
          <p:spPr>
            <a:xfrm>
              <a:off x="3080816" y="1814333"/>
              <a:ext cx="2512" cy="3498"/>
            </a:xfrm>
            <a:custGeom>
              <a:avLst/>
              <a:gdLst/>
              <a:ahLst/>
              <a:cxnLst/>
              <a:rect l="l" t="t" r="r" b="b"/>
              <a:pathLst>
                <a:path w="79" h="110" extrusionOk="0">
                  <a:moveTo>
                    <a:pt x="32" y="0"/>
                  </a:moveTo>
                  <a:lnTo>
                    <a:pt x="15" y="0"/>
                  </a:lnTo>
                  <a:lnTo>
                    <a:pt x="15" y="0"/>
                  </a:lnTo>
                  <a:lnTo>
                    <a:pt x="15" y="0"/>
                  </a:lnTo>
                  <a:lnTo>
                    <a:pt x="0" y="0"/>
                  </a:lnTo>
                  <a:lnTo>
                    <a:pt x="15" y="32"/>
                  </a:lnTo>
                  <a:cubicBezTo>
                    <a:pt x="32" y="47"/>
                    <a:pt x="32" y="63"/>
                    <a:pt x="15" y="78"/>
                  </a:cubicBezTo>
                  <a:lnTo>
                    <a:pt x="15" y="78"/>
                  </a:lnTo>
                  <a:lnTo>
                    <a:pt x="15" y="78"/>
                  </a:lnTo>
                  <a:cubicBezTo>
                    <a:pt x="15" y="95"/>
                    <a:pt x="32" y="110"/>
                    <a:pt x="47" y="110"/>
                  </a:cubicBezTo>
                  <a:lnTo>
                    <a:pt x="63" y="95"/>
                  </a:lnTo>
                  <a:cubicBezTo>
                    <a:pt x="78" y="95"/>
                    <a:pt x="78" y="78"/>
                    <a:pt x="78" y="63"/>
                  </a:cubicBezTo>
                  <a:lnTo>
                    <a:pt x="63" y="32"/>
                  </a:lnTo>
                  <a:lnTo>
                    <a:pt x="63" y="15"/>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43" name="Google Shape;4343;p46"/>
            <p:cNvSpPr/>
            <p:nvPr/>
          </p:nvSpPr>
          <p:spPr>
            <a:xfrm>
              <a:off x="3357889" y="1809785"/>
              <a:ext cx="4039" cy="5565"/>
            </a:xfrm>
            <a:custGeom>
              <a:avLst/>
              <a:gdLst/>
              <a:ahLst/>
              <a:cxnLst/>
              <a:rect l="l" t="t" r="r" b="b"/>
              <a:pathLst>
                <a:path w="127" h="175" extrusionOk="0">
                  <a:moveTo>
                    <a:pt x="63" y="1"/>
                  </a:moveTo>
                  <a:lnTo>
                    <a:pt x="63" y="1"/>
                  </a:lnTo>
                  <a:lnTo>
                    <a:pt x="48" y="1"/>
                  </a:lnTo>
                  <a:cubicBezTo>
                    <a:pt x="48" y="17"/>
                    <a:pt x="32" y="17"/>
                    <a:pt x="32" y="32"/>
                  </a:cubicBezTo>
                  <a:lnTo>
                    <a:pt x="0" y="127"/>
                  </a:lnTo>
                  <a:lnTo>
                    <a:pt x="0" y="143"/>
                  </a:lnTo>
                  <a:cubicBezTo>
                    <a:pt x="0" y="158"/>
                    <a:pt x="17" y="175"/>
                    <a:pt x="32" y="175"/>
                  </a:cubicBezTo>
                  <a:lnTo>
                    <a:pt x="32" y="175"/>
                  </a:lnTo>
                  <a:cubicBezTo>
                    <a:pt x="48" y="175"/>
                    <a:pt x="63" y="175"/>
                    <a:pt x="63" y="158"/>
                  </a:cubicBezTo>
                  <a:lnTo>
                    <a:pt x="63" y="158"/>
                  </a:lnTo>
                  <a:lnTo>
                    <a:pt x="80" y="127"/>
                  </a:lnTo>
                  <a:cubicBezTo>
                    <a:pt x="95" y="112"/>
                    <a:pt x="95" y="112"/>
                    <a:pt x="95" y="95"/>
                  </a:cubicBezTo>
                  <a:lnTo>
                    <a:pt x="126" y="64"/>
                  </a:lnTo>
                  <a:lnTo>
                    <a:pt x="126" y="32"/>
                  </a:lnTo>
                  <a:cubicBezTo>
                    <a:pt x="126" y="17"/>
                    <a:pt x="111" y="17"/>
                    <a:pt x="111"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44" name="Google Shape;4344;p46"/>
            <p:cNvSpPr/>
            <p:nvPr/>
          </p:nvSpPr>
          <p:spPr>
            <a:xfrm>
              <a:off x="3326817" y="1778713"/>
              <a:ext cx="3562" cy="4039"/>
            </a:xfrm>
            <a:custGeom>
              <a:avLst/>
              <a:gdLst/>
              <a:ahLst/>
              <a:cxnLst/>
              <a:rect l="l" t="t" r="r" b="b"/>
              <a:pathLst>
                <a:path w="112" h="127" extrusionOk="0">
                  <a:moveTo>
                    <a:pt x="64" y="49"/>
                  </a:moveTo>
                  <a:lnTo>
                    <a:pt x="64" y="49"/>
                  </a:lnTo>
                  <a:lnTo>
                    <a:pt x="64" y="49"/>
                  </a:lnTo>
                  <a:close/>
                  <a:moveTo>
                    <a:pt x="64" y="1"/>
                  </a:moveTo>
                  <a:lnTo>
                    <a:pt x="32" y="1"/>
                  </a:lnTo>
                  <a:lnTo>
                    <a:pt x="1" y="32"/>
                  </a:lnTo>
                  <a:lnTo>
                    <a:pt x="1" y="80"/>
                  </a:lnTo>
                  <a:cubicBezTo>
                    <a:pt x="1" y="95"/>
                    <a:pt x="17" y="112"/>
                    <a:pt x="32" y="127"/>
                  </a:cubicBezTo>
                  <a:lnTo>
                    <a:pt x="64" y="127"/>
                  </a:lnTo>
                  <a:lnTo>
                    <a:pt x="80" y="127"/>
                  </a:lnTo>
                  <a:cubicBezTo>
                    <a:pt x="95" y="112"/>
                    <a:pt x="95" y="95"/>
                    <a:pt x="80" y="80"/>
                  </a:cubicBezTo>
                  <a:lnTo>
                    <a:pt x="80" y="64"/>
                  </a:lnTo>
                  <a:lnTo>
                    <a:pt x="80" y="64"/>
                  </a:lnTo>
                  <a:lnTo>
                    <a:pt x="80" y="64"/>
                  </a:lnTo>
                  <a:cubicBezTo>
                    <a:pt x="95" y="64"/>
                    <a:pt x="112" y="49"/>
                    <a:pt x="112" y="17"/>
                  </a:cubicBezTo>
                  <a:lnTo>
                    <a:pt x="11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45" name="Google Shape;4345;p46"/>
            <p:cNvSpPr/>
            <p:nvPr/>
          </p:nvSpPr>
          <p:spPr>
            <a:xfrm>
              <a:off x="3328821" y="178023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46" name="Google Shape;4346;p46"/>
            <p:cNvSpPr/>
            <p:nvPr/>
          </p:nvSpPr>
          <p:spPr>
            <a:xfrm>
              <a:off x="3317785" y="1812329"/>
              <a:ext cx="5565" cy="3021"/>
            </a:xfrm>
            <a:custGeom>
              <a:avLst/>
              <a:gdLst/>
              <a:ahLst/>
              <a:cxnLst/>
              <a:rect l="l" t="t" r="r" b="b"/>
              <a:pathLst>
                <a:path w="175" h="95" extrusionOk="0">
                  <a:moveTo>
                    <a:pt x="33" y="0"/>
                  </a:moveTo>
                  <a:lnTo>
                    <a:pt x="33" y="0"/>
                  </a:lnTo>
                  <a:cubicBezTo>
                    <a:pt x="17" y="0"/>
                    <a:pt x="1" y="15"/>
                    <a:pt x="1" y="15"/>
                  </a:cubicBezTo>
                  <a:cubicBezTo>
                    <a:pt x="1" y="47"/>
                    <a:pt x="1" y="63"/>
                    <a:pt x="33" y="63"/>
                  </a:cubicBezTo>
                  <a:lnTo>
                    <a:pt x="33" y="63"/>
                  </a:lnTo>
                  <a:lnTo>
                    <a:pt x="112" y="95"/>
                  </a:lnTo>
                  <a:lnTo>
                    <a:pt x="127" y="95"/>
                  </a:lnTo>
                  <a:lnTo>
                    <a:pt x="127" y="95"/>
                  </a:lnTo>
                  <a:lnTo>
                    <a:pt x="127" y="95"/>
                  </a:lnTo>
                  <a:cubicBezTo>
                    <a:pt x="143" y="95"/>
                    <a:pt x="159" y="78"/>
                    <a:pt x="159" y="63"/>
                  </a:cubicBezTo>
                  <a:cubicBezTo>
                    <a:pt x="175" y="47"/>
                    <a:pt x="159" y="32"/>
                    <a:pt x="143" y="32"/>
                  </a:cubicBezTo>
                  <a:lnTo>
                    <a:pt x="143" y="32"/>
                  </a:lnTo>
                  <a:lnTo>
                    <a:pt x="127" y="32"/>
                  </a:ln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47" name="Google Shape;4347;p46"/>
            <p:cNvSpPr/>
            <p:nvPr/>
          </p:nvSpPr>
          <p:spPr>
            <a:xfrm>
              <a:off x="3419016" y="1801294"/>
              <a:ext cx="2576" cy="2035"/>
            </a:xfrm>
            <a:custGeom>
              <a:avLst/>
              <a:gdLst/>
              <a:ahLst/>
              <a:cxnLst/>
              <a:rect l="l" t="t" r="r" b="b"/>
              <a:pathLst>
                <a:path w="81" h="64" extrusionOk="0">
                  <a:moveTo>
                    <a:pt x="49" y="0"/>
                  </a:moveTo>
                  <a:lnTo>
                    <a:pt x="49" y="0"/>
                  </a:lnTo>
                  <a:lnTo>
                    <a:pt x="17" y="0"/>
                  </a:lnTo>
                  <a:lnTo>
                    <a:pt x="1" y="16"/>
                  </a:lnTo>
                  <a:lnTo>
                    <a:pt x="32" y="47"/>
                  </a:lnTo>
                  <a:lnTo>
                    <a:pt x="32" y="63"/>
                  </a:lnTo>
                  <a:lnTo>
                    <a:pt x="49" y="63"/>
                  </a:lnTo>
                  <a:lnTo>
                    <a:pt x="49" y="63"/>
                  </a:lnTo>
                  <a:lnTo>
                    <a:pt x="64" y="47"/>
                  </a:lnTo>
                  <a:cubicBezTo>
                    <a:pt x="80" y="47"/>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48" name="Google Shape;4348;p46"/>
            <p:cNvSpPr/>
            <p:nvPr/>
          </p:nvSpPr>
          <p:spPr>
            <a:xfrm>
              <a:off x="3440070" y="1774229"/>
              <a:ext cx="4039" cy="2512"/>
            </a:xfrm>
            <a:custGeom>
              <a:avLst/>
              <a:gdLst/>
              <a:ahLst/>
              <a:cxnLst/>
              <a:rect l="l" t="t" r="r" b="b"/>
              <a:pathLst>
                <a:path w="127" h="79" extrusionOk="0">
                  <a:moveTo>
                    <a:pt x="63" y="1"/>
                  </a:moveTo>
                  <a:lnTo>
                    <a:pt x="32" y="16"/>
                  </a:lnTo>
                  <a:cubicBezTo>
                    <a:pt x="0" y="16"/>
                    <a:pt x="0" y="47"/>
                    <a:pt x="0" y="64"/>
                  </a:cubicBezTo>
                  <a:cubicBezTo>
                    <a:pt x="17" y="79"/>
                    <a:pt x="32" y="79"/>
                    <a:pt x="32" y="79"/>
                  </a:cubicBezTo>
                  <a:lnTo>
                    <a:pt x="48" y="79"/>
                  </a:lnTo>
                  <a:lnTo>
                    <a:pt x="48" y="79"/>
                  </a:lnTo>
                  <a:lnTo>
                    <a:pt x="63" y="79"/>
                  </a:lnTo>
                  <a:lnTo>
                    <a:pt x="95" y="64"/>
                  </a:lnTo>
                  <a:cubicBezTo>
                    <a:pt x="111" y="47"/>
                    <a:pt x="111" y="47"/>
                    <a:pt x="111" y="32"/>
                  </a:cubicBezTo>
                  <a:cubicBezTo>
                    <a:pt x="126" y="32"/>
                    <a:pt x="126" y="16"/>
                    <a:pt x="111" y="16"/>
                  </a:cubicBezTo>
                  <a:lnTo>
                    <a:pt x="111"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49" name="Google Shape;4349;p46"/>
            <p:cNvSpPr/>
            <p:nvPr/>
          </p:nvSpPr>
          <p:spPr>
            <a:xfrm>
              <a:off x="3416535" y="1800785"/>
              <a:ext cx="5057" cy="4548"/>
            </a:xfrm>
            <a:custGeom>
              <a:avLst/>
              <a:gdLst/>
              <a:ahLst/>
              <a:cxnLst/>
              <a:rect l="l" t="t" r="r" b="b"/>
              <a:pathLst>
                <a:path w="159" h="143" extrusionOk="0">
                  <a:moveTo>
                    <a:pt x="32" y="0"/>
                  </a:moveTo>
                  <a:lnTo>
                    <a:pt x="32" y="0"/>
                  </a:lnTo>
                  <a:lnTo>
                    <a:pt x="32" y="0"/>
                  </a:lnTo>
                  <a:cubicBezTo>
                    <a:pt x="0" y="0"/>
                    <a:pt x="0" y="16"/>
                    <a:pt x="0" y="32"/>
                  </a:cubicBezTo>
                  <a:lnTo>
                    <a:pt x="0" y="48"/>
                  </a:lnTo>
                  <a:cubicBezTo>
                    <a:pt x="0" y="79"/>
                    <a:pt x="16" y="79"/>
                    <a:pt x="32" y="95"/>
                  </a:cubicBezTo>
                  <a:lnTo>
                    <a:pt x="32" y="95"/>
                  </a:lnTo>
                  <a:lnTo>
                    <a:pt x="32" y="111"/>
                  </a:lnTo>
                  <a:lnTo>
                    <a:pt x="32" y="111"/>
                  </a:lnTo>
                  <a:cubicBezTo>
                    <a:pt x="32" y="95"/>
                    <a:pt x="47" y="79"/>
                    <a:pt x="64" y="79"/>
                  </a:cubicBezTo>
                  <a:lnTo>
                    <a:pt x="64" y="79"/>
                  </a:lnTo>
                  <a:lnTo>
                    <a:pt x="64" y="79"/>
                  </a:lnTo>
                  <a:cubicBezTo>
                    <a:pt x="79" y="79"/>
                    <a:pt x="95" y="79"/>
                    <a:pt x="95" y="95"/>
                  </a:cubicBezTo>
                  <a:lnTo>
                    <a:pt x="95" y="95"/>
                  </a:lnTo>
                  <a:lnTo>
                    <a:pt x="110" y="95"/>
                  </a:lnTo>
                  <a:cubicBezTo>
                    <a:pt x="127" y="111"/>
                    <a:pt x="142" y="126"/>
                    <a:pt x="127" y="142"/>
                  </a:cubicBezTo>
                  <a:lnTo>
                    <a:pt x="127" y="142"/>
                  </a:lnTo>
                  <a:lnTo>
                    <a:pt x="127" y="142"/>
                  </a:lnTo>
                  <a:cubicBezTo>
                    <a:pt x="142" y="142"/>
                    <a:pt x="158" y="142"/>
                    <a:pt x="158" y="126"/>
                  </a:cubicBezTo>
                  <a:lnTo>
                    <a:pt x="158" y="126"/>
                  </a:lnTo>
                  <a:cubicBezTo>
                    <a:pt x="158" y="95"/>
                    <a:pt x="142" y="79"/>
                    <a:pt x="127" y="79"/>
                  </a:cubicBezTo>
                  <a:lnTo>
                    <a:pt x="127" y="79"/>
                  </a:lnTo>
                  <a:lnTo>
                    <a:pt x="110" y="79"/>
                  </a:lnTo>
                  <a:lnTo>
                    <a:pt x="110" y="63"/>
                  </a:lnTo>
                  <a:lnTo>
                    <a:pt x="79" y="32"/>
                  </a:lnTo>
                  <a:lnTo>
                    <a:pt x="64" y="32"/>
                  </a:lnTo>
                  <a:lnTo>
                    <a:pt x="64" y="32"/>
                  </a:lnTo>
                  <a:cubicBezTo>
                    <a:pt x="64"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50" name="Google Shape;4350;p46"/>
            <p:cNvSpPr/>
            <p:nvPr/>
          </p:nvSpPr>
          <p:spPr>
            <a:xfrm>
              <a:off x="3440579" y="1771239"/>
              <a:ext cx="3530" cy="3021"/>
            </a:xfrm>
            <a:custGeom>
              <a:avLst/>
              <a:gdLst/>
              <a:ahLst/>
              <a:cxnLst/>
              <a:rect l="l" t="t" r="r" b="b"/>
              <a:pathLst>
                <a:path w="111" h="95" extrusionOk="0">
                  <a:moveTo>
                    <a:pt x="47" y="0"/>
                  </a:moveTo>
                  <a:lnTo>
                    <a:pt x="32" y="0"/>
                  </a:lnTo>
                  <a:lnTo>
                    <a:pt x="16" y="0"/>
                  </a:lnTo>
                  <a:cubicBezTo>
                    <a:pt x="1" y="15"/>
                    <a:pt x="1" y="32"/>
                    <a:pt x="16" y="47"/>
                  </a:cubicBezTo>
                  <a:lnTo>
                    <a:pt x="32" y="63"/>
                  </a:lnTo>
                  <a:lnTo>
                    <a:pt x="47" y="95"/>
                  </a:lnTo>
                  <a:lnTo>
                    <a:pt x="47" y="95"/>
                  </a:lnTo>
                  <a:lnTo>
                    <a:pt x="79" y="95"/>
                  </a:lnTo>
                  <a:lnTo>
                    <a:pt x="95" y="95"/>
                  </a:lnTo>
                  <a:lnTo>
                    <a:pt x="95"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51" name="Google Shape;4351;p46"/>
            <p:cNvSpPr/>
            <p:nvPr/>
          </p:nvSpPr>
          <p:spPr>
            <a:xfrm>
              <a:off x="3042715" y="1812329"/>
              <a:ext cx="3530" cy="3021"/>
            </a:xfrm>
            <a:custGeom>
              <a:avLst/>
              <a:gdLst/>
              <a:ahLst/>
              <a:cxnLst/>
              <a:rect l="l" t="t" r="r" b="b"/>
              <a:pathLst>
                <a:path w="111" h="95" extrusionOk="0">
                  <a:moveTo>
                    <a:pt x="32" y="0"/>
                  </a:moveTo>
                  <a:lnTo>
                    <a:pt x="32" y="0"/>
                  </a:lnTo>
                  <a:cubicBezTo>
                    <a:pt x="16" y="0"/>
                    <a:pt x="16" y="0"/>
                    <a:pt x="16" y="15"/>
                  </a:cubicBezTo>
                  <a:cubicBezTo>
                    <a:pt x="1" y="32"/>
                    <a:pt x="1" y="47"/>
                    <a:pt x="16" y="63"/>
                  </a:cubicBezTo>
                  <a:lnTo>
                    <a:pt x="64" y="95"/>
                  </a:lnTo>
                  <a:lnTo>
                    <a:pt x="79" y="95"/>
                  </a:lnTo>
                  <a:lnTo>
                    <a:pt x="110"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52" name="Google Shape;4352;p46"/>
            <p:cNvSpPr/>
            <p:nvPr/>
          </p:nvSpPr>
          <p:spPr>
            <a:xfrm>
              <a:off x="3418539" y="1774229"/>
              <a:ext cx="4039" cy="2512"/>
            </a:xfrm>
            <a:custGeom>
              <a:avLst/>
              <a:gdLst/>
              <a:ahLst/>
              <a:cxnLst/>
              <a:rect l="l" t="t" r="r" b="b"/>
              <a:pathLst>
                <a:path w="127" h="79" extrusionOk="0">
                  <a:moveTo>
                    <a:pt x="95" y="1"/>
                  </a:moveTo>
                  <a:lnTo>
                    <a:pt x="79" y="1"/>
                  </a:lnTo>
                  <a:lnTo>
                    <a:pt x="64" y="1"/>
                  </a:lnTo>
                  <a:lnTo>
                    <a:pt x="32" y="1"/>
                  </a:lnTo>
                  <a:cubicBezTo>
                    <a:pt x="16" y="1"/>
                    <a:pt x="1" y="16"/>
                    <a:pt x="1" y="47"/>
                  </a:cubicBezTo>
                  <a:cubicBezTo>
                    <a:pt x="1" y="64"/>
                    <a:pt x="16" y="79"/>
                    <a:pt x="32" y="79"/>
                  </a:cubicBezTo>
                  <a:lnTo>
                    <a:pt x="32" y="79"/>
                  </a:lnTo>
                  <a:lnTo>
                    <a:pt x="47" y="64"/>
                  </a:lnTo>
                  <a:lnTo>
                    <a:pt x="79" y="64"/>
                  </a:lnTo>
                  <a:cubicBezTo>
                    <a:pt x="79" y="64"/>
                    <a:pt x="79" y="47"/>
                    <a:pt x="95" y="47"/>
                  </a:cubicBezTo>
                  <a:lnTo>
                    <a:pt x="127"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53" name="Google Shape;4353;p46"/>
            <p:cNvSpPr/>
            <p:nvPr/>
          </p:nvSpPr>
          <p:spPr>
            <a:xfrm>
              <a:off x="3197058" y="1796269"/>
              <a:ext cx="3530" cy="3053"/>
            </a:xfrm>
            <a:custGeom>
              <a:avLst/>
              <a:gdLst/>
              <a:ahLst/>
              <a:cxnLst/>
              <a:rect l="l" t="t" r="r" b="b"/>
              <a:pathLst>
                <a:path w="111" h="96" extrusionOk="0">
                  <a:moveTo>
                    <a:pt x="79" y="1"/>
                  </a:moveTo>
                  <a:lnTo>
                    <a:pt x="79" y="1"/>
                  </a:lnTo>
                  <a:lnTo>
                    <a:pt x="47" y="1"/>
                  </a:lnTo>
                  <a:lnTo>
                    <a:pt x="16" y="32"/>
                  </a:lnTo>
                  <a:cubicBezTo>
                    <a:pt x="1" y="47"/>
                    <a:pt x="1" y="64"/>
                    <a:pt x="1" y="79"/>
                  </a:cubicBezTo>
                  <a:cubicBezTo>
                    <a:pt x="16" y="95"/>
                    <a:pt x="16" y="95"/>
                    <a:pt x="32" y="95"/>
                  </a:cubicBezTo>
                  <a:lnTo>
                    <a:pt x="47" y="95"/>
                  </a:lnTo>
                  <a:lnTo>
                    <a:pt x="95" y="47"/>
                  </a:lnTo>
                  <a:cubicBezTo>
                    <a:pt x="110" y="47"/>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54" name="Google Shape;4354;p46"/>
            <p:cNvSpPr/>
            <p:nvPr/>
          </p:nvSpPr>
          <p:spPr>
            <a:xfrm>
              <a:off x="3323828" y="1785264"/>
              <a:ext cx="3530" cy="4516"/>
            </a:xfrm>
            <a:custGeom>
              <a:avLst/>
              <a:gdLst/>
              <a:ahLst/>
              <a:cxnLst/>
              <a:rect l="l" t="t" r="r" b="b"/>
              <a:pathLst>
                <a:path w="111" h="142" extrusionOk="0">
                  <a:moveTo>
                    <a:pt x="48" y="0"/>
                  </a:moveTo>
                  <a:lnTo>
                    <a:pt x="32" y="0"/>
                  </a:lnTo>
                  <a:cubicBezTo>
                    <a:pt x="32" y="0"/>
                    <a:pt x="16" y="0"/>
                    <a:pt x="16" y="15"/>
                  </a:cubicBezTo>
                  <a:cubicBezTo>
                    <a:pt x="0" y="15"/>
                    <a:pt x="0" y="32"/>
                    <a:pt x="16" y="47"/>
                  </a:cubicBezTo>
                  <a:lnTo>
                    <a:pt x="16" y="63"/>
                  </a:lnTo>
                  <a:cubicBezTo>
                    <a:pt x="32" y="63"/>
                    <a:pt x="32" y="63"/>
                    <a:pt x="32" y="95"/>
                  </a:cubicBezTo>
                  <a:cubicBezTo>
                    <a:pt x="32" y="95"/>
                    <a:pt x="16" y="95"/>
                    <a:pt x="16" y="110"/>
                  </a:cubicBezTo>
                  <a:cubicBezTo>
                    <a:pt x="16" y="126"/>
                    <a:pt x="32" y="141"/>
                    <a:pt x="48" y="141"/>
                  </a:cubicBezTo>
                  <a:lnTo>
                    <a:pt x="63" y="141"/>
                  </a:lnTo>
                  <a:lnTo>
                    <a:pt x="79" y="141"/>
                  </a:lnTo>
                  <a:cubicBezTo>
                    <a:pt x="79" y="141"/>
                    <a:pt x="95" y="126"/>
                    <a:pt x="95" y="110"/>
                  </a:cubicBezTo>
                  <a:lnTo>
                    <a:pt x="95" y="110"/>
                  </a:lnTo>
                  <a:cubicBezTo>
                    <a:pt x="95" y="78"/>
                    <a:pt x="111" y="32"/>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55" name="Google Shape;4355;p46"/>
            <p:cNvSpPr/>
            <p:nvPr/>
          </p:nvSpPr>
          <p:spPr>
            <a:xfrm>
              <a:off x="3375922" y="1780239"/>
              <a:ext cx="2576" cy="4516"/>
            </a:xfrm>
            <a:custGeom>
              <a:avLst/>
              <a:gdLst/>
              <a:ahLst/>
              <a:cxnLst/>
              <a:rect l="l" t="t" r="r" b="b"/>
              <a:pathLst>
                <a:path w="81" h="142" extrusionOk="0">
                  <a:moveTo>
                    <a:pt x="32" y="1"/>
                  </a:moveTo>
                  <a:lnTo>
                    <a:pt x="17" y="1"/>
                  </a:lnTo>
                  <a:lnTo>
                    <a:pt x="17" y="16"/>
                  </a:lnTo>
                  <a:cubicBezTo>
                    <a:pt x="1" y="16"/>
                    <a:pt x="1" y="32"/>
                    <a:pt x="1" y="32"/>
                  </a:cubicBezTo>
                  <a:lnTo>
                    <a:pt x="1" y="47"/>
                  </a:lnTo>
                  <a:lnTo>
                    <a:pt x="1" y="64"/>
                  </a:lnTo>
                  <a:lnTo>
                    <a:pt x="1" y="64"/>
                  </a:lnTo>
                  <a:cubicBezTo>
                    <a:pt x="17" y="64"/>
                    <a:pt x="17" y="79"/>
                    <a:pt x="17" y="95"/>
                  </a:cubicBezTo>
                  <a:lnTo>
                    <a:pt x="17" y="110"/>
                  </a:lnTo>
                  <a:lnTo>
                    <a:pt x="17" y="110"/>
                  </a:lnTo>
                  <a:lnTo>
                    <a:pt x="17" y="110"/>
                  </a:lnTo>
                  <a:cubicBezTo>
                    <a:pt x="17" y="127"/>
                    <a:pt x="32" y="127"/>
                    <a:pt x="32" y="127"/>
                  </a:cubicBezTo>
                  <a:lnTo>
                    <a:pt x="49" y="142"/>
                  </a:lnTo>
                  <a:cubicBezTo>
                    <a:pt x="49" y="142"/>
                    <a:pt x="64" y="142"/>
                    <a:pt x="64" y="127"/>
                  </a:cubicBezTo>
                  <a:cubicBezTo>
                    <a:pt x="64" y="127"/>
                    <a:pt x="80" y="127"/>
                    <a:pt x="80" y="110"/>
                  </a:cubicBezTo>
                  <a:lnTo>
                    <a:pt x="80" y="95"/>
                  </a:lnTo>
                  <a:lnTo>
                    <a:pt x="64" y="32"/>
                  </a:lnTo>
                  <a:cubicBezTo>
                    <a:pt x="49"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56" name="Google Shape;4356;p46"/>
            <p:cNvSpPr/>
            <p:nvPr/>
          </p:nvSpPr>
          <p:spPr>
            <a:xfrm>
              <a:off x="3185036" y="1795760"/>
              <a:ext cx="7537" cy="3562"/>
            </a:xfrm>
            <a:custGeom>
              <a:avLst/>
              <a:gdLst/>
              <a:ahLst/>
              <a:cxnLst/>
              <a:rect l="l" t="t" r="r" b="b"/>
              <a:pathLst>
                <a:path w="237" h="112" extrusionOk="0">
                  <a:moveTo>
                    <a:pt x="205" y="0"/>
                  </a:moveTo>
                  <a:lnTo>
                    <a:pt x="205" y="0"/>
                  </a:lnTo>
                  <a:lnTo>
                    <a:pt x="189" y="0"/>
                  </a:lnTo>
                  <a:cubicBezTo>
                    <a:pt x="189" y="17"/>
                    <a:pt x="173" y="17"/>
                    <a:pt x="173" y="17"/>
                  </a:cubicBezTo>
                  <a:cubicBezTo>
                    <a:pt x="158" y="17"/>
                    <a:pt x="158" y="32"/>
                    <a:pt x="158" y="32"/>
                  </a:cubicBezTo>
                  <a:cubicBezTo>
                    <a:pt x="142" y="32"/>
                    <a:pt x="126" y="48"/>
                    <a:pt x="126" y="48"/>
                  </a:cubicBezTo>
                  <a:cubicBezTo>
                    <a:pt x="126" y="48"/>
                    <a:pt x="110" y="48"/>
                    <a:pt x="110" y="32"/>
                  </a:cubicBezTo>
                  <a:cubicBezTo>
                    <a:pt x="110" y="32"/>
                    <a:pt x="95" y="17"/>
                    <a:pt x="79" y="17"/>
                  </a:cubicBezTo>
                  <a:lnTo>
                    <a:pt x="79" y="17"/>
                  </a:lnTo>
                  <a:cubicBezTo>
                    <a:pt x="63" y="32"/>
                    <a:pt x="47" y="32"/>
                    <a:pt x="47" y="32"/>
                  </a:cubicBezTo>
                  <a:lnTo>
                    <a:pt x="32" y="48"/>
                  </a:lnTo>
                  <a:cubicBezTo>
                    <a:pt x="16" y="48"/>
                    <a:pt x="0" y="80"/>
                    <a:pt x="16" y="95"/>
                  </a:cubicBezTo>
                  <a:cubicBezTo>
                    <a:pt x="16" y="95"/>
                    <a:pt x="16" y="111"/>
                    <a:pt x="32" y="111"/>
                  </a:cubicBezTo>
                  <a:lnTo>
                    <a:pt x="47" y="111"/>
                  </a:lnTo>
                  <a:lnTo>
                    <a:pt x="63" y="80"/>
                  </a:lnTo>
                  <a:cubicBezTo>
                    <a:pt x="63" y="63"/>
                    <a:pt x="79" y="48"/>
                    <a:pt x="95" y="48"/>
                  </a:cubicBezTo>
                  <a:lnTo>
                    <a:pt x="95" y="48"/>
                  </a:lnTo>
                  <a:lnTo>
                    <a:pt x="110" y="63"/>
                  </a:lnTo>
                  <a:cubicBezTo>
                    <a:pt x="126" y="63"/>
                    <a:pt x="126" y="80"/>
                    <a:pt x="126" y="95"/>
                  </a:cubicBezTo>
                  <a:lnTo>
                    <a:pt x="126" y="111"/>
                  </a:lnTo>
                  <a:lnTo>
                    <a:pt x="126" y="111"/>
                  </a:lnTo>
                  <a:lnTo>
                    <a:pt x="126" y="111"/>
                  </a:lnTo>
                  <a:lnTo>
                    <a:pt x="142" y="111"/>
                  </a:lnTo>
                  <a:cubicBezTo>
                    <a:pt x="158" y="111"/>
                    <a:pt x="189" y="95"/>
                    <a:pt x="189" y="80"/>
                  </a:cubicBezTo>
                  <a:lnTo>
                    <a:pt x="189" y="80"/>
                  </a:lnTo>
                  <a:cubicBezTo>
                    <a:pt x="205" y="80"/>
                    <a:pt x="205" y="63"/>
                    <a:pt x="221" y="63"/>
                  </a:cubicBezTo>
                  <a:cubicBezTo>
                    <a:pt x="236" y="63"/>
                    <a:pt x="236" y="48"/>
                    <a:pt x="236" y="17"/>
                  </a:cubicBezTo>
                  <a:cubicBezTo>
                    <a:pt x="236" y="17"/>
                    <a:pt x="221"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57" name="Google Shape;4357;p46"/>
            <p:cNvSpPr/>
            <p:nvPr/>
          </p:nvSpPr>
          <p:spPr>
            <a:xfrm>
              <a:off x="3171011" y="1818340"/>
              <a:ext cx="6042" cy="3498"/>
            </a:xfrm>
            <a:custGeom>
              <a:avLst/>
              <a:gdLst/>
              <a:ahLst/>
              <a:cxnLst/>
              <a:rect l="l" t="t" r="r" b="b"/>
              <a:pathLst>
                <a:path w="190" h="110" extrusionOk="0">
                  <a:moveTo>
                    <a:pt x="47" y="0"/>
                  </a:moveTo>
                  <a:lnTo>
                    <a:pt x="47" y="0"/>
                  </a:lnTo>
                  <a:cubicBezTo>
                    <a:pt x="32" y="0"/>
                    <a:pt x="15" y="15"/>
                    <a:pt x="15" y="32"/>
                  </a:cubicBezTo>
                  <a:cubicBezTo>
                    <a:pt x="0" y="47"/>
                    <a:pt x="15" y="63"/>
                    <a:pt x="32" y="78"/>
                  </a:cubicBezTo>
                  <a:lnTo>
                    <a:pt x="47" y="78"/>
                  </a:lnTo>
                  <a:cubicBezTo>
                    <a:pt x="63" y="78"/>
                    <a:pt x="78" y="78"/>
                    <a:pt x="95" y="95"/>
                  </a:cubicBezTo>
                  <a:cubicBezTo>
                    <a:pt x="110" y="95"/>
                    <a:pt x="110" y="95"/>
                    <a:pt x="126" y="110"/>
                  </a:cubicBezTo>
                  <a:lnTo>
                    <a:pt x="141" y="110"/>
                  </a:lnTo>
                  <a:lnTo>
                    <a:pt x="158" y="110"/>
                  </a:lnTo>
                  <a:cubicBezTo>
                    <a:pt x="173" y="110"/>
                    <a:pt x="189" y="110"/>
                    <a:pt x="189" y="95"/>
                  </a:cubicBezTo>
                  <a:lnTo>
                    <a:pt x="189" y="95"/>
                  </a:lnTo>
                  <a:lnTo>
                    <a:pt x="189" y="95"/>
                  </a:lnTo>
                  <a:lnTo>
                    <a:pt x="173" y="95"/>
                  </a:lnTo>
                  <a:lnTo>
                    <a:pt x="158" y="78"/>
                  </a:lnTo>
                  <a:lnTo>
                    <a:pt x="141" y="78"/>
                  </a:lnTo>
                  <a:cubicBezTo>
                    <a:pt x="141" y="95"/>
                    <a:pt x="126" y="95"/>
                    <a:pt x="126" y="95"/>
                  </a:cubicBezTo>
                  <a:cubicBezTo>
                    <a:pt x="110" y="95"/>
                    <a:pt x="95" y="78"/>
                    <a:pt x="95" y="63"/>
                  </a:cubicBezTo>
                  <a:cubicBezTo>
                    <a:pt x="95" y="47"/>
                    <a:pt x="95" y="32"/>
                    <a:pt x="110" y="15"/>
                  </a:cubicBezTo>
                  <a:lnTo>
                    <a:pt x="78" y="15"/>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58" name="Google Shape;4358;p46"/>
            <p:cNvSpPr/>
            <p:nvPr/>
          </p:nvSpPr>
          <p:spPr>
            <a:xfrm>
              <a:off x="3385463" y="1776709"/>
              <a:ext cx="4039" cy="2035"/>
            </a:xfrm>
            <a:custGeom>
              <a:avLst/>
              <a:gdLst/>
              <a:ahLst/>
              <a:cxnLst/>
              <a:rect l="l" t="t" r="r" b="b"/>
              <a:pathLst>
                <a:path w="127" h="64" extrusionOk="0">
                  <a:moveTo>
                    <a:pt x="47" y="1"/>
                  </a:moveTo>
                  <a:lnTo>
                    <a:pt x="47" y="1"/>
                  </a:lnTo>
                  <a:lnTo>
                    <a:pt x="16" y="1"/>
                  </a:lnTo>
                  <a:lnTo>
                    <a:pt x="16" y="17"/>
                  </a:lnTo>
                  <a:cubicBezTo>
                    <a:pt x="1" y="32"/>
                    <a:pt x="16" y="49"/>
                    <a:pt x="32" y="64"/>
                  </a:cubicBezTo>
                  <a:lnTo>
                    <a:pt x="47" y="64"/>
                  </a:lnTo>
                  <a:cubicBezTo>
                    <a:pt x="47" y="49"/>
                    <a:pt x="64" y="32"/>
                    <a:pt x="64" y="32"/>
                  </a:cubicBezTo>
                  <a:lnTo>
                    <a:pt x="127" y="32"/>
                  </a:lnTo>
                  <a:lnTo>
                    <a:pt x="110" y="17"/>
                  </a:lnTo>
                  <a:lnTo>
                    <a:pt x="110" y="17"/>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59" name="Google Shape;4359;p46"/>
            <p:cNvSpPr/>
            <p:nvPr/>
          </p:nvSpPr>
          <p:spPr>
            <a:xfrm>
              <a:off x="3415009" y="1777250"/>
              <a:ext cx="4039" cy="3021"/>
            </a:xfrm>
            <a:custGeom>
              <a:avLst/>
              <a:gdLst/>
              <a:ahLst/>
              <a:cxnLst/>
              <a:rect l="l" t="t" r="r" b="b"/>
              <a:pathLst>
                <a:path w="127" h="95" extrusionOk="0">
                  <a:moveTo>
                    <a:pt x="80" y="0"/>
                  </a:moveTo>
                  <a:lnTo>
                    <a:pt x="80" y="0"/>
                  </a:lnTo>
                  <a:lnTo>
                    <a:pt x="64" y="0"/>
                  </a:lnTo>
                  <a:lnTo>
                    <a:pt x="64" y="15"/>
                  </a:lnTo>
                  <a:lnTo>
                    <a:pt x="48" y="32"/>
                  </a:lnTo>
                  <a:lnTo>
                    <a:pt x="1" y="15"/>
                  </a:lnTo>
                  <a:lnTo>
                    <a:pt x="1" y="15"/>
                  </a:lnTo>
                  <a:cubicBezTo>
                    <a:pt x="1" y="32"/>
                    <a:pt x="17" y="32"/>
                    <a:pt x="17" y="47"/>
                  </a:cubicBezTo>
                  <a:lnTo>
                    <a:pt x="17" y="95"/>
                  </a:lnTo>
                  <a:lnTo>
                    <a:pt x="17" y="95"/>
                  </a:lnTo>
                  <a:lnTo>
                    <a:pt x="80" y="78"/>
                  </a:lnTo>
                  <a:lnTo>
                    <a:pt x="112" y="63"/>
                  </a:lnTo>
                  <a:cubicBezTo>
                    <a:pt x="112" y="47"/>
                    <a:pt x="127" y="47"/>
                    <a:pt x="127" y="32"/>
                  </a:cubicBezTo>
                  <a:lnTo>
                    <a:pt x="112" y="15"/>
                  </a:lnTo>
                  <a:cubicBezTo>
                    <a:pt x="112" y="0"/>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60" name="Google Shape;4360;p46"/>
            <p:cNvSpPr/>
            <p:nvPr/>
          </p:nvSpPr>
          <p:spPr>
            <a:xfrm>
              <a:off x="3294759" y="1815319"/>
              <a:ext cx="4039" cy="2035"/>
            </a:xfrm>
            <a:custGeom>
              <a:avLst/>
              <a:gdLst/>
              <a:ahLst/>
              <a:cxnLst/>
              <a:rect l="l" t="t" r="r" b="b"/>
              <a:pathLst>
                <a:path w="127" h="64" extrusionOk="0">
                  <a:moveTo>
                    <a:pt x="17" y="1"/>
                  </a:moveTo>
                  <a:lnTo>
                    <a:pt x="0" y="1"/>
                  </a:lnTo>
                  <a:lnTo>
                    <a:pt x="0" y="16"/>
                  </a:lnTo>
                  <a:lnTo>
                    <a:pt x="17" y="16"/>
                  </a:lnTo>
                  <a:lnTo>
                    <a:pt x="17" y="16"/>
                  </a:lnTo>
                  <a:cubicBezTo>
                    <a:pt x="32" y="16"/>
                    <a:pt x="48" y="32"/>
                    <a:pt x="48" y="47"/>
                  </a:cubicBezTo>
                  <a:lnTo>
                    <a:pt x="80" y="47"/>
                  </a:lnTo>
                  <a:cubicBezTo>
                    <a:pt x="80" y="64"/>
                    <a:pt x="80" y="64"/>
                    <a:pt x="95" y="64"/>
                  </a:cubicBezTo>
                  <a:lnTo>
                    <a:pt x="126" y="32"/>
                  </a:lnTo>
                  <a:lnTo>
                    <a:pt x="126" y="1"/>
                  </a:lnTo>
                  <a:cubicBezTo>
                    <a:pt x="111" y="16"/>
                    <a:pt x="111" y="32"/>
                    <a:pt x="95" y="32"/>
                  </a:cubicBezTo>
                  <a:lnTo>
                    <a:pt x="80" y="32"/>
                  </a:lnTo>
                  <a:cubicBezTo>
                    <a:pt x="63" y="32"/>
                    <a:pt x="48" y="16"/>
                    <a:pt x="48" y="1"/>
                  </a:cubicBez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61" name="Google Shape;4361;p46"/>
            <p:cNvSpPr/>
            <p:nvPr/>
          </p:nvSpPr>
          <p:spPr>
            <a:xfrm>
              <a:off x="3311774" y="1806796"/>
              <a:ext cx="3053" cy="4039"/>
            </a:xfrm>
            <a:custGeom>
              <a:avLst/>
              <a:gdLst/>
              <a:ahLst/>
              <a:cxnLst/>
              <a:rect l="l" t="t" r="r" b="b"/>
              <a:pathLst>
                <a:path w="96" h="127" extrusionOk="0">
                  <a:moveTo>
                    <a:pt x="49" y="0"/>
                  </a:moveTo>
                  <a:lnTo>
                    <a:pt x="49" y="0"/>
                  </a:lnTo>
                  <a:cubicBezTo>
                    <a:pt x="32" y="0"/>
                    <a:pt x="32" y="16"/>
                    <a:pt x="17" y="16"/>
                  </a:cubicBezTo>
                  <a:lnTo>
                    <a:pt x="1" y="79"/>
                  </a:lnTo>
                  <a:lnTo>
                    <a:pt x="1" y="79"/>
                  </a:lnTo>
                  <a:lnTo>
                    <a:pt x="1" y="79"/>
                  </a:lnTo>
                  <a:lnTo>
                    <a:pt x="17" y="79"/>
                  </a:lnTo>
                  <a:cubicBezTo>
                    <a:pt x="32" y="95"/>
                    <a:pt x="32" y="111"/>
                    <a:pt x="32" y="126"/>
                  </a:cubicBezTo>
                  <a:cubicBezTo>
                    <a:pt x="32" y="126"/>
                    <a:pt x="49" y="111"/>
                    <a:pt x="64" y="111"/>
                  </a:cubicBezTo>
                  <a:lnTo>
                    <a:pt x="80" y="48"/>
                  </a:lnTo>
                  <a:cubicBezTo>
                    <a:pt x="95" y="32"/>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62" name="Google Shape;4362;p46"/>
            <p:cNvSpPr/>
            <p:nvPr/>
          </p:nvSpPr>
          <p:spPr>
            <a:xfrm>
              <a:off x="3394972" y="1754192"/>
              <a:ext cx="4039" cy="2512"/>
            </a:xfrm>
            <a:custGeom>
              <a:avLst/>
              <a:gdLst/>
              <a:ahLst/>
              <a:cxnLst/>
              <a:rect l="l" t="t" r="r" b="b"/>
              <a:pathLst>
                <a:path w="127" h="79" extrusionOk="0">
                  <a:moveTo>
                    <a:pt x="95" y="0"/>
                  </a:moveTo>
                  <a:lnTo>
                    <a:pt x="95" y="0"/>
                  </a:lnTo>
                  <a:lnTo>
                    <a:pt x="80" y="0"/>
                  </a:lnTo>
                  <a:lnTo>
                    <a:pt x="63" y="0"/>
                  </a:lnTo>
                  <a:lnTo>
                    <a:pt x="32" y="0"/>
                  </a:lnTo>
                  <a:cubicBezTo>
                    <a:pt x="17" y="16"/>
                    <a:pt x="0" y="32"/>
                    <a:pt x="0" y="47"/>
                  </a:cubicBezTo>
                  <a:cubicBezTo>
                    <a:pt x="17" y="63"/>
                    <a:pt x="17" y="79"/>
                    <a:pt x="32" y="79"/>
                  </a:cubicBezTo>
                  <a:lnTo>
                    <a:pt x="32" y="79"/>
                  </a:lnTo>
                  <a:lnTo>
                    <a:pt x="48" y="79"/>
                  </a:lnTo>
                  <a:lnTo>
                    <a:pt x="95" y="63"/>
                  </a:lnTo>
                  <a:cubicBezTo>
                    <a:pt x="126" y="47"/>
                    <a:pt x="126" y="32"/>
                    <a:pt x="126" y="16"/>
                  </a:cubicBezTo>
                  <a:cubicBezTo>
                    <a:pt x="126" y="0"/>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63" name="Google Shape;4363;p46"/>
            <p:cNvSpPr/>
            <p:nvPr/>
          </p:nvSpPr>
          <p:spPr>
            <a:xfrm>
              <a:off x="3086286" y="1795283"/>
              <a:ext cx="3053" cy="2035"/>
            </a:xfrm>
            <a:custGeom>
              <a:avLst/>
              <a:gdLst/>
              <a:ahLst/>
              <a:cxnLst/>
              <a:rect l="l" t="t" r="r" b="b"/>
              <a:pathLst>
                <a:path w="96" h="64" extrusionOk="0">
                  <a:moveTo>
                    <a:pt x="49" y="0"/>
                  </a:moveTo>
                  <a:lnTo>
                    <a:pt x="1" y="32"/>
                  </a:lnTo>
                  <a:cubicBezTo>
                    <a:pt x="17" y="32"/>
                    <a:pt x="17" y="47"/>
                    <a:pt x="32" y="47"/>
                  </a:cubicBezTo>
                  <a:lnTo>
                    <a:pt x="32" y="47"/>
                  </a:lnTo>
                  <a:lnTo>
                    <a:pt x="80" y="47"/>
                  </a:lnTo>
                  <a:lnTo>
                    <a:pt x="80" y="63"/>
                  </a:lnTo>
                  <a:cubicBezTo>
                    <a:pt x="95" y="63"/>
                    <a:pt x="95" y="47"/>
                    <a:pt x="95" y="47"/>
                  </a:cubicBezTo>
                  <a:cubicBezTo>
                    <a:pt x="80" y="47"/>
                    <a:pt x="64" y="32"/>
                    <a:pt x="4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64" name="Google Shape;4364;p46"/>
            <p:cNvSpPr/>
            <p:nvPr/>
          </p:nvSpPr>
          <p:spPr>
            <a:xfrm>
              <a:off x="3456608" y="1802788"/>
              <a:ext cx="1527" cy="6551"/>
            </a:xfrm>
            <a:custGeom>
              <a:avLst/>
              <a:gdLst/>
              <a:ahLst/>
              <a:cxnLst/>
              <a:rect l="l" t="t" r="r" b="b"/>
              <a:pathLst>
                <a:path w="48" h="206" extrusionOk="0">
                  <a:moveTo>
                    <a:pt x="48" y="0"/>
                  </a:moveTo>
                  <a:lnTo>
                    <a:pt x="32" y="16"/>
                  </a:lnTo>
                  <a:lnTo>
                    <a:pt x="32" y="32"/>
                  </a:lnTo>
                  <a:lnTo>
                    <a:pt x="32" y="48"/>
                  </a:lnTo>
                  <a:lnTo>
                    <a:pt x="32" y="48"/>
                  </a:lnTo>
                  <a:cubicBezTo>
                    <a:pt x="32" y="63"/>
                    <a:pt x="32" y="79"/>
                    <a:pt x="16" y="79"/>
                  </a:cubicBezTo>
                  <a:lnTo>
                    <a:pt x="16" y="79"/>
                  </a:lnTo>
                  <a:lnTo>
                    <a:pt x="1" y="174"/>
                  </a:lnTo>
                  <a:lnTo>
                    <a:pt x="1" y="205"/>
                  </a:lnTo>
                  <a:cubicBezTo>
                    <a:pt x="16" y="189"/>
                    <a:pt x="32" y="189"/>
                    <a:pt x="48" y="18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65" name="Google Shape;4365;p46"/>
            <p:cNvSpPr/>
            <p:nvPr/>
          </p:nvSpPr>
          <p:spPr>
            <a:xfrm>
              <a:off x="3349398" y="1816814"/>
              <a:ext cx="2035" cy="2544"/>
            </a:xfrm>
            <a:custGeom>
              <a:avLst/>
              <a:gdLst/>
              <a:ahLst/>
              <a:cxnLst/>
              <a:rect l="l" t="t" r="r" b="b"/>
              <a:pathLst>
                <a:path w="64" h="80" extrusionOk="0">
                  <a:moveTo>
                    <a:pt x="15" y="48"/>
                  </a:moveTo>
                  <a:cubicBezTo>
                    <a:pt x="32" y="63"/>
                    <a:pt x="15" y="80"/>
                    <a:pt x="0" y="80"/>
                  </a:cubicBezTo>
                  <a:lnTo>
                    <a:pt x="15" y="80"/>
                  </a:lnTo>
                  <a:lnTo>
                    <a:pt x="47" y="80"/>
                  </a:lnTo>
                  <a:lnTo>
                    <a:pt x="63" y="63"/>
                  </a:lnTo>
                  <a:lnTo>
                    <a:pt x="47" y="63"/>
                  </a:lnTo>
                  <a:lnTo>
                    <a:pt x="47" y="63"/>
                  </a:lnTo>
                  <a:cubicBezTo>
                    <a:pt x="47" y="63"/>
                    <a:pt x="32" y="48"/>
                    <a:pt x="15" y="48"/>
                  </a:cubicBezTo>
                  <a:close/>
                  <a:moveTo>
                    <a:pt x="15" y="0"/>
                  </a:moveTo>
                  <a:lnTo>
                    <a:pt x="0" y="17"/>
                  </a:lnTo>
                  <a:cubicBezTo>
                    <a:pt x="15" y="17"/>
                    <a:pt x="15" y="17"/>
                    <a:pt x="15" y="32"/>
                  </a:cubicBezTo>
                  <a:lnTo>
                    <a:pt x="1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66" name="Google Shape;4366;p46"/>
            <p:cNvSpPr/>
            <p:nvPr/>
          </p:nvSpPr>
          <p:spPr>
            <a:xfrm>
              <a:off x="3118885" y="1789272"/>
              <a:ext cx="3530" cy="3498"/>
            </a:xfrm>
            <a:custGeom>
              <a:avLst/>
              <a:gdLst/>
              <a:ahLst/>
              <a:cxnLst/>
              <a:rect l="l" t="t" r="r" b="b"/>
              <a:pathLst>
                <a:path w="111" h="110" extrusionOk="0">
                  <a:moveTo>
                    <a:pt x="47" y="0"/>
                  </a:moveTo>
                  <a:lnTo>
                    <a:pt x="47" y="0"/>
                  </a:lnTo>
                  <a:cubicBezTo>
                    <a:pt x="32" y="0"/>
                    <a:pt x="32" y="15"/>
                    <a:pt x="16" y="15"/>
                  </a:cubicBezTo>
                  <a:cubicBezTo>
                    <a:pt x="1" y="32"/>
                    <a:pt x="1" y="47"/>
                    <a:pt x="16" y="63"/>
                  </a:cubicBezTo>
                  <a:lnTo>
                    <a:pt x="32" y="63"/>
                  </a:lnTo>
                  <a:lnTo>
                    <a:pt x="47" y="110"/>
                  </a:lnTo>
                  <a:lnTo>
                    <a:pt x="79" y="110"/>
                  </a:lnTo>
                  <a:lnTo>
                    <a:pt x="95" y="110"/>
                  </a:lnTo>
                  <a:cubicBezTo>
                    <a:pt x="110" y="110"/>
                    <a:pt x="110" y="95"/>
                    <a:pt x="110" y="95"/>
                  </a:cubicBezTo>
                  <a:lnTo>
                    <a:pt x="110" y="78"/>
                  </a:lnTo>
                  <a:lnTo>
                    <a:pt x="110" y="78"/>
                  </a:lnTo>
                  <a:lnTo>
                    <a:pt x="110" y="63"/>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67" name="Google Shape;4367;p46"/>
            <p:cNvSpPr/>
            <p:nvPr/>
          </p:nvSpPr>
          <p:spPr>
            <a:xfrm>
              <a:off x="3349875" y="1812329"/>
              <a:ext cx="5565" cy="6520"/>
            </a:xfrm>
            <a:custGeom>
              <a:avLst/>
              <a:gdLst/>
              <a:ahLst/>
              <a:cxnLst/>
              <a:rect l="l" t="t" r="r" b="b"/>
              <a:pathLst>
                <a:path w="175" h="205" extrusionOk="0">
                  <a:moveTo>
                    <a:pt x="48" y="0"/>
                  </a:moveTo>
                  <a:lnTo>
                    <a:pt x="48" y="15"/>
                  </a:lnTo>
                  <a:lnTo>
                    <a:pt x="0" y="141"/>
                  </a:lnTo>
                  <a:lnTo>
                    <a:pt x="0" y="158"/>
                  </a:lnTo>
                  <a:lnTo>
                    <a:pt x="0" y="173"/>
                  </a:lnTo>
                  <a:lnTo>
                    <a:pt x="0" y="189"/>
                  </a:lnTo>
                  <a:lnTo>
                    <a:pt x="0" y="189"/>
                  </a:lnTo>
                  <a:cubicBezTo>
                    <a:pt x="17" y="189"/>
                    <a:pt x="32" y="204"/>
                    <a:pt x="32" y="204"/>
                  </a:cubicBezTo>
                  <a:lnTo>
                    <a:pt x="32" y="204"/>
                  </a:lnTo>
                  <a:lnTo>
                    <a:pt x="48" y="204"/>
                  </a:lnTo>
                  <a:lnTo>
                    <a:pt x="48" y="204"/>
                  </a:lnTo>
                  <a:lnTo>
                    <a:pt x="143" y="204"/>
                  </a:lnTo>
                  <a:lnTo>
                    <a:pt x="143" y="204"/>
                  </a:lnTo>
                  <a:cubicBezTo>
                    <a:pt x="158" y="204"/>
                    <a:pt x="174" y="189"/>
                    <a:pt x="174" y="158"/>
                  </a:cubicBezTo>
                  <a:cubicBezTo>
                    <a:pt x="174" y="158"/>
                    <a:pt x="158" y="141"/>
                    <a:pt x="143" y="141"/>
                  </a:cubicBezTo>
                  <a:lnTo>
                    <a:pt x="143" y="126"/>
                  </a:lnTo>
                  <a:lnTo>
                    <a:pt x="143" y="126"/>
                  </a:lnTo>
                  <a:lnTo>
                    <a:pt x="80" y="126"/>
                  </a:lnTo>
                  <a:lnTo>
                    <a:pt x="95" y="95"/>
                  </a:lnTo>
                  <a:lnTo>
                    <a:pt x="111" y="63"/>
                  </a:lnTo>
                  <a:lnTo>
                    <a:pt x="111" y="47"/>
                  </a:lnTo>
                  <a:lnTo>
                    <a:pt x="95" y="47"/>
                  </a:lnTo>
                  <a:lnTo>
                    <a:pt x="80" y="47"/>
                  </a:lnTo>
                  <a:cubicBezTo>
                    <a:pt x="80" y="47"/>
                    <a:pt x="63" y="47"/>
                    <a:pt x="63" y="32"/>
                  </a:cubicBezTo>
                  <a:cubicBezTo>
                    <a:pt x="48" y="32"/>
                    <a:pt x="48" y="15"/>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68" name="Google Shape;4368;p46"/>
            <p:cNvSpPr/>
            <p:nvPr/>
          </p:nvSpPr>
          <p:spPr>
            <a:xfrm>
              <a:off x="3081293" y="1794742"/>
              <a:ext cx="5025" cy="4039"/>
            </a:xfrm>
            <a:custGeom>
              <a:avLst/>
              <a:gdLst/>
              <a:ahLst/>
              <a:cxnLst/>
              <a:rect l="l" t="t" r="r" b="b"/>
              <a:pathLst>
                <a:path w="158" h="127" extrusionOk="0">
                  <a:moveTo>
                    <a:pt x="80" y="1"/>
                  </a:moveTo>
                  <a:lnTo>
                    <a:pt x="80" y="1"/>
                  </a:lnTo>
                  <a:cubicBezTo>
                    <a:pt x="80" y="1"/>
                    <a:pt x="63" y="1"/>
                    <a:pt x="63" y="17"/>
                  </a:cubicBezTo>
                  <a:lnTo>
                    <a:pt x="17" y="32"/>
                  </a:lnTo>
                  <a:cubicBezTo>
                    <a:pt x="0" y="49"/>
                    <a:pt x="0" y="64"/>
                    <a:pt x="17" y="80"/>
                  </a:cubicBezTo>
                  <a:cubicBezTo>
                    <a:pt x="17" y="95"/>
                    <a:pt x="32" y="95"/>
                    <a:pt x="48" y="95"/>
                  </a:cubicBezTo>
                  <a:lnTo>
                    <a:pt x="63" y="95"/>
                  </a:lnTo>
                  <a:lnTo>
                    <a:pt x="80" y="80"/>
                  </a:lnTo>
                  <a:lnTo>
                    <a:pt x="95" y="112"/>
                  </a:lnTo>
                  <a:cubicBezTo>
                    <a:pt x="95" y="127"/>
                    <a:pt x="111" y="127"/>
                    <a:pt x="126" y="127"/>
                  </a:cubicBezTo>
                  <a:lnTo>
                    <a:pt x="126" y="127"/>
                  </a:lnTo>
                  <a:lnTo>
                    <a:pt x="143" y="127"/>
                  </a:lnTo>
                  <a:cubicBezTo>
                    <a:pt x="158" y="112"/>
                    <a:pt x="158" y="95"/>
                    <a:pt x="158" y="80"/>
                  </a:cubicBezTo>
                  <a:lnTo>
                    <a:pt x="143" y="49"/>
                  </a:lnTo>
                  <a:cubicBezTo>
                    <a:pt x="126" y="49"/>
                    <a:pt x="126" y="49"/>
                    <a:pt x="111" y="32"/>
                  </a:cubicBezTo>
                  <a:lnTo>
                    <a:pt x="111"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69" name="Google Shape;4369;p46"/>
            <p:cNvSpPr/>
            <p:nvPr/>
          </p:nvSpPr>
          <p:spPr>
            <a:xfrm>
              <a:off x="3021152" y="1802279"/>
              <a:ext cx="4039" cy="3053"/>
            </a:xfrm>
            <a:custGeom>
              <a:avLst/>
              <a:gdLst/>
              <a:ahLst/>
              <a:cxnLst/>
              <a:rect l="l" t="t" r="r" b="b"/>
              <a:pathLst>
                <a:path w="127" h="96" extrusionOk="0">
                  <a:moveTo>
                    <a:pt x="32" y="1"/>
                  </a:moveTo>
                  <a:lnTo>
                    <a:pt x="32" y="1"/>
                  </a:lnTo>
                  <a:cubicBezTo>
                    <a:pt x="17" y="1"/>
                    <a:pt x="1" y="16"/>
                    <a:pt x="1" y="32"/>
                  </a:cubicBezTo>
                  <a:lnTo>
                    <a:pt x="1" y="32"/>
                  </a:lnTo>
                  <a:cubicBezTo>
                    <a:pt x="17" y="32"/>
                    <a:pt x="32" y="32"/>
                    <a:pt x="32" y="48"/>
                  </a:cubicBezTo>
                  <a:lnTo>
                    <a:pt x="32" y="79"/>
                  </a:lnTo>
                  <a:lnTo>
                    <a:pt x="80" y="95"/>
                  </a:lnTo>
                  <a:lnTo>
                    <a:pt x="80" y="95"/>
                  </a:lnTo>
                  <a:lnTo>
                    <a:pt x="95" y="95"/>
                  </a:lnTo>
                  <a:cubicBezTo>
                    <a:pt x="112" y="95"/>
                    <a:pt x="112" y="79"/>
                    <a:pt x="127" y="64"/>
                  </a:cubicBezTo>
                  <a:lnTo>
                    <a:pt x="127" y="64"/>
                  </a:lnTo>
                  <a:cubicBezTo>
                    <a:pt x="127" y="48"/>
                    <a:pt x="112" y="32"/>
                    <a:pt x="95" y="32"/>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70" name="Google Shape;4370;p46"/>
            <p:cNvSpPr/>
            <p:nvPr/>
          </p:nvSpPr>
          <p:spPr>
            <a:xfrm>
              <a:off x="3302774" y="1821807"/>
              <a:ext cx="6042" cy="2576"/>
            </a:xfrm>
            <a:custGeom>
              <a:avLst/>
              <a:gdLst/>
              <a:ahLst/>
              <a:cxnLst/>
              <a:rect l="l" t="t" r="r" b="b"/>
              <a:pathLst>
                <a:path w="190" h="81" extrusionOk="0">
                  <a:moveTo>
                    <a:pt x="32" y="1"/>
                  </a:moveTo>
                  <a:lnTo>
                    <a:pt x="32" y="1"/>
                  </a:lnTo>
                  <a:cubicBezTo>
                    <a:pt x="17" y="1"/>
                    <a:pt x="0" y="1"/>
                    <a:pt x="0" y="17"/>
                  </a:cubicBezTo>
                  <a:lnTo>
                    <a:pt x="0" y="32"/>
                  </a:lnTo>
                  <a:cubicBezTo>
                    <a:pt x="0" y="49"/>
                    <a:pt x="17" y="64"/>
                    <a:pt x="32" y="64"/>
                  </a:cubicBezTo>
                  <a:lnTo>
                    <a:pt x="48" y="64"/>
                  </a:lnTo>
                  <a:lnTo>
                    <a:pt x="143" y="80"/>
                  </a:lnTo>
                  <a:lnTo>
                    <a:pt x="143" y="80"/>
                  </a:lnTo>
                  <a:lnTo>
                    <a:pt x="174" y="80"/>
                  </a:lnTo>
                  <a:cubicBezTo>
                    <a:pt x="174" y="80"/>
                    <a:pt x="189" y="64"/>
                    <a:pt x="189" y="49"/>
                  </a:cubicBezTo>
                  <a:cubicBezTo>
                    <a:pt x="189" y="32"/>
                    <a:pt x="174" y="17"/>
                    <a:pt x="158" y="17"/>
                  </a:cubicBezTo>
                  <a:lnTo>
                    <a:pt x="158" y="17"/>
                  </a:lnTo>
                  <a:lnTo>
                    <a:pt x="143" y="17"/>
                  </a:lnTo>
                  <a:lnTo>
                    <a:pt x="126"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71" name="Google Shape;4371;p46"/>
            <p:cNvSpPr/>
            <p:nvPr/>
          </p:nvSpPr>
          <p:spPr>
            <a:xfrm>
              <a:off x="3200556" y="1772225"/>
              <a:ext cx="6551" cy="2512"/>
            </a:xfrm>
            <a:custGeom>
              <a:avLst/>
              <a:gdLst/>
              <a:ahLst/>
              <a:cxnLst/>
              <a:rect l="l" t="t" r="r" b="b"/>
              <a:pathLst>
                <a:path w="206" h="79" extrusionOk="0">
                  <a:moveTo>
                    <a:pt x="206" y="1"/>
                  </a:moveTo>
                  <a:cubicBezTo>
                    <a:pt x="143" y="1"/>
                    <a:pt x="95" y="1"/>
                    <a:pt x="48" y="16"/>
                  </a:cubicBezTo>
                  <a:lnTo>
                    <a:pt x="32" y="16"/>
                  </a:lnTo>
                  <a:cubicBezTo>
                    <a:pt x="17" y="32"/>
                    <a:pt x="0" y="47"/>
                    <a:pt x="17" y="64"/>
                  </a:cubicBezTo>
                  <a:cubicBezTo>
                    <a:pt x="17" y="79"/>
                    <a:pt x="32" y="79"/>
                    <a:pt x="48" y="79"/>
                  </a:cubicBezTo>
                  <a:lnTo>
                    <a:pt x="63" y="79"/>
                  </a:lnTo>
                  <a:lnTo>
                    <a:pt x="174" y="16"/>
                  </a:lnTo>
                  <a:cubicBezTo>
                    <a:pt x="189" y="16"/>
                    <a:pt x="206"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72" name="Google Shape;4372;p46"/>
            <p:cNvSpPr/>
            <p:nvPr/>
          </p:nvSpPr>
          <p:spPr>
            <a:xfrm>
              <a:off x="3411001" y="1761698"/>
              <a:ext cx="8046" cy="3530"/>
            </a:xfrm>
            <a:custGeom>
              <a:avLst/>
              <a:gdLst/>
              <a:ahLst/>
              <a:cxnLst/>
              <a:rect l="l" t="t" r="r" b="b"/>
              <a:pathLst>
                <a:path w="253" h="111" extrusionOk="0">
                  <a:moveTo>
                    <a:pt x="221" y="0"/>
                  </a:moveTo>
                  <a:lnTo>
                    <a:pt x="221" y="16"/>
                  </a:lnTo>
                  <a:lnTo>
                    <a:pt x="221" y="16"/>
                  </a:lnTo>
                  <a:lnTo>
                    <a:pt x="174" y="16"/>
                  </a:lnTo>
                  <a:lnTo>
                    <a:pt x="127" y="32"/>
                  </a:lnTo>
                  <a:lnTo>
                    <a:pt x="127" y="48"/>
                  </a:lnTo>
                  <a:cubicBezTo>
                    <a:pt x="111" y="63"/>
                    <a:pt x="111" y="63"/>
                    <a:pt x="95" y="63"/>
                  </a:cubicBezTo>
                  <a:lnTo>
                    <a:pt x="80" y="63"/>
                  </a:lnTo>
                  <a:cubicBezTo>
                    <a:pt x="64" y="63"/>
                    <a:pt x="64" y="48"/>
                    <a:pt x="64" y="32"/>
                  </a:cubicBezTo>
                  <a:lnTo>
                    <a:pt x="32" y="48"/>
                  </a:lnTo>
                  <a:lnTo>
                    <a:pt x="17" y="48"/>
                  </a:lnTo>
                  <a:lnTo>
                    <a:pt x="1" y="48"/>
                  </a:lnTo>
                  <a:cubicBezTo>
                    <a:pt x="1" y="63"/>
                    <a:pt x="17" y="63"/>
                    <a:pt x="17" y="79"/>
                  </a:cubicBezTo>
                  <a:lnTo>
                    <a:pt x="17" y="95"/>
                  </a:lnTo>
                  <a:lnTo>
                    <a:pt x="17" y="111"/>
                  </a:lnTo>
                  <a:lnTo>
                    <a:pt x="32" y="111"/>
                  </a:lnTo>
                  <a:lnTo>
                    <a:pt x="32" y="111"/>
                  </a:lnTo>
                  <a:lnTo>
                    <a:pt x="48" y="111"/>
                  </a:lnTo>
                  <a:lnTo>
                    <a:pt x="127" y="95"/>
                  </a:lnTo>
                  <a:lnTo>
                    <a:pt x="190" y="79"/>
                  </a:lnTo>
                  <a:lnTo>
                    <a:pt x="221" y="79"/>
                  </a:lnTo>
                  <a:lnTo>
                    <a:pt x="253" y="63"/>
                  </a:lnTo>
                  <a:lnTo>
                    <a:pt x="253" y="32"/>
                  </a:lnTo>
                  <a:lnTo>
                    <a:pt x="253" y="32"/>
                  </a:lnTo>
                  <a:cubicBezTo>
                    <a:pt x="253" y="16"/>
                    <a:pt x="238"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73" name="Google Shape;4373;p46"/>
            <p:cNvSpPr/>
            <p:nvPr/>
          </p:nvSpPr>
          <p:spPr>
            <a:xfrm>
              <a:off x="3131924" y="1824351"/>
              <a:ext cx="4516" cy="4516"/>
            </a:xfrm>
            <a:custGeom>
              <a:avLst/>
              <a:gdLst/>
              <a:ahLst/>
              <a:cxnLst/>
              <a:rect l="l" t="t" r="r" b="b"/>
              <a:pathLst>
                <a:path w="142" h="142" extrusionOk="0">
                  <a:moveTo>
                    <a:pt x="15" y="63"/>
                  </a:moveTo>
                  <a:lnTo>
                    <a:pt x="15" y="63"/>
                  </a:lnTo>
                  <a:lnTo>
                    <a:pt x="15" y="63"/>
                  </a:lnTo>
                  <a:close/>
                  <a:moveTo>
                    <a:pt x="47" y="0"/>
                  </a:moveTo>
                  <a:lnTo>
                    <a:pt x="47" y="0"/>
                  </a:lnTo>
                  <a:cubicBezTo>
                    <a:pt x="32" y="0"/>
                    <a:pt x="32" y="15"/>
                    <a:pt x="15" y="15"/>
                  </a:cubicBezTo>
                  <a:cubicBezTo>
                    <a:pt x="0" y="32"/>
                    <a:pt x="0" y="47"/>
                    <a:pt x="15" y="63"/>
                  </a:cubicBezTo>
                  <a:lnTo>
                    <a:pt x="15" y="63"/>
                  </a:lnTo>
                  <a:cubicBezTo>
                    <a:pt x="15" y="78"/>
                    <a:pt x="32" y="110"/>
                    <a:pt x="47" y="126"/>
                  </a:cubicBezTo>
                  <a:lnTo>
                    <a:pt x="78" y="126"/>
                  </a:lnTo>
                  <a:lnTo>
                    <a:pt x="78" y="126"/>
                  </a:lnTo>
                  <a:lnTo>
                    <a:pt x="78" y="126"/>
                  </a:lnTo>
                  <a:cubicBezTo>
                    <a:pt x="95" y="141"/>
                    <a:pt x="110" y="141"/>
                    <a:pt x="110" y="141"/>
                  </a:cubicBezTo>
                  <a:lnTo>
                    <a:pt x="126" y="141"/>
                  </a:lnTo>
                  <a:lnTo>
                    <a:pt x="126" y="141"/>
                  </a:lnTo>
                  <a:cubicBezTo>
                    <a:pt x="141" y="126"/>
                    <a:pt x="141" y="126"/>
                    <a:pt x="141" y="110"/>
                  </a:cubicBezTo>
                  <a:lnTo>
                    <a:pt x="141" y="95"/>
                  </a:lnTo>
                  <a:lnTo>
                    <a:pt x="141" y="78"/>
                  </a:lnTo>
                  <a:cubicBezTo>
                    <a:pt x="126" y="63"/>
                    <a:pt x="110" y="47"/>
                    <a:pt x="95" y="47"/>
                  </a:cubicBezTo>
                  <a:lnTo>
                    <a:pt x="78" y="47"/>
                  </a:lnTo>
                  <a:cubicBezTo>
                    <a:pt x="78" y="32"/>
                    <a:pt x="78" y="32"/>
                    <a:pt x="63" y="15"/>
                  </a:cubicBez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74" name="Google Shape;4374;p46"/>
            <p:cNvSpPr/>
            <p:nvPr/>
          </p:nvSpPr>
          <p:spPr>
            <a:xfrm>
              <a:off x="3132401" y="1826355"/>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75" name="Google Shape;4375;p46"/>
            <p:cNvSpPr/>
            <p:nvPr/>
          </p:nvSpPr>
          <p:spPr>
            <a:xfrm>
              <a:off x="3196072" y="1783261"/>
              <a:ext cx="5502" cy="3498"/>
            </a:xfrm>
            <a:custGeom>
              <a:avLst/>
              <a:gdLst/>
              <a:ahLst/>
              <a:cxnLst/>
              <a:rect l="l" t="t" r="r" b="b"/>
              <a:pathLst>
                <a:path w="173" h="110" extrusionOk="0">
                  <a:moveTo>
                    <a:pt x="126" y="0"/>
                  </a:moveTo>
                  <a:lnTo>
                    <a:pt x="126" y="0"/>
                  </a:lnTo>
                  <a:lnTo>
                    <a:pt x="110" y="0"/>
                  </a:lnTo>
                  <a:lnTo>
                    <a:pt x="15" y="47"/>
                  </a:lnTo>
                  <a:cubicBezTo>
                    <a:pt x="15" y="47"/>
                    <a:pt x="0" y="47"/>
                    <a:pt x="0" y="63"/>
                  </a:cubicBezTo>
                  <a:lnTo>
                    <a:pt x="0" y="78"/>
                  </a:lnTo>
                  <a:cubicBezTo>
                    <a:pt x="0" y="95"/>
                    <a:pt x="15" y="110"/>
                    <a:pt x="32" y="110"/>
                  </a:cubicBezTo>
                  <a:lnTo>
                    <a:pt x="47" y="110"/>
                  </a:lnTo>
                  <a:lnTo>
                    <a:pt x="63" y="95"/>
                  </a:lnTo>
                  <a:lnTo>
                    <a:pt x="141" y="63"/>
                  </a:lnTo>
                  <a:cubicBezTo>
                    <a:pt x="158" y="63"/>
                    <a:pt x="173" y="32"/>
                    <a:pt x="158" y="15"/>
                  </a:cubicBez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76" name="Google Shape;4376;p46"/>
            <p:cNvSpPr/>
            <p:nvPr/>
          </p:nvSpPr>
          <p:spPr>
            <a:xfrm>
              <a:off x="3017145" y="1801294"/>
              <a:ext cx="2576" cy="4039"/>
            </a:xfrm>
            <a:custGeom>
              <a:avLst/>
              <a:gdLst/>
              <a:ahLst/>
              <a:cxnLst/>
              <a:rect l="l" t="t" r="r" b="b"/>
              <a:pathLst>
                <a:path w="81" h="127" extrusionOk="0">
                  <a:moveTo>
                    <a:pt x="49" y="0"/>
                  </a:moveTo>
                  <a:lnTo>
                    <a:pt x="49" y="0"/>
                  </a:lnTo>
                  <a:lnTo>
                    <a:pt x="32" y="0"/>
                  </a:lnTo>
                  <a:cubicBezTo>
                    <a:pt x="17" y="16"/>
                    <a:pt x="1" y="32"/>
                    <a:pt x="17" y="47"/>
                  </a:cubicBezTo>
                  <a:lnTo>
                    <a:pt x="32" y="95"/>
                  </a:lnTo>
                  <a:cubicBezTo>
                    <a:pt x="32" y="110"/>
                    <a:pt x="49" y="110"/>
                    <a:pt x="49" y="110"/>
                  </a:cubicBezTo>
                  <a:cubicBezTo>
                    <a:pt x="49" y="126"/>
                    <a:pt x="49" y="126"/>
                    <a:pt x="64" y="126"/>
                  </a:cubicBezTo>
                  <a:lnTo>
                    <a:pt x="49" y="110"/>
                  </a:lnTo>
                  <a:lnTo>
                    <a:pt x="32" y="63"/>
                  </a:lnTo>
                  <a:cubicBezTo>
                    <a:pt x="32" y="47"/>
                    <a:pt x="49" y="32"/>
                    <a:pt x="64" y="32"/>
                  </a:cubicBezTo>
                  <a:lnTo>
                    <a:pt x="64" y="16"/>
                  </a:lnTo>
                  <a:lnTo>
                    <a:pt x="80" y="16"/>
                  </a:lnTo>
                  <a:lnTo>
                    <a:pt x="80" y="32"/>
                  </a:lnTo>
                  <a:cubicBezTo>
                    <a:pt x="80" y="16"/>
                    <a:pt x="80" y="16"/>
                    <a:pt x="64" y="16"/>
                  </a:cubicBezTo>
                  <a:cubicBezTo>
                    <a:pt x="64"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77" name="Google Shape;4377;p46"/>
            <p:cNvSpPr/>
            <p:nvPr/>
          </p:nvSpPr>
          <p:spPr>
            <a:xfrm>
              <a:off x="3317308" y="1817800"/>
              <a:ext cx="7537" cy="4039"/>
            </a:xfrm>
            <a:custGeom>
              <a:avLst/>
              <a:gdLst/>
              <a:ahLst/>
              <a:cxnLst/>
              <a:rect l="l" t="t" r="r" b="b"/>
              <a:pathLst>
                <a:path w="237" h="127" extrusionOk="0">
                  <a:moveTo>
                    <a:pt x="111" y="1"/>
                  </a:moveTo>
                  <a:cubicBezTo>
                    <a:pt x="127" y="17"/>
                    <a:pt x="127" y="17"/>
                    <a:pt x="127" y="32"/>
                  </a:cubicBezTo>
                  <a:cubicBezTo>
                    <a:pt x="127" y="49"/>
                    <a:pt x="111" y="64"/>
                    <a:pt x="95" y="64"/>
                  </a:cubicBezTo>
                  <a:lnTo>
                    <a:pt x="79" y="64"/>
                  </a:lnTo>
                  <a:lnTo>
                    <a:pt x="64" y="64"/>
                  </a:lnTo>
                  <a:lnTo>
                    <a:pt x="48" y="64"/>
                  </a:lnTo>
                  <a:lnTo>
                    <a:pt x="32" y="64"/>
                  </a:lnTo>
                  <a:lnTo>
                    <a:pt x="16" y="64"/>
                  </a:lnTo>
                  <a:lnTo>
                    <a:pt x="32" y="64"/>
                  </a:lnTo>
                  <a:lnTo>
                    <a:pt x="32" y="80"/>
                  </a:lnTo>
                  <a:lnTo>
                    <a:pt x="79" y="95"/>
                  </a:lnTo>
                  <a:lnTo>
                    <a:pt x="79" y="95"/>
                  </a:lnTo>
                  <a:cubicBezTo>
                    <a:pt x="95" y="95"/>
                    <a:pt x="111" y="80"/>
                    <a:pt x="111" y="80"/>
                  </a:cubicBezTo>
                  <a:lnTo>
                    <a:pt x="111" y="80"/>
                  </a:lnTo>
                  <a:cubicBezTo>
                    <a:pt x="111" y="80"/>
                    <a:pt x="127" y="80"/>
                    <a:pt x="127" y="95"/>
                  </a:cubicBezTo>
                  <a:cubicBezTo>
                    <a:pt x="142" y="95"/>
                    <a:pt x="158" y="112"/>
                    <a:pt x="190" y="112"/>
                  </a:cubicBezTo>
                  <a:lnTo>
                    <a:pt x="190" y="127"/>
                  </a:lnTo>
                  <a:cubicBezTo>
                    <a:pt x="205" y="127"/>
                    <a:pt x="221" y="112"/>
                    <a:pt x="221" y="95"/>
                  </a:cubicBezTo>
                  <a:cubicBezTo>
                    <a:pt x="237" y="80"/>
                    <a:pt x="221" y="49"/>
                    <a:pt x="205" y="49"/>
                  </a:cubicBezTo>
                  <a:lnTo>
                    <a:pt x="190" y="49"/>
                  </a:lnTo>
                  <a:cubicBezTo>
                    <a:pt x="174" y="49"/>
                    <a:pt x="174" y="32"/>
                    <a:pt x="174" y="32"/>
                  </a:cubicBezTo>
                  <a:cubicBezTo>
                    <a:pt x="174" y="32"/>
                    <a:pt x="158" y="17"/>
                    <a:pt x="142" y="17"/>
                  </a:cubicBezTo>
                  <a:cubicBezTo>
                    <a:pt x="127" y="17"/>
                    <a:pt x="127" y="1"/>
                    <a:pt x="111" y="1"/>
                  </a:cubicBezTo>
                  <a:close/>
                  <a:moveTo>
                    <a:pt x="1" y="1"/>
                  </a:moveTo>
                  <a:lnTo>
                    <a:pt x="1" y="1"/>
                  </a:lnTo>
                  <a:lnTo>
                    <a:pt x="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78" name="Google Shape;4378;p46"/>
            <p:cNvSpPr/>
            <p:nvPr/>
          </p:nvSpPr>
          <p:spPr>
            <a:xfrm>
              <a:off x="3424041" y="1754669"/>
              <a:ext cx="6042" cy="7060"/>
            </a:xfrm>
            <a:custGeom>
              <a:avLst/>
              <a:gdLst/>
              <a:ahLst/>
              <a:cxnLst/>
              <a:rect l="l" t="t" r="r" b="b"/>
              <a:pathLst>
                <a:path w="190" h="222" extrusionOk="0">
                  <a:moveTo>
                    <a:pt x="32" y="1"/>
                  </a:moveTo>
                  <a:cubicBezTo>
                    <a:pt x="32" y="17"/>
                    <a:pt x="17" y="17"/>
                    <a:pt x="17" y="32"/>
                  </a:cubicBezTo>
                  <a:lnTo>
                    <a:pt x="17" y="48"/>
                  </a:lnTo>
                  <a:lnTo>
                    <a:pt x="17" y="64"/>
                  </a:lnTo>
                  <a:cubicBezTo>
                    <a:pt x="0" y="80"/>
                    <a:pt x="17" y="95"/>
                    <a:pt x="17" y="111"/>
                  </a:cubicBezTo>
                  <a:lnTo>
                    <a:pt x="17" y="127"/>
                  </a:lnTo>
                  <a:cubicBezTo>
                    <a:pt x="17" y="143"/>
                    <a:pt x="32" y="143"/>
                    <a:pt x="32" y="143"/>
                  </a:cubicBezTo>
                  <a:lnTo>
                    <a:pt x="48" y="143"/>
                  </a:lnTo>
                  <a:lnTo>
                    <a:pt x="111" y="111"/>
                  </a:lnTo>
                  <a:lnTo>
                    <a:pt x="80" y="190"/>
                  </a:lnTo>
                  <a:cubicBezTo>
                    <a:pt x="80" y="206"/>
                    <a:pt x="95" y="221"/>
                    <a:pt x="111" y="221"/>
                  </a:cubicBezTo>
                  <a:lnTo>
                    <a:pt x="126" y="221"/>
                  </a:lnTo>
                  <a:cubicBezTo>
                    <a:pt x="143" y="221"/>
                    <a:pt x="143" y="221"/>
                    <a:pt x="158" y="206"/>
                  </a:cubicBezTo>
                  <a:lnTo>
                    <a:pt x="158" y="174"/>
                  </a:lnTo>
                  <a:lnTo>
                    <a:pt x="189" y="80"/>
                  </a:lnTo>
                  <a:lnTo>
                    <a:pt x="189" y="64"/>
                  </a:lnTo>
                  <a:cubicBezTo>
                    <a:pt x="189" y="64"/>
                    <a:pt x="189" y="48"/>
                    <a:pt x="174" y="32"/>
                  </a:cubicBezTo>
                  <a:lnTo>
                    <a:pt x="158" y="32"/>
                  </a:lnTo>
                  <a:lnTo>
                    <a:pt x="158" y="32"/>
                  </a:lnTo>
                  <a:lnTo>
                    <a:pt x="143" y="32"/>
                  </a:lnTo>
                  <a:lnTo>
                    <a:pt x="80" y="48"/>
                  </a:lnTo>
                  <a:lnTo>
                    <a:pt x="80" y="48"/>
                  </a:lnTo>
                  <a:cubicBezTo>
                    <a:pt x="80" y="32"/>
                    <a:pt x="80" y="17"/>
                    <a:pt x="63"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79" name="Google Shape;4379;p46"/>
            <p:cNvSpPr/>
            <p:nvPr/>
          </p:nvSpPr>
          <p:spPr>
            <a:xfrm>
              <a:off x="3142928" y="1823333"/>
              <a:ext cx="3530" cy="5534"/>
            </a:xfrm>
            <a:custGeom>
              <a:avLst/>
              <a:gdLst/>
              <a:ahLst/>
              <a:cxnLst/>
              <a:rect l="l" t="t" r="r" b="b"/>
              <a:pathLst>
                <a:path w="111" h="174" extrusionOk="0">
                  <a:moveTo>
                    <a:pt x="48" y="1"/>
                  </a:moveTo>
                  <a:lnTo>
                    <a:pt x="32" y="1"/>
                  </a:lnTo>
                  <a:lnTo>
                    <a:pt x="32" y="16"/>
                  </a:lnTo>
                  <a:cubicBezTo>
                    <a:pt x="16" y="16"/>
                    <a:pt x="1" y="32"/>
                    <a:pt x="16" y="47"/>
                  </a:cubicBezTo>
                  <a:lnTo>
                    <a:pt x="16" y="79"/>
                  </a:lnTo>
                  <a:lnTo>
                    <a:pt x="16" y="110"/>
                  </a:lnTo>
                  <a:lnTo>
                    <a:pt x="16" y="110"/>
                  </a:lnTo>
                  <a:lnTo>
                    <a:pt x="1" y="110"/>
                  </a:lnTo>
                  <a:cubicBezTo>
                    <a:pt x="1" y="127"/>
                    <a:pt x="1" y="158"/>
                    <a:pt x="16" y="158"/>
                  </a:cubicBezTo>
                  <a:cubicBezTo>
                    <a:pt x="16" y="173"/>
                    <a:pt x="32" y="173"/>
                    <a:pt x="32" y="173"/>
                  </a:cubicBezTo>
                  <a:cubicBezTo>
                    <a:pt x="48" y="173"/>
                    <a:pt x="48" y="173"/>
                    <a:pt x="64" y="158"/>
                  </a:cubicBezTo>
                  <a:lnTo>
                    <a:pt x="64" y="158"/>
                  </a:lnTo>
                  <a:cubicBezTo>
                    <a:pt x="79" y="142"/>
                    <a:pt x="79" y="127"/>
                    <a:pt x="95" y="110"/>
                  </a:cubicBezTo>
                  <a:cubicBezTo>
                    <a:pt x="95" y="110"/>
                    <a:pt x="95" y="95"/>
                    <a:pt x="79" y="95"/>
                  </a:cubicBezTo>
                  <a:lnTo>
                    <a:pt x="95" y="95"/>
                  </a:lnTo>
                  <a:lnTo>
                    <a:pt x="95" y="95"/>
                  </a:lnTo>
                  <a:cubicBezTo>
                    <a:pt x="111" y="64"/>
                    <a:pt x="95" y="47"/>
                    <a:pt x="95" y="32"/>
                  </a:cubicBezTo>
                  <a:cubicBezTo>
                    <a:pt x="95" y="32"/>
                    <a:pt x="79" y="32"/>
                    <a:pt x="79" y="16"/>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80" name="Google Shape;4380;p46"/>
            <p:cNvSpPr/>
            <p:nvPr/>
          </p:nvSpPr>
          <p:spPr>
            <a:xfrm>
              <a:off x="3326817" y="1815319"/>
              <a:ext cx="4580" cy="4516"/>
            </a:xfrm>
            <a:custGeom>
              <a:avLst/>
              <a:gdLst/>
              <a:ahLst/>
              <a:cxnLst/>
              <a:rect l="l" t="t" r="r" b="b"/>
              <a:pathLst>
                <a:path w="144" h="142" extrusionOk="0">
                  <a:moveTo>
                    <a:pt x="112" y="1"/>
                  </a:moveTo>
                  <a:lnTo>
                    <a:pt x="112" y="1"/>
                  </a:lnTo>
                  <a:lnTo>
                    <a:pt x="95" y="1"/>
                  </a:lnTo>
                  <a:cubicBezTo>
                    <a:pt x="95" y="1"/>
                    <a:pt x="95" y="16"/>
                    <a:pt x="80" y="16"/>
                  </a:cubicBezTo>
                  <a:lnTo>
                    <a:pt x="80" y="16"/>
                  </a:lnTo>
                  <a:lnTo>
                    <a:pt x="80" y="16"/>
                  </a:lnTo>
                  <a:cubicBezTo>
                    <a:pt x="64" y="32"/>
                    <a:pt x="64" y="32"/>
                    <a:pt x="48" y="32"/>
                  </a:cubicBezTo>
                  <a:lnTo>
                    <a:pt x="48" y="47"/>
                  </a:lnTo>
                  <a:lnTo>
                    <a:pt x="48" y="47"/>
                  </a:lnTo>
                  <a:cubicBezTo>
                    <a:pt x="32" y="47"/>
                    <a:pt x="32" y="64"/>
                    <a:pt x="17" y="64"/>
                  </a:cubicBezTo>
                  <a:lnTo>
                    <a:pt x="17" y="79"/>
                  </a:lnTo>
                  <a:cubicBezTo>
                    <a:pt x="1" y="95"/>
                    <a:pt x="1" y="110"/>
                    <a:pt x="17" y="127"/>
                  </a:cubicBezTo>
                  <a:cubicBezTo>
                    <a:pt x="32" y="127"/>
                    <a:pt x="32" y="142"/>
                    <a:pt x="48" y="142"/>
                  </a:cubicBezTo>
                  <a:lnTo>
                    <a:pt x="64" y="127"/>
                  </a:lnTo>
                  <a:cubicBezTo>
                    <a:pt x="80" y="127"/>
                    <a:pt x="80" y="110"/>
                    <a:pt x="80" y="110"/>
                  </a:cubicBezTo>
                  <a:lnTo>
                    <a:pt x="95" y="95"/>
                  </a:lnTo>
                  <a:lnTo>
                    <a:pt x="95" y="95"/>
                  </a:lnTo>
                  <a:lnTo>
                    <a:pt x="112" y="79"/>
                  </a:lnTo>
                  <a:cubicBezTo>
                    <a:pt x="127" y="79"/>
                    <a:pt x="127" y="64"/>
                    <a:pt x="127" y="64"/>
                  </a:cubicBezTo>
                  <a:cubicBezTo>
                    <a:pt x="127" y="64"/>
                    <a:pt x="143" y="64"/>
                    <a:pt x="143" y="47"/>
                  </a:cubicBezTo>
                  <a:cubicBezTo>
                    <a:pt x="143" y="32"/>
                    <a:pt x="143" y="32"/>
                    <a:pt x="12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81" name="Google Shape;4381;p46"/>
            <p:cNvSpPr/>
            <p:nvPr/>
          </p:nvSpPr>
          <p:spPr>
            <a:xfrm>
              <a:off x="3021152" y="1794265"/>
              <a:ext cx="4580" cy="3530"/>
            </a:xfrm>
            <a:custGeom>
              <a:avLst/>
              <a:gdLst/>
              <a:ahLst/>
              <a:cxnLst/>
              <a:rect l="l" t="t" r="r" b="b"/>
              <a:pathLst>
                <a:path w="144" h="111" extrusionOk="0">
                  <a:moveTo>
                    <a:pt x="80" y="1"/>
                  </a:moveTo>
                  <a:lnTo>
                    <a:pt x="80" y="1"/>
                  </a:lnTo>
                  <a:lnTo>
                    <a:pt x="64" y="1"/>
                  </a:lnTo>
                  <a:lnTo>
                    <a:pt x="32" y="16"/>
                  </a:lnTo>
                  <a:lnTo>
                    <a:pt x="17" y="32"/>
                  </a:lnTo>
                  <a:cubicBezTo>
                    <a:pt x="1" y="47"/>
                    <a:pt x="1" y="64"/>
                    <a:pt x="1" y="64"/>
                  </a:cubicBezTo>
                  <a:cubicBezTo>
                    <a:pt x="1" y="79"/>
                    <a:pt x="17" y="95"/>
                    <a:pt x="32" y="95"/>
                  </a:cubicBezTo>
                  <a:lnTo>
                    <a:pt x="32" y="95"/>
                  </a:lnTo>
                  <a:lnTo>
                    <a:pt x="95" y="110"/>
                  </a:lnTo>
                  <a:lnTo>
                    <a:pt x="95" y="110"/>
                  </a:lnTo>
                  <a:cubicBezTo>
                    <a:pt x="112" y="110"/>
                    <a:pt x="127" y="95"/>
                    <a:pt x="127" y="79"/>
                  </a:cubicBezTo>
                  <a:cubicBezTo>
                    <a:pt x="143" y="64"/>
                    <a:pt x="127" y="47"/>
                    <a:pt x="112" y="47"/>
                  </a:cubicBezTo>
                  <a:lnTo>
                    <a:pt x="112"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82" name="Google Shape;4382;p46"/>
            <p:cNvSpPr/>
            <p:nvPr/>
          </p:nvSpPr>
          <p:spPr>
            <a:xfrm>
              <a:off x="3268203" y="1771239"/>
              <a:ext cx="6520" cy="3021"/>
            </a:xfrm>
            <a:custGeom>
              <a:avLst/>
              <a:gdLst/>
              <a:ahLst/>
              <a:cxnLst/>
              <a:rect l="l" t="t" r="r" b="b"/>
              <a:pathLst>
                <a:path w="205" h="95" extrusionOk="0">
                  <a:moveTo>
                    <a:pt x="47" y="0"/>
                  </a:moveTo>
                  <a:lnTo>
                    <a:pt x="47" y="0"/>
                  </a:lnTo>
                  <a:cubicBezTo>
                    <a:pt x="47" y="15"/>
                    <a:pt x="32" y="15"/>
                    <a:pt x="16" y="15"/>
                  </a:cubicBezTo>
                  <a:lnTo>
                    <a:pt x="1" y="15"/>
                  </a:lnTo>
                  <a:cubicBezTo>
                    <a:pt x="1" y="32"/>
                    <a:pt x="1" y="47"/>
                    <a:pt x="16" y="63"/>
                  </a:cubicBezTo>
                  <a:cubicBezTo>
                    <a:pt x="32" y="63"/>
                    <a:pt x="47" y="63"/>
                    <a:pt x="47" y="78"/>
                  </a:cubicBezTo>
                  <a:lnTo>
                    <a:pt x="79" y="78"/>
                  </a:lnTo>
                  <a:lnTo>
                    <a:pt x="95" y="78"/>
                  </a:lnTo>
                  <a:cubicBezTo>
                    <a:pt x="110" y="63"/>
                    <a:pt x="110" y="63"/>
                    <a:pt x="127" y="63"/>
                  </a:cubicBezTo>
                  <a:lnTo>
                    <a:pt x="127" y="63"/>
                  </a:lnTo>
                  <a:cubicBezTo>
                    <a:pt x="142" y="63"/>
                    <a:pt x="142" y="78"/>
                    <a:pt x="142" y="78"/>
                  </a:cubicBezTo>
                  <a:lnTo>
                    <a:pt x="142" y="78"/>
                  </a:lnTo>
                  <a:cubicBezTo>
                    <a:pt x="158" y="95"/>
                    <a:pt x="158" y="95"/>
                    <a:pt x="173" y="95"/>
                  </a:cubicBezTo>
                  <a:lnTo>
                    <a:pt x="190" y="95"/>
                  </a:lnTo>
                  <a:cubicBezTo>
                    <a:pt x="205" y="95"/>
                    <a:pt x="205" y="78"/>
                    <a:pt x="205" y="78"/>
                  </a:cubicBezTo>
                  <a:lnTo>
                    <a:pt x="205" y="47"/>
                  </a:lnTo>
                  <a:cubicBezTo>
                    <a:pt x="205" y="32"/>
                    <a:pt x="190" y="32"/>
                    <a:pt x="190" y="15"/>
                  </a:cubicBezTo>
                  <a:lnTo>
                    <a:pt x="190" y="15"/>
                  </a:lnTo>
                  <a:cubicBezTo>
                    <a:pt x="190" y="47"/>
                    <a:pt x="173" y="63"/>
                    <a:pt x="158" y="63"/>
                  </a:cubicBezTo>
                  <a:lnTo>
                    <a:pt x="142" y="63"/>
                  </a:lnTo>
                  <a:cubicBezTo>
                    <a:pt x="127" y="63"/>
                    <a:pt x="110" y="47"/>
                    <a:pt x="110" y="32"/>
                  </a:cubicBezTo>
                  <a:lnTo>
                    <a:pt x="110" y="0"/>
                  </a:lnTo>
                  <a:lnTo>
                    <a:pt x="95" y="0"/>
                  </a:lnTo>
                  <a:lnTo>
                    <a:pt x="79" y="0"/>
                  </a:lnTo>
                  <a:lnTo>
                    <a:pt x="79"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83" name="Google Shape;4383;p46"/>
            <p:cNvSpPr/>
            <p:nvPr/>
          </p:nvSpPr>
          <p:spPr>
            <a:xfrm>
              <a:off x="3417012" y="1755178"/>
              <a:ext cx="7569" cy="7537"/>
            </a:xfrm>
            <a:custGeom>
              <a:avLst/>
              <a:gdLst/>
              <a:ahLst/>
              <a:cxnLst/>
              <a:rect l="l" t="t" r="r" b="b"/>
              <a:pathLst>
                <a:path w="238" h="237" extrusionOk="0">
                  <a:moveTo>
                    <a:pt x="190" y="1"/>
                  </a:moveTo>
                  <a:lnTo>
                    <a:pt x="158" y="1"/>
                  </a:lnTo>
                  <a:lnTo>
                    <a:pt x="143" y="16"/>
                  </a:lnTo>
                  <a:lnTo>
                    <a:pt x="127" y="16"/>
                  </a:lnTo>
                  <a:lnTo>
                    <a:pt x="80" y="16"/>
                  </a:lnTo>
                  <a:lnTo>
                    <a:pt x="64" y="16"/>
                  </a:lnTo>
                  <a:lnTo>
                    <a:pt x="49" y="16"/>
                  </a:lnTo>
                  <a:lnTo>
                    <a:pt x="32" y="16"/>
                  </a:lnTo>
                  <a:lnTo>
                    <a:pt x="32" y="16"/>
                  </a:lnTo>
                  <a:cubicBezTo>
                    <a:pt x="17" y="16"/>
                    <a:pt x="17" y="16"/>
                    <a:pt x="1" y="32"/>
                  </a:cubicBezTo>
                  <a:lnTo>
                    <a:pt x="1" y="64"/>
                  </a:lnTo>
                  <a:cubicBezTo>
                    <a:pt x="17" y="64"/>
                    <a:pt x="17" y="79"/>
                    <a:pt x="17" y="79"/>
                  </a:cubicBezTo>
                  <a:cubicBezTo>
                    <a:pt x="49" y="79"/>
                    <a:pt x="64" y="95"/>
                    <a:pt x="80" y="95"/>
                  </a:cubicBezTo>
                  <a:lnTo>
                    <a:pt x="80" y="95"/>
                  </a:lnTo>
                  <a:cubicBezTo>
                    <a:pt x="95" y="95"/>
                    <a:pt x="127" y="79"/>
                    <a:pt x="143" y="79"/>
                  </a:cubicBezTo>
                  <a:lnTo>
                    <a:pt x="158" y="79"/>
                  </a:lnTo>
                  <a:lnTo>
                    <a:pt x="158" y="79"/>
                  </a:lnTo>
                  <a:cubicBezTo>
                    <a:pt x="158" y="95"/>
                    <a:pt x="158" y="95"/>
                    <a:pt x="175" y="111"/>
                  </a:cubicBezTo>
                  <a:cubicBezTo>
                    <a:pt x="175" y="142"/>
                    <a:pt x="175" y="158"/>
                    <a:pt x="158" y="174"/>
                  </a:cubicBezTo>
                  <a:lnTo>
                    <a:pt x="158" y="205"/>
                  </a:lnTo>
                  <a:cubicBezTo>
                    <a:pt x="158" y="221"/>
                    <a:pt x="158" y="221"/>
                    <a:pt x="175" y="221"/>
                  </a:cubicBezTo>
                  <a:cubicBezTo>
                    <a:pt x="175" y="237"/>
                    <a:pt x="175" y="237"/>
                    <a:pt x="190" y="237"/>
                  </a:cubicBezTo>
                  <a:lnTo>
                    <a:pt x="190" y="237"/>
                  </a:lnTo>
                  <a:cubicBezTo>
                    <a:pt x="206" y="237"/>
                    <a:pt x="206" y="221"/>
                    <a:pt x="221" y="221"/>
                  </a:cubicBezTo>
                  <a:cubicBezTo>
                    <a:pt x="238" y="190"/>
                    <a:pt x="238" y="142"/>
                    <a:pt x="238" y="111"/>
                  </a:cubicBezTo>
                  <a:lnTo>
                    <a:pt x="238" y="95"/>
                  </a:lnTo>
                  <a:cubicBezTo>
                    <a:pt x="238" y="79"/>
                    <a:pt x="221" y="64"/>
                    <a:pt x="238" y="48"/>
                  </a:cubicBezTo>
                  <a:lnTo>
                    <a:pt x="238" y="32"/>
                  </a:lnTo>
                  <a:cubicBezTo>
                    <a:pt x="238" y="32"/>
                    <a:pt x="238" y="16"/>
                    <a:pt x="221" y="16"/>
                  </a:cubicBezTo>
                  <a:lnTo>
                    <a:pt x="206" y="1"/>
                  </a:lnTo>
                  <a:lnTo>
                    <a:pt x="19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84" name="Google Shape;4384;p46"/>
            <p:cNvSpPr/>
            <p:nvPr/>
          </p:nvSpPr>
          <p:spPr>
            <a:xfrm>
              <a:off x="3271701" y="1769235"/>
              <a:ext cx="2544" cy="4039"/>
            </a:xfrm>
            <a:custGeom>
              <a:avLst/>
              <a:gdLst/>
              <a:ahLst/>
              <a:cxnLst/>
              <a:rect l="l" t="t" r="r" b="b"/>
              <a:pathLst>
                <a:path w="80" h="127" extrusionOk="0">
                  <a:moveTo>
                    <a:pt x="32" y="0"/>
                  </a:moveTo>
                  <a:lnTo>
                    <a:pt x="32" y="0"/>
                  </a:lnTo>
                  <a:cubicBezTo>
                    <a:pt x="17" y="0"/>
                    <a:pt x="0" y="15"/>
                    <a:pt x="0" y="47"/>
                  </a:cubicBezTo>
                  <a:lnTo>
                    <a:pt x="0" y="63"/>
                  </a:lnTo>
                  <a:lnTo>
                    <a:pt x="0" y="95"/>
                  </a:lnTo>
                  <a:cubicBezTo>
                    <a:pt x="0" y="110"/>
                    <a:pt x="17" y="126"/>
                    <a:pt x="32" y="126"/>
                  </a:cubicBezTo>
                  <a:lnTo>
                    <a:pt x="48" y="126"/>
                  </a:lnTo>
                  <a:cubicBezTo>
                    <a:pt x="63" y="126"/>
                    <a:pt x="80" y="110"/>
                    <a:pt x="80" y="78"/>
                  </a:cubicBezTo>
                  <a:lnTo>
                    <a:pt x="80" y="78"/>
                  </a:lnTo>
                  <a:lnTo>
                    <a:pt x="63" y="32"/>
                  </a:lnTo>
                  <a:lnTo>
                    <a:pt x="63" y="15"/>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85" name="Google Shape;4385;p46"/>
            <p:cNvSpPr/>
            <p:nvPr/>
          </p:nvSpPr>
          <p:spPr>
            <a:xfrm>
              <a:off x="3080275" y="1789749"/>
              <a:ext cx="5565" cy="3562"/>
            </a:xfrm>
            <a:custGeom>
              <a:avLst/>
              <a:gdLst/>
              <a:ahLst/>
              <a:cxnLst/>
              <a:rect l="l" t="t" r="r" b="b"/>
              <a:pathLst>
                <a:path w="175" h="112" extrusionOk="0">
                  <a:moveTo>
                    <a:pt x="95" y="48"/>
                  </a:moveTo>
                  <a:lnTo>
                    <a:pt x="95" y="32"/>
                  </a:lnTo>
                  <a:lnTo>
                    <a:pt x="95" y="48"/>
                  </a:lnTo>
                  <a:lnTo>
                    <a:pt x="95" y="48"/>
                  </a:lnTo>
                  <a:close/>
                  <a:moveTo>
                    <a:pt x="17" y="0"/>
                  </a:moveTo>
                  <a:cubicBezTo>
                    <a:pt x="17" y="0"/>
                    <a:pt x="1" y="0"/>
                    <a:pt x="1" y="17"/>
                  </a:cubicBezTo>
                  <a:lnTo>
                    <a:pt x="1" y="32"/>
                  </a:lnTo>
                  <a:cubicBezTo>
                    <a:pt x="17" y="95"/>
                    <a:pt x="64" y="111"/>
                    <a:pt x="95" y="111"/>
                  </a:cubicBezTo>
                  <a:lnTo>
                    <a:pt x="112" y="111"/>
                  </a:lnTo>
                  <a:lnTo>
                    <a:pt x="143" y="111"/>
                  </a:lnTo>
                  <a:lnTo>
                    <a:pt x="143" y="111"/>
                  </a:lnTo>
                  <a:lnTo>
                    <a:pt x="143" y="111"/>
                  </a:lnTo>
                  <a:cubicBezTo>
                    <a:pt x="158" y="111"/>
                    <a:pt x="175" y="95"/>
                    <a:pt x="175" y="95"/>
                  </a:cubicBezTo>
                  <a:lnTo>
                    <a:pt x="175" y="80"/>
                  </a:lnTo>
                  <a:lnTo>
                    <a:pt x="175" y="63"/>
                  </a:lnTo>
                  <a:lnTo>
                    <a:pt x="175" y="48"/>
                  </a:lnTo>
                  <a:cubicBezTo>
                    <a:pt x="158" y="48"/>
                    <a:pt x="158" y="32"/>
                    <a:pt x="158" y="32"/>
                  </a:cubicBezTo>
                  <a:lnTo>
                    <a:pt x="143" y="17"/>
                  </a:lnTo>
                  <a:lnTo>
                    <a:pt x="127" y="17"/>
                  </a:lnTo>
                  <a:lnTo>
                    <a:pt x="95" y="32"/>
                  </a:lnTo>
                  <a:lnTo>
                    <a:pt x="95" y="32"/>
                  </a:lnTo>
                  <a:cubicBezTo>
                    <a:pt x="80" y="32"/>
                    <a:pt x="64" y="17"/>
                    <a:pt x="64"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86" name="Google Shape;4386;p46"/>
            <p:cNvSpPr/>
            <p:nvPr/>
          </p:nvSpPr>
          <p:spPr>
            <a:xfrm>
              <a:off x="3083296" y="1790735"/>
              <a:ext cx="32" cy="572"/>
            </a:xfrm>
            <a:custGeom>
              <a:avLst/>
              <a:gdLst/>
              <a:ahLst/>
              <a:cxnLst/>
              <a:rect l="l" t="t" r="r" b="b"/>
              <a:pathLst>
                <a:path w="1" h="18" extrusionOk="0">
                  <a:moveTo>
                    <a:pt x="0" y="1"/>
                  </a:moveTo>
                  <a:lnTo>
                    <a:pt x="0" y="17"/>
                  </a:lnTo>
                  <a:lnTo>
                    <a:pt x="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87" name="Google Shape;4387;p46"/>
            <p:cNvSpPr/>
            <p:nvPr/>
          </p:nvSpPr>
          <p:spPr>
            <a:xfrm>
              <a:off x="3340843" y="1788731"/>
              <a:ext cx="5057" cy="5057"/>
            </a:xfrm>
            <a:custGeom>
              <a:avLst/>
              <a:gdLst/>
              <a:ahLst/>
              <a:cxnLst/>
              <a:rect l="l" t="t" r="r" b="b"/>
              <a:pathLst>
                <a:path w="159" h="159" extrusionOk="0">
                  <a:moveTo>
                    <a:pt x="32" y="1"/>
                  </a:moveTo>
                  <a:lnTo>
                    <a:pt x="32" y="1"/>
                  </a:lnTo>
                  <a:cubicBezTo>
                    <a:pt x="17" y="1"/>
                    <a:pt x="17" y="17"/>
                    <a:pt x="17" y="17"/>
                  </a:cubicBezTo>
                  <a:lnTo>
                    <a:pt x="17" y="17"/>
                  </a:lnTo>
                  <a:cubicBezTo>
                    <a:pt x="32" y="17"/>
                    <a:pt x="49" y="49"/>
                    <a:pt x="32" y="64"/>
                  </a:cubicBezTo>
                  <a:lnTo>
                    <a:pt x="32" y="80"/>
                  </a:lnTo>
                  <a:lnTo>
                    <a:pt x="49" y="95"/>
                  </a:lnTo>
                  <a:lnTo>
                    <a:pt x="32" y="95"/>
                  </a:lnTo>
                  <a:cubicBezTo>
                    <a:pt x="17" y="95"/>
                    <a:pt x="1" y="127"/>
                    <a:pt x="17" y="143"/>
                  </a:cubicBezTo>
                  <a:cubicBezTo>
                    <a:pt x="17" y="143"/>
                    <a:pt x="17" y="158"/>
                    <a:pt x="32" y="158"/>
                  </a:cubicBezTo>
                  <a:lnTo>
                    <a:pt x="32" y="158"/>
                  </a:lnTo>
                  <a:lnTo>
                    <a:pt x="112" y="127"/>
                  </a:lnTo>
                  <a:cubicBezTo>
                    <a:pt x="112" y="112"/>
                    <a:pt x="127" y="95"/>
                    <a:pt x="143" y="95"/>
                  </a:cubicBezTo>
                  <a:lnTo>
                    <a:pt x="158" y="95"/>
                  </a:lnTo>
                  <a:cubicBezTo>
                    <a:pt x="158" y="80"/>
                    <a:pt x="143" y="80"/>
                    <a:pt x="143" y="64"/>
                  </a:cubicBezTo>
                  <a:lnTo>
                    <a:pt x="95" y="49"/>
                  </a:lnTo>
                  <a:lnTo>
                    <a:pt x="49" y="17"/>
                  </a:lnTo>
                  <a:lnTo>
                    <a:pt x="49"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88" name="Google Shape;4388;p46"/>
            <p:cNvSpPr/>
            <p:nvPr/>
          </p:nvSpPr>
          <p:spPr>
            <a:xfrm>
              <a:off x="3092837" y="1786727"/>
              <a:ext cx="6042" cy="5057"/>
            </a:xfrm>
            <a:custGeom>
              <a:avLst/>
              <a:gdLst/>
              <a:ahLst/>
              <a:cxnLst/>
              <a:rect l="l" t="t" r="r" b="b"/>
              <a:pathLst>
                <a:path w="190" h="159" extrusionOk="0">
                  <a:moveTo>
                    <a:pt x="63" y="1"/>
                  </a:moveTo>
                  <a:lnTo>
                    <a:pt x="63" y="1"/>
                  </a:lnTo>
                  <a:cubicBezTo>
                    <a:pt x="47" y="1"/>
                    <a:pt x="32" y="1"/>
                    <a:pt x="32" y="17"/>
                  </a:cubicBezTo>
                  <a:lnTo>
                    <a:pt x="15" y="80"/>
                  </a:lnTo>
                  <a:cubicBezTo>
                    <a:pt x="0" y="95"/>
                    <a:pt x="0" y="95"/>
                    <a:pt x="15" y="112"/>
                  </a:cubicBezTo>
                  <a:lnTo>
                    <a:pt x="15" y="112"/>
                  </a:lnTo>
                  <a:cubicBezTo>
                    <a:pt x="15" y="112"/>
                    <a:pt x="15" y="127"/>
                    <a:pt x="32" y="127"/>
                  </a:cubicBezTo>
                  <a:lnTo>
                    <a:pt x="110" y="158"/>
                  </a:lnTo>
                  <a:lnTo>
                    <a:pt x="126" y="158"/>
                  </a:lnTo>
                  <a:lnTo>
                    <a:pt x="142" y="158"/>
                  </a:lnTo>
                  <a:lnTo>
                    <a:pt x="142" y="158"/>
                  </a:lnTo>
                  <a:cubicBezTo>
                    <a:pt x="158" y="158"/>
                    <a:pt x="158" y="158"/>
                    <a:pt x="158" y="143"/>
                  </a:cubicBezTo>
                  <a:lnTo>
                    <a:pt x="173" y="143"/>
                  </a:lnTo>
                  <a:lnTo>
                    <a:pt x="189" y="80"/>
                  </a:lnTo>
                  <a:lnTo>
                    <a:pt x="189" y="80"/>
                  </a:lnTo>
                  <a:lnTo>
                    <a:pt x="189" y="80"/>
                  </a:lnTo>
                  <a:cubicBezTo>
                    <a:pt x="189" y="64"/>
                    <a:pt x="189" y="49"/>
                    <a:pt x="173" y="32"/>
                  </a:cubicBezTo>
                  <a:lnTo>
                    <a:pt x="158" y="32"/>
                  </a:lnTo>
                  <a:cubicBezTo>
                    <a:pt x="142" y="32"/>
                    <a:pt x="126" y="49"/>
                    <a:pt x="126" y="64"/>
                  </a:cubicBezTo>
                  <a:lnTo>
                    <a:pt x="110" y="80"/>
                  </a:lnTo>
                  <a:lnTo>
                    <a:pt x="78" y="80"/>
                  </a:lnTo>
                  <a:lnTo>
                    <a:pt x="95" y="49"/>
                  </a:lnTo>
                  <a:lnTo>
                    <a:pt x="95" y="49"/>
                  </a:lnTo>
                  <a:cubicBezTo>
                    <a:pt x="110" y="32"/>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89" name="Google Shape;4389;p46"/>
            <p:cNvSpPr/>
            <p:nvPr/>
          </p:nvSpPr>
          <p:spPr>
            <a:xfrm>
              <a:off x="3273228" y="1811312"/>
              <a:ext cx="4516" cy="5057"/>
            </a:xfrm>
            <a:custGeom>
              <a:avLst/>
              <a:gdLst/>
              <a:ahLst/>
              <a:cxnLst/>
              <a:rect l="l" t="t" r="r" b="b"/>
              <a:pathLst>
                <a:path w="142" h="159" extrusionOk="0">
                  <a:moveTo>
                    <a:pt x="110" y="1"/>
                  </a:moveTo>
                  <a:lnTo>
                    <a:pt x="110" y="1"/>
                  </a:lnTo>
                  <a:cubicBezTo>
                    <a:pt x="79" y="1"/>
                    <a:pt x="79" y="16"/>
                    <a:pt x="79" y="32"/>
                  </a:cubicBezTo>
                  <a:lnTo>
                    <a:pt x="63" y="79"/>
                  </a:lnTo>
                  <a:lnTo>
                    <a:pt x="47" y="64"/>
                  </a:lnTo>
                  <a:lnTo>
                    <a:pt x="47" y="64"/>
                  </a:lnTo>
                  <a:lnTo>
                    <a:pt x="15" y="64"/>
                  </a:lnTo>
                  <a:lnTo>
                    <a:pt x="15" y="79"/>
                  </a:lnTo>
                  <a:lnTo>
                    <a:pt x="15" y="95"/>
                  </a:lnTo>
                  <a:cubicBezTo>
                    <a:pt x="0" y="110"/>
                    <a:pt x="15" y="127"/>
                    <a:pt x="32" y="127"/>
                  </a:cubicBezTo>
                  <a:lnTo>
                    <a:pt x="95" y="158"/>
                  </a:lnTo>
                  <a:lnTo>
                    <a:pt x="110" y="158"/>
                  </a:lnTo>
                  <a:lnTo>
                    <a:pt x="126" y="158"/>
                  </a:lnTo>
                  <a:cubicBezTo>
                    <a:pt x="126" y="142"/>
                    <a:pt x="142" y="127"/>
                    <a:pt x="142" y="127"/>
                  </a:cubicBezTo>
                  <a:lnTo>
                    <a:pt x="142" y="95"/>
                  </a:lnTo>
                  <a:lnTo>
                    <a:pt x="142" y="32"/>
                  </a:lnTo>
                  <a:lnTo>
                    <a:pt x="142"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90" name="Google Shape;4390;p46"/>
            <p:cNvSpPr/>
            <p:nvPr/>
          </p:nvSpPr>
          <p:spPr>
            <a:xfrm>
              <a:off x="3084823" y="1793279"/>
              <a:ext cx="3021" cy="3021"/>
            </a:xfrm>
            <a:custGeom>
              <a:avLst/>
              <a:gdLst/>
              <a:ahLst/>
              <a:cxnLst/>
              <a:rect l="l" t="t" r="r" b="b"/>
              <a:pathLst>
                <a:path w="95" h="95" extrusionOk="0">
                  <a:moveTo>
                    <a:pt x="78" y="0"/>
                  </a:moveTo>
                  <a:lnTo>
                    <a:pt x="63" y="0"/>
                  </a:lnTo>
                  <a:lnTo>
                    <a:pt x="47" y="0"/>
                  </a:lnTo>
                  <a:lnTo>
                    <a:pt x="47" y="0"/>
                  </a:lnTo>
                  <a:lnTo>
                    <a:pt x="0" y="32"/>
                  </a:lnTo>
                  <a:lnTo>
                    <a:pt x="0" y="63"/>
                  </a:lnTo>
                  <a:lnTo>
                    <a:pt x="0" y="78"/>
                  </a:lnTo>
                  <a:cubicBezTo>
                    <a:pt x="15" y="95"/>
                    <a:pt x="15" y="95"/>
                    <a:pt x="32" y="95"/>
                  </a:cubicBezTo>
                  <a:lnTo>
                    <a:pt x="32" y="95"/>
                  </a:lnTo>
                  <a:lnTo>
                    <a:pt x="47" y="95"/>
                  </a:lnTo>
                  <a:lnTo>
                    <a:pt x="47" y="95"/>
                  </a:lnTo>
                  <a:lnTo>
                    <a:pt x="95" y="63"/>
                  </a:lnTo>
                  <a:cubicBezTo>
                    <a:pt x="78" y="47"/>
                    <a:pt x="95" y="32"/>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91" name="Google Shape;4391;p46"/>
            <p:cNvSpPr/>
            <p:nvPr/>
          </p:nvSpPr>
          <p:spPr>
            <a:xfrm>
              <a:off x="3310311" y="1819326"/>
              <a:ext cx="3498" cy="3053"/>
            </a:xfrm>
            <a:custGeom>
              <a:avLst/>
              <a:gdLst/>
              <a:ahLst/>
              <a:cxnLst/>
              <a:rect l="l" t="t" r="r" b="b"/>
              <a:pathLst>
                <a:path w="110" h="96" extrusionOk="0">
                  <a:moveTo>
                    <a:pt x="47" y="1"/>
                  </a:moveTo>
                  <a:lnTo>
                    <a:pt x="47" y="1"/>
                  </a:lnTo>
                  <a:cubicBezTo>
                    <a:pt x="32" y="1"/>
                    <a:pt x="32" y="1"/>
                    <a:pt x="15" y="16"/>
                  </a:cubicBezTo>
                  <a:lnTo>
                    <a:pt x="15" y="16"/>
                  </a:lnTo>
                  <a:cubicBezTo>
                    <a:pt x="0" y="32"/>
                    <a:pt x="15" y="47"/>
                    <a:pt x="15" y="64"/>
                  </a:cubicBezTo>
                  <a:lnTo>
                    <a:pt x="63" y="95"/>
                  </a:lnTo>
                  <a:lnTo>
                    <a:pt x="78" y="95"/>
                  </a:lnTo>
                  <a:lnTo>
                    <a:pt x="78" y="95"/>
                  </a:lnTo>
                  <a:cubicBezTo>
                    <a:pt x="95" y="95"/>
                    <a:pt x="95" y="95"/>
                    <a:pt x="110" y="79"/>
                  </a:cubicBezTo>
                  <a:cubicBezTo>
                    <a:pt x="110" y="64"/>
                    <a:pt x="110" y="47"/>
                    <a:pt x="95" y="32"/>
                  </a:cubicBez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92" name="Google Shape;4392;p46"/>
            <p:cNvSpPr/>
            <p:nvPr/>
          </p:nvSpPr>
          <p:spPr>
            <a:xfrm>
              <a:off x="3423023" y="1752666"/>
              <a:ext cx="9064" cy="2544"/>
            </a:xfrm>
            <a:custGeom>
              <a:avLst/>
              <a:gdLst/>
              <a:ahLst/>
              <a:cxnLst/>
              <a:rect l="l" t="t" r="r" b="b"/>
              <a:pathLst>
                <a:path w="285" h="80" extrusionOk="0">
                  <a:moveTo>
                    <a:pt x="49" y="0"/>
                  </a:moveTo>
                  <a:lnTo>
                    <a:pt x="32" y="0"/>
                  </a:lnTo>
                  <a:cubicBezTo>
                    <a:pt x="17" y="0"/>
                    <a:pt x="17" y="17"/>
                    <a:pt x="17" y="32"/>
                  </a:cubicBezTo>
                  <a:cubicBezTo>
                    <a:pt x="1" y="48"/>
                    <a:pt x="17" y="48"/>
                    <a:pt x="17" y="64"/>
                  </a:cubicBezTo>
                  <a:lnTo>
                    <a:pt x="49" y="64"/>
                  </a:lnTo>
                  <a:lnTo>
                    <a:pt x="64" y="64"/>
                  </a:lnTo>
                  <a:lnTo>
                    <a:pt x="95" y="80"/>
                  </a:lnTo>
                  <a:lnTo>
                    <a:pt x="190" y="80"/>
                  </a:lnTo>
                  <a:lnTo>
                    <a:pt x="253" y="80"/>
                  </a:lnTo>
                  <a:lnTo>
                    <a:pt x="253" y="80"/>
                  </a:lnTo>
                  <a:cubicBezTo>
                    <a:pt x="269" y="80"/>
                    <a:pt x="284" y="64"/>
                    <a:pt x="284" y="48"/>
                  </a:cubicBezTo>
                  <a:lnTo>
                    <a:pt x="284" y="32"/>
                  </a:lnTo>
                  <a:cubicBezTo>
                    <a:pt x="284" y="17"/>
                    <a:pt x="269" y="17"/>
                    <a:pt x="253" y="17"/>
                  </a:cubicBezTo>
                  <a:lnTo>
                    <a:pt x="190"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93" name="Google Shape;4393;p46"/>
            <p:cNvSpPr/>
            <p:nvPr/>
          </p:nvSpPr>
          <p:spPr>
            <a:xfrm>
              <a:off x="3292278" y="1813315"/>
              <a:ext cx="3021" cy="3053"/>
            </a:xfrm>
            <a:custGeom>
              <a:avLst/>
              <a:gdLst/>
              <a:ahLst/>
              <a:cxnLst/>
              <a:rect l="l" t="t" r="r" b="b"/>
              <a:pathLst>
                <a:path w="95" h="96" extrusionOk="0">
                  <a:moveTo>
                    <a:pt x="63" y="1"/>
                  </a:moveTo>
                  <a:lnTo>
                    <a:pt x="63" y="1"/>
                  </a:lnTo>
                  <a:lnTo>
                    <a:pt x="47" y="1"/>
                  </a:lnTo>
                  <a:lnTo>
                    <a:pt x="0" y="16"/>
                  </a:lnTo>
                  <a:lnTo>
                    <a:pt x="0" y="64"/>
                  </a:lnTo>
                  <a:lnTo>
                    <a:pt x="0" y="79"/>
                  </a:lnTo>
                  <a:cubicBezTo>
                    <a:pt x="0" y="95"/>
                    <a:pt x="0" y="95"/>
                    <a:pt x="15" y="95"/>
                  </a:cubicBezTo>
                  <a:lnTo>
                    <a:pt x="15" y="95"/>
                  </a:lnTo>
                  <a:lnTo>
                    <a:pt x="47" y="79"/>
                  </a:lnTo>
                  <a:lnTo>
                    <a:pt x="78" y="64"/>
                  </a:lnTo>
                  <a:lnTo>
                    <a:pt x="78" y="64"/>
                  </a:lnTo>
                  <a:lnTo>
                    <a:pt x="95" y="64"/>
                  </a:lnTo>
                  <a:lnTo>
                    <a:pt x="78" y="64"/>
                  </a:lnTo>
                  <a:cubicBezTo>
                    <a:pt x="78" y="47"/>
                    <a:pt x="63" y="16"/>
                    <a:pt x="78" y="16"/>
                  </a:cubicBezTo>
                  <a:lnTo>
                    <a:pt x="7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94" name="Google Shape;4394;p46"/>
            <p:cNvSpPr/>
            <p:nvPr/>
          </p:nvSpPr>
          <p:spPr>
            <a:xfrm>
              <a:off x="3317308" y="1776232"/>
              <a:ext cx="2512" cy="3530"/>
            </a:xfrm>
            <a:custGeom>
              <a:avLst/>
              <a:gdLst/>
              <a:ahLst/>
              <a:cxnLst/>
              <a:rect l="l" t="t" r="r" b="b"/>
              <a:pathLst>
                <a:path w="79" h="111" extrusionOk="0">
                  <a:moveTo>
                    <a:pt x="64" y="1"/>
                  </a:moveTo>
                  <a:lnTo>
                    <a:pt x="64" y="1"/>
                  </a:lnTo>
                  <a:cubicBezTo>
                    <a:pt x="48" y="1"/>
                    <a:pt x="32" y="1"/>
                    <a:pt x="32" y="16"/>
                  </a:cubicBezTo>
                  <a:lnTo>
                    <a:pt x="1" y="47"/>
                  </a:lnTo>
                  <a:cubicBezTo>
                    <a:pt x="1" y="64"/>
                    <a:pt x="1" y="95"/>
                    <a:pt x="16" y="95"/>
                  </a:cubicBezTo>
                  <a:cubicBezTo>
                    <a:pt x="16" y="110"/>
                    <a:pt x="32" y="110"/>
                    <a:pt x="32" y="110"/>
                  </a:cubicBezTo>
                  <a:cubicBezTo>
                    <a:pt x="32" y="110"/>
                    <a:pt x="48" y="110"/>
                    <a:pt x="48" y="95"/>
                  </a:cubicBezTo>
                  <a:lnTo>
                    <a:pt x="32" y="47"/>
                  </a:lnTo>
                  <a:cubicBezTo>
                    <a:pt x="32" y="32"/>
                    <a:pt x="48" y="1"/>
                    <a:pt x="64" y="1"/>
                  </a:cubicBezTo>
                  <a:lnTo>
                    <a:pt x="64" y="1"/>
                  </a:lnTo>
                  <a:lnTo>
                    <a:pt x="64" y="1"/>
                  </a:lnTo>
                  <a:lnTo>
                    <a:pt x="64" y="1"/>
                  </a:lnTo>
                  <a:lnTo>
                    <a:pt x="79" y="1"/>
                  </a:lnTo>
                  <a:lnTo>
                    <a:pt x="79" y="1"/>
                  </a:lnTo>
                  <a:lnTo>
                    <a:pt x="79" y="1"/>
                  </a:lnTo>
                  <a:lnTo>
                    <a:pt x="79" y="1"/>
                  </a:lnTo>
                  <a:lnTo>
                    <a:pt x="79"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95" name="Google Shape;4395;p46"/>
            <p:cNvSpPr/>
            <p:nvPr/>
          </p:nvSpPr>
          <p:spPr>
            <a:xfrm>
              <a:off x="3436063" y="1763702"/>
              <a:ext cx="2035" cy="4548"/>
            </a:xfrm>
            <a:custGeom>
              <a:avLst/>
              <a:gdLst/>
              <a:ahLst/>
              <a:cxnLst/>
              <a:rect l="l" t="t" r="r" b="b"/>
              <a:pathLst>
                <a:path w="64" h="143" extrusionOk="0">
                  <a:moveTo>
                    <a:pt x="32" y="0"/>
                  </a:moveTo>
                  <a:lnTo>
                    <a:pt x="32" y="0"/>
                  </a:lnTo>
                  <a:cubicBezTo>
                    <a:pt x="17" y="0"/>
                    <a:pt x="0" y="16"/>
                    <a:pt x="0" y="16"/>
                  </a:cubicBezTo>
                  <a:lnTo>
                    <a:pt x="0" y="32"/>
                  </a:lnTo>
                  <a:lnTo>
                    <a:pt x="0" y="111"/>
                  </a:lnTo>
                  <a:cubicBezTo>
                    <a:pt x="0" y="126"/>
                    <a:pt x="17" y="126"/>
                    <a:pt x="32" y="143"/>
                  </a:cubicBezTo>
                  <a:lnTo>
                    <a:pt x="17" y="126"/>
                  </a:lnTo>
                  <a:lnTo>
                    <a:pt x="17" y="111"/>
                  </a:lnTo>
                  <a:lnTo>
                    <a:pt x="48" y="80"/>
                  </a:lnTo>
                  <a:lnTo>
                    <a:pt x="63" y="80"/>
                  </a:lnTo>
                  <a:lnTo>
                    <a:pt x="63" y="32"/>
                  </a:lnTo>
                  <a:cubicBezTo>
                    <a:pt x="63"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96" name="Google Shape;4396;p46"/>
            <p:cNvSpPr/>
            <p:nvPr/>
          </p:nvSpPr>
          <p:spPr>
            <a:xfrm>
              <a:off x="3400983" y="1765705"/>
              <a:ext cx="6551" cy="5025"/>
            </a:xfrm>
            <a:custGeom>
              <a:avLst/>
              <a:gdLst/>
              <a:ahLst/>
              <a:cxnLst/>
              <a:rect l="l" t="t" r="r" b="b"/>
              <a:pathLst>
                <a:path w="206" h="158" extrusionOk="0">
                  <a:moveTo>
                    <a:pt x="48" y="0"/>
                  </a:moveTo>
                  <a:lnTo>
                    <a:pt x="48" y="0"/>
                  </a:lnTo>
                  <a:lnTo>
                    <a:pt x="32" y="0"/>
                  </a:lnTo>
                  <a:cubicBezTo>
                    <a:pt x="17" y="17"/>
                    <a:pt x="0" y="32"/>
                    <a:pt x="17" y="48"/>
                  </a:cubicBezTo>
                  <a:lnTo>
                    <a:pt x="17" y="63"/>
                  </a:lnTo>
                  <a:lnTo>
                    <a:pt x="32" y="111"/>
                  </a:lnTo>
                  <a:lnTo>
                    <a:pt x="32" y="126"/>
                  </a:lnTo>
                  <a:lnTo>
                    <a:pt x="48" y="126"/>
                  </a:lnTo>
                  <a:lnTo>
                    <a:pt x="63" y="126"/>
                  </a:lnTo>
                  <a:lnTo>
                    <a:pt x="63" y="126"/>
                  </a:lnTo>
                  <a:lnTo>
                    <a:pt x="95" y="126"/>
                  </a:lnTo>
                  <a:lnTo>
                    <a:pt x="126" y="126"/>
                  </a:lnTo>
                  <a:lnTo>
                    <a:pt x="126" y="143"/>
                  </a:lnTo>
                  <a:cubicBezTo>
                    <a:pt x="143" y="158"/>
                    <a:pt x="143" y="158"/>
                    <a:pt x="158" y="158"/>
                  </a:cubicBezTo>
                  <a:lnTo>
                    <a:pt x="174" y="158"/>
                  </a:lnTo>
                  <a:cubicBezTo>
                    <a:pt x="189" y="143"/>
                    <a:pt x="206" y="126"/>
                    <a:pt x="189" y="111"/>
                  </a:cubicBezTo>
                  <a:lnTo>
                    <a:pt x="189" y="95"/>
                  </a:lnTo>
                  <a:lnTo>
                    <a:pt x="174" y="63"/>
                  </a:lnTo>
                  <a:cubicBezTo>
                    <a:pt x="158" y="48"/>
                    <a:pt x="158" y="48"/>
                    <a:pt x="143" y="48"/>
                  </a:cubicBezTo>
                  <a:lnTo>
                    <a:pt x="126" y="48"/>
                  </a:lnTo>
                  <a:lnTo>
                    <a:pt x="80" y="63"/>
                  </a:lnTo>
                  <a:lnTo>
                    <a:pt x="80" y="32"/>
                  </a:lnTo>
                  <a:cubicBezTo>
                    <a:pt x="80" y="17"/>
                    <a:pt x="63" y="17"/>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97" name="Google Shape;4397;p46"/>
            <p:cNvSpPr/>
            <p:nvPr/>
          </p:nvSpPr>
          <p:spPr>
            <a:xfrm>
              <a:off x="3049203" y="1802279"/>
              <a:ext cx="5057" cy="3530"/>
            </a:xfrm>
            <a:custGeom>
              <a:avLst/>
              <a:gdLst/>
              <a:ahLst/>
              <a:cxnLst/>
              <a:rect l="l" t="t" r="r" b="b"/>
              <a:pathLst>
                <a:path w="159" h="111" extrusionOk="0">
                  <a:moveTo>
                    <a:pt x="32" y="1"/>
                  </a:moveTo>
                  <a:lnTo>
                    <a:pt x="32" y="1"/>
                  </a:lnTo>
                  <a:cubicBezTo>
                    <a:pt x="17" y="1"/>
                    <a:pt x="1" y="16"/>
                    <a:pt x="1" y="16"/>
                  </a:cubicBezTo>
                  <a:cubicBezTo>
                    <a:pt x="1" y="32"/>
                    <a:pt x="1" y="64"/>
                    <a:pt x="17" y="64"/>
                  </a:cubicBezTo>
                  <a:lnTo>
                    <a:pt x="17" y="64"/>
                  </a:lnTo>
                  <a:lnTo>
                    <a:pt x="64" y="95"/>
                  </a:lnTo>
                  <a:cubicBezTo>
                    <a:pt x="80" y="79"/>
                    <a:pt x="80" y="79"/>
                    <a:pt x="96" y="79"/>
                  </a:cubicBezTo>
                  <a:lnTo>
                    <a:pt x="96" y="79"/>
                  </a:lnTo>
                  <a:cubicBezTo>
                    <a:pt x="112" y="79"/>
                    <a:pt x="127" y="95"/>
                    <a:pt x="127" y="111"/>
                  </a:cubicBezTo>
                  <a:lnTo>
                    <a:pt x="127" y="111"/>
                  </a:lnTo>
                  <a:cubicBezTo>
                    <a:pt x="143" y="111"/>
                    <a:pt x="143" y="111"/>
                    <a:pt x="159" y="95"/>
                  </a:cubicBezTo>
                  <a:cubicBezTo>
                    <a:pt x="159" y="79"/>
                    <a:pt x="159" y="64"/>
                    <a:pt x="143" y="48"/>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98" name="Google Shape;4398;p46"/>
            <p:cNvSpPr/>
            <p:nvPr/>
          </p:nvSpPr>
          <p:spPr>
            <a:xfrm>
              <a:off x="3176004" y="1789749"/>
              <a:ext cx="4039" cy="4548"/>
            </a:xfrm>
            <a:custGeom>
              <a:avLst/>
              <a:gdLst/>
              <a:ahLst/>
              <a:cxnLst/>
              <a:rect l="l" t="t" r="r" b="b"/>
              <a:pathLst>
                <a:path w="127" h="143" extrusionOk="0">
                  <a:moveTo>
                    <a:pt x="16" y="80"/>
                  </a:moveTo>
                  <a:lnTo>
                    <a:pt x="16" y="80"/>
                  </a:lnTo>
                  <a:lnTo>
                    <a:pt x="16" y="80"/>
                  </a:lnTo>
                  <a:close/>
                  <a:moveTo>
                    <a:pt x="79" y="0"/>
                  </a:moveTo>
                  <a:lnTo>
                    <a:pt x="64" y="0"/>
                  </a:lnTo>
                  <a:cubicBezTo>
                    <a:pt x="64" y="0"/>
                    <a:pt x="47" y="0"/>
                    <a:pt x="32" y="17"/>
                  </a:cubicBezTo>
                  <a:cubicBezTo>
                    <a:pt x="16" y="32"/>
                    <a:pt x="16" y="48"/>
                    <a:pt x="16" y="63"/>
                  </a:cubicBezTo>
                  <a:lnTo>
                    <a:pt x="16" y="80"/>
                  </a:lnTo>
                  <a:lnTo>
                    <a:pt x="16" y="80"/>
                  </a:lnTo>
                  <a:cubicBezTo>
                    <a:pt x="1" y="95"/>
                    <a:pt x="16" y="111"/>
                    <a:pt x="16" y="126"/>
                  </a:cubicBezTo>
                  <a:cubicBezTo>
                    <a:pt x="32" y="126"/>
                    <a:pt x="32" y="143"/>
                    <a:pt x="47" y="143"/>
                  </a:cubicBezTo>
                  <a:cubicBezTo>
                    <a:pt x="47" y="143"/>
                    <a:pt x="64" y="126"/>
                    <a:pt x="79" y="126"/>
                  </a:cubicBezTo>
                  <a:lnTo>
                    <a:pt x="79" y="80"/>
                  </a:lnTo>
                  <a:lnTo>
                    <a:pt x="79" y="80"/>
                  </a:lnTo>
                  <a:lnTo>
                    <a:pt x="79" y="63"/>
                  </a:lnTo>
                  <a:lnTo>
                    <a:pt x="95" y="63"/>
                  </a:lnTo>
                  <a:lnTo>
                    <a:pt x="95" y="63"/>
                  </a:lnTo>
                  <a:cubicBezTo>
                    <a:pt x="110" y="63"/>
                    <a:pt x="127" y="63"/>
                    <a:pt x="127" y="48"/>
                  </a:cubicBezTo>
                  <a:cubicBezTo>
                    <a:pt x="127" y="17"/>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399" name="Google Shape;4399;p46"/>
            <p:cNvSpPr/>
            <p:nvPr/>
          </p:nvSpPr>
          <p:spPr>
            <a:xfrm>
              <a:off x="3176481" y="179226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00" name="Google Shape;4400;p46"/>
            <p:cNvSpPr/>
            <p:nvPr/>
          </p:nvSpPr>
          <p:spPr>
            <a:xfrm>
              <a:off x="3314795" y="1814810"/>
              <a:ext cx="3562" cy="6551"/>
            </a:xfrm>
            <a:custGeom>
              <a:avLst/>
              <a:gdLst/>
              <a:ahLst/>
              <a:cxnLst/>
              <a:rect l="l" t="t" r="r" b="b"/>
              <a:pathLst>
                <a:path w="112" h="206" extrusionOk="0">
                  <a:moveTo>
                    <a:pt x="63" y="0"/>
                  </a:moveTo>
                  <a:lnTo>
                    <a:pt x="63" y="0"/>
                  </a:lnTo>
                  <a:cubicBezTo>
                    <a:pt x="63" y="0"/>
                    <a:pt x="63" y="17"/>
                    <a:pt x="48" y="17"/>
                  </a:cubicBezTo>
                  <a:lnTo>
                    <a:pt x="48" y="17"/>
                  </a:lnTo>
                  <a:lnTo>
                    <a:pt x="48" y="17"/>
                  </a:lnTo>
                  <a:cubicBezTo>
                    <a:pt x="32" y="17"/>
                    <a:pt x="17" y="32"/>
                    <a:pt x="17" y="48"/>
                  </a:cubicBezTo>
                  <a:lnTo>
                    <a:pt x="17" y="80"/>
                  </a:lnTo>
                  <a:cubicBezTo>
                    <a:pt x="0" y="95"/>
                    <a:pt x="17" y="126"/>
                    <a:pt x="17" y="143"/>
                  </a:cubicBezTo>
                  <a:cubicBezTo>
                    <a:pt x="32" y="158"/>
                    <a:pt x="32" y="158"/>
                    <a:pt x="32" y="174"/>
                  </a:cubicBezTo>
                  <a:lnTo>
                    <a:pt x="48" y="189"/>
                  </a:lnTo>
                  <a:cubicBezTo>
                    <a:pt x="48" y="206"/>
                    <a:pt x="63" y="206"/>
                    <a:pt x="80" y="206"/>
                  </a:cubicBezTo>
                  <a:lnTo>
                    <a:pt x="95" y="206"/>
                  </a:lnTo>
                  <a:cubicBezTo>
                    <a:pt x="111" y="206"/>
                    <a:pt x="111" y="189"/>
                    <a:pt x="111" y="174"/>
                  </a:cubicBezTo>
                  <a:lnTo>
                    <a:pt x="111" y="158"/>
                  </a:lnTo>
                  <a:lnTo>
                    <a:pt x="95" y="158"/>
                  </a:lnTo>
                  <a:lnTo>
                    <a:pt x="95" y="158"/>
                  </a:lnTo>
                  <a:cubicBezTo>
                    <a:pt x="80" y="143"/>
                    <a:pt x="63" y="126"/>
                    <a:pt x="80" y="111"/>
                  </a:cubicBezTo>
                  <a:lnTo>
                    <a:pt x="80" y="95"/>
                  </a:lnTo>
                  <a:lnTo>
                    <a:pt x="80" y="95"/>
                  </a:lnTo>
                  <a:lnTo>
                    <a:pt x="80" y="95"/>
                  </a:lnTo>
                  <a:lnTo>
                    <a:pt x="63" y="80"/>
                  </a:lnTo>
                  <a:lnTo>
                    <a:pt x="63" y="32"/>
                  </a:lnTo>
                  <a:lnTo>
                    <a:pt x="95" y="32"/>
                  </a:lnTo>
                  <a:lnTo>
                    <a:pt x="95" y="17"/>
                  </a:lnTo>
                  <a:lnTo>
                    <a:pt x="95" y="32"/>
                  </a:lnTo>
                  <a:lnTo>
                    <a:pt x="95" y="17"/>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01" name="Google Shape;4401;p46"/>
            <p:cNvSpPr/>
            <p:nvPr/>
          </p:nvSpPr>
          <p:spPr>
            <a:xfrm>
              <a:off x="3392492" y="1805301"/>
              <a:ext cx="7028" cy="5534"/>
            </a:xfrm>
            <a:custGeom>
              <a:avLst/>
              <a:gdLst/>
              <a:ahLst/>
              <a:cxnLst/>
              <a:rect l="l" t="t" r="r" b="b"/>
              <a:pathLst>
                <a:path w="221" h="174" extrusionOk="0">
                  <a:moveTo>
                    <a:pt x="126" y="0"/>
                  </a:moveTo>
                  <a:lnTo>
                    <a:pt x="126" y="0"/>
                  </a:lnTo>
                  <a:lnTo>
                    <a:pt x="110" y="0"/>
                  </a:lnTo>
                  <a:cubicBezTo>
                    <a:pt x="110" y="16"/>
                    <a:pt x="95" y="32"/>
                    <a:pt x="78" y="32"/>
                  </a:cubicBezTo>
                  <a:lnTo>
                    <a:pt x="63" y="32"/>
                  </a:lnTo>
                  <a:lnTo>
                    <a:pt x="63" y="47"/>
                  </a:lnTo>
                  <a:lnTo>
                    <a:pt x="15" y="95"/>
                  </a:lnTo>
                  <a:lnTo>
                    <a:pt x="15" y="95"/>
                  </a:lnTo>
                  <a:cubicBezTo>
                    <a:pt x="0" y="110"/>
                    <a:pt x="0" y="126"/>
                    <a:pt x="15" y="142"/>
                  </a:cubicBezTo>
                  <a:lnTo>
                    <a:pt x="15" y="142"/>
                  </a:lnTo>
                  <a:lnTo>
                    <a:pt x="15" y="142"/>
                  </a:lnTo>
                  <a:lnTo>
                    <a:pt x="32" y="173"/>
                  </a:lnTo>
                  <a:lnTo>
                    <a:pt x="63" y="173"/>
                  </a:lnTo>
                  <a:cubicBezTo>
                    <a:pt x="63" y="173"/>
                    <a:pt x="78" y="173"/>
                    <a:pt x="78" y="158"/>
                  </a:cubicBezTo>
                  <a:cubicBezTo>
                    <a:pt x="95" y="158"/>
                    <a:pt x="95" y="126"/>
                    <a:pt x="78" y="126"/>
                  </a:cubicBezTo>
                  <a:lnTo>
                    <a:pt x="110" y="79"/>
                  </a:lnTo>
                  <a:lnTo>
                    <a:pt x="158" y="158"/>
                  </a:lnTo>
                  <a:cubicBezTo>
                    <a:pt x="173" y="158"/>
                    <a:pt x="173" y="173"/>
                    <a:pt x="189" y="173"/>
                  </a:cubicBezTo>
                  <a:lnTo>
                    <a:pt x="189" y="173"/>
                  </a:lnTo>
                  <a:cubicBezTo>
                    <a:pt x="204" y="158"/>
                    <a:pt x="204" y="142"/>
                    <a:pt x="221" y="142"/>
                  </a:cubicBezTo>
                  <a:lnTo>
                    <a:pt x="221" y="142"/>
                  </a:lnTo>
                  <a:lnTo>
                    <a:pt x="221" y="110"/>
                  </a:lnTo>
                  <a:lnTo>
                    <a:pt x="189" y="47"/>
                  </a:lnTo>
                  <a:lnTo>
                    <a:pt x="158" y="32"/>
                  </a:lnTo>
                  <a:lnTo>
                    <a:pt x="158" y="32"/>
                  </a:lnTo>
                  <a:lnTo>
                    <a:pt x="158" y="32"/>
                  </a:lnTo>
                  <a:cubicBezTo>
                    <a:pt x="141" y="32"/>
                    <a:pt x="126" y="16"/>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02" name="Google Shape;4402;p46"/>
            <p:cNvSpPr/>
            <p:nvPr/>
          </p:nvSpPr>
          <p:spPr>
            <a:xfrm>
              <a:off x="3319311" y="1820821"/>
              <a:ext cx="5534" cy="3021"/>
            </a:xfrm>
            <a:custGeom>
              <a:avLst/>
              <a:gdLst/>
              <a:ahLst/>
              <a:cxnLst/>
              <a:rect l="l" t="t" r="r" b="b"/>
              <a:pathLst>
                <a:path w="174" h="95" extrusionOk="0">
                  <a:moveTo>
                    <a:pt x="32" y="0"/>
                  </a:moveTo>
                  <a:lnTo>
                    <a:pt x="32" y="0"/>
                  </a:lnTo>
                  <a:cubicBezTo>
                    <a:pt x="16" y="0"/>
                    <a:pt x="16" y="17"/>
                    <a:pt x="1" y="17"/>
                  </a:cubicBezTo>
                  <a:cubicBezTo>
                    <a:pt x="1" y="32"/>
                    <a:pt x="1" y="63"/>
                    <a:pt x="16" y="63"/>
                  </a:cubicBezTo>
                  <a:lnTo>
                    <a:pt x="48" y="95"/>
                  </a:lnTo>
                  <a:lnTo>
                    <a:pt x="79" y="95"/>
                  </a:lnTo>
                  <a:lnTo>
                    <a:pt x="79" y="95"/>
                  </a:lnTo>
                  <a:lnTo>
                    <a:pt x="142" y="95"/>
                  </a:lnTo>
                  <a:cubicBezTo>
                    <a:pt x="158" y="95"/>
                    <a:pt x="174" y="80"/>
                    <a:pt x="174" y="48"/>
                  </a:cubicBezTo>
                  <a:cubicBezTo>
                    <a:pt x="174" y="32"/>
                    <a:pt x="158" y="32"/>
                    <a:pt x="142" y="32"/>
                  </a:cubicBezTo>
                  <a:lnTo>
                    <a:pt x="127" y="32"/>
                  </a:lnTo>
                  <a:lnTo>
                    <a:pt x="79" y="32"/>
                  </a:lnTo>
                  <a:lnTo>
                    <a:pt x="48" y="17"/>
                  </a:lnTo>
                  <a:cubicBezTo>
                    <a:pt x="48"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03" name="Google Shape;4403;p46"/>
            <p:cNvSpPr/>
            <p:nvPr/>
          </p:nvSpPr>
          <p:spPr>
            <a:xfrm>
              <a:off x="3175495" y="1810803"/>
              <a:ext cx="3021" cy="3021"/>
            </a:xfrm>
            <a:custGeom>
              <a:avLst/>
              <a:gdLst/>
              <a:ahLst/>
              <a:cxnLst/>
              <a:rect l="l" t="t" r="r" b="b"/>
              <a:pathLst>
                <a:path w="95" h="95" extrusionOk="0">
                  <a:moveTo>
                    <a:pt x="63" y="0"/>
                  </a:moveTo>
                  <a:lnTo>
                    <a:pt x="63" y="0"/>
                  </a:lnTo>
                  <a:lnTo>
                    <a:pt x="32" y="0"/>
                  </a:lnTo>
                  <a:cubicBezTo>
                    <a:pt x="17" y="0"/>
                    <a:pt x="17" y="17"/>
                    <a:pt x="0" y="17"/>
                  </a:cubicBezTo>
                  <a:lnTo>
                    <a:pt x="0" y="48"/>
                  </a:lnTo>
                  <a:lnTo>
                    <a:pt x="17" y="80"/>
                  </a:lnTo>
                  <a:cubicBezTo>
                    <a:pt x="17" y="80"/>
                    <a:pt x="17" y="95"/>
                    <a:pt x="32" y="95"/>
                  </a:cubicBezTo>
                  <a:lnTo>
                    <a:pt x="48" y="95"/>
                  </a:lnTo>
                  <a:lnTo>
                    <a:pt x="63" y="95"/>
                  </a:lnTo>
                  <a:cubicBezTo>
                    <a:pt x="80" y="95"/>
                    <a:pt x="80" y="80"/>
                    <a:pt x="80" y="63"/>
                  </a:cubicBezTo>
                  <a:cubicBezTo>
                    <a:pt x="95" y="48"/>
                    <a:pt x="95" y="48"/>
                    <a:pt x="95" y="32"/>
                  </a:cubicBez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04" name="Google Shape;4404;p46"/>
            <p:cNvSpPr/>
            <p:nvPr/>
          </p:nvSpPr>
          <p:spPr>
            <a:xfrm>
              <a:off x="3397485" y="1814810"/>
              <a:ext cx="5534" cy="2544"/>
            </a:xfrm>
            <a:custGeom>
              <a:avLst/>
              <a:gdLst/>
              <a:ahLst/>
              <a:cxnLst/>
              <a:rect l="l" t="t" r="r" b="b"/>
              <a:pathLst>
                <a:path w="174" h="80" extrusionOk="0">
                  <a:moveTo>
                    <a:pt x="127" y="0"/>
                  </a:moveTo>
                  <a:lnTo>
                    <a:pt x="127" y="0"/>
                  </a:lnTo>
                  <a:lnTo>
                    <a:pt x="110" y="0"/>
                  </a:lnTo>
                  <a:lnTo>
                    <a:pt x="32" y="17"/>
                  </a:lnTo>
                  <a:lnTo>
                    <a:pt x="32" y="17"/>
                  </a:lnTo>
                  <a:cubicBezTo>
                    <a:pt x="16" y="17"/>
                    <a:pt x="1" y="32"/>
                    <a:pt x="1" y="48"/>
                  </a:cubicBezTo>
                  <a:cubicBezTo>
                    <a:pt x="1" y="63"/>
                    <a:pt x="16" y="80"/>
                    <a:pt x="47" y="80"/>
                  </a:cubicBezTo>
                  <a:lnTo>
                    <a:pt x="47" y="80"/>
                  </a:lnTo>
                  <a:lnTo>
                    <a:pt x="95" y="80"/>
                  </a:lnTo>
                  <a:lnTo>
                    <a:pt x="142" y="80"/>
                  </a:lnTo>
                  <a:cubicBezTo>
                    <a:pt x="158" y="80"/>
                    <a:pt x="173" y="63"/>
                    <a:pt x="173" y="48"/>
                  </a:cubicBezTo>
                  <a:cubicBezTo>
                    <a:pt x="173" y="17"/>
                    <a:pt x="158"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05" name="Google Shape;4405;p46"/>
            <p:cNvSpPr/>
            <p:nvPr/>
          </p:nvSpPr>
          <p:spPr>
            <a:xfrm>
              <a:off x="3037181" y="1819803"/>
              <a:ext cx="3053" cy="4039"/>
            </a:xfrm>
            <a:custGeom>
              <a:avLst/>
              <a:gdLst/>
              <a:ahLst/>
              <a:cxnLst/>
              <a:rect l="l" t="t" r="r" b="b"/>
              <a:pathLst>
                <a:path w="96" h="127" extrusionOk="0">
                  <a:moveTo>
                    <a:pt x="17" y="1"/>
                  </a:moveTo>
                  <a:lnTo>
                    <a:pt x="17" y="1"/>
                  </a:lnTo>
                  <a:lnTo>
                    <a:pt x="17" y="1"/>
                  </a:lnTo>
                  <a:cubicBezTo>
                    <a:pt x="17" y="17"/>
                    <a:pt x="17" y="17"/>
                    <a:pt x="1" y="17"/>
                  </a:cubicBezTo>
                  <a:lnTo>
                    <a:pt x="17" y="17"/>
                  </a:lnTo>
                  <a:cubicBezTo>
                    <a:pt x="17" y="32"/>
                    <a:pt x="17" y="49"/>
                    <a:pt x="1" y="64"/>
                  </a:cubicBezTo>
                  <a:lnTo>
                    <a:pt x="1" y="64"/>
                  </a:lnTo>
                  <a:lnTo>
                    <a:pt x="32" y="112"/>
                  </a:lnTo>
                  <a:cubicBezTo>
                    <a:pt x="32" y="127"/>
                    <a:pt x="49" y="127"/>
                    <a:pt x="64" y="127"/>
                  </a:cubicBezTo>
                  <a:lnTo>
                    <a:pt x="64" y="127"/>
                  </a:lnTo>
                  <a:lnTo>
                    <a:pt x="95" y="95"/>
                  </a:lnTo>
                  <a:lnTo>
                    <a:pt x="95" y="80"/>
                  </a:lnTo>
                  <a:lnTo>
                    <a:pt x="80" y="64"/>
                  </a:lnTo>
                  <a:lnTo>
                    <a:pt x="49" y="17"/>
                  </a:lnTo>
                  <a:cubicBezTo>
                    <a:pt x="49" y="17"/>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06" name="Google Shape;4406;p46"/>
            <p:cNvSpPr/>
            <p:nvPr/>
          </p:nvSpPr>
          <p:spPr>
            <a:xfrm>
              <a:off x="3327835" y="1776232"/>
              <a:ext cx="4039" cy="3053"/>
            </a:xfrm>
            <a:custGeom>
              <a:avLst/>
              <a:gdLst/>
              <a:ahLst/>
              <a:cxnLst/>
              <a:rect l="l" t="t" r="r" b="b"/>
              <a:pathLst>
                <a:path w="127" h="96" extrusionOk="0">
                  <a:moveTo>
                    <a:pt x="48" y="1"/>
                  </a:moveTo>
                  <a:lnTo>
                    <a:pt x="32" y="1"/>
                  </a:lnTo>
                  <a:lnTo>
                    <a:pt x="16" y="16"/>
                  </a:lnTo>
                  <a:cubicBezTo>
                    <a:pt x="0" y="32"/>
                    <a:pt x="0" y="47"/>
                    <a:pt x="16" y="47"/>
                  </a:cubicBezTo>
                  <a:cubicBezTo>
                    <a:pt x="16" y="64"/>
                    <a:pt x="16" y="64"/>
                    <a:pt x="32" y="64"/>
                  </a:cubicBezTo>
                  <a:lnTo>
                    <a:pt x="32" y="79"/>
                  </a:lnTo>
                  <a:lnTo>
                    <a:pt x="80" y="95"/>
                  </a:lnTo>
                  <a:lnTo>
                    <a:pt x="80" y="95"/>
                  </a:lnTo>
                  <a:lnTo>
                    <a:pt x="95" y="95"/>
                  </a:lnTo>
                  <a:cubicBezTo>
                    <a:pt x="80" y="95"/>
                    <a:pt x="80" y="79"/>
                    <a:pt x="80" y="79"/>
                  </a:cubicBezTo>
                  <a:cubicBezTo>
                    <a:pt x="80" y="64"/>
                    <a:pt x="95" y="47"/>
                    <a:pt x="111" y="47"/>
                  </a:cubicBezTo>
                  <a:lnTo>
                    <a:pt x="111" y="47"/>
                  </a:lnTo>
                  <a:lnTo>
                    <a:pt x="126" y="47"/>
                  </a:lnTo>
                  <a:lnTo>
                    <a:pt x="126" y="47"/>
                  </a:lnTo>
                  <a:lnTo>
                    <a:pt x="111" y="32"/>
                  </a:lnTo>
                  <a:lnTo>
                    <a:pt x="111" y="32"/>
                  </a:lnTo>
                  <a:lnTo>
                    <a:pt x="95" y="32"/>
                  </a:lnTo>
                  <a:lnTo>
                    <a:pt x="63"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07" name="Google Shape;4407;p46"/>
            <p:cNvSpPr/>
            <p:nvPr/>
          </p:nvSpPr>
          <p:spPr>
            <a:xfrm>
              <a:off x="3318803" y="1772225"/>
              <a:ext cx="3562" cy="4039"/>
            </a:xfrm>
            <a:custGeom>
              <a:avLst/>
              <a:gdLst/>
              <a:ahLst/>
              <a:cxnLst/>
              <a:rect l="l" t="t" r="r" b="b"/>
              <a:pathLst>
                <a:path w="112" h="127" extrusionOk="0">
                  <a:moveTo>
                    <a:pt x="32" y="1"/>
                  </a:moveTo>
                  <a:lnTo>
                    <a:pt x="32" y="1"/>
                  </a:lnTo>
                  <a:cubicBezTo>
                    <a:pt x="17" y="1"/>
                    <a:pt x="1" y="16"/>
                    <a:pt x="1" y="32"/>
                  </a:cubicBezTo>
                  <a:lnTo>
                    <a:pt x="1" y="47"/>
                  </a:lnTo>
                  <a:lnTo>
                    <a:pt x="1" y="95"/>
                  </a:lnTo>
                  <a:cubicBezTo>
                    <a:pt x="1" y="95"/>
                    <a:pt x="1" y="110"/>
                    <a:pt x="17" y="110"/>
                  </a:cubicBezTo>
                  <a:lnTo>
                    <a:pt x="17" y="127"/>
                  </a:lnTo>
                  <a:lnTo>
                    <a:pt x="32" y="127"/>
                  </a:lnTo>
                  <a:lnTo>
                    <a:pt x="32" y="127"/>
                  </a:lnTo>
                  <a:lnTo>
                    <a:pt x="32" y="127"/>
                  </a:lnTo>
                  <a:lnTo>
                    <a:pt x="64" y="127"/>
                  </a:lnTo>
                  <a:cubicBezTo>
                    <a:pt x="64" y="110"/>
                    <a:pt x="64" y="110"/>
                    <a:pt x="80" y="110"/>
                  </a:cubicBezTo>
                  <a:cubicBezTo>
                    <a:pt x="95" y="110"/>
                    <a:pt x="95" y="95"/>
                    <a:pt x="111" y="64"/>
                  </a:cubicBezTo>
                  <a:lnTo>
                    <a:pt x="111" y="47"/>
                  </a:lnTo>
                  <a:lnTo>
                    <a:pt x="80" y="16"/>
                  </a:lnTo>
                  <a:lnTo>
                    <a:pt x="80" y="16"/>
                  </a:lnTo>
                  <a:lnTo>
                    <a:pt x="64" y="16"/>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08" name="Google Shape;4408;p46"/>
            <p:cNvSpPr/>
            <p:nvPr/>
          </p:nvSpPr>
          <p:spPr>
            <a:xfrm>
              <a:off x="3443600" y="1796746"/>
              <a:ext cx="4039" cy="3053"/>
            </a:xfrm>
            <a:custGeom>
              <a:avLst/>
              <a:gdLst/>
              <a:ahLst/>
              <a:cxnLst/>
              <a:rect l="l" t="t" r="r" b="b"/>
              <a:pathLst>
                <a:path w="127" h="96" extrusionOk="0">
                  <a:moveTo>
                    <a:pt x="63" y="1"/>
                  </a:moveTo>
                  <a:lnTo>
                    <a:pt x="47" y="1"/>
                  </a:lnTo>
                  <a:lnTo>
                    <a:pt x="32" y="1"/>
                  </a:lnTo>
                  <a:lnTo>
                    <a:pt x="15" y="17"/>
                  </a:lnTo>
                  <a:cubicBezTo>
                    <a:pt x="0" y="32"/>
                    <a:pt x="0" y="49"/>
                    <a:pt x="0" y="64"/>
                  </a:cubicBezTo>
                  <a:cubicBezTo>
                    <a:pt x="0" y="64"/>
                    <a:pt x="15" y="64"/>
                    <a:pt x="15" y="80"/>
                  </a:cubicBezTo>
                  <a:lnTo>
                    <a:pt x="15" y="80"/>
                  </a:lnTo>
                  <a:lnTo>
                    <a:pt x="15" y="80"/>
                  </a:lnTo>
                  <a:cubicBezTo>
                    <a:pt x="32" y="96"/>
                    <a:pt x="32" y="96"/>
                    <a:pt x="47" y="96"/>
                  </a:cubicBezTo>
                  <a:lnTo>
                    <a:pt x="47" y="96"/>
                  </a:lnTo>
                  <a:cubicBezTo>
                    <a:pt x="47" y="96"/>
                    <a:pt x="63" y="96"/>
                    <a:pt x="63" y="80"/>
                  </a:cubicBezTo>
                  <a:cubicBezTo>
                    <a:pt x="63" y="80"/>
                    <a:pt x="78" y="80"/>
                    <a:pt x="78" y="64"/>
                  </a:cubicBezTo>
                  <a:lnTo>
                    <a:pt x="78" y="80"/>
                  </a:lnTo>
                  <a:lnTo>
                    <a:pt x="78" y="80"/>
                  </a:lnTo>
                  <a:lnTo>
                    <a:pt x="78" y="80"/>
                  </a:lnTo>
                  <a:cubicBezTo>
                    <a:pt x="95" y="80"/>
                    <a:pt x="110" y="64"/>
                    <a:pt x="126" y="49"/>
                  </a:cubicBezTo>
                  <a:cubicBezTo>
                    <a:pt x="126" y="49"/>
                    <a:pt x="126" y="32"/>
                    <a:pt x="110" y="32"/>
                  </a:cubicBezTo>
                  <a:cubicBezTo>
                    <a:pt x="110" y="17"/>
                    <a:pt x="110" y="17"/>
                    <a:pt x="95" y="1"/>
                  </a:cubicBezTo>
                  <a:lnTo>
                    <a:pt x="95"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09" name="Google Shape;4409;p46"/>
            <p:cNvSpPr/>
            <p:nvPr/>
          </p:nvSpPr>
          <p:spPr>
            <a:xfrm>
              <a:off x="3334355" y="1803774"/>
              <a:ext cx="3530" cy="3562"/>
            </a:xfrm>
            <a:custGeom>
              <a:avLst/>
              <a:gdLst/>
              <a:ahLst/>
              <a:cxnLst/>
              <a:rect l="l" t="t" r="r" b="b"/>
              <a:pathLst>
                <a:path w="111" h="112" extrusionOk="0">
                  <a:moveTo>
                    <a:pt x="79" y="1"/>
                  </a:moveTo>
                  <a:lnTo>
                    <a:pt x="64" y="32"/>
                  </a:lnTo>
                  <a:lnTo>
                    <a:pt x="47" y="32"/>
                  </a:lnTo>
                  <a:lnTo>
                    <a:pt x="32" y="32"/>
                  </a:lnTo>
                  <a:cubicBezTo>
                    <a:pt x="16" y="32"/>
                    <a:pt x="16" y="32"/>
                    <a:pt x="1" y="48"/>
                  </a:cubicBezTo>
                  <a:cubicBezTo>
                    <a:pt x="1" y="64"/>
                    <a:pt x="16" y="80"/>
                    <a:pt x="32" y="95"/>
                  </a:cubicBezTo>
                  <a:lnTo>
                    <a:pt x="64" y="111"/>
                  </a:lnTo>
                  <a:lnTo>
                    <a:pt x="64" y="111"/>
                  </a:lnTo>
                  <a:cubicBezTo>
                    <a:pt x="79" y="111"/>
                    <a:pt x="95" y="95"/>
                    <a:pt x="95" y="95"/>
                  </a:cubicBezTo>
                  <a:lnTo>
                    <a:pt x="110" y="80"/>
                  </a:lnTo>
                  <a:lnTo>
                    <a:pt x="95" y="80"/>
                  </a:lnTo>
                  <a:cubicBezTo>
                    <a:pt x="79" y="80"/>
                    <a:pt x="64" y="64"/>
                    <a:pt x="64" y="32"/>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10" name="Google Shape;4410;p46"/>
            <p:cNvSpPr/>
            <p:nvPr/>
          </p:nvSpPr>
          <p:spPr>
            <a:xfrm>
              <a:off x="3205073" y="1785741"/>
              <a:ext cx="4039" cy="3021"/>
            </a:xfrm>
            <a:custGeom>
              <a:avLst/>
              <a:gdLst/>
              <a:ahLst/>
              <a:cxnLst/>
              <a:rect l="l" t="t" r="r" b="b"/>
              <a:pathLst>
                <a:path w="127" h="95" extrusionOk="0">
                  <a:moveTo>
                    <a:pt x="47" y="0"/>
                  </a:moveTo>
                  <a:lnTo>
                    <a:pt x="32" y="0"/>
                  </a:lnTo>
                  <a:cubicBezTo>
                    <a:pt x="32" y="17"/>
                    <a:pt x="16" y="17"/>
                    <a:pt x="16" y="17"/>
                  </a:cubicBezTo>
                  <a:cubicBezTo>
                    <a:pt x="1" y="32"/>
                    <a:pt x="1" y="63"/>
                    <a:pt x="16" y="63"/>
                  </a:cubicBezTo>
                  <a:lnTo>
                    <a:pt x="47" y="95"/>
                  </a:lnTo>
                  <a:lnTo>
                    <a:pt x="64" y="95"/>
                  </a:lnTo>
                  <a:cubicBezTo>
                    <a:pt x="64" y="80"/>
                    <a:pt x="79" y="80"/>
                    <a:pt x="79" y="80"/>
                  </a:cubicBezTo>
                  <a:lnTo>
                    <a:pt x="95" y="80"/>
                  </a:lnTo>
                  <a:lnTo>
                    <a:pt x="95" y="80"/>
                  </a:lnTo>
                  <a:cubicBezTo>
                    <a:pt x="110" y="80"/>
                    <a:pt x="110" y="80"/>
                    <a:pt x="110" y="95"/>
                  </a:cubicBezTo>
                  <a:cubicBezTo>
                    <a:pt x="127" y="80"/>
                    <a:pt x="110" y="63"/>
                    <a:pt x="110" y="48"/>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11" name="Google Shape;4411;p46"/>
            <p:cNvSpPr/>
            <p:nvPr/>
          </p:nvSpPr>
          <p:spPr>
            <a:xfrm>
              <a:off x="3408521" y="1763193"/>
              <a:ext cx="3021" cy="5534"/>
            </a:xfrm>
            <a:custGeom>
              <a:avLst/>
              <a:gdLst/>
              <a:ahLst/>
              <a:cxnLst/>
              <a:rect l="l" t="t" r="r" b="b"/>
              <a:pathLst>
                <a:path w="95" h="174" extrusionOk="0">
                  <a:moveTo>
                    <a:pt x="63" y="1"/>
                  </a:moveTo>
                  <a:lnTo>
                    <a:pt x="47" y="1"/>
                  </a:lnTo>
                  <a:cubicBezTo>
                    <a:pt x="32" y="1"/>
                    <a:pt x="16" y="16"/>
                    <a:pt x="16" y="32"/>
                  </a:cubicBezTo>
                  <a:lnTo>
                    <a:pt x="32" y="64"/>
                  </a:lnTo>
                  <a:lnTo>
                    <a:pt x="32" y="96"/>
                  </a:lnTo>
                  <a:cubicBezTo>
                    <a:pt x="16" y="96"/>
                    <a:pt x="16" y="96"/>
                    <a:pt x="16" y="111"/>
                  </a:cubicBezTo>
                  <a:cubicBezTo>
                    <a:pt x="0" y="127"/>
                    <a:pt x="0" y="142"/>
                    <a:pt x="16" y="159"/>
                  </a:cubicBezTo>
                  <a:cubicBezTo>
                    <a:pt x="16" y="159"/>
                    <a:pt x="32" y="174"/>
                    <a:pt x="47" y="174"/>
                  </a:cubicBezTo>
                  <a:lnTo>
                    <a:pt x="63" y="174"/>
                  </a:lnTo>
                  <a:lnTo>
                    <a:pt x="79" y="174"/>
                  </a:lnTo>
                  <a:cubicBezTo>
                    <a:pt x="95" y="159"/>
                    <a:pt x="95" y="159"/>
                    <a:pt x="95" y="142"/>
                  </a:cubicBezTo>
                  <a:lnTo>
                    <a:pt x="95" y="111"/>
                  </a:lnTo>
                  <a:lnTo>
                    <a:pt x="95" y="64"/>
                  </a:lnTo>
                  <a:lnTo>
                    <a:pt x="95" y="48"/>
                  </a:lnTo>
                  <a:lnTo>
                    <a:pt x="95" y="32"/>
                  </a:lnTo>
                  <a:cubicBezTo>
                    <a:pt x="95" y="16"/>
                    <a:pt x="79"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12" name="Google Shape;4412;p46"/>
            <p:cNvSpPr/>
            <p:nvPr/>
          </p:nvSpPr>
          <p:spPr>
            <a:xfrm>
              <a:off x="3188026" y="1788731"/>
              <a:ext cx="2544" cy="2035"/>
            </a:xfrm>
            <a:custGeom>
              <a:avLst/>
              <a:gdLst/>
              <a:ahLst/>
              <a:cxnLst/>
              <a:rect l="l" t="t" r="r" b="b"/>
              <a:pathLst>
                <a:path w="80" h="64" extrusionOk="0">
                  <a:moveTo>
                    <a:pt x="79" y="1"/>
                  </a:moveTo>
                  <a:lnTo>
                    <a:pt x="32" y="1"/>
                  </a:lnTo>
                  <a:cubicBezTo>
                    <a:pt x="16" y="1"/>
                    <a:pt x="1" y="17"/>
                    <a:pt x="1" y="32"/>
                  </a:cubicBezTo>
                  <a:cubicBezTo>
                    <a:pt x="1" y="49"/>
                    <a:pt x="16" y="64"/>
                    <a:pt x="32" y="64"/>
                  </a:cubicBezTo>
                  <a:lnTo>
                    <a:pt x="48" y="64"/>
                  </a:lnTo>
                  <a:lnTo>
                    <a:pt x="48" y="64"/>
                  </a:lnTo>
                  <a:lnTo>
                    <a:pt x="64" y="64"/>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13" name="Google Shape;4413;p46"/>
            <p:cNvSpPr/>
            <p:nvPr/>
          </p:nvSpPr>
          <p:spPr>
            <a:xfrm>
              <a:off x="3112365" y="1795283"/>
              <a:ext cx="2544" cy="4039"/>
            </a:xfrm>
            <a:custGeom>
              <a:avLst/>
              <a:gdLst/>
              <a:ahLst/>
              <a:cxnLst/>
              <a:rect l="l" t="t" r="r" b="b"/>
              <a:pathLst>
                <a:path w="80" h="127" extrusionOk="0">
                  <a:moveTo>
                    <a:pt x="48" y="0"/>
                  </a:moveTo>
                  <a:lnTo>
                    <a:pt x="48" y="0"/>
                  </a:lnTo>
                  <a:lnTo>
                    <a:pt x="48" y="0"/>
                  </a:lnTo>
                  <a:cubicBezTo>
                    <a:pt x="32" y="0"/>
                    <a:pt x="17" y="15"/>
                    <a:pt x="17" y="32"/>
                  </a:cubicBezTo>
                  <a:lnTo>
                    <a:pt x="17" y="47"/>
                  </a:lnTo>
                  <a:lnTo>
                    <a:pt x="0" y="78"/>
                  </a:lnTo>
                  <a:lnTo>
                    <a:pt x="0" y="78"/>
                  </a:lnTo>
                  <a:lnTo>
                    <a:pt x="0" y="78"/>
                  </a:lnTo>
                  <a:cubicBezTo>
                    <a:pt x="0" y="110"/>
                    <a:pt x="17" y="126"/>
                    <a:pt x="32" y="126"/>
                  </a:cubicBezTo>
                  <a:lnTo>
                    <a:pt x="32" y="126"/>
                  </a:lnTo>
                  <a:cubicBezTo>
                    <a:pt x="48" y="126"/>
                    <a:pt x="63" y="110"/>
                    <a:pt x="80" y="95"/>
                  </a:cubicBezTo>
                  <a:lnTo>
                    <a:pt x="80" y="32"/>
                  </a:lnTo>
                  <a:cubicBezTo>
                    <a:pt x="80" y="15"/>
                    <a:pt x="80"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14" name="Google Shape;4414;p46"/>
            <p:cNvSpPr/>
            <p:nvPr/>
          </p:nvSpPr>
          <p:spPr>
            <a:xfrm>
              <a:off x="3338839" y="1814810"/>
              <a:ext cx="6042" cy="6551"/>
            </a:xfrm>
            <a:custGeom>
              <a:avLst/>
              <a:gdLst/>
              <a:ahLst/>
              <a:cxnLst/>
              <a:rect l="l" t="t" r="r" b="b"/>
              <a:pathLst>
                <a:path w="190" h="206" extrusionOk="0">
                  <a:moveTo>
                    <a:pt x="64" y="0"/>
                  </a:moveTo>
                  <a:lnTo>
                    <a:pt x="64" y="0"/>
                  </a:lnTo>
                  <a:lnTo>
                    <a:pt x="49" y="0"/>
                  </a:lnTo>
                  <a:lnTo>
                    <a:pt x="32" y="17"/>
                  </a:lnTo>
                  <a:cubicBezTo>
                    <a:pt x="17" y="17"/>
                    <a:pt x="17" y="32"/>
                    <a:pt x="17" y="32"/>
                  </a:cubicBezTo>
                  <a:lnTo>
                    <a:pt x="17" y="32"/>
                  </a:lnTo>
                  <a:lnTo>
                    <a:pt x="17" y="63"/>
                  </a:lnTo>
                  <a:lnTo>
                    <a:pt x="1" y="111"/>
                  </a:lnTo>
                  <a:lnTo>
                    <a:pt x="1" y="126"/>
                  </a:lnTo>
                  <a:cubicBezTo>
                    <a:pt x="1" y="158"/>
                    <a:pt x="17" y="174"/>
                    <a:pt x="49" y="174"/>
                  </a:cubicBezTo>
                  <a:cubicBezTo>
                    <a:pt x="64" y="174"/>
                    <a:pt x="80" y="158"/>
                    <a:pt x="80" y="126"/>
                  </a:cubicBezTo>
                  <a:lnTo>
                    <a:pt x="80" y="111"/>
                  </a:lnTo>
                  <a:lnTo>
                    <a:pt x="80" y="126"/>
                  </a:lnTo>
                  <a:cubicBezTo>
                    <a:pt x="95" y="143"/>
                    <a:pt x="95" y="158"/>
                    <a:pt x="112" y="174"/>
                  </a:cubicBezTo>
                  <a:lnTo>
                    <a:pt x="112" y="174"/>
                  </a:lnTo>
                  <a:lnTo>
                    <a:pt x="127" y="189"/>
                  </a:lnTo>
                  <a:cubicBezTo>
                    <a:pt x="127" y="189"/>
                    <a:pt x="143" y="206"/>
                    <a:pt x="158" y="206"/>
                  </a:cubicBezTo>
                  <a:cubicBezTo>
                    <a:pt x="158" y="206"/>
                    <a:pt x="175" y="206"/>
                    <a:pt x="175" y="189"/>
                  </a:cubicBezTo>
                  <a:cubicBezTo>
                    <a:pt x="190" y="189"/>
                    <a:pt x="190" y="158"/>
                    <a:pt x="190" y="143"/>
                  </a:cubicBezTo>
                  <a:lnTo>
                    <a:pt x="175" y="143"/>
                  </a:lnTo>
                  <a:lnTo>
                    <a:pt x="175" y="126"/>
                  </a:lnTo>
                  <a:cubicBezTo>
                    <a:pt x="158" y="111"/>
                    <a:pt x="143" y="95"/>
                    <a:pt x="143" y="80"/>
                  </a:cubicBezTo>
                  <a:cubicBezTo>
                    <a:pt x="127" y="63"/>
                    <a:pt x="112" y="48"/>
                    <a:pt x="112" y="32"/>
                  </a:cubicBezTo>
                  <a:lnTo>
                    <a:pt x="95" y="17"/>
                  </a:lnTo>
                  <a:lnTo>
                    <a:pt x="95" y="17"/>
                  </a:lnTo>
                  <a:cubicBezTo>
                    <a:pt x="80" y="0"/>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15" name="Google Shape;4415;p46"/>
            <p:cNvSpPr/>
            <p:nvPr/>
          </p:nvSpPr>
          <p:spPr>
            <a:xfrm>
              <a:off x="3417012" y="1762684"/>
              <a:ext cx="5057" cy="3562"/>
            </a:xfrm>
            <a:custGeom>
              <a:avLst/>
              <a:gdLst/>
              <a:ahLst/>
              <a:cxnLst/>
              <a:rect l="l" t="t" r="r" b="b"/>
              <a:pathLst>
                <a:path w="159" h="112" extrusionOk="0">
                  <a:moveTo>
                    <a:pt x="127" y="1"/>
                  </a:moveTo>
                  <a:lnTo>
                    <a:pt x="127" y="1"/>
                  </a:lnTo>
                  <a:lnTo>
                    <a:pt x="112" y="1"/>
                  </a:lnTo>
                  <a:lnTo>
                    <a:pt x="112" y="1"/>
                  </a:lnTo>
                  <a:lnTo>
                    <a:pt x="64" y="32"/>
                  </a:lnTo>
                  <a:lnTo>
                    <a:pt x="32" y="48"/>
                  </a:lnTo>
                  <a:lnTo>
                    <a:pt x="32" y="48"/>
                  </a:lnTo>
                  <a:cubicBezTo>
                    <a:pt x="17" y="64"/>
                    <a:pt x="1" y="80"/>
                    <a:pt x="17" y="95"/>
                  </a:cubicBezTo>
                  <a:cubicBezTo>
                    <a:pt x="17" y="112"/>
                    <a:pt x="32" y="112"/>
                    <a:pt x="49" y="112"/>
                  </a:cubicBezTo>
                  <a:lnTo>
                    <a:pt x="64" y="112"/>
                  </a:lnTo>
                  <a:lnTo>
                    <a:pt x="80" y="95"/>
                  </a:lnTo>
                  <a:lnTo>
                    <a:pt x="80" y="95"/>
                  </a:lnTo>
                  <a:lnTo>
                    <a:pt x="143" y="64"/>
                  </a:lnTo>
                  <a:lnTo>
                    <a:pt x="143" y="64"/>
                  </a:lnTo>
                  <a:cubicBezTo>
                    <a:pt x="158" y="48"/>
                    <a:pt x="158" y="32"/>
                    <a:pt x="158" y="17"/>
                  </a:cubicBezTo>
                  <a:lnTo>
                    <a:pt x="143" y="17"/>
                  </a:ln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16" name="Google Shape;4416;p46"/>
            <p:cNvSpPr/>
            <p:nvPr/>
          </p:nvSpPr>
          <p:spPr>
            <a:xfrm>
              <a:off x="3167990" y="1825337"/>
              <a:ext cx="3530" cy="3053"/>
            </a:xfrm>
            <a:custGeom>
              <a:avLst/>
              <a:gdLst/>
              <a:ahLst/>
              <a:cxnLst/>
              <a:rect l="l" t="t" r="r" b="b"/>
              <a:pathLst>
                <a:path w="111" h="96" extrusionOk="0">
                  <a:moveTo>
                    <a:pt x="47" y="1"/>
                  </a:moveTo>
                  <a:lnTo>
                    <a:pt x="47" y="1"/>
                  </a:lnTo>
                  <a:lnTo>
                    <a:pt x="47" y="1"/>
                  </a:lnTo>
                  <a:cubicBezTo>
                    <a:pt x="32" y="1"/>
                    <a:pt x="32" y="16"/>
                    <a:pt x="16" y="16"/>
                  </a:cubicBezTo>
                  <a:lnTo>
                    <a:pt x="16" y="16"/>
                  </a:lnTo>
                  <a:lnTo>
                    <a:pt x="16" y="32"/>
                  </a:lnTo>
                  <a:cubicBezTo>
                    <a:pt x="1" y="32"/>
                    <a:pt x="1" y="47"/>
                    <a:pt x="1" y="47"/>
                  </a:cubicBezTo>
                  <a:cubicBezTo>
                    <a:pt x="1" y="64"/>
                    <a:pt x="16" y="64"/>
                    <a:pt x="16" y="79"/>
                  </a:cubicBezTo>
                  <a:lnTo>
                    <a:pt x="47" y="95"/>
                  </a:lnTo>
                  <a:lnTo>
                    <a:pt x="64" y="95"/>
                  </a:lnTo>
                  <a:cubicBezTo>
                    <a:pt x="79" y="95"/>
                    <a:pt x="79" y="95"/>
                    <a:pt x="95" y="79"/>
                  </a:cubicBezTo>
                  <a:lnTo>
                    <a:pt x="95" y="79"/>
                  </a:lnTo>
                  <a:lnTo>
                    <a:pt x="95" y="64"/>
                  </a:lnTo>
                  <a:cubicBezTo>
                    <a:pt x="110" y="64"/>
                    <a:pt x="110" y="47"/>
                    <a:pt x="110" y="47"/>
                  </a:cubicBez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17" name="Google Shape;4417;p46"/>
            <p:cNvSpPr/>
            <p:nvPr/>
          </p:nvSpPr>
          <p:spPr>
            <a:xfrm>
              <a:off x="3305286" y="1816337"/>
              <a:ext cx="6520" cy="3498"/>
            </a:xfrm>
            <a:custGeom>
              <a:avLst/>
              <a:gdLst/>
              <a:ahLst/>
              <a:cxnLst/>
              <a:rect l="l" t="t" r="r" b="b"/>
              <a:pathLst>
                <a:path w="205" h="110" extrusionOk="0">
                  <a:moveTo>
                    <a:pt x="158" y="0"/>
                  </a:moveTo>
                  <a:lnTo>
                    <a:pt x="158" y="15"/>
                  </a:lnTo>
                  <a:lnTo>
                    <a:pt x="110" y="47"/>
                  </a:lnTo>
                  <a:cubicBezTo>
                    <a:pt x="110" y="63"/>
                    <a:pt x="95" y="63"/>
                    <a:pt x="95" y="63"/>
                  </a:cubicBezTo>
                  <a:lnTo>
                    <a:pt x="79" y="63"/>
                  </a:lnTo>
                  <a:lnTo>
                    <a:pt x="32" y="47"/>
                  </a:lnTo>
                  <a:cubicBezTo>
                    <a:pt x="16" y="47"/>
                    <a:pt x="1" y="63"/>
                    <a:pt x="1" y="78"/>
                  </a:cubicBezTo>
                  <a:cubicBezTo>
                    <a:pt x="1" y="95"/>
                    <a:pt x="16" y="95"/>
                    <a:pt x="16" y="95"/>
                  </a:cubicBezTo>
                  <a:cubicBezTo>
                    <a:pt x="16" y="110"/>
                    <a:pt x="32" y="110"/>
                    <a:pt x="47" y="110"/>
                  </a:cubicBezTo>
                  <a:lnTo>
                    <a:pt x="47" y="110"/>
                  </a:lnTo>
                  <a:lnTo>
                    <a:pt x="47" y="110"/>
                  </a:lnTo>
                  <a:lnTo>
                    <a:pt x="64" y="110"/>
                  </a:lnTo>
                  <a:lnTo>
                    <a:pt x="79" y="110"/>
                  </a:lnTo>
                  <a:lnTo>
                    <a:pt x="79" y="110"/>
                  </a:lnTo>
                  <a:lnTo>
                    <a:pt x="95" y="110"/>
                  </a:lnTo>
                  <a:lnTo>
                    <a:pt x="127" y="110"/>
                  </a:lnTo>
                  <a:lnTo>
                    <a:pt x="127" y="110"/>
                  </a:lnTo>
                  <a:cubicBezTo>
                    <a:pt x="142" y="110"/>
                    <a:pt x="190" y="110"/>
                    <a:pt x="190" y="47"/>
                  </a:cubicBezTo>
                  <a:cubicBezTo>
                    <a:pt x="205" y="47"/>
                    <a:pt x="190" y="32"/>
                    <a:pt x="190" y="32"/>
                  </a:cubicBezTo>
                  <a:cubicBezTo>
                    <a:pt x="190" y="15"/>
                    <a:pt x="190" y="15"/>
                    <a:pt x="173" y="15"/>
                  </a:cubicBezTo>
                  <a:cubicBezTo>
                    <a:pt x="173" y="15"/>
                    <a:pt x="158"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18" name="Google Shape;4418;p46"/>
            <p:cNvSpPr/>
            <p:nvPr/>
          </p:nvSpPr>
          <p:spPr>
            <a:xfrm>
              <a:off x="3174477" y="1792738"/>
              <a:ext cx="11067" cy="4039"/>
            </a:xfrm>
            <a:custGeom>
              <a:avLst/>
              <a:gdLst/>
              <a:ahLst/>
              <a:cxnLst/>
              <a:rect l="l" t="t" r="r" b="b"/>
              <a:pathLst>
                <a:path w="348" h="127" extrusionOk="0">
                  <a:moveTo>
                    <a:pt x="316" y="1"/>
                  </a:moveTo>
                  <a:lnTo>
                    <a:pt x="316" y="1"/>
                  </a:lnTo>
                  <a:cubicBezTo>
                    <a:pt x="301" y="1"/>
                    <a:pt x="284" y="1"/>
                    <a:pt x="284" y="17"/>
                  </a:cubicBezTo>
                  <a:lnTo>
                    <a:pt x="284" y="32"/>
                  </a:lnTo>
                  <a:lnTo>
                    <a:pt x="284" y="32"/>
                  </a:lnTo>
                  <a:cubicBezTo>
                    <a:pt x="253" y="49"/>
                    <a:pt x="221" y="49"/>
                    <a:pt x="206" y="49"/>
                  </a:cubicBezTo>
                  <a:cubicBezTo>
                    <a:pt x="190" y="64"/>
                    <a:pt x="158" y="64"/>
                    <a:pt x="143" y="64"/>
                  </a:cubicBezTo>
                  <a:lnTo>
                    <a:pt x="95" y="64"/>
                  </a:lnTo>
                  <a:cubicBezTo>
                    <a:pt x="80" y="49"/>
                    <a:pt x="64" y="49"/>
                    <a:pt x="32" y="49"/>
                  </a:cubicBezTo>
                  <a:lnTo>
                    <a:pt x="32" y="49"/>
                  </a:lnTo>
                  <a:cubicBezTo>
                    <a:pt x="17" y="49"/>
                    <a:pt x="1" y="64"/>
                    <a:pt x="1" y="80"/>
                  </a:cubicBezTo>
                  <a:cubicBezTo>
                    <a:pt x="1" y="95"/>
                    <a:pt x="1" y="112"/>
                    <a:pt x="32" y="112"/>
                  </a:cubicBezTo>
                  <a:lnTo>
                    <a:pt x="32" y="112"/>
                  </a:lnTo>
                  <a:cubicBezTo>
                    <a:pt x="64" y="127"/>
                    <a:pt x="80" y="127"/>
                    <a:pt x="112" y="127"/>
                  </a:cubicBezTo>
                  <a:cubicBezTo>
                    <a:pt x="143" y="112"/>
                    <a:pt x="143" y="112"/>
                    <a:pt x="143" y="95"/>
                  </a:cubicBezTo>
                  <a:cubicBezTo>
                    <a:pt x="143" y="80"/>
                    <a:pt x="158" y="64"/>
                    <a:pt x="175" y="64"/>
                  </a:cubicBezTo>
                  <a:lnTo>
                    <a:pt x="175" y="64"/>
                  </a:lnTo>
                  <a:lnTo>
                    <a:pt x="175" y="64"/>
                  </a:lnTo>
                  <a:cubicBezTo>
                    <a:pt x="190" y="64"/>
                    <a:pt x="206" y="80"/>
                    <a:pt x="206" y="95"/>
                  </a:cubicBezTo>
                  <a:lnTo>
                    <a:pt x="206" y="127"/>
                  </a:lnTo>
                  <a:cubicBezTo>
                    <a:pt x="221" y="127"/>
                    <a:pt x="253" y="112"/>
                    <a:pt x="269" y="112"/>
                  </a:cubicBezTo>
                  <a:cubicBezTo>
                    <a:pt x="284" y="112"/>
                    <a:pt x="301" y="95"/>
                    <a:pt x="316" y="95"/>
                  </a:cubicBezTo>
                  <a:cubicBezTo>
                    <a:pt x="316" y="95"/>
                    <a:pt x="332" y="95"/>
                    <a:pt x="332" y="80"/>
                  </a:cubicBezTo>
                  <a:cubicBezTo>
                    <a:pt x="332" y="80"/>
                    <a:pt x="348" y="64"/>
                    <a:pt x="348" y="49"/>
                  </a:cubicBezTo>
                  <a:lnTo>
                    <a:pt x="348" y="49"/>
                  </a:lnTo>
                  <a:cubicBezTo>
                    <a:pt x="348" y="32"/>
                    <a:pt x="348" y="1"/>
                    <a:pt x="332" y="1"/>
                  </a:cubicBezTo>
                  <a:lnTo>
                    <a:pt x="3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19" name="Google Shape;4419;p46"/>
            <p:cNvSpPr/>
            <p:nvPr/>
          </p:nvSpPr>
          <p:spPr>
            <a:xfrm>
              <a:off x="3299752" y="1781257"/>
              <a:ext cx="4580" cy="3021"/>
            </a:xfrm>
            <a:custGeom>
              <a:avLst/>
              <a:gdLst/>
              <a:ahLst/>
              <a:cxnLst/>
              <a:rect l="l" t="t" r="r" b="b"/>
              <a:pathLst>
                <a:path w="144" h="95" extrusionOk="0">
                  <a:moveTo>
                    <a:pt x="112" y="0"/>
                  </a:moveTo>
                  <a:lnTo>
                    <a:pt x="112" y="0"/>
                  </a:lnTo>
                  <a:lnTo>
                    <a:pt x="95" y="0"/>
                  </a:lnTo>
                  <a:lnTo>
                    <a:pt x="49" y="15"/>
                  </a:lnTo>
                  <a:lnTo>
                    <a:pt x="32" y="32"/>
                  </a:lnTo>
                  <a:cubicBezTo>
                    <a:pt x="17" y="32"/>
                    <a:pt x="1" y="47"/>
                    <a:pt x="1" y="78"/>
                  </a:cubicBezTo>
                  <a:cubicBezTo>
                    <a:pt x="17" y="95"/>
                    <a:pt x="17" y="95"/>
                    <a:pt x="32" y="95"/>
                  </a:cubicBezTo>
                  <a:lnTo>
                    <a:pt x="32" y="95"/>
                  </a:lnTo>
                  <a:lnTo>
                    <a:pt x="49" y="95"/>
                  </a:lnTo>
                  <a:lnTo>
                    <a:pt x="127" y="78"/>
                  </a:lnTo>
                  <a:lnTo>
                    <a:pt x="127" y="63"/>
                  </a:lnTo>
                  <a:cubicBezTo>
                    <a:pt x="143" y="63"/>
                    <a:pt x="143" y="47"/>
                    <a:pt x="143" y="32"/>
                  </a:cubicBezTo>
                  <a:cubicBezTo>
                    <a:pt x="143" y="15"/>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20" name="Google Shape;4420;p46"/>
            <p:cNvSpPr/>
            <p:nvPr/>
          </p:nvSpPr>
          <p:spPr>
            <a:xfrm>
              <a:off x="3088290" y="1785741"/>
              <a:ext cx="3053" cy="3021"/>
            </a:xfrm>
            <a:custGeom>
              <a:avLst/>
              <a:gdLst/>
              <a:ahLst/>
              <a:cxnLst/>
              <a:rect l="l" t="t" r="r" b="b"/>
              <a:pathLst>
                <a:path w="96" h="95" extrusionOk="0">
                  <a:moveTo>
                    <a:pt x="49" y="0"/>
                  </a:moveTo>
                  <a:lnTo>
                    <a:pt x="32" y="0"/>
                  </a:lnTo>
                  <a:lnTo>
                    <a:pt x="32" y="0"/>
                  </a:lnTo>
                  <a:cubicBezTo>
                    <a:pt x="17" y="0"/>
                    <a:pt x="1" y="17"/>
                    <a:pt x="1" y="48"/>
                  </a:cubicBezTo>
                  <a:lnTo>
                    <a:pt x="17" y="95"/>
                  </a:lnTo>
                  <a:lnTo>
                    <a:pt x="80" y="95"/>
                  </a:lnTo>
                  <a:lnTo>
                    <a:pt x="95" y="95"/>
                  </a:lnTo>
                  <a:lnTo>
                    <a:pt x="80" y="32"/>
                  </a:lnTo>
                  <a:cubicBezTo>
                    <a:pt x="64" y="17"/>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21" name="Google Shape;4421;p46"/>
            <p:cNvSpPr/>
            <p:nvPr/>
          </p:nvSpPr>
          <p:spPr>
            <a:xfrm>
              <a:off x="3104350" y="1791752"/>
              <a:ext cx="4039" cy="3562"/>
            </a:xfrm>
            <a:custGeom>
              <a:avLst/>
              <a:gdLst/>
              <a:ahLst/>
              <a:cxnLst/>
              <a:rect l="l" t="t" r="r" b="b"/>
              <a:pathLst>
                <a:path w="127" h="112" extrusionOk="0">
                  <a:moveTo>
                    <a:pt x="48" y="0"/>
                  </a:moveTo>
                  <a:lnTo>
                    <a:pt x="48" y="0"/>
                  </a:lnTo>
                  <a:cubicBezTo>
                    <a:pt x="32" y="0"/>
                    <a:pt x="16" y="17"/>
                    <a:pt x="16" y="32"/>
                  </a:cubicBezTo>
                  <a:lnTo>
                    <a:pt x="16" y="32"/>
                  </a:lnTo>
                  <a:lnTo>
                    <a:pt x="16" y="32"/>
                  </a:lnTo>
                  <a:lnTo>
                    <a:pt x="0" y="80"/>
                  </a:lnTo>
                  <a:cubicBezTo>
                    <a:pt x="0" y="80"/>
                    <a:pt x="0" y="95"/>
                    <a:pt x="16" y="95"/>
                  </a:cubicBezTo>
                  <a:cubicBezTo>
                    <a:pt x="16" y="111"/>
                    <a:pt x="32" y="111"/>
                    <a:pt x="48" y="111"/>
                  </a:cubicBezTo>
                  <a:lnTo>
                    <a:pt x="48" y="111"/>
                  </a:lnTo>
                  <a:lnTo>
                    <a:pt x="63" y="111"/>
                  </a:lnTo>
                  <a:lnTo>
                    <a:pt x="95" y="111"/>
                  </a:lnTo>
                  <a:cubicBezTo>
                    <a:pt x="95" y="111"/>
                    <a:pt x="111" y="111"/>
                    <a:pt x="111" y="95"/>
                  </a:cubicBezTo>
                  <a:cubicBezTo>
                    <a:pt x="126" y="95"/>
                    <a:pt x="126" y="80"/>
                    <a:pt x="126" y="63"/>
                  </a:cubicBezTo>
                  <a:cubicBezTo>
                    <a:pt x="126" y="48"/>
                    <a:pt x="111" y="48"/>
                    <a:pt x="95" y="32"/>
                  </a:cubicBezTo>
                  <a:lnTo>
                    <a:pt x="95" y="32"/>
                  </a:lnTo>
                  <a:lnTo>
                    <a:pt x="95" y="32"/>
                  </a:lnTo>
                  <a:lnTo>
                    <a:pt x="79" y="32"/>
                  </a:lnTo>
                  <a:lnTo>
                    <a:pt x="79" y="32"/>
                  </a:lnTo>
                  <a:cubicBezTo>
                    <a:pt x="79" y="17"/>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22" name="Google Shape;4422;p46"/>
            <p:cNvSpPr/>
            <p:nvPr/>
          </p:nvSpPr>
          <p:spPr>
            <a:xfrm>
              <a:off x="3156445" y="1806796"/>
              <a:ext cx="2576" cy="2544"/>
            </a:xfrm>
            <a:custGeom>
              <a:avLst/>
              <a:gdLst/>
              <a:ahLst/>
              <a:cxnLst/>
              <a:rect l="l" t="t" r="r" b="b"/>
              <a:pathLst>
                <a:path w="81" h="80" extrusionOk="0">
                  <a:moveTo>
                    <a:pt x="80" y="0"/>
                  </a:moveTo>
                  <a:lnTo>
                    <a:pt x="80" y="0"/>
                  </a:lnTo>
                  <a:lnTo>
                    <a:pt x="80" y="0"/>
                  </a:lnTo>
                  <a:lnTo>
                    <a:pt x="64" y="0"/>
                  </a:lnTo>
                  <a:lnTo>
                    <a:pt x="32" y="16"/>
                  </a:lnTo>
                  <a:cubicBezTo>
                    <a:pt x="17" y="16"/>
                    <a:pt x="1" y="48"/>
                    <a:pt x="17" y="63"/>
                  </a:cubicBezTo>
                  <a:lnTo>
                    <a:pt x="32" y="79"/>
                  </a:lnTo>
                  <a:lnTo>
                    <a:pt x="49" y="79"/>
                  </a:lnTo>
                  <a:lnTo>
                    <a:pt x="64" y="79"/>
                  </a:lnTo>
                  <a:lnTo>
                    <a:pt x="64" y="79"/>
                  </a:lnTo>
                  <a:lnTo>
                    <a:pt x="64" y="63"/>
                  </a:lnTo>
                  <a:lnTo>
                    <a:pt x="64"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23" name="Google Shape;4423;p46"/>
            <p:cNvSpPr/>
            <p:nvPr/>
          </p:nvSpPr>
          <p:spPr>
            <a:xfrm>
              <a:off x="3414532" y="1779731"/>
              <a:ext cx="5534" cy="2544"/>
            </a:xfrm>
            <a:custGeom>
              <a:avLst/>
              <a:gdLst/>
              <a:ahLst/>
              <a:cxnLst/>
              <a:rect l="l" t="t" r="r" b="b"/>
              <a:pathLst>
                <a:path w="174" h="80" extrusionOk="0">
                  <a:moveTo>
                    <a:pt x="127" y="0"/>
                  </a:moveTo>
                  <a:lnTo>
                    <a:pt x="127" y="0"/>
                  </a:lnTo>
                  <a:lnTo>
                    <a:pt x="127" y="0"/>
                  </a:lnTo>
                  <a:lnTo>
                    <a:pt x="95" y="0"/>
                  </a:lnTo>
                  <a:lnTo>
                    <a:pt x="32" y="17"/>
                  </a:lnTo>
                  <a:lnTo>
                    <a:pt x="32" y="17"/>
                  </a:lnTo>
                  <a:lnTo>
                    <a:pt x="32" y="17"/>
                  </a:lnTo>
                  <a:lnTo>
                    <a:pt x="32" y="32"/>
                  </a:lnTo>
                  <a:cubicBezTo>
                    <a:pt x="32" y="48"/>
                    <a:pt x="16" y="48"/>
                    <a:pt x="0" y="63"/>
                  </a:cubicBezTo>
                  <a:lnTo>
                    <a:pt x="16" y="63"/>
                  </a:lnTo>
                  <a:cubicBezTo>
                    <a:pt x="16" y="80"/>
                    <a:pt x="32" y="80"/>
                    <a:pt x="32" y="80"/>
                  </a:cubicBezTo>
                  <a:lnTo>
                    <a:pt x="47" y="80"/>
                  </a:lnTo>
                  <a:lnTo>
                    <a:pt x="47" y="80"/>
                  </a:lnTo>
                  <a:lnTo>
                    <a:pt x="142" y="63"/>
                  </a:lnTo>
                  <a:lnTo>
                    <a:pt x="142" y="63"/>
                  </a:lnTo>
                  <a:cubicBezTo>
                    <a:pt x="158" y="48"/>
                    <a:pt x="173" y="32"/>
                    <a:pt x="158" y="17"/>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24" name="Google Shape;4424;p46"/>
            <p:cNvSpPr/>
            <p:nvPr/>
          </p:nvSpPr>
          <p:spPr>
            <a:xfrm>
              <a:off x="3437049" y="1767709"/>
              <a:ext cx="4039" cy="4039"/>
            </a:xfrm>
            <a:custGeom>
              <a:avLst/>
              <a:gdLst/>
              <a:ahLst/>
              <a:cxnLst/>
              <a:rect l="l" t="t" r="r" b="b"/>
              <a:pathLst>
                <a:path w="127" h="127" extrusionOk="0">
                  <a:moveTo>
                    <a:pt x="127" y="0"/>
                  </a:moveTo>
                  <a:lnTo>
                    <a:pt x="64" y="17"/>
                  </a:lnTo>
                  <a:lnTo>
                    <a:pt x="80" y="17"/>
                  </a:lnTo>
                  <a:cubicBezTo>
                    <a:pt x="80" y="32"/>
                    <a:pt x="80" y="63"/>
                    <a:pt x="49" y="63"/>
                  </a:cubicBezTo>
                  <a:lnTo>
                    <a:pt x="49" y="63"/>
                  </a:lnTo>
                  <a:cubicBezTo>
                    <a:pt x="32" y="63"/>
                    <a:pt x="17" y="63"/>
                    <a:pt x="17" y="48"/>
                  </a:cubicBezTo>
                  <a:lnTo>
                    <a:pt x="1" y="48"/>
                  </a:lnTo>
                  <a:lnTo>
                    <a:pt x="1" y="95"/>
                  </a:lnTo>
                  <a:cubicBezTo>
                    <a:pt x="17" y="111"/>
                    <a:pt x="32" y="126"/>
                    <a:pt x="49" y="126"/>
                  </a:cubicBezTo>
                  <a:lnTo>
                    <a:pt x="80" y="126"/>
                  </a:lnTo>
                  <a:cubicBezTo>
                    <a:pt x="95" y="111"/>
                    <a:pt x="112" y="95"/>
                    <a:pt x="112" y="80"/>
                  </a:cubicBezTo>
                  <a:cubicBezTo>
                    <a:pt x="95" y="63"/>
                    <a:pt x="95" y="63"/>
                    <a:pt x="80" y="63"/>
                  </a:cubicBezTo>
                  <a:lnTo>
                    <a:pt x="95" y="48"/>
                  </a:lnTo>
                  <a:cubicBezTo>
                    <a:pt x="95" y="48"/>
                    <a:pt x="112" y="48"/>
                    <a:pt x="112" y="32"/>
                  </a:cubicBezTo>
                  <a:cubicBezTo>
                    <a:pt x="127" y="32"/>
                    <a:pt x="127"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25" name="Google Shape;4425;p46"/>
            <p:cNvSpPr/>
            <p:nvPr/>
          </p:nvSpPr>
          <p:spPr>
            <a:xfrm>
              <a:off x="3190538" y="1786727"/>
              <a:ext cx="4039" cy="2576"/>
            </a:xfrm>
            <a:custGeom>
              <a:avLst/>
              <a:gdLst/>
              <a:ahLst/>
              <a:cxnLst/>
              <a:rect l="l" t="t" r="r" b="b"/>
              <a:pathLst>
                <a:path w="127" h="81" extrusionOk="0">
                  <a:moveTo>
                    <a:pt x="95" y="1"/>
                  </a:moveTo>
                  <a:lnTo>
                    <a:pt x="79" y="1"/>
                  </a:lnTo>
                  <a:lnTo>
                    <a:pt x="79" y="1"/>
                  </a:lnTo>
                  <a:lnTo>
                    <a:pt x="32" y="17"/>
                  </a:lnTo>
                  <a:lnTo>
                    <a:pt x="32" y="17"/>
                  </a:lnTo>
                  <a:cubicBezTo>
                    <a:pt x="16" y="17"/>
                    <a:pt x="0" y="32"/>
                    <a:pt x="0" y="49"/>
                  </a:cubicBezTo>
                  <a:lnTo>
                    <a:pt x="0" y="49"/>
                  </a:lnTo>
                  <a:lnTo>
                    <a:pt x="32" y="49"/>
                  </a:lnTo>
                  <a:lnTo>
                    <a:pt x="32" y="49"/>
                  </a:lnTo>
                  <a:lnTo>
                    <a:pt x="48" y="49"/>
                  </a:lnTo>
                  <a:cubicBezTo>
                    <a:pt x="48" y="49"/>
                    <a:pt x="63" y="64"/>
                    <a:pt x="63" y="80"/>
                  </a:cubicBezTo>
                  <a:lnTo>
                    <a:pt x="95" y="64"/>
                  </a:lnTo>
                  <a:cubicBezTo>
                    <a:pt x="111" y="64"/>
                    <a:pt x="126" y="49"/>
                    <a:pt x="126"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26" name="Google Shape;4426;p46"/>
            <p:cNvSpPr/>
            <p:nvPr/>
          </p:nvSpPr>
          <p:spPr>
            <a:xfrm>
              <a:off x="3431038" y="1768218"/>
              <a:ext cx="4039" cy="6042"/>
            </a:xfrm>
            <a:custGeom>
              <a:avLst/>
              <a:gdLst/>
              <a:ahLst/>
              <a:cxnLst/>
              <a:rect l="l" t="t" r="r" b="b"/>
              <a:pathLst>
                <a:path w="127" h="190" extrusionOk="0">
                  <a:moveTo>
                    <a:pt x="49" y="1"/>
                  </a:moveTo>
                  <a:cubicBezTo>
                    <a:pt x="32" y="1"/>
                    <a:pt x="17" y="16"/>
                    <a:pt x="17" y="16"/>
                  </a:cubicBezTo>
                  <a:lnTo>
                    <a:pt x="17" y="32"/>
                  </a:lnTo>
                  <a:cubicBezTo>
                    <a:pt x="17" y="47"/>
                    <a:pt x="1" y="64"/>
                    <a:pt x="17" y="95"/>
                  </a:cubicBezTo>
                  <a:lnTo>
                    <a:pt x="17" y="95"/>
                  </a:lnTo>
                  <a:cubicBezTo>
                    <a:pt x="17" y="110"/>
                    <a:pt x="17" y="110"/>
                    <a:pt x="32" y="127"/>
                  </a:cubicBezTo>
                  <a:lnTo>
                    <a:pt x="32" y="158"/>
                  </a:lnTo>
                  <a:cubicBezTo>
                    <a:pt x="49" y="158"/>
                    <a:pt x="49" y="173"/>
                    <a:pt x="49" y="173"/>
                  </a:cubicBezTo>
                  <a:cubicBezTo>
                    <a:pt x="49" y="190"/>
                    <a:pt x="64" y="190"/>
                    <a:pt x="80" y="190"/>
                  </a:cubicBezTo>
                  <a:lnTo>
                    <a:pt x="95" y="190"/>
                  </a:lnTo>
                  <a:cubicBezTo>
                    <a:pt x="112" y="173"/>
                    <a:pt x="127" y="158"/>
                    <a:pt x="112" y="142"/>
                  </a:cubicBezTo>
                  <a:lnTo>
                    <a:pt x="112" y="142"/>
                  </a:lnTo>
                  <a:cubicBezTo>
                    <a:pt x="112" y="127"/>
                    <a:pt x="95" y="127"/>
                    <a:pt x="95" y="127"/>
                  </a:cubicBezTo>
                  <a:cubicBezTo>
                    <a:pt x="95" y="95"/>
                    <a:pt x="80" y="79"/>
                    <a:pt x="80" y="64"/>
                  </a:cubicBezTo>
                  <a:lnTo>
                    <a:pt x="80" y="64"/>
                  </a:lnTo>
                  <a:lnTo>
                    <a:pt x="80" y="32"/>
                  </a:lnTo>
                  <a:lnTo>
                    <a:pt x="80" y="32"/>
                  </a:lnTo>
                  <a:lnTo>
                    <a:pt x="80" y="32"/>
                  </a:lnTo>
                  <a:cubicBezTo>
                    <a:pt x="80" y="32"/>
                    <a:pt x="64" y="32"/>
                    <a:pt x="64" y="16"/>
                  </a:cubicBezTo>
                  <a:cubicBezTo>
                    <a:pt x="49" y="16"/>
                    <a:pt x="49" y="1"/>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27" name="Google Shape;4427;p46"/>
            <p:cNvSpPr/>
            <p:nvPr/>
          </p:nvSpPr>
          <p:spPr>
            <a:xfrm>
              <a:off x="3308784" y="1780239"/>
              <a:ext cx="5565" cy="4516"/>
            </a:xfrm>
            <a:custGeom>
              <a:avLst/>
              <a:gdLst/>
              <a:ahLst/>
              <a:cxnLst/>
              <a:rect l="l" t="t" r="r" b="b"/>
              <a:pathLst>
                <a:path w="175" h="142" extrusionOk="0">
                  <a:moveTo>
                    <a:pt x="48" y="1"/>
                  </a:moveTo>
                  <a:lnTo>
                    <a:pt x="48" y="1"/>
                  </a:lnTo>
                  <a:cubicBezTo>
                    <a:pt x="32" y="1"/>
                    <a:pt x="17" y="1"/>
                    <a:pt x="17" y="16"/>
                  </a:cubicBezTo>
                  <a:cubicBezTo>
                    <a:pt x="0" y="32"/>
                    <a:pt x="17" y="47"/>
                    <a:pt x="32" y="64"/>
                  </a:cubicBezTo>
                  <a:lnTo>
                    <a:pt x="63" y="79"/>
                  </a:lnTo>
                  <a:lnTo>
                    <a:pt x="63" y="110"/>
                  </a:lnTo>
                  <a:lnTo>
                    <a:pt x="95" y="142"/>
                  </a:lnTo>
                  <a:lnTo>
                    <a:pt x="111" y="142"/>
                  </a:lnTo>
                  <a:lnTo>
                    <a:pt x="126" y="127"/>
                  </a:lnTo>
                  <a:lnTo>
                    <a:pt x="158" y="110"/>
                  </a:lnTo>
                  <a:cubicBezTo>
                    <a:pt x="174" y="110"/>
                    <a:pt x="174" y="95"/>
                    <a:pt x="174" y="79"/>
                  </a:cubicBezTo>
                  <a:lnTo>
                    <a:pt x="174" y="64"/>
                  </a:lnTo>
                  <a:cubicBezTo>
                    <a:pt x="174" y="64"/>
                    <a:pt x="174" y="47"/>
                    <a:pt x="158" y="47"/>
                  </a:cubicBezTo>
                  <a:lnTo>
                    <a:pt x="126"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28" name="Google Shape;4428;p46"/>
            <p:cNvSpPr/>
            <p:nvPr/>
          </p:nvSpPr>
          <p:spPr>
            <a:xfrm>
              <a:off x="3416026" y="1769235"/>
              <a:ext cx="4039" cy="4039"/>
            </a:xfrm>
            <a:custGeom>
              <a:avLst/>
              <a:gdLst/>
              <a:ahLst/>
              <a:cxnLst/>
              <a:rect l="l" t="t" r="r" b="b"/>
              <a:pathLst>
                <a:path w="127" h="127" extrusionOk="0">
                  <a:moveTo>
                    <a:pt x="48" y="0"/>
                  </a:moveTo>
                  <a:lnTo>
                    <a:pt x="48" y="0"/>
                  </a:lnTo>
                  <a:cubicBezTo>
                    <a:pt x="32" y="0"/>
                    <a:pt x="16" y="15"/>
                    <a:pt x="16" y="32"/>
                  </a:cubicBezTo>
                  <a:lnTo>
                    <a:pt x="0" y="78"/>
                  </a:lnTo>
                  <a:cubicBezTo>
                    <a:pt x="0" y="78"/>
                    <a:pt x="0" y="95"/>
                    <a:pt x="16" y="110"/>
                  </a:cubicBezTo>
                  <a:lnTo>
                    <a:pt x="32" y="126"/>
                  </a:lnTo>
                  <a:lnTo>
                    <a:pt x="80" y="126"/>
                  </a:lnTo>
                  <a:lnTo>
                    <a:pt x="80" y="126"/>
                  </a:lnTo>
                  <a:lnTo>
                    <a:pt x="95" y="126"/>
                  </a:lnTo>
                  <a:cubicBezTo>
                    <a:pt x="111" y="126"/>
                    <a:pt x="126" y="126"/>
                    <a:pt x="126" y="110"/>
                  </a:cubicBezTo>
                  <a:cubicBezTo>
                    <a:pt x="126" y="78"/>
                    <a:pt x="111" y="63"/>
                    <a:pt x="95" y="63"/>
                  </a:cubicBezTo>
                  <a:lnTo>
                    <a:pt x="80" y="63"/>
                  </a:lnTo>
                  <a:lnTo>
                    <a:pt x="80" y="63"/>
                  </a:lnTo>
                  <a:lnTo>
                    <a:pt x="80" y="47"/>
                  </a:lnTo>
                  <a:lnTo>
                    <a:pt x="80" y="32"/>
                  </a:lnTo>
                  <a:cubicBezTo>
                    <a:pt x="80" y="15"/>
                    <a:pt x="80" y="15"/>
                    <a:pt x="63"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29" name="Google Shape;4429;p46"/>
            <p:cNvSpPr/>
            <p:nvPr/>
          </p:nvSpPr>
          <p:spPr>
            <a:xfrm>
              <a:off x="3388961" y="1771716"/>
              <a:ext cx="5565" cy="5025"/>
            </a:xfrm>
            <a:custGeom>
              <a:avLst/>
              <a:gdLst/>
              <a:ahLst/>
              <a:cxnLst/>
              <a:rect l="l" t="t" r="r" b="b"/>
              <a:pathLst>
                <a:path w="175" h="158" extrusionOk="0">
                  <a:moveTo>
                    <a:pt x="143" y="0"/>
                  </a:moveTo>
                  <a:lnTo>
                    <a:pt x="126" y="0"/>
                  </a:lnTo>
                  <a:lnTo>
                    <a:pt x="111" y="17"/>
                  </a:lnTo>
                  <a:lnTo>
                    <a:pt x="80" y="80"/>
                  </a:lnTo>
                  <a:lnTo>
                    <a:pt x="80" y="80"/>
                  </a:lnTo>
                  <a:lnTo>
                    <a:pt x="48" y="80"/>
                  </a:lnTo>
                  <a:lnTo>
                    <a:pt x="32" y="80"/>
                  </a:lnTo>
                  <a:cubicBezTo>
                    <a:pt x="17" y="80"/>
                    <a:pt x="0" y="95"/>
                    <a:pt x="0" y="111"/>
                  </a:cubicBezTo>
                  <a:cubicBezTo>
                    <a:pt x="0" y="126"/>
                    <a:pt x="17" y="143"/>
                    <a:pt x="32" y="143"/>
                  </a:cubicBezTo>
                  <a:lnTo>
                    <a:pt x="48" y="143"/>
                  </a:lnTo>
                  <a:lnTo>
                    <a:pt x="63" y="143"/>
                  </a:lnTo>
                  <a:lnTo>
                    <a:pt x="80" y="143"/>
                  </a:lnTo>
                  <a:cubicBezTo>
                    <a:pt x="80" y="143"/>
                    <a:pt x="95" y="143"/>
                    <a:pt x="111" y="158"/>
                  </a:cubicBezTo>
                  <a:lnTo>
                    <a:pt x="126" y="143"/>
                  </a:lnTo>
                  <a:lnTo>
                    <a:pt x="143" y="95"/>
                  </a:lnTo>
                  <a:lnTo>
                    <a:pt x="174" y="48"/>
                  </a:lnTo>
                  <a:cubicBezTo>
                    <a:pt x="174" y="32"/>
                    <a:pt x="174" y="17"/>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30" name="Google Shape;4430;p46"/>
            <p:cNvSpPr/>
            <p:nvPr/>
          </p:nvSpPr>
          <p:spPr>
            <a:xfrm>
              <a:off x="3421020" y="1774229"/>
              <a:ext cx="3562" cy="3530"/>
            </a:xfrm>
            <a:custGeom>
              <a:avLst/>
              <a:gdLst/>
              <a:ahLst/>
              <a:cxnLst/>
              <a:rect l="l" t="t" r="r" b="b"/>
              <a:pathLst>
                <a:path w="112" h="111" extrusionOk="0">
                  <a:moveTo>
                    <a:pt x="80" y="1"/>
                  </a:moveTo>
                  <a:lnTo>
                    <a:pt x="64" y="1"/>
                  </a:lnTo>
                  <a:cubicBezTo>
                    <a:pt x="64" y="1"/>
                    <a:pt x="64" y="16"/>
                    <a:pt x="49" y="16"/>
                  </a:cubicBezTo>
                  <a:lnTo>
                    <a:pt x="49" y="16"/>
                  </a:lnTo>
                  <a:lnTo>
                    <a:pt x="17" y="47"/>
                  </a:lnTo>
                  <a:cubicBezTo>
                    <a:pt x="1" y="47"/>
                    <a:pt x="1" y="64"/>
                    <a:pt x="1" y="64"/>
                  </a:cubicBezTo>
                  <a:lnTo>
                    <a:pt x="1" y="95"/>
                  </a:lnTo>
                  <a:cubicBezTo>
                    <a:pt x="17" y="110"/>
                    <a:pt x="17" y="110"/>
                    <a:pt x="32" y="110"/>
                  </a:cubicBezTo>
                  <a:cubicBezTo>
                    <a:pt x="32" y="110"/>
                    <a:pt x="49" y="110"/>
                    <a:pt x="49" y="95"/>
                  </a:cubicBezTo>
                  <a:lnTo>
                    <a:pt x="95" y="64"/>
                  </a:lnTo>
                  <a:cubicBezTo>
                    <a:pt x="112" y="47"/>
                    <a:pt x="112"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31" name="Google Shape;4431;p46"/>
            <p:cNvSpPr/>
            <p:nvPr/>
          </p:nvSpPr>
          <p:spPr>
            <a:xfrm>
              <a:off x="3406994" y="1777727"/>
              <a:ext cx="3562" cy="2544"/>
            </a:xfrm>
            <a:custGeom>
              <a:avLst/>
              <a:gdLst/>
              <a:ahLst/>
              <a:cxnLst/>
              <a:rect l="l" t="t" r="r" b="b"/>
              <a:pathLst>
                <a:path w="112" h="80" extrusionOk="0">
                  <a:moveTo>
                    <a:pt x="32" y="0"/>
                  </a:moveTo>
                  <a:lnTo>
                    <a:pt x="32" y="0"/>
                  </a:lnTo>
                  <a:lnTo>
                    <a:pt x="32" y="0"/>
                  </a:lnTo>
                  <a:cubicBezTo>
                    <a:pt x="17" y="0"/>
                    <a:pt x="0" y="17"/>
                    <a:pt x="0" y="32"/>
                  </a:cubicBezTo>
                  <a:lnTo>
                    <a:pt x="0" y="32"/>
                  </a:lnTo>
                  <a:lnTo>
                    <a:pt x="0" y="48"/>
                  </a:lnTo>
                  <a:cubicBezTo>
                    <a:pt x="17" y="63"/>
                    <a:pt x="17" y="63"/>
                    <a:pt x="32" y="63"/>
                  </a:cubicBezTo>
                  <a:lnTo>
                    <a:pt x="48" y="63"/>
                  </a:lnTo>
                  <a:lnTo>
                    <a:pt x="80" y="80"/>
                  </a:lnTo>
                  <a:lnTo>
                    <a:pt x="80" y="80"/>
                  </a:lnTo>
                  <a:cubicBezTo>
                    <a:pt x="95" y="80"/>
                    <a:pt x="111" y="63"/>
                    <a:pt x="111" y="32"/>
                  </a:cubicBezTo>
                  <a:lnTo>
                    <a:pt x="111" y="32"/>
                  </a:lnTo>
                  <a:cubicBezTo>
                    <a:pt x="111" y="17"/>
                    <a:pt x="95" y="0"/>
                    <a:pt x="80" y="0"/>
                  </a:cubicBezTo>
                  <a:lnTo>
                    <a:pt x="80"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32" name="Google Shape;4432;p46"/>
            <p:cNvSpPr/>
            <p:nvPr/>
          </p:nvSpPr>
          <p:spPr>
            <a:xfrm>
              <a:off x="3369434" y="1756196"/>
              <a:ext cx="3021" cy="3021"/>
            </a:xfrm>
            <a:custGeom>
              <a:avLst/>
              <a:gdLst/>
              <a:ahLst/>
              <a:cxnLst/>
              <a:rect l="l" t="t" r="r" b="b"/>
              <a:pathLst>
                <a:path w="95" h="95" extrusionOk="0">
                  <a:moveTo>
                    <a:pt x="63" y="0"/>
                  </a:moveTo>
                  <a:lnTo>
                    <a:pt x="63" y="0"/>
                  </a:lnTo>
                  <a:cubicBezTo>
                    <a:pt x="47" y="0"/>
                    <a:pt x="32" y="0"/>
                    <a:pt x="32" y="16"/>
                  </a:cubicBezTo>
                  <a:lnTo>
                    <a:pt x="0" y="47"/>
                  </a:lnTo>
                  <a:cubicBezTo>
                    <a:pt x="0" y="63"/>
                    <a:pt x="0" y="79"/>
                    <a:pt x="16" y="95"/>
                  </a:cubicBezTo>
                  <a:lnTo>
                    <a:pt x="32" y="95"/>
                  </a:lnTo>
                  <a:lnTo>
                    <a:pt x="63" y="95"/>
                  </a:lnTo>
                  <a:lnTo>
                    <a:pt x="79" y="63"/>
                  </a:lnTo>
                  <a:cubicBezTo>
                    <a:pt x="95" y="47"/>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33" name="Google Shape;4433;p46"/>
            <p:cNvSpPr/>
            <p:nvPr/>
          </p:nvSpPr>
          <p:spPr>
            <a:xfrm>
              <a:off x="3092837" y="1793279"/>
              <a:ext cx="3498" cy="5502"/>
            </a:xfrm>
            <a:custGeom>
              <a:avLst/>
              <a:gdLst/>
              <a:ahLst/>
              <a:cxnLst/>
              <a:rect l="l" t="t" r="r" b="b"/>
              <a:pathLst>
                <a:path w="110" h="173" extrusionOk="0">
                  <a:moveTo>
                    <a:pt x="32" y="0"/>
                  </a:moveTo>
                  <a:lnTo>
                    <a:pt x="32" y="0"/>
                  </a:lnTo>
                  <a:lnTo>
                    <a:pt x="15" y="0"/>
                  </a:lnTo>
                  <a:cubicBezTo>
                    <a:pt x="0" y="15"/>
                    <a:pt x="0" y="32"/>
                    <a:pt x="0" y="47"/>
                  </a:cubicBezTo>
                  <a:lnTo>
                    <a:pt x="32" y="110"/>
                  </a:lnTo>
                  <a:lnTo>
                    <a:pt x="47" y="141"/>
                  </a:lnTo>
                  <a:cubicBezTo>
                    <a:pt x="47" y="158"/>
                    <a:pt x="63" y="173"/>
                    <a:pt x="78" y="173"/>
                  </a:cubicBezTo>
                  <a:lnTo>
                    <a:pt x="78" y="158"/>
                  </a:lnTo>
                  <a:cubicBezTo>
                    <a:pt x="110" y="158"/>
                    <a:pt x="110" y="141"/>
                    <a:pt x="110" y="126"/>
                  </a:cubicBezTo>
                  <a:lnTo>
                    <a:pt x="95" y="110"/>
                  </a:lnTo>
                  <a:lnTo>
                    <a:pt x="78" y="126"/>
                  </a:lnTo>
                  <a:lnTo>
                    <a:pt x="78" y="126"/>
                  </a:lnTo>
                  <a:cubicBezTo>
                    <a:pt x="47" y="126"/>
                    <a:pt x="32" y="95"/>
                    <a:pt x="47" y="78"/>
                  </a:cubicBezTo>
                  <a:lnTo>
                    <a:pt x="47" y="15"/>
                  </a:lnTo>
                  <a:lnTo>
                    <a:pt x="47"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34" name="Google Shape;4434;p46"/>
            <p:cNvSpPr/>
            <p:nvPr/>
          </p:nvSpPr>
          <p:spPr>
            <a:xfrm>
              <a:off x="3392969" y="1801294"/>
              <a:ext cx="3021" cy="5025"/>
            </a:xfrm>
            <a:custGeom>
              <a:avLst/>
              <a:gdLst/>
              <a:ahLst/>
              <a:cxnLst/>
              <a:rect l="l" t="t" r="r" b="b"/>
              <a:pathLst>
                <a:path w="95" h="158" extrusionOk="0">
                  <a:moveTo>
                    <a:pt x="48" y="0"/>
                  </a:moveTo>
                  <a:lnTo>
                    <a:pt x="32" y="0"/>
                  </a:lnTo>
                  <a:cubicBezTo>
                    <a:pt x="32" y="0"/>
                    <a:pt x="17" y="0"/>
                    <a:pt x="17" y="16"/>
                  </a:cubicBezTo>
                  <a:cubicBezTo>
                    <a:pt x="17" y="16"/>
                    <a:pt x="0" y="16"/>
                    <a:pt x="17" y="32"/>
                  </a:cubicBezTo>
                  <a:lnTo>
                    <a:pt x="17" y="79"/>
                  </a:lnTo>
                  <a:lnTo>
                    <a:pt x="17" y="95"/>
                  </a:lnTo>
                  <a:cubicBezTo>
                    <a:pt x="32" y="95"/>
                    <a:pt x="32" y="110"/>
                    <a:pt x="17" y="126"/>
                  </a:cubicBezTo>
                  <a:lnTo>
                    <a:pt x="17" y="126"/>
                  </a:lnTo>
                  <a:cubicBezTo>
                    <a:pt x="17" y="142"/>
                    <a:pt x="32" y="158"/>
                    <a:pt x="48" y="158"/>
                  </a:cubicBezTo>
                  <a:lnTo>
                    <a:pt x="48" y="158"/>
                  </a:lnTo>
                  <a:lnTo>
                    <a:pt x="63" y="158"/>
                  </a:lnTo>
                  <a:cubicBezTo>
                    <a:pt x="80" y="158"/>
                    <a:pt x="95" y="142"/>
                    <a:pt x="95" y="126"/>
                  </a:cubicBezTo>
                  <a:lnTo>
                    <a:pt x="95" y="126"/>
                  </a:lnTo>
                  <a:lnTo>
                    <a:pt x="80" y="110"/>
                  </a:lnTo>
                  <a:lnTo>
                    <a:pt x="80" y="32"/>
                  </a:lnTo>
                  <a:lnTo>
                    <a:pt x="80" y="16"/>
                  </a:lnTo>
                  <a:lnTo>
                    <a:pt x="80" y="16"/>
                  </a:ln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35" name="Google Shape;4435;p46"/>
            <p:cNvSpPr/>
            <p:nvPr/>
          </p:nvSpPr>
          <p:spPr>
            <a:xfrm>
              <a:off x="3332828" y="1807781"/>
              <a:ext cx="3053" cy="5057"/>
            </a:xfrm>
            <a:custGeom>
              <a:avLst/>
              <a:gdLst/>
              <a:ahLst/>
              <a:cxnLst/>
              <a:rect l="l" t="t" r="r" b="b"/>
              <a:pathLst>
                <a:path w="96" h="159" extrusionOk="0">
                  <a:moveTo>
                    <a:pt x="32" y="1"/>
                  </a:moveTo>
                  <a:lnTo>
                    <a:pt x="32" y="1"/>
                  </a:lnTo>
                  <a:lnTo>
                    <a:pt x="17" y="1"/>
                  </a:lnTo>
                  <a:cubicBezTo>
                    <a:pt x="1" y="1"/>
                    <a:pt x="1" y="32"/>
                    <a:pt x="1" y="48"/>
                  </a:cubicBezTo>
                  <a:lnTo>
                    <a:pt x="17" y="112"/>
                  </a:lnTo>
                  <a:lnTo>
                    <a:pt x="32" y="127"/>
                  </a:lnTo>
                  <a:cubicBezTo>
                    <a:pt x="32" y="143"/>
                    <a:pt x="49" y="158"/>
                    <a:pt x="64" y="158"/>
                  </a:cubicBezTo>
                  <a:lnTo>
                    <a:pt x="64" y="158"/>
                  </a:lnTo>
                  <a:lnTo>
                    <a:pt x="64" y="158"/>
                  </a:lnTo>
                  <a:cubicBezTo>
                    <a:pt x="80" y="143"/>
                    <a:pt x="95" y="127"/>
                    <a:pt x="95" y="112"/>
                  </a:cubicBezTo>
                  <a:lnTo>
                    <a:pt x="80" y="95"/>
                  </a:lnTo>
                  <a:lnTo>
                    <a:pt x="64" y="32"/>
                  </a:lnTo>
                  <a:cubicBezTo>
                    <a:pt x="64" y="17"/>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36" name="Google Shape;4436;p46"/>
            <p:cNvSpPr/>
            <p:nvPr/>
          </p:nvSpPr>
          <p:spPr>
            <a:xfrm>
              <a:off x="3030184" y="1797286"/>
              <a:ext cx="3562" cy="2035"/>
            </a:xfrm>
            <a:custGeom>
              <a:avLst/>
              <a:gdLst/>
              <a:ahLst/>
              <a:cxnLst/>
              <a:rect l="l" t="t" r="r" b="b"/>
              <a:pathLst>
                <a:path w="112" h="64" extrusionOk="0">
                  <a:moveTo>
                    <a:pt x="17" y="0"/>
                  </a:moveTo>
                  <a:lnTo>
                    <a:pt x="17" y="0"/>
                  </a:lnTo>
                  <a:cubicBezTo>
                    <a:pt x="32" y="15"/>
                    <a:pt x="32" y="15"/>
                    <a:pt x="32" y="32"/>
                  </a:cubicBezTo>
                  <a:cubicBezTo>
                    <a:pt x="32" y="47"/>
                    <a:pt x="17" y="47"/>
                    <a:pt x="17" y="63"/>
                  </a:cubicBezTo>
                  <a:lnTo>
                    <a:pt x="0" y="63"/>
                  </a:lnTo>
                  <a:lnTo>
                    <a:pt x="17" y="63"/>
                  </a:lnTo>
                  <a:lnTo>
                    <a:pt x="80" y="63"/>
                  </a:lnTo>
                  <a:lnTo>
                    <a:pt x="80" y="63"/>
                  </a:lnTo>
                  <a:cubicBezTo>
                    <a:pt x="95" y="63"/>
                    <a:pt x="111" y="47"/>
                    <a:pt x="111" y="32"/>
                  </a:cubicBezTo>
                  <a:cubicBezTo>
                    <a:pt x="111" y="15"/>
                    <a:pt x="95" y="0"/>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37" name="Google Shape;4437;p46"/>
            <p:cNvSpPr/>
            <p:nvPr/>
          </p:nvSpPr>
          <p:spPr>
            <a:xfrm>
              <a:off x="3178008" y="1780239"/>
              <a:ext cx="6042" cy="3530"/>
            </a:xfrm>
            <a:custGeom>
              <a:avLst/>
              <a:gdLst/>
              <a:ahLst/>
              <a:cxnLst/>
              <a:rect l="l" t="t" r="r" b="b"/>
              <a:pathLst>
                <a:path w="190" h="111" extrusionOk="0">
                  <a:moveTo>
                    <a:pt x="158" y="1"/>
                  </a:moveTo>
                  <a:lnTo>
                    <a:pt x="158" y="1"/>
                  </a:lnTo>
                  <a:lnTo>
                    <a:pt x="142" y="1"/>
                  </a:lnTo>
                  <a:cubicBezTo>
                    <a:pt x="127" y="1"/>
                    <a:pt x="110" y="16"/>
                    <a:pt x="110" y="16"/>
                  </a:cubicBezTo>
                  <a:cubicBezTo>
                    <a:pt x="95" y="32"/>
                    <a:pt x="79" y="32"/>
                    <a:pt x="79" y="32"/>
                  </a:cubicBezTo>
                  <a:lnTo>
                    <a:pt x="64" y="32"/>
                  </a:lnTo>
                  <a:lnTo>
                    <a:pt x="47" y="32"/>
                  </a:lnTo>
                  <a:cubicBezTo>
                    <a:pt x="32" y="32"/>
                    <a:pt x="16" y="32"/>
                    <a:pt x="16" y="47"/>
                  </a:cubicBezTo>
                  <a:cubicBezTo>
                    <a:pt x="1" y="64"/>
                    <a:pt x="1" y="79"/>
                    <a:pt x="16" y="95"/>
                  </a:cubicBezTo>
                  <a:lnTo>
                    <a:pt x="47" y="95"/>
                  </a:lnTo>
                  <a:cubicBezTo>
                    <a:pt x="64" y="110"/>
                    <a:pt x="64" y="110"/>
                    <a:pt x="79" y="110"/>
                  </a:cubicBezTo>
                  <a:cubicBezTo>
                    <a:pt x="95" y="110"/>
                    <a:pt x="110" y="95"/>
                    <a:pt x="127" y="95"/>
                  </a:cubicBezTo>
                  <a:cubicBezTo>
                    <a:pt x="127" y="79"/>
                    <a:pt x="142" y="79"/>
                    <a:pt x="142" y="79"/>
                  </a:cubicBezTo>
                  <a:cubicBezTo>
                    <a:pt x="158" y="64"/>
                    <a:pt x="158" y="64"/>
                    <a:pt x="173" y="64"/>
                  </a:cubicBezTo>
                  <a:cubicBezTo>
                    <a:pt x="190" y="47"/>
                    <a:pt x="190" y="32"/>
                    <a:pt x="190" y="16"/>
                  </a:cubicBezTo>
                  <a:cubicBezTo>
                    <a:pt x="190" y="16"/>
                    <a:pt x="190" y="1"/>
                    <a:pt x="17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38" name="Google Shape;4438;p46"/>
            <p:cNvSpPr/>
            <p:nvPr/>
          </p:nvSpPr>
          <p:spPr>
            <a:xfrm>
              <a:off x="3417521" y="1803297"/>
              <a:ext cx="3530" cy="4039"/>
            </a:xfrm>
            <a:custGeom>
              <a:avLst/>
              <a:gdLst/>
              <a:ahLst/>
              <a:cxnLst/>
              <a:rect l="l" t="t" r="r" b="b"/>
              <a:pathLst>
                <a:path w="111" h="127" extrusionOk="0">
                  <a:moveTo>
                    <a:pt x="33" y="0"/>
                  </a:moveTo>
                  <a:lnTo>
                    <a:pt x="33" y="0"/>
                  </a:lnTo>
                  <a:cubicBezTo>
                    <a:pt x="16" y="0"/>
                    <a:pt x="1" y="16"/>
                    <a:pt x="1" y="32"/>
                  </a:cubicBezTo>
                  <a:lnTo>
                    <a:pt x="1" y="32"/>
                  </a:lnTo>
                  <a:lnTo>
                    <a:pt x="1" y="47"/>
                  </a:lnTo>
                  <a:lnTo>
                    <a:pt x="1" y="79"/>
                  </a:lnTo>
                  <a:cubicBezTo>
                    <a:pt x="1" y="95"/>
                    <a:pt x="1" y="95"/>
                    <a:pt x="16" y="110"/>
                  </a:cubicBezTo>
                  <a:lnTo>
                    <a:pt x="48" y="126"/>
                  </a:lnTo>
                  <a:lnTo>
                    <a:pt x="64" y="126"/>
                  </a:lnTo>
                  <a:lnTo>
                    <a:pt x="64" y="126"/>
                  </a:lnTo>
                  <a:lnTo>
                    <a:pt x="96" y="95"/>
                  </a:lnTo>
                  <a:lnTo>
                    <a:pt x="96" y="63"/>
                  </a:lnTo>
                  <a:lnTo>
                    <a:pt x="96" y="63"/>
                  </a:lnTo>
                  <a:lnTo>
                    <a:pt x="96" y="63"/>
                  </a:lnTo>
                  <a:lnTo>
                    <a:pt x="96" y="63"/>
                  </a:lnTo>
                  <a:cubicBezTo>
                    <a:pt x="111" y="47"/>
                    <a:pt x="96" y="32"/>
                    <a:pt x="79" y="16"/>
                  </a:cubicBezTo>
                  <a:lnTo>
                    <a:pt x="64" y="16"/>
                  </a:lnTo>
                  <a:lnTo>
                    <a:pt x="64" y="16"/>
                  </a:lnTo>
                  <a:cubicBezTo>
                    <a:pt x="64" y="0"/>
                    <a:pt x="48" y="0"/>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39" name="Google Shape;4439;p46"/>
            <p:cNvSpPr/>
            <p:nvPr/>
          </p:nvSpPr>
          <p:spPr>
            <a:xfrm>
              <a:off x="3305286" y="1814810"/>
              <a:ext cx="5534" cy="3562"/>
            </a:xfrm>
            <a:custGeom>
              <a:avLst/>
              <a:gdLst/>
              <a:ahLst/>
              <a:cxnLst/>
              <a:rect l="l" t="t" r="r" b="b"/>
              <a:pathLst>
                <a:path w="174" h="112" extrusionOk="0">
                  <a:moveTo>
                    <a:pt x="127" y="0"/>
                  </a:moveTo>
                  <a:lnTo>
                    <a:pt x="127" y="0"/>
                  </a:lnTo>
                  <a:lnTo>
                    <a:pt x="127" y="0"/>
                  </a:lnTo>
                  <a:lnTo>
                    <a:pt x="110" y="17"/>
                  </a:lnTo>
                  <a:lnTo>
                    <a:pt x="79" y="32"/>
                  </a:lnTo>
                  <a:lnTo>
                    <a:pt x="47" y="32"/>
                  </a:lnTo>
                  <a:cubicBezTo>
                    <a:pt x="47" y="17"/>
                    <a:pt x="32" y="17"/>
                    <a:pt x="32" y="17"/>
                  </a:cubicBezTo>
                  <a:lnTo>
                    <a:pt x="32" y="17"/>
                  </a:lnTo>
                  <a:cubicBezTo>
                    <a:pt x="16" y="32"/>
                    <a:pt x="1" y="32"/>
                    <a:pt x="1" y="48"/>
                  </a:cubicBezTo>
                  <a:cubicBezTo>
                    <a:pt x="1" y="63"/>
                    <a:pt x="1" y="80"/>
                    <a:pt x="16" y="95"/>
                  </a:cubicBezTo>
                  <a:lnTo>
                    <a:pt x="32" y="95"/>
                  </a:lnTo>
                  <a:lnTo>
                    <a:pt x="79" y="111"/>
                  </a:lnTo>
                  <a:lnTo>
                    <a:pt x="95" y="111"/>
                  </a:lnTo>
                  <a:cubicBezTo>
                    <a:pt x="95" y="111"/>
                    <a:pt x="110" y="111"/>
                    <a:pt x="110" y="95"/>
                  </a:cubicBezTo>
                  <a:lnTo>
                    <a:pt x="158" y="63"/>
                  </a:lnTo>
                  <a:lnTo>
                    <a:pt x="158" y="48"/>
                  </a:lnTo>
                  <a:lnTo>
                    <a:pt x="173" y="48"/>
                  </a:lnTo>
                  <a:cubicBezTo>
                    <a:pt x="173" y="32"/>
                    <a:pt x="173" y="32"/>
                    <a:pt x="158" y="17"/>
                  </a:cubicBezTo>
                  <a:lnTo>
                    <a:pt x="158" y="17"/>
                  </a:lnTo>
                  <a:cubicBezTo>
                    <a:pt x="158" y="0"/>
                    <a:pt x="142"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40" name="Google Shape;4440;p46"/>
            <p:cNvSpPr/>
            <p:nvPr/>
          </p:nvSpPr>
          <p:spPr>
            <a:xfrm>
              <a:off x="3329361" y="1773720"/>
              <a:ext cx="4516" cy="3562"/>
            </a:xfrm>
            <a:custGeom>
              <a:avLst/>
              <a:gdLst/>
              <a:ahLst/>
              <a:cxnLst/>
              <a:rect l="l" t="t" r="r" b="b"/>
              <a:pathLst>
                <a:path w="142" h="112" extrusionOk="0">
                  <a:moveTo>
                    <a:pt x="110" y="0"/>
                  </a:moveTo>
                  <a:cubicBezTo>
                    <a:pt x="95" y="0"/>
                    <a:pt x="78" y="17"/>
                    <a:pt x="78" y="32"/>
                  </a:cubicBezTo>
                  <a:lnTo>
                    <a:pt x="78" y="32"/>
                  </a:lnTo>
                  <a:lnTo>
                    <a:pt x="78" y="32"/>
                  </a:lnTo>
                  <a:cubicBezTo>
                    <a:pt x="63" y="17"/>
                    <a:pt x="47" y="17"/>
                    <a:pt x="47" y="17"/>
                  </a:cubicBezTo>
                  <a:lnTo>
                    <a:pt x="32" y="17"/>
                  </a:lnTo>
                  <a:lnTo>
                    <a:pt x="32" y="17"/>
                  </a:lnTo>
                  <a:cubicBezTo>
                    <a:pt x="15" y="32"/>
                    <a:pt x="0" y="48"/>
                    <a:pt x="15" y="63"/>
                  </a:cubicBezTo>
                  <a:lnTo>
                    <a:pt x="15" y="80"/>
                  </a:lnTo>
                  <a:lnTo>
                    <a:pt x="47" y="111"/>
                  </a:lnTo>
                  <a:lnTo>
                    <a:pt x="63" y="111"/>
                  </a:lnTo>
                  <a:lnTo>
                    <a:pt x="78" y="111"/>
                  </a:lnTo>
                  <a:lnTo>
                    <a:pt x="78" y="111"/>
                  </a:lnTo>
                  <a:cubicBezTo>
                    <a:pt x="110" y="111"/>
                    <a:pt x="126" y="95"/>
                    <a:pt x="141" y="63"/>
                  </a:cubicBezTo>
                  <a:lnTo>
                    <a:pt x="141" y="48"/>
                  </a:lnTo>
                  <a:lnTo>
                    <a:pt x="141" y="17"/>
                  </a:lnTo>
                  <a:lnTo>
                    <a:pt x="126" y="17"/>
                  </a:lnTo>
                  <a:cubicBezTo>
                    <a:pt x="126" y="0"/>
                    <a:pt x="110"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41" name="Google Shape;4441;p46"/>
            <p:cNvSpPr/>
            <p:nvPr/>
          </p:nvSpPr>
          <p:spPr>
            <a:xfrm>
              <a:off x="3332828" y="1793756"/>
              <a:ext cx="3562" cy="2544"/>
            </a:xfrm>
            <a:custGeom>
              <a:avLst/>
              <a:gdLst/>
              <a:ahLst/>
              <a:cxnLst/>
              <a:rect l="l" t="t" r="r" b="b"/>
              <a:pathLst>
                <a:path w="112" h="80" extrusionOk="0">
                  <a:moveTo>
                    <a:pt x="17" y="0"/>
                  </a:moveTo>
                  <a:lnTo>
                    <a:pt x="1" y="0"/>
                  </a:lnTo>
                  <a:lnTo>
                    <a:pt x="1" y="0"/>
                  </a:lnTo>
                  <a:cubicBezTo>
                    <a:pt x="17" y="17"/>
                    <a:pt x="17" y="32"/>
                    <a:pt x="1" y="48"/>
                  </a:cubicBezTo>
                  <a:lnTo>
                    <a:pt x="1" y="48"/>
                  </a:lnTo>
                  <a:lnTo>
                    <a:pt x="1" y="63"/>
                  </a:lnTo>
                  <a:cubicBezTo>
                    <a:pt x="17" y="63"/>
                    <a:pt x="49" y="80"/>
                    <a:pt x="64" y="80"/>
                  </a:cubicBezTo>
                  <a:cubicBezTo>
                    <a:pt x="64" y="80"/>
                    <a:pt x="80" y="63"/>
                    <a:pt x="95" y="63"/>
                  </a:cubicBezTo>
                  <a:lnTo>
                    <a:pt x="112" y="48"/>
                  </a:lnTo>
                  <a:cubicBezTo>
                    <a:pt x="95" y="48"/>
                    <a:pt x="80" y="48"/>
                    <a:pt x="80" y="32"/>
                  </a:cubicBezTo>
                  <a:cubicBezTo>
                    <a:pt x="64" y="17"/>
                    <a:pt x="64" y="0"/>
                    <a:pt x="64" y="0"/>
                  </a:cubicBezTo>
                  <a:lnTo>
                    <a:pt x="64" y="0"/>
                  </a:lnTo>
                  <a:lnTo>
                    <a:pt x="64" y="0"/>
                  </a:lnTo>
                  <a:lnTo>
                    <a:pt x="64"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42" name="Google Shape;4442;p46"/>
            <p:cNvSpPr/>
            <p:nvPr/>
          </p:nvSpPr>
          <p:spPr>
            <a:xfrm>
              <a:off x="3244636" y="1801294"/>
              <a:ext cx="4039" cy="5534"/>
            </a:xfrm>
            <a:custGeom>
              <a:avLst/>
              <a:gdLst/>
              <a:ahLst/>
              <a:cxnLst/>
              <a:rect l="l" t="t" r="r" b="b"/>
              <a:pathLst>
                <a:path w="127" h="174" extrusionOk="0">
                  <a:moveTo>
                    <a:pt x="32" y="63"/>
                  </a:moveTo>
                  <a:lnTo>
                    <a:pt x="32" y="63"/>
                  </a:lnTo>
                  <a:lnTo>
                    <a:pt x="32" y="63"/>
                  </a:lnTo>
                  <a:close/>
                  <a:moveTo>
                    <a:pt x="32" y="0"/>
                  </a:moveTo>
                  <a:lnTo>
                    <a:pt x="32" y="0"/>
                  </a:lnTo>
                  <a:cubicBezTo>
                    <a:pt x="17" y="0"/>
                    <a:pt x="17" y="0"/>
                    <a:pt x="1" y="16"/>
                  </a:cubicBezTo>
                  <a:cubicBezTo>
                    <a:pt x="1" y="32"/>
                    <a:pt x="1" y="47"/>
                    <a:pt x="17" y="63"/>
                  </a:cubicBezTo>
                  <a:lnTo>
                    <a:pt x="32" y="63"/>
                  </a:lnTo>
                  <a:lnTo>
                    <a:pt x="49" y="63"/>
                  </a:lnTo>
                  <a:lnTo>
                    <a:pt x="49" y="79"/>
                  </a:lnTo>
                  <a:lnTo>
                    <a:pt x="49" y="95"/>
                  </a:lnTo>
                  <a:lnTo>
                    <a:pt x="49" y="95"/>
                  </a:lnTo>
                  <a:cubicBezTo>
                    <a:pt x="17" y="110"/>
                    <a:pt x="17" y="126"/>
                    <a:pt x="17" y="142"/>
                  </a:cubicBezTo>
                  <a:cubicBezTo>
                    <a:pt x="17" y="158"/>
                    <a:pt x="17" y="158"/>
                    <a:pt x="32" y="173"/>
                  </a:cubicBezTo>
                  <a:lnTo>
                    <a:pt x="49" y="173"/>
                  </a:lnTo>
                  <a:lnTo>
                    <a:pt x="49" y="173"/>
                  </a:lnTo>
                  <a:lnTo>
                    <a:pt x="49" y="173"/>
                  </a:lnTo>
                  <a:cubicBezTo>
                    <a:pt x="80" y="173"/>
                    <a:pt x="95" y="158"/>
                    <a:pt x="112" y="142"/>
                  </a:cubicBezTo>
                  <a:lnTo>
                    <a:pt x="112" y="142"/>
                  </a:lnTo>
                  <a:cubicBezTo>
                    <a:pt x="127" y="110"/>
                    <a:pt x="112" y="79"/>
                    <a:pt x="112" y="63"/>
                  </a:cubicBezTo>
                  <a:lnTo>
                    <a:pt x="112" y="47"/>
                  </a:lnTo>
                  <a:cubicBezTo>
                    <a:pt x="112" y="47"/>
                    <a:pt x="112" y="32"/>
                    <a:pt x="95" y="32"/>
                  </a:cubicBezTo>
                  <a:cubicBezTo>
                    <a:pt x="95" y="16"/>
                    <a:pt x="80" y="16"/>
                    <a:pt x="64" y="0"/>
                  </a:cubicBezTo>
                  <a:lnTo>
                    <a:pt x="49"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43" name="Google Shape;4443;p46"/>
            <p:cNvSpPr/>
            <p:nvPr/>
          </p:nvSpPr>
          <p:spPr>
            <a:xfrm>
              <a:off x="3245654" y="1803297"/>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44" name="Google Shape;4444;p46"/>
            <p:cNvSpPr/>
            <p:nvPr/>
          </p:nvSpPr>
          <p:spPr>
            <a:xfrm>
              <a:off x="3048726" y="1821330"/>
              <a:ext cx="8046" cy="3530"/>
            </a:xfrm>
            <a:custGeom>
              <a:avLst/>
              <a:gdLst/>
              <a:ahLst/>
              <a:cxnLst/>
              <a:rect l="l" t="t" r="r" b="b"/>
              <a:pathLst>
                <a:path w="253" h="111" extrusionOk="0">
                  <a:moveTo>
                    <a:pt x="127" y="1"/>
                  </a:moveTo>
                  <a:lnTo>
                    <a:pt x="111" y="1"/>
                  </a:lnTo>
                  <a:lnTo>
                    <a:pt x="95" y="1"/>
                  </a:lnTo>
                  <a:cubicBezTo>
                    <a:pt x="79" y="16"/>
                    <a:pt x="47" y="16"/>
                    <a:pt x="32" y="16"/>
                  </a:cubicBezTo>
                  <a:cubicBezTo>
                    <a:pt x="16" y="32"/>
                    <a:pt x="16" y="32"/>
                    <a:pt x="1" y="32"/>
                  </a:cubicBezTo>
                  <a:lnTo>
                    <a:pt x="1" y="64"/>
                  </a:lnTo>
                  <a:cubicBezTo>
                    <a:pt x="1" y="79"/>
                    <a:pt x="16" y="95"/>
                    <a:pt x="32" y="95"/>
                  </a:cubicBezTo>
                  <a:lnTo>
                    <a:pt x="47" y="95"/>
                  </a:lnTo>
                  <a:lnTo>
                    <a:pt x="47" y="95"/>
                  </a:lnTo>
                  <a:cubicBezTo>
                    <a:pt x="64" y="79"/>
                    <a:pt x="79" y="79"/>
                    <a:pt x="95" y="79"/>
                  </a:cubicBezTo>
                  <a:lnTo>
                    <a:pt x="127" y="79"/>
                  </a:lnTo>
                  <a:cubicBezTo>
                    <a:pt x="142" y="79"/>
                    <a:pt x="158" y="79"/>
                    <a:pt x="190" y="95"/>
                  </a:cubicBezTo>
                  <a:cubicBezTo>
                    <a:pt x="190" y="110"/>
                    <a:pt x="190" y="110"/>
                    <a:pt x="205" y="110"/>
                  </a:cubicBezTo>
                  <a:lnTo>
                    <a:pt x="205" y="110"/>
                  </a:lnTo>
                  <a:cubicBezTo>
                    <a:pt x="221" y="110"/>
                    <a:pt x="221" y="110"/>
                    <a:pt x="237" y="95"/>
                  </a:cubicBezTo>
                  <a:cubicBezTo>
                    <a:pt x="253" y="95"/>
                    <a:pt x="253" y="64"/>
                    <a:pt x="237" y="47"/>
                  </a:cubicBezTo>
                  <a:cubicBezTo>
                    <a:pt x="221" y="32"/>
                    <a:pt x="205" y="32"/>
                    <a:pt x="190" y="16"/>
                  </a:cubicBezTo>
                  <a:cubicBezTo>
                    <a:pt x="174"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45" name="Google Shape;4445;p46"/>
            <p:cNvSpPr/>
            <p:nvPr/>
          </p:nvSpPr>
          <p:spPr>
            <a:xfrm>
              <a:off x="3271701" y="1800276"/>
              <a:ext cx="3562" cy="3053"/>
            </a:xfrm>
            <a:custGeom>
              <a:avLst/>
              <a:gdLst/>
              <a:ahLst/>
              <a:cxnLst/>
              <a:rect l="l" t="t" r="r" b="b"/>
              <a:pathLst>
                <a:path w="112" h="96" extrusionOk="0">
                  <a:moveTo>
                    <a:pt x="63" y="1"/>
                  </a:moveTo>
                  <a:lnTo>
                    <a:pt x="63" y="1"/>
                  </a:lnTo>
                  <a:cubicBezTo>
                    <a:pt x="63" y="1"/>
                    <a:pt x="48" y="1"/>
                    <a:pt x="48" y="16"/>
                  </a:cubicBezTo>
                  <a:lnTo>
                    <a:pt x="17" y="48"/>
                  </a:lnTo>
                  <a:cubicBezTo>
                    <a:pt x="0" y="64"/>
                    <a:pt x="0" y="79"/>
                    <a:pt x="17" y="95"/>
                  </a:cubicBezTo>
                  <a:lnTo>
                    <a:pt x="48" y="95"/>
                  </a:lnTo>
                  <a:cubicBezTo>
                    <a:pt x="48" y="95"/>
                    <a:pt x="63" y="95"/>
                    <a:pt x="63" y="79"/>
                  </a:cubicBezTo>
                  <a:lnTo>
                    <a:pt x="95" y="48"/>
                  </a:lnTo>
                  <a:cubicBezTo>
                    <a:pt x="111"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46" name="Google Shape;4446;p46"/>
            <p:cNvSpPr/>
            <p:nvPr/>
          </p:nvSpPr>
          <p:spPr>
            <a:xfrm>
              <a:off x="3390965" y="1803774"/>
              <a:ext cx="3021" cy="4039"/>
            </a:xfrm>
            <a:custGeom>
              <a:avLst/>
              <a:gdLst/>
              <a:ahLst/>
              <a:cxnLst/>
              <a:rect l="l" t="t" r="r" b="b"/>
              <a:pathLst>
                <a:path w="95" h="127" extrusionOk="0">
                  <a:moveTo>
                    <a:pt x="48" y="1"/>
                  </a:moveTo>
                  <a:lnTo>
                    <a:pt x="48" y="1"/>
                  </a:lnTo>
                  <a:lnTo>
                    <a:pt x="32" y="1"/>
                  </a:lnTo>
                  <a:lnTo>
                    <a:pt x="32" y="1"/>
                  </a:lnTo>
                  <a:lnTo>
                    <a:pt x="17" y="17"/>
                  </a:lnTo>
                  <a:cubicBezTo>
                    <a:pt x="17" y="17"/>
                    <a:pt x="0" y="17"/>
                    <a:pt x="0" y="32"/>
                  </a:cubicBezTo>
                  <a:lnTo>
                    <a:pt x="17" y="32"/>
                  </a:lnTo>
                  <a:cubicBezTo>
                    <a:pt x="32" y="48"/>
                    <a:pt x="48" y="64"/>
                    <a:pt x="32" y="80"/>
                  </a:cubicBezTo>
                  <a:cubicBezTo>
                    <a:pt x="32" y="95"/>
                    <a:pt x="17" y="95"/>
                    <a:pt x="0" y="95"/>
                  </a:cubicBezTo>
                  <a:lnTo>
                    <a:pt x="0" y="95"/>
                  </a:lnTo>
                  <a:cubicBezTo>
                    <a:pt x="0" y="111"/>
                    <a:pt x="0" y="111"/>
                    <a:pt x="17" y="127"/>
                  </a:cubicBezTo>
                  <a:lnTo>
                    <a:pt x="32" y="127"/>
                  </a:lnTo>
                  <a:lnTo>
                    <a:pt x="48" y="127"/>
                  </a:lnTo>
                  <a:cubicBezTo>
                    <a:pt x="63" y="127"/>
                    <a:pt x="63" y="111"/>
                    <a:pt x="63" y="95"/>
                  </a:cubicBezTo>
                  <a:lnTo>
                    <a:pt x="63" y="80"/>
                  </a:lnTo>
                  <a:lnTo>
                    <a:pt x="63" y="64"/>
                  </a:lnTo>
                  <a:lnTo>
                    <a:pt x="80" y="64"/>
                  </a:lnTo>
                  <a:lnTo>
                    <a:pt x="80" y="48"/>
                  </a:lnTo>
                  <a:cubicBezTo>
                    <a:pt x="95" y="32"/>
                    <a:pt x="95" y="17"/>
                    <a:pt x="80"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47" name="Google Shape;4447;p46"/>
            <p:cNvSpPr/>
            <p:nvPr/>
          </p:nvSpPr>
          <p:spPr>
            <a:xfrm>
              <a:off x="3454095" y="1797763"/>
              <a:ext cx="3562" cy="5565"/>
            </a:xfrm>
            <a:custGeom>
              <a:avLst/>
              <a:gdLst/>
              <a:ahLst/>
              <a:cxnLst/>
              <a:rect l="l" t="t" r="r" b="b"/>
              <a:pathLst>
                <a:path w="112" h="175" extrusionOk="0">
                  <a:moveTo>
                    <a:pt x="64" y="0"/>
                  </a:moveTo>
                  <a:lnTo>
                    <a:pt x="64" y="0"/>
                  </a:lnTo>
                  <a:cubicBezTo>
                    <a:pt x="48" y="0"/>
                    <a:pt x="48" y="0"/>
                    <a:pt x="32" y="17"/>
                  </a:cubicBezTo>
                  <a:lnTo>
                    <a:pt x="1" y="127"/>
                  </a:lnTo>
                  <a:cubicBezTo>
                    <a:pt x="1" y="143"/>
                    <a:pt x="1" y="158"/>
                    <a:pt x="17" y="158"/>
                  </a:cubicBezTo>
                  <a:cubicBezTo>
                    <a:pt x="17" y="174"/>
                    <a:pt x="32" y="174"/>
                    <a:pt x="32" y="174"/>
                  </a:cubicBezTo>
                  <a:lnTo>
                    <a:pt x="48" y="174"/>
                  </a:lnTo>
                  <a:lnTo>
                    <a:pt x="64" y="174"/>
                  </a:lnTo>
                  <a:lnTo>
                    <a:pt x="80" y="174"/>
                  </a:lnTo>
                  <a:lnTo>
                    <a:pt x="80" y="174"/>
                  </a:lnTo>
                  <a:lnTo>
                    <a:pt x="80" y="174"/>
                  </a:lnTo>
                  <a:lnTo>
                    <a:pt x="80" y="174"/>
                  </a:lnTo>
                  <a:lnTo>
                    <a:pt x="80" y="174"/>
                  </a:lnTo>
                  <a:cubicBezTo>
                    <a:pt x="111" y="174"/>
                    <a:pt x="111" y="158"/>
                    <a:pt x="111" y="127"/>
                  </a:cubicBezTo>
                  <a:cubicBezTo>
                    <a:pt x="111" y="111"/>
                    <a:pt x="95" y="111"/>
                    <a:pt x="80" y="95"/>
                  </a:cubicBezTo>
                  <a:lnTo>
                    <a:pt x="111" y="32"/>
                  </a:ln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48" name="Google Shape;4448;p46"/>
            <p:cNvSpPr/>
            <p:nvPr/>
          </p:nvSpPr>
          <p:spPr>
            <a:xfrm>
              <a:off x="3196549" y="1810803"/>
              <a:ext cx="3562" cy="3021"/>
            </a:xfrm>
            <a:custGeom>
              <a:avLst/>
              <a:gdLst/>
              <a:ahLst/>
              <a:cxnLst/>
              <a:rect l="l" t="t" r="r" b="b"/>
              <a:pathLst>
                <a:path w="112" h="95" extrusionOk="0">
                  <a:moveTo>
                    <a:pt x="32" y="0"/>
                  </a:moveTo>
                  <a:lnTo>
                    <a:pt x="32" y="0"/>
                  </a:lnTo>
                  <a:cubicBezTo>
                    <a:pt x="17" y="0"/>
                    <a:pt x="17" y="17"/>
                    <a:pt x="0" y="17"/>
                  </a:cubicBezTo>
                  <a:cubicBezTo>
                    <a:pt x="0" y="32"/>
                    <a:pt x="0" y="48"/>
                    <a:pt x="17" y="63"/>
                  </a:cubicBezTo>
                  <a:lnTo>
                    <a:pt x="48" y="95"/>
                  </a:lnTo>
                  <a:lnTo>
                    <a:pt x="63" y="95"/>
                  </a:lnTo>
                  <a:lnTo>
                    <a:pt x="95" y="95"/>
                  </a:lnTo>
                  <a:cubicBezTo>
                    <a:pt x="111" y="80"/>
                    <a:pt x="95" y="48"/>
                    <a:pt x="95" y="48"/>
                  </a:cubicBezTo>
                  <a:lnTo>
                    <a:pt x="48"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49" name="Google Shape;4449;p46"/>
            <p:cNvSpPr/>
            <p:nvPr/>
          </p:nvSpPr>
          <p:spPr>
            <a:xfrm>
              <a:off x="3434059" y="1752666"/>
              <a:ext cx="4039" cy="3562"/>
            </a:xfrm>
            <a:custGeom>
              <a:avLst/>
              <a:gdLst/>
              <a:ahLst/>
              <a:cxnLst/>
              <a:rect l="l" t="t" r="r" b="b"/>
              <a:pathLst>
                <a:path w="127" h="112" extrusionOk="0">
                  <a:moveTo>
                    <a:pt x="17" y="0"/>
                  </a:moveTo>
                  <a:lnTo>
                    <a:pt x="0" y="17"/>
                  </a:lnTo>
                  <a:lnTo>
                    <a:pt x="0" y="17"/>
                  </a:lnTo>
                  <a:lnTo>
                    <a:pt x="0" y="17"/>
                  </a:lnTo>
                  <a:cubicBezTo>
                    <a:pt x="0" y="48"/>
                    <a:pt x="0" y="80"/>
                    <a:pt x="32" y="95"/>
                  </a:cubicBezTo>
                  <a:cubicBezTo>
                    <a:pt x="32" y="95"/>
                    <a:pt x="48" y="111"/>
                    <a:pt x="63" y="111"/>
                  </a:cubicBezTo>
                  <a:lnTo>
                    <a:pt x="63" y="111"/>
                  </a:lnTo>
                  <a:lnTo>
                    <a:pt x="95" y="111"/>
                  </a:lnTo>
                  <a:cubicBezTo>
                    <a:pt x="111" y="111"/>
                    <a:pt x="126" y="80"/>
                    <a:pt x="111" y="64"/>
                  </a:cubicBezTo>
                  <a:cubicBezTo>
                    <a:pt x="111" y="48"/>
                    <a:pt x="111" y="48"/>
                    <a:pt x="95" y="48"/>
                  </a:cubicBezTo>
                  <a:lnTo>
                    <a:pt x="63" y="48"/>
                  </a:lnTo>
                  <a:lnTo>
                    <a:pt x="63" y="48"/>
                  </a:lnTo>
                  <a:cubicBezTo>
                    <a:pt x="63" y="48"/>
                    <a:pt x="48" y="48"/>
                    <a:pt x="48" y="32"/>
                  </a:cubicBezTo>
                  <a:lnTo>
                    <a:pt x="1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50" name="Google Shape;4450;p46"/>
            <p:cNvSpPr/>
            <p:nvPr/>
          </p:nvSpPr>
          <p:spPr>
            <a:xfrm>
              <a:off x="3397485" y="1797763"/>
              <a:ext cx="4039" cy="3562"/>
            </a:xfrm>
            <a:custGeom>
              <a:avLst/>
              <a:gdLst/>
              <a:ahLst/>
              <a:cxnLst/>
              <a:rect l="l" t="t" r="r" b="b"/>
              <a:pathLst>
                <a:path w="127" h="112" extrusionOk="0">
                  <a:moveTo>
                    <a:pt x="95" y="0"/>
                  </a:moveTo>
                  <a:lnTo>
                    <a:pt x="95" y="0"/>
                  </a:lnTo>
                  <a:cubicBezTo>
                    <a:pt x="79" y="0"/>
                    <a:pt x="79" y="17"/>
                    <a:pt x="64" y="17"/>
                  </a:cubicBezTo>
                  <a:lnTo>
                    <a:pt x="64" y="32"/>
                  </a:lnTo>
                  <a:lnTo>
                    <a:pt x="64" y="32"/>
                  </a:lnTo>
                  <a:lnTo>
                    <a:pt x="47" y="32"/>
                  </a:lnTo>
                  <a:lnTo>
                    <a:pt x="32" y="32"/>
                  </a:lnTo>
                  <a:cubicBezTo>
                    <a:pt x="32" y="32"/>
                    <a:pt x="16" y="32"/>
                    <a:pt x="16" y="48"/>
                  </a:cubicBezTo>
                  <a:cubicBezTo>
                    <a:pt x="1" y="64"/>
                    <a:pt x="16" y="80"/>
                    <a:pt x="32" y="95"/>
                  </a:cubicBezTo>
                  <a:lnTo>
                    <a:pt x="32" y="95"/>
                  </a:lnTo>
                  <a:lnTo>
                    <a:pt x="47" y="111"/>
                  </a:lnTo>
                  <a:lnTo>
                    <a:pt x="64" y="111"/>
                  </a:lnTo>
                  <a:lnTo>
                    <a:pt x="64" y="111"/>
                  </a:lnTo>
                  <a:lnTo>
                    <a:pt x="64" y="111"/>
                  </a:lnTo>
                  <a:cubicBezTo>
                    <a:pt x="79" y="111"/>
                    <a:pt x="79" y="111"/>
                    <a:pt x="95" y="95"/>
                  </a:cubicBezTo>
                  <a:lnTo>
                    <a:pt x="95" y="95"/>
                  </a:lnTo>
                  <a:lnTo>
                    <a:pt x="127" y="64"/>
                  </a:lnTo>
                  <a:lnTo>
                    <a:pt x="127" y="64"/>
                  </a:lnTo>
                  <a:lnTo>
                    <a:pt x="127" y="17"/>
                  </a:lnTo>
                  <a:lnTo>
                    <a:pt x="110" y="17"/>
                  </a:lnTo>
                  <a:cubicBezTo>
                    <a:pt x="110"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51" name="Google Shape;4451;p46"/>
            <p:cNvSpPr/>
            <p:nvPr/>
          </p:nvSpPr>
          <p:spPr>
            <a:xfrm>
              <a:off x="3058235" y="1825814"/>
              <a:ext cx="3053" cy="4039"/>
            </a:xfrm>
            <a:custGeom>
              <a:avLst/>
              <a:gdLst/>
              <a:ahLst/>
              <a:cxnLst/>
              <a:rect l="l" t="t" r="r" b="b"/>
              <a:pathLst>
                <a:path w="96" h="127" extrusionOk="0">
                  <a:moveTo>
                    <a:pt x="17" y="1"/>
                  </a:moveTo>
                  <a:cubicBezTo>
                    <a:pt x="1" y="1"/>
                    <a:pt x="1" y="17"/>
                    <a:pt x="1" y="17"/>
                  </a:cubicBezTo>
                  <a:lnTo>
                    <a:pt x="1" y="32"/>
                  </a:lnTo>
                  <a:lnTo>
                    <a:pt x="1" y="49"/>
                  </a:lnTo>
                  <a:lnTo>
                    <a:pt x="1" y="80"/>
                  </a:lnTo>
                  <a:cubicBezTo>
                    <a:pt x="1" y="95"/>
                    <a:pt x="1" y="112"/>
                    <a:pt x="17" y="112"/>
                  </a:cubicBezTo>
                  <a:lnTo>
                    <a:pt x="48" y="127"/>
                  </a:lnTo>
                  <a:lnTo>
                    <a:pt x="48" y="127"/>
                  </a:lnTo>
                  <a:lnTo>
                    <a:pt x="64" y="127"/>
                  </a:lnTo>
                  <a:cubicBezTo>
                    <a:pt x="64" y="127"/>
                    <a:pt x="80" y="127"/>
                    <a:pt x="95" y="112"/>
                  </a:cubicBezTo>
                  <a:cubicBezTo>
                    <a:pt x="95" y="95"/>
                    <a:pt x="95" y="80"/>
                    <a:pt x="80" y="64"/>
                  </a:cubicBezTo>
                  <a:lnTo>
                    <a:pt x="80" y="64"/>
                  </a:lnTo>
                  <a:lnTo>
                    <a:pt x="64" y="64"/>
                  </a:lnTo>
                  <a:lnTo>
                    <a:pt x="64" y="64"/>
                  </a:lnTo>
                  <a:lnTo>
                    <a:pt x="64" y="32"/>
                  </a:lnTo>
                  <a:lnTo>
                    <a:pt x="64" y="1"/>
                  </a:lnTo>
                  <a:lnTo>
                    <a:pt x="32"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52" name="Google Shape;4452;p46"/>
            <p:cNvSpPr/>
            <p:nvPr/>
          </p:nvSpPr>
          <p:spPr>
            <a:xfrm>
              <a:off x="3366922" y="1793279"/>
              <a:ext cx="5534" cy="4039"/>
            </a:xfrm>
            <a:custGeom>
              <a:avLst/>
              <a:gdLst/>
              <a:ahLst/>
              <a:cxnLst/>
              <a:rect l="l" t="t" r="r" b="b"/>
              <a:pathLst>
                <a:path w="174" h="127" extrusionOk="0">
                  <a:moveTo>
                    <a:pt x="32" y="0"/>
                  </a:moveTo>
                  <a:lnTo>
                    <a:pt x="32" y="0"/>
                  </a:lnTo>
                  <a:cubicBezTo>
                    <a:pt x="16" y="0"/>
                    <a:pt x="0" y="15"/>
                    <a:pt x="0" y="32"/>
                  </a:cubicBezTo>
                  <a:lnTo>
                    <a:pt x="0" y="95"/>
                  </a:lnTo>
                  <a:cubicBezTo>
                    <a:pt x="0" y="110"/>
                    <a:pt x="16" y="126"/>
                    <a:pt x="32" y="126"/>
                  </a:cubicBezTo>
                  <a:lnTo>
                    <a:pt x="48" y="126"/>
                  </a:lnTo>
                  <a:lnTo>
                    <a:pt x="142" y="110"/>
                  </a:lnTo>
                  <a:cubicBezTo>
                    <a:pt x="158" y="110"/>
                    <a:pt x="174" y="95"/>
                    <a:pt x="174" y="78"/>
                  </a:cubicBezTo>
                  <a:cubicBezTo>
                    <a:pt x="174" y="47"/>
                    <a:pt x="158" y="47"/>
                    <a:pt x="142" y="47"/>
                  </a:cubicBezTo>
                  <a:lnTo>
                    <a:pt x="142" y="47"/>
                  </a:lnTo>
                  <a:lnTo>
                    <a:pt x="63" y="47"/>
                  </a:lnTo>
                  <a:lnTo>
                    <a:pt x="63" y="32"/>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53" name="Google Shape;4453;p46"/>
            <p:cNvSpPr/>
            <p:nvPr/>
          </p:nvSpPr>
          <p:spPr>
            <a:xfrm>
              <a:off x="3356872" y="1800785"/>
              <a:ext cx="2576" cy="3530"/>
            </a:xfrm>
            <a:custGeom>
              <a:avLst/>
              <a:gdLst/>
              <a:ahLst/>
              <a:cxnLst/>
              <a:rect l="l" t="t" r="r" b="b"/>
              <a:pathLst>
                <a:path w="81" h="111" extrusionOk="0">
                  <a:moveTo>
                    <a:pt x="32" y="0"/>
                  </a:moveTo>
                  <a:lnTo>
                    <a:pt x="32" y="0"/>
                  </a:lnTo>
                  <a:lnTo>
                    <a:pt x="32" y="0"/>
                  </a:lnTo>
                  <a:lnTo>
                    <a:pt x="32" y="16"/>
                  </a:lnTo>
                  <a:cubicBezTo>
                    <a:pt x="32" y="16"/>
                    <a:pt x="32" y="32"/>
                    <a:pt x="17" y="32"/>
                  </a:cubicBezTo>
                  <a:lnTo>
                    <a:pt x="17" y="48"/>
                  </a:lnTo>
                  <a:cubicBezTo>
                    <a:pt x="32" y="63"/>
                    <a:pt x="32" y="79"/>
                    <a:pt x="17" y="95"/>
                  </a:cubicBezTo>
                  <a:lnTo>
                    <a:pt x="1" y="111"/>
                  </a:lnTo>
                  <a:lnTo>
                    <a:pt x="1" y="111"/>
                  </a:lnTo>
                  <a:lnTo>
                    <a:pt x="17" y="111"/>
                  </a:lnTo>
                  <a:lnTo>
                    <a:pt x="32" y="111"/>
                  </a:lnTo>
                  <a:cubicBezTo>
                    <a:pt x="49" y="111"/>
                    <a:pt x="49" y="111"/>
                    <a:pt x="64" y="95"/>
                  </a:cubicBezTo>
                  <a:lnTo>
                    <a:pt x="64" y="95"/>
                  </a:lnTo>
                  <a:lnTo>
                    <a:pt x="64" y="48"/>
                  </a:lnTo>
                  <a:cubicBezTo>
                    <a:pt x="80" y="32"/>
                    <a:pt x="64" y="32"/>
                    <a:pt x="64" y="16"/>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54" name="Google Shape;4454;p46"/>
            <p:cNvSpPr/>
            <p:nvPr/>
          </p:nvSpPr>
          <p:spPr>
            <a:xfrm>
              <a:off x="3313301" y="1804792"/>
              <a:ext cx="4039" cy="2544"/>
            </a:xfrm>
            <a:custGeom>
              <a:avLst/>
              <a:gdLst/>
              <a:ahLst/>
              <a:cxnLst/>
              <a:rect l="l" t="t" r="r" b="b"/>
              <a:pathLst>
                <a:path w="127" h="80" extrusionOk="0">
                  <a:moveTo>
                    <a:pt x="47" y="0"/>
                  </a:moveTo>
                  <a:lnTo>
                    <a:pt x="47" y="0"/>
                  </a:lnTo>
                  <a:cubicBezTo>
                    <a:pt x="32" y="0"/>
                    <a:pt x="16" y="16"/>
                    <a:pt x="16" y="32"/>
                  </a:cubicBezTo>
                  <a:cubicBezTo>
                    <a:pt x="1" y="48"/>
                    <a:pt x="16" y="63"/>
                    <a:pt x="32" y="63"/>
                  </a:cubicBezTo>
                  <a:lnTo>
                    <a:pt x="79" y="79"/>
                  </a:lnTo>
                  <a:lnTo>
                    <a:pt x="95" y="79"/>
                  </a:lnTo>
                  <a:cubicBezTo>
                    <a:pt x="110" y="79"/>
                    <a:pt x="127" y="63"/>
                    <a:pt x="127" y="48"/>
                  </a:cubicBezTo>
                  <a:cubicBezTo>
                    <a:pt x="127" y="32"/>
                    <a:pt x="110" y="16"/>
                    <a:pt x="95"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55" name="Google Shape;4455;p46"/>
            <p:cNvSpPr/>
            <p:nvPr/>
          </p:nvSpPr>
          <p:spPr>
            <a:xfrm>
              <a:off x="3422037" y="1790258"/>
              <a:ext cx="6551" cy="6042"/>
            </a:xfrm>
            <a:custGeom>
              <a:avLst/>
              <a:gdLst/>
              <a:ahLst/>
              <a:cxnLst/>
              <a:rect l="l" t="t" r="r" b="b"/>
              <a:pathLst>
                <a:path w="206" h="190" extrusionOk="0">
                  <a:moveTo>
                    <a:pt x="32" y="1"/>
                  </a:moveTo>
                  <a:lnTo>
                    <a:pt x="32" y="1"/>
                  </a:lnTo>
                  <a:lnTo>
                    <a:pt x="17" y="1"/>
                  </a:lnTo>
                  <a:cubicBezTo>
                    <a:pt x="0" y="1"/>
                    <a:pt x="0" y="16"/>
                    <a:pt x="0" y="16"/>
                  </a:cubicBezTo>
                  <a:cubicBezTo>
                    <a:pt x="0" y="32"/>
                    <a:pt x="0" y="64"/>
                    <a:pt x="17" y="64"/>
                  </a:cubicBezTo>
                  <a:lnTo>
                    <a:pt x="32" y="64"/>
                  </a:lnTo>
                  <a:lnTo>
                    <a:pt x="95" y="95"/>
                  </a:lnTo>
                  <a:lnTo>
                    <a:pt x="95" y="95"/>
                  </a:lnTo>
                  <a:lnTo>
                    <a:pt x="111" y="127"/>
                  </a:lnTo>
                  <a:lnTo>
                    <a:pt x="126" y="142"/>
                  </a:lnTo>
                  <a:lnTo>
                    <a:pt x="143" y="158"/>
                  </a:lnTo>
                  <a:lnTo>
                    <a:pt x="143" y="158"/>
                  </a:lnTo>
                  <a:cubicBezTo>
                    <a:pt x="143" y="173"/>
                    <a:pt x="158" y="190"/>
                    <a:pt x="174" y="190"/>
                  </a:cubicBezTo>
                  <a:lnTo>
                    <a:pt x="189" y="173"/>
                  </a:lnTo>
                  <a:cubicBezTo>
                    <a:pt x="189" y="173"/>
                    <a:pt x="206" y="158"/>
                    <a:pt x="206" y="142"/>
                  </a:cubicBezTo>
                  <a:lnTo>
                    <a:pt x="206" y="142"/>
                  </a:lnTo>
                  <a:lnTo>
                    <a:pt x="158" y="47"/>
                  </a:lnTo>
                  <a:lnTo>
                    <a:pt x="143" y="32"/>
                  </a:lnTo>
                  <a:lnTo>
                    <a:pt x="95" y="16"/>
                  </a:lnTo>
                  <a:lnTo>
                    <a:pt x="48"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56" name="Google Shape;4456;p46"/>
            <p:cNvSpPr/>
            <p:nvPr/>
          </p:nvSpPr>
          <p:spPr>
            <a:xfrm>
              <a:off x="3401492" y="1786727"/>
              <a:ext cx="8046" cy="5057"/>
            </a:xfrm>
            <a:custGeom>
              <a:avLst/>
              <a:gdLst/>
              <a:ahLst/>
              <a:cxnLst/>
              <a:rect l="l" t="t" r="r" b="b"/>
              <a:pathLst>
                <a:path w="253" h="159" extrusionOk="0">
                  <a:moveTo>
                    <a:pt x="142" y="1"/>
                  </a:moveTo>
                  <a:lnTo>
                    <a:pt x="127" y="1"/>
                  </a:lnTo>
                  <a:cubicBezTo>
                    <a:pt x="127" y="1"/>
                    <a:pt x="110" y="1"/>
                    <a:pt x="110" y="17"/>
                  </a:cubicBezTo>
                  <a:lnTo>
                    <a:pt x="95" y="17"/>
                  </a:lnTo>
                  <a:lnTo>
                    <a:pt x="95" y="32"/>
                  </a:lnTo>
                  <a:lnTo>
                    <a:pt x="16" y="80"/>
                  </a:lnTo>
                  <a:lnTo>
                    <a:pt x="16" y="95"/>
                  </a:lnTo>
                  <a:cubicBezTo>
                    <a:pt x="1" y="95"/>
                    <a:pt x="1" y="127"/>
                    <a:pt x="1" y="143"/>
                  </a:cubicBezTo>
                  <a:cubicBezTo>
                    <a:pt x="16" y="143"/>
                    <a:pt x="32" y="158"/>
                    <a:pt x="32" y="158"/>
                  </a:cubicBezTo>
                  <a:cubicBezTo>
                    <a:pt x="47" y="158"/>
                    <a:pt x="47" y="143"/>
                    <a:pt x="64" y="143"/>
                  </a:cubicBezTo>
                  <a:lnTo>
                    <a:pt x="110" y="95"/>
                  </a:lnTo>
                  <a:lnTo>
                    <a:pt x="142" y="64"/>
                  </a:lnTo>
                  <a:lnTo>
                    <a:pt x="173" y="80"/>
                  </a:lnTo>
                  <a:lnTo>
                    <a:pt x="205" y="80"/>
                  </a:lnTo>
                  <a:lnTo>
                    <a:pt x="221" y="80"/>
                  </a:lnTo>
                  <a:lnTo>
                    <a:pt x="237" y="80"/>
                  </a:lnTo>
                  <a:cubicBezTo>
                    <a:pt x="237" y="64"/>
                    <a:pt x="253" y="64"/>
                    <a:pt x="253" y="49"/>
                  </a:cubicBezTo>
                  <a:cubicBezTo>
                    <a:pt x="253" y="32"/>
                    <a:pt x="237" y="17"/>
                    <a:pt x="221" y="17"/>
                  </a:cubicBezTo>
                  <a:lnTo>
                    <a:pt x="205" y="1"/>
                  </a:lnTo>
                  <a:lnTo>
                    <a:pt x="173" y="1"/>
                  </a:lnTo>
                  <a:lnTo>
                    <a:pt x="14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57" name="Google Shape;4457;p46"/>
            <p:cNvSpPr/>
            <p:nvPr/>
          </p:nvSpPr>
          <p:spPr>
            <a:xfrm>
              <a:off x="3287253" y="1813792"/>
              <a:ext cx="5057" cy="3562"/>
            </a:xfrm>
            <a:custGeom>
              <a:avLst/>
              <a:gdLst/>
              <a:ahLst/>
              <a:cxnLst/>
              <a:rect l="l" t="t" r="r" b="b"/>
              <a:pathLst>
                <a:path w="159" h="112" extrusionOk="0">
                  <a:moveTo>
                    <a:pt x="158" y="1"/>
                  </a:moveTo>
                  <a:lnTo>
                    <a:pt x="142" y="1"/>
                  </a:lnTo>
                  <a:lnTo>
                    <a:pt x="127" y="17"/>
                  </a:lnTo>
                  <a:cubicBezTo>
                    <a:pt x="127" y="17"/>
                    <a:pt x="142" y="32"/>
                    <a:pt x="142" y="49"/>
                  </a:cubicBezTo>
                  <a:cubicBezTo>
                    <a:pt x="142" y="64"/>
                    <a:pt x="127" y="64"/>
                    <a:pt x="110" y="80"/>
                  </a:cubicBezTo>
                  <a:lnTo>
                    <a:pt x="95" y="95"/>
                  </a:lnTo>
                  <a:lnTo>
                    <a:pt x="79" y="95"/>
                  </a:lnTo>
                  <a:cubicBezTo>
                    <a:pt x="64" y="95"/>
                    <a:pt x="47" y="95"/>
                    <a:pt x="47" y="80"/>
                  </a:cubicBezTo>
                  <a:lnTo>
                    <a:pt x="32" y="49"/>
                  </a:lnTo>
                  <a:lnTo>
                    <a:pt x="32" y="49"/>
                  </a:lnTo>
                  <a:cubicBezTo>
                    <a:pt x="1" y="64"/>
                    <a:pt x="1" y="80"/>
                    <a:pt x="1" y="95"/>
                  </a:cubicBezTo>
                  <a:cubicBezTo>
                    <a:pt x="16" y="112"/>
                    <a:pt x="32" y="112"/>
                    <a:pt x="32" y="112"/>
                  </a:cubicBezTo>
                  <a:lnTo>
                    <a:pt x="47" y="112"/>
                  </a:lnTo>
                  <a:lnTo>
                    <a:pt x="95" y="95"/>
                  </a:lnTo>
                  <a:lnTo>
                    <a:pt x="95" y="95"/>
                  </a:lnTo>
                  <a:lnTo>
                    <a:pt x="142" y="80"/>
                  </a:lnTo>
                  <a:lnTo>
                    <a:pt x="158" y="64"/>
                  </a:lnTo>
                  <a:lnTo>
                    <a:pt x="158" y="49"/>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58" name="Google Shape;4458;p46"/>
            <p:cNvSpPr/>
            <p:nvPr/>
          </p:nvSpPr>
          <p:spPr>
            <a:xfrm>
              <a:off x="3432055" y="1783261"/>
              <a:ext cx="8555" cy="6042"/>
            </a:xfrm>
            <a:custGeom>
              <a:avLst/>
              <a:gdLst/>
              <a:ahLst/>
              <a:cxnLst/>
              <a:rect l="l" t="t" r="r" b="b"/>
              <a:pathLst>
                <a:path w="269" h="190" extrusionOk="0">
                  <a:moveTo>
                    <a:pt x="48" y="0"/>
                  </a:moveTo>
                  <a:lnTo>
                    <a:pt x="48" y="0"/>
                  </a:lnTo>
                  <a:cubicBezTo>
                    <a:pt x="32" y="0"/>
                    <a:pt x="17" y="15"/>
                    <a:pt x="17" y="15"/>
                  </a:cubicBezTo>
                  <a:lnTo>
                    <a:pt x="17" y="32"/>
                  </a:lnTo>
                  <a:lnTo>
                    <a:pt x="0" y="63"/>
                  </a:lnTo>
                  <a:lnTo>
                    <a:pt x="0" y="63"/>
                  </a:lnTo>
                  <a:lnTo>
                    <a:pt x="0" y="78"/>
                  </a:lnTo>
                  <a:cubicBezTo>
                    <a:pt x="0" y="95"/>
                    <a:pt x="0" y="95"/>
                    <a:pt x="17" y="95"/>
                  </a:cubicBezTo>
                  <a:lnTo>
                    <a:pt x="17" y="95"/>
                  </a:lnTo>
                  <a:cubicBezTo>
                    <a:pt x="17" y="95"/>
                    <a:pt x="17" y="110"/>
                    <a:pt x="32" y="110"/>
                  </a:cubicBezTo>
                  <a:lnTo>
                    <a:pt x="48" y="110"/>
                  </a:lnTo>
                  <a:lnTo>
                    <a:pt x="63" y="110"/>
                  </a:lnTo>
                  <a:lnTo>
                    <a:pt x="80" y="110"/>
                  </a:lnTo>
                  <a:lnTo>
                    <a:pt x="111" y="110"/>
                  </a:lnTo>
                  <a:cubicBezTo>
                    <a:pt x="111" y="126"/>
                    <a:pt x="126" y="126"/>
                    <a:pt x="143" y="141"/>
                  </a:cubicBezTo>
                  <a:cubicBezTo>
                    <a:pt x="143" y="141"/>
                    <a:pt x="158" y="141"/>
                    <a:pt x="158" y="158"/>
                  </a:cubicBezTo>
                  <a:lnTo>
                    <a:pt x="158" y="158"/>
                  </a:lnTo>
                  <a:cubicBezTo>
                    <a:pt x="174" y="173"/>
                    <a:pt x="189" y="189"/>
                    <a:pt x="221" y="189"/>
                  </a:cubicBezTo>
                  <a:lnTo>
                    <a:pt x="221" y="189"/>
                  </a:lnTo>
                  <a:lnTo>
                    <a:pt x="237" y="189"/>
                  </a:lnTo>
                  <a:lnTo>
                    <a:pt x="252" y="189"/>
                  </a:lnTo>
                  <a:cubicBezTo>
                    <a:pt x="252" y="189"/>
                    <a:pt x="252" y="173"/>
                    <a:pt x="269" y="173"/>
                  </a:cubicBezTo>
                  <a:cubicBezTo>
                    <a:pt x="269" y="158"/>
                    <a:pt x="269" y="141"/>
                    <a:pt x="252" y="126"/>
                  </a:cubicBezTo>
                  <a:cubicBezTo>
                    <a:pt x="237" y="126"/>
                    <a:pt x="221" y="110"/>
                    <a:pt x="206" y="95"/>
                  </a:cubicBezTo>
                  <a:cubicBezTo>
                    <a:pt x="174" y="78"/>
                    <a:pt x="126" y="47"/>
                    <a:pt x="80" y="47"/>
                  </a:cubicBezTo>
                  <a:cubicBezTo>
                    <a:pt x="80" y="32"/>
                    <a:pt x="80"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59" name="Google Shape;4459;p46"/>
            <p:cNvSpPr/>
            <p:nvPr/>
          </p:nvSpPr>
          <p:spPr>
            <a:xfrm>
              <a:off x="3157463" y="1813792"/>
              <a:ext cx="3021" cy="2576"/>
            </a:xfrm>
            <a:custGeom>
              <a:avLst/>
              <a:gdLst/>
              <a:ahLst/>
              <a:cxnLst/>
              <a:rect l="l" t="t" r="r" b="b"/>
              <a:pathLst>
                <a:path w="95" h="81" extrusionOk="0">
                  <a:moveTo>
                    <a:pt x="32" y="1"/>
                  </a:moveTo>
                  <a:lnTo>
                    <a:pt x="32" y="1"/>
                  </a:lnTo>
                  <a:lnTo>
                    <a:pt x="17" y="1"/>
                  </a:lnTo>
                  <a:cubicBezTo>
                    <a:pt x="17" y="1"/>
                    <a:pt x="0" y="17"/>
                    <a:pt x="0" y="32"/>
                  </a:cubicBezTo>
                  <a:lnTo>
                    <a:pt x="0" y="32"/>
                  </a:lnTo>
                  <a:cubicBezTo>
                    <a:pt x="0" y="49"/>
                    <a:pt x="0" y="64"/>
                    <a:pt x="17" y="64"/>
                  </a:cubicBezTo>
                  <a:lnTo>
                    <a:pt x="63" y="80"/>
                  </a:lnTo>
                  <a:lnTo>
                    <a:pt x="95" y="32"/>
                  </a:lnTo>
                  <a:lnTo>
                    <a:pt x="95"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60" name="Google Shape;4460;p46"/>
            <p:cNvSpPr/>
            <p:nvPr/>
          </p:nvSpPr>
          <p:spPr>
            <a:xfrm>
              <a:off x="3161979" y="1819803"/>
              <a:ext cx="4039" cy="3053"/>
            </a:xfrm>
            <a:custGeom>
              <a:avLst/>
              <a:gdLst/>
              <a:ahLst/>
              <a:cxnLst/>
              <a:rect l="l" t="t" r="r" b="b"/>
              <a:pathLst>
                <a:path w="127" h="96" extrusionOk="0">
                  <a:moveTo>
                    <a:pt x="79" y="1"/>
                  </a:moveTo>
                  <a:lnTo>
                    <a:pt x="79" y="1"/>
                  </a:lnTo>
                  <a:lnTo>
                    <a:pt x="64" y="1"/>
                  </a:lnTo>
                  <a:lnTo>
                    <a:pt x="32" y="1"/>
                  </a:lnTo>
                  <a:cubicBezTo>
                    <a:pt x="47" y="17"/>
                    <a:pt x="47" y="32"/>
                    <a:pt x="47" y="49"/>
                  </a:cubicBezTo>
                  <a:cubicBezTo>
                    <a:pt x="47" y="64"/>
                    <a:pt x="32" y="64"/>
                    <a:pt x="16" y="64"/>
                  </a:cubicBezTo>
                  <a:lnTo>
                    <a:pt x="1" y="64"/>
                  </a:lnTo>
                  <a:lnTo>
                    <a:pt x="1" y="64"/>
                  </a:lnTo>
                  <a:cubicBezTo>
                    <a:pt x="1" y="80"/>
                    <a:pt x="16" y="80"/>
                    <a:pt x="16" y="80"/>
                  </a:cubicBezTo>
                  <a:lnTo>
                    <a:pt x="32" y="80"/>
                  </a:lnTo>
                  <a:lnTo>
                    <a:pt x="47" y="80"/>
                  </a:lnTo>
                  <a:lnTo>
                    <a:pt x="47" y="80"/>
                  </a:lnTo>
                  <a:cubicBezTo>
                    <a:pt x="64" y="80"/>
                    <a:pt x="64" y="80"/>
                    <a:pt x="64" y="95"/>
                  </a:cubicBezTo>
                  <a:lnTo>
                    <a:pt x="95" y="95"/>
                  </a:lnTo>
                  <a:lnTo>
                    <a:pt x="95" y="95"/>
                  </a:lnTo>
                  <a:cubicBezTo>
                    <a:pt x="110" y="95"/>
                    <a:pt x="127" y="64"/>
                    <a:pt x="127" y="49"/>
                  </a:cubicBezTo>
                  <a:lnTo>
                    <a:pt x="127" y="49"/>
                  </a:lnTo>
                  <a:lnTo>
                    <a:pt x="110"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61" name="Google Shape;4461;p46"/>
            <p:cNvSpPr/>
            <p:nvPr/>
          </p:nvSpPr>
          <p:spPr>
            <a:xfrm>
              <a:off x="3026177" y="1796269"/>
              <a:ext cx="5025" cy="3530"/>
            </a:xfrm>
            <a:custGeom>
              <a:avLst/>
              <a:gdLst/>
              <a:ahLst/>
              <a:cxnLst/>
              <a:rect l="l" t="t" r="r" b="b"/>
              <a:pathLst>
                <a:path w="158" h="111" extrusionOk="0">
                  <a:moveTo>
                    <a:pt x="48" y="1"/>
                  </a:moveTo>
                  <a:lnTo>
                    <a:pt x="32" y="1"/>
                  </a:lnTo>
                  <a:lnTo>
                    <a:pt x="17" y="1"/>
                  </a:lnTo>
                  <a:lnTo>
                    <a:pt x="17" y="16"/>
                  </a:lnTo>
                  <a:cubicBezTo>
                    <a:pt x="0" y="32"/>
                    <a:pt x="17" y="47"/>
                    <a:pt x="17" y="47"/>
                  </a:cubicBezTo>
                  <a:lnTo>
                    <a:pt x="32" y="64"/>
                  </a:lnTo>
                  <a:lnTo>
                    <a:pt x="48" y="64"/>
                  </a:lnTo>
                  <a:cubicBezTo>
                    <a:pt x="48" y="79"/>
                    <a:pt x="48" y="79"/>
                    <a:pt x="63" y="95"/>
                  </a:cubicBezTo>
                  <a:cubicBezTo>
                    <a:pt x="63" y="111"/>
                    <a:pt x="80" y="111"/>
                    <a:pt x="80" y="111"/>
                  </a:cubicBezTo>
                  <a:lnTo>
                    <a:pt x="95" y="111"/>
                  </a:lnTo>
                  <a:lnTo>
                    <a:pt x="95" y="111"/>
                  </a:lnTo>
                  <a:lnTo>
                    <a:pt x="126" y="95"/>
                  </a:lnTo>
                  <a:lnTo>
                    <a:pt x="143" y="95"/>
                  </a:lnTo>
                  <a:cubicBezTo>
                    <a:pt x="143" y="79"/>
                    <a:pt x="158" y="79"/>
                    <a:pt x="158" y="64"/>
                  </a:cubicBezTo>
                  <a:cubicBezTo>
                    <a:pt x="158" y="47"/>
                    <a:pt x="158" y="47"/>
                    <a:pt x="143" y="32"/>
                  </a:cubicBezTo>
                  <a:lnTo>
                    <a:pt x="143" y="32"/>
                  </a:lnTo>
                  <a:lnTo>
                    <a:pt x="126" y="16"/>
                  </a:lnTo>
                  <a:lnTo>
                    <a:pt x="111" y="1"/>
                  </a:lnTo>
                  <a:lnTo>
                    <a:pt x="63"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62" name="Google Shape;4462;p46"/>
            <p:cNvSpPr/>
            <p:nvPr/>
          </p:nvSpPr>
          <p:spPr>
            <a:xfrm>
              <a:off x="3087812" y="1788731"/>
              <a:ext cx="4039" cy="2035"/>
            </a:xfrm>
            <a:custGeom>
              <a:avLst/>
              <a:gdLst/>
              <a:ahLst/>
              <a:cxnLst/>
              <a:rect l="l" t="t" r="r" b="b"/>
              <a:pathLst>
                <a:path w="127" h="64" extrusionOk="0">
                  <a:moveTo>
                    <a:pt x="16" y="1"/>
                  </a:moveTo>
                  <a:lnTo>
                    <a:pt x="16" y="1"/>
                  </a:lnTo>
                  <a:lnTo>
                    <a:pt x="1" y="1"/>
                  </a:lnTo>
                  <a:cubicBezTo>
                    <a:pt x="16" y="1"/>
                    <a:pt x="32" y="17"/>
                    <a:pt x="32" y="32"/>
                  </a:cubicBezTo>
                  <a:cubicBezTo>
                    <a:pt x="47" y="49"/>
                    <a:pt x="32" y="64"/>
                    <a:pt x="16" y="64"/>
                  </a:cubicBezTo>
                  <a:lnTo>
                    <a:pt x="16" y="64"/>
                  </a:lnTo>
                  <a:lnTo>
                    <a:pt x="32" y="64"/>
                  </a:lnTo>
                  <a:lnTo>
                    <a:pt x="95" y="64"/>
                  </a:lnTo>
                  <a:cubicBezTo>
                    <a:pt x="110" y="64"/>
                    <a:pt x="127" y="49"/>
                    <a:pt x="127" y="32"/>
                  </a:cubicBezTo>
                  <a:cubicBezTo>
                    <a:pt x="127" y="17"/>
                    <a:pt x="110" y="17"/>
                    <a:pt x="110" y="1"/>
                  </a:cubicBezTo>
                  <a:lnTo>
                    <a:pt x="95"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63" name="Google Shape;4463;p46"/>
            <p:cNvSpPr/>
            <p:nvPr/>
          </p:nvSpPr>
          <p:spPr>
            <a:xfrm>
              <a:off x="3446081" y="1808290"/>
              <a:ext cx="3562" cy="3530"/>
            </a:xfrm>
            <a:custGeom>
              <a:avLst/>
              <a:gdLst/>
              <a:ahLst/>
              <a:cxnLst/>
              <a:rect l="l" t="t" r="r" b="b"/>
              <a:pathLst>
                <a:path w="112" h="111" extrusionOk="0">
                  <a:moveTo>
                    <a:pt x="48" y="1"/>
                  </a:moveTo>
                  <a:lnTo>
                    <a:pt x="48" y="1"/>
                  </a:lnTo>
                  <a:lnTo>
                    <a:pt x="48" y="1"/>
                  </a:lnTo>
                  <a:cubicBezTo>
                    <a:pt x="32" y="1"/>
                    <a:pt x="32" y="16"/>
                    <a:pt x="17" y="16"/>
                  </a:cubicBezTo>
                  <a:lnTo>
                    <a:pt x="17" y="32"/>
                  </a:lnTo>
                  <a:lnTo>
                    <a:pt x="0" y="64"/>
                  </a:lnTo>
                  <a:lnTo>
                    <a:pt x="0" y="96"/>
                  </a:lnTo>
                  <a:lnTo>
                    <a:pt x="17" y="111"/>
                  </a:lnTo>
                  <a:lnTo>
                    <a:pt x="17" y="111"/>
                  </a:lnTo>
                  <a:lnTo>
                    <a:pt x="32" y="111"/>
                  </a:lnTo>
                  <a:lnTo>
                    <a:pt x="48" y="111"/>
                  </a:lnTo>
                  <a:lnTo>
                    <a:pt x="80" y="96"/>
                  </a:lnTo>
                  <a:lnTo>
                    <a:pt x="95" y="96"/>
                  </a:lnTo>
                  <a:cubicBezTo>
                    <a:pt x="111" y="79"/>
                    <a:pt x="111" y="64"/>
                    <a:pt x="95" y="48"/>
                  </a:cubicBez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64" name="Google Shape;4464;p46"/>
            <p:cNvSpPr/>
            <p:nvPr/>
          </p:nvSpPr>
          <p:spPr>
            <a:xfrm>
              <a:off x="3429034" y="1808290"/>
              <a:ext cx="4580" cy="5534"/>
            </a:xfrm>
            <a:custGeom>
              <a:avLst/>
              <a:gdLst/>
              <a:ahLst/>
              <a:cxnLst/>
              <a:rect l="l" t="t" r="r" b="b"/>
              <a:pathLst>
                <a:path w="144" h="174" extrusionOk="0">
                  <a:moveTo>
                    <a:pt x="127" y="1"/>
                  </a:moveTo>
                  <a:lnTo>
                    <a:pt x="112" y="1"/>
                  </a:lnTo>
                  <a:cubicBezTo>
                    <a:pt x="95" y="1"/>
                    <a:pt x="95" y="16"/>
                    <a:pt x="80" y="32"/>
                  </a:cubicBezTo>
                  <a:lnTo>
                    <a:pt x="80" y="64"/>
                  </a:lnTo>
                  <a:lnTo>
                    <a:pt x="95" y="79"/>
                  </a:lnTo>
                  <a:cubicBezTo>
                    <a:pt x="112" y="79"/>
                    <a:pt x="112" y="111"/>
                    <a:pt x="95" y="127"/>
                  </a:cubicBezTo>
                  <a:lnTo>
                    <a:pt x="80" y="142"/>
                  </a:lnTo>
                  <a:cubicBezTo>
                    <a:pt x="64" y="142"/>
                    <a:pt x="64" y="142"/>
                    <a:pt x="49" y="127"/>
                  </a:cubicBezTo>
                  <a:lnTo>
                    <a:pt x="17" y="111"/>
                  </a:lnTo>
                  <a:lnTo>
                    <a:pt x="17" y="111"/>
                  </a:lnTo>
                  <a:cubicBezTo>
                    <a:pt x="1" y="127"/>
                    <a:pt x="1" y="142"/>
                    <a:pt x="1" y="159"/>
                  </a:cubicBezTo>
                  <a:cubicBezTo>
                    <a:pt x="17" y="174"/>
                    <a:pt x="32" y="174"/>
                    <a:pt x="32" y="174"/>
                  </a:cubicBezTo>
                  <a:lnTo>
                    <a:pt x="49" y="174"/>
                  </a:lnTo>
                  <a:lnTo>
                    <a:pt x="112" y="142"/>
                  </a:lnTo>
                  <a:cubicBezTo>
                    <a:pt x="127" y="142"/>
                    <a:pt x="127" y="142"/>
                    <a:pt x="143" y="127"/>
                  </a:cubicBezTo>
                  <a:lnTo>
                    <a:pt x="143" y="64"/>
                  </a:lnTo>
                  <a:lnTo>
                    <a:pt x="143" y="48"/>
                  </a:lnTo>
                  <a:cubicBezTo>
                    <a:pt x="127" y="32"/>
                    <a:pt x="127" y="16"/>
                    <a:pt x="143" y="16"/>
                  </a:cubicBez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65" name="Google Shape;4465;p46"/>
            <p:cNvSpPr/>
            <p:nvPr/>
          </p:nvSpPr>
          <p:spPr>
            <a:xfrm>
              <a:off x="3084823" y="1788731"/>
              <a:ext cx="4516" cy="2576"/>
            </a:xfrm>
            <a:custGeom>
              <a:avLst/>
              <a:gdLst/>
              <a:ahLst/>
              <a:cxnLst/>
              <a:rect l="l" t="t" r="r" b="b"/>
              <a:pathLst>
                <a:path w="142" h="81" extrusionOk="0">
                  <a:moveTo>
                    <a:pt x="32" y="1"/>
                  </a:moveTo>
                  <a:lnTo>
                    <a:pt x="32" y="1"/>
                  </a:lnTo>
                  <a:lnTo>
                    <a:pt x="15" y="1"/>
                  </a:lnTo>
                  <a:lnTo>
                    <a:pt x="15" y="1"/>
                  </a:lnTo>
                  <a:lnTo>
                    <a:pt x="15" y="17"/>
                  </a:lnTo>
                  <a:cubicBezTo>
                    <a:pt x="15" y="17"/>
                    <a:pt x="15" y="32"/>
                    <a:pt x="0" y="49"/>
                  </a:cubicBezTo>
                  <a:lnTo>
                    <a:pt x="15" y="64"/>
                  </a:lnTo>
                  <a:cubicBezTo>
                    <a:pt x="15" y="64"/>
                    <a:pt x="15" y="80"/>
                    <a:pt x="32" y="80"/>
                  </a:cubicBezTo>
                  <a:lnTo>
                    <a:pt x="47" y="80"/>
                  </a:lnTo>
                  <a:lnTo>
                    <a:pt x="47" y="80"/>
                  </a:lnTo>
                  <a:lnTo>
                    <a:pt x="110" y="64"/>
                  </a:lnTo>
                  <a:lnTo>
                    <a:pt x="110" y="64"/>
                  </a:lnTo>
                  <a:cubicBezTo>
                    <a:pt x="126" y="64"/>
                    <a:pt x="141" y="49"/>
                    <a:pt x="126" y="32"/>
                  </a:cubicBezTo>
                  <a:cubicBezTo>
                    <a:pt x="126" y="17"/>
                    <a:pt x="110" y="1"/>
                    <a:pt x="95" y="1"/>
                  </a:cubicBezTo>
                  <a:lnTo>
                    <a:pt x="95" y="1"/>
                  </a:lnTo>
                  <a:lnTo>
                    <a:pt x="95"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66" name="Google Shape;4466;p46"/>
            <p:cNvSpPr/>
            <p:nvPr/>
          </p:nvSpPr>
          <p:spPr>
            <a:xfrm>
              <a:off x="3115354" y="1812329"/>
              <a:ext cx="3562" cy="5025"/>
            </a:xfrm>
            <a:custGeom>
              <a:avLst/>
              <a:gdLst/>
              <a:ahLst/>
              <a:cxnLst/>
              <a:rect l="l" t="t" r="r" b="b"/>
              <a:pathLst>
                <a:path w="112" h="158" extrusionOk="0">
                  <a:moveTo>
                    <a:pt x="32" y="0"/>
                  </a:moveTo>
                  <a:lnTo>
                    <a:pt x="32" y="0"/>
                  </a:lnTo>
                  <a:cubicBezTo>
                    <a:pt x="17" y="0"/>
                    <a:pt x="17" y="0"/>
                    <a:pt x="1" y="15"/>
                  </a:cubicBezTo>
                  <a:lnTo>
                    <a:pt x="1" y="15"/>
                  </a:lnTo>
                  <a:lnTo>
                    <a:pt x="17" y="15"/>
                  </a:lnTo>
                  <a:lnTo>
                    <a:pt x="17" y="15"/>
                  </a:lnTo>
                  <a:lnTo>
                    <a:pt x="49" y="15"/>
                  </a:lnTo>
                  <a:lnTo>
                    <a:pt x="64" y="15"/>
                  </a:lnTo>
                  <a:cubicBezTo>
                    <a:pt x="95" y="15"/>
                    <a:pt x="95" y="32"/>
                    <a:pt x="95" y="47"/>
                  </a:cubicBezTo>
                  <a:cubicBezTo>
                    <a:pt x="95" y="63"/>
                    <a:pt x="80" y="78"/>
                    <a:pt x="64" y="78"/>
                  </a:cubicBezTo>
                  <a:lnTo>
                    <a:pt x="64" y="78"/>
                  </a:lnTo>
                  <a:cubicBezTo>
                    <a:pt x="64" y="95"/>
                    <a:pt x="49" y="110"/>
                    <a:pt x="32" y="126"/>
                  </a:cubicBezTo>
                  <a:lnTo>
                    <a:pt x="17" y="126"/>
                  </a:lnTo>
                  <a:cubicBezTo>
                    <a:pt x="17" y="141"/>
                    <a:pt x="32" y="158"/>
                    <a:pt x="49" y="158"/>
                  </a:cubicBezTo>
                  <a:lnTo>
                    <a:pt x="64" y="158"/>
                  </a:lnTo>
                  <a:cubicBezTo>
                    <a:pt x="80" y="158"/>
                    <a:pt x="80" y="141"/>
                    <a:pt x="95" y="126"/>
                  </a:cubicBezTo>
                  <a:lnTo>
                    <a:pt x="95" y="110"/>
                  </a:lnTo>
                  <a:lnTo>
                    <a:pt x="95" y="110"/>
                  </a:lnTo>
                  <a:cubicBezTo>
                    <a:pt x="95" y="95"/>
                    <a:pt x="112" y="78"/>
                    <a:pt x="112" y="47"/>
                  </a:cubicBezTo>
                  <a:lnTo>
                    <a:pt x="112" y="47"/>
                  </a:lnTo>
                  <a:cubicBezTo>
                    <a:pt x="95" y="32"/>
                    <a:pt x="80" y="15"/>
                    <a:pt x="64" y="15"/>
                  </a:cubicBez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67" name="Google Shape;4467;p46"/>
            <p:cNvSpPr/>
            <p:nvPr/>
          </p:nvSpPr>
          <p:spPr>
            <a:xfrm>
              <a:off x="3025159" y="1791752"/>
              <a:ext cx="6042" cy="1558"/>
            </a:xfrm>
            <a:custGeom>
              <a:avLst/>
              <a:gdLst/>
              <a:ahLst/>
              <a:cxnLst/>
              <a:rect l="l" t="t" r="r" b="b"/>
              <a:pathLst>
                <a:path w="190" h="49" extrusionOk="0">
                  <a:moveTo>
                    <a:pt x="190" y="0"/>
                  </a:moveTo>
                  <a:cubicBezTo>
                    <a:pt x="127" y="0"/>
                    <a:pt x="64" y="17"/>
                    <a:pt x="1" y="17"/>
                  </a:cubicBezTo>
                  <a:lnTo>
                    <a:pt x="1" y="17"/>
                  </a:lnTo>
                  <a:cubicBezTo>
                    <a:pt x="1" y="32"/>
                    <a:pt x="17" y="48"/>
                    <a:pt x="32" y="48"/>
                  </a:cubicBezTo>
                  <a:lnTo>
                    <a:pt x="32" y="48"/>
                  </a:lnTo>
                  <a:lnTo>
                    <a:pt x="32" y="48"/>
                  </a:lnTo>
                  <a:lnTo>
                    <a:pt x="158" y="17"/>
                  </a:lnTo>
                  <a:cubicBezTo>
                    <a:pt x="175" y="17"/>
                    <a:pt x="190" y="17"/>
                    <a:pt x="19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68" name="Google Shape;4468;p46"/>
            <p:cNvSpPr/>
            <p:nvPr/>
          </p:nvSpPr>
          <p:spPr>
            <a:xfrm>
              <a:off x="3172474" y="1831825"/>
              <a:ext cx="3562" cy="3053"/>
            </a:xfrm>
            <a:custGeom>
              <a:avLst/>
              <a:gdLst/>
              <a:ahLst/>
              <a:cxnLst/>
              <a:rect l="l" t="t" r="r" b="b"/>
              <a:pathLst>
                <a:path w="112" h="96" extrusionOk="0">
                  <a:moveTo>
                    <a:pt x="32" y="1"/>
                  </a:moveTo>
                  <a:lnTo>
                    <a:pt x="17" y="1"/>
                  </a:lnTo>
                  <a:lnTo>
                    <a:pt x="17" y="1"/>
                  </a:lnTo>
                  <a:cubicBezTo>
                    <a:pt x="17" y="17"/>
                    <a:pt x="17" y="32"/>
                    <a:pt x="1" y="32"/>
                  </a:cubicBezTo>
                  <a:lnTo>
                    <a:pt x="1" y="49"/>
                  </a:lnTo>
                  <a:lnTo>
                    <a:pt x="17" y="64"/>
                  </a:lnTo>
                  <a:lnTo>
                    <a:pt x="64" y="80"/>
                  </a:lnTo>
                  <a:cubicBezTo>
                    <a:pt x="64" y="95"/>
                    <a:pt x="64" y="95"/>
                    <a:pt x="80" y="95"/>
                  </a:cubicBezTo>
                  <a:cubicBezTo>
                    <a:pt x="95" y="95"/>
                    <a:pt x="95" y="80"/>
                    <a:pt x="112" y="64"/>
                  </a:cubicBezTo>
                  <a:lnTo>
                    <a:pt x="112" y="64"/>
                  </a:lnTo>
                  <a:lnTo>
                    <a:pt x="112" y="32"/>
                  </a:lnTo>
                  <a:lnTo>
                    <a:pt x="95" y="32"/>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69" name="Google Shape;4469;p46"/>
            <p:cNvSpPr/>
            <p:nvPr/>
          </p:nvSpPr>
          <p:spPr>
            <a:xfrm>
              <a:off x="3316799" y="1815319"/>
              <a:ext cx="3021" cy="4516"/>
            </a:xfrm>
            <a:custGeom>
              <a:avLst/>
              <a:gdLst/>
              <a:ahLst/>
              <a:cxnLst/>
              <a:rect l="l" t="t" r="r" b="b"/>
              <a:pathLst>
                <a:path w="95" h="142" extrusionOk="0">
                  <a:moveTo>
                    <a:pt x="32" y="1"/>
                  </a:moveTo>
                  <a:lnTo>
                    <a:pt x="32" y="16"/>
                  </a:lnTo>
                  <a:lnTo>
                    <a:pt x="0" y="16"/>
                  </a:lnTo>
                  <a:lnTo>
                    <a:pt x="0" y="64"/>
                  </a:lnTo>
                  <a:lnTo>
                    <a:pt x="17" y="79"/>
                  </a:lnTo>
                  <a:lnTo>
                    <a:pt x="17" y="79"/>
                  </a:lnTo>
                  <a:lnTo>
                    <a:pt x="17" y="79"/>
                  </a:lnTo>
                  <a:lnTo>
                    <a:pt x="17" y="79"/>
                  </a:lnTo>
                  <a:lnTo>
                    <a:pt x="17" y="95"/>
                  </a:lnTo>
                  <a:cubicBezTo>
                    <a:pt x="0" y="110"/>
                    <a:pt x="17" y="127"/>
                    <a:pt x="32" y="142"/>
                  </a:cubicBezTo>
                  <a:lnTo>
                    <a:pt x="32" y="142"/>
                  </a:lnTo>
                  <a:lnTo>
                    <a:pt x="48" y="142"/>
                  </a:lnTo>
                  <a:lnTo>
                    <a:pt x="64" y="142"/>
                  </a:lnTo>
                  <a:cubicBezTo>
                    <a:pt x="48" y="127"/>
                    <a:pt x="48" y="127"/>
                    <a:pt x="48" y="110"/>
                  </a:cubicBezTo>
                  <a:cubicBezTo>
                    <a:pt x="48" y="95"/>
                    <a:pt x="64" y="79"/>
                    <a:pt x="80" y="79"/>
                  </a:cubicBezTo>
                  <a:lnTo>
                    <a:pt x="80" y="79"/>
                  </a:lnTo>
                  <a:lnTo>
                    <a:pt x="95" y="79"/>
                  </a:lnTo>
                  <a:cubicBezTo>
                    <a:pt x="95" y="64"/>
                    <a:pt x="80" y="47"/>
                    <a:pt x="80" y="47"/>
                  </a:cubicBezTo>
                  <a:lnTo>
                    <a:pt x="80" y="47"/>
                  </a:lnTo>
                  <a:lnTo>
                    <a:pt x="48" y="16"/>
                  </a:lnTo>
                  <a:lnTo>
                    <a:pt x="3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70" name="Google Shape;4470;p46"/>
            <p:cNvSpPr/>
            <p:nvPr/>
          </p:nvSpPr>
          <p:spPr>
            <a:xfrm>
              <a:off x="3453109" y="1803297"/>
              <a:ext cx="4548" cy="3530"/>
            </a:xfrm>
            <a:custGeom>
              <a:avLst/>
              <a:gdLst/>
              <a:ahLst/>
              <a:cxnLst/>
              <a:rect l="l" t="t" r="r" b="b"/>
              <a:pathLst>
                <a:path w="143" h="111" extrusionOk="0">
                  <a:moveTo>
                    <a:pt x="111" y="0"/>
                  </a:moveTo>
                  <a:lnTo>
                    <a:pt x="111" y="0"/>
                  </a:lnTo>
                  <a:lnTo>
                    <a:pt x="111" y="0"/>
                  </a:lnTo>
                  <a:lnTo>
                    <a:pt x="95" y="0"/>
                  </a:lnTo>
                  <a:lnTo>
                    <a:pt x="63" y="0"/>
                  </a:lnTo>
                  <a:cubicBezTo>
                    <a:pt x="48" y="0"/>
                    <a:pt x="32" y="16"/>
                    <a:pt x="32" y="47"/>
                  </a:cubicBezTo>
                  <a:lnTo>
                    <a:pt x="16" y="47"/>
                  </a:lnTo>
                  <a:cubicBezTo>
                    <a:pt x="0" y="63"/>
                    <a:pt x="0" y="79"/>
                    <a:pt x="16" y="95"/>
                  </a:cubicBezTo>
                  <a:cubicBezTo>
                    <a:pt x="16" y="110"/>
                    <a:pt x="32" y="110"/>
                    <a:pt x="32" y="110"/>
                  </a:cubicBezTo>
                  <a:lnTo>
                    <a:pt x="48" y="110"/>
                  </a:lnTo>
                  <a:lnTo>
                    <a:pt x="126" y="63"/>
                  </a:lnTo>
                  <a:lnTo>
                    <a:pt x="126" y="63"/>
                  </a:lnTo>
                  <a:cubicBezTo>
                    <a:pt x="142" y="63"/>
                    <a:pt x="142" y="47"/>
                    <a:pt x="142" y="32"/>
                  </a:cubicBezTo>
                  <a:lnTo>
                    <a:pt x="142" y="32"/>
                  </a:lnTo>
                  <a:lnTo>
                    <a:pt x="142" y="16"/>
                  </a:lnTo>
                  <a:cubicBezTo>
                    <a:pt x="142" y="16"/>
                    <a:pt x="142" y="0"/>
                    <a:pt x="126" y="0"/>
                  </a:cubicBez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71" name="Google Shape;4471;p46"/>
            <p:cNvSpPr/>
            <p:nvPr/>
          </p:nvSpPr>
          <p:spPr>
            <a:xfrm>
              <a:off x="3295268" y="1818817"/>
              <a:ext cx="2512" cy="4548"/>
            </a:xfrm>
            <a:custGeom>
              <a:avLst/>
              <a:gdLst/>
              <a:ahLst/>
              <a:cxnLst/>
              <a:rect l="l" t="t" r="r" b="b"/>
              <a:pathLst>
                <a:path w="79" h="143" extrusionOk="0">
                  <a:moveTo>
                    <a:pt x="47" y="0"/>
                  </a:moveTo>
                  <a:lnTo>
                    <a:pt x="47" y="0"/>
                  </a:lnTo>
                  <a:cubicBezTo>
                    <a:pt x="32" y="0"/>
                    <a:pt x="32" y="17"/>
                    <a:pt x="32" y="17"/>
                  </a:cubicBezTo>
                  <a:cubicBezTo>
                    <a:pt x="16" y="17"/>
                    <a:pt x="16" y="17"/>
                    <a:pt x="16" y="32"/>
                  </a:cubicBezTo>
                  <a:lnTo>
                    <a:pt x="1" y="80"/>
                  </a:lnTo>
                  <a:lnTo>
                    <a:pt x="1" y="95"/>
                  </a:lnTo>
                  <a:cubicBezTo>
                    <a:pt x="1" y="111"/>
                    <a:pt x="1" y="126"/>
                    <a:pt x="16" y="143"/>
                  </a:cubicBezTo>
                  <a:lnTo>
                    <a:pt x="32" y="143"/>
                  </a:lnTo>
                  <a:cubicBezTo>
                    <a:pt x="47" y="143"/>
                    <a:pt x="47" y="126"/>
                    <a:pt x="64" y="126"/>
                  </a:cubicBezTo>
                  <a:lnTo>
                    <a:pt x="64" y="111"/>
                  </a:lnTo>
                  <a:lnTo>
                    <a:pt x="79" y="63"/>
                  </a:lnTo>
                  <a:lnTo>
                    <a:pt x="79" y="48"/>
                  </a:lnTo>
                  <a:lnTo>
                    <a:pt x="79"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72" name="Google Shape;4472;p46"/>
            <p:cNvSpPr/>
            <p:nvPr/>
          </p:nvSpPr>
          <p:spPr>
            <a:xfrm>
              <a:off x="3429034" y="1803297"/>
              <a:ext cx="3562" cy="5025"/>
            </a:xfrm>
            <a:custGeom>
              <a:avLst/>
              <a:gdLst/>
              <a:ahLst/>
              <a:cxnLst/>
              <a:rect l="l" t="t" r="r" b="b"/>
              <a:pathLst>
                <a:path w="112" h="158" extrusionOk="0">
                  <a:moveTo>
                    <a:pt x="80" y="0"/>
                  </a:moveTo>
                  <a:lnTo>
                    <a:pt x="64" y="0"/>
                  </a:lnTo>
                  <a:lnTo>
                    <a:pt x="49" y="0"/>
                  </a:lnTo>
                  <a:cubicBezTo>
                    <a:pt x="32" y="16"/>
                    <a:pt x="17" y="32"/>
                    <a:pt x="1" y="63"/>
                  </a:cubicBezTo>
                  <a:lnTo>
                    <a:pt x="1" y="79"/>
                  </a:lnTo>
                  <a:cubicBezTo>
                    <a:pt x="1" y="95"/>
                    <a:pt x="17" y="126"/>
                    <a:pt x="32" y="142"/>
                  </a:cubicBezTo>
                  <a:lnTo>
                    <a:pt x="32" y="158"/>
                  </a:lnTo>
                  <a:lnTo>
                    <a:pt x="64" y="158"/>
                  </a:lnTo>
                  <a:cubicBezTo>
                    <a:pt x="64" y="158"/>
                    <a:pt x="80" y="158"/>
                    <a:pt x="80" y="142"/>
                  </a:cubicBezTo>
                  <a:lnTo>
                    <a:pt x="80" y="142"/>
                  </a:lnTo>
                  <a:lnTo>
                    <a:pt x="80" y="126"/>
                  </a:lnTo>
                  <a:lnTo>
                    <a:pt x="80" y="110"/>
                  </a:lnTo>
                  <a:lnTo>
                    <a:pt x="80" y="95"/>
                  </a:lnTo>
                  <a:cubicBezTo>
                    <a:pt x="64" y="95"/>
                    <a:pt x="64" y="79"/>
                    <a:pt x="64" y="79"/>
                  </a:cubicBezTo>
                  <a:cubicBezTo>
                    <a:pt x="64" y="79"/>
                    <a:pt x="80" y="63"/>
                    <a:pt x="95" y="63"/>
                  </a:cubicBezTo>
                  <a:lnTo>
                    <a:pt x="95" y="47"/>
                  </a:lnTo>
                  <a:cubicBezTo>
                    <a:pt x="112" y="47"/>
                    <a:pt x="112" y="32"/>
                    <a:pt x="95" y="16"/>
                  </a:cubicBez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73" name="Google Shape;4473;p46"/>
            <p:cNvSpPr/>
            <p:nvPr/>
          </p:nvSpPr>
          <p:spPr>
            <a:xfrm>
              <a:off x="3230611" y="1802279"/>
              <a:ext cx="4039" cy="3530"/>
            </a:xfrm>
            <a:custGeom>
              <a:avLst/>
              <a:gdLst/>
              <a:ahLst/>
              <a:cxnLst/>
              <a:rect l="l" t="t" r="r" b="b"/>
              <a:pathLst>
                <a:path w="127" h="111" extrusionOk="0">
                  <a:moveTo>
                    <a:pt x="95" y="1"/>
                  </a:moveTo>
                  <a:lnTo>
                    <a:pt x="80" y="1"/>
                  </a:lnTo>
                  <a:lnTo>
                    <a:pt x="64" y="16"/>
                  </a:lnTo>
                  <a:lnTo>
                    <a:pt x="32" y="32"/>
                  </a:lnTo>
                  <a:lnTo>
                    <a:pt x="17" y="48"/>
                  </a:lnTo>
                  <a:cubicBezTo>
                    <a:pt x="17" y="64"/>
                    <a:pt x="1" y="79"/>
                    <a:pt x="17" y="95"/>
                  </a:cubicBezTo>
                  <a:lnTo>
                    <a:pt x="32" y="95"/>
                  </a:lnTo>
                  <a:cubicBezTo>
                    <a:pt x="32" y="111"/>
                    <a:pt x="32" y="111"/>
                    <a:pt x="48" y="111"/>
                  </a:cubicBezTo>
                  <a:cubicBezTo>
                    <a:pt x="48" y="111"/>
                    <a:pt x="64" y="111"/>
                    <a:pt x="64" y="95"/>
                  </a:cubicBezTo>
                  <a:lnTo>
                    <a:pt x="111" y="64"/>
                  </a:lnTo>
                  <a:cubicBezTo>
                    <a:pt x="127" y="48"/>
                    <a:pt x="127" y="32"/>
                    <a:pt x="111" y="16"/>
                  </a:cubicBezTo>
                  <a:cubicBezTo>
                    <a:pt x="111" y="1"/>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74" name="Google Shape;4474;p46"/>
            <p:cNvSpPr/>
            <p:nvPr/>
          </p:nvSpPr>
          <p:spPr>
            <a:xfrm>
              <a:off x="3169007" y="1830839"/>
              <a:ext cx="4039" cy="4039"/>
            </a:xfrm>
            <a:custGeom>
              <a:avLst/>
              <a:gdLst/>
              <a:ahLst/>
              <a:cxnLst/>
              <a:rect l="l" t="t" r="r" b="b"/>
              <a:pathLst>
                <a:path w="127" h="127" extrusionOk="0">
                  <a:moveTo>
                    <a:pt x="95" y="0"/>
                  </a:moveTo>
                  <a:cubicBezTo>
                    <a:pt x="78" y="0"/>
                    <a:pt x="78" y="0"/>
                    <a:pt x="78" y="17"/>
                  </a:cubicBezTo>
                  <a:lnTo>
                    <a:pt x="63" y="17"/>
                  </a:lnTo>
                  <a:lnTo>
                    <a:pt x="15" y="63"/>
                  </a:lnTo>
                  <a:cubicBezTo>
                    <a:pt x="0" y="80"/>
                    <a:pt x="0" y="95"/>
                    <a:pt x="15" y="111"/>
                  </a:cubicBezTo>
                  <a:cubicBezTo>
                    <a:pt x="32" y="111"/>
                    <a:pt x="32" y="126"/>
                    <a:pt x="47" y="126"/>
                  </a:cubicBezTo>
                  <a:lnTo>
                    <a:pt x="63" y="111"/>
                  </a:lnTo>
                  <a:lnTo>
                    <a:pt x="110" y="80"/>
                  </a:lnTo>
                  <a:lnTo>
                    <a:pt x="110" y="63"/>
                  </a:lnTo>
                  <a:cubicBezTo>
                    <a:pt x="126" y="63"/>
                    <a:pt x="126" y="48"/>
                    <a:pt x="126" y="32"/>
                  </a:cubicBez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75" name="Google Shape;4475;p46"/>
            <p:cNvSpPr/>
            <p:nvPr/>
          </p:nvSpPr>
          <p:spPr>
            <a:xfrm>
              <a:off x="3227590" y="1787268"/>
              <a:ext cx="4071" cy="5502"/>
            </a:xfrm>
            <a:custGeom>
              <a:avLst/>
              <a:gdLst/>
              <a:ahLst/>
              <a:cxnLst/>
              <a:rect l="l" t="t" r="r" b="b"/>
              <a:pathLst>
                <a:path w="128" h="173" extrusionOk="0">
                  <a:moveTo>
                    <a:pt x="49" y="0"/>
                  </a:moveTo>
                  <a:lnTo>
                    <a:pt x="32" y="0"/>
                  </a:lnTo>
                  <a:lnTo>
                    <a:pt x="32" y="0"/>
                  </a:lnTo>
                  <a:cubicBezTo>
                    <a:pt x="1" y="0"/>
                    <a:pt x="1" y="32"/>
                    <a:pt x="17" y="47"/>
                  </a:cubicBezTo>
                  <a:lnTo>
                    <a:pt x="17" y="63"/>
                  </a:lnTo>
                  <a:lnTo>
                    <a:pt x="64" y="141"/>
                  </a:lnTo>
                  <a:cubicBezTo>
                    <a:pt x="64" y="158"/>
                    <a:pt x="64" y="158"/>
                    <a:pt x="80" y="158"/>
                  </a:cubicBezTo>
                  <a:cubicBezTo>
                    <a:pt x="80" y="158"/>
                    <a:pt x="80" y="173"/>
                    <a:pt x="96" y="173"/>
                  </a:cubicBezTo>
                  <a:cubicBezTo>
                    <a:pt x="96" y="173"/>
                    <a:pt x="96" y="158"/>
                    <a:pt x="112" y="158"/>
                  </a:cubicBezTo>
                  <a:cubicBezTo>
                    <a:pt x="127" y="158"/>
                    <a:pt x="127" y="141"/>
                    <a:pt x="127" y="110"/>
                  </a:cubicBezTo>
                  <a:lnTo>
                    <a:pt x="64" y="15"/>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76" name="Google Shape;4476;p46"/>
            <p:cNvSpPr/>
            <p:nvPr/>
          </p:nvSpPr>
          <p:spPr>
            <a:xfrm>
              <a:off x="3330824" y="1789272"/>
              <a:ext cx="11576" cy="5025"/>
            </a:xfrm>
            <a:custGeom>
              <a:avLst/>
              <a:gdLst/>
              <a:ahLst/>
              <a:cxnLst/>
              <a:rect l="l" t="t" r="r" b="b"/>
              <a:pathLst>
                <a:path w="364" h="158" extrusionOk="0">
                  <a:moveTo>
                    <a:pt x="49" y="63"/>
                  </a:moveTo>
                  <a:cubicBezTo>
                    <a:pt x="32" y="63"/>
                    <a:pt x="17" y="78"/>
                    <a:pt x="17" y="95"/>
                  </a:cubicBezTo>
                  <a:cubicBezTo>
                    <a:pt x="1" y="110"/>
                    <a:pt x="17" y="126"/>
                    <a:pt x="32" y="126"/>
                  </a:cubicBezTo>
                  <a:lnTo>
                    <a:pt x="127" y="141"/>
                  </a:lnTo>
                  <a:lnTo>
                    <a:pt x="127" y="141"/>
                  </a:lnTo>
                  <a:lnTo>
                    <a:pt x="143" y="126"/>
                  </a:lnTo>
                  <a:lnTo>
                    <a:pt x="158" y="126"/>
                  </a:lnTo>
                  <a:lnTo>
                    <a:pt x="158" y="126"/>
                  </a:lnTo>
                  <a:lnTo>
                    <a:pt x="190" y="126"/>
                  </a:lnTo>
                  <a:lnTo>
                    <a:pt x="206" y="126"/>
                  </a:lnTo>
                  <a:lnTo>
                    <a:pt x="206" y="126"/>
                  </a:lnTo>
                  <a:cubicBezTo>
                    <a:pt x="190" y="110"/>
                    <a:pt x="190" y="95"/>
                    <a:pt x="206" y="78"/>
                  </a:cubicBezTo>
                  <a:lnTo>
                    <a:pt x="206" y="78"/>
                  </a:lnTo>
                  <a:lnTo>
                    <a:pt x="112" y="63"/>
                  </a:lnTo>
                  <a:lnTo>
                    <a:pt x="49" y="63"/>
                  </a:lnTo>
                  <a:lnTo>
                    <a:pt x="49" y="63"/>
                  </a:lnTo>
                  <a:close/>
                  <a:moveTo>
                    <a:pt x="316" y="0"/>
                  </a:moveTo>
                  <a:lnTo>
                    <a:pt x="316" y="0"/>
                  </a:lnTo>
                  <a:cubicBezTo>
                    <a:pt x="301" y="0"/>
                    <a:pt x="284" y="0"/>
                    <a:pt x="284" y="15"/>
                  </a:cubicBezTo>
                  <a:lnTo>
                    <a:pt x="284" y="15"/>
                  </a:lnTo>
                  <a:lnTo>
                    <a:pt x="301" y="32"/>
                  </a:lnTo>
                  <a:cubicBezTo>
                    <a:pt x="316" y="47"/>
                    <a:pt x="316" y="63"/>
                    <a:pt x="301" y="78"/>
                  </a:cubicBezTo>
                  <a:lnTo>
                    <a:pt x="253" y="126"/>
                  </a:lnTo>
                  <a:lnTo>
                    <a:pt x="238" y="141"/>
                  </a:lnTo>
                  <a:cubicBezTo>
                    <a:pt x="253" y="141"/>
                    <a:pt x="253" y="141"/>
                    <a:pt x="269" y="158"/>
                  </a:cubicBezTo>
                  <a:lnTo>
                    <a:pt x="269" y="158"/>
                  </a:lnTo>
                  <a:lnTo>
                    <a:pt x="269" y="158"/>
                  </a:lnTo>
                  <a:cubicBezTo>
                    <a:pt x="284" y="158"/>
                    <a:pt x="301" y="141"/>
                    <a:pt x="301" y="141"/>
                  </a:cubicBezTo>
                  <a:lnTo>
                    <a:pt x="347" y="63"/>
                  </a:lnTo>
                  <a:lnTo>
                    <a:pt x="347" y="47"/>
                  </a:lnTo>
                  <a:cubicBezTo>
                    <a:pt x="364" y="32"/>
                    <a:pt x="347" y="0"/>
                    <a:pt x="332" y="0"/>
                  </a:cubicBezTo>
                  <a:lnTo>
                    <a:pt x="3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77" name="Google Shape;4477;p46"/>
            <p:cNvSpPr/>
            <p:nvPr/>
          </p:nvSpPr>
          <p:spPr>
            <a:xfrm>
              <a:off x="3024682" y="1805778"/>
              <a:ext cx="3530" cy="4039"/>
            </a:xfrm>
            <a:custGeom>
              <a:avLst/>
              <a:gdLst/>
              <a:ahLst/>
              <a:cxnLst/>
              <a:rect l="l" t="t" r="r" b="b"/>
              <a:pathLst>
                <a:path w="111" h="127" extrusionOk="0">
                  <a:moveTo>
                    <a:pt x="64" y="80"/>
                  </a:moveTo>
                  <a:lnTo>
                    <a:pt x="64" y="80"/>
                  </a:lnTo>
                  <a:lnTo>
                    <a:pt x="64" y="80"/>
                  </a:lnTo>
                  <a:close/>
                  <a:moveTo>
                    <a:pt x="47" y="1"/>
                  </a:moveTo>
                  <a:lnTo>
                    <a:pt x="47" y="1"/>
                  </a:lnTo>
                  <a:lnTo>
                    <a:pt x="47" y="1"/>
                  </a:lnTo>
                  <a:lnTo>
                    <a:pt x="32" y="17"/>
                  </a:lnTo>
                  <a:cubicBezTo>
                    <a:pt x="16" y="17"/>
                    <a:pt x="16" y="17"/>
                    <a:pt x="16" y="32"/>
                  </a:cubicBezTo>
                  <a:lnTo>
                    <a:pt x="16" y="48"/>
                  </a:lnTo>
                  <a:lnTo>
                    <a:pt x="1" y="64"/>
                  </a:lnTo>
                  <a:lnTo>
                    <a:pt x="1" y="95"/>
                  </a:lnTo>
                  <a:cubicBezTo>
                    <a:pt x="1" y="111"/>
                    <a:pt x="16" y="127"/>
                    <a:pt x="32" y="127"/>
                  </a:cubicBezTo>
                  <a:lnTo>
                    <a:pt x="47" y="127"/>
                  </a:lnTo>
                  <a:cubicBezTo>
                    <a:pt x="47" y="111"/>
                    <a:pt x="64" y="111"/>
                    <a:pt x="64" y="111"/>
                  </a:cubicBezTo>
                  <a:cubicBezTo>
                    <a:pt x="79" y="95"/>
                    <a:pt x="95" y="95"/>
                    <a:pt x="95" y="64"/>
                  </a:cubicBezTo>
                  <a:cubicBezTo>
                    <a:pt x="110" y="32"/>
                    <a:pt x="79" y="17"/>
                    <a:pt x="79" y="17"/>
                  </a:cubicBezTo>
                  <a:cubicBezTo>
                    <a:pt x="64" y="17"/>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78" name="Google Shape;4478;p46"/>
            <p:cNvSpPr/>
            <p:nvPr/>
          </p:nvSpPr>
          <p:spPr>
            <a:xfrm>
              <a:off x="3026686" y="180829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79" name="Google Shape;4479;p46"/>
            <p:cNvSpPr/>
            <p:nvPr/>
          </p:nvSpPr>
          <p:spPr>
            <a:xfrm>
              <a:off x="3030693" y="1804283"/>
              <a:ext cx="3053" cy="3530"/>
            </a:xfrm>
            <a:custGeom>
              <a:avLst/>
              <a:gdLst/>
              <a:ahLst/>
              <a:cxnLst/>
              <a:rect l="l" t="t" r="r" b="b"/>
              <a:pathLst>
                <a:path w="96" h="111" extrusionOk="0">
                  <a:moveTo>
                    <a:pt x="64" y="1"/>
                  </a:moveTo>
                  <a:lnTo>
                    <a:pt x="64" y="1"/>
                  </a:lnTo>
                  <a:cubicBezTo>
                    <a:pt x="64" y="1"/>
                    <a:pt x="47" y="1"/>
                    <a:pt x="47" y="16"/>
                  </a:cubicBezTo>
                  <a:lnTo>
                    <a:pt x="16" y="32"/>
                  </a:lnTo>
                  <a:lnTo>
                    <a:pt x="16" y="48"/>
                  </a:lnTo>
                  <a:cubicBezTo>
                    <a:pt x="1" y="64"/>
                    <a:pt x="1" y="79"/>
                    <a:pt x="16" y="95"/>
                  </a:cubicBezTo>
                  <a:lnTo>
                    <a:pt x="32" y="95"/>
                  </a:lnTo>
                  <a:cubicBezTo>
                    <a:pt x="32" y="111"/>
                    <a:pt x="32" y="111"/>
                    <a:pt x="47" y="111"/>
                  </a:cubicBezTo>
                  <a:lnTo>
                    <a:pt x="64" y="95"/>
                  </a:lnTo>
                  <a:lnTo>
                    <a:pt x="79" y="64"/>
                  </a:lnTo>
                  <a:lnTo>
                    <a:pt x="95" y="64"/>
                  </a:lnTo>
                  <a:lnTo>
                    <a:pt x="95" y="32"/>
                  </a:lnTo>
                  <a:lnTo>
                    <a:pt x="95" y="16"/>
                  </a:lnTo>
                  <a:lnTo>
                    <a:pt x="95" y="16"/>
                  </a:ln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80" name="Google Shape;4480;p46"/>
            <p:cNvSpPr/>
            <p:nvPr/>
          </p:nvSpPr>
          <p:spPr>
            <a:xfrm>
              <a:off x="3195532" y="1789272"/>
              <a:ext cx="2576" cy="2512"/>
            </a:xfrm>
            <a:custGeom>
              <a:avLst/>
              <a:gdLst/>
              <a:ahLst/>
              <a:cxnLst/>
              <a:rect l="l" t="t" r="r" b="b"/>
              <a:pathLst>
                <a:path w="81" h="79" extrusionOk="0">
                  <a:moveTo>
                    <a:pt x="17" y="0"/>
                  </a:moveTo>
                  <a:lnTo>
                    <a:pt x="17" y="15"/>
                  </a:lnTo>
                  <a:cubicBezTo>
                    <a:pt x="17" y="32"/>
                    <a:pt x="1" y="32"/>
                    <a:pt x="1" y="32"/>
                  </a:cubicBezTo>
                  <a:cubicBezTo>
                    <a:pt x="1" y="47"/>
                    <a:pt x="1" y="47"/>
                    <a:pt x="17" y="63"/>
                  </a:cubicBezTo>
                  <a:lnTo>
                    <a:pt x="17" y="63"/>
                  </a:lnTo>
                  <a:cubicBezTo>
                    <a:pt x="17" y="63"/>
                    <a:pt x="32" y="63"/>
                    <a:pt x="32" y="78"/>
                  </a:cubicBezTo>
                  <a:cubicBezTo>
                    <a:pt x="32" y="63"/>
                    <a:pt x="49" y="63"/>
                    <a:pt x="49" y="63"/>
                  </a:cubicBezTo>
                  <a:lnTo>
                    <a:pt x="49" y="63"/>
                  </a:lnTo>
                  <a:lnTo>
                    <a:pt x="64" y="63"/>
                  </a:lnTo>
                  <a:lnTo>
                    <a:pt x="64" y="63"/>
                  </a:lnTo>
                  <a:lnTo>
                    <a:pt x="80" y="47"/>
                  </a:lnTo>
                  <a:cubicBezTo>
                    <a:pt x="64" y="32"/>
                    <a:pt x="64" y="32"/>
                    <a:pt x="64"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81" name="Google Shape;4481;p46"/>
            <p:cNvSpPr/>
            <p:nvPr/>
          </p:nvSpPr>
          <p:spPr>
            <a:xfrm>
              <a:off x="3411001" y="1758199"/>
              <a:ext cx="4548" cy="5534"/>
            </a:xfrm>
            <a:custGeom>
              <a:avLst/>
              <a:gdLst/>
              <a:ahLst/>
              <a:cxnLst/>
              <a:rect l="l" t="t" r="r" b="b"/>
              <a:pathLst>
                <a:path w="143" h="174" extrusionOk="0">
                  <a:moveTo>
                    <a:pt x="32" y="0"/>
                  </a:moveTo>
                  <a:lnTo>
                    <a:pt x="32" y="0"/>
                  </a:lnTo>
                  <a:cubicBezTo>
                    <a:pt x="17" y="0"/>
                    <a:pt x="17" y="16"/>
                    <a:pt x="17" y="16"/>
                  </a:cubicBezTo>
                  <a:cubicBezTo>
                    <a:pt x="1" y="32"/>
                    <a:pt x="1" y="47"/>
                    <a:pt x="1" y="63"/>
                  </a:cubicBezTo>
                  <a:cubicBezTo>
                    <a:pt x="17" y="79"/>
                    <a:pt x="32" y="79"/>
                    <a:pt x="32" y="95"/>
                  </a:cubicBezTo>
                  <a:lnTo>
                    <a:pt x="48" y="95"/>
                  </a:lnTo>
                  <a:cubicBezTo>
                    <a:pt x="64" y="110"/>
                    <a:pt x="64" y="110"/>
                    <a:pt x="64" y="126"/>
                  </a:cubicBezTo>
                  <a:cubicBezTo>
                    <a:pt x="64" y="142"/>
                    <a:pt x="48" y="142"/>
                    <a:pt x="64" y="142"/>
                  </a:cubicBezTo>
                  <a:cubicBezTo>
                    <a:pt x="64" y="158"/>
                    <a:pt x="64" y="173"/>
                    <a:pt x="80" y="173"/>
                  </a:cubicBezTo>
                  <a:lnTo>
                    <a:pt x="95" y="173"/>
                  </a:lnTo>
                  <a:cubicBezTo>
                    <a:pt x="111" y="173"/>
                    <a:pt x="111" y="173"/>
                    <a:pt x="127" y="158"/>
                  </a:cubicBezTo>
                  <a:lnTo>
                    <a:pt x="127" y="142"/>
                  </a:lnTo>
                  <a:cubicBezTo>
                    <a:pt x="143" y="79"/>
                    <a:pt x="95" y="63"/>
                    <a:pt x="80" y="32"/>
                  </a:cubicBezTo>
                  <a:cubicBezTo>
                    <a:pt x="80" y="32"/>
                    <a:pt x="64" y="32"/>
                    <a:pt x="64" y="16"/>
                  </a:cubicBezTo>
                  <a:lnTo>
                    <a:pt x="64" y="16"/>
                  </a:lnTo>
                  <a:cubicBezTo>
                    <a:pt x="48"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82" name="Google Shape;4482;p46"/>
            <p:cNvSpPr/>
            <p:nvPr/>
          </p:nvSpPr>
          <p:spPr>
            <a:xfrm>
              <a:off x="3108866" y="1784247"/>
              <a:ext cx="5057" cy="4516"/>
            </a:xfrm>
            <a:custGeom>
              <a:avLst/>
              <a:gdLst/>
              <a:ahLst/>
              <a:cxnLst/>
              <a:rect l="l" t="t" r="r" b="b"/>
              <a:pathLst>
                <a:path w="159" h="142" extrusionOk="0">
                  <a:moveTo>
                    <a:pt x="127" y="1"/>
                  </a:moveTo>
                  <a:lnTo>
                    <a:pt x="127" y="1"/>
                  </a:lnTo>
                  <a:lnTo>
                    <a:pt x="110" y="1"/>
                  </a:lnTo>
                  <a:lnTo>
                    <a:pt x="95" y="1"/>
                  </a:lnTo>
                  <a:cubicBezTo>
                    <a:pt x="64" y="1"/>
                    <a:pt x="32" y="16"/>
                    <a:pt x="16" y="47"/>
                  </a:cubicBezTo>
                  <a:cubicBezTo>
                    <a:pt x="1" y="47"/>
                    <a:pt x="1" y="64"/>
                    <a:pt x="1" y="79"/>
                  </a:cubicBezTo>
                  <a:lnTo>
                    <a:pt x="1" y="127"/>
                  </a:lnTo>
                  <a:cubicBezTo>
                    <a:pt x="1" y="142"/>
                    <a:pt x="16" y="142"/>
                    <a:pt x="32" y="142"/>
                  </a:cubicBezTo>
                  <a:lnTo>
                    <a:pt x="32" y="142"/>
                  </a:lnTo>
                  <a:lnTo>
                    <a:pt x="47" y="142"/>
                  </a:lnTo>
                  <a:cubicBezTo>
                    <a:pt x="64" y="142"/>
                    <a:pt x="64" y="127"/>
                    <a:pt x="64" y="110"/>
                  </a:cubicBezTo>
                  <a:lnTo>
                    <a:pt x="64" y="79"/>
                  </a:lnTo>
                  <a:cubicBezTo>
                    <a:pt x="79" y="79"/>
                    <a:pt x="95" y="79"/>
                    <a:pt x="110" y="64"/>
                  </a:cubicBezTo>
                  <a:lnTo>
                    <a:pt x="127" y="64"/>
                  </a:lnTo>
                  <a:lnTo>
                    <a:pt x="142" y="64"/>
                  </a:lnTo>
                  <a:cubicBezTo>
                    <a:pt x="158" y="47"/>
                    <a:pt x="158" y="47"/>
                    <a:pt x="158" y="32"/>
                  </a:cubicBezTo>
                  <a:cubicBezTo>
                    <a:pt x="158"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83" name="Google Shape;4483;p46"/>
            <p:cNvSpPr/>
            <p:nvPr/>
          </p:nvSpPr>
          <p:spPr>
            <a:xfrm>
              <a:off x="3018162" y="1801771"/>
              <a:ext cx="4039" cy="3562"/>
            </a:xfrm>
            <a:custGeom>
              <a:avLst/>
              <a:gdLst/>
              <a:ahLst/>
              <a:cxnLst/>
              <a:rect l="l" t="t" r="r" b="b"/>
              <a:pathLst>
                <a:path w="127" h="112" extrusionOk="0">
                  <a:moveTo>
                    <a:pt x="48" y="1"/>
                  </a:moveTo>
                  <a:lnTo>
                    <a:pt x="32" y="1"/>
                  </a:lnTo>
                  <a:lnTo>
                    <a:pt x="32" y="17"/>
                  </a:lnTo>
                  <a:cubicBezTo>
                    <a:pt x="17" y="17"/>
                    <a:pt x="0" y="32"/>
                    <a:pt x="0" y="48"/>
                  </a:cubicBezTo>
                  <a:lnTo>
                    <a:pt x="17" y="95"/>
                  </a:lnTo>
                  <a:lnTo>
                    <a:pt x="32" y="111"/>
                  </a:lnTo>
                  <a:lnTo>
                    <a:pt x="48" y="111"/>
                  </a:lnTo>
                  <a:lnTo>
                    <a:pt x="63" y="111"/>
                  </a:lnTo>
                  <a:lnTo>
                    <a:pt x="80" y="111"/>
                  </a:lnTo>
                  <a:lnTo>
                    <a:pt x="111" y="111"/>
                  </a:lnTo>
                  <a:lnTo>
                    <a:pt x="126" y="95"/>
                  </a:lnTo>
                  <a:lnTo>
                    <a:pt x="126" y="64"/>
                  </a:lnTo>
                  <a:cubicBezTo>
                    <a:pt x="126" y="48"/>
                    <a:pt x="111" y="48"/>
                    <a:pt x="95" y="48"/>
                  </a:cubicBezTo>
                  <a:lnTo>
                    <a:pt x="95" y="48"/>
                  </a:lnTo>
                  <a:lnTo>
                    <a:pt x="95" y="48"/>
                  </a:lnTo>
                  <a:lnTo>
                    <a:pt x="80" y="48"/>
                  </a:lnTo>
                  <a:lnTo>
                    <a:pt x="80" y="32"/>
                  </a:lnTo>
                  <a:cubicBezTo>
                    <a:pt x="63" y="17"/>
                    <a:pt x="63" y="17"/>
                    <a:pt x="4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84" name="Google Shape;4484;p46"/>
            <p:cNvSpPr/>
            <p:nvPr/>
          </p:nvSpPr>
          <p:spPr>
            <a:xfrm>
              <a:off x="3036704" y="1802279"/>
              <a:ext cx="3053" cy="3053"/>
            </a:xfrm>
            <a:custGeom>
              <a:avLst/>
              <a:gdLst/>
              <a:ahLst/>
              <a:cxnLst/>
              <a:rect l="l" t="t" r="r" b="b"/>
              <a:pathLst>
                <a:path w="96" h="96" extrusionOk="0">
                  <a:moveTo>
                    <a:pt x="47" y="1"/>
                  </a:moveTo>
                  <a:lnTo>
                    <a:pt x="47" y="1"/>
                  </a:lnTo>
                  <a:lnTo>
                    <a:pt x="32" y="1"/>
                  </a:lnTo>
                  <a:cubicBezTo>
                    <a:pt x="16" y="1"/>
                    <a:pt x="1" y="16"/>
                    <a:pt x="16" y="32"/>
                  </a:cubicBezTo>
                  <a:lnTo>
                    <a:pt x="16" y="48"/>
                  </a:lnTo>
                  <a:lnTo>
                    <a:pt x="16" y="64"/>
                  </a:lnTo>
                  <a:lnTo>
                    <a:pt x="32" y="79"/>
                  </a:lnTo>
                  <a:cubicBezTo>
                    <a:pt x="32" y="95"/>
                    <a:pt x="47" y="95"/>
                    <a:pt x="64" y="95"/>
                  </a:cubicBezTo>
                  <a:lnTo>
                    <a:pt x="79" y="95"/>
                  </a:lnTo>
                  <a:cubicBezTo>
                    <a:pt x="95" y="95"/>
                    <a:pt x="95" y="79"/>
                    <a:pt x="95" y="64"/>
                  </a:cubicBezTo>
                  <a:lnTo>
                    <a:pt x="95" y="48"/>
                  </a:lnTo>
                  <a:lnTo>
                    <a:pt x="79" y="16"/>
                  </a:lnTo>
                  <a:cubicBezTo>
                    <a:pt x="64" y="1"/>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85" name="Google Shape;4485;p46"/>
            <p:cNvSpPr/>
            <p:nvPr/>
          </p:nvSpPr>
          <p:spPr>
            <a:xfrm>
              <a:off x="3124896" y="1793279"/>
              <a:ext cx="4039" cy="3021"/>
            </a:xfrm>
            <a:custGeom>
              <a:avLst/>
              <a:gdLst/>
              <a:ahLst/>
              <a:cxnLst/>
              <a:rect l="l" t="t" r="r" b="b"/>
              <a:pathLst>
                <a:path w="127" h="95" extrusionOk="0">
                  <a:moveTo>
                    <a:pt x="79" y="0"/>
                  </a:moveTo>
                  <a:lnTo>
                    <a:pt x="79" y="0"/>
                  </a:lnTo>
                  <a:lnTo>
                    <a:pt x="32" y="0"/>
                  </a:lnTo>
                  <a:cubicBezTo>
                    <a:pt x="32" y="15"/>
                    <a:pt x="16" y="15"/>
                    <a:pt x="16" y="15"/>
                  </a:cubicBezTo>
                  <a:cubicBezTo>
                    <a:pt x="1" y="32"/>
                    <a:pt x="1" y="47"/>
                    <a:pt x="1" y="47"/>
                  </a:cubicBezTo>
                  <a:lnTo>
                    <a:pt x="16" y="78"/>
                  </a:lnTo>
                  <a:cubicBezTo>
                    <a:pt x="16" y="78"/>
                    <a:pt x="16" y="95"/>
                    <a:pt x="32" y="95"/>
                  </a:cubicBezTo>
                  <a:lnTo>
                    <a:pt x="47" y="95"/>
                  </a:lnTo>
                  <a:lnTo>
                    <a:pt x="64" y="95"/>
                  </a:lnTo>
                  <a:lnTo>
                    <a:pt x="110" y="78"/>
                  </a:lnTo>
                  <a:cubicBezTo>
                    <a:pt x="127" y="63"/>
                    <a:pt x="127" y="47"/>
                    <a:pt x="127" y="32"/>
                  </a:cubicBezTo>
                  <a:cubicBezTo>
                    <a:pt x="127" y="32"/>
                    <a:pt x="127" y="15"/>
                    <a:pt x="110" y="15"/>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86" name="Google Shape;4486;p46"/>
            <p:cNvSpPr/>
            <p:nvPr/>
          </p:nvSpPr>
          <p:spPr>
            <a:xfrm>
              <a:off x="3434059" y="1757691"/>
              <a:ext cx="4548" cy="4039"/>
            </a:xfrm>
            <a:custGeom>
              <a:avLst/>
              <a:gdLst/>
              <a:ahLst/>
              <a:cxnLst/>
              <a:rect l="l" t="t" r="r" b="b"/>
              <a:pathLst>
                <a:path w="143" h="127" extrusionOk="0">
                  <a:moveTo>
                    <a:pt x="32" y="0"/>
                  </a:moveTo>
                  <a:lnTo>
                    <a:pt x="32" y="0"/>
                  </a:lnTo>
                  <a:lnTo>
                    <a:pt x="17" y="0"/>
                  </a:lnTo>
                  <a:cubicBezTo>
                    <a:pt x="0" y="0"/>
                    <a:pt x="0" y="16"/>
                    <a:pt x="0" y="16"/>
                  </a:cubicBezTo>
                  <a:lnTo>
                    <a:pt x="0" y="48"/>
                  </a:lnTo>
                  <a:cubicBezTo>
                    <a:pt x="0" y="48"/>
                    <a:pt x="17" y="48"/>
                    <a:pt x="17" y="63"/>
                  </a:cubicBezTo>
                  <a:lnTo>
                    <a:pt x="0" y="95"/>
                  </a:lnTo>
                  <a:lnTo>
                    <a:pt x="17" y="111"/>
                  </a:lnTo>
                  <a:lnTo>
                    <a:pt x="17" y="111"/>
                  </a:lnTo>
                  <a:lnTo>
                    <a:pt x="17" y="126"/>
                  </a:lnTo>
                  <a:lnTo>
                    <a:pt x="48" y="126"/>
                  </a:lnTo>
                  <a:lnTo>
                    <a:pt x="63" y="126"/>
                  </a:lnTo>
                  <a:lnTo>
                    <a:pt x="63" y="126"/>
                  </a:lnTo>
                  <a:lnTo>
                    <a:pt x="111" y="95"/>
                  </a:lnTo>
                  <a:cubicBezTo>
                    <a:pt x="126" y="95"/>
                    <a:pt x="143" y="63"/>
                    <a:pt x="126" y="48"/>
                  </a:cubicBezTo>
                  <a:lnTo>
                    <a:pt x="126" y="48"/>
                  </a:lnTo>
                  <a:cubicBezTo>
                    <a:pt x="126" y="48"/>
                    <a:pt x="111" y="48"/>
                    <a:pt x="111" y="32"/>
                  </a:cubicBezTo>
                  <a:lnTo>
                    <a:pt x="111" y="32"/>
                  </a:lnTo>
                  <a:lnTo>
                    <a:pt x="95" y="32"/>
                  </a:lnTo>
                  <a:lnTo>
                    <a:pt x="95" y="32"/>
                  </a:lnTo>
                  <a:lnTo>
                    <a:pt x="95" y="32"/>
                  </a:lnTo>
                  <a:lnTo>
                    <a:pt x="80" y="32"/>
                  </a:lnTo>
                  <a:lnTo>
                    <a:pt x="63" y="16"/>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87" name="Google Shape;4487;p46"/>
            <p:cNvSpPr/>
            <p:nvPr/>
          </p:nvSpPr>
          <p:spPr>
            <a:xfrm>
              <a:off x="3087304" y="1792261"/>
              <a:ext cx="4548" cy="5057"/>
            </a:xfrm>
            <a:custGeom>
              <a:avLst/>
              <a:gdLst/>
              <a:ahLst/>
              <a:cxnLst/>
              <a:rect l="l" t="t" r="r" b="b"/>
              <a:pathLst>
                <a:path w="143" h="159" extrusionOk="0">
                  <a:moveTo>
                    <a:pt x="63" y="1"/>
                  </a:moveTo>
                  <a:lnTo>
                    <a:pt x="63" y="1"/>
                  </a:lnTo>
                  <a:cubicBezTo>
                    <a:pt x="48" y="1"/>
                    <a:pt x="32" y="1"/>
                    <a:pt x="32" y="16"/>
                  </a:cubicBezTo>
                  <a:lnTo>
                    <a:pt x="32" y="16"/>
                  </a:lnTo>
                  <a:cubicBezTo>
                    <a:pt x="32" y="32"/>
                    <a:pt x="17" y="32"/>
                    <a:pt x="17" y="32"/>
                  </a:cubicBezTo>
                  <a:cubicBezTo>
                    <a:pt x="17" y="64"/>
                    <a:pt x="0" y="79"/>
                    <a:pt x="17" y="95"/>
                  </a:cubicBezTo>
                  <a:lnTo>
                    <a:pt x="17" y="110"/>
                  </a:lnTo>
                  <a:cubicBezTo>
                    <a:pt x="32" y="127"/>
                    <a:pt x="48" y="142"/>
                    <a:pt x="63" y="142"/>
                  </a:cubicBezTo>
                  <a:cubicBezTo>
                    <a:pt x="80" y="142"/>
                    <a:pt x="80" y="158"/>
                    <a:pt x="95" y="158"/>
                  </a:cubicBezTo>
                  <a:lnTo>
                    <a:pt x="95" y="158"/>
                  </a:lnTo>
                  <a:cubicBezTo>
                    <a:pt x="111" y="158"/>
                    <a:pt x="126" y="142"/>
                    <a:pt x="143" y="127"/>
                  </a:cubicBezTo>
                  <a:cubicBezTo>
                    <a:pt x="143" y="110"/>
                    <a:pt x="126" y="95"/>
                    <a:pt x="111" y="79"/>
                  </a:cubicBezTo>
                  <a:lnTo>
                    <a:pt x="80" y="79"/>
                  </a:lnTo>
                  <a:cubicBezTo>
                    <a:pt x="80" y="79"/>
                    <a:pt x="80" y="64"/>
                    <a:pt x="95" y="47"/>
                  </a:cubicBezTo>
                  <a:cubicBezTo>
                    <a:pt x="95"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88" name="Google Shape;4488;p46"/>
            <p:cNvSpPr/>
            <p:nvPr/>
          </p:nvSpPr>
          <p:spPr>
            <a:xfrm>
              <a:off x="3054228" y="1797763"/>
              <a:ext cx="5057" cy="3053"/>
            </a:xfrm>
            <a:custGeom>
              <a:avLst/>
              <a:gdLst/>
              <a:ahLst/>
              <a:cxnLst/>
              <a:rect l="l" t="t" r="r" b="b"/>
              <a:pathLst>
                <a:path w="159" h="96" extrusionOk="0">
                  <a:moveTo>
                    <a:pt x="48" y="0"/>
                  </a:moveTo>
                  <a:lnTo>
                    <a:pt x="32" y="0"/>
                  </a:lnTo>
                  <a:lnTo>
                    <a:pt x="17" y="17"/>
                  </a:lnTo>
                  <a:cubicBezTo>
                    <a:pt x="1" y="32"/>
                    <a:pt x="1" y="48"/>
                    <a:pt x="17" y="48"/>
                  </a:cubicBezTo>
                  <a:cubicBezTo>
                    <a:pt x="48" y="80"/>
                    <a:pt x="64" y="95"/>
                    <a:pt x="80" y="95"/>
                  </a:cubicBezTo>
                  <a:lnTo>
                    <a:pt x="95" y="95"/>
                  </a:lnTo>
                  <a:cubicBezTo>
                    <a:pt x="111" y="95"/>
                    <a:pt x="127" y="80"/>
                    <a:pt x="143" y="64"/>
                  </a:cubicBezTo>
                  <a:lnTo>
                    <a:pt x="143" y="64"/>
                  </a:lnTo>
                  <a:cubicBezTo>
                    <a:pt x="158" y="48"/>
                    <a:pt x="158" y="32"/>
                    <a:pt x="143" y="17"/>
                  </a:cubicBezTo>
                  <a:cubicBezTo>
                    <a:pt x="143" y="0"/>
                    <a:pt x="127" y="0"/>
                    <a:pt x="127" y="0"/>
                  </a:cubicBezTo>
                  <a:cubicBezTo>
                    <a:pt x="111" y="0"/>
                    <a:pt x="95" y="0"/>
                    <a:pt x="95" y="17"/>
                  </a:cubicBezTo>
                  <a:lnTo>
                    <a:pt x="80"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89" name="Google Shape;4489;p46"/>
            <p:cNvSpPr/>
            <p:nvPr/>
          </p:nvSpPr>
          <p:spPr>
            <a:xfrm>
              <a:off x="3113891" y="1812806"/>
              <a:ext cx="4516" cy="3562"/>
            </a:xfrm>
            <a:custGeom>
              <a:avLst/>
              <a:gdLst/>
              <a:ahLst/>
              <a:cxnLst/>
              <a:rect l="l" t="t" r="r" b="b"/>
              <a:pathLst>
                <a:path w="142" h="112" extrusionOk="0">
                  <a:moveTo>
                    <a:pt x="63" y="0"/>
                  </a:moveTo>
                  <a:lnTo>
                    <a:pt x="63" y="0"/>
                  </a:lnTo>
                  <a:lnTo>
                    <a:pt x="47" y="0"/>
                  </a:lnTo>
                  <a:cubicBezTo>
                    <a:pt x="47" y="0"/>
                    <a:pt x="32" y="0"/>
                    <a:pt x="32" y="17"/>
                  </a:cubicBezTo>
                  <a:cubicBezTo>
                    <a:pt x="15" y="17"/>
                    <a:pt x="0" y="48"/>
                    <a:pt x="0" y="80"/>
                  </a:cubicBezTo>
                  <a:lnTo>
                    <a:pt x="15" y="63"/>
                  </a:lnTo>
                  <a:lnTo>
                    <a:pt x="32" y="63"/>
                  </a:lnTo>
                  <a:lnTo>
                    <a:pt x="32" y="63"/>
                  </a:lnTo>
                  <a:cubicBezTo>
                    <a:pt x="47" y="80"/>
                    <a:pt x="63" y="95"/>
                    <a:pt x="63" y="111"/>
                  </a:cubicBezTo>
                  <a:lnTo>
                    <a:pt x="63" y="111"/>
                  </a:lnTo>
                  <a:lnTo>
                    <a:pt x="78" y="111"/>
                  </a:lnTo>
                  <a:cubicBezTo>
                    <a:pt x="95" y="95"/>
                    <a:pt x="110" y="80"/>
                    <a:pt x="110" y="63"/>
                  </a:cubicBezTo>
                  <a:lnTo>
                    <a:pt x="110" y="63"/>
                  </a:lnTo>
                  <a:cubicBezTo>
                    <a:pt x="126" y="63"/>
                    <a:pt x="141" y="48"/>
                    <a:pt x="141" y="32"/>
                  </a:cubicBezTo>
                  <a:cubicBezTo>
                    <a:pt x="141" y="17"/>
                    <a:pt x="141" y="0"/>
                    <a:pt x="110" y="0"/>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90" name="Google Shape;4490;p46"/>
            <p:cNvSpPr/>
            <p:nvPr/>
          </p:nvSpPr>
          <p:spPr>
            <a:xfrm>
              <a:off x="3428557" y="1808290"/>
              <a:ext cx="4039" cy="4548"/>
            </a:xfrm>
            <a:custGeom>
              <a:avLst/>
              <a:gdLst/>
              <a:ahLst/>
              <a:cxnLst/>
              <a:rect l="l" t="t" r="r" b="b"/>
              <a:pathLst>
                <a:path w="127" h="143" extrusionOk="0">
                  <a:moveTo>
                    <a:pt x="47" y="1"/>
                  </a:moveTo>
                  <a:lnTo>
                    <a:pt x="32" y="1"/>
                  </a:lnTo>
                  <a:lnTo>
                    <a:pt x="32" y="1"/>
                  </a:lnTo>
                  <a:lnTo>
                    <a:pt x="32" y="16"/>
                  </a:lnTo>
                  <a:cubicBezTo>
                    <a:pt x="32" y="32"/>
                    <a:pt x="16" y="32"/>
                    <a:pt x="1" y="32"/>
                  </a:cubicBezTo>
                  <a:lnTo>
                    <a:pt x="1" y="48"/>
                  </a:lnTo>
                  <a:lnTo>
                    <a:pt x="1" y="64"/>
                  </a:lnTo>
                  <a:lnTo>
                    <a:pt x="1" y="64"/>
                  </a:lnTo>
                  <a:lnTo>
                    <a:pt x="1" y="96"/>
                  </a:lnTo>
                  <a:lnTo>
                    <a:pt x="16" y="96"/>
                  </a:lnTo>
                  <a:lnTo>
                    <a:pt x="32" y="111"/>
                  </a:lnTo>
                  <a:lnTo>
                    <a:pt x="64" y="127"/>
                  </a:lnTo>
                  <a:cubicBezTo>
                    <a:pt x="79" y="142"/>
                    <a:pt x="79" y="142"/>
                    <a:pt x="95" y="142"/>
                  </a:cubicBezTo>
                  <a:lnTo>
                    <a:pt x="110" y="127"/>
                  </a:lnTo>
                  <a:cubicBezTo>
                    <a:pt x="127" y="111"/>
                    <a:pt x="127" y="79"/>
                    <a:pt x="110" y="79"/>
                  </a:cubicBezTo>
                  <a:lnTo>
                    <a:pt x="95" y="64"/>
                  </a:lnTo>
                  <a:lnTo>
                    <a:pt x="79" y="64"/>
                  </a:lnTo>
                  <a:lnTo>
                    <a:pt x="64" y="48"/>
                  </a:lnTo>
                  <a:lnTo>
                    <a:pt x="79" y="48"/>
                  </a:lnTo>
                  <a:cubicBezTo>
                    <a:pt x="79" y="16"/>
                    <a:pt x="64" y="1"/>
                    <a:pt x="47"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91" name="Google Shape;4491;p46"/>
            <p:cNvSpPr/>
            <p:nvPr/>
          </p:nvSpPr>
          <p:spPr>
            <a:xfrm>
              <a:off x="3380470" y="1815796"/>
              <a:ext cx="3021" cy="2576"/>
            </a:xfrm>
            <a:custGeom>
              <a:avLst/>
              <a:gdLst/>
              <a:ahLst/>
              <a:cxnLst/>
              <a:rect l="l" t="t" r="r" b="b"/>
              <a:pathLst>
                <a:path w="95" h="81" extrusionOk="0">
                  <a:moveTo>
                    <a:pt x="47" y="1"/>
                  </a:moveTo>
                  <a:lnTo>
                    <a:pt x="15" y="17"/>
                  </a:lnTo>
                  <a:cubicBezTo>
                    <a:pt x="0" y="17"/>
                    <a:pt x="0" y="32"/>
                    <a:pt x="0" y="49"/>
                  </a:cubicBezTo>
                  <a:cubicBezTo>
                    <a:pt x="0" y="64"/>
                    <a:pt x="15" y="80"/>
                    <a:pt x="32" y="80"/>
                  </a:cubicBezTo>
                  <a:lnTo>
                    <a:pt x="47" y="80"/>
                  </a:lnTo>
                  <a:lnTo>
                    <a:pt x="78" y="64"/>
                  </a:lnTo>
                  <a:cubicBezTo>
                    <a:pt x="95" y="64"/>
                    <a:pt x="95" y="64"/>
                    <a:pt x="95" y="49"/>
                  </a:cubicBezTo>
                  <a:lnTo>
                    <a:pt x="95" y="49"/>
                  </a:lnTo>
                  <a:cubicBezTo>
                    <a:pt x="78" y="49"/>
                    <a:pt x="63" y="32"/>
                    <a:pt x="63" y="32"/>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92" name="Google Shape;4492;p46"/>
            <p:cNvSpPr/>
            <p:nvPr/>
          </p:nvSpPr>
          <p:spPr>
            <a:xfrm>
              <a:off x="3422546" y="1783738"/>
              <a:ext cx="5534" cy="2544"/>
            </a:xfrm>
            <a:custGeom>
              <a:avLst/>
              <a:gdLst/>
              <a:ahLst/>
              <a:cxnLst/>
              <a:rect l="l" t="t" r="r" b="b"/>
              <a:pathLst>
                <a:path w="174" h="80" extrusionOk="0">
                  <a:moveTo>
                    <a:pt x="47" y="0"/>
                  </a:moveTo>
                  <a:lnTo>
                    <a:pt x="32" y="0"/>
                  </a:lnTo>
                  <a:cubicBezTo>
                    <a:pt x="16" y="0"/>
                    <a:pt x="16" y="17"/>
                    <a:pt x="1" y="32"/>
                  </a:cubicBezTo>
                  <a:lnTo>
                    <a:pt x="1" y="32"/>
                  </a:lnTo>
                  <a:cubicBezTo>
                    <a:pt x="1" y="48"/>
                    <a:pt x="16" y="63"/>
                    <a:pt x="32" y="63"/>
                  </a:cubicBezTo>
                  <a:lnTo>
                    <a:pt x="47" y="63"/>
                  </a:lnTo>
                  <a:lnTo>
                    <a:pt x="64" y="63"/>
                  </a:lnTo>
                  <a:lnTo>
                    <a:pt x="127" y="80"/>
                  </a:lnTo>
                  <a:lnTo>
                    <a:pt x="142" y="80"/>
                  </a:lnTo>
                  <a:lnTo>
                    <a:pt x="142" y="80"/>
                  </a:lnTo>
                  <a:cubicBezTo>
                    <a:pt x="158" y="63"/>
                    <a:pt x="173" y="63"/>
                    <a:pt x="173" y="48"/>
                  </a:cubicBezTo>
                  <a:cubicBezTo>
                    <a:pt x="173" y="17"/>
                    <a:pt x="158" y="0"/>
                    <a:pt x="142" y="0"/>
                  </a:cubicBezTo>
                  <a:lnTo>
                    <a:pt x="110" y="0"/>
                  </a:ln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93" name="Google Shape;4493;p46"/>
            <p:cNvSpPr/>
            <p:nvPr/>
          </p:nvSpPr>
          <p:spPr>
            <a:xfrm>
              <a:off x="3154982" y="1811312"/>
              <a:ext cx="6042" cy="2512"/>
            </a:xfrm>
            <a:custGeom>
              <a:avLst/>
              <a:gdLst/>
              <a:ahLst/>
              <a:cxnLst/>
              <a:rect l="l" t="t" r="r" b="b"/>
              <a:pathLst>
                <a:path w="190" h="79" extrusionOk="0">
                  <a:moveTo>
                    <a:pt x="32" y="1"/>
                  </a:moveTo>
                  <a:lnTo>
                    <a:pt x="32" y="1"/>
                  </a:lnTo>
                  <a:cubicBezTo>
                    <a:pt x="0" y="1"/>
                    <a:pt x="0" y="16"/>
                    <a:pt x="0" y="32"/>
                  </a:cubicBezTo>
                  <a:cubicBezTo>
                    <a:pt x="0" y="47"/>
                    <a:pt x="0" y="64"/>
                    <a:pt x="15" y="64"/>
                  </a:cubicBezTo>
                  <a:lnTo>
                    <a:pt x="32" y="64"/>
                  </a:lnTo>
                  <a:lnTo>
                    <a:pt x="110" y="64"/>
                  </a:lnTo>
                  <a:lnTo>
                    <a:pt x="141" y="79"/>
                  </a:lnTo>
                  <a:lnTo>
                    <a:pt x="158" y="79"/>
                  </a:lnTo>
                  <a:lnTo>
                    <a:pt x="158" y="79"/>
                  </a:lnTo>
                  <a:lnTo>
                    <a:pt x="173" y="64"/>
                  </a:lnTo>
                  <a:cubicBezTo>
                    <a:pt x="173" y="64"/>
                    <a:pt x="173" y="47"/>
                    <a:pt x="189" y="47"/>
                  </a:cubicBezTo>
                  <a:lnTo>
                    <a:pt x="189" y="32"/>
                  </a:lnTo>
                  <a:cubicBezTo>
                    <a:pt x="189" y="32"/>
                    <a:pt x="189" y="16"/>
                    <a:pt x="173" y="16"/>
                  </a:cubicBezTo>
                  <a:cubicBezTo>
                    <a:pt x="173" y="1"/>
                    <a:pt x="158" y="1"/>
                    <a:pt x="158"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94" name="Google Shape;4494;p46"/>
            <p:cNvSpPr/>
            <p:nvPr/>
          </p:nvSpPr>
          <p:spPr>
            <a:xfrm>
              <a:off x="3331365" y="1816337"/>
              <a:ext cx="6042" cy="3021"/>
            </a:xfrm>
            <a:custGeom>
              <a:avLst/>
              <a:gdLst/>
              <a:ahLst/>
              <a:cxnLst/>
              <a:rect l="l" t="t" r="r" b="b"/>
              <a:pathLst>
                <a:path w="190" h="95" extrusionOk="0">
                  <a:moveTo>
                    <a:pt x="110" y="0"/>
                  </a:moveTo>
                  <a:lnTo>
                    <a:pt x="95" y="0"/>
                  </a:lnTo>
                  <a:cubicBezTo>
                    <a:pt x="78" y="0"/>
                    <a:pt x="63" y="0"/>
                    <a:pt x="63" y="15"/>
                  </a:cubicBezTo>
                  <a:lnTo>
                    <a:pt x="47" y="15"/>
                  </a:lnTo>
                  <a:lnTo>
                    <a:pt x="32" y="15"/>
                  </a:lnTo>
                  <a:cubicBezTo>
                    <a:pt x="32" y="15"/>
                    <a:pt x="32" y="32"/>
                    <a:pt x="15" y="32"/>
                  </a:cubicBezTo>
                  <a:cubicBezTo>
                    <a:pt x="15" y="32"/>
                    <a:pt x="0" y="47"/>
                    <a:pt x="0" y="63"/>
                  </a:cubicBezTo>
                  <a:cubicBezTo>
                    <a:pt x="15" y="78"/>
                    <a:pt x="15" y="95"/>
                    <a:pt x="32" y="95"/>
                  </a:cubicBezTo>
                  <a:lnTo>
                    <a:pt x="47" y="95"/>
                  </a:lnTo>
                  <a:lnTo>
                    <a:pt x="63" y="78"/>
                  </a:lnTo>
                  <a:lnTo>
                    <a:pt x="78" y="78"/>
                  </a:lnTo>
                  <a:cubicBezTo>
                    <a:pt x="95" y="78"/>
                    <a:pt x="95" y="63"/>
                    <a:pt x="95" y="63"/>
                  </a:cubicBezTo>
                  <a:cubicBezTo>
                    <a:pt x="95" y="63"/>
                    <a:pt x="110" y="63"/>
                    <a:pt x="110" y="78"/>
                  </a:cubicBezTo>
                  <a:lnTo>
                    <a:pt x="110" y="78"/>
                  </a:lnTo>
                  <a:cubicBezTo>
                    <a:pt x="110" y="95"/>
                    <a:pt x="126" y="95"/>
                    <a:pt x="141" y="95"/>
                  </a:cubicBezTo>
                  <a:lnTo>
                    <a:pt x="158" y="95"/>
                  </a:lnTo>
                  <a:cubicBezTo>
                    <a:pt x="173" y="95"/>
                    <a:pt x="189" y="78"/>
                    <a:pt x="173" y="63"/>
                  </a:cubicBezTo>
                  <a:cubicBezTo>
                    <a:pt x="173" y="47"/>
                    <a:pt x="173" y="47"/>
                    <a:pt x="158" y="32"/>
                  </a:cubicBezTo>
                  <a:lnTo>
                    <a:pt x="158" y="15"/>
                  </a:lnTo>
                  <a:cubicBezTo>
                    <a:pt x="141" y="15"/>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95" name="Google Shape;4495;p46"/>
            <p:cNvSpPr/>
            <p:nvPr/>
          </p:nvSpPr>
          <p:spPr>
            <a:xfrm>
              <a:off x="3399966" y="1811789"/>
              <a:ext cx="3562" cy="2035"/>
            </a:xfrm>
            <a:custGeom>
              <a:avLst/>
              <a:gdLst/>
              <a:ahLst/>
              <a:cxnLst/>
              <a:rect l="l" t="t" r="r" b="b"/>
              <a:pathLst>
                <a:path w="112" h="64" extrusionOk="0">
                  <a:moveTo>
                    <a:pt x="32" y="1"/>
                  </a:moveTo>
                  <a:lnTo>
                    <a:pt x="32" y="1"/>
                  </a:lnTo>
                  <a:lnTo>
                    <a:pt x="17" y="1"/>
                  </a:lnTo>
                  <a:lnTo>
                    <a:pt x="17" y="1"/>
                  </a:lnTo>
                  <a:lnTo>
                    <a:pt x="17" y="1"/>
                  </a:lnTo>
                  <a:cubicBezTo>
                    <a:pt x="17" y="17"/>
                    <a:pt x="1" y="32"/>
                    <a:pt x="1" y="32"/>
                  </a:cubicBezTo>
                  <a:cubicBezTo>
                    <a:pt x="1" y="49"/>
                    <a:pt x="1" y="64"/>
                    <a:pt x="32" y="64"/>
                  </a:cubicBezTo>
                  <a:lnTo>
                    <a:pt x="49" y="64"/>
                  </a:lnTo>
                  <a:lnTo>
                    <a:pt x="64" y="64"/>
                  </a:lnTo>
                  <a:lnTo>
                    <a:pt x="64" y="64"/>
                  </a:lnTo>
                  <a:cubicBezTo>
                    <a:pt x="80" y="64"/>
                    <a:pt x="95" y="49"/>
                    <a:pt x="95" y="32"/>
                  </a:cubicBezTo>
                  <a:cubicBezTo>
                    <a:pt x="112" y="32"/>
                    <a:pt x="95" y="17"/>
                    <a:pt x="80" y="1"/>
                  </a:cubicBezTo>
                  <a:lnTo>
                    <a:pt x="80"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96" name="Google Shape;4496;p46"/>
            <p:cNvSpPr/>
            <p:nvPr/>
          </p:nvSpPr>
          <p:spPr>
            <a:xfrm>
              <a:off x="3437049" y="1805778"/>
              <a:ext cx="3562" cy="3562"/>
            </a:xfrm>
            <a:custGeom>
              <a:avLst/>
              <a:gdLst/>
              <a:ahLst/>
              <a:cxnLst/>
              <a:rect l="l" t="t" r="r" b="b"/>
              <a:pathLst>
                <a:path w="112" h="112" extrusionOk="0">
                  <a:moveTo>
                    <a:pt x="32" y="1"/>
                  </a:moveTo>
                  <a:lnTo>
                    <a:pt x="32" y="1"/>
                  </a:lnTo>
                  <a:lnTo>
                    <a:pt x="17" y="1"/>
                  </a:lnTo>
                  <a:cubicBezTo>
                    <a:pt x="1" y="17"/>
                    <a:pt x="1" y="32"/>
                    <a:pt x="1" y="48"/>
                  </a:cubicBezTo>
                  <a:lnTo>
                    <a:pt x="1" y="48"/>
                  </a:lnTo>
                  <a:lnTo>
                    <a:pt x="32" y="80"/>
                  </a:lnTo>
                  <a:lnTo>
                    <a:pt x="49" y="80"/>
                  </a:lnTo>
                  <a:lnTo>
                    <a:pt x="49" y="64"/>
                  </a:lnTo>
                  <a:cubicBezTo>
                    <a:pt x="64" y="64"/>
                    <a:pt x="64" y="80"/>
                    <a:pt x="80" y="80"/>
                  </a:cubicBezTo>
                  <a:lnTo>
                    <a:pt x="80" y="111"/>
                  </a:lnTo>
                  <a:lnTo>
                    <a:pt x="95" y="111"/>
                  </a:lnTo>
                  <a:cubicBezTo>
                    <a:pt x="95" y="95"/>
                    <a:pt x="112" y="80"/>
                    <a:pt x="95" y="64"/>
                  </a:cubicBezTo>
                  <a:lnTo>
                    <a:pt x="80" y="32"/>
                  </a:lnTo>
                  <a:lnTo>
                    <a:pt x="64" y="17"/>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97" name="Google Shape;4497;p46"/>
            <p:cNvSpPr/>
            <p:nvPr/>
          </p:nvSpPr>
          <p:spPr>
            <a:xfrm>
              <a:off x="3426045" y="1806796"/>
              <a:ext cx="3562" cy="2544"/>
            </a:xfrm>
            <a:custGeom>
              <a:avLst/>
              <a:gdLst/>
              <a:ahLst/>
              <a:cxnLst/>
              <a:rect l="l" t="t" r="r" b="b"/>
              <a:pathLst>
                <a:path w="112" h="80" extrusionOk="0">
                  <a:moveTo>
                    <a:pt x="32" y="0"/>
                  </a:moveTo>
                  <a:lnTo>
                    <a:pt x="32" y="0"/>
                  </a:lnTo>
                  <a:lnTo>
                    <a:pt x="32" y="16"/>
                  </a:lnTo>
                  <a:lnTo>
                    <a:pt x="17" y="16"/>
                  </a:lnTo>
                  <a:lnTo>
                    <a:pt x="0" y="32"/>
                  </a:lnTo>
                  <a:cubicBezTo>
                    <a:pt x="0" y="48"/>
                    <a:pt x="17" y="63"/>
                    <a:pt x="32" y="79"/>
                  </a:cubicBezTo>
                  <a:lnTo>
                    <a:pt x="63" y="79"/>
                  </a:lnTo>
                  <a:lnTo>
                    <a:pt x="80" y="79"/>
                  </a:lnTo>
                  <a:lnTo>
                    <a:pt x="80" y="79"/>
                  </a:lnTo>
                  <a:lnTo>
                    <a:pt x="80" y="79"/>
                  </a:lnTo>
                  <a:cubicBezTo>
                    <a:pt x="95" y="79"/>
                    <a:pt x="111" y="79"/>
                    <a:pt x="111" y="63"/>
                  </a:cubicBezTo>
                  <a:lnTo>
                    <a:pt x="111" y="48"/>
                  </a:lnTo>
                  <a:cubicBezTo>
                    <a:pt x="111" y="32"/>
                    <a:pt x="95" y="16"/>
                    <a:pt x="95" y="16"/>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98" name="Google Shape;4498;p46"/>
            <p:cNvSpPr/>
            <p:nvPr/>
          </p:nvSpPr>
          <p:spPr>
            <a:xfrm>
              <a:off x="3390965" y="1782243"/>
              <a:ext cx="3562" cy="3053"/>
            </a:xfrm>
            <a:custGeom>
              <a:avLst/>
              <a:gdLst/>
              <a:ahLst/>
              <a:cxnLst/>
              <a:rect l="l" t="t" r="r" b="b"/>
              <a:pathLst>
                <a:path w="112" h="96" extrusionOk="0">
                  <a:moveTo>
                    <a:pt x="63" y="1"/>
                  </a:moveTo>
                  <a:lnTo>
                    <a:pt x="63" y="1"/>
                  </a:lnTo>
                  <a:cubicBezTo>
                    <a:pt x="63" y="1"/>
                    <a:pt x="63" y="16"/>
                    <a:pt x="48" y="16"/>
                  </a:cubicBezTo>
                  <a:lnTo>
                    <a:pt x="32" y="16"/>
                  </a:lnTo>
                  <a:lnTo>
                    <a:pt x="17" y="32"/>
                  </a:lnTo>
                  <a:lnTo>
                    <a:pt x="17" y="32"/>
                  </a:lnTo>
                  <a:cubicBezTo>
                    <a:pt x="0" y="47"/>
                    <a:pt x="0" y="64"/>
                    <a:pt x="0" y="79"/>
                  </a:cubicBezTo>
                  <a:cubicBezTo>
                    <a:pt x="0" y="95"/>
                    <a:pt x="17" y="95"/>
                    <a:pt x="32" y="95"/>
                  </a:cubicBezTo>
                  <a:lnTo>
                    <a:pt x="48" y="95"/>
                  </a:lnTo>
                  <a:lnTo>
                    <a:pt x="63" y="79"/>
                  </a:lnTo>
                  <a:lnTo>
                    <a:pt x="80" y="79"/>
                  </a:lnTo>
                  <a:cubicBezTo>
                    <a:pt x="95" y="64"/>
                    <a:pt x="111" y="47"/>
                    <a:pt x="95" y="32"/>
                  </a:cubicBezTo>
                  <a:cubicBezTo>
                    <a:pt x="95" y="16"/>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499" name="Google Shape;4499;p46"/>
            <p:cNvSpPr/>
            <p:nvPr/>
          </p:nvSpPr>
          <p:spPr>
            <a:xfrm>
              <a:off x="3336835" y="1789749"/>
              <a:ext cx="4039" cy="4039"/>
            </a:xfrm>
            <a:custGeom>
              <a:avLst/>
              <a:gdLst/>
              <a:ahLst/>
              <a:cxnLst/>
              <a:rect l="l" t="t" r="r" b="b"/>
              <a:pathLst>
                <a:path w="127" h="127" extrusionOk="0">
                  <a:moveTo>
                    <a:pt x="95" y="0"/>
                  </a:moveTo>
                  <a:lnTo>
                    <a:pt x="95" y="0"/>
                  </a:lnTo>
                  <a:cubicBezTo>
                    <a:pt x="80" y="0"/>
                    <a:pt x="80" y="17"/>
                    <a:pt x="64" y="17"/>
                  </a:cubicBezTo>
                  <a:lnTo>
                    <a:pt x="49" y="32"/>
                  </a:lnTo>
                  <a:lnTo>
                    <a:pt x="49" y="32"/>
                  </a:lnTo>
                  <a:lnTo>
                    <a:pt x="17" y="63"/>
                  </a:lnTo>
                  <a:lnTo>
                    <a:pt x="17" y="63"/>
                  </a:lnTo>
                  <a:cubicBezTo>
                    <a:pt x="1" y="80"/>
                    <a:pt x="1" y="95"/>
                    <a:pt x="17" y="111"/>
                  </a:cubicBezTo>
                  <a:lnTo>
                    <a:pt x="17" y="111"/>
                  </a:lnTo>
                  <a:lnTo>
                    <a:pt x="17" y="111"/>
                  </a:lnTo>
                  <a:cubicBezTo>
                    <a:pt x="17" y="111"/>
                    <a:pt x="32" y="126"/>
                    <a:pt x="49" y="126"/>
                  </a:cubicBezTo>
                  <a:lnTo>
                    <a:pt x="64" y="111"/>
                  </a:lnTo>
                  <a:lnTo>
                    <a:pt x="112" y="63"/>
                  </a:lnTo>
                  <a:cubicBezTo>
                    <a:pt x="127"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00" name="Google Shape;4500;p46"/>
            <p:cNvSpPr/>
            <p:nvPr/>
          </p:nvSpPr>
          <p:spPr>
            <a:xfrm>
              <a:off x="3437589" y="1779254"/>
              <a:ext cx="4039" cy="5025"/>
            </a:xfrm>
            <a:custGeom>
              <a:avLst/>
              <a:gdLst/>
              <a:ahLst/>
              <a:cxnLst/>
              <a:rect l="l" t="t" r="r" b="b"/>
              <a:pathLst>
                <a:path w="127" h="158" extrusionOk="0">
                  <a:moveTo>
                    <a:pt x="32" y="0"/>
                  </a:moveTo>
                  <a:lnTo>
                    <a:pt x="32" y="0"/>
                  </a:lnTo>
                  <a:cubicBezTo>
                    <a:pt x="15" y="0"/>
                    <a:pt x="0" y="0"/>
                    <a:pt x="0" y="15"/>
                  </a:cubicBezTo>
                  <a:lnTo>
                    <a:pt x="0" y="15"/>
                  </a:lnTo>
                  <a:lnTo>
                    <a:pt x="0" y="47"/>
                  </a:lnTo>
                  <a:cubicBezTo>
                    <a:pt x="0" y="47"/>
                    <a:pt x="15" y="63"/>
                    <a:pt x="32" y="63"/>
                  </a:cubicBezTo>
                  <a:lnTo>
                    <a:pt x="32" y="63"/>
                  </a:lnTo>
                  <a:lnTo>
                    <a:pt x="15" y="110"/>
                  </a:lnTo>
                  <a:cubicBezTo>
                    <a:pt x="15" y="126"/>
                    <a:pt x="32" y="141"/>
                    <a:pt x="47" y="158"/>
                  </a:cubicBezTo>
                  <a:lnTo>
                    <a:pt x="47" y="158"/>
                  </a:lnTo>
                  <a:cubicBezTo>
                    <a:pt x="63" y="158"/>
                    <a:pt x="78" y="141"/>
                    <a:pt x="95" y="126"/>
                  </a:cubicBezTo>
                  <a:lnTo>
                    <a:pt x="110" y="47"/>
                  </a:lnTo>
                  <a:cubicBezTo>
                    <a:pt x="126" y="32"/>
                    <a:pt x="110" y="32"/>
                    <a:pt x="110" y="15"/>
                  </a:cubicBezTo>
                  <a:lnTo>
                    <a:pt x="95" y="0"/>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01" name="Google Shape;4501;p46"/>
            <p:cNvSpPr/>
            <p:nvPr/>
          </p:nvSpPr>
          <p:spPr>
            <a:xfrm>
              <a:off x="3079798" y="1787745"/>
              <a:ext cx="5534" cy="3021"/>
            </a:xfrm>
            <a:custGeom>
              <a:avLst/>
              <a:gdLst/>
              <a:ahLst/>
              <a:cxnLst/>
              <a:rect l="l" t="t" r="r" b="b"/>
              <a:pathLst>
                <a:path w="174" h="95" extrusionOk="0">
                  <a:moveTo>
                    <a:pt x="32" y="0"/>
                  </a:moveTo>
                  <a:lnTo>
                    <a:pt x="32" y="0"/>
                  </a:lnTo>
                  <a:cubicBezTo>
                    <a:pt x="16" y="0"/>
                    <a:pt x="1" y="17"/>
                    <a:pt x="1" y="32"/>
                  </a:cubicBezTo>
                  <a:cubicBezTo>
                    <a:pt x="1" y="48"/>
                    <a:pt x="16" y="63"/>
                    <a:pt x="32" y="63"/>
                  </a:cubicBezTo>
                  <a:lnTo>
                    <a:pt x="32" y="63"/>
                  </a:lnTo>
                  <a:lnTo>
                    <a:pt x="79" y="63"/>
                  </a:lnTo>
                  <a:lnTo>
                    <a:pt x="79" y="80"/>
                  </a:lnTo>
                  <a:cubicBezTo>
                    <a:pt x="79" y="80"/>
                    <a:pt x="95" y="95"/>
                    <a:pt x="110" y="95"/>
                  </a:cubicBezTo>
                  <a:lnTo>
                    <a:pt x="110" y="95"/>
                  </a:lnTo>
                  <a:lnTo>
                    <a:pt x="142" y="80"/>
                  </a:lnTo>
                  <a:lnTo>
                    <a:pt x="158" y="80"/>
                  </a:lnTo>
                  <a:cubicBezTo>
                    <a:pt x="173" y="63"/>
                    <a:pt x="173" y="48"/>
                    <a:pt x="173" y="48"/>
                  </a:cubicBezTo>
                  <a:lnTo>
                    <a:pt x="173" y="32"/>
                  </a:lnTo>
                  <a:lnTo>
                    <a:pt x="173" y="32"/>
                  </a:lnTo>
                  <a:cubicBezTo>
                    <a:pt x="158" y="17"/>
                    <a:pt x="158" y="0"/>
                    <a:pt x="142"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02" name="Google Shape;4502;p46"/>
            <p:cNvSpPr/>
            <p:nvPr/>
          </p:nvSpPr>
          <p:spPr>
            <a:xfrm>
              <a:off x="3160452" y="1812806"/>
              <a:ext cx="3053" cy="3562"/>
            </a:xfrm>
            <a:custGeom>
              <a:avLst/>
              <a:gdLst/>
              <a:ahLst/>
              <a:cxnLst/>
              <a:rect l="l" t="t" r="r" b="b"/>
              <a:pathLst>
                <a:path w="96" h="112" extrusionOk="0">
                  <a:moveTo>
                    <a:pt x="32" y="0"/>
                  </a:moveTo>
                  <a:lnTo>
                    <a:pt x="32" y="0"/>
                  </a:lnTo>
                  <a:lnTo>
                    <a:pt x="17" y="0"/>
                  </a:lnTo>
                  <a:lnTo>
                    <a:pt x="17" y="0"/>
                  </a:lnTo>
                  <a:cubicBezTo>
                    <a:pt x="1" y="0"/>
                    <a:pt x="1" y="17"/>
                    <a:pt x="1" y="17"/>
                  </a:cubicBezTo>
                  <a:lnTo>
                    <a:pt x="1" y="32"/>
                  </a:lnTo>
                  <a:lnTo>
                    <a:pt x="1" y="48"/>
                  </a:lnTo>
                  <a:lnTo>
                    <a:pt x="1" y="48"/>
                  </a:lnTo>
                  <a:lnTo>
                    <a:pt x="1" y="63"/>
                  </a:lnTo>
                  <a:lnTo>
                    <a:pt x="1" y="48"/>
                  </a:lnTo>
                  <a:cubicBezTo>
                    <a:pt x="17" y="48"/>
                    <a:pt x="17" y="32"/>
                    <a:pt x="32" y="32"/>
                  </a:cubicBezTo>
                  <a:lnTo>
                    <a:pt x="32" y="32"/>
                  </a:lnTo>
                  <a:cubicBezTo>
                    <a:pt x="49" y="32"/>
                    <a:pt x="49" y="32"/>
                    <a:pt x="49" y="48"/>
                  </a:cubicBezTo>
                  <a:cubicBezTo>
                    <a:pt x="64" y="48"/>
                    <a:pt x="80" y="80"/>
                    <a:pt x="64" y="95"/>
                  </a:cubicBezTo>
                  <a:lnTo>
                    <a:pt x="49" y="111"/>
                  </a:lnTo>
                  <a:lnTo>
                    <a:pt x="64" y="111"/>
                  </a:lnTo>
                  <a:cubicBezTo>
                    <a:pt x="64" y="111"/>
                    <a:pt x="80" y="111"/>
                    <a:pt x="80" y="95"/>
                  </a:cubicBezTo>
                  <a:cubicBezTo>
                    <a:pt x="80" y="95"/>
                    <a:pt x="95" y="80"/>
                    <a:pt x="80" y="80"/>
                  </a:cubicBezTo>
                  <a:lnTo>
                    <a:pt x="80" y="63"/>
                  </a:lnTo>
                  <a:lnTo>
                    <a:pt x="80" y="48"/>
                  </a:lnTo>
                  <a:lnTo>
                    <a:pt x="80" y="32"/>
                  </a:lnTo>
                  <a:cubicBezTo>
                    <a:pt x="80" y="17"/>
                    <a:pt x="64" y="17"/>
                    <a:pt x="64" y="17"/>
                  </a:cubicBez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03" name="Google Shape;4503;p46"/>
            <p:cNvSpPr/>
            <p:nvPr/>
          </p:nvSpPr>
          <p:spPr>
            <a:xfrm>
              <a:off x="3287730" y="1809785"/>
              <a:ext cx="5565" cy="4580"/>
            </a:xfrm>
            <a:custGeom>
              <a:avLst/>
              <a:gdLst/>
              <a:ahLst/>
              <a:cxnLst/>
              <a:rect l="l" t="t" r="r" b="b"/>
              <a:pathLst>
                <a:path w="175" h="144" extrusionOk="0">
                  <a:moveTo>
                    <a:pt x="127" y="1"/>
                  </a:moveTo>
                  <a:lnTo>
                    <a:pt x="127" y="1"/>
                  </a:lnTo>
                  <a:lnTo>
                    <a:pt x="112" y="1"/>
                  </a:lnTo>
                  <a:lnTo>
                    <a:pt x="95" y="17"/>
                  </a:lnTo>
                  <a:lnTo>
                    <a:pt x="80" y="17"/>
                  </a:lnTo>
                  <a:cubicBezTo>
                    <a:pt x="64" y="32"/>
                    <a:pt x="49" y="32"/>
                    <a:pt x="49" y="49"/>
                  </a:cubicBezTo>
                  <a:cubicBezTo>
                    <a:pt x="32" y="49"/>
                    <a:pt x="32" y="49"/>
                    <a:pt x="17" y="64"/>
                  </a:cubicBezTo>
                  <a:cubicBezTo>
                    <a:pt x="1" y="64"/>
                    <a:pt x="1" y="64"/>
                    <a:pt x="1" y="80"/>
                  </a:cubicBezTo>
                  <a:lnTo>
                    <a:pt x="1" y="112"/>
                  </a:lnTo>
                  <a:lnTo>
                    <a:pt x="17" y="127"/>
                  </a:lnTo>
                  <a:lnTo>
                    <a:pt x="32" y="127"/>
                  </a:lnTo>
                  <a:lnTo>
                    <a:pt x="49" y="127"/>
                  </a:lnTo>
                  <a:lnTo>
                    <a:pt x="49" y="127"/>
                  </a:lnTo>
                  <a:lnTo>
                    <a:pt x="49" y="127"/>
                  </a:lnTo>
                  <a:lnTo>
                    <a:pt x="95" y="127"/>
                  </a:lnTo>
                  <a:lnTo>
                    <a:pt x="112" y="143"/>
                  </a:lnTo>
                  <a:lnTo>
                    <a:pt x="127" y="127"/>
                  </a:lnTo>
                  <a:lnTo>
                    <a:pt x="143" y="127"/>
                  </a:lnTo>
                  <a:cubicBezTo>
                    <a:pt x="158" y="127"/>
                    <a:pt x="158" y="112"/>
                    <a:pt x="158" y="95"/>
                  </a:cubicBezTo>
                  <a:lnTo>
                    <a:pt x="175" y="32"/>
                  </a:lnTo>
                  <a:cubicBezTo>
                    <a:pt x="175" y="17"/>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04" name="Google Shape;4504;p46"/>
            <p:cNvSpPr/>
            <p:nvPr/>
          </p:nvSpPr>
          <p:spPr>
            <a:xfrm>
              <a:off x="3120888" y="1817800"/>
              <a:ext cx="3530" cy="3053"/>
            </a:xfrm>
            <a:custGeom>
              <a:avLst/>
              <a:gdLst/>
              <a:ahLst/>
              <a:cxnLst/>
              <a:rect l="l" t="t" r="r" b="b"/>
              <a:pathLst>
                <a:path w="111" h="96" extrusionOk="0">
                  <a:moveTo>
                    <a:pt x="79" y="1"/>
                  </a:moveTo>
                  <a:lnTo>
                    <a:pt x="79" y="1"/>
                  </a:lnTo>
                  <a:lnTo>
                    <a:pt x="79" y="1"/>
                  </a:lnTo>
                  <a:lnTo>
                    <a:pt x="64" y="1"/>
                  </a:lnTo>
                  <a:lnTo>
                    <a:pt x="16" y="32"/>
                  </a:lnTo>
                  <a:cubicBezTo>
                    <a:pt x="1" y="49"/>
                    <a:pt x="1" y="80"/>
                    <a:pt x="16" y="95"/>
                  </a:cubicBezTo>
                  <a:lnTo>
                    <a:pt x="47" y="95"/>
                  </a:lnTo>
                  <a:lnTo>
                    <a:pt x="64" y="95"/>
                  </a:lnTo>
                  <a:lnTo>
                    <a:pt x="110" y="49"/>
                  </a:lnTo>
                  <a:lnTo>
                    <a:pt x="110"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05" name="Google Shape;4505;p46"/>
            <p:cNvSpPr/>
            <p:nvPr/>
          </p:nvSpPr>
          <p:spPr>
            <a:xfrm>
              <a:off x="3288271" y="1805301"/>
              <a:ext cx="4039" cy="3021"/>
            </a:xfrm>
            <a:custGeom>
              <a:avLst/>
              <a:gdLst/>
              <a:ahLst/>
              <a:cxnLst/>
              <a:rect l="l" t="t" r="r" b="b"/>
              <a:pathLst>
                <a:path w="127" h="95" extrusionOk="0">
                  <a:moveTo>
                    <a:pt x="63" y="0"/>
                  </a:moveTo>
                  <a:lnTo>
                    <a:pt x="63" y="0"/>
                  </a:lnTo>
                  <a:lnTo>
                    <a:pt x="47" y="0"/>
                  </a:lnTo>
                  <a:cubicBezTo>
                    <a:pt x="47" y="0"/>
                    <a:pt x="32" y="0"/>
                    <a:pt x="32" y="16"/>
                  </a:cubicBezTo>
                  <a:lnTo>
                    <a:pt x="15" y="32"/>
                  </a:lnTo>
                  <a:lnTo>
                    <a:pt x="0" y="47"/>
                  </a:lnTo>
                  <a:lnTo>
                    <a:pt x="0" y="63"/>
                  </a:lnTo>
                  <a:lnTo>
                    <a:pt x="32" y="95"/>
                  </a:lnTo>
                  <a:lnTo>
                    <a:pt x="63" y="95"/>
                  </a:lnTo>
                  <a:lnTo>
                    <a:pt x="63" y="95"/>
                  </a:lnTo>
                  <a:lnTo>
                    <a:pt x="78" y="95"/>
                  </a:lnTo>
                  <a:cubicBezTo>
                    <a:pt x="95" y="95"/>
                    <a:pt x="95" y="95"/>
                    <a:pt x="110" y="79"/>
                  </a:cubicBezTo>
                  <a:lnTo>
                    <a:pt x="110" y="79"/>
                  </a:lnTo>
                  <a:cubicBezTo>
                    <a:pt x="126" y="63"/>
                    <a:pt x="126" y="47"/>
                    <a:pt x="110" y="32"/>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06" name="Google Shape;4506;p46"/>
            <p:cNvSpPr/>
            <p:nvPr/>
          </p:nvSpPr>
          <p:spPr>
            <a:xfrm>
              <a:off x="3443060" y="1789272"/>
              <a:ext cx="5565" cy="4516"/>
            </a:xfrm>
            <a:custGeom>
              <a:avLst/>
              <a:gdLst/>
              <a:ahLst/>
              <a:cxnLst/>
              <a:rect l="l" t="t" r="r" b="b"/>
              <a:pathLst>
                <a:path w="175" h="142" extrusionOk="0">
                  <a:moveTo>
                    <a:pt x="127" y="0"/>
                  </a:moveTo>
                  <a:lnTo>
                    <a:pt x="127" y="0"/>
                  </a:lnTo>
                  <a:lnTo>
                    <a:pt x="127" y="0"/>
                  </a:lnTo>
                  <a:cubicBezTo>
                    <a:pt x="95" y="15"/>
                    <a:pt x="80" y="32"/>
                    <a:pt x="64" y="47"/>
                  </a:cubicBezTo>
                  <a:cubicBezTo>
                    <a:pt x="64" y="63"/>
                    <a:pt x="49" y="63"/>
                    <a:pt x="49" y="63"/>
                  </a:cubicBezTo>
                  <a:lnTo>
                    <a:pt x="49" y="63"/>
                  </a:lnTo>
                  <a:lnTo>
                    <a:pt x="49" y="63"/>
                  </a:lnTo>
                  <a:lnTo>
                    <a:pt x="32" y="63"/>
                  </a:lnTo>
                  <a:cubicBezTo>
                    <a:pt x="17" y="63"/>
                    <a:pt x="1" y="78"/>
                    <a:pt x="1" y="95"/>
                  </a:cubicBezTo>
                  <a:cubicBezTo>
                    <a:pt x="1" y="110"/>
                    <a:pt x="1" y="126"/>
                    <a:pt x="17" y="126"/>
                  </a:cubicBezTo>
                  <a:cubicBezTo>
                    <a:pt x="17" y="141"/>
                    <a:pt x="32" y="141"/>
                    <a:pt x="32" y="141"/>
                  </a:cubicBezTo>
                  <a:lnTo>
                    <a:pt x="49" y="141"/>
                  </a:lnTo>
                  <a:cubicBezTo>
                    <a:pt x="64" y="141"/>
                    <a:pt x="80" y="126"/>
                    <a:pt x="95" y="126"/>
                  </a:cubicBezTo>
                  <a:cubicBezTo>
                    <a:pt x="112" y="110"/>
                    <a:pt x="127" y="95"/>
                    <a:pt x="127" y="78"/>
                  </a:cubicBezTo>
                  <a:lnTo>
                    <a:pt x="143" y="78"/>
                  </a:lnTo>
                  <a:lnTo>
                    <a:pt x="143" y="63"/>
                  </a:lnTo>
                  <a:cubicBezTo>
                    <a:pt x="158" y="63"/>
                    <a:pt x="175" y="32"/>
                    <a:pt x="158" y="15"/>
                  </a:cubicBezTo>
                  <a:cubicBezTo>
                    <a:pt x="158" y="0"/>
                    <a:pt x="143"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07" name="Google Shape;4507;p46"/>
            <p:cNvSpPr/>
            <p:nvPr/>
          </p:nvSpPr>
          <p:spPr>
            <a:xfrm>
              <a:off x="3333369" y="1798749"/>
              <a:ext cx="3498" cy="5057"/>
            </a:xfrm>
            <a:custGeom>
              <a:avLst/>
              <a:gdLst/>
              <a:ahLst/>
              <a:cxnLst/>
              <a:rect l="l" t="t" r="r" b="b"/>
              <a:pathLst>
                <a:path w="110" h="159" extrusionOk="0">
                  <a:moveTo>
                    <a:pt x="47" y="1"/>
                  </a:moveTo>
                  <a:lnTo>
                    <a:pt x="32" y="1"/>
                  </a:lnTo>
                  <a:lnTo>
                    <a:pt x="32" y="1"/>
                  </a:lnTo>
                  <a:cubicBezTo>
                    <a:pt x="15" y="17"/>
                    <a:pt x="0" y="33"/>
                    <a:pt x="15" y="49"/>
                  </a:cubicBezTo>
                  <a:lnTo>
                    <a:pt x="15" y="49"/>
                  </a:lnTo>
                  <a:lnTo>
                    <a:pt x="32" y="96"/>
                  </a:lnTo>
                  <a:lnTo>
                    <a:pt x="32" y="112"/>
                  </a:lnTo>
                  <a:cubicBezTo>
                    <a:pt x="15" y="127"/>
                    <a:pt x="32" y="143"/>
                    <a:pt x="32" y="159"/>
                  </a:cubicBezTo>
                  <a:lnTo>
                    <a:pt x="63" y="159"/>
                  </a:lnTo>
                  <a:cubicBezTo>
                    <a:pt x="63" y="159"/>
                    <a:pt x="78" y="159"/>
                    <a:pt x="95" y="143"/>
                  </a:cubicBezTo>
                  <a:lnTo>
                    <a:pt x="95" y="143"/>
                  </a:lnTo>
                  <a:lnTo>
                    <a:pt x="95" y="143"/>
                  </a:lnTo>
                  <a:cubicBezTo>
                    <a:pt x="95" y="127"/>
                    <a:pt x="110" y="112"/>
                    <a:pt x="110" y="96"/>
                  </a:cubicBezTo>
                  <a:lnTo>
                    <a:pt x="110" y="80"/>
                  </a:lnTo>
                  <a:lnTo>
                    <a:pt x="95" y="64"/>
                  </a:lnTo>
                  <a:lnTo>
                    <a:pt x="78" y="17"/>
                  </a:lnTo>
                  <a:cubicBezTo>
                    <a:pt x="63" y="17"/>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08" name="Google Shape;4508;p46"/>
            <p:cNvSpPr/>
            <p:nvPr/>
          </p:nvSpPr>
          <p:spPr>
            <a:xfrm>
              <a:off x="3411001" y="1794265"/>
              <a:ext cx="3562" cy="3053"/>
            </a:xfrm>
            <a:custGeom>
              <a:avLst/>
              <a:gdLst/>
              <a:ahLst/>
              <a:cxnLst/>
              <a:rect l="l" t="t" r="r" b="b"/>
              <a:pathLst>
                <a:path w="112" h="96" extrusionOk="0">
                  <a:moveTo>
                    <a:pt x="80" y="1"/>
                  </a:moveTo>
                  <a:lnTo>
                    <a:pt x="64" y="1"/>
                  </a:lnTo>
                  <a:lnTo>
                    <a:pt x="64" y="16"/>
                  </a:lnTo>
                  <a:lnTo>
                    <a:pt x="48" y="16"/>
                  </a:lnTo>
                  <a:lnTo>
                    <a:pt x="17" y="32"/>
                  </a:lnTo>
                  <a:lnTo>
                    <a:pt x="17" y="32"/>
                  </a:lnTo>
                  <a:cubicBezTo>
                    <a:pt x="1" y="47"/>
                    <a:pt x="1" y="64"/>
                    <a:pt x="1" y="79"/>
                  </a:cubicBezTo>
                  <a:lnTo>
                    <a:pt x="17" y="79"/>
                  </a:lnTo>
                  <a:cubicBezTo>
                    <a:pt x="17" y="95"/>
                    <a:pt x="32" y="95"/>
                    <a:pt x="32" y="95"/>
                  </a:cubicBezTo>
                  <a:lnTo>
                    <a:pt x="48" y="95"/>
                  </a:lnTo>
                  <a:lnTo>
                    <a:pt x="95" y="64"/>
                  </a:lnTo>
                  <a:cubicBezTo>
                    <a:pt x="95" y="64"/>
                    <a:pt x="111" y="64"/>
                    <a:pt x="111" y="47"/>
                  </a:cubicBezTo>
                  <a:cubicBezTo>
                    <a:pt x="111" y="32"/>
                    <a:pt x="111"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09" name="Google Shape;4509;p46"/>
            <p:cNvSpPr/>
            <p:nvPr/>
          </p:nvSpPr>
          <p:spPr>
            <a:xfrm>
              <a:off x="3158448" y="1813792"/>
              <a:ext cx="4580" cy="5057"/>
            </a:xfrm>
            <a:custGeom>
              <a:avLst/>
              <a:gdLst/>
              <a:ahLst/>
              <a:cxnLst/>
              <a:rect l="l" t="t" r="r" b="b"/>
              <a:pathLst>
                <a:path w="144" h="159" extrusionOk="0">
                  <a:moveTo>
                    <a:pt x="95" y="1"/>
                  </a:moveTo>
                  <a:lnTo>
                    <a:pt x="95" y="1"/>
                  </a:lnTo>
                  <a:cubicBezTo>
                    <a:pt x="80" y="1"/>
                    <a:pt x="80" y="17"/>
                    <a:pt x="64" y="17"/>
                  </a:cubicBezTo>
                  <a:lnTo>
                    <a:pt x="64" y="32"/>
                  </a:lnTo>
                  <a:lnTo>
                    <a:pt x="32" y="80"/>
                  </a:lnTo>
                  <a:lnTo>
                    <a:pt x="1" y="112"/>
                  </a:lnTo>
                  <a:cubicBezTo>
                    <a:pt x="1" y="127"/>
                    <a:pt x="1" y="143"/>
                    <a:pt x="17" y="158"/>
                  </a:cubicBezTo>
                  <a:lnTo>
                    <a:pt x="17" y="158"/>
                  </a:lnTo>
                  <a:lnTo>
                    <a:pt x="32" y="158"/>
                  </a:lnTo>
                  <a:lnTo>
                    <a:pt x="64" y="158"/>
                  </a:lnTo>
                  <a:lnTo>
                    <a:pt x="64" y="143"/>
                  </a:lnTo>
                  <a:lnTo>
                    <a:pt x="95" y="95"/>
                  </a:lnTo>
                  <a:lnTo>
                    <a:pt x="112" y="80"/>
                  </a:lnTo>
                  <a:lnTo>
                    <a:pt x="127" y="64"/>
                  </a:lnTo>
                  <a:cubicBezTo>
                    <a:pt x="143" y="49"/>
                    <a:pt x="127" y="17"/>
                    <a:pt x="112" y="17"/>
                  </a:cubicBezTo>
                  <a:cubicBezTo>
                    <a:pt x="112"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10" name="Google Shape;4510;p46"/>
            <p:cNvSpPr/>
            <p:nvPr/>
          </p:nvSpPr>
          <p:spPr>
            <a:xfrm>
              <a:off x="3174000" y="1816337"/>
              <a:ext cx="5534" cy="5025"/>
            </a:xfrm>
            <a:custGeom>
              <a:avLst/>
              <a:gdLst/>
              <a:ahLst/>
              <a:cxnLst/>
              <a:rect l="l" t="t" r="r" b="b"/>
              <a:pathLst>
                <a:path w="174" h="158" extrusionOk="0">
                  <a:moveTo>
                    <a:pt x="142" y="0"/>
                  </a:moveTo>
                  <a:lnTo>
                    <a:pt x="142" y="0"/>
                  </a:lnTo>
                  <a:cubicBezTo>
                    <a:pt x="127" y="0"/>
                    <a:pt x="110" y="0"/>
                    <a:pt x="110" y="15"/>
                  </a:cubicBezTo>
                  <a:lnTo>
                    <a:pt x="95" y="47"/>
                  </a:lnTo>
                  <a:lnTo>
                    <a:pt x="79" y="63"/>
                  </a:lnTo>
                  <a:lnTo>
                    <a:pt x="79" y="63"/>
                  </a:lnTo>
                  <a:lnTo>
                    <a:pt x="64" y="63"/>
                  </a:lnTo>
                  <a:lnTo>
                    <a:pt x="16" y="78"/>
                  </a:lnTo>
                  <a:lnTo>
                    <a:pt x="16" y="78"/>
                  </a:lnTo>
                  <a:cubicBezTo>
                    <a:pt x="1" y="95"/>
                    <a:pt x="1" y="110"/>
                    <a:pt x="1" y="126"/>
                  </a:cubicBezTo>
                  <a:cubicBezTo>
                    <a:pt x="1" y="141"/>
                    <a:pt x="16" y="158"/>
                    <a:pt x="32" y="158"/>
                  </a:cubicBezTo>
                  <a:cubicBezTo>
                    <a:pt x="32" y="158"/>
                    <a:pt x="47" y="158"/>
                    <a:pt x="47" y="141"/>
                  </a:cubicBezTo>
                  <a:lnTo>
                    <a:pt x="64" y="141"/>
                  </a:lnTo>
                  <a:lnTo>
                    <a:pt x="79" y="158"/>
                  </a:lnTo>
                  <a:lnTo>
                    <a:pt x="95" y="158"/>
                  </a:lnTo>
                  <a:lnTo>
                    <a:pt x="95" y="158"/>
                  </a:lnTo>
                  <a:lnTo>
                    <a:pt x="110" y="141"/>
                  </a:lnTo>
                  <a:lnTo>
                    <a:pt x="127" y="126"/>
                  </a:lnTo>
                  <a:lnTo>
                    <a:pt x="158" y="78"/>
                  </a:lnTo>
                  <a:lnTo>
                    <a:pt x="158" y="47"/>
                  </a:lnTo>
                  <a:lnTo>
                    <a:pt x="173" y="47"/>
                  </a:lnTo>
                  <a:cubicBezTo>
                    <a:pt x="173" y="32"/>
                    <a:pt x="173"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11" name="Google Shape;4511;p46"/>
            <p:cNvSpPr/>
            <p:nvPr/>
          </p:nvSpPr>
          <p:spPr>
            <a:xfrm>
              <a:off x="3292755" y="1815796"/>
              <a:ext cx="3562" cy="2576"/>
            </a:xfrm>
            <a:custGeom>
              <a:avLst/>
              <a:gdLst/>
              <a:ahLst/>
              <a:cxnLst/>
              <a:rect l="l" t="t" r="r" b="b"/>
              <a:pathLst>
                <a:path w="112" h="81" extrusionOk="0">
                  <a:moveTo>
                    <a:pt x="80" y="1"/>
                  </a:moveTo>
                  <a:lnTo>
                    <a:pt x="80" y="1"/>
                  </a:lnTo>
                  <a:lnTo>
                    <a:pt x="63" y="1"/>
                  </a:lnTo>
                  <a:lnTo>
                    <a:pt x="63" y="1"/>
                  </a:lnTo>
                  <a:lnTo>
                    <a:pt x="32" y="17"/>
                  </a:lnTo>
                  <a:cubicBezTo>
                    <a:pt x="17" y="17"/>
                    <a:pt x="0" y="32"/>
                    <a:pt x="0" y="49"/>
                  </a:cubicBezTo>
                  <a:lnTo>
                    <a:pt x="0" y="64"/>
                  </a:lnTo>
                  <a:cubicBezTo>
                    <a:pt x="17" y="80"/>
                    <a:pt x="32" y="80"/>
                    <a:pt x="32" y="80"/>
                  </a:cubicBezTo>
                  <a:lnTo>
                    <a:pt x="48" y="80"/>
                  </a:lnTo>
                  <a:lnTo>
                    <a:pt x="95" y="64"/>
                  </a:lnTo>
                  <a:lnTo>
                    <a:pt x="95" y="64"/>
                  </a:lnTo>
                  <a:cubicBezTo>
                    <a:pt x="111" y="64"/>
                    <a:pt x="111" y="49"/>
                    <a:pt x="111" y="32"/>
                  </a:cubicBezTo>
                  <a:lnTo>
                    <a:pt x="111" y="32"/>
                  </a:lnTo>
                  <a:cubicBezTo>
                    <a:pt x="111" y="17"/>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12" name="Google Shape;4512;p46"/>
            <p:cNvSpPr/>
            <p:nvPr/>
          </p:nvSpPr>
          <p:spPr>
            <a:xfrm>
              <a:off x="3341860" y="1812329"/>
              <a:ext cx="6042" cy="5025"/>
            </a:xfrm>
            <a:custGeom>
              <a:avLst/>
              <a:gdLst/>
              <a:ahLst/>
              <a:cxnLst/>
              <a:rect l="l" t="t" r="r" b="b"/>
              <a:pathLst>
                <a:path w="190" h="158" extrusionOk="0">
                  <a:moveTo>
                    <a:pt x="63" y="0"/>
                  </a:moveTo>
                  <a:lnTo>
                    <a:pt x="48" y="0"/>
                  </a:lnTo>
                  <a:cubicBezTo>
                    <a:pt x="48" y="0"/>
                    <a:pt x="48" y="15"/>
                    <a:pt x="32" y="15"/>
                  </a:cubicBezTo>
                  <a:lnTo>
                    <a:pt x="32" y="0"/>
                  </a:lnTo>
                  <a:lnTo>
                    <a:pt x="17" y="15"/>
                  </a:lnTo>
                  <a:lnTo>
                    <a:pt x="17" y="15"/>
                  </a:lnTo>
                  <a:cubicBezTo>
                    <a:pt x="0" y="32"/>
                    <a:pt x="0" y="32"/>
                    <a:pt x="0" y="47"/>
                  </a:cubicBezTo>
                  <a:cubicBezTo>
                    <a:pt x="0" y="63"/>
                    <a:pt x="0" y="63"/>
                    <a:pt x="17" y="78"/>
                  </a:cubicBezTo>
                  <a:lnTo>
                    <a:pt x="32" y="78"/>
                  </a:lnTo>
                  <a:lnTo>
                    <a:pt x="126" y="141"/>
                  </a:lnTo>
                  <a:cubicBezTo>
                    <a:pt x="126" y="158"/>
                    <a:pt x="143" y="158"/>
                    <a:pt x="143" y="158"/>
                  </a:cubicBezTo>
                  <a:lnTo>
                    <a:pt x="143" y="158"/>
                  </a:lnTo>
                  <a:cubicBezTo>
                    <a:pt x="158" y="158"/>
                    <a:pt x="174" y="141"/>
                    <a:pt x="174" y="141"/>
                  </a:cubicBezTo>
                  <a:cubicBezTo>
                    <a:pt x="189" y="126"/>
                    <a:pt x="189" y="110"/>
                    <a:pt x="174" y="95"/>
                  </a:cubicBezTo>
                  <a:lnTo>
                    <a:pt x="143" y="78"/>
                  </a:lnTo>
                  <a:lnTo>
                    <a:pt x="126" y="78"/>
                  </a:lnTo>
                  <a:cubicBezTo>
                    <a:pt x="126" y="78"/>
                    <a:pt x="111" y="78"/>
                    <a:pt x="111" y="6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13" name="Google Shape;4513;p46"/>
            <p:cNvSpPr/>
            <p:nvPr/>
          </p:nvSpPr>
          <p:spPr>
            <a:xfrm>
              <a:off x="3422037" y="1801771"/>
              <a:ext cx="2544" cy="3053"/>
            </a:xfrm>
            <a:custGeom>
              <a:avLst/>
              <a:gdLst/>
              <a:ahLst/>
              <a:cxnLst/>
              <a:rect l="l" t="t" r="r" b="b"/>
              <a:pathLst>
                <a:path w="80" h="96" extrusionOk="0">
                  <a:moveTo>
                    <a:pt x="48" y="1"/>
                  </a:moveTo>
                  <a:lnTo>
                    <a:pt x="32" y="1"/>
                  </a:lnTo>
                  <a:lnTo>
                    <a:pt x="17" y="1"/>
                  </a:lnTo>
                  <a:lnTo>
                    <a:pt x="17" y="1"/>
                  </a:lnTo>
                  <a:cubicBezTo>
                    <a:pt x="0" y="1"/>
                    <a:pt x="0" y="17"/>
                    <a:pt x="0" y="32"/>
                  </a:cubicBezTo>
                  <a:lnTo>
                    <a:pt x="17" y="64"/>
                  </a:lnTo>
                  <a:lnTo>
                    <a:pt x="17" y="64"/>
                  </a:lnTo>
                  <a:cubicBezTo>
                    <a:pt x="17" y="80"/>
                    <a:pt x="32" y="95"/>
                    <a:pt x="48" y="95"/>
                  </a:cubicBezTo>
                  <a:lnTo>
                    <a:pt x="48" y="95"/>
                  </a:lnTo>
                  <a:cubicBezTo>
                    <a:pt x="63" y="95"/>
                    <a:pt x="80" y="80"/>
                    <a:pt x="80" y="64"/>
                  </a:cubicBezTo>
                  <a:lnTo>
                    <a:pt x="80" y="32"/>
                  </a:lnTo>
                  <a:lnTo>
                    <a:pt x="63" y="17"/>
                  </a:lnTo>
                  <a:cubicBezTo>
                    <a:pt x="63" y="1"/>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14" name="Google Shape;4514;p46"/>
            <p:cNvSpPr/>
            <p:nvPr/>
          </p:nvSpPr>
          <p:spPr>
            <a:xfrm>
              <a:off x="3343864" y="1811789"/>
              <a:ext cx="3021" cy="3053"/>
            </a:xfrm>
            <a:custGeom>
              <a:avLst/>
              <a:gdLst/>
              <a:ahLst/>
              <a:cxnLst/>
              <a:rect l="l" t="t" r="r" b="b"/>
              <a:pathLst>
                <a:path w="95" h="96" extrusionOk="0">
                  <a:moveTo>
                    <a:pt x="17" y="1"/>
                  </a:moveTo>
                  <a:lnTo>
                    <a:pt x="0" y="17"/>
                  </a:lnTo>
                  <a:lnTo>
                    <a:pt x="48" y="80"/>
                  </a:lnTo>
                  <a:cubicBezTo>
                    <a:pt x="48" y="95"/>
                    <a:pt x="63" y="95"/>
                    <a:pt x="63" y="95"/>
                  </a:cubicBezTo>
                  <a:lnTo>
                    <a:pt x="80" y="95"/>
                  </a:lnTo>
                  <a:lnTo>
                    <a:pt x="95" y="95"/>
                  </a:lnTo>
                  <a:lnTo>
                    <a:pt x="95" y="80"/>
                  </a:lnTo>
                  <a:lnTo>
                    <a:pt x="95" y="49"/>
                  </a:lnTo>
                  <a:lnTo>
                    <a:pt x="95" y="49"/>
                  </a:lnTo>
                  <a:lnTo>
                    <a:pt x="95" y="32"/>
                  </a:lnTo>
                  <a:lnTo>
                    <a:pt x="95" y="32"/>
                  </a:lnTo>
                  <a:lnTo>
                    <a:pt x="80" y="49"/>
                  </a:lnTo>
                  <a:lnTo>
                    <a:pt x="63" y="49"/>
                  </a:lnTo>
                  <a:cubicBezTo>
                    <a:pt x="48" y="49"/>
                    <a:pt x="32" y="49"/>
                    <a:pt x="32" y="32"/>
                  </a:cubicBezTo>
                  <a:cubicBezTo>
                    <a:pt x="17"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15" name="Google Shape;4515;p46"/>
            <p:cNvSpPr/>
            <p:nvPr/>
          </p:nvSpPr>
          <p:spPr>
            <a:xfrm>
              <a:off x="3329838" y="1793279"/>
              <a:ext cx="3562" cy="3021"/>
            </a:xfrm>
            <a:custGeom>
              <a:avLst/>
              <a:gdLst/>
              <a:ahLst/>
              <a:cxnLst/>
              <a:rect l="l" t="t" r="r" b="b"/>
              <a:pathLst>
                <a:path w="112" h="95" extrusionOk="0">
                  <a:moveTo>
                    <a:pt x="80" y="0"/>
                  </a:moveTo>
                  <a:lnTo>
                    <a:pt x="63" y="0"/>
                  </a:lnTo>
                  <a:cubicBezTo>
                    <a:pt x="63" y="0"/>
                    <a:pt x="63" y="15"/>
                    <a:pt x="48" y="15"/>
                  </a:cubicBezTo>
                  <a:lnTo>
                    <a:pt x="17" y="32"/>
                  </a:lnTo>
                  <a:cubicBezTo>
                    <a:pt x="0" y="47"/>
                    <a:pt x="0" y="78"/>
                    <a:pt x="17" y="78"/>
                  </a:cubicBezTo>
                  <a:cubicBezTo>
                    <a:pt x="17" y="95"/>
                    <a:pt x="32" y="95"/>
                    <a:pt x="32" y="95"/>
                  </a:cubicBezTo>
                  <a:lnTo>
                    <a:pt x="63" y="95"/>
                  </a:lnTo>
                  <a:lnTo>
                    <a:pt x="95" y="63"/>
                  </a:lnTo>
                  <a:lnTo>
                    <a:pt x="95" y="63"/>
                  </a:lnTo>
                  <a:cubicBezTo>
                    <a:pt x="111" y="47"/>
                    <a:pt x="111" y="32"/>
                    <a:pt x="95" y="15"/>
                  </a:cubicBezTo>
                  <a:lnTo>
                    <a:pt x="95" y="15"/>
                  </a:ln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16" name="Google Shape;4516;p46"/>
            <p:cNvSpPr/>
            <p:nvPr/>
          </p:nvSpPr>
          <p:spPr>
            <a:xfrm>
              <a:off x="3362914" y="1805778"/>
              <a:ext cx="2544" cy="3053"/>
            </a:xfrm>
            <a:custGeom>
              <a:avLst/>
              <a:gdLst/>
              <a:ahLst/>
              <a:cxnLst/>
              <a:rect l="l" t="t" r="r" b="b"/>
              <a:pathLst>
                <a:path w="80" h="96" extrusionOk="0">
                  <a:moveTo>
                    <a:pt x="32" y="1"/>
                  </a:moveTo>
                  <a:lnTo>
                    <a:pt x="32" y="1"/>
                  </a:lnTo>
                  <a:lnTo>
                    <a:pt x="32" y="1"/>
                  </a:lnTo>
                  <a:cubicBezTo>
                    <a:pt x="0" y="1"/>
                    <a:pt x="0" y="17"/>
                    <a:pt x="0" y="32"/>
                  </a:cubicBezTo>
                  <a:lnTo>
                    <a:pt x="16" y="80"/>
                  </a:lnTo>
                  <a:cubicBezTo>
                    <a:pt x="16" y="95"/>
                    <a:pt x="32" y="95"/>
                    <a:pt x="48" y="95"/>
                  </a:cubicBezTo>
                  <a:lnTo>
                    <a:pt x="63" y="95"/>
                  </a:lnTo>
                  <a:cubicBezTo>
                    <a:pt x="79" y="95"/>
                    <a:pt x="79" y="80"/>
                    <a:pt x="79" y="64"/>
                  </a:cubicBezTo>
                  <a:lnTo>
                    <a:pt x="63" y="17"/>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17" name="Google Shape;4517;p46"/>
            <p:cNvSpPr/>
            <p:nvPr/>
          </p:nvSpPr>
          <p:spPr>
            <a:xfrm>
              <a:off x="3190538" y="1824351"/>
              <a:ext cx="3530" cy="2035"/>
            </a:xfrm>
            <a:custGeom>
              <a:avLst/>
              <a:gdLst/>
              <a:ahLst/>
              <a:cxnLst/>
              <a:rect l="l" t="t" r="r" b="b"/>
              <a:pathLst>
                <a:path w="111" h="64" extrusionOk="0">
                  <a:moveTo>
                    <a:pt x="32" y="0"/>
                  </a:moveTo>
                  <a:lnTo>
                    <a:pt x="32" y="0"/>
                  </a:lnTo>
                  <a:cubicBezTo>
                    <a:pt x="16" y="0"/>
                    <a:pt x="0" y="15"/>
                    <a:pt x="0" y="32"/>
                  </a:cubicBezTo>
                  <a:cubicBezTo>
                    <a:pt x="0" y="47"/>
                    <a:pt x="16" y="63"/>
                    <a:pt x="32" y="63"/>
                  </a:cubicBezTo>
                  <a:lnTo>
                    <a:pt x="79" y="63"/>
                  </a:lnTo>
                  <a:lnTo>
                    <a:pt x="79" y="63"/>
                  </a:lnTo>
                  <a:cubicBezTo>
                    <a:pt x="95" y="63"/>
                    <a:pt x="111" y="47"/>
                    <a:pt x="111" y="32"/>
                  </a:cubicBezTo>
                  <a:cubicBezTo>
                    <a:pt x="111" y="15"/>
                    <a:pt x="95" y="0"/>
                    <a:pt x="79"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18" name="Google Shape;4518;p46"/>
            <p:cNvSpPr/>
            <p:nvPr/>
          </p:nvSpPr>
          <p:spPr>
            <a:xfrm>
              <a:off x="3113351" y="1817323"/>
              <a:ext cx="2035" cy="2035"/>
            </a:xfrm>
            <a:custGeom>
              <a:avLst/>
              <a:gdLst/>
              <a:ahLst/>
              <a:cxnLst/>
              <a:rect l="l" t="t" r="r" b="b"/>
              <a:pathLst>
                <a:path w="64" h="64" extrusionOk="0">
                  <a:moveTo>
                    <a:pt x="1" y="1"/>
                  </a:moveTo>
                  <a:lnTo>
                    <a:pt x="64" y="64"/>
                  </a:lnTo>
                  <a:cubicBezTo>
                    <a:pt x="64" y="47"/>
                    <a:pt x="49" y="47"/>
                    <a:pt x="49" y="32"/>
                  </a:cubicBezTo>
                  <a:lnTo>
                    <a:pt x="49" y="32"/>
                  </a:lnTo>
                  <a:lnTo>
                    <a:pt x="49" y="32"/>
                  </a:lnTo>
                  <a:cubicBezTo>
                    <a:pt x="32" y="16"/>
                    <a:pt x="32" y="1"/>
                    <a:pt x="1" y="1"/>
                  </a:cubicBez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19" name="Google Shape;4519;p46"/>
            <p:cNvSpPr/>
            <p:nvPr/>
          </p:nvSpPr>
          <p:spPr>
            <a:xfrm>
              <a:off x="3113351" y="1816814"/>
              <a:ext cx="2035" cy="2544"/>
            </a:xfrm>
            <a:custGeom>
              <a:avLst/>
              <a:gdLst/>
              <a:ahLst/>
              <a:cxnLst/>
              <a:rect l="l" t="t" r="r" b="b"/>
              <a:pathLst>
                <a:path w="64" h="80" extrusionOk="0">
                  <a:moveTo>
                    <a:pt x="49" y="48"/>
                  </a:moveTo>
                  <a:lnTo>
                    <a:pt x="49" y="48"/>
                  </a:lnTo>
                  <a:cubicBezTo>
                    <a:pt x="49" y="63"/>
                    <a:pt x="64" y="63"/>
                    <a:pt x="64" y="80"/>
                  </a:cubicBezTo>
                  <a:lnTo>
                    <a:pt x="64" y="80"/>
                  </a:lnTo>
                  <a:cubicBezTo>
                    <a:pt x="64" y="63"/>
                    <a:pt x="49" y="63"/>
                    <a:pt x="49" y="48"/>
                  </a:cubicBezTo>
                  <a:lnTo>
                    <a:pt x="49" y="48"/>
                  </a:lnTo>
                  <a:close/>
                  <a:moveTo>
                    <a:pt x="1" y="0"/>
                  </a:moveTo>
                  <a:lnTo>
                    <a:pt x="1" y="17"/>
                  </a:lnTo>
                  <a:lnTo>
                    <a:pt x="1" y="17"/>
                  </a:lnTo>
                  <a:cubicBezTo>
                    <a:pt x="32" y="17"/>
                    <a:pt x="32" y="32"/>
                    <a:pt x="49" y="48"/>
                  </a:cubicBezTo>
                  <a:cubicBezTo>
                    <a:pt x="49" y="32"/>
                    <a:pt x="17" y="17"/>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20" name="Google Shape;4520;p46"/>
            <p:cNvSpPr/>
            <p:nvPr/>
          </p:nvSpPr>
          <p:spPr>
            <a:xfrm>
              <a:off x="3113351" y="1814810"/>
              <a:ext cx="4039" cy="5025"/>
            </a:xfrm>
            <a:custGeom>
              <a:avLst/>
              <a:gdLst/>
              <a:ahLst/>
              <a:cxnLst/>
              <a:rect l="l" t="t" r="r" b="b"/>
              <a:pathLst>
                <a:path w="127" h="158" extrusionOk="0">
                  <a:moveTo>
                    <a:pt x="49" y="0"/>
                  </a:moveTo>
                  <a:lnTo>
                    <a:pt x="32" y="0"/>
                  </a:lnTo>
                  <a:lnTo>
                    <a:pt x="17" y="17"/>
                  </a:lnTo>
                  <a:lnTo>
                    <a:pt x="17" y="17"/>
                  </a:lnTo>
                  <a:lnTo>
                    <a:pt x="1" y="48"/>
                  </a:lnTo>
                  <a:lnTo>
                    <a:pt x="1" y="63"/>
                  </a:lnTo>
                  <a:cubicBezTo>
                    <a:pt x="17" y="80"/>
                    <a:pt x="49" y="95"/>
                    <a:pt x="49" y="111"/>
                  </a:cubicBezTo>
                  <a:lnTo>
                    <a:pt x="49" y="111"/>
                  </a:lnTo>
                  <a:lnTo>
                    <a:pt x="49" y="111"/>
                  </a:lnTo>
                  <a:cubicBezTo>
                    <a:pt x="49" y="126"/>
                    <a:pt x="64" y="126"/>
                    <a:pt x="64" y="143"/>
                  </a:cubicBezTo>
                  <a:lnTo>
                    <a:pt x="64" y="158"/>
                  </a:lnTo>
                  <a:lnTo>
                    <a:pt x="95" y="158"/>
                  </a:lnTo>
                  <a:lnTo>
                    <a:pt x="112" y="158"/>
                  </a:lnTo>
                  <a:cubicBezTo>
                    <a:pt x="127" y="143"/>
                    <a:pt x="127" y="126"/>
                    <a:pt x="112" y="111"/>
                  </a:cubicBezTo>
                  <a:lnTo>
                    <a:pt x="64" y="48"/>
                  </a:lnTo>
                  <a:lnTo>
                    <a:pt x="80" y="48"/>
                  </a:lnTo>
                  <a:lnTo>
                    <a:pt x="80" y="48"/>
                  </a:lnTo>
                  <a:cubicBezTo>
                    <a:pt x="80" y="32"/>
                    <a:pt x="64" y="17"/>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21" name="Google Shape;4521;p46"/>
            <p:cNvSpPr/>
            <p:nvPr/>
          </p:nvSpPr>
          <p:spPr>
            <a:xfrm>
              <a:off x="3269221" y="1784724"/>
              <a:ext cx="3021" cy="3562"/>
            </a:xfrm>
            <a:custGeom>
              <a:avLst/>
              <a:gdLst/>
              <a:ahLst/>
              <a:cxnLst/>
              <a:rect l="l" t="t" r="r" b="b"/>
              <a:pathLst>
                <a:path w="95" h="112" extrusionOk="0">
                  <a:moveTo>
                    <a:pt x="47" y="1"/>
                  </a:moveTo>
                  <a:lnTo>
                    <a:pt x="47" y="1"/>
                  </a:lnTo>
                  <a:cubicBezTo>
                    <a:pt x="47" y="1"/>
                    <a:pt x="32" y="1"/>
                    <a:pt x="32" y="17"/>
                  </a:cubicBezTo>
                  <a:lnTo>
                    <a:pt x="15" y="17"/>
                  </a:lnTo>
                  <a:lnTo>
                    <a:pt x="0" y="64"/>
                  </a:lnTo>
                  <a:cubicBezTo>
                    <a:pt x="0" y="80"/>
                    <a:pt x="0" y="95"/>
                    <a:pt x="15" y="112"/>
                  </a:cubicBezTo>
                  <a:lnTo>
                    <a:pt x="32" y="112"/>
                  </a:lnTo>
                  <a:cubicBezTo>
                    <a:pt x="47" y="112"/>
                    <a:pt x="63" y="95"/>
                    <a:pt x="63" y="95"/>
                  </a:cubicBezTo>
                  <a:lnTo>
                    <a:pt x="78" y="49"/>
                  </a:lnTo>
                  <a:cubicBezTo>
                    <a:pt x="95" y="32"/>
                    <a:pt x="78"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22" name="Google Shape;4522;p46"/>
            <p:cNvSpPr/>
            <p:nvPr/>
          </p:nvSpPr>
          <p:spPr>
            <a:xfrm>
              <a:off x="3176004" y="1794742"/>
              <a:ext cx="5057" cy="4580"/>
            </a:xfrm>
            <a:custGeom>
              <a:avLst/>
              <a:gdLst/>
              <a:ahLst/>
              <a:cxnLst/>
              <a:rect l="l" t="t" r="r" b="b"/>
              <a:pathLst>
                <a:path w="159" h="144" extrusionOk="0">
                  <a:moveTo>
                    <a:pt x="127" y="1"/>
                  </a:moveTo>
                  <a:lnTo>
                    <a:pt x="127" y="1"/>
                  </a:lnTo>
                  <a:lnTo>
                    <a:pt x="127" y="1"/>
                  </a:lnTo>
                  <a:cubicBezTo>
                    <a:pt x="110" y="1"/>
                    <a:pt x="95" y="17"/>
                    <a:pt x="95" y="32"/>
                  </a:cubicBezTo>
                  <a:cubicBezTo>
                    <a:pt x="95" y="49"/>
                    <a:pt x="95" y="49"/>
                    <a:pt x="64" y="64"/>
                  </a:cubicBezTo>
                  <a:lnTo>
                    <a:pt x="64" y="64"/>
                  </a:lnTo>
                  <a:cubicBezTo>
                    <a:pt x="47" y="64"/>
                    <a:pt x="32" y="64"/>
                    <a:pt x="16" y="80"/>
                  </a:cubicBezTo>
                  <a:cubicBezTo>
                    <a:pt x="16" y="80"/>
                    <a:pt x="16" y="95"/>
                    <a:pt x="1" y="95"/>
                  </a:cubicBezTo>
                  <a:lnTo>
                    <a:pt x="1" y="127"/>
                  </a:lnTo>
                  <a:cubicBezTo>
                    <a:pt x="16" y="143"/>
                    <a:pt x="32" y="143"/>
                    <a:pt x="32" y="143"/>
                  </a:cubicBezTo>
                  <a:lnTo>
                    <a:pt x="47" y="143"/>
                  </a:lnTo>
                  <a:cubicBezTo>
                    <a:pt x="64" y="143"/>
                    <a:pt x="64" y="127"/>
                    <a:pt x="79" y="127"/>
                  </a:cubicBezTo>
                  <a:cubicBezTo>
                    <a:pt x="95" y="127"/>
                    <a:pt x="110" y="112"/>
                    <a:pt x="142" y="95"/>
                  </a:cubicBezTo>
                  <a:cubicBezTo>
                    <a:pt x="142" y="95"/>
                    <a:pt x="158" y="80"/>
                    <a:pt x="158" y="64"/>
                  </a:cubicBezTo>
                  <a:lnTo>
                    <a:pt x="158" y="32"/>
                  </a:lnTo>
                  <a:cubicBezTo>
                    <a:pt x="158" y="17"/>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23" name="Google Shape;4523;p46"/>
            <p:cNvSpPr/>
            <p:nvPr/>
          </p:nvSpPr>
          <p:spPr>
            <a:xfrm>
              <a:off x="3032697" y="1806796"/>
              <a:ext cx="2512" cy="3530"/>
            </a:xfrm>
            <a:custGeom>
              <a:avLst/>
              <a:gdLst/>
              <a:ahLst/>
              <a:cxnLst/>
              <a:rect l="l" t="t" r="r" b="b"/>
              <a:pathLst>
                <a:path w="79" h="111" extrusionOk="0">
                  <a:moveTo>
                    <a:pt x="16" y="0"/>
                  </a:moveTo>
                  <a:lnTo>
                    <a:pt x="16" y="32"/>
                  </a:lnTo>
                  <a:lnTo>
                    <a:pt x="1" y="63"/>
                  </a:lnTo>
                  <a:lnTo>
                    <a:pt x="1" y="79"/>
                  </a:lnTo>
                  <a:lnTo>
                    <a:pt x="32" y="111"/>
                  </a:lnTo>
                  <a:lnTo>
                    <a:pt x="47" y="111"/>
                  </a:lnTo>
                  <a:cubicBezTo>
                    <a:pt x="64" y="111"/>
                    <a:pt x="79" y="95"/>
                    <a:pt x="79" y="79"/>
                  </a:cubicBezTo>
                  <a:lnTo>
                    <a:pt x="79" y="32"/>
                  </a:lnTo>
                  <a:lnTo>
                    <a:pt x="79" y="32"/>
                  </a:lnTo>
                  <a:lnTo>
                    <a:pt x="64" y="32"/>
                  </a:lnTo>
                  <a:lnTo>
                    <a:pt x="47" y="32"/>
                  </a:lnTo>
                  <a:cubicBezTo>
                    <a:pt x="32" y="16"/>
                    <a:pt x="16" y="16"/>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24" name="Google Shape;4524;p46"/>
            <p:cNvSpPr/>
            <p:nvPr/>
          </p:nvSpPr>
          <p:spPr>
            <a:xfrm>
              <a:off x="3088290" y="1800785"/>
              <a:ext cx="4039" cy="3021"/>
            </a:xfrm>
            <a:custGeom>
              <a:avLst/>
              <a:gdLst/>
              <a:ahLst/>
              <a:cxnLst/>
              <a:rect l="l" t="t" r="r" b="b"/>
              <a:pathLst>
                <a:path w="127" h="95" extrusionOk="0">
                  <a:moveTo>
                    <a:pt x="80" y="0"/>
                  </a:moveTo>
                  <a:lnTo>
                    <a:pt x="80" y="0"/>
                  </a:lnTo>
                  <a:lnTo>
                    <a:pt x="64" y="0"/>
                  </a:lnTo>
                  <a:lnTo>
                    <a:pt x="32" y="32"/>
                  </a:lnTo>
                  <a:cubicBezTo>
                    <a:pt x="17" y="32"/>
                    <a:pt x="1" y="48"/>
                    <a:pt x="17" y="63"/>
                  </a:cubicBezTo>
                  <a:cubicBezTo>
                    <a:pt x="17" y="79"/>
                    <a:pt x="32" y="95"/>
                    <a:pt x="49" y="95"/>
                  </a:cubicBezTo>
                  <a:lnTo>
                    <a:pt x="49" y="95"/>
                  </a:lnTo>
                  <a:lnTo>
                    <a:pt x="64" y="95"/>
                  </a:lnTo>
                  <a:lnTo>
                    <a:pt x="80" y="95"/>
                  </a:lnTo>
                  <a:cubicBezTo>
                    <a:pt x="95" y="95"/>
                    <a:pt x="112" y="95"/>
                    <a:pt x="112" y="79"/>
                  </a:cubicBezTo>
                  <a:lnTo>
                    <a:pt x="112" y="48"/>
                  </a:lnTo>
                  <a:cubicBezTo>
                    <a:pt x="127" y="32"/>
                    <a:pt x="112" y="16"/>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25" name="Google Shape;4525;p46"/>
            <p:cNvSpPr/>
            <p:nvPr/>
          </p:nvSpPr>
          <p:spPr>
            <a:xfrm>
              <a:off x="3206090" y="1788254"/>
              <a:ext cx="3021" cy="3053"/>
            </a:xfrm>
            <a:custGeom>
              <a:avLst/>
              <a:gdLst/>
              <a:ahLst/>
              <a:cxnLst/>
              <a:rect l="l" t="t" r="r" b="b"/>
              <a:pathLst>
                <a:path w="95" h="96" extrusionOk="0">
                  <a:moveTo>
                    <a:pt x="63" y="1"/>
                  </a:moveTo>
                  <a:lnTo>
                    <a:pt x="47" y="1"/>
                  </a:lnTo>
                  <a:cubicBezTo>
                    <a:pt x="47" y="1"/>
                    <a:pt x="32" y="1"/>
                    <a:pt x="32" y="16"/>
                  </a:cubicBezTo>
                  <a:lnTo>
                    <a:pt x="15" y="16"/>
                  </a:lnTo>
                  <a:lnTo>
                    <a:pt x="0" y="47"/>
                  </a:lnTo>
                  <a:cubicBezTo>
                    <a:pt x="0" y="64"/>
                    <a:pt x="0" y="95"/>
                    <a:pt x="15" y="95"/>
                  </a:cubicBezTo>
                  <a:lnTo>
                    <a:pt x="32" y="95"/>
                  </a:lnTo>
                  <a:cubicBezTo>
                    <a:pt x="47" y="95"/>
                    <a:pt x="63" y="95"/>
                    <a:pt x="63" y="79"/>
                  </a:cubicBezTo>
                  <a:lnTo>
                    <a:pt x="95" y="47"/>
                  </a:lnTo>
                  <a:cubicBezTo>
                    <a:pt x="95" y="32"/>
                    <a:pt x="95" y="16"/>
                    <a:pt x="78" y="16"/>
                  </a:cubicBez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26" name="Google Shape;4526;p46"/>
            <p:cNvSpPr/>
            <p:nvPr/>
          </p:nvSpPr>
          <p:spPr>
            <a:xfrm>
              <a:off x="3318326" y="1776232"/>
              <a:ext cx="3021" cy="4039"/>
            </a:xfrm>
            <a:custGeom>
              <a:avLst/>
              <a:gdLst/>
              <a:ahLst/>
              <a:cxnLst/>
              <a:rect l="l" t="t" r="r" b="b"/>
              <a:pathLst>
                <a:path w="95" h="127" extrusionOk="0">
                  <a:moveTo>
                    <a:pt x="32" y="1"/>
                  </a:moveTo>
                  <a:lnTo>
                    <a:pt x="32" y="1"/>
                  </a:lnTo>
                  <a:lnTo>
                    <a:pt x="32" y="1"/>
                  </a:lnTo>
                  <a:cubicBezTo>
                    <a:pt x="16" y="1"/>
                    <a:pt x="0" y="32"/>
                    <a:pt x="0" y="47"/>
                  </a:cubicBezTo>
                  <a:lnTo>
                    <a:pt x="16" y="95"/>
                  </a:lnTo>
                  <a:lnTo>
                    <a:pt x="16" y="110"/>
                  </a:lnTo>
                  <a:cubicBezTo>
                    <a:pt x="16" y="110"/>
                    <a:pt x="32" y="127"/>
                    <a:pt x="47" y="127"/>
                  </a:cubicBezTo>
                  <a:lnTo>
                    <a:pt x="47" y="127"/>
                  </a:lnTo>
                  <a:lnTo>
                    <a:pt x="63" y="127"/>
                  </a:lnTo>
                  <a:cubicBezTo>
                    <a:pt x="79" y="127"/>
                    <a:pt x="95" y="110"/>
                    <a:pt x="79" y="95"/>
                  </a:cubicBezTo>
                  <a:cubicBezTo>
                    <a:pt x="79" y="95"/>
                    <a:pt x="79" y="110"/>
                    <a:pt x="63" y="110"/>
                  </a:cubicBezTo>
                  <a:lnTo>
                    <a:pt x="63" y="110"/>
                  </a:lnTo>
                  <a:cubicBezTo>
                    <a:pt x="47" y="110"/>
                    <a:pt x="32" y="95"/>
                    <a:pt x="16" y="79"/>
                  </a:cubicBezTo>
                  <a:lnTo>
                    <a:pt x="16" y="47"/>
                  </a:lnTo>
                  <a:cubicBezTo>
                    <a:pt x="0" y="32"/>
                    <a:pt x="16" y="16"/>
                    <a:pt x="32"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27" name="Google Shape;4527;p46"/>
            <p:cNvSpPr/>
            <p:nvPr/>
          </p:nvSpPr>
          <p:spPr>
            <a:xfrm>
              <a:off x="3118376" y="1799767"/>
              <a:ext cx="2544" cy="3053"/>
            </a:xfrm>
            <a:custGeom>
              <a:avLst/>
              <a:gdLst/>
              <a:ahLst/>
              <a:cxnLst/>
              <a:rect l="l" t="t" r="r" b="b"/>
              <a:pathLst>
                <a:path w="80" h="96" extrusionOk="0">
                  <a:moveTo>
                    <a:pt x="32" y="1"/>
                  </a:moveTo>
                  <a:lnTo>
                    <a:pt x="32" y="1"/>
                  </a:lnTo>
                  <a:lnTo>
                    <a:pt x="32" y="1"/>
                  </a:lnTo>
                  <a:cubicBezTo>
                    <a:pt x="17" y="1"/>
                    <a:pt x="0" y="17"/>
                    <a:pt x="0" y="32"/>
                  </a:cubicBezTo>
                  <a:lnTo>
                    <a:pt x="0" y="64"/>
                  </a:lnTo>
                  <a:cubicBezTo>
                    <a:pt x="0" y="80"/>
                    <a:pt x="17" y="95"/>
                    <a:pt x="32" y="95"/>
                  </a:cubicBezTo>
                  <a:lnTo>
                    <a:pt x="32" y="95"/>
                  </a:lnTo>
                  <a:lnTo>
                    <a:pt x="63" y="95"/>
                  </a:lnTo>
                  <a:cubicBezTo>
                    <a:pt x="48" y="80"/>
                    <a:pt x="48" y="64"/>
                    <a:pt x="48" y="48"/>
                  </a:cubicBezTo>
                  <a:cubicBezTo>
                    <a:pt x="48" y="32"/>
                    <a:pt x="63" y="32"/>
                    <a:pt x="80" y="32"/>
                  </a:cubicBezTo>
                  <a:cubicBezTo>
                    <a:pt x="80"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28" name="Google Shape;4528;p46"/>
            <p:cNvSpPr/>
            <p:nvPr/>
          </p:nvSpPr>
          <p:spPr>
            <a:xfrm>
              <a:off x="3196549" y="1792261"/>
              <a:ext cx="4039" cy="2035"/>
            </a:xfrm>
            <a:custGeom>
              <a:avLst/>
              <a:gdLst/>
              <a:ahLst/>
              <a:cxnLst/>
              <a:rect l="l" t="t" r="r" b="b"/>
              <a:pathLst>
                <a:path w="127" h="64" extrusionOk="0">
                  <a:moveTo>
                    <a:pt x="48" y="1"/>
                  </a:moveTo>
                  <a:lnTo>
                    <a:pt x="63" y="1"/>
                  </a:lnTo>
                  <a:cubicBezTo>
                    <a:pt x="63" y="16"/>
                    <a:pt x="48" y="32"/>
                    <a:pt x="32" y="32"/>
                  </a:cubicBezTo>
                  <a:lnTo>
                    <a:pt x="17" y="47"/>
                  </a:lnTo>
                  <a:lnTo>
                    <a:pt x="0" y="47"/>
                  </a:lnTo>
                  <a:cubicBezTo>
                    <a:pt x="0" y="64"/>
                    <a:pt x="17" y="64"/>
                    <a:pt x="32" y="64"/>
                  </a:cubicBezTo>
                  <a:lnTo>
                    <a:pt x="95" y="64"/>
                  </a:lnTo>
                  <a:cubicBezTo>
                    <a:pt x="111" y="64"/>
                    <a:pt x="126" y="47"/>
                    <a:pt x="126" y="32"/>
                  </a:cubicBezTo>
                  <a:lnTo>
                    <a:pt x="126" y="32"/>
                  </a:lnTo>
                  <a:cubicBezTo>
                    <a:pt x="126" y="16"/>
                    <a:pt x="111" y="1"/>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29" name="Google Shape;4529;p46"/>
            <p:cNvSpPr/>
            <p:nvPr/>
          </p:nvSpPr>
          <p:spPr>
            <a:xfrm>
              <a:off x="3039185" y="1806796"/>
              <a:ext cx="4039" cy="4548"/>
            </a:xfrm>
            <a:custGeom>
              <a:avLst/>
              <a:gdLst/>
              <a:ahLst/>
              <a:cxnLst/>
              <a:rect l="l" t="t" r="r" b="b"/>
              <a:pathLst>
                <a:path w="127" h="143" extrusionOk="0">
                  <a:moveTo>
                    <a:pt x="95" y="0"/>
                  </a:moveTo>
                  <a:lnTo>
                    <a:pt x="80" y="0"/>
                  </a:lnTo>
                  <a:lnTo>
                    <a:pt x="64" y="16"/>
                  </a:lnTo>
                  <a:lnTo>
                    <a:pt x="17" y="48"/>
                  </a:lnTo>
                  <a:lnTo>
                    <a:pt x="17" y="63"/>
                  </a:lnTo>
                  <a:lnTo>
                    <a:pt x="1" y="95"/>
                  </a:lnTo>
                  <a:cubicBezTo>
                    <a:pt x="1" y="111"/>
                    <a:pt x="17" y="143"/>
                    <a:pt x="32" y="143"/>
                  </a:cubicBezTo>
                  <a:lnTo>
                    <a:pt x="49" y="143"/>
                  </a:lnTo>
                  <a:cubicBezTo>
                    <a:pt x="64" y="143"/>
                    <a:pt x="80" y="126"/>
                    <a:pt x="80" y="111"/>
                  </a:cubicBezTo>
                  <a:lnTo>
                    <a:pt x="80" y="95"/>
                  </a:lnTo>
                  <a:lnTo>
                    <a:pt x="112" y="63"/>
                  </a:lnTo>
                  <a:cubicBezTo>
                    <a:pt x="127" y="48"/>
                    <a:pt x="127" y="32"/>
                    <a:pt x="112" y="16"/>
                  </a:cubicBezTo>
                  <a:cubicBezTo>
                    <a:pt x="112"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30" name="Google Shape;4530;p46"/>
            <p:cNvSpPr/>
            <p:nvPr/>
          </p:nvSpPr>
          <p:spPr>
            <a:xfrm>
              <a:off x="3193051" y="1790735"/>
              <a:ext cx="5534" cy="3053"/>
            </a:xfrm>
            <a:custGeom>
              <a:avLst/>
              <a:gdLst/>
              <a:ahLst/>
              <a:cxnLst/>
              <a:rect l="l" t="t" r="r" b="b"/>
              <a:pathLst>
                <a:path w="174" h="96" extrusionOk="0">
                  <a:moveTo>
                    <a:pt x="32" y="1"/>
                  </a:moveTo>
                  <a:lnTo>
                    <a:pt x="32" y="1"/>
                  </a:lnTo>
                  <a:lnTo>
                    <a:pt x="16" y="17"/>
                  </a:lnTo>
                  <a:cubicBezTo>
                    <a:pt x="0" y="17"/>
                    <a:pt x="0" y="32"/>
                    <a:pt x="0" y="64"/>
                  </a:cubicBezTo>
                  <a:lnTo>
                    <a:pt x="16" y="64"/>
                  </a:lnTo>
                  <a:cubicBezTo>
                    <a:pt x="32" y="95"/>
                    <a:pt x="47" y="95"/>
                    <a:pt x="79" y="95"/>
                  </a:cubicBezTo>
                  <a:lnTo>
                    <a:pt x="110" y="95"/>
                  </a:lnTo>
                  <a:lnTo>
                    <a:pt x="127" y="95"/>
                  </a:lnTo>
                  <a:lnTo>
                    <a:pt x="142" y="80"/>
                  </a:lnTo>
                  <a:cubicBezTo>
                    <a:pt x="158" y="80"/>
                    <a:pt x="173" y="64"/>
                    <a:pt x="173" y="49"/>
                  </a:cubicBezTo>
                  <a:lnTo>
                    <a:pt x="158" y="49"/>
                  </a:lnTo>
                  <a:cubicBezTo>
                    <a:pt x="158" y="32"/>
                    <a:pt x="158" y="17"/>
                    <a:pt x="142" y="17"/>
                  </a:cubicBezTo>
                  <a:lnTo>
                    <a:pt x="127" y="17"/>
                  </a:lnTo>
                  <a:lnTo>
                    <a:pt x="127" y="17"/>
                  </a:lnTo>
                  <a:cubicBezTo>
                    <a:pt x="127" y="17"/>
                    <a:pt x="110" y="17"/>
                    <a:pt x="110" y="32"/>
                  </a:cubicBezTo>
                  <a:lnTo>
                    <a:pt x="95" y="32"/>
                  </a:lnTo>
                  <a:lnTo>
                    <a:pt x="79" y="32"/>
                  </a:lnTo>
                  <a:lnTo>
                    <a:pt x="79" y="32"/>
                  </a:lnTo>
                  <a:cubicBezTo>
                    <a:pt x="79" y="32"/>
                    <a:pt x="63" y="32"/>
                    <a:pt x="63" y="17"/>
                  </a:cubicBez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31" name="Google Shape;4531;p46"/>
            <p:cNvSpPr/>
            <p:nvPr/>
          </p:nvSpPr>
          <p:spPr>
            <a:xfrm>
              <a:off x="3419557" y="1777727"/>
              <a:ext cx="3498" cy="2544"/>
            </a:xfrm>
            <a:custGeom>
              <a:avLst/>
              <a:gdLst/>
              <a:ahLst/>
              <a:cxnLst/>
              <a:rect l="l" t="t" r="r" b="b"/>
              <a:pathLst>
                <a:path w="110" h="80" extrusionOk="0">
                  <a:moveTo>
                    <a:pt x="32" y="0"/>
                  </a:moveTo>
                  <a:lnTo>
                    <a:pt x="32" y="0"/>
                  </a:lnTo>
                  <a:cubicBezTo>
                    <a:pt x="15" y="17"/>
                    <a:pt x="0" y="17"/>
                    <a:pt x="0" y="32"/>
                  </a:cubicBezTo>
                  <a:lnTo>
                    <a:pt x="0" y="63"/>
                  </a:lnTo>
                  <a:cubicBezTo>
                    <a:pt x="15" y="63"/>
                    <a:pt x="15" y="80"/>
                    <a:pt x="32" y="80"/>
                  </a:cubicBezTo>
                  <a:lnTo>
                    <a:pt x="47" y="80"/>
                  </a:lnTo>
                  <a:lnTo>
                    <a:pt x="63" y="80"/>
                  </a:lnTo>
                  <a:lnTo>
                    <a:pt x="63" y="80"/>
                  </a:lnTo>
                  <a:cubicBezTo>
                    <a:pt x="95" y="80"/>
                    <a:pt x="110" y="63"/>
                    <a:pt x="110" y="48"/>
                  </a:cubicBezTo>
                  <a:cubicBezTo>
                    <a:pt x="110" y="32"/>
                    <a:pt x="95" y="17"/>
                    <a:pt x="78" y="17"/>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32" name="Google Shape;4532;p46"/>
            <p:cNvSpPr/>
            <p:nvPr/>
          </p:nvSpPr>
          <p:spPr>
            <a:xfrm>
              <a:off x="3412019" y="1777250"/>
              <a:ext cx="3530" cy="4516"/>
            </a:xfrm>
            <a:custGeom>
              <a:avLst/>
              <a:gdLst/>
              <a:ahLst/>
              <a:cxnLst/>
              <a:rect l="l" t="t" r="r" b="b"/>
              <a:pathLst>
                <a:path w="111" h="142" extrusionOk="0">
                  <a:moveTo>
                    <a:pt x="32" y="0"/>
                  </a:moveTo>
                  <a:lnTo>
                    <a:pt x="32" y="0"/>
                  </a:lnTo>
                  <a:cubicBezTo>
                    <a:pt x="16" y="0"/>
                    <a:pt x="0" y="15"/>
                    <a:pt x="0" y="32"/>
                  </a:cubicBezTo>
                  <a:lnTo>
                    <a:pt x="0" y="47"/>
                  </a:lnTo>
                  <a:cubicBezTo>
                    <a:pt x="0" y="63"/>
                    <a:pt x="16" y="63"/>
                    <a:pt x="16" y="63"/>
                  </a:cubicBezTo>
                  <a:lnTo>
                    <a:pt x="32" y="78"/>
                  </a:lnTo>
                  <a:lnTo>
                    <a:pt x="32" y="110"/>
                  </a:lnTo>
                  <a:lnTo>
                    <a:pt x="32" y="110"/>
                  </a:lnTo>
                  <a:cubicBezTo>
                    <a:pt x="32" y="126"/>
                    <a:pt x="48" y="126"/>
                    <a:pt x="48" y="141"/>
                  </a:cubicBezTo>
                  <a:lnTo>
                    <a:pt x="63" y="141"/>
                  </a:lnTo>
                  <a:lnTo>
                    <a:pt x="63" y="141"/>
                  </a:lnTo>
                  <a:lnTo>
                    <a:pt x="63" y="141"/>
                  </a:lnTo>
                  <a:lnTo>
                    <a:pt x="79" y="141"/>
                  </a:lnTo>
                  <a:cubicBezTo>
                    <a:pt x="95" y="126"/>
                    <a:pt x="111" y="126"/>
                    <a:pt x="111" y="110"/>
                  </a:cubicBezTo>
                  <a:lnTo>
                    <a:pt x="111" y="95"/>
                  </a:lnTo>
                  <a:lnTo>
                    <a:pt x="111" y="95"/>
                  </a:lnTo>
                  <a:lnTo>
                    <a:pt x="111" y="47"/>
                  </a:lnTo>
                  <a:cubicBezTo>
                    <a:pt x="111" y="32"/>
                    <a:pt x="95" y="32"/>
                    <a:pt x="95" y="15"/>
                  </a:cubicBezTo>
                  <a:lnTo>
                    <a:pt x="79" y="15"/>
                  </a:lnTo>
                  <a:lnTo>
                    <a:pt x="63"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33" name="Google Shape;4533;p46"/>
            <p:cNvSpPr/>
            <p:nvPr/>
          </p:nvSpPr>
          <p:spPr>
            <a:xfrm>
              <a:off x="3078812" y="1807304"/>
              <a:ext cx="2512" cy="3021"/>
            </a:xfrm>
            <a:custGeom>
              <a:avLst/>
              <a:gdLst/>
              <a:ahLst/>
              <a:cxnLst/>
              <a:rect l="l" t="t" r="r" b="b"/>
              <a:pathLst>
                <a:path w="79" h="95" extrusionOk="0">
                  <a:moveTo>
                    <a:pt x="47" y="0"/>
                  </a:moveTo>
                  <a:lnTo>
                    <a:pt x="47" y="0"/>
                  </a:lnTo>
                  <a:lnTo>
                    <a:pt x="47" y="0"/>
                  </a:lnTo>
                  <a:lnTo>
                    <a:pt x="47" y="0"/>
                  </a:lnTo>
                  <a:cubicBezTo>
                    <a:pt x="32" y="0"/>
                    <a:pt x="32" y="0"/>
                    <a:pt x="32" y="16"/>
                  </a:cubicBezTo>
                  <a:lnTo>
                    <a:pt x="15" y="16"/>
                  </a:lnTo>
                  <a:cubicBezTo>
                    <a:pt x="0" y="32"/>
                    <a:pt x="0" y="32"/>
                    <a:pt x="0" y="47"/>
                  </a:cubicBezTo>
                  <a:lnTo>
                    <a:pt x="0" y="63"/>
                  </a:lnTo>
                  <a:cubicBezTo>
                    <a:pt x="0" y="79"/>
                    <a:pt x="15" y="79"/>
                    <a:pt x="15" y="79"/>
                  </a:cubicBezTo>
                  <a:lnTo>
                    <a:pt x="15" y="79"/>
                  </a:lnTo>
                  <a:lnTo>
                    <a:pt x="32" y="95"/>
                  </a:lnTo>
                  <a:lnTo>
                    <a:pt x="47" y="95"/>
                  </a:lnTo>
                  <a:lnTo>
                    <a:pt x="78" y="95"/>
                  </a:lnTo>
                  <a:lnTo>
                    <a:pt x="63" y="95"/>
                  </a:lnTo>
                  <a:cubicBezTo>
                    <a:pt x="63" y="79"/>
                    <a:pt x="63" y="63"/>
                    <a:pt x="78" y="47"/>
                  </a:cubicBezTo>
                  <a:lnTo>
                    <a:pt x="78" y="47"/>
                  </a:lnTo>
                  <a:lnTo>
                    <a:pt x="78" y="47"/>
                  </a:lnTo>
                  <a:lnTo>
                    <a:pt x="78" y="16"/>
                  </a:lnTo>
                  <a:cubicBezTo>
                    <a:pt x="63" y="0"/>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34" name="Google Shape;4534;p46"/>
            <p:cNvSpPr/>
            <p:nvPr/>
          </p:nvSpPr>
          <p:spPr>
            <a:xfrm>
              <a:off x="3186022" y="1797286"/>
              <a:ext cx="3053" cy="3530"/>
            </a:xfrm>
            <a:custGeom>
              <a:avLst/>
              <a:gdLst/>
              <a:ahLst/>
              <a:cxnLst/>
              <a:rect l="l" t="t" r="r" b="b"/>
              <a:pathLst>
                <a:path w="96" h="111" extrusionOk="0">
                  <a:moveTo>
                    <a:pt x="64" y="0"/>
                  </a:moveTo>
                  <a:lnTo>
                    <a:pt x="64" y="0"/>
                  </a:lnTo>
                  <a:cubicBezTo>
                    <a:pt x="48" y="0"/>
                    <a:pt x="32" y="15"/>
                    <a:pt x="32" y="32"/>
                  </a:cubicBezTo>
                  <a:lnTo>
                    <a:pt x="16" y="63"/>
                  </a:lnTo>
                  <a:lnTo>
                    <a:pt x="16" y="63"/>
                  </a:lnTo>
                  <a:lnTo>
                    <a:pt x="16" y="63"/>
                  </a:lnTo>
                  <a:cubicBezTo>
                    <a:pt x="1" y="79"/>
                    <a:pt x="1" y="95"/>
                    <a:pt x="16" y="110"/>
                  </a:cubicBezTo>
                  <a:lnTo>
                    <a:pt x="32" y="110"/>
                  </a:lnTo>
                  <a:lnTo>
                    <a:pt x="48" y="110"/>
                  </a:lnTo>
                  <a:cubicBezTo>
                    <a:pt x="48" y="110"/>
                    <a:pt x="64" y="110"/>
                    <a:pt x="79" y="95"/>
                  </a:cubicBezTo>
                  <a:lnTo>
                    <a:pt x="79" y="79"/>
                  </a:lnTo>
                  <a:lnTo>
                    <a:pt x="79" y="63"/>
                  </a:lnTo>
                  <a:lnTo>
                    <a:pt x="95" y="63"/>
                  </a:lnTo>
                  <a:lnTo>
                    <a:pt x="95" y="47"/>
                  </a:lnTo>
                  <a:cubicBezTo>
                    <a:pt x="95" y="32"/>
                    <a:pt x="95" y="15"/>
                    <a:pt x="7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35" name="Google Shape;4535;p46"/>
            <p:cNvSpPr/>
            <p:nvPr/>
          </p:nvSpPr>
          <p:spPr>
            <a:xfrm>
              <a:off x="3386958" y="1777250"/>
              <a:ext cx="5565" cy="3021"/>
            </a:xfrm>
            <a:custGeom>
              <a:avLst/>
              <a:gdLst/>
              <a:ahLst/>
              <a:cxnLst/>
              <a:rect l="l" t="t" r="r" b="b"/>
              <a:pathLst>
                <a:path w="175" h="95" extrusionOk="0">
                  <a:moveTo>
                    <a:pt x="80" y="0"/>
                  </a:moveTo>
                  <a:lnTo>
                    <a:pt x="80" y="15"/>
                  </a:lnTo>
                  <a:lnTo>
                    <a:pt x="17" y="15"/>
                  </a:lnTo>
                  <a:cubicBezTo>
                    <a:pt x="17" y="15"/>
                    <a:pt x="0" y="32"/>
                    <a:pt x="0" y="47"/>
                  </a:cubicBezTo>
                  <a:lnTo>
                    <a:pt x="0" y="47"/>
                  </a:lnTo>
                  <a:lnTo>
                    <a:pt x="0" y="63"/>
                  </a:lnTo>
                  <a:cubicBezTo>
                    <a:pt x="0" y="78"/>
                    <a:pt x="17" y="95"/>
                    <a:pt x="32" y="95"/>
                  </a:cubicBezTo>
                  <a:lnTo>
                    <a:pt x="48" y="78"/>
                  </a:lnTo>
                  <a:lnTo>
                    <a:pt x="143" y="63"/>
                  </a:lnTo>
                  <a:cubicBezTo>
                    <a:pt x="158" y="63"/>
                    <a:pt x="158" y="63"/>
                    <a:pt x="158" y="47"/>
                  </a:cubicBezTo>
                  <a:cubicBezTo>
                    <a:pt x="174" y="47"/>
                    <a:pt x="174" y="32"/>
                    <a:pt x="174" y="15"/>
                  </a:cubicBezTo>
                  <a:lnTo>
                    <a:pt x="174" y="15"/>
                  </a:lnTo>
                  <a:lnTo>
                    <a:pt x="174" y="15"/>
                  </a:lnTo>
                  <a:cubicBezTo>
                    <a:pt x="158" y="15"/>
                    <a:pt x="158" y="32"/>
                    <a:pt x="143" y="32"/>
                  </a:cubicBezTo>
                  <a:lnTo>
                    <a:pt x="111" y="32"/>
                  </a:lnTo>
                  <a:lnTo>
                    <a:pt x="111" y="32"/>
                  </a:lnTo>
                  <a:cubicBezTo>
                    <a:pt x="95" y="32"/>
                    <a:pt x="80" y="15"/>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36" name="Google Shape;4536;p46"/>
            <p:cNvSpPr/>
            <p:nvPr/>
          </p:nvSpPr>
          <p:spPr>
            <a:xfrm>
              <a:off x="3268680" y="1766214"/>
              <a:ext cx="4580" cy="3530"/>
            </a:xfrm>
            <a:custGeom>
              <a:avLst/>
              <a:gdLst/>
              <a:ahLst/>
              <a:cxnLst/>
              <a:rect l="l" t="t" r="r" b="b"/>
              <a:pathLst>
                <a:path w="144" h="111" extrusionOk="0">
                  <a:moveTo>
                    <a:pt x="112" y="1"/>
                  </a:moveTo>
                  <a:lnTo>
                    <a:pt x="112" y="1"/>
                  </a:lnTo>
                  <a:cubicBezTo>
                    <a:pt x="112" y="1"/>
                    <a:pt x="95" y="1"/>
                    <a:pt x="95" y="16"/>
                  </a:cubicBezTo>
                  <a:lnTo>
                    <a:pt x="80" y="16"/>
                  </a:lnTo>
                  <a:lnTo>
                    <a:pt x="80" y="16"/>
                  </a:lnTo>
                  <a:lnTo>
                    <a:pt x="17" y="47"/>
                  </a:lnTo>
                  <a:cubicBezTo>
                    <a:pt x="1" y="64"/>
                    <a:pt x="1" y="79"/>
                    <a:pt x="1" y="95"/>
                  </a:cubicBezTo>
                  <a:cubicBezTo>
                    <a:pt x="17" y="95"/>
                    <a:pt x="17" y="79"/>
                    <a:pt x="17" y="79"/>
                  </a:cubicBezTo>
                  <a:lnTo>
                    <a:pt x="32" y="79"/>
                  </a:lnTo>
                  <a:lnTo>
                    <a:pt x="49" y="95"/>
                  </a:lnTo>
                  <a:lnTo>
                    <a:pt x="64" y="110"/>
                  </a:lnTo>
                  <a:lnTo>
                    <a:pt x="112" y="79"/>
                  </a:lnTo>
                  <a:lnTo>
                    <a:pt x="127" y="64"/>
                  </a:lnTo>
                  <a:cubicBezTo>
                    <a:pt x="143" y="64"/>
                    <a:pt x="143" y="64"/>
                    <a:pt x="143" y="47"/>
                  </a:cubicBezTo>
                  <a:lnTo>
                    <a:pt x="143" y="32"/>
                  </a:lnTo>
                  <a:cubicBezTo>
                    <a:pt x="143" y="16"/>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37" name="Google Shape;4537;p46"/>
            <p:cNvSpPr/>
            <p:nvPr/>
          </p:nvSpPr>
          <p:spPr>
            <a:xfrm>
              <a:off x="3078812" y="1813792"/>
              <a:ext cx="3021" cy="3053"/>
            </a:xfrm>
            <a:custGeom>
              <a:avLst/>
              <a:gdLst/>
              <a:ahLst/>
              <a:cxnLst/>
              <a:rect l="l" t="t" r="r" b="b"/>
              <a:pathLst>
                <a:path w="95" h="96" extrusionOk="0">
                  <a:moveTo>
                    <a:pt x="32" y="1"/>
                  </a:moveTo>
                  <a:lnTo>
                    <a:pt x="32" y="1"/>
                  </a:lnTo>
                  <a:lnTo>
                    <a:pt x="15" y="1"/>
                  </a:lnTo>
                  <a:cubicBezTo>
                    <a:pt x="0" y="17"/>
                    <a:pt x="0" y="32"/>
                    <a:pt x="15" y="49"/>
                  </a:cubicBezTo>
                  <a:lnTo>
                    <a:pt x="32" y="80"/>
                  </a:lnTo>
                  <a:cubicBezTo>
                    <a:pt x="32" y="95"/>
                    <a:pt x="47" y="95"/>
                    <a:pt x="63" y="95"/>
                  </a:cubicBezTo>
                  <a:lnTo>
                    <a:pt x="78" y="95"/>
                  </a:lnTo>
                  <a:lnTo>
                    <a:pt x="78" y="95"/>
                  </a:lnTo>
                  <a:cubicBezTo>
                    <a:pt x="95" y="80"/>
                    <a:pt x="95" y="64"/>
                    <a:pt x="78" y="49"/>
                  </a:cubicBezTo>
                  <a:lnTo>
                    <a:pt x="63" y="17"/>
                  </a:lnTo>
                  <a:lnTo>
                    <a:pt x="63" y="17"/>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38" name="Google Shape;4538;p46"/>
            <p:cNvSpPr/>
            <p:nvPr/>
          </p:nvSpPr>
          <p:spPr>
            <a:xfrm>
              <a:off x="3175495" y="1801294"/>
              <a:ext cx="3021" cy="3021"/>
            </a:xfrm>
            <a:custGeom>
              <a:avLst/>
              <a:gdLst/>
              <a:ahLst/>
              <a:cxnLst/>
              <a:rect l="l" t="t" r="r" b="b"/>
              <a:pathLst>
                <a:path w="95" h="95" extrusionOk="0">
                  <a:moveTo>
                    <a:pt x="48" y="0"/>
                  </a:moveTo>
                  <a:lnTo>
                    <a:pt x="48" y="0"/>
                  </a:lnTo>
                  <a:cubicBezTo>
                    <a:pt x="32" y="0"/>
                    <a:pt x="32" y="16"/>
                    <a:pt x="17" y="16"/>
                  </a:cubicBezTo>
                  <a:lnTo>
                    <a:pt x="17" y="32"/>
                  </a:lnTo>
                  <a:lnTo>
                    <a:pt x="0" y="47"/>
                  </a:lnTo>
                  <a:cubicBezTo>
                    <a:pt x="0" y="63"/>
                    <a:pt x="0" y="79"/>
                    <a:pt x="17" y="79"/>
                  </a:cubicBezTo>
                  <a:cubicBezTo>
                    <a:pt x="17" y="95"/>
                    <a:pt x="17" y="95"/>
                    <a:pt x="32" y="95"/>
                  </a:cubicBezTo>
                  <a:lnTo>
                    <a:pt x="32" y="95"/>
                  </a:lnTo>
                  <a:lnTo>
                    <a:pt x="48" y="95"/>
                  </a:lnTo>
                  <a:cubicBezTo>
                    <a:pt x="48" y="95"/>
                    <a:pt x="63" y="95"/>
                    <a:pt x="80" y="79"/>
                  </a:cubicBezTo>
                  <a:lnTo>
                    <a:pt x="80" y="79"/>
                  </a:lnTo>
                  <a:lnTo>
                    <a:pt x="80" y="47"/>
                  </a:lnTo>
                  <a:cubicBezTo>
                    <a:pt x="95" y="32"/>
                    <a:pt x="95" y="32"/>
                    <a:pt x="80" y="32"/>
                  </a:cubicBezTo>
                  <a:cubicBezTo>
                    <a:pt x="80" y="16"/>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39" name="Google Shape;4539;p46"/>
            <p:cNvSpPr/>
            <p:nvPr/>
          </p:nvSpPr>
          <p:spPr>
            <a:xfrm>
              <a:off x="3158448" y="1805301"/>
              <a:ext cx="3053" cy="4516"/>
            </a:xfrm>
            <a:custGeom>
              <a:avLst/>
              <a:gdLst/>
              <a:ahLst/>
              <a:cxnLst/>
              <a:rect l="l" t="t" r="r" b="b"/>
              <a:pathLst>
                <a:path w="96" h="142" extrusionOk="0">
                  <a:moveTo>
                    <a:pt x="49" y="0"/>
                  </a:moveTo>
                  <a:lnTo>
                    <a:pt x="49" y="0"/>
                  </a:lnTo>
                  <a:cubicBezTo>
                    <a:pt x="32" y="0"/>
                    <a:pt x="32" y="16"/>
                    <a:pt x="17" y="32"/>
                  </a:cubicBezTo>
                  <a:lnTo>
                    <a:pt x="17" y="47"/>
                  </a:lnTo>
                  <a:lnTo>
                    <a:pt x="1" y="79"/>
                  </a:lnTo>
                  <a:lnTo>
                    <a:pt x="1" y="110"/>
                  </a:lnTo>
                  <a:lnTo>
                    <a:pt x="1" y="126"/>
                  </a:lnTo>
                  <a:lnTo>
                    <a:pt x="32" y="126"/>
                  </a:lnTo>
                  <a:lnTo>
                    <a:pt x="64" y="142"/>
                  </a:lnTo>
                  <a:lnTo>
                    <a:pt x="64" y="142"/>
                  </a:lnTo>
                  <a:lnTo>
                    <a:pt x="64" y="142"/>
                  </a:lnTo>
                  <a:cubicBezTo>
                    <a:pt x="80" y="126"/>
                    <a:pt x="95" y="126"/>
                    <a:pt x="95" y="110"/>
                  </a:cubicBezTo>
                  <a:lnTo>
                    <a:pt x="95" y="79"/>
                  </a:lnTo>
                  <a:lnTo>
                    <a:pt x="80" y="79"/>
                  </a:lnTo>
                  <a:lnTo>
                    <a:pt x="80" y="47"/>
                  </a:lnTo>
                  <a:cubicBezTo>
                    <a:pt x="95" y="32"/>
                    <a:pt x="80" y="16"/>
                    <a:pt x="64"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40" name="Google Shape;4540;p46"/>
            <p:cNvSpPr/>
            <p:nvPr/>
          </p:nvSpPr>
          <p:spPr>
            <a:xfrm>
              <a:off x="3388961" y="1815319"/>
              <a:ext cx="6551" cy="3530"/>
            </a:xfrm>
            <a:custGeom>
              <a:avLst/>
              <a:gdLst/>
              <a:ahLst/>
              <a:cxnLst/>
              <a:rect l="l" t="t" r="r" b="b"/>
              <a:pathLst>
                <a:path w="206" h="111" extrusionOk="0">
                  <a:moveTo>
                    <a:pt x="48" y="1"/>
                  </a:moveTo>
                  <a:lnTo>
                    <a:pt x="32" y="1"/>
                  </a:lnTo>
                  <a:cubicBezTo>
                    <a:pt x="32" y="1"/>
                    <a:pt x="17" y="1"/>
                    <a:pt x="17" y="16"/>
                  </a:cubicBezTo>
                  <a:cubicBezTo>
                    <a:pt x="0" y="32"/>
                    <a:pt x="17" y="47"/>
                    <a:pt x="32" y="64"/>
                  </a:cubicBezTo>
                  <a:cubicBezTo>
                    <a:pt x="32" y="64"/>
                    <a:pt x="48" y="64"/>
                    <a:pt x="48" y="79"/>
                  </a:cubicBezTo>
                  <a:cubicBezTo>
                    <a:pt x="80" y="95"/>
                    <a:pt x="95" y="110"/>
                    <a:pt x="126" y="110"/>
                  </a:cubicBezTo>
                  <a:lnTo>
                    <a:pt x="143" y="110"/>
                  </a:lnTo>
                  <a:lnTo>
                    <a:pt x="206" y="110"/>
                  </a:lnTo>
                  <a:lnTo>
                    <a:pt x="206" y="95"/>
                  </a:lnTo>
                  <a:lnTo>
                    <a:pt x="206" y="95"/>
                  </a:lnTo>
                  <a:lnTo>
                    <a:pt x="206" y="95"/>
                  </a:lnTo>
                  <a:lnTo>
                    <a:pt x="206" y="95"/>
                  </a:lnTo>
                  <a:cubicBezTo>
                    <a:pt x="206" y="47"/>
                    <a:pt x="158" y="47"/>
                    <a:pt x="143" y="32"/>
                  </a:cubicBezTo>
                  <a:lnTo>
                    <a:pt x="143" y="32"/>
                  </a:lnTo>
                  <a:lnTo>
                    <a:pt x="111" y="32"/>
                  </a:lnTo>
                  <a:lnTo>
                    <a:pt x="95" y="16"/>
                  </a:lnTo>
                  <a:cubicBezTo>
                    <a:pt x="80" y="16"/>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41" name="Google Shape;4541;p46"/>
            <p:cNvSpPr/>
            <p:nvPr/>
          </p:nvSpPr>
          <p:spPr>
            <a:xfrm>
              <a:off x="3033174" y="1819803"/>
              <a:ext cx="4580" cy="3562"/>
            </a:xfrm>
            <a:custGeom>
              <a:avLst/>
              <a:gdLst/>
              <a:ahLst/>
              <a:cxnLst/>
              <a:rect l="l" t="t" r="r" b="b"/>
              <a:pathLst>
                <a:path w="144" h="112" extrusionOk="0">
                  <a:moveTo>
                    <a:pt x="112" y="1"/>
                  </a:moveTo>
                  <a:lnTo>
                    <a:pt x="112" y="1"/>
                  </a:lnTo>
                  <a:cubicBezTo>
                    <a:pt x="95" y="1"/>
                    <a:pt x="95" y="1"/>
                    <a:pt x="95" y="17"/>
                  </a:cubicBezTo>
                  <a:lnTo>
                    <a:pt x="49" y="32"/>
                  </a:lnTo>
                  <a:lnTo>
                    <a:pt x="32" y="49"/>
                  </a:lnTo>
                  <a:cubicBezTo>
                    <a:pt x="17" y="64"/>
                    <a:pt x="1" y="95"/>
                    <a:pt x="17" y="95"/>
                  </a:cubicBezTo>
                  <a:lnTo>
                    <a:pt x="17" y="112"/>
                  </a:lnTo>
                  <a:lnTo>
                    <a:pt x="32" y="112"/>
                  </a:lnTo>
                  <a:lnTo>
                    <a:pt x="49" y="112"/>
                  </a:lnTo>
                  <a:lnTo>
                    <a:pt x="64" y="112"/>
                  </a:lnTo>
                  <a:lnTo>
                    <a:pt x="112" y="80"/>
                  </a:lnTo>
                  <a:lnTo>
                    <a:pt x="127" y="64"/>
                  </a:lnTo>
                  <a:lnTo>
                    <a:pt x="127" y="64"/>
                  </a:lnTo>
                  <a:cubicBezTo>
                    <a:pt x="143" y="49"/>
                    <a:pt x="143" y="32"/>
                    <a:pt x="143" y="17"/>
                  </a:cubicBezTo>
                  <a:lnTo>
                    <a:pt x="127" y="17"/>
                  </a:lnTo>
                  <a:cubicBezTo>
                    <a:pt x="127" y="1"/>
                    <a:pt x="112"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42" name="Google Shape;4542;p46"/>
            <p:cNvSpPr/>
            <p:nvPr/>
          </p:nvSpPr>
          <p:spPr>
            <a:xfrm>
              <a:off x="3354391" y="1779731"/>
              <a:ext cx="2035" cy="3562"/>
            </a:xfrm>
            <a:custGeom>
              <a:avLst/>
              <a:gdLst/>
              <a:ahLst/>
              <a:cxnLst/>
              <a:rect l="l" t="t" r="r" b="b"/>
              <a:pathLst>
                <a:path w="64" h="112" extrusionOk="0">
                  <a:moveTo>
                    <a:pt x="32" y="0"/>
                  </a:moveTo>
                  <a:lnTo>
                    <a:pt x="32" y="0"/>
                  </a:lnTo>
                  <a:cubicBezTo>
                    <a:pt x="16" y="17"/>
                    <a:pt x="1" y="32"/>
                    <a:pt x="1" y="48"/>
                  </a:cubicBezTo>
                  <a:lnTo>
                    <a:pt x="1" y="80"/>
                  </a:lnTo>
                  <a:cubicBezTo>
                    <a:pt x="1" y="95"/>
                    <a:pt x="16" y="111"/>
                    <a:pt x="32" y="111"/>
                  </a:cubicBezTo>
                  <a:lnTo>
                    <a:pt x="32" y="111"/>
                  </a:lnTo>
                  <a:cubicBezTo>
                    <a:pt x="64" y="111"/>
                    <a:pt x="64" y="95"/>
                    <a:pt x="64" y="63"/>
                  </a:cubicBezTo>
                  <a:lnTo>
                    <a:pt x="64" y="32"/>
                  </a:lnTo>
                  <a:cubicBezTo>
                    <a:pt x="64"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43" name="Google Shape;4543;p46"/>
            <p:cNvSpPr/>
            <p:nvPr/>
          </p:nvSpPr>
          <p:spPr>
            <a:xfrm>
              <a:off x="3277235" y="1788254"/>
              <a:ext cx="3021" cy="3053"/>
            </a:xfrm>
            <a:custGeom>
              <a:avLst/>
              <a:gdLst/>
              <a:ahLst/>
              <a:cxnLst/>
              <a:rect l="l" t="t" r="r" b="b"/>
              <a:pathLst>
                <a:path w="95" h="96" extrusionOk="0">
                  <a:moveTo>
                    <a:pt x="63" y="1"/>
                  </a:moveTo>
                  <a:lnTo>
                    <a:pt x="63" y="1"/>
                  </a:lnTo>
                  <a:lnTo>
                    <a:pt x="47" y="1"/>
                  </a:lnTo>
                  <a:lnTo>
                    <a:pt x="16" y="32"/>
                  </a:lnTo>
                  <a:cubicBezTo>
                    <a:pt x="0" y="32"/>
                    <a:pt x="0" y="64"/>
                    <a:pt x="0" y="79"/>
                  </a:cubicBezTo>
                  <a:cubicBezTo>
                    <a:pt x="16" y="79"/>
                    <a:pt x="16" y="95"/>
                    <a:pt x="32" y="95"/>
                  </a:cubicBezTo>
                  <a:lnTo>
                    <a:pt x="47" y="79"/>
                  </a:lnTo>
                  <a:lnTo>
                    <a:pt x="79" y="64"/>
                  </a:lnTo>
                  <a:cubicBezTo>
                    <a:pt x="95" y="47"/>
                    <a:pt x="95" y="32"/>
                    <a:pt x="95" y="16"/>
                  </a:cubicBezTo>
                  <a:cubicBezTo>
                    <a:pt x="79"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44" name="Google Shape;4544;p46"/>
            <p:cNvSpPr/>
            <p:nvPr/>
          </p:nvSpPr>
          <p:spPr>
            <a:xfrm>
              <a:off x="3299275" y="1786727"/>
              <a:ext cx="3530" cy="4039"/>
            </a:xfrm>
            <a:custGeom>
              <a:avLst/>
              <a:gdLst/>
              <a:ahLst/>
              <a:cxnLst/>
              <a:rect l="l" t="t" r="r" b="b"/>
              <a:pathLst>
                <a:path w="111" h="127" extrusionOk="0">
                  <a:moveTo>
                    <a:pt x="64" y="1"/>
                  </a:moveTo>
                  <a:lnTo>
                    <a:pt x="64" y="17"/>
                  </a:lnTo>
                  <a:lnTo>
                    <a:pt x="47" y="17"/>
                  </a:lnTo>
                  <a:cubicBezTo>
                    <a:pt x="47" y="17"/>
                    <a:pt x="32" y="32"/>
                    <a:pt x="32" y="49"/>
                  </a:cubicBezTo>
                  <a:lnTo>
                    <a:pt x="16" y="49"/>
                  </a:lnTo>
                  <a:cubicBezTo>
                    <a:pt x="1" y="64"/>
                    <a:pt x="1" y="80"/>
                    <a:pt x="1" y="95"/>
                  </a:cubicBezTo>
                  <a:cubicBezTo>
                    <a:pt x="1" y="112"/>
                    <a:pt x="16" y="127"/>
                    <a:pt x="32" y="127"/>
                  </a:cubicBezTo>
                  <a:lnTo>
                    <a:pt x="47" y="112"/>
                  </a:lnTo>
                  <a:lnTo>
                    <a:pt x="95" y="95"/>
                  </a:lnTo>
                  <a:cubicBezTo>
                    <a:pt x="110" y="95"/>
                    <a:pt x="110" y="64"/>
                    <a:pt x="110" y="49"/>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45" name="Google Shape;4545;p46"/>
            <p:cNvSpPr/>
            <p:nvPr/>
          </p:nvSpPr>
          <p:spPr>
            <a:xfrm>
              <a:off x="3235127" y="1793279"/>
              <a:ext cx="3053" cy="3021"/>
            </a:xfrm>
            <a:custGeom>
              <a:avLst/>
              <a:gdLst/>
              <a:ahLst/>
              <a:cxnLst/>
              <a:rect l="l" t="t" r="r" b="b"/>
              <a:pathLst>
                <a:path w="96" h="95" extrusionOk="0">
                  <a:moveTo>
                    <a:pt x="64" y="0"/>
                  </a:moveTo>
                  <a:lnTo>
                    <a:pt x="48" y="0"/>
                  </a:lnTo>
                  <a:cubicBezTo>
                    <a:pt x="48" y="0"/>
                    <a:pt x="32" y="0"/>
                    <a:pt x="32" y="15"/>
                  </a:cubicBezTo>
                  <a:lnTo>
                    <a:pt x="16" y="47"/>
                  </a:lnTo>
                  <a:cubicBezTo>
                    <a:pt x="1" y="63"/>
                    <a:pt x="16" y="95"/>
                    <a:pt x="32" y="95"/>
                  </a:cubicBezTo>
                  <a:lnTo>
                    <a:pt x="48" y="95"/>
                  </a:lnTo>
                  <a:cubicBezTo>
                    <a:pt x="64" y="95"/>
                    <a:pt x="79" y="95"/>
                    <a:pt x="79" y="78"/>
                  </a:cubicBezTo>
                  <a:lnTo>
                    <a:pt x="95" y="47"/>
                  </a:lnTo>
                  <a:cubicBezTo>
                    <a:pt x="95" y="32"/>
                    <a:pt x="95"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46" name="Google Shape;4546;p46"/>
            <p:cNvSpPr/>
            <p:nvPr/>
          </p:nvSpPr>
          <p:spPr>
            <a:xfrm>
              <a:off x="3420034" y="1797763"/>
              <a:ext cx="4039" cy="4039"/>
            </a:xfrm>
            <a:custGeom>
              <a:avLst/>
              <a:gdLst/>
              <a:ahLst/>
              <a:cxnLst/>
              <a:rect l="l" t="t" r="r" b="b"/>
              <a:pathLst>
                <a:path w="127" h="127" extrusionOk="0">
                  <a:moveTo>
                    <a:pt x="80" y="0"/>
                  </a:moveTo>
                  <a:lnTo>
                    <a:pt x="80" y="0"/>
                  </a:lnTo>
                  <a:cubicBezTo>
                    <a:pt x="63" y="0"/>
                    <a:pt x="63" y="0"/>
                    <a:pt x="63" y="17"/>
                  </a:cubicBezTo>
                  <a:lnTo>
                    <a:pt x="63" y="17"/>
                  </a:lnTo>
                  <a:lnTo>
                    <a:pt x="17" y="48"/>
                  </a:lnTo>
                  <a:cubicBezTo>
                    <a:pt x="0" y="48"/>
                    <a:pt x="0" y="64"/>
                    <a:pt x="0" y="80"/>
                  </a:cubicBezTo>
                  <a:cubicBezTo>
                    <a:pt x="0" y="95"/>
                    <a:pt x="17" y="95"/>
                    <a:pt x="32" y="111"/>
                  </a:cubicBezTo>
                  <a:lnTo>
                    <a:pt x="80" y="127"/>
                  </a:lnTo>
                  <a:lnTo>
                    <a:pt x="80" y="127"/>
                  </a:lnTo>
                  <a:lnTo>
                    <a:pt x="95" y="127"/>
                  </a:lnTo>
                  <a:lnTo>
                    <a:pt x="111" y="127"/>
                  </a:lnTo>
                  <a:cubicBezTo>
                    <a:pt x="111" y="111"/>
                    <a:pt x="126" y="111"/>
                    <a:pt x="126" y="95"/>
                  </a:cubicBezTo>
                  <a:lnTo>
                    <a:pt x="126" y="95"/>
                  </a:lnTo>
                  <a:cubicBezTo>
                    <a:pt x="126" y="80"/>
                    <a:pt x="126" y="64"/>
                    <a:pt x="111" y="64"/>
                  </a:cubicBezTo>
                  <a:lnTo>
                    <a:pt x="111" y="17"/>
                  </a:lnTo>
                  <a:cubicBezTo>
                    <a:pt x="95"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47" name="Google Shape;4547;p46"/>
            <p:cNvSpPr/>
            <p:nvPr/>
          </p:nvSpPr>
          <p:spPr>
            <a:xfrm>
              <a:off x="3247658" y="1816814"/>
              <a:ext cx="3021" cy="3021"/>
            </a:xfrm>
            <a:custGeom>
              <a:avLst/>
              <a:gdLst/>
              <a:ahLst/>
              <a:cxnLst/>
              <a:rect l="l" t="t" r="r" b="b"/>
              <a:pathLst>
                <a:path w="95" h="95" extrusionOk="0">
                  <a:moveTo>
                    <a:pt x="48" y="0"/>
                  </a:moveTo>
                  <a:cubicBezTo>
                    <a:pt x="48" y="17"/>
                    <a:pt x="48" y="17"/>
                    <a:pt x="32" y="32"/>
                  </a:cubicBezTo>
                  <a:lnTo>
                    <a:pt x="17" y="32"/>
                  </a:lnTo>
                  <a:lnTo>
                    <a:pt x="0" y="32"/>
                  </a:lnTo>
                  <a:lnTo>
                    <a:pt x="0" y="48"/>
                  </a:lnTo>
                  <a:lnTo>
                    <a:pt x="32" y="80"/>
                  </a:lnTo>
                  <a:lnTo>
                    <a:pt x="48" y="95"/>
                  </a:lnTo>
                  <a:cubicBezTo>
                    <a:pt x="63" y="95"/>
                    <a:pt x="63" y="80"/>
                    <a:pt x="80" y="80"/>
                  </a:cubicBezTo>
                  <a:cubicBezTo>
                    <a:pt x="95" y="80"/>
                    <a:pt x="95" y="48"/>
                    <a:pt x="80" y="32"/>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48" name="Google Shape;4548;p46"/>
            <p:cNvSpPr/>
            <p:nvPr/>
          </p:nvSpPr>
          <p:spPr>
            <a:xfrm>
              <a:off x="3431578" y="1795760"/>
              <a:ext cx="3021" cy="3021"/>
            </a:xfrm>
            <a:custGeom>
              <a:avLst/>
              <a:gdLst/>
              <a:ahLst/>
              <a:cxnLst/>
              <a:rect l="l" t="t" r="r" b="b"/>
              <a:pathLst>
                <a:path w="95" h="95" extrusionOk="0">
                  <a:moveTo>
                    <a:pt x="63" y="0"/>
                  </a:moveTo>
                  <a:lnTo>
                    <a:pt x="63" y="0"/>
                  </a:lnTo>
                  <a:lnTo>
                    <a:pt x="47" y="17"/>
                  </a:lnTo>
                  <a:lnTo>
                    <a:pt x="15" y="32"/>
                  </a:lnTo>
                  <a:cubicBezTo>
                    <a:pt x="0" y="48"/>
                    <a:pt x="0" y="63"/>
                    <a:pt x="0" y="80"/>
                  </a:cubicBezTo>
                  <a:cubicBezTo>
                    <a:pt x="15" y="95"/>
                    <a:pt x="15" y="95"/>
                    <a:pt x="32" y="95"/>
                  </a:cubicBezTo>
                  <a:lnTo>
                    <a:pt x="47" y="95"/>
                  </a:lnTo>
                  <a:lnTo>
                    <a:pt x="78" y="63"/>
                  </a:lnTo>
                  <a:cubicBezTo>
                    <a:pt x="95" y="63"/>
                    <a:pt x="95" y="32"/>
                    <a:pt x="95" y="17"/>
                  </a:cubicBezTo>
                  <a:cubicBezTo>
                    <a:pt x="78" y="17"/>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49" name="Google Shape;4549;p46"/>
            <p:cNvSpPr/>
            <p:nvPr/>
          </p:nvSpPr>
          <p:spPr>
            <a:xfrm>
              <a:off x="3440579" y="1797763"/>
              <a:ext cx="4039" cy="3562"/>
            </a:xfrm>
            <a:custGeom>
              <a:avLst/>
              <a:gdLst/>
              <a:ahLst/>
              <a:cxnLst/>
              <a:rect l="l" t="t" r="r" b="b"/>
              <a:pathLst>
                <a:path w="127" h="112" extrusionOk="0">
                  <a:moveTo>
                    <a:pt x="47" y="0"/>
                  </a:moveTo>
                  <a:lnTo>
                    <a:pt x="47" y="0"/>
                  </a:lnTo>
                  <a:cubicBezTo>
                    <a:pt x="32" y="0"/>
                    <a:pt x="16" y="0"/>
                    <a:pt x="16" y="17"/>
                  </a:cubicBezTo>
                  <a:cubicBezTo>
                    <a:pt x="1" y="32"/>
                    <a:pt x="1" y="48"/>
                    <a:pt x="16" y="64"/>
                  </a:cubicBezTo>
                  <a:lnTo>
                    <a:pt x="16" y="64"/>
                  </a:lnTo>
                  <a:lnTo>
                    <a:pt x="64" y="95"/>
                  </a:lnTo>
                  <a:lnTo>
                    <a:pt x="79" y="111"/>
                  </a:lnTo>
                  <a:lnTo>
                    <a:pt x="79" y="111"/>
                  </a:lnTo>
                  <a:cubicBezTo>
                    <a:pt x="95" y="111"/>
                    <a:pt x="110" y="95"/>
                    <a:pt x="110" y="95"/>
                  </a:cubicBezTo>
                  <a:lnTo>
                    <a:pt x="110" y="80"/>
                  </a:lnTo>
                  <a:cubicBezTo>
                    <a:pt x="127" y="80"/>
                    <a:pt x="127" y="64"/>
                    <a:pt x="110" y="48"/>
                  </a:cubicBezTo>
                  <a:lnTo>
                    <a:pt x="110" y="48"/>
                  </a:lnTo>
                  <a:lnTo>
                    <a:pt x="110" y="48"/>
                  </a:lnTo>
                  <a:lnTo>
                    <a:pt x="64" y="17"/>
                  </a:lnTo>
                  <a:cubicBezTo>
                    <a:pt x="64" y="0"/>
                    <a:pt x="64"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50" name="Google Shape;4550;p46"/>
            <p:cNvSpPr/>
            <p:nvPr/>
          </p:nvSpPr>
          <p:spPr>
            <a:xfrm>
              <a:off x="3269698" y="1815796"/>
              <a:ext cx="3021" cy="3562"/>
            </a:xfrm>
            <a:custGeom>
              <a:avLst/>
              <a:gdLst/>
              <a:ahLst/>
              <a:cxnLst/>
              <a:rect l="l" t="t" r="r" b="b"/>
              <a:pathLst>
                <a:path w="95" h="112" extrusionOk="0">
                  <a:moveTo>
                    <a:pt x="48" y="1"/>
                  </a:moveTo>
                  <a:lnTo>
                    <a:pt x="48" y="1"/>
                  </a:lnTo>
                  <a:cubicBezTo>
                    <a:pt x="32" y="1"/>
                    <a:pt x="32" y="17"/>
                    <a:pt x="17" y="32"/>
                  </a:cubicBezTo>
                  <a:lnTo>
                    <a:pt x="17" y="49"/>
                  </a:lnTo>
                  <a:lnTo>
                    <a:pt x="0" y="64"/>
                  </a:lnTo>
                  <a:cubicBezTo>
                    <a:pt x="0" y="80"/>
                    <a:pt x="17" y="95"/>
                    <a:pt x="32" y="95"/>
                  </a:cubicBezTo>
                  <a:lnTo>
                    <a:pt x="32" y="112"/>
                  </a:lnTo>
                  <a:cubicBezTo>
                    <a:pt x="48" y="112"/>
                    <a:pt x="63" y="95"/>
                    <a:pt x="80" y="80"/>
                  </a:cubicBezTo>
                  <a:lnTo>
                    <a:pt x="80" y="64"/>
                  </a:lnTo>
                  <a:lnTo>
                    <a:pt x="80" y="49"/>
                  </a:lnTo>
                  <a:cubicBezTo>
                    <a:pt x="95" y="32"/>
                    <a:pt x="80"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51" name="Google Shape;4551;p46"/>
            <p:cNvSpPr/>
            <p:nvPr/>
          </p:nvSpPr>
          <p:spPr>
            <a:xfrm>
              <a:off x="3396499" y="1803774"/>
              <a:ext cx="3021" cy="2544"/>
            </a:xfrm>
            <a:custGeom>
              <a:avLst/>
              <a:gdLst/>
              <a:ahLst/>
              <a:cxnLst/>
              <a:rect l="l" t="t" r="r" b="b"/>
              <a:pathLst>
                <a:path w="95" h="80" extrusionOk="0">
                  <a:moveTo>
                    <a:pt x="63" y="1"/>
                  </a:moveTo>
                  <a:lnTo>
                    <a:pt x="47" y="1"/>
                  </a:lnTo>
                  <a:lnTo>
                    <a:pt x="47" y="1"/>
                  </a:lnTo>
                  <a:lnTo>
                    <a:pt x="32" y="1"/>
                  </a:lnTo>
                  <a:cubicBezTo>
                    <a:pt x="15" y="1"/>
                    <a:pt x="0" y="17"/>
                    <a:pt x="0" y="17"/>
                  </a:cubicBezTo>
                  <a:lnTo>
                    <a:pt x="0" y="17"/>
                  </a:lnTo>
                  <a:lnTo>
                    <a:pt x="0" y="48"/>
                  </a:lnTo>
                  <a:lnTo>
                    <a:pt x="0" y="48"/>
                  </a:lnTo>
                  <a:cubicBezTo>
                    <a:pt x="0" y="64"/>
                    <a:pt x="15" y="80"/>
                    <a:pt x="32" y="80"/>
                  </a:cubicBezTo>
                  <a:lnTo>
                    <a:pt x="32" y="80"/>
                  </a:lnTo>
                  <a:lnTo>
                    <a:pt x="32" y="80"/>
                  </a:lnTo>
                  <a:lnTo>
                    <a:pt x="63" y="64"/>
                  </a:lnTo>
                  <a:cubicBezTo>
                    <a:pt x="78" y="64"/>
                    <a:pt x="78" y="64"/>
                    <a:pt x="95" y="48"/>
                  </a:cubicBezTo>
                  <a:lnTo>
                    <a:pt x="95" y="32"/>
                  </a:lnTo>
                  <a:cubicBezTo>
                    <a:pt x="95" y="17"/>
                    <a:pt x="95"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52" name="Google Shape;4552;p46"/>
            <p:cNvSpPr/>
            <p:nvPr/>
          </p:nvSpPr>
          <p:spPr>
            <a:xfrm>
              <a:off x="3387944" y="1804283"/>
              <a:ext cx="4580" cy="3530"/>
            </a:xfrm>
            <a:custGeom>
              <a:avLst/>
              <a:gdLst/>
              <a:ahLst/>
              <a:cxnLst/>
              <a:rect l="l" t="t" r="r" b="b"/>
              <a:pathLst>
                <a:path w="144" h="111" extrusionOk="0">
                  <a:moveTo>
                    <a:pt x="64" y="1"/>
                  </a:moveTo>
                  <a:lnTo>
                    <a:pt x="64" y="1"/>
                  </a:lnTo>
                  <a:cubicBezTo>
                    <a:pt x="49" y="1"/>
                    <a:pt x="32" y="16"/>
                    <a:pt x="32" y="16"/>
                  </a:cubicBezTo>
                  <a:lnTo>
                    <a:pt x="17" y="48"/>
                  </a:lnTo>
                  <a:lnTo>
                    <a:pt x="17" y="64"/>
                  </a:lnTo>
                  <a:cubicBezTo>
                    <a:pt x="17" y="64"/>
                    <a:pt x="1" y="79"/>
                    <a:pt x="17" y="79"/>
                  </a:cubicBezTo>
                  <a:cubicBezTo>
                    <a:pt x="17" y="95"/>
                    <a:pt x="17" y="95"/>
                    <a:pt x="32" y="95"/>
                  </a:cubicBezTo>
                  <a:cubicBezTo>
                    <a:pt x="32" y="111"/>
                    <a:pt x="32" y="111"/>
                    <a:pt x="49" y="111"/>
                  </a:cubicBezTo>
                  <a:cubicBezTo>
                    <a:pt x="49" y="111"/>
                    <a:pt x="64" y="95"/>
                    <a:pt x="80" y="95"/>
                  </a:cubicBezTo>
                  <a:lnTo>
                    <a:pt x="80" y="79"/>
                  </a:lnTo>
                  <a:lnTo>
                    <a:pt x="80" y="79"/>
                  </a:lnTo>
                  <a:lnTo>
                    <a:pt x="95" y="79"/>
                  </a:lnTo>
                  <a:lnTo>
                    <a:pt x="95" y="79"/>
                  </a:lnTo>
                  <a:cubicBezTo>
                    <a:pt x="112" y="79"/>
                    <a:pt x="127" y="79"/>
                    <a:pt x="127" y="64"/>
                  </a:cubicBezTo>
                  <a:cubicBezTo>
                    <a:pt x="143" y="48"/>
                    <a:pt x="127" y="32"/>
                    <a:pt x="112" y="16"/>
                  </a:cubicBezTo>
                  <a:lnTo>
                    <a:pt x="95" y="16"/>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53" name="Google Shape;4553;p46"/>
            <p:cNvSpPr/>
            <p:nvPr/>
          </p:nvSpPr>
          <p:spPr>
            <a:xfrm>
              <a:off x="3266676" y="1817323"/>
              <a:ext cx="3053" cy="3530"/>
            </a:xfrm>
            <a:custGeom>
              <a:avLst/>
              <a:gdLst/>
              <a:ahLst/>
              <a:cxnLst/>
              <a:rect l="l" t="t" r="r" b="b"/>
              <a:pathLst>
                <a:path w="96" h="111" extrusionOk="0">
                  <a:moveTo>
                    <a:pt x="32" y="1"/>
                  </a:moveTo>
                  <a:lnTo>
                    <a:pt x="32" y="1"/>
                  </a:lnTo>
                  <a:lnTo>
                    <a:pt x="17" y="16"/>
                  </a:lnTo>
                  <a:cubicBezTo>
                    <a:pt x="1" y="16"/>
                    <a:pt x="1" y="47"/>
                    <a:pt x="1" y="64"/>
                  </a:cubicBezTo>
                  <a:lnTo>
                    <a:pt x="32" y="95"/>
                  </a:lnTo>
                  <a:lnTo>
                    <a:pt x="32" y="95"/>
                  </a:lnTo>
                  <a:lnTo>
                    <a:pt x="49" y="95"/>
                  </a:lnTo>
                  <a:lnTo>
                    <a:pt x="49" y="110"/>
                  </a:lnTo>
                  <a:cubicBezTo>
                    <a:pt x="64" y="110"/>
                    <a:pt x="64" y="95"/>
                    <a:pt x="80" y="95"/>
                  </a:cubicBezTo>
                  <a:lnTo>
                    <a:pt x="80" y="95"/>
                  </a:lnTo>
                  <a:cubicBezTo>
                    <a:pt x="95" y="79"/>
                    <a:pt x="95" y="64"/>
                    <a:pt x="80" y="47"/>
                  </a:cubicBezTo>
                  <a:lnTo>
                    <a:pt x="80" y="47"/>
                  </a:lnTo>
                  <a:lnTo>
                    <a:pt x="64" y="16"/>
                  </a:lnTo>
                  <a:cubicBezTo>
                    <a:pt x="64"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54" name="Google Shape;4554;p46"/>
            <p:cNvSpPr/>
            <p:nvPr/>
          </p:nvSpPr>
          <p:spPr>
            <a:xfrm>
              <a:off x="3312792" y="1810803"/>
              <a:ext cx="4548" cy="3562"/>
            </a:xfrm>
            <a:custGeom>
              <a:avLst/>
              <a:gdLst/>
              <a:ahLst/>
              <a:cxnLst/>
              <a:rect l="l" t="t" r="r" b="b"/>
              <a:pathLst>
                <a:path w="143" h="112" extrusionOk="0">
                  <a:moveTo>
                    <a:pt x="48" y="0"/>
                  </a:moveTo>
                  <a:lnTo>
                    <a:pt x="32" y="0"/>
                  </a:lnTo>
                  <a:cubicBezTo>
                    <a:pt x="32" y="0"/>
                    <a:pt x="17" y="0"/>
                    <a:pt x="17" y="17"/>
                  </a:cubicBezTo>
                  <a:cubicBezTo>
                    <a:pt x="0" y="32"/>
                    <a:pt x="0" y="48"/>
                    <a:pt x="17" y="63"/>
                  </a:cubicBezTo>
                  <a:lnTo>
                    <a:pt x="95" y="111"/>
                  </a:lnTo>
                  <a:lnTo>
                    <a:pt x="111" y="111"/>
                  </a:lnTo>
                  <a:cubicBezTo>
                    <a:pt x="111" y="111"/>
                    <a:pt x="126" y="111"/>
                    <a:pt x="143" y="95"/>
                  </a:cubicBezTo>
                  <a:cubicBezTo>
                    <a:pt x="143" y="80"/>
                    <a:pt x="143" y="63"/>
                    <a:pt x="126" y="48"/>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55" name="Google Shape;4555;p46"/>
            <p:cNvSpPr/>
            <p:nvPr/>
          </p:nvSpPr>
          <p:spPr>
            <a:xfrm>
              <a:off x="3287730" y="1813792"/>
              <a:ext cx="4039" cy="3053"/>
            </a:xfrm>
            <a:custGeom>
              <a:avLst/>
              <a:gdLst/>
              <a:ahLst/>
              <a:cxnLst/>
              <a:rect l="l" t="t" r="r" b="b"/>
              <a:pathLst>
                <a:path w="127" h="96" extrusionOk="0">
                  <a:moveTo>
                    <a:pt x="49" y="1"/>
                  </a:moveTo>
                  <a:lnTo>
                    <a:pt x="49" y="1"/>
                  </a:lnTo>
                  <a:lnTo>
                    <a:pt x="32" y="1"/>
                  </a:lnTo>
                  <a:cubicBezTo>
                    <a:pt x="17" y="1"/>
                    <a:pt x="17" y="1"/>
                    <a:pt x="17" y="17"/>
                  </a:cubicBezTo>
                  <a:cubicBezTo>
                    <a:pt x="17" y="17"/>
                    <a:pt x="1" y="32"/>
                    <a:pt x="17" y="49"/>
                  </a:cubicBezTo>
                  <a:lnTo>
                    <a:pt x="17" y="49"/>
                  </a:lnTo>
                  <a:lnTo>
                    <a:pt x="32" y="80"/>
                  </a:lnTo>
                  <a:cubicBezTo>
                    <a:pt x="32" y="95"/>
                    <a:pt x="49" y="95"/>
                    <a:pt x="64" y="95"/>
                  </a:cubicBezTo>
                  <a:lnTo>
                    <a:pt x="80" y="95"/>
                  </a:lnTo>
                  <a:lnTo>
                    <a:pt x="95" y="80"/>
                  </a:lnTo>
                  <a:cubicBezTo>
                    <a:pt x="112" y="64"/>
                    <a:pt x="127" y="64"/>
                    <a:pt x="127" y="49"/>
                  </a:cubicBezTo>
                  <a:cubicBezTo>
                    <a:pt x="127" y="32"/>
                    <a:pt x="112" y="17"/>
                    <a:pt x="112" y="17"/>
                  </a:cubicBezTo>
                  <a:lnTo>
                    <a:pt x="95"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56" name="Google Shape;4556;p46"/>
            <p:cNvSpPr/>
            <p:nvPr/>
          </p:nvSpPr>
          <p:spPr>
            <a:xfrm>
              <a:off x="3309293" y="1811789"/>
              <a:ext cx="4039" cy="3053"/>
            </a:xfrm>
            <a:custGeom>
              <a:avLst/>
              <a:gdLst/>
              <a:ahLst/>
              <a:cxnLst/>
              <a:rect l="l" t="t" r="r" b="b"/>
              <a:pathLst>
                <a:path w="127" h="96" extrusionOk="0">
                  <a:moveTo>
                    <a:pt x="32" y="1"/>
                  </a:moveTo>
                  <a:lnTo>
                    <a:pt x="32" y="1"/>
                  </a:lnTo>
                  <a:cubicBezTo>
                    <a:pt x="16" y="1"/>
                    <a:pt x="16" y="1"/>
                    <a:pt x="1" y="17"/>
                  </a:cubicBezTo>
                  <a:cubicBezTo>
                    <a:pt x="1" y="32"/>
                    <a:pt x="1" y="49"/>
                    <a:pt x="16" y="49"/>
                  </a:cubicBezTo>
                  <a:lnTo>
                    <a:pt x="16" y="64"/>
                  </a:lnTo>
                  <a:lnTo>
                    <a:pt x="64" y="80"/>
                  </a:lnTo>
                  <a:lnTo>
                    <a:pt x="79" y="95"/>
                  </a:lnTo>
                  <a:cubicBezTo>
                    <a:pt x="95" y="95"/>
                    <a:pt x="110" y="80"/>
                    <a:pt x="110" y="64"/>
                  </a:cubicBezTo>
                  <a:cubicBezTo>
                    <a:pt x="127" y="64"/>
                    <a:pt x="127" y="49"/>
                    <a:pt x="110" y="49"/>
                  </a:cubicBezTo>
                  <a:cubicBezTo>
                    <a:pt x="110" y="32"/>
                    <a:pt x="110" y="32"/>
                    <a:pt x="95"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57" name="Google Shape;4557;p46"/>
            <p:cNvSpPr/>
            <p:nvPr/>
          </p:nvSpPr>
          <p:spPr>
            <a:xfrm>
              <a:off x="3122892" y="1830839"/>
              <a:ext cx="3530" cy="2544"/>
            </a:xfrm>
            <a:custGeom>
              <a:avLst/>
              <a:gdLst/>
              <a:ahLst/>
              <a:cxnLst/>
              <a:rect l="l" t="t" r="r" b="b"/>
              <a:pathLst>
                <a:path w="111" h="80" extrusionOk="0">
                  <a:moveTo>
                    <a:pt x="64" y="0"/>
                  </a:moveTo>
                  <a:lnTo>
                    <a:pt x="64" y="0"/>
                  </a:lnTo>
                  <a:lnTo>
                    <a:pt x="47" y="0"/>
                  </a:lnTo>
                  <a:lnTo>
                    <a:pt x="16" y="17"/>
                  </a:lnTo>
                  <a:cubicBezTo>
                    <a:pt x="1" y="32"/>
                    <a:pt x="1" y="48"/>
                    <a:pt x="16" y="63"/>
                  </a:cubicBezTo>
                  <a:cubicBezTo>
                    <a:pt x="16" y="80"/>
                    <a:pt x="32" y="80"/>
                    <a:pt x="32" y="80"/>
                  </a:cubicBezTo>
                  <a:lnTo>
                    <a:pt x="64" y="80"/>
                  </a:lnTo>
                  <a:lnTo>
                    <a:pt x="79" y="63"/>
                  </a:lnTo>
                  <a:cubicBezTo>
                    <a:pt x="95" y="48"/>
                    <a:pt x="110"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58" name="Google Shape;4558;p46"/>
            <p:cNvSpPr/>
            <p:nvPr/>
          </p:nvSpPr>
          <p:spPr>
            <a:xfrm>
              <a:off x="3251665" y="1810803"/>
              <a:ext cx="3021" cy="3021"/>
            </a:xfrm>
            <a:custGeom>
              <a:avLst/>
              <a:gdLst/>
              <a:ahLst/>
              <a:cxnLst/>
              <a:rect l="l" t="t" r="r" b="b"/>
              <a:pathLst>
                <a:path w="95" h="95" extrusionOk="0">
                  <a:moveTo>
                    <a:pt x="32" y="0"/>
                  </a:moveTo>
                  <a:lnTo>
                    <a:pt x="32" y="0"/>
                  </a:lnTo>
                  <a:lnTo>
                    <a:pt x="17" y="0"/>
                  </a:lnTo>
                  <a:cubicBezTo>
                    <a:pt x="0" y="17"/>
                    <a:pt x="0" y="32"/>
                    <a:pt x="0" y="48"/>
                  </a:cubicBezTo>
                  <a:lnTo>
                    <a:pt x="17" y="80"/>
                  </a:lnTo>
                  <a:cubicBezTo>
                    <a:pt x="32" y="95"/>
                    <a:pt x="32" y="95"/>
                    <a:pt x="48" y="95"/>
                  </a:cubicBezTo>
                  <a:lnTo>
                    <a:pt x="63" y="95"/>
                  </a:lnTo>
                  <a:cubicBezTo>
                    <a:pt x="80" y="80"/>
                    <a:pt x="95" y="63"/>
                    <a:pt x="80" y="48"/>
                  </a:cubicBezTo>
                  <a:lnTo>
                    <a:pt x="63" y="17"/>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59" name="Google Shape;4559;p46"/>
            <p:cNvSpPr/>
            <p:nvPr/>
          </p:nvSpPr>
          <p:spPr>
            <a:xfrm>
              <a:off x="3249184" y="1807304"/>
              <a:ext cx="3021" cy="3530"/>
            </a:xfrm>
            <a:custGeom>
              <a:avLst/>
              <a:gdLst/>
              <a:ahLst/>
              <a:cxnLst/>
              <a:rect l="l" t="t" r="r" b="b"/>
              <a:pathLst>
                <a:path w="95" h="111" extrusionOk="0">
                  <a:moveTo>
                    <a:pt x="32" y="0"/>
                  </a:moveTo>
                  <a:lnTo>
                    <a:pt x="32" y="0"/>
                  </a:lnTo>
                  <a:cubicBezTo>
                    <a:pt x="32" y="0"/>
                    <a:pt x="32" y="16"/>
                    <a:pt x="15" y="16"/>
                  </a:cubicBezTo>
                  <a:cubicBezTo>
                    <a:pt x="0" y="16"/>
                    <a:pt x="0" y="47"/>
                    <a:pt x="15" y="63"/>
                  </a:cubicBezTo>
                  <a:lnTo>
                    <a:pt x="32" y="95"/>
                  </a:lnTo>
                  <a:cubicBezTo>
                    <a:pt x="32" y="95"/>
                    <a:pt x="47" y="110"/>
                    <a:pt x="63" y="110"/>
                  </a:cubicBezTo>
                  <a:cubicBezTo>
                    <a:pt x="63" y="110"/>
                    <a:pt x="63" y="95"/>
                    <a:pt x="78" y="95"/>
                  </a:cubicBezTo>
                  <a:cubicBezTo>
                    <a:pt x="95" y="95"/>
                    <a:pt x="95" y="63"/>
                    <a:pt x="78" y="47"/>
                  </a:cubicBezTo>
                  <a:lnTo>
                    <a:pt x="63" y="16"/>
                  </a:lnTo>
                  <a:cubicBezTo>
                    <a:pt x="63"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60" name="Google Shape;4560;p46"/>
            <p:cNvSpPr/>
            <p:nvPr/>
          </p:nvSpPr>
          <p:spPr>
            <a:xfrm>
              <a:off x="3446081" y="1793279"/>
              <a:ext cx="3562" cy="2512"/>
            </a:xfrm>
            <a:custGeom>
              <a:avLst/>
              <a:gdLst/>
              <a:ahLst/>
              <a:cxnLst/>
              <a:rect l="l" t="t" r="r" b="b"/>
              <a:pathLst>
                <a:path w="112" h="79" extrusionOk="0">
                  <a:moveTo>
                    <a:pt x="63" y="0"/>
                  </a:moveTo>
                  <a:lnTo>
                    <a:pt x="63" y="0"/>
                  </a:lnTo>
                  <a:lnTo>
                    <a:pt x="32" y="0"/>
                  </a:lnTo>
                  <a:lnTo>
                    <a:pt x="32" y="15"/>
                  </a:lnTo>
                  <a:lnTo>
                    <a:pt x="17" y="32"/>
                  </a:lnTo>
                  <a:cubicBezTo>
                    <a:pt x="0" y="47"/>
                    <a:pt x="17" y="63"/>
                    <a:pt x="17" y="78"/>
                  </a:cubicBezTo>
                  <a:lnTo>
                    <a:pt x="48" y="78"/>
                  </a:lnTo>
                  <a:lnTo>
                    <a:pt x="80" y="78"/>
                  </a:lnTo>
                  <a:lnTo>
                    <a:pt x="80" y="63"/>
                  </a:lnTo>
                  <a:lnTo>
                    <a:pt x="95" y="47"/>
                  </a:lnTo>
                  <a:cubicBezTo>
                    <a:pt x="111" y="32"/>
                    <a:pt x="95" y="15"/>
                    <a:pt x="95"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61" name="Google Shape;4561;p46"/>
            <p:cNvSpPr/>
            <p:nvPr/>
          </p:nvSpPr>
          <p:spPr>
            <a:xfrm>
              <a:off x="3246163" y="1813792"/>
              <a:ext cx="3053" cy="4039"/>
            </a:xfrm>
            <a:custGeom>
              <a:avLst/>
              <a:gdLst/>
              <a:ahLst/>
              <a:cxnLst/>
              <a:rect l="l" t="t" r="r" b="b"/>
              <a:pathLst>
                <a:path w="96" h="127" extrusionOk="0">
                  <a:moveTo>
                    <a:pt x="64" y="1"/>
                  </a:moveTo>
                  <a:cubicBezTo>
                    <a:pt x="64" y="1"/>
                    <a:pt x="47" y="1"/>
                    <a:pt x="47" y="17"/>
                  </a:cubicBezTo>
                  <a:lnTo>
                    <a:pt x="32" y="17"/>
                  </a:lnTo>
                  <a:cubicBezTo>
                    <a:pt x="16" y="17"/>
                    <a:pt x="16" y="17"/>
                    <a:pt x="16" y="1"/>
                  </a:cubicBezTo>
                  <a:lnTo>
                    <a:pt x="16" y="17"/>
                  </a:lnTo>
                  <a:lnTo>
                    <a:pt x="16" y="17"/>
                  </a:lnTo>
                  <a:lnTo>
                    <a:pt x="16" y="17"/>
                  </a:lnTo>
                  <a:lnTo>
                    <a:pt x="16" y="17"/>
                  </a:lnTo>
                  <a:lnTo>
                    <a:pt x="16" y="17"/>
                  </a:lnTo>
                  <a:lnTo>
                    <a:pt x="16" y="17"/>
                  </a:lnTo>
                  <a:lnTo>
                    <a:pt x="16" y="17"/>
                  </a:lnTo>
                  <a:cubicBezTo>
                    <a:pt x="1" y="17"/>
                    <a:pt x="1" y="32"/>
                    <a:pt x="16" y="32"/>
                  </a:cubicBezTo>
                  <a:lnTo>
                    <a:pt x="32" y="95"/>
                  </a:lnTo>
                  <a:cubicBezTo>
                    <a:pt x="32" y="112"/>
                    <a:pt x="47" y="112"/>
                    <a:pt x="47" y="127"/>
                  </a:cubicBezTo>
                  <a:lnTo>
                    <a:pt x="64" y="127"/>
                  </a:lnTo>
                  <a:lnTo>
                    <a:pt x="79" y="127"/>
                  </a:lnTo>
                  <a:cubicBezTo>
                    <a:pt x="95" y="112"/>
                    <a:pt x="95" y="112"/>
                    <a:pt x="95" y="95"/>
                  </a:cubicBezTo>
                  <a:lnTo>
                    <a:pt x="95" y="80"/>
                  </a:lnTo>
                  <a:lnTo>
                    <a:pt x="95" y="80"/>
                  </a:lnTo>
                  <a:lnTo>
                    <a:pt x="79" y="17"/>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62" name="Google Shape;4562;p46"/>
            <p:cNvSpPr/>
            <p:nvPr/>
          </p:nvSpPr>
          <p:spPr>
            <a:xfrm>
              <a:off x="3271701" y="1810803"/>
              <a:ext cx="3021" cy="3562"/>
            </a:xfrm>
            <a:custGeom>
              <a:avLst/>
              <a:gdLst/>
              <a:ahLst/>
              <a:cxnLst/>
              <a:rect l="l" t="t" r="r" b="b"/>
              <a:pathLst>
                <a:path w="95" h="112" extrusionOk="0">
                  <a:moveTo>
                    <a:pt x="48" y="0"/>
                  </a:moveTo>
                  <a:lnTo>
                    <a:pt x="48" y="0"/>
                  </a:lnTo>
                  <a:lnTo>
                    <a:pt x="32" y="0"/>
                  </a:lnTo>
                  <a:cubicBezTo>
                    <a:pt x="17" y="0"/>
                    <a:pt x="17" y="17"/>
                    <a:pt x="17" y="17"/>
                  </a:cubicBezTo>
                  <a:lnTo>
                    <a:pt x="17" y="32"/>
                  </a:lnTo>
                  <a:lnTo>
                    <a:pt x="0" y="63"/>
                  </a:lnTo>
                  <a:cubicBezTo>
                    <a:pt x="0" y="80"/>
                    <a:pt x="17" y="111"/>
                    <a:pt x="32" y="111"/>
                  </a:cubicBezTo>
                  <a:lnTo>
                    <a:pt x="32" y="111"/>
                  </a:lnTo>
                  <a:cubicBezTo>
                    <a:pt x="48" y="111"/>
                    <a:pt x="48" y="111"/>
                    <a:pt x="63" y="95"/>
                  </a:cubicBezTo>
                  <a:lnTo>
                    <a:pt x="63" y="80"/>
                  </a:lnTo>
                  <a:lnTo>
                    <a:pt x="80" y="80"/>
                  </a:lnTo>
                  <a:lnTo>
                    <a:pt x="80"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63" name="Google Shape;4563;p46"/>
            <p:cNvSpPr/>
            <p:nvPr/>
          </p:nvSpPr>
          <p:spPr>
            <a:xfrm>
              <a:off x="3415518" y="1787745"/>
              <a:ext cx="3053" cy="4039"/>
            </a:xfrm>
            <a:custGeom>
              <a:avLst/>
              <a:gdLst/>
              <a:ahLst/>
              <a:cxnLst/>
              <a:rect l="l" t="t" r="r" b="b"/>
              <a:pathLst>
                <a:path w="96" h="127" extrusionOk="0">
                  <a:moveTo>
                    <a:pt x="32" y="0"/>
                  </a:moveTo>
                  <a:lnTo>
                    <a:pt x="32" y="0"/>
                  </a:lnTo>
                  <a:cubicBezTo>
                    <a:pt x="16" y="0"/>
                    <a:pt x="16" y="17"/>
                    <a:pt x="1" y="17"/>
                  </a:cubicBezTo>
                  <a:lnTo>
                    <a:pt x="1" y="32"/>
                  </a:lnTo>
                  <a:cubicBezTo>
                    <a:pt x="1" y="48"/>
                    <a:pt x="1" y="63"/>
                    <a:pt x="16" y="80"/>
                  </a:cubicBezTo>
                  <a:lnTo>
                    <a:pt x="16" y="80"/>
                  </a:lnTo>
                  <a:lnTo>
                    <a:pt x="16" y="80"/>
                  </a:lnTo>
                  <a:lnTo>
                    <a:pt x="16" y="80"/>
                  </a:lnTo>
                  <a:cubicBezTo>
                    <a:pt x="16" y="95"/>
                    <a:pt x="32" y="126"/>
                    <a:pt x="48" y="126"/>
                  </a:cubicBezTo>
                  <a:lnTo>
                    <a:pt x="48" y="126"/>
                  </a:lnTo>
                  <a:cubicBezTo>
                    <a:pt x="64" y="126"/>
                    <a:pt x="79" y="111"/>
                    <a:pt x="96" y="95"/>
                  </a:cubicBezTo>
                  <a:lnTo>
                    <a:pt x="96" y="63"/>
                  </a:lnTo>
                  <a:lnTo>
                    <a:pt x="96" y="63"/>
                  </a:lnTo>
                  <a:cubicBezTo>
                    <a:pt x="96" y="48"/>
                    <a:pt x="96" y="17"/>
                    <a:pt x="79" y="17"/>
                  </a:cubicBezTo>
                  <a:lnTo>
                    <a:pt x="64" y="17"/>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64" name="Google Shape;4564;p46"/>
            <p:cNvSpPr/>
            <p:nvPr/>
          </p:nvSpPr>
          <p:spPr>
            <a:xfrm>
              <a:off x="3361419" y="1800785"/>
              <a:ext cx="3530" cy="2544"/>
            </a:xfrm>
            <a:custGeom>
              <a:avLst/>
              <a:gdLst/>
              <a:ahLst/>
              <a:cxnLst/>
              <a:rect l="l" t="t" r="r" b="b"/>
              <a:pathLst>
                <a:path w="111" h="80" extrusionOk="0">
                  <a:moveTo>
                    <a:pt x="32" y="0"/>
                  </a:moveTo>
                  <a:lnTo>
                    <a:pt x="32" y="0"/>
                  </a:lnTo>
                  <a:cubicBezTo>
                    <a:pt x="15" y="0"/>
                    <a:pt x="0" y="16"/>
                    <a:pt x="0" y="32"/>
                  </a:cubicBezTo>
                  <a:cubicBezTo>
                    <a:pt x="0" y="48"/>
                    <a:pt x="0" y="63"/>
                    <a:pt x="15" y="63"/>
                  </a:cubicBezTo>
                  <a:lnTo>
                    <a:pt x="47" y="79"/>
                  </a:lnTo>
                  <a:lnTo>
                    <a:pt x="63" y="79"/>
                  </a:lnTo>
                  <a:cubicBezTo>
                    <a:pt x="79" y="79"/>
                    <a:pt x="95" y="79"/>
                    <a:pt x="95" y="63"/>
                  </a:cubicBezTo>
                  <a:cubicBezTo>
                    <a:pt x="110" y="48"/>
                    <a:pt x="95" y="32"/>
                    <a:pt x="79"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65" name="Google Shape;4565;p46"/>
            <p:cNvSpPr/>
            <p:nvPr/>
          </p:nvSpPr>
          <p:spPr>
            <a:xfrm>
              <a:off x="3296763" y="1822825"/>
              <a:ext cx="4548" cy="2544"/>
            </a:xfrm>
            <a:custGeom>
              <a:avLst/>
              <a:gdLst/>
              <a:ahLst/>
              <a:cxnLst/>
              <a:rect l="l" t="t" r="r" b="b"/>
              <a:pathLst>
                <a:path w="143" h="80" extrusionOk="0">
                  <a:moveTo>
                    <a:pt x="48" y="0"/>
                  </a:moveTo>
                  <a:lnTo>
                    <a:pt x="48" y="0"/>
                  </a:lnTo>
                  <a:lnTo>
                    <a:pt x="17" y="0"/>
                  </a:lnTo>
                  <a:lnTo>
                    <a:pt x="17" y="32"/>
                  </a:lnTo>
                  <a:cubicBezTo>
                    <a:pt x="0" y="32"/>
                    <a:pt x="17" y="48"/>
                    <a:pt x="17" y="63"/>
                  </a:cubicBezTo>
                  <a:lnTo>
                    <a:pt x="32" y="63"/>
                  </a:lnTo>
                  <a:lnTo>
                    <a:pt x="48" y="63"/>
                  </a:lnTo>
                  <a:lnTo>
                    <a:pt x="95" y="80"/>
                  </a:lnTo>
                  <a:lnTo>
                    <a:pt x="111" y="80"/>
                  </a:lnTo>
                  <a:cubicBezTo>
                    <a:pt x="111" y="80"/>
                    <a:pt x="126" y="80"/>
                    <a:pt x="126" y="63"/>
                  </a:cubicBezTo>
                  <a:cubicBezTo>
                    <a:pt x="126" y="63"/>
                    <a:pt x="143" y="63"/>
                    <a:pt x="143" y="48"/>
                  </a:cubicBezTo>
                  <a:cubicBezTo>
                    <a:pt x="143" y="32"/>
                    <a:pt x="143" y="17"/>
                    <a:pt x="126" y="17"/>
                  </a:cubicBezTo>
                  <a:lnTo>
                    <a:pt x="111" y="0"/>
                  </a:lnTo>
                  <a:lnTo>
                    <a:pt x="80"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66" name="Google Shape;4566;p46"/>
            <p:cNvSpPr/>
            <p:nvPr/>
          </p:nvSpPr>
          <p:spPr>
            <a:xfrm>
              <a:off x="3436572" y="1807781"/>
              <a:ext cx="3053" cy="3053"/>
            </a:xfrm>
            <a:custGeom>
              <a:avLst/>
              <a:gdLst/>
              <a:ahLst/>
              <a:cxnLst/>
              <a:rect l="l" t="t" r="r" b="b"/>
              <a:pathLst>
                <a:path w="96" h="96" extrusionOk="0">
                  <a:moveTo>
                    <a:pt x="64" y="1"/>
                  </a:moveTo>
                  <a:lnTo>
                    <a:pt x="64" y="17"/>
                  </a:lnTo>
                  <a:lnTo>
                    <a:pt x="47" y="17"/>
                  </a:lnTo>
                  <a:lnTo>
                    <a:pt x="32" y="17"/>
                  </a:lnTo>
                  <a:lnTo>
                    <a:pt x="16" y="48"/>
                  </a:lnTo>
                  <a:cubicBezTo>
                    <a:pt x="1" y="64"/>
                    <a:pt x="1" y="80"/>
                    <a:pt x="16" y="95"/>
                  </a:cubicBezTo>
                  <a:lnTo>
                    <a:pt x="32" y="95"/>
                  </a:lnTo>
                  <a:lnTo>
                    <a:pt x="64" y="95"/>
                  </a:lnTo>
                  <a:lnTo>
                    <a:pt x="79" y="64"/>
                  </a:lnTo>
                  <a:cubicBezTo>
                    <a:pt x="95" y="64"/>
                    <a:pt x="95" y="48"/>
                    <a:pt x="95" y="48"/>
                  </a:cubicBezTo>
                  <a:lnTo>
                    <a:pt x="95"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67" name="Google Shape;4567;p46"/>
            <p:cNvSpPr/>
            <p:nvPr/>
          </p:nvSpPr>
          <p:spPr>
            <a:xfrm>
              <a:off x="3346853" y="1817323"/>
              <a:ext cx="3562" cy="2035"/>
            </a:xfrm>
            <a:custGeom>
              <a:avLst/>
              <a:gdLst/>
              <a:ahLst/>
              <a:cxnLst/>
              <a:rect l="l" t="t" r="r" b="b"/>
              <a:pathLst>
                <a:path w="112" h="64" extrusionOk="0">
                  <a:moveTo>
                    <a:pt x="64" y="1"/>
                  </a:moveTo>
                  <a:lnTo>
                    <a:pt x="64" y="1"/>
                  </a:lnTo>
                  <a:lnTo>
                    <a:pt x="49" y="1"/>
                  </a:lnTo>
                  <a:lnTo>
                    <a:pt x="32" y="1"/>
                  </a:lnTo>
                  <a:cubicBezTo>
                    <a:pt x="17" y="1"/>
                    <a:pt x="1" y="16"/>
                    <a:pt x="1" y="32"/>
                  </a:cubicBezTo>
                  <a:lnTo>
                    <a:pt x="1" y="32"/>
                  </a:lnTo>
                  <a:cubicBezTo>
                    <a:pt x="1" y="64"/>
                    <a:pt x="17" y="64"/>
                    <a:pt x="32" y="64"/>
                  </a:cubicBezTo>
                  <a:lnTo>
                    <a:pt x="32" y="64"/>
                  </a:lnTo>
                  <a:lnTo>
                    <a:pt x="49" y="64"/>
                  </a:lnTo>
                  <a:lnTo>
                    <a:pt x="80" y="64"/>
                  </a:lnTo>
                  <a:lnTo>
                    <a:pt x="80" y="64"/>
                  </a:lnTo>
                  <a:cubicBezTo>
                    <a:pt x="95" y="64"/>
                    <a:pt x="112" y="47"/>
                    <a:pt x="95" y="32"/>
                  </a:cubicBezTo>
                  <a:lnTo>
                    <a:pt x="95" y="32"/>
                  </a:lnTo>
                  <a:lnTo>
                    <a:pt x="95"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68" name="Google Shape;4568;p46"/>
            <p:cNvSpPr/>
            <p:nvPr/>
          </p:nvSpPr>
          <p:spPr>
            <a:xfrm>
              <a:off x="3381456" y="1814333"/>
              <a:ext cx="5057" cy="3021"/>
            </a:xfrm>
            <a:custGeom>
              <a:avLst/>
              <a:gdLst/>
              <a:ahLst/>
              <a:cxnLst/>
              <a:rect l="l" t="t" r="r" b="b"/>
              <a:pathLst>
                <a:path w="159" h="95" extrusionOk="0">
                  <a:moveTo>
                    <a:pt x="79" y="32"/>
                  </a:moveTo>
                  <a:lnTo>
                    <a:pt x="79" y="32"/>
                  </a:lnTo>
                  <a:lnTo>
                    <a:pt x="79" y="32"/>
                  </a:lnTo>
                  <a:close/>
                  <a:moveTo>
                    <a:pt x="47" y="0"/>
                  </a:moveTo>
                  <a:lnTo>
                    <a:pt x="32" y="0"/>
                  </a:lnTo>
                  <a:lnTo>
                    <a:pt x="16" y="15"/>
                  </a:lnTo>
                  <a:cubicBezTo>
                    <a:pt x="1" y="32"/>
                    <a:pt x="1" y="47"/>
                    <a:pt x="16" y="47"/>
                  </a:cubicBezTo>
                  <a:lnTo>
                    <a:pt x="16" y="63"/>
                  </a:lnTo>
                  <a:lnTo>
                    <a:pt x="32" y="78"/>
                  </a:lnTo>
                  <a:cubicBezTo>
                    <a:pt x="32" y="78"/>
                    <a:pt x="47" y="95"/>
                    <a:pt x="64" y="95"/>
                  </a:cubicBezTo>
                  <a:lnTo>
                    <a:pt x="64" y="95"/>
                  </a:lnTo>
                  <a:lnTo>
                    <a:pt x="110" y="95"/>
                  </a:lnTo>
                  <a:lnTo>
                    <a:pt x="127" y="95"/>
                  </a:lnTo>
                  <a:lnTo>
                    <a:pt x="127" y="95"/>
                  </a:lnTo>
                  <a:cubicBezTo>
                    <a:pt x="142" y="95"/>
                    <a:pt x="158" y="78"/>
                    <a:pt x="158" y="63"/>
                  </a:cubicBezTo>
                  <a:cubicBezTo>
                    <a:pt x="158" y="47"/>
                    <a:pt x="142" y="32"/>
                    <a:pt x="127" y="32"/>
                  </a:cubicBezTo>
                  <a:lnTo>
                    <a:pt x="110" y="32"/>
                  </a:lnTo>
                  <a:lnTo>
                    <a:pt x="79" y="32"/>
                  </a:lnTo>
                  <a:lnTo>
                    <a:pt x="79" y="32"/>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69" name="Google Shape;4569;p46"/>
            <p:cNvSpPr/>
            <p:nvPr/>
          </p:nvSpPr>
          <p:spPr>
            <a:xfrm>
              <a:off x="3383936" y="181531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70" name="Google Shape;4570;p46"/>
            <p:cNvSpPr/>
            <p:nvPr/>
          </p:nvSpPr>
          <p:spPr>
            <a:xfrm>
              <a:off x="3440070" y="1808799"/>
              <a:ext cx="2035" cy="3021"/>
            </a:xfrm>
            <a:custGeom>
              <a:avLst/>
              <a:gdLst/>
              <a:ahLst/>
              <a:cxnLst/>
              <a:rect l="l" t="t" r="r" b="b"/>
              <a:pathLst>
                <a:path w="64" h="95" extrusionOk="0">
                  <a:moveTo>
                    <a:pt x="32" y="0"/>
                  </a:moveTo>
                  <a:lnTo>
                    <a:pt x="32" y="0"/>
                  </a:lnTo>
                  <a:cubicBezTo>
                    <a:pt x="17" y="0"/>
                    <a:pt x="0" y="16"/>
                    <a:pt x="0" y="32"/>
                  </a:cubicBezTo>
                  <a:lnTo>
                    <a:pt x="0" y="63"/>
                  </a:lnTo>
                  <a:lnTo>
                    <a:pt x="0" y="63"/>
                  </a:lnTo>
                  <a:cubicBezTo>
                    <a:pt x="0" y="80"/>
                    <a:pt x="17" y="95"/>
                    <a:pt x="32" y="95"/>
                  </a:cubicBezTo>
                  <a:lnTo>
                    <a:pt x="32" y="95"/>
                  </a:lnTo>
                  <a:cubicBezTo>
                    <a:pt x="48" y="95"/>
                    <a:pt x="63" y="80"/>
                    <a:pt x="63" y="63"/>
                  </a:cubicBezTo>
                  <a:lnTo>
                    <a:pt x="63" y="63"/>
                  </a:lnTo>
                  <a:lnTo>
                    <a:pt x="63" y="32"/>
                  </a:lnTo>
                  <a:cubicBezTo>
                    <a:pt x="63" y="16"/>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71" name="Google Shape;4571;p46"/>
            <p:cNvSpPr/>
            <p:nvPr/>
          </p:nvSpPr>
          <p:spPr>
            <a:xfrm>
              <a:off x="3109884" y="1816337"/>
              <a:ext cx="1495" cy="509"/>
            </a:xfrm>
            <a:custGeom>
              <a:avLst/>
              <a:gdLst/>
              <a:ahLst/>
              <a:cxnLst/>
              <a:rect l="l" t="t" r="r" b="b"/>
              <a:pathLst>
                <a:path w="47" h="16" extrusionOk="0">
                  <a:moveTo>
                    <a:pt x="47" y="0"/>
                  </a:moveTo>
                  <a:cubicBezTo>
                    <a:pt x="32" y="0"/>
                    <a:pt x="15" y="0"/>
                    <a:pt x="0" y="15"/>
                  </a:cubicBezTo>
                  <a:lnTo>
                    <a:pt x="0" y="15"/>
                  </a:lnTo>
                  <a:lnTo>
                    <a:pt x="15" y="15"/>
                  </a:lnTo>
                  <a:cubicBezTo>
                    <a:pt x="32" y="15"/>
                    <a:pt x="32" y="15"/>
                    <a:pt x="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72" name="Google Shape;4572;p46"/>
            <p:cNvSpPr/>
            <p:nvPr/>
          </p:nvSpPr>
          <p:spPr>
            <a:xfrm>
              <a:off x="3108358" y="1814333"/>
              <a:ext cx="3562" cy="2512"/>
            </a:xfrm>
            <a:custGeom>
              <a:avLst/>
              <a:gdLst/>
              <a:ahLst/>
              <a:cxnLst/>
              <a:rect l="l" t="t" r="r" b="b"/>
              <a:pathLst>
                <a:path w="112" h="79" extrusionOk="0">
                  <a:moveTo>
                    <a:pt x="32" y="0"/>
                  </a:moveTo>
                  <a:lnTo>
                    <a:pt x="32" y="0"/>
                  </a:lnTo>
                  <a:cubicBezTo>
                    <a:pt x="17" y="0"/>
                    <a:pt x="0" y="0"/>
                    <a:pt x="0" y="15"/>
                  </a:cubicBezTo>
                  <a:lnTo>
                    <a:pt x="0" y="15"/>
                  </a:lnTo>
                  <a:cubicBezTo>
                    <a:pt x="0" y="32"/>
                    <a:pt x="0" y="47"/>
                    <a:pt x="17" y="63"/>
                  </a:cubicBezTo>
                  <a:lnTo>
                    <a:pt x="48" y="78"/>
                  </a:lnTo>
                  <a:cubicBezTo>
                    <a:pt x="63" y="63"/>
                    <a:pt x="80" y="63"/>
                    <a:pt x="95" y="63"/>
                  </a:cubicBezTo>
                  <a:lnTo>
                    <a:pt x="95" y="47"/>
                  </a:lnTo>
                  <a:cubicBezTo>
                    <a:pt x="111" y="32"/>
                    <a:pt x="95" y="15"/>
                    <a:pt x="80"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73" name="Google Shape;4573;p46"/>
            <p:cNvSpPr/>
            <p:nvPr/>
          </p:nvSpPr>
          <p:spPr>
            <a:xfrm>
              <a:off x="3414532" y="1784724"/>
              <a:ext cx="3530" cy="2576"/>
            </a:xfrm>
            <a:custGeom>
              <a:avLst/>
              <a:gdLst/>
              <a:ahLst/>
              <a:cxnLst/>
              <a:rect l="l" t="t" r="r" b="b"/>
              <a:pathLst>
                <a:path w="111" h="81" extrusionOk="0">
                  <a:moveTo>
                    <a:pt x="63" y="1"/>
                  </a:moveTo>
                  <a:lnTo>
                    <a:pt x="63" y="1"/>
                  </a:lnTo>
                  <a:lnTo>
                    <a:pt x="47" y="1"/>
                  </a:lnTo>
                  <a:lnTo>
                    <a:pt x="16" y="17"/>
                  </a:lnTo>
                  <a:lnTo>
                    <a:pt x="16" y="32"/>
                  </a:lnTo>
                  <a:lnTo>
                    <a:pt x="16" y="32"/>
                  </a:lnTo>
                  <a:cubicBezTo>
                    <a:pt x="16" y="32"/>
                    <a:pt x="16" y="49"/>
                    <a:pt x="0" y="49"/>
                  </a:cubicBezTo>
                  <a:cubicBezTo>
                    <a:pt x="0" y="49"/>
                    <a:pt x="0" y="64"/>
                    <a:pt x="16" y="64"/>
                  </a:cubicBezTo>
                  <a:cubicBezTo>
                    <a:pt x="16" y="80"/>
                    <a:pt x="16" y="80"/>
                    <a:pt x="32" y="80"/>
                  </a:cubicBezTo>
                  <a:lnTo>
                    <a:pt x="47" y="80"/>
                  </a:lnTo>
                  <a:lnTo>
                    <a:pt x="63" y="80"/>
                  </a:lnTo>
                  <a:lnTo>
                    <a:pt x="95" y="64"/>
                  </a:lnTo>
                  <a:cubicBezTo>
                    <a:pt x="95" y="64"/>
                    <a:pt x="110" y="49"/>
                    <a:pt x="110" y="32"/>
                  </a:cubicBezTo>
                  <a:lnTo>
                    <a:pt x="110" y="32"/>
                  </a:lnTo>
                  <a:cubicBezTo>
                    <a:pt x="110" y="32"/>
                    <a:pt x="110" y="17"/>
                    <a:pt x="95" y="17"/>
                  </a:cubicBezTo>
                  <a:cubicBezTo>
                    <a:pt x="95"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74" name="Google Shape;4574;p46"/>
            <p:cNvSpPr/>
            <p:nvPr/>
          </p:nvSpPr>
          <p:spPr>
            <a:xfrm>
              <a:off x="3057249" y="1821807"/>
              <a:ext cx="3530" cy="4039"/>
            </a:xfrm>
            <a:custGeom>
              <a:avLst/>
              <a:gdLst/>
              <a:ahLst/>
              <a:cxnLst/>
              <a:rect l="l" t="t" r="r" b="b"/>
              <a:pathLst>
                <a:path w="111" h="127" extrusionOk="0">
                  <a:moveTo>
                    <a:pt x="63" y="1"/>
                  </a:moveTo>
                  <a:lnTo>
                    <a:pt x="63" y="1"/>
                  </a:lnTo>
                  <a:cubicBezTo>
                    <a:pt x="48" y="1"/>
                    <a:pt x="48" y="1"/>
                    <a:pt x="32" y="17"/>
                  </a:cubicBezTo>
                  <a:lnTo>
                    <a:pt x="0" y="64"/>
                  </a:lnTo>
                  <a:cubicBezTo>
                    <a:pt x="0" y="80"/>
                    <a:pt x="0" y="95"/>
                    <a:pt x="16" y="112"/>
                  </a:cubicBezTo>
                  <a:lnTo>
                    <a:pt x="32" y="112"/>
                  </a:lnTo>
                  <a:lnTo>
                    <a:pt x="32" y="112"/>
                  </a:lnTo>
                  <a:lnTo>
                    <a:pt x="32" y="112"/>
                  </a:lnTo>
                  <a:lnTo>
                    <a:pt x="48" y="112"/>
                  </a:lnTo>
                  <a:lnTo>
                    <a:pt x="48" y="127"/>
                  </a:lnTo>
                  <a:lnTo>
                    <a:pt x="63" y="127"/>
                  </a:lnTo>
                  <a:lnTo>
                    <a:pt x="63" y="127"/>
                  </a:lnTo>
                  <a:lnTo>
                    <a:pt x="95" y="127"/>
                  </a:lnTo>
                  <a:lnTo>
                    <a:pt x="95" y="112"/>
                  </a:lnTo>
                  <a:lnTo>
                    <a:pt x="111" y="95"/>
                  </a:lnTo>
                  <a:lnTo>
                    <a:pt x="95" y="32"/>
                  </a:lnTo>
                  <a:cubicBezTo>
                    <a:pt x="95" y="17"/>
                    <a:pt x="95"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75" name="Google Shape;4575;p46"/>
            <p:cNvSpPr/>
            <p:nvPr/>
          </p:nvSpPr>
          <p:spPr>
            <a:xfrm>
              <a:off x="3399488" y="1808799"/>
              <a:ext cx="3530" cy="2544"/>
            </a:xfrm>
            <a:custGeom>
              <a:avLst/>
              <a:gdLst/>
              <a:ahLst/>
              <a:cxnLst/>
              <a:rect l="l" t="t" r="r" b="b"/>
              <a:pathLst>
                <a:path w="111" h="80" extrusionOk="0">
                  <a:moveTo>
                    <a:pt x="64" y="0"/>
                  </a:moveTo>
                  <a:lnTo>
                    <a:pt x="64" y="0"/>
                  </a:lnTo>
                  <a:lnTo>
                    <a:pt x="47" y="0"/>
                  </a:lnTo>
                  <a:lnTo>
                    <a:pt x="16" y="16"/>
                  </a:lnTo>
                  <a:cubicBezTo>
                    <a:pt x="16" y="16"/>
                    <a:pt x="16" y="32"/>
                    <a:pt x="1" y="32"/>
                  </a:cubicBezTo>
                  <a:lnTo>
                    <a:pt x="1" y="32"/>
                  </a:lnTo>
                  <a:cubicBezTo>
                    <a:pt x="32" y="32"/>
                    <a:pt x="32" y="48"/>
                    <a:pt x="47" y="63"/>
                  </a:cubicBezTo>
                  <a:lnTo>
                    <a:pt x="47" y="80"/>
                  </a:lnTo>
                  <a:lnTo>
                    <a:pt x="47" y="80"/>
                  </a:lnTo>
                  <a:lnTo>
                    <a:pt x="79" y="63"/>
                  </a:lnTo>
                  <a:cubicBezTo>
                    <a:pt x="95" y="48"/>
                    <a:pt x="110" y="32"/>
                    <a:pt x="95" y="16"/>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76" name="Google Shape;4576;p46"/>
            <p:cNvSpPr/>
            <p:nvPr/>
          </p:nvSpPr>
          <p:spPr>
            <a:xfrm>
              <a:off x="3377926" y="1811789"/>
              <a:ext cx="3053" cy="3562"/>
            </a:xfrm>
            <a:custGeom>
              <a:avLst/>
              <a:gdLst/>
              <a:ahLst/>
              <a:cxnLst/>
              <a:rect l="l" t="t" r="r" b="b"/>
              <a:pathLst>
                <a:path w="96" h="112" extrusionOk="0">
                  <a:moveTo>
                    <a:pt x="49" y="1"/>
                  </a:moveTo>
                  <a:lnTo>
                    <a:pt x="49" y="1"/>
                  </a:lnTo>
                  <a:cubicBezTo>
                    <a:pt x="32" y="1"/>
                    <a:pt x="17" y="17"/>
                    <a:pt x="17" y="32"/>
                  </a:cubicBezTo>
                  <a:lnTo>
                    <a:pt x="1" y="64"/>
                  </a:lnTo>
                  <a:cubicBezTo>
                    <a:pt x="1" y="80"/>
                    <a:pt x="17" y="95"/>
                    <a:pt x="32" y="95"/>
                  </a:cubicBezTo>
                  <a:lnTo>
                    <a:pt x="32" y="112"/>
                  </a:lnTo>
                  <a:cubicBezTo>
                    <a:pt x="49" y="112"/>
                    <a:pt x="64" y="95"/>
                    <a:pt x="64" y="80"/>
                  </a:cubicBezTo>
                  <a:lnTo>
                    <a:pt x="80" y="49"/>
                  </a:lnTo>
                  <a:cubicBezTo>
                    <a:pt x="95" y="32"/>
                    <a:pt x="80"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77" name="Google Shape;4577;p46"/>
            <p:cNvSpPr/>
            <p:nvPr/>
          </p:nvSpPr>
          <p:spPr>
            <a:xfrm>
              <a:off x="3405499" y="1808799"/>
              <a:ext cx="4548" cy="3021"/>
            </a:xfrm>
            <a:custGeom>
              <a:avLst/>
              <a:gdLst/>
              <a:ahLst/>
              <a:cxnLst/>
              <a:rect l="l" t="t" r="r" b="b"/>
              <a:pathLst>
                <a:path w="143" h="95" extrusionOk="0">
                  <a:moveTo>
                    <a:pt x="95" y="0"/>
                  </a:moveTo>
                  <a:lnTo>
                    <a:pt x="95" y="0"/>
                  </a:lnTo>
                  <a:lnTo>
                    <a:pt x="79" y="0"/>
                  </a:lnTo>
                  <a:lnTo>
                    <a:pt x="32" y="32"/>
                  </a:lnTo>
                  <a:cubicBezTo>
                    <a:pt x="1" y="32"/>
                    <a:pt x="1" y="48"/>
                    <a:pt x="1" y="80"/>
                  </a:cubicBezTo>
                  <a:cubicBezTo>
                    <a:pt x="16" y="80"/>
                    <a:pt x="16" y="95"/>
                    <a:pt x="32" y="95"/>
                  </a:cubicBezTo>
                  <a:lnTo>
                    <a:pt x="47" y="95"/>
                  </a:lnTo>
                  <a:lnTo>
                    <a:pt x="111" y="63"/>
                  </a:lnTo>
                  <a:cubicBezTo>
                    <a:pt x="127" y="63"/>
                    <a:pt x="142" y="48"/>
                    <a:pt x="127" y="32"/>
                  </a:cubicBezTo>
                  <a:cubicBezTo>
                    <a:pt x="127" y="16"/>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78" name="Google Shape;4578;p46"/>
            <p:cNvSpPr/>
            <p:nvPr/>
          </p:nvSpPr>
          <p:spPr>
            <a:xfrm>
              <a:off x="3187517" y="1781734"/>
              <a:ext cx="3562" cy="2544"/>
            </a:xfrm>
            <a:custGeom>
              <a:avLst/>
              <a:gdLst/>
              <a:ahLst/>
              <a:cxnLst/>
              <a:rect l="l" t="t" r="r" b="b"/>
              <a:pathLst>
                <a:path w="112" h="80" extrusionOk="0">
                  <a:moveTo>
                    <a:pt x="32" y="0"/>
                  </a:moveTo>
                  <a:lnTo>
                    <a:pt x="32" y="0"/>
                  </a:lnTo>
                  <a:cubicBezTo>
                    <a:pt x="17" y="0"/>
                    <a:pt x="1" y="17"/>
                    <a:pt x="1" y="32"/>
                  </a:cubicBezTo>
                  <a:cubicBezTo>
                    <a:pt x="1" y="48"/>
                    <a:pt x="1" y="63"/>
                    <a:pt x="17" y="80"/>
                  </a:cubicBezTo>
                  <a:lnTo>
                    <a:pt x="48" y="80"/>
                  </a:lnTo>
                  <a:lnTo>
                    <a:pt x="64" y="80"/>
                  </a:lnTo>
                  <a:cubicBezTo>
                    <a:pt x="80" y="80"/>
                    <a:pt x="95" y="80"/>
                    <a:pt x="95" y="63"/>
                  </a:cubicBezTo>
                  <a:cubicBezTo>
                    <a:pt x="111" y="48"/>
                    <a:pt x="95" y="32"/>
                    <a:pt x="80" y="17"/>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79" name="Google Shape;4579;p46"/>
            <p:cNvSpPr/>
            <p:nvPr/>
          </p:nvSpPr>
          <p:spPr>
            <a:xfrm>
              <a:off x="3437589" y="1756673"/>
              <a:ext cx="3021" cy="2544"/>
            </a:xfrm>
            <a:custGeom>
              <a:avLst/>
              <a:gdLst/>
              <a:ahLst/>
              <a:cxnLst/>
              <a:rect l="l" t="t" r="r" b="b"/>
              <a:pathLst>
                <a:path w="95" h="80" extrusionOk="0">
                  <a:moveTo>
                    <a:pt x="63" y="1"/>
                  </a:moveTo>
                  <a:lnTo>
                    <a:pt x="63" y="1"/>
                  </a:lnTo>
                  <a:lnTo>
                    <a:pt x="47" y="1"/>
                  </a:lnTo>
                  <a:lnTo>
                    <a:pt x="32" y="17"/>
                  </a:lnTo>
                  <a:lnTo>
                    <a:pt x="15" y="17"/>
                  </a:lnTo>
                  <a:cubicBezTo>
                    <a:pt x="32" y="32"/>
                    <a:pt x="32" y="48"/>
                    <a:pt x="32" y="64"/>
                  </a:cubicBezTo>
                  <a:lnTo>
                    <a:pt x="0" y="64"/>
                  </a:lnTo>
                  <a:cubicBezTo>
                    <a:pt x="0" y="80"/>
                    <a:pt x="15" y="80"/>
                    <a:pt x="15" y="80"/>
                  </a:cubicBezTo>
                  <a:lnTo>
                    <a:pt x="32" y="80"/>
                  </a:lnTo>
                  <a:lnTo>
                    <a:pt x="47" y="80"/>
                  </a:lnTo>
                  <a:lnTo>
                    <a:pt x="63" y="80"/>
                  </a:lnTo>
                  <a:lnTo>
                    <a:pt x="78" y="64"/>
                  </a:lnTo>
                  <a:cubicBezTo>
                    <a:pt x="95" y="48"/>
                    <a:pt x="95" y="32"/>
                    <a:pt x="95"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80" name="Google Shape;4580;p46"/>
            <p:cNvSpPr/>
            <p:nvPr/>
          </p:nvSpPr>
          <p:spPr>
            <a:xfrm>
              <a:off x="3052733" y="1795760"/>
              <a:ext cx="3530" cy="2544"/>
            </a:xfrm>
            <a:custGeom>
              <a:avLst/>
              <a:gdLst/>
              <a:ahLst/>
              <a:cxnLst/>
              <a:rect l="l" t="t" r="r" b="b"/>
              <a:pathLst>
                <a:path w="111" h="80" extrusionOk="0">
                  <a:moveTo>
                    <a:pt x="64" y="0"/>
                  </a:moveTo>
                  <a:lnTo>
                    <a:pt x="64" y="0"/>
                  </a:lnTo>
                  <a:lnTo>
                    <a:pt x="48" y="0"/>
                  </a:lnTo>
                  <a:lnTo>
                    <a:pt x="16" y="17"/>
                  </a:lnTo>
                  <a:cubicBezTo>
                    <a:pt x="1" y="32"/>
                    <a:pt x="1" y="48"/>
                    <a:pt x="1" y="63"/>
                  </a:cubicBezTo>
                  <a:cubicBezTo>
                    <a:pt x="16" y="80"/>
                    <a:pt x="32" y="80"/>
                    <a:pt x="32" y="80"/>
                  </a:cubicBezTo>
                  <a:lnTo>
                    <a:pt x="48" y="80"/>
                  </a:lnTo>
                  <a:lnTo>
                    <a:pt x="64" y="80"/>
                  </a:lnTo>
                  <a:lnTo>
                    <a:pt x="79" y="63"/>
                  </a:lnTo>
                  <a:lnTo>
                    <a:pt x="95" y="63"/>
                  </a:lnTo>
                  <a:cubicBezTo>
                    <a:pt x="95" y="48"/>
                    <a:pt x="111"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81" name="Google Shape;4581;p46"/>
            <p:cNvSpPr/>
            <p:nvPr/>
          </p:nvSpPr>
          <p:spPr>
            <a:xfrm>
              <a:off x="3093823" y="1792738"/>
              <a:ext cx="3053" cy="4580"/>
            </a:xfrm>
            <a:custGeom>
              <a:avLst/>
              <a:gdLst/>
              <a:ahLst/>
              <a:cxnLst/>
              <a:rect l="l" t="t" r="r" b="b"/>
              <a:pathLst>
                <a:path w="96" h="144" extrusionOk="0">
                  <a:moveTo>
                    <a:pt x="47" y="1"/>
                  </a:moveTo>
                  <a:lnTo>
                    <a:pt x="47" y="1"/>
                  </a:lnTo>
                  <a:lnTo>
                    <a:pt x="47" y="1"/>
                  </a:lnTo>
                  <a:cubicBezTo>
                    <a:pt x="32" y="1"/>
                    <a:pt x="32" y="17"/>
                    <a:pt x="16" y="32"/>
                  </a:cubicBezTo>
                  <a:lnTo>
                    <a:pt x="16" y="32"/>
                  </a:lnTo>
                  <a:lnTo>
                    <a:pt x="16" y="95"/>
                  </a:lnTo>
                  <a:cubicBezTo>
                    <a:pt x="1" y="112"/>
                    <a:pt x="16" y="143"/>
                    <a:pt x="47" y="143"/>
                  </a:cubicBezTo>
                  <a:lnTo>
                    <a:pt x="47" y="143"/>
                  </a:lnTo>
                  <a:lnTo>
                    <a:pt x="64" y="127"/>
                  </a:lnTo>
                  <a:cubicBezTo>
                    <a:pt x="79" y="127"/>
                    <a:pt x="79" y="127"/>
                    <a:pt x="79" y="112"/>
                  </a:cubicBezTo>
                  <a:lnTo>
                    <a:pt x="79" y="112"/>
                  </a:lnTo>
                  <a:lnTo>
                    <a:pt x="95" y="49"/>
                  </a:lnTo>
                  <a:lnTo>
                    <a:pt x="95" y="49"/>
                  </a:lnTo>
                  <a:cubicBezTo>
                    <a:pt x="95" y="32"/>
                    <a:pt x="79" y="32"/>
                    <a:pt x="79" y="17"/>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82" name="Google Shape;4582;p46"/>
            <p:cNvSpPr/>
            <p:nvPr/>
          </p:nvSpPr>
          <p:spPr>
            <a:xfrm>
              <a:off x="3114369" y="1791275"/>
              <a:ext cx="2544" cy="3021"/>
            </a:xfrm>
            <a:custGeom>
              <a:avLst/>
              <a:gdLst/>
              <a:ahLst/>
              <a:cxnLst/>
              <a:rect l="l" t="t" r="r" b="b"/>
              <a:pathLst>
                <a:path w="80" h="95" extrusionOk="0">
                  <a:moveTo>
                    <a:pt x="48" y="0"/>
                  </a:moveTo>
                  <a:lnTo>
                    <a:pt x="32" y="0"/>
                  </a:lnTo>
                  <a:lnTo>
                    <a:pt x="32" y="0"/>
                  </a:lnTo>
                  <a:cubicBezTo>
                    <a:pt x="17" y="0"/>
                    <a:pt x="0" y="15"/>
                    <a:pt x="17" y="32"/>
                  </a:cubicBezTo>
                  <a:lnTo>
                    <a:pt x="17" y="63"/>
                  </a:lnTo>
                  <a:lnTo>
                    <a:pt x="17" y="78"/>
                  </a:lnTo>
                  <a:cubicBezTo>
                    <a:pt x="17" y="78"/>
                    <a:pt x="32" y="95"/>
                    <a:pt x="48" y="95"/>
                  </a:cubicBezTo>
                  <a:lnTo>
                    <a:pt x="48" y="95"/>
                  </a:lnTo>
                  <a:cubicBezTo>
                    <a:pt x="63" y="95"/>
                    <a:pt x="80" y="78"/>
                    <a:pt x="80" y="63"/>
                  </a:cubicBezTo>
                  <a:lnTo>
                    <a:pt x="80" y="47"/>
                  </a:lnTo>
                  <a:lnTo>
                    <a:pt x="80" y="32"/>
                  </a:lnTo>
                  <a:cubicBezTo>
                    <a:pt x="80" y="15"/>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83" name="Google Shape;4583;p46"/>
            <p:cNvSpPr/>
            <p:nvPr/>
          </p:nvSpPr>
          <p:spPr>
            <a:xfrm>
              <a:off x="3267694" y="1768695"/>
              <a:ext cx="3021" cy="3053"/>
            </a:xfrm>
            <a:custGeom>
              <a:avLst/>
              <a:gdLst/>
              <a:ahLst/>
              <a:cxnLst/>
              <a:rect l="l" t="t" r="r" b="b"/>
              <a:pathLst>
                <a:path w="95" h="96" extrusionOk="0">
                  <a:moveTo>
                    <a:pt x="63" y="1"/>
                  </a:moveTo>
                  <a:lnTo>
                    <a:pt x="48" y="1"/>
                  </a:lnTo>
                  <a:cubicBezTo>
                    <a:pt x="48" y="1"/>
                    <a:pt x="48" y="17"/>
                    <a:pt x="32" y="17"/>
                  </a:cubicBezTo>
                  <a:lnTo>
                    <a:pt x="32" y="17"/>
                  </a:lnTo>
                  <a:lnTo>
                    <a:pt x="32" y="17"/>
                  </a:lnTo>
                  <a:lnTo>
                    <a:pt x="17" y="49"/>
                  </a:lnTo>
                  <a:cubicBezTo>
                    <a:pt x="0" y="64"/>
                    <a:pt x="0" y="80"/>
                    <a:pt x="17" y="95"/>
                  </a:cubicBezTo>
                  <a:lnTo>
                    <a:pt x="17" y="95"/>
                  </a:lnTo>
                  <a:lnTo>
                    <a:pt x="32" y="95"/>
                  </a:lnTo>
                  <a:cubicBezTo>
                    <a:pt x="48" y="95"/>
                    <a:pt x="63" y="95"/>
                    <a:pt x="63" y="80"/>
                  </a:cubicBezTo>
                  <a:lnTo>
                    <a:pt x="63" y="80"/>
                  </a:lnTo>
                  <a:lnTo>
                    <a:pt x="80" y="80"/>
                  </a:lnTo>
                  <a:lnTo>
                    <a:pt x="80" y="64"/>
                  </a:lnTo>
                  <a:cubicBezTo>
                    <a:pt x="95" y="49"/>
                    <a:pt x="95" y="32"/>
                    <a:pt x="95" y="32"/>
                  </a:cubicBez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84" name="Google Shape;4584;p46"/>
            <p:cNvSpPr/>
            <p:nvPr/>
          </p:nvSpPr>
          <p:spPr>
            <a:xfrm>
              <a:off x="3048217" y="1790735"/>
              <a:ext cx="3021" cy="4039"/>
            </a:xfrm>
            <a:custGeom>
              <a:avLst/>
              <a:gdLst/>
              <a:ahLst/>
              <a:cxnLst/>
              <a:rect l="l" t="t" r="r" b="b"/>
              <a:pathLst>
                <a:path w="95" h="127" extrusionOk="0">
                  <a:moveTo>
                    <a:pt x="48" y="1"/>
                  </a:moveTo>
                  <a:lnTo>
                    <a:pt x="48" y="1"/>
                  </a:lnTo>
                  <a:cubicBezTo>
                    <a:pt x="32" y="1"/>
                    <a:pt x="17" y="17"/>
                    <a:pt x="17" y="32"/>
                  </a:cubicBezTo>
                  <a:lnTo>
                    <a:pt x="0" y="95"/>
                  </a:lnTo>
                  <a:cubicBezTo>
                    <a:pt x="0" y="112"/>
                    <a:pt x="17" y="127"/>
                    <a:pt x="32" y="127"/>
                  </a:cubicBezTo>
                  <a:lnTo>
                    <a:pt x="48" y="127"/>
                  </a:lnTo>
                  <a:cubicBezTo>
                    <a:pt x="63" y="127"/>
                    <a:pt x="80" y="127"/>
                    <a:pt x="80" y="95"/>
                  </a:cubicBezTo>
                  <a:lnTo>
                    <a:pt x="80" y="49"/>
                  </a:lnTo>
                  <a:cubicBezTo>
                    <a:pt x="95" y="17"/>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85" name="Google Shape;4585;p46"/>
            <p:cNvSpPr/>
            <p:nvPr/>
          </p:nvSpPr>
          <p:spPr>
            <a:xfrm>
              <a:off x="3040711" y="1790258"/>
              <a:ext cx="4516" cy="4516"/>
            </a:xfrm>
            <a:custGeom>
              <a:avLst/>
              <a:gdLst/>
              <a:ahLst/>
              <a:cxnLst/>
              <a:rect l="l" t="t" r="r" b="b"/>
              <a:pathLst>
                <a:path w="142" h="142" extrusionOk="0">
                  <a:moveTo>
                    <a:pt x="95" y="1"/>
                  </a:moveTo>
                  <a:lnTo>
                    <a:pt x="95" y="1"/>
                  </a:lnTo>
                  <a:cubicBezTo>
                    <a:pt x="79" y="1"/>
                    <a:pt x="79" y="16"/>
                    <a:pt x="64" y="16"/>
                  </a:cubicBezTo>
                  <a:lnTo>
                    <a:pt x="64" y="32"/>
                  </a:lnTo>
                  <a:lnTo>
                    <a:pt x="64" y="32"/>
                  </a:lnTo>
                  <a:lnTo>
                    <a:pt x="47" y="32"/>
                  </a:lnTo>
                  <a:lnTo>
                    <a:pt x="32" y="32"/>
                  </a:lnTo>
                  <a:cubicBezTo>
                    <a:pt x="16" y="47"/>
                    <a:pt x="1" y="64"/>
                    <a:pt x="16" y="79"/>
                  </a:cubicBezTo>
                  <a:lnTo>
                    <a:pt x="32" y="110"/>
                  </a:lnTo>
                  <a:lnTo>
                    <a:pt x="47" y="127"/>
                  </a:lnTo>
                  <a:cubicBezTo>
                    <a:pt x="47" y="142"/>
                    <a:pt x="64" y="142"/>
                    <a:pt x="79" y="142"/>
                  </a:cubicBezTo>
                  <a:lnTo>
                    <a:pt x="79" y="142"/>
                  </a:lnTo>
                  <a:lnTo>
                    <a:pt x="79" y="142"/>
                  </a:lnTo>
                  <a:cubicBezTo>
                    <a:pt x="95" y="142"/>
                    <a:pt x="95" y="127"/>
                    <a:pt x="110" y="127"/>
                  </a:cubicBezTo>
                  <a:lnTo>
                    <a:pt x="127" y="47"/>
                  </a:lnTo>
                  <a:lnTo>
                    <a:pt x="127" y="47"/>
                  </a:lnTo>
                  <a:cubicBezTo>
                    <a:pt x="142" y="32"/>
                    <a:pt x="127"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86" name="Google Shape;4586;p46"/>
            <p:cNvSpPr/>
            <p:nvPr/>
          </p:nvSpPr>
          <p:spPr>
            <a:xfrm>
              <a:off x="3105845" y="1788731"/>
              <a:ext cx="3530" cy="3562"/>
            </a:xfrm>
            <a:custGeom>
              <a:avLst/>
              <a:gdLst/>
              <a:ahLst/>
              <a:cxnLst/>
              <a:rect l="l" t="t" r="r" b="b"/>
              <a:pathLst>
                <a:path w="111" h="112" extrusionOk="0">
                  <a:moveTo>
                    <a:pt x="32" y="1"/>
                  </a:moveTo>
                  <a:lnTo>
                    <a:pt x="32" y="1"/>
                  </a:lnTo>
                  <a:lnTo>
                    <a:pt x="16" y="1"/>
                  </a:lnTo>
                  <a:cubicBezTo>
                    <a:pt x="1" y="17"/>
                    <a:pt x="1" y="49"/>
                    <a:pt x="16" y="49"/>
                  </a:cubicBezTo>
                  <a:lnTo>
                    <a:pt x="16" y="64"/>
                  </a:lnTo>
                  <a:lnTo>
                    <a:pt x="32" y="64"/>
                  </a:lnTo>
                  <a:lnTo>
                    <a:pt x="64" y="95"/>
                  </a:lnTo>
                  <a:lnTo>
                    <a:pt x="64" y="95"/>
                  </a:lnTo>
                  <a:cubicBezTo>
                    <a:pt x="64" y="112"/>
                    <a:pt x="79" y="112"/>
                    <a:pt x="79" y="112"/>
                  </a:cubicBezTo>
                  <a:cubicBezTo>
                    <a:pt x="96" y="112"/>
                    <a:pt x="96" y="95"/>
                    <a:pt x="111" y="95"/>
                  </a:cubicBezTo>
                  <a:lnTo>
                    <a:pt x="111" y="95"/>
                  </a:lnTo>
                  <a:lnTo>
                    <a:pt x="111" y="64"/>
                  </a:lnTo>
                  <a:lnTo>
                    <a:pt x="111" y="49"/>
                  </a:ln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87" name="Google Shape;4587;p46"/>
            <p:cNvSpPr/>
            <p:nvPr/>
          </p:nvSpPr>
          <p:spPr>
            <a:xfrm>
              <a:off x="3325831" y="1764687"/>
              <a:ext cx="3021" cy="3053"/>
            </a:xfrm>
            <a:custGeom>
              <a:avLst/>
              <a:gdLst/>
              <a:ahLst/>
              <a:cxnLst/>
              <a:rect l="l" t="t" r="r" b="b"/>
              <a:pathLst>
                <a:path w="95" h="96" extrusionOk="0">
                  <a:moveTo>
                    <a:pt x="48" y="1"/>
                  </a:moveTo>
                  <a:lnTo>
                    <a:pt x="48" y="1"/>
                  </a:lnTo>
                  <a:cubicBezTo>
                    <a:pt x="32" y="1"/>
                    <a:pt x="32" y="17"/>
                    <a:pt x="32" y="17"/>
                  </a:cubicBezTo>
                  <a:lnTo>
                    <a:pt x="16" y="17"/>
                  </a:lnTo>
                  <a:lnTo>
                    <a:pt x="16" y="32"/>
                  </a:lnTo>
                  <a:lnTo>
                    <a:pt x="16" y="49"/>
                  </a:lnTo>
                  <a:lnTo>
                    <a:pt x="16" y="49"/>
                  </a:lnTo>
                  <a:cubicBezTo>
                    <a:pt x="0" y="64"/>
                    <a:pt x="0" y="80"/>
                    <a:pt x="16" y="80"/>
                  </a:cubicBezTo>
                  <a:lnTo>
                    <a:pt x="16" y="95"/>
                  </a:lnTo>
                  <a:lnTo>
                    <a:pt x="32" y="95"/>
                  </a:lnTo>
                  <a:lnTo>
                    <a:pt x="63" y="95"/>
                  </a:lnTo>
                  <a:lnTo>
                    <a:pt x="79" y="80"/>
                  </a:lnTo>
                  <a:cubicBezTo>
                    <a:pt x="79" y="80"/>
                    <a:pt x="79" y="64"/>
                    <a:pt x="95" y="64"/>
                  </a:cubicBezTo>
                  <a:cubicBezTo>
                    <a:pt x="95" y="49"/>
                    <a:pt x="79" y="49"/>
                    <a:pt x="79" y="32"/>
                  </a:cubicBezTo>
                  <a:lnTo>
                    <a:pt x="79" y="17"/>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88" name="Google Shape;4588;p46"/>
            <p:cNvSpPr/>
            <p:nvPr/>
          </p:nvSpPr>
          <p:spPr>
            <a:xfrm>
              <a:off x="3103333" y="1784724"/>
              <a:ext cx="4548" cy="5565"/>
            </a:xfrm>
            <a:custGeom>
              <a:avLst/>
              <a:gdLst/>
              <a:ahLst/>
              <a:cxnLst/>
              <a:rect l="l" t="t" r="r" b="b"/>
              <a:pathLst>
                <a:path w="143" h="175" extrusionOk="0">
                  <a:moveTo>
                    <a:pt x="111" y="1"/>
                  </a:moveTo>
                  <a:lnTo>
                    <a:pt x="111" y="1"/>
                  </a:lnTo>
                  <a:cubicBezTo>
                    <a:pt x="95" y="1"/>
                    <a:pt x="95" y="17"/>
                    <a:pt x="80" y="17"/>
                  </a:cubicBezTo>
                  <a:lnTo>
                    <a:pt x="64" y="32"/>
                  </a:lnTo>
                  <a:lnTo>
                    <a:pt x="64" y="49"/>
                  </a:lnTo>
                  <a:lnTo>
                    <a:pt x="64" y="49"/>
                  </a:lnTo>
                  <a:lnTo>
                    <a:pt x="48" y="49"/>
                  </a:lnTo>
                  <a:lnTo>
                    <a:pt x="48" y="49"/>
                  </a:lnTo>
                  <a:cubicBezTo>
                    <a:pt x="32" y="49"/>
                    <a:pt x="17" y="64"/>
                    <a:pt x="17" y="80"/>
                  </a:cubicBezTo>
                  <a:lnTo>
                    <a:pt x="1" y="127"/>
                  </a:lnTo>
                  <a:cubicBezTo>
                    <a:pt x="1" y="143"/>
                    <a:pt x="17" y="158"/>
                    <a:pt x="32" y="175"/>
                  </a:cubicBezTo>
                  <a:lnTo>
                    <a:pt x="32" y="175"/>
                  </a:lnTo>
                  <a:lnTo>
                    <a:pt x="32" y="175"/>
                  </a:lnTo>
                  <a:cubicBezTo>
                    <a:pt x="48" y="175"/>
                    <a:pt x="64" y="158"/>
                    <a:pt x="64" y="158"/>
                  </a:cubicBezTo>
                  <a:lnTo>
                    <a:pt x="111" y="95"/>
                  </a:lnTo>
                  <a:lnTo>
                    <a:pt x="143" y="64"/>
                  </a:lnTo>
                  <a:lnTo>
                    <a:pt x="143" y="49"/>
                  </a:lnTo>
                  <a:cubicBezTo>
                    <a:pt x="143" y="32"/>
                    <a:pt x="143" y="17"/>
                    <a:pt x="127" y="17"/>
                  </a:cubicBezTo>
                  <a:cubicBezTo>
                    <a:pt x="127" y="1"/>
                    <a:pt x="127"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89" name="Google Shape;4589;p46"/>
            <p:cNvSpPr/>
            <p:nvPr/>
          </p:nvSpPr>
          <p:spPr>
            <a:xfrm>
              <a:off x="3424041" y="1766691"/>
              <a:ext cx="3562" cy="3053"/>
            </a:xfrm>
            <a:custGeom>
              <a:avLst/>
              <a:gdLst/>
              <a:ahLst/>
              <a:cxnLst/>
              <a:rect l="l" t="t" r="r" b="b"/>
              <a:pathLst>
                <a:path w="112" h="96" extrusionOk="0">
                  <a:moveTo>
                    <a:pt x="63" y="1"/>
                  </a:moveTo>
                  <a:lnTo>
                    <a:pt x="63" y="1"/>
                  </a:lnTo>
                  <a:lnTo>
                    <a:pt x="48" y="1"/>
                  </a:lnTo>
                  <a:lnTo>
                    <a:pt x="32" y="17"/>
                  </a:lnTo>
                  <a:lnTo>
                    <a:pt x="17" y="32"/>
                  </a:lnTo>
                  <a:cubicBezTo>
                    <a:pt x="0" y="32"/>
                    <a:pt x="0" y="49"/>
                    <a:pt x="0" y="64"/>
                  </a:cubicBezTo>
                  <a:lnTo>
                    <a:pt x="0" y="80"/>
                  </a:lnTo>
                  <a:cubicBezTo>
                    <a:pt x="17" y="80"/>
                    <a:pt x="17" y="95"/>
                    <a:pt x="32" y="95"/>
                  </a:cubicBezTo>
                  <a:cubicBezTo>
                    <a:pt x="48" y="95"/>
                    <a:pt x="48" y="95"/>
                    <a:pt x="48" y="80"/>
                  </a:cubicBezTo>
                  <a:lnTo>
                    <a:pt x="80" y="64"/>
                  </a:lnTo>
                  <a:cubicBezTo>
                    <a:pt x="95" y="49"/>
                    <a:pt x="111" y="32"/>
                    <a:pt x="95" y="17"/>
                  </a:cubicBezTo>
                  <a:cubicBezTo>
                    <a:pt x="95"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90" name="Google Shape;4590;p46"/>
            <p:cNvSpPr/>
            <p:nvPr/>
          </p:nvSpPr>
          <p:spPr>
            <a:xfrm>
              <a:off x="3421560" y="1766214"/>
              <a:ext cx="2512" cy="4039"/>
            </a:xfrm>
            <a:custGeom>
              <a:avLst/>
              <a:gdLst/>
              <a:ahLst/>
              <a:cxnLst/>
              <a:rect l="l" t="t" r="r" b="b"/>
              <a:pathLst>
                <a:path w="79" h="127" extrusionOk="0">
                  <a:moveTo>
                    <a:pt x="47" y="1"/>
                  </a:moveTo>
                  <a:lnTo>
                    <a:pt x="32" y="1"/>
                  </a:lnTo>
                  <a:cubicBezTo>
                    <a:pt x="15" y="1"/>
                    <a:pt x="15" y="1"/>
                    <a:pt x="15" y="16"/>
                  </a:cubicBezTo>
                  <a:lnTo>
                    <a:pt x="0" y="16"/>
                  </a:lnTo>
                  <a:lnTo>
                    <a:pt x="0" y="32"/>
                  </a:lnTo>
                  <a:lnTo>
                    <a:pt x="0" y="95"/>
                  </a:lnTo>
                  <a:cubicBezTo>
                    <a:pt x="0" y="110"/>
                    <a:pt x="15" y="127"/>
                    <a:pt x="32" y="127"/>
                  </a:cubicBezTo>
                  <a:lnTo>
                    <a:pt x="32" y="127"/>
                  </a:lnTo>
                  <a:cubicBezTo>
                    <a:pt x="63" y="127"/>
                    <a:pt x="78" y="110"/>
                    <a:pt x="78" y="95"/>
                  </a:cubicBezTo>
                  <a:lnTo>
                    <a:pt x="78" y="79"/>
                  </a:lnTo>
                  <a:lnTo>
                    <a:pt x="78"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91" name="Google Shape;4591;p46"/>
            <p:cNvSpPr/>
            <p:nvPr/>
          </p:nvSpPr>
          <p:spPr>
            <a:xfrm>
              <a:off x="3436572" y="1765196"/>
              <a:ext cx="5534" cy="4548"/>
            </a:xfrm>
            <a:custGeom>
              <a:avLst/>
              <a:gdLst/>
              <a:ahLst/>
              <a:cxnLst/>
              <a:rect l="l" t="t" r="r" b="b"/>
              <a:pathLst>
                <a:path w="174" h="143" extrusionOk="0">
                  <a:moveTo>
                    <a:pt x="142" y="1"/>
                  </a:moveTo>
                  <a:lnTo>
                    <a:pt x="127" y="1"/>
                  </a:lnTo>
                  <a:lnTo>
                    <a:pt x="127" y="1"/>
                  </a:lnTo>
                  <a:lnTo>
                    <a:pt x="47" y="33"/>
                  </a:lnTo>
                  <a:lnTo>
                    <a:pt x="32" y="33"/>
                  </a:lnTo>
                  <a:lnTo>
                    <a:pt x="1" y="64"/>
                  </a:lnTo>
                  <a:lnTo>
                    <a:pt x="1" y="79"/>
                  </a:lnTo>
                  <a:lnTo>
                    <a:pt x="16" y="96"/>
                  </a:lnTo>
                  <a:lnTo>
                    <a:pt x="16" y="127"/>
                  </a:lnTo>
                  <a:lnTo>
                    <a:pt x="32" y="127"/>
                  </a:lnTo>
                  <a:cubicBezTo>
                    <a:pt x="32" y="142"/>
                    <a:pt x="47" y="142"/>
                    <a:pt x="64" y="142"/>
                  </a:cubicBezTo>
                  <a:lnTo>
                    <a:pt x="64" y="142"/>
                  </a:lnTo>
                  <a:cubicBezTo>
                    <a:pt x="95" y="142"/>
                    <a:pt x="95" y="111"/>
                    <a:pt x="95" y="96"/>
                  </a:cubicBezTo>
                  <a:lnTo>
                    <a:pt x="79" y="96"/>
                  </a:lnTo>
                  <a:lnTo>
                    <a:pt x="142" y="79"/>
                  </a:lnTo>
                  <a:lnTo>
                    <a:pt x="142" y="64"/>
                  </a:lnTo>
                  <a:cubicBezTo>
                    <a:pt x="158" y="64"/>
                    <a:pt x="173" y="48"/>
                    <a:pt x="173" y="3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92" name="Google Shape;4592;p46"/>
            <p:cNvSpPr/>
            <p:nvPr/>
          </p:nvSpPr>
          <p:spPr>
            <a:xfrm>
              <a:off x="3119902" y="1800785"/>
              <a:ext cx="3498" cy="2544"/>
            </a:xfrm>
            <a:custGeom>
              <a:avLst/>
              <a:gdLst/>
              <a:ahLst/>
              <a:cxnLst/>
              <a:rect l="l" t="t" r="r" b="b"/>
              <a:pathLst>
                <a:path w="110" h="80" extrusionOk="0">
                  <a:moveTo>
                    <a:pt x="32" y="0"/>
                  </a:moveTo>
                  <a:lnTo>
                    <a:pt x="32" y="0"/>
                  </a:lnTo>
                  <a:lnTo>
                    <a:pt x="32" y="0"/>
                  </a:lnTo>
                  <a:cubicBezTo>
                    <a:pt x="15" y="0"/>
                    <a:pt x="0" y="0"/>
                    <a:pt x="0" y="16"/>
                  </a:cubicBezTo>
                  <a:cubicBezTo>
                    <a:pt x="0" y="32"/>
                    <a:pt x="0" y="48"/>
                    <a:pt x="15" y="63"/>
                  </a:cubicBezTo>
                  <a:lnTo>
                    <a:pt x="15" y="63"/>
                  </a:lnTo>
                  <a:lnTo>
                    <a:pt x="47" y="79"/>
                  </a:lnTo>
                  <a:lnTo>
                    <a:pt x="63" y="79"/>
                  </a:lnTo>
                  <a:cubicBezTo>
                    <a:pt x="78" y="79"/>
                    <a:pt x="95" y="63"/>
                    <a:pt x="95" y="48"/>
                  </a:cubicBezTo>
                  <a:cubicBezTo>
                    <a:pt x="110" y="32"/>
                    <a:pt x="95" y="16"/>
                    <a:pt x="78" y="16"/>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93" name="Google Shape;4593;p46"/>
            <p:cNvSpPr/>
            <p:nvPr/>
          </p:nvSpPr>
          <p:spPr>
            <a:xfrm>
              <a:off x="3271701" y="1779254"/>
              <a:ext cx="3562" cy="2512"/>
            </a:xfrm>
            <a:custGeom>
              <a:avLst/>
              <a:gdLst/>
              <a:ahLst/>
              <a:cxnLst/>
              <a:rect l="l" t="t" r="r" b="b"/>
              <a:pathLst>
                <a:path w="112" h="79" extrusionOk="0">
                  <a:moveTo>
                    <a:pt x="48" y="0"/>
                  </a:moveTo>
                  <a:lnTo>
                    <a:pt x="32" y="0"/>
                  </a:lnTo>
                  <a:cubicBezTo>
                    <a:pt x="32" y="0"/>
                    <a:pt x="17" y="15"/>
                    <a:pt x="17" y="32"/>
                  </a:cubicBezTo>
                  <a:cubicBezTo>
                    <a:pt x="0" y="32"/>
                    <a:pt x="0" y="47"/>
                    <a:pt x="17" y="63"/>
                  </a:cubicBezTo>
                  <a:lnTo>
                    <a:pt x="32" y="63"/>
                  </a:lnTo>
                  <a:lnTo>
                    <a:pt x="63" y="78"/>
                  </a:lnTo>
                  <a:lnTo>
                    <a:pt x="80" y="78"/>
                  </a:lnTo>
                  <a:cubicBezTo>
                    <a:pt x="95" y="78"/>
                    <a:pt x="95" y="78"/>
                    <a:pt x="111" y="63"/>
                  </a:cubicBezTo>
                  <a:cubicBezTo>
                    <a:pt x="111" y="47"/>
                    <a:pt x="111" y="32"/>
                    <a:pt x="95" y="15"/>
                  </a:cubicBezTo>
                  <a:lnTo>
                    <a:pt x="95"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94" name="Google Shape;4594;p46"/>
            <p:cNvSpPr/>
            <p:nvPr/>
          </p:nvSpPr>
          <p:spPr>
            <a:xfrm>
              <a:off x="3198076" y="1786250"/>
              <a:ext cx="3021" cy="2035"/>
            </a:xfrm>
            <a:custGeom>
              <a:avLst/>
              <a:gdLst/>
              <a:ahLst/>
              <a:cxnLst/>
              <a:rect l="l" t="t" r="r" b="b"/>
              <a:pathLst>
                <a:path w="95" h="64" extrusionOk="0">
                  <a:moveTo>
                    <a:pt x="63" y="1"/>
                  </a:moveTo>
                  <a:lnTo>
                    <a:pt x="63" y="1"/>
                  </a:lnTo>
                  <a:lnTo>
                    <a:pt x="32" y="1"/>
                  </a:lnTo>
                  <a:cubicBezTo>
                    <a:pt x="0" y="1"/>
                    <a:pt x="0" y="16"/>
                    <a:pt x="0" y="32"/>
                  </a:cubicBezTo>
                  <a:lnTo>
                    <a:pt x="0" y="47"/>
                  </a:lnTo>
                  <a:lnTo>
                    <a:pt x="15" y="64"/>
                  </a:lnTo>
                  <a:lnTo>
                    <a:pt x="32" y="47"/>
                  </a:lnTo>
                  <a:lnTo>
                    <a:pt x="47" y="47"/>
                  </a:lnTo>
                  <a:cubicBezTo>
                    <a:pt x="47" y="47"/>
                    <a:pt x="63" y="47"/>
                    <a:pt x="63" y="64"/>
                  </a:cubicBezTo>
                  <a:lnTo>
                    <a:pt x="63" y="64"/>
                  </a:lnTo>
                  <a:cubicBezTo>
                    <a:pt x="78" y="64"/>
                    <a:pt x="95" y="47"/>
                    <a:pt x="95" y="32"/>
                  </a:cubicBezTo>
                  <a:cubicBezTo>
                    <a:pt x="95" y="16"/>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95" name="Google Shape;4595;p46"/>
            <p:cNvSpPr/>
            <p:nvPr/>
          </p:nvSpPr>
          <p:spPr>
            <a:xfrm>
              <a:off x="3318326" y="1776232"/>
              <a:ext cx="3021" cy="3530"/>
            </a:xfrm>
            <a:custGeom>
              <a:avLst/>
              <a:gdLst/>
              <a:ahLst/>
              <a:cxnLst/>
              <a:rect l="l" t="t" r="r" b="b"/>
              <a:pathLst>
                <a:path w="95" h="111" extrusionOk="0">
                  <a:moveTo>
                    <a:pt x="47" y="1"/>
                  </a:moveTo>
                  <a:lnTo>
                    <a:pt x="47" y="1"/>
                  </a:lnTo>
                  <a:lnTo>
                    <a:pt x="32" y="1"/>
                  </a:lnTo>
                  <a:lnTo>
                    <a:pt x="32" y="1"/>
                  </a:lnTo>
                  <a:cubicBezTo>
                    <a:pt x="16" y="16"/>
                    <a:pt x="0" y="32"/>
                    <a:pt x="16" y="47"/>
                  </a:cubicBezTo>
                  <a:lnTo>
                    <a:pt x="16" y="79"/>
                  </a:lnTo>
                  <a:cubicBezTo>
                    <a:pt x="32" y="95"/>
                    <a:pt x="47" y="110"/>
                    <a:pt x="63" y="110"/>
                  </a:cubicBezTo>
                  <a:lnTo>
                    <a:pt x="63" y="110"/>
                  </a:lnTo>
                  <a:cubicBezTo>
                    <a:pt x="79" y="110"/>
                    <a:pt x="79" y="95"/>
                    <a:pt x="79" y="95"/>
                  </a:cubicBezTo>
                  <a:lnTo>
                    <a:pt x="95" y="79"/>
                  </a:lnTo>
                  <a:lnTo>
                    <a:pt x="95" y="64"/>
                  </a:lnTo>
                  <a:lnTo>
                    <a:pt x="95" y="64"/>
                  </a:lnTo>
                  <a:lnTo>
                    <a:pt x="79" y="32"/>
                  </a:lnTo>
                  <a:cubicBezTo>
                    <a:pt x="79" y="16"/>
                    <a:pt x="63" y="16"/>
                    <a:pt x="63"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96" name="Google Shape;4596;p46"/>
            <p:cNvSpPr/>
            <p:nvPr/>
          </p:nvSpPr>
          <p:spPr>
            <a:xfrm>
              <a:off x="3189521" y="1788254"/>
              <a:ext cx="3562" cy="5057"/>
            </a:xfrm>
            <a:custGeom>
              <a:avLst/>
              <a:gdLst/>
              <a:ahLst/>
              <a:cxnLst/>
              <a:rect l="l" t="t" r="r" b="b"/>
              <a:pathLst>
                <a:path w="112" h="159" extrusionOk="0">
                  <a:moveTo>
                    <a:pt x="64" y="1"/>
                  </a:moveTo>
                  <a:lnTo>
                    <a:pt x="64" y="1"/>
                  </a:lnTo>
                  <a:lnTo>
                    <a:pt x="32" y="1"/>
                  </a:lnTo>
                  <a:lnTo>
                    <a:pt x="32" y="16"/>
                  </a:lnTo>
                  <a:lnTo>
                    <a:pt x="32" y="16"/>
                  </a:lnTo>
                  <a:lnTo>
                    <a:pt x="32" y="16"/>
                  </a:lnTo>
                  <a:lnTo>
                    <a:pt x="17" y="79"/>
                  </a:lnTo>
                  <a:lnTo>
                    <a:pt x="1" y="79"/>
                  </a:lnTo>
                  <a:cubicBezTo>
                    <a:pt x="1" y="95"/>
                    <a:pt x="17" y="95"/>
                    <a:pt x="17" y="110"/>
                  </a:cubicBezTo>
                  <a:lnTo>
                    <a:pt x="48" y="142"/>
                  </a:lnTo>
                  <a:lnTo>
                    <a:pt x="48" y="142"/>
                  </a:lnTo>
                  <a:lnTo>
                    <a:pt x="64" y="158"/>
                  </a:lnTo>
                  <a:cubicBezTo>
                    <a:pt x="80" y="158"/>
                    <a:pt x="80" y="142"/>
                    <a:pt x="95" y="142"/>
                  </a:cubicBezTo>
                  <a:cubicBezTo>
                    <a:pt x="111" y="127"/>
                    <a:pt x="111" y="110"/>
                    <a:pt x="95" y="95"/>
                  </a:cubicBezTo>
                  <a:lnTo>
                    <a:pt x="80" y="79"/>
                  </a:lnTo>
                  <a:lnTo>
                    <a:pt x="80" y="79"/>
                  </a:lnTo>
                  <a:lnTo>
                    <a:pt x="95" y="64"/>
                  </a:lnTo>
                  <a:lnTo>
                    <a:pt x="95" y="47"/>
                  </a:lnTo>
                  <a:lnTo>
                    <a:pt x="95" y="32"/>
                  </a:lnTo>
                  <a:cubicBezTo>
                    <a:pt x="95" y="16"/>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97" name="Google Shape;4597;p46"/>
            <p:cNvSpPr/>
            <p:nvPr/>
          </p:nvSpPr>
          <p:spPr>
            <a:xfrm>
              <a:off x="3033174" y="1804283"/>
              <a:ext cx="3562" cy="3530"/>
            </a:xfrm>
            <a:custGeom>
              <a:avLst/>
              <a:gdLst/>
              <a:ahLst/>
              <a:cxnLst/>
              <a:rect l="l" t="t" r="r" b="b"/>
              <a:pathLst>
                <a:path w="112" h="111" extrusionOk="0">
                  <a:moveTo>
                    <a:pt x="64" y="1"/>
                  </a:moveTo>
                  <a:lnTo>
                    <a:pt x="64" y="1"/>
                  </a:lnTo>
                  <a:lnTo>
                    <a:pt x="64" y="1"/>
                  </a:lnTo>
                  <a:cubicBezTo>
                    <a:pt x="49" y="1"/>
                    <a:pt x="49" y="1"/>
                    <a:pt x="32" y="16"/>
                  </a:cubicBezTo>
                  <a:lnTo>
                    <a:pt x="17" y="32"/>
                  </a:lnTo>
                  <a:lnTo>
                    <a:pt x="17" y="64"/>
                  </a:lnTo>
                  <a:lnTo>
                    <a:pt x="1" y="64"/>
                  </a:lnTo>
                  <a:lnTo>
                    <a:pt x="1" y="79"/>
                  </a:lnTo>
                  <a:cubicBezTo>
                    <a:pt x="1" y="95"/>
                    <a:pt x="17" y="95"/>
                    <a:pt x="32" y="111"/>
                  </a:cubicBezTo>
                  <a:lnTo>
                    <a:pt x="49" y="111"/>
                  </a:lnTo>
                  <a:lnTo>
                    <a:pt x="64" y="111"/>
                  </a:lnTo>
                  <a:lnTo>
                    <a:pt x="64" y="95"/>
                  </a:lnTo>
                  <a:lnTo>
                    <a:pt x="95" y="48"/>
                  </a:lnTo>
                  <a:lnTo>
                    <a:pt x="95" y="48"/>
                  </a:lnTo>
                  <a:cubicBezTo>
                    <a:pt x="112"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98" name="Google Shape;4598;p46"/>
            <p:cNvSpPr/>
            <p:nvPr/>
          </p:nvSpPr>
          <p:spPr>
            <a:xfrm>
              <a:off x="3197535" y="1787745"/>
              <a:ext cx="3053" cy="3021"/>
            </a:xfrm>
            <a:custGeom>
              <a:avLst/>
              <a:gdLst/>
              <a:ahLst/>
              <a:cxnLst/>
              <a:rect l="l" t="t" r="r" b="b"/>
              <a:pathLst>
                <a:path w="96" h="95" extrusionOk="0">
                  <a:moveTo>
                    <a:pt x="64" y="0"/>
                  </a:moveTo>
                  <a:lnTo>
                    <a:pt x="49" y="0"/>
                  </a:lnTo>
                  <a:lnTo>
                    <a:pt x="32" y="17"/>
                  </a:lnTo>
                  <a:lnTo>
                    <a:pt x="49" y="17"/>
                  </a:lnTo>
                  <a:cubicBezTo>
                    <a:pt x="64" y="17"/>
                    <a:pt x="64" y="48"/>
                    <a:pt x="64" y="63"/>
                  </a:cubicBezTo>
                  <a:cubicBezTo>
                    <a:pt x="49" y="63"/>
                    <a:pt x="32" y="80"/>
                    <a:pt x="32" y="80"/>
                  </a:cubicBezTo>
                  <a:lnTo>
                    <a:pt x="17" y="80"/>
                  </a:lnTo>
                  <a:lnTo>
                    <a:pt x="1" y="63"/>
                  </a:lnTo>
                  <a:cubicBezTo>
                    <a:pt x="1" y="80"/>
                    <a:pt x="1" y="80"/>
                    <a:pt x="17" y="95"/>
                  </a:cubicBezTo>
                  <a:lnTo>
                    <a:pt x="17" y="95"/>
                  </a:lnTo>
                  <a:lnTo>
                    <a:pt x="32" y="95"/>
                  </a:lnTo>
                  <a:cubicBezTo>
                    <a:pt x="49" y="95"/>
                    <a:pt x="64" y="95"/>
                    <a:pt x="64" y="80"/>
                  </a:cubicBezTo>
                  <a:lnTo>
                    <a:pt x="80" y="63"/>
                  </a:lnTo>
                  <a:cubicBezTo>
                    <a:pt x="95" y="48"/>
                    <a:pt x="95" y="32"/>
                    <a:pt x="80" y="17"/>
                  </a:cubicBezTo>
                  <a:lnTo>
                    <a:pt x="80" y="17"/>
                  </a:lnTo>
                  <a:cubicBezTo>
                    <a:pt x="80"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599" name="Google Shape;4599;p46"/>
            <p:cNvSpPr/>
            <p:nvPr/>
          </p:nvSpPr>
          <p:spPr>
            <a:xfrm>
              <a:off x="3191524" y="1798272"/>
              <a:ext cx="3562" cy="3053"/>
            </a:xfrm>
            <a:custGeom>
              <a:avLst/>
              <a:gdLst/>
              <a:ahLst/>
              <a:cxnLst/>
              <a:rect l="l" t="t" r="r" b="b"/>
              <a:pathLst>
                <a:path w="112" h="96" extrusionOk="0">
                  <a:moveTo>
                    <a:pt x="48" y="1"/>
                  </a:moveTo>
                  <a:lnTo>
                    <a:pt x="48" y="1"/>
                  </a:lnTo>
                  <a:cubicBezTo>
                    <a:pt x="32" y="1"/>
                    <a:pt x="32" y="16"/>
                    <a:pt x="32" y="16"/>
                  </a:cubicBezTo>
                  <a:lnTo>
                    <a:pt x="17" y="16"/>
                  </a:lnTo>
                  <a:cubicBezTo>
                    <a:pt x="1" y="32"/>
                    <a:pt x="17" y="48"/>
                    <a:pt x="32" y="64"/>
                  </a:cubicBezTo>
                  <a:lnTo>
                    <a:pt x="32" y="64"/>
                  </a:lnTo>
                  <a:lnTo>
                    <a:pt x="48" y="79"/>
                  </a:lnTo>
                  <a:cubicBezTo>
                    <a:pt x="64" y="95"/>
                    <a:pt x="64" y="95"/>
                    <a:pt x="80" y="95"/>
                  </a:cubicBezTo>
                  <a:cubicBezTo>
                    <a:pt x="80" y="95"/>
                    <a:pt x="95" y="95"/>
                    <a:pt x="95" y="79"/>
                  </a:cubicBezTo>
                  <a:cubicBezTo>
                    <a:pt x="111" y="64"/>
                    <a:pt x="111" y="48"/>
                    <a:pt x="95" y="32"/>
                  </a:cubicBezTo>
                  <a:lnTo>
                    <a:pt x="95" y="32"/>
                  </a:ln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00" name="Google Shape;4600;p46"/>
            <p:cNvSpPr/>
            <p:nvPr/>
          </p:nvSpPr>
          <p:spPr>
            <a:xfrm>
              <a:off x="3363423" y="1783738"/>
              <a:ext cx="3021" cy="3021"/>
            </a:xfrm>
            <a:custGeom>
              <a:avLst/>
              <a:gdLst/>
              <a:ahLst/>
              <a:cxnLst/>
              <a:rect l="l" t="t" r="r" b="b"/>
              <a:pathLst>
                <a:path w="95" h="95" extrusionOk="0">
                  <a:moveTo>
                    <a:pt x="47" y="0"/>
                  </a:moveTo>
                  <a:lnTo>
                    <a:pt x="32" y="0"/>
                  </a:lnTo>
                  <a:lnTo>
                    <a:pt x="16" y="17"/>
                  </a:lnTo>
                  <a:cubicBezTo>
                    <a:pt x="0" y="32"/>
                    <a:pt x="0" y="48"/>
                    <a:pt x="16" y="63"/>
                  </a:cubicBezTo>
                  <a:lnTo>
                    <a:pt x="32" y="80"/>
                  </a:lnTo>
                  <a:cubicBezTo>
                    <a:pt x="47" y="80"/>
                    <a:pt x="47" y="95"/>
                    <a:pt x="63" y="95"/>
                  </a:cubicBezTo>
                  <a:lnTo>
                    <a:pt x="79" y="80"/>
                  </a:lnTo>
                  <a:cubicBezTo>
                    <a:pt x="95" y="63"/>
                    <a:pt x="95" y="32"/>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01" name="Google Shape;4601;p46"/>
            <p:cNvSpPr/>
            <p:nvPr/>
          </p:nvSpPr>
          <p:spPr>
            <a:xfrm>
              <a:off x="3361419" y="1785741"/>
              <a:ext cx="3021" cy="2035"/>
            </a:xfrm>
            <a:custGeom>
              <a:avLst/>
              <a:gdLst/>
              <a:ahLst/>
              <a:cxnLst/>
              <a:rect l="l" t="t" r="r" b="b"/>
              <a:pathLst>
                <a:path w="95" h="64" extrusionOk="0">
                  <a:moveTo>
                    <a:pt x="32" y="0"/>
                  </a:moveTo>
                  <a:lnTo>
                    <a:pt x="32" y="0"/>
                  </a:lnTo>
                  <a:cubicBezTo>
                    <a:pt x="15" y="0"/>
                    <a:pt x="0" y="17"/>
                    <a:pt x="0" y="17"/>
                  </a:cubicBezTo>
                  <a:cubicBezTo>
                    <a:pt x="0" y="48"/>
                    <a:pt x="0" y="63"/>
                    <a:pt x="32" y="63"/>
                  </a:cubicBezTo>
                  <a:lnTo>
                    <a:pt x="47" y="63"/>
                  </a:lnTo>
                  <a:lnTo>
                    <a:pt x="63" y="63"/>
                  </a:lnTo>
                  <a:cubicBezTo>
                    <a:pt x="79" y="63"/>
                    <a:pt x="79" y="63"/>
                    <a:pt x="95" y="48"/>
                  </a:cubicBezTo>
                  <a:cubicBezTo>
                    <a:pt x="95" y="32"/>
                    <a:pt x="79" y="0"/>
                    <a:pt x="63"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02" name="Google Shape;4602;p46"/>
            <p:cNvSpPr/>
            <p:nvPr/>
          </p:nvSpPr>
          <p:spPr>
            <a:xfrm>
              <a:off x="3243650" y="1797763"/>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4"/>
                    <a:pt x="17" y="80"/>
                  </a:cubicBezTo>
                  <a:lnTo>
                    <a:pt x="48" y="80"/>
                  </a:lnTo>
                  <a:lnTo>
                    <a:pt x="63" y="80"/>
                  </a:lnTo>
                  <a:lnTo>
                    <a:pt x="63" y="64"/>
                  </a:lnTo>
                  <a:lnTo>
                    <a:pt x="80" y="48"/>
                  </a:lnTo>
                  <a:cubicBezTo>
                    <a:pt x="95" y="32"/>
                    <a:pt x="95" y="17"/>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03" name="Google Shape;4603;p46"/>
            <p:cNvSpPr/>
            <p:nvPr/>
          </p:nvSpPr>
          <p:spPr>
            <a:xfrm>
              <a:off x="3046213" y="1817323"/>
              <a:ext cx="4039" cy="3053"/>
            </a:xfrm>
            <a:custGeom>
              <a:avLst/>
              <a:gdLst/>
              <a:ahLst/>
              <a:cxnLst/>
              <a:rect l="l" t="t" r="r" b="b"/>
              <a:pathLst>
                <a:path w="127" h="96" extrusionOk="0">
                  <a:moveTo>
                    <a:pt x="48" y="1"/>
                  </a:moveTo>
                  <a:lnTo>
                    <a:pt x="48" y="16"/>
                  </a:lnTo>
                  <a:cubicBezTo>
                    <a:pt x="32" y="16"/>
                    <a:pt x="17" y="16"/>
                    <a:pt x="17" y="32"/>
                  </a:cubicBezTo>
                  <a:cubicBezTo>
                    <a:pt x="0" y="47"/>
                    <a:pt x="17" y="64"/>
                    <a:pt x="32" y="79"/>
                  </a:cubicBezTo>
                  <a:lnTo>
                    <a:pt x="80" y="95"/>
                  </a:lnTo>
                  <a:lnTo>
                    <a:pt x="95" y="95"/>
                  </a:lnTo>
                  <a:cubicBezTo>
                    <a:pt x="111" y="95"/>
                    <a:pt x="111" y="95"/>
                    <a:pt x="126" y="79"/>
                  </a:cubicBezTo>
                  <a:cubicBezTo>
                    <a:pt x="126" y="64"/>
                    <a:pt x="126" y="47"/>
                    <a:pt x="111" y="32"/>
                  </a:cubicBezTo>
                  <a:lnTo>
                    <a:pt x="63" y="16"/>
                  </a:lnTo>
                  <a:cubicBezTo>
                    <a:pt x="48" y="16"/>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04" name="Google Shape;4604;p46"/>
            <p:cNvSpPr/>
            <p:nvPr/>
          </p:nvSpPr>
          <p:spPr>
            <a:xfrm>
              <a:off x="3161470" y="1805778"/>
              <a:ext cx="3021" cy="2544"/>
            </a:xfrm>
            <a:custGeom>
              <a:avLst/>
              <a:gdLst/>
              <a:ahLst/>
              <a:cxnLst/>
              <a:rect l="l" t="t" r="r" b="b"/>
              <a:pathLst>
                <a:path w="95" h="80" extrusionOk="0">
                  <a:moveTo>
                    <a:pt x="32" y="1"/>
                  </a:moveTo>
                  <a:lnTo>
                    <a:pt x="32" y="1"/>
                  </a:lnTo>
                  <a:cubicBezTo>
                    <a:pt x="17" y="1"/>
                    <a:pt x="0" y="17"/>
                    <a:pt x="0" y="32"/>
                  </a:cubicBezTo>
                  <a:lnTo>
                    <a:pt x="0" y="64"/>
                  </a:lnTo>
                  <a:cubicBezTo>
                    <a:pt x="17" y="64"/>
                    <a:pt x="17" y="80"/>
                    <a:pt x="32" y="80"/>
                  </a:cubicBezTo>
                  <a:lnTo>
                    <a:pt x="48" y="80"/>
                  </a:lnTo>
                  <a:lnTo>
                    <a:pt x="63" y="80"/>
                  </a:lnTo>
                  <a:cubicBezTo>
                    <a:pt x="80" y="80"/>
                    <a:pt x="80" y="64"/>
                    <a:pt x="95" y="48"/>
                  </a:cubicBezTo>
                  <a:cubicBezTo>
                    <a:pt x="95" y="32"/>
                    <a:pt x="80" y="17"/>
                    <a:pt x="80" y="17"/>
                  </a:cubicBezTo>
                  <a:lnTo>
                    <a:pt x="63"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05" name="Google Shape;4605;p46"/>
            <p:cNvSpPr/>
            <p:nvPr/>
          </p:nvSpPr>
          <p:spPr>
            <a:xfrm>
              <a:off x="3347394" y="1785264"/>
              <a:ext cx="3021" cy="2512"/>
            </a:xfrm>
            <a:custGeom>
              <a:avLst/>
              <a:gdLst/>
              <a:ahLst/>
              <a:cxnLst/>
              <a:rect l="l" t="t" r="r" b="b"/>
              <a:pathLst>
                <a:path w="95" h="79" extrusionOk="0">
                  <a:moveTo>
                    <a:pt x="32" y="0"/>
                  </a:moveTo>
                  <a:lnTo>
                    <a:pt x="32" y="0"/>
                  </a:lnTo>
                  <a:cubicBezTo>
                    <a:pt x="15" y="0"/>
                    <a:pt x="15" y="0"/>
                    <a:pt x="0" y="15"/>
                  </a:cubicBezTo>
                  <a:lnTo>
                    <a:pt x="0" y="47"/>
                  </a:lnTo>
                  <a:lnTo>
                    <a:pt x="15" y="63"/>
                  </a:lnTo>
                  <a:lnTo>
                    <a:pt x="32" y="63"/>
                  </a:lnTo>
                  <a:cubicBezTo>
                    <a:pt x="32" y="78"/>
                    <a:pt x="47" y="78"/>
                    <a:pt x="47" y="78"/>
                  </a:cubicBezTo>
                  <a:lnTo>
                    <a:pt x="47" y="78"/>
                  </a:lnTo>
                  <a:cubicBezTo>
                    <a:pt x="63" y="78"/>
                    <a:pt x="63" y="78"/>
                    <a:pt x="78" y="63"/>
                  </a:cubicBezTo>
                  <a:lnTo>
                    <a:pt x="78" y="47"/>
                  </a:lnTo>
                  <a:cubicBezTo>
                    <a:pt x="95" y="32"/>
                    <a:pt x="78" y="32"/>
                    <a:pt x="78"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06" name="Google Shape;4606;p46"/>
            <p:cNvSpPr/>
            <p:nvPr/>
          </p:nvSpPr>
          <p:spPr>
            <a:xfrm>
              <a:off x="3373918" y="1781734"/>
              <a:ext cx="2576" cy="3021"/>
            </a:xfrm>
            <a:custGeom>
              <a:avLst/>
              <a:gdLst/>
              <a:ahLst/>
              <a:cxnLst/>
              <a:rect l="l" t="t" r="r" b="b"/>
              <a:pathLst>
                <a:path w="81" h="95" extrusionOk="0">
                  <a:moveTo>
                    <a:pt x="64" y="32"/>
                  </a:moveTo>
                  <a:lnTo>
                    <a:pt x="64" y="32"/>
                  </a:lnTo>
                  <a:lnTo>
                    <a:pt x="64" y="32"/>
                  </a:lnTo>
                  <a:close/>
                  <a:moveTo>
                    <a:pt x="49" y="0"/>
                  </a:moveTo>
                  <a:lnTo>
                    <a:pt x="32" y="0"/>
                  </a:lnTo>
                  <a:lnTo>
                    <a:pt x="17" y="17"/>
                  </a:lnTo>
                  <a:cubicBezTo>
                    <a:pt x="1" y="32"/>
                    <a:pt x="1" y="48"/>
                    <a:pt x="1" y="48"/>
                  </a:cubicBezTo>
                  <a:lnTo>
                    <a:pt x="1" y="63"/>
                  </a:lnTo>
                  <a:lnTo>
                    <a:pt x="17" y="80"/>
                  </a:lnTo>
                  <a:lnTo>
                    <a:pt x="17" y="80"/>
                  </a:lnTo>
                  <a:cubicBezTo>
                    <a:pt x="17" y="95"/>
                    <a:pt x="32" y="95"/>
                    <a:pt x="49" y="95"/>
                  </a:cubicBezTo>
                  <a:lnTo>
                    <a:pt x="64" y="95"/>
                  </a:lnTo>
                  <a:cubicBezTo>
                    <a:pt x="80" y="80"/>
                    <a:pt x="80" y="63"/>
                    <a:pt x="80" y="63"/>
                  </a:cubicBezTo>
                  <a:lnTo>
                    <a:pt x="80" y="63"/>
                  </a:lnTo>
                  <a:lnTo>
                    <a:pt x="80" y="48"/>
                  </a:lnTo>
                  <a:cubicBezTo>
                    <a:pt x="80" y="32"/>
                    <a:pt x="80" y="17"/>
                    <a:pt x="64" y="17"/>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07" name="Google Shape;4607;p46"/>
            <p:cNvSpPr/>
            <p:nvPr/>
          </p:nvSpPr>
          <p:spPr>
            <a:xfrm>
              <a:off x="3375922" y="178272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08" name="Google Shape;4608;p46"/>
            <p:cNvSpPr/>
            <p:nvPr/>
          </p:nvSpPr>
          <p:spPr>
            <a:xfrm>
              <a:off x="3420543" y="1771716"/>
              <a:ext cx="3053" cy="2544"/>
            </a:xfrm>
            <a:custGeom>
              <a:avLst/>
              <a:gdLst/>
              <a:ahLst/>
              <a:cxnLst/>
              <a:rect l="l" t="t" r="r" b="b"/>
              <a:pathLst>
                <a:path w="96" h="80" extrusionOk="0">
                  <a:moveTo>
                    <a:pt x="32" y="0"/>
                  </a:moveTo>
                  <a:lnTo>
                    <a:pt x="32" y="0"/>
                  </a:lnTo>
                  <a:cubicBezTo>
                    <a:pt x="16" y="0"/>
                    <a:pt x="16" y="0"/>
                    <a:pt x="16" y="17"/>
                  </a:cubicBezTo>
                  <a:lnTo>
                    <a:pt x="1" y="17"/>
                  </a:lnTo>
                  <a:lnTo>
                    <a:pt x="1" y="48"/>
                  </a:lnTo>
                  <a:cubicBezTo>
                    <a:pt x="1" y="48"/>
                    <a:pt x="1" y="63"/>
                    <a:pt x="16" y="63"/>
                  </a:cubicBezTo>
                  <a:lnTo>
                    <a:pt x="32" y="80"/>
                  </a:lnTo>
                  <a:lnTo>
                    <a:pt x="47" y="80"/>
                  </a:lnTo>
                  <a:cubicBezTo>
                    <a:pt x="64" y="80"/>
                    <a:pt x="79" y="80"/>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09" name="Google Shape;4609;p46"/>
            <p:cNvSpPr/>
            <p:nvPr/>
          </p:nvSpPr>
          <p:spPr>
            <a:xfrm>
              <a:off x="3254177" y="1788731"/>
              <a:ext cx="3053" cy="2576"/>
            </a:xfrm>
            <a:custGeom>
              <a:avLst/>
              <a:gdLst/>
              <a:ahLst/>
              <a:cxnLst/>
              <a:rect l="l" t="t" r="r" b="b"/>
              <a:pathLst>
                <a:path w="96" h="81" extrusionOk="0">
                  <a:moveTo>
                    <a:pt x="32" y="1"/>
                  </a:moveTo>
                  <a:lnTo>
                    <a:pt x="32" y="1"/>
                  </a:lnTo>
                  <a:cubicBezTo>
                    <a:pt x="32" y="1"/>
                    <a:pt x="16" y="1"/>
                    <a:pt x="16" y="17"/>
                  </a:cubicBezTo>
                  <a:cubicBezTo>
                    <a:pt x="1" y="32"/>
                    <a:pt x="1" y="49"/>
                    <a:pt x="16" y="64"/>
                  </a:cubicBezTo>
                  <a:lnTo>
                    <a:pt x="32" y="80"/>
                  </a:lnTo>
                  <a:lnTo>
                    <a:pt x="64" y="80"/>
                  </a:lnTo>
                  <a:cubicBezTo>
                    <a:pt x="64" y="80"/>
                    <a:pt x="79" y="80"/>
                    <a:pt x="79" y="64"/>
                  </a:cubicBezTo>
                  <a:cubicBezTo>
                    <a:pt x="95" y="64"/>
                    <a:pt x="95" y="32"/>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10" name="Google Shape;4610;p46"/>
            <p:cNvSpPr/>
            <p:nvPr/>
          </p:nvSpPr>
          <p:spPr>
            <a:xfrm>
              <a:off x="3031711" y="1811789"/>
              <a:ext cx="3021" cy="2576"/>
            </a:xfrm>
            <a:custGeom>
              <a:avLst/>
              <a:gdLst/>
              <a:ahLst/>
              <a:cxnLst/>
              <a:rect l="l" t="t" r="r" b="b"/>
              <a:pathLst>
                <a:path w="95" h="81" extrusionOk="0">
                  <a:moveTo>
                    <a:pt x="63" y="1"/>
                  </a:moveTo>
                  <a:lnTo>
                    <a:pt x="63" y="1"/>
                  </a:lnTo>
                  <a:lnTo>
                    <a:pt x="32" y="1"/>
                  </a:lnTo>
                  <a:lnTo>
                    <a:pt x="15" y="32"/>
                  </a:lnTo>
                  <a:cubicBezTo>
                    <a:pt x="0" y="32"/>
                    <a:pt x="15" y="64"/>
                    <a:pt x="32" y="80"/>
                  </a:cubicBezTo>
                  <a:lnTo>
                    <a:pt x="47" y="80"/>
                  </a:lnTo>
                  <a:cubicBezTo>
                    <a:pt x="63" y="80"/>
                    <a:pt x="63" y="80"/>
                    <a:pt x="78"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11" name="Google Shape;4611;p46"/>
            <p:cNvSpPr/>
            <p:nvPr/>
          </p:nvSpPr>
          <p:spPr>
            <a:xfrm>
              <a:off x="3080816" y="1808799"/>
              <a:ext cx="2512" cy="2544"/>
            </a:xfrm>
            <a:custGeom>
              <a:avLst/>
              <a:gdLst/>
              <a:ahLst/>
              <a:cxnLst/>
              <a:rect l="l" t="t" r="r" b="b"/>
              <a:pathLst>
                <a:path w="79" h="80" extrusionOk="0">
                  <a:moveTo>
                    <a:pt x="32" y="0"/>
                  </a:moveTo>
                  <a:lnTo>
                    <a:pt x="32" y="0"/>
                  </a:lnTo>
                  <a:lnTo>
                    <a:pt x="15" y="0"/>
                  </a:lnTo>
                  <a:lnTo>
                    <a:pt x="15" y="0"/>
                  </a:lnTo>
                  <a:lnTo>
                    <a:pt x="15" y="0"/>
                  </a:lnTo>
                  <a:cubicBezTo>
                    <a:pt x="0" y="16"/>
                    <a:pt x="0" y="32"/>
                    <a:pt x="0" y="48"/>
                  </a:cubicBezTo>
                  <a:lnTo>
                    <a:pt x="15" y="48"/>
                  </a:lnTo>
                  <a:lnTo>
                    <a:pt x="15" y="63"/>
                  </a:lnTo>
                  <a:cubicBezTo>
                    <a:pt x="15" y="63"/>
                    <a:pt x="15" y="80"/>
                    <a:pt x="32" y="80"/>
                  </a:cubicBezTo>
                  <a:lnTo>
                    <a:pt x="47" y="80"/>
                  </a:lnTo>
                  <a:lnTo>
                    <a:pt x="63" y="80"/>
                  </a:lnTo>
                  <a:cubicBezTo>
                    <a:pt x="78" y="80"/>
                    <a:pt x="78" y="63"/>
                    <a:pt x="78" y="48"/>
                  </a:cubicBezTo>
                  <a:lnTo>
                    <a:pt x="78" y="32"/>
                  </a:lnTo>
                  <a:lnTo>
                    <a:pt x="63" y="16"/>
                  </a:lnTo>
                  <a:lnTo>
                    <a:pt x="63" y="16"/>
                  </a:lnTo>
                  <a:cubicBezTo>
                    <a:pt x="63"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12" name="Google Shape;4612;p46"/>
            <p:cNvSpPr/>
            <p:nvPr/>
          </p:nvSpPr>
          <p:spPr>
            <a:xfrm>
              <a:off x="3389470" y="1776232"/>
              <a:ext cx="3053" cy="2035"/>
            </a:xfrm>
            <a:custGeom>
              <a:avLst/>
              <a:gdLst/>
              <a:ahLst/>
              <a:cxnLst/>
              <a:rect l="l" t="t" r="r" b="b"/>
              <a:pathLst>
                <a:path w="96" h="64" extrusionOk="0">
                  <a:moveTo>
                    <a:pt x="64" y="1"/>
                  </a:moveTo>
                  <a:lnTo>
                    <a:pt x="47" y="1"/>
                  </a:lnTo>
                  <a:lnTo>
                    <a:pt x="32" y="1"/>
                  </a:lnTo>
                  <a:lnTo>
                    <a:pt x="16" y="1"/>
                  </a:lnTo>
                  <a:cubicBezTo>
                    <a:pt x="1" y="16"/>
                    <a:pt x="1" y="16"/>
                    <a:pt x="1" y="32"/>
                  </a:cubicBezTo>
                  <a:lnTo>
                    <a:pt x="1" y="32"/>
                  </a:lnTo>
                  <a:lnTo>
                    <a:pt x="1" y="32"/>
                  </a:lnTo>
                  <a:cubicBezTo>
                    <a:pt x="1" y="47"/>
                    <a:pt x="16" y="64"/>
                    <a:pt x="32" y="64"/>
                  </a:cubicBezTo>
                  <a:lnTo>
                    <a:pt x="32" y="64"/>
                  </a:lnTo>
                  <a:lnTo>
                    <a:pt x="64" y="64"/>
                  </a:lnTo>
                  <a:cubicBezTo>
                    <a:pt x="79" y="64"/>
                    <a:pt x="79" y="47"/>
                    <a:pt x="95" y="47"/>
                  </a:cubicBezTo>
                  <a:lnTo>
                    <a:pt x="95" y="32"/>
                  </a:lnTo>
                  <a:lnTo>
                    <a:pt x="95" y="16"/>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13" name="Google Shape;4613;p46"/>
            <p:cNvSpPr/>
            <p:nvPr/>
          </p:nvSpPr>
          <p:spPr>
            <a:xfrm>
              <a:off x="3301756" y="1812329"/>
              <a:ext cx="3053" cy="2512"/>
            </a:xfrm>
            <a:custGeom>
              <a:avLst/>
              <a:gdLst/>
              <a:ahLst/>
              <a:cxnLst/>
              <a:rect l="l" t="t" r="r" b="b"/>
              <a:pathLst>
                <a:path w="96" h="79" extrusionOk="0">
                  <a:moveTo>
                    <a:pt x="64" y="0"/>
                  </a:moveTo>
                  <a:lnTo>
                    <a:pt x="64" y="0"/>
                  </a:lnTo>
                  <a:lnTo>
                    <a:pt x="49" y="0"/>
                  </a:lnTo>
                  <a:lnTo>
                    <a:pt x="32" y="15"/>
                  </a:lnTo>
                  <a:lnTo>
                    <a:pt x="17" y="15"/>
                  </a:lnTo>
                  <a:lnTo>
                    <a:pt x="17" y="15"/>
                  </a:lnTo>
                  <a:cubicBezTo>
                    <a:pt x="1" y="32"/>
                    <a:pt x="1" y="47"/>
                    <a:pt x="17" y="63"/>
                  </a:cubicBezTo>
                  <a:cubicBezTo>
                    <a:pt x="17" y="78"/>
                    <a:pt x="32" y="78"/>
                    <a:pt x="49" y="78"/>
                  </a:cubicBezTo>
                  <a:lnTo>
                    <a:pt x="64" y="78"/>
                  </a:lnTo>
                  <a:lnTo>
                    <a:pt x="80" y="47"/>
                  </a:lnTo>
                  <a:cubicBezTo>
                    <a:pt x="95" y="47"/>
                    <a:pt x="95" y="47"/>
                    <a:pt x="95"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14" name="Google Shape;4614;p46"/>
            <p:cNvSpPr/>
            <p:nvPr/>
          </p:nvSpPr>
          <p:spPr>
            <a:xfrm>
              <a:off x="3171997" y="1825814"/>
              <a:ext cx="4039" cy="3562"/>
            </a:xfrm>
            <a:custGeom>
              <a:avLst/>
              <a:gdLst/>
              <a:ahLst/>
              <a:cxnLst/>
              <a:rect l="l" t="t" r="r" b="b"/>
              <a:pathLst>
                <a:path w="127" h="112" extrusionOk="0">
                  <a:moveTo>
                    <a:pt x="32" y="1"/>
                  </a:moveTo>
                  <a:lnTo>
                    <a:pt x="32" y="1"/>
                  </a:lnTo>
                  <a:cubicBezTo>
                    <a:pt x="32" y="1"/>
                    <a:pt x="16" y="1"/>
                    <a:pt x="16" y="17"/>
                  </a:cubicBezTo>
                  <a:cubicBezTo>
                    <a:pt x="1" y="32"/>
                    <a:pt x="1" y="49"/>
                    <a:pt x="16" y="64"/>
                  </a:cubicBezTo>
                  <a:lnTo>
                    <a:pt x="64" y="95"/>
                  </a:lnTo>
                  <a:cubicBezTo>
                    <a:pt x="79" y="112"/>
                    <a:pt x="79" y="112"/>
                    <a:pt x="95" y="112"/>
                  </a:cubicBezTo>
                  <a:cubicBezTo>
                    <a:pt x="95" y="112"/>
                    <a:pt x="110" y="112"/>
                    <a:pt x="110" y="95"/>
                  </a:cubicBezTo>
                  <a:cubicBezTo>
                    <a:pt x="127" y="80"/>
                    <a:pt x="127" y="64"/>
                    <a:pt x="110" y="49"/>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15" name="Google Shape;4615;p46"/>
            <p:cNvSpPr/>
            <p:nvPr/>
          </p:nvSpPr>
          <p:spPr>
            <a:xfrm>
              <a:off x="3278221" y="1814333"/>
              <a:ext cx="3053" cy="2512"/>
            </a:xfrm>
            <a:custGeom>
              <a:avLst/>
              <a:gdLst/>
              <a:ahLst/>
              <a:cxnLst/>
              <a:rect l="l" t="t" r="r" b="b"/>
              <a:pathLst>
                <a:path w="96" h="79" extrusionOk="0">
                  <a:moveTo>
                    <a:pt x="32" y="0"/>
                  </a:moveTo>
                  <a:lnTo>
                    <a:pt x="32" y="0"/>
                  </a:lnTo>
                  <a:cubicBezTo>
                    <a:pt x="32" y="0"/>
                    <a:pt x="16" y="0"/>
                    <a:pt x="16" y="15"/>
                  </a:cubicBezTo>
                  <a:cubicBezTo>
                    <a:pt x="1" y="32"/>
                    <a:pt x="1" y="47"/>
                    <a:pt x="16" y="63"/>
                  </a:cubicBezTo>
                  <a:lnTo>
                    <a:pt x="32" y="78"/>
                  </a:lnTo>
                  <a:lnTo>
                    <a:pt x="48" y="78"/>
                  </a:lnTo>
                  <a:cubicBezTo>
                    <a:pt x="64" y="78"/>
                    <a:pt x="79" y="78"/>
                    <a:pt x="79" y="63"/>
                  </a:cubicBezTo>
                  <a:cubicBezTo>
                    <a:pt x="95" y="63"/>
                    <a:pt x="95" y="32"/>
                    <a:pt x="79" y="15"/>
                  </a:cubicBezTo>
                  <a:lnTo>
                    <a:pt x="64" y="15"/>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16" name="Google Shape;4616;p46"/>
            <p:cNvSpPr/>
            <p:nvPr/>
          </p:nvSpPr>
          <p:spPr>
            <a:xfrm>
              <a:off x="3294282" y="1812806"/>
              <a:ext cx="3021" cy="2544"/>
            </a:xfrm>
            <a:custGeom>
              <a:avLst/>
              <a:gdLst/>
              <a:ahLst/>
              <a:cxnLst/>
              <a:rect l="l" t="t" r="r" b="b"/>
              <a:pathLst>
                <a:path w="95" h="80" extrusionOk="0">
                  <a:moveTo>
                    <a:pt x="63" y="0"/>
                  </a:moveTo>
                  <a:lnTo>
                    <a:pt x="47" y="0"/>
                  </a:lnTo>
                  <a:lnTo>
                    <a:pt x="32" y="0"/>
                  </a:lnTo>
                  <a:lnTo>
                    <a:pt x="15" y="17"/>
                  </a:lnTo>
                  <a:lnTo>
                    <a:pt x="15" y="32"/>
                  </a:lnTo>
                  <a:cubicBezTo>
                    <a:pt x="0" y="32"/>
                    <a:pt x="15" y="63"/>
                    <a:pt x="15" y="80"/>
                  </a:cubicBezTo>
                  <a:lnTo>
                    <a:pt x="32" y="80"/>
                  </a:lnTo>
                  <a:lnTo>
                    <a:pt x="47" y="80"/>
                  </a:lnTo>
                  <a:lnTo>
                    <a:pt x="63" y="80"/>
                  </a:lnTo>
                  <a:lnTo>
                    <a:pt x="63" y="32"/>
                  </a:lnTo>
                  <a:cubicBezTo>
                    <a:pt x="78" y="32"/>
                    <a:pt x="78" y="17"/>
                    <a:pt x="95" y="17"/>
                  </a:cubicBezTo>
                  <a:lnTo>
                    <a:pt x="95" y="17"/>
                  </a:lnTo>
                  <a:lnTo>
                    <a:pt x="95" y="17"/>
                  </a:lnTo>
                  <a:cubicBezTo>
                    <a:pt x="78" y="17"/>
                    <a:pt x="78" y="0"/>
                    <a:pt x="78" y="0"/>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17" name="Google Shape;4617;p46"/>
            <p:cNvSpPr/>
            <p:nvPr/>
          </p:nvSpPr>
          <p:spPr>
            <a:xfrm>
              <a:off x="3296286" y="1813315"/>
              <a:ext cx="2512" cy="3053"/>
            </a:xfrm>
            <a:custGeom>
              <a:avLst/>
              <a:gdLst/>
              <a:ahLst/>
              <a:cxnLst/>
              <a:rect l="l" t="t" r="r" b="b"/>
              <a:pathLst>
                <a:path w="79" h="96" extrusionOk="0">
                  <a:moveTo>
                    <a:pt x="32" y="1"/>
                  </a:moveTo>
                  <a:lnTo>
                    <a:pt x="32" y="1"/>
                  </a:lnTo>
                  <a:lnTo>
                    <a:pt x="32" y="1"/>
                  </a:lnTo>
                  <a:cubicBezTo>
                    <a:pt x="15" y="1"/>
                    <a:pt x="15" y="16"/>
                    <a:pt x="0" y="16"/>
                  </a:cubicBezTo>
                  <a:lnTo>
                    <a:pt x="0" y="64"/>
                  </a:lnTo>
                  <a:lnTo>
                    <a:pt x="0" y="64"/>
                  </a:lnTo>
                  <a:lnTo>
                    <a:pt x="0" y="64"/>
                  </a:lnTo>
                  <a:cubicBezTo>
                    <a:pt x="0" y="79"/>
                    <a:pt x="15" y="95"/>
                    <a:pt x="32" y="95"/>
                  </a:cubicBezTo>
                  <a:lnTo>
                    <a:pt x="47" y="95"/>
                  </a:lnTo>
                  <a:cubicBezTo>
                    <a:pt x="63" y="95"/>
                    <a:pt x="63" y="79"/>
                    <a:pt x="78" y="64"/>
                  </a:cubicBezTo>
                  <a:lnTo>
                    <a:pt x="78" y="64"/>
                  </a:lnTo>
                  <a:lnTo>
                    <a:pt x="78" y="47"/>
                  </a:lnTo>
                  <a:cubicBezTo>
                    <a:pt x="78" y="32"/>
                    <a:pt x="63" y="32"/>
                    <a:pt x="63" y="32"/>
                  </a:cubicBezTo>
                  <a:lnTo>
                    <a:pt x="63" y="32"/>
                  </a:lnTo>
                  <a:cubicBezTo>
                    <a:pt x="63" y="16"/>
                    <a:pt x="47" y="16"/>
                    <a:pt x="47" y="16"/>
                  </a:cubicBezTo>
                  <a:lnTo>
                    <a:pt x="47"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18" name="Google Shape;4618;p46"/>
            <p:cNvSpPr/>
            <p:nvPr/>
          </p:nvSpPr>
          <p:spPr>
            <a:xfrm>
              <a:off x="3382951" y="1789749"/>
              <a:ext cx="2544" cy="2544"/>
            </a:xfrm>
            <a:custGeom>
              <a:avLst/>
              <a:gdLst/>
              <a:ahLst/>
              <a:cxnLst/>
              <a:rect l="l" t="t" r="r" b="b"/>
              <a:pathLst>
                <a:path w="80" h="80" extrusionOk="0">
                  <a:moveTo>
                    <a:pt x="32" y="0"/>
                  </a:moveTo>
                  <a:lnTo>
                    <a:pt x="32" y="0"/>
                  </a:lnTo>
                  <a:lnTo>
                    <a:pt x="17" y="0"/>
                  </a:lnTo>
                  <a:cubicBezTo>
                    <a:pt x="0" y="0"/>
                    <a:pt x="0" y="17"/>
                    <a:pt x="0" y="32"/>
                  </a:cubicBezTo>
                  <a:lnTo>
                    <a:pt x="0" y="48"/>
                  </a:lnTo>
                  <a:lnTo>
                    <a:pt x="0" y="63"/>
                  </a:lnTo>
                  <a:cubicBezTo>
                    <a:pt x="17" y="80"/>
                    <a:pt x="17" y="80"/>
                    <a:pt x="32" y="80"/>
                  </a:cubicBezTo>
                  <a:lnTo>
                    <a:pt x="48" y="80"/>
                  </a:lnTo>
                  <a:lnTo>
                    <a:pt x="48" y="80"/>
                  </a:lnTo>
                  <a:cubicBezTo>
                    <a:pt x="63" y="80"/>
                    <a:pt x="63" y="80"/>
                    <a:pt x="63" y="63"/>
                  </a:cubicBezTo>
                  <a:cubicBezTo>
                    <a:pt x="63" y="63"/>
                    <a:pt x="80" y="63"/>
                    <a:pt x="80" y="48"/>
                  </a:cubicBezTo>
                  <a:lnTo>
                    <a:pt x="63" y="48"/>
                  </a:lnTo>
                  <a:lnTo>
                    <a:pt x="63" y="17"/>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19" name="Google Shape;4619;p46"/>
            <p:cNvSpPr/>
            <p:nvPr/>
          </p:nvSpPr>
          <p:spPr>
            <a:xfrm>
              <a:off x="3309770" y="1809308"/>
              <a:ext cx="3053" cy="2512"/>
            </a:xfrm>
            <a:custGeom>
              <a:avLst/>
              <a:gdLst/>
              <a:ahLst/>
              <a:cxnLst/>
              <a:rect l="l" t="t" r="r" b="b"/>
              <a:pathLst>
                <a:path w="96" h="79" extrusionOk="0">
                  <a:moveTo>
                    <a:pt x="64" y="0"/>
                  </a:moveTo>
                  <a:lnTo>
                    <a:pt x="64" y="0"/>
                  </a:lnTo>
                  <a:lnTo>
                    <a:pt x="49" y="0"/>
                  </a:lnTo>
                  <a:lnTo>
                    <a:pt x="32" y="0"/>
                  </a:lnTo>
                  <a:lnTo>
                    <a:pt x="17" y="16"/>
                  </a:lnTo>
                  <a:cubicBezTo>
                    <a:pt x="1" y="32"/>
                    <a:pt x="17" y="64"/>
                    <a:pt x="17" y="64"/>
                  </a:cubicBezTo>
                  <a:cubicBezTo>
                    <a:pt x="32" y="79"/>
                    <a:pt x="32" y="79"/>
                    <a:pt x="49" y="79"/>
                  </a:cubicBezTo>
                  <a:cubicBezTo>
                    <a:pt x="49" y="79"/>
                    <a:pt x="64" y="79"/>
                    <a:pt x="80" y="64"/>
                  </a:cubicBezTo>
                  <a:lnTo>
                    <a:pt x="80" y="47"/>
                  </a:lnTo>
                  <a:lnTo>
                    <a:pt x="95" y="47"/>
                  </a:lnTo>
                  <a:cubicBezTo>
                    <a:pt x="95" y="32"/>
                    <a:pt x="95"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20" name="Google Shape;4620;p46"/>
            <p:cNvSpPr/>
            <p:nvPr/>
          </p:nvSpPr>
          <p:spPr>
            <a:xfrm>
              <a:off x="3365904" y="1790258"/>
              <a:ext cx="3053" cy="2512"/>
            </a:xfrm>
            <a:custGeom>
              <a:avLst/>
              <a:gdLst/>
              <a:ahLst/>
              <a:cxnLst/>
              <a:rect l="l" t="t" r="r" b="b"/>
              <a:pathLst>
                <a:path w="96" h="79" extrusionOk="0">
                  <a:moveTo>
                    <a:pt x="48" y="1"/>
                  </a:moveTo>
                  <a:lnTo>
                    <a:pt x="48" y="1"/>
                  </a:lnTo>
                  <a:lnTo>
                    <a:pt x="17" y="1"/>
                  </a:lnTo>
                  <a:cubicBezTo>
                    <a:pt x="1" y="16"/>
                    <a:pt x="17" y="47"/>
                    <a:pt x="17" y="47"/>
                  </a:cubicBezTo>
                  <a:lnTo>
                    <a:pt x="48" y="64"/>
                  </a:lnTo>
                  <a:cubicBezTo>
                    <a:pt x="48" y="79"/>
                    <a:pt x="48" y="79"/>
                    <a:pt x="64" y="79"/>
                  </a:cubicBezTo>
                  <a:cubicBezTo>
                    <a:pt x="80" y="79"/>
                    <a:pt x="80" y="64"/>
                    <a:pt x="95" y="64"/>
                  </a:cubicBezTo>
                  <a:cubicBezTo>
                    <a:pt x="95" y="47"/>
                    <a:pt x="95" y="32"/>
                    <a:pt x="80" y="16"/>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21" name="Google Shape;4621;p46"/>
            <p:cNvSpPr/>
            <p:nvPr/>
          </p:nvSpPr>
          <p:spPr>
            <a:xfrm>
              <a:off x="3121365" y="1824351"/>
              <a:ext cx="3053" cy="2512"/>
            </a:xfrm>
            <a:custGeom>
              <a:avLst/>
              <a:gdLst/>
              <a:ahLst/>
              <a:cxnLst/>
              <a:rect l="l" t="t" r="r" b="b"/>
              <a:pathLst>
                <a:path w="96" h="79" extrusionOk="0">
                  <a:moveTo>
                    <a:pt x="49" y="0"/>
                  </a:moveTo>
                  <a:lnTo>
                    <a:pt x="49" y="0"/>
                  </a:lnTo>
                  <a:lnTo>
                    <a:pt x="32" y="0"/>
                  </a:lnTo>
                  <a:lnTo>
                    <a:pt x="17" y="0"/>
                  </a:lnTo>
                  <a:cubicBezTo>
                    <a:pt x="1" y="15"/>
                    <a:pt x="17" y="47"/>
                    <a:pt x="32" y="47"/>
                  </a:cubicBezTo>
                  <a:lnTo>
                    <a:pt x="49" y="63"/>
                  </a:lnTo>
                  <a:cubicBezTo>
                    <a:pt x="49" y="78"/>
                    <a:pt x="64" y="78"/>
                    <a:pt x="64" y="78"/>
                  </a:cubicBezTo>
                  <a:cubicBezTo>
                    <a:pt x="64" y="78"/>
                    <a:pt x="80" y="78"/>
                    <a:pt x="80" y="63"/>
                  </a:cubicBezTo>
                  <a:lnTo>
                    <a:pt x="95" y="63"/>
                  </a:lnTo>
                  <a:lnTo>
                    <a:pt x="95" y="63"/>
                  </a:lnTo>
                  <a:cubicBezTo>
                    <a:pt x="95" y="47"/>
                    <a:pt x="95" y="32"/>
                    <a:pt x="80" y="15"/>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22" name="Google Shape;4622;p46"/>
            <p:cNvSpPr/>
            <p:nvPr/>
          </p:nvSpPr>
          <p:spPr>
            <a:xfrm>
              <a:off x="3245654" y="1811312"/>
              <a:ext cx="2544" cy="3053"/>
            </a:xfrm>
            <a:custGeom>
              <a:avLst/>
              <a:gdLst/>
              <a:ahLst/>
              <a:cxnLst/>
              <a:rect l="l" t="t" r="r" b="b"/>
              <a:pathLst>
                <a:path w="80" h="96" extrusionOk="0">
                  <a:moveTo>
                    <a:pt x="32" y="1"/>
                  </a:moveTo>
                  <a:lnTo>
                    <a:pt x="32" y="1"/>
                  </a:lnTo>
                  <a:lnTo>
                    <a:pt x="17" y="1"/>
                  </a:lnTo>
                  <a:cubicBezTo>
                    <a:pt x="0" y="16"/>
                    <a:pt x="0" y="32"/>
                    <a:pt x="0" y="47"/>
                  </a:cubicBezTo>
                  <a:lnTo>
                    <a:pt x="17" y="64"/>
                  </a:lnTo>
                  <a:cubicBezTo>
                    <a:pt x="17" y="79"/>
                    <a:pt x="17" y="79"/>
                    <a:pt x="32" y="79"/>
                  </a:cubicBezTo>
                  <a:lnTo>
                    <a:pt x="32" y="79"/>
                  </a:lnTo>
                  <a:cubicBezTo>
                    <a:pt x="32" y="95"/>
                    <a:pt x="32" y="95"/>
                    <a:pt x="48" y="95"/>
                  </a:cubicBezTo>
                  <a:lnTo>
                    <a:pt x="63" y="95"/>
                  </a:lnTo>
                  <a:cubicBezTo>
                    <a:pt x="63" y="79"/>
                    <a:pt x="80" y="79"/>
                    <a:pt x="80" y="79"/>
                  </a:cubicBezTo>
                  <a:lnTo>
                    <a:pt x="80" y="64"/>
                  </a:lnTo>
                  <a:lnTo>
                    <a:pt x="80" y="47"/>
                  </a:ln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23" name="Google Shape;4623;p46"/>
            <p:cNvSpPr/>
            <p:nvPr/>
          </p:nvSpPr>
          <p:spPr>
            <a:xfrm>
              <a:off x="3156985" y="1820821"/>
              <a:ext cx="3021" cy="3021"/>
            </a:xfrm>
            <a:custGeom>
              <a:avLst/>
              <a:gdLst/>
              <a:ahLst/>
              <a:cxnLst/>
              <a:rect l="l" t="t" r="r" b="b"/>
              <a:pathLst>
                <a:path w="95" h="95" extrusionOk="0">
                  <a:moveTo>
                    <a:pt x="47" y="0"/>
                  </a:moveTo>
                  <a:lnTo>
                    <a:pt x="32" y="0"/>
                  </a:lnTo>
                  <a:lnTo>
                    <a:pt x="32" y="0"/>
                  </a:lnTo>
                  <a:lnTo>
                    <a:pt x="32" y="0"/>
                  </a:lnTo>
                  <a:cubicBezTo>
                    <a:pt x="15" y="17"/>
                    <a:pt x="0" y="32"/>
                    <a:pt x="15" y="48"/>
                  </a:cubicBezTo>
                  <a:lnTo>
                    <a:pt x="15" y="80"/>
                  </a:lnTo>
                  <a:cubicBezTo>
                    <a:pt x="32" y="80"/>
                    <a:pt x="32" y="80"/>
                    <a:pt x="32" y="95"/>
                  </a:cubicBezTo>
                  <a:lnTo>
                    <a:pt x="47" y="95"/>
                  </a:lnTo>
                  <a:lnTo>
                    <a:pt x="63" y="95"/>
                  </a:lnTo>
                  <a:cubicBezTo>
                    <a:pt x="78" y="80"/>
                    <a:pt x="95" y="63"/>
                    <a:pt x="78" y="48"/>
                  </a:cubicBezTo>
                  <a:lnTo>
                    <a:pt x="78" y="17"/>
                  </a:lnTo>
                  <a:lnTo>
                    <a:pt x="78" y="17"/>
                  </a:lnTo>
                  <a:cubicBezTo>
                    <a:pt x="63" y="17"/>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24" name="Google Shape;4624;p46"/>
            <p:cNvSpPr/>
            <p:nvPr/>
          </p:nvSpPr>
          <p:spPr>
            <a:xfrm>
              <a:off x="3064246" y="1826832"/>
              <a:ext cx="3053" cy="3021"/>
            </a:xfrm>
            <a:custGeom>
              <a:avLst/>
              <a:gdLst/>
              <a:ahLst/>
              <a:cxnLst/>
              <a:rect l="l" t="t" r="r" b="b"/>
              <a:pathLst>
                <a:path w="96" h="95" extrusionOk="0">
                  <a:moveTo>
                    <a:pt x="49" y="0"/>
                  </a:moveTo>
                  <a:lnTo>
                    <a:pt x="49" y="0"/>
                  </a:lnTo>
                  <a:lnTo>
                    <a:pt x="32" y="17"/>
                  </a:lnTo>
                  <a:lnTo>
                    <a:pt x="17" y="32"/>
                  </a:lnTo>
                  <a:lnTo>
                    <a:pt x="17" y="32"/>
                  </a:lnTo>
                  <a:cubicBezTo>
                    <a:pt x="1" y="48"/>
                    <a:pt x="1" y="48"/>
                    <a:pt x="1" y="63"/>
                  </a:cubicBezTo>
                  <a:cubicBezTo>
                    <a:pt x="1" y="63"/>
                    <a:pt x="17" y="63"/>
                    <a:pt x="17" y="80"/>
                  </a:cubicBezTo>
                  <a:lnTo>
                    <a:pt x="17" y="80"/>
                  </a:lnTo>
                  <a:cubicBezTo>
                    <a:pt x="32" y="95"/>
                    <a:pt x="32" y="95"/>
                    <a:pt x="49" y="95"/>
                  </a:cubicBezTo>
                  <a:lnTo>
                    <a:pt x="64" y="80"/>
                  </a:lnTo>
                  <a:lnTo>
                    <a:pt x="64" y="80"/>
                  </a:lnTo>
                  <a:lnTo>
                    <a:pt x="64" y="80"/>
                  </a:lnTo>
                  <a:lnTo>
                    <a:pt x="80" y="63"/>
                  </a:lnTo>
                  <a:cubicBezTo>
                    <a:pt x="80" y="63"/>
                    <a:pt x="80" y="48"/>
                    <a:pt x="95" y="48"/>
                  </a:cubicBezTo>
                  <a:cubicBezTo>
                    <a:pt x="95" y="32"/>
                    <a:pt x="95" y="17"/>
                    <a:pt x="80" y="17"/>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25" name="Google Shape;4625;p46"/>
            <p:cNvSpPr/>
            <p:nvPr/>
          </p:nvSpPr>
          <p:spPr>
            <a:xfrm>
              <a:off x="3233632" y="1809785"/>
              <a:ext cx="3021" cy="3053"/>
            </a:xfrm>
            <a:custGeom>
              <a:avLst/>
              <a:gdLst/>
              <a:ahLst/>
              <a:cxnLst/>
              <a:rect l="l" t="t" r="r" b="b"/>
              <a:pathLst>
                <a:path w="95" h="96" extrusionOk="0">
                  <a:moveTo>
                    <a:pt x="48" y="1"/>
                  </a:moveTo>
                  <a:lnTo>
                    <a:pt x="48" y="17"/>
                  </a:lnTo>
                  <a:lnTo>
                    <a:pt x="16" y="17"/>
                  </a:lnTo>
                  <a:lnTo>
                    <a:pt x="16" y="32"/>
                  </a:lnTo>
                  <a:cubicBezTo>
                    <a:pt x="0" y="49"/>
                    <a:pt x="0" y="80"/>
                    <a:pt x="16" y="80"/>
                  </a:cubicBezTo>
                  <a:cubicBezTo>
                    <a:pt x="16" y="95"/>
                    <a:pt x="32" y="95"/>
                    <a:pt x="32" y="95"/>
                  </a:cubicBezTo>
                  <a:cubicBezTo>
                    <a:pt x="48" y="95"/>
                    <a:pt x="63" y="95"/>
                    <a:pt x="63" y="80"/>
                  </a:cubicBezTo>
                  <a:lnTo>
                    <a:pt x="79" y="64"/>
                  </a:lnTo>
                  <a:cubicBezTo>
                    <a:pt x="95" y="49"/>
                    <a:pt x="79" y="32"/>
                    <a:pt x="79" y="17"/>
                  </a:cubicBez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26" name="Google Shape;4626;p46"/>
            <p:cNvSpPr/>
            <p:nvPr/>
          </p:nvSpPr>
          <p:spPr>
            <a:xfrm>
              <a:off x="3160452" y="1819803"/>
              <a:ext cx="3053" cy="2035"/>
            </a:xfrm>
            <a:custGeom>
              <a:avLst/>
              <a:gdLst/>
              <a:ahLst/>
              <a:cxnLst/>
              <a:rect l="l" t="t" r="r" b="b"/>
              <a:pathLst>
                <a:path w="96" h="64" extrusionOk="0">
                  <a:moveTo>
                    <a:pt x="32" y="1"/>
                  </a:moveTo>
                  <a:lnTo>
                    <a:pt x="32" y="1"/>
                  </a:lnTo>
                  <a:lnTo>
                    <a:pt x="32" y="1"/>
                  </a:lnTo>
                  <a:cubicBezTo>
                    <a:pt x="17" y="1"/>
                    <a:pt x="1" y="1"/>
                    <a:pt x="1" y="17"/>
                  </a:cubicBezTo>
                  <a:lnTo>
                    <a:pt x="1" y="32"/>
                  </a:lnTo>
                  <a:cubicBezTo>
                    <a:pt x="1" y="49"/>
                    <a:pt x="17" y="64"/>
                    <a:pt x="32" y="64"/>
                  </a:cubicBezTo>
                  <a:lnTo>
                    <a:pt x="49" y="64"/>
                  </a:lnTo>
                  <a:lnTo>
                    <a:pt x="49" y="64"/>
                  </a:lnTo>
                  <a:lnTo>
                    <a:pt x="64" y="64"/>
                  </a:lnTo>
                  <a:cubicBezTo>
                    <a:pt x="80" y="64"/>
                    <a:pt x="95" y="64"/>
                    <a:pt x="95" y="49"/>
                  </a:cubicBezTo>
                  <a:cubicBezTo>
                    <a:pt x="95" y="32"/>
                    <a:pt x="95" y="17"/>
                    <a:pt x="80" y="1"/>
                  </a:cubicBezTo>
                  <a:lnTo>
                    <a:pt x="64" y="1"/>
                  </a:lnTo>
                  <a:lnTo>
                    <a:pt x="49"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27" name="Google Shape;4627;p46"/>
            <p:cNvSpPr/>
            <p:nvPr/>
          </p:nvSpPr>
          <p:spPr>
            <a:xfrm>
              <a:off x="3377926" y="1792261"/>
              <a:ext cx="3053" cy="2512"/>
            </a:xfrm>
            <a:custGeom>
              <a:avLst/>
              <a:gdLst/>
              <a:ahLst/>
              <a:cxnLst/>
              <a:rect l="l" t="t" r="r" b="b"/>
              <a:pathLst>
                <a:path w="96" h="79" extrusionOk="0">
                  <a:moveTo>
                    <a:pt x="64" y="1"/>
                  </a:moveTo>
                  <a:lnTo>
                    <a:pt x="64" y="1"/>
                  </a:lnTo>
                  <a:lnTo>
                    <a:pt x="64" y="1"/>
                  </a:lnTo>
                  <a:lnTo>
                    <a:pt x="32" y="1"/>
                  </a:lnTo>
                  <a:cubicBezTo>
                    <a:pt x="17" y="16"/>
                    <a:pt x="1" y="32"/>
                    <a:pt x="1" y="47"/>
                  </a:cubicBezTo>
                  <a:cubicBezTo>
                    <a:pt x="17" y="64"/>
                    <a:pt x="32" y="79"/>
                    <a:pt x="49" y="79"/>
                  </a:cubicBezTo>
                  <a:lnTo>
                    <a:pt x="49" y="79"/>
                  </a:lnTo>
                  <a:lnTo>
                    <a:pt x="64" y="79"/>
                  </a:lnTo>
                  <a:cubicBezTo>
                    <a:pt x="95" y="79"/>
                    <a:pt x="95" y="47"/>
                    <a:pt x="95" y="32"/>
                  </a:cubicBezTo>
                  <a:lnTo>
                    <a:pt x="95" y="32"/>
                  </a:lnTo>
                  <a:lnTo>
                    <a:pt x="95" y="16"/>
                  </a:lnTo>
                  <a:cubicBezTo>
                    <a:pt x="95" y="16"/>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28" name="Google Shape;4628;p46"/>
            <p:cNvSpPr/>
            <p:nvPr/>
          </p:nvSpPr>
          <p:spPr>
            <a:xfrm>
              <a:off x="3383936" y="1799767"/>
              <a:ext cx="3053" cy="3053"/>
            </a:xfrm>
            <a:custGeom>
              <a:avLst/>
              <a:gdLst/>
              <a:ahLst/>
              <a:cxnLst/>
              <a:rect l="l" t="t" r="r" b="b"/>
              <a:pathLst>
                <a:path w="96" h="96" extrusionOk="0">
                  <a:moveTo>
                    <a:pt x="64" y="1"/>
                  </a:moveTo>
                  <a:lnTo>
                    <a:pt x="49" y="1"/>
                  </a:lnTo>
                  <a:lnTo>
                    <a:pt x="32" y="17"/>
                  </a:lnTo>
                  <a:lnTo>
                    <a:pt x="17" y="32"/>
                  </a:lnTo>
                  <a:cubicBezTo>
                    <a:pt x="1" y="48"/>
                    <a:pt x="1" y="80"/>
                    <a:pt x="17" y="80"/>
                  </a:cubicBezTo>
                  <a:cubicBezTo>
                    <a:pt x="32" y="95"/>
                    <a:pt x="32" y="95"/>
                    <a:pt x="49" y="95"/>
                  </a:cubicBezTo>
                  <a:lnTo>
                    <a:pt x="64" y="80"/>
                  </a:lnTo>
                  <a:lnTo>
                    <a:pt x="80" y="64"/>
                  </a:lnTo>
                  <a:cubicBezTo>
                    <a:pt x="95" y="48"/>
                    <a:pt x="95" y="32"/>
                    <a:pt x="80"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29" name="Google Shape;4629;p46"/>
            <p:cNvSpPr/>
            <p:nvPr/>
          </p:nvSpPr>
          <p:spPr>
            <a:xfrm>
              <a:off x="3413005" y="1796269"/>
              <a:ext cx="4039" cy="3530"/>
            </a:xfrm>
            <a:custGeom>
              <a:avLst/>
              <a:gdLst/>
              <a:ahLst/>
              <a:cxnLst/>
              <a:rect l="l" t="t" r="r" b="b"/>
              <a:pathLst>
                <a:path w="127" h="111" extrusionOk="0">
                  <a:moveTo>
                    <a:pt x="80" y="1"/>
                  </a:moveTo>
                  <a:lnTo>
                    <a:pt x="80" y="1"/>
                  </a:lnTo>
                  <a:cubicBezTo>
                    <a:pt x="80" y="1"/>
                    <a:pt x="64" y="1"/>
                    <a:pt x="64" y="16"/>
                  </a:cubicBezTo>
                  <a:lnTo>
                    <a:pt x="48" y="1"/>
                  </a:lnTo>
                  <a:lnTo>
                    <a:pt x="32" y="16"/>
                  </a:lnTo>
                  <a:cubicBezTo>
                    <a:pt x="17" y="16"/>
                    <a:pt x="1" y="47"/>
                    <a:pt x="17" y="64"/>
                  </a:cubicBezTo>
                  <a:lnTo>
                    <a:pt x="32" y="95"/>
                  </a:lnTo>
                  <a:cubicBezTo>
                    <a:pt x="48" y="111"/>
                    <a:pt x="48" y="111"/>
                    <a:pt x="64" y="111"/>
                  </a:cubicBezTo>
                  <a:lnTo>
                    <a:pt x="64" y="111"/>
                  </a:lnTo>
                  <a:lnTo>
                    <a:pt x="80" y="111"/>
                  </a:lnTo>
                  <a:cubicBezTo>
                    <a:pt x="80" y="111"/>
                    <a:pt x="95" y="111"/>
                    <a:pt x="95" y="95"/>
                  </a:cubicBezTo>
                  <a:lnTo>
                    <a:pt x="111" y="79"/>
                  </a:lnTo>
                  <a:lnTo>
                    <a:pt x="111" y="64"/>
                  </a:lnTo>
                  <a:lnTo>
                    <a:pt x="111" y="47"/>
                  </a:lnTo>
                  <a:lnTo>
                    <a:pt x="127" y="47"/>
                  </a:lnTo>
                  <a:cubicBezTo>
                    <a:pt x="127"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30" name="Google Shape;4630;p46"/>
            <p:cNvSpPr/>
            <p:nvPr/>
          </p:nvSpPr>
          <p:spPr>
            <a:xfrm>
              <a:off x="3284232" y="1802279"/>
              <a:ext cx="3053" cy="2544"/>
            </a:xfrm>
            <a:custGeom>
              <a:avLst/>
              <a:gdLst/>
              <a:ahLst/>
              <a:cxnLst/>
              <a:rect l="l" t="t" r="r" b="b"/>
              <a:pathLst>
                <a:path w="96" h="80" extrusionOk="0">
                  <a:moveTo>
                    <a:pt x="48" y="1"/>
                  </a:moveTo>
                  <a:lnTo>
                    <a:pt x="48" y="1"/>
                  </a:lnTo>
                  <a:cubicBezTo>
                    <a:pt x="33" y="1"/>
                    <a:pt x="16" y="16"/>
                    <a:pt x="16" y="16"/>
                  </a:cubicBezTo>
                  <a:cubicBezTo>
                    <a:pt x="16" y="32"/>
                    <a:pt x="1" y="48"/>
                    <a:pt x="16" y="48"/>
                  </a:cubicBezTo>
                  <a:lnTo>
                    <a:pt x="16" y="64"/>
                  </a:lnTo>
                  <a:lnTo>
                    <a:pt x="33" y="79"/>
                  </a:lnTo>
                  <a:lnTo>
                    <a:pt x="64" y="79"/>
                  </a:lnTo>
                  <a:lnTo>
                    <a:pt x="64" y="79"/>
                  </a:lnTo>
                  <a:lnTo>
                    <a:pt x="96" y="79"/>
                  </a:lnTo>
                  <a:lnTo>
                    <a:pt x="96" y="64"/>
                  </a:lnTo>
                  <a:cubicBezTo>
                    <a:pt x="96" y="48"/>
                    <a:pt x="96" y="32"/>
                    <a:pt x="79"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31" name="Google Shape;4631;p46"/>
            <p:cNvSpPr/>
            <p:nvPr/>
          </p:nvSpPr>
          <p:spPr>
            <a:xfrm>
              <a:off x="3408521" y="1814333"/>
              <a:ext cx="3021" cy="2512"/>
            </a:xfrm>
            <a:custGeom>
              <a:avLst/>
              <a:gdLst/>
              <a:ahLst/>
              <a:cxnLst/>
              <a:rect l="l" t="t" r="r" b="b"/>
              <a:pathLst>
                <a:path w="95" h="79" extrusionOk="0">
                  <a:moveTo>
                    <a:pt x="32" y="0"/>
                  </a:moveTo>
                  <a:lnTo>
                    <a:pt x="32" y="0"/>
                  </a:lnTo>
                  <a:cubicBezTo>
                    <a:pt x="16" y="0"/>
                    <a:pt x="16" y="0"/>
                    <a:pt x="0" y="15"/>
                  </a:cubicBezTo>
                  <a:cubicBezTo>
                    <a:pt x="0" y="32"/>
                    <a:pt x="0" y="47"/>
                    <a:pt x="16" y="63"/>
                  </a:cubicBezTo>
                  <a:lnTo>
                    <a:pt x="32" y="78"/>
                  </a:lnTo>
                  <a:lnTo>
                    <a:pt x="47" y="78"/>
                  </a:lnTo>
                  <a:cubicBezTo>
                    <a:pt x="63" y="78"/>
                    <a:pt x="79" y="78"/>
                    <a:pt x="79" y="63"/>
                  </a:cubicBezTo>
                  <a:cubicBezTo>
                    <a:pt x="95" y="47"/>
                    <a:pt x="95" y="32"/>
                    <a:pt x="79"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32" name="Google Shape;4632;p46"/>
            <p:cNvSpPr/>
            <p:nvPr/>
          </p:nvSpPr>
          <p:spPr>
            <a:xfrm>
              <a:off x="3357889" y="1786727"/>
              <a:ext cx="3021" cy="2576"/>
            </a:xfrm>
            <a:custGeom>
              <a:avLst/>
              <a:gdLst/>
              <a:ahLst/>
              <a:cxnLst/>
              <a:rect l="l" t="t" r="r" b="b"/>
              <a:pathLst>
                <a:path w="95" h="81" extrusionOk="0">
                  <a:moveTo>
                    <a:pt x="63" y="1"/>
                  </a:moveTo>
                  <a:lnTo>
                    <a:pt x="63" y="1"/>
                  </a:lnTo>
                  <a:lnTo>
                    <a:pt x="48" y="1"/>
                  </a:lnTo>
                  <a:lnTo>
                    <a:pt x="17" y="17"/>
                  </a:lnTo>
                  <a:cubicBezTo>
                    <a:pt x="0" y="17"/>
                    <a:pt x="0" y="32"/>
                    <a:pt x="0" y="49"/>
                  </a:cubicBezTo>
                  <a:lnTo>
                    <a:pt x="32" y="80"/>
                  </a:lnTo>
                  <a:lnTo>
                    <a:pt x="48" y="80"/>
                  </a:lnTo>
                  <a:lnTo>
                    <a:pt x="80" y="64"/>
                  </a:lnTo>
                  <a:cubicBezTo>
                    <a:pt x="95" y="49"/>
                    <a:pt x="95" y="32"/>
                    <a:pt x="95" y="17"/>
                  </a:cubicBezTo>
                  <a:cubicBezTo>
                    <a:pt x="80"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33" name="Google Shape;4633;p46"/>
            <p:cNvSpPr/>
            <p:nvPr/>
          </p:nvSpPr>
          <p:spPr>
            <a:xfrm>
              <a:off x="3312792" y="1791275"/>
              <a:ext cx="3021" cy="2512"/>
            </a:xfrm>
            <a:custGeom>
              <a:avLst/>
              <a:gdLst/>
              <a:ahLst/>
              <a:cxnLst/>
              <a:rect l="l" t="t" r="r" b="b"/>
              <a:pathLst>
                <a:path w="95" h="79" extrusionOk="0">
                  <a:moveTo>
                    <a:pt x="48" y="0"/>
                  </a:moveTo>
                  <a:lnTo>
                    <a:pt x="48" y="0"/>
                  </a:lnTo>
                  <a:lnTo>
                    <a:pt x="17" y="0"/>
                  </a:lnTo>
                  <a:cubicBezTo>
                    <a:pt x="0" y="15"/>
                    <a:pt x="17" y="47"/>
                    <a:pt x="32" y="47"/>
                  </a:cubicBezTo>
                  <a:lnTo>
                    <a:pt x="48" y="63"/>
                  </a:lnTo>
                  <a:cubicBezTo>
                    <a:pt x="48" y="78"/>
                    <a:pt x="63" y="78"/>
                    <a:pt x="63" y="78"/>
                  </a:cubicBezTo>
                  <a:cubicBezTo>
                    <a:pt x="80" y="78"/>
                    <a:pt x="80" y="78"/>
                    <a:pt x="95" y="63"/>
                  </a:cubicBezTo>
                  <a:cubicBezTo>
                    <a:pt x="95" y="47"/>
                    <a:pt x="95" y="32"/>
                    <a:pt x="80"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34" name="Google Shape;4634;p46"/>
            <p:cNvSpPr/>
            <p:nvPr/>
          </p:nvSpPr>
          <p:spPr>
            <a:xfrm>
              <a:off x="3052224" y="1817800"/>
              <a:ext cx="2544" cy="3053"/>
            </a:xfrm>
            <a:custGeom>
              <a:avLst/>
              <a:gdLst/>
              <a:ahLst/>
              <a:cxnLst/>
              <a:rect l="l" t="t" r="r" b="b"/>
              <a:pathLst>
                <a:path w="80" h="96" extrusionOk="0">
                  <a:moveTo>
                    <a:pt x="48" y="1"/>
                  </a:moveTo>
                  <a:lnTo>
                    <a:pt x="48" y="1"/>
                  </a:lnTo>
                  <a:cubicBezTo>
                    <a:pt x="32" y="1"/>
                    <a:pt x="17" y="17"/>
                    <a:pt x="17" y="17"/>
                  </a:cubicBezTo>
                  <a:lnTo>
                    <a:pt x="1" y="32"/>
                  </a:lnTo>
                  <a:lnTo>
                    <a:pt x="1" y="49"/>
                  </a:lnTo>
                  <a:cubicBezTo>
                    <a:pt x="1" y="64"/>
                    <a:pt x="1" y="80"/>
                    <a:pt x="17" y="80"/>
                  </a:cubicBezTo>
                  <a:cubicBezTo>
                    <a:pt x="17" y="80"/>
                    <a:pt x="17" y="95"/>
                    <a:pt x="32" y="95"/>
                  </a:cubicBezTo>
                  <a:lnTo>
                    <a:pt x="48" y="80"/>
                  </a:lnTo>
                  <a:lnTo>
                    <a:pt x="64" y="80"/>
                  </a:lnTo>
                  <a:lnTo>
                    <a:pt x="64" y="64"/>
                  </a:lnTo>
                  <a:cubicBezTo>
                    <a:pt x="80" y="49"/>
                    <a:pt x="80" y="17"/>
                    <a:pt x="64" y="17"/>
                  </a:cubicBez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35" name="Google Shape;4635;p46"/>
            <p:cNvSpPr/>
            <p:nvPr/>
          </p:nvSpPr>
          <p:spPr>
            <a:xfrm>
              <a:off x="3202560" y="1801771"/>
              <a:ext cx="2544" cy="3053"/>
            </a:xfrm>
            <a:custGeom>
              <a:avLst/>
              <a:gdLst/>
              <a:ahLst/>
              <a:cxnLst/>
              <a:rect l="l" t="t" r="r" b="b"/>
              <a:pathLst>
                <a:path w="80" h="96" extrusionOk="0">
                  <a:moveTo>
                    <a:pt x="48" y="1"/>
                  </a:moveTo>
                  <a:lnTo>
                    <a:pt x="48" y="1"/>
                  </a:lnTo>
                  <a:cubicBezTo>
                    <a:pt x="32" y="1"/>
                    <a:pt x="32" y="17"/>
                    <a:pt x="17" y="17"/>
                  </a:cubicBezTo>
                  <a:lnTo>
                    <a:pt x="0" y="32"/>
                  </a:lnTo>
                  <a:cubicBezTo>
                    <a:pt x="0" y="48"/>
                    <a:pt x="0" y="64"/>
                    <a:pt x="17" y="80"/>
                  </a:cubicBezTo>
                  <a:cubicBezTo>
                    <a:pt x="17" y="95"/>
                    <a:pt x="32" y="95"/>
                    <a:pt x="32" y="95"/>
                  </a:cubicBezTo>
                  <a:lnTo>
                    <a:pt x="32" y="95"/>
                  </a:lnTo>
                  <a:cubicBezTo>
                    <a:pt x="48" y="95"/>
                    <a:pt x="48" y="95"/>
                    <a:pt x="63" y="80"/>
                  </a:cubicBezTo>
                  <a:lnTo>
                    <a:pt x="63" y="80"/>
                  </a:lnTo>
                  <a:lnTo>
                    <a:pt x="80" y="64"/>
                  </a:lnTo>
                  <a:cubicBezTo>
                    <a:pt x="80" y="48"/>
                    <a:pt x="80" y="32"/>
                    <a:pt x="63" y="17"/>
                  </a:cubicBezTo>
                  <a:cubicBezTo>
                    <a:pt x="63"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36" name="Google Shape;4636;p46"/>
            <p:cNvSpPr/>
            <p:nvPr/>
          </p:nvSpPr>
          <p:spPr>
            <a:xfrm>
              <a:off x="3431578" y="1806287"/>
              <a:ext cx="3021" cy="2035"/>
            </a:xfrm>
            <a:custGeom>
              <a:avLst/>
              <a:gdLst/>
              <a:ahLst/>
              <a:cxnLst/>
              <a:rect l="l" t="t" r="r" b="b"/>
              <a:pathLst>
                <a:path w="95" h="64" extrusionOk="0">
                  <a:moveTo>
                    <a:pt x="63" y="1"/>
                  </a:moveTo>
                  <a:lnTo>
                    <a:pt x="47" y="1"/>
                  </a:lnTo>
                  <a:lnTo>
                    <a:pt x="32" y="1"/>
                  </a:lnTo>
                  <a:cubicBezTo>
                    <a:pt x="15" y="1"/>
                    <a:pt x="15" y="1"/>
                    <a:pt x="0" y="16"/>
                  </a:cubicBezTo>
                  <a:lnTo>
                    <a:pt x="0" y="32"/>
                  </a:lnTo>
                  <a:lnTo>
                    <a:pt x="0" y="48"/>
                  </a:lnTo>
                  <a:lnTo>
                    <a:pt x="15" y="64"/>
                  </a:lnTo>
                  <a:lnTo>
                    <a:pt x="32" y="64"/>
                  </a:lnTo>
                  <a:lnTo>
                    <a:pt x="32" y="64"/>
                  </a:lnTo>
                  <a:lnTo>
                    <a:pt x="63" y="64"/>
                  </a:lnTo>
                  <a:cubicBezTo>
                    <a:pt x="78" y="64"/>
                    <a:pt x="95" y="48"/>
                    <a:pt x="95" y="32"/>
                  </a:cubicBezTo>
                  <a:lnTo>
                    <a:pt x="95" y="32"/>
                  </a:lnTo>
                  <a:cubicBezTo>
                    <a:pt x="95"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37" name="Google Shape;4637;p46"/>
            <p:cNvSpPr/>
            <p:nvPr/>
          </p:nvSpPr>
          <p:spPr>
            <a:xfrm>
              <a:off x="3205550" y="1828836"/>
              <a:ext cx="3053" cy="2544"/>
            </a:xfrm>
            <a:custGeom>
              <a:avLst/>
              <a:gdLst/>
              <a:ahLst/>
              <a:cxnLst/>
              <a:rect l="l" t="t" r="r" b="b"/>
              <a:pathLst>
                <a:path w="96" h="80" extrusionOk="0">
                  <a:moveTo>
                    <a:pt x="49" y="0"/>
                  </a:moveTo>
                  <a:lnTo>
                    <a:pt x="49" y="0"/>
                  </a:lnTo>
                  <a:lnTo>
                    <a:pt x="32" y="0"/>
                  </a:lnTo>
                  <a:lnTo>
                    <a:pt x="17" y="32"/>
                  </a:lnTo>
                  <a:cubicBezTo>
                    <a:pt x="1" y="32"/>
                    <a:pt x="1" y="63"/>
                    <a:pt x="17" y="80"/>
                  </a:cubicBezTo>
                  <a:lnTo>
                    <a:pt x="32" y="80"/>
                  </a:lnTo>
                  <a:lnTo>
                    <a:pt x="32" y="48"/>
                  </a:lnTo>
                  <a:lnTo>
                    <a:pt x="64" y="48"/>
                  </a:lnTo>
                  <a:lnTo>
                    <a:pt x="64" y="48"/>
                  </a:lnTo>
                  <a:lnTo>
                    <a:pt x="80" y="48"/>
                  </a:lnTo>
                  <a:lnTo>
                    <a:pt x="80" y="48"/>
                  </a:lnTo>
                  <a:cubicBezTo>
                    <a:pt x="95" y="32"/>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38" name="Google Shape;4638;p46"/>
            <p:cNvSpPr/>
            <p:nvPr/>
          </p:nvSpPr>
          <p:spPr>
            <a:xfrm>
              <a:off x="3318326" y="1817800"/>
              <a:ext cx="3021" cy="2035"/>
            </a:xfrm>
            <a:custGeom>
              <a:avLst/>
              <a:gdLst/>
              <a:ahLst/>
              <a:cxnLst/>
              <a:rect l="l" t="t" r="r" b="b"/>
              <a:pathLst>
                <a:path w="95" h="64" extrusionOk="0">
                  <a:moveTo>
                    <a:pt x="63" y="1"/>
                  </a:moveTo>
                  <a:lnTo>
                    <a:pt x="63" y="1"/>
                  </a:lnTo>
                  <a:lnTo>
                    <a:pt x="32" y="1"/>
                  </a:lnTo>
                  <a:lnTo>
                    <a:pt x="32" y="1"/>
                  </a:lnTo>
                  <a:cubicBezTo>
                    <a:pt x="16" y="1"/>
                    <a:pt x="0" y="17"/>
                    <a:pt x="0" y="32"/>
                  </a:cubicBezTo>
                  <a:cubicBezTo>
                    <a:pt x="0" y="49"/>
                    <a:pt x="0" y="49"/>
                    <a:pt x="16" y="64"/>
                  </a:cubicBezTo>
                  <a:lnTo>
                    <a:pt x="32" y="64"/>
                  </a:lnTo>
                  <a:lnTo>
                    <a:pt x="47" y="64"/>
                  </a:lnTo>
                  <a:lnTo>
                    <a:pt x="63" y="64"/>
                  </a:lnTo>
                  <a:cubicBezTo>
                    <a:pt x="79" y="64"/>
                    <a:pt x="95" y="49"/>
                    <a:pt x="95" y="32"/>
                  </a:cubicBezTo>
                  <a:cubicBezTo>
                    <a:pt x="95"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39" name="Google Shape;4639;p46"/>
            <p:cNvSpPr/>
            <p:nvPr/>
          </p:nvSpPr>
          <p:spPr>
            <a:xfrm>
              <a:off x="3398503" y="1809785"/>
              <a:ext cx="2512" cy="3053"/>
            </a:xfrm>
            <a:custGeom>
              <a:avLst/>
              <a:gdLst/>
              <a:ahLst/>
              <a:cxnLst/>
              <a:rect l="l" t="t" r="r" b="b"/>
              <a:pathLst>
                <a:path w="79" h="96" extrusionOk="0">
                  <a:moveTo>
                    <a:pt x="32" y="1"/>
                  </a:moveTo>
                  <a:lnTo>
                    <a:pt x="32" y="1"/>
                  </a:lnTo>
                  <a:lnTo>
                    <a:pt x="32" y="1"/>
                  </a:lnTo>
                  <a:lnTo>
                    <a:pt x="32" y="1"/>
                  </a:lnTo>
                  <a:cubicBezTo>
                    <a:pt x="15" y="1"/>
                    <a:pt x="15" y="17"/>
                    <a:pt x="0" y="32"/>
                  </a:cubicBezTo>
                  <a:lnTo>
                    <a:pt x="0" y="32"/>
                  </a:lnTo>
                  <a:lnTo>
                    <a:pt x="0" y="49"/>
                  </a:lnTo>
                  <a:lnTo>
                    <a:pt x="0" y="49"/>
                  </a:lnTo>
                  <a:cubicBezTo>
                    <a:pt x="0" y="64"/>
                    <a:pt x="0" y="80"/>
                    <a:pt x="15" y="95"/>
                  </a:cubicBezTo>
                  <a:lnTo>
                    <a:pt x="32" y="95"/>
                  </a:lnTo>
                  <a:lnTo>
                    <a:pt x="47" y="95"/>
                  </a:lnTo>
                  <a:cubicBezTo>
                    <a:pt x="47" y="95"/>
                    <a:pt x="63" y="80"/>
                    <a:pt x="63" y="64"/>
                  </a:cubicBezTo>
                  <a:lnTo>
                    <a:pt x="63" y="64"/>
                  </a:lnTo>
                  <a:lnTo>
                    <a:pt x="63" y="64"/>
                  </a:lnTo>
                  <a:lnTo>
                    <a:pt x="78" y="49"/>
                  </a:lnTo>
                  <a:lnTo>
                    <a:pt x="78" y="49"/>
                  </a:lnTo>
                  <a:lnTo>
                    <a:pt x="78" y="32"/>
                  </a:lnTo>
                  <a:cubicBezTo>
                    <a:pt x="63" y="17"/>
                    <a:pt x="63"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40" name="Google Shape;4640;p46"/>
            <p:cNvSpPr/>
            <p:nvPr/>
          </p:nvSpPr>
          <p:spPr>
            <a:xfrm>
              <a:off x="3206567" y="1830362"/>
              <a:ext cx="2544" cy="2512"/>
            </a:xfrm>
            <a:custGeom>
              <a:avLst/>
              <a:gdLst/>
              <a:ahLst/>
              <a:cxnLst/>
              <a:rect l="l" t="t" r="r" b="b"/>
              <a:pathLst>
                <a:path w="80" h="79" extrusionOk="0">
                  <a:moveTo>
                    <a:pt x="32" y="0"/>
                  </a:moveTo>
                  <a:lnTo>
                    <a:pt x="32" y="0"/>
                  </a:lnTo>
                  <a:lnTo>
                    <a:pt x="0" y="0"/>
                  </a:lnTo>
                  <a:lnTo>
                    <a:pt x="0" y="32"/>
                  </a:lnTo>
                  <a:lnTo>
                    <a:pt x="0" y="47"/>
                  </a:lnTo>
                  <a:lnTo>
                    <a:pt x="17" y="63"/>
                  </a:lnTo>
                  <a:cubicBezTo>
                    <a:pt x="32" y="78"/>
                    <a:pt x="32" y="78"/>
                    <a:pt x="48" y="78"/>
                  </a:cubicBezTo>
                  <a:cubicBezTo>
                    <a:pt x="48" y="78"/>
                    <a:pt x="63" y="63"/>
                    <a:pt x="80" y="63"/>
                  </a:cubicBezTo>
                  <a:cubicBezTo>
                    <a:pt x="80" y="47"/>
                    <a:pt x="80" y="32"/>
                    <a:pt x="63"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41" name="Google Shape;4641;p46"/>
            <p:cNvSpPr/>
            <p:nvPr/>
          </p:nvSpPr>
          <p:spPr>
            <a:xfrm>
              <a:off x="3429034" y="1781734"/>
              <a:ext cx="4039" cy="3021"/>
            </a:xfrm>
            <a:custGeom>
              <a:avLst/>
              <a:gdLst/>
              <a:ahLst/>
              <a:cxnLst/>
              <a:rect l="l" t="t" r="r" b="b"/>
              <a:pathLst>
                <a:path w="127" h="95" extrusionOk="0">
                  <a:moveTo>
                    <a:pt x="80" y="0"/>
                  </a:moveTo>
                  <a:lnTo>
                    <a:pt x="80" y="0"/>
                  </a:lnTo>
                  <a:lnTo>
                    <a:pt x="64" y="0"/>
                  </a:lnTo>
                  <a:lnTo>
                    <a:pt x="32" y="32"/>
                  </a:lnTo>
                  <a:lnTo>
                    <a:pt x="17" y="32"/>
                  </a:lnTo>
                  <a:cubicBezTo>
                    <a:pt x="17" y="32"/>
                    <a:pt x="1" y="48"/>
                    <a:pt x="1" y="63"/>
                  </a:cubicBezTo>
                  <a:lnTo>
                    <a:pt x="1" y="80"/>
                  </a:lnTo>
                  <a:cubicBezTo>
                    <a:pt x="17" y="95"/>
                    <a:pt x="32" y="95"/>
                    <a:pt x="32" y="95"/>
                  </a:cubicBezTo>
                  <a:lnTo>
                    <a:pt x="49" y="95"/>
                  </a:lnTo>
                  <a:lnTo>
                    <a:pt x="95" y="63"/>
                  </a:lnTo>
                  <a:lnTo>
                    <a:pt x="95" y="63"/>
                  </a:lnTo>
                  <a:cubicBezTo>
                    <a:pt x="112"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42" name="Google Shape;4642;p46"/>
            <p:cNvSpPr/>
            <p:nvPr/>
          </p:nvSpPr>
          <p:spPr>
            <a:xfrm>
              <a:off x="3362914" y="1788731"/>
              <a:ext cx="3021" cy="3053"/>
            </a:xfrm>
            <a:custGeom>
              <a:avLst/>
              <a:gdLst/>
              <a:ahLst/>
              <a:cxnLst/>
              <a:rect l="l" t="t" r="r" b="b"/>
              <a:pathLst>
                <a:path w="95" h="96" extrusionOk="0">
                  <a:moveTo>
                    <a:pt x="48" y="1"/>
                  </a:moveTo>
                  <a:lnTo>
                    <a:pt x="32" y="1"/>
                  </a:lnTo>
                  <a:lnTo>
                    <a:pt x="32" y="1"/>
                  </a:lnTo>
                  <a:cubicBezTo>
                    <a:pt x="16" y="17"/>
                    <a:pt x="0" y="32"/>
                    <a:pt x="16" y="49"/>
                  </a:cubicBezTo>
                  <a:lnTo>
                    <a:pt x="16" y="80"/>
                  </a:lnTo>
                  <a:cubicBezTo>
                    <a:pt x="32" y="95"/>
                    <a:pt x="32" y="95"/>
                    <a:pt x="48" y="95"/>
                  </a:cubicBezTo>
                  <a:lnTo>
                    <a:pt x="63" y="95"/>
                  </a:lnTo>
                  <a:cubicBezTo>
                    <a:pt x="79" y="80"/>
                    <a:pt x="95" y="64"/>
                    <a:pt x="79" y="49"/>
                  </a:cubicBezTo>
                  <a:lnTo>
                    <a:pt x="79" y="32"/>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43" name="Google Shape;4643;p46"/>
            <p:cNvSpPr/>
            <p:nvPr/>
          </p:nvSpPr>
          <p:spPr>
            <a:xfrm>
              <a:off x="3414532" y="1805778"/>
              <a:ext cx="3021" cy="2544"/>
            </a:xfrm>
            <a:custGeom>
              <a:avLst/>
              <a:gdLst/>
              <a:ahLst/>
              <a:cxnLst/>
              <a:rect l="l" t="t" r="r" b="b"/>
              <a:pathLst>
                <a:path w="95" h="80" extrusionOk="0">
                  <a:moveTo>
                    <a:pt x="63" y="1"/>
                  </a:moveTo>
                  <a:lnTo>
                    <a:pt x="63" y="1"/>
                  </a:lnTo>
                  <a:lnTo>
                    <a:pt x="47" y="1"/>
                  </a:lnTo>
                  <a:lnTo>
                    <a:pt x="32" y="17"/>
                  </a:lnTo>
                  <a:cubicBezTo>
                    <a:pt x="16" y="17"/>
                    <a:pt x="16" y="17"/>
                    <a:pt x="16" y="32"/>
                  </a:cubicBezTo>
                  <a:cubicBezTo>
                    <a:pt x="0" y="32"/>
                    <a:pt x="0" y="48"/>
                    <a:pt x="0" y="64"/>
                  </a:cubicBezTo>
                  <a:cubicBezTo>
                    <a:pt x="16" y="80"/>
                    <a:pt x="32" y="80"/>
                    <a:pt x="32" y="80"/>
                  </a:cubicBezTo>
                  <a:lnTo>
                    <a:pt x="32" y="80"/>
                  </a:lnTo>
                  <a:lnTo>
                    <a:pt x="47" y="80"/>
                  </a:lnTo>
                  <a:lnTo>
                    <a:pt x="79" y="64"/>
                  </a:lnTo>
                  <a:cubicBezTo>
                    <a:pt x="95" y="64"/>
                    <a:pt x="95" y="48"/>
                    <a:pt x="95" y="32"/>
                  </a:cubicBezTo>
                  <a:lnTo>
                    <a:pt x="95" y="32"/>
                  </a:lnTo>
                  <a:lnTo>
                    <a:pt x="95" y="17"/>
                  </a:lnTo>
                  <a:cubicBezTo>
                    <a:pt x="79" y="17"/>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44" name="Google Shape;4644;p46"/>
            <p:cNvSpPr/>
            <p:nvPr/>
          </p:nvSpPr>
          <p:spPr>
            <a:xfrm>
              <a:off x="3143946" y="1833829"/>
              <a:ext cx="3021" cy="3053"/>
            </a:xfrm>
            <a:custGeom>
              <a:avLst/>
              <a:gdLst/>
              <a:ahLst/>
              <a:cxnLst/>
              <a:rect l="l" t="t" r="r" b="b"/>
              <a:pathLst>
                <a:path w="95" h="96" extrusionOk="0">
                  <a:moveTo>
                    <a:pt x="47" y="1"/>
                  </a:moveTo>
                  <a:lnTo>
                    <a:pt x="32" y="1"/>
                  </a:lnTo>
                  <a:cubicBezTo>
                    <a:pt x="32" y="17"/>
                    <a:pt x="16" y="17"/>
                    <a:pt x="16" y="17"/>
                  </a:cubicBezTo>
                  <a:cubicBezTo>
                    <a:pt x="0" y="32"/>
                    <a:pt x="0" y="64"/>
                    <a:pt x="16" y="64"/>
                  </a:cubicBezTo>
                  <a:lnTo>
                    <a:pt x="32" y="80"/>
                  </a:lnTo>
                  <a:cubicBezTo>
                    <a:pt x="47" y="80"/>
                    <a:pt x="47" y="95"/>
                    <a:pt x="63" y="95"/>
                  </a:cubicBezTo>
                  <a:lnTo>
                    <a:pt x="79" y="80"/>
                  </a:lnTo>
                  <a:cubicBezTo>
                    <a:pt x="95" y="64"/>
                    <a:pt x="95" y="49"/>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45" name="Google Shape;4645;p46"/>
            <p:cNvSpPr/>
            <p:nvPr/>
          </p:nvSpPr>
          <p:spPr>
            <a:xfrm>
              <a:off x="3191524" y="1829344"/>
              <a:ext cx="3053" cy="2512"/>
            </a:xfrm>
            <a:custGeom>
              <a:avLst/>
              <a:gdLst/>
              <a:ahLst/>
              <a:cxnLst/>
              <a:rect l="l" t="t" r="r" b="b"/>
              <a:pathLst>
                <a:path w="96" h="79" extrusionOk="0">
                  <a:moveTo>
                    <a:pt x="64" y="1"/>
                  </a:moveTo>
                  <a:lnTo>
                    <a:pt x="64" y="1"/>
                  </a:lnTo>
                  <a:lnTo>
                    <a:pt x="32" y="1"/>
                  </a:lnTo>
                  <a:lnTo>
                    <a:pt x="17" y="16"/>
                  </a:lnTo>
                  <a:cubicBezTo>
                    <a:pt x="1" y="32"/>
                    <a:pt x="17" y="64"/>
                    <a:pt x="32" y="64"/>
                  </a:cubicBezTo>
                  <a:cubicBezTo>
                    <a:pt x="32" y="79"/>
                    <a:pt x="32" y="79"/>
                    <a:pt x="48" y="79"/>
                  </a:cubicBezTo>
                  <a:cubicBezTo>
                    <a:pt x="64" y="79"/>
                    <a:pt x="64" y="79"/>
                    <a:pt x="80" y="64"/>
                  </a:cubicBezTo>
                  <a:lnTo>
                    <a:pt x="80" y="47"/>
                  </a:lnTo>
                  <a:cubicBezTo>
                    <a:pt x="95" y="32"/>
                    <a:pt x="95" y="16"/>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46" name="Google Shape;4646;p46"/>
            <p:cNvSpPr/>
            <p:nvPr/>
          </p:nvSpPr>
          <p:spPr>
            <a:xfrm>
              <a:off x="3452601" y="1781257"/>
              <a:ext cx="3530" cy="2035"/>
            </a:xfrm>
            <a:custGeom>
              <a:avLst/>
              <a:gdLst/>
              <a:ahLst/>
              <a:cxnLst/>
              <a:rect l="l" t="t" r="r" b="b"/>
              <a:pathLst>
                <a:path w="111" h="64" extrusionOk="0">
                  <a:moveTo>
                    <a:pt x="48" y="0"/>
                  </a:moveTo>
                  <a:lnTo>
                    <a:pt x="32" y="0"/>
                  </a:lnTo>
                  <a:cubicBezTo>
                    <a:pt x="16" y="0"/>
                    <a:pt x="16" y="15"/>
                    <a:pt x="1" y="15"/>
                  </a:cubicBezTo>
                  <a:cubicBezTo>
                    <a:pt x="1" y="47"/>
                    <a:pt x="16" y="63"/>
                    <a:pt x="32" y="63"/>
                  </a:cubicBezTo>
                  <a:lnTo>
                    <a:pt x="64" y="63"/>
                  </a:lnTo>
                  <a:lnTo>
                    <a:pt x="64" y="63"/>
                  </a:lnTo>
                  <a:cubicBezTo>
                    <a:pt x="79" y="63"/>
                    <a:pt x="95" y="63"/>
                    <a:pt x="95" y="47"/>
                  </a:cubicBezTo>
                  <a:cubicBezTo>
                    <a:pt x="111" y="32"/>
                    <a:pt x="95" y="0"/>
                    <a:pt x="79"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47" name="Google Shape;4647;p46"/>
            <p:cNvSpPr/>
            <p:nvPr/>
          </p:nvSpPr>
          <p:spPr>
            <a:xfrm>
              <a:off x="3260188" y="1822825"/>
              <a:ext cx="3053" cy="2544"/>
            </a:xfrm>
            <a:custGeom>
              <a:avLst/>
              <a:gdLst/>
              <a:ahLst/>
              <a:cxnLst/>
              <a:rect l="l" t="t" r="r" b="b"/>
              <a:pathLst>
                <a:path w="96" h="80" extrusionOk="0">
                  <a:moveTo>
                    <a:pt x="32" y="0"/>
                  </a:moveTo>
                  <a:lnTo>
                    <a:pt x="32" y="0"/>
                  </a:lnTo>
                  <a:lnTo>
                    <a:pt x="16" y="0"/>
                  </a:lnTo>
                  <a:cubicBezTo>
                    <a:pt x="1" y="17"/>
                    <a:pt x="1" y="48"/>
                    <a:pt x="16" y="48"/>
                  </a:cubicBezTo>
                  <a:lnTo>
                    <a:pt x="32" y="63"/>
                  </a:lnTo>
                  <a:cubicBezTo>
                    <a:pt x="32" y="80"/>
                    <a:pt x="47" y="80"/>
                    <a:pt x="47" y="80"/>
                  </a:cubicBezTo>
                  <a:cubicBezTo>
                    <a:pt x="64" y="80"/>
                    <a:pt x="79" y="63"/>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48" name="Google Shape;4648;p46"/>
            <p:cNvSpPr/>
            <p:nvPr/>
          </p:nvSpPr>
          <p:spPr>
            <a:xfrm>
              <a:off x="3039185" y="1822825"/>
              <a:ext cx="3053" cy="2544"/>
            </a:xfrm>
            <a:custGeom>
              <a:avLst/>
              <a:gdLst/>
              <a:ahLst/>
              <a:cxnLst/>
              <a:rect l="l" t="t" r="r" b="b"/>
              <a:pathLst>
                <a:path w="96" h="80" extrusionOk="0">
                  <a:moveTo>
                    <a:pt x="49" y="0"/>
                  </a:moveTo>
                  <a:lnTo>
                    <a:pt x="32" y="0"/>
                  </a:lnTo>
                  <a:lnTo>
                    <a:pt x="32" y="0"/>
                  </a:lnTo>
                  <a:lnTo>
                    <a:pt x="1" y="32"/>
                  </a:lnTo>
                  <a:lnTo>
                    <a:pt x="1" y="32"/>
                  </a:lnTo>
                  <a:lnTo>
                    <a:pt x="1" y="48"/>
                  </a:lnTo>
                  <a:lnTo>
                    <a:pt x="32" y="80"/>
                  </a:lnTo>
                  <a:lnTo>
                    <a:pt x="64" y="80"/>
                  </a:lnTo>
                  <a:lnTo>
                    <a:pt x="64" y="80"/>
                  </a:lnTo>
                  <a:cubicBezTo>
                    <a:pt x="80" y="80"/>
                    <a:pt x="95" y="63"/>
                    <a:pt x="95" y="48"/>
                  </a:cubicBezTo>
                  <a:lnTo>
                    <a:pt x="95" y="48"/>
                  </a:lnTo>
                  <a:lnTo>
                    <a:pt x="95" y="32"/>
                  </a:lnTo>
                  <a:cubicBezTo>
                    <a:pt x="95" y="17"/>
                    <a:pt x="80" y="17"/>
                    <a:pt x="80"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49" name="Google Shape;4649;p46"/>
            <p:cNvSpPr/>
            <p:nvPr/>
          </p:nvSpPr>
          <p:spPr>
            <a:xfrm>
              <a:off x="3404513" y="1813315"/>
              <a:ext cx="2512" cy="2512"/>
            </a:xfrm>
            <a:custGeom>
              <a:avLst/>
              <a:gdLst/>
              <a:ahLst/>
              <a:cxnLst/>
              <a:rect l="l" t="t" r="r" b="b"/>
              <a:pathLst>
                <a:path w="79" h="79" extrusionOk="0">
                  <a:moveTo>
                    <a:pt x="47" y="1"/>
                  </a:moveTo>
                  <a:lnTo>
                    <a:pt x="47" y="1"/>
                  </a:lnTo>
                  <a:lnTo>
                    <a:pt x="47" y="1"/>
                  </a:lnTo>
                  <a:lnTo>
                    <a:pt x="15" y="1"/>
                  </a:lnTo>
                  <a:lnTo>
                    <a:pt x="15" y="16"/>
                  </a:lnTo>
                  <a:lnTo>
                    <a:pt x="0" y="16"/>
                  </a:lnTo>
                  <a:cubicBezTo>
                    <a:pt x="0" y="32"/>
                    <a:pt x="0" y="64"/>
                    <a:pt x="15" y="79"/>
                  </a:cubicBezTo>
                  <a:lnTo>
                    <a:pt x="32" y="79"/>
                  </a:lnTo>
                  <a:cubicBezTo>
                    <a:pt x="47" y="79"/>
                    <a:pt x="47" y="79"/>
                    <a:pt x="63" y="64"/>
                  </a:cubicBezTo>
                  <a:lnTo>
                    <a:pt x="78" y="47"/>
                  </a:lnTo>
                  <a:cubicBezTo>
                    <a:pt x="78" y="32"/>
                    <a:pt x="78"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50" name="Google Shape;4650;p46"/>
            <p:cNvSpPr/>
            <p:nvPr/>
          </p:nvSpPr>
          <p:spPr>
            <a:xfrm>
              <a:off x="3200079" y="1831825"/>
              <a:ext cx="3021" cy="2576"/>
            </a:xfrm>
            <a:custGeom>
              <a:avLst/>
              <a:gdLst/>
              <a:ahLst/>
              <a:cxnLst/>
              <a:rect l="l" t="t" r="r" b="b"/>
              <a:pathLst>
                <a:path w="95" h="81" extrusionOk="0">
                  <a:moveTo>
                    <a:pt x="47" y="1"/>
                  </a:moveTo>
                  <a:lnTo>
                    <a:pt x="47" y="1"/>
                  </a:lnTo>
                  <a:cubicBezTo>
                    <a:pt x="32" y="1"/>
                    <a:pt x="32" y="1"/>
                    <a:pt x="32" y="17"/>
                  </a:cubicBezTo>
                  <a:lnTo>
                    <a:pt x="15" y="32"/>
                  </a:lnTo>
                  <a:cubicBezTo>
                    <a:pt x="0" y="49"/>
                    <a:pt x="0" y="64"/>
                    <a:pt x="15" y="80"/>
                  </a:cubicBezTo>
                  <a:lnTo>
                    <a:pt x="32" y="80"/>
                  </a:lnTo>
                  <a:cubicBezTo>
                    <a:pt x="47" y="80"/>
                    <a:pt x="63" y="80"/>
                    <a:pt x="63"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51" name="Google Shape;4651;p46"/>
            <p:cNvSpPr/>
            <p:nvPr/>
          </p:nvSpPr>
          <p:spPr>
            <a:xfrm>
              <a:off x="3192033" y="1831825"/>
              <a:ext cx="3053" cy="3053"/>
            </a:xfrm>
            <a:custGeom>
              <a:avLst/>
              <a:gdLst/>
              <a:ahLst/>
              <a:cxnLst/>
              <a:rect l="l" t="t" r="r" b="b"/>
              <a:pathLst>
                <a:path w="96" h="96" extrusionOk="0">
                  <a:moveTo>
                    <a:pt x="48" y="1"/>
                  </a:moveTo>
                  <a:lnTo>
                    <a:pt x="48" y="1"/>
                  </a:lnTo>
                  <a:lnTo>
                    <a:pt x="32" y="17"/>
                  </a:lnTo>
                  <a:lnTo>
                    <a:pt x="16" y="32"/>
                  </a:lnTo>
                  <a:cubicBezTo>
                    <a:pt x="1" y="49"/>
                    <a:pt x="1" y="80"/>
                    <a:pt x="16" y="80"/>
                  </a:cubicBezTo>
                  <a:cubicBezTo>
                    <a:pt x="32" y="95"/>
                    <a:pt x="32" y="95"/>
                    <a:pt x="48" y="95"/>
                  </a:cubicBezTo>
                  <a:lnTo>
                    <a:pt x="64" y="80"/>
                  </a:lnTo>
                  <a:lnTo>
                    <a:pt x="79" y="64"/>
                  </a:lnTo>
                  <a:cubicBezTo>
                    <a:pt x="95" y="49"/>
                    <a:pt x="95" y="32"/>
                    <a:pt x="79" y="17"/>
                  </a:cubicBezTo>
                  <a:cubicBezTo>
                    <a:pt x="64" y="17"/>
                    <a:pt x="64"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52" name="Google Shape;4652;p46"/>
            <p:cNvSpPr/>
            <p:nvPr/>
          </p:nvSpPr>
          <p:spPr>
            <a:xfrm>
              <a:off x="3433041" y="1807781"/>
              <a:ext cx="3053" cy="2544"/>
            </a:xfrm>
            <a:custGeom>
              <a:avLst/>
              <a:gdLst/>
              <a:ahLst/>
              <a:cxnLst/>
              <a:rect l="l" t="t" r="r" b="b"/>
              <a:pathLst>
                <a:path w="96" h="80" extrusionOk="0">
                  <a:moveTo>
                    <a:pt x="64" y="1"/>
                  </a:moveTo>
                  <a:lnTo>
                    <a:pt x="64" y="1"/>
                  </a:lnTo>
                  <a:lnTo>
                    <a:pt x="49" y="1"/>
                  </a:lnTo>
                  <a:lnTo>
                    <a:pt x="32" y="17"/>
                  </a:lnTo>
                  <a:cubicBezTo>
                    <a:pt x="17" y="17"/>
                    <a:pt x="17" y="17"/>
                    <a:pt x="17" y="32"/>
                  </a:cubicBezTo>
                  <a:cubicBezTo>
                    <a:pt x="1" y="32"/>
                    <a:pt x="1" y="48"/>
                    <a:pt x="17" y="64"/>
                  </a:cubicBezTo>
                  <a:lnTo>
                    <a:pt x="17" y="80"/>
                  </a:lnTo>
                  <a:lnTo>
                    <a:pt x="49" y="80"/>
                  </a:lnTo>
                  <a:lnTo>
                    <a:pt x="49" y="80"/>
                  </a:lnTo>
                  <a:lnTo>
                    <a:pt x="80" y="64"/>
                  </a:lnTo>
                  <a:cubicBezTo>
                    <a:pt x="95" y="64"/>
                    <a:pt x="95" y="48"/>
                    <a:pt x="95" y="17"/>
                  </a:cubicBezTo>
                  <a:cubicBezTo>
                    <a:pt x="95" y="17"/>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53" name="Google Shape;4653;p46"/>
            <p:cNvSpPr/>
            <p:nvPr/>
          </p:nvSpPr>
          <p:spPr>
            <a:xfrm>
              <a:off x="3269698" y="1824828"/>
              <a:ext cx="3021" cy="3021"/>
            </a:xfrm>
            <a:custGeom>
              <a:avLst/>
              <a:gdLst/>
              <a:ahLst/>
              <a:cxnLst/>
              <a:rect l="l" t="t" r="r" b="b"/>
              <a:pathLst>
                <a:path w="95" h="95" extrusionOk="0">
                  <a:moveTo>
                    <a:pt x="63" y="0"/>
                  </a:moveTo>
                  <a:lnTo>
                    <a:pt x="48" y="0"/>
                  </a:lnTo>
                  <a:lnTo>
                    <a:pt x="32" y="17"/>
                  </a:lnTo>
                  <a:lnTo>
                    <a:pt x="17" y="32"/>
                  </a:lnTo>
                  <a:cubicBezTo>
                    <a:pt x="0" y="48"/>
                    <a:pt x="0" y="63"/>
                    <a:pt x="17" y="80"/>
                  </a:cubicBezTo>
                  <a:cubicBezTo>
                    <a:pt x="32" y="95"/>
                    <a:pt x="32" y="95"/>
                    <a:pt x="48" y="95"/>
                  </a:cubicBezTo>
                  <a:lnTo>
                    <a:pt x="63" y="80"/>
                  </a:lnTo>
                  <a:lnTo>
                    <a:pt x="80" y="63"/>
                  </a:lnTo>
                  <a:cubicBezTo>
                    <a:pt x="95" y="48"/>
                    <a:pt x="95" y="32"/>
                    <a:pt x="80" y="17"/>
                  </a:cubicBezTo>
                  <a:cubicBezTo>
                    <a:pt x="80"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54" name="Google Shape;4654;p46"/>
            <p:cNvSpPr/>
            <p:nvPr/>
          </p:nvSpPr>
          <p:spPr>
            <a:xfrm>
              <a:off x="3356395" y="1757182"/>
              <a:ext cx="2512" cy="2544"/>
            </a:xfrm>
            <a:custGeom>
              <a:avLst/>
              <a:gdLst/>
              <a:ahLst/>
              <a:cxnLst/>
              <a:rect l="l" t="t" r="r" b="b"/>
              <a:pathLst>
                <a:path w="79" h="80" extrusionOk="0">
                  <a:moveTo>
                    <a:pt x="32" y="1"/>
                  </a:moveTo>
                  <a:lnTo>
                    <a:pt x="32" y="1"/>
                  </a:lnTo>
                  <a:cubicBezTo>
                    <a:pt x="16" y="1"/>
                    <a:pt x="16" y="1"/>
                    <a:pt x="16" y="16"/>
                  </a:cubicBezTo>
                  <a:cubicBezTo>
                    <a:pt x="1" y="32"/>
                    <a:pt x="1" y="48"/>
                    <a:pt x="16" y="64"/>
                  </a:cubicBezTo>
                  <a:lnTo>
                    <a:pt x="32" y="79"/>
                  </a:lnTo>
                  <a:lnTo>
                    <a:pt x="47" y="79"/>
                  </a:lnTo>
                  <a:lnTo>
                    <a:pt x="64" y="79"/>
                  </a:lnTo>
                  <a:cubicBezTo>
                    <a:pt x="64" y="64"/>
                    <a:pt x="64" y="48"/>
                    <a:pt x="79" y="48"/>
                  </a:cubicBezTo>
                  <a:lnTo>
                    <a:pt x="79" y="48"/>
                  </a:ln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55" name="Google Shape;4655;p46"/>
            <p:cNvSpPr/>
            <p:nvPr/>
          </p:nvSpPr>
          <p:spPr>
            <a:xfrm>
              <a:off x="3020166" y="1805301"/>
              <a:ext cx="3021" cy="2035"/>
            </a:xfrm>
            <a:custGeom>
              <a:avLst/>
              <a:gdLst/>
              <a:ahLst/>
              <a:cxnLst/>
              <a:rect l="l" t="t" r="r" b="b"/>
              <a:pathLst>
                <a:path w="95" h="64" extrusionOk="0">
                  <a:moveTo>
                    <a:pt x="63" y="0"/>
                  </a:moveTo>
                  <a:lnTo>
                    <a:pt x="48" y="0"/>
                  </a:lnTo>
                  <a:lnTo>
                    <a:pt x="32" y="0"/>
                  </a:lnTo>
                  <a:lnTo>
                    <a:pt x="17" y="0"/>
                  </a:lnTo>
                  <a:cubicBezTo>
                    <a:pt x="0" y="16"/>
                    <a:pt x="0" y="16"/>
                    <a:pt x="0" y="32"/>
                  </a:cubicBezTo>
                  <a:lnTo>
                    <a:pt x="0" y="47"/>
                  </a:lnTo>
                  <a:cubicBezTo>
                    <a:pt x="17" y="63"/>
                    <a:pt x="17" y="63"/>
                    <a:pt x="32" y="63"/>
                  </a:cubicBezTo>
                  <a:lnTo>
                    <a:pt x="32" y="63"/>
                  </a:lnTo>
                  <a:lnTo>
                    <a:pt x="63" y="63"/>
                  </a:lnTo>
                  <a:cubicBezTo>
                    <a:pt x="80" y="63"/>
                    <a:pt x="95" y="47"/>
                    <a:pt x="95" y="32"/>
                  </a:cubicBezTo>
                  <a:cubicBezTo>
                    <a:pt x="95" y="16"/>
                    <a:pt x="80"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56" name="Google Shape;4656;p46"/>
            <p:cNvSpPr/>
            <p:nvPr/>
          </p:nvSpPr>
          <p:spPr>
            <a:xfrm>
              <a:off x="3103333" y="1795283"/>
              <a:ext cx="4039" cy="2512"/>
            </a:xfrm>
            <a:custGeom>
              <a:avLst/>
              <a:gdLst/>
              <a:ahLst/>
              <a:cxnLst/>
              <a:rect l="l" t="t" r="r" b="b"/>
              <a:pathLst>
                <a:path w="127" h="79" extrusionOk="0">
                  <a:moveTo>
                    <a:pt x="32" y="0"/>
                  </a:moveTo>
                  <a:lnTo>
                    <a:pt x="32" y="0"/>
                  </a:lnTo>
                  <a:cubicBezTo>
                    <a:pt x="17" y="15"/>
                    <a:pt x="1" y="15"/>
                    <a:pt x="1" y="32"/>
                  </a:cubicBezTo>
                  <a:lnTo>
                    <a:pt x="1" y="47"/>
                  </a:lnTo>
                  <a:lnTo>
                    <a:pt x="17" y="63"/>
                  </a:lnTo>
                  <a:lnTo>
                    <a:pt x="32" y="78"/>
                  </a:lnTo>
                  <a:lnTo>
                    <a:pt x="95" y="78"/>
                  </a:lnTo>
                  <a:lnTo>
                    <a:pt x="95" y="78"/>
                  </a:lnTo>
                  <a:cubicBezTo>
                    <a:pt x="111" y="78"/>
                    <a:pt x="111" y="63"/>
                    <a:pt x="127" y="47"/>
                  </a:cubicBezTo>
                  <a:lnTo>
                    <a:pt x="127" y="47"/>
                  </a:lnTo>
                  <a:lnTo>
                    <a:pt x="127" y="15"/>
                  </a:lnTo>
                  <a:lnTo>
                    <a:pt x="95"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57" name="Google Shape;4657;p46"/>
            <p:cNvSpPr/>
            <p:nvPr/>
          </p:nvSpPr>
          <p:spPr>
            <a:xfrm>
              <a:off x="3442074" y="1751648"/>
              <a:ext cx="3021" cy="2576"/>
            </a:xfrm>
            <a:custGeom>
              <a:avLst/>
              <a:gdLst/>
              <a:ahLst/>
              <a:cxnLst/>
              <a:rect l="l" t="t" r="r" b="b"/>
              <a:pathLst>
                <a:path w="95" h="81" extrusionOk="0">
                  <a:moveTo>
                    <a:pt x="63" y="1"/>
                  </a:moveTo>
                  <a:lnTo>
                    <a:pt x="48" y="1"/>
                  </a:lnTo>
                  <a:cubicBezTo>
                    <a:pt x="48" y="1"/>
                    <a:pt x="32" y="1"/>
                    <a:pt x="32" y="17"/>
                  </a:cubicBezTo>
                  <a:lnTo>
                    <a:pt x="17" y="32"/>
                  </a:lnTo>
                  <a:cubicBezTo>
                    <a:pt x="0" y="49"/>
                    <a:pt x="0" y="64"/>
                    <a:pt x="17" y="80"/>
                  </a:cubicBezTo>
                  <a:lnTo>
                    <a:pt x="48" y="80"/>
                  </a:lnTo>
                  <a:lnTo>
                    <a:pt x="63" y="80"/>
                  </a:lnTo>
                  <a:lnTo>
                    <a:pt x="80" y="64"/>
                  </a:lnTo>
                  <a:cubicBezTo>
                    <a:pt x="95" y="49"/>
                    <a:pt x="95" y="17"/>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58" name="Google Shape;4658;p46"/>
            <p:cNvSpPr/>
            <p:nvPr/>
          </p:nvSpPr>
          <p:spPr>
            <a:xfrm>
              <a:off x="3435586" y="1756196"/>
              <a:ext cx="3021" cy="2512"/>
            </a:xfrm>
            <a:custGeom>
              <a:avLst/>
              <a:gdLst/>
              <a:ahLst/>
              <a:cxnLst/>
              <a:rect l="l" t="t" r="r" b="b"/>
              <a:pathLst>
                <a:path w="95" h="79" extrusionOk="0">
                  <a:moveTo>
                    <a:pt x="47" y="0"/>
                  </a:moveTo>
                  <a:lnTo>
                    <a:pt x="47" y="0"/>
                  </a:lnTo>
                  <a:cubicBezTo>
                    <a:pt x="32" y="0"/>
                    <a:pt x="32" y="16"/>
                    <a:pt x="15" y="16"/>
                  </a:cubicBezTo>
                  <a:lnTo>
                    <a:pt x="15" y="16"/>
                  </a:lnTo>
                  <a:cubicBezTo>
                    <a:pt x="15" y="32"/>
                    <a:pt x="0" y="32"/>
                    <a:pt x="15" y="47"/>
                  </a:cubicBezTo>
                  <a:lnTo>
                    <a:pt x="15" y="63"/>
                  </a:lnTo>
                  <a:lnTo>
                    <a:pt x="32" y="79"/>
                  </a:lnTo>
                  <a:lnTo>
                    <a:pt x="47" y="79"/>
                  </a:lnTo>
                  <a:lnTo>
                    <a:pt x="47" y="79"/>
                  </a:lnTo>
                  <a:lnTo>
                    <a:pt x="63" y="79"/>
                  </a:lnTo>
                  <a:lnTo>
                    <a:pt x="63" y="79"/>
                  </a:lnTo>
                  <a:lnTo>
                    <a:pt x="95" y="79"/>
                  </a:lnTo>
                  <a:cubicBezTo>
                    <a:pt x="95" y="63"/>
                    <a:pt x="95" y="47"/>
                    <a:pt x="78" y="32"/>
                  </a:cubicBezTo>
                  <a:lnTo>
                    <a:pt x="78" y="32"/>
                  </a:lnTo>
                  <a:lnTo>
                    <a:pt x="63" y="16"/>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59" name="Google Shape;4659;p46"/>
            <p:cNvSpPr/>
            <p:nvPr/>
          </p:nvSpPr>
          <p:spPr>
            <a:xfrm>
              <a:off x="3280225" y="1770698"/>
              <a:ext cx="3530" cy="3053"/>
            </a:xfrm>
            <a:custGeom>
              <a:avLst/>
              <a:gdLst/>
              <a:ahLst/>
              <a:cxnLst/>
              <a:rect l="l" t="t" r="r" b="b"/>
              <a:pathLst>
                <a:path w="111" h="96" extrusionOk="0">
                  <a:moveTo>
                    <a:pt x="64" y="1"/>
                  </a:moveTo>
                  <a:lnTo>
                    <a:pt x="64" y="1"/>
                  </a:lnTo>
                  <a:cubicBezTo>
                    <a:pt x="48" y="1"/>
                    <a:pt x="48" y="1"/>
                    <a:pt x="48" y="17"/>
                  </a:cubicBezTo>
                  <a:lnTo>
                    <a:pt x="16" y="49"/>
                  </a:lnTo>
                  <a:cubicBezTo>
                    <a:pt x="1" y="49"/>
                    <a:pt x="16" y="80"/>
                    <a:pt x="32" y="95"/>
                  </a:cubicBezTo>
                  <a:lnTo>
                    <a:pt x="48" y="95"/>
                  </a:lnTo>
                  <a:cubicBezTo>
                    <a:pt x="64" y="95"/>
                    <a:pt x="64" y="95"/>
                    <a:pt x="79" y="80"/>
                  </a:cubicBezTo>
                  <a:lnTo>
                    <a:pt x="95" y="64"/>
                  </a:lnTo>
                  <a:cubicBezTo>
                    <a:pt x="111" y="49"/>
                    <a:pt x="111" y="17"/>
                    <a:pt x="95" y="17"/>
                  </a:cubicBez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60" name="Google Shape;4660;p46"/>
            <p:cNvSpPr/>
            <p:nvPr/>
          </p:nvSpPr>
          <p:spPr>
            <a:xfrm>
              <a:off x="3260665" y="1774229"/>
              <a:ext cx="2576" cy="2512"/>
            </a:xfrm>
            <a:custGeom>
              <a:avLst/>
              <a:gdLst/>
              <a:ahLst/>
              <a:cxnLst/>
              <a:rect l="l" t="t" r="r" b="b"/>
              <a:pathLst>
                <a:path w="81" h="79" extrusionOk="0">
                  <a:moveTo>
                    <a:pt x="17" y="1"/>
                  </a:moveTo>
                  <a:lnTo>
                    <a:pt x="17" y="1"/>
                  </a:lnTo>
                  <a:lnTo>
                    <a:pt x="1" y="16"/>
                  </a:lnTo>
                  <a:lnTo>
                    <a:pt x="1" y="32"/>
                  </a:lnTo>
                  <a:cubicBezTo>
                    <a:pt x="1" y="47"/>
                    <a:pt x="17" y="64"/>
                    <a:pt x="17" y="64"/>
                  </a:cubicBezTo>
                  <a:cubicBezTo>
                    <a:pt x="32" y="64"/>
                    <a:pt x="32" y="79"/>
                    <a:pt x="32" y="79"/>
                  </a:cubicBezTo>
                  <a:cubicBezTo>
                    <a:pt x="49" y="79"/>
                    <a:pt x="64" y="64"/>
                    <a:pt x="64" y="64"/>
                  </a:cubicBezTo>
                  <a:lnTo>
                    <a:pt x="64" y="47"/>
                  </a:lnTo>
                  <a:lnTo>
                    <a:pt x="80" y="32"/>
                  </a:lnTo>
                  <a:lnTo>
                    <a:pt x="80" y="1"/>
                  </a:lnTo>
                  <a:cubicBezTo>
                    <a:pt x="80" y="16"/>
                    <a:pt x="64" y="16"/>
                    <a:pt x="49" y="16"/>
                  </a:cubicBezTo>
                  <a:lnTo>
                    <a:pt x="32" y="16"/>
                  </a:lnTo>
                  <a:cubicBezTo>
                    <a:pt x="32" y="16"/>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61" name="Google Shape;4661;p46"/>
            <p:cNvSpPr/>
            <p:nvPr/>
          </p:nvSpPr>
          <p:spPr>
            <a:xfrm>
              <a:off x="3401969" y="1761698"/>
              <a:ext cx="3053" cy="2544"/>
            </a:xfrm>
            <a:custGeom>
              <a:avLst/>
              <a:gdLst/>
              <a:ahLst/>
              <a:cxnLst/>
              <a:rect l="l" t="t" r="r" b="b"/>
              <a:pathLst>
                <a:path w="96" h="80" extrusionOk="0">
                  <a:moveTo>
                    <a:pt x="49" y="0"/>
                  </a:moveTo>
                  <a:lnTo>
                    <a:pt x="49" y="0"/>
                  </a:lnTo>
                  <a:cubicBezTo>
                    <a:pt x="49" y="0"/>
                    <a:pt x="32" y="0"/>
                    <a:pt x="32" y="16"/>
                  </a:cubicBezTo>
                  <a:lnTo>
                    <a:pt x="17" y="32"/>
                  </a:lnTo>
                  <a:cubicBezTo>
                    <a:pt x="1" y="48"/>
                    <a:pt x="1" y="63"/>
                    <a:pt x="17" y="79"/>
                  </a:cubicBezTo>
                  <a:lnTo>
                    <a:pt x="49" y="79"/>
                  </a:lnTo>
                  <a:lnTo>
                    <a:pt x="64" y="79"/>
                  </a:lnTo>
                  <a:lnTo>
                    <a:pt x="80" y="63"/>
                  </a:lnTo>
                  <a:cubicBezTo>
                    <a:pt x="95" y="48"/>
                    <a:pt x="95" y="16"/>
                    <a:pt x="80"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62" name="Google Shape;4662;p46"/>
            <p:cNvSpPr/>
            <p:nvPr/>
          </p:nvSpPr>
          <p:spPr>
            <a:xfrm>
              <a:off x="3279239" y="1763702"/>
              <a:ext cx="3021" cy="2544"/>
            </a:xfrm>
            <a:custGeom>
              <a:avLst/>
              <a:gdLst/>
              <a:ahLst/>
              <a:cxnLst/>
              <a:rect l="l" t="t" r="r" b="b"/>
              <a:pathLst>
                <a:path w="95" h="80" extrusionOk="0">
                  <a:moveTo>
                    <a:pt x="63" y="0"/>
                  </a:moveTo>
                  <a:lnTo>
                    <a:pt x="63" y="0"/>
                  </a:lnTo>
                  <a:lnTo>
                    <a:pt x="32" y="0"/>
                  </a:lnTo>
                  <a:lnTo>
                    <a:pt x="16" y="32"/>
                  </a:lnTo>
                  <a:cubicBezTo>
                    <a:pt x="0" y="32"/>
                    <a:pt x="16" y="63"/>
                    <a:pt x="32" y="80"/>
                  </a:cubicBezTo>
                  <a:lnTo>
                    <a:pt x="47" y="80"/>
                  </a:lnTo>
                  <a:cubicBezTo>
                    <a:pt x="63" y="80"/>
                    <a:pt x="63" y="80"/>
                    <a:pt x="79" y="63"/>
                  </a:cubicBezTo>
                  <a:lnTo>
                    <a:pt x="79" y="48"/>
                  </a:lnTo>
                  <a:cubicBezTo>
                    <a:pt x="95" y="32"/>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63" name="Google Shape;4663;p46"/>
            <p:cNvSpPr/>
            <p:nvPr/>
          </p:nvSpPr>
          <p:spPr>
            <a:xfrm>
              <a:off x="3236622" y="1774229"/>
              <a:ext cx="3053" cy="2512"/>
            </a:xfrm>
            <a:custGeom>
              <a:avLst/>
              <a:gdLst/>
              <a:ahLst/>
              <a:cxnLst/>
              <a:rect l="l" t="t" r="r" b="b"/>
              <a:pathLst>
                <a:path w="96" h="79" extrusionOk="0">
                  <a:moveTo>
                    <a:pt x="48" y="1"/>
                  </a:moveTo>
                  <a:lnTo>
                    <a:pt x="32" y="1"/>
                  </a:lnTo>
                  <a:lnTo>
                    <a:pt x="17" y="16"/>
                  </a:lnTo>
                  <a:cubicBezTo>
                    <a:pt x="1" y="32"/>
                    <a:pt x="1" y="47"/>
                    <a:pt x="17" y="64"/>
                  </a:cubicBezTo>
                  <a:lnTo>
                    <a:pt x="32" y="79"/>
                  </a:lnTo>
                  <a:lnTo>
                    <a:pt x="64" y="79"/>
                  </a:lnTo>
                  <a:lnTo>
                    <a:pt x="80" y="79"/>
                  </a:lnTo>
                  <a:cubicBezTo>
                    <a:pt x="95" y="64"/>
                    <a:pt x="95" y="32"/>
                    <a:pt x="80"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64" name="Google Shape;4664;p46"/>
            <p:cNvSpPr/>
            <p:nvPr/>
          </p:nvSpPr>
          <p:spPr>
            <a:xfrm>
              <a:off x="3261206" y="1771716"/>
              <a:ext cx="3021" cy="3021"/>
            </a:xfrm>
            <a:custGeom>
              <a:avLst/>
              <a:gdLst/>
              <a:ahLst/>
              <a:cxnLst/>
              <a:rect l="l" t="t" r="r" b="b"/>
              <a:pathLst>
                <a:path w="95" h="95" extrusionOk="0">
                  <a:moveTo>
                    <a:pt x="47" y="0"/>
                  </a:moveTo>
                  <a:lnTo>
                    <a:pt x="47" y="0"/>
                  </a:lnTo>
                  <a:cubicBezTo>
                    <a:pt x="32" y="0"/>
                    <a:pt x="32" y="17"/>
                    <a:pt x="15" y="17"/>
                  </a:cubicBezTo>
                  <a:lnTo>
                    <a:pt x="15" y="48"/>
                  </a:lnTo>
                  <a:lnTo>
                    <a:pt x="0" y="48"/>
                  </a:lnTo>
                  <a:lnTo>
                    <a:pt x="0" y="80"/>
                  </a:lnTo>
                  <a:cubicBezTo>
                    <a:pt x="15" y="80"/>
                    <a:pt x="15" y="95"/>
                    <a:pt x="15" y="95"/>
                  </a:cubicBezTo>
                  <a:lnTo>
                    <a:pt x="32" y="95"/>
                  </a:lnTo>
                  <a:cubicBezTo>
                    <a:pt x="47" y="95"/>
                    <a:pt x="63" y="95"/>
                    <a:pt x="63" y="80"/>
                  </a:cubicBezTo>
                  <a:lnTo>
                    <a:pt x="63" y="80"/>
                  </a:lnTo>
                  <a:lnTo>
                    <a:pt x="78" y="63"/>
                  </a:lnTo>
                  <a:lnTo>
                    <a:pt x="78" y="48"/>
                  </a:lnTo>
                  <a:cubicBezTo>
                    <a:pt x="95" y="32"/>
                    <a:pt x="78"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65" name="Google Shape;4665;p46"/>
            <p:cNvSpPr/>
            <p:nvPr/>
          </p:nvSpPr>
          <p:spPr>
            <a:xfrm>
              <a:off x="3333369" y="1776709"/>
              <a:ext cx="3021" cy="2576"/>
            </a:xfrm>
            <a:custGeom>
              <a:avLst/>
              <a:gdLst/>
              <a:ahLst/>
              <a:cxnLst/>
              <a:rect l="l" t="t" r="r" b="b"/>
              <a:pathLst>
                <a:path w="95" h="81" extrusionOk="0">
                  <a:moveTo>
                    <a:pt x="47" y="1"/>
                  </a:moveTo>
                  <a:lnTo>
                    <a:pt x="32" y="1"/>
                  </a:lnTo>
                  <a:cubicBezTo>
                    <a:pt x="32" y="1"/>
                    <a:pt x="15" y="1"/>
                    <a:pt x="15" y="17"/>
                  </a:cubicBezTo>
                  <a:cubicBezTo>
                    <a:pt x="0" y="32"/>
                    <a:pt x="0" y="49"/>
                    <a:pt x="15" y="64"/>
                  </a:cubicBezTo>
                  <a:lnTo>
                    <a:pt x="32" y="80"/>
                  </a:lnTo>
                  <a:lnTo>
                    <a:pt x="63" y="80"/>
                  </a:lnTo>
                  <a:cubicBezTo>
                    <a:pt x="63" y="80"/>
                    <a:pt x="78" y="80"/>
                    <a:pt x="78" y="64"/>
                  </a:cubicBezTo>
                  <a:cubicBezTo>
                    <a:pt x="95" y="49"/>
                    <a:pt x="95" y="32"/>
                    <a:pt x="78"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66" name="Google Shape;4666;p46"/>
            <p:cNvSpPr/>
            <p:nvPr/>
          </p:nvSpPr>
          <p:spPr>
            <a:xfrm>
              <a:off x="3287730" y="1781257"/>
              <a:ext cx="3053" cy="3021"/>
            </a:xfrm>
            <a:custGeom>
              <a:avLst/>
              <a:gdLst/>
              <a:ahLst/>
              <a:cxnLst/>
              <a:rect l="l" t="t" r="r" b="b"/>
              <a:pathLst>
                <a:path w="96" h="95" extrusionOk="0">
                  <a:moveTo>
                    <a:pt x="32" y="0"/>
                  </a:moveTo>
                  <a:lnTo>
                    <a:pt x="32" y="0"/>
                  </a:lnTo>
                  <a:lnTo>
                    <a:pt x="17" y="15"/>
                  </a:lnTo>
                  <a:cubicBezTo>
                    <a:pt x="1" y="32"/>
                    <a:pt x="1" y="47"/>
                    <a:pt x="17" y="63"/>
                  </a:cubicBezTo>
                  <a:lnTo>
                    <a:pt x="32" y="78"/>
                  </a:lnTo>
                  <a:lnTo>
                    <a:pt x="49" y="95"/>
                  </a:lnTo>
                  <a:cubicBezTo>
                    <a:pt x="64" y="95"/>
                    <a:pt x="80" y="78"/>
                    <a:pt x="80" y="78"/>
                  </a:cubicBezTo>
                  <a:cubicBezTo>
                    <a:pt x="95" y="63"/>
                    <a:pt x="95" y="32"/>
                    <a:pt x="80" y="32"/>
                  </a:cubicBezTo>
                  <a:lnTo>
                    <a:pt x="64" y="15"/>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67" name="Google Shape;4667;p46"/>
            <p:cNvSpPr/>
            <p:nvPr/>
          </p:nvSpPr>
          <p:spPr>
            <a:xfrm>
              <a:off x="3095827" y="1799767"/>
              <a:ext cx="2544" cy="2544"/>
            </a:xfrm>
            <a:custGeom>
              <a:avLst/>
              <a:gdLst/>
              <a:ahLst/>
              <a:cxnLst/>
              <a:rect l="l" t="t" r="r" b="b"/>
              <a:pathLst>
                <a:path w="80" h="80" extrusionOk="0">
                  <a:moveTo>
                    <a:pt x="48" y="1"/>
                  </a:moveTo>
                  <a:lnTo>
                    <a:pt x="48" y="1"/>
                  </a:lnTo>
                  <a:cubicBezTo>
                    <a:pt x="32" y="1"/>
                    <a:pt x="32" y="1"/>
                    <a:pt x="32" y="17"/>
                  </a:cubicBezTo>
                  <a:lnTo>
                    <a:pt x="16" y="32"/>
                  </a:lnTo>
                  <a:cubicBezTo>
                    <a:pt x="1" y="48"/>
                    <a:pt x="1" y="64"/>
                    <a:pt x="16" y="80"/>
                  </a:cubicBezTo>
                  <a:lnTo>
                    <a:pt x="32" y="80"/>
                  </a:lnTo>
                  <a:cubicBezTo>
                    <a:pt x="48" y="80"/>
                    <a:pt x="64" y="80"/>
                    <a:pt x="64" y="64"/>
                  </a:cubicBezTo>
                  <a:lnTo>
                    <a:pt x="79" y="48"/>
                  </a:lnTo>
                  <a:lnTo>
                    <a:pt x="79" y="48"/>
                  </a:lnTo>
                  <a:lnTo>
                    <a:pt x="79" y="17"/>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68" name="Google Shape;4668;p46"/>
            <p:cNvSpPr/>
            <p:nvPr/>
          </p:nvSpPr>
          <p:spPr>
            <a:xfrm>
              <a:off x="3098339" y="1799290"/>
              <a:ext cx="3021" cy="3021"/>
            </a:xfrm>
            <a:custGeom>
              <a:avLst/>
              <a:gdLst/>
              <a:ahLst/>
              <a:cxnLst/>
              <a:rect l="l" t="t" r="r" b="b"/>
              <a:pathLst>
                <a:path w="95" h="95" extrusionOk="0">
                  <a:moveTo>
                    <a:pt x="48" y="0"/>
                  </a:moveTo>
                  <a:lnTo>
                    <a:pt x="48" y="0"/>
                  </a:lnTo>
                  <a:cubicBezTo>
                    <a:pt x="32" y="0"/>
                    <a:pt x="32" y="16"/>
                    <a:pt x="16" y="16"/>
                  </a:cubicBezTo>
                  <a:lnTo>
                    <a:pt x="16" y="32"/>
                  </a:lnTo>
                  <a:lnTo>
                    <a:pt x="0" y="32"/>
                  </a:lnTo>
                  <a:lnTo>
                    <a:pt x="0" y="63"/>
                  </a:lnTo>
                  <a:lnTo>
                    <a:pt x="16" y="79"/>
                  </a:lnTo>
                  <a:lnTo>
                    <a:pt x="32" y="95"/>
                  </a:lnTo>
                  <a:cubicBezTo>
                    <a:pt x="48" y="95"/>
                    <a:pt x="63" y="79"/>
                    <a:pt x="63" y="79"/>
                  </a:cubicBezTo>
                  <a:lnTo>
                    <a:pt x="79" y="63"/>
                  </a:lnTo>
                  <a:cubicBezTo>
                    <a:pt x="95" y="47"/>
                    <a:pt x="79" y="16"/>
                    <a:pt x="79" y="16"/>
                  </a:cubicBez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69" name="Google Shape;4669;p46"/>
            <p:cNvSpPr/>
            <p:nvPr/>
          </p:nvSpPr>
          <p:spPr>
            <a:xfrm>
              <a:off x="3050729" y="1804792"/>
              <a:ext cx="2544" cy="3021"/>
            </a:xfrm>
            <a:custGeom>
              <a:avLst/>
              <a:gdLst/>
              <a:ahLst/>
              <a:cxnLst/>
              <a:rect l="l" t="t" r="r" b="b"/>
              <a:pathLst>
                <a:path w="80" h="95" extrusionOk="0">
                  <a:moveTo>
                    <a:pt x="48" y="0"/>
                  </a:moveTo>
                  <a:lnTo>
                    <a:pt x="48" y="0"/>
                  </a:lnTo>
                  <a:cubicBezTo>
                    <a:pt x="32" y="0"/>
                    <a:pt x="32" y="0"/>
                    <a:pt x="16" y="16"/>
                  </a:cubicBezTo>
                  <a:lnTo>
                    <a:pt x="16" y="32"/>
                  </a:lnTo>
                  <a:lnTo>
                    <a:pt x="16" y="48"/>
                  </a:lnTo>
                  <a:lnTo>
                    <a:pt x="16" y="48"/>
                  </a:lnTo>
                  <a:cubicBezTo>
                    <a:pt x="1" y="63"/>
                    <a:pt x="16" y="79"/>
                    <a:pt x="32" y="95"/>
                  </a:cubicBezTo>
                  <a:lnTo>
                    <a:pt x="48" y="95"/>
                  </a:lnTo>
                  <a:lnTo>
                    <a:pt x="48" y="95"/>
                  </a:lnTo>
                  <a:cubicBezTo>
                    <a:pt x="64" y="95"/>
                    <a:pt x="64" y="79"/>
                    <a:pt x="79" y="63"/>
                  </a:cubicBezTo>
                  <a:lnTo>
                    <a:pt x="79" y="63"/>
                  </a:lnTo>
                  <a:lnTo>
                    <a:pt x="79" y="48"/>
                  </a:lnTo>
                  <a:lnTo>
                    <a:pt x="79" y="32"/>
                  </a:lnTo>
                  <a:lnTo>
                    <a:pt x="79" y="32"/>
                  </a:lnTo>
                  <a:cubicBezTo>
                    <a:pt x="79"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70" name="Google Shape;4670;p46"/>
            <p:cNvSpPr/>
            <p:nvPr/>
          </p:nvSpPr>
          <p:spPr>
            <a:xfrm>
              <a:off x="3206090" y="1774229"/>
              <a:ext cx="3021" cy="2512"/>
            </a:xfrm>
            <a:custGeom>
              <a:avLst/>
              <a:gdLst/>
              <a:ahLst/>
              <a:cxnLst/>
              <a:rect l="l" t="t" r="r" b="b"/>
              <a:pathLst>
                <a:path w="95" h="79" extrusionOk="0">
                  <a:moveTo>
                    <a:pt x="32" y="1"/>
                  </a:moveTo>
                  <a:lnTo>
                    <a:pt x="32" y="1"/>
                  </a:lnTo>
                  <a:cubicBezTo>
                    <a:pt x="15" y="1"/>
                    <a:pt x="15" y="1"/>
                    <a:pt x="0" y="16"/>
                  </a:cubicBezTo>
                  <a:cubicBezTo>
                    <a:pt x="0" y="16"/>
                    <a:pt x="0" y="47"/>
                    <a:pt x="15" y="64"/>
                  </a:cubicBezTo>
                  <a:lnTo>
                    <a:pt x="32" y="64"/>
                  </a:lnTo>
                  <a:cubicBezTo>
                    <a:pt x="32" y="79"/>
                    <a:pt x="47" y="79"/>
                    <a:pt x="47" y="79"/>
                  </a:cubicBezTo>
                  <a:cubicBezTo>
                    <a:pt x="63" y="79"/>
                    <a:pt x="78" y="79"/>
                    <a:pt x="78" y="64"/>
                  </a:cubicBezTo>
                  <a:cubicBezTo>
                    <a:pt x="95" y="47"/>
                    <a:pt x="95" y="32"/>
                    <a:pt x="78" y="16"/>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71" name="Google Shape;4671;p46"/>
            <p:cNvSpPr/>
            <p:nvPr/>
          </p:nvSpPr>
          <p:spPr>
            <a:xfrm>
              <a:off x="3358398" y="1757691"/>
              <a:ext cx="3530" cy="3021"/>
            </a:xfrm>
            <a:custGeom>
              <a:avLst/>
              <a:gdLst/>
              <a:ahLst/>
              <a:cxnLst/>
              <a:rect l="l" t="t" r="r" b="b"/>
              <a:pathLst>
                <a:path w="111" h="95" extrusionOk="0">
                  <a:moveTo>
                    <a:pt x="79" y="0"/>
                  </a:moveTo>
                  <a:lnTo>
                    <a:pt x="79" y="0"/>
                  </a:lnTo>
                  <a:cubicBezTo>
                    <a:pt x="64" y="0"/>
                    <a:pt x="47" y="0"/>
                    <a:pt x="47" y="16"/>
                  </a:cubicBezTo>
                  <a:lnTo>
                    <a:pt x="32" y="32"/>
                  </a:lnTo>
                  <a:lnTo>
                    <a:pt x="32" y="32"/>
                  </a:lnTo>
                  <a:lnTo>
                    <a:pt x="32" y="32"/>
                  </a:lnTo>
                  <a:lnTo>
                    <a:pt x="16" y="32"/>
                  </a:lnTo>
                  <a:lnTo>
                    <a:pt x="16" y="32"/>
                  </a:lnTo>
                  <a:cubicBezTo>
                    <a:pt x="1" y="32"/>
                    <a:pt x="1" y="48"/>
                    <a:pt x="1" y="63"/>
                  </a:cubicBezTo>
                  <a:lnTo>
                    <a:pt x="1" y="79"/>
                  </a:lnTo>
                  <a:cubicBezTo>
                    <a:pt x="1" y="95"/>
                    <a:pt x="16" y="95"/>
                    <a:pt x="32" y="95"/>
                  </a:cubicBezTo>
                  <a:lnTo>
                    <a:pt x="47" y="95"/>
                  </a:lnTo>
                  <a:lnTo>
                    <a:pt x="47" y="95"/>
                  </a:lnTo>
                  <a:cubicBezTo>
                    <a:pt x="64" y="95"/>
                    <a:pt x="79" y="95"/>
                    <a:pt x="79" y="79"/>
                  </a:cubicBezTo>
                  <a:lnTo>
                    <a:pt x="110" y="48"/>
                  </a:lnTo>
                  <a:lnTo>
                    <a:pt x="110" y="48"/>
                  </a:lnTo>
                  <a:cubicBezTo>
                    <a:pt x="110" y="32"/>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72" name="Google Shape;4672;p46"/>
            <p:cNvSpPr/>
            <p:nvPr/>
          </p:nvSpPr>
          <p:spPr>
            <a:xfrm>
              <a:off x="3432564" y="1766691"/>
              <a:ext cx="2512" cy="2576"/>
            </a:xfrm>
            <a:custGeom>
              <a:avLst/>
              <a:gdLst/>
              <a:ahLst/>
              <a:cxnLst/>
              <a:rect l="l" t="t" r="r" b="b"/>
              <a:pathLst>
                <a:path w="79" h="81" extrusionOk="0">
                  <a:moveTo>
                    <a:pt x="47" y="1"/>
                  </a:moveTo>
                  <a:lnTo>
                    <a:pt x="47" y="1"/>
                  </a:lnTo>
                  <a:lnTo>
                    <a:pt x="16" y="1"/>
                  </a:lnTo>
                  <a:lnTo>
                    <a:pt x="1" y="17"/>
                  </a:lnTo>
                  <a:lnTo>
                    <a:pt x="1" y="49"/>
                  </a:lnTo>
                  <a:cubicBezTo>
                    <a:pt x="1" y="49"/>
                    <a:pt x="1" y="64"/>
                    <a:pt x="16" y="64"/>
                  </a:cubicBezTo>
                  <a:cubicBezTo>
                    <a:pt x="16" y="80"/>
                    <a:pt x="32" y="80"/>
                    <a:pt x="32" y="80"/>
                  </a:cubicBezTo>
                  <a:lnTo>
                    <a:pt x="32" y="80"/>
                  </a:lnTo>
                  <a:cubicBezTo>
                    <a:pt x="47" y="80"/>
                    <a:pt x="47" y="80"/>
                    <a:pt x="64" y="64"/>
                  </a:cubicBezTo>
                  <a:lnTo>
                    <a:pt x="79" y="49"/>
                  </a:lnTo>
                  <a:cubicBezTo>
                    <a:pt x="79" y="32"/>
                    <a:pt x="79"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73" name="Google Shape;4673;p46"/>
            <p:cNvSpPr/>
            <p:nvPr/>
          </p:nvSpPr>
          <p:spPr>
            <a:xfrm>
              <a:off x="3053751" y="1806287"/>
              <a:ext cx="3021" cy="3053"/>
            </a:xfrm>
            <a:custGeom>
              <a:avLst/>
              <a:gdLst/>
              <a:ahLst/>
              <a:cxnLst/>
              <a:rect l="l" t="t" r="r" b="b"/>
              <a:pathLst>
                <a:path w="95" h="96" extrusionOk="0">
                  <a:moveTo>
                    <a:pt x="47" y="1"/>
                  </a:moveTo>
                  <a:lnTo>
                    <a:pt x="47" y="1"/>
                  </a:lnTo>
                  <a:lnTo>
                    <a:pt x="32" y="16"/>
                  </a:lnTo>
                  <a:lnTo>
                    <a:pt x="16" y="32"/>
                  </a:lnTo>
                  <a:cubicBezTo>
                    <a:pt x="0" y="48"/>
                    <a:pt x="0" y="64"/>
                    <a:pt x="16" y="79"/>
                  </a:cubicBezTo>
                  <a:lnTo>
                    <a:pt x="32" y="95"/>
                  </a:lnTo>
                  <a:cubicBezTo>
                    <a:pt x="47" y="95"/>
                    <a:pt x="63" y="79"/>
                    <a:pt x="63" y="79"/>
                  </a:cubicBezTo>
                  <a:lnTo>
                    <a:pt x="79" y="64"/>
                  </a:lnTo>
                  <a:cubicBezTo>
                    <a:pt x="95" y="48"/>
                    <a:pt x="95" y="32"/>
                    <a:pt x="79" y="16"/>
                  </a:cubicBezTo>
                  <a:cubicBezTo>
                    <a:pt x="63" y="1"/>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74" name="Google Shape;4674;p46"/>
            <p:cNvSpPr/>
            <p:nvPr/>
          </p:nvSpPr>
          <p:spPr>
            <a:xfrm>
              <a:off x="3330347" y="1777727"/>
              <a:ext cx="3053" cy="2544"/>
            </a:xfrm>
            <a:custGeom>
              <a:avLst/>
              <a:gdLst/>
              <a:ahLst/>
              <a:cxnLst/>
              <a:rect l="l" t="t" r="r" b="b"/>
              <a:pathLst>
                <a:path w="96" h="80" extrusionOk="0">
                  <a:moveTo>
                    <a:pt x="32" y="0"/>
                  </a:moveTo>
                  <a:lnTo>
                    <a:pt x="32" y="0"/>
                  </a:lnTo>
                  <a:cubicBezTo>
                    <a:pt x="16" y="0"/>
                    <a:pt x="1" y="17"/>
                    <a:pt x="1" y="32"/>
                  </a:cubicBezTo>
                  <a:cubicBezTo>
                    <a:pt x="1" y="32"/>
                    <a:pt x="1" y="48"/>
                    <a:pt x="16" y="48"/>
                  </a:cubicBezTo>
                  <a:cubicBezTo>
                    <a:pt x="16" y="63"/>
                    <a:pt x="16" y="63"/>
                    <a:pt x="32" y="63"/>
                  </a:cubicBezTo>
                  <a:lnTo>
                    <a:pt x="32" y="63"/>
                  </a:lnTo>
                  <a:lnTo>
                    <a:pt x="47" y="80"/>
                  </a:lnTo>
                  <a:lnTo>
                    <a:pt x="64" y="80"/>
                  </a:lnTo>
                  <a:cubicBezTo>
                    <a:pt x="64" y="80"/>
                    <a:pt x="79" y="80"/>
                    <a:pt x="79" y="63"/>
                  </a:cubicBezTo>
                  <a:cubicBezTo>
                    <a:pt x="95" y="63"/>
                    <a:pt x="95" y="63"/>
                    <a:pt x="95" y="48"/>
                  </a:cubicBezTo>
                  <a:cubicBezTo>
                    <a:pt x="95" y="32"/>
                    <a:pt x="95" y="17"/>
                    <a:pt x="64" y="0"/>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75" name="Google Shape;4675;p46"/>
            <p:cNvSpPr/>
            <p:nvPr/>
          </p:nvSpPr>
          <p:spPr>
            <a:xfrm>
              <a:off x="3257676" y="1769712"/>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3"/>
                    <a:pt x="17" y="80"/>
                  </a:cubicBezTo>
                  <a:lnTo>
                    <a:pt x="48" y="80"/>
                  </a:lnTo>
                  <a:lnTo>
                    <a:pt x="63" y="80"/>
                  </a:lnTo>
                  <a:lnTo>
                    <a:pt x="80" y="48"/>
                  </a:lnTo>
                  <a:cubicBezTo>
                    <a:pt x="95" y="48"/>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76" name="Google Shape;4676;p46"/>
            <p:cNvSpPr/>
            <p:nvPr/>
          </p:nvSpPr>
          <p:spPr>
            <a:xfrm>
              <a:off x="3434568" y="1750662"/>
              <a:ext cx="3530" cy="3562"/>
            </a:xfrm>
            <a:custGeom>
              <a:avLst/>
              <a:gdLst/>
              <a:ahLst/>
              <a:cxnLst/>
              <a:rect l="l" t="t" r="r" b="b"/>
              <a:pathLst>
                <a:path w="111" h="112" extrusionOk="0">
                  <a:moveTo>
                    <a:pt x="79" y="0"/>
                  </a:moveTo>
                  <a:lnTo>
                    <a:pt x="64" y="0"/>
                  </a:lnTo>
                  <a:cubicBezTo>
                    <a:pt x="64" y="17"/>
                    <a:pt x="64" y="17"/>
                    <a:pt x="47" y="17"/>
                  </a:cubicBezTo>
                  <a:lnTo>
                    <a:pt x="32" y="17"/>
                  </a:lnTo>
                  <a:lnTo>
                    <a:pt x="16" y="17"/>
                  </a:lnTo>
                  <a:cubicBezTo>
                    <a:pt x="1" y="32"/>
                    <a:pt x="1" y="48"/>
                    <a:pt x="1" y="63"/>
                  </a:cubicBezTo>
                  <a:lnTo>
                    <a:pt x="1" y="63"/>
                  </a:lnTo>
                  <a:lnTo>
                    <a:pt x="32" y="95"/>
                  </a:lnTo>
                  <a:cubicBezTo>
                    <a:pt x="32" y="111"/>
                    <a:pt x="47" y="111"/>
                    <a:pt x="47" y="111"/>
                  </a:cubicBezTo>
                  <a:lnTo>
                    <a:pt x="47" y="111"/>
                  </a:lnTo>
                  <a:lnTo>
                    <a:pt x="79" y="111"/>
                  </a:lnTo>
                  <a:lnTo>
                    <a:pt x="79" y="111"/>
                  </a:lnTo>
                  <a:lnTo>
                    <a:pt x="95" y="95"/>
                  </a:lnTo>
                  <a:lnTo>
                    <a:pt x="95" y="80"/>
                  </a:lnTo>
                  <a:lnTo>
                    <a:pt x="110" y="48"/>
                  </a:lnTo>
                  <a:cubicBezTo>
                    <a:pt x="110" y="32"/>
                    <a:pt x="110" y="17"/>
                    <a:pt x="95" y="17"/>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77" name="Google Shape;4677;p46"/>
            <p:cNvSpPr/>
            <p:nvPr/>
          </p:nvSpPr>
          <p:spPr>
            <a:xfrm>
              <a:off x="3423023" y="1764687"/>
              <a:ext cx="3053" cy="2576"/>
            </a:xfrm>
            <a:custGeom>
              <a:avLst/>
              <a:gdLst/>
              <a:ahLst/>
              <a:cxnLst/>
              <a:rect l="l" t="t" r="r" b="b"/>
              <a:pathLst>
                <a:path w="96" h="81" extrusionOk="0">
                  <a:moveTo>
                    <a:pt x="49" y="1"/>
                  </a:moveTo>
                  <a:lnTo>
                    <a:pt x="32" y="1"/>
                  </a:lnTo>
                  <a:lnTo>
                    <a:pt x="17" y="1"/>
                  </a:lnTo>
                  <a:lnTo>
                    <a:pt x="17" y="1"/>
                  </a:lnTo>
                  <a:cubicBezTo>
                    <a:pt x="1" y="17"/>
                    <a:pt x="1" y="49"/>
                    <a:pt x="17" y="49"/>
                  </a:cubicBezTo>
                  <a:lnTo>
                    <a:pt x="32" y="64"/>
                  </a:lnTo>
                  <a:lnTo>
                    <a:pt x="49" y="80"/>
                  </a:lnTo>
                  <a:lnTo>
                    <a:pt x="64" y="80"/>
                  </a:lnTo>
                  <a:cubicBezTo>
                    <a:pt x="64" y="80"/>
                    <a:pt x="80" y="80"/>
                    <a:pt x="80" y="64"/>
                  </a:cubicBezTo>
                  <a:cubicBezTo>
                    <a:pt x="95" y="49"/>
                    <a:pt x="95" y="32"/>
                    <a:pt x="80" y="17"/>
                  </a:cubicBez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78" name="Google Shape;4678;p46"/>
            <p:cNvSpPr/>
            <p:nvPr/>
          </p:nvSpPr>
          <p:spPr>
            <a:xfrm>
              <a:off x="3195054" y="1787268"/>
              <a:ext cx="4516" cy="3021"/>
            </a:xfrm>
            <a:custGeom>
              <a:avLst/>
              <a:gdLst/>
              <a:ahLst/>
              <a:cxnLst/>
              <a:rect l="l" t="t" r="r" b="b"/>
              <a:pathLst>
                <a:path w="142" h="95" extrusionOk="0">
                  <a:moveTo>
                    <a:pt x="47" y="0"/>
                  </a:moveTo>
                  <a:lnTo>
                    <a:pt x="32" y="0"/>
                  </a:lnTo>
                  <a:lnTo>
                    <a:pt x="16" y="0"/>
                  </a:lnTo>
                  <a:lnTo>
                    <a:pt x="16" y="15"/>
                  </a:lnTo>
                  <a:cubicBezTo>
                    <a:pt x="0" y="32"/>
                    <a:pt x="0" y="47"/>
                    <a:pt x="32" y="63"/>
                  </a:cubicBezTo>
                  <a:lnTo>
                    <a:pt x="32" y="63"/>
                  </a:lnTo>
                  <a:lnTo>
                    <a:pt x="79" y="78"/>
                  </a:lnTo>
                  <a:lnTo>
                    <a:pt x="95" y="95"/>
                  </a:lnTo>
                  <a:lnTo>
                    <a:pt x="110" y="95"/>
                  </a:lnTo>
                  <a:cubicBezTo>
                    <a:pt x="110" y="95"/>
                    <a:pt x="127" y="78"/>
                    <a:pt x="142" y="78"/>
                  </a:cubicBezTo>
                  <a:cubicBezTo>
                    <a:pt x="142" y="63"/>
                    <a:pt x="142" y="32"/>
                    <a:pt x="127" y="32"/>
                  </a:cubicBezTo>
                  <a:lnTo>
                    <a:pt x="110" y="32"/>
                  </a:lnTo>
                  <a:lnTo>
                    <a:pt x="95" y="15"/>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grpSp>
      <p:grpSp>
        <p:nvGrpSpPr>
          <p:cNvPr id="4679" name="Google Shape;4679;p46"/>
          <p:cNvGrpSpPr/>
          <p:nvPr/>
        </p:nvGrpSpPr>
        <p:grpSpPr>
          <a:xfrm>
            <a:off x="5446189" y="2690498"/>
            <a:ext cx="2515990" cy="1966090"/>
            <a:chOff x="3360402" y="1405432"/>
            <a:chExt cx="341781" cy="267077"/>
          </a:xfrm>
        </p:grpSpPr>
        <p:sp>
          <p:nvSpPr>
            <p:cNvPr id="4680" name="Google Shape;4680;p46"/>
            <p:cNvSpPr/>
            <p:nvPr/>
          </p:nvSpPr>
          <p:spPr>
            <a:xfrm>
              <a:off x="3360402" y="1405910"/>
              <a:ext cx="341781" cy="266600"/>
            </a:xfrm>
            <a:custGeom>
              <a:avLst/>
              <a:gdLst/>
              <a:ahLst/>
              <a:cxnLst/>
              <a:rect l="l" t="t" r="r" b="b"/>
              <a:pathLst>
                <a:path w="10747" h="8383" extrusionOk="0">
                  <a:moveTo>
                    <a:pt x="10715" y="1057"/>
                  </a:moveTo>
                  <a:cubicBezTo>
                    <a:pt x="10715" y="1088"/>
                    <a:pt x="10715" y="1120"/>
                    <a:pt x="10698" y="1151"/>
                  </a:cubicBezTo>
                  <a:cubicBezTo>
                    <a:pt x="10698" y="1166"/>
                    <a:pt x="10683" y="1183"/>
                    <a:pt x="10667" y="1198"/>
                  </a:cubicBezTo>
                  <a:cubicBezTo>
                    <a:pt x="10635" y="1261"/>
                    <a:pt x="10683" y="1246"/>
                    <a:pt x="10746" y="1277"/>
                  </a:cubicBezTo>
                  <a:cubicBezTo>
                    <a:pt x="10730" y="1324"/>
                    <a:pt x="10652" y="1340"/>
                    <a:pt x="10652" y="1387"/>
                  </a:cubicBezTo>
                  <a:cubicBezTo>
                    <a:pt x="10572" y="1356"/>
                    <a:pt x="10620" y="1450"/>
                    <a:pt x="10635" y="1466"/>
                  </a:cubicBezTo>
                  <a:cubicBezTo>
                    <a:pt x="10667" y="1513"/>
                    <a:pt x="10667" y="1482"/>
                    <a:pt x="10667" y="1530"/>
                  </a:cubicBezTo>
                  <a:cubicBezTo>
                    <a:pt x="10667" y="1561"/>
                    <a:pt x="10652" y="1608"/>
                    <a:pt x="10635" y="1639"/>
                  </a:cubicBezTo>
                  <a:cubicBezTo>
                    <a:pt x="10604" y="1639"/>
                    <a:pt x="10589" y="1624"/>
                    <a:pt x="10572" y="1639"/>
                  </a:cubicBezTo>
                  <a:cubicBezTo>
                    <a:pt x="10557" y="1656"/>
                    <a:pt x="10557" y="1719"/>
                    <a:pt x="10557" y="1734"/>
                  </a:cubicBezTo>
                  <a:cubicBezTo>
                    <a:pt x="10541" y="1782"/>
                    <a:pt x="10541" y="1828"/>
                    <a:pt x="10526" y="1876"/>
                  </a:cubicBezTo>
                  <a:cubicBezTo>
                    <a:pt x="10509" y="1923"/>
                    <a:pt x="10509" y="1971"/>
                    <a:pt x="10494" y="2017"/>
                  </a:cubicBezTo>
                  <a:cubicBezTo>
                    <a:pt x="10478" y="2097"/>
                    <a:pt x="10463" y="2097"/>
                    <a:pt x="10383" y="2097"/>
                  </a:cubicBezTo>
                  <a:cubicBezTo>
                    <a:pt x="10383" y="2143"/>
                    <a:pt x="10415" y="2128"/>
                    <a:pt x="10446" y="2160"/>
                  </a:cubicBezTo>
                  <a:cubicBezTo>
                    <a:pt x="10446" y="2160"/>
                    <a:pt x="10446" y="2175"/>
                    <a:pt x="10463" y="2191"/>
                  </a:cubicBezTo>
                  <a:lnTo>
                    <a:pt x="10494" y="2206"/>
                  </a:lnTo>
                  <a:cubicBezTo>
                    <a:pt x="10509" y="2254"/>
                    <a:pt x="10478" y="2238"/>
                    <a:pt x="10446" y="2254"/>
                  </a:cubicBezTo>
                  <a:cubicBezTo>
                    <a:pt x="10415" y="2269"/>
                    <a:pt x="10415" y="2286"/>
                    <a:pt x="10415" y="2332"/>
                  </a:cubicBezTo>
                  <a:cubicBezTo>
                    <a:pt x="10400" y="2395"/>
                    <a:pt x="10431" y="2490"/>
                    <a:pt x="10415" y="2553"/>
                  </a:cubicBezTo>
                  <a:cubicBezTo>
                    <a:pt x="10400" y="2601"/>
                    <a:pt x="10257" y="2695"/>
                    <a:pt x="10352" y="2711"/>
                  </a:cubicBezTo>
                  <a:cubicBezTo>
                    <a:pt x="10320" y="2758"/>
                    <a:pt x="10257" y="2758"/>
                    <a:pt x="10242" y="2821"/>
                  </a:cubicBezTo>
                  <a:cubicBezTo>
                    <a:pt x="10211" y="2884"/>
                    <a:pt x="10274" y="2948"/>
                    <a:pt x="10274" y="3011"/>
                  </a:cubicBezTo>
                  <a:cubicBezTo>
                    <a:pt x="10274" y="3057"/>
                    <a:pt x="10257" y="3089"/>
                    <a:pt x="10242" y="3120"/>
                  </a:cubicBezTo>
                  <a:cubicBezTo>
                    <a:pt x="10226" y="3200"/>
                    <a:pt x="10257" y="3278"/>
                    <a:pt x="10257" y="3341"/>
                  </a:cubicBezTo>
                  <a:cubicBezTo>
                    <a:pt x="10274" y="3404"/>
                    <a:pt x="10305" y="3546"/>
                    <a:pt x="10194" y="3498"/>
                  </a:cubicBezTo>
                  <a:cubicBezTo>
                    <a:pt x="10226" y="3515"/>
                    <a:pt x="10289" y="3515"/>
                    <a:pt x="10305" y="3530"/>
                  </a:cubicBezTo>
                  <a:cubicBezTo>
                    <a:pt x="10352" y="3561"/>
                    <a:pt x="10305" y="3593"/>
                    <a:pt x="10274" y="3609"/>
                  </a:cubicBezTo>
                  <a:cubicBezTo>
                    <a:pt x="10242" y="3641"/>
                    <a:pt x="10242" y="3656"/>
                    <a:pt x="10194" y="3656"/>
                  </a:cubicBezTo>
                  <a:lnTo>
                    <a:pt x="10163" y="3656"/>
                  </a:lnTo>
                  <a:cubicBezTo>
                    <a:pt x="10131" y="3656"/>
                    <a:pt x="10131" y="3656"/>
                    <a:pt x="10163" y="3704"/>
                  </a:cubicBezTo>
                  <a:cubicBezTo>
                    <a:pt x="10179" y="3750"/>
                    <a:pt x="10194" y="3861"/>
                    <a:pt x="10163" y="3893"/>
                  </a:cubicBezTo>
                  <a:cubicBezTo>
                    <a:pt x="10147" y="3908"/>
                    <a:pt x="10084" y="3893"/>
                    <a:pt x="10100" y="3939"/>
                  </a:cubicBezTo>
                  <a:cubicBezTo>
                    <a:pt x="10100" y="3987"/>
                    <a:pt x="10147" y="3987"/>
                    <a:pt x="10147" y="4034"/>
                  </a:cubicBezTo>
                  <a:cubicBezTo>
                    <a:pt x="10147" y="4050"/>
                    <a:pt x="10147" y="4066"/>
                    <a:pt x="10131" y="4082"/>
                  </a:cubicBezTo>
                  <a:cubicBezTo>
                    <a:pt x="10131" y="4113"/>
                    <a:pt x="10147" y="4129"/>
                    <a:pt x="10147" y="4160"/>
                  </a:cubicBezTo>
                  <a:cubicBezTo>
                    <a:pt x="10131" y="4160"/>
                    <a:pt x="10100" y="4145"/>
                    <a:pt x="10084" y="4145"/>
                  </a:cubicBezTo>
                  <a:cubicBezTo>
                    <a:pt x="10053" y="4208"/>
                    <a:pt x="10053" y="4302"/>
                    <a:pt x="10037" y="4366"/>
                  </a:cubicBezTo>
                  <a:cubicBezTo>
                    <a:pt x="10021" y="4460"/>
                    <a:pt x="9958" y="4618"/>
                    <a:pt x="9990" y="4696"/>
                  </a:cubicBezTo>
                  <a:cubicBezTo>
                    <a:pt x="10021" y="4744"/>
                    <a:pt x="10037" y="4727"/>
                    <a:pt x="10021" y="4790"/>
                  </a:cubicBezTo>
                  <a:cubicBezTo>
                    <a:pt x="10005" y="4822"/>
                    <a:pt x="10005" y="4870"/>
                    <a:pt x="9974" y="4901"/>
                  </a:cubicBezTo>
                  <a:cubicBezTo>
                    <a:pt x="9958" y="4916"/>
                    <a:pt x="9895" y="4901"/>
                    <a:pt x="9879" y="4916"/>
                  </a:cubicBezTo>
                  <a:cubicBezTo>
                    <a:pt x="9864" y="4933"/>
                    <a:pt x="9864" y="4996"/>
                    <a:pt x="9864" y="5011"/>
                  </a:cubicBezTo>
                  <a:lnTo>
                    <a:pt x="9864" y="5137"/>
                  </a:lnTo>
                  <a:cubicBezTo>
                    <a:pt x="9864" y="5153"/>
                    <a:pt x="9895" y="5185"/>
                    <a:pt x="9895" y="5200"/>
                  </a:cubicBezTo>
                  <a:cubicBezTo>
                    <a:pt x="9895" y="5294"/>
                    <a:pt x="9832" y="5357"/>
                    <a:pt x="9801" y="5437"/>
                  </a:cubicBezTo>
                  <a:cubicBezTo>
                    <a:pt x="9784" y="5468"/>
                    <a:pt x="9784" y="5515"/>
                    <a:pt x="9769" y="5547"/>
                  </a:cubicBezTo>
                  <a:cubicBezTo>
                    <a:pt x="9769" y="5578"/>
                    <a:pt x="9753" y="5610"/>
                    <a:pt x="9753" y="5641"/>
                  </a:cubicBezTo>
                  <a:lnTo>
                    <a:pt x="9801" y="5689"/>
                  </a:lnTo>
                  <a:cubicBezTo>
                    <a:pt x="9816" y="5721"/>
                    <a:pt x="9832" y="5767"/>
                    <a:pt x="9816" y="5799"/>
                  </a:cubicBezTo>
                  <a:cubicBezTo>
                    <a:pt x="9784" y="5847"/>
                    <a:pt x="9721" y="5815"/>
                    <a:pt x="9675" y="5815"/>
                  </a:cubicBezTo>
                  <a:cubicBezTo>
                    <a:pt x="9738" y="5815"/>
                    <a:pt x="9864" y="5862"/>
                    <a:pt x="9738" y="5910"/>
                  </a:cubicBezTo>
                  <a:cubicBezTo>
                    <a:pt x="9721" y="5910"/>
                    <a:pt x="9675" y="5910"/>
                    <a:pt x="9658" y="5925"/>
                  </a:cubicBezTo>
                  <a:cubicBezTo>
                    <a:pt x="9643" y="5941"/>
                    <a:pt x="9627" y="6004"/>
                    <a:pt x="9627" y="6036"/>
                  </a:cubicBezTo>
                  <a:cubicBezTo>
                    <a:pt x="9627" y="6067"/>
                    <a:pt x="9627" y="6114"/>
                    <a:pt x="9643" y="6130"/>
                  </a:cubicBezTo>
                  <a:cubicBezTo>
                    <a:pt x="9658" y="6193"/>
                    <a:pt x="9675" y="6162"/>
                    <a:pt x="9706" y="6177"/>
                  </a:cubicBezTo>
                  <a:cubicBezTo>
                    <a:pt x="9769" y="6225"/>
                    <a:pt x="9690" y="6240"/>
                    <a:pt x="9658" y="6240"/>
                  </a:cubicBezTo>
                  <a:cubicBezTo>
                    <a:pt x="9643" y="6256"/>
                    <a:pt x="9627" y="6256"/>
                    <a:pt x="9595" y="6256"/>
                  </a:cubicBezTo>
                  <a:lnTo>
                    <a:pt x="9564" y="6256"/>
                  </a:lnTo>
                  <a:cubicBezTo>
                    <a:pt x="9549" y="6288"/>
                    <a:pt x="9580" y="6303"/>
                    <a:pt x="9580" y="6334"/>
                  </a:cubicBezTo>
                  <a:cubicBezTo>
                    <a:pt x="9595" y="6382"/>
                    <a:pt x="9564" y="6445"/>
                    <a:pt x="9549" y="6492"/>
                  </a:cubicBezTo>
                  <a:cubicBezTo>
                    <a:pt x="9549" y="6540"/>
                    <a:pt x="9517" y="6618"/>
                    <a:pt x="9517" y="6666"/>
                  </a:cubicBezTo>
                  <a:cubicBezTo>
                    <a:pt x="9532" y="6681"/>
                    <a:pt x="9549" y="6681"/>
                    <a:pt x="9564" y="6681"/>
                  </a:cubicBezTo>
                  <a:cubicBezTo>
                    <a:pt x="9564" y="6744"/>
                    <a:pt x="9549" y="6870"/>
                    <a:pt x="9486" y="6886"/>
                  </a:cubicBezTo>
                  <a:cubicBezTo>
                    <a:pt x="9532" y="6933"/>
                    <a:pt x="9501" y="7012"/>
                    <a:pt x="9486" y="7075"/>
                  </a:cubicBezTo>
                  <a:cubicBezTo>
                    <a:pt x="9469" y="7122"/>
                    <a:pt x="9423" y="7248"/>
                    <a:pt x="9454" y="7280"/>
                  </a:cubicBezTo>
                  <a:cubicBezTo>
                    <a:pt x="9469" y="7296"/>
                    <a:pt x="9501" y="7280"/>
                    <a:pt x="9501" y="7296"/>
                  </a:cubicBezTo>
                  <a:cubicBezTo>
                    <a:pt x="9532" y="7311"/>
                    <a:pt x="9532" y="7374"/>
                    <a:pt x="9532" y="7406"/>
                  </a:cubicBezTo>
                  <a:cubicBezTo>
                    <a:pt x="9517" y="7500"/>
                    <a:pt x="9486" y="7469"/>
                    <a:pt x="9406" y="7485"/>
                  </a:cubicBezTo>
                  <a:cubicBezTo>
                    <a:pt x="9391" y="7500"/>
                    <a:pt x="9391" y="7532"/>
                    <a:pt x="9375" y="7563"/>
                  </a:cubicBezTo>
                  <a:cubicBezTo>
                    <a:pt x="9375" y="7611"/>
                    <a:pt x="9328" y="7689"/>
                    <a:pt x="9343" y="7737"/>
                  </a:cubicBezTo>
                  <a:cubicBezTo>
                    <a:pt x="9343" y="7769"/>
                    <a:pt x="9391" y="7784"/>
                    <a:pt x="9375" y="7815"/>
                  </a:cubicBezTo>
                  <a:cubicBezTo>
                    <a:pt x="9360" y="7847"/>
                    <a:pt x="9312" y="7847"/>
                    <a:pt x="9312" y="7895"/>
                  </a:cubicBezTo>
                  <a:cubicBezTo>
                    <a:pt x="9312" y="7941"/>
                    <a:pt x="9328" y="7973"/>
                    <a:pt x="9343" y="8021"/>
                  </a:cubicBezTo>
                  <a:cubicBezTo>
                    <a:pt x="9343" y="8036"/>
                    <a:pt x="9328" y="8067"/>
                    <a:pt x="9328" y="8084"/>
                  </a:cubicBezTo>
                  <a:cubicBezTo>
                    <a:pt x="9312" y="8130"/>
                    <a:pt x="9312" y="8210"/>
                    <a:pt x="9280" y="8257"/>
                  </a:cubicBezTo>
                  <a:lnTo>
                    <a:pt x="9249" y="8320"/>
                  </a:lnTo>
                  <a:cubicBezTo>
                    <a:pt x="9249" y="8336"/>
                    <a:pt x="9297" y="8351"/>
                    <a:pt x="9234" y="8367"/>
                  </a:cubicBezTo>
                  <a:cubicBezTo>
                    <a:pt x="9202" y="8367"/>
                    <a:pt x="9108" y="8336"/>
                    <a:pt x="9060" y="8320"/>
                  </a:cubicBezTo>
                  <a:cubicBezTo>
                    <a:pt x="8997" y="8320"/>
                    <a:pt x="8950" y="8320"/>
                    <a:pt x="8887" y="8336"/>
                  </a:cubicBezTo>
                  <a:cubicBezTo>
                    <a:pt x="8871" y="8336"/>
                    <a:pt x="8808" y="8336"/>
                    <a:pt x="8792" y="8351"/>
                  </a:cubicBezTo>
                  <a:cubicBezTo>
                    <a:pt x="8761" y="8351"/>
                    <a:pt x="8745" y="8383"/>
                    <a:pt x="8713" y="8383"/>
                  </a:cubicBezTo>
                  <a:lnTo>
                    <a:pt x="8713" y="8320"/>
                  </a:lnTo>
                  <a:cubicBezTo>
                    <a:pt x="8666" y="8304"/>
                    <a:pt x="8587" y="8304"/>
                    <a:pt x="8524" y="8304"/>
                  </a:cubicBezTo>
                  <a:cubicBezTo>
                    <a:pt x="8509" y="8320"/>
                    <a:pt x="8477" y="8320"/>
                    <a:pt x="8446" y="8320"/>
                  </a:cubicBezTo>
                  <a:cubicBezTo>
                    <a:pt x="8429" y="8320"/>
                    <a:pt x="8414" y="8336"/>
                    <a:pt x="8398" y="8336"/>
                  </a:cubicBezTo>
                  <a:cubicBezTo>
                    <a:pt x="8366" y="8320"/>
                    <a:pt x="8366" y="8304"/>
                    <a:pt x="8366" y="8288"/>
                  </a:cubicBezTo>
                  <a:cubicBezTo>
                    <a:pt x="8320" y="8241"/>
                    <a:pt x="8240" y="8257"/>
                    <a:pt x="8194" y="8257"/>
                  </a:cubicBezTo>
                  <a:cubicBezTo>
                    <a:pt x="8114" y="8273"/>
                    <a:pt x="8068" y="8304"/>
                    <a:pt x="8005" y="8273"/>
                  </a:cubicBezTo>
                  <a:cubicBezTo>
                    <a:pt x="8020" y="8178"/>
                    <a:pt x="7894" y="8178"/>
                    <a:pt x="7831" y="8162"/>
                  </a:cubicBezTo>
                  <a:lnTo>
                    <a:pt x="7547" y="8115"/>
                  </a:lnTo>
                  <a:cubicBezTo>
                    <a:pt x="7469" y="8099"/>
                    <a:pt x="7406" y="8067"/>
                    <a:pt x="7327" y="8067"/>
                  </a:cubicBezTo>
                  <a:cubicBezTo>
                    <a:pt x="7295" y="8052"/>
                    <a:pt x="7264" y="8052"/>
                    <a:pt x="7232" y="8067"/>
                  </a:cubicBezTo>
                  <a:cubicBezTo>
                    <a:pt x="7217" y="8067"/>
                    <a:pt x="7217" y="8099"/>
                    <a:pt x="7201" y="8099"/>
                  </a:cubicBezTo>
                  <a:cubicBezTo>
                    <a:pt x="7138" y="8130"/>
                    <a:pt x="7138" y="8067"/>
                    <a:pt x="7138" y="8021"/>
                  </a:cubicBezTo>
                  <a:cubicBezTo>
                    <a:pt x="7122" y="8021"/>
                    <a:pt x="7106" y="8004"/>
                    <a:pt x="7091" y="8004"/>
                  </a:cubicBezTo>
                  <a:cubicBezTo>
                    <a:pt x="7043" y="8004"/>
                    <a:pt x="7043" y="8036"/>
                    <a:pt x="7011" y="8036"/>
                  </a:cubicBezTo>
                  <a:cubicBezTo>
                    <a:pt x="6948" y="8052"/>
                    <a:pt x="6948" y="7989"/>
                    <a:pt x="6917" y="7973"/>
                  </a:cubicBezTo>
                  <a:cubicBezTo>
                    <a:pt x="6870" y="7958"/>
                    <a:pt x="6791" y="7958"/>
                    <a:pt x="6744" y="7941"/>
                  </a:cubicBezTo>
                  <a:cubicBezTo>
                    <a:pt x="6665" y="7926"/>
                    <a:pt x="6602" y="7910"/>
                    <a:pt x="6524" y="7926"/>
                  </a:cubicBezTo>
                  <a:cubicBezTo>
                    <a:pt x="6524" y="7941"/>
                    <a:pt x="6524" y="7958"/>
                    <a:pt x="6507" y="7958"/>
                  </a:cubicBezTo>
                  <a:cubicBezTo>
                    <a:pt x="6492" y="7958"/>
                    <a:pt x="6507" y="7941"/>
                    <a:pt x="6492" y="7926"/>
                  </a:cubicBezTo>
                  <a:lnTo>
                    <a:pt x="6444" y="7878"/>
                  </a:lnTo>
                  <a:cubicBezTo>
                    <a:pt x="6413" y="7863"/>
                    <a:pt x="6413" y="7847"/>
                    <a:pt x="6366" y="7847"/>
                  </a:cubicBezTo>
                  <a:cubicBezTo>
                    <a:pt x="6303" y="7832"/>
                    <a:pt x="6224" y="7800"/>
                    <a:pt x="6161" y="7800"/>
                  </a:cubicBezTo>
                  <a:cubicBezTo>
                    <a:pt x="6146" y="7800"/>
                    <a:pt x="6114" y="7815"/>
                    <a:pt x="6098" y="7815"/>
                  </a:cubicBezTo>
                  <a:cubicBezTo>
                    <a:pt x="6066" y="7815"/>
                    <a:pt x="6020" y="7784"/>
                    <a:pt x="6003" y="7784"/>
                  </a:cubicBezTo>
                  <a:cubicBezTo>
                    <a:pt x="5956" y="7800"/>
                    <a:pt x="5956" y="7863"/>
                    <a:pt x="5909" y="7878"/>
                  </a:cubicBezTo>
                  <a:cubicBezTo>
                    <a:pt x="5862" y="7895"/>
                    <a:pt x="5799" y="7878"/>
                    <a:pt x="5767" y="7847"/>
                  </a:cubicBezTo>
                  <a:cubicBezTo>
                    <a:pt x="5751" y="7832"/>
                    <a:pt x="5767" y="7815"/>
                    <a:pt x="5751" y="7800"/>
                  </a:cubicBezTo>
                  <a:lnTo>
                    <a:pt x="5688" y="7800"/>
                  </a:lnTo>
                  <a:lnTo>
                    <a:pt x="5625" y="7800"/>
                  </a:lnTo>
                  <a:cubicBezTo>
                    <a:pt x="5578" y="7800"/>
                    <a:pt x="5530" y="7800"/>
                    <a:pt x="5515" y="7784"/>
                  </a:cubicBezTo>
                  <a:cubicBezTo>
                    <a:pt x="5499" y="7769"/>
                    <a:pt x="5499" y="7737"/>
                    <a:pt x="5484" y="7706"/>
                  </a:cubicBezTo>
                  <a:cubicBezTo>
                    <a:pt x="5467" y="7689"/>
                    <a:pt x="5436" y="7658"/>
                    <a:pt x="5404" y="7643"/>
                  </a:cubicBezTo>
                  <a:cubicBezTo>
                    <a:pt x="5373" y="7626"/>
                    <a:pt x="5310" y="7626"/>
                    <a:pt x="5278" y="7611"/>
                  </a:cubicBezTo>
                  <a:cubicBezTo>
                    <a:pt x="5263" y="7611"/>
                    <a:pt x="5247" y="7611"/>
                    <a:pt x="5232" y="7626"/>
                  </a:cubicBezTo>
                  <a:cubicBezTo>
                    <a:pt x="5200" y="7626"/>
                    <a:pt x="5184" y="7626"/>
                    <a:pt x="5152" y="7611"/>
                  </a:cubicBezTo>
                  <a:cubicBezTo>
                    <a:pt x="5121" y="7595"/>
                    <a:pt x="5089" y="7548"/>
                    <a:pt x="5043" y="7517"/>
                  </a:cubicBezTo>
                  <a:lnTo>
                    <a:pt x="4995" y="7517"/>
                  </a:lnTo>
                  <a:cubicBezTo>
                    <a:pt x="4995" y="7517"/>
                    <a:pt x="4980" y="7500"/>
                    <a:pt x="4963" y="7517"/>
                  </a:cubicBezTo>
                  <a:cubicBezTo>
                    <a:pt x="4963" y="7517"/>
                    <a:pt x="4948" y="7517"/>
                    <a:pt x="4948" y="7532"/>
                  </a:cubicBezTo>
                  <a:lnTo>
                    <a:pt x="4932" y="7548"/>
                  </a:lnTo>
                  <a:cubicBezTo>
                    <a:pt x="4917" y="7563"/>
                    <a:pt x="4900" y="7563"/>
                    <a:pt x="4885" y="7563"/>
                  </a:cubicBezTo>
                  <a:lnTo>
                    <a:pt x="4869" y="7563"/>
                  </a:lnTo>
                  <a:cubicBezTo>
                    <a:pt x="4822" y="7580"/>
                    <a:pt x="4791" y="7595"/>
                    <a:pt x="4743" y="7580"/>
                  </a:cubicBezTo>
                  <a:cubicBezTo>
                    <a:pt x="4665" y="7548"/>
                    <a:pt x="4554" y="7548"/>
                    <a:pt x="4491" y="7517"/>
                  </a:cubicBezTo>
                  <a:cubicBezTo>
                    <a:pt x="4475" y="7500"/>
                    <a:pt x="4444" y="7485"/>
                    <a:pt x="4412" y="7469"/>
                  </a:cubicBezTo>
                  <a:cubicBezTo>
                    <a:pt x="4396" y="7469"/>
                    <a:pt x="4381" y="7454"/>
                    <a:pt x="4349" y="7437"/>
                  </a:cubicBezTo>
                  <a:cubicBezTo>
                    <a:pt x="4349" y="7422"/>
                    <a:pt x="4333" y="7406"/>
                    <a:pt x="4333" y="7374"/>
                  </a:cubicBezTo>
                  <a:cubicBezTo>
                    <a:pt x="4302" y="7359"/>
                    <a:pt x="4238" y="7406"/>
                    <a:pt x="4207" y="7422"/>
                  </a:cubicBezTo>
                  <a:cubicBezTo>
                    <a:pt x="4144" y="7437"/>
                    <a:pt x="4112" y="7422"/>
                    <a:pt x="4049" y="7422"/>
                  </a:cubicBezTo>
                  <a:cubicBezTo>
                    <a:pt x="4003" y="7406"/>
                    <a:pt x="3955" y="7391"/>
                    <a:pt x="3908" y="7391"/>
                  </a:cubicBezTo>
                  <a:cubicBezTo>
                    <a:pt x="3845" y="7374"/>
                    <a:pt x="3829" y="7374"/>
                    <a:pt x="3782" y="7374"/>
                  </a:cubicBezTo>
                  <a:cubicBezTo>
                    <a:pt x="3671" y="7391"/>
                    <a:pt x="3625" y="7311"/>
                    <a:pt x="3530" y="7265"/>
                  </a:cubicBezTo>
                  <a:cubicBezTo>
                    <a:pt x="3451" y="7233"/>
                    <a:pt x="3341" y="7233"/>
                    <a:pt x="3247" y="7202"/>
                  </a:cubicBezTo>
                  <a:cubicBezTo>
                    <a:pt x="3183" y="7170"/>
                    <a:pt x="3167" y="7154"/>
                    <a:pt x="3089" y="7170"/>
                  </a:cubicBezTo>
                  <a:cubicBezTo>
                    <a:pt x="3041" y="7185"/>
                    <a:pt x="2994" y="7202"/>
                    <a:pt x="2947" y="7170"/>
                  </a:cubicBezTo>
                  <a:cubicBezTo>
                    <a:pt x="2915" y="7154"/>
                    <a:pt x="2900" y="7122"/>
                    <a:pt x="2852" y="7122"/>
                  </a:cubicBezTo>
                  <a:cubicBezTo>
                    <a:pt x="2805" y="7122"/>
                    <a:pt x="2774" y="7154"/>
                    <a:pt x="2726" y="7139"/>
                  </a:cubicBezTo>
                  <a:cubicBezTo>
                    <a:pt x="2711" y="7139"/>
                    <a:pt x="2679" y="7139"/>
                    <a:pt x="2663" y="7122"/>
                  </a:cubicBezTo>
                  <a:cubicBezTo>
                    <a:pt x="2616" y="7122"/>
                    <a:pt x="2585" y="7107"/>
                    <a:pt x="2537" y="7122"/>
                  </a:cubicBezTo>
                  <a:cubicBezTo>
                    <a:pt x="2522" y="7122"/>
                    <a:pt x="2459" y="7139"/>
                    <a:pt x="2459" y="7139"/>
                  </a:cubicBezTo>
                  <a:cubicBezTo>
                    <a:pt x="2427" y="7122"/>
                    <a:pt x="2442" y="7091"/>
                    <a:pt x="2442" y="7059"/>
                  </a:cubicBezTo>
                  <a:cubicBezTo>
                    <a:pt x="2411" y="7044"/>
                    <a:pt x="2379" y="7044"/>
                    <a:pt x="2333" y="7044"/>
                  </a:cubicBezTo>
                  <a:cubicBezTo>
                    <a:pt x="2316" y="7044"/>
                    <a:pt x="2253" y="7091"/>
                    <a:pt x="2222" y="7091"/>
                  </a:cubicBezTo>
                  <a:cubicBezTo>
                    <a:pt x="2190" y="7075"/>
                    <a:pt x="2175" y="7059"/>
                    <a:pt x="2144" y="7044"/>
                  </a:cubicBezTo>
                  <a:cubicBezTo>
                    <a:pt x="2112" y="7028"/>
                    <a:pt x="2064" y="7028"/>
                    <a:pt x="2018" y="7012"/>
                  </a:cubicBezTo>
                  <a:cubicBezTo>
                    <a:pt x="1955" y="7012"/>
                    <a:pt x="1938" y="6933"/>
                    <a:pt x="1860" y="6949"/>
                  </a:cubicBezTo>
                  <a:cubicBezTo>
                    <a:pt x="1797" y="6949"/>
                    <a:pt x="1671" y="6996"/>
                    <a:pt x="1623" y="6918"/>
                  </a:cubicBezTo>
                  <a:cubicBezTo>
                    <a:pt x="1623" y="7012"/>
                    <a:pt x="1465" y="6949"/>
                    <a:pt x="1419" y="6949"/>
                  </a:cubicBezTo>
                  <a:cubicBezTo>
                    <a:pt x="1356" y="6933"/>
                    <a:pt x="1308" y="6886"/>
                    <a:pt x="1261" y="6870"/>
                  </a:cubicBezTo>
                  <a:cubicBezTo>
                    <a:pt x="1230" y="6855"/>
                    <a:pt x="1182" y="6839"/>
                    <a:pt x="1150" y="6839"/>
                  </a:cubicBezTo>
                  <a:lnTo>
                    <a:pt x="1104" y="6839"/>
                  </a:lnTo>
                  <a:lnTo>
                    <a:pt x="1056" y="6839"/>
                  </a:lnTo>
                  <a:lnTo>
                    <a:pt x="1056" y="6807"/>
                  </a:lnTo>
                  <a:cubicBezTo>
                    <a:pt x="993" y="6792"/>
                    <a:pt x="993" y="6681"/>
                    <a:pt x="915" y="6681"/>
                  </a:cubicBezTo>
                  <a:cubicBezTo>
                    <a:pt x="898" y="6666"/>
                    <a:pt x="883" y="6681"/>
                    <a:pt x="852" y="6681"/>
                  </a:cubicBezTo>
                  <a:cubicBezTo>
                    <a:pt x="835" y="6697"/>
                    <a:pt x="820" y="6697"/>
                    <a:pt x="804" y="6697"/>
                  </a:cubicBezTo>
                  <a:cubicBezTo>
                    <a:pt x="757" y="6697"/>
                    <a:pt x="757" y="6666"/>
                    <a:pt x="741" y="6634"/>
                  </a:cubicBezTo>
                  <a:cubicBezTo>
                    <a:pt x="694" y="6603"/>
                    <a:pt x="646" y="6586"/>
                    <a:pt x="600" y="6586"/>
                  </a:cubicBezTo>
                  <a:cubicBezTo>
                    <a:pt x="568" y="6586"/>
                    <a:pt x="537" y="6618"/>
                    <a:pt x="520" y="6618"/>
                  </a:cubicBezTo>
                  <a:cubicBezTo>
                    <a:pt x="489" y="6618"/>
                    <a:pt x="457" y="6603"/>
                    <a:pt x="426" y="6603"/>
                  </a:cubicBezTo>
                  <a:cubicBezTo>
                    <a:pt x="363" y="6603"/>
                    <a:pt x="284" y="6586"/>
                    <a:pt x="237" y="6603"/>
                  </a:cubicBezTo>
                  <a:lnTo>
                    <a:pt x="221" y="6649"/>
                  </a:lnTo>
                  <a:cubicBezTo>
                    <a:pt x="190" y="6666"/>
                    <a:pt x="142" y="6681"/>
                    <a:pt x="127" y="6681"/>
                  </a:cubicBezTo>
                  <a:cubicBezTo>
                    <a:pt x="79" y="6666"/>
                    <a:pt x="79" y="6618"/>
                    <a:pt x="95" y="6586"/>
                  </a:cubicBezTo>
                  <a:cubicBezTo>
                    <a:pt x="32" y="6555"/>
                    <a:pt x="16" y="6540"/>
                    <a:pt x="1" y="6460"/>
                  </a:cubicBezTo>
                  <a:cubicBezTo>
                    <a:pt x="1" y="6429"/>
                    <a:pt x="16" y="6319"/>
                    <a:pt x="32" y="6288"/>
                  </a:cubicBezTo>
                  <a:cubicBezTo>
                    <a:pt x="64" y="6240"/>
                    <a:pt x="95" y="6240"/>
                    <a:pt x="127" y="6240"/>
                  </a:cubicBezTo>
                  <a:cubicBezTo>
                    <a:pt x="158" y="6240"/>
                    <a:pt x="174" y="6240"/>
                    <a:pt x="158" y="6162"/>
                  </a:cubicBezTo>
                  <a:cubicBezTo>
                    <a:pt x="127" y="6067"/>
                    <a:pt x="127" y="5941"/>
                    <a:pt x="190" y="5862"/>
                  </a:cubicBezTo>
                  <a:cubicBezTo>
                    <a:pt x="205" y="5847"/>
                    <a:pt x="221" y="5862"/>
                    <a:pt x="221" y="5830"/>
                  </a:cubicBezTo>
                  <a:cubicBezTo>
                    <a:pt x="237" y="5784"/>
                    <a:pt x="221" y="5736"/>
                    <a:pt x="221" y="5689"/>
                  </a:cubicBezTo>
                  <a:cubicBezTo>
                    <a:pt x="237" y="5626"/>
                    <a:pt x="268" y="5563"/>
                    <a:pt x="268" y="5515"/>
                  </a:cubicBezTo>
                  <a:cubicBezTo>
                    <a:pt x="268" y="5484"/>
                    <a:pt x="253" y="5484"/>
                    <a:pt x="253" y="5468"/>
                  </a:cubicBezTo>
                  <a:cubicBezTo>
                    <a:pt x="253" y="5421"/>
                    <a:pt x="300" y="5437"/>
                    <a:pt x="331" y="5405"/>
                  </a:cubicBezTo>
                  <a:cubicBezTo>
                    <a:pt x="379" y="5342"/>
                    <a:pt x="316" y="5248"/>
                    <a:pt x="331" y="5185"/>
                  </a:cubicBezTo>
                  <a:cubicBezTo>
                    <a:pt x="410" y="5168"/>
                    <a:pt x="379" y="5059"/>
                    <a:pt x="379" y="5011"/>
                  </a:cubicBezTo>
                  <a:cubicBezTo>
                    <a:pt x="379" y="4996"/>
                    <a:pt x="347" y="4948"/>
                    <a:pt x="363" y="4933"/>
                  </a:cubicBezTo>
                  <a:cubicBezTo>
                    <a:pt x="363" y="4901"/>
                    <a:pt x="410" y="4901"/>
                    <a:pt x="426" y="4885"/>
                  </a:cubicBezTo>
                  <a:cubicBezTo>
                    <a:pt x="474" y="4790"/>
                    <a:pt x="410" y="4664"/>
                    <a:pt x="426" y="4586"/>
                  </a:cubicBezTo>
                  <a:cubicBezTo>
                    <a:pt x="442" y="4523"/>
                    <a:pt x="474" y="4475"/>
                    <a:pt x="489" y="4412"/>
                  </a:cubicBezTo>
                  <a:cubicBezTo>
                    <a:pt x="505" y="4366"/>
                    <a:pt x="505" y="4318"/>
                    <a:pt x="537" y="4271"/>
                  </a:cubicBezTo>
                  <a:lnTo>
                    <a:pt x="583" y="4223"/>
                  </a:lnTo>
                  <a:cubicBezTo>
                    <a:pt x="583" y="4176"/>
                    <a:pt x="520" y="4145"/>
                    <a:pt x="537" y="4082"/>
                  </a:cubicBezTo>
                  <a:cubicBezTo>
                    <a:pt x="537" y="4066"/>
                    <a:pt x="568" y="4050"/>
                    <a:pt x="568" y="4003"/>
                  </a:cubicBezTo>
                  <a:cubicBezTo>
                    <a:pt x="583" y="3971"/>
                    <a:pt x="568" y="3971"/>
                    <a:pt x="552" y="3924"/>
                  </a:cubicBezTo>
                  <a:cubicBezTo>
                    <a:pt x="505" y="3830"/>
                    <a:pt x="552" y="3845"/>
                    <a:pt x="600" y="3861"/>
                  </a:cubicBezTo>
                  <a:lnTo>
                    <a:pt x="663" y="3861"/>
                  </a:lnTo>
                  <a:cubicBezTo>
                    <a:pt x="663" y="3830"/>
                    <a:pt x="615" y="3767"/>
                    <a:pt x="583" y="3750"/>
                  </a:cubicBezTo>
                  <a:cubicBezTo>
                    <a:pt x="600" y="3719"/>
                    <a:pt x="646" y="3735"/>
                    <a:pt x="663" y="3704"/>
                  </a:cubicBezTo>
                  <a:cubicBezTo>
                    <a:pt x="694" y="3624"/>
                    <a:pt x="600" y="3530"/>
                    <a:pt x="568" y="3483"/>
                  </a:cubicBezTo>
                  <a:cubicBezTo>
                    <a:pt x="583" y="3452"/>
                    <a:pt x="615" y="3452"/>
                    <a:pt x="646" y="3452"/>
                  </a:cubicBezTo>
                  <a:cubicBezTo>
                    <a:pt x="709" y="3435"/>
                    <a:pt x="789" y="3420"/>
                    <a:pt x="820" y="3357"/>
                  </a:cubicBezTo>
                  <a:cubicBezTo>
                    <a:pt x="852" y="3309"/>
                    <a:pt x="835" y="3246"/>
                    <a:pt x="835" y="3183"/>
                  </a:cubicBezTo>
                  <a:cubicBezTo>
                    <a:pt x="852" y="3120"/>
                    <a:pt x="867" y="3089"/>
                    <a:pt x="946" y="3074"/>
                  </a:cubicBezTo>
                  <a:cubicBezTo>
                    <a:pt x="1009" y="3042"/>
                    <a:pt x="1087" y="3042"/>
                    <a:pt x="1150" y="3057"/>
                  </a:cubicBezTo>
                  <a:lnTo>
                    <a:pt x="1276" y="3057"/>
                  </a:lnTo>
                  <a:cubicBezTo>
                    <a:pt x="1324" y="3042"/>
                    <a:pt x="1339" y="3042"/>
                    <a:pt x="1371" y="3011"/>
                  </a:cubicBezTo>
                  <a:cubicBezTo>
                    <a:pt x="1387" y="2994"/>
                    <a:pt x="1387" y="2963"/>
                    <a:pt x="1402" y="2931"/>
                  </a:cubicBezTo>
                  <a:cubicBezTo>
                    <a:pt x="1450" y="2868"/>
                    <a:pt x="1529" y="2837"/>
                    <a:pt x="1576" y="2774"/>
                  </a:cubicBezTo>
                  <a:cubicBezTo>
                    <a:pt x="1655" y="2711"/>
                    <a:pt x="1718" y="2632"/>
                    <a:pt x="1781" y="2569"/>
                  </a:cubicBezTo>
                  <a:cubicBezTo>
                    <a:pt x="1829" y="2538"/>
                    <a:pt x="1875" y="2475"/>
                    <a:pt x="1923" y="2475"/>
                  </a:cubicBezTo>
                  <a:lnTo>
                    <a:pt x="1970" y="2475"/>
                  </a:lnTo>
                  <a:lnTo>
                    <a:pt x="2018" y="2475"/>
                  </a:lnTo>
                  <a:cubicBezTo>
                    <a:pt x="2049" y="2475"/>
                    <a:pt x="2096" y="2458"/>
                    <a:pt x="2127" y="2443"/>
                  </a:cubicBezTo>
                  <a:cubicBezTo>
                    <a:pt x="2190" y="2395"/>
                    <a:pt x="2159" y="2332"/>
                    <a:pt x="2190" y="2269"/>
                  </a:cubicBezTo>
                  <a:cubicBezTo>
                    <a:pt x="2270" y="2128"/>
                    <a:pt x="2411" y="2191"/>
                    <a:pt x="2537" y="2206"/>
                  </a:cubicBezTo>
                  <a:cubicBezTo>
                    <a:pt x="2537" y="2128"/>
                    <a:pt x="2474" y="2065"/>
                    <a:pt x="2553" y="1986"/>
                  </a:cubicBezTo>
                  <a:cubicBezTo>
                    <a:pt x="2648" y="1954"/>
                    <a:pt x="2757" y="1939"/>
                    <a:pt x="2852" y="1923"/>
                  </a:cubicBezTo>
                  <a:cubicBezTo>
                    <a:pt x="2963" y="1908"/>
                    <a:pt x="3057" y="1876"/>
                    <a:pt x="3152" y="1845"/>
                  </a:cubicBezTo>
                  <a:cubicBezTo>
                    <a:pt x="3230" y="1782"/>
                    <a:pt x="3167" y="1687"/>
                    <a:pt x="3278" y="1639"/>
                  </a:cubicBezTo>
                  <a:cubicBezTo>
                    <a:pt x="3262" y="1608"/>
                    <a:pt x="3247" y="1561"/>
                    <a:pt x="3278" y="1545"/>
                  </a:cubicBezTo>
                  <a:cubicBezTo>
                    <a:pt x="3293" y="1530"/>
                    <a:pt x="3310" y="1530"/>
                    <a:pt x="3325" y="1545"/>
                  </a:cubicBezTo>
                  <a:cubicBezTo>
                    <a:pt x="3356" y="1482"/>
                    <a:pt x="3356" y="1466"/>
                    <a:pt x="3404" y="1419"/>
                  </a:cubicBezTo>
                  <a:lnTo>
                    <a:pt x="3451" y="1372"/>
                  </a:lnTo>
                  <a:lnTo>
                    <a:pt x="3482" y="1372"/>
                  </a:lnTo>
                  <a:cubicBezTo>
                    <a:pt x="3530" y="1340"/>
                    <a:pt x="3562" y="1261"/>
                    <a:pt x="3625" y="1246"/>
                  </a:cubicBezTo>
                  <a:cubicBezTo>
                    <a:pt x="3656" y="1246"/>
                    <a:pt x="3671" y="1277"/>
                    <a:pt x="3703" y="1293"/>
                  </a:cubicBezTo>
                  <a:cubicBezTo>
                    <a:pt x="3751" y="1246"/>
                    <a:pt x="3719" y="1246"/>
                    <a:pt x="3719" y="1183"/>
                  </a:cubicBezTo>
                  <a:cubicBezTo>
                    <a:pt x="3766" y="1183"/>
                    <a:pt x="3797" y="1198"/>
                    <a:pt x="3829" y="1198"/>
                  </a:cubicBezTo>
                  <a:cubicBezTo>
                    <a:pt x="3877" y="1214"/>
                    <a:pt x="3923" y="1230"/>
                    <a:pt x="3971" y="1214"/>
                  </a:cubicBezTo>
                  <a:cubicBezTo>
                    <a:pt x="3986" y="1183"/>
                    <a:pt x="3986" y="1151"/>
                    <a:pt x="3986" y="1120"/>
                  </a:cubicBezTo>
                  <a:cubicBezTo>
                    <a:pt x="4018" y="1057"/>
                    <a:pt x="4081" y="1025"/>
                    <a:pt x="4129" y="962"/>
                  </a:cubicBezTo>
                  <a:cubicBezTo>
                    <a:pt x="4160" y="931"/>
                    <a:pt x="4175" y="914"/>
                    <a:pt x="4238" y="914"/>
                  </a:cubicBezTo>
                  <a:cubicBezTo>
                    <a:pt x="4270" y="868"/>
                    <a:pt x="4238" y="836"/>
                    <a:pt x="4302" y="805"/>
                  </a:cubicBezTo>
                  <a:cubicBezTo>
                    <a:pt x="4365" y="757"/>
                    <a:pt x="4428" y="742"/>
                    <a:pt x="4491" y="710"/>
                  </a:cubicBezTo>
                  <a:cubicBezTo>
                    <a:pt x="4507" y="694"/>
                    <a:pt x="4538" y="679"/>
                    <a:pt x="4554" y="662"/>
                  </a:cubicBezTo>
                  <a:lnTo>
                    <a:pt x="4665" y="662"/>
                  </a:lnTo>
                  <a:cubicBezTo>
                    <a:pt x="4711" y="679"/>
                    <a:pt x="4759" y="679"/>
                    <a:pt x="4791" y="631"/>
                  </a:cubicBezTo>
                  <a:cubicBezTo>
                    <a:pt x="4806" y="599"/>
                    <a:pt x="4791" y="553"/>
                    <a:pt x="4806" y="521"/>
                  </a:cubicBezTo>
                  <a:cubicBezTo>
                    <a:pt x="4822" y="473"/>
                    <a:pt x="4869" y="442"/>
                    <a:pt x="4917" y="427"/>
                  </a:cubicBezTo>
                  <a:cubicBezTo>
                    <a:pt x="4948" y="410"/>
                    <a:pt x="4980" y="410"/>
                    <a:pt x="5011" y="395"/>
                  </a:cubicBezTo>
                  <a:cubicBezTo>
                    <a:pt x="5058" y="379"/>
                    <a:pt x="5026" y="364"/>
                    <a:pt x="5058" y="316"/>
                  </a:cubicBezTo>
                  <a:cubicBezTo>
                    <a:pt x="5089" y="238"/>
                    <a:pt x="5184" y="269"/>
                    <a:pt x="5247" y="269"/>
                  </a:cubicBezTo>
                  <a:cubicBezTo>
                    <a:pt x="5263" y="238"/>
                    <a:pt x="5247" y="190"/>
                    <a:pt x="5278" y="158"/>
                  </a:cubicBezTo>
                  <a:cubicBezTo>
                    <a:pt x="5326" y="111"/>
                    <a:pt x="5389" y="95"/>
                    <a:pt x="5436" y="111"/>
                  </a:cubicBezTo>
                  <a:cubicBezTo>
                    <a:pt x="5452" y="64"/>
                    <a:pt x="5436" y="64"/>
                    <a:pt x="5484" y="48"/>
                  </a:cubicBezTo>
                  <a:cubicBezTo>
                    <a:pt x="5515" y="32"/>
                    <a:pt x="5578" y="1"/>
                    <a:pt x="5610" y="1"/>
                  </a:cubicBezTo>
                  <a:cubicBezTo>
                    <a:pt x="5720" y="17"/>
                    <a:pt x="5720" y="158"/>
                    <a:pt x="5783" y="221"/>
                  </a:cubicBezTo>
                  <a:cubicBezTo>
                    <a:pt x="5783" y="175"/>
                    <a:pt x="5814" y="64"/>
                    <a:pt x="5877" y="48"/>
                  </a:cubicBezTo>
                  <a:cubicBezTo>
                    <a:pt x="5925" y="32"/>
                    <a:pt x="5940" y="80"/>
                    <a:pt x="5956" y="95"/>
                  </a:cubicBezTo>
                  <a:cubicBezTo>
                    <a:pt x="5988" y="127"/>
                    <a:pt x="6020" y="143"/>
                    <a:pt x="6051" y="143"/>
                  </a:cubicBezTo>
                  <a:cubicBezTo>
                    <a:pt x="6114" y="158"/>
                    <a:pt x="6098" y="127"/>
                    <a:pt x="6146" y="95"/>
                  </a:cubicBezTo>
                  <a:cubicBezTo>
                    <a:pt x="6161" y="80"/>
                    <a:pt x="6224" y="64"/>
                    <a:pt x="6240" y="80"/>
                  </a:cubicBezTo>
                  <a:cubicBezTo>
                    <a:pt x="6303" y="95"/>
                    <a:pt x="6303" y="111"/>
                    <a:pt x="6303" y="158"/>
                  </a:cubicBezTo>
                  <a:cubicBezTo>
                    <a:pt x="6303" y="175"/>
                    <a:pt x="6287" y="190"/>
                    <a:pt x="6318" y="206"/>
                  </a:cubicBezTo>
                  <a:cubicBezTo>
                    <a:pt x="6318" y="221"/>
                    <a:pt x="6413" y="190"/>
                    <a:pt x="6429" y="175"/>
                  </a:cubicBezTo>
                  <a:cubicBezTo>
                    <a:pt x="6507" y="175"/>
                    <a:pt x="6650" y="175"/>
                    <a:pt x="6728" y="238"/>
                  </a:cubicBezTo>
                  <a:cubicBezTo>
                    <a:pt x="6759" y="238"/>
                    <a:pt x="6759" y="253"/>
                    <a:pt x="6759" y="284"/>
                  </a:cubicBezTo>
                  <a:lnTo>
                    <a:pt x="6759" y="316"/>
                  </a:lnTo>
                  <a:cubicBezTo>
                    <a:pt x="6759" y="364"/>
                    <a:pt x="6807" y="395"/>
                    <a:pt x="6854" y="427"/>
                  </a:cubicBezTo>
                  <a:cubicBezTo>
                    <a:pt x="6902" y="395"/>
                    <a:pt x="6854" y="269"/>
                    <a:pt x="6917" y="269"/>
                  </a:cubicBezTo>
                  <a:cubicBezTo>
                    <a:pt x="6965" y="269"/>
                    <a:pt x="6965" y="347"/>
                    <a:pt x="6996" y="364"/>
                  </a:cubicBezTo>
                  <a:cubicBezTo>
                    <a:pt x="7011" y="379"/>
                    <a:pt x="7043" y="379"/>
                    <a:pt x="7059" y="379"/>
                  </a:cubicBezTo>
                  <a:cubicBezTo>
                    <a:pt x="7106" y="379"/>
                    <a:pt x="7138" y="395"/>
                    <a:pt x="7169" y="427"/>
                  </a:cubicBezTo>
                  <a:cubicBezTo>
                    <a:pt x="7185" y="442"/>
                    <a:pt x="7201" y="473"/>
                    <a:pt x="7232" y="490"/>
                  </a:cubicBezTo>
                  <a:cubicBezTo>
                    <a:pt x="7280" y="505"/>
                    <a:pt x="7295" y="490"/>
                    <a:pt x="7343" y="458"/>
                  </a:cubicBezTo>
                  <a:cubicBezTo>
                    <a:pt x="7390" y="427"/>
                    <a:pt x="7438" y="427"/>
                    <a:pt x="7501" y="410"/>
                  </a:cubicBezTo>
                  <a:cubicBezTo>
                    <a:pt x="7579" y="395"/>
                    <a:pt x="7579" y="379"/>
                    <a:pt x="7642" y="427"/>
                  </a:cubicBezTo>
                  <a:cubicBezTo>
                    <a:pt x="7721" y="490"/>
                    <a:pt x="7799" y="490"/>
                    <a:pt x="7894" y="505"/>
                  </a:cubicBezTo>
                  <a:lnTo>
                    <a:pt x="7910" y="505"/>
                  </a:lnTo>
                  <a:cubicBezTo>
                    <a:pt x="7925" y="505"/>
                    <a:pt x="7942" y="505"/>
                    <a:pt x="7957" y="521"/>
                  </a:cubicBezTo>
                  <a:cubicBezTo>
                    <a:pt x="7957" y="536"/>
                    <a:pt x="7973" y="553"/>
                    <a:pt x="7973" y="568"/>
                  </a:cubicBezTo>
                  <a:cubicBezTo>
                    <a:pt x="8005" y="568"/>
                    <a:pt x="8020" y="584"/>
                    <a:pt x="8051" y="584"/>
                  </a:cubicBezTo>
                  <a:cubicBezTo>
                    <a:pt x="8099" y="599"/>
                    <a:pt x="8162" y="599"/>
                    <a:pt x="8209" y="616"/>
                  </a:cubicBezTo>
                  <a:cubicBezTo>
                    <a:pt x="8303" y="631"/>
                    <a:pt x="8414" y="694"/>
                    <a:pt x="8524" y="694"/>
                  </a:cubicBezTo>
                  <a:cubicBezTo>
                    <a:pt x="8524" y="679"/>
                    <a:pt x="8509" y="631"/>
                    <a:pt x="8540" y="616"/>
                  </a:cubicBezTo>
                  <a:cubicBezTo>
                    <a:pt x="8572" y="599"/>
                    <a:pt x="8635" y="631"/>
                    <a:pt x="8635" y="662"/>
                  </a:cubicBezTo>
                  <a:cubicBezTo>
                    <a:pt x="8635" y="694"/>
                    <a:pt x="8603" y="725"/>
                    <a:pt x="8635" y="742"/>
                  </a:cubicBezTo>
                  <a:cubicBezTo>
                    <a:pt x="8666" y="788"/>
                    <a:pt x="8808" y="757"/>
                    <a:pt x="8856" y="742"/>
                  </a:cubicBezTo>
                  <a:cubicBezTo>
                    <a:pt x="8887" y="742"/>
                    <a:pt x="8950" y="757"/>
                    <a:pt x="8982" y="773"/>
                  </a:cubicBezTo>
                  <a:cubicBezTo>
                    <a:pt x="9013" y="805"/>
                    <a:pt x="9013" y="883"/>
                    <a:pt x="9060" y="851"/>
                  </a:cubicBezTo>
                  <a:cubicBezTo>
                    <a:pt x="9123" y="836"/>
                    <a:pt x="9154" y="710"/>
                    <a:pt x="9234" y="757"/>
                  </a:cubicBezTo>
                  <a:cubicBezTo>
                    <a:pt x="9280" y="773"/>
                    <a:pt x="9249" y="836"/>
                    <a:pt x="9265" y="868"/>
                  </a:cubicBezTo>
                  <a:cubicBezTo>
                    <a:pt x="9297" y="883"/>
                    <a:pt x="9328" y="868"/>
                    <a:pt x="9360" y="851"/>
                  </a:cubicBezTo>
                  <a:cubicBezTo>
                    <a:pt x="9391" y="851"/>
                    <a:pt x="9423" y="836"/>
                    <a:pt x="9454" y="836"/>
                  </a:cubicBezTo>
                  <a:cubicBezTo>
                    <a:pt x="9486" y="851"/>
                    <a:pt x="9501" y="899"/>
                    <a:pt x="9532" y="914"/>
                  </a:cubicBezTo>
                  <a:cubicBezTo>
                    <a:pt x="9564" y="931"/>
                    <a:pt x="9627" y="899"/>
                    <a:pt x="9658" y="899"/>
                  </a:cubicBezTo>
                  <a:cubicBezTo>
                    <a:pt x="9675" y="883"/>
                    <a:pt x="9675" y="883"/>
                    <a:pt x="9690" y="883"/>
                  </a:cubicBezTo>
                  <a:cubicBezTo>
                    <a:pt x="9738" y="883"/>
                    <a:pt x="9769" y="883"/>
                    <a:pt x="9801" y="899"/>
                  </a:cubicBezTo>
                  <a:cubicBezTo>
                    <a:pt x="9864" y="899"/>
                    <a:pt x="9911" y="914"/>
                    <a:pt x="9974" y="931"/>
                  </a:cubicBezTo>
                  <a:cubicBezTo>
                    <a:pt x="10005" y="931"/>
                    <a:pt x="10037" y="946"/>
                    <a:pt x="10068" y="946"/>
                  </a:cubicBezTo>
                  <a:lnTo>
                    <a:pt x="10147" y="946"/>
                  </a:lnTo>
                  <a:cubicBezTo>
                    <a:pt x="10163" y="931"/>
                    <a:pt x="10194" y="931"/>
                    <a:pt x="10211" y="931"/>
                  </a:cubicBezTo>
                  <a:cubicBezTo>
                    <a:pt x="10242" y="962"/>
                    <a:pt x="10211" y="1009"/>
                    <a:pt x="10211" y="1040"/>
                  </a:cubicBezTo>
                  <a:cubicBezTo>
                    <a:pt x="10242" y="1040"/>
                    <a:pt x="10274" y="1009"/>
                    <a:pt x="10305" y="994"/>
                  </a:cubicBezTo>
                  <a:cubicBezTo>
                    <a:pt x="10337" y="994"/>
                    <a:pt x="10368" y="977"/>
                    <a:pt x="10383" y="994"/>
                  </a:cubicBezTo>
                  <a:cubicBezTo>
                    <a:pt x="10400" y="994"/>
                    <a:pt x="10400" y="1009"/>
                    <a:pt x="10415" y="1009"/>
                  </a:cubicBezTo>
                  <a:cubicBezTo>
                    <a:pt x="10431" y="1025"/>
                    <a:pt x="10478" y="1009"/>
                    <a:pt x="10494" y="994"/>
                  </a:cubicBezTo>
                  <a:cubicBezTo>
                    <a:pt x="10509" y="994"/>
                    <a:pt x="10526" y="977"/>
                    <a:pt x="10541" y="977"/>
                  </a:cubicBezTo>
                  <a:cubicBezTo>
                    <a:pt x="10557" y="977"/>
                    <a:pt x="10698" y="1057"/>
                    <a:pt x="10715" y="105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81" name="Google Shape;4681;p46"/>
            <p:cNvSpPr/>
            <p:nvPr/>
          </p:nvSpPr>
          <p:spPr>
            <a:xfrm>
              <a:off x="3515222" y="1418949"/>
              <a:ext cx="119800" cy="9573"/>
            </a:xfrm>
            <a:custGeom>
              <a:avLst/>
              <a:gdLst/>
              <a:ahLst/>
              <a:cxnLst/>
              <a:rect l="l" t="t" r="r" b="b"/>
              <a:pathLst>
                <a:path w="3767" h="301" extrusionOk="0">
                  <a:moveTo>
                    <a:pt x="3767" y="284"/>
                  </a:moveTo>
                  <a:cubicBezTo>
                    <a:pt x="3767" y="284"/>
                    <a:pt x="3767" y="300"/>
                    <a:pt x="3751" y="300"/>
                  </a:cubicBezTo>
                  <a:cubicBezTo>
                    <a:pt x="3767" y="300"/>
                    <a:pt x="3767" y="284"/>
                    <a:pt x="3767" y="284"/>
                  </a:cubicBezTo>
                  <a:close/>
                  <a:moveTo>
                    <a:pt x="49" y="0"/>
                  </a:moveTo>
                  <a:lnTo>
                    <a:pt x="17" y="0"/>
                  </a:lnTo>
                  <a:cubicBezTo>
                    <a:pt x="17" y="0"/>
                    <a:pt x="1" y="17"/>
                    <a:pt x="1" y="32"/>
                  </a:cubicBezTo>
                  <a:cubicBezTo>
                    <a:pt x="1" y="32"/>
                    <a:pt x="17" y="32"/>
                    <a:pt x="32" y="17"/>
                  </a:cubicBezTo>
                  <a:cubicBezTo>
                    <a:pt x="32" y="17"/>
                    <a:pt x="32" y="0"/>
                    <a:pt x="49" y="0"/>
                  </a:cubicBezTo>
                  <a:close/>
                </a:path>
              </a:pathLst>
            </a:custGeom>
            <a:solidFill>
              <a:srgbClr val="F7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82" name="Google Shape;4682;p46"/>
            <p:cNvSpPr/>
            <p:nvPr/>
          </p:nvSpPr>
          <p:spPr>
            <a:xfrm>
              <a:off x="3361419" y="1406927"/>
              <a:ext cx="335739" cy="261576"/>
            </a:xfrm>
            <a:custGeom>
              <a:avLst/>
              <a:gdLst/>
              <a:ahLst/>
              <a:cxnLst/>
              <a:rect l="l" t="t" r="r" b="b"/>
              <a:pathLst>
                <a:path w="10557" h="8225" extrusionOk="0">
                  <a:moveTo>
                    <a:pt x="8004" y="8083"/>
                  </a:moveTo>
                  <a:cubicBezTo>
                    <a:pt x="8019" y="8052"/>
                    <a:pt x="8036" y="8035"/>
                    <a:pt x="8067" y="8035"/>
                  </a:cubicBezTo>
                  <a:lnTo>
                    <a:pt x="8082" y="8035"/>
                  </a:lnTo>
                  <a:cubicBezTo>
                    <a:pt x="8099" y="8035"/>
                    <a:pt x="8114" y="8052"/>
                    <a:pt x="8130" y="8067"/>
                  </a:cubicBezTo>
                  <a:lnTo>
                    <a:pt x="8114" y="8067"/>
                  </a:lnTo>
                  <a:lnTo>
                    <a:pt x="8067" y="8067"/>
                  </a:lnTo>
                  <a:cubicBezTo>
                    <a:pt x="8036" y="8067"/>
                    <a:pt x="8019" y="8067"/>
                    <a:pt x="8004" y="8083"/>
                  </a:cubicBezTo>
                  <a:close/>
                  <a:moveTo>
                    <a:pt x="7484" y="7926"/>
                  </a:moveTo>
                  <a:lnTo>
                    <a:pt x="7515" y="7926"/>
                  </a:lnTo>
                  <a:lnTo>
                    <a:pt x="7532" y="7926"/>
                  </a:lnTo>
                  <a:cubicBezTo>
                    <a:pt x="7547" y="7926"/>
                    <a:pt x="7547" y="7941"/>
                    <a:pt x="7563" y="7941"/>
                  </a:cubicBezTo>
                  <a:cubicBezTo>
                    <a:pt x="7532" y="7941"/>
                    <a:pt x="7515" y="7926"/>
                    <a:pt x="7484" y="7926"/>
                  </a:cubicBezTo>
                  <a:close/>
                  <a:moveTo>
                    <a:pt x="6870" y="7846"/>
                  </a:moveTo>
                  <a:cubicBezTo>
                    <a:pt x="6885" y="7815"/>
                    <a:pt x="6916" y="7800"/>
                    <a:pt x="6948" y="7800"/>
                  </a:cubicBezTo>
                  <a:lnTo>
                    <a:pt x="6964" y="7800"/>
                  </a:lnTo>
                  <a:lnTo>
                    <a:pt x="6996" y="7831"/>
                  </a:lnTo>
                  <a:cubicBezTo>
                    <a:pt x="6996" y="7831"/>
                    <a:pt x="6996" y="7815"/>
                    <a:pt x="6979" y="7815"/>
                  </a:cubicBezTo>
                  <a:lnTo>
                    <a:pt x="6979" y="7815"/>
                  </a:lnTo>
                  <a:cubicBezTo>
                    <a:pt x="6948" y="7831"/>
                    <a:pt x="6933" y="7846"/>
                    <a:pt x="6916" y="7846"/>
                  </a:cubicBezTo>
                  <a:lnTo>
                    <a:pt x="6901" y="7846"/>
                  </a:lnTo>
                  <a:lnTo>
                    <a:pt x="6870" y="7846"/>
                  </a:lnTo>
                  <a:close/>
                  <a:moveTo>
                    <a:pt x="6349" y="7689"/>
                  </a:moveTo>
                  <a:lnTo>
                    <a:pt x="6381" y="7689"/>
                  </a:lnTo>
                  <a:lnTo>
                    <a:pt x="6397" y="7689"/>
                  </a:lnTo>
                  <a:cubicBezTo>
                    <a:pt x="6429" y="7705"/>
                    <a:pt x="6444" y="7720"/>
                    <a:pt x="6460" y="7737"/>
                  </a:cubicBezTo>
                  <a:lnTo>
                    <a:pt x="6444" y="7737"/>
                  </a:lnTo>
                  <a:cubicBezTo>
                    <a:pt x="6444" y="7752"/>
                    <a:pt x="6429" y="7768"/>
                    <a:pt x="6429" y="7768"/>
                  </a:cubicBezTo>
                  <a:cubicBezTo>
                    <a:pt x="6412" y="7768"/>
                    <a:pt x="6412" y="7752"/>
                    <a:pt x="6412" y="7737"/>
                  </a:cubicBezTo>
                  <a:cubicBezTo>
                    <a:pt x="6397" y="7720"/>
                    <a:pt x="6381" y="7720"/>
                    <a:pt x="6366" y="7705"/>
                  </a:cubicBezTo>
                  <a:cubicBezTo>
                    <a:pt x="6349" y="7705"/>
                    <a:pt x="6349" y="7689"/>
                    <a:pt x="6349" y="7689"/>
                  </a:cubicBezTo>
                  <a:close/>
                  <a:moveTo>
                    <a:pt x="5735" y="7674"/>
                  </a:moveTo>
                  <a:lnTo>
                    <a:pt x="5735" y="7642"/>
                  </a:lnTo>
                  <a:lnTo>
                    <a:pt x="5735" y="7642"/>
                  </a:lnTo>
                  <a:lnTo>
                    <a:pt x="5861" y="7674"/>
                  </a:lnTo>
                  <a:lnTo>
                    <a:pt x="5845" y="7689"/>
                  </a:lnTo>
                  <a:lnTo>
                    <a:pt x="5798" y="7689"/>
                  </a:lnTo>
                  <a:cubicBezTo>
                    <a:pt x="5782" y="7689"/>
                    <a:pt x="5751" y="7689"/>
                    <a:pt x="5735" y="7674"/>
                  </a:cubicBezTo>
                  <a:close/>
                  <a:moveTo>
                    <a:pt x="8744" y="7752"/>
                  </a:moveTo>
                  <a:lnTo>
                    <a:pt x="8729" y="7752"/>
                  </a:lnTo>
                  <a:cubicBezTo>
                    <a:pt x="8681" y="7752"/>
                    <a:pt x="8666" y="7705"/>
                    <a:pt x="8666" y="7657"/>
                  </a:cubicBezTo>
                  <a:cubicBezTo>
                    <a:pt x="8681" y="7611"/>
                    <a:pt x="8713" y="7594"/>
                    <a:pt x="8744" y="7594"/>
                  </a:cubicBezTo>
                  <a:lnTo>
                    <a:pt x="8776" y="7594"/>
                  </a:lnTo>
                  <a:cubicBezTo>
                    <a:pt x="8807" y="7594"/>
                    <a:pt x="8839" y="7642"/>
                    <a:pt x="8839" y="7689"/>
                  </a:cubicBezTo>
                  <a:cubicBezTo>
                    <a:pt x="8824" y="7737"/>
                    <a:pt x="8792" y="7752"/>
                    <a:pt x="8744" y="7752"/>
                  </a:cubicBezTo>
                  <a:close/>
                  <a:moveTo>
                    <a:pt x="5735" y="7642"/>
                  </a:moveTo>
                  <a:cubicBezTo>
                    <a:pt x="5735" y="7594"/>
                    <a:pt x="5782" y="7579"/>
                    <a:pt x="5814" y="7579"/>
                  </a:cubicBezTo>
                  <a:lnTo>
                    <a:pt x="5830" y="7579"/>
                  </a:lnTo>
                  <a:cubicBezTo>
                    <a:pt x="5861" y="7579"/>
                    <a:pt x="5893" y="7611"/>
                    <a:pt x="5893" y="7626"/>
                  </a:cubicBezTo>
                  <a:cubicBezTo>
                    <a:pt x="5893" y="7642"/>
                    <a:pt x="5877" y="7657"/>
                    <a:pt x="5861" y="7674"/>
                  </a:cubicBezTo>
                  <a:lnTo>
                    <a:pt x="5735" y="7642"/>
                  </a:lnTo>
                  <a:close/>
                  <a:moveTo>
                    <a:pt x="8193" y="7642"/>
                  </a:moveTo>
                  <a:lnTo>
                    <a:pt x="8177" y="7642"/>
                  </a:lnTo>
                  <a:cubicBezTo>
                    <a:pt x="8130" y="7626"/>
                    <a:pt x="8099" y="7579"/>
                    <a:pt x="8099" y="7548"/>
                  </a:cubicBezTo>
                  <a:cubicBezTo>
                    <a:pt x="8114" y="7500"/>
                    <a:pt x="8145" y="7468"/>
                    <a:pt x="8193" y="7468"/>
                  </a:cubicBezTo>
                  <a:lnTo>
                    <a:pt x="8208" y="7468"/>
                  </a:lnTo>
                  <a:cubicBezTo>
                    <a:pt x="8256" y="7485"/>
                    <a:pt x="8288" y="7531"/>
                    <a:pt x="8271" y="7579"/>
                  </a:cubicBezTo>
                  <a:cubicBezTo>
                    <a:pt x="8256" y="7611"/>
                    <a:pt x="8225" y="7642"/>
                    <a:pt x="8193" y="7642"/>
                  </a:cubicBezTo>
                  <a:close/>
                  <a:moveTo>
                    <a:pt x="7626" y="7531"/>
                  </a:moveTo>
                  <a:lnTo>
                    <a:pt x="7610" y="7531"/>
                  </a:lnTo>
                  <a:cubicBezTo>
                    <a:pt x="7563" y="7516"/>
                    <a:pt x="7532" y="7468"/>
                    <a:pt x="7547" y="7422"/>
                  </a:cubicBezTo>
                  <a:cubicBezTo>
                    <a:pt x="7547" y="7390"/>
                    <a:pt x="7578" y="7359"/>
                    <a:pt x="7626" y="7359"/>
                  </a:cubicBezTo>
                  <a:lnTo>
                    <a:pt x="7641" y="7359"/>
                  </a:lnTo>
                  <a:cubicBezTo>
                    <a:pt x="7689" y="7374"/>
                    <a:pt x="7721" y="7405"/>
                    <a:pt x="7704" y="7453"/>
                  </a:cubicBezTo>
                  <a:cubicBezTo>
                    <a:pt x="7704" y="7500"/>
                    <a:pt x="7658" y="7531"/>
                    <a:pt x="7626" y="7531"/>
                  </a:cubicBezTo>
                  <a:close/>
                  <a:moveTo>
                    <a:pt x="4616" y="7374"/>
                  </a:moveTo>
                  <a:cubicBezTo>
                    <a:pt x="4633" y="7359"/>
                    <a:pt x="4664" y="7342"/>
                    <a:pt x="4679" y="7342"/>
                  </a:cubicBezTo>
                  <a:lnTo>
                    <a:pt x="4696" y="7342"/>
                  </a:lnTo>
                  <a:cubicBezTo>
                    <a:pt x="4742" y="7359"/>
                    <a:pt x="4759" y="7374"/>
                    <a:pt x="4774" y="7405"/>
                  </a:cubicBezTo>
                  <a:lnTo>
                    <a:pt x="4742" y="7405"/>
                  </a:lnTo>
                  <a:lnTo>
                    <a:pt x="4696" y="7405"/>
                  </a:lnTo>
                  <a:cubicBezTo>
                    <a:pt x="4679" y="7390"/>
                    <a:pt x="4648" y="7390"/>
                    <a:pt x="4616" y="7374"/>
                  </a:cubicBezTo>
                  <a:close/>
                  <a:moveTo>
                    <a:pt x="7059" y="7405"/>
                  </a:moveTo>
                  <a:lnTo>
                    <a:pt x="7043" y="7405"/>
                  </a:lnTo>
                  <a:cubicBezTo>
                    <a:pt x="6996" y="7405"/>
                    <a:pt x="6964" y="7359"/>
                    <a:pt x="6979" y="7311"/>
                  </a:cubicBezTo>
                  <a:cubicBezTo>
                    <a:pt x="6979" y="7264"/>
                    <a:pt x="7027" y="7248"/>
                    <a:pt x="7059" y="7248"/>
                  </a:cubicBezTo>
                  <a:lnTo>
                    <a:pt x="7074" y="7248"/>
                  </a:lnTo>
                  <a:cubicBezTo>
                    <a:pt x="7122" y="7248"/>
                    <a:pt x="7153" y="7296"/>
                    <a:pt x="7137" y="7342"/>
                  </a:cubicBezTo>
                  <a:cubicBezTo>
                    <a:pt x="7137" y="7390"/>
                    <a:pt x="7106" y="7405"/>
                    <a:pt x="7059" y="7405"/>
                  </a:cubicBezTo>
                  <a:close/>
                  <a:moveTo>
                    <a:pt x="4065" y="7248"/>
                  </a:moveTo>
                  <a:cubicBezTo>
                    <a:pt x="4080" y="7233"/>
                    <a:pt x="4097" y="7233"/>
                    <a:pt x="4128" y="7233"/>
                  </a:cubicBezTo>
                  <a:lnTo>
                    <a:pt x="4143" y="7233"/>
                  </a:lnTo>
                  <a:cubicBezTo>
                    <a:pt x="4160" y="7233"/>
                    <a:pt x="4175" y="7233"/>
                    <a:pt x="4175" y="7248"/>
                  </a:cubicBezTo>
                  <a:cubicBezTo>
                    <a:pt x="4160" y="7264"/>
                    <a:pt x="4143" y="7264"/>
                    <a:pt x="4128" y="7264"/>
                  </a:cubicBezTo>
                  <a:cubicBezTo>
                    <a:pt x="4112" y="7264"/>
                    <a:pt x="4097" y="7248"/>
                    <a:pt x="4065" y="7248"/>
                  </a:cubicBezTo>
                  <a:close/>
                  <a:moveTo>
                    <a:pt x="9359" y="7264"/>
                  </a:moveTo>
                  <a:cubicBezTo>
                    <a:pt x="9343" y="7248"/>
                    <a:pt x="9343" y="7233"/>
                    <a:pt x="9343" y="7201"/>
                  </a:cubicBezTo>
                  <a:lnTo>
                    <a:pt x="9359" y="7216"/>
                  </a:lnTo>
                  <a:lnTo>
                    <a:pt x="9359" y="7233"/>
                  </a:lnTo>
                  <a:lnTo>
                    <a:pt x="9359" y="7264"/>
                  </a:lnTo>
                  <a:close/>
                  <a:moveTo>
                    <a:pt x="9343" y="7201"/>
                  </a:moveTo>
                  <a:lnTo>
                    <a:pt x="9343" y="7201"/>
                  </a:lnTo>
                  <a:cubicBezTo>
                    <a:pt x="9359" y="7201"/>
                    <a:pt x="9359" y="7185"/>
                    <a:pt x="9359" y="7170"/>
                  </a:cubicBezTo>
                  <a:lnTo>
                    <a:pt x="9359" y="7216"/>
                  </a:lnTo>
                  <a:lnTo>
                    <a:pt x="9343" y="7201"/>
                  </a:lnTo>
                  <a:close/>
                  <a:moveTo>
                    <a:pt x="6492" y="7296"/>
                  </a:moveTo>
                  <a:lnTo>
                    <a:pt x="6475" y="7296"/>
                  </a:lnTo>
                  <a:cubicBezTo>
                    <a:pt x="6429" y="7279"/>
                    <a:pt x="6397" y="7233"/>
                    <a:pt x="6412" y="7201"/>
                  </a:cubicBezTo>
                  <a:cubicBezTo>
                    <a:pt x="6412" y="7153"/>
                    <a:pt x="6460" y="7122"/>
                    <a:pt x="6492" y="7122"/>
                  </a:cubicBezTo>
                  <a:lnTo>
                    <a:pt x="6507" y="7122"/>
                  </a:lnTo>
                  <a:cubicBezTo>
                    <a:pt x="6555" y="7138"/>
                    <a:pt x="6586" y="7185"/>
                    <a:pt x="6570" y="7233"/>
                  </a:cubicBezTo>
                  <a:cubicBezTo>
                    <a:pt x="6570" y="7264"/>
                    <a:pt x="6538" y="7296"/>
                    <a:pt x="6492" y="7296"/>
                  </a:cubicBezTo>
                  <a:close/>
                  <a:moveTo>
                    <a:pt x="3561" y="7107"/>
                  </a:moveTo>
                  <a:lnTo>
                    <a:pt x="3561" y="7107"/>
                  </a:lnTo>
                  <a:lnTo>
                    <a:pt x="3576" y="7107"/>
                  </a:lnTo>
                  <a:cubicBezTo>
                    <a:pt x="3608" y="7122"/>
                    <a:pt x="3624" y="7138"/>
                    <a:pt x="3639" y="7170"/>
                  </a:cubicBezTo>
                  <a:cubicBezTo>
                    <a:pt x="3608" y="7153"/>
                    <a:pt x="3593" y="7122"/>
                    <a:pt x="3561" y="7107"/>
                  </a:cubicBezTo>
                  <a:close/>
                  <a:moveTo>
                    <a:pt x="8870" y="7201"/>
                  </a:moveTo>
                  <a:cubicBezTo>
                    <a:pt x="8870" y="7201"/>
                    <a:pt x="8855" y="7201"/>
                    <a:pt x="8855" y="7185"/>
                  </a:cubicBezTo>
                  <a:cubicBezTo>
                    <a:pt x="8807" y="7185"/>
                    <a:pt x="8776" y="7138"/>
                    <a:pt x="8792" y="7090"/>
                  </a:cubicBezTo>
                  <a:lnTo>
                    <a:pt x="8792" y="7090"/>
                  </a:lnTo>
                  <a:lnTo>
                    <a:pt x="8950" y="7122"/>
                  </a:lnTo>
                  <a:lnTo>
                    <a:pt x="8950" y="7122"/>
                  </a:lnTo>
                  <a:cubicBezTo>
                    <a:pt x="8950" y="7170"/>
                    <a:pt x="8902" y="7201"/>
                    <a:pt x="8870" y="7201"/>
                  </a:cubicBezTo>
                  <a:close/>
                  <a:moveTo>
                    <a:pt x="8792" y="7090"/>
                  </a:moveTo>
                  <a:cubicBezTo>
                    <a:pt x="8792" y="7059"/>
                    <a:pt x="8824" y="7027"/>
                    <a:pt x="8870" y="7027"/>
                  </a:cubicBezTo>
                  <a:lnTo>
                    <a:pt x="8887" y="7027"/>
                  </a:lnTo>
                  <a:cubicBezTo>
                    <a:pt x="8933" y="7043"/>
                    <a:pt x="8965" y="7075"/>
                    <a:pt x="8950" y="7122"/>
                  </a:cubicBezTo>
                  <a:lnTo>
                    <a:pt x="8792" y="7090"/>
                  </a:lnTo>
                  <a:close/>
                  <a:moveTo>
                    <a:pt x="5924" y="7185"/>
                  </a:moveTo>
                  <a:lnTo>
                    <a:pt x="5908" y="7185"/>
                  </a:lnTo>
                  <a:cubicBezTo>
                    <a:pt x="5861" y="7170"/>
                    <a:pt x="5845" y="7122"/>
                    <a:pt x="5845" y="7075"/>
                  </a:cubicBezTo>
                  <a:cubicBezTo>
                    <a:pt x="5861" y="7043"/>
                    <a:pt x="5893" y="7012"/>
                    <a:pt x="5924" y="7012"/>
                  </a:cubicBezTo>
                  <a:lnTo>
                    <a:pt x="5940" y="7012"/>
                  </a:lnTo>
                  <a:cubicBezTo>
                    <a:pt x="5988" y="7027"/>
                    <a:pt x="6019" y="7059"/>
                    <a:pt x="6019" y="7107"/>
                  </a:cubicBezTo>
                  <a:cubicBezTo>
                    <a:pt x="6003" y="7153"/>
                    <a:pt x="5971" y="7185"/>
                    <a:pt x="5924" y="7185"/>
                  </a:cubicBezTo>
                  <a:close/>
                  <a:moveTo>
                    <a:pt x="2962" y="6996"/>
                  </a:moveTo>
                  <a:lnTo>
                    <a:pt x="2994" y="6996"/>
                  </a:lnTo>
                  <a:lnTo>
                    <a:pt x="3009" y="6996"/>
                  </a:lnTo>
                  <a:cubicBezTo>
                    <a:pt x="3025" y="6996"/>
                    <a:pt x="3041" y="7012"/>
                    <a:pt x="3057" y="7027"/>
                  </a:cubicBezTo>
                  <a:lnTo>
                    <a:pt x="3025" y="7027"/>
                  </a:lnTo>
                  <a:cubicBezTo>
                    <a:pt x="2994" y="7027"/>
                    <a:pt x="2978" y="7027"/>
                    <a:pt x="2962" y="7012"/>
                  </a:cubicBezTo>
                  <a:lnTo>
                    <a:pt x="2962" y="6996"/>
                  </a:lnTo>
                  <a:close/>
                  <a:moveTo>
                    <a:pt x="8303" y="7075"/>
                  </a:moveTo>
                  <a:lnTo>
                    <a:pt x="8288" y="7075"/>
                  </a:lnTo>
                  <a:cubicBezTo>
                    <a:pt x="8240" y="7075"/>
                    <a:pt x="8208" y="7027"/>
                    <a:pt x="8225" y="6980"/>
                  </a:cubicBezTo>
                  <a:lnTo>
                    <a:pt x="8225" y="6980"/>
                  </a:lnTo>
                  <a:lnTo>
                    <a:pt x="8382" y="7012"/>
                  </a:lnTo>
                  <a:lnTo>
                    <a:pt x="8382" y="7012"/>
                  </a:lnTo>
                  <a:cubicBezTo>
                    <a:pt x="8382" y="7043"/>
                    <a:pt x="8334" y="7075"/>
                    <a:pt x="8303" y="7075"/>
                  </a:cubicBezTo>
                  <a:close/>
                  <a:moveTo>
                    <a:pt x="8225" y="6980"/>
                  </a:moveTo>
                  <a:cubicBezTo>
                    <a:pt x="8225" y="6933"/>
                    <a:pt x="8256" y="6901"/>
                    <a:pt x="8303" y="6901"/>
                  </a:cubicBezTo>
                  <a:lnTo>
                    <a:pt x="8319" y="6917"/>
                  </a:lnTo>
                  <a:cubicBezTo>
                    <a:pt x="8366" y="6917"/>
                    <a:pt x="8397" y="6964"/>
                    <a:pt x="8382" y="7012"/>
                  </a:cubicBezTo>
                  <a:lnTo>
                    <a:pt x="8225" y="6980"/>
                  </a:lnTo>
                  <a:close/>
                  <a:moveTo>
                    <a:pt x="5372" y="7059"/>
                  </a:moveTo>
                  <a:lnTo>
                    <a:pt x="5341" y="7059"/>
                  </a:lnTo>
                  <a:cubicBezTo>
                    <a:pt x="5309" y="7059"/>
                    <a:pt x="5278" y="7012"/>
                    <a:pt x="5278" y="6964"/>
                  </a:cubicBezTo>
                  <a:cubicBezTo>
                    <a:pt x="5294" y="6917"/>
                    <a:pt x="5326" y="6901"/>
                    <a:pt x="5372" y="6901"/>
                  </a:cubicBezTo>
                  <a:lnTo>
                    <a:pt x="5389" y="6901"/>
                  </a:lnTo>
                  <a:cubicBezTo>
                    <a:pt x="5435" y="6901"/>
                    <a:pt x="5452" y="6949"/>
                    <a:pt x="5452" y="6996"/>
                  </a:cubicBezTo>
                  <a:cubicBezTo>
                    <a:pt x="5435" y="7043"/>
                    <a:pt x="5404" y="7059"/>
                    <a:pt x="5372" y="7059"/>
                  </a:cubicBezTo>
                  <a:close/>
                  <a:moveTo>
                    <a:pt x="7736" y="6964"/>
                  </a:moveTo>
                  <a:lnTo>
                    <a:pt x="7721" y="6964"/>
                  </a:lnTo>
                  <a:cubicBezTo>
                    <a:pt x="7673" y="6949"/>
                    <a:pt x="7641" y="6901"/>
                    <a:pt x="7658" y="6854"/>
                  </a:cubicBezTo>
                  <a:lnTo>
                    <a:pt x="7815" y="6901"/>
                  </a:lnTo>
                  <a:cubicBezTo>
                    <a:pt x="7815" y="6933"/>
                    <a:pt x="7784" y="6964"/>
                    <a:pt x="7736" y="6964"/>
                  </a:cubicBezTo>
                  <a:close/>
                  <a:moveTo>
                    <a:pt x="7658" y="6854"/>
                  </a:moveTo>
                  <a:lnTo>
                    <a:pt x="7658" y="6854"/>
                  </a:lnTo>
                  <a:cubicBezTo>
                    <a:pt x="7658" y="6823"/>
                    <a:pt x="7704" y="6791"/>
                    <a:pt x="7736" y="6791"/>
                  </a:cubicBezTo>
                  <a:lnTo>
                    <a:pt x="7752" y="6791"/>
                  </a:lnTo>
                  <a:cubicBezTo>
                    <a:pt x="7799" y="6807"/>
                    <a:pt x="7830" y="6854"/>
                    <a:pt x="7815" y="6901"/>
                  </a:cubicBezTo>
                  <a:lnTo>
                    <a:pt x="7815" y="6901"/>
                  </a:lnTo>
                  <a:lnTo>
                    <a:pt x="7658" y="6854"/>
                  </a:lnTo>
                  <a:close/>
                  <a:moveTo>
                    <a:pt x="4805" y="6949"/>
                  </a:moveTo>
                  <a:lnTo>
                    <a:pt x="4790" y="6949"/>
                  </a:lnTo>
                  <a:cubicBezTo>
                    <a:pt x="4742" y="6933"/>
                    <a:pt x="4711" y="6886"/>
                    <a:pt x="4711" y="6838"/>
                  </a:cubicBezTo>
                  <a:cubicBezTo>
                    <a:pt x="4727" y="6807"/>
                    <a:pt x="4759" y="6775"/>
                    <a:pt x="4805" y="6775"/>
                  </a:cubicBezTo>
                  <a:lnTo>
                    <a:pt x="4822" y="6775"/>
                  </a:lnTo>
                  <a:cubicBezTo>
                    <a:pt x="4868" y="6791"/>
                    <a:pt x="4900" y="6838"/>
                    <a:pt x="4885" y="6886"/>
                  </a:cubicBezTo>
                  <a:cubicBezTo>
                    <a:pt x="4868" y="6917"/>
                    <a:pt x="4837" y="6949"/>
                    <a:pt x="4805" y="6949"/>
                  </a:cubicBezTo>
                  <a:close/>
                  <a:moveTo>
                    <a:pt x="1797" y="6807"/>
                  </a:moveTo>
                  <a:cubicBezTo>
                    <a:pt x="1812" y="6775"/>
                    <a:pt x="1828" y="6760"/>
                    <a:pt x="1860" y="6760"/>
                  </a:cubicBezTo>
                  <a:lnTo>
                    <a:pt x="1875" y="6760"/>
                  </a:lnTo>
                  <a:cubicBezTo>
                    <a:pt x="1891" y="6775"/>
                    <a:pt x="1906" y="6775"/>
                    <a:pt x="1923" y="6791"/>
                  </a:cubicBezTo>
                  <a:lnTo>
                    <a:pt x="1906" y="6791"/>
                  </a:lnTo>
                  <a:lnTo>
                    <a:pt x="1906" y="6791"/>
                  </a:lnTo>
                  <a:cubicBezTo>
                    <a:pt x="1875" y="6791"/>
                    <a:pt x="1828" y="6791"/>
                    <a:pt x="1797" y="6807"/>
                  </a:cubicBezTo>
                  <a:close/>
                  <a:moveTo>
                    <a:pt x="7169" y="6854"/>
                  </a:moveTo>
                  <a:cubicBezTo>
                    <a:pt x="7169" y="6854"/>
                    <a:pt x="7169" y="6838"/>
                    <a:pt x="7153" y="6838"/>
                  </a:cubicBezTo>
                  <a:cubicBezTo>
                    <a:pt x="7106" y="6838"/>
                    <a:pt x="7090" y="6791"/>
                    <a:pt x="7090" y="6744"/>
                  </a:cubicBezTo>
                  <a:lnTo>
                    <a:pt x="7263" y="6775"/>
                  </a:lnTo>
                  <a:cubicBezTo>
                    <a:pt x="7248" y="6823"/>
                    <a:pt x="7216" y="6854"/>
                    <a:pt x="7169" y="6854"/>
                  </a:cubicBezTo>
                  <a:close/>
                  <a:moveTo>
                    <a:pt x="7090" y="6744"/>
                  </a:moveTo>
                  <a:lnTo>
                    <a:pt x="7090" y="6744"/>
                  </a:lnTo>
                  <a:cubicBezTo>
                    <a:pt x="7106" y="6712"/>
                    <a:pt x="7137" y="6680"/>
                    <a:pt x="7169" y="6680"/>
                  </a:cubicBezTo>
                  <a:lnTo>
                    <a:pt x="7185" y="6680"/>
                  </a:lnTo>
                  <a:cubicBezTo>
                    <a:pt x="7232" y="6680"/>
                    <a:pt x="7263" y="6728"/>
                    <a:pt x="7263" y="6775"/>
                  </a:cubicBezTo>
                  <a:lnTo>
                    <a:pt x="7263" y="6775"/>
                  </a:lnTo>
                  <a:lnTo>
                    <a:pt x="7090" y="6744"/>
                  </a:lnTo>
                  <a:close/>
                  <a:moveTo>
                    <a:pt x="4238" y="6838"/>
                  </a:moveTo>
                  <a:cubicBezTo>
                    <a:pt x="4238" y="6838"/>
                    <a:pt x="4223" y="6838"/>
                    <a:pt x="4223" y="6823"/>
                  </a:cubicBezTo>
                  <a:cubicBezTo>
                    <a:pt x="4175" y="6823"/>
                    <a:pt x="4143" y="6775"/>
                    <a:pt x="4160" y="6728"/>
                  </a:cubicBezTo>
                  <a:cubicBezTo>
                    <a:pt x="4160" y="6697"/>
                    <a:pt x="4191" y="6665"/>
                    <a:pt x="4238" y="6665"/>
                  </a:cubicBezTo>
                  <a:lnTo>
                    <a:pt x="4254" y="6665"/>
                  </a:lnTo>
                  <a:cubicBezTo>
                    <a:pt x="4301" y="6680"/>
                    <a:pt x="4333" y="6712"/>
                    <a:pt x="4317" y="6760"/>
                  </a:cubicBezTo>
                  <a:cubicBezTo>
                    <a:pt x="4317" y="6807"/>
                    <a:pt x="4270" y="6838"/>
                    <a:pt x="4238" y="6838"/>
                  </a:cubicBezTo>
                  <a:close/>
                  <a:moveTo>
                    <a:pt x="1229" y="6680"/>
                  </a:moveTo>
                  <a:cubicBezTo>
                    <a:pt x="1244" y="6665"/>
                    <a:pt x="1276" y="6649"/>
                    <a:pt x="1292" y="6649"/>
                  </a:cubicBezTo>
                  <a:lnTo>
                    <a:pt x="1324" y="6649"/>
                  </a:lnTo>
                  <a:cubicBezTo>
                    <a:pt x="1355" y="6665"/>
                    <a:pt x="1387" y="6697"/>
                    <a:pt x="1387" y="6744"/>
                  </a:cubicBezTo>
                  <a:cubicBezTo>
                    <a:pt x="1355" y="6728"/>
                    <a:pt x="1339" y="6728"/>
                    <a:pt x="1324" y="6712"/>
                  </a:cubicBezTo>
                  <a:cubicBezTo>
                    <a:pt x="1292" y="6697"/>
                    <a:pt x="1261" y="6697"/>
                    <a:pt x="1229" y="6680"/>
                  </a:cubicBezTo>
                  <a:close/>
                  <a:moveTo>
                    <a:pt x="6618" y="6728"/>
                  </a:moveTo>
                  <a:lnTo>
                    <a:pt x="6586" y="6728"/>
                  </a:lnTo>
                  <a:cubicBezTo>
                    <a:pt x="6555" y="6712"/>
                    <a:pt x="6523" y="6680"/>
                    <a:pt x="6523" y="6634"/>
                  </a:cubicBezTo>
                  <a:lnTo>
                    <a:pt x="6523" y="6634"/>
                  </a:lnTo>
                  <a:lnTo>
                    <a:pt x="6696" y="6665"/>
                  </a:lnTo>
                  <a:lnTo>
                    <a:pt x="6696" y="6665"/>
                  </a:lnTo>
                  <a:cubicBezTo>
                    <a:pt x="6681" y="6697"/>
                    <a:pt x="6649" y="6728"/>
                    <a:pt x="6618" y="6728"/>
                  </a:cubicBezTo>
                  <a:close/>
                  <a:moveTo>
                    <a:pt x="6523" y="6634"/>
                  </a:moveTo>
                  <a:cubicBezTo>
                    <a:pt x="6538" y="6586"/>
                    <a:pt x="6570" y="6554"/>
                    <a:pt x="6618" y="6554"/>
                  </a:cubicBezTo>
                  <a:lnTo>
                    <a:pt x="6633" y="6571"/>
                  </a:lnTo>
                  <a:cubicBezTo>
                    <a:pt x="6681" y="6571"/>
                    <a:pt x="6696" y="6617"/>
                    <a:pt x="6696" y="6665"/>
                  </a:cubicBezTo>
                  <a:lnTo>
                    <a:pt x="6523" y="6634"/>
                  </a:lnTo>
                  <a:close/>
                  <a:moveTo>
                    <a:pt x="3671" y="6712"/>
                  </a:moveTo>
                  <a:lnTo>
                    <a:pt x="3656" y="6712"/>
                  </a:lnTo>
                  <a:cubicBezTo>
                    <a:pt x="3608" y="6712"/>
                    <a:pt x="3576" y="6665"/>
                    <a:pt x="3593" y="6617"/>
                  </a:cubicBezTo>
                  <a:cubicBezTo>
                    <a:pt x="3593" y="6571"/>
                    <a:pt x="3639" y="6539"/>
                    <a:pt x="3671" y="6539"/>
                  </a:cubicBezTo>
                  <a:lnTo>
                    <a:pt x="3687" y="6554"/>
                  </a:lnTo>
                  <a:cubicBezTo>
                    <a:pt x="3734" y="6554"/>
                    <a:pt x="3765" y="6602"/>
                    <a:pt x="3750" y="6649"/>
                  </a:cubicBezTo>
                  <a:cubicBezTo>
                    <a:pt x="3750" y="6680"/>
                    <a:pt x="3719" y="6712"/>
                    <a:pt x="3671" y="6712"/>
                  </a:cubicBezTo>
                  <a:close/>
                  <a:moveTo>
                    <a:pt x="6051" y="6617"/>
                  </a:moveTo>
                  <a:lnTo>
                    <a:pt x="6034" y="6617"/>
                  </a:lnTo>
                  <a:cubicBezTo>
                    <a:pt x="5988" y="6602"/>
                    <a:pt x="5956" y="6554"/>
                    <a:pt x="5956" y="6508"/>
                  </a:cubicBezTo>
                  <a:lnTo>
                    <a:pt x="5956" y="6508"/>
                  </a:lnTo>
                  <a:lnTo>
                    <a:pt x="6129" y="6554"/>
                  </a:lnTo>
                  <a:lnTo>
                    <a:pt x="6129" y="6554"/>
                  </a:lnTo>
                  <a:cubicBezTo>
                    <a:pt x="6114" y="6586"/>
                    <a:pt x="6082" y="6617"/>
                    <a:pt x="6051" y="6617"/>
                  </a:cubicBezTo>
                  <a:close/>
                  <a:moveTo>
                    <a:pt x="8981" y="6634"/>
                  </a:moveTo>
                  <a:lnTo>
                    <a:pt x="8965" y="6634"/>
                  </a:lnTo>
                  <a:cubicBezTo>
                    <a:pt x="8918" y="6617"/>
                    <a:pt x="8887" y="6571"/>
                    <a:pt x="8902" y="6523"/>
                  </a:cubicBezTo>
                  <a:cubicBezTo>
                    <a:pt x="8902" y="6491"/>
                    <a:pt x="8950" y="6460"/>
                    <a:pt x="8981" y="6460"/>
                  </a:cubicBezTo>
                  <a:lnTo>
                    <a:pt x="8996" y="6460"/>
                  </a:lnTo>
                  <a:cubicBezTo>
                    <a:pt x="9044" y="6476"/>
                    <a:pt x="9076" y="6523"/>
                    <a:pt x="9059" y="6554"/>
                  </a:cubicBezTo>
                  <a:cubicBezTo>
                    <a:pt x="9059" y="6602"/>
                    <a:pt x="9028" y="6634"/>
                    <a:pt x="8981" y="6634"/>
                  </a:cubicBezTo>
                  <a:close/>
                  <a:moveTo>
                    <a:pt x="5956" y="6508"/>
                  </a:moveTo>
                  <a:cubicBezTo>
                    <a:pt x="5971" y="6476"/>
                    <a:pt x="6003" y="6445"/>
                    <a:pt x="6051" y="6445"/>
                  </a:cubicBezTo>
                  <a:lnTo>
                    <a:pt x="6066" y="6445"/>
                  </a:lnTo>
                  <a:cubicBezTo>
                    <a:pt x="6114" y="6460"/>
                    <a:pt x="6145" y="6508"/>
                    <a:pt x="6129" y="6554"/>
                  </a:cubicBezTo>
                  <a:lnTo>
                    <a:pt x="5956" y="6508"/>
                  </a:lnTo>
                  <a:close/>
                  <a:moveTo>
                    <a:pt x="3104" y="6602"/>
                  </a:moveTo>
                  <a:lnTo>
                    <a:pt x="3088" y="6602"/>
                  </a:lnTo>
                  <a:cubicBezTo>
                    <a:pt x="3041" y="6586"/>
                    <a:pt x="3009" y="6539"/>
                    <a:pt x="3025" y="6491"/>
                  </a:cubicBezTo>
                  <a:cubicBezTo>
                    <a:pt x="3041" y="6460"/>
                    <a:pt x="3072" y="6428"/>
                    <a:pt x="3104" y="6428"/>
                  </a:cubicBezTo>
                  <a:lnTo>
                    <a:pt x="3120" y="6428"/>
                  </a:lnTo>
                  <a:cubicBezTo>
                    <a:pt x="3167" y="6445"/>
                    <a:pt x="3198" y="6491"/>
                    <a:pt x="3183" y="6539"/>
                  </a:cubicBezTo>
                  <a:cubicBezTo>
                    <a:pt x="3183" y="6571"/>
                    <a:pt x="3151" y="6602"/>
                    <a:pt x="3104" y="6602"/>
                  </a:cubicBezTo>
                  <a:close/>
                  <a:moveTo>
                    <a:pt x="95" y="6476"/>
                  </a:moveTo>
                  <a:cubicBezTo>
                    <a:pt x="95" y="6445"/>
                    <a:pt x="126" y="6413"/>
                    <a:pt x="173" y="6413"/>
                  </a:cubicBezTo>
                  <a:lnTo>
                    <a:pt x="189" y="6413"/>
                  </a:lnTo>
                  <a:cubicBezTo>
                    <a:pt x="221" y="6428"/>
                    <a:pt x="252" y="6460"/>
                    <a:pt x="252" y="6491"/>
                  </a:cubicBezTo>
                  <a:cubicBezTo>
                    <a:pt x="252" y="6491"/>
                    <a:pt x="236" y="6508"/>
                    <a:pt x="221" y="6508"/>
                  </a:cubicBezTo>
                  <a:lnTo>
                    <a:pt x="95" y="6476"/>
                  </a:lnTo>
                  <a:close/>
                  <a:moveTo>
                    <a:pt x="5483" y="6491"/>
                  </a:moveTo>
                  <a:lnTo>
                    <a:pt x="5467" y="6491"/>
                  </a:lnTo>
                  <a:cubicBezTo>
                    <a:pt x="5420" y="6491"/>
                    <a:pt x="5389" y="6445"/>
                    <a:pt x="5404" y="6397"/>
                  </a:cubicBezTo>
                  <a:lnTo>
                    <a:pt x="5404" y="6397"/>
                  </a:lnTo>
                  <a:lnTo>
                    <a:pt x="5561" y="6428"/>
                  </a:lnTo>
                  <a:lnTo>
                    <a:pt x="5561" y="6428"/>
                  </a:lnTo>
                  <a:cubicBezTo>
                    <a:pt x="5561" y="6476"/>
                    <a:pt x="5515" y="6491"/>
                    <a:pt x="5483" y="6491"/>
                  </a:cubicBezTo>
                  <a:close/>
                  <a:moveTo>
                    <a:pt x="8414" y="6508"/>
                  </a:moveTo>
                  <a:lnTo>
                    <a:pt x="8397" y="6508"/>
                  </a:lnTo>
                  <a:cubicBezTo>
                    <a:pt x="8351" y="6508"/>
                    <a:pt x="8334" y="6460"/>
                    <a:pt x="8334" y="6413"/>
                  </a:cubicBezTo>
                  <a:cubicBezTo>
                    <a:pt x="8351" y="6365"/>
                    <a:pt x="8382" y="6350"/>
                    <a:pt x="8414" y="6350"/>
                  </a:cubicBezTo>
                  <a:lnTo>
                    <a:pt x="8429" y="6350"/>
                  </a:lnTo>
                  <a:cubicBezTo>
                    <a:pt x="8477" y="6350"/>
                    <a:pt x="8508" y="6397"/>
                    <a:pt x="8508" y="6445"/>
                  </a:cubicBezTo>
                  <a:cubicBezTo>
                    <a:pt x="8492" y="6491"/>
                    <a:pt x="8461" y="6508"/>
                    <a:pt x="8414" y="6508"/>
                  </a:cubicBezTo>
                  <a:close/>
                  <a:moveTo>
                    <a:pt x="5404" y="6397"/>
                  </a:moveTo>
                  <a:cubicBezTo>
                    <a:pt x="5404" y="6350"/>
                    <a:pt x="5435" y="6334"/>
                    <a:pt x="5483" y="6334"/>
                  </a:cubicBezTo>
                  <a:lnTo>
                    <a:pt x="5498" y="6334"/>
                  </a:lnTo>
                  <a:cubicBezTo>
                    <a:pt x="5546" y="6334"/>
                    <a:pt x="5578" y="6382"/>
                    <a:pt x="5561" y="6428"/>
                  </a:cubicBezTo>
                  <a:lnTo>
                    <a:pt x="5404" y="6397"/>
                  </a:lnTo>
                  <a:close/>
                  <a:moveTo>
                    <a:pt x="2536" y="6491"/>
                  </a:moveTo>
                  <a:cubicBezTo>
                    <a:pt x="2536" y="6491"/>
                    <a:pt x="2536" y="6476"/>
                    <a:pt x="2521" y="6476"/>
                  </a:cubicBezTo>
                  <a:cubicBezTo>
                    <a:pt x="2473" y="6476"/>
                    <a:pt x="2458" y="6428"/>
                    <a:pt x="2458" y="6382"/>
                  </a:cubicBezTo>
                  <a:cubicBezTo>
                    <a:pt x="2473" y="6350"/>
                    <a:pt x="2505" y="6319"/>
                    <a:pt x="2536" y="6319"/>
                  </a:cubicBezTo>
                  <a:lnTo>
                    <a:pt x="2568" y="6319"/>
                  </a:lnTo>
                  <a:cubicBezTo>
                    <a:pt x="2599" y="6319"/>
                    <a:pt x="2631" y="6365"/>
                    <a:pt x="2631" y="6413"/>
                  </a:cubicBezTo>
                  <a:cubicBezTo>
                    <a:pt x="2616" y="6460"/>
                    <a:pt x="2584" y="6491"/>
                    <a:pt x="2536" y="6491"/>
                  </a:cubicBezTo>
                  <a:close/>
                  <a:moveTo>
                    <a:pt x="4916" y="6382"/>
                  </a:moveTo>
                  <a:lnTo>
                    <a:pt x="4900" y="6382"/>
                  </a:lnTo>
                  <a:cubicBezTo>
                    <a:pt x="4853" y="6365"/>
                    <a:pt x="4822" y="6334"/>
                    <a:pt x="4837" y="6287"/>
                  </a:cubicBezTo>
                  <a:lnTo>
                    <a:pt x="4837" y="6287"/>
                  </a:lnTo>
                  <a:lnTo>
                    <a:pt x="4994" y="6319"/>
                  </a:lnTo>
                  <a:lnTo>
                    <a:pt x="4994" y="6319"/>
                  </a:lnTo>
                  <a:cubicBezTo>
                    <a:pt x="4994" y="6350"/>
                    <a:pt x="4963" y="6382"/>
                    <a:pt x="4916" y="6382"/>
                  </a:cubicBezTo>
                  <a:close/>
                  <a:moveTo>
                    <a:pt x="7862" y="6397"/>
                  </a:moveTo>
                  <a:lnTo>
                    <a:pt x="7830" y="6397"/>
                  </a:lnTo>
                  <a:cubicBezTo>
                    <a:pt x="7799" y="6382"/>
                    <a:pt x="7767" y="6350"/>
                    <a:pt x="7767" y="6302"/>
                  </a:cubicBezTo>
                  <a:cubicBezTo>
                    <a:pt x="7784" y="6256"/>
                    <a:pt x="7815" y="6224"/>
                    <a:pt x="7862" y="6224"/>
                  </a:cubicBezTo>
                  <a:lnTo>
                    <a:pt x="7878" y="6224"/>
                  </a:lnTo>
                  <a:cubicBezTo>
                    <a:pt x="7925" y="6239"/>
                    <a:pt x="7941" y="6287"/>
                    <a:pt x="7941" y="6334"/>
                  </a:cubicBezTo>
                  <a:cubicBezTo>
                    <a:pt x="7925" y="6365"/>
                    <a:pt x="7893" y="6397"/>
                    <a:pt x="7862" y="6397"/>
                  </a:cubicBezTo>
                  <a:close/>
                  <a:moveTo>
                    <a:pt x="4837" y="6287"/>
                  </a:moveTo>
                  <a:cubicBezTo>
                    <a:pt x="4837" y="6239"/>
                    <a:pt x="4885" y="6208"/>
                    <a:pt x="4916" y="6208"/>
                  </a:cubicBezTo>
                  <a:lnTo>
                    <a:pt x="4931" y="6208"/>
                  </a:lnTo>
                  <a:cubicBezTo>
                    <a:pt x="4979" y="6224"/>
                    <a:pt x="5011" y="6271"/>
                    <a:pt x="4994" y="6319"/>
                  </a:cubicBezTo>
                  <a:lnTo>
                    <a:pt x="4837" y="6287"/>
                  </a:lnTo>
                  <a:close/>
                  <a:moveTo>
                    <a:pt x="1986" y="6365"/>
                  </a:moveTo>
                  <a:lnTo>
                    <a:pt x="1969" y="6365"/>
                  </a:lnTo>
                  <a:cubicBezTo>
                    <a:pt x="1923" y="6350"/>
                    <a:pt x="1891" y="6319"/>
                    <a:pt x="1891" y="6271"/>
                  </a:cubicBezTo>
                  <a:cubicBezTo>
                    <a:pt x="1906" y="6224"/>
                    <a:pt x="1938" y="6193"/>
                    <a:pt x="1986" y="6193"/>
                  </a:cubicBezTo>
                  <a:lnTo>
                    <a:pt x="2001" y="6208"/>
                  </a:lnTo>
                  <a:cubicBezTo>
                    <a:pt x="2049" y="6208"/>
                    <a:pt x="2064" y="6256"/>
                    <a:pt x="2064" y="6302"/>
                  </a:cubicBezTo>
                  <a:cubicBezTo>
                    <a:pt x="2049" y="6334"/>
                    <a:pt x="2017" y="6365"/>
                    <a:pt x="1986" y="6365"/>
                  </a:cubicBezTo>
                  <a:close/>
                  <a:moveTo>
                    <a:pt x="4349" y="6271"/>
                  </a:moveTo>
                  <a:lnTo>
                    <a:pt x="4333" y="6271"/>
                  </a:lnTo>
                  <a:cubicBezTo>
                    <a:pt x="4286" y="6256"/>
                    <a:pt x="4254" y="6208"/>
                    <a:pt x="4270" y="6161"/>
                  </a:cubicBezTo>
                  <a:lnTo>
                    <a:pt x="4443" y="6193"/>
                  </a:lnTo>
                  <a:cubicBezTo>
                    <a:pt x="4427" y="6239"/>
                    <a:pt x="4396" y="6271"/>
                    <a:pt x="4349" y="6271"/>
                  </a:cubicBezTo>
                  <a:close/>
                  <a:moveTo>
                    <a:pt x="7295" y="6287"/>
                  </a:moveTo>
                  <a:lnTo>
                    <a:pt x="7279" y="6287"/>
                  </a:lnTo>
                  <a:cubicBezTo>
                    <a:pt x="7232" y="6271"/>
                    <a:pt x="7200" y="6224"/>
                    <a:pt x="7200" y="6176"/>
                  </a:cubicBezTo>
                  <a:cubicBezTo>
                    <a:pt x="7216" y="6145"/>
                    <a:pt x="7248" y="6113"/>
                    <a:pt x="7295" y="6113"/>
                  </a:cubicBezTo>
                  <a:lnTo>
                    <a:pt x="7311" y="6113"/>
                  </a:lnTo>
                  <a:cubicBezTo>
                    <a:pt x="7358" y="6130"/>
                    <a:pt x="7389" y="6176"/>
                    <a:pt x="7374" y="6208"/>
                  </a:cubicBezTo>
                  <a:cubicBezTo>
                    <a:pt x="7358" y="6256"/>
                    <a:pt x="7326" y="6287"/>
                    <a:pt x="7295" y="6287"/>
                  </a:cubicBezTo>
                  <a:close/>
                  <a:moveTo>
                    <a:pt x="4270" y="6161"/>
                  </a:moveTo>
                  <a:lnTo>
                    <a:pt x="4270" y="6161"/>
                  </a:lnTo>
                  <a:cubicBezTo>
                    <a:pt x="4286" y="6130"/>
                    <a:pt x="4317" y="6098"/>
                    <a:pt x="4349" y="6098"/>
                  </a:cubicBezTo>
                  <a:lnTo>
                    <a:pt x="4364" y="6098"/>
                  </a:lnTo>
                  <a:cubicBezTo>
                    <a:pt x="4412" y="6113"/>
                    <a:pt x="4443" y="6161"/>
                    <a:pt x="4443" y="6193"/>
                  </a:cubicBezTo>
                  <a:lnTo>
                    <a:pt x="4443" y="6193"/>
                  </a:lnTo>
                  <a:lnTo>
                    <a:pt x="4270" y="6161"/>
                  </a:lnTo>
                  <a:close/>
                  <a:moveTo>
                    <a:pt x="1418" y="6256"/>
                  </a:moveTo>
                  <a:lnTo>
                    <a:pt x="1402" y="6256"/>
                  </a:lnTo>
                  <a:cubicBezTo>
                    <a:pt x="1355" y="6239"/>
                    <a:pt x="1324" y="6193"/>
                    <a:pt x="1339" y="6145"/>
                  </a:cubicBezTo>
                  <a:cubicBezTo>
                    <a:pt x="1339" y="6113"/>
                    <a:pt x="1370" y="6082"/>
                    <a:pt x="1418" y="6082"/>
                  </a:cubicBezTo>
                  <a:lnTo>
                    <a:pt x="1433" y="6082"/>
                  </a:lnTo>
                  <a:cubicBezTo>
                    <a:pt x="1481" y="6098"/>
                    <a:pt x="1513" y="6145"/>
                    <a:pt x="1497" y="6193"/>
                  </a:cubicBezTo>
                  <a:cubicBezTo>
                    <a:pt x="1497" y="6224"/>
                    <a:pt x="1450" y="6256"/>
                    <a:pt x="1418" y="6256"/>
                  </a:cubicBezTo>
                  <a:close/>
                  <a:moveTo>
                    <a:pt x="3782" y="6145"/>
                  </a:moveTo>
                  <a:lnTo>
                    <a:pt x="3765" y="6145"/>
                  </a:lnTo>
                  <a:cubicBezTo>
                    <a:pt x="3719" y="6145"/>
                    <a:pt x="3702" y="6098"/>
                    <a:pt x="3702" y="6050"/>
                  </a:cubicBezTo>
                  <a:lnTo>
                    <a:pt x="3876" y="6082"/>
                  </a:lnTo>
                  <a:cubicBezTo>
                    <a:pt x="3860" y="6130"/>
                    <a:pt x="3828" y="6145"/>
                    <a:pt x="3782" y="6145"/>
                  </a:cubicBezTo>
                  <a:close/>
                  <a:moveTo>
                    <a:pt x="6727" y="6161"/>
                  </a:moveTo>
                  <a:lnTo>
                    <a:pt x="6712" y="6161"/>
                  </a:lnTo>
                  <a:cubicBezTo>
                    <a:pt x="6664" y="6161"/>
                    <a:pt x="6633" y="6113"/>
                    <a:pt x="6649" y="6067"/>
                  </a:cubicBezTo>
                  <a:cubicBezTo>
                    <a:pt x="6649" y="6019"/>
                    <a:pt x="6681" y="6004"/>
                    <a:pt x="6727" y="6004"/>
                  </a:cubicBezTo>
                  <a:lnTo>
                    <a:pt x="6744" y="6004"/>
                  </a:lnTo>
                  <a:cubicBezTo>
                    <a:pt x="6790" y="6004"/>
                    <a:pt x="6822" y="6050"/>
                    <a:pt x="6807" y="6098"/>
                  </a:cubicBezTo>
                  <a:cubicBezTo>
                    <a:pt x="6807" y="6145"/>
                    <a:pt x="6759" y="6161"/>
                    <a:pt x="6727" y="6161"/>
                  </a:cubicBezTo>
                  <a:close/>
                  <a:moveTo>
                    <a:pt x="3702" y="6050"/>
                  </a:moveTo>
                  <a:lnTo>
                    <a:pt x="3702" y="6050"/>
                  </a:lnTo>
                  <a:cubicBezTo>
                    <a:pt x="3719" y="6004"/>
                    <a:pt x="3750" y="5987"/>
                    <a:pt x="3782" y="5987"/>
                  </a:cubicBezTo>
                  <a:lnTo>
                    <a:pt x="3797" y="5987"/>
                  </a:lnTo>
                  <a:cubicBezTo>
                    <a:pt x="3845" y="5987"/>
                    <a:pt x="3876" y="6035"/>
                    <a:pt x="3876" y="6082"/>
                  </a:cubicBezTo>
                  <a:lnTo>
                    <a:pt x="3876" y="6082"/>
                  </a:lnTo>
                  <a:lnTo>
                    <a:pt x="3702" y="6050"/>
                  </a:lnTo>
                  <a:close/>
                  <a:moveTo>
                    <a:pt x="851" y="6130"/>
                  </a:moveTo>
                  <a:lnTo>
                    <a:pt x="835" y="6130"/>
                  </a:lnTo>
                  <a:cubicBezTo>
                    <a:pt x="788" y="6130"/>
                    <a:pt x="757" y="6082"/>
                    <a:pt x="772" y="6035"/>
                  </a:cubicBezTo>
                  <a:cubicBezTo>
                    <a:pt x="772" y="5987"/>
                    <a:pt x="803" y="5972"/>
                    <a:pt x="851" y="5972"/>
                  </a:cubicBezTo>
                  <a:lnTo>
                    <a:pt x="866" y="5972"/>
                  </a:lnTo>
                  <a:cubicBezTo>
                    <a:pt x="914" y="5972"/>
                    <a:pt x="946" y="6019"/>
                    <a:pt x="929" y="6067"/>
                  </a:cubicBezTo>
                  <a:cubicBezTo>
                    <a:pt x="929" y="6113"/>
                    <a:pt x="883" y="6130"/>
                    <a:pt x="851" y="6130"/>
                  </a:cubicBezTo>
                  <a:close/>
                  <a:moveTo>
                    <a:pt x="9107" y="6067"/>
                  </a:moveTo>
                  <a:lnTo>
                    <a:pt x="9076" y="6067"/>
                  </a:lnTo>
                  <a:cubicBezTo>
                    <a:pt x="9044" y="6050"/>
                    <a:pt x="9013" y="6004"/>
                    <a:pt x="9013" y="5972"/>
                  </a:cubicBezTo>
                  <a:lnTo>
                    <a:pt x="9185" y="6004"/>
                  </a:lnTo>
                  <a:cubicBezTo>
                    <a:pt x="9170" y="6035"/>
                    <a:pt x="9139" y="6067"/>
                    <a:pt x="9107" y="6067"/>
                  </a:cubicBezTo>
                  <a:close/>
                  <a:moveTo>
                    <a:pt x="3230" y="6035"/>
                  </a:moveTo>
                  <a:lnTo>
                    <a:pt x="3215" y="6035"/>
                  </a:lnTo>
                  <a:cubicBezTo>
                    <a:pt x="3167" y="6019"/>
                    <a:pt x="3135" y="5987"/>
                    <a:pt x="3135" y="5941"/>
                  </a:cubicBezTo>
                  <a:lnTo>
                    <a:pt x="3135" y="5941"/>
                  </a:lnTo>
                  <a:lnTo>
                    <a:pt x="3309" y="5972"/>
                  </a:lnTo>
                  <a:lnTo>
                    <a:pt x="3309" y="5972"/>
                  </a:lnTo>
                  <a:cubicBezTo>
                    <a:pt x="3293" y="6004"/>
                    <a:pt x="3261" y="6035"/>
                    <a:pt x="3230" y="6035"/>
                  </a:cubicBezTo>
                  <a:close/>
                  <a:moveTo>
                    <a:pt x="9013" y="5972"/>
                  </a:moveTo>
                  <a:lnTo>
                    <a:pt x="9013" y="5972"/>
                  </a:lnTo>
                  <a:cubicBezTo>
                    <a:pt x="9028" y="5924"/>
                    <a:pt x="9059" y="5893"/>
                    <a:pt x="9107" y="5893"/>
                  </a:cubicBezTo>
                  <a:lnTo>
                    <a:pt x="9122" y="5893"/>
                  </a:lnTo>
                  <a:cubicBezTo>
                    <a:pt x="9170" y="5909"/>
                    <a:pt x="9185" y="5956"/>
                    <a:pt x="9185" y="6004"/>
                  </a:cubicBezTo>
                  <a:lnTo>
                    <a:pt x="9185" y="6004"/>
                  </a:lnTo>
                  <a:lnTo>
                    <a:pt x="9013" y="5972"/>
                  </a:lnTo>
                  <a:close/>
                  <a:moveTo>
                    <a:pt x="6160" y="6050"/>
                  </a:moveTo>
                  <a:lnTo>
                    <a:pt x="6145" y="6050"/>
                  </a:lnTo>
                  <a:cubicBezTo>
                    <a:pt x="6097" y="6035"/>
                    <a:pt x="6066" y="5987"/>
                    <a:pt x="6082" y="5956"/>
                  </a:cubicBezTo>
                  <a:cubicBezTo>
                    <a:pt x="6082" y="5909"/>
                    <a:pt x="6129" y="5878"/>
                    <a:pt x="6160" y="5878"/>
                  </a:cubicBezTo>
                  <a:lnTo>
                    <a:pt x="6177" y="5878"/>
                  </a:lnTo>
                  <a:cubicBezTo>
                    <a:pt x="6223" y="5893"/>
                    <a:pt x="6255" y="5941"/>
                    <a:pt x="6240" y="5987"/>
                  </a:cubicBezTo>
                  <a:cubicBezTo>
                    <a:pt x="6240" y="6019"/>
                    <a:pt x="6208" y="6050"/>
                    <a:pt x="6160" y="6050"/>
                  </a:cubicBezTo>
                  <a:close/>
                  <a:moveTo>
                    <a:pt x="3135" y="5941"/>
                  </a:moveTo>
                  <a:cubicBezTo>
                    <a:pt x="3151" y="5893"/>
                    <a:pt x="3183" y="5861"/>
                    <a:pt x="3230" y="5861"/>
                  </a:cubicBezTo>
                  <a:lnTo>
                    <a:pt x="3246" y="5861"/>
                  </a:lnTo>
                  <a:cubicBezTo>
                    <a:pt x="3293" y="5878"/>
                    <a:pt x="3309" y="5924"/>
                    <a:pt x="3309" y="5972"/>
                  </a:cubicBezTo>
                  <a:lnTo>
                    <a:pt x="3135" y="5941"/>
                  </a:lnTo>
                  <a:close/>
                  <a:moveTo>
                    <a:pt x="284" y="6019"/>
                  </a:moveTo>
                  <a:lnTo>
                    <a:pt x="268" y="6019"/>
                  </a:lnTo>
                  <a:cubicBezTo>
                    <a:pt x="221" y="6004"/>
                    <a:pt x="189" y="5972"/>
                    <a:pt x="205" y="5924"/>
                  </a:cubicBezTo>
                  <a:cubicBezTo>
                    <a:pt x="205" y="5878"/>
                    <a:pt x="252" y="5846"/>
                    <a:pt x="284" y="5846"/>
                  </a:cubicBezTo>
                  <a:lnTo>
                    <a:pt x="299" y="5846"/>
                  </a:lnTo>
                  <a:cubicBezTo>
                    <a:pt x="347" y="5861"/>
                    <a:pt x="378" y="5909"/>
                    <a:pt x="362" y="5956"/>
                  </a:cubicBezTo>
                  <a:cubicBezTo>
                    <a:pt x="362" y="5987"/>
                    <a:pt x="331" y="6019"/>
                    <a:pt x="284" y="6019"/>
                  </a:cubicBezTo>
                  <a:close/>
                  <a:moveTo>
                    <a:pt x="8540" y="5956"/>
                  </a:moveTo>
                  <a:lnTo>
                    <a:pt x="8524" y="5956"/>
                  </a:lnTo>
                  <a:cubicBezTo>
                    <a:pt x="8477" y="5941"/>
                    <a:pt x="8445" y="5893"/>
                    <a:pt x="8445" y="5846"/>
                  </a:cubicBezTo>
                  <a:lnTo>
                    <a:pt x="8618" y="5878"/>
                  </a:lnTo>
                  <a:cubicBezTo>
                    <a:pt x="8603" y="5924"/>
                    <a:pt x="8571" y="5956"/>
                    <a:pt x="8540" y="5956"/>
                  </a:cubicBezTo>
                  <a:close/>
                  <a:moveTo>
                    <a:pt x="2662" y="5924"/>
                  </a:moveTo>
                  <a:lnTo>
                    <a:pt x="2647" y="5924"/>
                  </a:lnTo>
                  <a:cubicBezTo>
                    <a:pt x="2599" y="5909"/>
                    <a:pt x="2568" y="5861"/>
                    <a:pt x="2584" y="5815"/>
                  </a:cubicBezTo>
                  <a:lnTo>
                    <a:pt x="2584" y="5815"/>
                  </a:lnTo>
                  <a:lnTo>
                    <a:pt x="2742" y="5846"/>
                  </a:lnTo>
                  <a:lnTo>
                    <a:pt x="2742" y="5846"/>
                  </a:lnTo>
                  <a:cubicBezTo>
                    <a:pt x="2725" y="5893"/>
                    <a:pt x="2694" y="5924"/>
                    <a:pt x="2662" y="5924"/>
                  </a:cubicBezTo>
                  <a:close/>
                  <a:moveTo>
                    <a:pt x="8445" y="5846"/>
                  </a:moveTo>
                  <a:lnTo>
                    <a:pt x="8445" y="5846"/>
                  </a:lnTo>
                  <a:cubicBezTo>
                    <a:pt x="8461" y="5815"/>
                    <a:pt x="8492" y="5783"/>
                    <a:pt x="8540" y="5783"/>
                  </a:cubicBezTo>
                  <a:lnTo>
                    <a:pt x="8555" y="5783"/>
                  </a:lnTo>
                  <a:cubicBezTo>
                    <a:pt x="8603" y="5798"/>
                    <a:pt x="8634" y="5830"/>
                    <a:pt x="8618" y="5878"/>
                  </a:cubicBezTo>
                  <a:lnTo>
                    <a:pt x="8618" y="5878"/>
                  </a:lnTo>
                  <a:lnTo>
                    <a:pt x="8445" y="5846"/>
                  </a:lnTo>
                  <a:close/>
                  <a:moveTo>
                    <a:pt x="5593" y="5941"/>
                  </a:moveTo>
                  <a:lnTo>
                    <a:pt x="5578" y="5941"/>
                  </a:lnTo>
                  <a:cubicBezTo>
                    <a:pt x="5530" y="5924"/>
                    <a:pt x="5498" y="5878"/>
                    <a:pt x="5515" y="5830"/>
                  </a:cubicBezTo>
                  <a:cubicBezTo>
                    <a:pt x="5515" y="5798"/>
                    <a:pt x="5561" y="5767"/>
                    <a:pt x="5593" y="5767"/>
                  </a:cubicBezTo>
                  <a:lnTo>
                    <a:pt x="5609" y="5767"/>
                  </a:lnTo>
                  <a:cubicBezTo>
                    <a:pt x="5656" y="5783"/>
                    <a:pt x="5688" y="5815"/>
                    <a:pt x="5672" y="5861"/>
                  </a:cubicBezTo>
                  <a:cubicBezTo>
                    <a:pt x="5672" y="5909"/>
                    <a:pt x="5641" y="5941"/>
                    <a:pt x="5593" y="5941"/>
                  </a:cubicBezTo>
                  <a:close/>
                  <a:moveTo>
                    <a:pt x="2584" y="5815"/>
                  </a:moveTo>
                  <a:cubicBezTo>
                    <a:pt x="2584" y="5783"/>
                    <a:pt x="2616" y="5752"/>
                    <a:pt x="2662" y="5752"/>
                  </a:cubicBezTo>
                  <a:lnTo>
                    <a:pt x="2679" y="5752"/>
                  </a:lnTo>
                  <a:cubicBezTo>
                    <a:pt x="2725" y="5767"/>
                    <a:pt x="2757" y="5815"/>
                    <a:pt x="2742" y="5846"/>
                  </a:cubicBezTo>
                  <a:lnTo>
                    <a:pt x="2584" y="5815"/>
                  </a:lnTo>
                  <a:close/>
                  <a:moveTo>
                    <a:pt x="7973" y="5830"/>
                  </a:moveTo>
                  <a:lnTo>
                    <a:pt x="7956" y="5830"/>
                  </a:lnTo>
                  <a:cubicBezTo>
                    <a:pt x="7910" y="5830"/>
                    <a:pt x="7878" y="5783"/>
                    <a:pt x="7893" y="5735"/>
                  </a:cubicBezTo>
                  <a:lnTo>
                    <a:pt x="7893" y="5735"/>
                  </a:lnTo>
                  <a:lnTo>
                    <a:pt x="8051" y="5767"/>
                  </a:lnTo>
                  <a:lnTo>
                    <a:pt x="8051" y="5767"/>
                  </a:lnTo>
                  <a:cubicBezTo>
                    <a:pt x="8051" y="5815"/>
                    <a:pt x="8004" y="5830"/>
                    <a:pt x="7973" y="5830"/>
                  </a:cubicBezTo>
                  <a:close/>
                  <a:moveTo>
                    <a:pt x="2095" y="5798"/>
                  </a:moveTo>
                  <a:lnTo>
                    <a:pt x="2080" y="5798"/>
                  </a:lnTo>
                  <a:cubicBezTo>
                    <a:pt x="2032" y="5798"/>
                    <a:pt x="2001" y="5752"/>
                    <a:pt x="2017" y="5704"/>
                  </a:cubicBezTo>
                  <a:lnTo>
                    <a:pt x="2175" y="5735"/>
                  </a:lnTo>
                  <a:cubicBezTo>
                    <a:pt x="2175" y="5783"/>
                    <a:pt x="2127" y="5798"/>
                    <a:pt x="2095" y="5798"/>
                  </a:cubicBezTo>
                  <a:close/>
                  <a:moveTo>
                    <a:pt x="7893" y="5735"/>
                  </a:moveTo>
                  <a:cubicBezTo>
                    <a:pt x="7893" y="5689"/>
                    <a:pt x="7925" y="5672"/>
                    <a:pt x="7973" y="5672"/>
                  </a:cubicBezTo>
                  <a:lnTo>
                    <a:pt x="7988" y="5672"/>
                  </a:lnTo>
                  <a:cubicBezTo>
                    <a:pt x="8036" y="5672"/>
                    <a:pt x="8067" y="5720"/>
                    <a:pt x="8051" y="5767"/>
                  </a:cubicBezTo>
                  <a:lnTo>
                    <a:pt x="7893" y="5735"/>
                  </a:lnTo>
                  <a:close/>
                  <a:moveTo>
                    <a:pt x="5026" y="5815"/>
                  </a:moveTo>
                  <a:lnTo>
                    <a:pt x="5011" y="5815"/>
                  </a:lnTo>
                  <a:cubicBezTo>
                    <a:pt x="4963" y="5815"/>
                    <a:pt x="4948" y="5767"/>
                    <a:pt x="4948" y="5720"/>
                  </a:cubicBezTo>
                  <a:cubicBezTo>
                    <a:pt x="4963" y="5672"/>
                    <a:pt x="4994" y="5657"/>
                    <a:pt x="5026" y="5657"/>
                  </a:cubicBezTo>
                  <a:lnTo>
                    <a:pt x="5057" y="5657"/>
                  </a:lnTo>
                  <a:cubicBezTo>
                    <a:pt x="5089" y="5657"/>
                    <a:pt x="5120" y="5704"/>
                    <a:pt x="5120" y="5752"/>
                  </a:cubicBezTo>
                  <a:cubicBezTo>
                    <a:pt x="5105" y="5798"/>
                    <a:pt x="5074" y="5815"/>
                    <a:pt x="5026" y="5815"/>
                  </a:cubicBezTo>
                  <a:close/>
                  <a:moveTo>
                    <a:pt x="2017" y="5704"/>
                  </a:moveTo>
                  <a:lnTo>
                    <a:pt x="2017" y="5704"/>
                  </a:lnTo>
                  <a:cubicBezTo>
                    <a:pt x="2017" y="5657"/>
                    <a:pt x="2049" y="5641"/>
                    <a:pt x="2095" y="5641"/>
                  </a:cubicBezTo>
                  <a:lnTo>
                    <a:pt x="2112" y="5641"/>
                  </a:lnTo>
                  <a:cubicBezTo>
                    <a:pt x="2158" y="5641"/>
                    <a:pt x="2190" y="5689"/>
                    <a:pt x="2175" y="5735"/>
                  </a:cubicBezTo>
                  <a:lnTo>
                    <a:pt x="2175" y="5735"/>
                  </a:lnTo>
                  <a:lnTo>
                    <a:pt x="2017" y="5704"/>
                  </a:lnTo>
                  <a:close/>
                  <a:moveTo>
                    <a:pt x="7406" y="5720"/>
                  </a:moveTo>
                  <a:lnTo>
                    <a:pt x="7389" y="5720"/>
                  </a:lnTo>
                  <a:cubicBezTo>
                    <a:pt x="7342" y="5704"/>
                    <a:pt x="7311" y="5657"/>
                    <a:pt x="7326" y="5609"/>
                  </a:cubicBezTo>
                  <a:lnTo>
                    <a:pt x="7326" y="5609"/>
                  </a:lnTo>
                  <a:lnTo>
                    <a:pt x="7484" y="5657"/>
                  </a:lnTo>
                  <a:lnTo>
                    <a:pt x="7484" y="5657"/>
                  </a:lnTo>
                  <a:cubicBezTo>
                    <a:pt x="7484" y="5689"/>
                    <a:pt x="7452" y="5720"/>
                    <a:pt x="7406" y="5720"/>
                  </a:cubicBezTo>
                  <a:close/>
                  <a:moveTo>
                    <a:pt x="1528" y="5689"/>
                  </a:moveTo>
                  <a:lnTo>
                    <a:pt x="1513" y="5689"/>
                  </a:lnTo>
                  <a:cubicBezTo>
                    <a:pt x="1465" y="5672"/>
                    <a:pt x="1433" y="5625"/>
                    <a:pt x="1450" y="5594"/>
                  </a:cubicBezTo>
                  <a:lnTo>
                    <a:pt x="1607" y="5625"/>
                  </a:lnTo>
                  <a:cubicBezTo>
                    <a:pt x="1607" y="5657"/>
                    <a:pt x="1576" y="5689"/>
                    <a:pt x="1528" y="5689"/>
                  </a:cubicBezTo>
                  <a:close/>
                  <a:moveTo>
                    <a:pt x="7326" y="5609"/>
                  </a:moveTo>
                  <a:cubicBezTo>
                    <a:pt x="7326" y="5578"/>
                    <a:pt x="7374" y="5546"/>
                    <a:pt x="7406" y="5546"/>
                  </a:cubicBezTo>
                  <a:lnTo>
                    <a:pt x="7421" y="5546"/>
                  </a:lnTo>
                  <a:cubicBezTo>
                    <a:pt x="7469" y="5562"/>
                    <a:pt x="7500" y="5609"/>
                    <a:pt x="7484" y="5657"/>
                  </a:cubicBezTo>
                  <a:lnTo>
                    <a:pt x="7326" y="5609"/>
                  </a:lnTo>
                  <a:close/>
                  <a:moveTo>
                    <a:pt x="4475" y="5704"/>
                  </a:moveTo>
                  <a:lnTo>
                    <a:pt x="4443" y="5704"/>
                  </a:lnTo>
                  <a:cubicBezTo>
                    <a:pt x="4412" y="5689"/>
                    <a:pt x="4380" y="5641"/>
                    <a:pt x="4380" y="5609"/>
                  </a:cubicBezTo>
                  <a:cubicBezTo>
                    <a:pt x="4396" y="5562"/>
                    <a:pt x="4427" y="5531"/>
                    <a:pt x="4475" y="5531"/>
                  </a:cubicBezTo>
                  <a:lnTo>
                    <a:pt x="4490" y="5531"/>
                  </a:lnTo>
                  <a:cubicBezTo>
                    <a:pt x="4538" y="5546"/>
                    <a:pt x="4553" y="5594"/>
                    <a:pt x="4553" y="5641"/>
                  </a:cubicBezTo>
                  <a:cubicBezTo>
                    <a:pt x="4538" y="5672"/>
                    <a:pt x="4506" y="5704"/>
                    <a:pt x="4475" y="5704"/>
                  </a:cubicBezTo>
                  <a:close/>
                  <a:moveTo>
                    <a:pt x="1450" y="5594"/>
                  </a:moveTo>
                  <a:lnTo>
                    <a:pt x="1450" y="5594"/>
                  </a:lnTo>
                  <a:cubicBezTo>
                    <a:pt x="1450" y="5546"/>
                    <a:pt x="1497" y="5515"/>
                    <a:pt x="1528" y="5515"/>
                  </a:cubicBezTo>
                  <a:lnTo>
                    <a:pt x="1544" y="5515"/>
                  </a:lnTo>
                  <a:cubicBezTo>
                    <a:pt x="1591" y="5531"/>
                    <a:pt x="1623" y="5578"/>
                    <a:pt x="1607" y="5625"/>
                  </a:cubicBezTo>
                  <a:lnTo>
                    <a:pt x="1607" y="5625"/>
                  </a:lnTo>
                  <a:lnTo>
                    <a:pt x="1450" y="5594"/>
                  </a:lnTo>
                  <a:close/>
                  <a:moveTo>
                    <a:pt x="6838" y="5609"/>
                  </a:moveTo>
                  <a:lnTo>
                    <a:pt x="6822" y="5594"/>
                  </a:lnTo>
                  <a:cubicBezTo>
                    <a:pt x="6775" y="5594"/>
                    <a:pt x="6744" y="5546"/>
                    <a:pt x="6759" y="5499"/>
                  </a:cubicBezTo>
                  <a:lnTo>
                    <a:pt x="6933" y="5531"/>
                  </a:lnTo>
                  <a:cubicBezTo>
                    <a:pt x="6916" y="5578"/>
                    <a:pt x="6885" y="5609"/>
                    <a:pt x="6838" y="5609"/>
                  </a:cubicBezTo>
                  <a:close/>
                  <a:moveTo>
                    <a:pt x="961" y="5578"/>
                  </a:moveTo>
                  <a:lnTo>
                    <a:pt x="946" y="5578"/>
                  </a:lnTo>
                  <a:cubicBezTo>
                    <a:pt x="898" y="5562"/>
                    <a:pt x="866" y="5515"/>
                    <a:pt x="883" y="5468"/>
                  </a:cubicBezTo>
                  <a:lnTo>
                    <a:pt x="883" y="5468"/>
                  </a:lnTo>
                  <a:lnTo>
                    <a:pt x="1055" y="5499"/>
                  </a:lnTo>
                  <a:lnTo>
                    <a:pt x="1055" y="5499"/>
                  </a:lnTo>
                  <a:cubicBezTo>
                    <a:pt x="1040" y="5546"/>
                    <a:pt x="1009" y="5578"/>
                    <a:pt x="961" y="5578"/>
                  </a:cubicBezTo>
                  <a:close/>
                  <a:moveTo>
                    <a:pt x="6759" y="5499"/>
                  </a:moveTo>
                  <a:lnTo>
                    <a:pt x="6759" y="5499"/>
                  </a:lnTo>
                  <a:cubicBezTo>
                    <a:pt x="6775" y="5468"/>
                    <a:pt x="6807" y="5436"/>
                    <a:pt x="6838" y="5436"/>
                  </a:cubicBezTo>
                  <a:lnTo>
                    <a:pt x="6853" y="5436"/>
                  </a:lnTo>
                  <a:cubicBezTo>
                    <a:pt x="6901" y="5452"/>
                    <a:pt x="6933" y="5483"/>
                    <a:pt x="6933" y="5531"/>
                  </a:cubicBezTo>
                  <a:lnTo>
                    <a:pt x="6933" y="5531"/>
                  </a:lnTo>
                  <a:lnTo>
                    <a:pt x="6759" y="5499"/>
                  </a:lnTo>
                  <a:close/>
                  <a:moveTo>
                    <a:pt x="3908" y="5594"/>
                  </a:moveTo>
                  <a:lnTo>
                    <a:pt x="3891" y="5594"/>
                  </a:lnTo>
                  <a:cubicBezTo>
                    <a:pt x="3845" y="5578"/>
                    <a:pt x="3813" y="5531"/>
                    <a:pt x="3828" y="5483"/>
                  </a:cubicBezTo>
                  <a:cubicBezTo>
                    <a:pt x="3828" y="5452"/>
                    <a:pt x="3860" y="5420"/>
                    <a:pt x="3908" y="5420"/>
                  </a:cubicBezTo>
                  <a:lnTo>
                    <a:pt x="3923" y="5420"/>
                  </a:lnTo>
                  <a:cubicBezTo>
                    <a:pt x="3971" y="5436"/>
                    <a:pt x="4002" y="5468"/>
                    <a:pt x="3986" y="5515"/>
                  </a:cubicBezTo>
                  <a:cubicBezTo>
                    <a:pt x="3986" y="5562"/>
                    <a:pt x="3939" y="5594"/>
                    <a:pt x="3908" y="5594"/>
                  </a:cubicBezTo>
                  <a:close/>
                  <a:moveTo>
                    <a:pt x="883" y="5468"/>
                  </a:moveTo>
                  <a:cubicBezTo>
                    <a:pt x="898" y="5436"/>
                    <a:pt x="929" y="5405"/>
                    <a:pt x="961" y="5405"/>
                  </a:cubicBezTo>
                  <a:lnTo>
                    <a:pt x="977" y="5405"/>
                  </a:lnTo>
                  <a:cubicBezTo>
                    <a:pt x="1024" y="5420"/>
                    <a:pt x="1055" y="5452"/>
                    <a:pt x="1055" y="5499"/>
                  </a:cubicBezTo>
                  <a:lnTo>
                    <a:pt x="883" y="5468"/>
                  </a:lnTo>
                  <a:close/>
                  <a:moveTo>
                    <a:pt x="6271" y="5483"/>
                  </a:moveTo>
                  <a:lnTo>
                    <a:pt x="6255" y="5483"/>
                  </a:lnTo>
                  <a:cubicBezTo>
                    <a:pt x="6208" y="5483"/>
                    <a:pt x="6192" y="5436"/>
                    <a:pt x="6192" y="5389"/>
                  </a:cubicBezTo>
                  <a:lnTo>
                    <a:pt x="6366" y="5420"/>
                  </a:lnTo>
                  <a:cubicBezTo>
                    <a:pt x="6349" y="5452"/>
                    <a:pt x="6318" y="5483"/>
                    <a:pt x="6271" y="5483"/>
                  </a:cubicBezTo>
                  <a:close/>
                  <a:moveTo>
                    <a:pt x="9217" y="5499"/>
                  </a:moveTo>
                  <a:lnTo>
                    <a:pt x="9202" y="5499"/>
                  </a:lnTo>
                  <a:cubicBezTo>
                    <a:pt x="9154" y="5483"/>
                    <a:pt x="9122" y="5452"/>
                    <a:pt x="9139" y="5405"/>
                  </a:cubicBezTo>
                  <a:cubicBezTo>
                    <a:pt x="9139" y="5357"/>
                    <a:pt x="9170" y="5325"/>
                    <a:pt x="9217" y="5325"/>
                  </a:cubicBezTo>
                  <a:cubicBezTo>
                    <a:pt x="9217" y="5325"/>
                    <a:pt x="9233" y="5325"/>
                    <a:pt x="9233" y="5342"/>
                  </a:cubicBezTo>
                  <a:cubicBezTo>
                    <a:pt x="9280" y="5342"/>
                    <a:pt x="9311" y="5389"/>
                    <a:pt x="9296" y="5436"/>
                  </a:cubicBezTo>
                  <a:cubicBezTo>
                    <a:pt x="9296" y="5468"/>
                    <a:pt x="9248" y="5499"/>
                    <a:pt x="9217" y="5499"/>
                  </a:cubicBezTo>
                  <a:close/>
                  <a:moveTo>
                    <a:pt x="6192" y="5389"/>
                  </a:moveTo>
                  <a:lnTo>
                    <a:pt x="6192" y="5389"/>
                  </a:lnTo>
                  <a:cubicBezTo>
                    <a:pt x="6208" y="5342"/>
                    <a:pt x="6240" y="5310"/>
                    <a:pt x="6271" y="5310"/>
                  </a:cubicBezTo>
                  <a:cubicBezTo>
                    <a:pt x="6286" y="5310"/>
                    <a:pt x="6286" y="5325"/>
                    <a:pt x="6286" y="5325"/>
                  </a:cubicBezTo>
                  <a:cubicBezTo>
                    <a:pt x="6334" y="5325"/>
                    <a:pt x="6366" y="5373"/>
                    <a:pt x="6366" y="5420"/>
                  </a:cubicBezTo>
                  <a:lnTo>
                    <a:pt x="6366" y="5420"/>
                  </a:lnTo>
                  <a:lnTo>
                    <a:pt x="6192" y="5389"/>
                  </a:lnTo>
                  <a:close/>
                  <a:moveTo>
                    <a:pt x="3341" y="5468"/>
                  </a:moveTo>
                  <a:lnTo>
                    <a:pt x="3324" y="5468"/>
                  </a:lnTo>
                  <a:cubicBezTo>
                    <a:pt x="3278" y="5468"/>
                    <a:pt x="3246" y="5420"/>
                    <a:pt x="3261" y="5373"/>
                  </a:cubicBezTo>
                  <a:cubicBezTo>
                    <a:pt x="3261" y="5325"/>
                    <a:pt x="3293" y="5310"/>
                    <a:pt x="3341" y="5310"/>
                  </a:cubicBezTo>
                  <a:lnTo>
                    <a:pt x="3356" y="5310"/>
                  </a:lnTo>
                  <a:cubicBezTo>
                    <a:pt x="3404" y="5310"/>
                    <a:pt x="3435" y="5357"/>
                    <a:pt x="3419" y="5405"/>
                  </a:cubicBezTo>
                  <a:cubicBezTo>
                    <a:pt x="3419" y="5452"/>
                    <a:pt x="3372" y="5468"/>
                    <a:pt x="3341" y="5468"/>
                  </a:cubicBezTo>
                  <a:close/>
                  <a:moveTo>
                    <a:pt x="5719" y="5373"/>
                  </a:moveTo>
                  <a:lnTo>
                    <a:pt x="5704" y="5373"/>
                  </a:lnTo>
                  <a:cubicBezTo>
                    <a:pt x="5656" y="5357"/>
                    <a:pt x="5624" y="5310"/>
                    <a:pt x="5624" y="5262"/>
                  </a:cubicBezTo>
                  <a:lnTo>
                    <a:pt x="5624" y="5262"/>
                  </a:lnTo>
                  <a:lnTo>
                    <a:pt x="5798" y="5310"/>
                  </a:lnTo>
                  <a:lnTo>
                    <a:pt x="5798" y="5310"/>
                  </a:lnTo>
                  <a:cubicBezTo>
                    <a:pt x="5782" y="5342"/>
                    <a:pt x="5751" y="5373"/>
                    <a:pt x="5719" y="5373"/>
                  </a:cubicBezTo>
                  <a:close/>
                  <a:moveTo>
                    <a:pt x="8650" y="5389"/>
                  </a:moveTo>
                  <a:lnTo>
                    <a:pt x="8634" y="5389"/>
                  </a:lnTo>
                  <a:cubicBezTo>
                    <a:pt x="8587" y="5373"/>
                    <a:pt x="8555" y="5325"/>
                    <a:pt x="8571" y="5279"/>
                  </a:cubicBezTo>
                  <a:cubicBezTo>
                    <a:pt x="8571" y="5247"/>
                    <a:pt x="8618" y="5216"/>
                    <a:pt x="8650" y="5216"/>
                  </a:cubicBezTo>
                  <a:lnTo>
                    <a:pt x="8666" y="5216"/>
                  </a:lnTo>
                  <a:cubicBezTo>
                    <a:pt x="8713" y="5231"/>
                    <a:pt x="8744" y="5279"/>
                    <a:pt x="8729" y="5325"/>
                  </a:cubicBezTo>
                  <a:cubicBezTo>
                    <a:pt x="8729" y="5357"/>
                    <a:pt x="8697" y="5389"/>
                    <a:pt x="8650" y="5389"/>
                  </a:cubicBezTo>
                  <a:close/>
                  <a:moveTo>
                    <a:pt x="5624" y="5262"/>
                  </a:moveTo>
                  <a:cubicBezTo>
                    <a:pt x="5641" y="5231"/>
                    <a:pt x="5672" y="5199"/>
                    <a:pt x="5719" y="5199"/>
                  </a:cubicBezTo>
                  <a:lnTo>
                    <a:pt x="5735" y="5199"/>
                  </a:lnTo>
                  <a:cubicBezTo>
                    <a:pt x="5782" y="5216"/>
                    <a:pt x="5798" y="5262"/>
                    <a:pt x="5798" y="5310"/>
                  </a:cubicBezTo>
                  <a:lnTo>
                    <a:pt x="5624" y="5262"/>
                  </a:lnTo>
                  <a:close/>
                  <a:moveTo>
                    <a:pt x="2773" y="5357"/>
                  </a:moveTo>
                  <a:lnTo>
                    <a:pt x="2757" y="5357"/>
                  </a:lnTo>
                  <a:cubicBezTo>
                    <a:pt x="2710" y="5342"/>
                    <a:pt x="2679" y="5294"/>
                    <a:pt x="2694" y="5247"/>
                  </a:cubicBezTo>
                  <a:cubicBezTo>
                    <a:pt x="2694" y="5216"/>
                    <a:pt x="2742" y="5184"/>
                    <a:pt x="2773" y="5184"/>
                  </a:cubicBezTo>
                  <a:lnTo>
                    <a:pt x="2788" y="5184"/>
                  </a:lnTo>
                  <a:cubicBezTo>
                    <a:pt x="2836" y="5199"/>
                    <a:pt x="2868" y="5247"/>
                    <a:pt x="2852" y="5294"/>
                  </a:cubicBezTo>
                  <a:cubicBezTo>
                    <a:pt x="2852" y="5325"/>
                    <a:pt x="2820" y="5357"/>
                    <a:pt x="2773" y="5357"/>
                  </a:cubicBezTo>
                  <a:close/>
                  <a:moveTo>
                    <a:pt x="5152" y="5262"/>
                  </a:moveTo>
                  <a:cubicBezTo>
                    <a:pt x="5137" y="5262"/>
                    <a:pt x="5137" y="5247"/>
                    <a:pt x="5137" y="5247"/>
                  </a:cubicBezTo>
                  <a:cubicBezTo>
                    <a:pt x="5089" y="5247"/>
                    <a:pt x="5057" y="5199"/>
                    <a:pt x="5057" y="5153"/>
                  </a:cubicBezTo>
                  <a:lnTo>
                    <a:pt x="5057" y="5153"/>
                  </a:lnTo>
                  <a:lnTo>
                    <a:pt x="5231" y="5184"/>
                  </a:lnTo>
                  <a:lnTo>
                    <a:pt x="5231" y="5184"/>
                  </a:lnTo>
                  <a:cubicBezTo>
                    <a:pt x="5215" y="5231"/>
                    <a:pt x="5183" y="5262"/>
                    <a:pt x="5152" y="5262"/>
                  </a:cubicBezTo>
                  <a:close/>
                  <a:moveTo>
                    <a:pt x="8082" y="5262"/>
                  </a:moveTo>
                  <a:lnTo>
                    <a:pt x="8067" y="5262"/>
                  </a:lnTo>
                  <a:cubicBezTo>
                    <a:pt x="8019" y="5262"/>
                    <a:pt x="7988" y="5216"/>
                    <a:pt x="8004" y="5168"/>
                  </a:cubicBezTo>
                  <a:cubicBezTo>
                    <a:pt x="8004" y="5136"/>
                    <a:pt x="8051" y="5105"/>
                    <a:pt x="8082" y="5105"/>
                  </a:cubicBezTo>
                  <a:lnTo>
                    <a:pt x="8099" y="5105"/>
                  </a:lnTo>
                  <a:cubicBezTo>
                    <a:pt x="8145" y="5105"/>
                    <a:pt x="8177" y="5153"/>
                    <a:pt x="8162" y="5199"/>
                  </a:cubicBezTo>
                  <a:cubicBezTo>
                    <a:pt x="8162" y="5247"/>
                    <a:pt x="8130" y="5262"/>
                    <a:pt x="8082" y="5262"/>
                  </a:cubicBezTo>
                  <a:close/>
                  <a:moveTo>
                    <a:pt x="5057" y="5153"/>
                  </a:moveTo>
                  <a:cubicBezTo>
                    <a:pt x="5074" y="5121"/>
                    <a:pt x="5105" y="5090"/>
                    <a:pt x="5152" y="5090"/>
                  </a:cubicBezTo>
                  <a:lnTo>
                    <a:pt x="5168" y="5090"/>
                  </a:lnTo>
                  <a:cubicBezTo>
                    <a:pt x="5215" y="5105"/>
                    <a:pt x="5246" y="5136"/>
                    <a:pt x="5231" y="5184"/>
                  </a:cubicBezTo>
                  <a:lnTo>
                    <a:pt x="5057" y="5153"/>
                  </a:lnTo>
                  <a:close/>
                  <a:moveTo>
                    <a:pt x="2206" y="5247"/>
                  </a:moveTo>
                  <a:lnTo>
                    <a:pt x="2190" y="5231"/>
                  </a:lnTo>
                  <a:cubicBezTo>
                    <a:pt x="2143" y="5231"/>
                    <a:pt x="2112" y="5184"/>
                    <a:pt x="2127" y="5136"/>
                  </a:cubicBezTo>
                  <a:cubicBezTo>
                    <a:pt x="2143" y="5105"/>
                    <a:pt x="2175" y="5073"/>
                    <a:pt x="2206" y="5073"/>
                  </a:cubicBezTo>
                  <a:lnTo>
                    <a:pt x="2221" y="5073"/>
                  </a:lnTo>
                  <a:cubicBezTo>
                    <a:pt x="2269" y="5090"/>
                    <a:pt x="2301" y="5121"/>
                    <a:pt x="2301" y="5168"/>
                  </a:cubicBezTo>
                  <a:cubicBezTo>
                    <a:pt x="2284" y="5216"/>
                    <a:pt x="2253" y="5247"/>
                    <a:pt x="2206" y="5247"/>
                  </a:cubicBezTo>
                  <a:close/>
                  <a:moveTo>
                    <a:pt x="4585" y="5136"/>
                  </a:moveTo>
                  <a:lnTo>
                    <a:pt x="4569" y="5136"/>
                  </a:lnTo>
                  <a:cubicBezTo>
                    <a:pt x="4522" y="5121"/>
                    <a:pt x="4490" y="5090"/>
                    <a:pt x="4506" y="5042"/>
                  </a:cubicBezTo>
                  <a:lnTo>
                    <a:pt x="4506" y="5042"/>
                  </a:lnTo>
                  <a:lnTo>
                    <a:pt x="4664" y="5073"/>
                  </a:lnTo>
                  <a:lnTo>
                    <a:pt x="4664" y="5073"/>
                  </a:lnTo>
                  <a:cubicBezTo>
                    <a:pt x="4664" y="5105"/>
                    <a:pt x="4616" y="5136"/>
                    <a:pt x="4585" y="5136"/>
                  </a:cubicBezTo>
                  <a:close/>
                  <a:moveTo>
                    <a:pt x="7515" y="5153"/>
                  </a:moveTo>
                  <a:lnTo>
                    <a:pt x="7500" y="5153"/>
                  </a:lnTo>
                  <a:cubicBezTo>
                    <a:pt x="7452" y="5136"/>
                    <a:pt x="7437" y="5105"/>
                    <a:pt x="7437" y="5058"/>
                  </a:cubicBezTo>
                  <a:cubicBezTo>
                    <a:pt x="7452" y="5010"/>
                    <a:pt x="7484" y="4979"/>
                    <a:pt x="7515" y="4979"/>
                  </a:cubicBezTo>
                  <a:cubicBezTo>
                    <a:pt x="7532" y="4979"/>
                    <a:pt x="7532" y="4979"/>
                    <a:pt x="7532" y="4995"/>
                  </a:cubicBezTo>
                  <a:cubicBezTo>
                    <a:pt x="7578" y="4995"/>
                    <a:pt x="7610" y="5042"/>
                    <a:pt x="7610" y="5090"/>
                  </a:cubicBezTo>
                  <a:cubicBezTo>
                    <a:pt x="7595" y="5121"/>
                    <a:pt x="7563" y="5153"/>
                    <a:pt x="7515" y="5153"/>
                  </a:cubicBezTo>
                  <a:close/>
                  <a:moveTo>
                    <a:pt x="4506" y="5042"/>
                  </a:moveTo>
                  <a:cubicBezTo>
                    <a:pt x="4506" y="4995"/>
                    <a:pt x="4538" y="4964"/>
                    <a:pt x="4585" y="4964"/>
                  </a:cubicBezTo>
                  <a:cubicBezTo>
                    <a:pt x="4585" y="4964"/>
                    <a:pt x="4601" y="4964"/>
                    <a:pt x="4601" y="4979"/>
                  </a:cubicBezTo>
                  <a:cubicBezTo>
                    <a:pt x="4648" y="4979"/>
                    <a:pt x="4679" y="5027"/>
                    <a:pt x="4664" y="5073"/>
                  </a:cubicBezTo>
                  <a:lnTo>
                    <a:pt x="4506" y="5042"/>
                  </a:lnTo>
                  <a:close/>
                  <a:moveTo>
                    <a:pt x="1639" y="5121"/>
                  </a:moveTo>
                  <a:lnTo>
                    <a:pt x="1623" y="5121"/>
                  </a:lnTo>
                  <a:cubicBezTo>
                    <a:pt x="1591" y="5121"/>
                    <a:pt x="1560" y="5073"/>
                    <a:pt x="1560" y="5027"/>
                  </a:cubicBezTo>
                  <a:cubicBezTo>
                    <a:pt x="1576" y="4979"/>
                    <a:pt x="1607" y="4947"/>
                    <a:pt x="1639" y="4947"/>
                  </a:cubicBezTo>
                  <a:cubicBezTo>
                    <a:pt x="1654" y="4947"/>
                    <a:pt x="1654" y="4964"/>
                    <a:pt x="1670" y="4964"/>
                  </a:cubicBezTo>
                  <a:cubicBezTo>
                    <a:pt x="1702" y="4964"/>
                    <a:pt x="1733" y="5010"/>
                    <a:pt x="1733" y="5058"/>
                  </a:cubicBezTo>
                  <a:cubicBezTo>
                    <a:pt x="1717" y="5090"/>
                    <a:pt x="1686" y="5121"/>
                    <a:pt x="1639" y="5121"/>
                  </a:cubicBezTo>
                  <a:close/>
                  <a:moveTo>
                    <a:pt x="4017" y="5027"/>
                  </a:moveTo>
                  <a:lnTo>
                    <a:pt x="4002" y="5027"/>
                  </a:lnTo>
                  <a:cubicBezTo>
                    <a:pt x="3954" y="5010"/>
                    <a:pt x="3923" y="4964"/>
                    <a:pt x="3939" y="4916"/>
                  </a:cubicBezTo>
                  <a:lnTo>
                    <a:pt x="4097" y="4964"/>
                  </a:lnTo>
                  <a:lnTo>
                    <a:pt x="4097" y="4964"/>
                  </a:lnTo>
                  <a:cubicBezTo>
                    <a:pt x="4097" y="4995"/>
                    <a:pt x="4065" y="5027"/>
                    <a:pt x="4017" y="5027"/>
                  </a:cubicBezTo>
                  <a:close/>
                  <a:moveTo>
                    <a:pt x="6964" y="5042"/>
                  </a:moveTo>
                  <a:lnTo>
                    <a:pt x="6933" y="5042"/>
                  </a:lnTo>
                  <a:cubicBezTo>
                    <a:pt x="6901" y="5027"/>
                    <a:pt x="6870" y="4979"/>
                    <a:pt x="6870" y="4932"/>
                  </a:cubicBezTo>
                  <a:cubicBezTo>
                    <a:pt x="6885" y="4901"/>
                    <a:pt x="6916" y="4869"/>
                    <a:pt x="6964" y="4869"/>
                  </a:cubicBezTo>
                  <a:lnTo>
                    <a:pt x="6979" y="4869"/>
                  </a:lnTo>
                  <a:cubicBezTo>
                    <a:pt x="7027" y="4884"/>
                    <a:pt x="7043" y="4932"/>
                    <a:pt x="7043" y="4964"/>
                  </a:cubicBezTo>
                  <a:cubicBezTo>
                    <a:pt x="7027" y="5010"/>
                    <a:pt x="6996" y="5042"/>
                    <a:pt x="6964" y="5042"/>
                  </a:cubicBezTo>
                  <a:close/>
                  <a:moveTo>
                    <a:pt x="3939" y="4916"/>
                  </a:moveTo>
                  <a:cubicBezTo>
                    <a:pt x="3939" y="4884"/>
                    <a:pt x="3986" y="4853"/>
                    <a:pt x="4017" y="4853"/>
                  </a:cubicBezTo>
                  <a:lnTo>
                    <a:pt x="4034" y="4853"/>
                  </a:lnTo>
                  <a:cubicBezTo>
                    <a:pt x="4080" y="4869"/>
                    <a:pt x="4112" y="4916"/>
                    <a:pt x="4097" y="4964"/>
                  </a:cubicBezTo>
                  <a:lnTo>
                    <a:pt x="3939" y="4916"/>
                  </a:lnTo>
                  <a:close/>
                  <a:moveTo>
                    <a:pt x="1087" y="5010"/>
                  </a:moveTo>
                  <a:lnTo>
                    <a:pt x="1072" y="5010"/>
                  </a:lnTo>
                  <a:cubicBezTo>
                    <a:pt x="1024" y="4995"/>
                    <a:pt x="992" y="4947"/>
                    <a:pt x="992" y="4901"/>
                  </a:cubicBezTo>
                  <a:cubicBezTo>
                    <a:pt x="1009" y="4869"/>
                    <a:pt x="1040" y="4838"/>
                    <a:pt x="1087" y="4838"/>
                  </a:cubicBezTo>
                  <a:lnTo>
                    <a:pt x="1103" y="4838"/>
                  </a:lnTo>
                  <a:cubicBezTo>
                    <a:pt x="1150" y="4853"/>
                    <a:pt x="1166" y="4901"/>
                    <a:pt x="1166" y="4947"/>
                  </a:cubicBezTo>
                  <a:cubicBezTo>
                    <a:pt x="1150" y="4979"/>
                    <a:pt x="1118" y="5010"/>
                    <a:pt x="1087" y="5010"/>
                  </a:cubicBezTo>
                  <a:close/>
                  <a:moveTo>
                    <a:pt x="9328" y="4932"/>
                  </a:moveTo>
                  <a:lnTo>
                    <a:pt x="9311" y="4932"/>
                  </a:lnTo>
                  <a:cubicBezTo>
                    <a:pt x="9265" y="4932"/>
                    <a:pt x="9233" y="4884"/>
                    <a:pt x="9248" y="4838"/>
                  </a:cubicBezTo>
                  <a:lnTo>
                    <a:pt x="9248" y="4838"/>
                  </a:lnTo>
                  <a:lnTo>
                    <a:pt x="9406" y="4869"/>
                  </a:lnTo>
                  <a:lnTo>
                    <a:pt x="9406" y="4869"/>
                  </a:lnTo>
                  <a:cubicBezTo>
                    <a:pt x="9406" y="4916"/>
                    <a:pt x="9374" y="4932"/>
                    <a:pt x="9328" y="4932"/>
                  </a:cubicBezTo>
                  <a:close/>
                  <a:moveTo>
                    <a:pt x="3450" y="4901"/>
                  </a:moveTo>
                  <a:lnTo>
                    <a:pt x="3435" y="4901"/>
                  </a:lnTo>
                  <a:cubicBezTo>
                    <a:pt x="3387" y="4901"/>
                    <a:pt x="3356" y="4853"/>
                    <a:pt x="3372" y="4806"/>
                  </a:cubicBezTo>
                  <a:lnTo>
                    <a:pt x="3545" y="4838"/>
                  </a:lnTo>
                  <a:cubicBezTo>
                    <a:pt x="3530" y="4884"/>
                    <a:pt x="3498" y="4901"/>
                    <a:pt x="3450" y="4901"/>
                  </a:cubicBezTo>
                  <a:close/>
                  <a:moveTo>
                    <a:pt x="9248" y="4838"/>
                  </a:moveTo>
                  <a:cubicBezTo>
                    <a:pt x="9248" y="4790"/>
                    <a:pt x="9296" y="4775"/>
                    <a:pt x="9328" y="4775"/>
                  </a:cubicBezTo>
                  <a:lnTo>
                    <a:pt x="9343" y="4775"/>
                  </a:lnTo>
                  <a:cubicBezTo>
                    <a:pt x="9391" y="4775"/>
                    <a:pt x="9422" y="4821"/>
                    <a:pt x="9406" y="4869"/>
                  </a:cubicBezTo>
                  <a:lnTo>
                    <a:pt x="9248" y="4838"/>
                  </a:lnTo>
                  <a:close/>
                  <a:moveTo>
                    <a:pt x="6397" y="4916"/>
                  </a:moveTo>
                  <a:lnTo>
                    <a:pt x="6381" y="4916"/>
                  </a:lnTo>
                  <a:cubicBezTo>
                    <a:pt x="6334" y="4916"/>
                    <a:pt x="6303" y="4869"/>
                    <a:pt x="6318" y="4821"/>
                  </a:cubicBezTo>
                  <a:cubicBezTo>
                    <a:pt x="6318" y="4775"/>
                    <a:pt x="6349" y="4758"/>
                    <a:pt x="6397" y="4758"/>
                  </a:cubicBezTo>
                  <a:lnTo>
                    <a:pt x="6412" y="4758"/>
                  </a:lnTo>
                  <a:cubicBezTo>
                    <a:pt x="6460" y="4758"/>
                    <a:pt x="6492" y="4806"/>
                    <a:pt x="6475" y="4853"/>
                  </a:cubicBezTo>
                  <a:cubicBezTo>
                    <a:pt x="6475" y="4901"/>
                    <a:pt x="6429" y="4916"/>
                    <a:pt x="6397" y="4916"/>
                  </a:cubicBezTo>
                  <a:close/>
                  <a:moveTo>
                    <a:pt x="3372" y="4806"/>
                  </a:moveTo>
                  <a:lnTo>
                    <a:pt x="3372" y="4806"/>
                  </a:lnTo>
                  <a:cubicBezTo>
                    <a:pt x="3387" y="4758"/>
                    <a:pt x="3419" y="4743"/>
                    <a:pt x="3450" y="4743"/>
                  </a:cubicBezTo>
                  <a:lnTo>
                    <a:pt x="3467" y="4743"/>
                  </a:lnTo>
                  <a:cubicBezTo>
                    <a:pt x="3513" y="4743"/>
                    <a:pt x="3545" y="4790"/>
                    <a:pt x="3545" y="4838"/>
                  </a:cubicBezTo>
                  <a:lnTo>
                    <a:pt x="3545" y="4838"/>
                  </a:lnTo>
                  <a:lnTo>
                    <a:pt x="3372" y="4806"/>
                  </a:lnTo>
                  <a:close/>
                  <a:moveTo>
                    <a:pt x="520" y="4901"/>
                  </a:moveTo>
                  <a:cubicBezTo>
                    <a:pt x="505" y="4901"/>
                    <a:pt x="505" y="4884"/>
                    <a:pt x="505" y="4884"/>
                  </a:cubicBezTo>
                  <a:cubicBezTo>
                    <a:pt x="457" y="4884"/>
                    <a:pt x="425" y="4838"/>
                    <a:pt x="442" y="4790"/>
                  </a:cubicBezTo>
                  <a:cubicBezTo>
                    <a:pt x="442" y="4758"/>
                    <a:pt x="473" y="4727"/>
                    <a:pt x="520" y="4727"/>
                  </a:cubicBezTo>
                  <a:lnTo>
                    <a:pt x="536" y="4727"/>
                  </a:lnTo>
                  <a:cubicBezTo>
                    <a:pt x="583" y="4727"/>
                    <a:pt x="614" y="4775"/>
                    <a:pt x="599" y="4821"/>
                  </a:cubicBezTo>
                  <a:cubicBezTo>
                    <a:pt x="599" y="4869"/>
                    <a:pt x="551" y="4901"/>
                    <a:pt x="520" y="4901"/>
                  </a:cubicBezTo>
                  <a:close/>
                  <a:moveTo>
                    <a:pt x="8760" y="4821"/>
                  </a:moveTo>
                  <a:lnTo>
                    <a:pt x="8744" y="4821"/>
                  </a:lnTo>
                  <a:cubicBezTo>
                    <a:pt x="8697" y="4806"/>
                    <a:pt x="8681" y="4775"/>
                    <a:pt x="8681" y="4727"/>
                  </a:cubicBezTo>
                  <a:lnTo>
                    <a:pt x="8855" y="4758"/>
                  </a:lnTo>
                  <a:lnTo>
                    <a:pt x="8855" y="4758"/>
                  </a:lnTo>
                  <a:cubicBezTo>
                    <a:pt x="8839" y="4790"/>
                    <a:pt x="8807" y="4821"/>
                    <a:pt x="8760" y="4821"/>
                  </a:cubicBezTo>
                  <a:close/>
                  <a:moveTo>
                    <a:pt x="2883" y="4790"/>
                  </a:moveTo>
                  <a:lnTo>
                    <a:pt x="2868" y="4790"/>
                  </a:lnTo>
                  <a:cubicBezTo>
                    <a:pt x="2820" y="4775"/>
                    <a:pt x="2805" y="4743"/>
                    <a:pt x="2805" y="4695"/>
                  </a:cubicBezTo>
                  <a:lnTo>
                    <a:pt x="2978" y="4727"/>
                  </a:lnTo>
                  <a:cubicBezTo>
                    <a:pt x="2962" y="4758"/>
                    <a:pt x="2931" y="4790"/>
                    <a:pt x="2883" y="4790"/>
                  </a:cubicBezTo>
                  <a:close/>
                  <a:moveTo>
                    <a:pt x="8681" y="4727"/>
                  </a:moveTo>
                  <a:cubicBezTo>
                    <a:pt x="8697" y="4680"/>
                    <a:pt x="8729" y="4649"/>
                    <a:pt x="8760" y="4649"/>
                  </a:cubicBezTo>
                  <a:lnTo>
                    <a:pt x="8776" y="4649"/>
                  </a:lnTo>
                  <a:cubicBezTo>
                    <a:pt x="8824" y="4664"/>
                    <a:pt x="8855" y="4712"/>
                    <a:pt x="8855" y="4758"/>
                  </a:cubicBezTo>
                  <a:lnTo>
                    <a:pt x="8681" y="4727"/>
                  </a:lnTo>
                  <a:close/>
                  <a:moveTo>
                    <a:pt x="5830" y="4806"/>
                  </a:moveTo>
                  <a:lnTo>
                    <a:pt x="5814" y="4806"/>
                  </a:lnTo>
                  <a:cubicBezTo>
                    <a:pt x="5767" y="4790"/>
                    <a:pt x="5735" y="4758"/>
                    <a:pt x="5751" y="4712"/>
                  </a:cubicBezTo>
                  <a:cubicBezTo>
                    <a:pt x="5751" y="4664"/>
                    <a:pt x="5782" y="4632"/>
                    <a:pt x="5830" y="4632"/>
                  </a:cubicBezTo>
                  <a:lnTo>
                    <a:pt x="5845" y="4632"/>
                  </a:lnTo>
                  <a:cubicBezTo>
                    <a:pt x="5893" y="4649"/>
                    <a:pt x="5924" y="4695"/>
                    <a:pt x="5908" y="4743"/>
                  </a:cubicBezTo>
                  <a:cubicBezTo>
                    <a:pt x="5908" y="4775"/>
                    <a:pt x="5861" y="4806"/>
                    <a:pt x="5830" y="4806"/>
                  </a:cubicBezTo>
                  <a:close/>
                  <a:moveTo>
                    <a:pt x="2805" y="4695"/>
                  </a:moveTo>
                  <a:lnTo>
                    <a:pt x="2805" y="4695"/>
                  </a:lnTo>
                  <a:cubicBezTo>
                    <a:pt x="2820" y="4649"/>
                    <a:pt x="2852" y="4617"/>
                    <a:pt x="2883" y="4617"/>
                  </a:cubicBezTo>
                  <a:cubicBezTo>
                    <a:pt x="2899" y="4617"/>
                    <a:pt x="2899" y="4617"/>
                    <a:pt x="2915" y="4632"/>
                  </a:cubicBezTo>
                  <a:cubicBezTo>
                    <a:pt x="2946" y="4632"/>
                    <a:pt x="2978" y="4680"/>
                    <a:pt x="2978" y="4727"/>
                  </a:cubicBezTo>
                  <a:lnTo>
                    <a:pt x="2978" y="4727"/>
                  </a:lnTo>
                  <a:lnTo>
                    <a:pt x="2805" y="4695"/>
                  </a:lnTo>
                  <a:close/>
                  <a:moveTo>
                    <a:pt x="8208" y="4712"/>
                  </a:moveTo>
                  <a:lnTo>
                    <a:pt x="8193" y="4712"/>
                  </a:lnTo>
                  <a:cubicBezTo>
                    <a:pt x="8145" y="4695"/>
                    <a:pt x="8114" y="4649"/>
                    <a:pt x="8114" y="4601"/>
                  </a:cubicBezTo>
                  <a:lnTo>
                    <a:pt x="8288" y="4632"/>
                  </a:lnTo>
                  <a:cubicBezTo>
                    <a:pt x="8271" y="4680"/>
                    <a:pt x="8240" y="4712"/>
                    <a:pt x="8208" y="4712"/>
                  </a:cubicBezTo>
                  <a:close/>
                  <a:moveTo>
                    <a:pt x="2332" y="4680"/>
                  </a:moveTo>
                  <a:lnTo>
                    <a:pt x="2316" y="4680"/>
                  </a:lnTo>
                  <a:cubicBezTo>
                    <a:pt x="2269" y="4664"/>
                    <a:pt x="2238" y="4617"/>
                    <a:pt x="2238" y="4569"/>
                  </a:cubicBezTo>
                  <a:lnTo>
                    <a:pt x="2238" y="4569"/>
                  </a:lnTo>
                  <a:lnTo>
                    <a:pt x="2410" y="4601"/>
                  </a:lnTo>
                  <a:lnTo>
                    <a:pt x="2410" y="4601"/>
                  </a:lnTo>
                  <a:cubicBezTo>
                    <a:pt x="2395" y="4649"/>
                    <a:pt x="2364" y="4680"/>
                    <a:pt x="2332" y="4680"/>
                  </a:cubicBezTo>
                  <a:close/>
                  <a:moveTo>
                    <a:pt x="8114" y="4601"/>
                  </a:moveTo>
                  <a:lnTo>
                    <a:pt x="8114" y="4601"/>
                  </a:lnTo>
                  <a:cubicBezTo>
                    <a:pt x="8130" y="4569"/>
                    <a:pt x="8162" y="4538"/>
                    <a:pt x="8208" y="4538"/>
                  </a:cubicBezTo>
                  <a:lnTo>
                    <a:pt x="8225" y="4538"/>
                  </a:lnTo>
                  <a:cubicBezTo>
                    <a:pt x="8271" y="4554"/>
                    <a:pt x="8288" y="4601"/>
                    <a:pt x="8288" y="4632"/>
                  </a:cubicBezTo>
                  <a:lnTo>
                    <a:pt x="8288" y="4632"/>
                  </a:lnTo>
                  <a:lnTo>
                    <a:pt x="8114" y="4601"/>
                  </a:lnTo>
                  <a:close/>
                  <a:moveTo>
                    <a:pt x="5263" y="4695"/>
                  </a:moveTo>
                  <a:lnTo>
                    <a:pt x="5246" y="4695"/>
                  </a:lnTo>
                  <a:cubicBezTo>
                    <a:pt x="5200" y="4680"/>
                    <a:pt x="5168" y="4632"/>
                    <a:pt x="5183" y="4586"/>
                  </a:cubicBezTo>
                  <a:cubicBezTo>
                    <a:pt x="5183" y="4554"/>
                    <a:pt x="5231" y="4523"/>
                    <a:pt x="5263" y="4523"/>
                  </a:cubicBezTo>
                  <a:lnTo>
                    <a:pt x="5278" y="4523"/>
                  </a:lnTo>
                  <a:cubicBezTo>
                    <a:pt x="5326" y="4538"/>
                    <a:pt x="5357" y="4586"/>
                    <a:pt x="5341" y="4617"/>
                  </a:cubicBezTo>
                  <a:cubicBezTo>
                    <a:pt x="5341" y="4664"/>
                    <a:pt x="5309" y="4695"/>
                    <a:pt x="5263" y="4695"/>
                  </a:cubicBezTo>
                  <a:close/>
                  <a:moveTo>
                    <a:pt x="2238" y="4569"/>
                  </a:moveTo>
                  <a:cubicBezTo>
                    <a:pt x="2253" y="4538"/>
                    <a:pt x="2284" y="4506"/>
                    <a:pt x="2332" y="4506"/>
                  </a:cubicBezTo>
                  <a:lnTo>
                    <a:pt x="2347" y="4506"/>
                  </a:lnTo>
                  <a:cubicBezTo>
                    <a:pt x="2395" y="4523"/>
                    <a:pt x="2427" y="4569"/>
                    <a:pt x="2410" y="4601"/>
                  </a:cubicBezTo>
                  <a:lnTo>
                    <a:pt x="2238" y="4569"/>
                  </a:lnTo>
                  <a:close/>
                  <a:moveTo>
                    <a:pt x="7641" y="4586"/>
                  </a:moveTo>
                  <a:lnTo>
                    <a:pt x="7626" y="4586"/>
                  </a:lnTo>
                  <a:cubicBezTo>
                    <a:pt x="7578" y="4586"/>
                    <a:pt x="7547" y="4538"/>
                    <a:pt x="7547" y="4491"/>
                  </a:cubicBezTo>
                  <a:lnTo>
                    <a:pt x="7721" y="4523"/>
                  </a:lnTo>
                  <a:cubicBezTo>
                    <a:pt x="7704" y="4569"/>
                    <a:pt x="7673" y="4586"/>
                    <a:pt x="7641" y="4586"/>
                  </a:cubicBezTo>
                  <a:close/>
                  <a:moveTo>
                    <a:pt x="1765" y="4554"/>
                  </a:moveTo>
                  <a:lnTo>
                    <a:pt x="1749" y="4554"/>
                  </a:lnTo>
                  <a:cubicBezTo>
                    <a:pt x="1702" y="4554"/>
                    <a:pt x="1670" y="4506"/>
                    <a:pt x="1686" y="4460"/>
                  </a:cubicBezTo>
                  <a:lnTo>
                    <a:pt x="1686" y="4460"/>
                  </a:lnTo>
                  <a:lnTo>
                    <a:pt x="1843" y="4491"/>
                  </a:lnTo>
                  <a:lnTo>
                    <a:pt x="1843" y="4491"/>
                  </a:lnTo>
                  <a:cubicBezTo>
                    <a:pt x="1843" y="4538"/>
                    <a:pt x="1797" y="4554"/>
                    <a:pt x="1765" y="4554"/>
                  </a:cubicBezTo>
                  <a:close/>
                  <a:moveTo>
                    <a:pt x="7547" y="4491"/>
                  </a:moveTo>
                  <a:lnTo>
                    <a:pt x="7547" y="4491"/>
                  </a:lnTo>
                  <a:cubicBezTo>
                    <a:pt x="7563" y="4443"/>
                    <a:pt x="7595" y="4428"/>
                    <a:pt x="7641" y="4428"/>
                  </a:cubicBezTo>
                  <a:lnTo>
                    <a:pt x="7658" y="4428"/>
                  </a:lnTo>
                  <a:cubicBezTo>
                    <a:pt x="7704" y="4428"/>
                    <a:pt x="7736" y="4475"/>
                    <a:pt x="7721" y="4523"/>
                  </a:cubicBezTo>
                  <a:lnTo>
                    <a:pt x="7721" y="4523"/>
                  </a:lnTo>
                  <a:lnTo>
                    <a:pt x="7547" y="4491"/>
                  </a:lnTo>
                  <a:close/>
                  <a:moveTo>
                    <a:pt x="4696" y="4569"/>
                  </a:moveTo>
                  <a:lnTo>
                    <a:pt x="4679" y="4569"/>
                  </a:lnTo>
                  <a:cubicBezTo>
                    <a:pt x="4633" y="4569"/>
                    <a:pt x="4601" y="4523"/>
                    <a:pt x="4616" y="4475"/>
                  </a:cubicBezTo>
                  <a:cubicBezTo>
                    <a:pt x="4633" y="4428"/>
                    <a:pt x="4664" y="4412"/>
                    <a:pt x="4696" y="4412"/>
                  </a:cubicBezTo>
                  <a:lnTo>
                    <a:pt x="4711" y="4412"/>
                  </a:lnTo>
                  <a:cubicBezTo>
                    <a:pt x="4759" y="4412"/>
                    <a:pt x="4790" y="4460"/>
                    <a:pt x="4790" y="4506"/>
                  </a:cubicBezTo>
                  <a:cubicBezTo>
                    <a:pt x="4774" y="4554"/>
                    <a:pt x="4742" y="4569"/>
                    <a:pt x="4696" y="4569"/>
                  </a:cubicBezTo>
                  <a:close/>
                  <a:moveTo>
                    <a:pt x="1686" y="4460"/>
                  </a:moveTo>
                  <a:cubicBezTo>
                    <a:pt x="1686" y="4412"/>
                    <a:pt x="1717" y="4397"/>
                    <a:pt x="1765" y="4397"/>
                  </a:cubicBezTo>
                  <a:lnTo>
                    <a:pt x="1780" y="4397"/>
                  </a:lnTo>
                  <a:cubicBezTo>
                    <a:pt x="1828" y="4397"/>
                    <a:pt x="1860" y="4443"/>
                    <a:pt x="1843" y="4491"/>
                  </a:cubicBezTo>
                  <a:lnTo>
                    <a:pt x="1686" y="4460"/>
                  </a:lnTo>
                  <a:close/>
                  <a:moveTo>
                    <a:pt x="7074" y="4475"/>
                  </a:moveTo>
                  <a:lnTo>
                    <a:pt x="7059" y="4475"/>
                  </a:lnTo>
                  <a:cubicBezTo>
                    <a:pt x="7011" y="4460"/>
                    <a:pt x="6979" y="4412"/>
                    <a:pt x="6996" y="4380"/>
                  </a:cubicBezTo>
                  <a:lnTo>
                    <a:pt x="6996" y="4380"/>
                  </a:lnTo>
                  <a:lnTo>
                    <a:pt x="7153" y="4412"/>
                  </a:lnTo>
                  <a:lnTo>
                    <a:pt x="7153" y="4412"/>
                  </a:lnTo>
                  <a:cubicBezTo>
                    <a:pt x="7153" y="4443"/>
                    <a:pt x="7106" y="4475"/>
                    <a:pt x="7074" y="4475"/>
                  </a:cubicBezTo>
                  <a:close/>
                  <a:moveTo>
                    <a:pt x="1198" y="4443"/>
                  </a:moveTo>
                  <a:lnTo>
                    <a:pt x="1181" y="4443"/>
                  </a:lnTo>
                  <a:cubicBezTo>
                    <a:pt x="1135" y="4428"/>
                    <a:pt x="1103" y="4397"/>
                    <a:pt x="1118" y="4349"/>
                  </a:cubicBezTo>
                  <a:lnTo>
                    <a:pt x="1276" y="4380"/>
                  </a:lnTo>
                  <a:cubicBezTo>
                    <a:pt x="1276" y="4412"/>
                    <a:pt x="1244" y="4443"/>
                    <a:pt x="1198" y="4443"/>
                  </a:cubicBezTo>
                  <a:close/>
                  <a:moveTo>
                    <a:pt x="6996" y="4380"/>
                  </a:moveTo>
                  <a:cubicBezTo>
                    <a:pt x="6996" y="4334"/>
                    <a:pt x="7027" y="4302"/>
                    <a:pt x="7074" y="4302"/>
                  </a:cubicBezTo>
                  <a:lnTo>
                    <a:pt x="7090" y="4302"/>
                  </a:lnTo>
                  <a:cubicBezTo>
                    <a:pt x="7137" y="4317"/>
                    <a:pt x="7169" y="4365"/>
                    <a:pt x="7153" y="4412"/>
                  </a:cubicBezTo>
                  <a:lnTo>
                    <a:pt x="6996" y="4380"/>
                  </a:lnTo>
                  <a:close/>
                  <a:moveTo>
                    <a:pt x="4128" y="4460"/>
                  </a:moveTo>
                  <a:lnTo>
                    <a:pt x="4112" y="4460"/>
                  </a:lnTo>
                  <a:cubicBezTo>
                    <a:pt x="4065" y="4443"/>
                    <a:pt x="4049" y="4397"/>
                    <a:pt x="4049" y="4365"/>
                  </a:cubicBezTo>
                  <a:cubicBezTo>
                    <a:pt x="4065" y="4317"/>
                    <a:pt x="4097" y="4286"/>
                    <a:pt x="4128" y="4286"/>
                  </a:cubicBezTo>
                  <a:lnTo>
                    <a:pt x="4160" y="4286"/>
                  </a:lnTo>
                  <a:cubicBezTo>
                    <a:pt x="4191" y="4302"/>
                    <a:pt x="4223" y="4349"/>
                    <a:pt x="4223" y="4397"/>
                  </a:cubicBezTo>
                  <a:cubicBezTo>
                    <a:pt x="4206" y="4428"/>
                    <a:pt x="4175" y="4460"/>
                    <a:pt x="4128" y="4460"/>
                  </a:cubicBezTo>
                  <a:close/>
                  <a:moveTo>
                    <a:pt x="1118" y="4349"/>
                  </a:moveTo>
                  <a:lnTo>
                    <a:pt x="1118" y="4349"/>
                  </a:lnTo>
                  <a:cubicBezTo>
                    <a:pt x="1118" y="4302"/>
                    <a:pt x="1166" y="4270"/>
                    <a:pt x="1198" y="4270"/>
                  </a:cubicBezTo>
                  <a:lnTo>
                    <a:pt x="1213" y="4270"/>
                  </a:lnTo>
                  <a:cubicBezTo>
                    <a:pt x="1261" y="4286"/>
                    <a:pt x="1292" y="4334"/>
                    <a:pt x="1276" y="4380"/>
                  </a:cubicBezTo>
                  <a:lnTo>
                    <a:pt x="1276" y="4380"/>
                  </a:lnTo>
                  <a:lnTo>
                    <a:pt x="1118" y="4349"/>
                  </a:lnTo>
                  <a:close/>
                  <a:moveTo>
                    <a:pt x="6507" y="4365"/>
                  </a:moveTo>
                  <a:lnTo>
                    <a:pt x="6492" y="4365"/>
                  </a:lnTo>
                  <a:cubicBezTo>
                    <a:pt x="6444" y="4349"/>
                    <a:pt x="6412" y="4302"/>
                    <a:pt x="6429" y="4254"/>
                  </a:cubicBezTo>
                  <a:lnTo>
                    <a:pt x="6429" y="4254"/>
                  </a:lnTo>
                  <a:lnTo>
                    <a:pt x="6586" y="4286"/>
                  </a:lnTo>
                  <a:lnTo>
                    <a:pt x="6586" y="4286"/>
                  </a:lnTo>
                  <a:cubicBezTo>
                    <a:pt x="6586" y="4334"/>
                    <a:pt x="6555" y="4365"/>
                    <a:pt x="6507" y="4365"/>
                  </a:cubicBezTo>
                  <a:close/>
                  <a:moveTo>
                    <a:pt x="9454" y="4380"/>
                  </a:moveTo>
                  <a:cubicBezTo>
                    <a:pt x="9437" y="4380"/>
                    <a:pt x="9437" y="4380"/>
                    <a:pt x="9422" y="4365"/>
                  </a:cubicBezTo>
                  <a:cubicBezTo>
                    <a:pt x="9391" y="4365"/>
                    <a:pt x="9359" y="4317"/>
                    <a:pt x="9359" y="4270"/>
                  </a:cubicBezTo>
                  <a:cubicBezTo>
                    <a:pt x="9374" y="4239"/>
                    <a:pt x="9406" y="4207"/>
                    <a:pt x="9454" y="4207"/>
                  </a:cubicBezTo>
                  <a:lnTo>
                    <a:pt x="9469" y="4207"/>
                  </a:lnTo>
                  <a:cubicBezTo>
                    <a:pt x="9517" y="4223"/>
                    <a:pt x="9532" y="4254"/>
                    <a:pt x="9532" y="4302"/>
                  </a:cubicBezTo>
                  <a:cubicBezTo>
                    <a:pt x="9517" y="4349"/>
                    <a:pt x="9485" y="4380"/>
                    <a:pt x="9454" y="4380"/>
                  </a:cubicBezTo>
                  <a:close/>
                  <a:moveTo>
                    <a:pt x="6429" y="4254"/>
                  </a:moveTo>
                  <a:cubicBezTo>
                    <a:pt x="6429" y="4223"/>
                    <a:pt x="6475" y="4191"/>
                    <a:pt x="6507" y="4191"/>
                  </a:cubicBezTo>
                  <a:lnTo>
                    <a:pt x="6523" y="4191"/>
                  </a:lnTo>
                  <a:cubicBezTo>
                    <a:pt x="6570" y="4207"/>
                    <a:pt x="6601" y="4239"/>
                    <a:pt x="6586" y="4286"/>
                  </a:cubicBezTo>
                  <a:lnTo>
                    <a:pt x="6429" y="4254"/>
                  </a:lnTo>
                  <a:close/>
                  <a:moveTo>
                    <a:pt x="3576" y="4349"/>
                  </a:moveTo>
                  <a:lnTo>
                    <a:pt x="3561" y="4349"/>
                  </a:lnTo>
                  <a:cubicBezTo>
                    <a:pt x="3513" y="4334"/>
                    <a:pt x="3482" y="4286"/>
                    <a:pt x="3482" y="4239"/>
                  </a:cubicBezTo>
                  <a:cubicBezTo>
                    <a:pt x="3498" y="4207"/>
                    <a:pt x="3530" y="4176"/>
                    <a:pt x="3576" y="4176"/>
                  </a:cubicBezTo>
                  <a:lnTo>
                    <a:pt x="3593" y="4176"/>
                  </a:lnTo>
                  <a:cubicBezTo>
                    <a:pt x="3639" y="4191"/>
                    <a:pt x="3656" y="4223"/>
                    <a:pt x="3656" y="4270"/>
                  </a:cubicBezTo>
                  <a:cubicBezTo>
                    <a:pt x="3639" y="4317"/>
                    <a:pt x="3608" y="4349"/>
                    <a:pt x="3576" y="4349"/>
                  </a:cubicBezTo>
                  <a:close/>
                  <a:moveTo>
                    <a:pt x="5940" y="4239"/>
                  </a:moveTo>
                  <a:lnTo>
                    <a:pt x="5924" y="4239"/>
                  </a:lnTo>
                  <a:cubicBezTo>
                    <a:pt x="5877" y="4239"/>
                    <a:pt x="5845" y="4191"/>
                    <a:pt x="5861" y="4144"/>
                  </a:cubicBezTo>
                  <a:lnTo>
                    <a:pt x="6034" y="4176"/>
                  </a:lnTo>
                  <a:cubicBezTo>
                    <a:pt x="6019" y="4223"/>
                    <a:pt x="5988" y="4239"/>
                    <a:pt x="5940" y="4239"/>
                  </a:cubicBezTo>
                  <a:close/>
                  <a:moveTo>
                    <a:pt x="8887" y="4254"/>
                  </a:moveTo>
                  <a:lnTo>
                    <a:pt x="8870" y="4254"/>
                  </a:lnTo>
                  <a:cubicBezTo>
                    <a:pt x="8824" y="4254"/>
                    <a:pt x="8792" y="4207"/>
                    <a:pt x="8792" y="4160"/>
                  </a:cubicBezTo>
                  <a:cubicBezTo>
                    <a:pt x="8807" y="4113"/>
                    <a:pt x="8839" y="4097"/>
                    <a:pt x="8887" y="4097"/>
                  </a:cubicBezTo>
                  <a:lnTo>
                    <a:pt x="8902" y="4097"/>
                  </a:lnTo>
                  <a:cubicBezTo>
                    <a:pt x="8950" y="4097"/>
                    <a:pt x="8981" y="4144"/>
                    <a:pt x="8965" y="4191"/>
                  </a:cubicBezTo>
                  <a:cubicBezTo>
                    <a:pt x="8950" y="4239"/>
                    <a:pt x="8918" y="4254"/>
                    <a:pt x="8887" y="4254"/>
                  </a:cubicBezTo>
                  <a:close/>
                  <a:moveTo>
                    <a:pt x="5861" y="4144"/>
                  </a:moveTo>
                  <a:lnTo>
                    <a:pt x="5861" y="4144"/>
                  </a:lnTo>
                  <a:cubicBezTo>
                    <a:pt x="5877" y="4097"/>
                    <a:pt x="5908" y="4081"/>
                    <a:pt x="5940" y="4081"/>
                  </a:cubicBezTo>
                  <a:lnTo>
                    <a:pt x="5956" y="4081"/>
                  </a:lnTo>
                  <a:cubicBezTo>
                    <a:pt x="6003" y="4081"/>
                    <a:pt x="6034" y="4128"/>
                    <a:pt x="6034" y="4176"/>
                  </a:cubicBezTo>
                  <a:lnTo>
                    <a:pt x="6034" y="4176"/>
                  </a:lnTo>
                  <a:lnTo>
                    <a:pt x="5861" y="4144"/>
                  </a:lnTo>
                  <a:close/>
                  <a:moveTo>
                    <a:pt x="3009" y="4223"/>
                  </a:moveTo>
                  <a:lnTo>
                    <a:pt x="2994" y="4223"/>
                  </a:lnTo>
                  <a:cubicBezTo>
                    <a:pt x="2946" y="4223"/>
                    <a:pt x="2915" y="4176"/>
                    <a:pt x="2931" y="4128"/>
                  </a:cubicBezTo>
                  <a:cubicBezTo>
                    <a:pt x="2931" y="4081"/>
                    <a:pt x="2962" y="4065"/>
                    <a:pt x="3009" y="4065"/>
                  </a:cubicBezTo>
                  <a:lnTo>
                    <a:pt x="3025" y="4065"/>
                  </a:lnTo>
                  <a:cubicBezTo>
                    <a:pt x="3072" y="4065"/>
                    <a:pt x="3104" y="4113"/>
                    <a:pt x="3088" y="4160"/>
                  </a:cubicBezTo>
                  <a:cubicBezTo>
                    <a:pt x="3088" y="4207"/>
                    <a:pt x="3041" y="4223"/>
                    <a:pt x="3009" y="4223"/>
                  </a:cubicBezTo>
                  <a:close/>
                  <a:moveTo>
                    <a:pt x="5372" y="4128"/>
                  </a:moveTo>
                  <a:lnTo>
                    <a:pt x="5357" y="4128"/>
                  </a:lnTo>
                  <a:cubicBezTo>
                    <a:pt x="5309" y="4113"/>
                    <a:pt x="5294" y="4065"/>
                    <a:pt x="5294" y="4018"/>
                  </a:cubicBezTo>
                  <a:lnTo>
                    <a:pt x="5467" y="4065"/>
                  </a:lnTo>
                  <a:cubicBezTo>
                    <a:pt x="5452" y="4097"/>
                    <a:pt x="5420" y="4128"/>
                    <a:pt x="5372" y="4128"/>
                  </a:cubicBezTo>
                  <a:close/>
                  <a:moveTo>
                    <a:pt x="8319" y="4144"/>
                  </a:moveTo>
                  <a:lnTo>
                    <a:pt x="8303" y="4144"/>
                  </a:lnTo>
                  <a:cubicBezTo>
                    <a:pt x="8256" y="4128"/>
                    <a:pt x="8225" y="4081"/>
                    <a:pt x="8240" y="4034"/>
                  </a:cubicBezTo>
                  <a:cubicBezTo>
                    <a:pt x="8240" y="4002"/>
                    <a:pt x="8271" y="3971"/>
                    <a:pt x="8319" y="3971"/>
                  </a:cubicBezTo>
                  <a:lnTo>
                    <a:pt x="8334" y="3971"/>
                  </a:lnTo>
                  <a:cubicBezTo>
                    <a:pt x="8382" y="3987"/>
                    <a:pt x="8414" y="4034"/>
                    <a:pt x="8397" y="4081"/>
                  </a:cubicBezTo>
                  <a:cubicBezTo>
                    <a:pt x="8397" y="4113"/>
                    <a:pt x="8351" y="4144"/>
                    <a:pt x="8319" y="4144"/>
                  </a:cubicBezTo>
                  <a:close/>
                  <a:moveTo>
                    <a:pt x="5294" y="4018"/>
                  </a:moveTo>
                  <a:lnTo>
                    <a:pt x="5294" y="4018"/>
                  </a:lnTo>
                  <a:cubicBezTo>
                    <a:pt x="5309" y="3987"/>
                    <a:pt x="5341" y="3955"/>
                    <a:pt x="5372" y="3955"/>
                  </a:cubicBezTo>
                  <a:lnTo>
                    <a:pt x="5404" y="3955"/>
                  </a:lnTo>
                  <a:cubicBezTo>
                    <a:pt x="5435" y="3971"/>
                    <a:pt x="5467" y="4018"/>
                    <a:pt x="5467" y="4065"/>
                  </a:cubicBezTo>
                  <a:lnTo>
                    <a:pt x="5467" y="4065"/>
                  </a:lnTo>
                  <a:lnTo>
                    <a:pt x="5294" y="4018"/>
                  </a:lnTo>
                  <a:close/>
                  <a:moveTo>
                    <a:pt x="2442" y="4113"/>
                  </a:moveTo>
                  <a:lnTo>
                    <a:pt x="2427" y="4113"/>
                  </a:lnTo>
                  <a:cubicBezTo>
                    <a:pt x="2379" y="4097"/>
                    <a:pt x="2347" y="4050"/>
                    <a:pt x="2364" y="4018"/>
                  </a:cubicBezTo>
                  <a:cubicBezTo>
                    <a:pt x="2364" y="3971"/>
                    <a:pt x="2395" y="3939"/>
                    <a:pt x="2442" y="3939"/>
                  </a:cubicBezTo>
                  <a:lnTo>
                    <a:pt x="2458" y="3939"/>
                  </a:lnTo>
                  <a:cubicBezTo>
                    <a:pt x="2505" y="3955"/>
                    <a:pt x="2536" y="4002"/>
                    <a:pt x="2521" y="4050"/>
                  </a:cubicBezTo>
                  <a:cubicBezTo>
                    <a:pt x="2521" y="4081"/>
                    <a:pt x="2473" y="4113"/>
                    <a:pt x="2442" y="4113"/>
                  </a:cubicBezTo>
                  <a:close/>
                  <a:moveTo>
                    <a:pt x="4822" y="4018"/>
                  </a:moveTo>
                  <a:cubicBezTo>
                    <a:pt x="4805" y="4018"/>
                    <a:pt x="4805" y="4018"/>
                    <a:pt x="4805" y="4002"/>
                  </a:cubicBezTo>
                  <a:cubicBezTo>
                    <a:pt x="4759" y="4002"/>
                    <a:pt x="4727" y="3955"/>
                    <a:pt x="4727" y="3907"/>
                  </a:cubicBezTo>
                  <a:lnTo>
                    <a:pt x="4727" y="3907"/>
                  </a:lnTo>
                  <a:lnTo>
                    <a:pt x="4900" y="3939"/>
                  </a:lnTo>
                  <a:lnTo>
                    <a:pt x="4900" y="3939"/>
                  </a:lnTo>
                  <a:cubicBezTo>
                    <a:pt x="4885" y="3987"/>
                    <a:pt x="4853" y="4018"/>
                    <a:pt x="4822" y="4018"/>
                  </a:cubicBezTo>
                  <a:close/>
                  <a:moveTo>
                    <a:pt x="7752" y="4034"/>
                  </a:moveTo>
                  <a:cubicBezTo>
                    <a:pt x="7752" y="4034"/>
                    <a:pt x="7736" y="4034"/>
                    <a:pt x="7736" y="4018"/>
                  </a:cubicBezTo>
                  <a:cubicBezTo>
                    <a:pt x="7689" y="4018"/>
                    <a:pt x="7658" y="3971"/>
                    <a:pt x="7673" y="3924"/>
                  </a:cubicBezTo>
                  <a:cubicBezTo>
                    <a:pt x="7673" y="3892"/>
                    <a:pt x="7721" y="3861"/>
                    <a:pt x="7752" y="3861"/>
                  </a:cubicBezTo>
                  <a:lnTo>
                    <a:pt x="7767" y="3861"/>
                  </a:lnTo>
                  <a:cubicBezTo>
                    <a:pt x="7815" y="3876"/>
                    <a:pt x="7847" y="3907"/>
                    <a:pt x="7830" y="3955"/>
                  </a:cubicBezTo>
                  <a:cubicBezTo>
                    <a:pt x="7830" y="4002"/>
                    <a:pt x="7799" y="4034"/>
                    <a:pt x="7752" y="4034"/>
                  </a:cubicBezTo>
                  <a:close/>
                  <a:moveTo>
                    <a:pt x="4727" y="3907"/>
                  </a:moveTo>
                  <a:cubicBezTo>
                    <a:pt x="4742" y="3876"/>
                    <a:pt x="4774" y="3844"/>
                    <a:pt x="4822" y="3844"/>
                  </a:cubicBezTo>
                  <a:lnTo>
                    <a:pt x="4837" y="3844"/>
                  </a:lnTo>
                  <a:cubicBezTo>
                    <a:pt x="4885" y="3861"/>
                    <a:pt x="4900" y="3892"/>
                    <a:pt x="4900" y="3939"/>
                  </a:cubicBezTo>
                  <a:lnTo>
                    <a:pt x="4727" y="3907"/>
                  </a:lnTo>
                  <a:close/>
                  <a:moveTo>
                    <a:pt x="1875" y="4002"/>
                  </a:moveTo>
                  <a:lnTo>
                    <a:pt x="1860" y="4002"/>
                  </a:lnTo>
                  <a:cubicBezTo>
                    <a:pt x="1812" y="3987"/>
                    <a:pt x="1780" y="3939"/>
                    <a:pt x="1797" y="3892"/>
                  </a:cubicBezTo>
                  <a:cubicBezTo>
                    <a:pt x="1797" y="3861"/>
                    <a:pt x="1843" y="3829"/>
                    <a:pt x="1875" y="3829"/>
                  </a:cubicBezTo>
                  <a:lnTo>
                    <a:pt x="1891" y="3829"/>
                  </a:lnTo>
                  <a:cubicBezTo>
                    <a:pt x="1938" y="3844"/>
                    <a:pt x="1969" y="3876"/>
                    <a:pt x="1954" y="3924"/>
                  </a:cubicBezTo>
                  <a:cubicBezTo>
                    <a:pt x="1954" y="3971"/>
                    <a:pt x="1923" y="4002"/>
                    <a:pt x="1875" y="4002"/>
                  </a:cubicBezTo>
                  <a:close/>
                  <a:moveTo>
                    <a:pt x="4254" y="3892"/>
                  </a:moveTo>
                  <a:lnTo>
                    <a:pt x="4238" y="3892"/>
                  </a:lnTo>
                  <a:cubicBezTo>
                    <a:pt x="4191" y="3892"/>
                    <a:pt x="4160" y="3844"/>
                    <a:pt x="4175" y="3798"/>
                  </a:cubicBezTo>
                  <a:lnTo>
                    <a:pt x="4175" y="3798"/>
                  </a:lnTo>
                  <a:lnTo>
                    <a:pt x="4333" y="3829"/>
                  </a:lnTo>
                  <a:lnTo>
                    <a:pt x="4333" y="3829"/>
                  </a:lnTo>
                  <a:cubicBezTo>
                    <a:pt x="4333" y="3861"/>
                    <a:pt x="4286" y="3892"/>
                    <a:pt x="4254" y="3892"/>
                  </a:cubicBezTo>
                  <a:close/>
                  <a:moveTo>
                    <a:pt x="7185" y="3907"/>
                  </a:moveTo>
                  <a:lnTo>
                    <a:pt x="7169" y="3907"/>
                  </a:lnTo>
                  <a:cubicBezTo>
                    <a:pt x="7122" y="3892"/>
                    <a:pt x="7090" y="3861"/>
                    <a:pt x="7106" y="3813"/>
                  </a:cubicBezTo>
                  <a:cubicBezTo>
                    <a:pt x="7122" y="3766"/>
                    <a:pt x="7153" y="3735"/>
                    <a:pt x="7185" y="3735"/>
                  </a:cubicBezTo>
                  <a:cubicBezTo>
                    <a:pt x="7200" y="3735"/>
                    <a:pt x="7200" y="3750"/>
                    <a:pt x="7200" y="3750"/>
                  </a:cubicBezTo>
                  <a:cubicBezTo>
                    <a:pt x="7248" y="3750"/>
                    <a:pt x="7279" y="3798"/>
                    <a:pt x="7279" y="3844"/>
                  </a:cubicBezTo>
                  <a:cubicBezTo>
                    <a:pt x="7263" y="3876"/>
                    <a:pt x="7232" y="3907"/>
                    <a:pt x="7185" y="3907"/>
                  </a:cubicBezTo>
                  <a:close/>
                  <a:moveTo>
                    <a:pt x="4175" y="3798"/>
                  </a:moveTo>
                  <a:cubicBezTo>
                    <a:pt x="4175" y="3750"/>
                    <a:pt x="4206" y="3735"/>
                    <a:pt x="4254" y="3735"/>
                  </a:cubicBezTo>
                  <a:lnTo>
                    <a:pt x="4270" y="3735"/>
                  </a:lnTo>
                  <a:cubicBezTo>
                    <a:pt x="4317" y="3735"/>
                    <a:pt x="4349" y="3781"/>
                    <a:pt x="4333" y="3829"/>
                  </a:cubicBezTo>
                  <a:lnTo>
                    <a:pt x="4175" y="3798"/>
                  </a:lnTo>
                  <a:close/>
                  <a:moveTo>
                    <a:pt x="1307" y="3876"/>
                  </a:moveTo>
                  <a:lnTo>
                    <a:pt x="1292" y="3876"/>
                  </a:lnTo>
                  <a:cubicBezTo>
                    <a:pt x="1244" y="3876"/>
                    <a:pt x="1213" y="3829"/>
                    <a:pt x="1229" y="3781"/>
                  </a:cubicBezTo>
                  <a:cubicBezTo>
                    <a:pt x="1244" y="3735"/>
                    <a:pt x="1276" y="3718"/>
                    <a:pt x="1307" y="3718"/>
                  </a:cubicBezTo>
                  <a:lnTo>
                    <a:pt x="1324" y="3718"/>
                  </a:lnTo>
                  <a:cubicBezTo>
                    <a:pt x="1370" y="3718"/>
                    <a:pt x="1402" y="3766"/>
                    <a:pt x="1402" y="3813"/>
                  </a:cubicBezTo>
                  <a:cubicBezTo>
                    <a:pt x="1387" y="3861"/>
                    <a:pt x="1355" y="3876"/>
                    <a:pt x="1307" y="3876"/>
                  </a:cubicBezTo>
                  <a:close/>
                  <a:moveTo>
                    <a:pt x="9563" y="3813"/>
                  </a:moveTo>
                  <a:lnTo>
                    <a:pt x="9548" y="3813"/>
                  </a:lnTo>
                  <a:cubicBezTo>
                    <a:pt x="9500" y="3798"/>
                    <a:pt x="9469" y="3750"/>
                    <a:pt x="9485" y="3703"/>
                  </a:cubicBezTo>
                  <a:lnTo>
                    <a:pt x="9485" y="3703"/>
                  </a:lnTo>
                  <a:lnTo>
                    <a:pt x="9643" y="3750"/>
                  </a:lnTo>
                  <a:lnTo>
                    <a:pt x="9643" y="3750"/>
                  </a:lnTo>
                  <a:cubicBezTo>
                    <a:pt x="9643" y="3781"/>
                    <a:pt x="9595" y="3813"/>
                    <a:pt x="9563" y="3813"/>
                  </a:cubicBezTo>
                  <a:close/>
                  <a:moveTo>
                    <a:pt x="3687" y="3781"/>
                  </a:moveTo>
                  <a:lnTo>
                    <a:pt x="3671" y="3781"/>
                  </a:lnTo>
                  <a:cubicBezTo>
                    <a:pt x="3624" y="3766"/>
                    <a:pt x="3593" y="3718"/>
                    <a:pt x="3608" y="3672"/>
                  </a:cubicBezTo>
                  <a:lnTo>
                    <a:pt x="3608" y="3672"/>
                  </a:lnTo>
                  <a:lnTo>
                    <a:pt x="3765" y="3718"/>
                  </a:lnTo>
                  <a:lnTo>
                    <a:pt x="3765" y="3718"/>
                  </a:lnTo>
                  <a:cubicBezTo>
                    <a:pt x="3765" y="3750"/>
                    <a:pt x="3719" y="3781"/>
                    <a:pt x="3687" y="3781"/>
                  </a:cubicBezTo>
                  <a:close/>
                  <a:moveTo>
                    <a:pt x="9485" y="3703"/>
                  </a:moveTo>
                  <a:cubicBezTo>
                    <a:pt x="9485" y="3672"/>
                    <a:pt x="9517" y="3640"/>
                    <a:pt x="9563" y="3640"/>
                  </a:cubicBezTo>
                  <a:lnTo>
                    <a:pt x="9580" y="3640"/>
                  </a:lnTo>
                  <a:cubicBezTo>
                    <a:pt x="9626" y="3655"/>
                    <a:pt x="9658" y="3703"/>
                    <a:pt x="9643" y="3750"/>
                  </a:cubicBezTo>
                  <a:lnTo>
                    <a:pt x="9485" y="3703"/>
                  </a:lnTo>
                  <a:close/>
                  <a:moveTo>
                    <a:pt x="6618" y="3798"/>
                  </a:moveTo>
                  <a:lnTo>
                    <a:pt x="6601" y="3798"/>
                  </a:lnTo>
                  <a:cubicBezTo>
                    <a:pt x="6555" y="3781"/>
                    <a:pt x="6538" y="3735"/>
                    <a:pt x="6538" y="3687"/>
                  </a:cubicBezTo>
                  <a:cubicBezTo>
                    <a:pt x="6555" y="3655"/>
                    <a:pt x="6586" y="3624"/>
                    <a:pt x="6618" y="3624"/>
                  </a:cubicBezTo>
                  <a:lnTo>
                    <a:pt x="6649" y="3624"/>
                  </a:lnTo>
                  <a:cubicBezTo>
                    <a:pt x="6681" y="3640"/>
                    <a:pt x="6712" y="3687"/>
                    <a:pt x="6712" y="3735"/>
                  </a:cubicBezTo>
                  <a:cubicBezTo>
                    <a:pt x="6696" y="3766"/>
                    <a:pt x="6664" y="3798"/>
                    <a:pt x="6618" y="3798"/>
                  </a:cubicBezTo>
                  <a:close/>
                  <a:moveTo>
                    <a:pt x="3608" y="3672"/>
                  </a:moveTo>
                  <a:cubicBezTo>
                    <a:pt x="3608" y="3640"/>
                    <a:pt x="3639" y="3609"/>
                    <a:pt x="3687" y="3609"/>
                  </a:cubicBezTo>
                  <a:lnTo>
                    <a:pt x="3702" y="3609"/>
                  </a:lnTo>
                  <a:cubicBezTo>
                    <a:pt x="3750" y="3624"/>
                    <a:pt x="3782" y="3672"/>
                    <a:pt x="3765" y="3718"/>
                  </a:cubicBezTo>
                  <a:lnTo>
                    <a:pt x="3608" y="3672"/>
                  </a:lnTo>
                  <a:close/>
                  <a:moveTo>
                    <a:pt x="8996" y="3687"/>
                  </a:moveTo>
                  <a:lnTo>
                    <a:pt x="8981" y="3687"/>
                  </a:lnTo>
                  <a:cubicBezTo>
                    <a:pt x="8933" y="3687"/>
                    <a:pt x="8902" y="3640"/>
                    <a:pt x="8918" y="3592"/>
                  </a:cubicBezTo>
                  <a:lnTo>
                    <a:pt x="8918" y="3592"/>
                  </a:lnTo>
                  <a:lnTo>
                    <a:pt x="9076" y="3624"/>
                  </a:lnTo>
                  <a:lnTo>
                    <a:pt x="9076" y="3624"/>
                  </a:lnTo>
                  <a:cubicBezTo>
                    <a:pt x="9076" y="3672"/>
                    <a:pt x="9044" y="3687"/>
                    <a:pt x="8996" y="3687"/>
                  </a:cubicBezTo>
                  <a:close/>
                  <a:moveTo>
                    <a:pt x="3120" y="3672"/>
                  </a:moveTo>
                  <a:cubicBezTo>
                    <a:pt x="3120" y="3672"/>
                    <a:pt x="3104" y="3672"/>
                    <a:pt x="3104" y="3655"/>
                  </a:cubicBezTo>
                  <a:cubicBezTo>
                    <a:pt x="3057" y="3655"/>
                    <a:pt x="3025" y="3609"/>
                    <a:pt x="3041" y="3561"/>
                  </a:cubicBezTo>
                  <a:lnTo>
                    <a:pt x="3198" y="3592"/>
                  </a:lnTo>
                  <a:lnTo>
                    <a:pt x="3198" y="3592"/>
                  </a:lnTo>
                  <a:cubicBezTo>
                    <a:pt x="3198" y="3640"/>
                    <a:pt x="3167" y="3672"/>
                    <a:pt x="3120" y="3672"/>
                  </a:cubicBezTo>
                  <a:close/>
                  <a:moveTo>
                    <a:pt x="8918" y="3592"/>
                  </a:moveTo>
                  <a:cubicBezTo>
                    <a:pt x="8918" y="3546"/>
                    <a:pt x="8965" y="3529"/>
                    <a:pt x="8996" y="3529"/>
                  </a:cubicBezTo>
                  <a:lnTo>
                    <a:pt x="9013" y="3529"/>
                  </a:lnTo>
                  <a:cubicBezTo>
                    <a:pt x="9059" y="3529"/>
                    <a:pt x="9091" y="3577"/>
                    <a:pt x="9076" y="3624"/>
                  </a:cubicBezTo>
                  <a:lnTo>
                    <a:pt x="8918" y="3592"/>
                  </a:lnTo>
                  <a:close/>
                  <a:moveTo>
                    <a:pt x="6066" y="3672"/>
                  </a:moveTo>
                  <a:lnTo>
                    <a:pt x="6051" y="3672"/>
                  </a:lnTo>
                  <a:cubicBezTo>
                    <a:pt x="6003" y="3672"/>
                    <a:pt x="5971" y="3624"/>
                    <a:pt x="5971" y="3577"/>
                  </a:cubicBezTo>
                  <a:cubicBezTo>
                    <a:pt x="5988" y="3546"/>
                    <a:pt x="6019" y="3514"/>
                    <a:pt x="6066" y="3514"/>
                  </a:cubicBezTo>
                  <a:lnTo>
                    <a:pt x="6082" y="3514"/>
                  </a:lnTo>
                  <a:cubicBezTo>
                    <a:pt x="6129" y="3514"/>
                    <a:pt x="6145" y="3561"/>
                    <a:pt x="6145" y="3609"/>
                  </a:cubicBezTo>
                  <a:cubicBezTo>
                    <a:pt x="6129" y="3655"/>
                    <a:pt x="6097" y="3672"/>
                    <a:pt x="6066" y="3672"/>
                  </a:cubicBezTo>
                  <a:close/>
                  <a:moveTo>
                    <a:pt x="3041" y="3561"/>
                  </a:moveTo>
                  <a:cubicBezTo>
                    <a:pt x="3041" y="3529"/>
                    <a:pt x="3088" y="3498"/>
                    <a:pt x="3120" y="3498"/>
                  </a:cubicBezTo>
                  <a:lnTo>
                    <a:pt x="3135" y="3498"/>
                  </a:lnTo>
                  <a:cubicBezTo>
                    <a:pt x="3183" y="3514"/>
                    <a:pt x="3215" y="3546"/>
                    <a:pt x="3198" y="3592"/>
                  </a:cubicBezTo>
                  <a:lnTo>
                    <a:pt x="3041" y="3561"/>
                  </a:lnTo>
                  <a:close/>
                  <a:moveTo>
                    <a:pt x="8429" y="3577"/>
                  </a:moveTo>
                  <a:lnTo>
                    <a:pt x="8414" y="3577"/>
                  </a:lnTo>
                  <a:cubicBezTo>
                    <a:pt x="8366" y="3561"/>
                    <a:pt x="8334" y="3529"/>
                    <a:pt x="8351" y="3483"/>
                  </a:cubicBezTo>
                  <a:lnTo>
                    <a:pt x="8524" y="3514"/>
                  </a:lnTo>
                  <a:lnTo>
                    <a:pt x="8524" y="3514"/>
                  </a:lnTo>
                  <a:cubicBezTo>
                    <a:pt x="8508" y="3546"/>
                    <a:pt x="8477" y="3577"/>
                    <a:pt x="8429" y="3577"/>
                  </a:cubicBezTo>
                  <a:close/>
                  <a:moveTo>
                    <a:pt x="2553" y="3546"/>
                  </a:moveTo>
                  <a:lnTo>
                    <a:pt x="2536" y="3546"/>
                  </a:lnTo>
                  <a:cubicBezTo>
                    <a:pt x="2490" y="3529"/>
                    <a:pt x="2458" y="3498"/>
                    <a:pt x="2473" y="3451"/>
                  </a:cubicBezTo>
                  <a:lnTo>
                    <a:pt x="2647" y="3483"/>
                  </a:lnTo>
                  <a:cubicBezTo>
                    <a:pt x="2631" y="3514"/>
                    <a:pt x="2599" y="3546"/>
                    <a:pt x="2553" y="3546"/>
                  </a:cubicBezTo>
                  <a:close/>
                  <a:moveTo>
                    <a:pt x="8351" y="3483"/>
                  </a:moveTo>
                  <a:cubicBezTo>
                    <a:pt x="8366" y="3435"/>
                    <a:pt x="8397" y="3403"/>
                    <a:pt x="8429" y="3403"/>
                  </a:cubicBezTo>
                  <a:lnTo>
                    <a:pt x="8445" y="3403"/>
                  </a:lnTo>
                  <a:cubicBezTo>
                    <a:pt x="8492" y="3420"/>
                    <a:pt x="8524" y="3466"/>
                    <a:pt x="8524" y="3514"/>
                  </a:cubicBezTo>
                  <a:lnTo>
                    <a:pt x="8351" y="3483"/>
                  </a:lnTo>
                  <a:close/>
                  <a:moveTo>
                    <a:pt x="5498" y="3561"/>
                  </a:moveTo>
                  <a:lnTo>
                    <a:pt x="5483" y="3561"/>
                  </a:lnTo>
                  <a:cubicBezTo>
                    <a:pt x="5435" y="3546"/>
                    <a:pt x="5404" y="3514"/>
                    <a:pt x="5420" y="3466"/>
                  </a:cubicBezTo>
                  <a:cubicBezTo>
                    <a:pt x="5420" y="3420"/>
                    <a:pt x="5452" y="3388"/>
                    <a:pt x="5498" y="3388"/>
                  </a:cubicBezTo>
                  <a:cubicBezTo>
                    <a:pt x="5498" y="3388"/>
                    <a:pt x="5515" y="3388"/>
                    <a:pt x="5515" y="3403"/>
                  </a:cubicBezTo>
                  <a:cubicBezTo>
                    <a:pt x="5561" y="3403"/>
                    <a:pt x="5593" y="3451"/>
                    <a:pt x="5578" y="3498"/>
                  </a:cubicBezTo>
                  <a:cubicBezTo>
                    <a:pt x="5578" y="3529"/>
                    <a:pt x="5530" y="3561"/>
                    <a:pt x="5498" y="3561"/>
                  </a:cubicBezTo>
                  <a:close/>
                  <a:moveTo>
                    <a:pt x="2473" y="3451"/>
                  </a:moveTo>
                  <a:lnTo>
                    <a:pt x="2473" y="3451"/>
                  </a:lnTo>
                  <a:cubicBezTo>
                    <a:pt x="2490" y="3403"/>
                    <a:pt x="2521" y="3372"/>
                    <a:pt x="2553" y="3372"/>
                  </a:cubicBezTo>
                  <a:cubicBezTo>
                    <a:pt x="2568" y="3372"/>
                    <a:pt x="2568" y="3372"/>
                    <a:pt x="2568" y="3388"/>
                  </a:cubicBezTo>
                  <a:cubicBezTo>
                    <a:pt x="2616" y="3388"/>
                    <a:pt x="2647" y="3435"/>
                    <a:pt x="2647" y="3483"/>
                  </a:cubicBezTo>
                  <a:lnTo>
                    <a:pt x="2647" y="3483"/>
                  </a:lnTo>
                  <a:lnTo>
                    <a:pt x="2473" y="3451"/>
                  </a:lnTo>
                  <a:close/>
                  <a:moveTo>
                    <a:pt x="7862" y="3466"/>
                  </a:moveTo>
                  <a:lnTo>
                    <a:pt x="7847" y="3466"/>
                  </a:lnTo>
                  <a:cubicBezTo>
                    <a:pt x="7799" y="3451"/>
                    <a:pt x="7784" y="3403"/>
                    <a:pt x="7784" y="3357"/>
                  </a:cubicBezTo>
                  <a:lnTo>
                    <a:pt x="7784" y="3357"/>
                  </a:lnTo>
                  <a:lnTo>
                    <a:pt x="7956" y="3388"/>
                  </a:lnTo>
                  <a:lnTo>
                    <a:pt x="7956" y="3388"/>
                  </a:lnTo>
                  <a:cubicBezTo>
                    <a:pt x="7941" y="3435"/>
                    <a:pt x="7910" y="3466"/>
                    <a:pt x="7862" y="3466"/>
                  </a:cubicBezTo>
                  <a:close/>
                  <a:moveTo>
                    <a:pt x="2001" y="3435"/>
                  </a:moveTo>
                  <a:lnTo>
                    <a:pt x="1969" y="3435"/>
                  </a:lnTo>
                  <a:cubicBezTo>
                    <a:pt x="1938" y="3420"/>
                    <a:pt x="1906" y="3372"/>
                    <a:pt x="1906" y="3325"/>
                  </a:cubicBezTo>
                  <a:lnTo>
                    <a:pt x="2080" y="3372"/>
                  </a:lnTo>
                  <a:cubicBezTo>
                    <a:pt x="2064" y="3403"/>
                    <a:pt x="2032" y="3435"/>
                    <a:pt x="2001" y="3435"/>
                  </a:cubicBezTo>
                  <a:close/>
                  <a:moveTo>
                    <a:pt x="7784" y="3357"/>
                  </a:moveTo>
                  <a:cubicBezTo>
                    <a:pt x="7799" y="3325"/>
                    <a:pt x="7830" y="3294"/>
                    <a:pt x="7862" y="3294"/>
                  </a:cubicBezTo>
                  <a:lnTo>
                    <a:pt x="7878" y="3294"/>
                  </a:lnTo>
                  <a:cubicBezTo>
                    <a:pt x="7925" y="3309"/>
                    <a:pt x="7956" y="3357"/>
                    <a:pt x="7956" y="3388"/>
                  </a:cubicBezTo>
                  <a:lnTo>
                    <a:pt x="7784" y="3357"/>
                  </a:lnTo>
                  <a:close/>
                  <a:moveTo>
                    <a:pt x="4931" y="3451"/>
                  </a:moveTo>
                  <a:lnTo>
                    <a:pt x="4916" y="3451"/>
                  </a:lnTo>
                  <a:cubicBezTo>
                    <a:pt x="4868" y="3435"/>
                    <a:pt x="4837" y="3388"/>
                    <a:pt x="4853" y="3340"/>
                  </a:cubicBezTo>
                  <a:cubicBezTo>
                    <a:pt x="4853" y="3309"/>
                    <a:pt x="4885" y="3277"/>
                    <a:pt x="4931" y="3277"/>
                  </a:cubicBezTo>
                  <a:lnTo>
                    <a:pt x="4948" y="3277"/>
                  </a:lnTo>
                  <a:cubicBezTo>
                    <a:pt x="4994" y="3294"/>
                    <a:pt x="5026" y="3340"/>
                    <a:pt x="5011" y="3388"/>
                  </a:cubicBezTo>
                  <a:cubicBezTo>
                    <a:pt x="5011" y="3420"/>
                    <a:pt x="4963" y="3451"/>
                    <a:pt x="4931" y="3451"/>
                  </a:cubicBezTo>
                  <a:close/>
                  <a:moveTo>
                    <a:pt x="1906" y="3325"/>
                  </a:moveTo>
                  <a:lnTo>
                    <a:pt x="1906" y="3325"/>
                  </a:lnTo>
                  <a:cubicBezTo>
                    <a:pt x="1923" y="3294"/>
                    <a:pt x="1954" y="3262"/>
                    <a:pt x="1986" y="3262"/>
                  </a:cubicBezTo>
                  <a:lnTo>
                    <a:pt x="2017" y="3262"/>
                  </a:lnTo>
                  <a:cubicBezTo>
                    <a:pt x="2049" y="3277"/>
                    <a:pt x="2080" y="3325"/>
                    <a:pt x="2080" y="3372"/>
                  </a:cubicBezTo>
                  <a:lnTo>
                    <a:pt x="2080" y="3372"/>
                  </a:lnTo>
                  <a:lnTo>
                    <a:pt x="1906" y="3325"/>
                  </a:lnTo>
                  <a:close/>
                  <a:moveTo>
                    <a:pt x="7311" y="3340"/>
                  </a:moveTo>
                  <a:lnTo>
                    <a:pt x="7295" y="3340"/>
                  </a:lnTo>
                  <a:cubicBezTo>
                    <a:pt x="7248" y="3340"/>
                    <a:pt x="7216" y="3294"/>
                    <a:pt x="7216" y="3246"/>
                  </a:cubicBezTo>
                  <a:lnTo>
                    <a:pt x="7389" y="3277"/>
                  </a:lnTo>
                  <a:cubicBezTo>
                    <a:pt x="7374" y="3325"/>
                    <a:pt x="7342" y="3340"/>
                    <a:pt x="7311" y="3340"/>
                  </a:cubicBezTo>
                  <a:close/>
                  <a:moveTo>
                    <a:pt x="1433" y="3309"/>
                  </a:moveTo>
                  <a:lnTo>
                    <a:pt x="1418" y="3309"/>
                  </a:lnTo>
                  <a:cubicBezTo>
                    <a:pt x="1370" y="3309"/>
                    <a:pt x="1339" y="3262"/>
                    <a:pt x="1339" y="3214"/>
                  </a:cubicBezTo>
                  <a:lnTo>
                    <a:pt x="1339" y="3214"/>
                  </a:lnTo>
                  <a:lnTo>
                    <a:pt x="1513" y="3246"/>
                  </a:lnTo>
                  <a:lnTo>
                    <a:pt x="1513" y="3246"/>
                  </a:lnTo>
                  <a:cubicBezTo>
                    <a:pt x="1497" y="3294"/>
                    <a:pt x="1465" y="3309"/>
                    <a:pt x="1433" y="3309"/>
                  </a:cubicBezTo>
                  <a:close/>
                  <a:moveTo>
                    <a:pt x="7216" y="3246"/>
                  </a:moveTo>
                  <a:lnTo>
                    <a:pt x="7216" y="3246"/>
                  </a:lnTo>
                  <a:cubicBezTo>
                    <a:pt x="7232" y="3199"/>
                    <a:pt x="7263" y="3183"/>
                    <a:pt x="7311" y="3183"/>
                  </a:cubicBezTo>
                  <a:lnTo>
                    <a:pt x="7326" y="3183"/>
                  </a:lnTo>
                  <a:cubicBezTo>
                    <a:pt x="7374" y="3183"/>
                    <a:pt x="7389" y="3231"/>
                    <a:pt x="7389" y="3277"/>
                  </a:cubicBezTo>
                  <a:lnTo>
                    <a:pt x="7389" y="3277"/>
                  </a:lnTo>
                  <a:lnTo>
                    <a:pt x="7216" y="3246"/>
                  </a:lnTo>
                  <a:close/>
                  <a:moveTo>
                    <a:pt x="4364" y="3325"/>
                  </a:moveTo>
                  <a:lnTo>
                    <a:pt x="4349" y="3325"/>
                  </a:lnTo>
                  <a:cubicBezTo>
                    <a:pt x="4301" y="3325"/>
                    <a:pt x="4270" y="3277"/>
                    <a:pt x="4286" y="3231"/>
                  </a:cubicBezTo>
                  <a:cubicBezTo>
                    <a:pt x="4286" y="3183"/>
                    <a:pt x="4333" y="3168"/>
                    <a:pt x="4364" y="3168"/>
                  </a:cubicBezTo>
                  <a:lnTo>
                    <a:pt x="4380" y="3168"/>
                  </a:lnTo>
                  <a:cubicBezTo>
                    <a:pt x="4427" y="3168"/>
                    <a:pt x="4459" y="3214"/>
                    <a:pt x="4443" y="3262"/>
                  </a:cubicBezTo>
                  <a:cubicBezTo>
                    <a:pt x="4443" y="3309"/>
                    <a:pt x="4412" y="3325"/>
                    <a:pt x="4364" y="3325"/>
                  </a:cubicBezTo>
                  <a:close/>
                  <a:moveTo>
                    <a:pt x="1339" y="3214"/>
                  </a:moveTo>
                  <a:cubicBezTo>
                    <a:pt x="1355" y="3183"/>
                    <a:pt x="1387" y="3151"/>
                    <a:pt x="1433" y="3151"/>
                  </a:cubicBezTo>
                  <a:lnTo>
                    <a:pt x="1450" y="3151"/>
                  </a:lnTo>
                  <a:cubicBezTo>
                    <a:pt x="1497" y="3151"/>
                    <a:pt x="1528" y="3199"/>
                    <a:pt x="1513" y="3246"/>
                  </a:cubicBezTo>
                  <a:lnTo>
                    <a:pt x="1339" y="3214"/>
                  </a:lnTo>
                  <a:close/>
                  <a:moveTo>
                    <a:pt x="6744" y="3231"/>
                  </a:moveTo>
                  <a:lnTo>
                    <a:pt x="6727" y="3231"/>
                  </a:lnTo>
                  <a:cubicBezTo>
                    <a:pt x="6681" y="3214"/>
                    <a:pt x="6649" y="3183"/>
                    <a:pt x="6664" y="3136"/>
                  </a:cubicBezTo>
                  <a:lnTo>
                    <a:pt x="6822" y="3168"/>
                  </a:lnTo>
                  <a:cubicBezTo>
                    <a:pt x="6822" y="3199"/>
                    <a:pt x="6775" y="3231"/>
                    <a:pt x="6744" y="3231"/>
                  </a:cubicBezTo>
                  <a:close/>
                  <a:moveTo>
                    <a:pt x="9674" y="3246"/>
                  </a:moveTo>
                  <a:lnTo>
                    <a:pt x="9658" y="3246"/>
                  </a:lnTo>
                  <a:cubicBezTo>
                    <a:pt x="9611" y="3231"/>
                    <a:pt x="9580" y="3183"/>
                    <a:pt x="9595" y="3151"/>
                  </a:cubicBezTo>
                  <a:cubicBezTo>
                    <a:pt x="9611" y="3105"/>
                    <a:pt x="9643" y="3073"/>
                    <a:pt x="9674" y="3073"/>
                  </a:cubicBezTo>
                  <a:lnTo>
                    <a:pt x="9689" y="3073"/>
                  </a:lnTo>
                  <a:cubicBezTo>
                    <a:pt x="9737" y="3088"/>
                    <a:pt x="9769" y="3136"/>
                    <a:pt x="9752" y="3183"/>
                  </a:cubicBezTo>
                  <a:cubicBezTo>
                    <a:pt x="9752" y="3214"/>
                    <a:pt x="9721" y="3246"/>
                    <a:pt x="9674" y="3246"/>
                  </a:cubicBezTo>
                  <a:close/>
                  <a:moveTo>
                    <a:pt x="6664" y="3136"/>
                  </a:moveTo>
                  <a:lnTo>
                    <a:pt x="6664" y="3136"/>
                  </a:lnTo>
                  <a:cubicBezTo>
                    <a:pt x="6664" y="3088"/>
                    <a:pt x="6696" y="3057"/>
                    <a:pt x="6744" y="3057"/>
                  </a:cubicBezTo>
                  <a:lnTo>
                    <a:pt x="6759" y="3057"/>
                  </a:lnTo>
                  <a:cubicBezTo>
                    <a:pt x="6807" y="3073"/>
                    <a:pt x="6838" y="3120"/>
                    <a:pt x="6822" y="3168"/>
                  </a:cubicBezTo>
                  <a:lnTo>
                    <a:pt x="6822" y="3168"/>
                  </a:lnTo>
                  <a:lnTo>
                    <a:pt x="6664" y="3136"/>
                  </a:lnTo>
                  <a:close/>
                  <a:moveTo>
                    <a:pt x="3797" y="3214"/>
                  </a:moveTo>
                  <a:lnTo>
                    <a:pt x="3782" y="3214"/>
                  </a:lnTo>
                  <a:cubicBezTo>
                    <a:pt x="3734" y="3199"/>
                    <a:pt x="3702" y="3168"/>
                    <a:pt x="3719" y="3120"/>
                  </a:cubicBezTo>
                  <a:cubicBezTo>
                    <a:pt x="3734" y="3073"/>
                    <a:pt x="3765" y="3042"/>
                    <a:pt x="3797" y="3042"/>
                  </a:cubicBezTo>
                  <a:lnTo>
                    <a:pt x="3813" y="3042"/>
                  </a:lnTo>
                  <a:cubicBezTo>
                    <a:pt x="3860" y="3057"/>
                    <a:pt x="3891" y="3105"/>
                    <a:pt x="3891" y="3151"/>
                  </a:cubicBezTo>
                  <a:cubicBezTo>
                    <a:pt x="3876" y="3183"/>
                    <a:pt x="3845" y="3214"/>
                    <a:pt x="3797" y="3214"/>
                  </a:cubicBezTo>
                  <a:close/>
                  <a:moveTo>
                    <a:pt x="6177" y="3120"/>
                  </a:moveTo>
                  <a:lnTo>
                    <a:pt x="6160" y="3120"/>
                  </a:lnTo>
                  <a:cubicBezTo>
                    <a:pt x="6114" y="3105"/>
                    <a:pt x="6082" y="3057"/>
                    <a:pt x="6097" y="3010"/>
                  </a:cubicBezTo>
                  <a:lnTo>
                    <a:pt x="6097" y="3010"/>
                  </a:lnTo>
                  <a:lnTo>
                    <a:pt x="6255" y="3042"/>
                  </a:lnTo>
                  <a:lnTo>
                    <a:pt x="6255" y="3042"/>
                  </a:lnTo>
                  <a:cubicBezTo>
                    <a:pt x="6255" y="3088"/>
                    <a:pt x="6208" y="3120"/>
                    <a:pt x="6177" y="3120"/>
                  </a:cubicBezTo>
                  <a:close/>
                  <a:moveTo>
                    <a:pt x="9107" y="3136"/>
                  </a:moveTo>
                  <a:lnTo>
                    <a:pt x="9091" y="3136"/>
                  </a:lnTo>
                  <a:cubicBezTo>
                    <a:pt x="9044" y="3120"/>
                    <a:pt x="9028" y="3073"/>
                    <a:pt x="9028" y="3025"/>
                  </a:cubicBezTo>
                  <a:cubicBezTo>
                    <a:pt x="9044" y="2994"/>
                    <a:pt x="9076" y="2962"/>
                    <a:pt x="9107" y="2962"/>
                  </a:cubicBezTo>
                  <a:lnTo>
                    <a:pt x="9139" y="2962"/>
                  </a:lnTo>
                  <a:cubicBezTo>
                    <a:pt x="9170" y="2979"/>
                    <a:pt x="9202" y="3010"/>
                    <a:pt x="9202" y="3057"/>
                  </a:cubicBezTo>
                  <a:cubicBezTo>
                    <a:pt x="9185" y="3105"/>
                    <a:pt x="9154" y="3136"/>
                    <a:pt x="9107" y="3136"/>
                  </a:cubicBezTo>
                  <a:close/>
                  <a:moveTo>
                    <a:pt x="6097" y="3010"/>
                  </a:moveTo>
                  <a:cubicBezTo>
                    <a:pt x="6097" y="2979"/>
                    <a:pt x="6129" y="2947"/>
                    <a:pt x="6177" y="2947"/>
                  </a:cubicBezTo>
                  <a:lnTo>
                    <a:pt x="6192" y="2947"/>
                  </a:lnTo>
                  <a:cubicBezTo>
                    <a:pt x="6240" y="2962"/>
                    <a:pt x="6271" y="3010"/>
                    <a:pt x="6255" y="3042"/>
                  </a:cubicBezTo>
                  <a:lnTo>
                    <a:pt x="6097" y="3010"/>
                  </a:lnTo>
                  <a:close/>
                  <a:moveTo>
                    <a:pt x="3246" y="3105"/>
                  </a:moveTo>
                  <a:lnTo>
                    <a:pt x="3215" y="3105"/>
                  </a:lnTo>
                  <a:cubicBezTo>
                    <a:pt x="3183" y="3088"/>
                    <a:pt x="3151" y="3042"/>
                    <a:pt x="3151" y="2994"/>
                  </a:cubicBezTo>
                  <a:cubicBezTo>
                    <a:pt x="3167" y="2962"/>
                    <a:pt x="3198" y="2931"/>
                    <a:pt x="3246" y="2931"/>
                  </a:cubicBezTo>
                  <a:lnTo>
                    <a:pt x="3261" y="2931"/>
                  </a:lnTo>
                  <a:cubicBezTo>
                    <a:pt x="3293" y="2947"/>
                    <a:pt x="3324" y="2994"/>
                    <a:pt x="3324" y="3025"/>
                  </a:cubicBezTo>
                  <a:cubicBezTo>
                    <a:pt x="3309" y="3073"/>
                    <a:pt x="3278" y="3105"/>
                    <a:pt x="3246" y="3105"/>
                  </a:cubicBezTo>
                  <a:close/>
                  <a:moveTo>
                    <a:pt x="5609" y="2994"/>
                  </a:moveTo>
                  <a:lnTo>
                    <a:pt x="5593" y="2994"/>
                  </a:lnTo>
                  <a:cubicBezTo>
                    <a:pt x="5546" y="2994"/>
                    <a:pt x="5515" y="2947"/>
                    <a:pt x="5530" y="2899"/>
                  </a:cubicBezTo>
                  <a:lnTo>
                    <a:pt x="5530" y="2899"/>
                  </a:lnTo>
                  <a:lnTo>
                    <a:pt x="5688" y="2931"/>
                  </a:lnTo>
                  <a:lnTo>
                    <a:pt x="5688" y="2931"/>
                  </a:lnTo>
                  <a:cubicBezTo>
                    <a:pt x="5688" y="2979"/>
                    <a:pt x="5656" y="2994"/>
                    <a:pt x="5609" y="2994"/>
                  </a:cubicBezTo>
                  <a:close/>
                  <a:moveTo>
                    <a:pt x="8555" y="3010"/>
                  </a:moveTo>
                  <a:lnTo>
                    <a:pt x="8540" y="3010"/>
                  </a:lnTo>
                  <a:cubicBezTo>
                    <a:pt x="8492" y="3010"/>
                    <a:pt x="8461" y="2962"/>
                    <a:pt x="8461" y="2916"/>
                  </a:cubicBezTo>
                  <a:cubicBezTo>
                    <a:pt x="8477" y="2868"/>
                    <a:pt x="8508" y="2852"/>
                    <a:pt x="8555" y="2852"/>
                  </a:cubicBezTo>
                  <a:lnTo>
                    <a:pt x="8571" y="2852"/>
                  </a:lnTo>
                  <a:cubicBezTo>
                    <a:pt x="8618" y="2852"/>
                    <a:pt x="8634" y="2899"/>
                    <a:pt x="8634" y="2947"/>
                  </a:cubicBezTo>
                  <a:cubicBezTo>
                    <a:pt x="8618" y="2994"/>
                    <a:pt x="8587" y="3010"/>
                    <a:pt x="8555" y="3010"/>
                  </a:cubicBezTo>
                  <a:close/>
                  <a:moveTo>
                    <a:pt x="5530" y="2899"/>
                  </a:moveTo>
                  <a:cubicBezTo>
                    <a:pt x="5530" y="2852"/>
                    <a:pt x="5578" y="2836"/>
                    <a:pt x="5609" y="2836"/>
                  </a:cubicBezTo>
                  <a:lnTo>
                    <a:pt x="5624" y="2836"/>
                  </a:lnTo>
                  <a:cubicBezTo>
                    <a:pt x="5672" y="2836"/>
                    <a:pt x="5704" y="2884"/>
                    <a:pt x="5688" y="2931"/>
                  </a:cubicBezTo>
                  <a:lnTo>
                    <a:pt x="5530" y="2899"/>
                  </a:lnTo>
                  <a:close/>
                  <a:moveTo>
                    <a:pt x="2679" y="2979"/>
                  </a:moveTo>
                  <a:lnTo>
                    <a:pt x="2662" y="2979"/>
                  </a:lnTo>
                  <a:cubicBezTo>
                    <a:pt x="2616" y="2979"/>
                    <a:pt x="2584" y="2931"/>
                    <a:pt x="2584" y="2884"/>
                  </a:cubicBezTo>
                  <a:cubicBezTo>
                    <a:pt x="2599" y="2836"/>
                    <a:pt x="2631" y="2821"/>
                    <a:pt x="2679" y="2821"/>
                  </a:cubicBezTo>
                  <a:lnTo>
                    <a:pt x="2694" y="2821"/>
                  </a:lnTo>
                  <a:cubicBezTo>
                    <a:pt x="2742" y="2821"/>
                    <a:pt x="2773" y="2868"/>
                    <a:pt x="2757" y="2916"/>
                  </a:cubicBezTo>
                  <a:cubicBezTo>
                    <a:pt x="2742" y="2962"/>
                    <a:pt x="2710" y="2979"/>
                    <a:pt x="2679" y="2979"/>
                  </a:cubicBezTo>
                  <a:close/>
                  <a:moveTo>
                    <a:pt x="5042" y="2884"/>
                  </a:moveTo>
                  <a:lnTo>
                    <a:pt x="5026" y="2884"/>
                  </a:lnTo>
                  <a:cubicBezTo>
                    <a:pt x="4979" y="2868"/>
                    <a:pt x="4948" y="2821"/>
                    <a:pt x="4963" y="2789"/>
                  </a:cubicBezTo>
                  <a:lnTo>
                    <a:pt x="5137" y="2821"/>
                  </a:lnTo>
                  <a:cubicBezTo>
                    <a:pt x="5120" y="2852"/>
                    <a:pt x="5089" y="2884"/>
                    <a:pt x="5042" y="2884"/>
                  </a:cubicBezTo>
                  <a:close/>
                  <a:moveTo>
                    <a:pt x="7988" y="2899"/>
                  </a:moveTo>
                  <a:lnTo>
                    <a:pt x="7973" y="2899"/>
                  </a:lnTo>
                  <a:cubicBezTo>
                    <a:pt x="7925" y="2884"/>
                    <a:pt x="7893" y="2836"/>
                    <a:pt x="7910" y="2805"/>
                  </a:cubicBezTo>
                  <a:cubicBezTo>
                    <a:pt x="7910" y="2758"/>
                    <a:pt x="7941" y="2726"/>
                    <a:pt x="7988" y="2726"/>
                  </a:cubicBezTo>
                  <a:lnTo>
                    <a:pt x="8004" y="2726"/>
                  </a:lnTo>
                  <a:cubicBezTo>
                    <a:pt x="8051" y="2742"/>
                    <a:pt x="8082" y="2789"/>
                    <a:pt x="8067" y="2836"/>
                  </a:cubicBezTo>
                  <a:cubicBezTo>
                    <a:pt x="8067" y="2868"/>
                    <a:pt x="8019" y="2899"/>
                    <a:pt x="7988" y="2899"/>
                  </a:cubicBezTo>
                  <a:close/>
                  <a:moveTo>
                    <a:pt x="4963" y="2789"/>
                  </a:moveTo>
                  <a:lnTo>
                    <a:pt x="4963" y="2789"/>
                  </a:lnTo>
                  <a:cubicBezTo>
                    <a:pt x="4979" y="2742"/>
                    <a:pt x="5011" y="2710"/>
                    <a:pt x="5042" y="2710"/>
                  </a:cubicBezTo>
                  <a:lnTo>
                    <a:pt x="5057" y="2710"/>
                  </a:lnTo>
                  <a:cubicBezTo>
                    <a:pt x="5105" y="2726"/>
                    <a:pt x="5137" y="2773"/>
                    <a:pt x="5137" y="2821"/>
                  </a:cubicBezTo>
                  <a:lnTo>
                    <a:pt x="5137" y="2821"/>
                  </a:lnTo>
                  <a:lnTo>
                    <a:pt x="4963" y="2789"/>
                  </a:lnTo>
                  <a:close/>
                  <a:moveTo>
                    <a:pt x="2112" y="2868"/>
                  </a:moveTo>
                  <a:lnTo>
                    <a:pt x="2095" y="2868"/>
                  </a:lnTo>
                  <a:cubicBezTo>
                    <a:pt x="2049" y="2852"/>
                    <a:pt x="2017" y="2821"/>
                    <a:pt x="2032" y="2773"/>
                  </a:cubicBezTo>
                  <a:cubicBezTo>
                    <a:pt x="2032" y="2726"/>
                    <a:pt x="2064" y="2695"/>
                    <a:pt x="2112" y="2695"/>
                  </a:cubicBezTo>
                  <a:lnTo>
                    <a:pt x="2127" y="2695"/>
                  </a:lnTo>
                  <a:cubicBezTo>
                    <a:pt x="2175" y="2710"/>
                    <a:pt x="2206" y="2758"/>
                    <a:pt x="2190" y="2805"/>
                  </a:cubicBezTo>
                  <a:cubicBezTo>
                    <a:pt x="2190" y="2836"/>
                    <a:pt x="2143" y="2868"/>
                    <a:pt x="2112" y="2868"/>
                  </a:cubicBezTo>
                  <a:close/>
                  <a:moveTo>
                    <a:pt x="4475" y="2773"/>
                  </a:moveTo>
                  <a:lnTo>
                    <a:pt x="4459" y="2773"/>
                  </a:lnTo>
                  <a:cubicBezTo>
                    <a:pt x="4412" y="2758"/>
                    <a:pt x="4396" y="2710"/>
                    <a:pt x="4396" y="2663"/>
                  </a:cubicBezTo>
                  <a:lnTo>
                    <a:pt x="4569" y="2695"/>
                  </a:lnTo>
                  <a:cubicBezTo>
                    <a:pt x="4553" y="2742"/>
                    <a:pt x="4522" y="2773"/>
                    <a:pt x="4475" y="2773"/>
                  </a:cubicBezTo>
                  <a:close/>
                  <a:moveTo>
                    <a:pt x="7421" y="2789"/>
                  </a:moveTo>
                  <a:lnTo>
                    <a:pt x="7406" y="2789"/>
                  </a:lnTo>
                  <a:cubicBezTo>
                    <a:pt x="7358" y="2773"/>
                    <a:pt x="7326" y="2726"/>
                    <a:pt x="7342" y="2679"/>
                  </a:cubicBezTo>
                  <a:cubicBezTo>
                    <a:pt x="7342" y="2647"/>
                    <a:pt x="7374" y="2616"/>
                    <a:pt x="7421" y="2616"/>
                  </a:cubicBezTo>
                  <a:lnTo>
                    <a:pt x="7437" y="2616"/>
                  </a:lnTo>
                  <a:cubicBezTo>
                    <a:pt x="7484" y="2632"/>
                    <a:pt x="7515" y="2663"/>
                    <a:pt x="7500" y="2710"/>
                  </a:cubicBezTo>
                  <a:cubicBezTo>
                    <a:pt x="7500" y="2758"/>
                    <a:pt x="7452" y="2789"/>
                    <a:pt x="7421" y="2789"/>
                  </a:cubicBezTo>
                  <a:close/>
                  <a:moveTo>
                    <a:pt x="4396" y="2663"/>
                  </a:moveTo>
                  <a:lnTo>
                    <a:pt x="4396" y="2663"/>
                  </a:lnTo>
                  <a:cubicBezTo>
                    <a:pt x="4412" y="2632"/>
                    <a:pt x="4443" y="2600"/>
                    <a:pt x="4475" y="2600"/>
                  </a:cubicBezTo>
                  <a:lnTo>
                    <a:pt x="4506" y="2600"/>
                  </a:lnTo>
                  <a:cubicBezTo>
                    <a:pt x="4538" y="2616"/>
                    <a:pt x="4569" y="2647"/>
                    <a:pt x="4569" y="2695"/>
                  </a:cubicBezTo>
                  <a:lnTo>
                    <a:pt x="4569" y="2695"/>
                  </a:lnTo>
                  <a:lnTo>
                    <a:pt x="4396" y="2663"/>
                  </a:lnTo>
                  <a:close/>
                  <a:moveTo>
                    <a:pt x="9800" y="2679"/>
                  </a:moveTo>
                  <a:lnTo>
                    <a:pt x="9784" y="2679"/>
                  </a:lnTo>
                  <a:cubicBezTo>
                    <a:pt x="9737" y="2679"/>
                    <a:pt x="9706" y="2632"/>
                    <a:pt x="9706" y="2584"/>
                  </a:cubicBezTo>
                  <a:lnTo>
                    <a:pt x="9879" y="2616"/>
                  </a:lnTo>
                  <a:cubicBezTo>
                    <a:pt x="9863" y="2647"/>
                    <a:pt x="9832" y="2679"/>
                    <a:pt x="9800" y="2679"/>
                  </a:cubicBezTo>
                  <a:close/>
                  <a:moveTo>
                    <a:pt x="3923" y="2647"/>
                  </a:moveTo>
                  <a:lnTo>
                    <a:pt x="3908" y="2647"/>
                  </a:lnTo>
                  <a:cubicBezTo>
                    <a:pt x="3860" y="2647"/>
                    <a:pt x="3828" y="2600"/>
                    <a:pt x="3828" y="2553"/>
                  </a:cubicBezTo>
                  <a:lnTo>
                    <a:pt x="3828" y="2553"/>
                  </a:lnTo>
                  <a:lnTo>
                    <a:pt x="4002" y="2584"/>
                  </a:lnTo>
                  <a:lnTo>
                    <a:pt x="4002" y="2584"/>
                  </a:lnTo>
                  <a:cubicBezTo>
                    <a:pt x="3986" y="2632"/>
                    <a:pt x="3954" y="2647"/>
                    <a:pt x="3923" y="2647"/>
                  </a:cubicBezTo>
                  <a:close/>
                  <a:moveTo>
                    <a:pt x="9706" y="2584"/>
                  </a:moveTo>
                  <a:lnTo>
                    <a:pt x="9706" y="2584"/>
                  </a:lnTo>
                  <a:cubicBezTo>
                    <a:pt x="9721" y="2537"/>
                    <a:pt x="9752" y="2506"/>
                    <a:pt x="9800" y="2506"/>
                  </a:cubicBezTo>
                  <a:cubicBezTo>
                    <a:pt x="9800" y="2506"/>
                    <a:pt x="9800" y="2521"/>
                    <a:pt x="9815" y="2521"/>
                  </a:cubicBezTo>
                  <a:cubicBezTo>
                    <a:pt x="9863" y="2521"/>
                    <a:pt x="9879" y="2569"/>
                    <a:pt x="9879" y="2616"/>
                  </a:cubicBezTo>
                  <a:lnTo>
                    <a:pt x="9879" y="2616"/>
                  </a:lnTo>
                  <a:lnTo>
                    <a:pt x="9706" y="2584"/>
                  </a:lnTo>
                  <a:close/>
                  <a:moveTo>
                    <a:pt x="6853" y="2663"/>
                  </a:moveTo>
                  <a:lnTo>
                    <a:pt x="6838" y="2663"/>
                  </a:lnTo>
                  <a:cubicBezTo>
                    <a:pt x="6790" y="2663"/>
                    <a:pt x="6759" y="2616"/>
                    <a:pt x="6775" y="2569"/>
                  </a:cubicBezTo>
                  <a:cubicBezTo>
                    <a:pt x="6775" y="2521"/>
                    <a:pt x="6822" y="2506"/>
                    <a:pt x="6853" y="2506"/>
                  </a:cubicBezTo>
                  <a:lnTo>
                    <a:pt x="6870" y="2506"/>
                  </a:lnTo>
                  <a:cubicBezTo>
                    <a:pt x="6916" y="2506"/>
                    <a:pt x="6948" y="2553"/>
                    <a:pt x="6933" y="2600"/>
                  </a:cubicBezTo>
                  <a:cubicBezTo>
                    <a:pt x="6933" y="2647"/>
                    <a:pt x="6901" y="2663"/>
                    <a:pt x="6853" y="2663"/>
                  </a:cubicBezTo>
                  <a:close/>
                  <a:moveTo>
                    <a:pt x="3828" y="2553"/>
                  </a:moveTo>
                  <a:cubicBezTo>
                    <a:pt x="3845" y="2506"/>
                    <a:pt x="3876" y="2489"/>
                    <a:pt x="3923" y="2489"/>
                  </a:cubicBezTo>
                  <a:lnTo>
                    <a:pt x="3939" y="2489"/>
                  </a:lnTo>
                  <a:cubicBezTo>
                    <a:pt x="3986" y="2489"/>
                    <a:pt x="4017" y="2537"/>
                    <a:pt x="4002" y="2584"/>
                  </a:cubicBezTo>
                  <a:lnTo>
                    <a:pt x="3828" y="2553"/>
                  </a:lnTo>
                  <a:close/>
                  <a:moveTo>
                    <a:pt x="9233" y="2569"/>
                  </a:moveTo>
                  <a:lnTo>
                    <a:pt x="9217" y="2569"/>
                  </a:lnTo>
                  <a:cubicBezTo>
                    <a:pt x="9170" y="2553"/>
                    <a:pt x="9139" y="2506"/>
                    <a:pt x="9154" y="2458"/>
                  </a:cubicBezTo>
                  <a:lnTo>
                    <a:pt x="9311" y="2506"/>
                  </a:lnTo>
                  <a:cubicBezTo>
                    <a:pt x="9296" y="2537"/>
                    <a:pt x="9265" y="2569"/>
                    <a:pt x="9233" y="2569"/>
                  </a:cubicBezTo>
                  <a:close/>
                  <a:moveTo>
                    <a:pt x="3356" y="2537"/>
                  </a:moveTo>
                  <a:lnTo>
                    <a:pt x="3341" y="2537"/>
                  </a:lnTo>
                  <a:cubicBezTo>
                    <a:pt x="3293" y="2521"/>
                    <a:pt x="3261" y="2474"/>
                    <a:pt x="3278" y="2443"/>
                  </a:cubicBezTo>
                  <a:lnTo>
                    <a:pt x="3278" y="2443"/>
                  </a:lnTo>
                  <a:lnTo>
                    <a:pt x="3435" y="2474"/>
                  </a:lnTo>
                  <a:lnTo>
                    <a:pt x="3435" y="2474"/>
                  </a:lnTo>
                  <a:cubicBezTo>
                    <a:pt x="3435" y="2506"/>
                    <a:pt x="3387" y="2537"/>
                    <a:pt x="3356" y="2537"/>
                  </a:cubicBezTo>
                  <a:close/>
                  <a:moveTo>
                    <a:pt x="9154" y="2458"/>
                  </a:moveTo>
                  <a:lnTo>
                    <a:pt x="9154" y="2458"/>
                  </a:lnTo>
                  <a:cubicBezTo>
                    <a:pt x="9154" y="2426"/>
                    <a:pt x="9185" y="2395"/>
                    <a:pt x="9233" y="2395"/>
                  </a:cubicBezTo>
                  <a:lnTo>
                    <a:pt x="9248" y="2395"/>
                  </a:lnTo>
                  <a:cubicBezTo>
                    <a:pt x="9296" y="2411"/>
                    <a:pt x="9328" y="2458"/>
                    <a:pt x="9311" y="2506"/>
                  </a:cubicBezTo>
                  <a:lnTo>
                    <a:pt x="9311" y="2506"/>
                  </a:lnTo>
                  <a:lnTo>
                    <a:pt x="9154" y="2458"/>
                  </a:lnTo>
                  <a:close/>
                  <a:moveTo>
                    <a:pt x="6286" y="2553"/>
                  </a:moveTo>
                  <a:lnTo>
                    <a:pt x="6271" y="2553"/>
                  </a:lnTo>
                  <a:cubicBezTo>
                    <a:pt x="6223" y="2537"/>
                    <a:pt x="6192" y="2489"/>
                    <a:pt x="6208" y="2443"/>
                  </a:cubicBezTo>
                  <a:cubicBezTo>
                    <a:pt x="6223" y="2411"/>
                    <a:pt x="6255" y="2380"/>
                    <a:pt x="6286" y="2380"/>
                  </a:cubicBezTo>
                  <a:lnTo>
                    <a:pt x="6303" y="2380"/>
                  </a:lnTo>
                  <a:cubicBezTo>
                    <a:pt x="6349" y="2395"/>
                    <a:pt x="6381" y="2443"/>
                    <a:pt x="6381" y="2489"/>
                  </a:cubicBezTo>
                  <a:cubicBezTo>
                    <a:pt x="6366" y="2521"/>
                    <a:pt x="6334" y="2553"/>
                    <a:pt x="6286" y="2553"/>
                  </a:cubicBezTo>
                  <a:close/>
                  <a:moveTo>
                    <a:pt x="3278" y="2443"/>
                  </a:moveTo>
                  <a:cubicBezTo>
                    <a:pt x="3278" y="2395"/>
                    <a:pt x="3309" y="2363"/>
                    <a:pt x="3356" y="2363"/>
                  </a:cubicBezTo>
                  <a:lnTo>
                    <a:pt x="3372" y="2363"/>
                  </a:lnTo>
                  <a:cubicBezTo>
                    <a:pt x="3419" y="2380"/>
                    <a:pt x="3450" y="2426"/>
                    <a:pt x="3435" y="2474"/>
                  </a:cubicBezTo>
                  <a:lnTo>
                    <a:pt x="3278" y="2443"/>
                  </a:lnTo>
                  <a:close/>
                  <a:moveTo>
                    <a:pt x="8666" y="2458"/>
                  </a:moveTo>
                  <a:lnTo>
                    <a:pt x="8650" y="2443"/>
                  </a:lnTo>
                  <a:cubicBezTo>
                    <a:pt x="8603" y="2443"/>
                    <a:pt x="8571" y="2395"/>
                    <a:pt x="8587" y="2348"/>
                  </a:cubicBezTo>
                  <a:lnTo>
                    <a:pt x="8587" y="2348"/>
                  </a:lnTo>
                  <a:lnTo>
                    <a:pt x="8744" y="2380"/>
                  </a:lnTo>
                  <a:lnTo>
                    <a:pt x="8744" y="2380"/>
                  </a:lnTo>
                  <a:cubicBezTo>
                    <a:pt x="8744" y="2426"/>
                    <a:pt x="8697" y="2458"/>
                    <a:pt x="8666" y="2458"/>
                  </a:cubicBezTo>
                  <a:close/>
                  <a:moveTo>
                    <a:pt x="2788" y="2426"/>
                  </a:moveTo>
                  <a:cubicBezTo>
                    <a:pt x="2788" y="2426"/>
                    <a:pt x="2773" y="2426"/>
                    <a:pt x="2773" y="2411"/>
                  </a:cubicBezTo>
                  <a:cubicBezTo>
                    <a:pt x="2725" y="2411"/>
                    <a:pt x="2694" y="2363"/>
                    <a:pt x="2710" y="2317"/>
                  </a:cubicBezTo>
                  <a:lnTo>
                    <a:pt x="2868" y="2348"/>
                  </a:lnTo>
                  <a:lnTo>
                    <a:pt x="2868" y="2348"/>
                  </a:lnTo>
                  <a:cubicBezTo>
                    <a:pt x="2868" y="2395"/>
                    <a:pt x="2836" y="2426"/>
                    <a:pt x="2788" y="2426"/>
                  </a:cubicBezTo>
                  <a:close/>
                  <a:moveTo>
                    <a:pt x="8587" y="2348"/>
                  </a:moveTo>
                  <a:cubicBezTo>
                    <a:pt x="8587" y="2317"/>
                    <a:pt x="8618" y="2285"/>
                    <a:pt x="8666" y="2285"/>
                  </a:cubicBezTo>
                  <a:lnTo>
                    <a:pt x="8681" y="2285"/>
                  </a:lnTo>
                  <a:cubicBezTo>
                    <a:pt x="8729" y="2285"/>
                    <a:pt x="8760" y="2332"/>
                    <a:pt x="8744" y="2380"/>
                  </a:cubicBezTo>
                  <a:lnTo>
                    <a:pt x="8587" y="2348"/>
                  </a:lnTo>
                  <a:close/>
                  <a:moveTo>
                    <a:pt x="5735" y="2443"/>
                  </a:moveTo>
                  <a:cubicBezTo>
                    <a:pt x="5719" y="2443"/>
                    <a:pt x="5719" y="2443"/>
                    <a:pt x="5704" y="2426"/>
                  </a:cubicBezTo>
                  <a:cubicBezTo>
                    <a:pt x="5672" y="2426"/>
                    <a:pt x="5641" y="2380"/>
                    <a:pt x="5641" y="2332"/>
                  </a:cubicBezTo>
                  <a:cubicBezTo>
                    <a:pt x="5656" y="2300"/>
                    <a:pt x="5688" y="2269"/>
                    <a:pt x="5719" y="2269"/>
                  </a:cubicBezTo>
                  <a:lnTo>
                    <a:pt x="5751" y="2269"/>
                  </a:lnTo>
                  <a:cubicBezTo>
                    <a:pt x="5782" y="2285"/>
                    <a:pt x="5814" y="2317"/>
                    <a:pt x="5814" y="2363"/>
                  </a:cubicBezTo>
                  <a:cubicBezTo>
                    <a:pt x="5798" y="2411"/>
                    <a:pt x="5767" y="2443"/>
                    <a:pt x="5735" y="2443"/>
                  </a:cubicBezTo>
                  <a:close/>
                  <a:moveTo>
                    <a:pt x="2710" y="2317"/>
                  </a:moveTo>
                  <a:cubicBezTo>
                    <a:pt x="2710" y="2285"/>
                    <a:pt x="2757" y="2254"/>
                    <a:pt x="2788" y="2254"/>
                  </a:cubicBezTo>
                  <a:lnTo>
                    <a:pt x="2805" y="2254"/>
                  </a:lnTo>
                  <a:cubicBezTo>
                    <a:pt x="2852" y="2269"/>
                    <a:pt x="2883" y="2300"/>
                    <a:pt x="2868" y="2348"/>
                  </a:cubicBezTo>
                  <a:lnTo>
                    <a:pt x="2710" y="2317"/>
                  </a:lnTo>
                  <a:close/>
                  <a:moveTo>
                    <a:pt x="8099" y="2332"/>
                  </a:moveTo>
                  <a:lnTo>
                    <a:pt x="8082" y="2332"/>
                  </a:lnTo>
                  <a:cubicBezTo>
                    <a:pt x="8036" y="2317"/>
                    <a:pt x="8004" y="2285"/>
                    <a:pt x="8019" y="2237"/>
                  </a:cubicBezTo>
                  <a:lnTo>
                    <a:pt x="8019" y="2237"/>
                  </a:lnTo>
                  <a:lnTo>
                    <a:pt x="8177" y="2269"/>
                  </a:lnTo>
                  <a:lnTo>
                    <a:pt x="8177" y="2269"/>
                  </a:lnTo>
                  <a:cubicBezTo>
                    <a:pt x="8177" y="2300"/>
                    <a:pt x="8145" y="2332"/>
                    <a:pt x="8099" y="2332"/>
                  </a:cubicBezTo>
                  <a:close/>
                  <a:moveTo>
                    <a:pt x="8019" y="2237"/>
                  </a:moveTo>
                  <a:cubicBezTo>
                    <a:pt x="8019" y="2191"/>
                    <a:pt x="8067" y="2159"/>
                    <a:pt x="8099" y="2159"/>
                  </a:cubicBezTo>
                  <a:cubicBezTo>
                    <a:pt x="8099" y="2159"/>
                    <a:pt x="8114" y="2159"/>
                    <a:pt x="8114" y="2174"/>
                  </a:cubicBezTo>
                  <a:cubicBezTo>
                    <a:pt x="8162" y="2174"/>
                    <a:pt x="8193" y="2222"/>
                    <a:pt x="8177" y="2269"/>
                  </a:cubicBezTo>
                  <a:lnTo>
                    <a:pt x="8019" y="2237"/>
                  </a:lnTo>
                  <a:close/>
                  <a:moveTo>
                    <a:pt x="5168" y="2317"/>
                  </a:moveTo>
                  <a:lnTo>
                    <a:pt x="5152" y="2317"/>
                  </a:lnTo>
                  <a:cubicBezTo>
                    <a:pt x="5105" y="2317"/>
                    <a:pt x="5074" y="2269"/>
                    <a:pt x="5074" y="2222"/>
                  </a:cubicBezTo>
                  <a:cubicBezTo>
                    <a:pt x="5089" y="2174"/>
                    <a:pt x="5120" y="2143"/>
                    <a:pt x="5168" y="2143"/>
                  </a:cubicBezTo>
                  <a:cubicBezTo>
                    <a:pt x="5168" y="2143"/>
                    <a:pt x="5168" y="2159"/>
                    <a:pt x="5183" y="2159"/>
                  </a:cubicBezTo>
                  <a:cubicBezTo>
                    <a:pt x="5231" y="2159"/>
                    <a:pt x="5246" y="2206"/>
                    <a:pt x="5246" y="2254"/>
                  </a:cubicBezTo>
                  <a:cubicBezTo>
                    <a:pt x="5231" y="2285"/>
                    <a:pt x="5200" y="2317"/>
                    <a:pt x="5168" y="2317"/>
                  </a:cubicBezTo>
                  <a:close/>
                  <a:moveTo>
                    <a:pt x="7532" y="2222"/>
                  </a:moveTo>
                  <a:lnTo>
                    <a:pt x="7515" y="2222"/>
                  </a:lnTo>
                  <a:cubicBezTo>
                    <a:pt x="7469" y="2206"/>
                    <a:pt x="7437" y="2159"/>
                    <a:pt x="7452" y="2111"/>
                  </a:cubicBezTo>
                  <a:lnTo>
                    <a:pt x="7452" y="2111"/>
                  </a:lnTo>
                  <a:lnTo>
                    <a:pt x="7626" y="2159"/>
                  </a:lnTo>
                  <a:lnTo>
                    <a:pt x="7626" y="2159"/>
                  </a:lnTo>
                  <a:cubicBezTo>
                    <a:pt x="7610" y="2191"/>
                    <a:pt x="7578" y="2222"/>
                    <a:pt x="7532" y="2222"/>
                  </a:cubicBezTo>
                  <a:close/>
                  <a:moveTo>
                    <a:pt x="7452" y="2111"/>
                  </a:moveTo>
                  <a:cubicBezTo>
                    <a:pt x="7469" y="2080"/>
                    <a:pt x="7500" y="2048"/>
                    <a:pt x="7532" y="2048"/>
                  </a:cubicBezTo>
                  <a:lnTo>
                    <a:pt x="7547" y="2048"/>
                  </a:lnTo>
                  <a:cubicBezTo>
                    <a:pt x="7595" y="2065"/>
                    <a:pt x="7626" y="2111"/>
                    <a:pt x="7626" y="2159"/>
                  </a:cubicBezTo>
                  <a:lnTo>
                    <a:pt x="7452" y="2111"/>
                  </a:lnTo>
                  <a:close/>
                  <a:moveTo>
                    <a:pt x="4601" y="2206"/>
                  </a:moveTo>
                  <a:lnTo>
                    <a:pt x="4585" y="2206"/>
                  </a:lnTo>
                  <a:cubicBezTo>
                    <a:pt x="4538" y="2191"/>
                    <a:pt x="4506" y="2143"/>
                    <a:pt x="4522" y="2096"/>
                  </a:cubicBezTo>
                  <a:cubicBezTo>
                    <a:pt x="4522" y="2065"/>
                    <a:pt x="4553" y="2033"/>
                    <a:pt x="4601" y="2033"/>
                  </a:cubicBezTo>
                  <a:lnTo>
                    <a:pt x="4616" y="2033"/>
                  </a:lnTo>
                  <a:cubicBezTo>
                    <a:pt x="4664" y="2048"/>
                    <a:pt x="4696" y="2096"/>
                    <a:pt x="4679" y="2143"/>
                  </a:cubicBezTo>
                  <a:cubicBezTo>
                    <a:pt x="4679" y="2174"/>
                    <a:pt x="4633" y="2206"/>
                    <a:pt x="4601" y="2206"/>
                  </a:cubicBezTo>
                  <a:close/>
                  <a:moveTo>
                    <a:pt x="6964" y="2096"/>
                  </a:moveTo>
                  <a:lnTo>
                    <a:pt x="6948" y="2096"/>
                  </a:lnTo>
                  <a:cubicBezTo>
                    <a:pt x="6901" y="2096"/>
                    <a:pt x="6885" y="2048"/>
                    <a:pt x="6885" y="2002"/>
                  </a:cubicBezTo>
                  <a:lnTo>
                    <a:pt x="7059" y="2033"/>
                  </a:lnTo>
                  <a:lnTo>
                    <a:pt x="7059" y="2033"/>
                  </a:lnTo>
                  <a:cubicBezTo>
                    <a:pt x="7043" y="2080"/>
                    <a:pt x="7011" y="2096"/>
                    <a:pt x="6964" y="2096"/>
                  </a:cubicBezTo>
                  <a:close/>
                  <a:moveTo>
                    <a:pt x="9910" y="2111"/>
                  </a:moveTo>
                  <a:lnTo>
                    <a:pt x="9895" y="2111"/>
                  </a:lnTo>
                  <a:cubicBezTo>
                    <a:pt x="9847" y="2111"/>
                    <a:pt x="9815" y="2065"/>
                    <a:pt x="9832" y="2017"/>
                  </a:cubicBezTo>
                  <a:cubicBezTo>
                    <a:pt x="9832" y="1970"/>
                    <a:pt x="9863" y="1954"/>
                    <a:pt x="9910" y="1954"/>
                  </a:cubicBezTo>
                  <a:lnTo>
                    <a:pt x="9926" y="1954"/>
                  </a:lnTo>
                  <a:cubicBezTo>
                    <a:pt x="9973" y="1954"/>
                    <a:pt x="10005" y="2002"/>
                    <a:pt x="9989" y="2048"/>
                  </a:cubicBezTo>
                  <a:cubicBezTo>
                    <a:pt x="9989" y="2096"/>
                    <a:pt x="9942" y="2111"/>
                    <a:pt x="9910" y="2111"/>
                  </a:cubicBezTo>
                  <a:close/>
                  <a:moveTo>
                    <a:pt x="6885" y="2002"/>
                  </a:moveTo>
                  <a:cubicBezTo>
                    <a:pt x="6901" y="1954"/>
                    <a:pt x="6933" y="1939"/>
                    <a:pt x="6964" y="1939"/>
                  </a:cubicBezTo>
                  <a:lnTo>
                    <a:pt x="6996" y="1939"/>
                  </a:lnTo>
                  <a:cubicBezTo>
                    <a:pt x="7027" y="1939"/>
                    <a:pt x="7059" y="1985"/>
                    <a:pt x="7059" y="2033"/>
                  </a:cubicBezTo>
                  <a:lnTo>
                    <a:pt x="6885" y="2002"/>
                  </a:lnTo>
                  <a:close/>
                  <a:moveTo>
                    <a:pt x="4034" y="2096"/>
                  </a:moveTo>
                  <a:lnTo>
                    <a:pt x="4017" y="2080"/>
                  </a:lnTo>
                  <a:cubicBezTo>
                    <a:pt x="3971" y="2080"/>
                    <a:pt x="3939" y="2033"/>
                    <a:pt x="3954" y="1985"/>
                  </a:cubicBezTo>
                  <a:cubicBezTo>
                    <a:pt x="3954" y="1954"/>
                    <a:pt x="3986" y="1922"/>
                    <a:pt x="4034" y="1922"/>
                  </a:cubicBezTo>
                  <a:lnTo>
                    <a:pt x="4049" y="1922"/>
                  </a:lnTo>
                  <a:cubicBezTo>
                    <a:pt x="4097" y="1922"/>
                    <a:pt x="4128" y="1970"/>
                    <a:pt x="4112" y="2017"/>
                  </a:cubicBezTo>
                  <a:cubicBezTo>
                    <a:pt x="4112" y="2065"/>
                    <a:pt x="4080" y="2096"/>
                    <a:pt x="4034" y="2096"/>
                  </a:cubicBezTo>
                  <a:close/>
                  <a:moveTo>
                    <a:pt x="6412" y="1985"/>
                  </a:moveTo>
                  <a:lnTo>
                    <a:pt x="6397" y="1985"/>
                  </a:lnTo>
                  <a:cubicBezTo>
                    <a:pt x="6349" y="1970"/>
                    <a:pt x="6318" y="1939"/>
                    <a:pt x="6318" y="1891"/>
                  </a:cubicBezTo>
                  <a:lnTo>
                    <a:pt x="6492" y="1922"/>
                  </a:lnTo>
                  <a:cubicBezTo>
                    <a:pt x="6475" y="1954"/>
                    <a:pt x="6444" y="1985"/>
                    <a:pt x="6412" y="1985"/>
                  </a:cubicBezTo>
                  <a:close/>
                  <a:moveTo>
                    <a:pt x="9343" y="2002"/>
                  </a:moveTo>
                  <a:lnTo>
                    <a:pt x="9328" y="2002"/>
                  </a:lnTo>
                  <a:cubicBezTo>
                    <a:pt x="9280" y="1985"/>
                    <a:pt x="9248" y="1954"/>
                    <a:pt x="9265" y="1907"/>
                  </a:cubicBezTo>
                  <a:cubicBezTo>
                    <a:pt x="9265" y="1859"/>
                    <a:pt x="9311" y="1828"/>
                    <a:pt x="9343" y="1828"/>
                  </a:cubicBezTo>
                  <a:lnTo>
                    <a:pt x="9359" y="1828"/>
                  </a:lnTo>
                  <a:cubicBezTo>
                    <a:pt x="9406" y="1844"/>
                    <a:pt x="9437" y="1891"/>
                    <a:pt x="9422" y="1939"/>
                  </a:cubicBezTo>
                  <a:cubicBezTo>
                    <a:pt x="9422" y="1970"/>
                    <a:pt x="9391" y="2002"/>
                    <a:pt x="9343" y="2002"/>
                  </a:cubicBezTo>
                  <a:close/>
                  <a:moveTo>
                    <a:pt x="6318" y="1891"/>
                  </a:moveTo>
                  <a:lnTo>
                    <a:pt x="6318" y="1891"/>
                  </a:lnTo>
                  <a:cubicBezTo>
                    <a:pt x="6334" y="1844"/>
                    <a:pt x="6366" y="1813"/>
                    <a:pt x="6412" y="1813"/>
                  </a:cubicBezTo>
                  <a:lnTo>
                    <a:pt x="6429" y="1813"/>
                  </a:lnTo>
                  <a:cubicBezTo>
                    <a:pt x="6475" y="1828"/>
                    <a:pt x="6507" y="1876"/>
                    <a:pt x="6492" y="1922"/>
                  </a:cubicBezTo>
                  <a:lnTo>
                    <a:pt x="6492" y="1922"/>
                  </a:lnTo>
                  <a:lnTo>
                    <a:pt x="6318" y="1891"/>
                  </a:lnTo>
                  <a:close/>
                  <a:moveTo>
                    <a:pt x="3467" y="1970"/>
                  </a:moveTo>
                  <a:lnTo>
                    <a:pt x="3450" y="1970"/>
                  </a:lnTo>
                  <a:cubicBezTo>
                    <a:pt x="3404" y="1954"/>
                    <a:pt x="3372" y="1922"/>
                    <a:pt x="3387" y="1876"/>
                  </a:cubicBezTo>
                  <a:cubicBezTo>
                    <a:pt x="3387" y="1828"/>
                    <a:pt x="3435" y="1796"/>
                    <a:pt x="3467" y="1796"/>
                  </a:cubicBezTo>
                  <a:cubicBezTo>
                    <a:pt x="3482" y="1796"/>
                    <a:pt x="3482" y="1796"/>
                    <a:pt x="3482" y="1813"/>
                  </a:cubicBezTo>
                  <a:cubicBezTo>
                    <a:pt x="3530" y="1813"/>
                    <a:pt x="3561" y="1859"/>
                    <a:pt x="3545" y="1907"/>
                  </a:cubicBezTo>
                  <a:cubicBezTo>
                    <a:pt x="3545" y="1939"/>
                    <a:pt x="3513" y="1970"/>
                    <a:pt x="3467" y="1970"/>
                  </a:cubicBezTo>
                  <a:close/>
                  <a:moveTo>
                    <a:pt x="5845" y="1876"/>
                  </a:moveTo>
                  <a:lnTo>
                    <a:pt x="5830" y="1876"/>
                  </a:lnTo>
                  <a:cubicBezTo>
                    <a:pt x="5782" y="1859"/>
                    <a:pt x="5751" y="1813"/>
                    <a:pt x="5767" y="1765"/>
                  </a:cubicBezTo>
                  <a:lnTo>
                    <a:pt x="5924" y="1796"/>
                  </a:lnTo>
                  <a:cubicBezTo>
                    <a:pt x="5924" y="1844"/>
                    <a:pt x="5877" y="1876"/>
                    <a:pt x="5845" y="1876"/>
                  </a:cubicBezTo>
                  <a:close/>
                  <a:moveTo>
                    <a:pt x="8776" y="1891"/>
                  </a:moveTo>
                  <a:lnTo>
                    <a:pt x="8760" y="1891"/>
                  </a:lnTo>
                  <a:cubicBezTo>
                    <a:pt x="8713" y="1876"/>
                    <a:pt x="8681" y="1828"/>
                    <a:pt x="8697" y="1781"/>
                  </a:cubicBezTo>
                  <a:cubicBezTo>
                    <a:pt x="8713" y="1750"/>
                    <a:pt x="8744" y="1718"/>
                    <a:pt x="8776" y="1718"/>
                  </a:cubicBezTo>
                  <a:lnTo>
                    <a:pt x="8792" y="1718"/>
                  </a:lnTo>
                  <a:cubicBezTo>
                    <a:pt x="8839" y="1733"/>
                    <a:pt x="8870" y="1781"/>
                    <a:pt x="8870" y="1813"/>
                  </a:cubicBezTo>
                  <a:cubicBezTo>
                    <a:pt x="8855" y="1859"/>
                    <a:pt x="8824" y="1891"/>
                    <a:pt x="8776" y="1891"/>
                  </a:cubicBezTo>
                  <a:close/>
                  <a:moveTo>
                    <a:pt x="5767" y="1765"/>
                  </a:moveTo>
                  <a:lnTo>
                    <a:pt x="5767" y="1765"/>
                  </a:lnTo>
                  <a:cubicBezTo>
                    <a:pt x="5767" y="1733"/>
                    <a:pt x="5798" y="1702"/>
                    <a:pt x="5845" y="1702"/>
                  </a:cubicBezTo>
                  <a:lnTo>
                    <a:pt x="5861" y="1702"/>
                  </a:lnTo>
                  <a:cubicBezTo>
                    <a:pt x="5908" y="1718"/>
                    <a:pt x="5940" y="1765"/>
                    <a:pt x="5924" y="1796"/>
                  </a:cubicBezTo>
                  <a:lnTo>
                    <a:pt x="5924" y="1796"/>
                  </a:lnTo>
                  <a:lnTo>
                    <a:pt x="5767" y="1765"/>
                  </a:lnTo>
                  <a:close/>
                  <a:moveTo>
                    <a:pt x="5278" y="1750"/>
                  </a:moveTo>
                  <a:lnTo>
                    <a:pt x="5263" y="1750"/>
                  </a:lnTo>
                  <a:cubicBezTo>
                    <a:pt x="5215" y="1750"/>
                    <a:pt x="5183" y="1702"/>
                    <a:pt x="5200" y="1655"/>
                  </a:cubicBezTo>
                  <a:lnTo>
                    <a:pt x="5200" y="1655"/>
                  </a:lnTo>
                  <a:lnTo>
                    <a:pt x="5357" y="1687"/>
                  </a:lnTo>
                  <a:lnTo>
                    <a:pt x="5357" y="1687"/>
                  </a:lnTo>
                  <a:cubicBezTo>
                    <a:pt x="5357" y="1733"/>
                    <a:pt x="5326" y="1750"/>
                    <a:pt x="5278" y="1750"/>
                  </a:cubicBezTo>
                  <a:close/>
                  <a:moveTo>
                    <a:pt x="8208" y="1765"/>
                  </a:moveTo>
                  <a:lnTo>
                    <a:pt x="8193" y="1765"/>
                  </a:lnTo>
                  <a:cubicBezTo>
                    <a:pt x="8162" y="1765"/>
                    <a:pt x="8130" y="1718"/>
                    <a:pt x="8130" y="1670"/>
                  </a:cubicBezTo>
                  <a:cubicBezTo>
                    <a:pt x="8145" y="1624"/>
                    <a:pt x="8177" y="1607"/>
                    <a:pt x="8208" y="1607"/>
                  </a:cubicBezTo>
                  <a:lnTo>
                    <a:pt x="8240" y="1607"/>
                  </a:lnTo>
                  <a:cubicBezTo>
                    <a:pt x="8271" y="1607"/>
                    <a:pt x="8303" y="1655"/>
                    <a:pt x="8303" y="1702"/>
                  </a:cubicBezTo>
                  <a:cubicBezTo>
                    <a:pt x="8288" y="1750"/>
                    <a:pt x="8256" y="1765"/>
                    <a:pt x="8208" y="1765"/>
                  </a:cubicBezTo>
                  <a:close/>
                  <a:moveTo>
                    <a:pt x="5200" y="1655"/>
                  </a:moveTo>
                  <a:cubicBezTo>
                    <a:pt x="5200" y="1607"/>
                    <a:pt x="5246" y="1592"/>
                    <a:pt x="5278" y="1592"/>
                  </a:cubicBezTo>
                  <a:lnTo>
                    <a:pt x="5294" y="1592"/>
                  </a:lnTo>
                  <a:cubicBezTo>
                    <a:pt x="5341" y="1592"/>
                    <a:pt x="5372" y="1639"/>
                    <a:pt x="5357" y="1687"/>
                  </a:cubicBezTo>
                  <a:lnTo>
                    <a:pt x="5200" y="1655"/>
                  </a:lnTo>
                  <a:close/>
                  <a:moveTo>
                    <a:pt x="4711" y="1639"/>
                  </a:moveTo>
                  <a:lnTo>
                    <a:pt x="4696" y="1639"/>
                  </a:lnTo>
                  <a:cubicBezTo>
                    <a:pt x="4648" y="1624"/>
                    <a:pt x="4616" y="1592"/>
                    <a:pt x="4633" y="1544"/>
                  </a:cubicBezTo>
                  <a:lnTo>
                    <a:pt x="4633" y="1544"/>
                  </a:lnTo>
                  <a:lnTo>
                    <a:pt x="4790" y="1576"/>
                  </a:lnTo>
                  <a:lnTo>
                    <a:pt x="4790" y="1576"/>
                  </a:lnTo>
                  <a:cubicBezTo>
                    <a:pt x="4790" y="1607"/>
                    <a:pt x="4759" y="1639"/>
                    <a:pt x="4711" y="1639"/>
                  </a:cubicBezTo>
                  <a:close/>
                  <a:moveTo>
                    <a:pt x="7658" y="1655"/>
                  </a:moveTo>
                  <a:lnTo>
                    <a:pt x="7641" y="1655"/>
                  </a:lnTo>
                  <a:cubicBezTo>
                    <a:pt x="7595" y="1639"/>
                    <a:pt x="7563" y="1592"/>
                    <a:pt x="7563" y="1561"/>
                  </a:cubicBezTo>
                  <a:cubicBezTo>
                    <a:pt x="7578" y="1513"/>
                    <a:pt x="7610" y="1481"/>
                    <a:pt x="7658" y="1481"/>
                  </a:cubicBezTo>
                  <a:lnTo>
                    <a:pt x="7673" y="1481"/>
                  </a:lnTo>
                  <a:cubicBezTo>
                    <a:pt x="7721" y="1498"/>
                    <a:pt x="7736" y="1544"/>
                    <a:pt x="7736" y="1592"/>
                  </a:cubicBezTo>
                  <a:cubicBezTo>
                    <a:pt x="7721" y="1624"/>
                    <a:pt x="7689" y="1655"/>
                    <a:pt x="7658" y="1655"/>
                  </a:cubicBezTo>
                  <a:close/>
                  <a:moveTo>
                    <a:pt x="4633" y="1544"/>
                  </a:moveTo>
                  <a:cubicBezTo>
                    <a:pt x="4633" y="1498"/>
                    <a:pt x="4679" y="1466"/>
                    <a:pt x="4711" y="1466"/>
                  </a:cubicBezTo>
                  <a:lnTo>
                    <a:pt x="4727" y="1466"/>
                  </a:lnTo>
                  <a:cubicBezTo>
                    <a:pt x="4774" y="1481"/>
                    <a:pt x="4805" y="1529"/>
                    <a:pt x="4790" y="1576"/>
                  </a:cubicBezTo>
                  <a:lnTo>
                    <a:pt x="4633" y="1544"/>
                  </a:lnTo>
                  <a:close/>
                  <a:moveTo>
                    <a:pt x="10021" y="1561"/>
                  </a:moveTo>
                  <a:lnTo>
                    <a:pt x="10005" y="1561"/>
                  </a:lnTo>
                  <a:cubicBezTo>
                    <a:pt x="9958" y="1544"/>
                    <a:pt x="9926" y="1498"/>
                    <a:pt x="9942" y="1450"/>
                  </a:cubicBezTo>
                  <a:lnTo>
                    <a:pt x="9942" y="1450"/>
                  </a:lnTo>
                  <a:lnTo>
                    <a:pt x="10115" y="1481"/>
                  </a:lnTo>
                  <a:lnTo>
                    <a:pt x="10115" y="1481"/>
                  </a:lnTo>
                  <a:cubicBezTo>
                    <a:pt x="10099" y="1529"/>
                    <a:pt x="10068" y="1561"/>
                    <a:pt x="10021" y="1561"/>
                  </a:cubicBezTo>
                  <a:close/>
                  <a:moveTo>
                    <a:pt x="4143" y="1529"/>
                  </a:moveTo>
                  <a:lnTo>
                    <a:pt x="4128" y="1529"/>
                  </a:lnTo>
                  <a:cubicBezTo>
                    <a:pt x="4080" y="1513"/>
                    <a:pt x="4065" y="1466"/>
                    <a:pt x="4065" y="1418"/>
                  </a:cubicBezTo>
                  <a:lnTo>
                    <a:pt x="4238" y="1450"/>
                  </a:lnTo>
                  <a:cubicBezTo>
                    <a:pt x="4223" y="1498"/>
                    <a:pt x="4191" y="1529"/>
                    <a:pt x="4143" y="1529"/>
                  </a:cubicBezTo>
                  <a:close/>
                  <a:moveTo>
                    <a:pt x="9942" y="1450"/>
                  </a:moveTo>
                  <a:cubicBezTo>
                    <a:pt x="9958" y="1418"/>
                    <a:pt x="9989" y="1387"/>
                    <a:pt x="10021" y="1387"/>
                  </a:cubicBezTo>
                  <a:lnTo>
                    <a:pt x="10036" y="1387"/>
                  </a:lnTo>
                  <a:cubicBezTo>
                    <a:pt x="10084" y="1403"/>
                    <a:pt x="10115" y="1434"/>
                    <a:pt x="10115" y="1481"/>
                  </a:cubicBezTo>
                  <a:lnTo>
                    <a:pt x="9942" y="1450"/>
                  </a:lnTo>
                  <a:close/>
                  <a:moveTo>
                    <a:pt x="7090" y="1544"/>
                  </a:moveTo>
                  <a:lnTo>
                    <a:pt x="7074" y="1544"/>
                  </a:lnTo>
                  <a:cubicBezTo>
                    <a:pt x="7027" y="1529"/>
                    <a:pt x="6996" y="1481"/>
                    <a:pt x="7011" y="1434"/>
                  </a:cubicBezTo>
                  <a:cubicBezTo>
                    <a:pt x="7011" y="1403"/>
                    <a:pt x="7043" y="1371"/>
                    <a:pt x="7090" y="1371"/>
                  </a:cubicBezTo>
                  <a:lnTo>
                    <a:pt x="7106" y="1371"/>
                  </a:lnTo>
                  <a:cubicBezTo>
                    <a:pt x="7153" y="1387"/>
                    <a:pt x="7185" y="1418"/>
                    <a:pt x="7169" y="1466"/>
                  </a:cubicBezTo>
                  <a:cubicBezTo>
                    <a:pt x="7169" y="1513"/>
                    <a:pt x="7122" y="1544"/>
                    <a:pt x="7090" y="1544"/>
                  </a:cubicBezTo>
                  <a:close/>
                  <a:moveTo>
                    <a:pt x="4065" y="1418"/>
                  </a:moveTo>
                  <a:lnTo>
                    <a:pt x="4065" y="1418"/>
                  </a:lnTo>
                  <a:cubicBezTo>
                    <a:pt x="4080" y="1387"/>
                    <a:pt x="4112" y="1355"/>
                    <a:pt x="4143" y="1355"/>
                  </a:cubicBezTo>
                  <a:lnTo>
                    <a:pt x="4160" y="1355"/>
                  </a:lnTo>
                  <a:cubicBezTo>
                    <a:pt x="4206" y="1371"/>
                    <a:pt x="4238" y="1418"/>
                    <a:pt x="4238" y="1450"/>
                  </a:cubicBezTo>
                  <a:lnTo>
                    <a:pt x="4238" y="1450"/>
                  </a:lnTo>
                  <a:lnTo>
                    <a:pt x="4065" y="1418"/>
                  </a:lnTo>
                  <a:close/>
                  <a:moveTo>
                    <a:pt x="9454" y="1434"/>
                  </a:moveTo>
                  <a:lnTo>
                    <a:pt x="9437" y="1434"/>
                  </a:lnTo>
                  <a:cubicBezTo>
                    <a:pt x="9391" y="1434"/>
                    <a:pt x="9374" y="1387"/>
                    <a:pt x="9374" y="1340"/>
                  </a:cubicBezTo>
                  <a:lnTo>
                    <a:pt x="9374" y="1340"/>
                  </a:lnTo>
                  <a:lnTo>
                    <a:pt x="9548" y="1371"/>
                  </a:lnTo>
                  <a:lnTo>
                    <a:pt x="9548" y="1371"/>
                  </a:lnTo>
                  <a:cubicBezTo>
                    <a:pt x="9532" y="1418"/>
                    <a:pt x="9500" y="1434"/>
                    <a:pt x="9454" y="1434"/>
                  </a:cubicBezTo>
                  <a:close/>
                  <a:moveTo>
                    <a:pt x="9374" y="1340"/>
                  </a:moveTo>
                  <a:cubicBezTo>
                    <a:pt x="9391" y="1292"/>
                    <a:pt x="9422" y="1277"/>
                    <a:pt x="9454" y="1277"/>
                  </a:cubicBezTo>
                  <a:lnTo>
                    <a:pt x="9485" y="1277"/>
                  </a:lnTo>
                  <a:cubicBezTo>
                    <a:pt x="9517" y="1277"/>
                    <a:pt x="9548" y="1324"/>
                    <a:pt x="9548" y="1371"/>
                  </a:cubicBezTo>
                  <a:lnTo>
                    <a:pt x="9374" y="1340"/>
                  </a:lnTo>
                  <a:close/>
                  <a:moveTo>
                    <a:pt x="6523" y="1418"/>
                  </a:moveTo>
                  <a:lnTo>
                    <a:pt x="6507" y="1418"/>
                  </a:lnTo>
                  <a:cubicBezTo>
                    <a:pt x="6460" y="1418"/>
                    <a:pt x="6429" y="1371"/>
                    <a:pt x="6444" y="1324"/>
                  </a:cubicBezTo>
                  <a:cubicBezTo>
                    <a:pt x="6444" y="1277"/>
                    <a:pt x="6475" y="1261"/>
                    <a:pt x="6523" y="1261"/>
                  </a:cubicBezTo>
                  <a:lnTo>
                    <a:pt x="6538" y="1261"/>
                  </a:lnTo>
                  <a:cubicBezTo>
                    <a:pt x="6586" y="1261"/>
                    <a:pt x="6618" y="1308"/>
                    <a:pt x="6601" y="1355"/>
                  </a:cubicBezTo>
                  <a:cubicBezTo>
                    <a:pt x="6601" y="1403"/>
                    <a:pt x="6555" y="1418"/>
                    <a:pt x="6523" y="1418"/>
                  </a:cubicBezTo>
                  <a:close/>
                  <a:moveTo>
                    <a:pt x="8902" y="1324"/>
                  </a:moveTo>
                  <a:lnTo>
                    <a:pt x="8887" y="1324"/>
                  </a:lnTo>
                  <a:cubicBezTo>
                    <a:pt x="8839" y="1308"/>
                    <a:pt x="8807" y="1261"/>
                    <a:pt x="8807" y="1214"/>
                  </a:cubicBezTo>
                  <a:lnTo>
                    <a:pt x="8981" y="1261"/>
                  </a:lnTo>
                  <a:cubicBezTo>
                    <a:pt x="8965" y="1292"/>
                    <a:pt x="8933" y="1324"/>
                    <a:pt x="8902" y="1324"/>
                  </a:cubicBezTo>
                  <a:close/>
                  <a:moveTo>
                    <a:pt x="8807" y="1214"/>
                  </a:moveTo>
                  <a:lnTo>
                    <a:pt x="8807" y="1214"/>
                  </a:lnTo>
                  <a:cubicBezTo>
                    <a:pt x="8824" y="1182"/>
                    <a:pt x="8855" y="1151"/>
                    <a:pt x="8902" y="1151"/>
                  </a:cubicBezTo>
                  <a:lnTo>
                    <a:pt x="8918" y="1151"/>
                  </a:lnTo>
                  <a:cubicBezTo>
                    <a:pt x="8965" y="1166"/>
                    <a:pt x="8996" y="1214"/>
                    <a:pt x="8981" y="1261"/>
                  </a:cubicBezTo>
                  <a:lnTo>
                    <a:pt x="8981" y="1261"/>
                  </a:lnTo>
                  <a:lnTo>
                    <a:pt x="8807" y="1214"/>
                  </a:lnTo>
                  <a:close/>
                  <a:moveTo>
                    <a:pt x="5956" y="1308"/>
                  </a:moveTo>
                  <a:lnTo>
                    <a:pt x="5940" y="1308"/>
                  </a:lnTo>
                  <a:cubicBezTo>
                    <a:pt x="5893" y="1292"/>
                    <a:pt x="5861" y="1245"/>
                    <a:pt x="5877" y="1214"/>
                  </a:cubicBezTo>
                  <a:cubicBezTo>
                    <a:pt x="5877" y="1166"/>
                    <a:pt x="5924" y="1134"/>
                    <a:pt x="5956" y="1134"/>
                  </a:cubicBezTo>
                  <a:lnTo>
                    <a:pt x="5971" y="1134"/>
                  </a:lnTo>
                  <a:cubicBezTo>
                    <a:pt x="6019" y="1151"/>
                    <a:pt x="6051" y="1198"/>
                    <a:pt x="6034" y="1245"/>
                  </a:cubicBezTo>
                  <a:cubicBezTo>
                    <a:pt x="6034" y="1277"/>
                    <a:pt x="6003" y="1308"/>
                    <a:pt x="5956" y="1308"/>
                  </a:cubicBezTo>
                  <a:close/>
                  <a:moveTo>
                    <a:pt x="8334" y="1214"/>
                  </a:moveTo>
                  <a:cubicBezTo>
                    <a:pt x="8319" y="1214"/>
                    <a:pt x="8319" y="1214"/>
                    <a:pt x="8319" y="1198"/>
                  </a:cubicBezTo>
                  <a:cubicBezTo>
                    <a:pt x="8271" y="1198"/>
                    <a:pt x="8240" y="1151"/>
                    <a:pt x="8256" y="1103"/>
                  </a:cubicBezTo>
                  <a:lnTo>
                    <a:pt x="8414" y="1134"/>
                  </a:lnTo>
                  <a:cubicBezTo>
                    <a:pt x="8414" y="1182"/>
                    <a:pt x="8366" y="1214"/>
                    <a:pt x="8334" y="1214"/>
                  </a:cubicBezTo>
                  <a:close/>
                  <a:moveTo>
                    <a:pt x="8256" y="1103"/>
                  </a:moveTo>
                  <a:lnTo>
                    <a:pt x="8256" y="1103"/>
                  </a:lnTo>
                  <a:cubicBezTo>
                    <a:pt x="8256" y="1071"/>
                    <a:pt x="8288" y="1040"/>
                    <a:pt x="8334" y="1040"/>
                  </a:cubicBezTo>
                  <a:lnTo>
                    <a:pt x="8351" y="1040"/>
                  </a:lnTo>
                  <a:cubicBezTo>
                    <a:pt x="8397" y="1056"/>
                    <a:pt x="8429" y="1088"/>
                    <a:pt x="8414" y="1134"/>
                  </a:cubicBezTo>
                  <a:lnTo>
                    <a:pt x="8414" y="1134"/>
                  </a:lnTo>
                  <a:lnTo>
                    <a:pt x="8256" y="1103"/>
                  </a:lnTo>
                  <a:close/>
                  <a:moveTo>
                    <a:pt x="5389" y="1198"/>
                  </a:moveTo>
                  <a:lnTo>
                    <a:pt x="5372" y="1198"/>
                  </a:lnTo>
                  <a:cubicBezTo>
                    <a:pt x="5326" y="1182"/>
                    <a:pt x="5294" y="1134"/>
                    <a:pt x="5309" y="1088"/>
                  </a:cubicBezTo>
                  <a:cubicBezTo>
                    <a:pt x="5326" y="1056"/>
                    <a:pt x="5357" y="1025"/>
                    <a:pt x="5389" y="1025"/>
                  </a:cubicBezTo>
                  <a:lnTo>
                    <a:pt x="5404" y="1025"/>
                  </a:lnTo>
                  <a:cubicBezTo>
                    <a:pt x="5452" y="1040"/>
                    <a:pt x="5483" y="1071"/>
                    <a:pt x="5483" y="1119"/>
                  </a:cubicBezTo>
                  <a:cubicBezTo>
                    <a:pt x="5467" y="1166"/>
                    <a:pt x="5435" y="1198"/>
                    <a:pt x="5389" y="1198"/>
                  </a:cubicBezTo>
                  <a:close/>
                  <a:moveTo>
                    <a:pt x="7767" y="1088"/>
                  </a:moveTo>
                  <a:lnTo>
                    <a:pt x="7752" y="1088"/>
                  </a:lnTo>
                  <a:cubicBezTo>
                    <a:pt x="7704" y="1088"/>
                    <a:pt x="7673" y="1040"/>
                    <a:pt x="7689" y="993"/>
                  </a:cubicBezTo>
                  <a:lnTo>
                    <a:pt x="7689" y="993"/>
                  </a:lnTo>
                  <a:lnTo>
                    <a:pt x="7847" y="1025"/>
                  </a:lnTo>
                  <a:lnTo>
                    <a:pt x="7847" y="1025"/>
                  </a:lnTo>
                  <a:cubicBezTo>
                    <a:pt x="7847" y="1056"/>
                    <a:pt x="7815" y="1088"/>
                    <a:pt x="7767" y="1088"/>
                  </a:cubicBezTo>
                  <a:close/>
                  <a:moveTo>
                    <a:pt x="7689" y="993"/>
                  </a:moveTo>
                  <a:cubicBezTo>
                    <a:pt x="7689" y="945"/>
                    <a:pt x="7736" y="930"/>
                    <a:pt x="7767" y="930"/>
                  </a:cubicBezTo>
                  <a:lnTo>
                    <a:pt x="7784" y="930"/>
                  </a:lnTo>
                  <a:cubicBezTo>
                    <a:pt x="7830" y="930"/>
                    <a:pt x="7862" y="977"/>
                    <a:pt x="7847" y="1025"/>
                  </a:cubicBezTo>
                  <a:lnTo>
                    <a:pt x="7689" y="993"/>
                  </a:lnTo>
                  <a:close/>
                  <a:moveTo>
                    <a:pt x="4837" y="1071"/>
                  </a:moveTo>
                  <a:lnTo>
                    <a:pt x="4805" y="1071"/>
                  </a:lnTo>
                  <a:cubicBezTo>
                    <a:pt x="4774" y="1071"/>
                    <a:pt x="4742" y="1025"/>
                    <a:pt x="4742" y="977"/>
                  </a:cubicBezTo>
                  <a:cubicBezTo>
                    <a:pt x="4759" y="930"/>
                    <a:pt x="4790" y="914"/>
                    <a:pt x="4837" y="914"/>
                  </a:cubicBezTo>
                  <a:lnTo>
                    <a:pt x="4853" y="914"/>
                  </a:lnTo>
                  <a:cubicBezTo>
                    <a:pt x="4900" y="914"/>
                    <a:pt x="4916" y="962"/>
                    <a:pt x="4916" y="1008"/>
                  </a:cubicBezTo>
                  <a:cubicBezTo>
                    <a:pt x="4900" y="1056"/>
                    <a:pt x="4868" y="1071"/>
                    <a:pt x="4837" y="1071"/>
                  </a:cubicBezTo>
                  <a:close/>
                  <a:moveTo>
                    <a:pt x="7200" y="977"/>
                  </a:moveTo>
                  <a:lnTo>
                    <a:pt x="7185" y="977"/>
                  </a:lnTo>
                  <a:cubicBezTo>
                    <a:pt x="7137" y="962"/>
                    <a:pt x="7106" y="914"/>
                    <a:pt x="7122" y="867"/>
                  </a:cubicBezTo>
                  <a:lnTo>
                    <a:pt x="7122" y="867"/>
                  </a:lnTo>
                  <a:lnTo>
                    <a:pt x="7279" y="914"/>
                  </a:lnTo>
                  <a:lnTo>
                    <a:pt x="7279" y="914"/>
                  </a:lnTo>
                  <a:cubicBezTo>
                    <a:pt x="7279" y="945"/>
                    <a:pt x="7248" y="977"/>
                    <a:pt x="7200" y="977"/>
                  </a:cubicBezTo>
                  <a:close/>
                  <a:moveTo>
                    <a:pt x="7122" y="867"/>
                  </a:moveTo>
                  <a:cubicBezTo>
                    <a:pt x="7122" y="836"/>
                    <a:pt x="7169" y="804"/>
                    <a:pt x="7200" y="804"/>
                  </a:cubicBezTo>
                  <a:lnTo>
                    <a:pt x="7216" y="804"/>
                  </a:lnTo>
                  <a:cubicBezTo>
                    <a:pt x="7263" y="819"/>
                    <a:pt x="7295" y="867"/>
                    <a:pt x="7279" y="914"/>
                  </a:cubicBezTo>
                  <a:lnTo>
                    <a:pt x="7122" y="867"/>
                  </a:lnTo>
                  <a:close/>
                  <a:moveTo>
                    <a:pt x="6633" y="867"/>
                  </a:moveTo>
                  <a:cubicBezTo>
                    <a:pt x="6633" y="867"/>
                    <a:pt x="6633" y="851"/>
                    <a:pt x="6618" y="851"/>
                  </a:cubicBezTo>
                  <a:cubicBezTo>
                    <a:pt x="6570" y="851"/>
                    <a:pt x="6555" y="804"/>
                    <a:pt x="6555" y="756"/>
                  </a:cubicBezTo>
                  <a:lnTo>
                    <a:pt x="6555" y="756"/>
                  </a:lnTo>
                  <a:lnTo>
                    <a:pt x="6727" y="788"/>
                  </a:lnTo>
                  <a:lnTo>
                    <a:pt x="6727" y="788"/>
                  </a:lnTo>
                  <a:cubicBezTo>
                    <a:pt x="6712" y="836"/>
                    <a:pt x="6681" y="867"/>
                    <a:pt x="6633" y="867"/>
                  </a:cubicBezTo>
                  <a:close/>
                  <a:moveTo>
                    <a:pt x="6555" y="756"/>
                  </a:moveTo>
                  <a:cubicBezTo>
                    <a:pt x="6570" y="725"/>
                    <a:pt x="6601" y="693"/>
                    <a:pt x="6633" y="693"/>
                  </a:cubicBezTo>
                  <a:lnTo>
                    <a:pt x="6649" y="693"/>
                  </a:lnTo>
                  <a:cubicBezTo>
                    <a:pt x="6696" y="710"/>
                    <a:pt x="6727" y="741"/>
                    <a:pt x="6727" y="788"/>
                  </a:cubicBezTo>
                  <a:lnTo>
                    <a:pt x="6555" y="756"/>
                  </a:lnTo>
                  <a:close/>
                  <a:moveTo>
                    <a:pt x="6082" y="741"/>
                  </a:moveTo>
                  <a:lnTo>
                    <a:pt x="6051" y="741"/>
                  </a:lnTo>
                  <a:cubicBezTo>
                    <a:pt x="6019" y="725"/>
                    <a:pt x="5988" y="693"/>
                    <a:pt x="5988" y="647"/>
                  </a:cubicBezTo>
                  <a:lnTo>
                    <a:pt x="6160" y="678"/>
                  </a:lnTo>
                  <a:lnTo>
                    <a:pt x="6160" y="678"/>
                  </a:lnTo>
                  <a:cubicBezTo>
                    <a:pt x="6145" y="710"/>
                    <a:pt x="6114" y="741"/>
                    <a:pt x="6082" y="741"/>
                  </a:cubicBezTo>
                  <a:close/>
                  <a:moveTo>
                    <a:pt x="5988" y="647"/>
                  </a:moveTo>
                  <a:cubicBezTo>
                    <a:pt x="6003" y="599"/>
                    <a:pt x="6034" y="567"/>
                    <a:pt x="6066" y="567"/>
                  </a:cubicBezTo>
                  <a:cubicBezTo>
                    <a:pt x="6082" y="567"/>
                    <a:pt x="6082" y="567"/>
                    <a:pt x="6097" y="584"/>
                  </a:cubicBezTo>
                  <a:cubicBezTo>
                    <a:pt x="6129" y="584"/>
                    <a:pt x="6160" y="630"/>
                    <a:pt x="6160" y="678"/>
                  </a:cubicBezTo>
                  <a:lnTo>
                    <a:pt x="5988" y="647"/>
                  </a:lnTo>
                  <a:close/>
                  <a:moveTo>
                    <a:pt x="5515" y="630"/>
                  </a:moveTo>
                  <a:lnTo>
                    <a:pt x="5498" y="630"/>
                  </a:lnTo>
                  <a:cubicBezTo>
                    <a:pt x="5452" y="615"/>
                    <a:pt x="5420" y="567"/>
                    <a:pt x="5420" y="521"/>
                  </a:cubicBezTo>
                  <a:lnTo>
                    <a:pt x="5593" y="567"/>
                  </a:lnTo>
                  <a:cubicBezTo>
                    <a:pt x="5578" y="599"/>
                    <a:pt x="5546" y="630"/>
                    <a:pt x="5515" y="630"/>
                  </a:cubicBezTo>
                  <a:close/>
                  <a:moveTo>
                    <a:pt x="5420" y="521"/>
                  </a:moveTo>
                  <a:lnTo>
                    <a:pt x="5420" y="521"/>
                  </a:lnTo>
                  <a:cubicBezTo>
                    <a:pt x="5435" y="489"/>
                    <a:pt x="5467" y="458"/>
                    <a:pt x="5515" y="458"/>
                  </a:cubicBezTo>
                  <a:lnTo>
                    <a:pt x="5530" y="458"/>
                  </a:lnTo>
                  <a:cubicBezTo>
                    <a:pt x="5578" y="473"/>
                    <a:pt x="5609" y="521"/>
                    <a:pt x="5593" y="567"/>
                  </a:cubicBezTo>
                  <a:lnTo>
                    <a:pt x="5593" y="567"/>
                  </a:lnTo>
                  <a:lnTo>
                    <a:pt x="5420" y="521"/>
                  </a:lnTo>
                  <a:close/>
                  <a:moveTo>
                    <a:pt x="4948" y="504"/>
                  </a:moveTo>
                  <a:lnTo>
                    <a:pt x="4931" y="504"/>
                  </a:lnTo>
                  <a:cubicBezTo>
                    <a:pt x="4885" y="504"/>
                    <a:pt x="4853" y="458"/>
                    <a:pt x="4868" y="410"/>
                  </a:cubicBezTo>
                  <a:lnTo>
                    <a:pt x="5026" y="441"/>
                  </a:lnTo>
                  <a:cubicBezTo>
                    <a:pt x="5026" y="489"/>
                    <a:pt x="4979" y="504"/>
                    <a:pt x="4948" y="504"/>
                  </a:cubicBezTo>
                  <a:close/>
                  <a:moveTo>
                    <a:pt x="5546" y="0"/>
                  </a:moveTo>
                  <a:lnTo>
                    <a:pt x="5452" y="48"/>
                  </a:lnTo>
                  <a:cubicBezTo>
                    <a:pt x="5420" y="63"/>
                    <a:pt x="5435" y="63"/>
                    <a:pt x="5420" y="95"/>
                  </a:cubicBezTo>
                  <a:lnTo>
                    <a:pt x="5389" y="95"/>
                  </a:lnTo>
                  <a:cubicBezTo>
                    <a:pt x="5357" y="95"/>
                    <a:pt x="5309" y="126"/>
                    <a:pt x="5278" y="158"/>
                  </a:cubicBezTo>
                  <a:cubicBezTo>
                    <a:pt x="5246" y="189"/>
                    <a:pt x="5263" y="221"/>
                    <a:pt x="5246" y="269"/>
                  </a:cubicBezTo>
                  <a:cubicBezTo>
                    <a:pt x="5215" y="269"/>
                    <a:pt x="5168" y="252"/>
                    <a:pt x="5137" y="252"/>
                  </a:cubicBezTo>
                  <a:cubicBezTo>
                    <a:pt x="5089" y="252"/>
                    <a:pt x="5057" y="269"/>
                    <a:pt x="5042" y="300"/>
                  </a:cubicBezTo>
                  <a:cubicBezTo>
                    <a:pt x="5026" y="347"/>
                    <a:pt x="5042" y="363"/>
                    <a:pt x="5011" y="378"/>
                  </a:cubicBezTo>
                  <a:cubicBezTo>
                    <a:pt x="5026" y="395"/>
                    <a:pt x="5026" y="426"/>
                    <a:pt x="5026" y="441"/>
                  </a:cubicBezTo>
                  <a:lnTo>
                    <a:pt x="5026" y="441"/>
                  </a:lnTo>
                  <a:lnTo>
                    <a:pt x="4868" y="410"/>
                  </a:lnTo>
                  <a:lnTo>
                    <a:pt x="4868" y="410"/>
                  </a:lnTo>
                  <a:lnTo>
                    <a:pt x="4868" y="395"/>
                  </a:lnTo>
                  <a:cubicBezTo>
                    <a:pt x="4853" y="410"/>
                    <a:pt x="4837" y="410"/>
                    <a:pt x="4837" y="410"/>
                  </a:cubicBezTo>
                  <a:cubicBezTo>
                    <a:pt x="4805" y="473"/>
                    <a:pt x="4790" y="552"/>
                    <a:pt x="4790" y="567"/>
                  </a:cubicBezTo>
                  <a:cubicBezTo>
                    <a:pt x="4774" y="599"/>
                    <a:pt x="4790" y="662"/>
                    <a:pt x="4774" y="693"/>
                  </a:cubicBezTo>
                  <a:cubicBezTo>
                    <a:pt x="4759" y="725"/>
                    <a:pt x="4727" y="725"/>
                    <a:pt x="4696" y="725"/>
                  </a:cubicBezTo>
                  <a:lnTo>
                    <a:pt x="4648" y="725"/>
                  </a:lnTo>
                  <a:cubicBezTo>
                    <a:pt x="4633" y="725"/>
                    <a:pt x="4601" y="710"/>
                    <a:pt x="4585" y="710"/>
                  </a:cubicBezTo>
                  <a:cubicBezTo>
                    <a:pt x="4569" y="710"/>
                    <a:pt x="4569" y="725"/>
                    <a:pt x="4553" y="725"/>
                  </a:cubicBezTo>
                  <a:cubicBezTo>
                    <a:pt x="4522" y="725"/>
                    <a:pt x="4506" y="741"/>
                    <a:pt x="4490" y="756"/>
                  </a:cubicBezTo>
                  <a:cubicBezTo>
                    <a:pt x="4443" y="788"/>
                    <a:pt x="4380" y="804"/>
                    <a:pt x="4333" y="836"/>
                  </a:cubicBezTo>
                  <a:cubicBezTo>
                    <a:pt x="4349" y="851"/>
                    <a:pt x="4349" y="867"/>
                    <a:pt x="4349" y="899"/>
                  </a:cubicBezTo>
                  <a:cubicBezTo>
                    <a:pt x="4333" y="930"/>
                    <a:pt x="4301" y="962"/>
                    <a:pt x="4270" y="962"/>
                  </a:cubicBezTo>
                  <a:lnTo>
                    <a:pt x="4254" y="962"/>
                  </a:lnTo>
                  <a:lnTo>
                    <a:pt x="4238" y="962"/>
                  </a:lnTo>
                  <a:lnTo>
                    <a:pt x="4238" y="962"/>
                  </a:lnTo>
                  <a:cubicBezTo>
                    <a:pt x="4175" y="977"/>
                    <a:pt x="4160" y="977"/>
                    <a:pt x="4128" y="1008"/>
                  </a:cubicBezTo>
                  <a:cubicBezTo>
                    <a:pt x="4080" y="1071"/>
                    <a:pt x="4017" y="1088"/>
                    <a:pt x="4002" y="1166"/>
                  </a:cubicBezTo>
                  <a:cubicBezTo>
                    <a:pt x="3986" y="1198"/>
                    <a:pt x="3986" y="1214"/>
                    <a:pt x="3986" y="1245"/>
                  </a:cubicBezTo>
                  <a:cubicBezTo>
                    <a:pt x="3971" y="1261"/>
                    <a:pt x="3954" y="1261"/>
                    <a:pt x="3923" y="1261"/>
                  </a:cubicBezTo>
                  <a:cubicBezTo>
                    <a:pt x="3891" y="1261"/>
                    <a:pt x="3860" y="1245"/>
                    <a:pt x="3828" y="1245"/>
                  </a:cubicBezTo>
                  <a:cubicBezTo>
                    <a:pt x="3813" y="1245"/>
                    <a:pt x="3765" y="1229"/>
                    <a:pt x="3734" y="1229"/>
                  </a:cubicBezTo>
                  <a:lnTo>
                    <a:pt x="3734" y="1229"/>
                  </a:lnTo>
                  <a:cubicBezTo>
                    <a:pt x="3734" y="1277"/>
                    <a:pt x="3750" y="1292"/>
                    <a:pt x="3719" y="1324"/>
                  </a:cubicBezTo>
                  <a:cubicBezTo>
                    <a:pt x="3702" y="1324"/>
                    <a:pt x="3687" y="1308"/>
                    <a:pt x="3671" y="1292"/>
                  </a:cubicBezTo>
                  <a:lnTo>
                    <a:pt x="3671" y="1340"/>
                  </a:lnTo>
                  <a:lnTo>
                    <a:pt x="3671" y="1340"/>
                  </a:lnTo>
                  <a:lnTo>
                    <a:pt x="3576" y="1324"/>
                  </a:lnTo>
                  <a:lnTo>
                    <a:pt x="3576" y="1324"/>
                  </a:lnTo>
                  <a:lnTo>
                    <a:pt x="3671" y="1340"/>
                  </a:lnTo>
                  <a:cubicBezTo>
                    <a:pt x="3656" y="1387"/>
                    <a:pt x="3624" y="1403"/>
                    <a:pt x="3593" y="1403"/>
                  </a:cubicBezTo>
                  <a:lnTo>
                    <a:pt x="3561" y="1403"/>
                  </a:lnTo>
                  <a:cubicBezTo>
                    <a:pt x="3561" y="1403"/>
                    <a:pt x="3545" y="1403"/>
                    <a:pt x="3530" y="1387"/>
                  </a:cubicBezTo>
                  <a:cubicBezTo>
                    <a:pt x="3530" y="1403"/>
                    <a:pt x="3513" y="1403"/>
                    <a:pt x="3513" y="1403"/>
                  </a:cubicBezTo>
                  <a:cubicBezTo>
                    <a:pt x="3498" y="1403"/>
                    <a:pt x="3482" y="1403"/>
                    <a:pt x="3467" y="1418"/>
                  </a:cubicBezTo>
                  <a:cubicBezTo>
                    <a:pt x="3450" y="1418"/>
                    <a:pt x="3435" y="1434"/>
                    <a:pt x="3419" y="1450"/>
                  </a:cubicBezTo>
                  <a:cubicBezTo>
                    <a:pt x="3372" y="1498"/>
                    <a:pt x="3372" y="1513"/>
                    <a:pt x="3356" y="1576"/>
                  </a:cubicBezTo>
                  <a:cubicBezTo>
                    <a:pt x="3341" y="1561"/>
                    <a:pt x="3341" y="1561"/>
                    <a:pt x="3324" y="1561"/>
                  </a:cubicBezTo>
                  <a:cubicBezTo>
                    <a:pt x="3309" y="1561"/>
                    <a:pt x="3309" y="1561"/>
                    <a:pt x="3293" y="1576"/>
                  </a:cubicBezTo>
                  <a:cubicBezTo>
                    <a:pt x="3278" y="1592"/>
                    <a:pt x="3293" y="1639"/>
                    <a:pt x="3309" y="1670"/>
                  </a:cubicBezTo>
                  <a:cubicBezTo>
                    <a:pt x="3198" y="1718"/>
                    <a:pt x="3261" y="1813"/>
                    <a:pt x="3167" y="1876"/>
                  </a:cubicBezTo>
                  <a:cubicBezTo>
                    <a:pt x="3088" y="1907"/>
                    <a:pt x="2994" y="1922"/>
                    <a:pt x="2899" y="1939"/>
                  </a:cubicBezTo>
                  <a:cubicBezTo>
                    <a:pt x="2788" y="1954"/>
                    <a:pt x="2694" y="1970"/>
                    <a:pt x="2599" y="2017"/>
                  </a:cubicBezTo>
                  <a:cubicBezTo>
                    <a:pt x="2521" y="2080"/>
                    <a:pt x="2584" y="2143"/>
                    <a:pt x="2584" y="2222"/>
                  </a:cubicBezTo>
                  <a:cubicBezTo>
                    <a:pt x="2521" y="2206"/>
                    <a:pt x="2458" y="2191"/>
                    <a:pt x="2395" y="2191"/>
                  </a:cubicBezTo>
                  <a:cubicBezTo>
                    <a:pt x="2364" y="2191"/>
                    <a:pt x="2332" y="2191"/>
                    <a:pt x="2316" y="2206"/>
                  </a:cubicBezTo>
                  <a:cubicBezTo>
                    <a:pt x="2316" y="2222"/>
                    <a:pt x="2316" y="2222"/>
                    <a:pt x="2301" y="2237"/>
                  </a:cubicBezTo>
                  <a:lnTo>
                    <a:pt x="2284" y="2237"/>
                  </a:lnTo>
                  <a:lnTo>
                    <a:pt x="2284" y="2237"/>
                  </a:lnTo>
                  <a:lnTo>
                    <a:pt x="2301" y="2237"/>
                  </a:lnTo>
                  <a:lnTo>
                    <a:pt x="2301" y="2237"/>
                  </a:lnTo>
                  <a:cubicBezTo>
                    <a:pt x="2301" y="2269"/>
                    <a:pt x="2269" y="2300"/>
                    <a:pt x="2238" y="2300"/>
                  </a:cubicBezTo>
                  <a:cubicBezTo>
                    <a:pt x="2221" y="2363"/>
                    <a:pt x="2238" y="2411"/>
                    <a:pt x="2190" y="2443"/>
                  </a:cubicBezTo>
                  <a:cubicBezTo>
                    <a:pt x="2158" y="2458"/>
                    <a:pt x="2112" y="2474"/>
                    <a:pt x="2080" y="2474"/>
                  </a:cubicBezTo>
                  <a:lnTo>
                    <a:pt x="2064" y="2474"/>
                  </a:lnTo>
                  <a:lnTo>
                    <a:pt x="2032" y="2474"/>
                  </a:lnTo>
                  <a:lnTo>
                    <a:pt x="2001" y="2474"/>
                  </a:lnTo>
                  <a:lnTo>
                    <a:pt x="1986" y="2474"/>
                  </a:lnTo>
                  <a:cubicBezTo>
                    <a:pt x="1938" y="2489"/>
                    <a:pt x="1891" y="2537"/>
                    <a:pt x="1860" y="2569"/>
                  </a:cubicBezTo>
                  <a:cubicBezTo>
                    <a:pt x="1780" y="2632"/>
                    <a:pt x="1717" y="2710"/>
                    <a:pt x="1654" y="2773"/>
                  </a:cubicBezTo>
                  <a:cubicBezTo>
                    <a:pt x="1607" y="2821"/>
                    <a:pt x="1433" y="2884"/>
                    <a:pt x="1387" y="2947"/>
                  </a:cubicBezTo>
                  <a:cubicBezTo>
                    <a:pt x="1387" y="2979"/>
                    <a:pt x="1370" y="3010"/>
                    <a:pt x="1355" y="3025"/>
                  </a:cubicBezTo>
                  <a:cubicBezTo>
                    <a:pt x="1339" y="3057"/>
                    <a:pt x="1307" y="3057"/>
                    <a:pt x="1276" y="3057"/>
                  </a:cubicBezTo>
                  <a:lnTo>
                    <a:pt x="1244" y="3057"/>
                  </a:lnTo>
                  <a:lnTo>
                    <a:pt x="1166" y="3057"/>
                  </a:lnTo>
                  <a:cubicBezTo>
                    <a:pt x="1150" y="3042"/>
                    <a:pt x="1118" y="3042"/>
                    <a:pt x="1103" y="3042"/>
                  </a:cubicBezTo>
                  <a:cubicBezTo>
                    <a:pt x="1087" y="3042"/>
                    <a:pt x="1055" y="3042"/>
                    <a:pt x="1040" y="3057"/>
                  </a:cubicBezTo>
                  <a:cubicBezTo>
                    <a:pt x="992" y="3073"/>
                    <a:pt x="961" y="3088"/>
                    <a:pt x="946" y="3120"/>
                  </a:cubicBezTo>
                  <a:lnTo>
                    <a:pt x="946" y="3136"/>
                  </a:lnTo>
                  <a:lnTo>
                    <a:pt x="946" y="3136"/>
                  </a:lnTo>
                  <a:lnTo>
                    <a:pt x="946" y="3136"/>
                  </a:lnTo>
                  <a:lnTo>
                    <a:pt x="946" y="3136"/>
                  </a:lnTo>
                  <a:lnTo>
                    <a:pt x="946" y="3136"/>
                  </a:lnTo>
                  <a:cubicBezTo>
                    <a:pt x="946" y="3136"/>
                    <a:pt x="946" y="3151"/>
                    <a:pt x="929" y="3151"/>
                  </a:cubicBezTo>
                  <a:lnTo>
                    <a:pt x="929" y="3183"/>
                  </a:lnTo>
                  <a:cubicBezTo>
                    <a:pt x="929" y="3231"/>
                    <a:pt x="946" y="3294"/>
                    <a:pt x="914" y="3340"/>
                  </a:cubicBezTo>
                  <a:cubicBezTo>
                    <a:pt x="883" y="3388"/>
                    <a:pt x="803" y="3403"/>
                    <a:pt x="740" y="3420"/>
                  </a:cubicBezTo>
                  <a:cubicBezTo>
                    <a:pt x="725" y="3435"/>
                    <a:pt x="551" y="3420"/>
                    <a:pt x="536" y="3451"/>
                  </a:cubicBezTo>
                  <a:lnTo>
                    <a:pt x="536" y="3451"/>
                  </a:lnTo>
                  <a:cubicBezTo>
                    <a:pt x="551" y="3483"/>
                    <a:pt x="646" y="3561"/>
                    <a:pt x="677" y="3624"/>
                  </a:cubicBezTo>
                  <a:cubicBezTo>
                    <a:pt x="694" y="3609"/>
                    <a:pt x="725" y="3592"/>
                    <a:pt x="757" y="3592"/>
                  </a:cubicBezTo>
                  <a:lnTo>
                    <a:pt x="772" y="3592"/>
                  </a:lnTo>
                  <a:cubicBezTo>
                    <a:pt x="820" y="3609"/>
                    <a:pt x="835" y="3655"/>
                    <a:pt x="835" y="3703"/>
                  </a:cubicBezTo>
                  <a:cubicBezTo>
                    <a:pt x="820" y="3735"/>
                    <a:pt x="788" y="3766"/>
                    <a:pt x="757" y="3766"/>
                  </a:cubicBezTo>
                  <a:lnTo>
                    <a:pt x="725" y="3766"/>
                  </a:lnTo>
                  <a:cubicBezTo>
                    <a:pt x="709" y="3750"/>
                    <a:pt x="677" y="3735"/>
                    <a:pt x="677" y="3718"/>
                  </a:cubicBezTo>
                  <a:cubicBezTo>
                    <a:pt x="646" y="3718"/>
                    <a:pt x="631" y="3718"/>
                    <a:pt x="614" y="3750"/>
                  </a:cubicBezTo>
                  <a:cubicBezTo>
                    <a:pt x="646" y="3766"/>
                    <a:pt x="677" y="3829"/>
                    <a:pt x="694" y="3861"/>
                  </a:cubicBezTo>
                  <a:lnTo>
                    <a:pt x="677" y="3861"/>
                  </a:lnTo>
                  <a:cubicBezTo>
                    <a:pt x="662" y="3861"/>
                    <a:pt x="646" y="3861"/>
                    <a:pt x="631" y="3844"/>
                  </a:cubicBezTo>
                  <a:lnTo>
                    <a:pt x="583" y="3844"/>
                  </a:lnTo>
                  <a:cubicBezTo>
                    <a:pt x="568" y="3844"/>
                    <a:pt x="551" y="3861"/>
                    <a:pt x="583" y="3924"/>
                  </a:cubicBezTo>
                  <a:cubicBezTo>
                    <a:pt x="599" y="3955"/>
                    <a:pt x="551" y="4018"/>
                    <a:pt x="551" y="4050"/>
                  </a:cubicBezTo>
                  <a:cubicBezTo>
                    <a:pt x="551" y="4081"/>
                    <a:pt x="583" y="4081"/>
                    <a:pt x="583" y="4097"/>
                  </a:cubicBezTo>
                  <a:cubicBezTo>
                    <a:pt x="583" y="4128"/>
                    <a:pt x="599" y="4144"/>
                    <a:pt x="599" y="4160"/>
                  </a:cubicBezTo>
                  <a:lnTo>
                    <a:pt x="599" y="4160"/>
                  </a:lnTo>
                  <a:lnTo>
                    <a:pt x="631" y="4160"/>
                  </a:lnTo>
                  <a:lnTo>
                    <a:pt x="646" y="4160"/>
                  </a:lnTo>
                  <a:cubicBezTo>
                    <a:pt x="694" y="4176"/>
                    <a:pt x="725" y="4223"/>
                    <a:pt x="709" y="4254"/>
                  </a:cubicBezTo>
                  <a:lnTo>
                    <a:pt x="709" y="4254"/>
                  </a:lnTo>
                  <a:lnTo>
                    <a:pt x="614" y="4239"/>
                  </a:lnTo>
                  <a:lnTo>
                    <a:pt x="614" y="4239"/>
                  </a:lnTo>
                  <a:lnTo>
                    <a:pt x="709" y="4254"/>
                  </a:lnTo>
                  <a:cubicBezTo>
                    <a:pt x="709" y="4302"/>
                    <a:pt x="677" y="4334"/>
                    <a:pt x="631" y="4334"/>
                  </a:cubicBezTo>
                  <a:lnTo>
                    <a:pt x="614" y="4334"/>
                  </a:lnTo>
                  <a:cubicBezTo>
                    <a:pt x="599" y="4317"/>
                    <a:pt x="583" y="4317"/>
                    <a:pt x="568" y="4302"/>
                  </a:cubicBezTo>
                  <a:cubicBezTo>
                    <a:pt x="536" y="4349"/>
                    <a:pt x="457" y="4475"/>
                    <a:pt x="442" y="4523"/>
                  </a:cubicBezTo>
                  <a:cubicBezTo>
                    <a:pt x="425" y="4569"/>
                    <a:pt x="457" y="4569"/>
                    <a:pt x="442" y="4617"/>
                  </a:cubicBezTo>
                  <a:cubicBezTo>
                    <a:pt x="410" y="4712"/>
                    <a:pt x="457" y="4775"/>
                    <a:pt x="410" y="4853"/>
                  </a:cubicBezTo>
                  <a:cubicBezTo>
                    <a:pt x="394" y="4884"/>
                    <a:pt x="362" y="4884"/>
                    <a:pt x="347" y="4901"/>
                  </a:cubicBezTo>
                  <a:cubicBezTo>
                    <a:pt x="347" y="4916"/>
                    <a:pt x="362" y="4964"/>
                    <a:pt x="362" y="4979"/>
                  </a:cubicBezTo>
                  <a:cubicBezTo>
                    <a:pt x="378" y="5027"/>
                    <a:pt x="425" y="5199"/>
                    <a:pt x="347" y="5199"/>
                  </a:cubicBezTo>
                  <a:cubicBezTo>
                    <a:pt x="331" y="5247"/>
                    <a:pt x="347" y="5279"/>
                    <a:pt x="347" y="5310"/>
                  </a:cubicBezTo>
                  <a:cubicBezTo>
                    <a:pt x="362" y="5294"/>
                    <a:pt x="378" y="5294"/>
                    <a:pt x="394" y="5294"/>
                  </a:cubicBezTo>
                  <a:lnTo>
                    <a:pt x="425" y="5294"/>
                  </a:lnTo>
                  <a:cubicBezTo>
                    <a:pt x="457" y="5294"/>
                    <a:pt x="488" y="5342"/>
                    <a:pt x="488" y="5389"/>
                  </a:cubicBezTo>
                  <a:lnTo>
                    <a:pt x="347" y="5357"/>
                  </a:lnTo>
                  <a:lnTo>
                    <a:pt x="347" y="5357"/>
                  </a:lnTo>
                  <a:lnTo>
                    <a:pt x="488" y="5389"/>
                  </a:lnTo>
                  <a:lnTo>
                    <a:pt x="488" y="5389"/>
                  </a:lnTo>
                  <a:cubicBezTo>
                    <a:pt x="473" y="5436"/>
                    <a:pt x="442" y="5452"/>
                    <a:pt x="394" y="5452"/>
                  </a:cubicBezTo>
                  <a:lnTo>
                    <a:pt x="378" y="5452"/>
                  </a:lnTo>
                  <a:cubicBezTo>
                    <a:pt x="347" y="5452"/>
                    <a:pt x="331" y="5420"/>
                    <a:pt x="315" y="5389"/>
                  </a:cubicBezTo>
                  <a:lnTo>
                    <a:pt x="315" y="5405"/>
                  </a:lnTo>
                  <a:cubicBezTo>
                    <a:pt x="299" y="5420"/>
                    <a:pt x="252" y="5405"/>
                    <a:pt x="236" y="5452"/>
                  </a:cubicBezTo>
                  <a:cubicBezTo>
                    <a:pt x="236" y="5468"/>
                    <a:pt x="252" y="5483"/>
                    <a:pt x="252" y="5499"/>
                  </a:cubicBezTo>
                  <a:cubicBezTo>
                    <a:pt x="252" y="5546"/>
                    <a:pt x="284" y="5594"/>
                    <a:pt x="284" y="5657"/>
                  </a:cubicBezTo>
                  <a:cubicBezTo>
                    <a:pt x="268" y="5704"/>
                    <a:pt x="284" y="5752"/>
                    <a:pt x="268" y="5783"/>
                  </a:cubicBezTo>
                  <a:cubicBezTo>
                    <a:pt x="268" y="5815"/>
                    <a:pt x="268" y="5815"/>
                    <a:pt x="236" y="5830"/>
                  </a:cubicBezTo>
                  <a:cubicBezTo>
                    <a:pt x="173" y="5909"/>
                    <a:pt x="126" y="6082"/>
                    <a:pt x="142" y="6176"/>
                  </a:cubicBezTo>
                  <a:cubicBezTo>
                    <a:pt x="158" y="6239"/>
                    <a:pt x="142" y="6239"/>
                    <a:pt x="126" y="6239"/>
                  </a:cubicBezTo>
                  <a:lnTo>
                    <a:pt x="110" y="6239"/>
                  </a:lnTo>
                  <a:lnTo>
                    <a:pt x="110" y="6239"/>
                  </a:lnTo>
                  <a:cubicBezTo>
                    <a:pt x="95" y="6239"/>
                    <a:pt x="63" y="6239"/>
                    <a:pt x="32" y="6287"/>
                  </a:cubicBezTo>
                  <a:cubicBezTo>
                    <a:pt x="15" y="6319"/>
                    <a:pt x="0" y="6365"/>
                    <a:pt x="15" y="6413"/>
                  </a:cubicBezTo>
                  <a:cubicBezTo>
                    <a:pt x="15" y="6476"/>
                    <a:pt x="32" y="6491"/>
                    <a:pt x="95" y="6523"/>
                  </a:cubicBezTo>
                  <a:cubicBezTo>
                    <a:pt x="79" y="6508"/>
                    <a:pt x="79" y="6491"/>
                    <a:pt x="95" y="6476"/>
                  </a:cubicBezTo>
                  <a:lnTo>
                    <a:pt x="221" y="6508"/>
                  </a:lnTo>
                  <a:cubicBezTo>
                    <a:pt x="189" y="6539"/>
                    <a:pt x="158" y="6554"/>
                    <a:pt x="126" y="6571"/>
                  </a:cubicBezTo>
                  <a:cubicBezTo>
                    <a:pt x="110" y="6554"/>
                    <a:pt x="95" y="6554"/>
                    <a:pt x="95" y="6523"/>
                  </a:cubicBezTo>
                  <a:cubicBezTo>
                    <a:pt x="95" y="6571"/>
                    <a:pt x="79" y="6602"/>
                    <a:pt x="126" y="6617"/>
                  </a:cubicBezTo>
                  <a:lnTo>
                    <a:pt x="126" y="6617"/>
                  </a:lnTo>
                  <a:cubicBezTo>
                    <a:pt x="158" y="6617"/>
                    <a:pt x="268" y="6539"/>
                    <a:pt x="299" y="6523"/>
                  </a:cubicBezTo>
                  <a:cubicBezTo>
                    <a:pt x="299" y="6508"/>
                    <a:pt x="315" y="6476"/>
                    <a:pt x="315" y="6476"/>
                  </a:cubicBezTo>
                  <a:cubicBezTo>
                    <a:pt x="331" y="6460"/>
                    <a:pt x="347" y="6460"/>
                    <a:pt x="362" y="6460"/>
                  </a:cubicBezTo>
                  <a:cubicBezTo>
                    <a:pt x="410" y="6460"/>
                    <a:pt x="488" y="6491"/>
                    <a:pt x="536" y="6491"/>
                  </a:cubicBezTo>
                  <a:cubicBezTo>
                    <a:pt x="551" y="6491"/>
                    <a:pt x="583" y="6508"/>
                    <a:pt x="599" y="6508"/>
                  </a:cubicBezTo>
                  <a:lnTo>
                    <a:pt x="614" y="6508"/>
                  </a:lnTo>
                  <a:cubicBezTo>
                    <a:pt x="646" y="6508"/>
                    <a:pt x="662" y="6476"/>
                    <a:pt x="694" y="6476"/>
                  </a:cubicBezTo>
                  <a:lnTo>
                    <a:pt x="709" y="6476"/>
                  </a:lnTo>
                  <a:cubicBezTo>
                    <a:pt x="757" y="6476"/>
                    <a:pt x="803" y="6491"/>
                    <a:pt x="835" y="6523"/>
                  </a:cubicBezTo>
                  <a:cubicBezTo>
                    <a:pt x="851" y="6554"/>
                    <a:pt x="851" y="6586"/>
                    <a:pt x="898" y="6586"/>
                  </a:cubicBezTo>
                  <a:lnTo>
                    <a:pt x="898" y="6586"/>
                  </a:lnTo>
                  <a:cubicBezTo>
                    <a:pt x="914" y="6586"/>
                    <a:pt x="929" y="6586"/>
                    <a:pt x="946" y="6571"/>
                  </a:cubicBezTo>
                  <a:lnTo>
                    <a:pt x="1009" y="6571"/>
                  </a:lnTo>
                  <a:lnTo>
                    <a:pt x="1009" y="6571"/>
                  </a:lnTo>
                  <a:cubicBezTo>
                    <a:pt x="1087" y="6571"/>
                    <a:pt x="1072" y="6680"/>
                    <a:pt x="1135" y="6697"/>
                  </a:cubicBezTo>
                  <a:lnTo>
                    <a:pt x="1135" y="6728"/>
                  </a:lnTo>
                  <a:lnTo>
                    <a:pt x="1150" y="6728"/>
                  </a:lnTo>
                  <a:lnTo>
                    <a:pt x="1181" y="6728"/>
                  </a:lnTo>
                  <a:lnTo>
                    <a:pt x="1213" y="6728"/>
                  </a:lnTo>
                  <a:lnTo>
                    <a:pt x="1229" y="6728"/>
                  </a:lnTo>
                  <a:cubicBezTo>
                    <a:pt x="1261" y="6728"/>
                    <a:pt x="1307" y="6728"/>
                    <a:pt x="1339" y="6744"/>
                  </a:cubicBezTo>
                  <a:cubicBezTo>
                    <a:pt x="1387" y="6775"/>
                    <a:pt x="1433" y="6807"/>
                    <a:pt x="1497" y="6823"/>
                  </a:cubicBezTo>
                  <a:cubicBezTo>
                    <a:pt x="1513" y="6838"/>
                    <a:pt x="1591" y="6854"/>
                    <a:pt x="1639" y="6854"/>
                  </a:cubicBezTo>
                  <a:cubicBezTo>
                    <a:pt x="1670" y="6854"/>
                    <a:pt x="1702" y="6838"/>
                    <a:pt x="1702" y="6807"/>
                  </a:cubicBezTo>
                  <a:cubicBezTo>
                    <a:pt x="1717" y="6838"/>
                    <a:pt x="1749" y="6838"/>
                    <a:pt x="1780" y="6838"/>
                  </a:cubicBezTo>
                  <a:cubicBezTo>
                    <a:pt x="1828" y="6838"/>
                    <a:pt x="1891" y="6823"/>
                    <a:pt x="1923" y="6823"/>
                  </a:cubicBezTo>
                  <a:lnTo>
                    <a:pt x="1938" y="6823"/>
                  </a:lnTo>
                  <a:cubicBezTo>
                    <a:pt x="2001" y="6823"/>
                    <a:pt x="2017" y="6886"/>
                    <a:pt x="2080" y="6901"/>
                  </a:cubicBezTo>
                  <a:cubicBezTo>
                    <a:pt x="2127" y="6901"/>
                    <a:pt x="2158" y="6917"/>
                    <a:pt x="2206" y="6917"/>
                  </a:cubicBezTo>
                  <a:cubicBezTo>
                    <a:pt x="2238" y="6933"/>
                    <a:pt x="2253" y="6949"/>
                    <a:pt x="2284" y="6964"/>
                  </a:cubicBezTo>
                  <a:lnTo>
                    <a:pt x="2284" y="6964"/>
                  </a:lnTo>
                  <a:cubicBezTo>
                    <a:pt x="2316" y="6964"/>
                    <a:pt x="2364" y="6933"/>
                    <a:pt x="2395" y="6917"/>
                  </a:cubicBezTo>
                  <a:lnTo>
                    <a:pt x="2410" y="6917"/>
                  </a:lnTo>
                  <a:cubicBezTo>
                    <a:pt x="2427" y="6917"/>
                    <a:pt x="2442" y="6933"/>
                    <a:pt x="2473" y="6933"/>
                  </a:cubicBezTo>
                  <a:lnTo>
                    <a:pt x="2473" y="6901"/>
                  </a:lnTo>
                  <a:cubicBezTo>
                    <a:pt x="2458" y="6901"/>
                    <a:pt x="2427" y="6886"/>
                    <a:pt x="2410" y="6886"/>
                  </a:cubicBezTo>
                  <a:lnTo>
                    <a:pt x="2427" y="6886"/>
                  </a:lnTo>
                  <a:lnTo>
                    <a:pt x="2442" y="6886"/>
                  </a:lnTo>
                  <a:cubicBezTo>
                    <a:pt x="2490" y="6886"/>
                    <a:pt x="2521" y="6933"/>
                    <a:pt x="2505" y="6964"/>
                  </a:cubicBezTo>
                  <a:lnTo>
                    <a:pt x="2490" y="6964"/>
                  </a:lnTo>
                  <a:cubicBezTo>
                    <a:pt x="2490" y="6996"/>
                    <a:pt x="2490" y="7012"/>
                    <a:pt x="2505" y="7012"/>
                  </a:cubicBezTo>
                  <a:lnTo>
                    <a:pt x="2505" y="7012"/>
                  </a:lnTo>
                  <a:cubicBezTo>
                    <a:pt x="2521" y="7012"/>
                    <a:pt x="2568" y="6996"/>
                    <a:pt x="2584" y="6996"/>
                  </a:cubicBezTo>
                  <a:lnTo>
                    <a:pt x="2631" y="6996"/>
                  </a:lnTo>
                  <a:cubicBezTo>
                    <a:pt x="2647" y="6996"/>
                    <a:pt x="2679" y="6996"/>
                    <a:pt x="2710" y="7012"/>
                  </a:cubicBezTo>
                  <a:cubicBezTo>
                    <a:pt x="2725" y="7012"/>
                    <a:pt x="2757" y="7027"/>
                    <a:pt x="2773" y="7027"/>
                  </a:cubicBezTo>
                  <a:lnTo>
                    <a:pt x="2788" y="7027"/>
                  </a:lnTo>
                  <a:cubicBezTo>
                    <a:pt x="2820" y="7027"/>
                    <a:pt x="2852" y="6996"/>
                    <a:pt x="2883" y="6996"/>
                  </a:cubicBezTo>
                  <a:lnTo>
                    <a:pt x="2899" y="6996"/>
                  </a:lnTo>
                  <a:cubicBezTo>
                    <a:pt x="2946" y="6996"/>
                    <a:pt x="2962" y="7027"/>
                    <a:pt x="2994" y="7043"/>
                  </a:cubicBezTo>
                  <a:cubicBezTo>
                    <a:pt x="3009" y="7059"/>
                    <a:pt x="3025" y="7059"/>
                    <a:pt x="3041" y="7059"/>
                  </a:cubicBezTo>
                  <a:cubicBezTo>
                    <a:pt x="3072" y="7059"/>
                    <a:pt x="3104" y="7059"/>
                    <a:pt x="3120" y="7043"/>
                  </a:cubicBezTo>
                  <a:lnTo>
                    <a:pt x="3167" y="7043"/>
                  </a:lnTo>
                  <a:cubicBezTo>
                    <a:pt x="3215" y="7043"/>
                    <a:pt x="3230" y="7059"/>
                    <a:pt x="3278" y="7075"/>
                  </a:cubicBezTo>
                  <a:cubicBezTo>
                    <a:pt x="3356" y="7107"/>
                    <a:pt x="3467" y="7107"/>
                    <a:pt x="3561" y="7138"/>
                  </a:cubicBezTo>
                  <a:cubicBezTo>
                    <a:pt x="3639" y="7185"/>
                    <a:pt x="3671" y="7248"/>
                    <a:pt x="3782" y="7248"/>
                  </a:cubicBezTo>
                  <a:lnTo>
                    <a:pt x="3782" y="7248"/>
                  </a:lnTo>
                  <a:lnTo>
                    <a:pt x="3860" y="7248"/>
                  </a:lnTo>
                  <a:lnTo>
                    <a:pt x="3908" y="7248"/>
                  </a:lnTo>
                  <a:cubicBezTo>
                    <a:pt x="3954" y="7264"/>
                    <a:pt x="4017" y="7279"/>
                    <a:pt x="4065" y="7279"/>
                  </a:cubicBezTo>
                  <a:cubicBezTo>
                    <a:pt x="4097" y="7296"/>
                    <a:pt x="4128" y="7296"/>
                    <a:pt x="4160" y="7296"/>
                  </a:cubicBezTo>
                  <a:lnTo>
                    <a:pt x="4206" y="7296"/>
                  </a:lnTo>
                  <a:cubicBezTo>
                    <a:pt x="4238" y="7279"/>
                    <a:pt x="4270" y="7248"/>
                    <a:pt x="4317" y="7248"/>
                  </a:cubicBezTo>
                  <a:lnTo>
                    <a:pt x="4333" y="7248"/>
                  </a:lnTo>
                  <a:cubicBezTo>
                    <a:pt x="4333" y="7264"/>
                    <a:pt x="4333" y="7279"/>
                    <a:pt x="4349" y="7296"/>
                  </a:cubicBezTo>
                  <a:cubicBezTo>
                    <a:pt x="4364" y="7311"/>
                    <a:pt x="4396" y="7327"/>
                    <a:pt x="4412" y="7342"/>
                  </a:cubicBezTo>
                  <a:cubicBezTo>
                    <a:pt x="4443" y="7359"/>
                    <a:pt x="4459" y="7359"/>
                    <a:pt x="4490" y="7374"/>
                  </a:cubicBezTo>
                  <a:cubicBezTo>
                    <a:pt x="4538" y="7405"/>
                    <a:pt x="4664" y="7422"/>
                    <a:pt x="4727" y="7437"/>
                  </a:cubicBezTo>
                  <a:cubicBezTo>
                    <a:pt x="4742" y="7453"/>
                    <a:pt x="4759" y="7453"/>
                    <a:pt x="4759" y="7453"/>
                  </a:cubicBezTo>
                  <a:cubicBezTo>
                    <a:pt x="4790" y="7453"/>
                    <a:pt x="4822" y="7437"/>
                    <a:pt x="4853" y="7422"/>
                  </a:cubicBezTo>
                  <a:lnTo>
                    <a:pt x="4868" y="7422"/>
                  </a:lnTo>
                  <a:lnTo>
                    <a:pt x="4868" y="7422"/>
                  </a:lnTo>
                  <a:lnTo>
                    <a:pt x="4885" y="7422"/>
                  </a:lnTo>
                  <a:lnTo>
                    <a:pt x="4900" y="7422"/>
                  </a:lnTo>
                  <a:cubicBezTo>
                    <a:pt x="4916" y="7422"/>
                    <a:pt x="4931" y="7390"/>
                    <a:pt x="4931" y="7390"/>
                  </a:cubicBezTo>
                  <a:cubicBezTo>
                    <a:pt x="4931" y="7390"/>
                    <a:pt x="4931" y="7374"/>
                    <a:pt x="4948" y="7374"/>
                  </a:cubicBezTo>
                  <a:lnTo>
                    <a:pt x="4948" y="7374"/>
                  </a:lnTo>
                  <a:lnTo>
                    <a:pt x="4963" y="7374"/>
                  </a:lnTo>
                  <a:cubicBezTo>
                    <a:pt x="4963" y="7374"/>
                    <a:pt x="4979" y="7374"/>
                    <a:pt x="4979" y="7390"/>
                  </a:cubicBezTo>
                  <a:lnTo>
                    <a:pt x="5026" y="7390"/>
                  </a:lnTo>
                  <a:cubicBezTo>
                    <a:pt x="5074" y="7405"/>
                    <a:pt x="5089" y="7453"/>
                    <a:pt x="5137" y="7485"/>
                  </a:cubicBezTo>
                  <a:lnTo>
                    <a:pt x="5168" y="7485"/>
                  </a:lnTo>
                  <a:lnTo>
                    <a:pt x="5200" y="7485"/>
                  </a:lnTo>
                  <a:lnTo>
                    <a:pt x="5231" y="7485"/>
                  </a:lnTo>
                  <a:lnTo>
                    <a:pt x="5246" y="7485"/>
                  </a:lnTo>
                  <a:cubicBezTo>
                    <a:pt x="5278" y="7485"/>
                    <a:pt x="5341" y="7500"/>
                    <a:pt x="5372" y="7500"/>
                  </a:cubicBezTo>
                  <a:cubicBezTo>
                    <a:pt x="5404" y="7516"/>
                    <a:pt x="5435" y="7548"/>
                    <a:pt x="5452" y="7579"/>
                  </a:cubicBezTo>
                  <a:cubicBezTo>
                    <a:pt x="5467" y="7594"/>
                    <a:pt x="5467" y="7626"/>
                    <a:pt x="5467" y="7642"/>
                  </a:cubicBezTo>
                  <a:cubicBezTo>
                    <a:pt x="5483" y="7657"/>
                    <a:pt x="5515" y="7657"/>
                    <a:pt x="5546" y="7657"/>
                  </a:cubicBezTo>
                  <a:lnTo>
                    <a:pt x="5593" y="7657"/>
                  </a:lnTo>
                  <a:lnTo>
                    <a:pt x="5641" y="7657"/>
                  </a:lnTo>
                  <a:lnTo>
                    <a:pt x="5656" y="7657"/>
                  </a:lnTo>
                  <a:lnTo>
                    <a:pt x="5704" y="7657"/>
                  </a:lnTo>
                  <a:cubicBezTo>
                    <a:pt x="5719" y="7674"/>
                    <a:pt x="5719" y="7689"/>
                    <a:pt x="5735" y="7705"/>
                  </a:cubicBezTo>
                  <a:cubicBezTo>
                    <a:pt x="5751" y="7720"/>
                    <a:pt x="5798" y="7737"/>
                    <a:pt x="5830" y="7737"/>
                  </a:cubicBezTo>
                  <a:lnTo>
                    <a:pt x="5861" y="7737"/>
                  </a:lnTo>
                  <a:cubicBezTo>
                    <a:pt x="5908" y="7720"/>
                    <a:pt x="5908" y="7657"/>
                    <a:pt x="5956" y="7642"/>
                  </a:cubicBezTo>
                  <a:lnTo>
                    <a:pt x="5956" y="7642"/>
                  </a:lnTo>
                  <a:cubicBezTo>
                    <a:pt x="5988" y="7642"/>
                    <a:pt x="6019" y="7674"/>
                    <a:pt x="6051" y="7674"/>
                  </a:cubicBezTo>
                  <a:lnTo>
                    <a:pt x="6051" y="7674"/>
                  </a:lnTo>
                  <a:cubicBezTo>
                    <a:pt x="6066" y="7674"/>
                    <a:pt x="6097" y="7657"/>
                    <a:pt x="6114" y="7657"/>
                  </a:cubicBezTo>
                  <a:lnTo>
                    <a:pt x="6114" y="7657"/>
                  </a:lnTo>
                  <a:cubicBezTo>
                    <a:pt x="6177" y="7657"/>
                    <a:pt x="6240" y="7689"/>
                    <a:pt x="6303" y="7705"/>
                  </a:cubicBezTo>
                  <a:cubicBezTo>
                    <a:pt x="6349" y="7705"/>
                    <a:pt x="6349" y="7720"/>
                    <a:pt x="6381" y="7737"/>
                  </a:cubicBezTo>
                  <a:lnTo>
                    <a:pt x="6429" y="7783"/>
                  </a:lnTo>
                  <a:cubicBezTo>
                    <a:pt x="6444" y="7800"/>
                    <a:pt x="6429" y="7815"/>
                    <a:pt x="6444" y="7815"/>
                  </a:cubicBezTo>
                  <a:cubicBezTo>
                    <a:pt x="6460" y="7800"/>
                    <a:pt x="6460" y="7800"/>
                    <a:pt x="6460" y="7783"/>
                  </a:cubicBezTo>
                  <a:lnTo>
                    <a:pt x="6523" y="7783"/>
                  </a:lnTo>
                  <a:cubicBezTo>
                    <a:pt x="6570" y="7783"/>
                    <a:pt x="6618" y="7783"/>
                    <a:pt x="6681" y="7800"/>
                  </a:cubicBezTo>
                  <a:cubicBezTo>
                    <a:pt x="6727" y="7815"/>
                    <a:pt x="6807" y="7815"/>
                    <a:pt x="6838" y="7831"/>
                  </a:cubicBezTo>
                  <a:cubicBezTo>
                    <a:pt x="6885" y="7846"/>
                    <a:pt x="6885" y="7894"/>
                    <a:pt x="6916" y="7894"/>
                  </a:cubicBezTo>
                  <a:lnTo>
                    <a:pt x="6933" y="7894"/>
                  </a:lnTo>
                  <a:cubicBezTo>
                    <a:pt x="6964" y="7894"/>
                    <a:pt x="6979" y="7863"/>
                    <a:pt x="7011" y="7863"/>
                  </a:cubicBezTo>
                  <a:lnTo>
                    <a:pt x="7011" y="7863"/>
                  </a:lnTo>
                  <a:cubicBezTo>
                    <a:pt x="7027" y="7863"/>
                    <a:pt x="7043" y="7878"/>
                    <a:pt x="7059" y="7878"/>
                  </a:cubicBezTo>
                  <a:cubicBezTo>
                    <a:pt x="7059" y="7909"/>
                    <a:pt x="7059" y="7957"/>
                    <a:pt x="7090" y="7957"/>
                  </a:cubicBezTo>
                  <a:lnTo>
                    <a:pt x="7122" y="7957"/>
                  </a:lnTo>
                  <a:cubicBezTo>
                    <a:pt x="7122" y="7941"/>
                    <a:pt x="7137" y="7926"/>
                    <a:pt x="7153" y="7909"/>
                  </a:cubicBezTo>
                  <a:lnTo>
                    <a:pt x="7185" y="7909"/>
                  </a:lnTo>
                  <a:lnTo>
                    <a:pt x="7232" y="7909"/>
                  </a:lnTo>
                  <a:cubicBezTo>
                    <a:pt x="7311" y="7926"/>
                    <a:pt x="7389" y="7941"/>
                    <a:pt x="7452" y="7957"/>
                  </a:cubicBezTo>
                  <a:cubicBezTo>
                    <a:pt x="7547" y="7972"/>
                    <a:pt x="7641" y="7989"/>
                    <a:pt x="7736" y="8020"/>
                  </a:cubicBezTo>
                  <a:cubicBezTo>
                    <a:pt x="7784" y="8020"/>
                    <a:pt x="7910" y="8020"/>
                    <a:pt x="7893" y="8115"/>
                  </a:cubicBezTo>
                  <a:cubicBezTo>
                    <a:pt x="7925" y="8130"/>
                    <a:pt x="7941" y="8130"/>
                    <a:pt x="7956" y="8130"/>
                  </a:cubicBezTo>
                  <a:cubicBezTo>
                    <a:pt x="8004" y="8130"/>
                    <a:pt x="8036" y="8115"/>
                    <a:pt x="8082" y="8098"/>
                  </a:cubicBezTo>
                  <a:lnTo>
                    <a:pt x="8145" y="8098"/>
                  </a:lnTo>
                  <a:cubicBezTo>
                    <a:pt x="8177" y="8098"/>
                    <a:pt x="8225" y="8115"/>
                    <a:pt x="8240" y="8130"/>
                  </a:cubicBezTo>
                  <a:cubicBezTo>
                    <a:pt x="8256" y="8146"/>
                    <a:pt x="8256" y="8162"/>
                    <a:pt x="8288" y="8178"/>
                  </a:cubicBezTo>
                  <a:lnTo>
                    <a:pt x="8288" y="8178"/>
                  </a:lnTo>
                  <a:cubicBezTo>
                    <a:pt x="8303" y="8178"/>
                    <a:pt x="8319" y="8162"/>
                    <a:pt x="8334" y="8162"/>
                  </a:cubicBezTo>
                  <a:lnTo>
                    <a:pt x="8414" y="8162"/>
                  </a:lnTo>
                  <a:cubicBezTo>
                    <a:pt x="8429" y="8146"/>
                    <a:pt x="8461" y="8146"/>
                    <a:pt x="8477" y="8146"/>
                  </a:cubicBezTo>
                  <a:cubicBezTo>
                    <a:pt x="8524" y="8146"/>
                    <a:pt x="8555" y="8162"/>
                    <a:pt x="8587" y="8162"/>
                  </a:cubicBezTo>
                  <a:cubicBezTo>
                    <a:pt x="8603" y="8162"/>
                    <a:pt x="8618" y="8146"/>
                    <a:pt x="8634" y="8146"/>
                  </a:cubicBezTo>
                  <a:cubicBezTo>
                    <a:pt x="8618" y="8162"/>
                    <a:pt x="8603" y="8178"/>
                    <a:pt x="8587" y="8178"/>
                  </a:cubicBezTo>
                  <a:lnTo>
                    <a:pt x="8587" y="8225"/>
                  </a:lnTo>
                  <a:cubicBezTo>
                    <a:pt x="8618" y="8225"/>
                    <a:pt x="8634" y="8209"/>
                    <a:pt x="8666" y="8193"/>
                  </a:cubicBezTo>
                  <a:cubicBezTo>
                    <a:pt x="8681" y="8178"/>
                    <a:pt x="8744" y="8178"/>
                    <a:pt x="8760" y="8178"/>
                  </a:cubicBezTo>
                  <a:cubicBezTo>
                    <a:pt x="8792" y="8178"/>
                    <a:pt x="8839" y="8162"/>
                    <a:pt x="8870" y="8162"/>
                  </a:cubicBezTo>
                  <a:cubicBezTo>
                    <a:pt x="8887" y="8162"/>
                    <a:pt x="8902" y="8162"/>
                    <a:pt x="8933" y="8178"/>
                  </a:cubicBezTo>
                  <a:cubicBezTo>
                    <a:pt x="8965" y="8178"/>
                    <a:pt x="9044" y="8209"/>
                    <a:pt x="9091" y="8209"/>
                  </a:cubicBezTo>
                  <a:lnTo>
                    <a:pt x="9107" y="8209"/>
                  </a:lnTo>
                  <a:cubicBezTo>
                    <a:pt x="9154" y="8193"/>
                    <a:pt x="9107" y="8178"/>
                    <a:pt x="9122" y="8162"/>
                  </a:cubicBezTo>
                  <a:cubicBezTo>
                    <a:pt x="9122" y="8130"/>
                    <a:pt x="9139" y="8130"/>
                    <a:pt x="9139" y="8098"/>
                  </a:cubicBezTo>
                  <a:cubicBezTo>
                    <a:pt x="9170" y="8052"/>
                    <a:pt x="9170" y="7989"/>
                    <a:pt x="9185" y="7926"/>
                  </a:cubicBezTo>
                  <a:cubicBezTo>
                    <a:pt x="9185" y="7909"/>
                    <a:pt x="9202" y="7894"/>
                    <a:pt x="9202" y="7863"/>
                  </a:cubicBezTo>
                  <a:cubicBezTo>
                    <a:pt x="9202" y="7831"/>
                    <a:pt x="9170" y="7800"/>
                    <a:pt x="9170" y="7752"/>
                  </a:cubicBezTo>
                  <a:cubicBezTo>
                    <a:pt x="9170" y="7705"/>
                    <a:pt x="9217" y="7705"/>
                    <a:pt x="9233" y="7674"/>
                  </a:cubicBezTo>
                  <a:cubicBezTo>
                    <a:pt x="9248" y="7642"/>
                    <a:pt x="9202" y="7642"/>
                    <a:pt x="9202" y="7611"/>
                  </a:cubicBezTo>
                  <a:cubicBezTo>
                    <a:pt x="9185" y="7563"/>
                    <a:pt x="9233" y="7485"/>
                    <a:pt x="9233" y="7437"/>
                  </a:cubicBezTo>
                  <a:cubicBezTo>
                    <a:pt x="9248" y="7405"/>
                    <a:pt x="9248" y="7374"/>
                    <a:pt x="9265" y="7342"/>
                  </a:cubicBezTo>
                  <a:cubicBezTo>
                    <a:pt x="9328" y="7342"/>
                    <a:pt x="9374" y="7374"/>
                    <a:pt x="9391" y="7264"/>
                  </a:cubicBezTo>
                  <a:cubicBezTo>
                    <a:pt x="9391" y="7233"/>
                    <a:pt x="9391" y="7185"/>
                    <a:pt x="9359" y="7170"/>
                  </a:cubicBezTo>
                  <a:cubicBezTo>
                    <a:pt x="9343" y="7153"/>
                    <a:pt x="9328" y="7170"/>
                    <a:pt x="9311" y="7153"/>
                  </a:cubicBezTo>
                  <a:cubicBezTo>
                    <a:pt x="9265" y="7122"/>
                    <a:pt x="9328" y="7012"/>
                    <a:pt x="9343" y="6964"/>
                  </a:cubicBezTo>
                  <a:cubicBezTo>
                    <a:pt x="9343" y="6901"/>
                    <a:pt x="9391" y="6823"/>
                    <a:pt x="9343" y="6775"/>
                  </a:cubicBezTo>
                  <a:cubicBezTo>
                    <a:pt x="9391" y="6760"/>
                    <a:pt x="9422" y="6634"/>
                    <a:pt x="9406" y="6571"/>
                  </a:cubicBezTo>
                  <a:cubicBezTo>
                    <a:pt x="9406" y="6571"/>
                    <a:pt x="9391" y="6571"/>
                    <a:pt x="9374" y="6554"/>
                  </a:cubicBezTo>
                  <a:cubicBezTo>
                    <a:pt x="9374" y="6508"/>
                    <a:pt x="9391" y="6428"/>
                    <a:pt x="9406" y="6382"/>
                  </a:cubicBezTo>
                  <a:cubicBezTo>
                    <a:pt x="9422" y="6334"/>
                    <a:pt x="9437" y="6287"/>
                    <a:pt x="9437" y="6239"/>
                  </a:cubicBezTo>
                  <a:cubicBezTo>
                    <a:pt x="9437" y="6208"/>
                    <a:pt x="9406" y="6176"/>
                    <a:pt x="9406" y="6145"/>
                  </a:cubicBezTo>
                  <a:lnTo>
                    <a:pt x="9422" y="6145"/>
                  </a:lnTo>
                  <a:lnTo>
                    <a:pt x="9454" y="6145"/>
                  </a:lnTo>
                  <a:lnTo>
                    <a:pt x="9469" y="6145"/>
                  </a:lnTo>
                  <a:lnTo>
                    <a:pt x="9517" y="6145"/>
                  </a:lnTo>
                  <a:cubicBezTo>
                    <a:pt x="9548" y="6130"/>
                    <a:pt x="9611" y="6113"/>
                    <a:pt x="9563" y="6082"/>
                  </a:cubicBezTo>
                  <a:cubicBezTo>
                    <a:pt x="9532" y="6067"/>
                    <a:pt x="9500" y="6098"/>
                    <a:pt x="9485" y="6035"/>
                  </a:cubicBezTo>
                  <a:cubicBezTo>
                    <a:pt x="9485" y="6019"/>
                    <a:pt x="9469" y="5972"/>
                    <a:pt x="9469" y="5941"/>
                  </a:cubicBezTo>
                  <a:cubicBezTo>
                    <a:pt x="9469" y="5909"/>
                    <a:pt x="9485" y="5846"/>
                    <a:pt x="9500" y="5830"/>
                  </a:cubicBezTo>
                  <a:cubicBezTo>
                    <a:pt x="9517" y="5815"/>
                    <a:pt x="9563" y="5830"/>
                    <a:pt x="9595" y="5815"/>
                  </a:cubicBezTo>
                  <a:cubicBezTo>
                    <a:pt x="9706" y="5783"/>
                    <a:pt x="9595" y="5735"/>
                    <a:pt x="9548" y="5720"/>
                  </a:cubicBezTo>
                  <a:cubicBezTo>
                    <a:pt x="9563" y="5735"/>
                    <a:pt x="9580" y="5735"/>
                    <a:pt x="9611" y="5735"/>
                  </a:cubicBezTo>
                  <a:cubicBezTo>
                    <a:pt x="9626" y="5735"/>
                    <a:pt x="9643" y="5735"/>
                    <a:pt x="9658" y="5720"/>
                  </a:cubicBezTo>
                  <a:cubicBezTo>
                    <a:pt x="9674" y="5689"/>
                    <a:pt x="9658" y="5625"/>
                    <a:pt x="9643" y="5609"/>
                  </a:cubicBezTo>
                  <a:cubicBezTo>
                    <a:pt x="9626" y="5578"/>
                    <a:pt x="9611" y="5578"/>
                    <a:pt x="9611" y="5562"/>
                  </a:cubicBezTo>
                  <a:cubicBezTo>
                    <a:pt x="9595" y="5531"/>
                    <a:pt x="9611" y="5499"/>
                    <a:pt x="9611" y="5468"/>
                  </a:cubicBezTo>
                  <a:cubicBezTo>
                    <a:pt x="9626" y="5436"/>
                    <a:pt x="9626" y="5389"/>
                    <a:pt x="9643" y="5357"/>
                  </a:cubicBezTo>
                  <a:cubicBezTo>
                    <a:pt x="9674" y="5279"/>
                    <a:pt x="9737" y="5231"/>
                    <a:pt x="9737" y="5136"/>
                  </a:cubicBezTo>
                  <a:cubicBezTo>
                    <a:pt x="9737" y="5105"/>
                    <a:pt x="9706" y="5090"/>
                    <a:pt x="9706" y="5058"/>
                  </a:cubicBezTo>
                  <a:lnTo>
                    <a:pt x="9706" y="4947"/>
                  </a:lnTo>
                  <a:cubicBezTo>
                    <a:pt x="9706" y="4932"/>
                    <a:pt x="9706" y="4869"/>
                    <a:pt x="9721" y="4853"/>
                  </a:cubicBezTo>
                  <a:cubicBezTo>
                    <a:pt x="9737" y="4838"/>
                    <a:pt x="9800" y="4853"/>
                    <a:pt x="9815" y="4838"/>
                  </a:cubicBezTo>
                  <a:cubicBezTo>
                    <a:pt x="9847" y="4806"/>
                    <a:pt x="9847" y="4775"/>
                    <a:pt x="9863" y="4727"/>
                  </a:cubicBezTo>
                  <a:cubicBezTo>
                    <a:pt x="9863" y="4664"/>
                    <a:pt x="9863" y="4680"/>
                    <a:pt x="9832" y="4632"/>
                  </a:cubicBezTo>
                  <a:cubicBezTo>
                    <a:pt x="9800" y="4554"/>
                    <a:pt x="9863" y="4397"/>
                    <a:pt x="9879" y="4317"/>
                  </a:cubicBezTo>
                  <a:cubicBezTo>
                    <a:pt x="9895" y="4254"/>
                    <a:pt x="9895" y="4160"/>
                    <a:pt x="9926" y="4113"/>
                  </a:cubicBezTo>
                  <a:lnTo>
                    <a:pt x="9989" y="4113"/>
                  </a:lnTo>
                  <a:cubicBezTo>
                    <a:pt x="9989" y="4097"/>
                    <a:pt x="9973" y="4065"/>
                    <a:pt x="9973" y="4050"/>
                  </a:cubicBezTo>
                  <a:cubicBezTo>
                    <a:pt x="9973" y="4034"/>
                    <a:pt x="9989" y="4018"/>
                    <a:pt x="9989" y="4002"/>
                  </a:cubicBezTo>
                  <a:cubicBezTo>
                    <a:pt x="9989" y="3955"/>
                    <a:pt x="9942" y="3955"/>
                    <a:pt x="9942" y="3907"/>
                  </a:cubicBezTo>
                  <a:cubicBezTo>
                    <a:pt x="9926" y="3861"/>
                    <a:pt x="9973" y="3876"/>
                    <a:pt x="9989" y="3861"/>
                  </a:cubicBezTo>
                  <a:cubicBezTo>
                    <a:pt x="10021" y="3829"/>
                    <a:pt x="10005" y="3718"/>
                    <a:pt x="9989" y="3687"/>
                  </a:cubicBezTo>
                  <a:cubicBezTo>
                    <a:pt x="9973" y="3640"/>
                    <a:pt x="9973" y="3640"/>
                    <a:pt x="9989" y="3640"/>
                  </a:cubicBezTo>
                  <a:lnTo>
                    <a:pt x="10005" y="3640"/>
                  </a:lnTo>
                  <a:lnTo>
                    <a:pt x="10021" y="3640"/>
                  </a:lnTo>
                  <a:lnTo>
                    <a:pt x="10036" y="3640"/>
                  </a:lnTo>
                  <a:cubicBezTo>
                    <a:pt x="10068" y="3640"/>
                    <a:pt x="10084" y="3624"/>
                    <a:pt x="10115" y="3592"/>
                  </a:cubicBezTo>
                  <a:cubicBezTo>
                    <a:pt x="10131" y="3561"/>
                    <a:pt x="10179" y="3529"/>
                    <a:pt x="10131" y="3498"/>
                  </a:cubicBezTo>
                  <a:cubicBezTo>
                    <a:pt x="10131" y="3498"/>
                    <a:pt x="10099" y="3483"/>
                    <a:pt x="10084" y="3483"/>
                  </a:cubicBezTo>
                  <a:cubicBezTo>
                    <a:pt x="10115" y="3466"/>
                    <a:pt x="10099" y="3372"/>
                    <a:pt x="10099" y="3325"/>
                  </a:cubicBezTo>
                  <a:cubicBezTo>
                    <a:pt x="10084" y="3262"/>
                    <a:pt x="10068" y="3183"/>
                    <a:pt x="10084" y="3105"/>
                  </a:cubicBezTo>
                  <a:cubicBezTo>
                    <a:pt x="10084" y="3073"/>
                    <a:pt x="10099" y="3042"/>
                    <a:pt x="10099" y="2994"/>
                  </a:cubicBezTo>
                  <a:cubicBezTo>
                    <a:pt x="10099" y="2931"/>
                    <a:pt x="10052" y="2884"/>
                    <a:pt x="10068" y="2821"/>
                  </a:cubicBezTo>
                  <a:cubicBezTo>
                    <a:pt x="10084" y="2758"/>
                    <a:pt x="10162" y="2758"/>
                    <a:pt x="10179" y="2710"/>
                  </a:cubicBezTo>
                  <a:cubicBezTo>
                    <a:pt x="10084" y="2695"/>
                    <a:pt x="10225" y="2600"/>
                    <a:pt x="10242" y="2569"/>
                  </a:cubicBezTo>
                  <a:cubicBezTo>
                    <a:pt x="10257" y="2489"/>
                    <a:pt x="10225" y="2411"/>
                    <a:pt x="10242" y="2332"/>
                  </a:cubicBezTo>
                  <a:cubicBezTo>
                    <a:pt x="10242" y="2300"/>
                    <a:pt x="10242" y="2285"/>
                    <a:pt x="10288" y="2269"/>
                  </a:cubicBezTo>
                  <a:cubicBezTo>
                    <a:pt x="10305" y="2254"/>
                    <a:pt x="10336" y="2269"/>
                    <a:pt x="10320" y="2222"/>
                  </a:cubicBezTo>
                  <a:cubicBezTo>
                    <a:pt x="10320" y="2222"/>
                    <a:pt x="10288" y="2206"/>
                    <a:pt x="10288" y="2191"/>
                  </a:cubicBezTo>
                  <a:cubicBezTo>
                    <a:pt x="10273" y="2191"/>
                    <a:pt x="10273" y="2174"/>
                    <a:pt x="10273" y="2174"/>
                  </a:cubicBezTo>
                  <a:cubicBezTo>
                    <a:pt x="10242" y="2143"/>
                    <a:pt x="10210" y="2159"/>
                    <a:pt x="10225" y="2111"/>
                  </a:cubicBezTo>
                  <a:lnTo>
                    <a:pt x="10257" y="2111"/>
                  </a:lnTo>
                  <a:cubicBezTo>
                    <a:pt x="10305" y="2111"/>
                    <a:pt x="10305" y="2111"/>
                    <a:pt x="10320" y="2048"/>
                  </a:cubicBezTo>
                  <a:cubicBezTo>
                    <a:pt x="10336" y="2002"/>
                    <a:pt x="10336" y="1954"/>
                    <a:pt x="10351" y="1907"/>
                  </a:cubicBezTo>
                  <a:cubicBezTo>
                    <a:pt x="10368" y="1859"/>
                    <a:pt x="10368" y="1813"/>
                    <a:pt x="10383" y="1765"/>
                  </a:cubicBezTo>
                  <a:cubicBezTo>
                    <a:pt x="10383" y="1750"/>
                    <a:pt x="10383" y="1687"/>
                    <a:pt x="10399" y="1670"/>
                  </a:cubicBezTo>
                  <a:cubicBezTo>
                    <a:pt x="10399" y="1670"/>
                    <a:pt x="10414" y="1655"/>
                    <a:pt x="10431" y="1655"/>
                  </a:cubicBezTo>
                  <a:cubicBezTo>
                    <a:pt x="10431" y="1655"/>
                    <a:pt x="10446" y="1670"/>
                    <a:pt x="10462" y="1670"/>
                  </a:cubicBezTo>
                  <a:cubicBezTo>
                    <a:pt x="10477" y="1639"/>
                    <a:pt x="10494" y="1592"/>
                    <a:pt x="10494" y="1561"/>
                  </a:cubicBezTo>
                  <a:cubicBezTo>
                    <a:pt x="10494" y="1513"/>
                    <a:pt x="10494" y="1544"/>
                    <a:pt x="10462" y="1513"/>
                  </a:cubicBezTo>
                  <a:cubicBezTo>
                    <a:pt x="10446" y="1481"/>
                    <a:pt x="10399" y="1418"/>
                    <a:pt x="10446" y="1418"/>
                  </a:cubicBezTo>
                  <a:lnTo>
                    <a:pt x="10462" y="1418"/>
                  </a:lnTo>
                  <a:cubicBezTo>
                    <a:pt x="10477" y="1371"/>
                    <a:pt x="10557" y="1355"/>
                    <a:pt x="10557" y="1308"/>
                  </a:cubicBezTo>
                  <a:cubicBezTo>
                    <a:pt x="10509" y="1277"/>
                    <a:pt x="10462" y="1308"/>
                    <a:pt x="10494" y="1229"/>
                  </a:cubicBezTo>
                  <a:cubicBezTo>
                    <a:pt x="10494" y="1214"/>
                    <a:pt x="10509" y="1214"/>
                    <a:pt x="10525" y="1182"/>
                  </a:cubicBezTo>
                  <a:cubicBezTo>
                    <a:pt x="10525" y="1166"/>
                    <a:pt x="10525" y="1134"/>
                    <a:pt x="10540" y="1103"/>
                  </a:cubicBezTo>
                  <a:cubicBezTo>
                    <a:pt x="10525" y="1103"/>
                    <a:pt x="10477" y="1008"/>
                    <a:pt x="10462" y="1008"/>
                  </a:cubicBezTo>
                  <a:lnTo>
                    <a:pt x="10462" y="1008"/>
                  </a:lnTo>
                  <a:cubicBezTo>
                    <a:pt x="10446" y="1008"/>
                    <a:pt x="10431" y="1025"/>
                    <a:pt x="10414" y="1025"/>
                  </a:cubicBezTo>
                  <a:cubicBezTo>
                    <a:pt x="10399" y="1040"/>
                    <a:pt x="10368" y="1040"/>
                    <a:pt x="10351" y="1040"/>
                  </a:cubicBezTo>
                  <a:lnTo>
                    <a:pt x="10336" y="1040"/>
                  </a:lnTo>
                  <a:cubicBezTo>
                    <a:pt x="10320" y="1040"/>
                    <a:pt x="10320" y="1025"/>
                    <a:pt x="10305" y="1025"/>
                  </a:cubicBezTo>
                  <a:cubicBezTo>
                    <a:pt x="10305" y="1008"/>
                    <a:pt x="10288" y="1008"/>
                    <a:pt x="10288" y="1008"/>
                  </a:cubicBezTo>
                  <a:cubicBezTo>
                    <a:pt x="10273" y="1008"/>
                    <a:pt x="10257" y="1025"/>
                    <a:pt x="10242" y="1025"/>
                  </a:cubicBezTo>
                  <a:cubicBezTo>
                    <a:pt x="10194" y="1040"/>
                    <a:pt x="10179" y="1071"/>
                    <a:pt x="10147" y="1071"/>
                  </a:cubicBezTo>
                  <a:cubicBezTo>
                    <a:pt x="10147" y="1040"/>
                    <a:pt x="10162" y="993"/>
                    <a:pt x="10147" y="962"/>
                  </a:cubicBezTo>
                  <a:lnTo>
                    <a:pt x="10147" y="962"/>
                  </a:lnTo>
                  <a:lnTo>
                    <a:pt x="10131" y="962"/>
                  </a:lnTo>
                  <a:lnTo>
                    <a:pt x="10131" y="993"/>
                  </a:lnTo>
                  <a:lnTo>
                    <a:pt x="10131" y="993"/>
                  </a:lnTo>
                  <a:cubicBezTo>
                    <a:pt x="10115" y="993"/>
                    <a:pt x="10099" y="977"/>
                    <a:pt x="10084" y="977"/>
                  </a:cubicBezTo>
                  <a:lnTo>
                    <a:pt x="10036" y="977"/>
                  </a:lnTo>
                  <a:cubicBezTo>
                    <a:pt x="9989" y="993"/>
                    <a:pt x="9942" y="993"/>
                    <a:pt x="9926" y="993"/>
                  </a:cubicBezTo>
                  <a:lnTo>
                    <a:pt x="9910" y="993"/>
                  </a:lnTo>
                  <a:cubicBezTo>
                    <a:pt x="9879" y="993"/>
                    <a:pt x="9847" y="977"/>
                    <a:pt x="9815" y="977"/>
                  </a:cubicBezTo>
                  <a:cubicBezTo>
                    <a:pt x="9752" y="962"/>
                    <a:pt x="9800" y="914"/>
                    <a:pt x="9752" y="899"/>
                  </a:cubicBezTo>
                  <a:cubicBezTo>
                    <a:pt x="9721" y="882"/>
                    <a:pt x="9674" y="882"/>
                    <a:pt x="9643" y="882"/>
                  </a:cubicBezTo>
                  <a:cubicBezTo>
                    <a:pt x="9626" y="882"/>
                    <a:pt x="9626" y="899"/>
                    <a:pt x="9611" y="899"/>
                  </a:cubicBezTo>
                  <a:cubicBezTo>
                    <a:pt x="9580" y="899"/>
                    <a:pt x="9532" y="914"/>
                    <a:pt x="9500" y="914"/>
                  </a:cubicBezTo>
                  <a:lnTo>
                    <a:pt x="9485" y="914"/>
                  </a:lnTo>
                  <a:cubicBezTo>
                    <a:pt x="9454" y="899"/>
                    <a:pt x="9437" y="867"/>
                    <a:pt x="9406" y="851"/>
                  </a:cubicBezTo>
                  <a:lnTo>
                    <a:pt x="9374" y="851"/>
                  </a:lnTo>
                  <a:cubicBezTo>
                    <a:pt x="9343" y="851"/>
                    <a:pt x="9328" y="851"/>
                    <a:pt x="9296" y="867"/>
                  </a:cubicBezTo>
                  <a:cubicBezTo>
                    <a:pt x="9280" y="882"/>
                    <a:pt x="9248" y="882"/>
                    <a:pt x="9233" y="882"/>
                  </a:cubicBezTo>
                  <a:lnTo>
                    <a:pt x="9202" y="882"/>
                  </a:lnTo>
                  <a:cubicBezTo>
                    <a:pt x="9202" y="836"/>
                    <a:pt x="9217" y="788"/>
                    <a:pt x="9185" y="756"/>
                  </a:cubicBezTo>
                  <a:cubicBezTo>
                    <a:pt x="9170" y="756"/>
                    <a:pt x="9154" y="741"/>
                    <a:pt x="9154" y="741"/>
                  </a:cubicBezTo>
                  <a:cubicBezTo>
                    <a:pt x="9091" y="741"/>
                    <a:pt x="9076" y="836"/>
                    <a:pt x="9028" y="851"/>
                  </a:cubicBezTo>
                  <a:lnTo>
                    <a:pt x="9013" y="851"/>
                  </a:lnTo>
                  <a:cubicBezTo>
                    <a:pt x="8965" y="851"/>
                    <a:pt x="8950" y="804"/>
                    <a:pt x="8918" y="773"/>
                  </a:cubicBezTo>
                  <a:cubicBezTo>
                    <a:pt x="8902" y="756"/>
                    <a:pt x="8839" y="756"/>
                    <a:pt x="8807" y="756"/>
                  </a:cubicBezTo>
                  <a:lnTo>
                    <a:pt x="8792" y="756"/>
                  </a:lnTo>
                  <a:lnTo>
                    <a:pt x="8744" y="756"/>
                  </a:lnTo>
                  <a:cubicBezTo>
                    <a:pt x="8681" y="756"/>
                    <a:pt x="8618" y="741"/>
                    <a:pt x="8603" y="710"/>
                  </a:cubicBezTo>
                  <a:cubicBezTo>
                    <a:pt x="8587" y="710"/>
                    <a:pt x="8587" y="693"/>
                    <a:pt x="8587" y="678"/>
                  </a:cubicBezTo>
                  <a:cubicBezTo>
                    <a:pt x="8603" y="678"/>
                    <a:pt x="8603" y="662"/>
                    <a:pt x="8603" y="662"/>
                  </a:cubicBezTo>
                  <a:lnTo>
                    <a:pt x="8603" y="630"/>
                  </a:lnTo>
                  <a:cubicBezTo>
                    <a:pt x="8603" y="615"/>
                    <a:pt x="8571" y="584"/>
                    <a:pt x="8540" y="584"/>
                  </a:cubicBezTo>
                  <a:lnTo>
                    <a:pt x="8524" y="584"/>
                  </a:lnTo>
                  <a:cubicBezTo>
                    <a:pt x="8524" y="599"/>
                    <a:pt x="8508" y="615"/>
                    <a:pt x="8492" y="630"/>
                  </a:cubicBezTo>
                  <a:lnTo>
                    <a:pt x="8492" y="662"/>
                  </a:lnTo>
                  <a:cubicBezTo>
                    <a:pt x="8429" y="662"/>
                    <a:pt x="8319" y="678"/>
                    <a:pt x="8225" y="678"/>
                  </a:cubicBezTo>
                  <a:cubicBezTo>
                    <a:pt x="8177" y="678"/>
                    <a:pt x="8130" y="678"/>
                    <a:pt x="8099" y="662"/>
                  </a:cubicBezTo>
                  <a:cubicBezTo>
                    <a:pt x="8051" y="662"/>
                    <a:pt x="7988" y="647"/>
                    <a:pt x="7941" y="630"/>
                  </a:cubicBezTo>
                  <a:cubicBezTo>
                    <a:pt x="7925" y="630"/>
                    <a:pt x="7893" y="630"/>
                    <a:pt x="7878" y="615"/>
                  </a:cubicBezTo>
                  <a:lnTo>
                    <a:pt x="7847" y="584"/>
                  </a:lnTo>
                  <a:cubicBezTo>
                    <a:pt x="7847" y="567"/>
                    <a:pt x="7830" y="567"/>
                    <a:pt x="7815" y="567"/>
                  </a:cubicBezTo>
                  <a:lnTo>
                    <a:pt x="7815" y="567"/>
                  </a:lnTo>
                  <a:lnTo>
                    <a:pt x="7799" y="567"/>
                  </a:lnTo>
                  <a:lnTo>
                    <a:pt x="7784" y="567"/>
                  </a:lnTo>
                  <a:cubicBezTo>
                    <a:pt x="7704" y="552"/>
                    <a:pt x="7626" y="536"/>
                    <a:pt x="7547" y="489"/>
                  </a:cubicBezTo>
                  <a:cubicBezTo>
                    <a:pt x="7532" y="473"/>
                    <a:pt x="7500" y="458"/>
                    <a:pt x="7484" y="458"/>
                  </a:cubicBezTo>
                  <a:cubicBezTo>
                    <a:pt x="7469" y="458"/>
                    <a:pt x="7437" y="473"/>
                    <a:pt x="7406" y="473"/>
                  </a:cubicBezTo>
                  <a:cubicBezTo>
                    <a:pt x="7342" y="489"/>
                    <a:pt x="7295" y="489"/>
                    <a:pt x="7248" y="521"/>
                  </a:cubicBezTo>
                  <a:cubicBezTo>
                    <a:pt x="7216" y="536"/>
                    <a:pt x="7200" y="552"/>
                    <a:pt x="7185" y="552"/>
                  </a:cubicBezTo>
                  <a:cubicBezTo>
                    <a:pt x="7169" y="552"/>
                    <a:pt x="7169" y="552"/>
                    <a:pt x="7153" y="536"/>
                  </a:cubicBezTo>
                  <a:cubicBezTo>
                    <a:pt x="7106" y="536"/>
                    <a:pt x="7106" y="504"/>
                    <a:pt x="7090" y="489"/>
                  </a:cubicBezTo>
                  <a:cubicBezTo>
                    <a:pt x="7059" y="458"/>
                    <a:pt x="7027" y="441"/>
                    <a:pt x="6979" y="441"/>
                  </a:cubicBezTo>
                  <a:cubicBezTo>
                    <a:pt x="6964" y="441"/>
                    <a:pt x="6933" y="441"/>
                    <a:pt x="6916" y="426"/>
                  </a:cubicBezTo>
                  <a:cubicBezTo>
                    <a:pt x="6901" y="410"/>
                    <a:pt x="6948" y="269"/>
                    <a:pt x="6901" y="269"/>
                  </a:cubicBezTo>
                  <a:lnTo>
                    <a:pt x="6901" y="269"/>
                  </a:lnTo>
                  <a:cubicBezTo>
                    <a:pt x="6838" y="269"/>
                    <a:pt x="6885" y="395"/>
                    <a:pt x="6838" y="410"/>
                  </a:cubicBezTo>
                  <a:cubicBezTo>
                    <a:pt x="6790" y="395"/>
                    <a:pt x="6696" y="347"/>
                    <a:pt x="6696" y="300"/>
                  </a:cubicBezTo>
                  <a:cubicBezTo>
                    <a:pt x="6696" y="284"/>
                    <a:pt x="6712" y="269"/>
                    <a:pt x="6696" y="252"/>
                  </a:cubicBezTo>
                  <a:cubicBezTo>
                    <a:pt x="6696" y="237"/>
                    <a:pt x="6696" y="237"/>
                    <a:pt x="6681" y="221"/>
                  </a:cubicBezTo>
                  <a:lnTo>
                    <a:pt x="6681" y="252"/>
                  </a:lnTo>
                  <a:cubicBezTo>
                    <a:pt x="6681" y="237"/>
                    <a:pt x="6664" y="237"/>
                    <a:pt x="6664" y="221"/>
                  </a:cubicBezTo>
                  <a:lnTo>
                    <a:pt x="6664" y="221"/>
                  </a:lnTo>
                  <a:cubicBezTo>
                    <a:pt x="6633" y="189"/>
                    <a:pt x="6570" y="174"/>
                    <a:pt x="6507" y="174"/>
                  </a:cubicBezTo>
                  <a:cubicBezTo>
                    <a:pt x="6460" y="174"/>
                    <a:pt x="6397" y="189"/>
                    <a:pt x="6366" y="189"/>
                  </a:cubicBezTo>
                  <a:cubicBezTo>
                    <a:pt x="6349" y="189"/>
                    <a:pt x="6286" y="221"/>
                    <a:pt x="6271" y="221"/>
                  </a:cubicBezTo>
                  <a:lnTo>
                    <a:pt x="6255" y="221"/>
                  </a:lnTo>
                  <a:cubicBezTo>
                    <a:pt x="6240" y="206"/>
                    <a:pt x="6255" y="189"/>
                    <a:pt x="6255" y="174"/>
                  </a:cubicBezTo>
                  <a:cubicBezTo>
                    <a:pt x="6255" y="158"/>
                    <a:pt x="6240" y="143"/>
                    <a:pt x="6240" y="143"/>
                  </a:cubicBezTo>
                  <a:lnTo>
                    <a:pt x="6240" y="143"/>
                  </a:lnTo>
                  <a:cubicBezTo>
                    <a:pt x="6240" y="158"/>
                    <a:pt x="6223" y="158"/>
                    <a:pt x="6223" y="158"/>
                  </a:cubicBezTo>
                  <a:lnTo>
                    <a:pt x="6223" y="174"/>
                  </a:lnTo>
                  <a:lnTo>
                    <a:pt x="6192" y="174"/>
                  </a:lnTo>
                  <a:lnTo>
                    <a:pt x="6177" y="174"/>
                  </a:lnTo>
                  <a:cubicBezTo>
                    <a:pt x="6129" y="174"/>
                    <a:pt x="6097" y="126"/>
                    <a:pt x="6114" y="95"/>
                  </a:cubicBezTo>
                  <a:cubicBezTo>
                    <a:pt x="6066" y="111"/>
                    <a:pt x="6082" y="143"/>
                    <a:pt x="6034" y="143"/>
                  </a:cubicBezTo>
                  <a:lnTo>
                    <a:pt x="6019" y="143"/>
                  </a:lnTo>
                  <a:cubicBezTo>
                    <a:pt x="5988" y="126"/>
                    <a:pt x="5956" y="111"/>
                    <a:pt x="5940" y="95"/>
                  </a:cubicBezTo>
                  <a:cubicBezTo>
                    <a:pt x="5908" y="79"/>
                    <a:pt x="5908" y="48"/>
                    <a:pt x="5877" y="48"/>
                  </a:cubicBezTo>
                  <a:lnTo>
                    <a:pt x="5845" y="48"/>
                  </a:lnTo>
                  <a:cubicBezTo>
                    <a:pt x="5798" y="79"/>
                    <a:pt x="5767" y="174"/>
                    <a:pt x="5767" y="221"/>
                  </a:cubicBezTo>
                  <a:cubicBezTo>
                    <a:pt x="5719" y="189"/>
                    <a:pt x="5704" y="111"/>
                    <a:pt x="5672" y="48"/>
                  </a:cubicBezTo>
                  <a:cubicBezTo>
                    <a:pt x="5656" y="63"/>
                    <a:pt x="5641" y="63"/>
                    <a:pt x="5624" y="63"/>
                  </a:cubicBezTo>
                  <a:lnTo>
                    <a:pt x="5609" y="63"/>
                  </a:lnTo>
                  <a:cubicBezTo>
                    <a:pt x="5578" y="63"/>
                    <a:pt x="5561" y="32"/>
                    <a:pt x="55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83" name="Google Shape;4683;p46"/>
            <p:cNvSpPr/>
            <p:nvPr/>
          </p:nvSpPr>
          <p:spPr>
            <a:xfrm>
              <a:off x="3364409" y="1614351"/>
              <a:ext cx="32" cy="32"/>
            </a:xfrm>
            <a:custGeom>
              <a:avLst/>
              <a:gdLst/>
              <a:ahLst/>
              <a:cxnLst/>
              <a:rect l="l" t="t" r="r" b="b"/>
              <a:pathLst>
                <a:path w="1" h="1" extrusionOk="0">
                  <a:moveTo>
                    <a:pt x="1" y="1"/>
                  </a:moveTo>
                  <a:lnTo>
                    <a:pt x="1" y="1"/>
                  </a:lnTo>
                  <a:lnTo>
                    <a:pt x="1"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84" name="Google Shape;4684;p46"/>
            <p:cNvSpPr/>
            <p:nvPr/>
          </p:nvSpPr>
          <p:spPr>
            <a:xfrm>
              <a:off x="3363900" y="1612888"/>
              <a:ext cx="4548" cy="3021"/>
            </a:xfrm>
            <a:custGeom>
              <a:avLst/>
              <a:gdLst/>
              <a:ahLst/>
              <a:cxnLst/>
              <a:rect l="l" t="t" r="r" b="b"/>
              <a:pathLst>
                <a:path w="143" h="95" extrusionOk="0">
                  <a:moveTo>
                    <a:pt x="17" y="0"/>
                  </a:moveTo>
                  <a:cubicBezTo>
                    <a:pt x="1" y="15"/>
                    <a:pt x="1" y="32"/>
                    <a:pt x="17" y="47"/>
                  </a:cubicBezTo>
                  <a:lnTo>
                    <a:pt x="17" y="47"/>
                  </a:lnTo>
                  <a:lnTo>
                    <a:pt x="17" y="47"/>
                  </a:lnTo>
                  <a:cubicBezTo>
                    <a:pt x="17" y="78"/>
                    <a:pt x="32" y="78"/>
                    <a:pt x="48" y="95"/>
                  </a:cubicBezTo>
                  <a:cubicBezTo>
                    <a:pt x="80" y="78"/>
                    <a:pt x="111" y="63"/>
                    <a:pt x="14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85" name="Google Shape;4685;p46"/>
            <p:cNvSpPr/>
            <p:nvPr/>
          </p:nvSpPr>
          <p:spPr>
            <a:xfrm>
              <a:off x="3371438" y="1577300"/>
              <a:ext cx="1018" cy="1018"/>
            </a:xfrm>
            <a:custGeom>
              <a:avLst/>
              <a:gdLst/>
              <a:ahLst/>
              <a:cxnLst/>
              <a:rect l="l" t="t" r="r" b="b"/>
              <a:pathLst>
                <a:path w="32" h="32" extrusionOk="0">
                  <a:moveTo>
                    <a:pt x="0" y="0"/>
                  </a:moveTo>
                  <a:lnTo>
                    <a:pt x="0" y="0"/>
                  </a:lnTo>
                  <a:lnTo>
                    <a:pt x="0" y="32"/>
                  </a:lnTo>
                  <a:cubicBezTo>
                    <a:pt x="16" y="32"/>
                    <a:pt x="16" y="16"/>
                    <a:pt x="32"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86" name="Google Shape;4686;p46"/>
            <p:cNvSpPr/>
            <p:nvPr/>
          </p:nvSpPr>
          <p:spPr>
            <a:xfrm>
              <a:off x="3371438" y="1577300"/>
              <a:ext cx="5534" cy="3021"/>
            </a:xfrm>
            <a:custGeom>
              <a:avLst/>
              <a:gdLst/>
              <a:ahLst/>
              <a:cxnLst/>
              <a:rect l="l" t="t" r="r" b="b"/>
              <a:pathLst>
                <a:path w="174" h="95" extrusionOk="0">
                  <a:moveTo>
                    <a:pt x="32" y="0"/>
                  </a:moveTo>
                  <a:cubicBezTo>
                    <a:pt x="16" y="16"/>
                    <a:pt x="16" y="32"/>
                    <a:pt x="0" y="32"/>
                  </a:cubicBezTo>
                  <a:cubicBezTo>
                    <a:pt x="16" y="63"/>
                    <a:pt x="32" y="95"/>
                    <a:pt x="63" y="95"/>
                  </a:cubicBezTo>
                  <a:lnTo>
                    <a:pt x="79" y="95"/>
                  </a:lnTo>
                  <a:cubicBezTo>
                    <a:pt x="127" y="95"/>
                    <a:pt x="158" y="79"/>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87" name="Google Shape;4687;p46"/>
            <p:cNvSpPr/>
            <p:nvPr/>
          </p:nvSpPr>
          <p:spPr>
            <a:xfrm>
              <a:off x="3367430" y="1592852"/>
              <a:ext cx="6042" cy="5502"/>
            </a:xfrm>
            <a:custGeom>
              <a:avLst/>
              <a:gdLst/>
              <a:ahLst/>
              <a:cxnLst/>
              <a:rect l="l" t="t" r="r" b="b"/>
              <a:pathLst>
                <a:path w="190" h="173" extrusionOk="0">
                  <a:moveTo>
                    <a:pt x="95" y="0"/>
                  </a:moveTo>
                  <a:cubicBezTo>
                    <a:pt x="63" y="0"/>
                    <a:pt x="16" y="32"/>
                    <a:pt x="16" y="78"/>
                  </a:cubicBezTo>
                  <a:cubicBezTo>
                    <a:pt x="0" y="126"/>
                    <a:pt x="32" y="158"/>
                    <a:pt x="79" y="173"/>
                  </a:cubicBezTo>
                  <a:lnTo>
                    <a:pt x="95" y="173"/>
                  </a:lnTo>
                  <a:cubicBezTo>
                    <a:pt x="142" y="173"/>
                    <a:pt x="173" y="141"/>
                    <a:pt x="173" y="110"/>
                  </a:cubicBezTo>
                  <a:cubicBezTo>
                    <a:pt x="189" y="63"/>
                    <a:pt x="158" y="15"/>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88" name="Google Shape;4688;p46"/>
            <p:cNvSpPr/>
            <p:nvPr/>
          </p:nvSpPr>
          <p:spPr>
            <a:xfrm>
              <a:off x="3364409" y="1610885"/>
              <a:ext cx="5057" cy="3021"/>
            </a:xfrm>
            <a:custGeom>
              <a:avLst/>
              <a:gdLst/>
              <a:ahLst/>
              <a:cxnLst/>
              <a:rect l="l" t="t" r="r" b="b"/>
              <a:pathLst>
                <a:path w="159" h="95" extrusionOk="0">
                  <a:moveTo>
                    <a:pt x="79" y="0"/>
                  </a:moveTo>
                  <a:cubicBezTo>
                    <a:pt x="32" y="0"/>
                    <a:pt x="1" y="32"/>
                    <a:pt x="1" y="63"/>
                  </a:cubicBezTo>
                  <a:lnTo>
                    <a:pt x="127" y="95"/>
                  </a:lnTo>
                  <a:cubicBezTo>
                    <a:pt x="142" y="95"/>
                    <a:pt x="158" y="78"/>
                    <a:pt x="158" y="78"/>
                  </a:cubicBezTo>
                  <a:cubicBezTo>
                    <a:pt x="158" y="47"/>
                    <a:pt x="127" y="15"/>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89" name="Google Shape;4689;p46"/>
            <p:cNvSpPr/>
            <p:nvPr/>
          </p:nvSpPr>
          <p:spPr>
            <a:xfrm>
              <a:off x="3378943" y="1541711"/>
              <a:ext cx="2035" cy="2035"/>
            </a:xfrm>
            <a:custGeom>
              <a:avLst/>
              <a:gdLst/>
              <a:ahLst/>
              <a:cxnLst/>
              <a:rect l="l" t="t" r="r" b="b"/>
              <a:pathLst>
                <a:path w="64" h="64" extrusionOk="0">
                  <a:moveTo>
                    <a:pt x="17" y="1"/>
                  </a:moveTo>
                  <a:lnTo>
                    <a:pt x="17" y="1"/>
                  </a:lnTo>
                  <a:lnTo>
                    <a:pt x="0" y="16"/>
                  </a:lnTo>
                  <a:cubicBezTo>
                    <a:pt x="0" y="32"/>
                    <a:pt x="0" y="48"/>
                    <a:pt x="17" y="64"/>
                  </a:cubicBezTo>
                  <a:cubicBezTo>
                    <a:pt x="17" y="48"/>
                    <a:pt x="32" y="48"/>
                    <a:pt x="32" y="48"/>
                  </a:cubicBezTo>
                  <a:cubicBezTo>
                    <a:pt x="48" y="32"/>
                    <a:pt x="63" y="16"/>
                    <a:pt x="63"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90" name="Google Shape;4690;p46"/>
            <p:cNvSpPr/>
            <p:nvPr/>
          </p:nvSpPr>
          <p:spPr>
            <a:xfrm>
              <a:off x="3379452" y="1541711"/>
              <a:ext cx="4516" cy="3053"/>
            </a:xfrm>
            <a:custGeom>
              <a:avLst/>
              <a:gdLst/>
              <a:ahLst/>
              <a:cxnLst/>
              <a:rect l="l" t="t" r="r" b="b"/>
              <a:pathLst>
                <a:path w="142" h="96" extrusionOk="0">
                  <a:moveTo>
                    <a:pt x="47" y="1"/>
                  </a:moveTo>
                  <a:cubicBezTo>
                    <a:pt x="47" y="16"/>
                    <a:pt x="32" y="32"/>
                    <a:pt x="16" y="48"/>
                  </a:cubicBezTo>
                  <a:cubicBezTo>
                    <a:pt x="16" y="48"/>
                    <a:pt x="1" y="48"/>
                    <a:pt x="1" y="64"/>
                  </a:cubicBezTo>
                  <a:cubicBezTo>
                    <a:pt x="16" y="79"/>
                    <a:pt x="32" y="79"/>
                    <a:pt x="47" y="96"/>
                  </a:cubicBezTo>
                  <a:lnTo>
                    <a:pt x="64" y="96"/>
                  </a:lnTo>
                  <a:cubicBezTo>
                    <a:pt x="110" y="96"/>
                    <a:pt x="142" y="64"/>
                    <a:pt x="142" y="16"/>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91" name="Google Shape;4691;p46"/>
            <p:cNvSpPr/>
            <p:nvPr/>
          </p:nvSpPr>
          <p:spPr>
            <a:xfrm>
              <a:off x="3374936" y="1557232"/>
              <a:ext cx="6042" cy="5565"/>
            </a:xfrm>
            <a:custGeom>
              <a:avLst/>
              <a:gdLst/>
              <a:ahLst/>
              <a:cxnLst/>
              <a:rect l="l" t="t" r="r" b="b"/>
              <a:pathLst>
                <a:path w="190" h="175" extrusionOk="0">
                  <a:moveTo>
                    <a:pt x="95" y="1"/>
                  </a:moveTo>
                  <a:cubicBezTo>
                    <a:pt x="48" y="1"/>
                    <a:pt x="17" y="32"/>
                    <a:pt x="17" y="64"/>
                  </a:cubicBezTo>
                  <a:cubicBezTo>
                    <a:pt x="0" y="112"/>
                    <a:pt x="32" y="158"/>
                    <a:pt x="80" y="158"/>
                  </a:cubicBezTo>
                  <a:cubicBezTo>
                    <a:pt x="80" y="158"/>
                    <a:pt x="80" y="175"/>
                    <a:pt x="95" y="175"/>
                  </a:cubicBezTo>
                  <a:cubicBezTo>
                    <a:pt x="126" y="175"/>
                    <a:pt x="174" y="143"/>
                    <a:pt x="174" y="95"/>
                  </a:cubicBezTo>
                  <a:cubicBezTo>
                    <a:pt x="189" y="49"/>
                    <a:pt x="158" y="1"/>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92" name="Google Shape;4692;p46"/>
            <p:cNvSpPr/>
            <p:nvPr/>
          </p:nvSpPr>
          <p:spPr>
            <a:xfrm>
              <a:off x="3371438" y="1575805"/>
              <a:ext cx="1018" cy="1495"/>
            </a:xfrm>
            <a:custGeom>
              <a:avLst/>
              <a:gdLst/>
              <a:ahLst/>
              <a:cxnLst/>
              <a:rect l="l" t="t" r="r" b="b"/>
              <a:pathLst>
                <a:path w="32" h="47" extrusionOk="0">
                  <a:moveTo>
                    <a:pt x="32" y="0"/>
                  </a:moveTo>
                  <a:cubicBezTo>
                    <a:pt x="16" y="15"/>
                    <a:pt x="0" y="32"/>
                    <a:pt x="0" y="47"/>
                  </a:cubicBezTo>
                  <a:lnTo>
                    <a:pt x="32" y="47"/>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93" name="Google Shape;4693;p46"/>
            <p:cNvSpPr/>
            <p:nvPr/>
          </p:nvSpPr>
          <p:spPr>
            <a:xfrm>
              <a:off x="3372424" y="1575264"/>
              <a:ext cx="4548" cy="3053"/>
            </a:xfrm>
            <a:custGeom>
              <a:avLst/>
              <a:gdLst/>
              <a:ahLst/>
              <a:cxnLst/>
              <a:rect l="l" t="t" r="r" b="b"/>
              <a:pathLst>
                <a:path w="143" h="96" extrusionOk="0">
                  <a:moveTo>
                    <a:pt x="48" y="1"/>
                  </a:moveTo>
                  <a:cubicBezTo>
                    <a:pt x="32" y="1"/>
                    <a:pt x="16" y="1"/>
                    <a:pt x="1" y="17"/>
                  </a:cubicBezTo>
                  <a:lnTo>
                    <a:pt x="1" y="64"/>
                  </a:lnTo>
                  <a:lnTo>
                    <a:pt x="142" y="96"/>
                  </a:lnTo>
                  <a:cubicBezTo>
                    <a:pt x="142" y="49"/>
                    <a:pt x="111" y="1"/>
                    <a:pt x="79"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94" name="Google Shape;4694;p46"/>
            <p:cNvSpPr/>
            <p:nvPr/>
          </p:nvSpPr>
          <p:spPr>
            <a:xfrm>
              <a:off x="3390488" y="1506123"/>
              <a:ext cx="1018" cy="2035"/>
            </a:xfrm>
            <a:custGeom>
              <a:avLst/>
              <a:gdLst/>
              <a:ahLst/>
              <a:cxnLst/>
              <a:rect l="l" t="t" r="r" b="b"/>
              <a:pathLst>
                <a:path w="32" h="64" extrusionOk="0">
                  <a:moveTo>
                    <a:pt x="0" y="1"/>
                  </a:moveTo>
                  <a:lnTo>
                    <a:pt x="0" y="17"/>
                  </a:lnTo>
                  <a:lnTo>
                    <a:pt x="0" y="64"/>
                  </a:lnTo>
                  <a:cubicBezTo>
                    <a:pt x="15" y="64"/>
                    <a:pt x="15" y="49"/>
                    <a:pt x="15" y="32"/>
                  </a:cubicBezTo>
                  <a:cubicBezTo>
                    <a:pt x="32" y="32"/>
                    <a:pt x="32" y="17"/>
                    <a:pt x="32" y="17"/>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95" name="Google Shape;4695;p46"/>
            <p:cNvSpPr/>
            <p:nvPr/>
          </p:nvSpPr>
          <p:spPr>
            <a:xfrm>
              <a:off x="3390965" y="1506664"/>
              <a:ext cx="541" cy="509"/>
            </a:xfrm>
            <a:custGeom>
              <a:avLst/>
              <a:gdLst/>
              <a:ahLst/>
              <a:cxnLst/>
              <a:rect l="l" t="t" r="r" b="b"/>
              <a:pathLst>
                <a:path w="17" h="16" extrusionOk="0">
                  <a:moveTo>
                    <a:pt x="17" y="0"/>
                  </a:moveTo>
                  <a:cubicBezTo>
                    <a:pt x="17" y="0"/>
                    <a:pt x="17" y="15"/>
                    <a:pt x="0" y="15"/>
                  </a:cubicBezTo>
                  <a:cubicBezTo>
                    <a:pt x="17" y="15"/>
                    <a:pt x="17" y="0"/>
                    <a:pt x="17" y="0"/>
                  </a:cubicBezTo>
                  <a:lnTo>
                    <a:pt x="17" y="0"/>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96" name="Google Shape;4696;p46"/>
            <p:cNvSpPr/>
            <p:nvPr/>
          </p:nvSpPr>
          <p:spPr>
            <a:xfrm>
              <a:off x="3382474" y="1522152"/>
              <a:ext cx="1018" cy="3053"/>
            </a:xfrm>
            <a:custGeom>
              <a:avLst/>
              <a:gdLst/>
              <a:ahLst/>
              <a:cxnLst/>
              <a:rect l="l" t="t" r="r" b="b"/>
              <a:pathLst>
                <a:path w="32" h="96" extrusionOk="0">
                  <a:moveTo>
                    <a:pt x="15" y="1"/>
                  </a:moveTo>
                  <a:lnTo>
                    <a:pt x="15" y="17"/>
                  </a:lnTo>
                  <a:lnTo>
                    <a:pt x="15" y="32"/>
                  </a:lnTo>
                  <a:lnTo>
                    <a:pt x="0" y="32"/>
                  </a:lnTo>
                  <a:lnTo>
                    <a:pt x="0" y="32"/>
                  </a:lnTo>
                  <a:cubicBezTo>
                    <a:pt x="0" y="64"/>
                    <a:pt x="0" y="80"/>
                    <a:pt x="15" y="95"/>
                  </a:cubicBezTo>
                  <a:cubicBezTo>
                    <a:pt x="15" y="80"/>
                    <a:pt x="32" y="80"/>
                    <a:pt x="32" y="64"/>
                  </a:cubicBezTo>
                  <a:cubicBezTo>
                    <a:pt x="32" y="49"/>
                    <a:pt x="32" y="32"/>
                    <a:pt x="15"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97" name="Google Shape;4697;p46"/>
            <p:cNvSpPr/>
            <p:nvPr/>
          </p:nvSpPr>
          <p:spPr>
            <a:xfrm>
              <a:off x="3382951" y="1521166"/>
              <a:ext cx="5025" cy="5565"/>
            </a:xfrm>
            <a:custGeom>
              <a:avLst/>
              <a:gdLst/>
              <a:ahLst/>
              <a:cxnLst/>
              <a:rect l="l" t="t" r="r" b="b"/>
              <a:pathLst>
                <a:path w="158" h="175" extrusionOk="0">
                  <a:moveTo>
                    <a:pt x="80" y="0"/>
                  </a:moveTo>
                  <a:cubicBezTo>
                    <a:pt x="48" y="0"/>
                    <a:pt x="17" y="17"/>
                    <a:pt x="0" y="32"/>
                  </a:cubicBezTo>
                  <a:cubicBezTo>
                    <a:pt x="17" y="63"/>
                    <a:pt x="17" y="80"/>
                    <a:pt x="17" y="95"/>
                  </a:cubicBezTo>
                  <a:cubicBezTo>
                    <a:pt x="17" y="111"/>
                    <a:pt x="0" y="111"/>
                    <a:pt x="0" y="126"/>
                  </a:cubicBezTo>
                  <a:cubicBezTo>
                    <a:pt x="0" y="143"/>
                    <a:pt x="32" y="158"/>
                    <a:pt x="48" y="174"/>
                  </a:cubicBezTo>
                  <a:lnTo>
                    <a:pt x="80" y="174"/>
                  </a:lnTo>
                  <a:cubicBezTo>
                    <a:pt x="111" y="174"/>
                    <a:pt x="143" y="143"/>
                    <a:pt x="158" y="111"/>
                  </a:cubicBezTo>
                  <a:cubicBezTo>
                    <a:pt x="158" y="63"/>
                    <a:pt x="143"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98" name="Google Shape;4698;p46"/>
            <p:cNvSpPr/>
            <p:nvPr/>
          </p:nvSpPr>
          <p:spPr>
            <a:xfrm>
              <a:off x="3379452" y="1539199"/>
              <a:ext cx="2035" cy="2544"/>
            </a:xfrm>
            <a:custGeom>
              <a:avLst/>
              <a:gdLst/>
              <a:ahLst/>
              <a:cxnLst/>
              <a:rect l="l" t="t" r="r" b="b"/>
              <a:pathLst>
                <a:path w="64" h="80" extrusionOk="0">
                  <a:moveTo>
                    <a:pt x="32" y="1"/>
                  </a:moveTo>
                  <a:lnTo>
                    <a:pt x="32" y="32"/>
                  </a:lnTo>
                  <a:cubicBezTo>
                    <a:pt x="32" y="48"/>
                    <a:pt x="16" y="64"/>
                    <a:pt x="1" y="80"/>
                  </a:cubicBezTo>
                  <a:lnTo>
                    <a:pt x="47" y="80"/>
                  </a:lnTo>
                  <a:cubicBezTo>
                    <a:pt x="64" y="80"/>
                    <a:pt x="64" y="80"/>
                    <a:pt x="64" y="64"/>
                  </a:cubicBezTo>
                  <a:cubicBezTo>
                    <a:pt x="64" y="48"/>
                    <a:pt x="47" y="32"/>
                    <a:pt x="32"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699" name="Google Shape;4699;p46"/>
            <p:cNvSpPr/>
            <p:nvPr/>
          </p:nvSpPr>
          <p:spPr>
            <a:xfrm>
              <a:off x="3380470" y="1539199"/>
              <a:ext cx="4039" cy="3053"/>
            </a:xfrm>
            <a:custGeom>
              <a:avLst/>
              <a:gdLst/>
              <a:ahLst/>
              <a:cxnLst/>
              <a:rect l="l" t="t" r="r" b="b"/>
              <a:pathLst>
                <a:path w="127" h="96" extrusionOk="0">
                  <a:moveTo>
                    <a:pt x="32" y="1"/>
                  </a:moveTo>
                  <a:lnTo>
                    <a:pt x="0" y="1"/>
                  </a:lnTo>
                  <a:lnTo>
                    <a:pt x="0" y="1"/>
                  </a:lnTo>
                  <a:cubicBezTo>
                    <a:pt x="15" y="32"/>
                    <a:pt x="32" y="48"/>
                    <a:pt x="32" y="64"/>
                  </a:cubicBezTo>
                  <a:cubicBezTo>
                    <a:pt x="32" y="80"/>
                    <a:pt x="32" y="80"/>
                    <a:pt x="15" y="80"/>
                  </a:cubicBezTo>
                  <a:lnTo>
                    <a:pt x="110" y="95"/>
                  </a:lnTo>
                  <a:lnTo>
                    <a:pt x="110" y="95"/>
                  </a:lnTo>
                  <a:cubicBezTo>
                    <a:pt x="126" y="64"/>
                    <a:pt x="95" y="17"/>
                    <a:pt x="47"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00" name="Google Shape;4700;p46"/>
            <p:cNvSpPr/>
            <p:nvPr/>
          </p:nvSpPr>
          <p:spPr>
            <a:xfrm>
              <a:off x="3390488" y="1504660"/>
              <a:ext cx="1018" cy="2035"/>
            </a:xfrm>
            <a:custGeom>
              <a:avLst/>
              <a:gdLst/>
              <a:ahLst/>
              <a:cxnLst/>
              <a:rect l="l" t="t" r="r" b="b"/>
              <a:pathLst>
                <a:path w="32" h="64" extrusionOk="0">
                  <a:moveTo>
                    <a:pt x="15" y="0"/>
                  </a:moveTo>
                  <a:cubicBezTo>
                    <a:pt x="15" y="15"/>
                    <a:pt x="0" y="32"/>
                    <a:pt x="0" y="47"/>
                  </a:cubicBezTo>
                  <a:lnTo>
                    <a:pt x="32" y="63"/>
                  </a:lnTo>
                  <a:lnTo>
                    <a:pt x="32" y="47"/>
                  </a:lnTo>
                  <a:cubicBezTo>
                    <a:pt x="32" y="32"/>
                    <a:pt x="32" y="0"/>
                    <a:pt x="15"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01" name="Google Shape;4701;p46"/>
            <p:cNvSpPr/>
            <p:nvPr/>
          </p:nvSpPr>
          <p:spPr>
            <a:xfrm>
              <a:off x="3391474" y="1506123"/>
              <a:ext cx="32" cy="572"/>
            </a:xfrm>
            <a:custGeom>
              <a:avLst/>
              <a:gdLst/>
              <a:ahLst/>
              <a:cxnLst/>
              <a:rect l="l" t="t" r="r" b="b"/>
              <a:pathLst>
                <a:path w="1" h="18" extrusionOk="0">
                  <a:moveTo>
                    <a:pt x="1" y="1"/>
                  </a:moveTo>
                  <a:lnTo>
                    <a:pt x="1" y="17"/>
                  </a:lnTo>
                  <a:lnTo>
                    <a:pt x="1" y="1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02" name="Google Shape;4702;p46"/>
            <p:cNvSpPr/>
            <p:nvPr/>
          </p:nvSpPr>
          <p:spPr>
            <a:xfrm>
              <a:off x="3388961" y="1580798"/>
              <a:ext cx="6042" cy="3530"/>
            </a:xfrm>
            <a:custGeom>
              <a:avLst/>
              <a:gdLst/>
              <a:ahLst/>
              <a:cxnLst/>
              <a:rect l="l" t="t" r="r" b="b"/>
              <a:pathLst>
                <a:path w="190" h="111" extrusionOk="0">
                  <a:moveTo>
                    <a:pt x="17" y="1"/>
                  </a:moveTo>
                  <a:lnTo>
                    <a:pt x="17" y="1"/>
                  </a:lnTo>
                  <a:cubicBezTo>
                    <a:pt x="0" y="48"/>
                    <a:pt x="32" y="95"/>
                    <a:pt x="80" y="111"/>
                  </a:cubicBezTo>
                  <a:lnTo>
                    <a:pt x="95" y="111"/>
                  </a:lnTo>
                  <a:cubicBezTo>
                    <a:pt x="143" y="111"/>
                    <a:pt x="174" y="79"/>
                    <a:pt x="189" y="32"/>
                  </a:cubicBezTo>
                  <a:lnTo>
                    <a:pt x="189"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03" name="Google Shape;4703;p46"/>
            <p:cNvSpPr/>
            <p:nvPr/>
          </p:nvSpPr>
          <p:spPr>
            <a:xfrm>
              <a:off x="3406994" y="1584806"/>
              <a:ext cx="5565" cy="3053"/>
            </a:xfrm>
            <a:custGeom>
              <a:avLst/>
              <a:gdLst/>
              <a:ahLst/>
              <a:cxnLst/>
              <a:rect l="l" t="t" r="r" b="b"/>
              <a:pathLst>
                <a:path w="175" h="96" extrusionOk="0">
                  <a:moveTo>
                    <a:pt x="17" y="1"/>
                  </a:moveTo>
                  <a:cubicBezTo>
                    <a:pt x="0" y="32"/>
                    <a:pt x="32" y="79"/>
                    <a:pt x="80" y="96"/>
                  </a:cubicBezTo>
                  <a:lnTo>
                    <a:pt x="95" y="96"/>
                  </a:lnTo>
                  <a:cubicBezTo>
                    <a:pt x="143" y="96"/>
                    <a:pt x="174" y="64"/>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04" name="Google Shape;4704;p46"/>
            <p:cNvSpPr/>
            <p:nvPr/>
          </p:nvSpPr>
          <p:spPr>
            <a:xfrm>
              <a:off x="3403496" y="1600326"/>
              <a:ext cx="6042" cy="5565"/>
            </a:xfrm>
            <a:custGeom>
              <a:avLst/>
              <a:gdLst/>
              <a:ahLst/>
              <a:cxnLst/>
              <a:rect l="l" t="t" r="r" b="b"/>
              <a:pathLst>
                <a:path w="190" h="175" extrusionOk="0">
                  <a:moveTo>
                    <a:pt x="95" y="1"/>
                  </a:moveTo>
                  <a:cubicBezTo>
                    <a:pt x="47" y="1"/>
                    <a:pt x="16" y="32"/>
                    <a:pt x="16" y="64"/>
                  </a:cubicBezTo>
                  <a:cubicBezTo>
                    <a:pt x="1" y="112"/>
                    <a:pt x="32" y="158"/>
                    <a:pt x="79" y="175"/>
                  </a:cubicBezTo>
                  <a:lnTo>
                    <a:pt x="95" y="175"/>
                  </a:lnTo>
                  <a:cubicBezTo>
                    <a:pt x="127" y="175"/>
                    <a:pt x="174" y="143"/>
                    <a:pt x="174" y="112"/>
                  </a:cubicBezTo>
                  <a:cubicBezTo>
                    <a:pt x="190" y="64"/>
                    <a:pt x="158" y="17"/>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05" name="Google Shape;4705;p46"/>
            <p:cNvSpPr/>
            <p:nvPr/>
          </p:nvSpPr>
          <p:spPr>
            <a:xfrm>
              <a:off x="3385463" y="1596859"/>
              <a:ext cx="6042" cy="5025"/>
            </a:xfrm>
            <a:custGeom>
              <a:avLst/>
              <a:gdLst/>
              <a:ahLst/>
              <a:cxnLst/>
              <a:rect l="l" t="t" r="r" b="b"/>
              <a:pathLst>
                <a:path w="190" h="158" extrusionOk="0">
                  <a:moveTo>
                    <a:pt x="95" y="0"/>
                  </a:moveTo>
                  <a:cubicBezTo>
                    <a:pt x="47" y="0"/>
                    <a:pt x="16" y="15"/>
                    <a:pt x="16" y="63"/>
                  </a:cubicBezTo>
                  <a:cubicBezTo>
                    <a:pt x="1" y="110"/>
                    <a:pt x="32" y="158"/>
                    <a:pt x="79" y="158"/>
                  </a:cubicBezTo>
                  <a:lnTo>
                    <a:pt x="95" y="158"/>
                  </a:lnTo>
                  <a:cubicBezTo>
                    <a:pt x="127" y="158"/>
                    <a:pt x="173" y="141"/>
                    <a:pt x="173" y="95"/>
                  </a:cubicBezTo>
                  <a:cubicBezTo>
                    <a:pt x="190" y="47"/>
                    <a:pt x="158" y="0"/>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06" name="Google Shape;4706;p46"/>
            <p:cNvSpPr/>
            <p:nvPr/>
          </p:nvSpPr>
          <p:spPr>
            <a:xfrm>
              <a:off x="3400506" y="1618358"/>
              <a:ext cx="5025" cy="3053"/>
            </a:xfrm>
            <a:custGeom>
              <a:avLst/>
              <a:gdLst/>
              <a:ahLst/>
              <a:cxnLst/>
              <a:rect l="l" t="t" r="r" b="b"/>
              <a:pathLst>
                <a:path w="158" h="96" extrusionOk="0">
                  <a:moveTo>
                    <a:pt x="63" y="1"/>
                  </a:moveTo>
                  <a:cubicBezTo>
                    <a:pt x="47" y="1"/>
                    <a:pt x="15" y="17"/>
                    <a:pt x="0" y="32"/>
                  </a:cubicBezTo>
                  <a:cubicBezTo>
                    <a:pt x="32" y="49"/>
                    <a:pt x="63" y="49"/>
                    <a:pt x="95" y="64"/>
                  </a:cubicBezTo>
                  <a:cubicBezTo>
                    <a:pt x="110" y="80"/>
                    <a:pt x="126" y="80"/>
                    <a:pt x="158" y="96"/>
                  </a:cubicBezTo>
                  <a:cubicBezTo>
                    <a:pt x="158" y="49"/>
                    <a:pt x="126"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07" name="Google Shape;4707;p46"/>
            <p:cNvSpPr/>
            <p:nvPr/>
          </p:nvSpPr>
          <p:spPr>
            <a:xfrm>
              <a:off x="3396499" y="1545210"/>
              <a:ext cx="5502" cy="3053"/>
            </a:xfrm>
            <a:custGeom>
              <a:avLst/>
              <a:gdLst/>
              <a:ahLst/>
              <a:cxnLst/>
              <a:rect l="l" t="t" r="r" b="b"/>
              <a:pathLst>
                <a:path w="173" h="96" extrusionOk="0">
                  <a:moveTo>
                    <a:pt x="15" y="1"/>
                  </a:moveTo>
                  <a:cubicBezTo>
                    <a:pt x="0" y="49"/>
                    <a:pt x="32" y="80"/>
                    <a:pt x="78" y="95"/>
                  </a:cubicBezTo>
                  <a:lnTo>
                    <a:pt x="95" y="95"/>
                  </a:lnTo>
                  <a:cubicBezTo>
                    <a:pt x="141" y="95"/>
                    <a:pt x="173" y="64"/>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08" name="Google Shape;4708;p46"/>
            <p:cNvSpPr/>
            <p:nvPr/>
          </p:nvSpPr>
          <p:spPr>
            <a:xfrm>
              <a:off x="3389470" y="1578795"/>
              <a:ext cx="5534" cy="3053"/>
            </a:xfrm>
            <a:custGeom>
              <a:avLst/>
              <a:gdLst/>
              <a:ahLst/>
              <a:cxnLst/>
              <a:rect l="l" t="t" r="r" b="b"/>
              <a:pathLst>
                <a:path w="174" h="96" extrusionOk="0">
                  <a:moveTo>
                    <a:pt x="79" y="1"/>
                  </a:moveTo>
                  <a:cubicBezTo>
                    <a:pt x="47" y="1"/>
                    <a:pt x="16" y="32"/>
                    <a:pt x="1" y="64"/>
                  </a:cubicBezTo>
                  <a:lnTo>
                    <a:pt x="173" y="95"/>
                  </a:lnTo>
                  <a:cubicBezTo>
                    <a:pt x="173" y="48"/>
                    <a:pt x="142"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09" name="Google Shape;4709;p46"/>
            <p:cNvSpPr/>
            <p:nvPr/>
          </p:nvSpPr>
          <p:spPr>
            <a:xfrm>
              <a:off x="3414532" y="1548740"/>
              <a:ext cx="5534" cy="3053"/>
            </a:xfrm>
            <a:custGeom>
              <a:avLst/>
              <a:gdLst/>
              <a:ahLst/>
              <a:cxnLst/>
              <a:rect l="l" t="t" r="r" b="b"/>
              <a:pathLst>
                <a:path w="174" h="96" extrusionOk="0">
                  <a:moveTo>
                    <a:pt x="16" y="1"/>
                  </a:moveTo>
                  <a:lnTo>
                    <a:pt x="16" y="1"/>
                  </a:lnTo>
                  <a:cubicBezTo>
                    <a:pt x="0" y="47"/>
                    <a:pt x="32" y="95"/>
                    <a:pt x="79" y="95"/>
                  </a:cubicBezTo>
                  <a:lnTo>
                    <a:pt x="95" y="95"/>
                  </a:lnTo>
                  <a:cubicBezTo>
                    <a:pt x="127" y="95"/>
                    <a:pt x="173" y="79"/>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10" name="Google Shape;4710;p46"/>
            <p:cNvSpPr/>
            <p:nvPr/>
          </p:nvSpPr>
          <p:spPr>
            <a:xfrm>
              <a:off x="3411001" y="1564260"/>
              <a:ext cx="5565" cy="5565"/>
            </a:xfrm>
            <a:custGeom>
              <a:avLst/>
              <a:gdLst/>
              <a:ahLst/>
              <a:cxnLst/>
              <a:rect l="l" t="t" r="r" b="b"/>
              <a:pathLst>
                <a:path w="175" h="175" extrusionOk="0">
                  <a:moveTo>
                    <a:pt x="80" y="0"/>
                  </a:moveTo>
                  <a:cubicBezTo>
                    <a:pt x="48" y="0"/>
                    <a:pt x="17" y="32"/>
                    <a:pt x="1" y="80"/>
                  </a:cubicBezTo>
                  <a:cubicBezTo>
                    <a:pt x="1" y="126"/>
                    <a:pt x="32" y="174"/>
                    <a:pt x="64" y="174"/>
                  </a:cubicBezTo>
                  <a:lnTo>
                    <a:pt x="80" y="174"/>
                  </a:lnTo>
                  <a:cubicBezTo>
                    <a:pt x="127" y="174"/>
                    <a:pt x="158" y="143"/>
                    <a:pt x="174" y="111"/>
                  </a:cubicBezTo>
                  <a:cubicBezTo>
                    <a:pt x="174" y="63"/>
                    <a:pt x="143" y="17"/>
                    <a:pt x="111" y="17"/>
                  </a:cubicBezTo>
                  <a:cubicBezTo>
                    <a:pt x="95" y="17"/>
                    <a:pt x="95" y="0"/>
                    <a:pt x="8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11" name="Google Shape;4711;p46"/>
            <p:cNvSpPr/>
            <p:nvPr/>
          </p:nvSpPr>
          <p:spPr>
            <a:xfrm>
              <a:off x="3392969" y="1560762"/>
              <a:ext cx="5565" cy="5534"/>
            </a:xfrm>
            <a:custGeom>
              <a:avLst/>
              <a:gdLst/>
              <a:ahLst/>
              <a:cxnLst/>
              <a:rect l="l" t="t" r="r" b="b"/>
              <a:pathLst>
                <a:path w="175" h="174" extrusionOk="0">
                  <a:moveTo>
                    <a:pt x="95" y="1"/>
                  </a:moveTo>
                  <a:cubicBezTo>
                    <a:pt x="48" y="1"/>
                    <a:pt x="17" y="32"/>
                    <a:pt x="0" y="64"/>
                  </a:cubicBezTo>
                  <a:cubicBezTo>
                    <a:pt x="0" y="110"/>
                    <a:pt x="32" y="158"/>
                    <a:pt x="80" y="173"/>
                  </a:cubicBezTo>
                  <a:lnTo>
                    <a:pt x="95" y="173"/>
                  </a:lnTo>
                  <a:cubicBezTo>
                    <a:pt x="126" y="173"/>
                    <a:pt x="158" y="142"/>
                    <a:pt x="174" y="110"/>
                  </a:cubicBezTo>
                  <a:cubicBezTo>
                    <a:pt x="174" y="64"/>
                    <a:pt x="158"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12" name="Google Shape;4712;p46"/>
            <p:cNvSpPr/>
            <p:nvPr/>
          </p:nvSpPr>
          <p:spPr>
            <a:xfrm>
              <a:off x="3407503" y="1582293"/>
              <a:ext cx="5534" cy="3562"/>
            </a:xfrm>
            <a:custGeom>
              <a:avLst/>
              <a:gdLst/>
              <a:ahLst/>
              <a:cxnLst/>
              <a:rect l="l" t="t" r="r" b="b"/>
              <a:pathLst>
                <a:path w="174" h="112" extrusionOk="0">
                  <a:moveTo>
                    <a:pt x="79" y="1"/>
                  </a:moveTo>
                  <a:cubicBezTo>
                    <a:pt x="48" y="1"/>
                    <a:pt x="1" y="32"/>
                    <a:pt x="1" y="80"/>
                  </a:cubicBezTo>
                  <a:lnTo>
                    <a:pt x="1" y="80"/>
                  </a:lnTo>
                  <a:lnTo>
                    <a:pt x="158" y="111"/>
                  </a:lnTo>
                  <a:lnTo>
                    <a:pt x="158" y="111"/>
                  </a:lnTo>
                  <a:cubicBezTo>
                    <a:pt x="174" y="64"/>
                    <a:pt x="142"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13" name="Google Shape;4713;p46"/>
            <p:cNvSpPr/>
            <p:nvPr/>
          </p:nvSpPr>
          <p:spPr>
            <a:xfrm>
              <a:off x="3403973" y="1509144"/>
              <a:ext cx="5565" cy="3021"/>
            </a:xfrm>
            <a:custGeom>
              <a:avLst/>
              <a:gdLst/>
              <a:ahLst/>
              <a:cxnLst/>
              <a:rect l="l" t="t" r="r" b="b"/>
              <a:pathLst>
                <a:path w="175" h="95" extrusionOk="0">
                  <a:moveTo>
                    <a:pt x="1" y="0"/>
                  </a:moveTo>
                  <a:lnTo>
                    <a:pt x="1" y="0"/>
                  </a:lnTo>
                  <a:cubicBezTo>
                    <a:pt x="1" y="48"/>
                    <a:pt x="32" y="95"/>
                    <a:pt x="80" y="95"/>
                  </a:cubicBezTo>
                  <a:lnTo>
                    <a:pt x="95" y="95"/>
                  </a:lnTo>
                  <a:cubicBezTo>
                    <a:pt x="127" y="95"/>
                    <a:pt x="159" y="80"/>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14" name="Google Shape;4714;p46"/>
            <p:cNvSpPr/>
            <p:nvPr/>
          </p:nvSpPr>
          <p:spPr>
            <a:xfrm>
              <a:off x="3396976" y="1542729"/>
              <a:ext cx="5565" cy="3530"/>
            </a:xfrm>
            <a:custGeom>
              <a:avLst/>
              <a:gdLst/>
              <a:ahLst/>
              <a:cxnLst/>
              <a:rect l="l" t="t" r="r" b="b"/>
              <a:pathLst>
                <a:path w="175" h="111" extrusionOk="0">
                  <a:moveTo>
                    <a:pt x="80" y="0"/>
                  </a:moveTo>
                  <a:cubicBezTo>
                    <a:pt x="48" y="0"/>
                    <a:pt x="0" y="32"/>
                    <a:pt x="0" y="79"/>
                  </a:cubicBezTo>
                  <a:lnTo>
                    <a:pt x="0" y="79"/>
                  </a:lnTo>
                  <a:lnTo>
                    <a:pt x="158" y="110"/>
                  </a:lnTo>
                  <a:lnTo>
                    <a:pt x="158" y="110"/>
                  </a:lnTo>
                  <a:cubicBezTo>
                    <a:pt x="174" y="64"/>
                    <a:pt x="143"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15" name="Google Shape;4715;p46"/>
            <p:cNvSpPr/>
            <p:nvPr/>
          </p:nvSpPr>
          <p:spPr>
            <a:xfrm>
              <a:off x="3422037" y="1512675"/>
              <a:ext cx="5565" cy="3498"/>
            </a:xfrm>
            <a:custGeom>
              <a:avLst/>
              <a:gdLst/>
              <a:ahLst/>
              <a:cxnLst/>
              <a:rect l="l" t="t" r="r" b="b"/>
              <a:pathLst>
                <a:path w="175" h="110" extrusionOk="0">
                  <a:moveTo>
                    <a:pt x="0" y="0"/>
                  </a:moveTo>
                  <a:cubicBezTo>
                    <a:pt x="0" y="47"/>
                    <a:pt x="32" y="95"/>
                    <a:pt x="63" y="110"/>
                  </a:cubicBezTo>
                  <a:lnTo>
                    <a:pt x="95" y="110"/>
                  </a:lnTo>
                  <a:cubicBezTo>
                    <a:pt x="126" y="110"/>
                    <a:pt x="158" y="78"/>
                    <a:pt x="174" y="47"/>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16" name="Google Shape;4716;p46"/>
            <p:cNvSpPr/>
            <p:nvPr/>
          </p:nvSpPr>
          <p:spPr>
            <a:xfrm>
              <a:off x="3418030" y="1528704"/>
              <a:ext cx="6042" cy="5534"/>
            </a:xfrm>
            <a:custGeom>
              <a:avLst/>
              <a:gdLst/>
              <a:ahLst/>
              <a:cxnLst/>
              <a:rect l="l" t="t" r="r" b="b"/>
              <a:pathLst>
                <a:path w="190" h="174" extrusionOk="0">
                  <a:moveTo>
                    <a:pt x="95" y="0"/>
                  </a:moveTo>
                  <a:cubicBezTo>
                    <a:pt x="63" y="0"/>
                    <a:pt x="17" y="32"/>
                    <a:pt x="17" y="63"/>
                  </a:cubicBezTo>
                  <a:cubicBezTo>
                    <a:pt x="0" y="110"/>
                    <a:pt x="32" y="158"/>
                    <a:pt x="80" y="173"/>
                  </a:cubicBezTo>
                  <a:lnTo>
                    <a:pt x="95" y="173"/>
                  </a:lnTo>
                  <a:cubicBezTo>
                    <a:pt x="143" y="173"/>
                    <a:pt x="174" y="142"/>
                    <a:pt x="174" y="95"/>
                  </a:cubicBezTo>
                  <a:cubicBezTo>
                    <a:pt x="189" y="47"/>
                    <a:pt x="158" y="15"/>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17" name="Google Shape;4717;p46"/>
            <p:cNvSpPr/>
            <p:nvPr/>
          </p:nvSpPr>
          <p:spPr>
            <a:xfrm>
              <a:off x="3399966" y="1525174"/>
              <a:ext cx="6042" cy="5025"/>
            </a:xfrm>
            <a:custGeom>
              <a:avLst/>
              <a:gdLst/>
              <a:ahLst/>
              <a:cxnLst/>
              <a:rect l="l" t="t" r="r" b="b"/>
              <a:pathLst>
                <a:path w="190" h="158" extrusionOk="0">
                  <a:moveTo>
                    <a:pt x="95" y="0"/>
                  </a:moveTo>
                  <a:cubicBezTo>
                    <a:pt x="64" y="0"/>
                    <a:pt x="32" y="17"/>
                    <a:pt x="17" y="63"/>
                  </a:cubicBezTo>
                  <a:cubicBezTo>
                    <a:pt x="1" y="111"/>
                    <a:pt x="32" y="158"/>
                    <a:pt x="80" y="158"/>
                  </a:cubicBezTo>
                  <a:lnTo>
                    <a:pt x="95" y="158"/>
                  </a:lnTo>
                  <a:cubicBezTo>
                    <a:pt x="143" y="158"/>
                    <a:pt x="175" y="143"/>
                    <a:pt x="190" y="95"/>
                  </a:cubicBezTo>
                  <a:cubicBezTo>
                    <a:pt x="190" y="48"/>
                    <a:pt x="158" y="0"/>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18" name="Google Shape;4718;p46"/>
            <p:cNvSpPr/>
            <p:nvPr/>
          </p:nvSpPr>
          <p:spPr>
            <a:xfrm>
              <a:off x="3415009" y="1546736"/>
              <a:ext cx="5565" cy="3053"/>
            </a:xfrm>
            <a:custGeom>
              <a:avLst/>
              <a:gdLst/>
              <a:ahLst/>
              <a:cxnLst/>
              <a:rect l="l" t="t" r="r" b="b"/>
              <a:pathLst>
                <a:path w="175" h="96" extrusionOk="0">
                  <a:moveTo>
                    <a:pt x="80" y="1"/>
                  </a:moveTo>
                  <a:cubicBezTo>
                    <a:pt x="32" y="1"/>
                    <a:pt x="1" y="16"/>
                    <a:pt x="1" y="64"/>
                  </a:cubicBezTo>
                  <a:lnTo>
                    <a:pt x="158" y="95"/>
                  </a:lnTo>
                  <a:cubicBezTo>
                    <a:pt x="175" y="47"/>
                    <a:pt x="143" y="1"/>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19" name="Google Shape;4719;p46"/>
            <p:cNvSpPr/>
            <p:nvPr/>
          </p:nvSpPr>
          <p:spPr>
            <a:xfrm>
              <a:off x="3403973" y="1507141"/>
              <a:ext cx="6074" cy="3021"/>
            </a:xfrm>
            <a:custGeom>
              <a:avLst/>
              <a:gdLst/>
              <a:ahLst/>
              <a:cxnLst/>
              <a:rect l="l" t="t" r="r" b="b"/>
              <a:pathLst>
                <a:path w="191" h="95" extrusionOk="0">
                  <a:moveTo>
                    <a:pt x="95" y="0"/>
                  </a:moveTo>
                  <a:cubicBezTo>
                    <a:pt x="49" y="0"/>
                    <a:pt x="17" y="32"/>
                    <a:pt x="1" y="63"/>
                  </a:cubicBezTo>
                  <a:lnTo>
                    <a:pt x="175" y="95"/>
                  </a:lnTo>
                  <a:cubicBezTo>
                    <a:pt x="190" y="48"/>
                    <a:pt x="159" y="0"/>
                    <a:pt x="112"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20" name="Google Shape;4720;p46"/>
            <p:cNvSpPr/>
            <p:nvPr/>
          </p:nvSpPr>
          <p:spPr>
            <a:xfrm>
              <a:off x="3431578" y="1477595"/>
              <a:ext cx="2512" cy="2512"/>
            </a:xfrm>
            <a:custGeom>
              <a:avLst/>
              <a:gdLst/>
              <a:ahLst/>
              <a:cxnLst/>
              <a:rect l="l" t="t" r="r" b="b"/>
              <a:pathLst>
                <a:path w="79" h="79" extrusionOk="0">
                  <a:moveTo>
                    <a:pt x="32" y="0"/>
                  </a:moveTo>
                  <a:lnTo>
                    <a:pt x="32" y="15"/>
                  </a:lnTo>
                  <a:cubicBezTo>
                    <a:pt x="15" y="32"/>
                    <a:pt x="15" y="63"/>
                    <a:pt x="0" y="78"/>
                  </a:cubicBezTo>
                  <a:lnTo>
                    <a:pt x="15" y="78"/>
                  </a:lnTo>
                  <a:lnTo>
                    <a:pt x="32" y="78"/>
                  </a:lnTo>
                  <a:cubicBezTo>
                    <a:pt x="32" y="78"/>
                    <a:pt x="47" y="63"/>
                    <a:pt x="47" y="47"/>
                  </a:cubicBezTo>
                  <a:cubicBezTo>
                    <a:pt x="63" y="32"/>
                    <a:pt x="63" y="15"/>
                    <a:pt x="78" y="15"/>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21" name="Google Shape;4721;p46"/>
            <p:cNvSpPr/>
            <p:nvPr/>
          </p:nvSpPr>
          <p:spPr>
            <a:xfrm>
              <a:off x="3432564" y="1478072"/>
              <a:ext cx="2035" cy="2035"/>
            </a:xfrm>
            <a:custGeom>
              <a:avLst/>
              <a:gdLst/>
              <a:ahLst/>
              <a:cxnLst/>
              <a:rect l="l" t="t" r="r" b="b"/>
              <a:pathLst>
                <a:path w="64" h="64" extrusionOk="0">
                  <a:moveTo>
                    <a:pt x="47" y="0"/>
                  </a:moveTo>
                  <a:cubicBezTo>
                    <a:pt x="32" y="0"/>
                    <a:pt x="32" y="17"/>
                    <a:pt x="16" y="32"/>
                  </a:cubicBezTo>
                  <a:cubicBezTo>
                    <a:pt x="16" y="48"/>
                    <a:pt x="1" y="63"/>
                    <a:pt x="1" y="63"/>
                  </a:cubicBezTo>
                  <a:cubicBezTo>
                    <a:pt x="32" y="63"/>
                    <a:pt x="64" y="32"/>
                    <a:pt x="64" y="0"/>
                  </a:cubicBezTo>
                  <a:lnTo>
                    <a:pt x="64" y="0"/>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22" name="Google Shape;4722;p46"/>
            <p:cNvSpPr/>
            <p:nvPr/>
          </p:nvSpPr>
          <p:spPr>
            <a:xfrm>
              <a:off x="3425568" y="1492607"/>
              <a:ext cx="6042" cy="5534"/>
            </a:xfrm>
            <a:custGeom>
              <a:avLst/>
              <a:gdLst/>
              <a:ahLst/>
              <a:cxnLst/>
              <a:rect l="l" t="t" r="r" b="b"/>
              <a:pathLst>
                <a:path w="190" h="174" extrusionOk="0">
                  <a:moveTo>
                    <a:pt x="95" y="1"/>
                  </a:moveTo>
                  <a:cubicBezTo>
                    <a:pt x="47" y="1"/>
                    <a:pt x="15" y="32"/>
                    <a:pt x="15" y="79"/>
                  </a:cubicBezTo>
                  <a:cubicBezTo>
                    <a:pt x="0" y="127"/>
                    <a:pt x="32" y="158"/>
                    <a:pt x="78" y="174"/>
                  </a:cubicBezTo>
                  <a:lnTo>
                    <a:pt x="95" y="174"/>
                  </a:lnTo>
                  <a:cubicBezTo>
                    <a:pt x="126" y="174"/>
                    <a:pt x="173" y="142"/>
                    <a:pt x="173" y="111"/>
                  </a:cubicBezTo>
                  <a:cubicBezTo>
                    <a:pt x="189" y="64"/>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23" name="Google Shape;4723;p46"/>
            <p:cNvSpPr/>
            <p:nvPr/>
          </p:nvSpPr>
          <p:spPr>
            <a:xfrm>
              <a:off x="3422037" y="1510671"/>
              <a:ext cx="5565" cy="3498"/>
            </a:xfrm>
            <a:custGeom>
              <a:avLst/>
              <a:gdLst/>
              <a:ahLst/>
              <a:cxnLst/>
              <a:rect l="l" t="t" r="r" b="b"/>
              <a:pathLst>
                <a:path w="175" h="110" extrusionOk="0">
                  <a:moveTo>
                    <a:pt x="80" y="0"/>
                  </a:moveTo>
                  <a:cubicBezTo>
                    <a:pt x="48" y="0"/>
                    <a:pt x="17" y="32"/>
                    <a:pt x="0" y="63"/>
                  </a:cubicBezTo>
                  <a:lnTo>
                    <a:pt x="0" y="63"/>
                  </a:lnTo>
                  <a:lnTo>
                    <a:pt x="174" y="110"/>
                  </a:lnTo>
                  <a:lnTo>
                    <a:pt x="174" y="110"/>
                  </a:lnTo>
                  <a:cubicBezTo>
                    <a:pt x="174" y="63"/>
                    <a:pt x="143"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24" name="Google Shape;4724;p46"/>
            <p:cNvSpPr/>
            <p:nvPr/>
          </p:nvSpPr>
          <p:spPr>
            <a:xfrm>
              <a:off x="3432564" y="1476069"/>
              <a:ext cx="2512" cy="2035"/>
            </a:xfrm>
            <a:custGeom>
              <a:avLst/>
              <a:gdLst/>
              <a:ahLst/>
              <a:cxnLst/>
              <a:rect l="l" t="t" r="r" b="b"/>
              <a:pathLst>
                <a:path w="79" h="64" extrusionOk="0">
                  <a:moveTo>
                    <a:pt x="47" y="0"/>
                  </a:moveTo>
                  <a:cubicBezTo>
                    <a:pt x="32" y="0"/>
                    <a:pt x="16" y="17"/>
                    <a:pt x="1" y="48"/>
                  </a:cubicBezTo>
                  <a:lnTo>
                    <a:pt x="47" y="63"/>
                  </a:lnTo>
                  <a:cubicBezTo>
                    <a:pt x="47" y="48"/>
                    <a:pt x="64" y="48"/>
                    <a:pt x="79" y="32"/>
                  </a:cubicBezTo>
                  <a:cubicBezTo>
                    <a:pt x="64" y="17"/>
                    <a:pt x="64" y="0"/>
                    <a:pt x="47"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25" name="Google Shape;4725;p46"/>
            <p:cNvSpPr/>
            <p:nvPr/>
          </p:nvSpPr>
          <p:spPr>
            <a:xfrm>
              <a:off x="3434059" y="1477054"/>
              <a:ext cx="1018" cy="1049"/>
            </a:xfrm>
            <a:custGeom>
              <a:avLst/>
              <a:gdLst/>
              <a:ahLst/>
              <a:cxnLst/>
              <a:rect l="l" t="t" r="r" b="b"/>
              <a:pathLst>
                <a:path w="32" h="33" extrusionOk="0">
                  <a:moveTo>
                    <a:pt x="32" y="1"/>
                  </a:moveTo>
                  <a:cubicBezTo>
                    <a:pt x="17" y="17"/>
                    <a:pt x="0" y="17"/>
                    <a:pt x="0" y="32"/>
                  </a:cubicBezTo>
                  <a:lnTo>
                    <a:pt x="17" y="32"/>
                  </a:lnTo>
                  <a:cubicBezTo>
                    <a:pt x="32" y="17"/>
                    <a:pt x="32" y="17"/>
                    <a:pt x="3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26" name="Google Shape;4726;p46"/>
            <p:cNvSpPr/>
            <p:nvPr/>
          </p:nvSpPr>
          <p:spPr>
            <a:xfrm>
              <a:off x="3425027" y="1588304"/>
              <a:ext cx="5565" cy="3053"/>
            </a:xfrm>
            <a:custGeom>
              <a:avLst/>
              <a:gdLst/>
              <a:ahLst/>
              <a:cxnLst/>
              <a:rect l="l" t="t" r="r" b="b"/>
              <a:pathLst>
                <a:path w="175" h="96" extrusionOk="0">
                  <a:moveTo>
                    <a:pt x="17" y="1"/>
                  </a:moveTo>
                  <a:cubicBezTo>
                    <a:pt x="1" y="49"/>
                    <a:pt x="32" y="95"/>
                    <a:pt x="80" y="95"/>
                  </a:cubicBezTo>
                  <a:lnTo>
                    <a:pt x="95" y="95"/>
                  </a:lnTo>
                  <a:cubicBezTo>
                    <a:pt x="127" y="95"/>
                    <a:pt x="175" y="80"/>
                    <a:pt x="175"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27" name="Google Shape;4727;p46"/>
            <p:cNvSpPr/>
            <p:nvPr/>
          </p:nvSpPr>
          <p:spPr>
            <a:xfrm>
              <a:off x="3418539" y="1621889"/>
              <a:ext cx="4039" cy="1527"/>
            </a:xfrm>
            <a:custGeom>
              <a:avLst/>
              <a:gdLst/>
              <a:ahLst/>
              <a:cxnLst/>
              <a:rect l="l" t="t" r="r" b="b"/>
              <a:pathLst>
                <a:path w="127" h="48" extrusionOk="0">
                  <a:moveTo>
                    <a:pt x="64" y="1"/>
                  </a:moveTo>
                  <a:cubicBezTo>
                    <a:pt x="32" y="1"/>
                    <a:pt x="16" y="16"/>
                    <a:pt x="1" y="48"/>
                  </a:cubicBezTo>
                  <a:cubicBezTo>
                    <a:pt x="32" y="32"/>
                    <a:pt x="79" y="32"/>
                    <a:pt x="110" y="32"/>
                  </a:cubicBezTo>
                  <a:lnTo>
                    <a:pt x="110" y="32"/>
                  </a:lnTo>
                  <a:lnTo>
                    <a:pt x="127" y="32"/>
                  </a:lnTo>
                  <a:cubicBezTo>
                    <a:pt x="110" y="16"/>
                    <a:pt x="95" y="16"/>
                    <a:pt x="79"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28" name="Google Shape;4728;p46"/>
            <p:cNvSpPr/>
            <p:nvPr/>
          </p:nvSpPr>
          <p:spPr>
            <a:xfrm>
              <a:off x="3443060" y="1591834"/>
              <a:ext cx="5565" cy="3530"/>
            </a:xfrm>
            <a:custGeom>
              <a:avLst/>
              <a:gdLst/>
              <a:ahLst/>
              <a:cxnLst/>
              <a:rect l="l" t="t" r="r" b="b"/>
              <a:pathLst>
                <a:path w="175" h="111" extrusionOk="0">
                  <a:moveTo>
                    <a:pt x="17" y="1"/>
                  </a:moveTo>
                  <a:lnTo>
                    <a:pt x="17" y="1"/>
                  </a:lnTo>
                  <a:cubicBezTo>
                    <a:pt x="1" y="47"/>
                    <a:pt x="32" y="95"/>
                    <a:pt x="80" y="110"/>
                  </a:cubicBezTo>
                  <a:lnTo>
                    <a:pt x="95" y="110"/>
                  </a:lnTo>
                  <a:cubicBezTo>
                    <a:pt x="127" y="110"/>
                    <a:pt x="158" y="79"/>
                    <a:pt x="175" y="32"/>
                  </a:cubicBezTo>
                  <a:lnTo>
                    <a:pt x="175"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29" name="Google Shape;4729;p46"/>
            <p:cNvSpPr/>
            <p:nvPr/>
          </p:nvSpPr>
          <p:spPr>
            <a:xfrm>
              <a:off x="3439593" y="1607863"/>
              <a:ext cx="5502" cy="5534"/>
            </a:xfrm>
            <a:custGeom>
              <a:avLst/>
              <a:gdLst/>
              <a:ahLst/>
              <a:cxnLst/>
              <a:rect l="l" t="t" r="r" b="b"/>
              <a:pathLst>
                <a:path w="173" h="174" extrusionOk="0">
                  <a:moveTo>
                    <a:pt x="78" y="1"/>
                  </a:moveTo>
                  <a:cubicBezTo>
                    <a:pt x="47" y="1"/>
                    <a:pt x="15" y="32"/>
                    <a:pt x="0" y="64"/>
                  </a:cubicBezTo>
                  <a:cubicBezTo>
                    <a:pt x="0" y="110"/>
                    <a:pt x="15" y="158"/>
                    <a:pt x="63" y="158"/>
                  </a:cubicBezTo>
                  <a:cubicBezTo>
                    <a:pt x="78" y="158"/>
                    <a:pt x="78" y="173"/>
                    <a:pt x="78" y="173"/>
                  </a:cubicBezTo>
                  <a:cubicBezTo>
                    <a:pt x="126" y="173"/>
                    <a:pt x="158" y="142"/>
                    <a:pt x="173" y="95"/>
                  </a:cubicBezTo>
                  <a:cubicBezTo>
                    <a:pt x="173" y="47"/>
                    <a:pt x="141"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30" name="Google Shape;4730;p46"/>
            <p:cNvSpPr/>
            <p:nvPr/>
          </p:nvSpPr>
          <p:spPr>
            <a:xfrm>
              <a:off x="3421560" y="1603856"/>
              <a:ext cx="5502" cy="5534"/>
            </a:xfrm>
            <a:custGeom>
              <a:avLst/>
              <a:gdLst/>
              <a:ahLst/>
              <a:cxnLst/>
              <a:rect l="l" t="t" r="r" b="b"/>
              <a:pathLst>
                <a:path w="173" h="174" extrusionOk="0">
                  <a:moveTo>
                    <a:pt x="95" y="1"/>
                  </a:moveTo>
                  <a:cubicBezTo>
                    <a:pt x="47" y="1"/>
                    <a:pt x="15" y="32"/>
                    <a:pt x="0" y="79"/>
                  </a:cubicBezTo>
                  <a:cubicBezTo>
                    <a:pt x="0" y="127"/>
                    <a:pt x="32" y="158"/>
                    <a:pt x="78" y="173"/>
                  </a:cubicBezTo>
                  <a:lnTo>
                    <a:pt x="95" y="173"/>
                  </a:lnTo>
                  <a:cubicBezTo>
                    <a:pt x="126" y="173"/>
                    <a:pt x="158" y="142"/>
                    <a:pt x="173" y="110"/>
                  </a:cubicBezTo>
                  <a:cubicBezTo>
                    <a:pt x="173" y="64"/>
                    <a:pt x="158" y="16"/>
                    <a:pt x="110" y="16"/>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31" name="Google Shape;4731;p46"/>
            <p:cNvSpPr/>
            <p:nvPr/>
          </p:nvSpPr>
          <p:spPr>
            <a:xfrm>
              <a:off x="3440070" y="1627391"/>
              <a:ext cx="541" cy="1049"/>
            </a:xfrm>
            <a:custGeom>
              <a:avLst/>
              <a:gdLst/>
              <a:ahLst/>
              <a:cxnLst/>
              <a:rect l="l" t="t" r="r" b="b"/>
              <a:pathLst>
                <a:path w="17" h="33" extrusionOk="0">
                  <a:moveTo>
                    <a:pt x="0" y="1"/>
                  </a:moveTo>
                  <a:cubicBezTo>
                    <a:pt x="0" y="17"/>
                    <a:pt x="0" y="32"/>
                    <a:pt x="17" y="32"/>
                  </a:cubicBezTo>
                  <a:lnTo>
                    <a:pt x="17" y="32"/>
                  </a:lnTo>
                  <a:lnTo>
                    <a:pt x="17" y="32"/>
                  </a:lnTo>
                  <a:lnTo>
                    <a:pt x="17" y="17"/>
                  </a:lnTo>
                  <a:cubicBezTo>
                    <a:pt x="17" y="1"/>
                    <a:pt x="0" y="1"/>
                    <a:pt x="0"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32" name="Google Shape;4732;p46"/>
            <p:cNvSpPr/>
            <p:nvPr/>
          </p:nvSpPr>
          <p:spPr>
            <a:xfrm>
              <a:off x="3438066" y="1625896"/>
              <a:ext cx="3562" cy="2544"/>
            </a:xfrm>
            <a:custGeom>
              <a:avLst/>
              <a:gdLst/>
              <a:ahLst/>
              <a:cxnLst/>
              <a:rect l="l" t="t" r="r" b="b"/>
              <a:pathLst>
                <a:path w="112" h="80" extrusionOk="0">
                  <a:moveTo>
                    <a:pt x="17" y="1"/>
                  </a:moveTo>
                  <a:lnTo>
                    <a:pt x="0" y="1"/>
                  </a:lnTo>
                  <a:cubicBezTo>
                    <a:pt x="17" y="1"/>
                    <a:pt x="48" y="16"/>
                    <a:pt x="63" y="16"/>
                  </a:cubicBezTo>
                  <a:lnTo>
                    <a:pt x="63" y="48"/>
                  </a:lnTo>
                  <a:cubicBezTo>
                    <a:pt x="63" y="48"/>
                    <a:pt x="80" y="48"/>
                    <a:pt x="80" y="64"/>
                  </a:cubicBezTo>
                  <a:lnTo>
                    <a:pt x="80" y="79"/>
                  </a:lnTo>
                  <a:lnTo>
                    <a:pt x="95" y="79"/>
                  </a:lnTo>
                  <a:cubicBezTo>
                    <a:pt x="111" y="48"/>
                    <a:pt x="80" y="1"/>
                    <a:pt x="3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33" name="Google Shape;4733;p46"/>
            <p:cNvSpPr/>
            <p:nvPr/>
          </p:nvSpPr>
          <p:spPr>
            <a:xfrm>
              <a:off x="3432564" y="1552239"/>
              <a:ext cx="5534" cy="3562"/>
            </a:xfrm>
            <a:custGeom>
              <a:avLst/>
              <a:gdLst/>
              <a:ahLst/>
              <a:cxnLst/>
              <a:rect l="l" t="t" r="r" b="b"/>
              <a:pathLst>
                <a:path w="174" h="112" extrusionOk="0">
                  <a:moveTo>
                    <a:pt x="1" y="0"/>
                  </a:moveTo>
                  <a:lnTo>
                    <a:pt x="1" y="0"/>
                  </a:lnTo>
                  <a:cubicBezTo>
                    <a:pt x="1" y="48"/>
                    <a:pt x="32" y="95"/>
                    <a:pt x="79" y="111"/>
                  </a:cubicBezTo>
                  <a:lnTo>
                    <a:pt x="95" y="111"/>
                  </a:lnTo>
                  <a:cubicBezTo>
                    <a:pt x="127" y="111"/>
                    <a:pt x="158"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34" name="Google Shape;4734;p46"/>
            <p:cNvSpPr/>
            <p:nvPr/>
          </p:nvSpPr>
          <p:spPr>
            <a:xfrm>
              <a:off x="3425568" y="1586300"/>
              <a:ext cx="5502" cy="3053"/>
            </a:xfrm>
            <a:custGeom>
              <a:avLst/>
              <a:gdLst/>
              <a:ahLst/>
              <a:cxnLst/>
              <a:rect l="l" t="t" r="r" b="b"/>
              <a:pathLst>
                <a:path w="173" h="96" extrusionOk="0">
                  <a:moveTo>
                    <a:pt x="78" y="1"/>
                  </a:moveTo>
                  <a:cubicBezTo>
                    <a:pt x="32" y="1"/>
                    <a:pt x="0" y="17"/>
                    <a:pt x="0" y="64"/>
                  </a:cubicBezTo>
                  <a:lnTo>
                    <a:pt x="0" y="64"/>
                  </a:lnTo>
                  <a:lnTo>
                    <a:pt x="158" y="95"/>
                  </a:lnTo>
                  <a:lnTo>
                    <a:pt x="158" y="95"/>
                  </a:lnTo>
                  <a:cubicBezTo>
                    <a:pt x="173" y="49"/>
                    <a:pt x="141"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35" name="Google Shape;4735;p46"/>
            <p:cNvSpPr/>
            <p:nvPr/>
          </p:nvSpPr>
          <p:spPr>
            <a:xfrm>
              <a:off x="3450597" y="1556246"/>
              <a:ext cx="5534" cy="3021"/>
            </a:xfrm>
            <a:custGeom>
              <a:avLst/>
              <a:gdLst/>
              <a:ahLst/>
              <a:cxnLst/>
              <a:rect l="l" t="t" r="r" b="b"/>
              <a:pathLst>
                <a:path w="174" h="95" extrusionOk="0">
                  <a:moveTo>
                    <a:pt x="1" y="0"/>
                  </a:moveTo>
                  <a:cubicBezTo>
                    <a:pt x="1" y="48"/>
                    <a:pt x="16" y="80"/>
                    <a:pt x="64" y="95"/>
                  </a:cubicBezTo>
                  <a:lnTo>
                    <a:pt x="79" y="95"/>
                  </a:lnTo>
                  <a:cubicBezTo>
                    <a:pt x="127" y="95"/>
                    <a:pt x="158" y="63"/>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36" name="Google Shape;4736;p46"/>
            <p:cNvSpPr/>
            <p:nvPr/>
          </p:nvSpPr>
          <p:spPr>
            <a:xfrm>
              <a:off x="3446590" y="1571798"/>
              <a:ext cx="6042" cy="5502"/>
            </a:xfrm>
            <a:custGeom>
              <a:avLst/>
              <a:gdLst/>
              <a:ahLst/>
              <a:cxnLst/>
              <a:rect l="l" t="t" r="r" b="b"/>
              <a:pathLst>
                <a:path w="190" h="173" extrusionOk="0">
                  <a:moveTo>
                    <a:pt x="95" y="0"/>
                  </a:moveTo>
                  <a:cubicBezTo>
                    <a:pt x="64" y="0"/>
                    <a:pt x="16" y="32"/>
                    <a:pt x="16" y="63"/>
                  </a:cubicBezTo>
                  <a:cubicBezTo>
                    <a:pt x="1" y="110"/>
                    <a:pt x="32" y="158"/>
                    <a:pt x="79" y="173"/>
                  </a:cubicBezTo>
                  <a:lnTo>
                    <a:pt x="95" y="173"/>
                  </a:lnTo>
                  <a:cubicBezTo>
                    <a:pt x="142" y="173"/>
                    <a:pt x="174" y="141"/>
                    <a:pt x="174" y="110"/>
                  </a:cubicBezTo>
                  <a:cubicBezTo>
                    <a:pt x="190" y="63"/>
                    <a:pt x="158" y="15"/>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37" name="Google Shape;4737;p46"/>
            <p:cNvSpPr/>
            <p:nvPr/>
          </p:nvSpPr>
          <p:spPr>
            <a:xfrm>
              <a:off x="3428557" y="1568268"/>
              <a:ext cx="6042" cy="5565"/>
            </a:xfrm>
            <a:custGeom>
              <a:avLst/>
              <a:gdLst/>
              <a:ahLst/>
              <a:cxnLst/>
              <a:rect l="l" t="t" r="r" b="b"/>
              <a:pathLst>
                <a:path w="190" h="175" extrusionOk="0">
                  <a:moveTo>
                    <a:pt x="95" y="0"/>
                  </a:moveTo>
                  <a:cubicBezTo>
                    <a:pt x="64" y="0"/>
                    <a:pt x="32" y="32"/>
                    <a:pt x="16" y="63"/>
                  </a:cubicBezTo>
                  <a:cubicBezTo>
                    <a:pt x="1" y="111"/>
                    <a:pt x="32" y="158"/>
                    <a:pt x="79" y="158"/>
                  </a:cubicBezTo>
                  <a:lnTo>
                    <a:pt x="95" y="174"/>
                  </a:lnTo>
                  <a:cubicBezTo>
                    <a:pt x="142" y="174"/>
                    <a:pt x="173" y="143"/>
                    <a:pt x="190" y="95"/>
                  </a:cubicBezTo>
                  <a:cubicBezTo>
                    <a:pt x="190" y="48"/>
                    <a:pt x="158" y="17"/>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38" name="Google Shape;4738;p46"/>
            <p:cNvSpPr/>
            <p:nvPr/>
          </p:nvSpPr>
          <p:spPr>
            <a:xfrm>
              <a:off x="3443600" y="1589831"/>
              <a:ext cx="5502" cy="3053"/>
            </a:xfrm>
            <a:custGeom>
              <a:avLst/>
              <a:gdLst/>
              <a:ahLst/>
              <a:cxnLst/>
              <a:rect l="l" t="t" r="r" b="b"/>
              <a:pathLst>
                <a:path w="173" h="96" extrusionOk="0">
                  <a:moveTo>
                    <a:pt x="78" y="1"/>
                  </a:moveTo>
                  <a:cubicBezTo>
                    <a:pt x="32" y="1"/>
                    <a:pt x="0" y="32"/>
                    <a:pt x="0" y="64"/>
                  </a:cubicBezTo>
                  <a:lnTo>
                    <a:pt x="158" y="95"/>
                  </a:lnTo>
                  <a:cubicBezTo>
                    <a:pt x="173" y="64"/>
                    <a:pt x="141"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39" name="Google Shape;4739;p46"/>
            <p:cNvSpPr/>
            <p:nvPr/>
          </p:nvSpPr>
          <p:spPr>
            <a:xfrm>
              <a:off x="3439593" y="1516682"/>
              <a:ext cx="6042" cy="3021"/>
            </a:xfrm>
            <a:custGeom>
              <a:avLst/>
              <a:gdLst/>
              <a:ahLst/>
              <a:cxnLst/>
              <a:rect l="l" t="t" r="r" b="b"/>
              <a:pathLst>
                <a:path w="190" h="95" extrusionOk="0">
                  <a:moveTo>
                    <a:pt x="15" y="0"/>
                  </a:moveTo>
                  <a:cubicBezTo>
                    <a:pt x="0" y="47"/>
                    <a:pt x="32" y="78"/>
                    <a:pt x="78" y="95"/>
                  </a:cubicBezTo>
                  <a:lnTo>
                    <a:pt x="95" y="95"/>
                  </a:lnTo>
                  <a:cubicBezTo>
                    <a:pt x="141" y="95"/>
                    <a:pt x="173" y="63"/>
                    <a:pt x="189"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40" name="Google Shape;4740;p46"/>
            <p:cNvSpPr/>
            <p:nvPr/>
          </p:nvSpPr>
          <p:spPr>
            <a:xfrm>
              <a:off x="3432564" y="1550235"/>
              <a:ext cx="6042" cy="3021"/>
            </a:xfrm>
            <a:custGeom>
              <a:avLst/>
              <a:gdLst/>
              <a:ahLst/>
              <a:cxnLst/>
              <a:rect l="l" t="t" r="r" b="b"/>
              <a:pathLst>
                <a:path w="190" h="95" extrusionOk="0">
                  <a:moveTo>
                    <a:pt x="95" y="0"/>
                  </a:moveTo>
                  <a:cubicBezTo>
                    <a:pt x="47" y="0"/>
                    <a:pt x="16" y="32"/>
                    <a:pt x="1" y="63"/>
                  </a:cubicBezTo>
                  <a:lnTo>
                    <a:pt x="173" y="95"/>
                  </a:lnTo>
                  <a:cubicBezTo>
                    <a:pt x="190" y="63"/>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41" name="Google Shape;4741;p46"/>
            <p:cNvSpPr/>
            <p:nvPr/>
          </p:nvSpPr>
          <p:spPr>
            <a:xfrm>
              <a:off x="3457626" y="1520149"/>
              <a:ext cx="5534" cy="3562"/>
            </a:xfrm>
            <a:custGeom>
              <a:avLst/>
              <a:gdLst/>
              <a:ahLst/>
              <a:cxnLst/>
              <a:rect l="l" t="t" r="r" b="b"/>
              <a:pathLst>
                <a:path w="174" h="112" extrusionOk="0">
                  <a:moveTo>
                    <a:pt x="16" y="1"/>
                  </a:moveTo>
                  <a:cubicBezTo>
                    <a:pt x="0" y="49"/>
                    <a:pt x="32" y="95"/>
                    <a:pt x="79" y="95"/>
                  </a:cubicBezTo>
                  <a:cubicBezTo>
                    <a:pt x="79" y="112"/>
                    <a:pt x="95" y="112"/>
                    <a:pt x="95" y="112"/>
                  </a:cubicBezTo>
                  <a:cubicBezTo>
                    <a:pt x="142" y="112"/>
                    <a:pt x="173" y="80"/>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42" name="Google Shape;4742;p46"/>
            <p:cNvSpPr/>
            <p:nvPr/>
          </p:nvSpPr>
          <p:spPr>
            <a:xfrm>
              <a:off x="3454095" y="1536209"/>
              <a:ext cx="6042" cy="5025"/>
            </a:xfrm>
            <a:custGeom>
              <a:avLst/>
              <a:gdLst/>
              <a:ahLst/>
              <a:cxnLst/>
              <a:rect l="l" t="t" r="r" b="b"/>
              <a:pathLst>
                <a:path w="190" h="158" extrusionOk="0">
                  <a:moveTo>
                    <a:pt x="95" y="0"/>
                  </a:moveTo>
                  <a:cubicBezTo>
                    <a:pt x="48" y="0"/>
                    <a:pt x="17" y="16"/>
                    <a:pt x="17" y="63"/>
                  </a:cubicBezTo>
                  <a:cubicBezTo>
                    <a:pt x="1" y="111"/>
                    <a:pt x="32" y="158"/>
                    <a:pt x="80" y="158"/>
                  </a:cubicBezTo>
                  <a:lnTo>
                    <a:pt x="95" y="158"/>
                  </a:lnTo>
                  <a:cubicBezTo>
                    <a:pt x="127" y="158"/>
                    <a:pt x="174" y="142"/>
                    <a:pt x="174" y="95"/>
                  </a:cubicBezTo>
                  <a:cubicBezTo>
                    <a:pt x="190" y="48"/>
                    <a:pt x="158" y="0"/>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43" name="Google Shape;4743;p46"/>
            <p:cNvSpPr/>
            <p:nvPr/>
          </p:nvSpPr>
          <p:spPr>
            <a:xfrm>
              <a:off x="3436063" y="1532170"/>
              <a:ext cx="6042" cy="5565"/>
            </a:xfrm>
            <a:custGeom>
              <a:avLst/>
              <a:gdLst/>
              <a:ahLst/>
              <a:cxnLst/>
              <a:rect l="l" t="t" r="r" b="b"/>
              <a:pathLst>
                <a:path w="190" h="175" extrusionOk="0">
                  <a:moveTo>
                    <a:pt x="95" y="1"/>
                  </a:moveTo>
                  <a:cubicBezTo>
                    <a:pt x="48" y="1"/>
                    <a:pt x="17" y="33"/>
                    <a:pt x="17" y="80"/>
                  </a:cubicBezTo>
                  <a:cubicBezTo>
                    <a:pt x="0" y="112"/>
                    <a:pt x="32" y="159"/>
                    <a:pt x="80" y="175"/>
                  </a:cubicBezTo>
                  <a:lnTo>
                    <a:pt x="95" y="175"/>
                  </a:lnTo>
                  <a:cubicBezTo>
                    <a:pt x="126" y="175"/>
                    <a:pt x="174" y="143"/>
                    <a:pt x="174" y="112"/>
                  </a:cubicBezTo>
                  <a:cubicBezTo>
                    <a:pt x="189" y="64"/>
                    <a:pt x="158" y="17"/>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44" name="Google Shape;4744;p46"/>
            <p:cNvSpPr/>
            <p:nvPr/>
          </p:nvSpPr>
          <p:spPr>
            <a:xfrm>
              <a:off x="3450597" y="1553765"/>
              <a:ext cx="5534" cy="3498"/>
            </a:xfrm>
            <a:custGeom>
              <a:avLst/>
              <a:gdLst/>
              <a:ahLst/>
              <a:cxnLst/>
              <a:rect l="l" t="t" r="r" b="b"/>
              <a:pathLst>
                <a:path w="174" h="110" extrusionOk="0">
                  <a:moveTo>
                    <a:pt x="79" y="0"/>
                  </a:moveTo>
                  <a:cubicBezTo>
                    <a:pt x="48" y="0"/>
                    <a:pt x="16" y="32"/>
                    <a:pt x="1" y="78"/>
                  </a:cubicBezTo>
                  <a:lnTo>
                    <a:pt x="1" y="78"/>
                  </a:lnTo>
                  <a:lnTo>
                    <a:pt x="174" y="110"/>
                  </a:lnTo>
                  <a:lnTo>
                    <a:pt x="174" y="110"/>
                  </a:lnTo>
                  <a:cubicBezTo>
                    <a:pt x="174" y="63"/>
                    <a:pt x="142" y="15"/>
                    <a:pt x="111" y="15"/>
                  </a:cubicBezTo>
                  <a:cubicBezTo>
                    <a:pt x="95" y="0"/>
                    <a:pt x="95" y="0"/>
                    <a:pt x="79"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45" name="Google Shape;4745;p46"/>
            <p:cNvSpPr/>
            <p:nvPr/>
          </p:nvSpPr>
          <p:spPr>
            <a:xfrm>
              <a:off x="3447067" y="1480585"/>
              <a:ext cx="5565" cy="3530"/>
            </a:xfrm>
            <a:custGeom>
              <a:avLst/>
              <a:gdLst/>
              <a:ahLst/>
              <a:cxnLst/>
              <a:rect l="l" t="t" r="r" b="b"/>
              <a:pathLst>
                <a:path w="175" h="111" extrusionOk="0">
                  <a:moveTo>
                    <a:pt x="17" y="1"/>
                  </a:moveTo>
                  <a:cubicBezTo>
                    <a:pt x="1" y="47"/>
                    <a:pt x="32" y="95"/>
                    <a:pt x="80" y="95"/>
                  </a:cubicBezTo>
                  <a:cubicBezTo>
                    <a:pt x="80" y="110"/>
                    <a:pt x="95" y="110"/>
                    <a:pt x="95" y="110"/>
                  </a:cubicBezTo>
                  <a:cubicBezTo>
                    <a:pt x="143" y="110"/>
                    <a:pt x="175" y="79"/>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46" name="Google Shape;4746;p46"/>
            <p:cNvSpPr/>
            <p:nvPr/>
          </p:nvSpPr>
          <p:spPr>
            <a:xfrm>
              <a:off x="3440070" y="1514138"/>
              <a:ext cx="5565" cy="3562"/>
            </a:xfrm>
            <a:custGeom>
              <a:avLst/>
              <a:gdLst/>
              <a:ahLst/>
              <a:cxnLst/>
              <a:rect l="l" t="t" r="r" b="b"/>
              <a:pathLst>
                <a:path w="175" h="112" extrusionOk="0">
                  <a:moveTo>
                    <a:pt x="80" y="1"/>
                  </a:moveTo>
                  <a:cubicBezTo>
                    <a:pt x="48" y="1"/>
                    <a:pt x="17" y="32"/>
                    <a:pt x="0" y="80"/>
                  </a:cubicBezTo>
                  <a:lnTo>
                    <a:pt x="0" y="80"/>
                  </a:lnTo>
                  <a:lnTo>
                    <a:pt x="174" y="112"/>
                  </a:lnTo>
                  <a:lnTo>
                    <a:pt x="174" y="112"/>
                  </a:lnTo>
                  <a:cubicBezTo>
                    <a:pt x="174" y="64"/>
                    <a:pt x="143" y="17"/>
                    <a:pt x="95" y="17"/>
                  </a:cubicBezTo>
                  <a:cubicBezTo>
                    <a:pt x="95" y="1"/>
                    <a:pt x="95" y="1"/>
                    <a:pt x="8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47" name="Google Shape;4747;p46"/>
            <p:cNvSpPr/>
            <p:nvPr/>
          </p:nvSpPr>
          <p:spPr>
            <a:xfrm>
              <a:off x="3465131" y="1484592"/>
              <a:ext cx="5565" cy="3053"/>
            </a:xfrm>
            <a:custGeom>
              <a:avLst/>
              <a:gdLst/>
              <a:ahLst/>
              <a:cxnLst/>
              <a:rect l="l" t="t" r="r" b="b"/>
              <a:pathLst>
                <a:path w="175" h="96" extrusionOk="0">
                  <a:moveTo>
                    <a:pt x="17" y="1"/>
                  </a:moveTo>
                  <a:lnTo>
                    <a:pt x="17" y="1"/>
                  </a:lnTo>
                  <a:cubicBezTo>
                    <a:pt x="0" y="32"/>
                    <a:pt x="32" y="79"/>
                    <a:pt x="80" y="95"/>
                  </a:cubicBezTo>
                  <a:lnTo>
                    <a:pt x="95" y="95"/>
                  </a:lnTo>
                  <a:cubicBezTo>
                    <a:pt x="126" y="95"/>
                    <a:pt x="174" y="64"/>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48" name="Google Shape;4748;p46"/>
            <p:cNvSpPr/>
            <p:nvPr/>
          </p:nvSpPr>
          <p:spPr>
            <a:xfrm>
              <a:off x="3461633" y="1500112"/>
              <a:ext cx="5534" cy="5565"/>
            </a:xfrm>
            <a:custGeom>
              <a:avLst/>
              <a:gdLst/>
              <a:ahLst/>
              <a:cxnLst/>
              <a:rect l="l" t="t" r="r" b="b"/>
              <a:pathLst>
                <a:path w="174" h="175" extrusionOk="0">
                  <a:moveTo>
                    <a:pt x="95" y="1"/>
                  </a:moveTo>
                  <a:cubicBezTo>
                    <a:pt x="47" y="1"/>
                    <a:pt x="16" y="32"/>
                    <a:pt x="0" y="64"/>
                  </a:cubicBezTo>
                  <a:cubicBezTo>
                    <a:pt x="0" y="112"/>
                    <a:pt x="32" y="158"/>
                    <a:pt x="64" y="175"/>
                  </a:cubicBezTo>
                  <a:lnTo>
                    <a:pt x="95" y="175"/>
                  </a:lnTo>
                  <a:cubicBezTo>
                    <a:pt x="127" y="175"/>
                    <a:pt x="158" y="143"/>
                    <a:pt x="173" y="95"/>
                  </a:cubicBezTo>
                  <a:cubicBezTo>
                    <a:pt x="173" y="64"/>
                    <a:pt x="142" y="17"/>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49" name="Google Shape;4749;p46"/>
            <p:cNvSpPr/>
            <p:nvPr/>
          </p:nvSpPr>
          <p:spPr>
            <a:xfrm>
              <a:off x="3443600" y="1496614"/>
              <a:ext cx="6042" cy="5057"/>
            </a:xfrm>
            <a:custGeom>
              <a:avLst/>
              <a:gdLst/>
              <a:ahLst/>
              <a:cxnLst/>
              <a:rect l="l" t="t" r="r" b="b"/>
              <a:pathLst>
                <a:path w="190" h="159" extrusionOk="0">
                  <a:moveTo>
                    <a:pt x="95" y="1"/>
                  </a:moveTo>
                  <a:cubicBezTo>
                    <a:pt x="47" y="1"/>
                    <a:pt x="15" y="16"/>
                    <a:pt x="0" y="64"/>
                  </a:cubicBezTo>
                  <a:cubicBezTo>
                    <a:pt x="0" y="111"/>
                    <a:pt x="32" y="159"/>
                    <a:pt x="78" y="159"/>
                  </a:cubicBezTo>
                  <a:lnTo>
                    <a:pt x="95" y="159"/>
                  </a:lnTo>
                  <a:cubicBezTo>
                    <a:pt x="126" y="159"/>
                    <a:pt x="158" y="142"/>
                    <a:pt x="173" y="96"/>
                  </a:cubicBezTo>
                  <a:cubicBezTo>
                    <a:pt x="189" y="48"/>
                    <a:pt x="158" y="1"/>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50" name="Google Shape;4750;p46"/>
            <p:cNvSpPr/>
            <p:nvPr/>
          </p:nvSpPr>
          <p:spPr>
            <a:xfrm>
              <a:off x="3458103" y="1518145"/>
              <a:ext cx="5565" cy="3053"/>
            </a:xfrm>
            <a:custGeom>
              <a:avLst/>
              <a:gdLst/>
              <a:ahLst/>
              <a:cxnLst/>
              <a:rect l="l" t="t" r="r" b="b"/>
              <a:pathLst>
                <a:path w="175" h="96" extrusionOk="0">
                  <a:moveTo>
                    <a:pt x="80" y="1"/>
                  </a:moveTo>
                  <a:cubicBezTo>
                    <a:pt x="48" y="1"/>
                    <a:pt x="1" y="32"/>
                    <a:pt x="1" y="64"/>
                  </a:cubicBezTo>
                  <a:lnTo>
                    <a:pt x="158" y="95"/>
                  </a:lnTo>
                  <a:cubicBezTo>
                    <a:pt x="175" y="49"/>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51" name="Google Shape;4751;p46"/>
            <p:cNvSpPr/>
            <p:nvPr/>
          </p:nvSpPr>
          <p:spPr>
            <a:xfrm>
              <a:off x="3447607" y="1478581"/>
              <a:ext cx="5502" cy="3053"/>
            </a:xfrm>
            <a:custGeom>
              <a:avLst/>
              <a:gdLst/>
              <a:ahLst/>
              <a:cxnLst/>
              <a:rect l="l" t="t" r="r" b="b"/>
              <a:pathLst>
                <a:path w="173" h="96" extrusionOk="0">
                  <a:moveTo>
                    <a:pt x="78" y="1"/>
                  </a:moveTo>
                  <a:cubicBezTo>
                    <a:pt x="47" y="1"/>
                    <a:pt x="0" y="32"/>
                    <a:pt x="0" y="64"/>
                  </a:cubicBezTo>
                  <a:lnTo>
                    <a:pt x="158" y="95"/>
                  </a:lnTo>
                  <a:cubicBezTo>
                    <a:pt x="173" y="47"/>
                    <a:pt x="142"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52" name="Google Shape;4752;p46"/>
            <p:cNvSpPr/>
            <p:nvPr/>
          </p:nvSpPr>
          <p:spPr>
            <a:xfrm>
              <a:off x="3472669" y="1448527"/>
              <a:ext cx="2512" cy="2512"/>
            </a:xfrm>
            <a:custGeom>
              <a:avLst/>
              <a:gdLst/>
              <a:ahLst/>
              <a:cxnLst/>
              <a:rect l="l" t="t" r="r" b="b"/>
              <a:pathLst>
                <a:path w="79" h="79" extrusionOk="0">
                  <a:moveTo>
                    <a:pt x="32" y="0"/>
                  </a:moveTo>
                  <a:cubicBezTo>
                    <a:pt x="32" y="16"/>
                    <a:pt x="15" y="32"/>
                    <a:pt x="0" y="47"/>
                  </a:cubicBezTo>
                  <a:lnTo>
                    <a:pt x="32" y="79"/>
                  </a:lnTo>
                  <a:cubicBezTo>
                    <a:pt x="47" y="63"/>
                    <a:pt x="63" y="32"/>
                    <a:pt x="78" y="16"/>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53" name="Google Shape;4753;p46"/>
            <p:cNvSpPr/>
            <p:nvPr/>
          </p:nvSpPr>
          <p:spPr>
            <a:xfrm>
              <a:off x="3473655" y="1449004"/>
              <a:ext cx="4516" cy="2544"/>
            </a:xfrm>
            <a:custGeom>
              <a:avLst/>
              <a:gdLst/>
              <a:ahLst/>
              <a:cxnLst/>
              <a:rect l="l" t="t" r="r" b="b"/>
              <a:pathLst>
                <a:path w="142" h="80" extrusionOk="0">
                  <a:moveTo>
                    <a:pt x="47" y="1"/>
                  </a:moveTo>
                  <a:cubicBezTo>
                    <a:pt x="32" y="17"/>
                    <a:pt x="16" y="48"/>
                    <a:pt x="1" y="64"/>
                  </a:cubicBezTo>
                  <a:cubicBezTo>
                    <a:pt x="16" y="80"/>
                    <a:pt x="32" y="80"/>
                    <a:pt x="32" y="80"/>
                  </a:cubicBezTo>
                  <a:lnTo>
                    <a:pt x="64" y="80"/>
                  </a:lnTo>
                  <a:cubicBezTo>
                    <a:pt x="95" y="80"/>
                    <a:pt x="127" y="64"/>
                    <a:pt x="142" y="17"/>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54" name="Google Shape;4754;p46"/>
            <p:cNvSpPr/>
            <p:nvPr/>
          </p:nvSpPr>
          <p:spPr>
            <a:xfrm>
              <a:off x="3468661" y="1464047"/>
              <a:ext cx="6042" cy="5565"/>
            </a:xfrm>
            <a:custGeom>
              <a:avLst/>
              <a:gdLst/>
              <a:ahLst/>
              <a:cxnLst/>
              <a:rect l="l" t="t" r="r" b="b"/>
              <a:pathLst>
                <a:path w="190" h="175" extrusionOk="0">
                  <a:moveTo>
                    <a:pt x="95" y="0"/>
                  </a:moveTo>
                  <a:cubicBezTo>
                    <a:pt x="63" y="0"/>
                    <a:pt x="15" y="32"/>
                    <a:pt x="15" y="80"/>
                  </a:cubicBezTo>
                  <a:cubicBezTo>
                    <a:pt x="0" y="126"/>
                    <a:pt x="32" y="158"/>
                    <a:pt x="78" y="174"/>
                  </a:cubicBezTo>
                  <a:lnTo>
                    <a:pt x="95" y="174"/>
                  </a:lnTo>
                  <a:cubicBezTo>
                    <a:pt x="141" y="174"/>
                    <a:pt x="173" y="143"/>
                    <a:pt x="173" y="111"/>
                  </a:cubicBezTo>
                  <a:cubicBezTo>
                    <a:pt x="189" y="63"/>
                    <a:pt x="158" y="17"/>
                    <a:pt x="110" y="17"/>
                  </a:cubicBezTo>
                  <a:cubicBezTo>
                    <a:pt x="110" y="0"/>
                    <a:pt x="110"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55" name="Google Shape;4755;p46"/>
            <p:cNvSpPr/>
            <p:nvPr/>
          </p:nvSpPr>
          <p:spPr>
            <a:xfrm>
              <a:off x="3465640" y="1482079"/>
              <a:ext cx="5534" cy="3562"/>
            </a:xfrm>
            <a:custGeom>
              <a:avLst/>
              <a:gdLst/>
              <a:ahLst/>
              <a:cxnLst/>
              <a:rect l="l" t="t" r="r" b="b"/>
              <a:pathLst>
                <a:path w="174" h="112" extrusionOk="0">
                  <a:moveTo>
                    <a:pt x="79" y="0"/>
                  </a:moveTo>
                  <a:cubicBezTo>
                    <a:pt x="32" y="0"/>
                    <a:pt x="1" y="32"/>
                    <a:pt x="1" y="80"/>
                  </a:cubicBezTo>
                  <a:lnTo>
                    <a:pt x="158" y="111"/>
                  </a:lnTo>
                  <a:cubicBezTo>
                    <a:pt x="173" y="63"/>
                    <a:pt x="142" y="17"/>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56" name="Google Shape;4756;p46"/>
            <p:cNvSpPr/>
            <p:nvPr/>
          </p:nvSpPr>
          <p:spPr>
            <a:xfrm>
              <a:off x="3473655" y="1446523"/>
              <a:ext cx="4516" cy="2512"/>
            </a:xfrm>
            <a:custGeom>
              <a:avLst/>
              <a:gdLst/>
              <a:ahLst/>
              <a:cxnLst/>
              <a:rect l="l" t="t" r="r" b="b"/>
              <a:pathLst>
                <a:path w="142" h="79" extrusionOk="0">
                  <a:moveTo>
                    <a:pt x="95" y="0"/>
                  </a:moveTo>
                  <a:lnTo>
                    <a:pt x="95" y="0"/>
                  </a:lnTo>
                  <a:cubicBezTo>
                    <a:pt x="47" y="16"/>
                    <a:pt x="32" y="47"/>
                    <a:pt x="1" y="63"/>
                  </a:cubicBezTo>
                  <a:lnTo>
                    <a:pt x="47" y="79"/>
                  </a:lnTo>
                  <a:cubicBezTo>
                    <a:pt x="64" y="63"/>
                    <a:pt x="79" y="47"/>
                    <a:pt x="110" y="47"/>
                  </a:cubicBezTo>
                  <a:lnTo>
                    <a:pt x="110" y="47"/>
                  </a:lnTo>
                  <a:lnTo>
                    <a:pt x="142" y="47"/>
                  </a:lnTo>
                  <a:lnTo>
                    <a:pt x="95"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57" name="Google Shape;4757;p46"/>
            <p:cNvSpPr/>
            <p:nvPr/>
          </p:nvSpPr>
          <p:spPr>
            <a:xfrm>
              <a:off x="3475149" y="1448018"/>
              <a:ext cx="3021" cy="1527"/>
            </a:xfrm>
            <a:custGeom>
              <a:avLst/>
              <a:gdLst/>
              <a:ahLst/>
              <a:cxnLst/>
              <a:rect l="l" t="t" r="r" b="b"/>
              <a:pathLst>
                <a:path w="95" h="48" extrusionOk="0">
                  <a:moveTo>
                    <a:pt x="63" y="0"/>
                  </a:moveTo>
                  <a:lnTo>
                    <a:pt x="63" y="0"/>
                  </a:lnTo>
                  <a:cubicBezTo>
                    <a:pt x="32" y="0"/>
                    <a:pt x="17" y="16"/>
                    <a:pt x="0" y="32"/>
                  </a:cubicBezTo>
                  <a:lnTo>
                    <a:pt x="95" y="48"/>
                  </a:lnTo>
                  <a:lnTo>
                    <a:pt x="95" y="48"/>
                  </a:lnTo>
                  <a:lnTo>
                    <a:pt x="95" y="0"/>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58" name="Google Shape;4758;p46"/>
            <p:cNvSpPr/>
            <p:nvPr/>
          </p:nvSpPr>
          <p:spPr>
            <a:xfrm>
              <a:off x="3461124" y="1595841"/>
              <a:ext cx="5565" cy="3053"/>
            </a:xfrm>
            <a:custGeom>
              <a:avLst/>
              <a:gdLst/>
              <a:ahLst/>
              <a:cxnLst/>
              <a:rect l="l" t="t" r="r" b="b"/>
              <a:pathLst>
                <a:path w="175" h="96" extrusionOk="0">
                  <a:moveTo>
                    <a:pt x="0" y="1"/>
                  </a:moveTo>
                  <a:lnTo>
                    <a:pt x="0" y="1"/>
                  </a:lnTo>
                  <a:cubicBezTo>
                    <a:pt x="0" y="47"/>
                    <a:pt x="32" y="79"/>
                    <a:pt x="80" y="95"/>
                  </a:cubicBezTo>
                  <a:lnTo>
                    <a:pt x="95" y="95"/>
                  </a:lnTo>
                  <a:cubicBezTo>
                    <a:pt x="126" y="95"/>
                    <a:pt x="158" y="64"/>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59" name="Google Shape;4759;p46"/>
            <p:cNvSpPr/>
            <p:nvPr/>
          </p:nvSpPr>
          <p:spPr>
            <a:xfrm>
              <a:off x="3455622" y="1629394"/>
              <a:ext cx="3021" cy="1049"/>
            </a:xfrm>
            <a:custGeom>
              <a:avLst/>
              <a:gdLst/>
              <a:ahLst/>
              <a:cxnLst/>
              <a:rect l="l" t="t" r="r" b="b"/>
              <a:pathLst>
                <a:path w="95" h="33" extrusionOk="0">
                  <a:moveTo>
                    <a:pt x="32" y="1"/>
                  </a:moveTo>
                  <a:lnTo>
                    <a:pt x="0" y="1"/>
                  </a:lnTo>
                  <a:lnTo>
                    <a:pt x="0" y="17"/>
                  </a:lnTo>
                  <a:cubicBezTo>
                    <a:pt x="16" y="32"/>
                    <a:pt x="32" y="32"/>
                    <a:pt x="63" y="32"/>
                  </a:cubicBezTo>
                  <a:lnTo>
                    <a:pt x="95" y="32"/>
                  </a:lnTo>
                  <a:cubicBezTo>
                    <a:pt x="79" y="17"/>
                    <a:pt x="63" y="1"/>
                    <a:pt x="47"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60" name="Google Shape;4760;p46"/>
            <p:cNvSpPr/>
            <p:nvPr/>
          </p:nvSpPr>
          <p:spPr>
            <a:xfrm>
              <a:off x="3479157" y="1599340"/>
              <a:ext cx="5565" cy="3021"/>
            </a:xfrm>
            <a:custGeom>
              <a:avLst/>
              <a:gdLst/>
              <a:ahLst/>
              <a:cxnLst/>
              <a:rect l="l" t="t" r="r" b="b"/>
              <a:pathLst>
                <a:path w="175" h="95" extrusionOk="0">
                  <a:moveTo>
                    <a:pt x="0" y="0"/>
                  </a:moveTo>
                  <a:cubicBezTo>
                    <a:pt x="0" y="48"/>
                    <a:pt x="17" y="95"/>
                    <a:pt x="63" y="95"/>
                  </a:cubicBezTo>
                  <a:lnTo>
                    <a:pt x="80" y="95"/>
                  </a:lnTo>
                  <a:cubicBezTo>
                    <a:pt x="126" y="95"/>
                    <a:pt x="158" y="80"/>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61" name="Google Shape;4761;p46"/>
            <p:cNvSpPr/>
            <p:nvPr/>
          </p:nvSpPr>
          <p:spPr>
            <a:xfrm>
              <a:off x="3475149" y="1614892"/>
              <a:ext cx="6042" cy="5502"/>
            </a:xfrm>
            <a:custGeom>
              <a:avLst/>
              <a:gdLst/>
              <a:ahLst/>
              <a:cxnLst/>
              <a:rect l="l" t="t" r="r" b="b"/>
              <a:pathLst>
                <a:path w="190" h="173" extrusionOk="0">
                  <a:moveTo>
                    <a:pt x="95" y="0"/>
                  </a:moveTo>
                  <a:cubicBezTo>
                    <a:pt x="63" y="0"/>
                    <a:pt x="17" y="32"/>
                    <a:pt x="17" y="78"/>
                  </a:cubicBezTo>
                  <a:cubicBezTo>
                    <a:pt x="0" y="126"/>
                    <a:pt x="32" y="173"/>
                    <a:pt x="80" y="173"/>
                  </a:cubicBezTo>
                  <a:lnTo>
                    <a:pt x="95" y="173"/>
                  </a:lnTo>
                  <a:cubicBezTo>
                    <a:pt x="143" y="173"/>
                    <a:pt x="174" y="141"/>
                    <a:pt x="174" y="110"/>
                  </a:cubicBezTo>
                  <a:cubicBezTo>
                    <a:pt x="189" y="63"/>
                    <a:pt x="158" y="15"/>
                    <a:pt x="111" y="15"/>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62" name="Google Shape;4762;p46"/>
            <p:cNvSpPr/>
            <p:nvPr/>
          </p:nvSpPr>
          <p:spPr>
            <a:xfrm>
              <a:off x="3457117" y="1611362"/>
              <a:ext cx="6042" cy="5565"/>
            </a:xfrm>
            <a:custGeom>
              <a:avLst/>
              <a:gdLst/>
              <a:ahLst/>
              <a:cxnLst/>
              <a:rect l="l" t="t" r="r" b="b"/>
              <a:pathLst>
                <a:path w="190" h="175" extrusionOk="0">
                  <a:moveTo>
                    <a:pt x="95" y="0"/>
                  </a:moveTo>
                  <a:cubicBezTo>
                    <a:pt x="63" y="0"/>
                    <a:pt x="32" y="32"/>
                    <a:pt x="16" y="63"/>
                  </a:cubicBezTo>
                  <a:cubicBezTo>
                    <a:pt x="0" y="111"/>
                    <a:pt x="32" y="158"/>
                    <a:pt x="79" y="174"/>
                  </a:cubicBezTo>
                  <a:lnTo>
                    <a:pt x="95" y="174"/>
                  </a:lnTo>
                  <a:cubicBezTo>
                    <a:pt x="142" y="174"/>
                    <a:pt x="174" y="143"/>
                    <a:pt x="174" y="111"/>
                  </a:cubicBezTo>
                  <a:cubicBezTo>
                    <a:pt x="189" y="63"/>
                    <a:pt x="158" y="17"/>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63" name="Google Shape;4763;p46"/>
            <p:cNvSpPr/>
            <p:nvPr/>
          </p:nvSpPr>
          <p:spPr>
            <a:xfrm>
              <a:off x="3474672" y="1632925"/>
              <a:ext cx="2512" cy="2035"/>
            </a:xfrm>
            <a:custGeom>
              <a:avLst/>
              <a:gdLst/>
              <a:ahLst/>
              <a:cxnLst/>
              <a:rect l="l" t="t" r="r" b="b"/>
              <a:pathLst>
                <a:path w="79" h="64" extrusionOk="0">
                  <a:moveTo>
                    <a:pt x="0" y="1"/>
                  </a:moveTo>
                  <a:lnTo>
                    <a:pt x="0" y="1"/>
                  </a:lnTo>
                  <a:cubicBezTo>
                    <a:pt x="32" y="16"/>
                    <a:pt x="47" y="47"/>
                    <a:pt x="78" y="64"/>
                  </a:cubicBezTo>
                  <a:cubicBezTo>
                    <a:pt x="63" y="32"/>
                    <a:pt x="47" y="16"/>
                    <a:pt x="1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64" name="Google Shape;4764;p46"/>
            <p:cNvSpPr/>
            <p:nvPr/>
          </p:nvSpPr>
          <p:spPr>
            <a:xfrm>
              <a:off x="3468121" y="1559776"/>
              <a:ext cx="6042" cy="3021"/>
            </a:xfrm>
            <a:custGeom>
              <a:avLst/>
              <a:gdLst/>
              <a:ahLst/>
              <a:cxnLst/>
              <a:rect l="l" t="t" r="r" b="b"/>
              <a:pathLst>
                <a:path w="190" h="95" extrusionOk="0">
                  <a:moveTo>
                    <a:pt x="17" y="0"/>
                  </a:moveTo>
                  <a:cubicBezTo>
                    <a:pt x="1" y="47"/>
                    <a:pt x="32" y="95"/>
                    <a:pt x="80" y="95"/>
                  </a:cubicBezTo>
                  <a:lnTo>
                    <a:pt x="95" y="95"/>
                  </a:lnTo>
                  <a:cubicBezTo>
                    <a:pt x="143" y="95"/>
                    <a:pt x="175" y="78"/>
                    <a:pt x="190"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65" name="Google Shape;4765;p46"/>
            <p:cNvSpPr/>
            <p:nvPr/>
          </p:nvSpPr>
          <p:spPr>
            <a:xfrm>
              <a:off x="3461124" y="1593329"/>
              <a:ext cx="5565" cy="3562"/>
            </a:xfrm>
            <a:custGeom>
              <a:avLst/>
              <a:gdLst/>
              <a:ahLst/>
              <a:cxnLst/>
              <a:rect l="l" t="t" r="r" b="b"/>
              <a:pathLst>
                <a:path w="175" h="112" extrusionOk="0">
                  <a:moveTo>
                    <a:pt x="95" y="0"/>
                  </a:moveTo>
                  <a:cubicBezTo>
                    <a:pt x="48" y="0"/>
                    <a:pt x="16" y="32"/>
                    <a:pt x="0" y="80"/>
                  </a:cubicBezTo>
                  <a:lnTo>
                    <a:pt x="174" y="111"/>
                  </a:lnTo>
                  <a:cubicBezTo>
                    <a:pt x="174" y="63"/>
                    <a:pt x="158" y="17"/>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66" name="Google Shape;4766;p46"/>
            <p:cNvSpPr/>
            <p:nvPr/>
          </p:nvSpPr>
          <p:spPr>
            <a:xfrm>
              <a:off x="3486154" y="1563243"/>
              <a:ext cx="5565" cy="3562"/>
            </a:xfrm>
            <a:custGeom>
              <a:avLst/>
              <a:gdLst/>
              <a:ahLst/>
              <a:cxnLst/>
              <a:rect l="l" t="t" r="r" b="b"/>
              <a:pathLst>
                <a:path w="175" h="112" extrusionOk="0">
                  <a:moveTo>
                    <a:pt x="17" y="1"/>
                  </a:moveTo>
                  <a:cubicBezTo>
                    <a:pt x="1" y="49"/>
                    <a:pt x="32" y="95"/>
                    <a:pt x="80" y="112"/>
                  </a:cubicBezTo>
                  <a:lnTo>
                    <a:pt x="95" y="112"/>
                  </a:lnTo>
                  <a:cubicBezTo>
                    <a:pt x="143" y="112"/>
                    <a:pt x="175" y="80"/>
                    <a:pt x="175" y="49"/>
                  </a:cubicBezTo>
                  <a:lnTo>
                    <a:pt x="175" y="49"/>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67" name="Google Shape;4767;p46"/>
            <p:cNvSpPr/>
            <p:nvPr/>
          </p:nvSpPr>
          <p:spPr>
            <a:xfrm>
              <a:off x="3482687" y="1579303"/>
              <a:ext cx="6042" cy="5534"/>
            </a:xfrm>
            <a:custGeom>
              <a:avLst/>
              <a:gdLst/>
              <a:ahLst/>
              <a:cxnLst/>
              <a:rect l="l" t="t" r="r" b="b"/>
              <a:pathLst>
                <a:path w="190" h="174" extrusionOk="0">
                  <a:moveTo>
                    <a:pt x="95" y="0"/>
                  </a:moveTo>
                  <a:cubicBezTo>
                    <a:pt x="47" y="0"/>
                    <a:pt x="15" y="32"/>
                    <a:pt x="15" y="63"/>
                  </a:cubicBezTo>
                  <a:cubicBezTo>
                    <a:pt x="0" y="111"/>
                    <a:pt x="32" y="158"/>
                    <a:pt x="78" y="174"/>
                  </a:cubicBezTo>
                  <a:lnTo>
                    <a:pt x="95" y="174"/>
                  </a:lnTo>
                  <a:cubicBezTo>
                    <a:pt x="126" y="174"/>
                    <a:pt x="173" y="142"/>
                    <a:pt x="173" y="95"/>
                  </a:cubicBezTo>
                  <a:cubicBezTo>
                    <a:pt x="189" y="48"/>
                    <a:pt x="158" y="16"/>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68" name="Google Shape;4768;p46"/>
            <p:cNvSpPr/>
            <p:nvPr/>
          </p:nvSpPr>
          <p:spPr>
            <a:xfrm>
              <a:off x="3464654" y="1575805"/>
              <a:ext cx="6042" cy="5025"/>
            </a:xfrm>
            <a:custGeom>
              <a:avLst/>
              <a:gdLst/>
              <a:ahLst/>
              <a:cxnLst/>
              <a:rect l="l" t="t" r="r" b="b"/>
              <a:pathLst>
                <a:path w="190" h="158" extrusionOk="0">
                  <a:moveTo>
                    <a:pt x="95" y="0"/>
                  </a:moveTo>
                  <a:cubicBezTo>
                    <a:pt x="47" y="0"/>
                    <a:pt x="15" y="15"/>
                    <a:pt x="15" y="63"/>
                  </a:cubicBezTo>
                  <a:cubicBezTo>
                    <a:pt x="0" y="110"/>
                    <a:pt x="32" y="158"/>
                    <a:pt x="78" y="158"/>
                  </a:cubicBezTo>
                  <a:lnTo>
                    <a:pt x="95" y="158"/>
                  </a:lnTo>
                  <a:cubicBezTo>
                    <a:pt x="126" y="158"/>
                    <a:pt x="173" y="142"/>
                    <a:pt x="173" y="95"/>
                  </a:cubicBezTo>
                  <a:cubicBezTo>
                    <a:pt x="189" y="47"/>
                    <a:pt x="158" y="0"/>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69" name="Google Shape;4769;p46"/>
            <p:cNvSpPr/>
            <p:nvPr/>
          </p:nvSpPr>
          <p:spPr>
            <a:xfrm>
              <a:off x="3479157" y="1597336"/>
              <a:ext cx="5565" cy="3021"/>
            </a:xfrm>
            <a:custGeom>
              <a:avLst/>
              <a:gdLst/>
              <a:ahLst/>
              <a:cxnLst/>
              <a:rect l="l" t="t" r="r" b="b"/>
              <a:pathLst>
                <a:path w="175" h="95" extrusionOk="0">
                  <a:moveTo>
                    <a:pt x="80" y="0"/>
                  </a:moveTo>
                  <a:cubicBezTo>
                    <a:pt x="48" y="0"/>
                    <a:pt x="17" y="17"/>
                    <a:pt x="0" y="63"/>
                  </a:cubicBezTo>
                  <a:lnTo>
                    <a:pt x="0" y="63"/>
                  </a:lnTo>
                  <a:lnTo>
                    <a:pt x="174" y="95"/>
                  </a:lnTo>
                  <a:lnTo>
                    <a:pt x="174" y="95"/>
                  </a:lnTo>
                  <a:cubicBezTo>
                    <a:pt x="174" y="48"/>
                    <a:pt x="143"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70" name="Google Shape;4770;p46"/>
            <p:cNvSpPr/>
            <p:nvPr/>
          </p:nvSpPr>
          <p:spPr>
            <a:xfrm>
              <a:off x="3475658" y="1523679"/>
              <a:ext cx="5534" cy="3530"/>
            </a:xfrm>
            <a:custGeom>
              <a:avLst/>
              <a:gdLst/>
              <a:ahLst/>
              <a:cxnLst/>
              <a:rect l="l" t="t" r="r" b="b"/>
              <a:pathLst>
                <a:path w="174" h="111" extrusionOk="0">
                  <a:moveTo>
                    <a:pt x="16" y="1"/>
                  </a:moveTo>
                  <a:lnTo>
                    <a:pt x="16" y="1"/>
                  </a:lnTo>
                  <a:cubicBezTo>
                    <a:pt x="1" y="47"/>
                    <a:pt x="32" y="95"/>
                    <a:pt x="79" y="110"/>
                  </a:cubicBezTo>
                  <a:lnTo>
                    <a:pt x="95" y="110"/>
                  </a:lnTo>
                  <a:cubicBezTo>
                    <a:pt x="127" y="110"/>
                    <a:pt x="173" y="79"/>
                    <a:pt x="173" y="47"/>
                  </a:cubicBezTo>
                  <a:lnTo>
                    <a:pt x="173" y="47"/>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71" name="Google Shape;4771;p46"/>
            <p:cNvSpPr/>
            <p:nvPr/>
          </p:nvSpPr>
          <p:spPr>
            <a:xfrm>
              <a:off x="3468661" y="1557772"/>
              <a:ext cx="5502" cy="3021"/>
            </a:xfrm>
            <a:custGeom>
              <a:avLst/>
              <a:gdLst/>
              <a:ahLst/>
              <a:cxnLst/>
              <a:rect l="l" t="t" r="r" b="b"/>
              <a:pathLst>
                <a:path w="173" h="95" extrusionOk="0">
                  <a:moveTo>
                    <a:pt x="78" y="0"/>
                  </a:moveTo>
                  <a:cubicBezTo>
                    <a:pt x="47" y="0"/>
                    <a:pt x="15" y="15"/>
                    <a:pt x="0" y="63"/>
                  </a:cubicBezTo>
                  <a:lnTo>
                    <a:pt x="0" y="63"/>
                  </a:lnTo>
                  <a:lnTo>
                    <a:pt x="173" y="95"/>
                  </a:lnTo>
                  <a:lnTo>
                    <a:pt x="173" y="95"/>
                  </a:lnTo>
                  <a:cubicBezTo>
                    <a:pt x="173" y="47"/>
                    <a:pt x="141"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72" name="Google Shape;4772;p46"/>
            <p:cNvSpPr/>
            <p:nvPr/>
          </p:nvSpPr>
          <p:spPr>
            <a:xfrm>
              <a:off x="3493691" y="1527686"/>
              <a:ext cx="5534" cy="3053"/>
            </a:xfrm>
            <a:custGeom>
              <a:avLst/>
              <a:gdLst/>
              <a:ahLst/>
              <a:cxnLst/>
              <a:rect l="l" t="t" r="r" b="b"/>
              <a:pathLst>
                <a:path w="174" h="96" extrusionOk="0">
                  <a:moveTo>
                    <a:pt x="16" y="1"/>
                  </a:moveTo>
                  <a:lnTo>
                    <a:pt x="16" y="1"/>
                  </a:lnTo>
                  <a:cubicBezTo>
                    <a:pt x="1" y="47"/>
                    <a:pt x="32" y="95"/>
                    <a:pt x="79" y="95"/>
                  </a:cubicBezTo>
                  <a:lnTo>
                    <a:pt x="95" y="95"/>
                  </a:lnTo>
                  <a:cubicBezTo>
                    <a:pt x="127" y="95"/>
                    <a:pt x="174" y="64"/>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73" name="Google Shape;4773;p46"/>
            <p:cNvSpPr/>
            <p:nvPr/>
          </p:nvSpPr>
          <p:spPr>
            <a:xfrm>
              <a:off x="3490161" y="1543206"/>
              <a:ext cx="5565" cy="5565"/>
            </a:xfrm>
            <a:custGeom>
              <a:avLst/>
              <a:gdLst/>
              <a:ahLst/>
              <a:cxnLst/>
              <a:rect l="l" t="t" r="r" b="b"/>
              <a:pathLst>
                <a:path w="175" h="175" extrusionOk="0">
                  <a:moveTo>
                    <a:pt x="80" y="1"/>
                  </a:moveTo>
                  <a:cubicBezTo>
                    <a:pt x="49" y="1"/>
                    <a:pt x="17" y="32"/>
                    <a:pt x="1" y="80"/>
                  </a:cubicBezTo>
                  <a:cubicBezTo>
                    <a:pt x="1" y="112"/>
                    <a:pt x="17" y="158"/>
                    <a:pt x="64" y="175"/>
                  </a:cubicBezTo>
                  <a:lnTo>
                    <a:pt x="80" y="175"/>
                  </a:lnTo>
                  <a:cubicBezTo>
                    <a:pt x="127" y="175"/>
                    <a:pt x="158" y="143"/>
                    <a:pt x="175" y="112"/>
                  </a:cubicBezTo>
                  <a:cubicBezTo>
                    <a:pt x="175" y="64"/>
                    <a:pt x="143" y="17"/>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74" name="Google Shape;4774;p46"/>
            <p:cNvSpPr/>
            <p:nvPr/>
          </p:nvSpPr>
          <p:spPr>
            <a:xfrm>
              <a:off x="3472128" y="1539708"/>
              <a:ext cx="5565" cy="5534"/>
            </a:xfrm>
            <a:custGeom>
              <a:avLst/>
              <a:gdLst/>
              <a:ahLst/>
              <a:cxnLst/>
              <a:rect l="l" t="t" r="r" b="b"/>
              <a:pathLst>
                <a:path w="175" h="174" extrusionOk="0">
                  <a:moveTo>
                    <a:pt x="95" y="1"/>
                  </a:moveTo>
                  <a:cubicBezTo>
                    <a:pt x="49" y="1"/>
                    <a:pt x="17" y="32"/>
                    <a:pt x="1" y="64"/>
                  </a:cubicBezTo>
                  <a:cubicBezTo>
                    <a:pt x="1" y="111"/>
                    <a:pt x="32" y="159"/>
                    <a:pt x="80" y="174"/>
                  </a:cubicBezTo>
                  <a:lnTo>
                    <a:pt x="95" y="174"/>
                  </a:lnTo>
                  <a:cubicBezTo>
                    <a:pt x="127" y="174"/>
                    <a:pt x="158" y="142"/>
                    <a:pt x="175" y="95"/>
                  </a:cubicBezTo>
                  <a:cubicBezTo>
                    <a:pt x="175" y="48"/>
                    <a:pt x="158" y="16"/>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75" name="Google Shape;4775;p46"/>
            <p:cNvSpPr/>
            <p:nvPr/>
          </p:nvSpPr>
          <p:spPr>
            <a:xfrm>
              <a:off x="3486694" y="1561239"/>
              <a:ext cx="5502" cy="3562"/>
            </a:xfrm>
            <a:custGeom>
              <a:avLst/>
              <a:gdLst/>
              <a:ahLst/>
              <a:cxnLst/>
              <a:rect l="l" t="t" r="r" b="b"/>
              <a:pathLst>
                <a:path w="173" h="112" extrusionOk="0">
                  <a:moveTo>
                    <a:pt x="78" y="1"/>
                  </a:moveTo>
                  <a:cubicBezTo>
                    <a:pt x="47" y="1"/>
                    <a:pt x="0" y="32"/>
                    <a:pt x="0" y="64"/>
                  </a:cubicBezTo>
                  <a:lnTo>
                    <a:pt x="158" y="112"/>
                  </a:lnTo>
                  <a:cubicBezTo>
                    <a:pt x="173" y="64"/>
                    <a:pt x="141"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76" name="Google Shape;4776;p46"/>
            <p:cNvSpPr/>
            <p:nvPr/>
          </p:nvSpPr>
          <p:spPr>
            <a:xfrm>
              <a:off x="3483164" y="1488090"/>
              <a:ext cx="5565" cy="3053"/>
            </a:xfrm>
            <a:custGeom>
              <a:avLst/>
              <a:gdLst/>
              <a:ahLst/>
              <a:cxnLst/>
              <a:rect l="l" t="t" r="r" b="b"/>
              <a:pathLst>
                <a:path w="175" h="96" extrusionOk="0">
                  <a:moveTo>
                    <a:pt x="0" y="1"/>
                  </a:moveTo>
                  <a:lnTo>
                    <a:pt x="0" y="1"/>
                  </a:lnTo>
                  <a:cubicBezTo>
                    <a:pt x="0" y="48"/>
                    <a:pt x="32" y="95"/>
                    <a:pt x="80" y="95"/>
                  </a:cubicBezTo>
                  <a:lnTo>
                    <a:pt x="95" y="95"/>
                  </a:lnTo>
                  <a:cubicBezTo>
                    <a:pt x="126" y="95"/>
                    <a:pt x="158" y="80"/>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77" name="Google Shape;4777;p46"/>
            <p:cNvSpPr/>
            <p:nvPr/>
          </p:nvSpPr>
          <p:spPr>
            <a:xfrm>
              <a:off x="3476135" y="1521675"/>
              <a:ext cx="5565" cy="3530"/>
            </a:xfrm>
            <a:custGeom>
              <a:avLst/>
              <a:gdLst/>
              <a:ahLst/>
              <a:cxnLst/>
              <a:rect l="l" t="t" r="r" b="b"/>
              <a:pathLst>
                <a:path w="175" h="111" extrusionOk="0">
                  <a:moveTo>
                    <a:pt x="80" y="1"/>
                  </a:moveTo>
                  <a:cubicBezTo>
                    <a:pt x="32" y="1"/>
                    <a:pt x="1" y="32"/>
                    <a:pt x="1" y="64"/>
                  </a:cubicBezTo>
                  <a:lnTo>
                    <a:pt x="158" y="110"/>
                  </a:lnTo>
                  <a:cubicBezTo>
                    <a:pt x="175" y="64"/>
                    <a:pt x="143"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78" name="Google Shape;4778;p46"/>
            <p:cNvSpPr/>
            <p:nvPr/>
          </p:nvSpPr>
          <p:spPr>
            <a:xfrm>
              <a:off x="3501197" y="1491621"/>
              <a:ext cx="5565" cy="3530"/>
            </a:xfrm>
            <a:custGeom>
              <a:avLst/>
              <a:gdLst/>
              <a:ahLst/>
              <a:cxnLst/>
              <a:rect l="l" t="t" r="r" b="b"/>
              <a:pathLst>
                <a:path w="175" h="111" extrusionOk="0">
                  <a:moveTo>
                    <a:pt x="1" y="0"/>
                  </a:moveTo>
                  <a:cubicBezTo>
                    <a:pt x="1" y="47"/>
                    <a:pt x="17" y="95"/>
                    <a:pt x="64" y="110"/>
                  </a:cubicBezTo>
                  <a:lnTo>
                    <a:pt x="80" y="110"/>
                  </a:lnTo>
                  <a:cubicBezTo>
                    <a:pt x="127" y="110"/>
                    <a:pt x="158" y="79"/>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79" name="Google Shape;4779;p46"/>
            <p:cNvSpPr/>
            <p:nvPr/>
          </p:nvSpPr>
          <p:spPr>
            <a:xfrm>
              <a:off x="3497189" y="1507650"/>
              <a:ext cx="6042" cy="5057"/>
            </a:xfrm>
            <a:custGeom>
              <a:avLst/>
              <a:gdLst/>
              <a:ahLst/>
              <a:cxnLst/>
              <a:rect l="l" t="t" r="r" b="b"/>
              <a:pathLst>
                <a:path w="190" h="159" extrusionOk="0">
                  <a:moveTo>
                    <a:pt x="95" y="1"/>
                  </a:moveTo>
                  <a:cubicBezTo>
                    <a:pt x="64" y="1"/>
                    <a:pt x="17" y="16"/>
                    <a:pt x="17" y="64"/>
                  </a:cubicBezTo>
                  <a:cubicBezTo>
                    <a:pt x="1" y="110"/>
                    <a:pt x="32" y="158"/>
                    <a:pt x="80" y="158"/>
                  </a:cubicBezTo>
                  <a:lnTo>
                    <a:pt x="95" y="158"/>
                  </a:lnTo>
                  <a:cubicBezTo>
                    <a:pt x="143" y="158"/>
                    <a:pt x="174" y="142"/>
                    <a:pt x="174" y="95"/>
                  </a:cubicBezTo>
                  <a:cubicBezTo>
                    <a:pt x="190" y="47"/>
                    <a:pt x="158" y="1"/>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80" name="Google Shape;4780;p46"/>
            <p:cNvSpPr/>
            <p:nvPr/>
          </p:nvSpPr>
          <p:spPr>
            <a:xfrm>
              <a:off x="3479157" y="1503642"/>
              <a:ext cx="6042" cy="5534"/>
            </a:xfrm>
            <a:custGeom>
              <a:avLst/>
              <a:gdLst/>
              <a:ahLst/>
              <a:cxnLst/>
              <a:rect l="l" t="t" r="r" b="b"/>
              <a:pathLst>
                <a:path w="190" h="174" extrusionOk="0">
                  <a:moveTo>
                    <a:pt x="95" y="1"/>
                  </a:moveTo>
                  <a:cubicBezTo>
                    <a:pt x="63" y="1"/>
                    <a:pt x="32" y="32"/>
                    <a:pt x="17" y="79"/>
                  </a:cubicBezTo>
                  <a:cubicBezTo>
                    <a:pt x="0" y="127"/>
                    <a:pt x="32" y="158"/>
                    <a:pt x="80" y="173"/>
                  </a:cubicBezTo>
                  <a:lnTo>
                    <a:pt x="95" y="173"/>
                  </a:lnTo>
                  <a:cubicBezTo>
                    <a:pt x="143" y="173"/>
                    <a:pt x="174" y="142"/>
                    <a:pt x="189" y="110"/>
                  </a:cubicBezTo>
                  <a:cubicBezTo>
                    <a:pt x="189" y="64"/>
                    <a:pt x="158"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81" name="Google Shape;4781;p46"/>
            <p:cNvSpPr/>
            <p:nvPr/>
          </p:nvSpPr>
          <p:spPr>
            <a:xfrm>
              <a:off x="3494168" y="1525682"/>
              <a:ext cx="5565" cy="3053"/>
            </a:xfrm>
            <a:custGeom>
              <a:avLst/>
              <a:gdLst/>
              <a:ahLst/>
              <a:cxnLst/>
              <a:rect l="l" t="t" r="r" b="b"/>
              <a:pathLst>
                <a:path w="175" h="96" extrusionOk="0">
                  <a:moveTo>
                    <a:pt x="80" y="1"/>
                  </a:moveTo>
                  <a:cubicBezTo>
                    <a:pt x="32" y="1"/>
                    <a:pt x="1" y="16"/>
                    <a:pt x="1" y="64"/>
                  </a:cubicBezTo>
                  <a:lnTo>
                    <a:pt x="159" y="95"/>
                  </a:lnTo>
                  <a:cubicBezTo>
                    <a:pt x="175" y="47"/>
                    <a:pt x="143" y="1"/>
                    <a:pt x="96"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82" name="Google Shape;4782;p46"/>
            <p:cNvSpPr/>
            <p:nvPr/>
          </p:nvSpPr>
          <p:spPr>
            <a:xfrm>
              <a:off x="3490701" y="1452025"/>
              <a:ext cx="5502" cy="3562"/>
            </a:xfrm>
            <a:custGeom>
              <a:avLst/>
              <a:gdLst/>
              <a:ahLst/>
              <a:cxnLst/>
              <a:rect l="l" t="t" r="r" b="b"/>
              <a:pathLst>
                <a:path w="173" h="112" extrusionOk="0">
                  <a:moveTo>
                    <a:pt x="0" y="0"/>
                  </a:moveTo>
                  <a:cubicBezTo>
                    <a:pt x="0" y="48"/>
                    <a:pt x="15" y="95"/>
                    <a:pt x="63" y="111"/>
                  </a:cubicBezTo>
                  <a:lnTo>
                    <a:pt x="78" y="111"/>
                  </a:lnTo>
                  <a:cubicBezTo>
                    <a:pt x="126" y="111"/>
                    <a:pt x="158" y="80"/>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83" name="Google Shape;4783;p46"/>
            <p:cNvSpPr/>
            <p:nvPr/>
          </p:nvSpPr>
          <p:spPr>
            <a:xfrm>
              <a:off x="3483164" y="1486087"/>
              <a:ext cx="6042" cy="3053"/>
            </a:xfrm>
            <a:custGeom>
              <a:avLst/>
              <a:gdLst/>
              <a:ahLst/>
              <a:cxnLst/>
              <a:rect l="l" t="t" r="r" b="b"/>
              <a:pathLst>
                <a:path w="190" h="96" extrusionOk="0">
                  <a:moveTo>
                    <a:pt x="95" y="0"/>
                  </a:moveTo>
                  <a:cubicBezTo>
                    <a:pt x="48" y="0"/>
                    <a:pt x="17" y="17"/>
                    <a:pt x="0" y="64"/>
                  </a:cubicBezTo>
                  <a:lnTo>
                    <a:pt x="174" y="95"/>
                  </a:lnTo>
                  <a:cubicBezTo>
                    <a:pt x="189" y="48"/>
                    <a:pt x="158" y="0"/>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84" name="Google Shape;4784;p46"/>
            <p:cNvSpPr/>
            <p:nvPr/>
          </p:nvSpPr>
          <p:spPr>
            <a:xfrm>
              <a:off x="3508225" y="1456032"/>
              <a:ext cx="5565" cy="3021"/>
            </a:xfrm>
            <a:custGeom>
              <a:avLst/>
              <a:gdLst/>
              <a:ahLst/>
              <a:cxnLst/>
              <a:rect l="l" t="t" r="r" b="b"/>
              <a:pathLst>
                <a:path w="175" h="95" extrusionOk="0">
                  <a:moveTo>
                    <a:pt x="17" y="0"/>
                  </a:moveTo>
                  <a:lnTo>
                    <a:pt x="17" y="0"/>
                  </a:lnTo>
                  <a:cubicBezTo>
                    <a:pt x="0" y="48"/>
                    <a:pt x="32" y="80"/>
                    <a:pt x="80" y="95"/>
                  </a:cubicBezTo>
                  <a:lnTo>
                    <a:pt x="95" y="95"/>
                  </a:lnTo>
                  <a:cubicBezTo>
                    <a:pt x="143" y="95"/>
                    <a:pt x="174" y="63"/>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85" name="Google Shape;4785;p46"/>
            <p:cNvSpPr/>
            <p:nvPr/>
          </p:nvSpPr>
          <p:spPr>
            <a:xfrm>
              <a:off x="3504727" y="1471584"/>
              <a:ext cx="6042" cy="5502"/>
            </a:xfrm>
            <a:custGeom>
              <a:avLst/>
              <a:gdLst/>
              <a:ahLst/>
              <a:cxnLst/>
              <a:rect l="l" t="t" r="r" b="b"/>
              <a:pathLst>
                <a:path w="190" h="173" extrusionOk="0">
                  <a:moveTo>
                    <a:pt x="95" y="0"/>
                  </a:moveTo>
                  <a:cubicBezTo>
                    <a:pt x="47" y="0"/>
                    <a:pt x="16" y="32"/>
                    <a:pt x="16" y="63"/>
                  </a:cubicBezTo>
                  <a:cubicBezTo>
                    <a:pt x="0" y="110"/>
                    <a:pt x="32" y="158"/>
                    <a:pt x="79" y="173"/>
                  </a:cubicBezTo>
                  <a:lnTo>
                    <a:pt x="95" y="173"/>
                  </a:lnTo>
                  <a:cubicBezTo>
                    <a:pt x="127" y="173"/>
                    <a:pt x="173" y="141"/>
                    <a:pt x="173" y="110"/>
                  </a:cubicBezTo>
                  <a:cubicBezTo>
                    <a:pt x="190" y="63"/>
                    <a:pt x="158" y="15"/>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86" name="Google Shape;4786;p46"/>
            <p:cNvSpPr/>
            <p:nvPr/>
          </p:nvSpPr>
          <p:spPr>
            <a:xfrm>
              <a:off x="3486694" y="1468054"/>
              <a:ext cx="6042" cy="5565"/>
            </a:xfrm>
            <a:custGeom>
              <a:avLst/>
              <a:gdLst/>
              <a:ahLst/>
              <a:cxnLst/>
              <a:rect l="l" t="t" r="r" b="b"/>
              <a:pathLst>
                <a:path w="190" h="175" extrusionOk="0">
                  <a:moveTo>
                    <a:pt x="95" y="0"/>
                  </a:moveTo>
                  <a:cubicBezTo>
                    <a:pt x="47" y="0"/>
                    <a:pt x="15" y="32"/>
                    <a:pt x="15" y="63"/>
                  </a:cubicBezTo>
                  <a:cubicBezTo>
                    <a:pt x="0" y="111"/>
                    <a:pt x="32" y="158"/>
                    <a:pt x="78" y="158"/>
                  </a:cubicBezTo>
                  <a:lnTo>
                    <a:pt x="95" y="174"/>
                  </a:lnTo>
                  <a:cubicBezTo>
                    <a:pt x="141" y="174"/>
                    <a:pt x="173" y="143"/>
                    <a:pt x="173" y="95"/>
                  </a:cubicBezTo>
                  <a:cubicBezTo>
                    <a:pt x="189" y="48"/>
                    <a:pt x="158" y="0"/>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87" name="Google Shape;4787;p46"/>
            <p:cNvSpPr/>
            <p:nvPr/>
          </p:nvSpPr>
          <p:spPr>
            <a:xfrm>
              <a:off x="3501197" y="1489617"/>
              <a:ext cx="5565" cy="3021"/>
            </a:xfrm>
            <a:custGeom>
              <a:avLst/>
              <a:gdLst/>
              <a:ahLst/>
              <a:cxnLst/>
              <a:rect l="l" t="t" r="r" b="b"/>
              <a:pathLst>
                <a:path w="175" h="95" extrusionOk="0">
                  <a:moveTo>
                    <a:pt x="80" y="0"/>
                  </a:moveTo>
                  <a:cubicBezTo>
                    <a:pt x="48" y="0"/>
                    <a:pt x="17" y="32"/>
                    <a:pt x="1" y="63"/>
                  </a:cubicBezTo>
                  <a:lnTo>
                    <a:pt x="1" y="63"/>
                  </a:lnTo>
                  <a:lnTo>
                    <a:pt x="174" y="95"/>
                  </a:lnTo>
                  <a:lnTo>
                    <a:pt x="174" y="95"/>
                  </a:lnTo>
                  <a:cubicBezTo>
                    <a:pt x="174" y="47"/>
                    <a:pt x="143" y="16"/>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88" name="Google Shape;4788;p46"/>
            <p:cNvSpPr/>
            <p:nvPr/>
          </p:nvSpPr>
          <p:spPr>
            <a:xfrm>
              <a:off x="3490701" y="1450021"/>
              <a:ext cx="5502" cy="3021"/>
            </a:xfrm>
            <a:custGeom>
              <a:avLst/>
              <a:gdLst/>
              <a:ahLst/>
              <a:cxnLst/>
              <a:rect l="l" t="t" r="r" b="b"/>
              <a:pathLst>
                <a:path w="173" h="95" extrusionOk="0">
                  <a:moveTo>
                    <a:pt x="78" y="0"/>
                  </a:moveTo>
                  <a:cubicBezTo>
                    <a:pt x="47" y="0"/>
                    <a:pt x="15" y="32"/>
                    <a:pt x="0" y="63"/>
                  </a:cubicBezTo>
                  <a:lnTo>
                    <a:pt x="0" y="63"/>
                  </a:lnTo>
                  <a:lnTo>
                    <a:pt x="173" y="95"/>
                  </a:lnTo>
                  <a:lnTo>
                    <a:pt x="173" y="95"/>
                  </a:lnTo>
                  <a:cubicBezTo>
                    <a:pt x="173" y="63"/>
                    <a:pt x="141"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89" name="Google Shape;4789;p46"/>
            <p:cNvSpPr/>
            <p:nvPr/>
          </p:nvSpPr>
          <p:spPr>
            <a:xfrm>
              <a:off x="3515763" y="1419935"/>
              <a:ext cx="5502" cy="3053"/>
            </a:xfrm>
            <a:custGeom>
              <a:avLst/>
              <a:gdLst/>
              <a:ahLst/>
              <a:cxnLst/>
              <a:rect l="l" t="t" r="r" b="b"/>
              <a:pathLst>
                <a:path w="173" h="96" extrusionOk="0">
                  <a:moveTo>
                    <a:pt x="15" y="1"/>
                  </a:moveTo>
                  <a:cubicBezTo>
                    <a:pt x="0" y="49"/>
                    <a:pt x="32" y="95"/>
                    <a:pt x="78" y="95"/>
                  </a:cubicBezTo>
                  <a:lnTo>
                    <a:pt x="95" y="95"/>
                  </a:lnTo>
                  <a:cubicBezTo>
                    <a:pt x="126" y="95"/>
                    <a:pt x="173" y="80"/>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90" name="Google Shape;4790;p46"/>
            <p:cNvSpPr/>
            <p:nvPr/>
          </p:nvSpPr>
          <p:spPr>
            <a:xfrm>
              <a:off x="3512233" y="1435964"/>
              <a:ext cx="5565" cy="5057"/>
            </a:xfrm>
            <a:custGeom>
              <a:avLst/>
              <a:gdLst/>
              <a:ahLst/>
              <a:cxnLst/>
              <a:rect l="l" t="t" r="r" b="b"/>
              <a:pathLst>
                <a:path w="175" h="159" extrusionOk="0">
                  <a:moveTo>
                    <a:pt x="95" y="1"/>
                  </a:moveTo>
                  <a:cubicBezTo>
                    <a:pt x="48" y="1"/>
                    <a:pt x="17" y="17"/>
                    <a:pt x="0" y="64"/>
                  </a:cubicBezTo>
                  <a:cubicBezTo>
                    <a:pt x="0" y="112"/>
                    <a:pt x="32" y="158"/>
                    <a:pt x="63" y="158"/>
                  </a:cubicBezTo>
                  <a:lnTo>
                    <a:pt x="95" y="158"/>
                  </a:lnTo>
                  <a:cubicBezTo>
                    <a:pt x="126" y="158"/>
                    <a:pt x="158" y="143"/>
                    <a:pt x="174" y="95"/>
                  </a:cubicBezTo>
                  <a:cubicBezTo>
                    <a:pt x="174" y="49"/>
                    <a:pt x="158" y="1"/>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91" name="Google Shape;4791;p46"/>
            <p:cNvSpPr/>
            <p:nvPr/>
          </p:nvSpPr>
          <p:spPr>
            <a:xfrm>
              <a:off x="3494709" y="1432497"/>
              <a:ext cx="4516" cy="5025"/>
            </a:xfrm>
            <a:custGeom>
              <a:avLst/>
              <a:gdLst/>
              <a:ahLst/>
              <a:cxnLst/>
              <a:rect l="l" t="t" r="r" b="b"/>
              <a:pathLst>
                <a:path w="142" h="158" extrusionOk="0">
                  <a:moveTo>
                    <a:pt x="110" y="0"/>
                  </a:moveTo>
                  <a:lnTo>
                    <a:pt x="95" y="0"/>
                  </a:lnTo>
                  <a:cubicBezTo>
                    <a:pt x="32" y="47"/>
                    <a:pt x="47" y="78"/>
                    <a:pt x="32" y="126"/>
                  </a:cubicBezTo>
                  <a:lnTo>
                    <a:pt x="0" y="126"/>
                  </a:lnTo>
                  <a:cubicBezTo>
                    <a:pt x="15" y="141"/>
                    <a:pt x="32" y="141"/>
                    <a:pt x="47" y="158"/>
                  </a:cubicBezTo>
                  <a:cubicBezTo>
                    <a:pt x="63" y="110"/>
                    <a:pt x="47" y="78"/>
                    <a:pt x="110" y="47"/>
                  </a:cubicBezTo>
                  <a:cubicBezTo>
                    <a:pt x="126" y="47"/>
                    <a:pt x="126" y="32"/>
                    <a:pt x="142" y="32"/>
                  </a:cubicBezTo>
                  <a:cubicBezTo>
                    <a:pt x="142" y="15"/>
                    <a:pt x="126" y="0"/>
                    <a:pt x="110"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92" name="Google Shape;4792;p46"/>
            <p:cNvSpPr/>
            <p:nvPr/>
          </p:nvSpPr>
          <p:spPr>
            <a:xfrm>
              <a:off x="3496203" y="1433483"/>
              <a:ext cx="3530" cy="4039"/>
            </a:xfrm>
            <a:custGeom>
              <a:avLst/>
              <a:gdLst/>
              <a:ahLst/>
              <a:cxnLst/>
              <a:rect l="l" t="t" r="r" b="b"/>
              <a:pathLst>
                <a:path w="111" h="127" extrusionOk="0">
                  <a:moveTo>
                    <a:pt x="95" y="1"/>
                  </a:moveTo>
                  <a:cubicBezTo>
                    <a:pt x="79" y="1"/>
                    <a:pt x="79" y="16"/>
                    <a:pt x="63" y="16"/>
                  </a:cubicBezTo>
                  <a:cubicBezTo>
                    <a:pt x="0" y="47"/>
                    <a:pt x="16" y="79"/>
                    <a:pt x="0" y="127"/>
                  </a:cubicBezTo>
                  <a:lnTo>
                    <a:pt x="16" y="127"/>
                  </a:lnTo>
                  <a:lnTo>
                    <a:pt x="32" y="127"/>
                  </a:lnTo>
                  <a:cubicBezTo>
                    <a:pt x="63" y="127"/>
                    <a:pt x="95" y="95"/>
                    <a:pt x="111" y="64"/>
                  </a:cubicBezTo>
                  <a:cubicBezTo>
                    <a:pt x="111" y="32"/>
                    <a:pt x="111"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93" name="Google Shape;4793;p46"/>
            <p:cNvSpPr/>
            <p:nvPr/>
          </p:nvSpPr>
          <p:spPr>
            <a:xfrm>
              <a:off x="3508734" y="1453520"/>
              <a:ext cx="5534" cy="3530"/>
            </a:xfrm>
            <a:custGeom>
              <a:avLst/>
              <a:gdLst/>
              <a:ahLst/>
              <a:cxnLst/>
              <a:rect l="l" t="t" r="r" b="b"/>
              <a:pathLst>
                <a:path w="174" h="111" extrusionOk="0">
                  <a:moveTo>
                    <a:pt x="79" y="1"/>
                  </a:moveTo>
                  <a:cubicBezTo>
                    <a:pt x="47" y="1"/>
                    <a:pt x="1" y="33"/>
                    <a:pt x="1" y="79"/>
                  </a:cubicBezTo>
                  <a:lnTo>
                    <a:pt x="158" y="111"/>
                  </a:lnTo>
                  <a:cubicBezTo>
                    <a:pt x="173" y="64"/>
                    <a:pt x="142"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94" name="Google Shape;4794;p46"/>
            <p:cNvSpPr/>
            <p:nvPr/>
          </p:nvSpPr>
          <p:spPr>
            <a:xfrm>
              <a:off x="3516749" y="1417931"/>
              <a:ext cx="3530" cy="1049"/>
            </a:xfrm>
            <a:custGeom>
              <a:avLst/>
              <a:gdLst/>
              <a:ahLst/>
              <a:cxnLst/>
              <a:rect l="l" t="t" r="r" b="b"/>
              <a:pathLst>
                <a:path w="111" h="33" extrusionOk="0">
                  <a:moveTo>
                    <a:pt x="32" y="1"/>
                  </a:moveTo>
                  <a:cubicBezTo>
                    <a:pt x="16" y="1"/>
                    <a:pt x="1" y="17"/>
                    <a:pt x="1" y="32"/>
                  </a:cubicBezTo>
                  <a:lnTo>
                    <a:pt x="1" y="32"/>
                  </a:lnTo>
                  <a:lnTo>
                    <a:pt x="32" y="32"/>
                  </a:lnTo>
                  <a:cubicBezTo>
                    <a:pt x="47" y="32"/>
                    <a:pt x="79" y="32"/>
                    <a:pt x="95" y="17"/>
                  </a:cubicBezTo>
                  <a:lnTo>
                    <a:pt x="110" y="17"/>
                  </a:lnTo>
                  <a:lnTo>
                    <a:pt x="95" y="1"/>
                  </a:lnTo>
                  <a:lnTo>
                    <a:pt x="95" y="1"/>
                  </a:lnTo>
                  <a:lnTo>
                    <a:pt x="79" y="1"/>
                  </a:lnTo>
                  <a:close/>
                </a:path>
              </a:pathLst>
            </a:custGeom>
            <a:solidFill>
              <a:srgbClr val="DEE9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95" name="Google Shape;4795;p46"/>
            <p:cNvSpPr/>
            <p:nvPr/>
          </p:nvSpPr>
          <p:spPr>
            <a:xfrm>
              <a:off x="3517766" y="1418472"/>
              <a:ext cx="3021" cy="1018"/>
            </a:xfrm>
            <a:custGeom>
              <a:avLst/>
              <a:gdLst/>
              <a:ahLst/>
              <a:cxnLst/>
              <a:rect l="l" t="t" r="r" b="b"/>
              <a:pathLst>
                <a:path w="95" h="32" extrusionOk="0">
                  <a:moveTo>
                    <a:pt x="78" y="0"/>
                  </a:moveTo>
                  <a:lnTo>
                    <a:pt x="63" y="0"/>
                  </a:lnTo>
                  <a:cubicBezTo>
                    <a:pt x="47" y="15"/>
                    <a:pt x="15" y="15"/>
                    <a:pt x="0" y="15"/>
                  </a:cubicBezTo>
                  <a:lnTo>
                    <a:pt x="15" y="15"/>
                  </a:lnTo>
                  <a:cubicBezTo>
                    <a:pt x="32" y="32"/>
                    <a:pt x="63" y="32"/>
                    <a:pt x="63" y="32"/>
                  </a:cubicBezTo>
                  <a:lnTo>
                    <a:pt x="78" y="32"/>
                  </a:lnTo>
                  <a:cubicBezTo>
                    <a:pt x="95" y="32"/>
                    <a:pt x="95" y="15"/>
                    <a:pt x="95" y="15"/>
                  </a:cubicBezTo>
                  <a:cubicBezTo>
                    <a:pt x="95" y="15"/>
                    <a:pt x="95" y="0"/>
                    <a:pt x="78"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96" name="Google Shape;4796;p46"/>
            <p:cNvSpPr/>
            <p:nvPr/>
          </p:nvSpPr>
          <p:spPr>
            <a:xfrm>
              <a:off x="3516240" y="1418949"/>
              <a:ext cx="1558" cy="541"/>
            </a:xfrm>
            <a:custGeom>
              <a:avLst/>
              <a:gdLst/>
              <a:ahLst/>
              <a:cxnLst/>
              <a:rect l="l" t="t" r="r" b="b"/>
              <a:pathLst>
                <a:path w="49" h="17" extrusionOk="0">
                  <a:moveTo>
                    <a:pt x="17" y="0"/>
                  </a:moveTo>
                  <a:lnTo>
                    <a:pt x="17" y="0"/>
                  </a:lnTo>
                  <a:cubicBezTo>
                    <a:pt x="0" y="0"/>
                    <a:pt x="0" y="17"/>
                    <a:pt x="0" y="17"/>
                  </a:cubicBezTo>
                  <a:lnTo>
                    <a:pt x="17" y="17"/>
                  </a:lnTo>
                  <a:cubicBezTo>
                    <a:pt x="17" y="0"/>
                    <a:pt x="32" y="0"/>
                    <a:pt x="48" y="0"/>
                  </a:cubicBezTo>
                  <a:close/>
                </a:path>
              </a:pathLst>
            </a:custGeom>
            <a:solidFill>
              <a:srgbClr val="DED9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97" name="Google Shape;4797;p46"/>
            <p:cNvSpPr/>
            <p:nvPr/>
          </p:nvSpPr>
          <p:spPr>
            <a:xfrm>
              <a:off x="3516240" y="1418949"/>
              <a:ext cx="5025" cy="2035"/>
            </a:xfrm>
            <a:custGeom>
              <a:avLst/>
              <a:gdLst/>
              <a:ahLst/>
              <a:cxnLst/>
              <a:rect l="l" t="t" r="r" b="b"/>
              <a:pathLst>
                <a:path w="158" h="64" extrusionOk="0">
                  <a:moveTo>
                    <a:pt x="48" y="0"/>
                  </a:moveTo>
                  <a:cubicBezTo>
                    <a:pt x="32" y="0"/>
                    <a:pt x="17" y="0"/>
                    <a:pt x="17" y="17"/>
                  </a:cubicBezTo>
                  <a:lnTo>
                    <a:pt x="0" y="17"/>
                  </a:lnTo>
                  <a:lnTo>
                    <a:pt x="0" y="32"/>
                  </a:lnTo>
                  <a:lnTo>
                    <a:pt x="0" y="32"/>
                  </a:lnTo>
                  <a:lnTo>
                    <a:pt x="158" y="63"/>
                  </a:lnTo>
                  <a:lnTo>
                    <a:pt x="158" y="63"/>
                  </a:lnTo>
                  <a:cubicBezTo>
                    <a:pt x="158" y="48"/>
                    <a:pt x="158" y="17"/>
                    <a:pt x="143" y="0"/>
                  </a:cubicBezTo>
                  <a:cubicBezTo>
                    <a:pt x="143" y="0"/>
                    <a:pt x="143" y="17"/>
                    <a:pt x="126" y="17"/>
                  </a:cubicBezTo>
                  <a:lnTo>
                    <a:pt x="111" y="17"/>
                  </a:lnTo>
                  <a:cubicBezTo>
                    <a:pt x="111" y="17"/>
                    <a:pt x="80" y="17"/>
                    <a:pt x="63"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98" name="Google Shape;4798;p46"/>
            <p:cNvSpPr/>
            <p:nvPr/>
          </p:nvSpPr>
          <p:spPr>
            <a:xfrm>
              <a:off x="3496712" y="1602870"/>
              <a:ext cx="6042" cy="3498"/>
            </a:xfrm>
            <a:custGeom>
              <a:avLst/>
              <a:gdLst/>
              <a:ahLst/>
              <a:cxnLst/>
              <a:rect l="l" t="t" r="r" b="b"/>
              <a:pathLst>
                <a:path w="190" h="110" extrusionOk="0">
                  <a:moveTo>
                    <a:pt x="16" y="0"/>
                  </a:moveTo>
                  <a:cubicBezTo>
                    <a:pt x="0" y="47"/>
                    <a:pt x="32" y="95"/>
                    <a:pt x="79" y="110"/>
                  </a:cubicBezTo>
                  <a:lnTo>
                    <a:pt x="95" y="110"/>
                  </a:lnTo>
                  <a:cubicBezTo>
                    <a:pt x="142" y="110"/>
                    <a:pt x="173" y="78"/>
                    <a:pt x="189"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799" name="Google Shape;4799;p46"/>
            <p:cNvSpPr/>
            <p:nvPr/>
          </p:nvSpPr>
          <p:spPr>
            <a:xfrm>
              <a:off x="3490701" y="1636932"/>
              <a:ext cx="3498" cy="1049"/>
            </a:xfrm>
            <a:custGeom>
              <a:avLst/>
              <a:gdLst/>
              <a:ahLst/>
              <a:cxnLst/>
              <a:rect l="l" t="t" r="r" b="b"/>
              <a:pathLst>
                <a:path w="110" h="33" extrusionOk="0">
                  <a:moveTo>
                    <a:pt x="63" y="1"/>
                  </a:moveTo>
                  <a:cubicBezTo>
                    <a:pt x="32" y="1"/>
                    <a:pt x="15" y="1"/>
                    <a:pt x="0" y="16"/>
                  </a:cubicBezTo>
                  <a:cubicBezTo>
                    <a:pt x="32" y="16"/>
                    <a:pt x="47" y="32"/>
                    <a:pt x="63" y="32"/>
                  </a:cubicBezTo>
                  <a:cubicBezTo>
                    <a:pt x="78" y="32"/>
                    <a:pt x="95" y="32"/>
                    <a:pt x="110" y="16"/>
                  </a:cubicBezTo>
                  <a:cubicBezTo>
                    <a:pt x="110" y="1"/>
                    <a:pt x="95" y="1"/>
                    <a:pt x="78"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00" name="Google Shape;4800;p46"/>
            <p:cNvSpPr/>
            <p:nvPr/>
          </p:nvSpPr>
          <p:spPr>
            <a:xfrm>
              <a:off x="3514745" y="1606877"/>
              <a:ext cx="5534" cy="3021"/>
            </a:xfrm>
            <a:custGeom>
              <a:avLst/>
              <a:gdLst/>
              <a:ahLst/>
              <a:cxnLst/>
              <a:rect l="l" t="t" r="r" b="b"/>
              <a:pathLst>
                <a:path w="174" h="95" extrusionOk="0">
                  <a:moveTo>
                    <a:pt x="16" y="0"/>
                  </a:moveTo>
                  <a:lnTo>
                    <a:pt x="16" y="0"/>
                  </a:lnTo>
                  <a:cubicBezTo>
                    <a:pt x="1" y="47"/>
                    <a:pt x="32" y="78"/>
                    <a:pt x="79" y="95"/>
                  </a:cubicBezTo>
                  <a:lnTo>
                    <a:pt x="95" y="95"/>
                  </a:lnTo>
                  <a:cubicBezTo>
                    <a:pt x="142" y="95"/>
                    <a:pt x="173" y="63"/>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01" name="Google Shape;4801;p46"/>
            <p:cNvSpPr/>
            <p:nvPr/>
          </p:nvSpPr>
          <p:spPr>
            <a:xfrm>
              <a:off x="3511215" y="1622398"/>
              <a:ext cx="6042" cy="5534"/>
            </a:xfrm>
            <a:custGeom>
              <a:avLst/>
              <a:gdLst/>
              <a:ahLst/>
              <a:cxnLst/>
              <a:rect l="l" t="t" r="r" b="b"/>
              <a:pathLst>
                <a:path w="190" h="174" extrusionOk="0">
                  <a:moveTo>
                    <a:pt x="95" y="0"/>
                  </a:moveTo>
                  <a:cubicBezTo>
                    <a:pt x="49" y="0"/>
                    <a:pt x="17" y="32"/>
                    <a:pt x="1" y="63"/>
                  </a:cubicBezTo>
                  <a:cubicBezTo>
                    <a:pt x="1" y="111"/>
                    <a:pt x="32" y="158"/>
                    <a:pt x="80" y="174"/>
                  </a:cubicBezTo>
                  <a:lnTo>
                    <a:pt x="95" y="174"/>
                  </a:lnTo>
                  <a:cubicBezTo>
                    <a:pt x="127" y="174"/>
                    <a:pt x="158" y="142"/>
                    <a:pt x="175" y="111"/>
                  </a:cubicBezTo>
                  <a:cubicBezTo>
                    <a:pt x="190" y="63"/>
                    <a:pt x="158" y="16"/>
                    <a:pt x="112"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02" name="Google Shape;4802;p46"/>
            <p:cNvSpPr/>
            <p:nvPr/>
          </p:nvSpPr>
          <p:spPr>
            <a:xfrm>
              <a:off x="3493182" y="1618899"/>
              <a:ext cx="6042" cy="5534"/>
            </a:xfrm>
            <a:custGeom>
              <a:avLst/>
              <a:gdLst/>
              <a:ahLst/>
              <a:cxnLst/>
              <a:rect l="l" t="t" r="r" b="b"/>
              <a:pathLst>
                <a:path w="190" h="174" extrusionOk="0">
                  <a:moveTo>
                    <a:pt x="95" y="0"/>
                  </a:moveTo>
                  <a:cubicBezTo>
                    <a:pt x="48" y="0"/>
                    <a:pt x="17" y="32"/>
                    <a:pt x="17" y="63"/>
                  </a:cubicBezTo>
                  <a:cubicBezTo>
                    <a:pt x="0" y="110"/>
                    <a:pt x="32" y="158"/>
                    <a:pt x="80" y="158"/>
                  </a:cubicBezTo>
                  <a:cubicBezTo>
                    <a:pt x="80" y="173"/>
                    <a:pt x="95" y="173"/>
                    <a:pt x="95" y="173"/>
                  </a:cubicBezTo>
                  <a:cubicBezTo>
                    <a:pt x="127" y="173"/>
                    <a:pt x="174" y="142"/>
                    <a:pt x="174" y="95"/>
                  </a:cubicBezTo>
                  <a:cubicBezTo>
                    <a:pt x="190" y="47"/>
                    <a:pt x="158"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03" name="Google Shape;4803;p46"/>
            <p:cNvSpPr/>
            <p:nvPr/>
          </p:nvSpPr>
          <p:spPr>
            <a:xfrm>
              <a:off x="3508225" y="1640430"/>
              <a:ext cx="5025" cy="2035"/>
            </a:xfrm>
            <a:custGeom>
              <a:avLst/>
              <a:gdLst/>
              <a:ahLst/>
              <a:cxnLst/>
              <a:rect l="l" t="t" r="r" b="b"/>
              <a:pathLst>
                <a:path w="158" h="64" extrusionOk="0">
                  <a:moveTo>
                    <a:pt x="63" y="0"/>
                  </a:moveTo>
                  <a:cubicBezTo>
                    <a:pt x="48" y="0"/>
                    <a:pt x="17" y="17"/>
                    <a:pt x="0" y="32"/>
                  </a:cubicBezTo>
                  <a:cubicBezTo>
                    <a:pt x="32" y="48"/>
                    <a:pt x="63" y="48"/>
                    <a:pt x="80" y="63"/>
                  </a:cubicBezTo>
                  <a:lnTo>
                    <a:pt x="126" y="63"/>
                  </a:lnTo>
                  <a:lnTo>
                    <a:pt x="158" y="63"/>
                  </a:lnTo>
                  <a:cubicBezTo>
                    <a:pt x="143" y="32"/>
                    <a:pt x="126" y="17"/>
                    <a:pt x="8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04" name="Google Shape;4804;p46"/>
            <p:cNvSpPr/>
            <p:nvPr/>
          </p:nvSpPr>
          <p:spPr>
            <a:xfrm>
              <a:off x="3504218" y="1567250"/>
              <a:ext cx="5565" cy="3053"/>
            </a:xfrm>
            <a:custGeom>
              <a:avLst/>
              <a:gdLst/>
              <a:ahLst/>
              <a:cxnLst/>
              <a:rect l="l" t="t" r="r" b="b"/>
              <a:pathLst>
                <a:path w="175" h="96" extrusionOk="0">
                  <a:moveTo>
                    <a:pt x="16" y="1"/>
                  </a:moveTo>
                  <a:lnTo>
                    <a:pt x="16" y="1"/>
                  </a:lnTo>
                  <a:cubicBezTo>
                    <a:pt x="0" y="49"/>
                    <a:pt x="32" y="80"/>
                    <a:pt x="79" y="95"/>
                  </a:cubicBezTo>
                  <a:lnTo>
                    <a:pt x="95" y="95"/>
                  </a:lnTo>
                  <a:cubicBezTo>
                    <a:pt x="126" y="95"/>
                    <a:pt x="174" y="64"/>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05" name="Google Shape;4805;p46"/>
            <p:cNvSpPr/>
            <p:nvPr/>
          </p:nvSpPr>
          <p:spPr>
            <a:xfrm>
              <a:off x="3497189" y="1600866"/>
              <a:ext cx="5565" cy="3021"/>
            </a:xfrm>
            <a:custGeom>
              <a:avLst/>
              <a:gdLst/>
              <a:ahLst/>
              <a:cxnLst/>
              <a:rect l="l" t="t" r="r" b="b"/>
              <a:pathLst>
                <a:path w="175" h="95" extrusionOk="0">
                  <a:moveTo>
                    <a:pt x="80" y="0"/>
                  </a:moveTo>
                  <a:cubicBezTo>
                    <a:pt x="48" y="0"/>
                    <a:pt x="17" y="32"/>
                    <a:pt x="1" y="63"/>
                  </a:cubicBezTo>
                  <a:lnTo>
                    <a:pt x="1" y="63"/>
                  </a:lnTo>
                  <a:lnTo>
                    <a:pt x="174" y="95"/>
                  </a:lnTo>
                  <a:lnTo>
                    <a:pt x="174" y="95"/>
                  </a:lnTo>
                  <a:cubicBezTo>
                    <a:pt x="174" y="63"/>
                    <a:pt x="143"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06" name="Google Shape;4806;p46"/>
            <p:cNvSpPr/>
            <p:nvPr/>
          </p:nvSpPr>
          <p:spPr>
            <a:xfrm>
              <a:off x="3522251" y="1570780"/>
              <a:ext cx="5565" cy="3530"/>
            </a:xfrm>
            <a:custGeom>
              <a:avLst/>
              <a:gdLst/>
              <a:ahLst/>
              <a:cxnLst/>
              <a:rect l="l" t="t" r="r" b="b"/>
              <a:pathLst>
                <a:path w="175" h="111" extrusionOk="0">
                  <a:moveTo>
                    <a:pt x="0" y="1"/>
                  </a:moveTo>
                  <a:lnTo>
                    <a:pt x="0" y="1"/>
                  </a:lnTo>
                  <a:cubicBezTo>
                    <a:pt x="0" y="47"/>
                    <a:pt x="32" y="95"/>
                    <a:pt x="80" y="95"/>
                  </a:cubicBezTo>
                  <a:cubicBezTo>
                    <a:pt x="80" y="95"/>
                    <a:pt x="80" y="110"/>
                    <a:pt x="95" y="110"/>
                  </a:cubicBezTo>
                  <a:cubicBezTo>
                    <a:pt x="126" y="110"/>
                    <a:pt x="158" y="79"/>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07" name="Google Shape;4807;p46"/>
            <p:cNvSpPr/>
            <p:nvPr/>
          </p:nvSpPr>
          <p:spPr>
            <a:xfrm>
              <a:off x="3518752" y="1586809"/>
              <a:ext cx="5534" cy="5057"/>
            </a:xfrm>
            <a:custGeom>
              <a:avLst/>
              <a:gdLst/>
              <a:ahLst/>
              <a:cxnLst/>
              <a:rect l="l" t="t" r="r" b="b"/>
              <a:pathLst>
                <a:path w="174" h="159" extrusionOk="0">
                  <a:moveTo>
                    <a:pt x="79" y="1"/>
                  </a:moveTo>
                  <a:cubicBezTo>
                    <a:pt x="47" y="1"/>
                    <a:pt x="16" y="16"/>
                    <a:pt x="1" y="64"/>
                  </a:cubicBezTo>
                  <a:cubicBezTo>
                    <a:pt x="1" y="111"/>
                    <a:pt x="16" y="159"/>
                    <a:pt x="64" y="159"/>
                  </a:cubicBezTo>
                  <a:lnTo>
                    <a:pt x="79" y="159"/>
                  </a:lnTo>
                  <a:cubicBezTo>
                    <a:pt x="127" y="159"/>
                    <a:pt x="158" y="142"/>
                    <a:pt x="173" y="96"/>
                  </a:cubicBezTo>
                  <a:cubicBezTo>
                    <a:pt x="173" y="48"/>
                    <a:pt x="142"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08" name="Google Shape;4808;p46"/>
            <p:cNvSpPr/>
            <p:nvPr/>
          </p:nvSpPr>
          <p:spPr>
            <a:xfrm>
              <a:off x="3500720" y="1582802"/>
              <a:ext cx="5534" cy="5534"/>
            </a:xfrm>
            <a:custGeom>
              <a:avLst/>
              <a:gdLst/>
              <a:ahLst/>
              <a:cxnLst/>
              <a:rect l="l" t="t" r="r" b="b"/>
              <a:pathLst>
                <a:path w="174" h="174" extrusionOk="0">
                  <a:moveTo>
                    <a:pt x="95" y="1"/>
                  </a:moveTo>
                  <a:cubicBezTo>
                    <a:pt x="47" y="1"/>
                    <a:pt x="16" y="32"/>
                    <a:pt x="0" y="79"/>
                  </a:cubicBezTo>
                  <a:cubicBezTo>
                    <a:pt x="0" y="111"/>
                    <a:pt x="32" y="159"/>
                    <a:pt x="63" y="174"/>
                  </a:cubicBezTo>
                  <a:lnTo>
                    <a:pt x="95" y="174"/>
                  </a:lnTo>
                  <a:cubicBezTo>
                    <a:pt x="126" y="174"/>
                    <a:pt x="158" y="142"/>
                    <a:pt x="173" y="111"/>
                  </a:cubicBezTo>
                  <a:cubicBezTo>
                    <a:pt x="173" y="64"/>
                    <a:pt x="158" y="16"/>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09" name="Google Shape;4809;p46"/>
            <p:cNvSpPr/>
            <p:nvPr/>
          </p:nvSpPr>
          <p:spPr>
            <a:xfrm>
              <a:off x="3515222" y="1604333"/>
              <a:ext cx="5565" cy="3562"/>
            </a:xfrm>
            <a:custGeom>
              <a:avLst/>
              <a:gdLst/>
              <a:ahLst/>
              <a:cxnLst/>
              <a:rect l="l" t="t" r="r" b="b"/>
              <a:pathLst>
                <a:path w="175" h="112" extrusionOk="0">
                  <a:moveTo>
                    <a:pt x="80" y="1"/>
                  </a:moveTo>
                  <a:cubicBezTo>
                    <a:pt x="49" y="1"/>
                    <a:pt x="1" y="32"/>
                    <a:pt x="1" y="80"/>
                  </a:cubicBezTo>
                  <a:lnTo>
                    <a:pt x="158" y="112"/>
                  </a:lnTo>
                  <a:cubicBezTo>
                    <a:pt x="175" y="64"/>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10" name="Google Shape;4810;p46"/>
            <p:cNvSpPr/>
            <p:nvPr/>
          </p:nvSpPr>
          <p:spPr>
            <a:xfrm>
              <a:off x="3511755" y="1531184"/>
              <a:ext cx="5502" cy="3562"/>
            </a:xfrm>
            <a:custGeom>
              <a:avLst/>
              <a:gdLst/>
              <a:ahLst/>
              <a:cxnLst/>
              <a:rect l="l" t="t" r="r" b="b"/>
              <a:pathLst>
                <a:path w="173" h="112" extrusionOk="0">
                  <a:moveTo>
                    <a:pt x="0" y="0"/>
                  </a:moveTo>
                  <a:lnTo>
                    <a:pt x="0" y="0"/>
                  </a:lnTo>
                  <a:cubicBezTo>
                    <a:pt x="0" y="48"/>
                    <a:pt x="32" y="95"/>
                    <a:pt x="78" y="95"/>
                  </a:cubicBezTo>
                  <a:cubicBezTo>
                    <a:pt x="78" y="111"/>
                    <a:pt x="78" y="111"/>
                    <a:pt x="95" y="111"/>
                  </a:cubicBezTo>
                  <a:cubicBezTo>
                    <a:pt x="126" y="111"/>
                    <a:pt x="158"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11" name="Google Shape;4811;p46"/>
            <p:cNvSpPr/>
            <p:nvPr/>
          </p:nvSpPr>
          <p:spPr>
            <a:xfrm>
              <a:off x="3504727" y="1564769"/>
              <a:ext cx="5534" cy="3530"/>
            </a:xfrm>
            <a:custGeom>
              <a:avLst/>
              <a:gdLst/>
              <a:ahLst/>
              <a:cxnLst/>
              <a:rect l="l" t="t" r="r" b="b"/>
              <a:pathLst>
                <a:path w="174" h="111" extrusionOk="0">
                  <a:moveTo>
                    <a:pt x="79" y="1"/>
                  </a:moveTo>
                  <a:cubicBezTo>
                    <a:pt x="32" y="1"/>
                    <a:pt x="0" y="32"/>
                    <a:pt x="0" y="79"/>
                  </a:cubicBezTo>
                  <a:lnTo>
                    <a:pt x="158" y="110"/>
                  </a:lnTo>
                  <a:cubicBezTo>
                    <a:pt x="173" y="64"/>
                    <a:pt x="142" y="16"/>
                    <a:pt x="95" y="16"/>
                  </a:cubicBezTo>
                  <a:cubicBezTo>
                    <a:pt x="95" y="1"/>
                    <a:pt x="79" y="1"/>
                    <a:pt x="79"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12" name="Google Shape;4812;p46"/>
            <p:cNvSpPr/>
            <p:nvPr/>
          </p:nvSpPr>
          <p:spPr>
            <a:xfrm>
              <a:off x="3529788" y="1534715"/>
              <a:ext cx="5502" cy="3530"/>
            </a:xfrm>
            <a:custGeom>
              <a:avLst/>
              <a:gdLst/>
              <a:ahLst/>
              <a:cxnLst/>
              <a:rect l="l" t="t" r="r" b="b"/>
              <a:pathLst>
                <a:path w="173" h="111" extrusionOk="0">
                  <a:moveTo>
                    <a:pt x="0" y="0"/>
                  </a:moveTo>
                  <a:cubicBezTo>
                    <a:pt x="0" y="47"/>
                    <a:pt x="15" y="95"/>
                    <a:pt x="63" y="110"/>
                  </a:cubicBezTo>
                  <a:lnTo>
                    <a:pt x="78" y="110"/>
                  </a:lnTo>
                  <a:cubicBezTo>
                    <a:pt x="126" y="110"/>
                    <a:pt x="158" y="79"/>
                    <a:pt x="173" y="47"/>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13" name="Google Shape;4813;p46"/>
            <p:cNvSpPr/>
            <p:nvPr/>
          </p:nvSpPr>
          <p:spPr>
            <a:xfrm>
              <a:off x="3525781" y="1550744"/>
              <a:ext cx="6042" cy="5534"/>
            </a:xfrm>
            <a:custGeom>
              <a:avLst/>
              <a:gdLst/>
              <a:ahLst/>
              <a:cxnLst/>
              <a:rect l="l" t="t" r="r" b="b"/>
              <a:pathLst>
                <a:path w="190" h="174" extrusionOk="0">
                  <a:moveTo>
                    <a:pt x="95" y="1"/>
                  </a:moveTo>
                  <a:cubicBezTo>
                    <a:pt x="63" y="1"/>
                    <a:pt x="15" y="32"/>
                    <a:pt x="15" y="64"/>
                  </a:cubicBezTo>
                  <a:cubicBezTo>
                    <a:pt x="0" y="110"/>
                    <a:pt x="32" y="158"/>
                    <a:pt x="78" y="173"/>
                  </a:cubicBezTo>
                  <a:lnTo>
                    <a:pt x="95" y="173"/>
                  </a:lnTo>
                  <a:cubicBezTo>
                    <a:pt x="141" y="173"/>
                    <a:pt x="173" y="142"/>
                    <a:pt x="173" y="95"/>
                  </a:cubicBezTo>
                  <a:cubicBezTo>
                    <a:pt x="189" y="64"/>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14" name="Google Shape;4814;p46"/>
            <p:cNvSpPr/>
            <p:nvPr/>
          </p:nvSpPr>
          <p:spPr>
            <a:xfrm>
              <a:off x="3507748" y="1547214"/>
              <a:ext cx="6042" cy="5057"/>
            </a:xfrm>
            <a:custGeom>
              <a:avLst/>
              <a:gdLst/>
              <a:ahLst/>
              <a:cxnLst/>
              <a:rect l="l" t="t" r="r" b="b"/>
              <a:pathLst>
                <a:path w="190" h="159" extrusionOk="0">
                  <a:moveTo>
                    <a:pt x="95" y="1"/>
                  </a:moveTo>
                  <a:cubicBezTo>
                    <a:pt x="63" y="1"/>
                    <a:pt x="32" y="17"/>
                    <a:pt x="15" y="64"/>
                  </a:cubicBezTo>
                  <a:cubicBezTo>
                    <a:pt x="0" y="112"/>
                    <a:pt x="32" y="158"/>
                    <a:pt x="78" y="158"/>
                  </a:cubicBezTo>
                  <a:lnTo>
                    <a:pt x="95" y="158"/>
                  </a:lnTo>
                  <a:cubicBezTo>
                    <a:pt x="141" y="158"/>
                    <a:pt x="173" y="143"/>
                    <a:pt x="189" y="95"/>
                  </a:cubicBezTo>
                  <a:cubicBezTo>
                    <a:pt x="189" y="49"/>
                    <a:pt x="158" y="1"/>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15" name="Google Shape;4815;p46"/>
            <p:cNvSpPr/>
            <p:nvPr/>
          </p:nvSpPr>
          <p:spPr>
            <a:xfrm>
              <a:off x="3522251" y="1568776"/>
              <a:ext cx="6042" cy="3053"/>
            </a:xfrm>
            <a:custGeom>
              <a:avLst/>
              <a:gdLst/>
              <a:ahLst/>
              <a:cxnLst/>
              <a:rect l="l" t="t" r="r" b="b"/>
              <a:pathLst>
                <a:path w="190" h="96" extrusionOk="0">
                  <a:moveTo>
                    <a:pt x="95" y="1"/>
                  </a:moveTo>
                  <a:cubicBezTo>
                    <a:pt x="48" y="1"/>
                    <a:pt x="17" y="32"/>
                    <a:pt x="0" y="64"/>
                  </a:cubicBezTo>
                  <a:lnTo>
                    <a:pt x="174" y="95"/>
                  </a:lnTo>
                  <a:cubicBezTo>
                    <a:pt x="189" y="47"/>
                    <a:pt x="158"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16" name="Google Shape;4816;p46"/>
            <p:cNvSpPr/>
            <p:nvPr/>
          </p:nvSpPr>
          <p:spPr>
            <a:xfrm>
              <a:off x="3518752" y="1495628"/>
              <a:ext cx="6042" cy="3021"/>
            </a:xfrm>
            <a:custGeom>
              <a:avLst/>
              <a:gdLst/>
              <a:ahLst/>
              <a:cxnLst/>
              <a:rect l="l" t="t" r="r" b="b"/>
              <a:pathLst>
                <a:path w="190" h="95" extrusionOk="0">
                  <a:moveTo>
                    <a:pt x="16" y="0"/>
                  </a:moveTo>
                  <a:cubicBezTo>
                    <a:pt x="1" y="32"/>
                    <a:pt x="32" y="79"/>
                    <a:pt x="79" y="95"/>
                  </a:cubicBezTo>
                  <a:lnTo>
                    <a:pt x="95" y="95"/>
                  </a:lnTo>
                  <a:cubicBezTo>
                    <a:pt x="142" y="95"/>
                    <a:pt x="173" y="63"/>
                    <a:pt x="190"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17" name="Google Shape;4817;p46"/>
            <p:cNvSpPr/>
            <p:nvPr/>
          </p:nvSpPr>
          <p:spPr>
            <a:xfrm>
              <a:off x="3511755" y="1529181"/>
              <a:ext cx="5502" cy="3021"/>
            </a:xfrm>
            <a:custGeom>
              <a:avLst/>
              <a:gdLst/>
              <a:ahLst/>
              <a:cxnLst/>
              <a:rect l="l" t="t" r="r" b="b"/>
              <a:pathLst>
                <a:path w="173" h="95" extrusionOk="0">
                  <a:moveTo>
                    <a:pt x="95" y="0"/>
                  </a:moveTo>
                  <a:cubicBezTo>
                    <a:pt x="47" y="0"/>
                    <a:pt x="15" y="32"/>
                    <a:pt x="0" y="63"/>
                  </a:cubicBezTo>
                  <a:lnTo>
                    <a:pt x="173" y="95"/>
                  </a:lnTo>
                  <a:cubicBezTo>
                    <a:pt x="173" y="48"/>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18" name="Google Shape;4818;p46"/>
            <p:cNvSpPr/>
            <p:nvPr/>
          </p:nvSpPr>
          <p:spPr>
            <a:xfrm>
              <a:off x="3536785" y="1499126"/>
              <a:ext cx="5534" cy="3021"/>
            </a:xfrm>
            <a:custGeom>
              <a:avLst/>
              <a:gdLst/>
              <a:ahLst/>
              <a:cxnLst/>
              <a:rect l="l" t="t" r="r" b="b"/>
              <a:pathLst>
                <a:path w="174" h="95" extrusionOk="0">
                  <a:moveTo>
                    <a:pt x="16" y="0"/>
                  </a:moveTo>
                  <a:lnTo>
                    <a:pt x="16" y="0"/>
                  </a:lnTo>
                  <a:cubicBezTo>
                    <a:pt x="1" y="48"/>
                    <a:pt x="32" y="95"/>
                    <a:pt x="79" y="95"/>
                  </a:cubicBezTo>
                  <a:lnTo>
                    <a:pt x="95" y="95"/>
                  </a:lnTo>
                  <a:cubicBezTo>
                    <a:pt x="142" y="95"/>
                    <a:pt x="174" y="80"/>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19" name="Google Shape;4819;p46"/>
            <p:cNvSpPr/>
            <p:nvPr/>
          </p:nvSpPr>
          <p:spPr>
            <a:xfrm>
              <a:off x="3533255" y="1514678"/>
              <a:ext cx="6042" cy="5502"/>
            </a:xfrm>
            <a:custGeom>
              <a:avLst/>
              <a:gdLst/>
              <a:ahLst/>
              <a:cxnLst/>
              <a:rect l="l" t="t" r="r" b="b"/>
              <a:pathLst>
                <a:path w="190" h="173" extrusionOk="0">
                  <a:moveTo>
                    <a:pt x="95" y="0"/>
                  </a:moveTo>
                  <a:cubicBezTo>
                    <a:pt x="49" y="0"/>
                    <a:pt x="17" y="32"/>
                    <a:pt x="17" y="78"/>
                  </a:cubicBezTo>
                  <a:cubicBezTo>
                    <a:pt x="1" y="126"/>
                    <a:pt x="32" y="158"/>
                    <a:pt x="80" y="173"/>
                  </a:cubicBezTo>
                  <a:lnTo>
                    <a:pt x="95" y="173"/>
                  </a:lnTo>
                  <a:cubicBezTo>
                    <a:pt x="127" y="173"/>
                    <a:pt x="175" y="141"/>
                    <a:pt x="175" y="110"/>
                  </a:cubicBezTo>
                  <a:cubicBezTo>
                    <a:pt x="190" y="63"/>
                    <a:pt x="158" y="15"/>
                    <a:pt x="112" y="15"/>
                  </a:cubicBezTo>
                  <a:cubicBezTo>
                    <a:pt x="112" y="0"/>
                    <a:pt x="95"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20" name="Google Shape;4820;p46"/>
            <p:cNvSpPr/>
            <p:nvPr/>
          </p:nvSpPr>
          <p:spPr>
            <a:xfrm>
              <a:off x="3515222" y="1511148"/>
              <a:ext cx="6042" cy="5565"/>
            </a:xfrm>
            <a:custGeom>
              <a:avLst/>
              <a:gdLst/>
              <a:ahLst/>
              <a:cxnLst/>
              <a:rect l="l" t="t" r="r" b="b"/>
              <a:pathLst>
                <a:path w="190" h="175" extrusionOk="0">
                  <a:moveTo>
                    <a:pt x="95" y="0"/>
                  </a:moveTo>
                  <a:cubicBezTo>
                    <a:pt x="49" y="0"/>
                    <a:pt x="17" y="32"/>
                    <a:pt x="17" y="63"/>
                  </a:cubicBezTo>
                  <a:cubicBezTo>
                    <a:pt x="1" y="111"/>
                    <a:pt x="32" y="158"/>
                    <a:pt x="80" y="174"/>
                  </a:cubicBezTo>
                  <a:lnTo>
                    <a:pt x="95" y="174"/>
                  </a:lnTo>
                  <a:cubicBezTo>
                    <a:pt x="127" y="174"/>
                    <a:pt x="175" y="143"/>
                    <a:pt x="175" y="111"/>
                  </a:cubicBezTo>
                  <a:cubicBezTo>
                    <a:pt x="190" y="63"/>
                    <a:pt x="158" y="17"/>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21" name="Google Shape;4821;p46"/>
            <p:cNvSpPr/>
            <p:nvPr/>
          </p:nvSpPr>
          <p:spPr>
            <a:xfrm>
              <a:off x="3529788" y="1532711"/>
              <a:ext cx="5502" cy="3530"/>
            </a:xfrm>
            <a:custGeom>
              <a:avLst/>
              <a:gdLst/>
              <a:ahLst/>
              <a:cxnLst/>
              <a:rect l="l" t="t" r="r" b="b"/>
              <a:pathLst>
                <a:path w="173" h="111" extrusionOk="0">
                  <a:moveTo>
                    <a:pt x="78" y="0"/>
                  </a:moveTo>
                  <a:cubicBezTo>
                    <a:pt x="47" y="0"/>
                    <a:pt x="15" y="32"/>
                    <a:pt x="0" y="63"/>
                  </a:cubicBezTo>
                  <a:lnTo>
                    <a:pt x="0" y="63"/>
                  </a:lnTo>
                  <a:lnTo>
                    <a:pt x="173" y="110"/>
                  </a:lnTo>
                  <a:lnTo>
                    <a:pt x="173" y="110"/>
                  </a:lnTo>
                  <a:cubicBezTo>
                    <a:pt x="173" y="63"/>
                    <a:pt x="141" y="16"/>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22" name="Google Shape;4822;p46"/>
            <p:cNvSpPr/>
            <p:nvPr/>
          </p:nvSpPr>
          <p:spPr>
            <a:xfrm>
              <a:off x="3526258" y="1459562"/>
              <a:ext cx="5565" cy="3021"/>
            </a:xfrm>
            <a:custGeom>
              <a:avLst/>
              <a:gdLst/>
              <a:ahLst/>
              <a:cxnLst/>
              <a:rect l="l" t="t" r="r" b="b"/>
              <a:pathLst>
                <a:path w="175" h="95" extrusionOk="0">
                  <a:moveTo>
                    <a:pt x="17" y="0"/>
                  </a:moveTo>
                  <a:lnTo>
                    <a:pt x="17" y="0"/>
                  </a:lnTo>
                  <a:cubicBezTo>
                    <a:pt x="0" y="47"/>
                    <a:pt x="32" y="95"/>
                    <a:pt x="80" y="95"/>
                  </a:cubicBezTo>
                  <a:lnTo>
                    <a:pt x="95" y="95"/>
                  </a:lnTo>
                  <a:cubicBezTo>
                    <a:pt x="143" y="95"/>
                    <a:pt x="174" y="78"/>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23" name="Google Shape;4823;p46"/>
            <p:cNvSpPr/>
            <p:nvPr/>
          </p:nvSpPr>
          <p:spPr>
            <a:xfrm>
              <a:off x="3519229" y="1493115"/>
              <a:ext cx="5565" cy="3530"/>
            </a:xfrm>
            <a:custGeom>
              <a:avLst/>
              <a:gdLst/>
              <a:ahLst/>
              <a:cxnLst/>
              <a:rect l="l" t="t" r="r" b="b"/>
              <a:pathLst>
                <a:path w="175" h="111" extrusionOk="0">
                  <a:moveTo>
                    <a:pt x="80" y="0"/>
                  </a:moveTo>
                  <a:cubicBezTo>
                    <a:pt x="49" y="0"/>
                    <a:pt x="17" y="32"/>
                    <a:pt x="1" y="79"/>
                  </a:cubicBezTo>
                  <a:lnTo>
                    <a:pt x="1" y="79"/>
                  </a:lnTo>
                  <a:lnTo>
                    <a:pt x="175" y="111"/>
                  </a:lnTo>
                  <a:lnTo>
                    <a:pt x="175" y="111"/>
                  </a:lnTo>
                  <a:cubicBezTo>
                    <a:pt x="175" y="63"/>
                    <a:pt x="143"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24" name="Google Shape;4824;p46"/>
            <p:cNvSpPr/>
            <p:nvPr/>
          </p:nvSpPr>
          <p:spPr>
            <a:xfrm>
              <a:off x="3544291" y="1463029"/>
              <a:ext cx="5565" cy="3562"/>
            </a:xfrm>
            <a:custGeom>
              <a:avLst/>
              <a:gdLst/>
              <a:ahLst/>
              <a:cxnLst/>
              <a:rect l="l" t="t" r="r" b="b"/>
              <a:pathLst>
                <a:path w="175" h="112" extrusionOk="0">
                  <a:moveTo>
                    <a:pt x="17" y="1"/>
                  </a:moveTo>
                  <a:cubicBezTo>
                    <a:pt x="1" y="49"/>
                    <a:pt x="32" y="95"/>
                    <a:pt x="80" y="112"/>
                  </a:cubicBezTo>
                  <a:lnTo>
                    <a:pt x="95" y="112"/>
                  </a:lnTo>
                  <a:cubicBezTo>
                    <a:pt x="127" y="112"/>
                    <a:pt x="174" y="80"/>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25" name="Google Shape;4825;p46"/>
            <p:cNvSpPr/>
            <p:nvPr/>
          </p:nvSpPr>
          <p:spPr>
            <a:xfrm>
              <a:off x="3540792" y="1479058"/>
              <a:ext cx="5534" cy="5565"/>
            </a:xfrm>
            <a:custGeom>
              <a:avLst/>
              <a:gdLst/>
              <a:ahLst/>
              <a:cxnLst/>
              <a:rect l="l" t="t" r="r" b="b"/>
              <a:pathLst>
                <a:path w="174" h="175" extrusionOk="0">
                  <a:moveTo>
                    <a:pt x="79" y="1"/>
                  </a:moveTo>
                  <a:cubicBezTo>
                    <a:pt x="48" y="1"/>
                    <a:pt x="16" y="32"/>
                    <a:pt x="1" y="64"/>
                  </a:cubicBezTo>
                  <a:cubicBezTo>
                    <a:pt x="1" y="112"/>
                    <a:pt x="32" y="158"/>
                    <a:pt x="64" y="158"/>
                  </a:cubicBezTo>
                  <a:cubicBezTo>
                    <a:pt x="79" y="175"/>
                    <a:pt x="79" y="175"/>
                    <a:pt x="95" y="175"/>
                  </a:cubicBezTo>
                  <a:cubicBezTo>
                    <a:pt x="127" y="175"/>
                    <a:pt x="158" y="143"/>
                    <a:pt x="174" y="95"/>
                  </a:cubicBezTo>
                  <a:cubicBezTo>
                    <a:pt x="174" y="49"/>
                    <a:pt x="142" y="17"/>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26" name="Google Shape;4826;p46"/>
            <p:cNvSpPr/>
            <p:nvPr/>
          </p:nvSpPr>
          <p:spPr>
            <a:xfrm>
              <a:off x="3522760" y="1475051"/>
              <a:ext cx="5534" cy="5565"/>
            </a:xfrm>
            <a:custGeom>
              <a:avLst/>
              <a:gdLst/>
              <a:ahLst/>
              <a:cxnLst/>
              <a:rect l="l" t="t" r="r" b="b"/>
              <a:pathLst>
                <a:path w="174" h="175" extrusionOk="0">
                  <a:moveTo>
                    <a:pt x="95" y="1"/>
                  </a:moveTo>
                  <a:cubicBezTo>
                    <a:pt x="47" y="1"/>
                    <a:pt x="16" y="32"/>
                    <a:pt x="1" y="80"/>
                  </a:cubicBezTo>
                  <a:cubicBezTo>
                    <a:pt x="1" y="127"/>
                    <a:pt x="32" y="175"/>
                    <a:pt x="79" y="175"/>
                  </a:cubicBezTo>
                  <a:lnTo>
                    <a:pt x="95" y="175"/>
                  </a:lnTo>
                  <a:cubicBezTo>
                    <a:pt x="127" y="175"/>
                    <a:pt x="158" y="143"/>
                    <a:pt x="173" y="112"/>
                  </a:cubicBezTo>
                  <a:cubicBezTo>
                    <a:pt x="173" y="64"/>
                    <a:pt x="158" y="17"/>
                    <a:pt x="110" y="17"/>
                  </a:cubicBezTo>
                  <a:cubicBezTo>
                    <a:pt x="95" y="17"/>
                    <a:pt x="95" y="1"/>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27" name="Google Shape;4827;p46"/>
            <p:cNvSpPr/>
            <p:nvPr/>
          </p:nvSpPr>
          <p:spPr>
            <a:xfrm>
              <a:off x="3537262" y="1497123"/>
              <a:ext cx="5565" cy="3021"/>
            </a:xfrm>
            <a:custGeom>
              <a:avLst/>
              <a:gdLst/>
              <a:ahLst/>
              <a:cxnLst/>
              <a:rect l="l" t="t" r="r" b="b"/>
              <a:pathLst>
                <a:path w="175" h="95" extrusionOk="0">
                  <a:moveTo>
                    <a:pt x="80" y="0"/>
                  </a:moveTo>
                  <a:cubicBezTo>
                    <a:pt x="49" y="0"/>
                    <a:pt x="1" y="16"/>
                    <a:pt x="1" y="63"/>
                  </a:cubicBezTo>
                  <a:lnTo>
                    <a:pt x="159" y="95"/>
                  </a:lnTo>
                  <a:cubicBezTo>
                    <a:pt x="175" y="48"/>
                    <a:pt x="143"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28" name="Google Shape;4828;p46"/>
            <p:cNvSpPr/>
            <p:nvPr/>
          </p:nvSpPr>
          <p:spPr>
            <a:xfrm>
              <a:off x="3533795" y="1423465"/>
              <a:ext cx="5502" cy="3530"/>
            </a:xfrm>
            <a:custGeom>
              <a:avLst/>
              <a:gdLst/>
              <a:ahLst/>
              <a:cxnLst/>
              <a:rect l="l" t="t" r="r" b="b"/>
              <a:pathLst>
                <a:path w="173" h="111" extrusionOk="0">
                  <a:moveTo>
                    <a:pt x="0" y="1"/>
                  </a:moveTo>
                  <a:cubicBezTo>
                    <a:pt x="0" y="47"/>
                    <a:pt x="32" y="95"/>
                    <a:pt x="78" y="110"/>
                  </a:cubicBezTo>
                  <a:lnTo>
                    <a:pt x="95" y="110"/>
                  </a:lnTo>
                  <a:cubicBezTo>
                    <a:pt x="126" y="110"/>
                    <a:pt x="158" y="79"/>
                    <a:pt x="173" y="47"/>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29" name="Google Shape;4829;p46"/>
            <p:cNvSpPr/>
            <p:nvPr/>
          </p:nvSpPr>
          <p:spPr>
            <a:xfrm>
              <a:off x="3526767" y="1457559"/>
              <a:ext cx="5534" cy="3021"/>
            </a:xfrm>
            <a:custGeom>
              <a:avLst/>
              <a:gdLst/>
              <a:ahLst/>
              <a:cxnLst/>
              <a:rect l="l" t="t" r="r" b="b"/>
              <a:pathLst>
                <a:path w="174" h="95" extrusionOk="0">
                  <a:moveTo>
                    <a:pt x="79" y="0"/>
                  </a:moveTo>
                  <a:cubicBezTo>
                    <a:pt x="47" y="0"/>
                    <a:pt x="1" y="15"/>
                    <a:pt x="1" y="63"/>
                  </a:cubicBezTo>
                  <a:lnTo>
                    <a:pt x="158" y="95"/>
                  </a:lnTo>
                  <a:cubicBezTo>
                    <a:pt x="173" y="47"/>
                    <a:pt x="142"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30" name="Google Shape;4830;p46"/>
            <p:cNvSpPr/>
            <p:nvPr/>
          </p:nvSpPr>
          <p:spPr>
            <a:xfrm>
              <a:off x="3551828" y="1427472"/>
              <a:ext cx="5534" cy="3053"/>
            </a:xfrm>
            <a:custGeom>
              <a:avLst/>
              <a:gdLst/>
              <a:ahLst/>
              <a:cxnLst/>
              <a:rect l="l" t="t" r="r" b="b"/>
              <a:pathLst>
                <a:path w="174" h="96" extrusionOk="0">
                  <a:moveTo>
                    <a:pt x="1" y="1"/>
                  </a:moveTo>
                  <a:cubicBezTo>
                    <a:pt x="1" y="47"/>
                    <a:pt x="32" y="79"/>
                    <a:pt x="64" y="95"/>
                  </a:cubicBezTo>
                  <a:lnTo>
                    <a:pt x="95" y="95"/>
                  </a:lnTo>
                  <a:cubicBezTo>
                    <a:pt x="127" y="95"/>
                    <a:pt x="158" y="64"/>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31" name="Google Shape;4831;p46"/>
            <p:cNvSpPr/>
            <p:nvPr/>
          </p:nvSpPr>
          <p:spPr>
            <a:xfrm>
              <a:off x="3547821" y="1442993"/>
              <a:ext cx="6042" cy="5565"/>
            </a:xfrm>
            <a:custGeom>
              <a:avLst/>
              <a:gdLst/>
              <a:ahLst/>
              <a:cxnLst/>
              <a:rect l="l" t="t" r="r" b="b"/>
              <a:pathLst>
                <a:path w="190" h="175" extrusionOk="0">
                  <a:moveTo>
                    <a:pt x="95" y="0"/>
                  </a:moveTo>
                  <a:cubicBezTo>
                    <a:pt x="63" y="0"/>
                    <a:pt x="16" y="32"/>
                    <a:pt x="16" y="80"/>
                  </a:cubicBezTo>
                  <a:cubicBezTo>
                    <a:pt x="0" y="111"/>
                    <a:pt x="32" y="158"/>
                    <a:pt x="79" y="174"/>
                  </a:cubicBezTo>
                  <a:lnTo>
                    <a:pt x="95" y="174"/>
                  </a:lnTo>
                  <a:cubicBezTo>
                    <a:pt x="142" y="174"/>
                    <a:pt x="173" y="143"/>
                    <a:pt x="173" y="111"/>
                  </a:cubicBezTo>
                  <a:cubicBezTo>
                    <a:pt x="190" y="64"/>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32" name="Google Shape;4832;p46"/>
            <p:cNvSpPr/>
            <p:nvPr/>
          </p:nvSpPr>
          <p:spPr>
            <a:xfrm>
              <a:off x="3529788" y="1439494"/>
              <a:ext cx="6042" cy="5534"/>
            </a:xfrm>
            <a:custGeom>
              <a:avLst/>
              <a:gdLst/>
              <a:ahLst/>
              <a:cxnLst/>
              <a:rect l="l" t="t" r="r" b="b"/>
              <a:pathLst>
                <a:path w="190" h="174" extrusionOk="0">
                  <a:moveTo>
                    <a:pt x="95" y="1"/>
                  </a:moveTo>
                  <a:cubicBezTo>
                    <a:pt x="63" y="1"/>
                    <a:pt x="32" y="32"/>
                    <a:pt x="15" y="64"/>
                  </a:cubicBezTo>
                  <a:cubicBezTo>
                    <a:pt x="0" y="110"/>
                    <a:pt x="32" y="158"/>
                    <a:pt x="78" y="174"/>
                  </a:cubicBezTo>
                  <a:lnTo>
                    <a:pt x="95" y="174"/>
                  </a:lnTo>
                  <a:cubicBezTo>
                    <a:pt x="141" y="174"/>
                    <a:pt x="173" y="142"/>
                    <a:pt x="189" y="95"/>
                  </a:cubicBezTo>
                  <a:cubicBezTo>
                    <a:pt x="189" y="47"/>
                    <a:pt x="158" y="16"/>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33" name="Google Shape;4833;p46"/>
            <p:cNvSpPr/>
            <p:nvPr/>
          </p:nvSpPr>
          <p:spPr>
            <a:xfrm>
              <a:off x="3544799" y="1461025"/>
              <a:ext cx="5534" cy="3053"/>
            </a:xfrm>
            <a:custGeom>
              <a:avLst/>
              <a:gdLst/>
              <a:ahLst/>
              <a:cxnLst/>
              <a:rect l="l" t="t" r="r" b="b"/>
              <a:pathLst>
                <a:path w="174" h="96" extrusionOk="0">
                  <a:moveTo>
                    <a:pt x="79" y="1"/>
                  </a:moveTo>
                  <a:cubicBezTo>
                    <a:pt x="32" y="1"/>
                    <a:pt x="1" y="32"/>
                    <a:pt x="1" y="64"/>
                  </a:cubicBezTo>
                  <a:lnTo>
                    <a:pt x="1" y="64"/>
                  </a:lnTo>
                  <a:lnTo>
                    <a:pt x="158" y="95"/>
                  </a:lnTo>
                  <a:lnTo>
                    <a:pt x="158" y="95"/>
                  </a:lnTo>
                  <a:cubicBezTo>
                    <a:pt x="174" y="64"/>
                    <a:pt x="142"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34" name="Google Shape;4834;p46"/>
            <p:cNvSpPr/>
            <p:nvPr/>
          </p:nvSpPr>
          <p:spPr>
            <a:xfrm>
              <a:off x="3533795" y="1421462"/>
              <a:ext cx="6042" cy="3530"/>
            </a:xfrm>
            <a:custGeom>
              <a:avLst/>
              <a:gdLst/>
              <a:ahLst/>
              <a:cxnLst/>
              <a:rect l="l" t="t" r="r" b="b"/>
              <a:pathLst>
                <a:path w="190" h="111" extrusionOk="0">
                  <a:moveTo>
                    <a:pt x="95" y="1"/>
                  </a:moveTo>
                  <a:cubicBezTo>
                    <a:pt x="47" y="1"/>
                    <a:pt x="15" y="32"/>
                    <a:pt x="0" y="64"/>
                  </a:cubicBezTo>
                  <a:lnTo>
                    <a:pt x="0" y="64"/>
                  </a:lnTo>
                  <a:lnTo>
                    <a:pt x="173" y="110"/>
                  </a:lnTo>
                  <a:lnTo>
                    <a:pt x="173" y="110"/>
                  </a:lnTo>
                  <a:cubicBezTo>
                    <a:pt x="189" y="64"/>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35" name="Google Shape;4835;p46"/>
            <p:cNvSpPr/>
            <p:nvPr/>
          </p:nvSpPr>
          <p:spPr>
            <a:xfrm>
              <a:off x="3555835" y="1408931"/>
              <a:ext cx="32" cy="32"/>
            </a:xfrm>
            <a:custGeom>
              <a:avLst/>
              <a:gdLst/>
              <a:ahLst/>
              <a:cxnLst/>
              <a:rect l="l" t="t" r="r" b="b"/>
              <a:pathLst>
                <a:path w="1" h="1" extrusionOk="0">
                  <a:moveTo>
                    <a:pt x="1" y="0"/>
                  </a:moveTo>
                  <a:lnTo>
                    <a:pt x="1" y="0"/>
                  </a:lnTo>
                  <a:lnTo>
                    <a:pt x="1" y="0"/>
                  </a:lnTo>
                  <a:close/>
                </a:path>
              </a:pathLst>
            </a:custGeom>
            <a:solidFill>
              <a:srgbClr val="F0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36" name="Google Shape;4836;p46"/>
            <p:cNvSpPr/>
            <p:nvPr/>
          </p:nvSpPr>
          <p:spPr>
            <a:xfrm>
              <a:off x="3555835" y="1408931"/>
              <a:ext cx="4039" cy="3021"/>
            </a:xfrm>
            <a:custGeom>
              <a:avLst/>
              <a:gdLst/>
              <a:ahLst/>
              <a:cxnLst/>
              <a:rect l="l" t="t" r="r" b="b"/>
              <a:pathLst>
                <a:path w="127" h="95" extrusionOk="0">
                  <a:moveTo>
                    <a:pt x="1" y="0"/>
                  </a:moveTo>
                  <a:lnTo>
                    <a:pt x="1" y="0"/>
                  </a:lnTo>
                  <a:lnTo>
                    <a:pt x="1" y="16"/>
                  </a:lnTo>
                  <a:lnTo>
                    <a:pt x="1" y="32"/>
                  </a:lnTo>
                  <a:lnTo>
                    <a:pt x="1" y="16"/>
                  </a:lnTo>
                  <a:lnTo>
                    <a:pt x="1" y="16"/>
                  </a:lnTo>
                  <a:cubicBezTo>
                    <a:pt x="32" y="16"/>
                    <a:pt x="47" y="80"/>
                    <a:pt x="79" y="95"/>
                  </a:cubicBezTo>
                  <a:lnTo>
                    <a:pt x="95" y="95"/>
                  </a:lnTo>
                  <a:lnTo>
                    <a:pt x="110" y="95"/>
                  </a:lnTo>
                  <a:cubicBezTo>
                    <a:pt x="110" y="80"/>
                    <a:pt x="127" y="80"/>
                    <a:pt x="110" y="63"/>
                  </a:cubicBezTo>
                  <a:lnTo>
                    <a:pt x="110" y="48"/>
                  </a:lnTo>
                  <a:lnTo>
                    <a:pt x="95" y="48"/>
                  </a:lnTo>
                  <a:lnTo>
                    <a:pt x="79" y="48"/>
                  </a:lnTo>
                  <a:lnTo>
                    <a:pt x="64" y="48"/>
                  </a:lnTo>
                  <a:cubicBezTo>
                    <a:pt x="47" y="48"/>
                    <a:pt x="16" y="16"/>
                    <a:pt x="1"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37" name="Google Shape;4837;p46"/>
            <p:cNvSpPr/>
            <p:nvPr/>
          </p:nvSpPr>
          <p:spPr>
            <a:xfrm>
              <a:off x="3555327" y="1409440"/>
              <a:ext cx="4039" cy="3053"/>
            </a:xfrm>
            <a:custGeom>
              <a:avLst/>
              <a:gdLst/>
              <a:ahLst/>
              <a:cxnLst/>
              <a:rect l="l" t="t" r="r" b="b"/>
              <a:pathLst>
                <a:path w="127" h="96" extrusionOk="0">
                  <a:moveTo>
                    <a:pt x="17" y="0"/>
                  </a:moveTo>
                  <a:lnTo>
                    <a:pt x="17" y="0"/>
                  </a:lnTo>
                  <a:lnTo>
                    <a:pt x="17" y="16"/>
                  </a:lnTo>
                  <a:cubicBezTo>
                    <a:pt x="0" y="47"/>
                    <a:pt x="32" y="95"/>
                    <a:pt x="80" y="95"/>
                  </a:cubicBezTo>
                  <a:lnTo>
                    <a:pt x="95" y="95"/>
                  </a:lnTo>
                  <a:lnTo>
                    <a:pt x="126" y="95"/>
                  </a:lnTo>
                  <a:lnTo>
                    <a:pt x="126" y="79"/>
                  </a:lnTo>
                  <a:lnTo>
                    <a:pt x="111" y="79"/>
                  </a:lnTo>
                  <a:lnTo>
                    <a:pt x="95" y="79"/>
                  </a:lnTo>
                  <a:cubicBezTo>
                    <a:pt x="63" y="64"/>
                    <a:pt x="48" y="0"/>
                    <a:pt x="17"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38" name="Google Shape;4838;p46"/>
            <p:cNvSpPr/>
            <p:nvPr/>
          </p:nvSpPr>
          <p:spPr>
            <a:xfrm>
              <a:off x="3537803" y="1405432"/>
              <a:ext cx="3021" cy="1527"/>
            </a:xfrm>
            <a:custGeom>
              <a:avLst/>
              <a:gdLst/>
              <a:ahLst/>
              <a:cxnLst/>
              <a:rect l="l" t="t" r="r" b="b"/>
              <a:pathLst>
                <a:path w="95" h="48" extrusionOk="0">
                  <a:moveTo>
                    <a:pt x="15" y="0"/>
                  </a:moveTo>
                  <a:lnTo>
                    <a:pt x="0" y="16"/>
                  </a:lnTo>
                  <a:lnTo>
                    <a:pt x="0" y="32"/>
                  </a:lnTo>
                  <a:cubicBezTo>
                    <a:pt x="0" y="32"/>
                    <a:pt x="15" y="16"/>
                    <a:pt x="32" y="16"/>
                  </a:cubicBezTo>
                  <a:lnTo>
                    <a:pt x="32" y="16"/>
                  </a:lnTo>
                  <a:cubicBezTo>
                    <a:pt x="63" y="32"/>
                    <a:pt x="78" y="32"/>
                    <a:pt x="95" y="47"/>
                  </a:cubicBezTo>
                  <a:cubicBezTo>
                    <a:pt x="78" y="32"/>
                    <a:pt x="47" y="16"/>
                    <a:pt x="15" y="16"/>
                  </a:cubicBezTo>
                  <a:close/>
                </a:path>
              </a:pathLst>
            </a:custGeom>
            <a:solidFill>
              <a:srgbClr val="DEE9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39" name="Google Shape;4839;p46"/>
            <p:cNvSpPr/>
            <p:nvPr/>
          </p:nvSpPr>
          <p:spPr>
            <a:xfrm>
              <a:off x="3537803" y="1405910"/>
              <a:ext cx="4039" cy="2544"/>
            </a:xfrm>
            <a:custGeom>
              <a:avLst/>
              <a:gdLst/>
              <a:ahLst/>
              <a:cxnLst/>
              <a:rect l="l" t="t" r="r" b="b"/>
              <a:pathLst>
                <a:path w="127" h="80" extrusionOk="0">
                  <a:moveTo>
                    <a:pt x="32" y="1"/>
                  </a:moveTo>
                  <a:cubicBezTo>
                    <a:pt x="15" y="1"/>
                    <a:pt x="0" y="17"/>
                    <a:pt x="0" y="17"/>
                  </a:cubicBezTo>
                  <a:lnTo>
                    <a:pt x="0" y="32"/>
                  </a:lnTo>
                  <a:lnTo>
                    <a:pt x="32" y="32"/>
                  </a:lnTo>
                  <a:lnTo>
                    <a:pt x="47" y="32"/>
                  </a:lnTo>
                  <a:cubicBezTo>
                    <a:pt x="78" y="32"/>
                    <a:pt x="110" y="48"/>
                    <a:pt x="126" y="80"/>
                  </a:cubicBezTo>
                  <a:lnTo>
                    <a:pt x="126" y="80"/>
                  </a:lnTo>
                  <a:cubicBezTo>
                    <a:pt x="110" y="64"/>
                    <a:pt x="110" y="48"/>
                    <a:pt x="95" y="32"/>
                  </a:cubicBezTo>
                  <a:cubicBezTo>
                    <a:pt x="78" y="17"/>
                    <a:pt x="63" y="17"/>
                    <a:pt x="32"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40" name="Google Shape;4840;p46"/>
            <p:cNvSpPr/>
            <p:nvPr/>
          </p:nvSpPr>
          <p:spPr>
            <a:xfrm>
              <a:off x="3537803" y="1406927"/>
              <a:ext cx="4039" cy="2035"/>
            </a:xfrm>
            <a:custGeom>
              <a:avLst/>
              <a:gdLst/>
              <a:ahLst/>
              <a:cxnLst/>
              <a:rect l="l" t="t" r="r" b="b"/>
              <a:pathLst>
                <a:path w="127" h="64" extrusionOk="0">
                  <a:moveTo>
                    <a:pt x="32" y="0"/>
                  </a:moveTo>
                  <a:lnTo>
                    <a:pt x="0" y="0"/>
                  </a:lnTo>
                  <a:cubicBezTo>
                    <a:pt x="15" y="32"/>
                    <a:pt x="32" y="63"/>
                    <a:pt x="63" y="63"/>
                  </a:cubicBezTo>
                  <a:lnTo>
                    <a:pt x="78" y="63"/>
                  </a:lnTo>
                  <a:cubicBezTo>
                    <a:pt x="95" y="63"/>
                    <a:pt x="110" y="63"/>
                    <a:pt x="126" y="48"/>
                  </a:cubicBezTo>
                  <a:cubicBezTo>
                    <a:pt x="110" y="16"/>
                    <a:pt x="78" y="0"/>
                    <a:pt x="47"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41" name="Google Shape;4841;p46"/>
            <p:cNvSpPr/>
            <p:nvPr/>
          </p:nvSpPr>
          <p:spPr>
            <a:xfrm>
              <a:off x="3551828" y="1424960"/>
              <a:ext cx="5534" cy="3562"/>
            </a:xfrm>
            <a:custGeom>
              <a:avLst/>
              <a:gdLst/>
              <a:ahLst/>
              <a:cxnLst/>
              <a:rect l="l" t="t" r="r" b="b"/>
              <a:pathLst>
                <a:path w="174" h="112" extrusionOk="0">
                  <a:moveTo>
                    <a:pt x="79" y="0"/>
                  </a:moveTo>
                  <a:cubicBezTo>
                    <a:pt x="47" y="0"/>
                    <a:pt x="16" y="32"/>
                    <a:pt x="1" y="80"/>
                  </a:cubicBezTo>
                  <a:lnTo>
                    <a:pt x="173" y="111"/>
                  </a:lnTo>
                  <a:cubicBezTo>
                    <a:pt x="173" y="63"/>
                    <a:pt x="142" y="17"/>
                    <a:pt x="110" y="17"/>
                  </a:cubicBezTo>
                  <a:cubicBezTo>
                    <a:pt x="95" y="0"/>
                    <a:pt x="95" y="0"/>
                    <a:pt x="79"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42" name="Google Shape;4842;p46"/>
            <p:cNvSpPr/>
            <p:nvPr/>
          </p:nvSpPr>
          <p:spPr>
            <a:xfrm>
              <a:off x="3543814" y="1649971"/>
              <a:ext cx="4039" cy="1495"/>
            </a:xfrm>
            <a:custGeom>
              <a:avLst/>
              <a:gdLst/>
              <a:ahLst/>
              <a:cxnLst/>
              <a:rect l="l" t="t" r="r" b="b"/>
              <a:pathLst>
                <a:path w="127" h="47" extrusionOk="0">
                  <a:moveTo>
                    <a:pt x="0" y="0"/>
                  </a:moveTo>
                  <a:lnTo>
                    <a:pt x="0" y="0"/>
                  </a:lnTo>
                  <a:lnTo>
                    <a:pt x="0" y="32"/>
                  </a:lnTo>
                  <a:cubicBezTo>
                    <a:pt x="16" y="47"/>
                    <a:pt x="47" y="47"/>
                    <a:pt x="63" y="47"/>
                  </a:cubicBezTo>
                  <a:lnTo>
                    <a:pt x="110" y="47"/>
                  </a:lnTo>
                  <a:lnTo>
                    <a:pt x="126"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43" name="Google Shape;4843;p46"/>
            <p:cNvSpPr/>
            <p:nvPr/>
          </p:nvSpPr>
          <p:spPr>
            <a:xfrm>
              <a:off x="3532778" y="1610344"/>
              <a:ext cx="5534" cy="3053"/>
            </a:xfrm>
            <a:custGeom>
              <a:avLst/>
              <a:gdLst/>
              <a:ahLst/>
              <a:cxnLst/>
              <a:rect l="l" t="t" r="r" b="b"/>
              <a:pathLst>
                <a:path w="174" h="96" extrusionOk="0">
                  <a:moveTo>
                    <a:pt x="16" y="1"/>
                  </a:moveTo>
                  <a:lnTo>
                    <a:pt x="16" y="1"/>
                  </a:lnTo>
                  <a:cubicBezTo>
                    <a:pt x="1" y="49"/>
                    <a:pt x="32" y="95"/>
                    <a:pt x="79" y="95"/>
                  </a:cubicBezTo>
                  <a:lnTo>
                    <a:pt x="95" y="95"/>
                  </a:lnTo>
                  <a:cubicBezTo>
                    <a:pt x="127" y="95"/>
                    <a:pt x="173"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44" name="Google Shape;4844;p46"/>
            <p:cNvSpPr/>
            <p:nvPr/>
          </p:nvSpPr>
          <p:spPr>
            <a:xfrm>
              <a:off x="3550810" y="1613874"/>
              <a:ext cx="5534" cy="3530"/>
            </a:xfrm>
            <a:custGeom>
              <a:avLst/>
              <a:gdLst/>
              <a:ahLst/>
              <a:cxnLst/>
              <a:rect l="l" t="t" r="r" b="b"/>
              <a:pathLst>
                <a:path w="174" h="111" extrusionOk="0">
                  <a:moveTo>
                    <a:pt x="1" y="1"/>
                  </a:moveTo>
                  <a:lnTo>
                    <a:pt x="1" y="1"/>
                  </a:lnTo>
                  <a:cubicBezTo>
                    <a:pt x="1" y="47"/>
                    <a:pt x="33" y="95"/>
                    <a:pt x="79" y="110"/>
                  </a:cubicBezTo>
                  <a:lnTo>
                    <a:pt x="96" y="110"/>
                  </a:lnTo>
                  <a:cubicBezTo>
                    <a:pt x="127" y="110"/>
                    <a:pt x="159" y="79"/>
                    <a:pt x="174" y="47"/>
                  </a:cubicBezTo>
                  <a:lnTo>
                    <a:pt x="174" y="4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45" name="Google Shape;4845;p46"/>
            <p:cNvSpPr/>
            <p:nvPr/>
          </p:nvSpPr>
          <p:spPr>
            <a:xfrm>
              <a:off x="3547312" y="1629903"/>
              <a:ext cx="5565" cy="5534"/>
            </a:xfrm>
            <a:custGeom>
              <a:avLst/>
              <a:gdLst/>
              <a:ahLst/>
              <a:cxnLst/>
              <a:rect l="l" t="t" r="r" b="b"/>
              <a:pathLst>
                <a:path w="175" h="174" extrusionOk="0">
                  <a:moveTo>
                    <a:pt x="79" y="1"/>
                  </a:moveTo>
                  <a:cubicBezTo>
                    <a:pt x="48" y="1"/>
                    <a:pt x="16" y="32"/>
                    <a:pt x="0" y="64"/>
                  </a:cubicBezTo>
                  <a:cubicBezTo>
                    <a:pt x="0" y="111"/>
                    <a:pt x="16" y="159"/>
                    <a:pt x="63" y="174"/>
                  </a:cubicBezTo>
                  <a:lnTo>
                    <a:pt x="79" y="174"/>
                  </a:lnTo>
                  <a:cubicBezTo>
                    <a:pt x="126" y="174"/>
                    <a:pt x="158" y="142"/>
                    <a:pt x="174" y="96"/>
                  </a:cubicBezTo>
                  <a:cubicBezTo>
                    <a:pt x="174" y="48"/>
                    <a:pt x="143"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46" name="Google Shape;4846;p46"/>
            <p:cNvSpPr/>
            <p:nvPr/>
          </p:nvSpPr>
          <p:spPr>
            <a:xfrm>
              <a:off x="3529247" y="1626405"/>
              <a:ext cx="5565" cy="5025"/>
            </a:xfrm>
            <a:custGeom>
              <a:avLst/>
              <a:gdLst/>
              <a:ahLst/>
              <a:cxnLst/>
              <a:rect l="l" t="t" r="r" b="b"/>
              <a:pathLst>
                <a:path w="175" h="158" extrusionOk="0">
                  <a:moveTo>
                    <a:pt x="95" y="0"/>
                  </a:moveTo>
                  <a:cubicBezTo>
                    <a:pt x="49" y="0"/>
                    <a:pt x="17" y="16"/>
                    <a:pt x="1" y="63"/>
                  </a:cubicBezTo>
                  <a:cubicBezTo>
                    <a:pt x="1" y="111"/>
                    <a:pt x="32" y="158"/>
                    <a:pt x="64" y="158"/>
                  </a:cubicBezTo>
                  <a:lnTo>
                    <a:pt x="95" y="158"/>
                  </a:lnTo>
                  <a:cubicBezTo>
                    <a:pt x="127" y="158"/>
                    <a:pt x="158" y="142"/>
                    <a:pt x="175" y="95"/>
                  </a:cubicBezTo>
                  <a:cubicBezTo>
                    <a:pt x="175" y="48"/>
                    <a:pt x="158" y="0"/>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47" name="Google Shape;4847;p46"/>
            <p:cNvSpPr/>
            <p:nvPr/>
          </p:nvSpPr>
          <p:spPr>
            <a:xfrm>
              <a:off x="3543814" y="1647968"/>
              <a:ext cx="5025" cy="3021"/>
            </a:xfrm>
            <a:custGeom>
              <a:avLst/>
              <a:gdLst/>
              <a:ahLst/>
              <a:cxnLst/>
              <a:rect l="l" t="t" r="r" b="b"/>
              <a:pathLst>
                <a:path w="158" h="95" extrusionOk="0">
                  <a:moveTo>
                    <a:pt x="79" y="0"/>
                  </a:moveTo>
                  <a:cubicBezTo>
                    <a:pt x="47" y="0"/>
                    <a:pt x="0" y="15"/>
                    <a:pt x="0" y="63"/>
                  </a:cubicBezTo>
                  <a:lnTo>
                    <a:pt x="126" y="95"/>
                  </a:lnTo>
                  <a:cubicBezTo>
                    <a:pt x="142" y="78"/>
                    <a:pt x="158" y="63"/>
                    <a:pt x="158" y="47"/>
                  </a:cubicBezTo>
                  <a:cubicBezTo>
                    <a:pt x="158" y="32"/>
                    <a:pt x="126"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48" name="Google Shape;4848;p46"/>
            <p:cNvSpPr/>
            <p:nvPr/>
          </p:nvSpPr>
          <p:spPr>
            <a:xfrm>
              <a:off x="3540283" y="1574278"/>
              <a:ext cx="5565" cy="3562"/>
            </a:xfrm>
            <a:custGeom>
              <a:avLst/>
              <a:gdLst/>
              <a:ahLst/>
              <a:cxnLst/>
              <a:rect l="l" t="t" r="r" b="b"/>
              <a:pathLst>
                <a:path w="175" h="112" extrusionOk="0">
                  <a:moveTo>
                    <a:pt x="0" y="0"/>
                  </a:moveTo>
                  <a:lnTo>
                    <a:pt x="0" y="0"/>
                  </a:lnTo>
                  <a:cubicBezTo>
                    <a:pt x="0" y="48"/>
                    <a:pt x="32" y="95"/>
                    <a:pt x="80" y="111"/>
                  </a:cubicBezTo>
                  <a:lnTo>
                    <a:pt x="95" y="111"/>
                  </a:lnTo>
                  <a:cubicBezTo>
                    <a:pt x="127" y="111"/>
                    <a:pt x="158" y="80"/>
                    <a:pt x="174" y="48"/>
                  </a:cubicBezTo>
                  <a:lnTo>
                    <a:pt x="174" y="48"/>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49" name="Google Shape;4849;p46"/>
            <p:cNvSpPr/>
            <p:nvPr/>
          </p:nvSpPr>
          <p:spPr>
            <a:xfrm>
              <a:off x="3533255" y="1608340"/>
              <a:ext cx="5565" cy="3053"/>
            </a:xfrm>
            <a:custGeom>
              <a:avLst/>
              <a:gdLst/>
              <a:ahLst/>
              <a:cxnLst/>
              <a:rect l="l" t="t" r="r" b="b"/>
              <a:pathLst>
                <a:path w="175" h="96" extrusionOk="0">
                  <a:moveTo>
                    <a:pt x="80" y="1"/>
                  </a:moveTo>
                  <a:cubicBezTo>
                    <a:pt x="32" y="1"/>
                    <a:pt x="1" y="17"/>
                    <a:pt x="1" y="64"/>
                  </a:cubicBezTo>
                  <a:lnTo>
                    <a:pt x="158" y="95"/>
                  </a:lnTo>
                  <a:cubicBezTo>
                    <a:pt x="175" y="49"/>
                    <a:pt x="143"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50" name="Google Shape;4850;p46"/>
            <p:cNvSpPr/>
            <p:nvPr/>
          </p:nvSpPr>
          <p:spPr>
            <a:xfrm>
              <a:off x="3558316" y="1578286"/>
              <a:ext cx="5565" cy="3053"/>
            </a:xfrm>
            <a:custGeom>
              <a:avLst/>
              <a:gdLst/>
              <a:ahLst/>
              <a:cxnLst/>
              <a:rect l="l" t="t" r="r" b="b"/>
              <a:pathLst>
                <a:path w="175" h="96" extrusionOk="0">
                  <a:moveTo>
                    <a:pt x="1" y="1"/>
                  </a:moveTo>
                  <a:cubicBezTo>
                    <a:pt x="1" y="48"/>
                    <a:pt x="17" y="95"/>
                    <a:pt x="64" y="95"/>
                  </a:cubicBezTo>
                  <a:lnTo>
                    <a:pt x="80" y="95"/>
                  </a:lnTo>
                  <a:cubicBezTo>
                    <a:pt x="127" y="95"/>
                    <a:pt x="158" y="64"/>
                    <a:pt x="175"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51" name="Google Shape;4851;p46"/>
            <p:cNvSpPr/>
            <p:nvPr/>
          </p:nvSpPr>
          <p:spPr>
            <a:xfrm>
              <a:off x="3554309" y="1593838"/>
              <a:ext cx="6042" cy="5534"/>
            </a:xfrm>
            <a:custGeom>
              <a:avLst/>
              <a:gdLst/>
              <a:ahLst/>
              <a:cxnLst/>
              <a:rect l="l" t="t" r="r" b="b"/>
              <a:pathLst>
                <a:path w="190" h="174" extrusionOk="0">
                  <a:moveTo>
                    <a:pt x="95" y="1"/>
                  </a:moveTo>
                  <a:cubicBezTo>
                    <a:pt x="64" y="1"/>
                    <a:pt x="17" y="32"/>
                    <a:pt x="17" y="79"/>
                  </a:cubicBezTo>
                  <a:cubicBezTo>
                    <a:pt x="1" y="110"/>
                    <a:pt x="32" y="158"/>
                    <a:pt x="80" y="173"/>
                  </a:cubicBezTo>
                  <a:lnTo>
                    <a:pt x="95" y="173"/>
                  </a:lnTo>
                  <a:cubicBezTo>
                    <a:pt x="143" y="173"/>
                    <a:pt x="175" y="142"/>
                    <a:pt x="175" y="110"/>
                  </a:cubicBezTo>
                  <a:cubicBezTo>
                    <a:pt x="190" y="64"/>
                    <a:pt x="158" y="16"/>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52" name="Google Shape;4852;p46"/>
            <p:cNvSpPr/>
            <p:nvPr/>
          </p:nvSpPr>
          <p:spPr>
            <a:xfrm>
              <a:off x="3536276" y="1590308"/>
              <a:ext cx="6042" cy="5565"/>
            </a:xfrm>
            <a:custGeom>
              <a:avLst/>
              <a:gdLst/>
              <a:ahLst/>
              <a:cxnLst/>
              <a:rect l="l" t="t" r="r" b="b"/>
              <a:pathLst>
                <a:path w="190" h="175" extrusionOk="0">
                  <a:moveTo>
                    <a:pt x="95" y="1"/>
                  </a:moveTo>
                  <a:cubicBezTo>
                    <a:pt x="63" y="1"/>
                    <a:pt x="17" y="32"/>
                    <a:pt x="17" y="64"/>
                  </a:cubicBezTo>
                  <a:cubicBezTo>
                    <a:pt x="0" y="112"/>
                    <a:pt x="32" y="158"/>
                    <a:pt x="80" y="175"/>
                  </a:cubicBezTo>
                  <a:lnTo>
                    <a:pt x="95" y="175"/>
                  </a:lnTo>
                  <a:cubicBezTo>
                    <a:pt x="143" y="175"/>
                    <a:pt x="174" y="143"/>
                    <a:pt x="174" y="95"/>
                  </a:cubicBezTo>
                  <a:cubicBezTo>
                    <a:pt x="190" y="49"/>
                    <a:pt x="158" y="17"/>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53" name="Google Shape;4853;p46"/>
            <p:cNvSpPr/>
            <p:nvPr/>
          </p:nvSpPr>
          <p:spPr>
            <a:xfrm>
              <a:off x="3550810" y="1611871"/>
              <a:ext cx="6074" cy="3530"/>
            </a:xfrm>
            <a:custGeom>
              <a:avLst/>
              <a:gdLst/>
              <a:ahLst/>
              <a:cxnLst/>
              <a:rect l="l" t="t" r="r" b="b"/>
              <a:pathLst>
                <a:path w="191" h="111" extrusionOk="0">
                  <a:moveTo>
                    <a:pt x="96" y="1"/>
                  </a:moveTo>
                  <a:cubicBezTo>
                    <a:pt x="48" y="1"/>
                    <a:pt x="16" y="32"/>
                    <a:pt x="1" y="64"/>
                  </a:cubicBezTo>
                  <a:lnTo>
                    <a:pt x="174" y="110"/>
                  </a:lnTo>
                  <a:cubicBezTo>
                    <a:pt x="190" y="64"/>
                    <a:pt x="159"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54" name="Google Shape;4854;p46"/>
            <p:cNvSpPr/>
            <p:nvPr/>
          </p:nvSpPr>
          <p:spPr>
            <a:xfrm>
              <a:off x="3547312" y="1538722"/>
              <a:ext cx="6042" cy="3021"/>
            </a:xfrm>
            <a:custGeom>
              <a:avLst/>
              <a:gdLst/>
              <a:ahLst/>
              <a:cxnLst/>
              <a:rect l="l" t="t" r="r" b="b"/>
              <a:pathLst>
                <a:path w="190" h="95" extrusionOk="0">
                  <a:moveTo>
                    <a:pt x="16" y="0"/>
                  </a:moveTo>
                  <a:cubicBezTo>
                    <a:pt x="0" y="47"/>
                    <a:pt x="32" y="95"/>
                    <a:pt x="79" y="95"/>
                  </a:cubicBezTo>
                  <a:lnTo>
                    <a:pt x="95" y="95"/>
                  </a:lnTo>
                  <a:cubicBezTo>
                    <a:pt x="143" y="95"/>
                    <a:pt x="174" y="79"/>
                    <a:pt x="189"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55" name="Google Shape;4855;p46"/>
            <p:cNvSpPr/>
            <p:nvPr/>
          </p:nvSpPr>
          <p:spPr>
            <a:xfrm>
              <a:off x="3540283" y="1572275"/>
              <a:ext cx="5565" cy="3562"/>
            </a:xfrm>
            <a:custGeom>
              <a:avLst/>
              <a:gdLst/>
              <a:ahLst/>
              <a:cxnLst/>
              <a:rect l="l" t="t" r="r" b="b"/>
              <a:pathLst>
                <a:path w="175" h="112" extrusionOk="0">
                  <a:moveTo>
                    <a:pt x="95" y="0"/>
                  </a:moveTo>
                  <a:cubicBezTo>
                    <a:pt x="48" y="0"/>
                    <a:pt x="17" y="32"/>
                    <a:pt x="0" y="63"/>
                  </a:cubicBezTo>
                  <a:lnTo>
                    <a:pt x="174" y="111"/>
                  </a:lnTo>
                  <a:cubicBezTo>
                    <a:pt x="174" y="63"/>
                    <a:pt x="158" y="17"/>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56" name="Google Shape;4856;p46"/>
            <p:cNvSpPr/>
            <p:nvPr/>
          </p:nvSpPr>
          <p:spPr>
            <a:xfrm>
              <a:off x="3565345" y="1542220"/>
              <a:ext cx="5565" cy="3562"/>
            </a:xfrm>
            <a:custGeom>
              <a:avLst/>
              <a:gdLst/>
              <a:ahLst/>
              <a:cxnLst/>
              <a:rect l="l" t="t" r="r" b="b"/>
              <a:pathLst>
                <a:path w="175" h="112" extrusionOk="0">
                  <a:moveTo>
                    <a:pt x="17" y="0"/>
                  </a:moveTo>
                  <a:lnTo>
                    <a:pt x="17" y="0"/>
                  </a:lnTo>
                  <a:cubicBezTo>
                    <a:pt x="0" y="48"/>
                    <a:pt x="32" y="95"/>
                    <a:pt x="80" y="111"/>
                  </a:cubicBezTo>
                  <a:lnTo>
                    <a:pt x="95" y="111"/>
                  </a:lnTo>
                  <a:cubicBezTo>
                    <a:pt x="143" y="111"/>
                    <a:pt x="174" y="80"/>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57" name="Google Shape;4857;p46"/>
            <p:cNvSpPr/>
            <p:nvPr/>
          </p:nvSpPr>
          <p:spPr>
            <a:xfrm>
              <a:off x="3561846" y="1558249"/>
              <a:ext cx="6042" cy="5025"/>
            </a:xfrm>
            <a:custGeom>
              <a:avLst/>
              <a:gdLst/>
              <a:ahLst/>
              <a:cxnLst/>
              <a:rect l="l" t="t" r="r" b="b"/>
              <a:pathLst>
                <a:path w="190" h="158" extrusionOk="0">
                  <a:moveTo>
                    <a:pt x="95" y="0"/>
                  </a:moveTo>
                  <a:cubicBezTo>
                    <a:pt x="47" y="0"/>
                    <a:pt x="16" y="17"/>
                    <a:pt x="16" y="63"/>
                  </a:cubicBezTo>
                  <a:cubicBezTo>
                    <a:pt x="1" y="111"/>
                    <a:pt x="32" y="158"/>
                    <a:pt x="79" y="158"/>
                  </a:cubicBezTo>
                  <a:lnTo>
                    <a:pt x="95" y="158"/>
                  </a:lnTo>
                  <a:cubicBezTo>
                    <a:pt x="127" y="158"/>
                    <a:pt x="173" y="143"/>
                    <a:pt x="173" y="95"/>
                  </a:cubicBezTo>
                  <a:cubicBezTo>
                    <a:pt x="190" y="48"/>
                    <a:pt x="158" y="0"/>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58" name="Google Shape;4858;p46"/>
            <p:cNvSpPr/>
            <p:nvPr/>
          </p:nvSpPr>
          <p:spPr>
            <a:xfrm>
              <a:off x="3543814" y="1554242"/>
              <a:ext cx="6042" cy="5565"/>
            </a:xfrm>
            <a:custGeom>
              <a:avLst/>
              <a:gdLst/>
              <a:ahLst/>
              <a:cxnLst/>
              <a:rect l="l" t="t" r="r" b="b"/>
              <a:pathLst>
                <a:path w="190" h="175" extrusionOk="0">
                  <a:moveTo>
                    <a:pt x="95" y="0"/>
                  </a:moveTo>
                  <a:cubicBezTo>
                    <a:pt x="47" y="0"/>
                    <a:pt x="16" y="32"/>
                    <a:pt x="16" y="80"/>
                  </a:cubicBezTo>
                  <a:cubicBezTo>
                    <a:pt x="0" y="126"/>
                    <a:pt x="32" y="158"/>
                    <a:pt x="79" y="174"/>
                  </a:cubicBezTo>
                  <a:lnTo>
                    <a:pt x="95" y="174"/>
                  </a:lnTo>
                  <a:cubicBezTo>
                    <a:pt x="126" y="174"/>
                    <a:pt x="173" y="143"/>
                    <a:pt x="173" y="111"/>
                  </a:cubicBezTo>
                  <a:cubicBezTo>
                    <a:pt x="189" y="63"/>
                    <a:pt x="158" y="17"/>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59" name="Google Shape;4859;p46"/>
            <p:cNvSpPr/>
            <p:nvPr/>
          </p:nvSpPr>
          <p:spPr>
            <a:xfrm>
              <a:off x="3558316" y="1575805"/>
              <a:ext cx="5565" cy="3530"/>
            </a:xfrm>
            <a:custGeom>
              <a:avLst/>
              <a:gdLst/>
              <a:ahLst/>
              <a:cxnLst/>
              <a:rect l="l" t="t" r="r" b="b"/>
              <a:pathLst>
                <a:path w="175" h="111" extrusionOk="0">
                  <a:moveTo>
                    <a:pt x="80" y="0"/>
                  </a:moveTo>
                  <a:cubicBezTo>
                    <a:pt x="49" y="0"/>
                    <a:pt x="17" y="32"/>
                    <a:pt x="1" y="79"/>
                  </a:cubicBezTo>
                  <a:lnTo>
                    <a:pt x="1" y="79"/>
                  </a:lnTo>
                  <a:lnTo>
                    <a:pt x="175" y="110"/>
                  </a:lnTo>
                  <a:lnTo>
                    <a:pt x="175" y="110"/>
                  </a:lnTo>
                  <a:cubicBezTo>
                    <a:pt x="175" y="63"/>
                    <a:pt x="143" y="15"/>
                    <a:pt x="95" y="15"/>
                  </a:cubicBezTo>
                  <a:cubicBezTo>
                    <a:pt x="95" y="15"/>
                    <a:pt x="95" y="0"/>
                    <a:pt x="8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60" name="Google Shape;4860;p46"/>
            <p:cNvSpPr/>
            <p:nvPr/>
          </p:nvSpPr>
          <p:spPr>
            <a:xfrm>
              <a:off x="3554849" y="1502656"/>
              <a:ext cx="5502" cy="3498"/>
            </a:xfrm>
            <a:custGeom>
              <a:avLst/>
              <a:gdLst/>
              <a:ahLst/>
              <a:cxnLst/>
              <a:rect l="l" t="t" r="r" b="b"/>
              <a:pathLst>
                <a:path w="173" h="110" extrusionOk="0">
                  <a:moveTo>
                    <a:pt x="15" y="0"/>
                  </a:moveTo>
                  <a:lnTo>
                    <a:pt x="15" y="0"/>
                  </a:lnTo>
                  <a:cubicBezTo>
                    <a:pt x="0" y="47"/>
                    <a:pt x="32" y="95"/>
                    <a:pt x="78" y="110"/>
                  </a:cubicBezTo>
                  <a:lnTo>
                    <a:pt x="95" y="110"/>
                  </a:lnTo>
                  <a:cubicBezTo>
                    <a:pt x="126" y="110"/>
                    <a:pt x="173" y="78"/>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61" name="Google Shape;4861;p46"/>
            <p:cNvSpPr/>
            <p:nvPr/>
          </p:nvSpPr>
          <p:spPr>
            <a:xfrm>
              <a:off x="3547821" y="1536718"/>
              <a:ext cx="5534" cy="3021"/>
            </a:xfrm>
            <a:custGeom>
              <a:avLst/>
              <a:gdLst/>
              <a:ahLst/>
              <a:cxnLst/>
              <a:rect l="l" t="t" r="r" b="b"/>
              <a:pathLst>
                <a:path w="174" h="95" extrusionOk="0">
                  <a:moveTo>
                    <a:pt x="79" y="0"/>
                  </a:moveTo>
                  <a:cubicBezTo>
                    <a:pt x="47" y="0"/>
                    <a:pt x="16" y="16"/>
                    <a:pt x="0" y="63"/>
                  </a:cubicBezTo>
                  <a:lnTo>
                    <a:pt x="0" y="63"/>
                  </a:lnTo>
                  <a:lnTo>
                    <a:pt x="173" y="95"/>
                  </a:lnTo>
                  <a:lnTo>
                    <a:pt x="173" y="95"/>
                  </a:lnTo>
                  <a:cubicBezTo>
                    <a:pt x="173" y="47"/>
                    <a:pt x="142"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62" name="Google Shape;4862;p46"/>
            <p:cNvSpPr/>
            <p:nvPr/>
          </p:nvSpPr>
          <p:spPr>
            <a:xfrm>
              <a:off x="3572882" y="1506664"/>
              <a:ext cx="5502" cy="3021"/>
            </a:xfrm>
            <a:custGeom>
              <a:avLst/>
              <a:gdLst/>
              <a:ahLst/>
              <a:cxnLst/>
              <a:rect l="l" t="t" r="r" b="b"/>
              <a:pathLst>
                <a:path w="173" h="95" extrusionOk="0">
                  <a:moveTo>
                    <a:pt x="15" y="0"/>
                  </a:moveTo>
                  <a:cubicBezTo>
                    <a:pt x="0" y="47"/>
                    <a:pt x="32" y="78"/>
                    <a:pt x="78" y="95"/>
                  </a:cubicBezTo>
                  <a:lnTo>
                    <a:pt x="95" y="95"/>
                  </a:lnTo>
                  <a:cubicBezTo>
                    <a:pt x="126" y="95"/>
                    <a:pt x="173" y="63"/>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63" name="Google Shape;4863;p46"/>
            <p:cNvSpPr/>
            <p:nvPr/>
          </p:nvSpPr>
          <p:spPr>
            <a:xfrm>
              <a:off x="3569352" y="1522152"/>
              <a:ext cx="5565" cy="5565"/>
            </a:xfrm>
            <a:custGeom>
              <a:avLst/>
              <a:gdLst/>
              <a:ahLst/>
              <a:cxnLst/>
              <a:rect l="l" t="t" r="r" b="b"/>
              <a:pathLst>
                <a:path w="175" h="175" extrusionOk="0">
                  <a:moveTo>
                    <a:pt x="80" y="1"/>
                  </a:moveTo>
                  <a:cubicBezTo>
                    <a:pt x="48" y="1"/>
                    <a:pt x="17" y="32"/>
                    <a:pt x="0" y="64"/>
                  </a:cubicBezTo>
                  <a:cubicBezTo>
                    <a:pt x="0" y="112"/>
                    <a:pt x="17" y="158"/>
                    <a:pt x="63" y="175"/>
                  </a:cubicBezTo>
                  <a:lnTo>
                    <a:pt x="80" y="175"/>
                  </a:lnTo>
                  <a:cubicBezTo>
                    <a:pt x="126" y="175"/>
                    <a:pt x="158" y="143"/>
                    <a:pt x="174" y="112"/>
                  </a:cubicBezTo>
                  <a:cubicBezTo>
                    <a:pt x="174" y="64"/>
                    <a:pt x="143" y="17"/>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64" name="Google Shape;4864;p46"/>
            <p:cNvSpPr/>
            <p:nvPr/>
          </p:nvSpPr>
          <p:spPr>
            <a:xfrm>
              <a:off x="3551319" y="1518686"/>
              <a:ext cx="5565" cy="5025"/>
            </a:xfrm>
            <a:custGeom>
              <a:avLst/>
              <a:gdLst/>
              <a:ahLst/>
              <a:cxnLst/>
              <a:rect l="l" t="t" r="r" b="b"/>
              <a:pathLst>
                <a:path w="175" h="158" extrusionOk="0">
                  <a:moveTo>
                    <a:pt x="95" y="0"/>
                  </a:moveTo>
                  <a:cubicBezTo>
                    <a:pt x="48" y="0"/>
                    <a:pt x="17" y="32"/>
                    <a:pt x="0" y="63"/>
                  </a:cubicBezTo>
                  <a:cubicBezTo>
                    <a:pt x="0" y="110"/>
                    <a:pt x="32" y="158"/>
                    <a:pt x="80" y="158"/>
                  </a:cubicBezTo>
                  <a:lnTo>
                    <a:pt x="95" y="158"/>
                  </a:lnTo>
                  <a:cubicBezTo>
                    <a:pt x="126" y="158"/>
                    <a:pt x="158" y="141"/>
                    <a:pt x="174" y="95"/>
                  </a:cubicBezTo>
                  <a:cubicBezTo>
                    <a:pt x="174" y="47"/>
                    <a:pt x="158" y="0"/>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65" name="Google Shape;4865;p46"/>
            <p:cNvSpPr/>
            <p:nvPr/>
          </p:nvSpPr>
          <p:spPr>
            <a:xfrm>
              <a:off x="3565854" y="1540217"/>
              <a:ext cx="5534" cy="3021"/>
            </a:xfrm>
            <a:custGeom>
              <a:avLst/>
              <a:gdLst/>
              <a:ahLst/>
              <a:cxnLst/>
              <a:rect l="l" t="t" r="r" b="b"/>
              <a:pathLst>
                <a:path w="174" h="95" extrusionOk="0">
                  <a:moveTo>
                    <a:pt x="79" y="0"/>
                  </a:moveTo>
                  <a:cubicBezTo>
                    <a:pt x="47" y="0"/>
                    <a:pt x="1" y="32"/>
                    <a:pt x="1" y="63"/>
                  </a:cubicBezTo>
                  <a:lnTo>
                    <a:pt x="158" y="95"/>
                  </a:lnTo>
                  <a:cubicBezTo>
                    <a:pt x="173" y="48"/>
                    <a:pt x="142" y="16"/>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66" name="Google Shape;4866;p46"/>
            <p:cNvSpPr/>
            <p:nvPr/>
          </p:nvSpPr>
          <p:spPr>
            <a:xfrm>
              <a:off x="3562323" y="1467036"/>
              <a:ext cx="5565" cy="3053"/>
            </a:xfrm>
            <a:custGeom>
              <a:avLst/>
              <a:gdLst/>
              <a:ahLst/>
              <a:cxnLst/>
              <a:rect l="l" t="t" r="r" b="b"/>
              <a:pathLst>
                <a:path w="175" h="96" extrusionOk="0">
                  <a:moveTo>
                    <a:pt x="1" y="1"/>
                  </a:moveTo>
                  <a:cubicBezTo>
                    <a:pt x="1" y="49"/>
                    <a:pt x="32" y="80"/>
                    <a:pt x="80" y="95"/>
                  </a:cubicBezTo>
                  <a:lnTo>
                    <a:pt x="95" y="95"/>
                  </a:lnTo>
                  <a:cubicBezTo>
                    <a:pt x="127" y="95"/>
                    <a:pt x="158" y="64"/>
                    <a:pt x="175"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67" name="Google Shape;4867;p46"/>
            <p:cNvSpPr/>
            <p:nvPr/>
          </p:nvSpPr>
          <p:spPr>
            <a:xfrm>
              <a:off x="3555327" y="1500653"/>
              <a:ext cx="5565" cy="3021"/>
            </a:xfrm>
            <a:custGeom>
              <a:avLst/>
              <a:gdLst/>
              <a:ahLst/>
              <a:cxnLst/>
              <a:rect l="l" t="t" r="r" b="b"/>
              <a:pathLst>
                <a:path w="175" h="95" extrusionOk="0">
                  <a:moveTo>
                    <a:pt x="80" y="0"/>
                  </a:moveTo>
                  <a:cubicBezTo>
                    <a:pt x="32" y="0"/>
                    <a:pt x="0" y="32"/>
                    <a:pt x="0" y="63"/>
                  </a:cubicBezTo>
                  <a:lnTo>
                    <a:pt x="158" y="95"/>
                  </a:lnTo>
                  <a:cubicBezTo>
                    <a:pt x="174" y="63"/>
                    <a:pt x="143"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68" name="Google Shape;4868;p46"/>
            <p:cNvSpPr/>
            <p:nvPr/>
          </p:nvSpPr>
          <p:spPr>
            <a:xfrm>
              <a:off x="3580356" y="1470567"/>
              <a:ext cx="5565" cy="3053"/>
            </a:xfrm>
            <a:custGeom>
              <a:avLst/>
              <a:gdLst/>
              <a:ahLst/>
              <a:cxnLst/>
              <a:rect l="l" t="t" r="r" b="b"/>
              <a:pathLst>
                <a:path w="175" h="96" extrusionOk="0">
                  <a:moveTo>
                    <a:pt x="1" y="1"/>
                  </a:moveTo>
                  <a:cubicBezTo>
                    <a:pt x="1" y="47"/>
                    <a:pt x="17" y="95"/>
                    <a:pt x="64" y="95"/>
                  </a:cubicBezTo>
                  <a:lnTo>
                    <a:pt x="80" y="95"/>
                  </a:lnTo>
                  <a:cubicBezTo>
                    <a:pt x="127" y="95"/>
                    <a:pt x="159" y="79"/>
                    <a:pt x="175" y="32"/>
                  </a:cubicBezTo>
                  <a:lnTo>
                    <a:pt x="175"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69" name="Google Shape;4869;p46"/>
            <p:cNvSpPr/>
            <p:nvPr/>
          </p:nvSpPr>
          <p:spPr>
            <a:xfrm>
              <a:off x="3576349" y="1486596"/>
              <a:ext cx="6042" cy="5057"/>
            </a:xfrm>
            <a:custGeom>
              <a:avLst/>
              <a:gdLst/>
              <a:ahLst/>
              <a:cxnLst/>
              <a:rect l="l" t="t" r="r" b="b"/>
              <a:pathLst>
                <a:path w="190" h="159" extrusionOk="0">
                  <a:moveTo>
                    <a:pt x="95" y="1"/>
                  </a:moveTo>
                  <a:cubicBezTo>
                    <a:pt x="64" y="1"/>
                    <a:pt x="17" y="16"/>
                    <a:pt x="17" y="64"/>
                  </a:cubicBezTo>
                  <a:cubicBezTo>
                    <a:pt x="1" y="111"/>
                    <a:pt x="32" y="158"/>
                    <a:pt x="80" y="158"/>
                  </a:cubicBezTo>
                  <a:lnTo>
                    <a:pt x="95" y="158"/>
                  </a:lnTo>
                  <a:cubicBezTo>
                    <a:pt x="143" y="158"/>
                    <a:pt x="175" y="142"/>
                    <a:pt x="175" y="95"/>
                  </a:cubicBezTo>
                  <a:cubicBezTo>
                    <a:pt x="190" y="48"/>
                    <a:pt x="158" y="1"/>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70" name="Google Shape;4870;p46"/>
            <p:cNvSpPr/>
            <p:nvPr/>
          </p:nvSpPr>
          <p:spPr>
            <a:xfrm>
              <a:off x="3558316" y="1482588"/>
              <a:ext cx="6042" cy="5534"/>
            </a:xfrm>
            <a:custGeom>
              <a:avLst/>
              <a:gdLst/>
              <a:ahLst/>
              <a:cxnLst/>
              <a:rect l="l" t="t" r="r" b="b"/>
              <a:pathLst>
                <a:path w="190" h="174" extrusionOk="0">
                  <a:moveTo>
                    <a:pt x="95" y="1"/>
                  </a:moveTo>
                  <a:cubicBezTo>
                    <a:pt x="64" y="1"/>
                    <a:pt x="32" y="32"/>
                    <a:pt x="17" y="64"/>
                  </a:cubicBezTo>
                  <a:cubicBezTo>
                    <a:pt x="1" y="110"/>
                    <a:pt x="32" y="158"/>
                    <a:pt x="80" y="174"/>
                  </a:cubicBezTo>
                  <a:lnTo>
                    <a:pt x="95" y="174"/>
                  </a:lnTo>
                  <a:cubicBezTo>
                    <a:pt x="143" y="174"/>
                    <a:pt x="175" y="142"/>
                    <a:pt x="190" y="110"/>
                  </a:cubicBezTo>
                  <a:cubicBezTo>
                    <a:pt x="190" y="64"/>
                    <a:pt x="158" y="16"/>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71" name="Google Shape;4871;p46"/>
            <p:cNvSpPr/>
            <p:nvPr/>
          </p:nvSpPr>
          <p:spPr>
            <a:xfrm>
              <a:off x="3573359" y="1504119"/>
              <a:ext cx="5565" cy="3562"/>
            </a:xfrm>
            <a:custGeom>
              <a:avLst/>
              <a:gdLst/>
              <a:ahLst/>
              <a:cxnLst/>
              <a:rect l="l" t="t" r="r" b="b"/>
              <a:pathLst>
                <a:path w="175" h="112" extrusionOk="0">
                  <a:moveTo>
                    <a:pt x="80" y="1"/>
                  </a:moveTo>
                  <a:cubicBezTo>
                    <a:pt x="32" y="1"/>
                    <a:pt x="0" y="32"/>
                    <a:pt x="0" y="80"/>
                  </a:cubicBezTo>
                  <a:lnTo>
                    <a:pt x="0" y="80"/>
                  </a:lnTo>
                  <a:lnTo>
                    <a:pt x="158" y="112"/>
                  </a:lnTo>
                  <a:lnTo>
                    <a:pt x="158" y="112"/>
                  </a:lnTo>
                  <a:cubicBezTo>
                    <a:pt x="174" y="64"/>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72" name="Google Shape;4872;p46"/>
            <p:cNvSpPr/>
            <p:nvPr/>
          </p:nvSpPr>
          <p:spPr>
            <a:xfrm>
              <a:off x="3569861" y="1430971"/>
              <a:ext cx="5534" cy="3562"/>
            </a:xfrm>
            <a:custGeom>
              <a:avLst/>
              <a:gdLst/>
              <a:ahLst/>
              <a:cxnLst/>
              <a:rect l="l" t="t" r="r" b="b"/>
              <a:pathLst>
                <a:path w="174" h="112" extrusionOk="0">
                  <a:moveTo>
                    <a:pt x="1" y="0"/>
                  </a:moveTo>
                  <a:lnTo>
                    <a:pt x="1" y="0"/>
                  </a:lnTo>
                  <a:cubicBezTo>
                    <a:pt x="1" y="48"/>
                    <a:pt x="16" y="95"/>
                    <a:pt x="64" y="95"/>
                  </a:cubicBezTo>
                  <a:cubicBezTo>
                    <a:pt x="79" y="95"/>
                    <a:pt x="79" y="111"/>
                    <a:pt x="79" y="111"/>
                  </a:cubicBezTo>
                  <a:cubicBezTo>
                    <a:pt x="127" y="111"/>
                    <a:pt x="158"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73" name="Google Shape;4873;p46"/>
            <p:cNvSpPr/>
            <p:nvPr/>
          </p:nvSpPr>
          <p:spPr>
            <a:xfrm>
              <a:off x="3562323" y="1464556"/>
              <a:ext cx="6042" cy="3530"/>
            </a:xfrm>
            <a:custGeom>
              <a:avLst/>
              <a:gdLst/>
              <a:ahLst/>
              <a:cxnLst/>
              <a:rect l="l" t="t" r="r" b="b"/>
              <a:pathLst>
                <a:path w="190" h="111" extrusionOk="0">
                  <a:moveTo>
                    <a:pt x="95" y="1"/>
                  </a:moveTo>
                  <a:cubicBezTo>
                    <a:pt x="49" y="1"/>
                    <a:pt x="17" y="32"/>
                    <a:pt x="1" y="79"/>
                  </a:cubicBezTo>
                  <a:lnTo>
                    <a:pt x="1" y="79"/>
                  </a:lnTo>
                  <a:lnTo>
                    <a:pt x="175" y="110"/>
                  </a:lnTo>
                  <a:lnTo>
                    <a:pt x="175" y="110"/>
                  </a:lnTo>
                  <a:cubicBezTo>
                    <a:pt x="190" y="64"/>
                    <a:pt x="158" y="16"/>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74" name="Google Shape;4874;p46"/>
            <p:cNvSpPr/>
            <p:nvPr/>
          </p:nvSpPr>
          <p:spPr>
            <a:xfrm>
              <a:off x="3587385" y="1434501"/>
              <a:ext cx="5565" cy="3498"/>
            </a:xfrm>
            <a:custGeom>
              <a:avLst/>
              <a:gdLst/>
              <a:ahLst/>
              <a:cxnLst/>
              <a:rect l="l" t="t" r="r" b="b"/>
              <a:pathLst>
                <a:path w="175" h="110" extrusionOk="0">
                  <a:moveTo>
                    <a:pt x="17" y="0"/>
                  </a:moveTo>
                  <a:lnTo>
                    <a:pt x="17" y="0"/>
                  </a:lnTo>
                  <a:cubicBezTo>
                    <a:pt x="1" y="47"/>
                    <a:pt x="32" y="95"/>
                    <a:pt x="80" y="110"/>
                  </a:cubicBezTo>
                  <a:lnTo>
                    <a:pt x="95" y="110"/>
                  </a:lnTo>
                  <a:cubicBezTo>
                    <a:pt x="143" y="110"/>
                    <a:pt x="174" y="78"/>
                    <a:pt x="174" y="47"/>
                  </a:cubicBezTo>
                  <a:lnTo>
                    <a:pt x="174" y="4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75" name="Google Shape;4875;p46"/>
            <p:cNvSpPr/>
            <p:nvPr/>
          </p:nvSpPr>
          <p:spPr>
            <a:xfrm>
              <a:off x="3583886" y="1450530"/>
              <a:ext cx="6042" cy="5534"/>
            </a:xfrm>
            <a:custGeom>
              <a:avLst/>
              <a:gdLst/>
              <a:ahLst/>
              <a:cxnLst/>
              <a:rect l="l" t="t" r="r" b="b"/>
              <a:pathLst>
                <a:path w="190" h="174" extrusionOk="0">
                  <a:moveTo>
                    <a:pt x="95" y="0"/>
                  </a:moveTo>
                  <a:cubicBezTo>
                    <a:pt x="48" y="0"/>
                    <a:pt x="16" y="32"/>
                    <a:pt x="16" y="63"/>
                  </a:cubicBezTo>
                  <a:cubicBezTo>
                    <a:pt x="1" y="110"/>
                    <a:pt x="32" y="158"/>
                    <a:pt x="79" y="173"/>
                  </a:cubicBezTo>
                  <a:lnTo>
                    <a:pt x="95" y="173"/>
                  </a:lnTo>
                  <a:cubicBezTo>
                    <a:pt x="127" y="173"/>
                    <a:pt x="174" y="142"/>
                    <a:pt x="174" y="95"/>
                  </a:cubicBezTo>
                  <a:cubicBezTo>
                    <a:pt x="190" y="47"/>
                    <a:pt x="158" y="16"/>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76" name="Google Shape;4876;p46"/>
            <p:cNvSpPr/>
            <p:nvPr/>
          </p:nvSpPr>
          <p:spPr>
            <a:xfrm>
              <a:off x="3565854" y="1447000"/>
              <a:ext cx="6042" cy="5057"/>
            </a:xfrm>
            <a:custGeom>
              <a:avLst/>
              <a:gdLst/>
              <a:ahLst/>
              <a:cxnLst/>
              <a:rect l="l" t="t" r="r" b="b"/>
              <a:pathLst>
                <a:path w="190" h="159" extrusionOk="0">
                  <a:moveTo>
                    <a:pt x="95" y="1"/>
                  </a:moveTo>
                  <a:cubicBezTo>
                    <a:pt x="47" y="1"/>
                    <a:pt x="16" y="17"/>
                    <a:pt x="16" y="64"/>
                  </a:cubicBezTo>
                  <a:cubicBezTo>
                    <a:pt x="1" y="111"/>
                    <a:pt x="32" y="158"/>
                    <a:pt x="79" y="158"/>
                  </a:cubicBezTo>
                  <a:lnTo>
                    <a:pt x="95" y="158"/>
                  </a:lnTo>
                  <a:cubicBezTo>
                    <a:pt x="127" y="158"/>
                    <a:pt x="173" y="143"/>
                    <a:pt x="173" y="95"/>
                  </a:cubicBezTo>
                  <a:cubicBezTo>
                    <a:pt x="190" y="48"/>
                    <a:pt x="158" y="1"/>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77" name="Google Shape;4877;p46"/>
            <p:cNvSpPr/>
            <p:nvPr/>
          </p:nvSpPr>
          <p:spPr>
            <a:xfrm>
              <a:off x="3580356" y="1468563"/>
              <a:ext cx="5565" cy="3053"/>
            </a:xfrm>
            <a:custGeom>
              <a:avLst/>
              <a:gdLst/>
              <a:ahLst/>
              <a:cxnLst/>
              <a:rect l="l" t="t" r="r" b="b"/>
              <a:pathLst>
                <a:path w="175" h="96" extrusionOk="0">
                  <a:moveTo>
                    <a:pt x="80" y="1"/>
                  </a:moveTo>
                  <a:cubicBezTo>
                    <a:pt x="49" y="1"/>
                    <a:pt x="17" y="16"/>
                    <a:pt x="1" y="64"/>
                  </a:cubicBezTo>
                  <a:lnTo>
                    <a:pt x="175" y="95"/>
                  </a:lnTo>
                  <a:cubicBezTo>
                    <a:pt x="175" y="47"/>
                    <a:pt x="143" y="1"/>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78" name="Google Shape;4878;p46"/>
            <p:cNvSpPr/>
            <p:nvPr/>
          </p:nvSpPr>
          <p:spPr>
            <a:xfrm>
              <a:off x="3569861" y="1428967"/>
              <a:ext cx="5534" cy="3021"/>
            </a:xfrm>
            <a:custGeom>
              <a:avLst/>
              <a:gdLst/>
              <a:ahLst/>
              <a:cxnLst/>
              <a:rect l="l" t="t" r="r" b="b"/>
              <a:pathLst>
                <a:path w="174" h="95" extrusionOk="0">
                  <a:moveTo>
                    <a:pt x="79" y="0"/>
                  </a:moveTo>
                  <a:cubicBezTo>
                    <a:pt x="47" y="0"/>
                    <a:pt x="16" y="32"/>
                    <a:pt x="1" y="63"/>
                  </a:cubicBezTo>
                  <a:lnTo>
                    <a:pt x="173" y="95"/>
                  </a:lnTo>
                  <a:cubicBezTo>
                    <a:pt x="173" y="48"/>
                    <a:pt x="142"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79" name="Google Shape;4879;p46"/>
            <p:cNvSpPr/>
            <p:nvPr/>
          </p:nvSpPr>
          <p:spPr>
            <a:xfrm>
              <a:off x="3573359" y="1412938"/>
              <a:ext cx="541" cy="32"/>
            </a:xfrm>
            <a:custGeom>
              <a:avLst/>
              <a:gdLst/>
              <a:ahLst/>
              <a:cxnLst/>
              <a:rect l="l" t="t" r="r" b="b"/>
              <a:pathLst>
                <a:path w="17" h="1" extrusionOk="0">
                  <a:moveTo>
                    <a:pt x="0" y="0"/>
                  </a:moveTo>
                  <a:lnTo>
                    <a:pt x="0" y="0"/>
                  </a:lnTo>
                  <a:lnTo>
                    <a:pt x="17" y="0"/>
                  </a:lnTo>
                  <a:close/>
                </a:path>
              </a:pathLst>
            </a:custGeom>
            <a:solidFill>
              <a:srgbClr val="DEE9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80" name="Google Shape;4880;p46"/>
            <p:cNvSpPr/>
            <p:nvPr/>
          </p:nvSpPr>
          <p:spPr>
            <a:xfrm>
              <a:off x="3573359" y="1412938"/>
              <a:ext cx="541" cy="1018"/>
            </a:xfrm>
            <a:custGeom>
              <a:avLst/>
              <a:gdLst/>
              <a:ahLst/>
              <a:cxnLst/>
              <a:rect l="l" t="t" r="r" b="b"/>
              <a:pathLst>
                <a:path w="17" h="32" extrusionOk="0">
                  <a:moveTo>
                    <a:pt x="0" y="0"/>
                  </a:moveTo>
                  <a:lnTo>
                    <a:pt x="0" y="0"/>
                  </a:lnTo>
                  <a:lnTo>
                    <a:pt x="0" y="32"/>
                  </a:lnTo>
                  <a:lnTo>
                    <a:pt x="17" y="32"/>
                  </a:lnTo>
                  <a:lnTo>
                    <a:pt x="17" y="32"/>
                  </a:lnTo>
                  <a:lnTo>
                    <a:pt x="17"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81" name="Google Shape;4881;p46"/>
            <p:cNvSpPr/>
            <p:nvPr/>
          </p:nvSpPr>
          <p:spPr>
            <a:xfrm>
              <a:off x="3573359" y="1413924"/>
              <a:ext cx="541" cy="1049"/>
            </a:xfrm>
            <a:custGeom>
              <a:avLst/>
              <a:gdLst/>
              <a:ahLst/>
              <a:cxnLst/>
              <a:rect l="l" t="t" r="r" b="b"/>
              <a:pathLst>
                <a:path w="17" h="33" extrusionOk="0">
                  <a:moveTo>
                    <a:pt x="0" y="1"/>
                  </a:moveTo>
                  <a:cubicBezTo>
                    <a:pt x="0" y="17"/>
                    <a:pt x="17" y="17"/>
                    <a:pt x="17" y="32"/>
                  </a:cubicBezTo>
                  <a:lnTo>
                    <a:pt x="17" y="1"/>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82" name="Google Shape;4882;p46"/>
            <p:cNvSpPr/>
            <p:nvPr/>
          </p:nvSpPr>
          <p:spPr>
            <a:xfrm>
              <a:off x="3587893" y="1432497"/>
              <a:ext cx="5534" cy="3498"/>
            </a:xfrm>
            <a:custGeom>
              <a:avLst/>
              <a:gdLst/>
              <a:ahLst/>
              <a:cxnLst/>
              <a:rect l="l" t="t" r="r" b="b"/>
              <a:pathLst>
                <a:path w="174" h="110" extrusionOk="0">
                  <a:moveTo>
                    <a:pt x="79" y="0"/>
                  </a:moveTo>
                  <a:cubicBezTo>
                    <a:pt x="48" y="0"/>
                    <a:pt x="1" y="32"/>
                    <a:pt x="1" y="63"/>
                  </a:cubicBezTo>
                  <a:lnTo>
                    <a:pt x="158" y="110"/>
                  </a:lnTo>
                  <a:cubicBezTo>
                    <a:pt x="174" y="63"/>
                    <a:pt x="142" y="15"/>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83" name="Google Shape;4883;p46"/>
            <p:cNvSpPr/>
            <p:nvPr/>
          </p:nvSpPr>
          <p:spPr>
            <a:xfrm>
              <a:off x="3568875" y="1617881"/>
              <a:ext cx="5502" cy="3053"/>
            </a:xfrm>
            <a:custGeom>
              <a:avLst/>
              <a:gdLst/>
              <a:ahLst/>
              <a:cxnLst/>
              <a:rect l="l" t="t" r="r" b="b"/>
              <a:pathLst>
                <a:path w="173" h="96" extrusionOk="0">
                  <a:moveTo>
                    <a:pt x="0" y="1"/>
                  </a:moveTo>
                  <a:lnTo>
                    <a:pt x="0" y="1"/>
                  </a:lnTo>
                  <a:cubicBezTo>
                    <a:pt x="0" y="47"/>
                    <a:pt x="32" y="79"/>
                    <a:pt x="63" y="95"/>
                  </a:cubicBezTo>
                  <a:lnTo>
                    <a:pt x="95" y="95"/>
                  </a:lnTo>
                  <a:cubicBezTo>
                    <a:pt x="126" y="95"/>
                    <a:pt x="158" y="64"/>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84" name="Google Shape;4884;p46"/>
            <p:cNvSpPr/>
            <p:nvPr/>
          </p:nvSpPr>
          <p:spPr>
            <a:xfrm>
              <a:off x="3563341" y="1651434"/>
              <a:ext cx="3562" cy="2576"/>
            </a:xfrm>
            <a:custGeom>
              <a:avLst/>
              <a:gdLst/>
              <a:ahLst/>
              <a:cxnLst/>
              <a:rect l="l" t="t" r="r" b="b"/>
              <a:pathLst>
                <a:path w="112" h="81" extrusionOk="0">
                  <a:moveTo>
                    <a:pt x="32" y="1"/>
                  </a:moveTo>
                  <a:lnTo>
                    <a:pt x="0" y="1"/>
                  </a:lnTo>
                  <a:cubicBezTo>
                    <a:pt x="0" y="1"/>
                    <a:pt x="0" y="17"/>
                    <a:pt x="17" y="17"/>
                  </a:cubicBezTo>
                  <a:cubicBezTo>
                    <a:pt x="32" y="32"/>
                    <a:pt x="48" y="32"/>
                    <a:pt x="63" y="49"/>
                  </a:cubicBezTo>
                  <a:cubicBezTo>
                    <a:pt x="63" y="64"/>
                    <a:pt x="63" y="80"/>
                    <a:pt x="80" y="80"/>
                  </a:cubicBezTo>
                  <a:cubicBezTo>
                    <a:pt x="80" y="80"/>
                    <a:pt x="95" y="64"/>
                    <a:pt x="95" y="49"/>
                  </a:cubicBezTo>
                  <a:lnTo>
                    <a:pt x="111" y="49"/>
                  </a:lnTo>
                  <a:cubicBezTo>
                    <a:pt x="95" y="32"/>
                    <a:pt x="80" y="17"/>
                    <a:pt x="48"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85" name="Google Shape;4885;p46"/>
            <p:cNvSpPr/>
            <p:nvPr/>
          </p:nvSpPr>
          <p:spPr>
            <a:xfrm>
              <a:off x="3586908" y="1621380"/>
              <a:ext cx="5534" cy="3562"/>
            </a:xfrm>
            <a:custGeom>
              <a:avLst/>
              <a:gdLst/>
              <a:ahLst/>
              <a:cxnLst/>
              <a:rect l="l" t="t" r="r" b="b"/>
              <a:pathLst>
                <a:path w="174" h="112" extrusionOk="0">
                  <a:moveTo>
                    <a:pt x="0" y="1"/>
                  </a:moveTo>
                  <a:cubicBezTo>
                    <a:pt x="0" y="48"/>
                    <a:pt x="16" y="95"/>
                    <a:pt x="63" y="95"/>
                  </a:cubicBezTo>
                  <a:cubicBezTo>
                    <a:pt x="79" y="95"/>
                    <a:pt x="79" y="111"/>
                    <a:pt x="79" y="111"/>
                  </a:cubicBezTo>
                  <a:cubicBezTo>
                    <a:pt x="126" y="111"/>
                    <a:pt x="158" y="80"/>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86" name="Google Shape;4886;p46"/>
            <p:cNvSpPr/>
            <p:nvPr/>
          </p:nvSpPr>
          <p:spPr>
            <a:xfrm>
              <a:off x="3582900" y="1637409"/>
              <a:ext cx="6042" cy="5057"/>
            </a:xfrm>
            <a:custGeom>
              <a:avLst/>
              <a:gdLst/>
              <a:ahLst/>
              <a:cxnLst/>
              <a:rect l="l" t="t" r="r" b="b"/>
              <a:pathLst>
                <a:path w="190" h="159" extrusionOk="0">
                  <a:moveTo>
                    <a:pt x="95" y="1"/>
                  </a:moveTo>
                  <a:cubicBezTo>
                    <a:pt x="63" y="1"/>
                    <a:pt x="15" y="17"/>
                    <a:pt x="15" y="64"/>
                  </a:cubicBezTo>
                  <a:cubicBezTo>
                    <a:pt x="0" y="112"/>
                    <a:pt x="32" y="158"/>
                    <a:pt x="79" y="158"/>
                  </a:cubicBezTo>
                  <a:lnTo>
                    <a:pt x="95" y="158"/>
                  </a:lnTo>
                  <a:cubicBezTo>
                    <a:pt x="142" y="158"/>
                    <a:pt x="173" y="143"/>
                    <a:pt x="173" y="95"/>
                  </a:cubicBezTo>
                  <a:cubicBezTo>
                    <a:pt x="189" y="49"/>
                    <a:pt x="158"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87" name="Google Shape;4887;p46"/>
            <p:cNvSpPr/>
            <p:nvPr/>
          </p:nvSpPr>
          <p:spPr>
            <a:xfrm>
              <a:off x="3564868" y="1633402"/>
              <a:ext cx="6042" cy="5565"/>
            </a:xfrm>
            <a:custGeom>
              <a:avLst/>
              <a:gdLst/>
              <a:ahLst/>
              <a:cxnLst/>
              <a:rect l="l" t="t" r="r" b="b"/>
              <a:pathLst>
                <a:path w="190" h="175" extrusionOk="0">
                  <a:moveTo>
                    <a:pt x="95" y="1"/>
                  </a:moveTo>
                  <a:cubicBezTo>
                    <a:pt x="63" y="1"/>
                    <a:pt x="15" y="32"/>
                    <a:pt x="15" y="80"/>
                  </a:cubicBezTo>
                  <a:cubicBezTo>
                    <a:pt x="0" y="112"/>
                    <a:pt x="32" y="158"/>
                    <a:pt x="78" y="175"/>
                  </a:cubicBezTo>
                  <a:lnTo>
                    <a:pt x="95" y="175"/>
                  </a:lnTo>
                  <a:cubicBezTo>
                    <a:pt x="141" y="175"/>
                    <a:pt x="173" y="143"/>
                    <a:pt x="173" y="112"/>
                  </a:cubicBezTo>
                  <a:cubicBezTo>
                    <a:pt x="189" y="64"/>
                    <a:pt x="158" y="17"/>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88" name="Google Shape;4888;p46"/>
            <p:cNvSpPr/>
            <p:nvPr/>
          </p:nvSpPr>
          <p:spPr>
            <a:xfrm>
              <a:off x="3579879" y="1654965"/>
              <a:ext cx="4039" cy="1527"/>
            </a:xfrm>
            <a:custGeom>
              <a:avLst/>
              <a:gdLst/>
              <a:ahLst/>
              <a:cxnLst/>
              <a:rect l="l" t="t" r="r" b="b"/>
              <a:pathLst>
                <a:path w="127" h="48" extrusionOk="0">
                  <a:moveTo>
                    <a:pt x="79" y="1"/>
                  </a:moveTo>
                  <a:cubicBezTo>
                    <a:pt x="47" y="1"/>
                    <a:pt x="16" y="16"/>
                    <a:pt x="1" y="47"/>
                  </a:cubicBezTo>
                  <a:lnTo>
                    <a:pt x="32" y="47"/>
                  </a:lnTo>
                  <a:lnTo>
                    <a:pt x="47" y="47"/>
                  </a:lnTo>
                  <a:cubicBezTo>
                    <a:pt x="64" y="47"/>
                    <a:pt x="79" y="32"/>
                    <a:pt x="110" y="16"/>
                  </a:cubicBezTo>
                  <a:lnTo>
                    <a:pt x="110" y="16"/>
                  </a:lnTo>
                  <a:cubicBezTo>
                    <a:pt x="127" y="16"/>
                    <a:pt x="127" y="32"/>
                    <a:pt x="127" y="32"/>
                  </a:cubicBezTo>
                  <a:lnTo>
                    <a:pt x="95" y="1"/>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89" name="Google Shape;4889;p46"/>
            <p:cNvSpPr/>
            <p:nvPr/>
          </p:nvSpPr>
          <p:spPr>
            <a:xfrm>
              <a:off x="3575872" y="1581816"/>
              <a:ext cx="6042" cy="3530"/>
            </a:xfrm>
            <a:custGeom>
              <a:avLst/>
              <a:gdLst/>
              <a:ahLst/>
              <a:cxnLst/>
              <a:rect l="l" t="t" r="r" b="b"/>
              <a:pathLst>
                <a:path w="190" h="111" extrusionOk="0">
                  <a:moveTo>
                    <a:pt x="16" y="0"/>
                  </a:moveTo>
                  <a:cubicBezTo>
                    <a:pt x="1" y="47"/>
                    <a:pt x="32" y="95"/>
                    <a:pt x="79" y="95"/>
                  </a:cubicBezTo>
                  <a:lnTo>
                    <a:pt x="95" y="110"/>
                  </a:lnTo>
                  <a:cubicBezTo>
                    <a:pt x="142" y="110"/>
                    <a:pt x="173" y="79"/>
                    <a:pt x="190"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90" name="Google Shape;4890;p46"/>
            <p:cNvSpPr/>
            <p:nvPr/>
          </p:nvSpPr>
          <p:spPr>
            <a:xfrm>
              <a:off x="3568875" y="1615369"/>
              <a:ext cx="5502" cy="3562"/>
            </a:xfrm>
            <a:custGeom>
              <a:avLst/>
              <a:gdLst/>
              <a:ahLst/>
              <a:cxnLst/>
              <a:rect l="l" t="t" r="r" b="b"/>
              <a:pathLst>
                <a:path w="173" h="112" extrusionOk="0">
                  <a:moveTo>
                    <a:pt x="95" y="0"/>
                  </a:moveTo>
                  <a:cubicBezTo>
                    <a:pt x="47" y="0"/>
                    <a:pt x="15" y="32"/>
                    <a:pt x="0" y="80"/>
                  </a:cubicBezTo>
                  <a:lnTo>
                    <a:pt x="173" y="111"/>
                  </a:lnTo>
                  <a:cubicBezTo>
                    <a:pt x="173" y="63"/>
                    <a:pt x="158" y="17"/>
                    <a:pt x="110" y="17"/>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91" name="Google Shape;4891;p46"/>
            <p:cNvSpPr/>
            <p:nvPr/>
          </p:nvSpPr>
          <p:spPr>
            <a:xfrm>
              <a:off x="3593904" y="1585314"/>
              <a:ext cx="5534" cy="3562"/>
            </a:xfrm>
            <a:custGeom>
              <a:avLst/>
              <a:gdLst/>
              <a:ahLst/>
              <a:cxnLst/>
              <a:rect l="l" t="t" r="r" b="b"/>
              <a:pathLst>
                <a:path w="174" h="112" extrusionOk="0">
                  <a:moveTo>
                    <a:pt x="16" y="0"/>
                  </a:moveTo>
                  <a:lnTo>
                    <a:pt x="16" y="0"/>
                  </a:lnTo>
                  <a:cubicBezTo>
                    <a:pt x="1" y="48"/>
                    <a:pt x="32" y="95"/>
                    <a:pt x="79" y="111"/>
                  </a:cubicBezTo>
                  <a:lnTo>
                    <a:pt x="96" y="111"/>
                  </a:lnTo>
                  <a:cubicBezTo>
                    <a:pt x="142" y="111"/>
                    <a:pt x="174" y="80"/>
                    <a:pt x="174" y="48"/>
                  </a:cubicBezTo>
                  <a:lnTo>
                    <a:pt x="174" y="48"/>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92" name="Google Shape;4892;p46"/>
            <p:cNvSpPr/>
            <p:nvPr/>
          </p:nvSpPr>
          <p:spPr>
            <a:xfrm>
              <a:off x="3590406" y="1601343"/>
              <a:ext cx="6042" cy="5565"/>
            </a:xfrm>
            <a:custGeom>
              <a:avLst/>
              <a:gdLst/>
              <a:ahLst/>
              <a:cxnLst/>
              <a:rect l="l" t="t" r="r" b="b"/>
              <a:pathLst>
                <a:path w="190" h="175" extrusionOk="0">
                  <a:moveTo>
                    <a:pt x="95" y="0"/>
                  </a:moveTo>
                  <a:cubicBezTo>
                    <a:pt x="48" y="0"/>
                    <a:pt x="16" y="32"/>
                    <a:pt x="0" y="63"/>
                  </a:cubicBezTo>
                  <a:cubicBezTo>
                    <a:pt x="0" y="111"/>
                    <a:pt x="32" y="158"/>
                    <a:pt x="79" y="174"/>
                  </a:cubicBezTo>
                  <a:lnTo>
                    <a:pt x="95" y="174"/>
                  </a:lnTo>
                  <a:cubicBezTo>
                    <a:pt x="126" y="174"/>
                    <a:pt x="158" y="143"/>
                    <a:pt x="174" y="95"/>
                  </a:cubicBezTo>
                  <a:cubicBezTo>
                    <a:pt x="189" y="63"/>
                    <a:pt x="158" y="17"/>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93" name="Google Shape;4893;p46"/>
            <p:cNvSpPr/>
            <p:nvPr/>
          </p:nvSpPr>
          <p:spPr>
            <a:xfrm>
              <a:off x="3572341" y="1597845"/>
              <a:ext cx="6042" cy="5057"/>
            </a:xfrm>
            <a:custGeom>
              <a:avLst/>
              <a:gdLst/>
              <a:ahLst/>
              <a:cxnLst/>
              <a:rect l="l" t="t" r="r" b="b"/>
              <a:pathLst>
                <a:path w="190" h="159" extrusionOk="0">
                  <a:moveTo>
                    <a:pt x="95" y="1"/>
                  </a:moveTo>
                  <a:cubicBezTo>
                    <a:pt x="49" y="1"/>
                    <a:pt x="17" y="16"/>
                    <a:pt x="17" y="64"/>
                  </a:cubicBezTo>
                  <a:cubicBezTo>
                    <a:pt x="1" y="110"/>
                    <a:pt x="32" y="158"/>
                    <a:pt x="80" y="158"/>
                  </a:cubicBezTo>
                  <a:lnTo>
                    <a:pt x="95" y="158"/>
                  </a:lnTo>
                  <a:cubicBezTo>
                    <a:pt x="127" y="158"/>
                    <a:pt x="175" y="142"/>
                    <a:pt x="175" y="95"/>
                  </a:cubicBezTo>
                  <a:cubicBezTo>
                    <a:pt x="190" y="47"/>
                    <a:pt x="158" y="1"/>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94" name="Google Shape;4894;p46"/>
            <p:cNvSpPr/>
            <p:nvPr/>
          </p:nvSpPr>
          <p:spPr>
            <a:xfrm>
              <a:off x="3586908" y="1619376"/>
              <a:ext cx="5534" cy="3053"/>
            </a:xfrm>
            <a:custGeom>
              <a:avLst/>
              <a:gdLst/>
              <a:ahLst/>
              <a:cxnLst/>
              <a:rect l="l" t="t" r="r" b="b"/>
              <a:pathLst>
                <a:path w="174" h="96" extrusionOk="0">
                  <a:moveTo>
                    <a:pt x="79" y="0"/>
                  </a:moveTo>
                  <a:cubicBezTo>
                    <a:pt x="47" y="0"/>
                    <a:pt x="16" y="32"/>
                    <a:pt x="0" y="64"/>
                  </a:cubicBezTo>
                  <a:lnTo>
                    <a:pt x="0" y="64"/>
                  </a:lnTo>
                  <a:lnTo>
                    <a:pt x="173" y="95"/>
                  </a:lnTo>
                  <a:lnTo>
                    <a:pt x="173" y="95"/>
                  </a:lnTo>
                  <a:cubicBezTo>
                    <a:pt x="173" y="48"/>
                    <a:pt x="142"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95" name="Google Shape;4895;p46"/>
            <p:cNvSpPr/>
            <p:nvPr/>
          </p:nvSpPr>
          <p:spPr>
            <a:xfrm>
              <a:off x="3583377" y="1546228"/>
              <a:ext cx="5565" cy="3021"/>
            </a:xfrm>
            <a:custGeom>
              <a:avLst/>
              <a:gdLst/>
              <a:ahLst/>
              <a:cxnLst/>
              <a:rect l="l" t="t" r="r" b="b"/>
              <a:pathLst>
                <a:path w="175" h="95" extrusionOk="0">
                  <a:moveTo>
                    <a:pt x="17" y="0"/>
                  </a:moveTo>
                  <a:lnTo>
                    <a:pt x="17" y="0"/>
                  </a:lnTo>
                  <a:cubicBezTo>
                    <a:pt x="0" y="32"/>
                    <a:pt x="32" y="80"/>
                    <a:pt x="80" y="95"/>
                  </a:cubicBezTo>
                  <a:lnTo>
                    <a:pt x="95" y="95"/>
                  </a:lnTo>
                  <a:cubicBezTo>
                    <a:pt x="127" y="95"/>
                    <a:pt x="174" y="63"/>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96" name="Google Shape;4896;p46"/>
            <p:cNvSpPr/>
            <p:nvPr/>
          </p:nvSpPr>
          <p:spPr>
            <a:xfrm>
              <a:off x="3576349" y="1579812"/>
              <a:ext cx="5565" cy="3021"/>
            </a:xfrm>
            <a:custGeom>
              <a:avLst/>
              <a:gdLst/>
              <a:ahLst/>
              <a:cxnLst/>
              <a:rect l="l" t="t" r="r" b="b"/>
              <a:pathLst>
                <a:path w="175" h="95" extrusionOk="0">
                  <a:moveTo>
                    <a:pt x="80" y="0"/>
                  </a:moveTo>
                  <a:cubicBezTo>
                    <a:pt x="49" y="0"/>
                    <a:pt x="17" y="32"/>
                    <a:pt x="1" y="63"/>
                  </a:cubicBezTo>
                  <a:lnTo>
                    <a:pt x="1" y="63"/>
                  </a:lnTo>
                  <a:lnTo>
                    <a:pt x="175" y="95"/>
                  </a:lnTo>
                  <a:lnTo>
                    <a:pt x="175" y="95"/>
                  </a:lnTo>
                  <a:cubicBezTo>
                    <a:pt x="175" y="47"/>
                    <a:pt x="143"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97" name="Google Shape;4897;p46"/>
            <p:cNvSpPr/>
            <p:nvPr/>
          </p:nvSpPr>
          <p:spPr>
            <a:xfrm>
              <a:off x="3601410" y="1549758"/>
              <a:ext cx="5565" cy="3021"/>
            </a:xfrm>
            <a:custGeom>
              <a:avLst/>
              <a:gdLst/>
              <a:ahLst/>
              <a:cxnLst/>
              <a:rect l="l" t="t" r="r" b="b"/>
              <a:pathLst>
                <a:path w="175" h="95" extrusionOk="0">
                  <a:moveTo>
                    <a:pt x="1" y="0"/>
                  </a:moveTo>
                  <a:cubicBezTo>
                    <a:pt x="1" y="47"/>
                    <a:pt x="32" y="95"/>
                    <a:pt x="80" y="95"/>
                  </a:cubicBezTo>
                  <a:lnTo>
                    <a:pt x="95" y="95"/>
                  </a:lnTo>
                  <a:cubicBezTo>
                    <a:pt x="127" y="95"/>
                    <a:pt x="158" y="78"/>
                    <a:pt x="175"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98" name="Google Shape;4898;p46"/>
            <p:cNvSpPr/>
            <p:nvPr/>
          </p:nvSpPr>
          <p:spPr>
            <a:xfrm>
              <a:off x="3597943" y="1565246"/>
              <a:ext cx="5502" cy="5565"/>
            </a:xfrm>
            <a:custGeom>
              <a:avLst/>
              <a:gdLst/>
              <a:ahLst/>
              <a:cxnLst/>
              <a:rect l="l" t="t" r="r" b="b"/>
              <a:pathLst>
                <a:path w="173" h="175" extrusionOk="0">
                  <a:moveTo>
                    <a:pt x="78" y="1"/>
                  </a:moveTo>
                  <a:cubicBezTo>
                    <a:pt x="47" y="1"/>
                    <a:pt x="15" y="32"/>
                    <a:pt x="0" y="80"/>
                  </a:cubicBezTo>
                  <a:cubicBezTo>
                    <a:pt x="0" y="127"/>
                    <a:pt x="15" y="158"/>
                    <a:pt x="63" y="175"/>
                  </a:cubicBezTo>
                  <a:lnTo>
                    <a:pt x="78" y="175"/>
                  </a:lnTo>
                  <a:cubicBezTo>
                    <a:pt x="126" y="175"/>
                    <a:pt x="158" y="143"/>
                    <a:pt x="173" y="112"/>
                  </a:cubicBezTo>
                  <a:cubicBezTo>
                    <a:pt x="173" y="64"/>
                    <a:pt x="141" y="17"/>
                    <a:pt x="95" y="17"/>
                  </a:cubicBezTo>
                  <a:cubicBezTo>
                    <a:pt x="95" y="1"/>
                    <a:pt x="95" y="1"/>
                    <a:pt x="78"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899" name="Google Shape;4899;p46"/>
            <p:cNvSpPr/>
            <p:nvPr/>
          </p:nvSpPr>
          <p:spPr>
            <a:xfrm>
              <a:off x="3579879" y="1561780"/>
              <a:ext cx="5534" cy="5502"/>
            </a:xfrm>
            <a:custGeom>
              <a:avLst/>
              <a:gdLst/>
              <a:ahLst/>
              <a:cxnLst/>
              <a:rect l="l" t="t" r="r" b="b"/>
              <a:pathLst>
                <a:path w="174" h="173" extrusionOk="0">
                  <a:moveTo>
                    <a:pt x="95" y="0"/>
                  </a:moveTo>
                  <a:cubicBezTo>
                    <a:pt x="47" y="0"/>
                    <a:pt x="16" y="32"/>
                    <a:pt x="1" y="63"/>
                  </a:cubicBezTo>
                  <a:cubicBezTo>
                    <a:pt x="1" y="110"/>
                    <a:pt x="32" y="158"/>
                    <a:pt x="64" y="173"/>
                  </a:cubicBezTo>
                  <a:lnTo>
                    <a:pt x="95" y="173"/>
                  </a:lnTo>
                  <a:cubicBezTo>
                    <a:pt x="127" y="173"/>
                    <a:pt x="158" y="141"/>
                    <a:pt x="174" y="95"/>
                  </a:cubicBezTo>
                  <a:cubicBezTo>
                    <a:pt x="174" y="63"/>
                    <a:pt x="158" y="15"/>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00" name="Google Shape;4900;p46"/>
            <p:cNvSpPr/>
            <p:nvPr/>
          </p:nvSpPr>
          <p:spPr>
            <a:xfrm>
              <a:off x="3594413" y="1583311"/>
              <a:ext cx="5565" cy="3530"/>
            </a:xfrm>
            <a:custGeom>
              <a:avLst/>
              <a:gdLst/>
              <a:ahLst/>
              <a:cxnLst/>
              <a:rect l="l" t="t" r="r" b="b"/>
              <a:pathLst>
                <a:path w="175" h="111" extrusionOk="0">
                  <a:moveTo>
                    <a:pt x="80" y="0"/>
                  </a:moveTo>
                  <a:cubicBezTo>
                    <a:pt x="48" y="0"/>
                    <a:pt x="0" y="32"/>
                    <a:pt x="0" y="63"/>
                  </a:cubicBezTo>
                  <a:lnTo>
                    <a:pt x="158" y="111"/>
                  </a:lnTo>
                  <a:cubicBezTo>
                    <a:pt x="174" y="63"/>
                    <a:pt x="143" y="16"/>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01" name="Google Shape;4901;p46"/>
            <p:cNvSpPr/>
            <p:nvPr/>
          </p:nvSpPr>
          <p:spPr>
            <a:xfrm>
              <a:off x="3590915" y="1510130"/>
              <a:ext cx="5534" cy="3053"/>
            </a:xfrm>
            <a:custGeom>
              <a:avLst/>
              <a:gdLst/>
              <a:ahLst/>
              <a:cxnLst/>
              <a:rect l="l" t="t" r="r" b="b"/>
              <a:pathLst>
                <a:path w="174" h="96" extrusionOk="0">
                  <a:moveTo>
                    <a:pt x="0" y="1"/>
                  </a:moveTo>
                  <a:cubicBezTo>
                    <a:pt x="0" y="49"/>
                    <a:pt x="32" y="95"/>
                    <a:pt x="79" y="95"/>
                  </a:cubicBezTo>
                  <a:lnTo>
                    <a:pt x="95" y="95"/>
                  </a:lnTo>
                  <a:cubicBezTo>
                    <a:pt x="126" y="95"/>
                    <a:pt x="158" y="80"/>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02" name="Google Shape;4902;p46"/>
            <p:cNvSpPr/>
            <p:nvPr/>
          </p:nvSpPr>
          <p:spPr>
            <a:xfrm>
              <a:off x="3583886" y="1543747"/>
              <a:ext cx="5534" cy="3498"/>
            </a:xfrm>
            <a:custGeom>
              <a:avLst/>
              <a:gdLst/>
              <a:ahLst/>
              <a:cxnLst/>
              <a:rect l="l" t="t" r="r" b="b"/>
              <a:pathLst>
                <a:path w="174" h="110" extrusionOk="0">
                  <a:moveTo>
                    <a:pt x="79" y="0"/>
                  </a:moveTo>
                  <a:cubicBezTo>
                    <a:pt x="32" y="0"/>
                    <a:pt x="1" y="32"/>
                    <a:pt x="1" y="78"/>
                  </a:cubicBezTo>
                  <a:lnTo>
                    <a:pt x="158" y="110"/>
                  </a:lnTo>
                  <a:cubicBezTo>
                    <a:pt x="174" y="63"/>
                    <a:pt x="142"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03" name="Google Shape;4903;p46"/>
            <p:cNvSpPr/>
            <p:nvPr/>
          </p:nvSpPr>
          <p:spPr>
            <a:xfrm>
              <a:off x="3608948" y="1513661"/>
              <a:ext cx="5534" cy="3530"/>
            </a:xfrm>
            <a:custGeom>
              <a:avLst/>
              <a:gdLst/>
              <a:ahLst/>
              <a:cxnLst/>
              <a:rect l="l" t="t" r="r" b="b"/>
              <a:pathLst>
                <a:path w="174" h="111" extrusionOk="0">
                  <a:moveTo>
                    <a:pt x="1" y="1"/>
                  </a:moveTo>
                  <a:lnTo>
                    <a:pt x="1" y="1"/>
                  </a:lnTo>
                  <a:cubicBezTo>
                    <a:pt x="1" y="47"/>
                    <a:pt x="16" y="95"/>
                    <a:pt x="64" y="110"/>
                  </a:cubicBezTo>
                  <a:lnTo>
                    <a:pt x="79" y="110"/>
                  </a:lnTo>
                  <a:cubicBezTo>
                    <a:pt x="127" y="110"/>
                    <a:pt x="158" y="79"/>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04" name="Google Shape;4904;p46"/>
            <p:cNvSpPr/>
            <p:nvPr/>
          </p:nvSpPr>
          <p:spPr>
            <a:xfrm>
              <a:off x="3604940" y="1529690"/>
              <a:ext cx="6042" cy="5534"/>
            </a:xfrm>
            <a:custGeom>
              <a:avLst/>
              <a:gdLst/>
              <a:ahLst/>
              <a:cxnLst/>
              <a:rect l="l" t="t" r="r" b="b"/>
              <a:pathLst>
                <a:path w="190" h="174" extrusionOk="0">
                  <a:moveTo>
                    <a:pt x="95" y="1"/>
                  </a:moveTo>
                  <a:cubicBezTo>
                    <a:pt x="64" y="1"/>
                    <a:pt x="16" y="32"/>
                    <a:pt x="16" y="64"/>
                  </a:cubicBezTo>
                  <a:cubicBezTo>
                    <a:pt x="1" y="111"/>
                    <a:pt x="32" y="158"/>
                    <a:pt x="79" y="158"/>
                  </a:cubicBezTo>
                  <a:cubicBezTo>
                    <a:pt x="79" y="174"/>
                    <a:pt x="95" y="174"/>
                    <a:pt x="95" y="174"/>
                  </a:cubicBezTo>
                  <a:cubicBezTo>
                    <a:pt x="142" y="174"/>
                    <a:pt x="173" y="142"/>
                    <a:pt x="173" y="95"/>
                  </a:cubicBezTo>
                  <a:cubicBezTo>
                    <a:pt x="190" y="47"/>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05" name="Google Shape;4905;p46"/>
            <p:cNvSpPr/>
            <p:nvPr/>
          </p:nvSpPr>
          <p:spPr>
            <a:xfrm>
              <a:off x="3586908" y="1525682"/>
              <a:ext cx="6042" cy="5534"/>
            </a:xfrm>
            <a:custGeom>
              <a:avLst/>
              <a:gdLst/>
              <a:ahLst/>
              <a:cxnLst/>
              <a:rect l="l" t="t" r="r" b="b"/>
              <a:pathLst>
                <a:path w="190" h="174" extrusionOk="0">
                  <a:moveTo>
                    <a:pt x="95" y="1"/>
                  </a:moveTo>
                  <a:cubicBezTo>
                    <a:pt x="63" y="1"/>
                    <a:pt x="32" y="32"/>
                    <a:pt x="16" y="79"/>
                  </a:cubicBezTo>
                  <a:cubicBezTo>
                    <a:pt x="0" y="127"/>
                    <a:pt x="32" y="158"/>
                    <a:pt x="79" y="173"/>
                  </a:cubicBezTo>
                  <a:lnTo>
                    <a:pt x="95" y="173"/>
                  </a:lnTo>
                  <a:cubicBezTo>
                    <a:pt x="142" y="173"/>
                    <a:pt x="173" y="142"/>
                    <a:pt x="189" y="110"/>
                  </a:cubicBezTo>
                  <a:cubicBezTo>
                    <a:pt x="189" y="64"/>
                    <a:pt x="158" y="16"/>
                    <a:pt x="110" y="16"/>
                  </a:cubicBezTo>
                  <a:cubicBezTo>
                    <a:pt x="110" y="16"/>
                    <a:pt x="110" y="1"/>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06" name="Google Shape;4906;p46"/>
            <p:cNvSpPr/>
            <p:nvPr/>
          </p:nvSpPr>
          <p:spPr>
            <a:xfrm>
              <a:off x="3601410" y="1547754"/>
              <a:ext cx="6042" cy="3021"/>
            </a:xfrm>
            <a:custGeom>
              <a:avLst/>
              <a:gdLst/>
              <a:ahLst/>
              <a:cxnLst/>
              <a:rect l="l" t="t" r="r" b="b"/>
              <a:pathLst>
                <a:path w="190" h="95" extrusionOk="0">
                  <a:moveTo>
                    <a:pt x="95" y="0"/>
                  </a:moveTo>
                  <a:cubicBezTo>
                    <a:pt x="49" y="0"/>
                    <a:pt x="17" y="15"/>
                    <a:pt x="1" y="63"/>
                  </a:cubicBezTo>
                  <a:lnTo>
                    <a:pt x="1" y="63"/>
                  </a:lnTo>
                  <a:lnTo>
                    <a:pt x="175" y="95"/>
                  </a:lnTo>
                  <a:lnTo>
                    <a:pt x="175" y="95"/>
                  </a:lnTo>
                  <a:cubicBezTo>
                    <a:pt x="190" y="47"/>
                    <a:pt x="158" y="0"/>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07" name="Google Shape;4907;p46"/>
            <p:cNvSpPr/>
            <p:nvPr/>
          </p:nvSpPr>
          <p:spPr>
            <a:xfrm>
              <a:off x="3597943" y="1474065"/>
              <a:ext cx="6042" cy="3562"/>
            </a:xfrm>
            <a:custGeom>
              <a:avLst/>
              <a:gdLst/>
              <a:ahLst/>
              <a:cxnLst/>
              <a:rect l="l" t="t" r="r" b="b"/>
              <a:pathLst>
                <a:path w="190" h="112" extrusionOk="0">
                  <a:moveTo>
                    <a:pt x="15" y="0"/>
                  </a:moveTo>
                  <a:lnTo>
                    <a:pt x="15" y="0"/>
                  </a:lnTo>
                  <a:cubicBezTo>
                    <a:pt x="0" y="48"/>
                    <a:pt x="32" y="95"/>
                    <a:pt x="78" y="111"/>
                  </a:cubicBezTo>
                  <a:lnTo>
                    <a:pt x="95" y="111"/>
                  </a:lnTo>
                  <a:cubicBezTo>
                    <a:pt x="141" y="111"/>
                    <a:pt x="173" y="80"/>
                    <a:pt x="189" y="48"/>
                  </a:cubicBezTo>
                  <a:lnTo>
                    <a:pt x="189" y="48"/>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08" name="Google Shape;4908;p46"/>
            <p:cNvSpPr/>
            <p:nvPr/>
          </p:nvSpPr>
          <p:spPr>
            <a:xfrm>
              <a:off x="3590915" y="1508127"/>
              <a:ext cx="5534" cy="3053"/>
            </a:xfrm>
            <a:custGeom>
              <a:avLst/>
              <a:gdLst/>
              <a:ahLst/>
              <a:cxnLst/>
              <a:rect l="l" t="t" r="r" b="b"/>
              <a:pathLst>
                <a:path w="174" h="96" extrusionOk="0">
                  <a:moveTo>
                    <a:pt x="95" y="1"/>
                  </a:moveTo>
                  <a:cubicBezTo>
                    <a:pt x="47" y="1"/>
                    <a:pt x="16" y="17"/>
                    <a:pt x="0" y="64"/>
                  </a:cubicBezTo>
                  <a:lnTo>
                    <a:pt x="0" y="64"/>
                  </a:lnTo>
                  <a:lnTo>
                    <a:pt x="173" y="95"/>
                  </a:lnTo>
                  <a:lnTo>
                    <a:pt x="173" y="95"/>
                  </a:lnTo>
                  <a:cubicBezTo>
                    <a:pt x="173" y="49"/>
                    <a:pt x="158"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09" name="Google Shape;4909;p46"/>
            <p:cNvSpPr/>
            <p:nvPr/>
          </p:nvSpPr>
          <p:spPr>
            <a:xfrm>
              <a:off x="3615976" y="1478072"/>
              <a:ext cx="5502" cy="3021"/>
            </a:xfrm>
            <a:custGeom>
              <a:avLst/>
              <a:gdLst/>
              <a:ahLst/>
              <a:cxnLst/>
              <a:rect l="l" t="t" r="r" b="b"/>
              <a:pathLst>
                <a:path w="173" h="95" extrusionOk="0">
                  <a:moveTo>
                    <a:pt x="15" y="0"/>
                  </a:moveTo>
                  <a:lnTo>
                    <a:pt x="15" y="0"/>
                  </a:lnTo>
                  <a:cubicBezTo>
                    <a:pt x="0" y="48"/>
                    <a:pt x="32" y="80"/>
                    <a:pt x="78" y="95"/>
                  </a:cubicBezTo>
                  <a:lnTo>
                    <a:pt x="95" y="95"/>
                  </a:lnTo>
                  <a:cubicBezTo>
                    <a:pt x="141" y="95"/>
                    <a:pt x="173" y="63"/>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10" name="Google Shape;4910;p46"/>
            <p:cNvSpPr/>
            <p:nvPr/>
          </p:nvSpPr>
          <p:spPr>
            <a:xfrm>
              <a:off x="3612446" y="1493624"/>
              <a:ext cx="6042" cy="5534"/>
            </a:xfrm>
            <a:custGeom>
              <a:avLst/>
              <a:gdLst/>
              <a:ahLst/>
              <a:cxnLst/>
              <a:rect l="l" t="t" r="r" b="b"/>
              <a:pathLst>
                <a:path w="190" h="174" extrusionOk="0">
                  <a:moveTo>
                    <a:pt x="95" y="0"/>
                  </a:moveTo>
                  <a:cubicBezTo>
                    <a:pt x="48" y="0"/>
                    <a:pt x="17" y="32"/>
                    <a:pt x="17" y="79"/>
                  </a:cubicBezTo>
                  <a:cubicBezTo>
                    <a:pt x="0" y="110"/>
                    <a:pt x="32" y="158"/>
                    <a:pt x="80" y="173"/>
                  </a:cubicBezTo>
                  <a:lnTo>
                    <a:pt x="95" y="173"/>
                  </a:lnTo>
                  <a:cubicBezTo>
                    <a:pt x="126" y="173"/>
                    <a:pt x="174" y="142"/>
                    <a:pt x="174" y="110"/>
                  </a:cubicBezTo>
                  <a:cubicBezTo>
                    <a:pt x="189" y="63"/>
                    <a:pt x="158" y="16"/>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11" name="Google Shape;4911;p46"/>
            <p:cNvSpPr/>
            <p:nvPr/>
          </p:nvSpPr>
          <p:spPr>
            <a:xfrm>
              <a:off x="3594413" y="1490094"/>
              <a:ext cx="6042" cy="5565"/>
            </a:xfrm>
            <a:custGeom>
              <a:avLst/>
              <a:gdLst/>
              <a:ahLst/>
              <a:cxnLst/>
              <a:rect l="l" t="t" r="r" b="b"/>
              <a:pathLst>
                <a:path w="190" h="175" extrusionOk="0">
                  <a:moveTo>
                    <a:pt x="95" y="1"/>
                  </a:moveTo>
                  <a:cubicBezTo>
                    <a:pt x="48" y="1"/>
                    <a:pt x="16" y="32"/>
                    <a:pt x="16" y="64"/>
                  </a:cubicBezTo>
                  <a:cubicBezTo>
                    <a:pt x="0" y="111"/>
                    <a:pt x="32" y="158"/>
                    <a:pt x="80" y="174"/>
                  </a:cubicBezTo>
                  <a:lnTo>
                    <a:pt x="95" y="174"/>
                  </a:lnTo>
                  <a:cubicBezTo>
                    <a:pt x="126" y="174"/>
                    <a:pt x="174" y="143"/>
                    <a:pt x="174" y="95"/>
                  </a:cubicBezTo>
                  <a:cubicBezTo>
                    <a:pt x="189" y="48"/>
                    <a:pt x="158" y="17"/>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12" name="Google Shape;4912;p46"/>
            <p:cNvSpPr/>
            <p:nvPr/>
          </p:nvSpPr>
          <p:spPr>
            <a:xfrm>
              <a:off x="3608948" y="1511657"/>
              <a:ext cx="5534" cy="3053"/>
            </a:xfrm>
            <a:custGeom>
              <a:avLst/>
              <a:gdLst/>
              <a:ahLst/>
              <a:cxnLst/>
              <a:rect l="l" t="t" r="r" b="b"/>
              <a:pathLst>
                <a:path w="174" h="96" extrusionOk="0">
                  <a:moveTo>
                    <a:pt x="79" y="1"/>
                  </a:moveTo>
                  <a:cubicBezTo>
                    <a:pt x="47" y="1"/>
                    <a:pt x="16" y="32"/>
                    <a:pt x="1" y="64"/>
                  </a:cubicBezTo>
                  <a:lnTo>
                    <a:pt x="173" y="95"/>
                  </a:lnTo>
                  <a:cubicBezTo>
                    <a:pt x="173" y="64"/>
                    <a:pt x="142"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13" name="Google Shape;4913;p46"/>
            <p:cNvSpPr/>
            <p:nvPr/>
          </p:nvSpPr>
          <p:spPr>
            <a:xfrm>
              <a:off x="3605417" y="1438508"/>
              <a:ext cx="5565" cy="3021"/>
            </a:xfrm>
            <a:custGeom>
              <a:avLst/>
              <a:gdLst/>
              <a:ahLst/>
              <a:cxnLst/>
              <a:rect l="l" t="t" r="r" b="b"/>
              <a:pathLst>
                <a:path w="175" h="95" extrusionOk="0">
                  <a:moveTo>
                    <a:pt x="17" y="0"/>
                  </a:moveTo>
                  <a:lnTo>
                    <a:pt x="17" y="0"/>
                  </a:lnTo>
                  <a:cubicBezTo>
                    <a:pt x="1" y="47"/>
                    <a:pt x="32" y="95"/>
                    <a:pt x="80" y="95"/>
                  </a:cubicBezTo>
                  <a:lnTo>
                    <a:pt x="95" y="95"/>
                  </a:lnTo>
                  <a:cubicBezTo>
                    <a:pt x="143" y="95"/>
                    <a:pt x="175" y="63"/>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14" name="Google Shape;4914;p46"/>
            <p:cNvSpPr/>
            <p:nvPr/>
          </p:nvSpPr>
          <p:spPr>
            <a:xfrm>
              <a:off x="3598420" y="1472061"/>
              <a:ext cx="5565" cy="3562"/>
            </a:xfrm>
            <a:custGeom>
              <a:avLst/>
              <a:gdLst/>
              <a:ahLst/>
              <a:cxnLst/>
              <a:rect l="l" t="t" r="r" b="b"/>
              <a:pathLst>
                <a:path w="175" h="112" extrusionOk="0">
                  <a:moveTo>
                    <a:pt x="80" y="0"/>
                  </a:moveTo>
                  <a:cubicBezTo>
                    <a:pt x="48" y="0"/>
                    <a:pt x="17" y="32"/>
                    <a:pt x="0" y="63"/>
                  </a:cubicBezTo>
                  <a:lnTo>
                    <a:pt x="174" y="111"/>
                  </a:lnTo>
                  <a:cubicBezTo>
                    <a:pt x="174" y="63"/>
                    <a:pt x="143"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15" name="Google Shape;4915;p46"/>
            <p:cNvSpPr/>
            <p:nvPr/>
          </p:nvSpPr>
          <p:spPr>
            <a:xfrm>
              <a:off x="3623450" y="1441975"/>
              <a:ext cx="5565" cy="3562"/>
            </a:xfrm>
            <a:custGeom>
              <a:avLst/>
              <a:gdLst/>
              <a:ahLst/>
              <a:cxnLst/>
              <a:rect l="l" t="t" r="r" b="b"/>
              <a:pathLst>
                <a:path w="175" h="112" extrusionOk="0">
                  <a:moveTo>
                    <a:pt x="17" y="1"/>
                  </a:moveTo>
                  <a:cubicBezTo>
                    <a:pt x="1" y="49"/>
                    <a:pt x="32" y="96"/>
                    <a:pt x="80" y="96"/>
                  </a:cubicBezTo>
                  <a:cubicBezTo>
                    <a:pt x="80" y="112"/>
                    <a:pt x="80" y="112"/>
                    <a:pt x="95" y="112"/>
                  </a:cubicBezTo>
                  <a:cubicBezTo>
                    <a:pt x="127" y="112"/>
                    <a:pt x="175" y="80"/>
                    <a:pt x="175"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16" name="Google Shape;4916;p46"/>
            <p:cNvSpPr/>
            <p:nvPr/>
          </p:nvSpPr>
          <p:spPr>
            <a:xfrm>
              <a:off x="3619983" y="1458036"/>
              <a:ext cx="5502" cy="5025"/>
            </a:xfrm>
            <a:custGeom>
              <a:avLst/>
              <a:gdLst/>
              <a:ahLst/>
              <a:cxnLst/>
              <a:rect l="l" t="t" r="r" b="b"/>
              <a:pathLst>
                <a:path w="173" h="158" extrusionOk="0">
                  <a:moveTo>
                    <a:pt x="78" y="0"/>
                  </a:moveTo>
                  <a:cubicBezTo>
                    <a:pt x="47" y="0"/>
                    <a:pt x="15" y="17"/>
                    <a:pt x="0" y="63"/>
                  </a:cubicBezTo>
                  <a:cubicBezTo>
                    <a:pt x="0" y="111"/>
                    <a:pt x="32" y="158"/>
                    <a:pt x="63" y="158"/>
                  </a:cubicBezTo>
                  <a:lnTo>
                    <a:pt x="78" y="158"/>
                  </a:lnTo>
                  <a:cubicBezTo>
                    <a:pt x="126" y="158"/>
                    <a:pt x="158" y="143"/>
                    <a:pt x="173" y="95"/>
                  </a:cubicBezTo>
                  <a:cubicBezTo>
                    <a:pt x="173" y="48"/>
                    <a:pt x="141" y="0"/>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17" name="Google Shape;4917;p46"/>
            <p:cNvSpPr/>
            <p:nvPr/>
          </p:nvSpPr>
          <p:spPr>
            <a:xfrm>
              <a:off x="3601951" y="1454029"/>
              <a:ext cx="5502" cy="5565"/>
            </a:xfrm>
            <a:custGeom>
              <a:avLst/>
              <a:gdLst/>
              <a:ahLst/>
              <a:cxnLst/>
              <a:rect l="l" t="t" r="r" b="b"/>
              <a:pathLst>
                <a:path w="173" h="175" extrusionOk="0">
                  <a:moveTo>
                    <a:pt x="95" y="0"/>
                  </a:moveTo>
                  <a:cubicBezTo>
                    <a:pt x="47" y="0"/>
                    <a:pt x="15" y="32"/>
                    <a:pt x="0" y="80"/>
                  </a:cubicBezTo>
                  <a:cubicBezTo>
                    <a:pt x="0" y="111"/>
                    <a:pt x="32" y="158"/>
                    <a:pt x="78" y="174"/>
                  </a:cubicBezTo>
                  <a:lnTo>
                    <a:pt x="95" y="174"/>
                  </a:lnTo>
                  <a:cubicBezTo>
                    <a:pt x="126" y="174"/>
                    <a:pt x="158" y="143"/>
                    <a:pt x="173" y="111"/>
                  </a:cubicBezTo>
                  <a:cubicBezTo>
                    <a:pt x="173" y="63"/>
                    <a:pt x="158" y="17"/>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18" name="Google Shape;4918;p46"/>
            <p:cNvSpPr/>
            <p:nvPr/>
          </p:nvSpPr>
          <p:spPr>
            <a:xfrm>
              <a:off x="3616453" y="1475592"/>
              <a:ext cx="5565" cy="3498"/>
            </a:xfrm>
            <a:custGeom>
              <a:avLst/>
              <a:gdLst/>
              <a:ahLst/>
              <a:cxnLst/>
              <a:rect l="l" t="t" r="r" b="b"/>
              <a:pathLst>
                <a:path w="175" h="110" extrusionOk="0">
                  <a:moveTo>
                    <a:pt x="80" y="0"/>
                  </a:moveTo>
                  <a:cubicBezTo>
                    <a:pt x="48" y="0"/>
                    <a:pt x="0" y="32"/>
                    <a:pt x="0" y="78"/>
                  </a:cubicBezTo>
                  <a:lnTo>
                    <a:pt x="158" y="110"/>
                  </a:lnTo>
                  <a:cubicBezTo>
                    <a:pt x="174" y="63"/>
                    <a:pt x="143" y="15"/>
                    <a:pt x="95" y="15"/>
                  </a:cubicBezTo>
                  <a:cubicBezTo>
                    <a:pt x="95" y="0"/>
                    <a:pt x="80" y="0"/>
                    <a:pt x="8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19" name="Google Shape;4919;p46"/>
            <p:cNvSpPr/>
            <p:nvPr/>
          </p:nvSpPr>
          <p:spPr>
            <a:xfrm>
              <a:off x="3605958" y="1436505"/>
              <a:ext cx="5502" cy="3021"/>
            </a:xfrm>
            <a:custGeom>
              <a:avLst/>
              <a:gdLst/>
              <a:ahLst/>
              <a:cxnLst/>
              <a:rect l="l" t="t" r="r" b="b"/>
              <a:pathLst>
                <a:path w="173" h="95" extrusionOk="0">
                  <a:moveTo>
                    <a:pt x="78" y="0"/>
                  </a:moveTo>
                  <a:cubicBezTo>
                    <a:pt x="47" y="0"/>
                    <a:pt x="0" y="15"/>
                    <a:pt x="0" y="63"/>
                  </a:cubicBezTo>
                  <a:lnTo>
                    <a:pt x="158" y="95"/>
                  </a:lnTo>
                  <a:cubicBezTo>
                    <a:pt x="173" y="47"/>
                    <a:pt x="141"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20" name="Google Shape;4920;p46"/>
            <p:cNvSpPr/>
            <p:nvPr/>
          </p:nvSpPr>
          <p:spPr>
            <a:xfrm>
              <a:off x="3628475" y="1423942"/>
              <a:ext cx="4548" cy="3562"/>
            </a:xfrm>
            <a:custGeom>
              <a:avLst/>
              <a:gdLst/>
              <a:ahLst/>
              <a:cxnLst/>
              <a:rect l="l" t="t" r="r" b="b"/>
              <a:pathLst>
                <a:path w="143" h="112" extrusionOk="0">
                  <a:moveTo>
                    <a:pt x="111" y="1"/>
                  </a:moveTo>
                  <a:cubicBezTo>
                    <a:pt x="111" y="1"/>
                    <a:pt x="95" y="1"/>
                    <a:pt x="95" y="17"/>
                  </a:cubicBezTo>
                  <a:cubicBezTo>
                    <a:pt x="64" y="32"/>
                    <a:pt x="80" y="64"/>
                    <a:pt x="64" y="95"/>
                  </a:cubicBezTo>
                  <a:lnTo>
                    <a:pt x="0" y="95"/>
                  </a:lnTo>
                  <a:cubicBezTo>
                    <a:pt x="17" y="95"/>
                    <a:pt x="17" y="112"/>
                    <a:pt x="32" y="112"/>
                  </a:cubicBezTo>
                  <a:lnTo>
                    <a:pt x="48" y="112"/>
                  </a:lnTo>
                  <a:cubicBezTo>
                    <a:pt x="64" y="112"/>
                    <a:pt x="80" y="112"/>
                    <a:pt x="95" y="95"/>
                  </a:cubicBezTo>
                  <a:cubicBezTo>
                    <a:pt x="95" y="80"/>
                    <a:pt x="95" y="64"/>
                    <a:pt x="111" y="49"/>
                  </a:cubicBezTo>
                  <a:lnTo>
                    <a:pt x="127" y="49"/>
                  </a:lnTo>
                  <a:lnTo>
                    <a:pt x="127" y="49"/>
                  </a:lnTo>
                  <a:cubicBezTo>
                    <a:pt x="143" y="32"/>
                    <a:pt x="143" y="17"/>
                    <a:pt x="127" y="1"/>
                  </a:cubicBezTo>
                  <a:close/>
                </a:path>
              </a:pathLst>
            </a:custGeom>
            <a:solidFill>
              <a:srgbClr val="F0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21" name="Google Shape;4921;p46"/>
            <p:cNvSpPr/>
            <p:nvPr/>
          </p:nvSpPr>
          <p:spPr>
            <a:xfrm>
              <a:off x="3631496" y="1425469"/>
              <a:ext cx="1018" cy="1527"/>
            </a:xfrm>
            <a:custGeom>
              <a:avLst/>
              <a:gdLst/>
              <a:ahLst/>
              <a:cxnLst/>
              <a:rect l="l" t="t" r="r" b="b"/>
              <a:pathLst>
                <a:path w="32" h="48" extrusionOk="0">
                  <a:moveTo>
                    <a:pt x="32" y="1"/>
                  </a:moveTo>
                  <a:lnTo>
                    <a:pt x="16" y="1"/>
                  </a:lnTo>
                  <a:cubicBezTo>
                    <a:pt x="0" y="16"/>
                    <a:pt x="0" y="32"/>
                    <a:pt x="0" y="47"/>
                  </a:cubicBezTo>
                  <a:lnTo>
                    <a:pt x="0" y="47"/>
                  </a:lnTo>
                  <a:cubicBezTo>
                    <a:pt x="0" y="32"/>
                    <a:pt x="0" y="16"/>
                    <a:pt x="16" y="1"/>
                  </a:cubicBezTo>
                  <a:lnTo>
                    <a:pt x="32"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22" name="Google Shape;4922;p46"/>
            <p:cNvSpPr/>
            <p:nvPr/>
          </p:nvSpPr>
          <p:spPr>
            <a:xfrm>
              <a:off x="3631496" y="1425469"/>
              <a:ext cx="1018" cy="1527"/>
            </a:xfrm>
            <a:custGeom>
              <a:avLst/>
              <a:gdLst/>
              <a:ahLst/>
              <a:cxnLst/>
              <a:rect l="l" t="t" r="r" b="b"/>
              <a:pathLst>
                <a:path w="32" h="48" extrusionOk="0">
                  <a:moveTo>
                    <a:pt x="32" y="1"/>
                  </a:moveTo>
                  <a:lnTo>
                    <a:pt x="16" y="1"/>
                  </a:lnTo>
                  <a:cubicBezTo>
                    <a:pt x="0" y="16"/>
                    <a:pt x="0" y="32"/>
                    <a:pt x="0" y="47"/>
                  </a:cubicBezTo>
                  <a:cubicBezTo>
                    <a:pt x="16" y="32"/>
                    <a:pt x="32" y="16"/>
                    <a:pt x="3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23" name="Google Shape;4923;p46"/>
            <p:cNvSpPr/>
            <p:nvPr/>
          </p:nvSpPr>
          <p:spPr>
            <a:xfrm>
              <a:off x="3623991" y="1439971"/>
              <a:ext cx="5502" cy="3053"/>
            </a:xfrm>
            <a:custGeom>
              <a:avLst/>
              <a:gdLst/>
              <a:ahLst/>
              <a:cxnLst/>
              <a:rect l="l" t="t" r="r" b="b"/>
              <a:pathLst>
                <a:path w="173" h="96" extrusionOk="0">
                  <a:moveTo>
                    <a:pt x="78" y="1"/>
                  </a:moveTo>
                  <a:cubicBezTo>
                    <a:pt x="32" y="1"/>
                    <a:pt x="0" y="32"/>
                    <a:pt x="0" y="64"/>
                  </a:cubicBezTo>
                  <a:lnTo>
                    <a:pt x="0" y="64"/>
                  </a:lnTo>
                  <a:lnTo>
                    <a:pt x="158" y="95"/>
                  </a:lnTo>
                  <a:lnTo>
                    <a:pt x="158" y="95"/>
                  </a:lnTo>
                  <a:cubicBezTo>
                    <a:pt x="173" y="49"/>
                    <a:pt x="141"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24" name="Google Shape;4924;p46"/>
            <p:cNvSpPr/>
            <p:nvPr/>
          </p:nvSpPr>
          <p:spPr>
            <a:xfrm>
              <a:off x="3604431" y="1624910"/>
              <a:ext cx="5565" cy="3530"/>
            </a:xfrm>
            <a:custGeom>
              <a:avLst/>
              <a:gdLst/>
              <a:ahLst/>
              <a:cxnLst/>
              <a:rect l="l" t="t" r="r" b="b"/>
              <a:pathLst>
                <a:path w="175" h="111" extrusionOk="0">
                  <a:moveTo>
                    <a:pt x="17" y="0"/>
                  </a:moveTo>
                  <a:cubicBezTo>
                    <a:pt x="0" y="47"/>
                    <a:pt x="32" y="95"/>
                    <a:pt x="80" y="110"/>
                  </a:cubicBezTo>
                  <a:lnTo>
                    <a:pt x="95" y="110"/>
                  </a:lnTo>
                  <a:cubicBezTo>
                    <a:pt x="143" y="110"/>
                    <a:pt x="174" y="79"/>
                    <a:pt x="174" y="47"/>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25" name="Google Shape;4925;p46"/>
            <p:cNvSpPr/>
            <p:nvPr/>
          </p:nvSpPr>
          <p:spPr>
            <a:xfrm>
              <a:off x="3599406" y="1658972"/>
              <a:ext cx="2576" cy="509"/>
            </a:xfrm>
            <a:custGeom>
              <a:avLst/>
              <a:gdLst/>
              <a:ahLst/>
              <a:cxnLst/>
              <a:rect l="l" t="t" r="r" b="b"/>
              <a:pathLst>
                <a:path w="81" h="16" extrusionOk="0">
                  <a:moveTo>
                    <a:pt x="32" y="1"/>
                  </a:moveTo>
                  <a:lnTo>
                    <a:pt x="1" y="1"/>
                  </a:lnTo>
                  <a:cubicBezTo>
                    <a:pt x="32" y="1"/>
                    <a:pt x="49" y="16"/>
                    <a:pt x="80" y="16"/>
                  </a:cubicBezTo>
                  <a:cubicBezTo>
                    <a:pt x="64" y="16"/>
                    <a:pt x="64" y="1"/>
                    <a:pt x="49"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26" name="Google Shape;4926;p46"/>
            <p:cNvSpPr/>
            <p:nvPr/>
          </p:nvSpPr>
          <p:spPr>
            <a:xfrm>
              <a:off x="3622464" y="1628917"/>
              <a:ext cx="5565" cy="3021"/>
            </a:xfrm>
            <a:custGeom>
              <a:avLst/>
              <a:gdLst/>
              <a:ahLst/>
              <a:cxnLst/>
              <a:rect l="l" t="t" r="r" b="b"/>
              <a:pathLst>
                <a:path w="175" h="95" extrusionOk="0">
                  <a:moveTo>
                    <a:pt x="17" y="0"/>
                  </a:moveTo>
                  <a:lnTo>
                    <a:pt x="17" y="0"/>
                  </a:lnTo>
                  <a:cubicBezTo>
                    <a:pt x="0" y="47"/>
                    <a:pt x="32" y="95"/>
                    <a:pt x="80" y="95"/>
                  </a:cubicBezTo>
                  <a:lnTo>
                    <a:pt x="95" y="95"/>
                  </a:lnTo>
                  <a:cubicBezTo>
                    <a:pt x="126" y="95"/>
                    <a:pt x="174" y="63"/>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27" name="Google Shape;4927;p46"/>
            <p:cNvSpPr/>
            <p:nvPr/>
          </p:nvSpPr>
          <p:spPr>
            <a:xfrm>
              <a:off x="3618966" y="1644438"/>
              <a:ext cx="6042" cy="5565"/>
            </a:xfrm>
            <a:custGeom>
              <a:avLst/>
              <a:gdLst/>
              <a:ahLst/>
              <a:cxnLst/>
              <a:rect l="l" t="t" r="r" b="b"/>
              <a:pathLst>
                <a:path w="190" h="175" extrusionOk="0">
                  <a:moveTo>
                    <a:pt x="95" y="0"/>
                  </a:moveTo>
                  <a:cubicBezTo>
                    <a:pt x="47" y="0"/>
                    <a:pt x="16" y="32"/>
                    <a:pt x="1" y="80"/>
                  </a:cubicBezTo>
                  <a:cubicBezTo>
                    <a:pt x="1" y="111"/>
                    <a:pt x="32" y="158"/>
                    <a:pt x="79" y="174"/>
                  </a:cubicBezTo>
                  <a:lnTo>
                    <a:pt x="95" y="174"/>
                  </a:lnTo>
                  <a:cubicBezTo>
                    <a:pt x="127" y="174"/>
                    <a:pt x="158" y="143"/>
                    <a:pt x="173" y="111"/>
                  </a:cubicBezTo>
                  <a:cubicBezTo>
                    <a:pt x="190" y="63"/>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28" name="Google Shape;4928;p46"/>
            <p:cNvSpPr/>
            <p:nvPr/>
          </p:nvSpPr>
          <p:spPr>
            <a:xfrm>
              <a:off x="3600933" y="1640939"/>
              <a:ext cx="6042" cy="5534"/>
            </a:xfrm>
            <a:custGeom>
              <a:avLst/>
              <a:gdLst/>
              <a:ahLst/>
              <a:cxnLst/>
              <a:rect l="l" t="t" r="r" b="b"/>
              <a:pathLst>
                <a:path w="190" h="174" extrusionOk="0">
                  <a:moveTo>
                    <a:pt x="95" y="1"/>
                  </a:moveTo>
                  <a:cubicBezTo>
                    <a:pt x="47" y="1"/>
                    <a:pt x="16" y="32"/>
                    <a:pt x="16" y="64"/>
                  </a:cubicBezTo>
                  <a:cubicBezTo>
                    <a:pt x="1" y="110"/>
                    <a:pt x="32" y="158"/>
                    <a:pt x="79" y="173"/>
                  </a:cubicBezTo>
                  <a:lnTo>
                    <a:pt x="95" y="173"/>
                  </a:lnTo>
                  <a:cubicBezTo>
                    <a:pt x="127" y="173"/>
                    <a:pt x="173" y="142"/>
                    <a:pt x="173" y="95"/>
                  </a:cubicBezTo>
                  <a:cubicBezTo>
                    <a:pt x="190" y="47"/>
                    <a:pt x="158" y="16"/>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29" name="Google Shape;4929;p46"/>
            <p:cNvSpPr/>
            <p:nvPr/>
          </p:nvSpPr>
          <p:spPr>
            <a:xfrm>
              <a:off x="3615976" y="1662470"/>
              <a:ext cx="4039" cy="1558"/>
            </a:xfrm>
            <a:custGeom>
              <a:avLst/>
              <a:gdLst/>
              <a:ahLst/>
              <a:cxnLst/>
              <a:rect l="l" t="t" r="r" b="b"/>
              <a:pathLst>
                <a:path w="127" h="49" extrusionOk="0">
                  <a:moveTo>
                    <a:pt x="63" y="0"/>
                  </a:moveTo>
                  <a:cubicBezTo>
                    <a:pt x="32" y="0"/>
                    <a:pt x="15" y="17"/>
                    <a:pt x="0" y="48"/>
                  </a:cubicBezTo>
                  <a:cubicBezTo>
                    <a:pt x="15" y="32"/>
                    <a:pt x="32" y="32"/>
                    <a:pt x="63" y="32"/>
                  </a:cubicBezTo>
                  <a:lnTo>
                    <a:pt x="110" y="32"/>
                  </a:lnTo>
                  <a:lnTo>
                    <a:pt x="126" y="32"/>
                  </a:lnTo>
                  <a:cubicBezTo>
                    <a:pt x="110" y="17"/>
                    <a:pt x="95" y="0"/>
                    <a:pt x="78"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30" name="Google Shape;4930;p46"/>
            <p:cNvSpPr/>
            <p:nvPr/>
          </p:nvSpPr>
          <p:spPr>
            <a:xfrm>
              <a:off x="3611969" y="1589322"/>
              <a:ext cx="5502" cy="3021"/>
            </a:xfrm>
            <a:custGeom>
              <a:avLst/>
              <a:gdLst/>
              <a:ahLst/>
              <a:cxnLst/>
              <a:rect l="l" t="t" r="r" b="b"/>
              <a:pathLst>
                <a:path w="173" h="95" extrusionOk="0">
                  <a:moveTo>
                    <a:pt x="15" y="0"/>
                  </a:moveTo>
                  <a:lnTo>
                    <a:pt x="15" y="0"/>
                  </a:lnTo>
                  <a:cubicBezTo>
                    <a:pt x="0" y="48"/>
                    <a:pt x="32" y="95"/>
                    <a:pt x="78" y="95"/>
                  </a:cubicBezTo>
                  <a:lnTo>
                    <a:pt x="95" y="95"/>
                  </a:lnTo>
                  <a:cubicBezTo>
                    <a:pt x="126" y="95"/>
                    <a:pt x="173"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31" name="Google Shape;4931;p46"/>
            <p:cNvSpPr/>
            <p:nvPr/>
          </p:nvSpPr>
          <p:spPr>
            <a:xfrm>
              <a:off x="3604940" y="1622906"/>
              <a:ext cx="5534" cy="3530"/>
            </a:xfrm>
            <a:custGeom>
              <a:avLst/>
              <a:gdLst/>
              <a:ahLst/>
              <a:cxnLst/>
              <a:rect l="l" t="t" r="r" b="b"/>
              <a:pathLst>
                <a:path w="174" h="111" extrusionOk="0">
                  <a:moveTo>
                    <a:pt x="79" y="0"/>
                  </a:moveTo>
                  <a:cubicBezTo>
                    <a:pt x="47" y="0"/>
                    <a:pt x="1" y="32"/>
                    <a:pt x="1" y="63"/>
                  </a:cubicBezTo>
                  <a:lnTo>
                    <a:pt x="1" y="63"/>
                  </a:lnTo>
                  <a:lnTo>
                    <a:pt x="158" y="110"/>
                  </a:lnTo>
                  <a:lnTo>
                    <a:pt x="158" y="110"/>
                  </a:lnTo>
                  <a:cubicBezTo>
                    <a:pt x="173" y="63"/>
                    <a:pt x="142"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32" name="Google Shape;4932;p46"/>
            <p:cNvSpPr/>
            <p:nvPr/>
          </p:nvSpPr>
          <p:spPr>
            <a:xfrm>
              <a:off x="3630002" y="1592852"/>
              <a:ext cx="5534" cy="3498"/>
            </a:xfrm>
            <a:custGeom>
              <a:avLst/>
              <a:gdLst/>
              <a:ahLst/>
              <a:cxnLst/>
              <a:rect l="l" t="t" r="r" b="b"/>
              <a:pathLst>
                <a:path w="174" h="110" extrusionOk="0">
                  <a:moveTo>
                    <a:pt x="0" y="0"/>
                  </a:moveTo>
                  <a:cubicBezTo>
                    <a:pt x="0" y="47"/>
                    <a:pt x="32" y="95"/>
                    <a:pt x="79" y="110"/>
                  </a:cubicBezTo>
                  <a:lnTo>
                    <a:pt x="95" y="110"/>
                  </a:lnTo>
                  <a:cubicBezTo>
                    <a:pt x="126" y="110"/>
                    <a:pt x="158" y="78"/>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33" name="Google Shape;4933;p46"/>
            <p:cNvSpPr/>
            <p:nvPr/>
          </p:nvSpPr>
          <p:spPr>
            <a:xfrm>
              <a:off x="3626471" y="1608881"/>
              <a:ext cx="5565" cy="5025"/>
            </a:xfrm>
            <a:custGeom>
              <a:avLst/>
              <a:gdLst/>
              <a:ahLst/>
              <a:cxnLst/>
              <a:rect l="l" t="t" r="r" b="b"/>
              <a:pathLst>
                <a:path w="175" h="158" extrusionOk="0">
                  <a:moveTo>
                    <a:pt x="80" y="0"/>
                  </a:moveTo>
                  <a:cubicBezTo>
                    <a:pt x="48" y="0"/>
                    <a:pt x="17" y="15"/>
                    <a:pt x="0" y="63"/>
                  </a:cubicBezTo>
                  <a:cubicBezTo>
                    <a:pt x="0" y="110"/>
                    <a:pt x="17" y="158"/>
                    <a:pt x="63" y="158"/>
                  </a:cubicBezTo>
                  <a:lnTo>
                    <a:pt x="80" y="158"/>
                  </a:lnTo>
                  <a:cubicBezTo>
                    <a:pt x="127" y="158"/>
                    <a:pt x="158" y="141"/>
                    <a:pt x="174" y="95"/>
                  </a:cubicBezTo>
                  <a:cubicBezTo>
                    <a:pt x="174" y="47"/>
                    <a:pt x="143"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34" name="Google Shape;4934;p46"/>
            <p:cNvSpPr/>
            <p:nvPr/>
          </p:nvSpPr>
          <p:spPr>
            <a:xfrm>
              <a:off x="3608439" y="1604874"/>
              <a:ext cx="5565" cy="5502"/>
            </a:xfrm>
            <a:custGeom>
              <a:avLst/>
              <a:gdLst/>
              <a:ahLst/>
              <a:cxnLst/>
              <a:rect l="l" t="t" r="r" b="b"/>
              <a:pathLst>
                <a:path w="175" h="173" extrusionOk="0">
                  <a:moveTo>
                    <a:pt x="95" y="0"/>
                  </a:moveTo>
                  <a:cubicBezTo>
                    <a:pt x="48" y="0"/>
                    <a:pt x="17" y="32"/>
                    <a:pt x="0" y="78"/>
                  </a:cubicBezTo>
                  <a:cubicBezTo>
                    <a:pt x="0" y="126"/>
                    <a:pt x="32" y="158"/>
                    <a:pt x="63" y="173"/>
                  </a:cubicBezTo>
                  <a:lnTo>
                    <a:pt x="95" y="173"/>
                  </a:lnTo>
                  <a:cubicBezTo>
                    <a:pt x="126" y="173"/>
                    <a:pt x="158" y="141"/>
                    <a:pt x="174" y="110"/>
                  </a:cubicBezTo>
                  <a:cubicBezTo>
                    <a:pt x="174" y="63"/>
                    <a:pt x="158"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35" name="Google Shape;4935;p46"/>
            <p:cNvSpPr/>
            <p:nvPr/>
          </p:nvSpPr>
          <p:spPr>
            <a:xfrm>
              <a:off x="3622973" y="1626405"/>
              <a:ext cx="5534" cy="3530"/>
            </a:xfrm>
            <a:custGeom>
              <a:avLst/>
              <a:gdLst/>
              <a:ahLst/>
              <a:cxnLst/>
              <a:rect l="l" t="t" r="r" b="b"/>
              <a:pathLst>
                <a:path w="174" h="111" extrusionOk="0">
                  <a:moveTo>
                    <a:pt x="79" y="0"/>
                  </a:moveTo>
                  <a:cubicBezTo>
                    <a:pt x="32" y="0"/>
                    <a:pt x="1" y="32"/>
                    <a:pt x="1" y="79"/>
                  </a:cubicBezTo>
                  <a:lnTo>
                    <a:pt x="158" y="111"/>
                  </a:lnTo>
                  <a:cubicBezTo>
                    <a:pt x="173" y="63"/>
                    <a:pt x="142" y="16"/>
                    <a:pt x="95" y="16"/>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36" name="Google Shape;4936;p46"/>
            <p:cNvSpPr/>
            <p:nvPr/>
          </p:nvSpPr>
          <p:spPr>
            <a:xfrm>
              <a:off x="3619443" y="1553224"/>
              <a:ext cx="5565" cy="3562"/>
            </a:xfrm>
            <a:custGeom>
              <a:avLst/>
              <a:gdLst/>
              <a:ahLst/>
              <a:cxnLst/>
              <a:rect l="l" t="t" r="r" b="b"/>
              <a:pathLst>
                <a:path w="175" h="112" extrusionOk="0">
                  <a:moveTo>
                    <a:pt x="1" y="1"/>
                  </a:moveTo>
                  <a:cubicBezTo>
                    <a:pt x="1" y="49"/>
                    <a:pt x="32" y="95"/>
                    <a:pt x="80" y="112"/>
                  </a:cubicBezTo>
                  <a:lnTo>
                    <a:pt x="95" y="112"/>
                  </a:lnTo>
                  <a:cubicBezTo>
                    <a:pt x="127" y="112"/>
                    <a:pt x="158" y="80"/>
                    <a:pt x="175"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37" name="Google Shape;4937;p46"/>
            <p:cNvSpPr/>
            <p:nvPr/>
          </p:nvSpPr>
          <p:spPr>
            <a:xfrm>
              <a:off x="3612446" y="1587318"/>
              <a:ext cx="5565" cy="3021"/>
            </a:xfrm>
            <a:custGeom>
              <a:avLst/>
              <a:gdLst/>
              <a:ahLst/>
              <a:cxnLst/>
              <a:rect l="l" t="t" r="r" b="b"/>
              <a:pathLst>
                <a:path w="175" h="95" extrusionOk="0">
                  <a:moveTo>
                    <a:pt x="80" y="0"/>
                  </a:moveTo>
                  <a:cubicBezTo>
                    <a:pt x="32" y="0"/>
                    <a:pt x="0" y="17"/>
                    <a:pt x="0" y="63"/>
                  </a:cubicBezTo>
                  <a:lnTo>
                    <a:pt x="158" y="95"/>
                  </a:lnTo>
                  <a:cubicBezTo>
                    <a:pt x="174" y="48"/>
                    <a:pt x="143"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38" name="Google Shape;4938;p46"/>
            <p:cNvSpPr/>
            <p:nvPr/>
          </p:nvSpPr>
          <p:spPr>
            <a:xfrm>
              <a:off x="3637507" y="1557232"/>
              <a:ext cx="5565" cy="3053"/>
            </a:xfrm>
            <a:custGeom>
              <a:avLst/>
              <a:gdLst/>
              <a:ahLst/>
              <a:cxnLst/>
              <a:rect l="l" t="t" r="r" b="b"/>
              <a:pathLst>
                <a:path w="175" h="96" extrusionOk="0">
                  <a:moveTo>
                    <a:pt x="0" y="1"/>
                  </a:moveTo>
                  <a:cubicBezTo>
                    <a:pt x="0" y="49"/>
                    <a:pt x="16" y="80"/>
                    <a:pt x="63" y="95"/>
                  </a:cubicBezTo>
                  <a:lnTo>
                    <a:pt x="79" y="95"/>
                  </a:lnTo>
                  <a:cubicBezTo>
                    <a:pt x="126" y="95"/>
                    <a:pt x="158" y="64"/>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39" name="Google Shape;4939;p46"/>
            <p:cNvSpPr/>
            <p:nvPr/>
          </p:nvSpPr>
          <p:spPr>
            <a:xfrm>
              <a:off x="3633500" y="1572784"/>
              <a:ext cx="6042" cy="5534"/>
            </a:xfrm>
            <a:custGeom>
              <a:avLst/>
              <a:gdLst/>
              <a:ahLst/>
              <a:cxnLst/>
              <a:rect l="l" t="t" r="r" b="b"/>
              <a:pathLst>
                <a:path w="190" h="174" extrusionOk="0">
                  <a:moveTo>
                    <a:pt x="95" y="1"/>
                  </a:moveTo>
                  <a:cubicBezTo>
                    <a:pt x="63" y="1"/>
                    <a:pt x="16" y="32"/>
                    <a:pt x="16" y="64"/>
                  </a:cubicBezTo>
                  <a:cubicBezTo>
                    <a:pt x="0" y="110"/>
                    <a:pt x="32" y="158"/>
                    <a:pt x="79" y="174"/>
                  </a:cubicBezTo>
                  <a:lnTo>
                    <a:pt x="95" y="174"/>
                  </a:lnTo>
                  <a:cubicBezTo>
                    <a:pt x="142" y="174"/>
                    <a:pt x="174" y="142"/>
                    <a:pt x="174" y="110"/>
                  </a:cubicBezTo>
                  <a:cubicBezTo>
                    <a:pt x="189" y="64"/>
                    <a:pt x="158" y="16"/>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40" name="Google Shape;4940;p46"/>
            <p:cNvSpPr/>
            <p:nvPr/>
          </p:nvSpPr>
          <p:spPr>
            <a:xfrm>
              <a:off x="3615435" y="1569254"/>
              <a:ext cx="6042" cy="5057"/>
            </a:xfrm>
            <a:custGeom>
              <a:avLst/>
              <a:gdLst/>
              <a:ahLst/>
              <a:cxnLst/>
              <a:rect l="l" t="t" r="r" b="b"/>
              <a:pathLst>
                <a:path w="190" h="159" extrusionOk="0">
                  <a:moveTo>
                    <a:pt x="95" y="1"/>
                  </a:moveTo>
                  <a:cubicBezTo>
                    <a:pt x="64" y="1"/>
                    <a:pt x="17" y="32"/>
                    <a:pt x="17" y="64"/>
                  </a:cubicBezTo>
                  <a:cubicBezTo>
                    <a:pt x="1" y="112"/>
                    <a:pt x="32" y="158"/>
                    <a:pt x="80" y="158"/>
                  </a:cubicBezTo>
                  <a:lnTo>
                    <a:pt x="95" y="158"/>
                  </a:lnTo>
                  <a:cubicBezTo>
                    <a:pt x="143" y="158"/>
                    <a:pt x="175" y="143"/>
                    <a:pt x="175" y="95"/>
                  </a:cubicBezTo>
                  <a:cubicBezTo>
                    <a:pt x="190" y="49"/>
                    <a:pt x="158" y="1"/>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41" name="Google Shape;4941;p46"/>
            <p:cNvSpPr/>
            <p:nvPr/>
          </p:nvSpPr>
          <p:spPr>
            <a:xfrm>
              <a:off x="3630002" y="1590848"/>
              <a:ext cx="6042" cy="3021"/>
            </a:xfrm>
            <a:custGeom>
              <a:avLst/>
              <a:gdLst/>
              <a:ahLst/>
              <a:cxnLst/>
              <a:rect l="l" t="t" r="r" b="b"/>
              <a:pathLst>
                <a:path w="190" h="95" extrusionOk="0">
                  <a:moveTo>
                    <a:pt x="95" y="0"/>
                  </a:moveTo>
                  <a:cubicBezTo>
                    <a:pt x="47" y="0"/>
                    <a:pt x="16" y="32"/>
                    <a:pt x="0" y="63"/>
                  </a:cubicBezTo>
                  <a:lnTo>
                    <a:pt x="0" y="63"/>
                  </a:lnTo>
                  <a:lnTo>
                    <a:pt x="173" y="95"/>
                  </a:lnTo>
                  <a:lnTo>
                    <a:pt x="173" y="95"/>
                  </a:lnTo>
                  <a:cubicBezTo>
                    <a:pt x="189" y="47"/>
                    <a:pt x="158" y="15"/>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42" name="Google Shape;4942;p46"/>
            <p:cNvSpPr/>
            <p:nvPr/>
          </p:nvSpPr>
          <p:spPr>
            <a:xfrm>
              <a:off x="3626471" y="1517668"/>
              <a:ext cx="6042" cy="3053"/>
            </a:xfrm>
            <a:custGeom>
              <a:avLst/>
              <a:gdLst/>
              <a:ahLst/>
              <a:cxnLst/>
              <a:rect l="l" t="t" r="r" b="b"/>
              <a:pathLst>
                <a:path w="190" h="96" extrusionOk="0">
                  <a:moveTo>
                    <a:pt x="17" y="1"/>
                  </a:moveTo>
                  <a:cubicBezTo>
                    <a:pt x="0" y="47"/>
                    <a:pt x="32" y="79"/>
                    <a:pt x="80" y="95"/>
                  </a:cubicBezTo>
                  <a:lnTo>
                    <a:pt x="95" y="95"/>
                  </a:lnTo>
                  <a:cubicBezTo>
                    <a:pt x="143" y="95"/>
                    <a:pt x="174" y="64"/>
                    <a:pt x="190" y="32"/>
                  </a:cubicBezTo>
                  <a:lnTo>
                    <a:pt x="190"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43" name="Google Shape;4943;p46"/>
            <p:cNvSpPr/>
            <p:nvPr/>
          </p:nvSpPr>
          <p:spPr>
            <a:xfrm>
              <a:off x="3619443" y="1551221"/>
              <a:ext cx="5565" cy="3053"/>
            </a:xfrm>
            <a:custGeom>
              <a:avLst/>
              <a:gdLst/>
              <a:ahLst/>
              <a:cxnLst/>
              <a:rect l="l" t="t" r="r" b="b"/>
              <a:pathLst>
                <a:path w="175" h="96" extrusionOk="0">
                  <a:moveTo>
                    <a:pt x="95" y="1"/>
                  </a:moveTo>
                  <a:cubicBezTo>
                    <a:pt x="49" y="1"/>
                    <a:pt x="17" y="32"/>
                    <a:pt x="1" y="64"/>
                  </a:cubicBezTo>
                  <a:lnTo>
                    <a:pt x="1" y="64"/>
                  </a:lnTo>
                  <a:lnTo>
                    <a:pt x="175" y="95"/>
                  </a:lnTo>
                  <a:lnTo>
                    <a:pt x="175" y="95"/>
                  </a:lnTo>
                  <a:cubicBezTo>
                    <a:pt x="175" y="64"/>
                    <a:pt x="158" y="17"/>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44" name="Google Shape;4944;p46"/>
            <p:cNvSpPr/>
            <p:nvPr/>
          </p:nvSpPr>
          <p:spPr>
            <a:xfrm>
              <a:off x="3644504" y="1521166"/>
              <a:ext cx="5565" cy="3021"/>
            </a:xfrm>
            <a:custGeom>
              <a:avLst/>
              <a:gdLst/>
              <a:ahLst/>
              <a:cxnLst/>
              <a:rect l="l" t="t" r="r" b="b"/>
              <a:pathLst>
                <a:path w="175" h="95" extrusionOk="0">
                  <a:moveTo>
                    <a:pt x="17" y="0"/>
                  </a:moveTo>
                  <a:lnTo>
                    <a:pt x="17" y="0"/>
                  </a:lnTo>
                  <a:cubicBezTo>
                    <a:pt x="1" y="48"/>
                    <a:pt x="32" y="95"/>
                    <a:pt x="80" y="95"/>
                  </a:cubicBezTo>
                  <a:lnTo>
                    <a:pt x="95" y="95"/>
                  </a:lnTo>
                  <a:cubicBezTo>
                    <a:pt x="143" y="95"/>
                    <a:pt x="175" y="80"/>
                    <a:pt x="175" y="32"/>
                  </a:cubicBezTo>
                  <a:lnTo>
                    <a:pt x="175"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45" name="Google Shape;4945;p46"/>
            <p:cNvSpPr/>
            <p:nvPr/>
          </p:nvSpPr>
          <p:spPr>
            <a:xfrm>
              <a:off x="3641037" y="1537195"/>
              <a:ext cx="6042" cy="5057"/>
            </a:xfrm>
            <a:custGeom>
              <a:avLst/>
              <a:gdLst/>
              <a:ahLst/>
              <a:cxnLst/>
              <a:rect l="l" t="t" r="r" b="b"/>
              <a:pathLst>
                <a:path w="190" h="159" extrusionOk="0">
                  <a:moveTo>
                    <a:pt x="95" y="1"/>
                  </a:moveTo>
                  <a:cubicBezTo>
                    <a:pt x="47" y="1"/>
                    <a:pt x="15" y="17"/>
                    <a:pt x="0" y="64"/>
                  </a:cubicBezTo>
                  <a:cubicBezTo>
                    <a:pt x="0" y="111"/>
                    <a:pt x="32" y="158"/>
                    <a:pt x="78" y="158"/>
                  </a:cubicBezTo>
                  <a:lnTo>
                    <a:pt x="95" y="158"/>
                  </a:lnTo>
                  <a:cubicBezTo>
                    <a:pt x="126" y="158"/>
                    <a:pt x="158" y="143"/>
                    <a:pt x="173" y="95"/>
                  </a:cubicBezTo>
                  <a:cubicBezTo>
                    <a:pt x="189" y="48"/>
                    <a:pt x="158"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46" name="Google Shape;4946;p46"/>
            <p:cNvSpPr/>
            <p:nvPr/>
          </p:nvSpPr>
          <p:spPr>
            <a:xfrm>
              <a:off x="3622973" y="1533188"/>
              <a:ext cx="6042" cy="5565"/>
            </a:xfrm>
            <a:custGeom>
              <a:avLst/>
              <a:gdLst/>
              <a:ahLst/>
              <a:cxnLst/>
              <a:rect l="l" t="t" r="r" b="b"/>
              <a:pathLst>
                <a:path w="190" h="175" extrusionOk="0">
                  <a:moveTo>
                    <a:pt x="95" y="1"/>
                  </a:moveTo>
                  <a:cubicBezTo>
                    <a:pt x="47" y="1"/>
                    <a:pt x="16" y="32"/>
                    <a:pt x="16" y="64"/>
                  </a:cubicBezTo>
                  <a:cubicBezTo>
                    <a:pt x="1" y="111"/>
                    <a:pt x="32" y="158"/>
                    <a:pt x="79" y="174"/>
                  </a:cubicBezTo>
                  <a:lnTo>
                    <a:pt x="95" y="174"/>
                  </a:lnTo>
                  <a:cubicBezTo>
                    <a:pt x="127" y="174"/>
                    <a:pt x="173" y="143"/>
                    <a:pt x="173" y="111"/>
                  </a:cubicBezTo>
                  <a:cubicBezTo>
                    <a:pt x="190" y="64"/>
                    <a:pt x="158" y="17"/>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47" name="Google Shape;4947;p46"/>
            <p:cNvSpPr/>
            <p:nvPr/>
          </p:nvSpPr>
          <p:spPr>
            <a:xfrm>
              <a:off x="3637507" y="1554751"/>
              <a:ext cx="5565" cy="3530"/>
            </a:xfrm>
            <a:custGeom>
              <a:avLst/>
              <a:gdLst/>
              <a:ahLst/>
              <a:cxnLst/>
              <a:rect l="l" t="t" r="r" b="b"/>
              <a:pathLst>
                <a:path w="175" h="111" extrusionOk="0">
                  <a:moveTo>
                    <a:pt x="79" y="1"/>
                  </a:moveTo>
                  <a:cubicBezTo>
                    <a:pt x="48" y="1"/>
                    <a:pt x="16" y="32"/>
                    <a:pt x="0" y="79"/>
                  </a:cubicBezTo>
                  <a:lnTo>
                    <a:pt x="174" y="110"/>
                  </a:lnTo>
                  <a:cubicBezTo>
                    <a:pt x="174" y="64"/>
                    <a:pt x="143"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48" name="Google Shape;4948;p46"/>
            <p:cNvSpPr/>
            <p:nvPr/>
          </p:nvSpPr>
          <p:spPr>
            <a:xfrm>
              <a:off x="3634009" y="1481602"/>
              <a:ext cx="5534" cy="3498"/>
            </a:xfrm>
            <a:custGeom>
              <a:avLst/>
              <a:gdLst/>
              <a:ahLst/>
              <a:cxnLst/>
              <a:rect l="l" t="t" r="r" b="b"/>
              <a:pathLst>
                <a:path w="174" h="110" extrusionOk="0">
                  <a:moveTo>
                    <a:pt x="16" y="0"/>
                  </a:moveTo>
                  <a:lnTo>
                    <a:pt x="16" y="0"/>
                  </a:lnTo>
                  <a:cubicBezTo>
                    <a:pt x="0" y="47"/>
                    <a:pt x="32" y="95"/>
                    <a:pt x="79" y="95"/>
                  </a:cubicBezTo>
                  <a:lnTo>
                    <a:pt x="95" y="110"/>
                  </a:lnTo>
                  <a:cubicBezTo>
                    <a:pt x="126" y="110"/>
                    <a:pt x="173" y="78"/>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49" name="Google Shape;4949;p46"/>
            <p:cNvSpPr/>
            <p:nvPr/>
          </p:nvSpPr>
          <p:spPr>
            <a:xfrm>
              <a:off x="3626980" y="1515155"/>
              <a:ext cx="5534" cy="3562"/>
            </a:xfrm>
            <a:custGeom>
              <a:avLst/>
              <a:gdLst/>
              <a:ahLst/>
              <a:cxnLst/>
              <a:rect l="l" t="t" r="r" b="b"/>
              <a:pathLst>
                <a:path w="174" h="112" extrusionOk="0">
                  <a:moveTo>
                    <a:pt x="79" y="0"/>
                  </a:moveTo>
                  <a:cubicBezTo>
                    <a:pt x="47" y="0"/>
                    <a:pt x="16" y="32"/>
                    <a:pt x="1" y="80"/>
                  </a:cubicBezTo>
                  <a:lnTo>
                    <a:pt x="174" y="111"/>
                  </a:lnTo>
                  <a:cubicBezTo>
                    <a:pt x="174" y="63"/>
                    <a:pt x="142"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50" name="Google Shape;4950;p46"/>
            <p:cNvSpPr/>
            <p:nvPr/>
          </p:nvSpPr>
          <p:spPr>
            <a:xfrm>
              <a:off x="3652041" y="1485069"/>
              <a:ext cx="5534" cy="3562"/>
            </a:xfrm>
            <a:custGeom>
              <a:avLst/>
              <a:gdLst/>
              <a:ahLst/>
              <a:cxnLst/>
              <a:rect l="l" t="t" r="r" b="b"/>
              <a:pathLst>
                <a:path w="174" h="112" extrusionOk="0">
                  <a:moveTo>
                    <a:pt x="16" y="1"/>
                  </a:moveTo>
                  <a:cubicBezTo>
                    <a:pt x="1" y="49"/>
                    <a:pt x="32" y="96"/>
                    <a:pt x="79" y="112"/>
                  </a:cubicBezTo>
                  <a:lnTo>
                    <a:pt x="95" y="112"/>
                  </a:lnTo>
                  <a:cubicBezTo>
                    <a:pt x="127" y="112"/>
                    <a:pt x="158" y="80"/>
                    <a:pt x="173" y="49"/>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51" name="Google Shape;4951;p46"/>
            <p:cNvSpPr/>
            <p:nvPr/>
          </p:nvSpPr>
          <p:spPr>
            <a:xfrm>
              <a:off x="3648511" y="1501130"/>
              <a:ext cx="5565" cy="5565"/>
            </a:xfrm>
            <a:custGeom>
              <a:avLst/>
              <a:gdLst/>
              <a:ahLst/>
              <a:cxnLst/>
              <a:rect l="l" t="t" r="r" b="b"/>
              <a:pathLst>
                <a:path w="175" h="175" extrusionOk="0">
                  <a:moveTo>
                    <a:pt x="80" y="0"/>
                  </a:moveTo>
                  <a:cubicBezTo>
                    <a:pt x="49" y="0"/>
                    <a:pt x="17" y="32"/>
                    <a:pt x="1" y="63"/>
                  </a:cubicBezTo>
                  <a:cubicBezTo>
                    <a:pt x="1" y="111"/>
                    <a:pt x="17" y="158"/>
                    <a:pt x="64" y="174"/>
                  </a:cubicBezTo>
                  <a:lnTo>
                    <a:pt x="80" y="174"/>
                  </a:lnTo>
                  <a:cubicBezTo>
                    <a:pt x="127" y="174"/>
                    <a:pt x="158" y="143"/>
                    <a:pt x="175" y="95"/>
                  </a:cubicBezTo>
                  <a:cubicBezTo>
                    <a:pt x="175" y="48"/>
                    <a:pt x="143" y="17"/>
                    <a:pt x="112"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52" name="Google Shape;4952;p46"/>
            <p:cNvSpPr/>
            <p:nvPr/>
          </p:nvSpPr>
          <p:spPr>
            <a:xfrm>
              <a:off x="3630479" y="1497632"/>
              <a:ext cx="5565" cy="5057"/>
            </a:xfrm>
            <a:custGeom>
              <a:avLst/>
              <a:gdLst/>
              <a:ahLst/>
              <a:cxnLst/>
              <a:rect l="l" t="t" r="r" b="b"/>
              <a:pathLst>
                <a:path w="175" h="159" extrusionOk="0">
                  <a:moveTo>
                    <a:pt x="95" y="0"/>
                  </a:moveTo>
                  <a:cubicBezTo>
                    <a:pt x="48" y="0"/>
                    <a:pt x="17" y="16"/>
                    <a:pt x="1" y="64"/>
                  </a:cubicBezTo>
                  <a:cubicBezTo>
                    <a:pt x="1" y="110"/>
                    <a:pt x="32" y="158"/>
                    <a:pt x="80" y="158"/>
                  </a:cubicBezTo>
                  <a:lnTo>
                    <a:pt x="95" y="158"/>
                  </a:lnTo>
                  <a:cubicBezTo>
                    <a:pt x="127" y="158"/>
                    <a:pt x="158" y="142"/>
                    <a:pt x="174" y="95"/>
                  </a:cubicBezTo>
                  <a:cubicBezTo>
                    <a:pt x="174" y="47"/>
                    <a:pt x="158" y="0"/>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53" name="Google Shape;4953;p46"/>
            <p:cNvSpPr/>
            <p:nvPr/>
          </p:nvSpPr>
          <p:spPr>
            <a:xfrm>
              <a:off x="3645045" y="1519163"/>
              <a:ext cx="5502" cy="3021"/>
            </a:xfrm>
            <a:custGeom>
              <a:avLst/>
              <a:gdLst/>
              <a:ahLst/>
              <a:cxnLst/>
              <a:rect l="l" t="t" r="r" b="b"/>
              <a:pathLst>
                <a:path w="173" h="95" extrusionOk="0">
                  <a:moveTo>
                    <a:pt x="78" y="0"/>
                  </a:moveTo>
                  <a:cubicBezTo>
                    <a:pt x="47" y="0"/>
                    <a:pt x="0" y="17"/>
                    <a:pt x="0" y="63"/>
                  </a:cubicBezTo>
                  <a:lnTo>
                    <a:pt x="158" y="95"/>
                  </a:lnTo>
                  <a:cubicBezTo>
                    <a:pt x="173" y="48"/>
                    <a:pt x="141"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54" name="Google Shape;4954;p46"/>
            <p:cNvSpPr/>
            <p:nvPr/>
          </p:nvSpPr>
          <p:spPr>
            <a:xfrm>
              <a:off x="3641514" y="1445505"/>
              <a:ext cx="5565" cy="3530"/>
            </a:xfrm>
            <a:custGeom>
              <a:avLst/>
              <a:gdLst/>
              <a:ahLst/>
              <a:cxnLst/>
              <a:rect l="l" t="t" r="r" b="b"/>
              <a:pathLst>
                <a:path w="175" h="111" extrusionOk="0">
                  <a:moveTo>
                    <a:pt x="0" y="1"/>
                  </a:moveTo>
                  <a:cubicBezTo>
                    <a:pt x="0" y="48"/>
                    <a:pt x="32" y="95"/>
                    <a:pt x="80" y="111"/>
                  </a:cubicBezTo>
                  <a:lnTo>
                    <a:pt x="95" y="111"/>
                  </a:lnTo>
                  <a:cubicBezTo>
                    <a:pt x="126" y="111"/>
                    <a:pt x="158" y="79"/>
                    <a:pt x="174" y="48"/>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55" name="Google Shape;4955;p46"/>
            <p:cNvSpPr/>
            <p:nvPr/>
          </p:nvSpPr>
          <p:spPr>
            <a:xfrm>
              <a:off x="3634486" y="1479599"/>
              <a:ext cx="5565" cy="3021"/>
            </a:xfrm>
            <a:custGeom>
              <a:avLst/>
              <a:gdLst/>
              <a:ahLst/>
              <a:cxnLst/>
              <a:rect l="l" t="t" r="r" b="b"/>
              <a:pathLst>
                <a:path w="175" h="95" extrusionOk="0">
                  <a:moveTo>
                    <a:pt x="80" y="0"/>
                  </a:moveTo>
                  <a:cubicBezTo>
                    <a:pt x="32" y="0"/>
                    <a:pt x="1" y="32"/>
                    <a:pt x="1" y="63"/>
                  </a:cubicBezTo>
                  <a:lnTo>
                    <a:pt x="158" y="95"/>
                  </a:lnTo>
                  <a:cubicBezTo>
                    <a:pt x="174" y="47"/>
                    <a:pt x="143"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56" name="Google Shape;4956;p46"/>
            <p:cNvSpPr/>
            <p:nvPr/>
          </p:nvSpPr>
          <p:spPr>
            <a:xfrm>
              <a:off x="3659547" y="1449512"/>
              <a:ext cx="5565" cy="3053"/>
            </a:xfrm>
            <a:custGeom>
              <a:avLst/>
              <a:gdLst/>
              <a:ahLst/>
              <a:cxnLst/>
              <a:rect l="l" t="t" r="r" b="b"/>
              <a:pathLst>
                <a:path w="175" h="96" extrusionOk="0">
                  <a:moveTo>
                    <a:pt x="0" y="1"/>
                  </a:moveTo>
                  <a:lnTo>
                    <a:pt x="0" y="1"/>
                  </a:lnTo>
                  <a:cubicBezTo>
                    <a:pt x="0" y="48"/>
                    <a:pt x="17" y="95"/>
                    <a:pt x="63" y="95"/>
                  </a:cubicBezTo>
                  <a:lnTo>
                    <a:pt x="80" y="95"/>
                  </a:lnTo>
                  <a:cubicBezTo>
                    <a:pt x="126" y="95"/>
                    <a:pt x="158" y="79"/>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57" name="Google Shape;4957;p46"/>
            <p:cNvSpPr/>
            <p:nvPr/>
          </p:nvSpPr>
          <p:spPr>
            <a:xfrm>
              <a:off x="3655540" y="1465033"/>
              <a:ext cx="6042" cy="5565"/>
            </a:xfrm>
            <a:custGeom>
              <a:avLst/>
              <a:gdLst/>
              <a:ahLst/>
              <a:cxnLst/>
              <a:rect l="l" t="t" r="r" b="b"/>
              <a:pathLst>
                <a:path w="190" h="175" extrusionOk="0">
                  <a:moveTo>
                    <a:pt x="95" y="1"/>
                  </a:moveTo>
                  <a:cubicBezTo>
                    <a:pt x="63" y="1"/>
                    <a:pt x="17" y="32"/>
                    <a:pt x="17" y="80"/>
                  </a:cubicBezTo>
                  <a:cubicBezTo>
                    <a:pt x="0" y="127"/>
                    <a:pt x="32" y="158"/>
                    <a:pt x="80" y="175"/>
                  </a:cubicBezTo>
                  <a:lnTo>
                    <a:pt x="95" y="175"/>
                  </a:lnTo>
                  <a:cubicBezTo>
                    <a:pt x="143" y="175"/>
                    <a:pt x="174" y="143"/>
                    <a:pt x="174" y="112"/>
                  </a:cubicBezTo>
                  <a:cubicBezTo>
                    <a:pt x="189" y="64"/>
                    <a:pt x="158" y="17"/>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58" name="Google Shape;4958;p46"/>
            <p:cNvSpPr/>
            <p:nvPr/>
          </p:nvSpPr>
          <p:spPr>
            <a:xfrm>
              <a:off x="3637507" y="1461566"/>
              <a:ext cx="6042" cy="5502"/>
            </a:xfrm>
            <a:custGeom>
              <a:avLst/>
              <a:gdLst/>
              <a:ahLst/>
              <a:cxnLst/>
              <a:rect l="l" t="t" r="r" b="b"/>
              <a:pathLst>
                <a:path w="190" h="173" extrusionOk="0">
                  <a:moveTo>
                    <a:pt x="95" y="0"/>
                  </a:moveTo>
                  <a:cubicBezTo>
                    <a:pt x="63" y="0"/>
                    <a:pt x="32" y="32"/>
                    <a:pt x="16" y="63"/>
                  </a:cubicBezTo>
                  <a:cubicBezTo>
                    <a:pt x="0" y="110"/>
                    <a:pt x="32" y="158"/>
                    <a:pt x="79" y="173"/>
                  </a:cubicBezTo>
                  <a:lnTo>
                    <a:pt x="95" y="173"/>
                  </a:lnTo>
                  <a:cubicBezTo>
                    <a:pt x="143" y="173"/>
                    <a:pt x="174" y="141"/>
                    <a:pt x="189" y="95"/>
                  </a:cubicBezTo>
                  <a:cubicBezTo>
                    <a:pt x="189" y="63"/>
                    <a:pt x="158"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59" name="Google Shape;4959;p46"/>
            <p:cNvSpPr/>
            <p:nvPr/>
          </p:nvSpPr>
          <p:spPr>
            <a:xfrm>
              <a:off x="3652519" y="1483065"/>
              <a:ext cx="5565" cy="3562"/>
            </a:xfrm>
            <a:custGeom>
              <a:avLst/>
              <a:gdLst/>
              <a:ahLst/>
              <a:cxnLst/>
              <a:rect l="l" t="t" r="r" b="b"/>
              <a:pathLst>
                <a:path w="175" h="112" extrusionOk="0">
                  <a:moveTo>
                    <a:pt x="80" y="1"/>
                  </a:moveTo>
                  <a:cubicBezTo>
                    <a:pt x="32" y="1"/>
                    <a:pt x="1" y="32"/>
                    <a:pt x="1" y="64"/>
                  </a:cubicBezTo>
                  <a:lnTo>
                    <a:pt x="1" y="64"/>
                  </a:lnTo>
                  <a:lnTo>
                    <a:pt x="158" y="112"/>
                  </a:lnTo>
                  <a:lnTo>
                    <a:pt x="158" y="112"/>
                  </a:lnTo>
                  <a:cubicBezTo>
                    <a:pt x="175" y="64"/>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60" name="Google Shape;4960;p46"/>
            <p:cNvSpPr/>
            <p:nvPr/>
          </p:nvSpPr>
          <p:spPr>
            <a:xfrm>
              <a:off x="3641514" y="1443502"/>
              <a:ext cx="6042" cy="3530"/>
            </a:xfrm>
            <a:custGeom>
              <a:avLst/>
              <a:gdLst/>
              <a:ahLst/>
              <a:cxnLst/>
              <a:rect l="l" t="t" r="r" b="b"/>
              <a:pathLst>
                <a:path w="190" h="111" extrusionOk="0">
                  <a:moveTo>
                    <a:pt x="95" y="1"/>
                  </a:moveTo>
                  <a:cubicBezTo>
                    <a:pt x="48" y="1"/>
                    <a:pt x="17" y="32"/>
                    <a:pt x="0" y="64"/>
                  </a:cubicBezTo>
                  <a:lnTo>
                    <a:pt x="0" y="64"/>
                  </a:lnTo>
                  <a:lnTo>
                    <a:pt x="174" y="111"/>
                  </a:lnTo>
                  <a:lnTo>
                    <a:pt x="174" y="111"/>
                  </a:lnTo>
                  <a:cubicBezTo>
                    <a:pt x="189" y="64"/>
                    <a:pt x="158" y="16"/>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61" name="Google Shape;4961;p46"/>
            <p:cNvSpPr/>
            <p:nvPr/>
          </p:nvSpPr>
          <p:spPr>
            <a:xfrm>
              <a:off x="3665081" y="1433483"/>
              <a:ext cx="3021" cy="1049"/>
            </a:xfrm>
            <a:custGeom>
              <a:avLst/>
              <a:gdLst/>
              <a:ahLst/>
              <a:cxnLst/>
              <a:rect l="l" t="t" r="r" b="b"/>
              <a:pathLst>
                <a:path w="95" h="33" extrusionOk="0">
                  <a:moveTo>
                    <a:pt x="78" y="1"/>
                  </a:moveTo>
                  <a:cubicBezTo>
                    <a:pt x="63" y="16"/>
                    <a:pt x="47" y="16"/>
                    <a:pt x="32" y="32"/>
                  </a:cubicBezTo>
                  <a:lnTo>
                    <a:pt x="0" y="32"/>
                  </a:lnTo>
                  <a:lnTo>
                    <a:pt x="15" y="32"/>
                  </a:lnTo>
                  <a:lnTo>
                    <a:pt x="32" y="32"/>
                  </a:lnTo>
                  <a:lnTo>
                    <a:pt x="63" y="32"/>
                  </a:lnTo>
                  <a:cubicBezTo>
                    <a:pt x="78" y="16"/>
                    <a:pt x="95" y="16"/>
                    <a:pt x="95" y="16"/>
                  </a:cubicBezTo>
                  <a:cubicBezTo>
                    <a:pt x="95" y="1"/>
                    <a:pt x="78" y="1"/>
                    <a:pt x="78" y="1"/>
                  </a:cubicBezTo>
                  <a:close/>
                </a:path>
              </a:pathLst>
            </a:custGeom>
            <a:solidFill>
              <a:srgbClr val="F0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62" name="Google Shape;4962;p46"/>
            <p:cNvSpPr/>
            <p:nvPr/>
          </p:nvSpPr>
          <p:spPr>
            <a:xfrm>
              <a:off x="3666067" y="1434501"/>
              <a:ext cx="1049" cy="32"/>
            </a:xfrm>
            <a:custGeom>
              <a:avLst/>
              <a:gdLst/>
              <a:ahLst/>
              <a:cxnLst/>
              <a:rect l="l" t="t" r="r" b="b"/>
              <a:pathLst>
                <a:path w="33" h="1" extrusionOk="0">
                  <a:moveTo>
                    <a:pt x="32" y="0"/>
                  </a:moveTo>
                  <a:lnTo>
                    <a:pt x="1" y="0"/>
                  </a:lnTo>
                  <a:lnTo>
                    <a:pt x="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63" name="Google Shape;4963;p46"/>
            <p:cNvSpPr/>
            <p:nvPr/>
          </p:nvSpPr>
          <p:spPr>
            <a:xfrm>
              <a:off x="3659547" y="1447509"/>
              <a:ext cx="5565" cy="3053"/>
            </a:xfrm>
            <a:custGeom>
              <a:avLst/>
              <a:gdLst/>
              <a:ahLst/>
              <a:cxnLst/>
              <a:rect l="l" t="t" r="r" b="b"/>
              <a:pathLst>
                <a:path w="175" h="96" extrusionOk="0">
                  <a:moveTo>
                    <a:pt x="80" y="1"/>
                  </a:moveTo>
                  <a:cubicBezTo>
                    <a:pt x="48" y="1"/>
                    <a:pt x="17" y="16"/>
                    <a:pt x="0" y="64"/>
                  </a:cubicBezTo>
                  <a:lnTo>
                    <a:pt x="174" y="95"/>
                  </a:lnTo>
                  <a:cubicBezTo>
                    <a:pt x="174" y="48"/>
                    <a:pt x="143" y="1"/>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64" name="Google Shape;4964;p46"/>
            <p:cNvSpPr/>
            <p:nvPr/>
          </p:nvSpPr>
          <p:spPr>
            <a:xfrm>
              <a:off x="3640497" y="1632416"/>
              <a:ext cx="5565" cy="3562"/>
            </a:xfrm>
            <a:custGeom>
              <a:avLst/>
              <a:gdLst/>
              <a:ahLst/>
              <a:cxnLst/>
              <a:rect l="l" t="t" r="r" b="b"/>
              <a:pathLst>
                <a:path w="175" h="112" extrusionOk="0">
                  <a:moveTo>
                    <a:pt x="17" y="0"/>
                  </a:moveTo>
                  <a:lnTo>
                    <a:pt x="17" y="0"/>
                  </a:lnTo>
                  <a:cubicBezTo>
                    <a:pt x="1" y="48"/>
                    <a:pt x="32" y="95"/>
                    <a:pt x="80" y="95"/>
                  </a:cubicBezTo>
                  <a:cubicBezTo>
                    <a:pt x="80" y="111"/>
                    <a:pt x="95" y="111"/>
                    <a:pt x="95" y="111"/>
                  </a:cubicBezTo>
                  <a:cubicBezTo>
                    <a:pt x="127" y="111"/>
                    <a:pt x="175" y="80"/>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65" name="Google Shape;4965;p46"/>
            <p:cNvSpPr/>
            <p:nvPr/>
          </p:nvSpPr>
          <p:spPr>
            <a:xfrm>
              <a:off x="3634009" y="1666478"/>
              <a:ext cx="509" cy="1049"/>
            </a:xfrm>
            <a:custGeom>
              <a:avLst/>
              <a:gdLst/>
              <a:ahLst/>
              <a:cxnLst/>
              <a:rect l="l" t="t" r="r" b="b"/>
              <a:pathLst>
                <a:path w="16" h="33" extrusionOk="0">
                  <a:moveTo>
                    <a:pt x="16" y="1"/>
                  </a:moveTo>
                  <a:cubicBezTo>
                    <a:pt x="16" y="17"/>
                    <a:pt x="0" y="17"/>
                    <a:pt x="0" y="32"/>
                  </a:cubicBezTo>
                  <a:cubicBezTo>
                    <a:pt x="0" y="17"/>
                    <a:pt x="16" y="17"/>
                    <a:pt x="16" y="17"/>
                  </a:cubicBezTo>
                  <a:lnTo>
                    <a:pt x="16" y="17"/>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66" name="Google Shape;4966;p46"/>
            <p:cNvSpPr/>
            <p:nvPr/>
          </p:nvSpPr>
          <p:spPr>
            <a:xfrm>
              <a:off x="3634486" y="1666000"/>
              <a:ext cx="1558" cy="1018"/>
            </a:xfrm>
            <a:custGeom>
              <a:avLst/>
              <a:gdLst/>
              <a:ahLst/>
              <a:cxnLst/>
              <a:rect l="l" t="t" r="r" b="b"/>
              <a:pathLst>
                <a:path w="49" h="32" extrusionOk="0">
                  <a:moveTo>
                    <a:pt x="48" y="0"/>
                  </a:moveTo>
                  <a:cubicBezTo>
                    <a:pt x="32" y="0"/>
                    <a:pt x="17" y="16"/>
                    <a:pt x="1" y="16"/>
                  </a:cubicBezTo>
                  <a:lnTo>
                    <a:pt x="1" y="32"/>
                  </a:lnTo>
                  <a:lnTo>
                    <a:pt x="1" y="32"/>
                  </a:lnTo>
                  <a:cubicBezTo>
                    <a:pt x="17" y="32"/>
                    <a:pt x="32" y="16"/>
                    <a:pt x="48"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67" name="Google Shape;4967;p46"/>
            <p:cNvSpPr/>
            <p:nvPr/>
          </p:nvSpPr>
          <p:spPr>
            <a:xfrm>
              <a:off x="3658529" y="1635946"/>
              <a:ext cx="572" cy="2035"/>
            </a:xfrm>
            <a:custGeom>
              <a:avLst/>
              <a:gdLst/>
              <a:ahLst/>
              <a:cxnLst/>
              <a:rect l="l" t="t" r="r" b="b"/>
              <a:pathLst>
                <a:path w="18" h="64" extrusionOk="0">
                  <a:moveTo>
                    <a:pt x="1" y="0"/>
                  </a:moveTo>
                  <a:cubicBezTo>
                    <a:pt x="1" y="32"/>
                    <a:pt x="1" y="47"/>
                    <a:pt x="17" y="63"/>
                  </a:cubicBezTo>
                  <a:lnTo>
                    <a:pt x="17" y="32"/>
                  </a:lnTo>
                  <a:lnTo>
                    <a:pt x="17" y="15"/>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68" name="Google Shape;4968;p46"/>
            <p:cNvSpPr/>
            <p:nvPr/>
          </p:nvSpPr>
          <p:spPr>
            <a:xfrm>
              <a:off x="3636998" y="1648445"/>
              <a:ext cx="5534" cy="5025"/>
            </a:xfrm>
            <a:custGeom>
              <a:avLst/>
              <a:gdLst/>
              <a:ahLst/>
              <a:cxnLst/>
              <a:rect l="l" t="t" r="r" b="b"/>
              <a:pathLst>
                <a:path w="174" h="158" extrusionOk="0">
                  <a:moveTo>
                    <a:pt x="79" y="0"/>
                  </a:moveTo>
                  <a:cubicBezTo>
                    <a:pt x="48" y="0"/>
                    <a:pt x="16" y="17"/>
                    <a:pt x="1" y="63"/>
                  </a:cubicBezTo>
                  <a:cubicBezTo>
                    <a:pt x="1" y="111"/>
                    <a:pt x="16" y="158"/>
                    <a:pt x="64" y="158"/>
                  </a:cubicBezTo>
                  <a:lnTo>
                    <a:pt x="79" y="158"/>
                  </a:lnTo>
                  <a:cubicBezTo>
                    <a:pt x="127" y="158"/>
                    <a:pt x="159" y="143"/>
                    <a:pt x="174" y="95"/>
                  </a:cubicBezTo>
                  <a:cubicBezTo>
                    <a:pt x="174" y="48"/>
                    <a:pt x="142" y="0"/>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69" name="Google Shape;4969;p46"/>
            <p:cNvSpPr/>
            <p:nvPr/>
          </p:nvSpPr>
          <p:spPr>
            <a:xfrm>
              <a:off x="3648034" y="1596859"/>
              <a:ext cx="5534" cy="3021"/>
            </a:xfrm>
            <a:custGeom>
              <a:avLst/>
              <a:gdLst/>
              <a:ahLst/>
              <a:cxnLst/>
              <a:rect l="l" t="t" r="r" b="b"/>
              <a:pathLst>
                <a:path w="174" h="95" extrusionOk="0">
                  <a:moveTo>
                    <a:pt x="1" y="0"/>
                  </a:moveTo>
                  <a:cubicBezTo>
                    <a:pt x="1" y="32"/>
                    <a:pt x="32" y="78"/>
                    <a:pt x="64" y="95"/>
                  </a:cubicBezTo>
                  <a:lnTo>
                    <a:pt x="95" y="95"/>
                  </a:lnTo>
                  <a:cubicBezTo>
                    <a:pt x="127" y="95"/>
                    <a:pt x="158" y="63"/>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70" name="Google Shape;4970;p46"/>
            <p:cNvSpPr/>
            <p:nvPr/>
          </p:nvSpPr>
          <p:spPr>
            <a:xfrm>
              <a:off x="3641037" y="1630412"/>
              <a:ext cx="5502" cy="3021"/>
            </a:xfrm>
            <a:custGeom>
              <a:avLst/>
              <a:gdLst/>
              <a:ahLst/>
              <a:cxnLst/>
              <a:rect l="l" t="t" r="r" b="b"/>
              <a:pathLst>
                <a:path w="173" h="95" extrusionOk="0">
                  <a:moveTo>
                    <a:pt x="78" y="0"/>
                  </a:moveTo>
                  <a:cubicBezTo>
                    <a:pt x="32" y="0"/>
                    <a:pt x="0" y="32"/>
                    <a:pt x="0" y="63"/>
                  </a:cubicBezTo>
                  <a:lnTo>
                    <a:pt x="158" y="95"/>
                  </a:lnTo>
                  <a:cubicBezTo>
                    <a:pt x="173" y="48"/>
                    <a:pt x="141"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71" name="Google Shape;4971;p46"/>
            <p:cNvSpPr/>
            <p:nvPr/>
          </p:nvSpPr>
          <p:spPr>
            <a:xfrm>
              <a:off x="3644027" y="1612348"/>
              <a:ext cx="6042" cy="5565"/>
            </a:xfrm>
            <a:custGeom>
              <a:avLst/>
              <a:gdLst/>
              <a:ahLst/>
              <a:cxnLst/>
              <a:rect l="l" t="t" r="r" b="b"/>
              <a:pathLst>
                <a:path w="190" h="175" extrusionOk="0">
                  <a:moveTo>
                    <a:pt x="95" y="1"/>
                  </a:moveTo>
                  <a:cubicBezTo>
                    <a:pt x="64" y="1"/>
                    <a:pt x="16" y="32"/>
                    <a:pt x="16" y="64"/>
                  </a:cubicBezTo>
                  <a:cubicBezTo>
                    <a:pt x="1" y="112"/>
                    <a:pt x="32" y="158"/>
                    <a:pt x="79" y="175"/>
                  </a:cubicBezTo>
                  <a:lnTo>
                    <a:pt x="95" y="175"/>
                  </a:lnTo>
                  <a:cubicBezTo>
                    <a:pt x="142" y="175"/>
                    <a:pt x="173" y="143"/>
                    <a:pt x="173" y="95"/>
                  </a:cubicBezTo>
                  <a:cubicBezTo>
                    <a:pt x="190" y="64"/>
                    <a:pt x="158" y="17"/>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72" name="Google Shape;4972;p46"/>
            <p:cNvSpPr/>
            <p:nvPr/>
          </p:nvSpPr>
          <p:spPr>
            <a:xfrm>
              <a:off x="3658529" y="1634928"/>
              <a:ext cx="572" cy="1527"/>
            </a:xfrm>
            <a:custGeom>
              <a:avLst/>
              <a:gdLst/>
              <a:ahLst/>
              <a:cxnLst/>
              <a:rect l="l" t="t" r="r" b="b"/>
              <a:pathLst>
                <a:path w="18" h="48" extrusionOk="0">
                  <a:moveTo>
                    <a:pt x="17" y="1"/>
                  </a:moveTo>
                  <a:cubicBezTo>
                    <a:pt x="17" y="16"/>
                    <a:pt x="17" y="32"/>
                    <a:pt x="1" y="32"/>
                  </a:cubicBezTo>
                  <a:lnTo>
                    <a:pt x="1" y="32"/>
                  </a:lnTo>
                  <a:lnTo>
                    <a:pt x="17" y="4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73" name="Google Shape;4973;p46"/>
            <p:cNvSpPr/>
            <p:nvPr/>
          </p:nvSpPr>
          <p:spPr>
            <a:xfrm>
              <a:off x="3655063" y="1560762"/>
              <a:ext cx="5502" cy="3053"/>
            </a:xfrm>
            <a:custGeom>
              <a:avLst/>
              <a:gdLst/>
              <a:ahLst/>
              <a:cxnLst/>
              <a:rect l="l" t="t" r="r" b="b"/>
              <a:pathLst>
                <a:path w="173" h="96" extrusionOk="0">
                  <a:moveTo>
                    <a:pt x="15" y="1"/>
                  </a:moveTo>
                  <a:lnTo>
                    <a:pt x="15" y="1"/>
                  </a:lnTo>
                  <a:cubicBezTo>
                    <a:pt x="0" y="47"/>
                    <a:pt x="32" y="95"/>
                    <a:pt x="78" y="95"/>
                  </a:cubicBezTo>
                  <a:lnTo>
                    <a:pt x="95" y="95"/>
                  </a:lnTo>
                  <a:cubicBezTo>
                    <a:pt x="141" y="95"/>
                    <a:pt x="173" y="79"/>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74" name="Google Shape;4974;p46"/>
            <p:cNvSpPr/>
            <p:nvPr/>
          </p:nvSpPr>
          <p:spPr>
            <a:xfrm>
              <a:off x="3648034" y="1594315"/>
              <a:ext cx="5534" cy="3562"/>
            </a:xfrm>
            <a:custGeom>
              <a:avLst/>
              <a:gdLst/>
              <a:ahLst/>
              <a:cxnLst/>
              <a:rect l="l" t="t" r="r" b="b"/>
              <a:pathLst>
                <a:path w="174" h="112" extrusionOk="0">
                  <a:moveTo>
                    <a:pt x="95" y="1"/>
                  </a:moveTo>
                  <a:cubicBezTo>
                    <a:pt x="47" y="1"/>
                    <a:pt x="16" y="32"/>
                    <a:pt x="1" y="80"/>
                  </a:cubicBezTo>
                  <a:lnTo>
                    <a:pt x="1" y="80"/>
                  </a:lnTo>
                  <a:lnTo>
                    <a:pt x="173" y="112"/>
                  </a:lnTo>
                  <a:lnTo>
                    <a:pt x="173" y="112"/>
                  </a:lnTo>
                  <a:cubicBezTo>
                    <a:pt x="173" y="64"/>
                    <a:pt x="158" y="17"/>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75" name="Google Shape;4975;p46"/>
            <p:cNvSpPr/>
            <p:nvPr/>
          </p:nvSpPr>
          <p:spPr>
            <a:xfrm>
              <a:off x="3651533" y="1576282"/>
              <a:ext cx="6042" cy="5565"/>
            </a:xfrm>
            <a:custGeom>
              <a:avLst/>
              <a:gdLst/>
              <a:ahLst/>
              <a:cxnLst/>
              <a:rect l="l" t="t" r="r" b="b"/>
              <a:pathLst>
                <a:path w="190" h="175" extrusionOk="0">
                  <a:moveTo>
                    <a:pt x="95" y="0"/>
                  </a:moveTo>
                  <a:cubicBezTo>
                    <a:pt x="48" y="0"/>
                    <a:pt x="17" y="32"/>
                    <a:pt x="17" y="80"/>
                  </a:cubicBezTo>
                  <a:cubicBezTo>
                    <a:pt x="0" y="127"/>
                    <a:pt x="32" y="158"/>
                    <a:pt x="80" y="174"/>
                  </a:cubicBezTo>
                  <a:lnTo>
                    <a:pt x="95" y="174"/>
                  </a:lnTo>
                  <a:cubicBezTo>
                    <a:pt x="126" y="174"/>
                    <a:pt x="174" y="143"/>
                    <a:pt x="174" y="111"/>
                  </a:cubicBezTo>
                  <a:cubicBezTo>
                    <a:pt x="189" y="64"/>
                    <a:pt x="158" y="17"/>
                    <a:pt x="111" y="17"/>
                  </a:cubicBezTo>
                  <a:cubicBezTo>
                    <a:pt x="111" y="0"/>
                    <a:pt x="95"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76" name="Google Shape;4976;p46"/>
            <p:cNvSpPr/>
            <p:nvPr/>
          </p:nvSpPr>
          <p:spPr>
            <a:xfrm>
              <a:off x="3662537" y="1524696"/>
              <a:ext cx="5565" cy="3498"/>
            </a:xfrm>
            <a:custGeom>
              <a:avLst/>
              <a:gdLst/>
              <a:ahLst/>
              <a:cxnLst/>
              <a:rect l="l" t="t" r="r" b="b"/>
              <a:pathLst>
                <a:path w="175" h="110" extrusionOk="0">
                  <a:moveTo>
                    <a:pt x="17" y="0"/>
                  </a:moveTo>
                  <a:lnTo>
                    <a:pt x="17" y="0"/>
                  </a:lnTo>
                  <a:cubicBezTo>
                    <a:pt x="1" y="47"/>
                    <a:pt x="32" y="95"/>
                    <a:pt x="80" y="110"/>
                  </a:cubicBezTo>
                  <a:lnTo>
                    <a:pt x="95" y="110"/>
                  </a:lnTo>
                  <a:cubicBezTo>
                    <a:pt x="127" y="110"/>
                    <a:pt x="175" y="78"/>
                    <a:pt x="175" y="47"/>
                  </a:cubicBezTo>
                  <a:lnTo>
                    <a:pt x="175" y="47"/>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77" name="Google Shape;4977;p46"/>
            <p:cNvSpPr/>
            <p:nvPr/>
          </p:nvSpPr>
          <p:spPr>
            <a:xfrm>
              <a:off x="3655540" y="1558758"/>
              <a:ext cx="5565" cy="3053"/>
            </a:xfrm>
            <a:custGeom>
              <a:avLst/>
              <a:gdLst/>
              <a:ahLst/>
              <a:cxnLst/>
              <a:rect l="l" t="t" r="r" b="b"/>
              <a:pathLst>
                <a:path w="175" h="96" extrusionOk="0">
                  <a:moveTo>
                    <a:pt x="80" y="1"/>
                  </a:moveTo>
                  <a:cubicBezTo>
                    <a:pt x="48" y="1"/>
                    <a:pt x="0" y="16"/>
                    <a:pt x="0" y="64"/>
                  </a:cubicBezTo>
                  <a:lnTo>
                    <a:pt x="158" y="95"/>
                  </a:lnTo>
                  <a:cubicBezTo>
                    <a:pt x="174" y="47"/>
                    <a:pt x="143"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78" name="Google Shape;4978;p46"/>
            <p:cNvSpPr/>
            <p:nvPr/>
          </p:nvSpPr>
          <p:spPr>
            <a:xfrm>
              <a:off x="3659070" y="1540726"/>
              <a:ext cx="5502" cy="5534"/>
            </a:xfrm>
            <a:custGeom>
              <a:avLst/>
              <a:gdLst/>
              <a:ahLst/>
              <a:cxnLst/>
              <a:rect l="l" t="t" r="r" b="b"/>
              <a:pathLst>
                <a:path w="173" h="174" extrusionOk="0">
                  <a:moveTo>
                    <a:pt x="95" y="0"/>
                  </a:moveTo>
                  <a:cubicBezTo>
                    <a:pt x="47" y="0"/>
                    <a:pt x="15" y="32"/>
                    <a:pt x="0" y="63"/>
                  </a:cubicBezTo>
                  <a:cubicBezTo>
                    <a:pt x="0" y="110"/>
                    <a:pt x="32" y="158"/>
                    <a:pt x="63" y="158"/>
                  </a:cubicBezTo>
                  <a:cubicBezTo>
                    <a:pt x="78" y="173"/>
                    <a:pt x="78" y="173"/>
                    <a:pt x="95" y="173"/>
                  </a:cubicBezTo>
                  <a:cubicBezTo>
                    <a:pt x="126" y="173"/>
                    <a:pt x="158" y="142"/>
                    <a:pt x="173" y="95"/>
                  </a:cubicBezTo>
                  <a:cubicBezTo>
                    <a:pt x="173" y="47"/>
                    <a:pt x="158" y="16"/>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79" name="Google Shape;4979;p46"/>
            <p:cNvSpPr/>
            <p:nvPr/>
          </p:nvSpPr>
          <p:spPr>
            <a:xfrm>
              <a:off x="3670074" y="1489108"/>
              <a:ext cx="5534" cy="3021"/>
            </a:xfrm>
            <a:custGeom>
              <a:avLst/>
              <a:gdLst/>
              <a:ahLst/>
              <a:cxnLst/>
              <a:rect l="l" t="t" r="r" b="b"/>
              <a:pathLst>
                <a:path w="174" h="95" extrusionOk="0">
                  <a:moveTo>
                    <a:pt x="1" y="0"/>
                  </a:moveTo>
                  <a:cubicBezTo>
                    <a:pt x="1" y="48"/>
                    <a:pt x="32" y="95"/>
                    <a:pt x="79" y="95"/>
                  </a:cubicBezTo>
                  <a:lnTo>
                    <a:pt x="95" y="95"/>
                  </a:lnTo>
                  <a:cubicBezTo>
                    <a:pt x="127" y="95"/>
                    <a:pt x="158" y="63"/>
                    <a:pt x="174"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80" name="Google Shape;4980;p46"/>
            <p:cNvSpPr/>
            <p:nvPr/>
          </p:nvSpPr>
          <p:spPr>
            <a:xfrm>
              <a:off x="3663077" y="1522693"/>
              <a:ext cx="5502" cy="3498"/>
            </a:xfrm>
            <a:custGeom>
              <a:avLst/>
              <a:gdLst/>
              <a:ahLst/>
              <a:cxnLst/>
              <a:rect l="l" t="t" r="r" b="b"/>
              <a:pathLst>
                <a:path w="173" h="110" extrusionOk="0">
                  <a:moveTo>
                    <a:pt x="78" y="0"/>
                  </a:moveTo>
                  <a:cubicBezTo>
                    <a:pt x="32" y="0"/>
                    <a:pt x="0" y="32"/>
                    <a:pt x="0" y="63"/>
                  </a:cubicBezTo>
                  <a:lnTo>
                    <a:pt x="158" y="110"/>
                  </a:lnTo>
                  <a:cubicBezTo>
                    <a:pt x="173" y="63"/>
                    <a:pt x="141"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81" name="Google Shape;4981;p46"/>
            <p:cNvSpPr/>
            <p:nvPr/>
          </p:nvSpPr>
          <p:spPr>
            <a:xfrm>
              <a:off x="3666067" y="1504660"/>
              <a:ext cx="6042" cy="5502"/>
            </a:xfrm>
            <a:custGeom>
              <a:avLst/>
              <a:gdLst/>
              <a:ahLst/>
              <a:cxnLst/>
              <a:rect l="l" t="t" r="r" b="b"/>
              <a:pathLst>
                <a:path w="190" h="173" extrusionOk="0">
                  <a:moveTo>
                    <a:pt x="95" y="0"/>
                  </a:moveTo>
                  <a:cubicBezTo>
                    <a:pt x="64" y="0"/>
                    <a:pt x="32" y="32"/>
                    <a:pt x="16" y="78"/>
                  </a:cubicBezTo>
                  <a:cubicBezTo>
                    <a:pt x="1" y="110"/>
                    <a:pt x="32" y="158"/>
                    <a:pt x="79" y="173"/>
                  </a:cubicBezTo>
                  <a:lnTo>
                    <a:pt x="95" y="173"/>
                  </a:lnTo>
                  <a:cubicBezTo>
                    <a:pt x="142" y="173"/>
                    <a:pt x="173" y="141"/>
                    <a:pt x="173" y="110"/>
                  </a:cubicBezTo>
                  <a:cubicBezTo>
                    <a:pt x="190" y="63"/>
                    <a:pt x="158" y="15"/>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82" name="Google Shape;4982;p46"/>
            <p:cNvSpPr/>
            <p:nvPr/>
          </p:nvSpPr>
          <p:spPr>
            <a:xfrm>
              <a:off x="3677103" y="1453011"/>
              <a:ext cx="6042" cy="3562"/>
            </a:xfrm>
            <a:custGeom>
              <a:avLst/>
              <a:gdLst/>
              <a:ahLst/>
              <a:cxnLst/>
              <a:rect l="l" t="t" r="r" b="b"/>
              <a:pathLst>
                <a:path w="190" h="112" extrusionOk="0">
                  <a:moveTo>
                    <a:pt x="16" y="1"/>
                  </a:moveTo>
                  <a:lnTo>
                    <a:pt x="16" y="1"/>
                  </a:lnTo>
                  <a:cubicBezTo>
                    <a:pt x="0" y="49"/>
                    <a:pt x="32" y="95"/>
                    <a:pt x="79" y="112"/>
                  </a:cubicBezTo>
                  <a:lnTo>
                    <a:pt x="95" y="112"/>
                  </a:lnTo>
                  <a:cubicBezTo>
                    <a:pt x="142" y="112"/>
                    <a:pt x="173" y="80"/>
                    <a:pt x="189" y="32"/>
                  </a:cubicBezTo>
                  <a:lnTo>
                    <a:pt x="189"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83" name="Google Shape;4983;p46"/>
            <p:cNvSpPr/>
            <p:nvPr/>
          </p:nvSpPr>
          <p:spPr>
            <a:xfrm>
              <a:off x="3670074" y="1486596"/>
              <a:ext cx="5534" cy="3530"/>
            </a:xfrm>
            <a:custGeom>
              <a:avLst/>
              <a:gdLst/>
              <a:ahLst/>
              <a:cxnLst/>
              <a:rect l="l" t="t" r="r" b="b"/>
              <a:pathLst>
                <a:path w="174" h="111" extrusionOk="0">
                  <a:moveTo>
                    <a:pt x="95" y="1"/>
                  </a:moveTo>
                  <a:cubicBezTo>
                    <a:pt x="47" y="1"/>
                    <a:pt x="16" y="32"/>
                    <a:pt x="1" y="79"/>
                  </a:cubicBezTo>
                  <a:lnTo>
                    <a:pt x="1" y="79"/>
                  </a:lnTo>
                  <a:lnTo>
                    <a:pt x="174" y="111"/>
                  </a:lnTo>
                  <a:lnTo>
                    <a:pt x="174" y="111"/>
                  </a:lnTo>
                  <a:cubicBezTo>
                    <a:pt x="174" y="64"/>
                    <a:pt x="158" y="16"/>
                    <a:pt x="110" y="16"/>
                  </a:cubicBezTo>
                  <a:cubicBezTo>
                    <a:pt x="95" y="16"/>
                    <a:pt x="95"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84" name="Google Shape;4984;p46"/>
            <p:cNvSpPr/>
            <p:nvPr/>
          </p:nvSpPr>
          <p:spPr>
            <a:xfrm>
              <a:off x="3673573" y="1469040"/>
              <a:ext cx="6042" cy="5057"/>
            </a:xfrm>
            <a:custGeom>
              <a:avLst/>
              <a:gdLst/>
              <a:ahLst/>
              <a:cxnLst/>
              <a:rect l="l" t="t" r="r" b="b"/>
              <a:pathLst>
                <a:path w="190" h="159" extrusionOk="0">
                  <a:moveTo>
                    <a:pt x="95" y="1"/>
                  </a:moveTo>
                  <a:cubicBezTo>
                    <a:pt x="48" y="1"/>
                    <a:pt x="17" y="17"/>
                    <a:pt x="17" y="64"/>
                  </a:cubicBezTo>
                  <a:cubicBezTo>
                    <a:pt x="0" y="112"/>
                    <a:pt x="32" y="158"/>
                    <a:pt x="80" y="158"/>
                  </a:cubicBezTo>
                  <a:lnTo>
                    <a:pt x="95" y="158"/>
                  </a:lnTo>
                  <a:cubicBezTo>
                    <a:pt x="127" y="158"/>
                    <a:pt x="174" y="143"/>
                    <a:pt x="174" y="95"/>
                  </a:cubicBezTo>
                  <a:cubicBezTo>
                    <a:pt x="190" y="49"/>
                    <a:pt x="158" y="1"/>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85" name="Google Shape;4985;p46"/>
            <p:cNvSpPr/>
            <p:nvPr/>
          </p:nvSpPr>
          <p:spPr>
            <a:xfrm>
              <a:off x="3677580" y="1451007"/>
              <a:ext cx="5565" cy="3053"/>
            </a:xfrm>
            <a:custGeom>
              <a:avLst/>
              <a:gdLst/>
              <a:ahLst/>
              <a:cxnLst/>
              <a:rect l="l" t="t" r="r" b="b"/>
              <a:pathLst>
                <a:path w="175" h="96" extrusionOk="0">
                  <a:moveTo>
                    <a:pt x="80" y="1"/>
                  </a:moveTo>
                  <a:cubicBezTo>
                    <a:pt x="48" y="1"/>
                    <a:pt x="17" y="32"/>
                    <a:pt x="1" y="64"/>
                  </a:cubicBezTo>
                  <a:lnTo>
                    <a:pt x="174" y="95"/>
                  </a:lnTo>
                  <a:cubicBezTo>
                    <a:pt x="174" y="48"/>
                    <a:pt x="143" y="17"/>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86" name="Google Shape;4986;p46"/>
            <p:cNvSpPr/>
            <p:nvPr/>
          </p:nvSpPr>
          <p:spPr>
            <a:xfrm>
              <a:off x="3681110" y="1436505"/>
              <a:ext cx="2512" cy="1495"/>
            </a:xfrm>
            <a:custGeom>
              <a:avLst/>
              <a:gdLst/>
              <a:ahLst/>
              <a:cxnLst/>
              <a:rect l="l" t="t" r="r" b="b"/>
              <a:pathLst>
                <a:path w="79" h="47" extrusionOk="0">
                  <a:moveTo>
                    <a:pt x="63" y="0"/>
                  </a:moveTo>
                  <a:lnTo>
                    <a:pt x="0" y="0"/>
                  </a:lnTo>
                  <a:cubicBezTo>
                    <a:pt x="16" y="15"/>
                    <a:pt x="16" y="32"/>
                    <a:pt x="32" y="47"/>
                  </a:cubicBezTo>
                  <a:cubicBezTo>
                    <a:pt x="47" y="32"/>
                    <a:pt x="63" y="32"/>
                    <a:pt x="79" y="32"/>
                  </a:cubicBezTo>
                  <a:lnTo>
                    <a:pt x="79"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87" name="Google Shape;4987;p46"/>
            <p:cNvSpPr/>
            <p:nvPr/>
          </p:nvSpPr>
          <p:spPr>
            <a:xfrm>
              <a:off x="3682096" y="1437491"/>
              <a:ext cx="1527" cy="1049"/>
            </a:xfrm>
            <a:custGeom>
              <a:avLst/>
              <a:gdLst/>
              <a:ahLst/>
              <a:cxnLst/>
              <a:rect l="l" t="t" r="r" b="b"/>
              <a:pathLst>
                <a:path w="48" h="33" extrusionOk="0">
                  <a:moveTo>
                    <a:pt x="48" y="1"/>
                  </a:moveTo>
                  <a:cubicBezTo>
                    <a:pt x="32" y="1"/>
                    <a:pt x="16" y="1"/>
                    <a:pt x="1" y="16"/>
                  </a:cubicBezTo>
                  <a:cubicBezTo>
                    <a:pt x="16" y="16"/>
                    <a:pt x="32" y="32"/>
                    <a:pt x="48" y="32"/>
                  </a:cubicBezTo>
                  <a:lnTo>
                    <a:pt x="48"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grpSp>
      <p:grpSp>
        <p:nvGrpSpPr>
          <p:cNvPr id="4988" name="Google Shape;4988;p46"/>
          <p:cNvGrpSpPr/>
          <p:nvPr/>
        </p:nvGrpSpPr>
        <p:grpSpPr>
          <a:xfrm rot="10800000">
            <a:off x="1338039" y="480423"/>
            <a:ext cx="2515990" cy="1966090"/>
            <a:chOff x="3360402" y="1405432"/>
            <a:chExt cx="341781" cy="267077"/>
          </a:xfrm>
        </p:grpSpPr>
        <p:sp>
          <p:nvSpPr>
            <p:cNvPr id="4989" name="Google Shape;4989;p46"/>
            <p:cNvSpPr/>
            <p:nvPr/>
          </p:nvSpPr>
          <p:spPr>
            <a:xfrm>
              <a:off x="3360402" y="1405910"/>
              <a:ext cx="341781" cy="266600"/>
            </a:xfrm>
            <a:custGeom>
              <a:avLst/>
              <a:gdLst/>
              <a:ahLst/>
              <a:cxnLst/>
              <a:rect l="l" t="t" r="r" b="b"/>
              <a:pathLst>
                <a:path w="10747" h="8383" extrusionOk="0">
                  <a:moveTo>
                    <a:pt x="10715" y="1057"/>
                  </a:moveTo>
                  <a:cubicBezTo>
                    <a:pt x="10715" y="1088"/>
                    <a:pt x="10715" y="1120"/>
                    <a:pt x="10698" y="1151"/>
                  </a:cubicBezTo>
                  <a:cubicBezTo>
                    <a:pt x="10698" y="1166"/>
                    <a:pt x="10683" y="1183"/>
                    <a:pt x="10667" y="1198"/>
                  </a:cubicBezTo>
                  <a:cubicBezTo>
                    <a:pt x="10635" y="1261"/>
                    <a:pt x="10683" y="1246"/>
                    <a:pt x="10746" y="1277"/>
                  </a:cubicBezTo>
                  <a:cubicBezTo>
                    <a:pt x="10730" y="1324"/>
                    <a:pt x="10652" y="1340"/>
                    <a:pt x="10652" y="1387"/>
                  </a:cubicBezTo>
                  <a:cubicBezTo>
                    <a:pt x="10572" y="1356"/>
                    <a:pt x="10620" y="1450"/>
                    <a:pt x="10635" y="1466"/>
                  </a:cubicBezTo>
                  <a:cubicBezTo>
                    <a:pt x="10667" y="1513"/>
                    <a:pt x="10667" y="1482"/>
                    <a:pt x="10667" y="1530"/>
                  </a:cubicBezTo>
                  <a:cubicBezTo>
                    <a:pt x="10667" y="1561"/>
                    <a:pt x="10652" y="1608"/>
                    <a:pt x="10635" y="1639"/>
                  </a:cubicBezTo>
                  <a:cubicBezTo>
                    <a:pt x="10604" y="1639"/>
                    <a:pt x="10589" y="1624"/>
                    <a:pt x="10572" y="1639"/>
                  </a:cubicBezTo>
                  <a:cubicBezTo>
                    <a:pt x="10557" y="1656"/>
                    <a:pt x="10557" y="1719"/>
                    <a:pt x="10557" y="1734"/>
                  </a:cubicBezTo>
                  <a:cubicBezTo>
                    <a:pt x="10541" y="1782"/>
                    <a:pt x="10541" y="1828"/>
                    <a:pt x="10526" y="1876"/>
                  </a:cubicBezTo>
                  <a:cubicBezTo>
                    <a:pt x="10509" y="1923"/>
                    <a:pt x="10509" y="1971"/>
                    <a:pt x="10494" y="2017"/>
                  </a:cubicBezTo>
                  <a:cubicBezTo>
                    <a:pt x="10478" y="2097"/>
                    <a:pt x="10463" y="2097"/>
                    <a:pt x="10383" y="2097"/>
                  </a:cubicBezTo>
                  <a:cubicBezTo>
                    <a:pt x="10383" y="2143"/>
                    <a:pt x="10415" y="2128"/>
                    <a:pt x="10446" y="2160"/>
                  </a:cubicBezTo>
                  <a:cubicBezTo>
                    <a:pt x="10446" y="2160"/>
                    <a:pt x="10446" y="2175"/>
                    <a:pt x="10463" y="2191"/>
                  </a:cubicBezTo>
                  <a:lnTo>
                    <a:pt x="10494" y="2206"/>
                  </a:lnTo>
                  <a:cubicBezTo>
                    <a:pt x="10509" y="2254"/>
                    <a:pt x="10478" y="2238"/>
                    <a:pt x="10446" y="2254"/>
                  </a:cubicBezTo>
                  <a:cubicBezTo>
                    <a:pt x="10415" y="2269"/>
                    <a:pt x="10415" y="2286"/>
                    <a:pt x="10415" y="2332"/>
                  </a:cubicBezTo>
                  <a:cubicBezTo>
                    <a:pt x="10400" y="2395"/>
                    <a:pt x="10431" y="2490"/>
                    <a:pt x="10415" y="2553"/>
                  </a:cubicBezTo>
                  <a:cubicBezTo>
                    <a:pt x="10400" y="2601"/>
                    <a:pt x="10257" y="2695"/>
                    <a:pt x="10352" y="2711"/>
                  </a:cubicBezTo>
                  <a:cubicBezTo>
                    <a:pt x="10320" y="2758"/>
                    <a:pt x="10257" y="2758"/>
                    <a:pt x="10242" y="2821"/>
                  </a:cubicBezTo>
                  <a:cubicBezTo>
                    <a:pt x="10211" y="2884"/>
                    <a:pt x="10274" y="2948"/>
                    <a:pt x="10274" y="3011"/>
                  </a:cubicBezTo>
                  <a:cubicBezTo>
                    <a:pt x="10274" y="3057"/>
                    <a:pt x="10257" y="3089"/>
                    <a:pt x="10242" y="3120"/>
                  </a:cubicBezTo>
                  <a:cubicBezTo>
                    <a:pt x="10226" y="3200"/>
                    <a:pt x="10257" y="3278"/>
                    <a:pt x="10257" y="3341"/>
                  </a:cubicBezTo>
                  <a:cubicBezTo>
                    <a:pt x="10274" y="3404"/>
                    <a:pt x="10305" y="3546"/>
                    <a:pt x="10194" y="3498"/>
                  </a:cubicBezTo>
                  <a:cubicBezTo>
                    <a:pt x="10226" y="3515"/>
                    <a:pt x="10289" y="3515"/>
                    <a:pt x="10305" y="3530"/>
                  </a:cubicBezTo>
                  <a:cubicBezTo>
                    <a:pt x="10352" y="3561"/>
                    <a:pt x="10305" y="3593"/>
                    <a:pt x="10274" y="3609"/>
                  </a:cubicBezTo>
                  <a:cubicBezTo>
                    <a:pt x="10242" y="3641"/>
                    <a:pt x="10242" y="3656"/>
                    <a:pt x="10194" y="3656"/>
                  </a:cubicBezTo>
                  <a:lnTo>
                    <a:pt x="10163" y="3656"/>
                  </a:lnTo>
                  <a:cubicBezTo>
                    <a:pt x="10131" y="3656"/>
                    <a:pt x="10131" y="3656"/>
                    <a:pt x="10163" y="3704"/>
                  </a:cubicBezTo>
                  <a:cubicBezTo>
                    <a:pt x="10179" y="3750"/>
                    <a:pt x="10194" y="3861"/>
                    <a:pt x="10163" y="3893"/>
                  </a:cubicBezTo>
                  <a:cubicBezTo>
                    <a:pt x="10147" y="3908"/>
                    <a:pt x="10084" y="3893"/>
                    <a:pt x="10100" y="3939"/>
                  </a:cubicBezTo>
                  <a:cubicBezTo>
                    <a:pt x="10100" y="3987"/>
                    <a:pt x="10147" y="3987"/>
                    <a:pt x="10147" y="4034"/>
                  </a:cubicBezTo>
                  <a:cubicBezTo>
                    <a:pt x="10147" y="4050"/>
                    <a:pt x="10147" y="4066"/>
                    <a:pt x="10131" y="4082"/>
                  </a:cubicBezTo>
                  <a:cubicBezTo>
                    <a:pt x="10131" y="4113"/>
                    <a:pt x="10147" y="4129"/>
                    <a:pt x="10147" y="4160"/>
                  </a:cubicBezTo>
                  <a:cubicBezTo>
                    <a:pt x="10131" y="4160"/>
                    <a:pt x="10100" y="4145"/>
                    <a:pt x="10084" y="4145"/>
                  </a:cubicBezTo>
                  <a:cubicBezTo>
                    <a:pt x="10053" y="4208"/>
                    <a:pt x="10053" y="4302"/>
                    <a:pt x="10037" y="4366"/>
                  </a:cubicBezTo>
                  <a:cubicBezTo>
                    <a:pt x="10021" y="4460"/>
                    <a:pt x="9958" y="4618"/>
                    <a:pt x="9990" y="4696"/>
                  </a:cubicBezTo>
                  <a:cubicBezTo>
                    <a:pt x="10021" y="4744"/>
                    <a:pt x="10037" y="4727"/>
                    <a:pt x="10021" y="4790"/>
                  </a:cubicBezTo>
                  <a:cubicBezTo>
                    <a:pt x="10005" y="4822"/>
                    <a:pt x="10005" y="4870"/>
                    <a:pt x="9974" y="4901"/>
                  </a:cubicBezTo>
                  <a:cubicBezTo>
                    <a:pt x="9958" y="4916"/>
                    <a:pt x="9895" y="4901"/>
                    <a:pt x="9879" y="4916"/>
                  </a:cubicBezTo>
                  <a:cubicBezTo>
                    <a:pt x="9864" y="4933"/>
                    <a:pt x="9864" y="4996"/>
                    <a:pt x="9864" y="5011"/>
                  </a:cubicBezTo>
                  <a:lnTo>
                    <a:pt x="9864" y="5137"/>
                  </a:lnTo>
                  <a:cubicBezTo>
                    <a:pt x="9864" y="5153"/>
                    <a:pt x="9895" y="5185"/>
                    <a:pt x="9895" y="5200"/>
                  </a:cubicBezTo>
                  <a:cubicBezTo>
                    <a:pt x="9895" y="5294"/>
                    <a:pt x="9832" y="5357"/>
                    <a:pt x="9801" y="5437"/>
                  </a:cubicBezTo>
                  <a:cubicBezTo>
                    <a:pt x="9784" y="5468"/>
                    <a:pt x="9784" y="5515"/>
                    <a:pt x="9769" y="5547"/>
                  </a:cubicBezTo>
                  <a:cubicBezTo>
                    <a:pt x="9769" y="5578"/>
                    <a:pt x="9753" y="5610"/>
                    <a:pt x="9753" y="5641"/>
                  </a:cubicBezTo>
                  <a:lnTo>
                    <a:pt x="9801" y="5689"/>
                  </a:lnTo>
                  <a:cubicBezTo>
                    <a:pt x="9816" y="5721"/>
                    <a:pt x="9832" y="5767"/>
                    <a:pt x="9816" y="5799"/>
                  </a:cubicBezTo>
                  <a:cubicBezTo>
                    <a:pt x="9784" y="5847"/>
                    <a:pt x="9721" y="5815"/>
                    <a:pt x="9675" y="5815"/>
                  </a:cubicBezTo>
                  <a:cubicBezTo>
                    <a:pt x="9738" y="5815"/>
                    <a:pt x="9864" y="5862"/>
                    <a:pt x="9738" y="5910"/>
                  </a:cubicBezTo>
                  <a:cubicBezTo>
                    <a:pt x="9721" y="5910"/>
                    <a:pt x="9675" y="5910"/>
                    <a:pt x="9658" y="5925"/>
                  </a:cubicBezTo>
                  <a:cubicBezTo>
                    <a:pt x="9643" y="5941"/>
                    <a:pt x="9627" y="6004"/>
                    <a:pt x="9627" y="6036"/>
                  </a:cubicBezTo>
                  <a:cubicBezTo>
                    <a:pt x="9627" y="6067"/>
                    <a:pt x="9627" y="6114"/>
                    <a:pt x="9643" y="6130"/>
                  </a:cubicBezTo>
                  <a:cubicBezTo>
                    <a:pt x="9658" y="6193"/>
                    <a:pt x="9675" y="6162"/>
                    <a:pt x="9706" y="6177"/>
                  </a:cubicBezTo>
                  <a:cubicBezTo>
                    <a:pt x="9769" y="6225"/>
                    <a:pt x="9690" y="6240"/>
                    <a:pt x="9658" y="6240"/>
                  </a:cubicBezTo>
                  <a:cubicBezTo>
                    <a:pt x="9643" y="6256"/>
                    <a:pt x="9627" y="6256"/>
                    <a:pt x="9595" y="6256"/>
                  </a:cubicBezTo>
                  <a:lnTo>
                    <a:pt x="9564" y="6256"/>
                  </a:lnTo>
                  <a:cubicBezTo>
                    <a:pt x="9549" y="6288"/>
                    <a:pt x="9580" y="6303"/>
                    <a:pt x="9580" y="6334"/>
                  </a:cubicBezTo>
                  <a:cubicBezTo>
                    <a:pt x="9595" y="6382"/>
                    <a:pt x="9564" y="6445"/>
                    <a:pt x="9549" y="6492"/>
                  </a:cubicBezTo>
                  <a:cubicBezTo>
                    <a:pt x="9549" y="6540"/>
                    <a:pt x="9517" y="6618"/>
                    <a:pt x="9517" y="6666"/>
                  </a:cubicBezTo>
                  <a:cubicBezTo>
                    <a:pt x="9532" y="6681"/>
                    <a:pt x="9549" y="6681"/>
                    <a:pt x="9564" y="6681"/>
                  </a:cubicBezTo>
                  <a:cubicBezTo>
                    <a:pt x="9564" y="6744"/>
                    <a:pt x="9549" y="6870"/>
                    <a:pt x="9486" y="6886"/>
                  </a:cubicBezTo>
                  <a:cubicBezTo>
                    <a:pt x="9532" y="6933"/>
                    <a:pt x="9501" y="7012"/>
                    <a:pt x="9486" y="7075"/>
                  </a:cubicBezTo>
                  <a:cubicBezTo>
                    <a:pt x="9469" y="7122"/>
                    <a:pt x="9423" y="7248"/>
                    <a:pt x="9454" y="7280"/>
                  </a:cubicBezTo>
                  <a:cubicBezTo>
                    <a:pt x="9469" y="7296"/>
                    <a:pt x="9501" y="7280"/>
                    <a:pt x="9501" y="7296"/>
                  </a:cubicBezTo>
                  <a:cubicBezTo>
                    <a:pt x="9532" y="7311"/>
                    <a:pt x="9532" y="7374"/>
                    <a:pt x="9532" y="7406"/>
                  </a:cubicBezTo>
                  <a:cubicBezTo>
                    <a:pt x="9517" y="7500"/>
                    <a:pt x="9486" y="7469"/>
                    <a:pt x="9406" y="7485"/>
                  </a:cubicBezTo>
                  <a:cubicBezTo>
                    <a:pt x="9391" y="7500"/>
                    <a:pt x="9391" y="7532"/>
                    <a:pt x="9375" y="7563"/>
                  </a:cubicBezTo>
                  <a:cubicBezTo>
                    <a:pt x="9375" y="7611"/>
                    <a:pt x="9328" y="7689"/>
                    <a:pt x="9343" y="7737"/>
                  </a:cubicBezTo>
                  <a:cubicBezTo>
                    <a:pt x="9343" y="7769"/>
                    <a:pt x="9391" y="7784"/>
                    <a:pt x="9375" y="7815"/>
                  </a:cubicBezTo>
                  <a:cubicBezTo>
                    <a:pt x="9360" y="7847"/>
                    <a:pt x="9312" y="7847"/>
                    <a:pt x="9312" y="7895"/>
                  </a:cubicBezTo>
                  <a:cubicBezTo>
                    <a:pt x="9312" y="7941"/>
                    <a:pt x="9328" y="7973"/>
                    <a:pt x="9343" y="8021"/>
                  </a:cubicBezTo>
                  <a:cubicBezTo>
                    <a:pt x="9343" y="8036"/>
                    <a:pt x="9328" y="8067"/>
                    <a:pt x="9328" y="8084"/>
                  </a:cubicBezTo>
                  <a:cubicBezTo>
                    <a:pt x="9312" y="8130"/>
                    <a:pt x="9312" y="8210"/>
                    <a:pt x="9280" y="8257"/>
                  </a:cubicBezTo>
                  <a:lnTo>
                    <a:pt x="9249" y="8320"/>
                  </a:lnTo>
                  <a:cubicBezTo>
                    <a:pt x="9249" y="8336"/>
                    <a:pt x="9297" y="8351"/>
                    <a:pt x="9234" y="8367"/>
                  </a:cubicBezTo>
                  <a:cubicBezTo>
                    <a:pt x="9202" y="8367"/>
                    <a:pt x="9108" y="8336"/>
                    <a:pt x="9060" y="8320"/>
                  </a:cubicBezTo>
                  <a:cubicBezTo>
                    <a:pt x="8997" y="8320"/>
                    <a:pt x="8950" y="8320"/>
                    <a:pt x="8887" y="8336"/>
                  </a:cubicBezTo>
                  <a:cubicBezTo>
                    <a:pt x="8871" y="8336"/>
                    <a:pt x="8808" y="8336"/>
                    <a:pt x="8792" y="8351"/>
                  </a:cubicBezTo>
                  <a:cubicBezTo>
                    <a:pt x="8761" y="8351"/>
                    <a:pt x="8745" y="8383"/>
                    <a:pt x="8713" y="8383"/>
                  </a:cubicBezTo>
                  <a:lnTo>
                    <a:pt x="8713" y="8320"/>
                  </a:lnTo>
                  <a:cubicBezTo>
                    <a:pt x="8666" y="8304"/>
                    <a:pt x="8587" y="8304"/>
                    <a:pt x="8524" y="8304"/>
                  </a:cubicBezTo>
                  <a:cubicBezTo>
                    <a:pt x="8509" y="8320"/>
                    <a:pt x="8477" y="8320"/>
                    <a:pt x="8446" y="8320"/>
                  </a:cubicBezTo>
                  <a:cubicBezTo>
                    <a:pt x="8429" y="8320"/>
                    <a:pt x="8414" y="8336"/>
                    <a:pt x="8398" y="8336"/>
                  </a:cubicBezTo>
                  <a:cubicBezTo>
                    <a:pt x="8366" y="8320"/>
                    <a:pt x="8366" y="8304"/>
                    <a:pt x="8366" y="8288"/>
                  </a:cubicBezTo>
                  <a:cubicBezTo>
                    <a:pt x="8320" y="8241"/>
                    <a:pt x="8240" y="8257"/>
                    <a:pt x="8194" y="8257"/>
                  </a:cubicBezTo>
                  <a:cubicBezTo>
                    <a:pt x="8114" y="8273"/>
                    <a:pt x="8068" y="8304"/>
                    <a:pt x="8005" y="8273"/>
                  </a:cubicBezTo>
                  <a:cubicBezTo>
                    <a:pt x="8020" y="8178"/>
                    <a:pt x="7894" y="8178"/>
                    <a:pt x="7831" y="8162"/>
                  </a:cubicBezTo>
                  <a:lnTo>
                    <a:pt x="7547" y="8115"/>
                  </a:lnTo>
                  <a:cubicBezTo>
                    <a:pt x="7469" y="8099"/>
                    <a:pt x="7406" y="8067"/>
                    <a:pt x="7327" y="8067"/>
                  </a:cubicBezTo>
                  <a:cubicBezTo>
                    <a:pt x="7295" y="8052"/>
                    <a:pt x="7264" y="8052"/>
                    <a:pt x="7232" y="8067"/>
                  </a:cubicBezTo>
                  <a:cubicBezTo>
                    <a:pt x="7217" y="8067"/>
                    <a:pt x="7217" y="8099"/>
                    <a:pt x="7201" y="8099"/>
                  </a:cubicBezTo>
                  <a:cubicBezTo>
                    <a:pt x="7138" y="8130"/>
                    <a:pt x="7138" y="8067"/>
                    <a:pt x="7138" y="8021"/>
                  </a:cubicBezTo>
                  <a:cubicBezTo>
                    <a:pt x="7122" y="8021"/>
                    <a:pt x="7106" y="8004"/>
                    <a:pt x="7091" y="8004"/>
                  </a:cubicBezTo>
                  <a:cubicBezTo>
                    <a:pt x="7043" y="8004"/>
                    <a:pt x="7043" y="8036"/>
                    <a:pt x="7011" y="8036"/>
                  </a:cubicBezTo>
                  <a:cubicBezTo>
                    <a:pt x="6948" y="8052"/>
                    <a:pt x="6948" y="7989"/>
                    <a:pt x="6917" y="7973"/>
                  </a:cubicBezTo>
                  <a:cubicBezTo>
                    <a:pt x="6870" y="7958"/>
                    <a:pt x="6791" y="7958"/>
                    <a:pt x="6744" y="7941"/>
                  </a:cubicBezTo>
                  <a:cubicBezTo>
                    <a:pt x="6665" y="7926"/>
                    <a:pt x="6602" y="7910"/>
                    <a:pt x="6524" y="7926"/>
                  </a:cubicBezTo>
                  <a:cubicBezTo>
                    <a:pt x="6524" y="7941"/>
                    <a:pt x="6524" y="7958"/>
                    <a:pt x="6507" y="7958"/>
                  </a:cubicBezTo>
                  <a:cubicBezTo>
                    <a:pt x="6492" y="7958"/>
                    <a:pt x="6507" y="7941"/>
                    <a:pt x="6492" y="7926"/>
                  </a:cubicBezTo>
                  <a:lnTo>
                    <a:pt x="6444" y="7878"/>
                  </a:lnTo>
                  <a:cubicBezTo>
                    <a:pt x="6413" y="7863"/>
                    <a:pt x="6413" y="7847"/>
                    <a:pt x="6366" y="7847"/>
                  </a:cubicBezTo>
                  <a:cubicBezTo>
                    <a:pt x="6303" y="7832"/>
                    <a:pt x="6224" y="7800"/>
                    <a:pt x="6161" y="7800"/>
                  </a:cubicBezTo>
                  <a:cubicBezTo>
                    <a:pt x="6146" y="7800"/>
                    <a:pt x="6114" y="7815"/>
                    <a:pt x="6098" y="7815"/>
                  </a:cubicBezTo>
                  <a:cubicBezTo>
                    <a:pt x="6066" y="7815"/>
                    <a:pt x="6020" y="7784"/>
                    <a:pt x="6003" y="7784"/>
                  </a:cubicBezTo>
                  <a:cubicBezTo>
                    <a:pt x="5956" y="7800"/>
                    <a:pt x="5956" y="7863"/>
                    <a:pt x="5909" y="7878"/>
                  </a:cubicBezTo>
                  <a:cubicBezTo>
                    <a:pt x="5862" y="7895"/>
                    <a:pt x="5799" y="7878"/>
                    <a:pt x="5767" y="7847"/>
                  </a:cubicBezTo>
                  <a:cubicBezTo>
                    <a:pt x="5751" y="7832"/>
                    <a:pt x="5767" y="7815"/>
                    <a:pt x="5751" y="7800"/>
                  </a:cubicBezTo>
                  <a:lnTo>
                    <a:pt x="5688" y="7800"/>
                  </a:lnTo>
                  <a:lnTo>
                    <a:pt x="5625" y="7800"/>
                  </a:lnTo>
                  <a:cubicBezTo>
                    <a:pt x="5578" y="7800"/>
                    <a:pt x="5530" y="7800"/>
                    <a:pt x="5515" y="7784"/>
                  </a:cubicBezTo>
                  <a:cubicBezTo>
                    <a:pt x="5499" y="7769"/>
                    <a:pt x="5499" y="7737"/>
                    <a:pt x="5484" y="7706"/>
                  </a:cubicBezTo>
                  <a:cubicBezTo>
                    <a:pt x="5467" y="7689"/>
                    <a:pt x="5436" y="7658"/>
                    <a:pt x="5404" y="7643"/>
                  </a:cubicBezTo>
                  <a:cubicBezTo>
                    <a:pt x="5373" y="7626"/>
                    <a:pt x="5310" y="7626"/>
                    <a:pt x="5278" y="7611"/>
                  </a:cubicBezTo>
                  <a:cubicBezTo>
                    <a:pt x="5263" y="7611"/>
                    <a:pt x="5247" y="7611"/>
                    <a:pt x="5232" y="7626"/>
                  </a:cubicBezTo>
                  <a:cubicBezTo>
                    <a:pt x="5200" y="7626"/>
                    <a:pt x="5184" y="7626"/>
                    <a:pt x="5152" y="7611"/>
                  </a:cubicBezTo>
                  <a:cubicBezTo>
                    <a:pt x="5121" y="7595"/>
                    <a:pt x="5089" y="7548"/>
                    <a:pt x="5043" y="7517"/>
                  </a:cubicBezTo>
                  <a:lnTo>
                    <a:pt x="4995" y="7517"/>
                  </a:lnTo>
                  <a:cubicBezTo>
                    <a:pt x="4995" y="7517"/>
                    <a:pt x="4980" y="7500"/>
                    <a:pt x="4963" y="7517"/>
                  </a:cubicBezTo>
                  <a:cubicBezTo>
                    <a:pt x="4963" y="7517"/>
                    <a:pt x="4948" y="7517"/>
                    <a:pt x="4948" y="7532"/>
                  </a:cubicBezTo>
                  <a:lnTo>
                    <a:pt x="4932" y="7548"/>
                  </a:lnTo>
                  <a:cubicBezTo>
                    <a:pt x="4917" y="7563"/>
                    <a:pt x="4900" y="7563"/>
                    <a:pt x="4885" y="7563"/>
                  </a:cubicBezTo>
                  <a:lnTo>
                    <a:pt x="4869" y="7563"/>
                  </a:lnTo>
                  <a:cubicBezTo>
                    <a:pt x="4822" y="7580"/>
                    <a:pt x="4791" y="7595"/>
                    <a:pt x="4743" y="7580"/>
                  </a:cubicBezTo>
                  <a:cubicBezTo>
                    <a:pt x="4665" y="7548"/>
                    <a:pt x="4554" y="7548"/>
                    <a:pt x="4491" y="7517"/>
                  </a:cubicBezTo>
                  <a:cubicBezTo>
                    <a:pt x="4475" y="7500"/>
                    <a:pt x="4444" y="7485"/>
                    <a:pt x="4412" y="7469"/>
                  </a:cubicBezTo>
                  <a:cubicBezTo>
                    <a:pt x="4396" y="7469"/>
                    <a:pt x="4381" y="7454"/>
                    <a:pt x="4349" y="7437"/>
                  </a:cubicBezTo>
                  <a:cubicBezTo>
                    <a:pt x="4349" y="7422"/>
                    <a:pt x="4333" y="7406"/>
                    <a:pt x="4333" y="7374"/>
                  </a:cubicBezTo>
                  <a:cubicBezTo>
                    <a:pt x="4302" y="7359"/>
                    <a:pt x="4238" y="7406"/>
                    <a:pt x="4207" y="7422"/>
                  </a:cubicBezTo>
                  <a:cubicBezTo>
                    <a:pt x="4144" y="7437"/>
                    <a:pt x="4112" y="7422"/>
                    <a:pt x="4049" y="7422"/>
                  </a:cubicBezTo>
                  <a:cubicBezTo>
                    <a:pt x="4003" y="7406"/>
                    <a:pt x="3955" y="7391"/>
                    <a:pt x="3908" y="7391"/>
                  </a:cubicBezTo>
                  <a:cubicBezTo>
                    <a:pt x="3845" y="7374"/>
                    <a:pt x="3829" y="7374"/>
                    <a:pt x="3782" y="7374"/>
                  </a:cubicBezTo>
                  <a:cubicBezTo>
                    <a:pt x="3671" y="7391"/>
                    <a:pt x="3625" y="7311"/>
                    <a:pt x="3530" y="7265"/>
                  </a:cubicBezTo>
                  <a:cubicBezTo>
                    <a:pt x="3451" y="7233"/>
                    <a:pt x="3341" y="7233"/>
                    <a:pt x="3247" y="7202"/>
                  </a:cubicBezTo>
                  <a:cubicBezTo>
                    <a:pt x="3183" y="7170"/>
                    <a:pt x="3167" y="7154"/>
                    <a:pt x="3089" y="7170"/>
                  </a:cubicBezTo>
                  <a:cubicBezTo>
                    <a:pt x="3041" y="7185"/>
                    <a:pt x="2994" y="7202"/>
                    <a:pt x="2947" y="7170"/>
                  </a:cubicBezTo>
                  <a:cubicBezTo>
                    <a:pt x="2915" y="7154"/>
                    <a:pt x="2900" y="7122"/>
                    <a:pt x="2852" y="7122"/>
                  </a:cubicBezTo>
                  <a:cubicBezTo>
                    <a:pt x="2805" y="7122"/>
                    <a:pt x="2774" y="7154"/>
                    <a:pt x="2726" y="7139"/>
                  </a:cubicBezTo>
                  <a:cubicBezTo>
                    <a:pt x="2711" y="7139"/>
                    <a:pt x="2679" y="7139"/>
                    <a:pt x="2663" y="7122"/>
                  </a:cubicBezTo>
                  <a:cubicBezTo>
                    <a:pt x="2616" y="7122"/>
                    <a:pt x="2585" y="7107"/>
                    <a:pt x="2537" y="7122"/>
                  </a:cubicBezTo>
                  <a:cubicBezTo>
                    <a:pt x="2522" y="7122"/>
                    <a:pt x="2459" y="7139"/>
                    <a:pt x="2459" y="7139"/>
                  </a:cubicBezTo>
                  <a:cubicBezTo>
                    <a:pt x="2427" y="7122"/>
                    <a:pt x="2442" y="7091"/>
                    <a:pt x="2442" y="7059"/>
                  </a:cubicBezTo>
                  <a:cubicBezTo>
                    <a:pt x="2411" y="7044"/>
                    <a:pt x="2379" y="7044"/>
                    <a:pt x="2333" y="7044"/>
                  </a:cubicBezTo>
                  <a:cubicBezTo>
                    <a:pt x="2316" y="7044"/>
                    <a:pt x="2253" y="7091"/>
                    <a:pt x="2222" y="7091"/>
                  </a:cubicBezTo>
                  <a:cubicBezTo>
                    <a:pt x="2190" y="7075"/>
                    <a:pt x="2175" y="7059"/>
                    <a:pt x="2144" y="7044"/>
                  </a:cubicBezTo>
                  <a:cubicBezTo>
                    <a:pt x="2112" y="7028"/>
                    <a:pt x="2064" y="7028"/>
                    <a:pt x="2018" y="7012"/>
                  </a:cubicBezTo>
                  <a:cubicBezTo>
                    <a:pt x="1955" y="7012"/>
                    <a:pt x="1938" y="6933"/>
                    <a:pt x="1860" y="6949"/>
                  </a:cubicBezTo>
                  <a:cubicBezTo>
                    <a:pt x="1797" y="6949"/>
                    <a:pt x="1671" y="6996"/>
                    <a:pt x="1623" y="6918"/>
                  </a:cubicBezTo>
                  <a:cubicBezTo>
                    <a:pt x="1623" y="7012"/>
                    <a:pt x="1465" y="6949"/>
                    <a:pt x="1419" y="6949"/>
                  </a:cubicBezTo>
                  <a:cubicBezTo>
                    <a:pt x="1356" y="6933"/>
                    <a:pt x="1308" y="6886"/>
                    <a:pt x="1261" y="6870"/>
                  </a:cubicBezTo>
                  <a:cubicBezTo>
                    <a:pt x="1230" y="6855"/>
                    <a:pt x="1182" y="6839"/>
                    <a:pt x="1150" y="6839"/>
                  </a:cubicBezTo>
                  <a:lnTo>
                    <a:pt x="1104" y="6839"/>
                  </a:lnTo>
                  <a:lnTo>
                    <a:pt x="1056" y="6839"/>
                  </a:lnTo>
                  <a:lnTo>
                    <a:pt x="1056" y="6807"/>
                  </a:lnTo>
                  <a:cubicBezTo>
                    <a:pt x="993" y="6792"/>
                    <a:pt x="993" y="6681"/>
                    <a:pt x="915" y="6681"/>
                  </a:cubicBezTo>
                  <a:cubicBezTo>
                    <a:pt x="898" y="6666"/>
                    <a:pt x="883" y="6681"/>
                    <a:pt x="852" y="6681"/>
                  </a:cubicBezTo>
                  <a:cubicBezTo>
                    <a:pt x="835" y="6697"/>
                    <a:pt x="820" y="6697"/>
                    <a:pt x="804" y="6697"/>
                  </a:cubicBezTo>
                  <a:cubicBezTo>
                    <a:pt x="757" y="6697"/>
                    <a:pt x="757" y="6666"/>
                    <a:pt x="741" y="6634"/>
                  </a:cubicBezTo>
                  <a:cubicBezTo>
                    <a:pt x="694" y="6603"/>
                    <a:pt x="646" y="6586"/>
                    <a:pt x="600" y="6586"/>
                  </a:cubicBezTo>
                  <a:cubicBezTo>
                    <a:pt x="568" y="6586"/>
                    <a:pt x="537" y="6618"/>
                    <a:pt x="520" y="6618"/>
                  </a:cubicBezTo>
                  <a:cubicBezTo>
                    <a:pt x="489" y="6618"/>
                    <a:pt x="457" y="6603"/>
                    <a:pt x="426" y="6603"/>
                  </a:cubicBezTo>
                  <a:cubicBezTo>
                    <a:pt x="363" y="6603"/>
                    <a:pt x="284" y="6586"/>
                    <a:pt x="237" y="6603"/>
                  </a:cubicBezTo>
                  <a:lnTo>
                    <a:pt x="221" y="6649"/>
                  </a:lnTo>
                  <a:cubicBezTo>
                    <a:pt x="190" y="6666"/>
                    <a:pt x="142" y="6681"/>
                    <a:pt x="127" y="6681"/>
                  </a:cubicBezTo>
                  <a:cubicBezTo>
                    <a:pt x="79" y="6666"/>
                    <a:pt x="79" y="6618"/>
                    <a:pt x="95" y="6586"/>
                  </a:cubicBezTo>
                  <a:cubicBezTo>
                    <a:pt x="32" y="6555"/>
                    <a:pt x="16" y="6540"/>
                    <a:pt x="1" y="6460"/>
                  </a:cubicBezTo>
                  <a:cubicBezTo>
                    <a:pt x="1" y="6429"/>
                    <a:pt x="16" y="6319"/>
                    <a:pt x="32" y="6288"/>
                  </a:cubicBezTo>
                  <a:cubicBezTo>
                    <a:pt x="64" y="6240"/>
                    <a:pt x="95" y="6240"/>
                    <a:pt x="127" y="6240"/>
                  </a:cubicBezTo>
                  <a:cubicBezTo>
                    <a:pt x="158" y="6240"/>
                    <a:pt x="174" y="6240"/>
                    <a:pt x="158" y="6162"/>
                  </a:cubicBezTo>
                  <a:cubicBezTo>
                    <a:pt x="127" y="6067"/>
                    <a:pt x="127" y="5941"/>
                    <a:pt x="190" y="5862"/>
                  </a:cubicBezTo>
                  <a:cubicBezTo>
                    <a:pt x="205" y="5847"/>
                    <a:pt x="221" y="5862"/>
                    <a:pt x="221" y="5830"/>
                  </a:cubicBezTo>
                  <a:cubicBezTo>
                    <a:pt x="237" y="5784"/>
                    <a:pt x="221" y="5736"/>
                    <a:pt x="221" y="5689"/>
                  </a:cubicBezTo>
                  <a:cubicBezTo>
                    <a:pt x="237" y="5626"/>
                    <a:pt x="268" y="5563"/>
                    <a:pt x="268" y="5515"/>
                  </a:cubicBezTo>
                  <a:cubicBezTo>
                    <a:pt x="268" y="5484"/>
                    <a:pt x="253" y="5484"/>
                    <a:pt x="253" y="5468"/>
                  </a:cubicBezTo>
                  <a:cubicBezTo>
                    <a:pt x="253" y="5421"/>
                    <a:pt x="300" y="5437"/>
                    <a:pt x="331" y="5405"/>
                  </a:cubicBezTo>
                  <a:cubicBezTo>
                    <a:pt x="379" y="5342"/>
                    <a:pt x="316" y="5248"/>
                    <a:pt x="331" y="5185"/>
                  </a:cubicBezTo>
                  <a:cubicBezTo>
                    <a:pt x="410" y="5168"/>
                    <a:pt x="379" y="5059"/>
                    <a:pt x="379" y="5011"/>
                  </a:cubicBezTo>
                  <a:cubicBezTo>
                    <a:pt x="379" y="4996"/>
                    <a:pt x="347" y="4948"/>
                    <a:pt x="363" y="4933"/>
                  </a:cubicBezTo>
                  <a:cubicBezTo>
                    <a:pt x="363" y="4901"/>
                    <a:pt x="410" y="4901"/>
                    <a:pt x="426" y="4885"/>
                  </a:cubicBezTo>
                  <a:cubicBezTo>
                    <a:pt x="474" y="4790"/>
                    <a:pt x="410" y="4664"/>
                    <a:pt x="426" y="4586"/>
                  </a:cubicBezTo>
                  <a:cubicBezTo>
                    <a:pt x="442" y="4523"/>
                    <a:pt x="474" y="4475"/>
                    <a:pt x="489" y="4412"/>
                  </a:cubicBezTo>
                  <a:cubicBezTo>
                    <a:pt x="505" y="4366"/>
                    <a:pt x="505" y="4318"/>
                    <a:pt x="537" y="4271"/>
                  </a:cubicBezTo>
                  <a:lnTo>
                    <a:pt x="583" y="4223"/>
                  </a:lnTo>
                  <a:cubicBezTo>
                    <a:pt x="583" y="4176"/>
                    <a:pt x="520" y="4145"/>
                    <a:pt x="537" y="4082"/>
                  </a:cubicBezTo>
                  <a:cubicBezTo>
                    <a:pt x="537" y="4066"/>
                    <a:pt x="568" y="4050"/>
                    <a:pt x="568" y="4003"/>
                  </a:cubicBezTo>
                  <a:cubicBezTo>
                    <a:pt x="583" y="3971"/>
                    <a:pt x="568" y="3971"/>
                    <a:pt x="552" y="3924"/>
                  </a:cubicBezTo>
                  <a:cubicBezTo>
                    <a:pt x="505" y="3830"/>
                    <a:pt x="552" y="3845"/>
                    <a:pt x="600" y="3861"/>
                  </a:cubicBezTo>
                  <a:lnTo>
                    <a:pt x="663" y="3861"/>
                  </a:lnTo>
                  <a:cubicBezTo>
                    <a:pt x="663" y="3830"/>
                    <a:pt x="615" y="3767"/>
                    <a:pt x="583" y="3750"/>
                  </a:cubicBezTo>
                  <a:cubicBezTo>
                    <a:pt x="600" y="3719"/>
                    <a:pt x="646" y="3735"/>
                    <a:pt x="663" y="3704"/>
                  </a:cubicBezTo>
                  <a:cubicBezTo>
                    <a:pt x="694" y="3624"/>
                    <a:pt x="600" y="3530"/>
                    <a:pt x="568" y="3483"/>
                  </a:cubicBezTo>
                  <a:cubicBezTo>
                    <a:pt x="583" y="3452"/>
                    <a:pt x="615" y="3452"/>
                    <a:pt x="646" y="3452"/>
                  </a:cubicBezTo>
                  <a:cubicBezTo>
                    <a:pt x="709" y="3435"/>
                    <a:pt x="789" y="3420"/>
                    <a:pt x="820" y="3357"/>
                  </a:cubicBezTo>
                  <a:cubicBezTo>
                    <a:pt x="852" y="3309"/>
                    <a:pt x="835" y="3246"/>
                    <a:pt x="835" y="3183"/>
                  </a:cubicBezTo>
                  <a:cubicBezTo>
                    <a:pt x="852" y="3120"/>
                    <a:pt x="867" y="3089"/>
                    <a:pt x="946" y="3074"/>
                  </a:cubicBezTo>
                  <a:cubicBezTo>
                    <a:pt x="1009" y="3042"/>
                    <a:pt x="1087" y="3042"/>
                    <a:pt x="1150" y="3057"/>
                  </a:cubicBezTo>
                  <a:lnTo>
                    <a:pt x="1276" y="3057"/>
                  </a:lnTo>
                  <a:cubicBezTo>
                    <a:pt x="1324" y="3042"/>
                    <a:pt x="1339" y="3042"/>
                    <a:pt x="1371" y="3011"/>
                  </a:cubicBezTo>
                  <a:cubicBezTo>
                    <a:pt x="1387" y="2994"/>
                    <a:pt x="1387" y="2963"/>
                    <a:pt x="1402" y="2931"/>
                  </a:cubicBezTo>
                  <a:cubicBezTo>
                    <a:pt x="1450" y="2868"/>
                    <a:pt x="1529" y="2837"/>
                    <a:pt x="1576" y="2774"/>
                  </a:cubicBezTo>
                  <a:cubicBezTo>
                    <a:pt x="1655" y="2711"/>
                    <a:pt x="1718" y="2632"/>
                    <a:pt x="1781" y="2569"/>
                  </a:cubicBezTo>
                  <a:cubicBezTo>
                    <a:pt x="1829" y="2538"/>
                    <a:pt x="1875" y="2475"/>
                    <a:pt x="1923" y="2475"/>
                  </a:cubicBezTo>
                  <a:lnTo>
                    <a:pt x="1970" y="2475"/>
                  </a:lnTo>
                  <a:lnTo>
                    <a:pt x="2018" y="2475"/>
                  </a:lnTo>
                  <a:cubicBezTo>
                    <a:pt x="2049" y="2475"/>
                    <a:pt x="2096" y="2458"/>
                    <a:pt x="2127" y="2443"/>
                  </a:cubicBezTo>
                  <a:cubicBezTo>
                    <a:pt x="2190" y="2395"/>
                    <a:pt x="2159" y="2332"/>
                    <a:pt x="2190" y="2269"/>
                  </a:cubicBezTo>
                  <a:cubicBezTo>
                    <a:pt x="2270" y="2128"/>
                    <a:pt x="2411" y="2191"/>
                    <a:pt x="2537" y="2206"/>
                  </a:cubicBezTo>
                  <a:cubicBezTo>
                    <a:pt x="2537" y="2128"/>
                    <a:pt x="2474" y="2065"/>
                    <a:pt x="2553" y="1986"/>
                  </a:cubicBezTo>
                  <a:cubicBezTo>
                    <a:pt x="2648" y="1954"/>
                    <a:pt x="2757" y="1939"/>
                    <a:pt x="2852" y="1923"/>
                  </a:cubicBezTo>
                  <a:cubicBezTo>
                    <a:pt x="2963" y="1908"/>
                    <a:pt x="3057" y="1876"/>
                    <a:pt x="3152" y="1845"/>
                  </a:cubicBezTo>
                  <a:cubicBezTo>
                    <a:pt x="3230" y="1782"/>
                    <a:pt x="3167" y="1687"/>
                    <a:pt x="3278" y="1639"/>
                  </a:cubicBezTo>
                  <a:cubicBezTo>
                    <a:pt x="3262" y="1608"/>
                    <a:pt x="3247" y="1561"/>
                    <a:pt x="3278" y="1545"/>
                  </a:cubicBezTo>
                  <a:cubicBezTo>
                    <a:pt x="3293" y="1530"/>
                    <a:pt x="3310" y="1530"/>
                    <a:pt x="3325" y="1545"/>
                  </a:cubicBezTo>
                  <a:cubicBezTo>
                    <a:pt x="3356" y="1482"/>
                    <a:pt x="3356" y="1466"/>
                    <a:pt x="3404" y="1419"/>
                  </a:cubicBezTo>
                  <a:lnTo>
                    <a:pt x="3451" y="1372"/>
                  </a:lnTo>
                  <a:lnTo>
                    <a:pt x="3482" y="1372"/>
                  </a:lnTo>
                  <a:cubicBezTo>
                    <a:pt x="3530" y="1340"/>
                    <a:pt x="3562" y="1261"/>
                    <a:pt x="3625" y="1246"/>
                  </a:cubicBezTo>
                  <a:cubicBezTo>
                    <a:pt x="3656" y="1246"/>
                    <a:pt x="3671" y="1277"/>
                    <a:pt x="3703" y="1293"/>
                  </a:cubicBezTo>
                  <a:cubicBezTo>
                    <a:pt x="3751" y="1246"/>
                    <a:pt x="3719" y="1246"/>
                    <a:pt x="3719" y="1183"/>
                  </a:cubicBezTo>
                  <a:cubicBezTo>
                    <a:pt x="3766" y="1183"/>
                    <a:pt x="3797" y="1198"/>
                    <a:pt x="3829" y="1198"/>
                  </a:cubicBezTo>
                  <a:cubicBezTo>
                    <a:pt x="3877" y="1214"/>
                    <a:pt x="3923" y="1230"/>
                    <a:pt x="3971" y="1214"/>
                  </a:cubicBezTo>
                  <a:cubicBezTo>
                    <a:pt x="3986" y="1183"/>
                    <a:pt x="3986" y="1151"/>
                    <a:pt x="3986" y="1120"/>
                  </a:cubicBezTo>
                  <a:cubicBezTo>
                    <a:pt x="4018" y="1057"/>
                    <a:pt x="4081" y="1025"/>
                    <a:pt x="4129" y="962"/>
                  </a:cubicBezTo>
                  <a:cubicBezTo>
                    <a:pt x="4160" y="931"/>
                    <a:pt x="4175" y="914"/>
                    <a:pt x="4238" y="914"/>
                  </a:cubicBezTo>
                  <a:cubicBezTo>
                    <a:pt x="4270" y="868"/>
                    <a:pt x="4238" y="836"/>
                    <a:pt x="4302" y="805"/>
                  </a:cubicBezTo>
                  <a:cubicBezTo>
                    <a:pt x="4365" y="757"/>
                    <a:pt x="4428" y="742"/>
                    <a:pt x="4491" y="710"/>
                  </a:cubicBezTo>
                  <a:cubicBezTo>
                    <a:pt x="4507" y="694"/>
                    <a:pt x="4538" y="679"/>
                    <a:pt x="4554" y="662"/>
                  </a:cubicBezTo>
                  <a:lnTo>
                    <a:pt x="4665" y="662"/>
                  </a:lnTo>
                  <a:cubicBezTo>
                    <a:pt x="4711" y="679"/>
                    <a:pt x="4759" y="679"/>
                    <a:pt x="4791" y="631"/>
                  </a:cubicBezTo>
                  <a:cubicBezTo>
                    <a:pt x="4806" y="599"/>
                    <a:pt x="4791" y="553"/>
                    <a:pt x="4806" y="521"/>
                  </a:cubicBezTo>
                  <a:cubicBezTo>
                    <a:pt x="4822" y="473"/>
                    <a:pt x="4869" y="442"/>
                    <a:pt x="4917" y="427"/>
                  </a:cubicBezTo>
                  <a:cubicBezTo>
                    <a:pt x="4948" y="410"/>
                    <a:pt x="4980" y="410"/>
                    <a:pt x="5011" y="395"/>
                  </a:cubicBezTo>
                  <a:cubicBezTo>
                    <a:pt x="5058" y="379"/>
                    <a:pt x="5026" y="364"/>
                    <a:pt x="5058" y="316"/>
                  </a:cubicBezTo>
                  <a:cubicBezTo>
                    <a:pt x="5089" y="238"/>
                    <a:pt x="5184" y="269"/>
                    <a:pt x="5247" y="269"/>
                  </a:cubicBezTo>
                  <a:cubicBezTo>
                    <a:pt x="5263" y="238"/>
                    <a:pt x="5247" y="190"/>
                    <a:pt x="5278" y="158"/>
                  </a:cubicBezTo>
                  <a:cubicBezTo>
                    <a:pt x="5326" y="111"/>
                    <a:pt x="5389" y="95"/>
                    <a:pt x="5436" y="111"/>
                  </a:cubicBezTo>
                  <a:cubicBezTo>
                    <a:pt x="5452" y="64"/>
                    <a:pt x="5436" y="64"/>
                    <a:pt x="5484" y="48"/>
                  </a:cubicBezTo>
                  <a:cubicBezTo>
                    <a:pt x="5515" y="32"/>
                    <a:pt x="5578" y="1"/>
                    <a:pt x="5610" y="1"/>
                  </a:cubicBezTo>
                  <a:cubicBezTo>
                    <a:pt x="5720" y="17"/>
                    <a:pt x="5720" y="158"/>
                    <a:pt x="5783" y="221"/>
                  </a:cubicBezTo>
                  <a:cubicBezTo>
                    <a:pt x="5783" y="175"/>
                    <a:pt x="5814" y="64"/>
                    <a:pt x="5877" y="48"/>
                  </a:cubicBezTo>
                  <a:cubicBezTo>
                    <a:pt x="5925" y="32"/>
                    <a:pt x="5940" y="80"/>
                    <a:pt x="5956" y="95"/>
                  </a:cubicBezTo>
                  <a:cubicBezTo>
                    <a:pt x="5988" y="127"/>
                    <a:pt x="6020" y="143"/>
                    <a:pt x="6051" y="143"/>
                  </a:cubicBezTo>
                  <a:cubicBezTo>
                    <a:pt x="6114" y="158"/>
                    <a:pt x="6098" y="127"/>
                    <a:pt x="6146" y="95"/>
                  </a:cubicBezTo>
                  <a:cubicBezTo>
                    <a:pt x="6161" y="80"/>
                    <a:pt x="6224" y="64"/>
                    <a:pt x="6240" y="80"/>
                  </a:cubicBezTo>
                  <a:cubicBezTo>
                    <a:pt x="6303" y="95"/>
                    <a:pt x="6303" y="111"/>
                    <a:pt x="6303" y="158"/>
                  </a:cubicBezTo>
                  <a:cubicBezTo>
                    <a:pt x="6303" y="175"/>
                    <a:pt x="6287" y="190"/>
                    <a:pt x="6318" y="206"/>
                  </a:cubicBezTo>
                  <a:cubicBezTo>
                    <a:pt x="6318" y="221"/>
                    <a:pt x="6413" y="190"/>
                    <a:pt x="6429" y="175"/>
                  </a:cubicBezTo>
                  <a:cubicBezTo>
                    <a:pt x="6507" y="175"/>
                    <a:pt x="6650" y="175"/>
                    <a:pt x="6728" y="238"/>
                  </a:cubicBezTo>
                  <a:cubicBezTo>
                    <a:pt x="6759" y="238"/>
                    <a:pt x="6759" y="253"/>
                    <a:pt x="6759" y="284"/>
                  </a:cubicBezTo>
                  <a:lnTo>
                    <a:pt x="6759" y="316"/>
                  </a:lnTo>
                  <a:cubicBezTo>
                    <a:pt x="6759" y="364"/>
                    <a:pt x="6807" y="395"/>
                    <a:pt x="6854" y="427"/>
                  </a:cubicBezTo>
                  <a:cubicBezTo>
                    <a:pt x="6902" y="395"/>
                    <a:pt x="6854" y="269"/>
                    <a:pt x="6917" y="269"/>
                  </a:cubicBezTo>
                  <a:cubicBezTo>
                    <a:pt x="6965" y="269"/>
                    <a:pt x="6965" y="347"/>
                    <a:pt x="6996" y="364"/>
                  </a:cubicBezTo>
                  <a:cubicBezTo>
                    <a:pt x="7011" y="379"/>
                    <a:pt x="7043" y="379"/>
                    <a:pt x="7059" y="379"/>
                  </a:cubicBezTo>
                  <a:cubicBezTo>
                    <a:pt x="7106" y="379"/>
                    <a:pt x="7138" y="395"/>
                    <a:pt x="7169" y="427"/>
                  </a:cubicBezTo>
                  <a:cubicBezTo>
                    <a:pt x="7185" y="442"/>
                    <a:pt x="7201" y="473"/>
                    <a:pt x="7232" y="490"/>
                  </a:cubicBezTo>
                  <a:cubicBezTo>
                    <a:pt x="7280" y="505"/>
                    <a:pt x="7295" y="490"/>
                    <a:pt x="7343" y="458"/>
                  </a:cubicBezTo>
                  <a:cubicBezTo>
                    <a:pt x="7390" y="427"/>
                    <a:pt x="7438" y="427"/>
                    <a:pt x="7501" y="410"/>
                  </a:cubicBezTo>
                  <a:cubicBezTo>
                    <a:pt x="7579" y="395"/>
                    <a:pt x="7579" y="379"/>
                    <a:pt x="7642" y="427"/>
                  </a:cubicBezTo>
                  <a:cubicBezTo>
                    <a:pt x="7721" y="490"/>
                    <a:pt x="7799" y="490"/>
                    <a:pt x="7894" y="505"/>
                  </a:cubicBezTo>
                  <a:lnTo>
                    <a:pt x="7910" y="505"/>
                  </a:lnTo>
                  <a:cubicBezTo>
                    <a:pt x="7925" y="505"/>
                    <a:pt x="7942" y="505"/>
                    <a:pt x="7957" y="521"/>
                  </a:cubicBezTo>
                  <a:cubicBezTo>
                    <a:pt x="7957" y="536"/>
                    <a:pt x="7973" y="553"/>
                    <a:pt x="7973" y="568"/>
                  </a:cubicBezTo>
                  <a:cubicBezTo>
                    <a:pt x="8005" y="568"/>
                    <a:pt x="8020" y="584"/>
                    <a:pt x="8051" y="584"/>
                  </a:cubicBezTo>
                  <a:cubicBezTo>
                    <a:pt x="8099" y="599"/>
                    <a:pt x="8162" y="599"/>
                    <a:pt x="8209" y="616"/>
                  </a:cubicBezTo>
                  <a:cubicBezTo>
                    <a:pt x="8303" y="631"/>
                    <a:pt x="8414" y="694"/>
                    <a:pt x="8524" y="694"/>
                  </a:cubicBezTo>
                  <a:cubicBezTo>
                    <a:pt x="8524" y="679"/>
                    <a:pt x="8509" y="631"/>
                    <a:pt x="8540" y="616"/>
                  </a:cubicBezTo>
                  <a:cubicBezTo>
                    <a:pt x="8572" y="599"/>
                    <a:pt x="8635" y="631"/>
                    <a:pt x="8635" y="662"/>
                  </a:cubicBezTo>
                  <a:cubicBezTo>
                    <a:pt x="8635" y="694"/>
                    <a:pt x="8603" y="725"/>
                    <a:pt x="8635" y="742"/>
                  </a:cubicBezTo>
                  <a:cubicBezTo>
                    <a:pt x="8666" y="788"/>
                    <a:pt x="8808" y="757"/>
                    <a:pt x="8856" y="742"/>
                  </a:cubicBezTo>
                  <a:cubicBezTo>
                    <a:pt x="8887" y="742"/>
                    <a:pt x="8950" y="757"/>
                    <a:pt x="8982" y="773"/>
                  </a:cubicBezTo>
                  <a:cubicBezTo>
                    <a:pt x="9013" y="805"/>
                    <a:pt x="9013" y="883"/>
                    <a:pt x="9060" y="851"/>
                  </a:cubicBezTo>
                  <a:cubicBezTo>
                    <a:pt x="9123" y="836"/>
                    <a:pt x="9154" y="710"/>
                    <a:pt x="9234" y="757"/>
                  </a:cubicBezTo>
                  <a:cubicBezTo>
                    <a:pt x="9280" y="773"/>
                    <a:pt x="9249" y="836"/>
                    <a:pt x="9265" y="868"/>
                  </a:cubicBezTo>
                  <a:cubicBezTo>
                    <a:pt x="9297" y="883"/>
                    <a:pt x="9328" y="868"/>
                    <a:pt x="9360" y="851"/>
                  </a:cubicBezTo>
                  <a:cubicBezTo>
                    <a:pt x="9391" y="851"/>
                    <a:pt x="9423" y="836"/>
                    <a:pt x="9454" y="836"/>
                  </a:cubicBezTo>
                  <a:cubicBezTo>
                    <a:pt x="9486" y="851"/>
                    <a:pt x="9501" y="899"/>
                    <a:pt x="9532" y="914"/>
                  </a:cubicBezTo>
                  <a:cubicBezTo>
                    <a:pt x="9564" y="931"/>
                    <a:pt x="9627" y="899"/>
                    <a:pt x="9658" y="899"/>
                  </a:cubicBezTo>
                  <a:cubicBezTo>
                    <a:pt x="9675" y="883"/>
                    <a:pt x="9675" y="883"/>
                    <a:pt x="9690" y="883"/>
                  </a:cubicBezTo>
                  <a:cubicBezTo>
                    <a:pt x="9738" y="883"/>
                    <a:pt x="9769" y="883"/>
                    <a:pt x="9801" y="899"/>
                  </a:cubicBezTo>
                  <a:cubicBezTo>
                    <a:pt x="9864" y="899"/>
                    <a:pt x="9911" y="914"/>
                    <a:pt x="9974" y="931"/>
                  </a:cubicBezTo>
                  <a:cubicBezTo>
                    <a:pt x="10005" y="931"/>
                    <a:pt x="10037" y="946"/>
                    <a:pt x="10068" y="946"/>
                  </a:cubicBezTo>
                  <a:lnTo>
                    <a:pt x="10147" y="946"/>
                  </a:lnTo>
                  <a:cubicBezTo>
                    <a:pt x="10163" y="931"/>
                    <a:pt x="10194" y="931"/>
                    <a:pt x="10211" y="931"/>
                  </a:cubicBezTo>
                  <a:cubicBezTo>
                    <a:pt x="10242" y="962"/>
                    <a:pt x="10211" y="1009"/>
                    <a:pt x="10211" y="1040"/>
                  </a:cubicBezTo>
                  <a:cubicBezTo>
                    <a:pt x="10242" y="1040"/>
                    <a:pt x="10274" y="1009"/>
                    <a:pt x="10305" y="994"/>
                  </a:cubicBezTo>
                  <a:cubicBezTo>
                    <a:pt x="10337" y="994"/>
                    <a:pt x="10368" y="977"/>
                    <a:pt x="10383" y="994"/>
                  </a:cubicBezTo>
                  <a:cubicBezTo>
                    <a:pt x="10400" y="994"/>
                    <a:pt x="10400" y="1009"/>
                    <a:pt x="10415" y="1009"/>
                  </a:cubicBezTo>
                  <a:cubicBezTo>
                    <a:pt x="10431" y="1025"/>
                    <a:pt x="10478" y="1009"/>
                    <a:pt x="10494" y="994"/>
                  </a:cubicBezTo>
                  <a:cubicBezTo>
                    <a:pt x="10509" y="994"/>
                    <a:pt x="10526" y="977"/>
                    <a:pt x="10541" y="977"/>
                  </a:cubicBezTo>
                  <a:cubicBezTo>
                    <a:pt x="10557" y="977"/>
                    <a:pt x="10698" y="1057"/>
                    <a:pt x="10715" y="105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90" name="Google Shape;4990;p46"/>
            <p:cNvSpPr/>
            <p:nvPr/>
          </p:nvSpPr>
          <p:spPr>
            <a:xfrm>
              <a:off x="3515222" y="1418949"/>
              <a:ext cx="119800" cy="9573"/>
            </a:xfrm>
            <a:custGeom>
              <a:avLst/>
              <a:gdLst/>
              <a:ahLst/>
              <a:cxnLst/>
              <a:rect l="l" t="t" r="r" b="b"/>
              <a:pathLst>
                <a:path w="3767" h="301" extrusionOk="0">
                  <a:moveTo>
                    <a:pt x="3767" y="284"/>
                  </a:moveTo>
                  <a:cubicBezTo>
                    <a:pt x="3767" y="284"/>
                    <a:pt x="3767" y="300"/>
                    <a:pt x="3751" y="300"/>
                  </a:cubicBezTo>
                  <a:cubicBezTo>
                    <a:pt x="3767" y="300"/>
                    <a:pt x="3767" y="284"/>
                    <a:pt x="3767" y="284"/>
                  </a:cubicBezTo>
                  <a:close/>
                  <a:moveTo>
                    <a:pt x="49" y="0"/>
                  </a:moveTo>
                  <a:lnTo>
                    <a:pt x="17" y="0"/>
                  </a:lnTo>
                  <a:cubicBezTo>
                    <a:pt x="17" y="0"/>
                    <a:pt x="1" y="17"/>
                    <a:pt x="1" y="32"/>
                  </a:cubicBezTo>
                  <a:cubicBezTo>
                    <a:pt x="1" y="32"/>
                    <a:pt x="17" y="32"/>
                    <a:pt x="32" y="17"/>
                  </a:cubicBezTo>
                  <a:cubicBezTo>
                    <a:pt x="32" y="17"/>
                    <a:pt x="32" y="0"/>
                    <a:pt x="49" y="0"/>
                  </a:cubicBezTo>
                  <a:close/>
                </a:path>
              </a:pathLst>
            </a:custGeom>
            <a:solidFill>
              <a:srgbClr val="F7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91" name="Google Shape;4991;p46"/>
            <p:cNvSpPr/>
            <p:nvPr/>
          </p:nvSpPr>
          <p:spPr>
            <a:xfrm>
              <a:off x="3361419" y="1406927"/>
              <a:ext cx="335739" cy="261576"/>
            </a:xfrm>
            <a:custGeom>
              <a:avLst/>
              <a:gdLst/>
              <a:ahLst/>
              <a:cxnLst/>
              <a:rect l="l" t="t" r="r" b="b"/>
              <a:pathLst>
                <a:path w="10557" h="8225" extrusionOk="0">
                  <a:moveTo>
                    <a:pt x="8004" y="8083"/>
                  </a:moveTo>
                  <a:cubicBezTo>
                    <a:pt x="8019" y="8052"/>
                    <a:pt x="8036" y="8035"/>
                    <a:pt x="8067" y="8035"/>
                  </a:cubicBezTo>
                  <a:lnTo>
                    <a:pt x="8082" y="8035"/>
                  </a:lnTo>
                  <a:cubicBezTo>
                    <a:pt x="8099" y="8035"/>
                    <a:pt x="8114" y="8052"/>
                    <a:pt x="8130" y="8067"/>
                  </a:cubicBezTo>
                  <a:lnTo>
                    <a:pt x="8114" y="8067"/>
                  </a:lnTo>
                  <a:lnTo>
                    <a:pt x="8067" y="8067"/>
                  </a:lnTo>
                  <a:cubicBezTo>
                    <a:pt x="8036" y="8067"/>
                    <a:pt x="8019" y="8067"/>
                    <a:pt x="8004" y="8083"/>
                  </a:cubicBezTo>
                  <a:close/>
                  <a:moveTo>
                    <a:pt x="7484" y="7926"/>
                  </a:moveTo>
                  <a:lnTo>
                    <a:pt x="7515" y="7926"/>
                  </a:lnTo>
                  <a:lnTo>
                    <a:pt x="7532" y="7926"/>
                  </a:lnTo>
                  <a:cubicBezTo>
                    <a:pt x="7547" y="7926"/>
                    <a:pt x="7547" y="7941"/>
                    <a:pt x="7563" y="7941"/>
                  </a:cubicBezTo>
                  <a:cubicBezTo>
                    <a:pt x="7532" y="7941"/>
                    <a:pt x="7515" y="7926"/>
                    <a:pt x="7484" y="7926"/>
                  </a:cubicBezTo>
                  <a:close/>
                  <a:moveTo>
                    <a:pt x="6870" y="7846"/>
                  </a:moveTo>
                  <a:cubicBezTo>
                    <a:pt x="6885" y="7815"/>
                    <a:pt x="6916" y="7800"/>
                    <a:pt x="6948" y="7800"/>
                  </a:cubicBezTo>
                  <a:lnTo>
                    <a:pt x="6964" y="7800"/>
                  </a:lnTo>
                  <a:lnTo>
                    <a:pt x="6996" y="7831"/>
                  </a:lnTo>
                  <a:cubicBezTo>
                    <a:pt x="6996" y="7831"/>
                    <a:pt x="6996" y="7815"/>
                    <a:pt x="6979" y="7815"/>
                  </a:cubicBezTo>
                  <a:lnTo>
                    <a:pt x="6979" y="7815"/>
                  </a:lnTo>
                  <a:cubicBezTo>
                    <a:pt x="6948" y="7831"/>
                    <a:pt x="6933" y="7846"/>
                    <a:pt x="6916" y="7846"/>
                  </a:cubicBezTo>
                  <a:lnTo>
                    <a:pt x="6901" y="7846"/>
                  </a:lnTo>
                  <a:lnTo>
                    <a:pt x="6870" y="7846"/>
                  </a:lnTo>
                  <a:close/>
                  <a:moveTo>
                    <a:pt x="6349" y="7689"/>
                  </a:moveTo>
                  <a:lnTo>
                    <a:pt x="6381" y="7689"/>
                  </a:lnTo>
                  <a:lnTo>
                    <a:pt x="6397" y="7689"/>
                  </a:lnTo>
                  <a:cubicBezTo>
                    <a:pt x="6429" y="7705"/>
                    <a:pt x="6444" y="7720"/>
                    <a:pt x="6460" y="7737"/>
                  </a:cubicBezTo>
                  <a:lnTo>
                    <a:pt x="6444" y="7737"/>
                  </a:lnTo>
                  <a:cubicBezTo>
                    <a:pt x="6444" y="7752"/>
                    <a:pt x="6429" y="7768"/>
                    <a:pt x="6429" y="7768"/>
                  </a:cubicBezTo>
                  <a:cubicBezTo>
                    <a:pt x="6412" y="7768"/>
                    <a:pt x="6412" y="7752"/>
                    <a:pt x="6412" y="7737"/>
                  </a:cubicBezTo>
                  <a:cubicBezTo>
                    <a:pt x="6397" y="7720"/>
                    <a:pt x="6381" y="7720"/>
                    <a:pt x="6366" y="7705"/>
                  </a:cubicBezTo>
                  <a:cubicBezTo>
                    <a:pt x="6349" y="7705"/>
                    <a:pt x="6349" y="7689"/>
                    <a:pt x="6349" y="7689"/>
                  </a:cubicBezTo>
                  <a:close/>
                  <a:moveTo>
                    <a:pt x="5735" y="7674"/>
                  </a:moveTo>
                  <a:lnTo>
                    <a:pt x="5735" y="7642"/>
                  </a:lnTo>
                  <a:lnTo>
                    <a:pt x="5735" y="7642"/>
                  </a:lnTo>
                  <a:lnTo>
                    <a:pt x="5861" y="7674"/>
                  </a:lnTo>
                  <a:lnTo>
                    <a:pt x="5845" y="7689"/>
                  </a:lnTo>
                  <a:lnTo>
                    <a:pt x="5798" y="7689"/>
                  </a:lnTo>
                  <a:cubicBezTo>
                    <a:pt x="5782" y="7689"/>
                    <a:pt x="5751" y="7689"/>
                    <a:pt x="5735" y="7674"/>
                  </a:cubicBezTo>
                  <a:close/>
                  <a:moveTo>
                    <a:pt x="8744" y="7752"/>
                  </a:moveTo>
                  <a:lnTo>
                    <a:pt x="8729" y="7752"/>
                  </a:lnTo>
                  <a:cubicBezTo>
                    <a:pt x="8681" y="7752"/>
                    <a:pt x="8666" y="7705"/>
                    <a:pt x="8666" y="7657"/>
                  </a:cubicBezTo>
                  <a:cubicBezTo>
                    <a:pt x="8681" y="7611"/>
                    <a:pt x="8713" y="7594"/>
                    <a:pt x="8744" y="7594"/>
                  </a:cubicBezTo>
                  <a:lnTo>
                    <a:pt x="8776" y="7594"/>
                  </a:lnTo>
                  <a:cubicBezTo>
                    <a:pt x="8807" y="7594"/>
                    <a:pt x="8839" y="7642"/>
                    <a:pt x="8839" y="7689"/>
                  </a:cubicBezTo>
                  <a:cubicBezTo>
                    <a:pt x="8824" y="7737"/>
                    <a:pt x="8792" y="7752"/>
                    <a:pt x="8744" y="7752"/>
                  </a:cubicBezTo>
                  <a:close/>
                  <a:moveTo>
                    <a:pt x="5735" y="7642"/>
                  </a:moveTo>
                  <a:cubicBezTo>
                    <a:pt x="5735" y="7594"/>
                    <a:pt x="5782" y="7579"/>
                    <a:pt x="5814" y="7579"/>
                  </a:cubicBezTo>
                  <a:lnTo>
                    <a:pt x="5830" y="7579"/>
                  </a:lnTo>
                  <a:cubicBezTo>
                    <a:pt x="5861" y="7579"/>
                    <a:pt x="5893" y="7611"/>
                    <a:pt x="5893" y="7626"/>
                  </a:cubicBezTo>
                  <a:cubicBezTo>
                    <a:pt x="5893" y="7642"/>
                    <a:pt x="5877" y="7657"/>
                    <a:pt x="5861" y="7674"/>
                  </a:cubicBezTo>
                  <a:lnTo>
                    <a:pt x="5735" y="7642"/>
                  </a:lnTo>
                  <a:close/>
                  <a:moveTo>
                    <a:pt x="8193" y="7642"/>
                  </a:moveTo>
                  <a:lnTo>
                    <a:pt x="8177" y="7642"/>
                  </a:lnTo>
                  <a:cubicBezTo>
                    <a:pt x="8130" y="7626"/>
                    <a:pt x="8099" y="7579"/>
                    <a:pt x="8099" y="7548"/>
                  </a:cubicBezTo>
                  <a:cubicBezTo>
                    <a:pt x="8114" y="7500"/>
                    <a:pt x="8145" y="7468"/>
                    <a:pt x="8193" y="7468"/>
                  </a:cubicBezTo>
                  <a:lnTo>
                    <a:pt x="8208" y="7468"/>
                  </a:lnTo>
                  <a:cubicBezTo>
                    <a:pt x="8256" y="7485"/>
                    <a:pt x="8288" y="7531"/>
                    <a:pt x="8271" y="7579"/>
                  </a:cubicBezTo>
                  <a:cubicBezTo>
                    <a:pt x="8256" y="7611"/>
                    <a:pt x="8225" y="7642"/>
                    <a:pt x="8193" y="7642"/>
                  </a:cubicBezTo>
                  <a:close/>
                  <a:moveTo>
                    <a:pt x="7626" y="7531"/>
                  </a:moveTo>
                  <a:lnTo>
                    <a:pt x="7610" y="7531"/>
                  </a:lnTo>
                  <a:cubicBezTo>
                    <a:pt x="7563" y="7516"/>
                    <a:pt x="7532" y="7468"/>
                    <a:pt x="7547" y="7422"/>
                  </a:cubicBezTo>
                  <a:cubicBezTo>
                    <a:pt x="7547" y="7390"/>
                    <a:pt x="7578" y="7359"/>
                    <a:pt x="7626" y="7359"/>
                  </a:cubicBezTo>
                  <a:lnTo>
                    <a:pt x="7641" y="7359"/>
                  </a:lnTo>
                  <a:cubicBezTo>
                    <a:pt x="7689" y="7374"/>
                    <a:pt x="7721" y="7405"/>
                    <a:pt x="7704" y="7453"/>
                  </a:cubicBezTo>
                  <a:cubicBezTo>
                    <a:pt x="7704" y="7500"/>
                    <a:pt x="7658" y="7531"/>
                    <a:pt x="7626" y="7531"/>
                  </a:cubicBezTo>
                  <a:close/>
                  <a:moveTo>
                    <a:pt x="4616" y="7374"/>
                  </a:moveTo>
                  <a:cubicBezTo>
                    <a:pt x="4633" y="7359"/>
                    <a:pt x="4664" y="7342"/>
                    <a:pt x="4679" y="7342"/>
                  </a:cubicBezTo>
                  <a:lnTo>
                    <a:pt x="4696" y="7342"/>
                  </a:lnTo>
                  <a:cubicBezTo>
                    <a:pt x="4742" y="7359"/>
                    <a:pt x="4759" y="7374"/>
                    <a:pt x="4774" y="7405"/>
                  </a:cubicBezTo>
                  <a:lnTo>
                    <a:pt x="4742" y="7405"/>
                  </a:lnTo>
                  <a:lnTo>
                    <a:pt x="4696" y="7405"/>
                  </a:lnTo>
                  <a:cubicBezTo>
                    <a:pt x="4679" y="7390"/>
                    <a:pt x="4648" y="7390"/>
                    <a:pt x="4616" y="7374"/>
                  </a:cubicBezTo>
                  <a:close/>
                  <a:moveTo>
                    <a:pt x="7059" y="7405"/>
                  </a:moveTo>
                  <a:lnTo>
                    <a:pt x="7043" y="7405"/>
                  </a:lnTo>
                  <a:cubicBezTo>
                    <a:pt x="6996" y="7405"/>
                    <a:pt x="6964" y="7359"/>
                    <a:pt x="6979" y="7311"/>
                  </a:cubicBezTo>
                  <a:cubicBezTo>
                    <a:pt x="6979" y="7264"/>
                    <a:pt x="7027" y="7248"/>
                    <a:pt x="7059" y="7248"/>
                  </a:cubicBezTo>
                  <a:lnTo>
                    <a:pt x="7074" y="7248"/>
                  </a:lnTo>
                  <a:cubicBezTo>
                    <a:pt x="7122" y="7248"/>
                    <a:pt x="7153" y="7296"/>
                    <a:pt x="7137" y="7342"/>
                  </a:cubicBezTo>
                  <a:cubicBezTo>
                    <a:pt x="7137" y="7390"/>
                    <a:pt x="7106" y="7405"/>
                    <a:pt x="7059" y="7405"/>
                  </a:cubicBezTo>
                  <a:close/>
                  <a:moveTo>
                    <a:pt x="4065" y="7248"/>
                  </a:moveTo>
                  <a:cubicBezTo>
                    <a:pt x="4080" y="7233"/>
                    <a:pt x="4097" y="7233"/>
                    <a:pt x="4128" y="7233"/>
                  </a:cubicBezTo>
                  <a:lnTo>
                    <a:pt x="4143" y="7233"/>
                  </a:lnTo>
                  <a:cubicBezTo>
                    <a:pt x="4160" y="7233"/>
                    <a:pt x="4175" y="7233"/>
                    <a:pt x="4175" y="7248"/>
                  </a:cubicBezTo>
                  <a:cubicBezTo>
                    <a:pt x="4160" y="7264"/>
                    <a:pt x="4143" y="7264"/>
                    <a:pt x="4128" y="7264"/>
                  </a:cubicBezTo>
                  <a:cubicBezTo>
                    <a:pt x="4112" y="7264"/>
                    <a:pt x="4097" y="7248"/>
                    <a:pt x="4065" y="7248"/>
                  </a:cubicBezTo>
                  <a:close/>
                  <a:moveTo>
                    <a:pt x="9359" y="7264"/>
                  </a:moveTo>
                  <a:cubicBezTo>
                    <a:pt x="9343" y="7248"/>
                    <a:pt x="9343" y="7233"/>
                    <a:pt x="9343" y="7201"/>
                  </a:cubicBezTo>
                  <a:lnTo>
                    <a:pt x="9359" y="7216"/>
                  </a:lnTo>
                  <a:lnTo>
                    <a:pt x="9359" y="7233"/>
                  </a:lnTo>
                  <a:lnTo>
                    <a:pt x="9359" y="7264"/>
                  </a:lnTo>
                  <a:close/>
                  <a:moveTo>
                    <a:pt x="9343" y="7201"/>
                  </a:moveTo>
                  <a:lnTo>
                    <a:pt x="9343" y="7201"/>
                  </a:lnTo>
                  <a:cubicBezTo>
                    <a:pt x="9359" y="7201"/>
                    <a:pt x="9359" y="7185"/>
                    <a:pt x="9359" y="7170"/>
                  </a:cubicBezTo>
                  <a:lnTo>
                    <a:pt x="9359" y="7216"/>
                  </a:lnTo>
                  <a:lnTo>
                    <a:pt x="9343" y="7201"/>
                  </a:lnTo>
                  <a:close/>
                  <a:moveTo>
                    <a:pt x="6492" y="7296"/>
                  </a:moveTo>
                  <a:lnTo>
                    <a:pt x="6475" y="7296"/>
                  </a:lnTo>
                  <a:cubicBezTo>
                    <a:pt x="6429" y="7279"/>
                    <a:pt x="6397" y="7233"/>
                    <a:pt x="6412" y="7201"/>
                  </a:cubicBezTo>
                  <a:cubicBezTo>
                    <a:pt x="6412" y="7153"/>
                    <a:pt x="6460" y="7122"/>
                    <a:pt x="6492" y="7122"/>
                  </a:cubicBezTo>
                  <a:lnTo>
                    <a:pt x="6507" y="7122"/>
                  </a:lnTo>
                  <a:cubicBezTo>
                    <a:pt x="6555" y="7138"/>
                    <a:pt x="6586" y="7185"/>
                    <a:pt x="6570" y="7233"/>
                  </a:cubicBezTo>
                  <a:cubicBezTo>
                    <a:pt x="6570" y="7264"/>
                    <a:pt x="6538" y="7296"/>
                    <a:pt x="6492" y="7296"/>
                  </a:cubicBezTo>
                  <a:close/>
                  <a:moveTo>
                    <a:pt x="3561" y="7107"/>
                  </a:moveTo>
                  <a:lnTo>
                    <a:pt x="3561" y="7107"/>
                  </a:lnTo>
                  <a:lnTo>
                    <a:pt x="3576" y="7107"/>
                  </a:lnTo>
                  <a:cubicBezTo>
                    <a:pt x="3608" y="7122"/>
                    <a:pt x="3624" y="7138"/>
                    <a:pt x="3639" y="7170"/>
                  </a:cubicBezTo>
                  <a:cubicBezTo>
                    <a:pt x="3608" y="7153"/>
                    <a:pt x="3593" y="7122"/>
                    <a:pt x="3561" y="7107"/>
                  </a:cubicBezTo>
                  <a:close/>
                  <a:moveTo>
                    <a:pt x="8870" y="7201"/>
                  </a:moveTo>
                  <a:cubicBezTo>
                    <a:pt x="8870" y="7201"/>
                    <a:pt x="8855" y="7201"/>
                    <a:pt x="8855" y="7185"/>
                  </a:cubicBezTo>
                  <a:cubicBezTo>
                    <a:pt x="8807" y="7185"/>
                    <a:pt x="8776" y="7138"/>
                    <a:pt x="8792" y="7090"/>
                  </a:cubicBezTo>
                  <a:lnTo>
                    <a:pt x="8792" y="7090"/>
                  </a:lnTo>
                  <a:lnTo>
                    <a:pt x="8950" y="7122"/>
                  </a:lnTo>
                  <a:lnTo>
                    <a:pt x="8950" y="7122"/>
                  </a:lnTo>
                  <a:cubicBezTo>
                    <a:pt x="8950" y="7170"/>
                    <a:pt x="8902" y="7201"/>
                    <a:pt x="8870" y="7201"/>
                  </a:cubicBezTo>
                  <a:close/>
                  <a:moveTo>
                    <a:pt x="8792" y="7090"/>
                  </a:moveTo>
                  <a:cubicBezTo>
                    <a:pt x="8792" y="7059"/>
                    <a:pt x="8824" y="7027"/>
                    <a:pt x="8870" y="7027"/>
                  </a:cubicBezTo>
                  <a:lnTo>
                    <a:pt x="8887" y="7027"/>
                  </a:lnTo>
                  <a:cubicBezTo>
                    <a:pt x="8933" y="7043"/>
                    <a:pt x="8965" y="7075"/>
                    <a:pt x="8950" y="7122"/>
                  </a:cubicBezTo>
                  <a:lnTo>
                    <a:pt x="8792" y="7090"/>
                  </a:lnTo>
                  <a:close/>
                  <a:moveTo>
                    <a:pt x="5924" y="7185"/>
                  </a:moveTo>
                  <a:lnTo>
                    <a:pt x="5908" y="7185"/>
                  </a:lnTo>
                  <a:cubicBezTo>
                    <a:pt x="5861" y="7170"/>
                    <a:pt x="5845" y="7122"/>
                    <a:pt x="5845" y="7075"/>
                  </a:cubicBezTo>
                  <a:cubicBezTo>
                    <a:pt x="5861" y="7043"/>
                    <a:pt x="5893" y="7012"/>
                    <a:pt x="5924" y="7012"/>
                  </a:cubicBezTo>
                  <a:lnTo>
                    <a:pt x="5940" y="7012"/>
                  </a:lnTo>
                  <a:cubicBezTo>
                    <a:pt x="5988" y="7027"/>
                    <a:pt x="6019" y="7059"/>
                    <a:pt x="6019" y="7107"/>
                  </a:cubicBezTo>
                  <a:cubicBezTo>
                    <a:pt x="6003" y="7153"/>
                    <a:pt x="5971" y="7185"/>
                    <a:pt x="5924" y="7185"/>
                  </a:cubicBezTo>
                  <a:close/>
                  <a:moveTo>
                    <a:pt x="2962" y="6996"/>
                  </a:moveTo>
                  <a:lnTo>
                    <a:pt x="2994" y="6996"/>
                  </a:lnTo>
                  <a:lnTo>
                    <a:pt x="3009" y="6996"/>
                  </a:lnTo>
                  <a:cubicBezTo>
                    <a:pt x="3025" y="6996"/>
                    <a:pt x="3041" y="7012"/>
                    <a:pt x="3057" y="7027"/>
                  </a:cubicBezTo>
                  <a:lnTo>
                    <a:pt x="3025" y="7027"/>
                  </a:lnTo>
                  <a:cubicBezTo>
                    <a:pt x="2994" y="7027"/>
                    <a:pt x="2978" y="7027"/>
                    <a:pt x="2962" y="7012"/>
                  </a:cubicBezTo>
                  <a:lnTo>
                    <a:pt x="2962" y="6996"/>
                  </a:lnTo>
                  <a:close/>
                  <a:moveTo>
                    <a:pt x="8303" y="7075"/>
                  </a:moveTo>
                  <a:lnTo>
                    <a:pt x="8288" y="7075"/>
                  </a:lnTo>
                  <a:cubicBezTo>
                    <a:pt x="8240" y="7075"/>
                    <a:pt x="8208" y="7027"/>
                    <a:pt x="8225" y="6980"/>
                  </a:cubicBezTo>
                  <a:lnTo>
                    <a:pt x="8225" y="6980"/>
                  </a:lnTo>
                  <a:lnTo>
                    <a:pt x="8382" y="7012"/>
                  </a:lnTo>
                  <a:lnTo>
                    <a:pt x="8382" y="7012"/>
                  </a:lnTo>
                  <a:cubicBezTo>
                    <a:pt x="8382" y="7043"/>
                    <a:pt x="8334" y="7075"/>
                    <a:pt x="8303" y="7075"/>
                  </a:cubicBezTo>
                  <a:close/>
                  <a:moveTo>
                    <a:pt x="8225" y="6980"/>
                  </a:moveTo>
                  <a:cubicBezTo>
                    <a:pt x="8225" y="6933"/>
                    <a:pt x="8256" y="6901"/>
                    <a:pt x="8303" y="6901"/>
                  </a:cubicBezTo>
                  <a:lnTo>
                    <a:pt x="8319" y="6917"/>
                  </a:lnTo>
                  <a:cubicBezTo>
                    <a:pt x="8366" y="6917"/>
                    <a:pt x="8397" y="6964"/>
                    <a:pt x="8382" y="7012"/>
                  </a:cubicBezTo>
                  <a:lnTo>
                    <a:pt x="8225" y="6980"/>
                  </a:lnTo>
                  <a:close/>
                  <a:moveTo>
                    <a:pt x="5372" y="7059"/>
                  </a:moveTo>
                  <a:lnTo>
                    <a:pt x="5341" y="7059"/>
                  </a:lnTo>
                  <a:cubicBezTo>
                    <a:pt x="5309" y="7059"/>
                    <a:pt x="5278" y="7012"/>
                    <a:pt x="5278" y="6964"/>
                  </a:cubicBezTo>
                  <a:cubicBezTo>
                    <a:pt x="5294" y="6917"/>
                    <a:pt x="5326" y="6901"/>
                    <a:pt x="5372" y="6901"/>
                  </a:cubicBezTo>
                  <a:lnTo>
                    <a:pt x="5389" y="6901"/>
                  </a:lnTo>
                  <a:cubicBezTo>
                    <a:pt x="5435" y="6901"/>
                    <a:pt x="5452" y="6949"/>
                    <a:pt x="5452" y="6996"/>
                  </a:cubicBezTo>
                  <a:cubicBezTo>
                    <a:pt x="5435" y="7043"/>
                    <a:pt x="5404" y="7059"/>
                    <a:pt x="5372" y="7059"/>
                  </a:cubicBezTo>
                  <a:close/>
                  <a:moveTo>
                    <a:pt x="7736" y="6964"/>
                  </a:moveTo>
                  <a:lnTo>
                    <a:pt x="7721" y="6964"/>
                  </a:lnTo>
                  <a:cubicBezTo>
                    <a:pt x="7673" y="6949"/>
                    <a:pt x="7641" y="6901"/>
                    <a:pt x="7658" y="6854"/>
                  </a:cubicBezTo>
                  <a:lnTo>
                    <a:pt x="7815" y="6901"/>
                  </a:lnTo>
                  <a:cubicBezTo>
                    <a:pt x="7815" y="6933"/>
                    <a:pt x="7784" y="6964"/>
                    <a:pt x="7736" y="6964"/>
                  </a:cubicBezTo>
                  <a:close/>
                  <a:moveTo>
                    <a:pt x="7658" y="6854"/>
                  </a:moveTo>
                  <a:lnTo>
                    <a:pt x="7658" y="6854"/>
                  </a:lnTo>
                  <a:cubicBezTo>
                    <a:pt x="7658" y="6823"/>
                    <a:pt x="7704" y="6791"/>
                    <a:pt x="7736" y="6791"/>
                  </a:cubicBezTo>
                  <a:lnTo>
                    <a:pt x="7752" y="6791"/>
                  </a:lnTo>
                  <a:cubicBezTo>
                    <a:pt x="7799" y="6807"/>
                    <a:pt x="7830" y="6854"/>
                    <a:pt x="7815" y="6901"/>
                  </a:cubicBezTo>
                  <a:lnTo>
                    <a:pt x="7815" y="6901"/>
                  </a:lnTo>
                  <a:lnTo>
                    <a:pt x="7658" y="6854"/>
                  </a:lnTo>
                  <a:close/>
                  <a:moveTo>
                    <a:pt x="4805" y="6949"/>
                  </a:moveTo>
                  <a:lnTo>
                    <a:pt x="4790" y="6949"/>
                  </a:lnTo>
                  <a:cubicBezTo>
                    <a:pt x="4742" y="6933"/>
                    <a:pt x="4711" y="6886"/>
                    <a:pt x="4711" y="6838"/>
                  </a:cubicBezTo>
                  <a:cubicBezTo>
                    <a:pt x="4727" y="6807"/>
                    <a:pt x="4759" y="6775"/>
                    <a:pt x="4805" y="6775"/>
                  </a:cubicBezTo>
                  <a:lnTo>
                    <a:pt x="4822" y="6775"/>
                  </a:lnTo>
                  <a:cubicBezTo>
                    <a:pt x="4868" y="6791"/>
                    <a:pt x="4900" y="6838"/>
                    <a:pt x="4885" y="6886"/>
                  </a:cubicBezTo>
                  <a:cubicBezTo>
                    <a:pt x="4868" y="6917"/>
                    <a:pt x="4837" y="6949"/>
                    <a:pt x="4805" y="6949"/>
                  </a:cubicBezTo>
                  <a:close/>
                  <a:moveTo>
                    <a:pt x="1797" y="6807"/>
                  </a:moveTo>
                  <a:cubicBezTo>
                    <a:pt x="1812" y="6775"/>
                    <a:pt x="1828" y="6760"/>
                    <a:pt x="1860" y="6760"/>
                  </a:cubicBezTo>
                  <a:lnTo>
                    <a:pt x="1875" y="6760"/>
                  </a:lnTo>
                  <a:cubicBezTo>
                    <a:pt x="1891" y="6775"/>
                    <a:pt x="1906" y="6775"/>
                    <a:pt x="1923" y="6791"/>
                  </a:cubicBezTo>
                  <a:lnTo>
                    <a:pt x="1906" y="6791"/>
                  </a:lnTo>
                  <a:lnTo>
                    <a:pt x="1906" y="6791"/>
                  </a:lnTo>
                  <a:cubicBezTo>
                    <a:pt x="1875" y="6791"/>
                    <a:pt x="1828" y="6791"/>
                    <a:pt x="1797" y="6807"/>
                  </a:cubicBezTo>
                  <a:close/>
                  <a:moveTo>
                    <a:pt x="7169" y="6854"/>
                  </a:moveTo>
                  <a:cubicBezTo>
                    <a:pt x="7169" y="6854"/>
                    <a:pt x="7169" y="6838"/>
                    <a:pt x="7153" y="6838"/>
                  </a:cubicBezTo>
                  <a:cubicBezTo>
                    <a:pt x="7106" y="6838"/>
                    <a:pt x="7090" y="6791"/>
                    <a:pt x="7090" y="6744"/>
                  </a:cubicBezTo>
                  <a:lnTo>
                    <a:pt x="7263" y="6775"/>
                  </a:lnTo>
                  <a:cubicBezTo>
                    <a:pt x="7248" y="6823"/>
                    <a:pt x="7216" y="6854"/>
                    <a:pt x="7169" y="6854"/>
                  </a:cubicBezTo>
                  <a:close/>
                  <a:moveTo>
                    <a:pt x="7090" y="6744"/>
                  </a:moveTo>
                  <a:lnTo>
                    <a:pt x="7090" y="6744"/>
                  </a:lnTo>
                  <a:cubicBezTo>
                    <a:pt x="7106" y="6712"/>
                    <a:pt x="7137" y="6680"/>
                    <a:pt x="7169" y="6680"/>
                  </a:cubicBezTo>
                  <a:lnTo>
                    <a:pt x="7185" y="6680"/>
                  </a:lnTo>
                  <a:cubicBezTo>
                    <a:pt x="7232" y="6680"/>
                    <a:pt x="7263" y="6728"/>
                    <a:pt x="7263" y="6775"/>
                  </a:cubicBezTo>
                  <a:lnTo>
                    <a:pt x="7263" y="6775"/>
                  </a:lnTo>
                  <a:lnTo>
                    <a:pt x="7090" y="6744"/>
                  </a:lnTo>
                  <a:close/>
                  <a:moveTo>
                    <a:pt x="4238" y="6838"/>
                  </a:moveTo>
                  <a:cubicBezTo>
                    <a:pt x="4238" y="6838"/>
                    <a:pt x="4223" y="6838"/>
                    <a:pt x="4223" y="6823"/>
                  </a:cubicBezTo>
                  <a:cubicBezTo>
                    <a:pt x="4175" y="6823"/>
                    <a:pt x="4143" y="6775"/>
                    <a:pt x="4160" y="6728"/>
                  </a:cubicBezTo>
                  <a:cubicBezTo>
                    <a:pt x="4160" y="6697"/>
                    <a:pt x="4191" y="6665"/>
                    <a:pt x="4238" y="6665"/>
                  </a:cubicBezTo>
                  <a:lnTo>
                    <a:pt x="4254" y="6665"/>
                  </a:lnTo>
                  <a:cubicBezTo>
                    <a:pt x="4301" y="6680"/>
                    <a:pt x="4333" y="6712"/>
                    <a:pt x="4317" y="6760"/>
                  </a:cubicBezTo>
                  <a:cubicBezTo>
                    <a:pt x="4317" y="6807"/>
                    <a:pt x="4270" y="6838"/>
                    <a:pt x="4238" y="6838"/>
                  </a:cubicBezTo>
                  <a:close/>
                  <a:moveTo>
                    <a:pt x="1229" y="6680"/>
                  </a:moveTo>
                  <a:cubicBezTo>
                    <a:pt x="1244" y="6665"/>
                    <a:pt x="1276" y="6649"/>
                    <a:pt x="1292" y="6649"/>
                  </a:cubicBezTo>
                  <a:lnTo>
                    <a:pt x="1324" y="6649"/>
                  </a:lnTo>
                  <a:cubicBezTo>
                    <a:pt x="1355" y="6665"/>
                    <a:pt x="1387" y="6697"/>
                    <a:pt x="1387" y="6744"/>
                  </a:cubicBezTo>
                  <a:cubicBezTo>
                    <a:pt x="1355" y="6728"/>
                    <a:pt x="1339" y="6728"/>
                    <a:pt x="1324" y="6712"/>
                  </a:cubicBezTo>
                  <a:cubicBezTo>
                    <a:pt x="1292" y="6697"/>
                    <a:pt x="1261" y="6697"/>
                    <a:pt x="1229" y="6680"/>
                  </a:cubicBezTo>
                  <a:close/>
                  <a:moveTo>
                    <a:pt x="6618" y="6728"/>
                  </a:moveTo>
                  <a:lnTo>
                    <a:pt x="6586" y="6728"/>
                  </a:lnTo>
                  <a:cubicBezTo>
                    <a:pt x="6555" y="6712"/>
                    <a:pt x="6523" y="6680"/>
                    <a:pt x="6523" y="6634"/>
                  </a:cubicBezTo>
                  <a:lnTo>
                    <a:pt x="6523" y="6634"/>
                  </a:lnTo>
                  <a:lnTo>
                    <a:pt x="6696" y="6665"/>
                  </a:lnTo>
                  <a:lnTo>
                    <a:pt x="6696" y="6665"/>
                  </a:lnTo>
                  <a:cubicBezTo>
                    <a:pt x="6681" y="6697"/>
                    <a:pt x="6649" y="6728"/>
                    <a:pt x="6618" y="6728"/>
                  </a:cubicBezTo>
                  <a:close/>
                  <a:moveTo>
                    <a:pt x="6523" y="6634"/>
                  </a:moveTo>
                  <a:cubicBezTo>
                    <a:pt x="6538" y="6586"/>
                    <a:pt x="6570" y="6554"/>
                    <a:pt x="6618" y="6554"/>
                  </a:cubicBezTo>
                  <a:lnTo>
                    <a:pt x="6633" y="6571"/>
                  </a:lnTo>
                  <a:cubicBezTo>
                    <a:pt x="6681" y="6571"/>
                    <a:pt x="6696" y="6617"/>
                    <a:pt x="6696" y="6665"/>
                  </a:cubicBezTo>
                  <a:lnTo>
                    <a:pt x="6523" y="6634"/>
                  </a:lnTo>
                  <a:close/>
                  <a:moveTo>
                    <a:pt x="3671" y="6712"/>
                  </a:moveTo>
                  <a:lnTo>
                    <a:pt x="3656" y="6712"/>
                  </a:lnTo>
                  <a:cubicBezTo>
                    <a:pt x="3608" y="6712"/>
                    <a:pt x="3576" y="6665"/>
                    <a:pt x="3593" y="6617"/>
                  </a:cubicBezTo>
                  <a:cubicBezTo>
                    <a:pt x="3593" y="6571"/>
                    <a:pt x="3639" y="6539"/>
                    <a:pt x="3671" y="6539"/>
                  </a:cubicBezTo>
                  <a:lnTo>
                    <a:pt x="3687" y="6554"/>
                  </a:lnTo>
                  <a:cubicBezTo>
                    <a:pt x="3734" y="6554"/>
                    <a:pt x="3765" y="6602"/>
                    <a:pt x="3750" y="6649"/>
                  </a:cubicBezTo>
                  <a:cubicBezTo>
                    <a:pt x="3750" y="6680"/>
                    <a:pt x="3719" y="6712"/>
                    <a:pt x="3671" y="6712"/>
                  </a:cubicBezTo>
                  <a:close/>
                  <a:moveTo>
                    <a:pt x="6051" y="6617"/>
                  </a:moveTo>
                  <a:lnTo>
                    <a:pt x="6034" y="6617"/>
                  </a:lnTo>
                  <a:cubicBezTo>
                    <a:pt x="5988" y="6602"/>
                    <a:pt x="5956" y="6554"/>
                    <a:pt x="5956" y="6508"/>
                  </a:cubicBezTo>
                  <a:lnTo>
                    <a:pt x="5956" y="6508"/>
                  </a:lnTo>
                  <a:lnTo>
                    <a:pt x="6129" y="6554"/>
                  </a:lnTo>
                  <a:lnTo>
                    <a:pt x="6129" y="6554"/>
                  </a:lnTo>
                  <a:cubicBezTo>
                    <a:pt x="6114" y="6586"/>
                    <a:pt x="6082" y="6617"/>
                    <a:pt x="6051" y="6617"/>
                  </a:cubicBezTo>
                  <a:close/>
                  <a:moveTo>
                    <a:pt x="8981" y="6634"/>
                  </a:moveTo>
                  <a:lnTo>
                    <a:pt x="8965" y="6634"/>
                  </a:lnTo>
                  <a:cubicBezTo>
                    <a:pt x="8918" y="6617"/>
                    <a:pt x="8887" y="6571"/>
                    <a:pt x="8902" y="6523"/>
                  </a:cubicBezTo>
                  <a:cubicBezTo>
                    <a:pt x="8902" y="6491"/>
                    <a:pt x="8950" y="6460"/>
                    <a:pt x="8981" y="6460"/>
                  </a:cubicBezTo>
                  <a:lnTo>
                    <a:pt x="8996" y="6460"/>
                  </a:lnTo>
                  <a:cubicBezTo>
                    <a:pt x="9044" y="6476"/>
                    <a:pt x="9076" y="6523"/>
                    <a:pt x="9059" y="6554"/>
                  </a:cubicBezTo>
                  <a:cubicBezTo>
                    <a:pt x="9059" y="6602"/>
                    <a:pt x="9028" y="6634"/>
                    <a:pt x="8981" y="6634"/>
                  </a:cubicBezTo>
                  <a:close/>
                  <a:moveTo>
                    <a:pt x="5956" y="6508"/>
                  </a:moveTo>
                  <a:cubicBezTo>
                    <a:pt x="5971" y="6476"/>
                    <a:pt x="6003" y="6445"/>
                    <a:pt x="6051" y="6445"/>
                  </a:cubicBezTo>
                  <a:lnTo>
                    <a:pt x="6066" y="6445"/>
                  </a:lnTo>
                  <a:cubicBezTo>
                    <a:pt x="6114" y="6460"/>
                    <a:pt x="6145" y="6508"/>
                    <a:pt x="6129" y="6554"/>
                  </a:cubicBezTo>
                  <a:lnTo>
                    <a:pt x="5956" y="6508"/>
                  </a:lnTo>
                  <a:close/>
                  <a:moveTo>
                    <a:pt x="3104" y="6602"/>
                  </a:moveTo>
                  <a:lnTo>
                    <a:pt x="3088" y="6602"/>
                  </a:lnTo>
                  <a:cubicBezTo>
                    <a:pt x="3041" y="6586"/>
                    <a:pt x="3009" y="6539"/>
                    <a:pt x="3025" y="6491"/>
                  </a:cubicBezTo>
                  <a:cubicBezTo>
                    <a:pt x="3041" y="6460"/>
                    <a:pt x="3072" y="6428"/>
                    <a:pt x="3104" y="6428"/>
                  </a:cubicBezTo>
                  <a:lnTo>
                    <a:pt x="3120" y="6428"/>
                  </a:lnTo>
                  <a:cubicBezTo>
                    <a:pt x="3167" y="6445"/>
                    <a:pt x="3198" y="6491"/>
                    <a:pt x="3183" y="6539"/>
                  </a:cubicBezTo>
                  <a:cubicBezTo>
                    <a:pt x="3183" y="6571"/>
                    <a:pt x="3151" y="6602"/>
                    <a:pt x="3104" y="6602"/>
                  </a:cubicBezTo>
                  <a:close/>
                  <a:moveTo>
                    <a:pt x="95" y="6476"/>
                  </a:moveTo>
                  <a:cubicBezTo>
                    <a:pt x="95" y="6445"/>
                    <a:pt x="126" y="6413"/>
                    <a:pt x="173" y="6413"/>
                  </a:cubicBezTo>
                  <a:lnTo>
                    <a:pt x="189" y="6413"/>
                  </a:lnTo>
                  <a:cubicBezTo>
                    <a:pt x="221" y="6428"/>
                    <a:pt x="252" y="6460"/>
                    <a:pt x="252" y="6491"/>
                  </a:cubicBezTo>
                  <a:cubicBezTo>
                    <a:pt x="252" y="6491"/>
                    <a:pt x="236" y="6508"/>
                    <a:pt x="221" y="6508"/>
                  </a:cubicBezTo>
                  <a:lnTo>
                    <a:pt x="95" y="6476"/>
                  </a:lnTo>
                  <a:close/>
                  <a:moveTo>
                    <a:pt x="5483" y="6491"/>
                  </a:moveTo>
                  <a:lnTo>
                    <a:pt x="5467" y="6491"/>
                  </a:lnTo>
                  <a:cubicBezTo>
                    <a:pt x="5420" y="6491"/>
                    <a:pt x="5389" y="6445"/>
                    <a:pt x="5404" y="6397"/>
                  </a:cubicBezTo>
                  <a:lnTo>
                    <a:pt x="5404" y="6397"/>
                  </a:lnTo>
                  <a:lnTo>
                    <a:pt x="5561" y="6428"/>
                  </a:lnTo>
                  <a:lnTo>
                    <a:pt x="5561" y="6428"/>
                  </a:lnTo>
                  <a:cubicBezTo>
                    <a:pt x="5561" y="6476"/>
                    <a:pt x="5515" y="6491"/>
                    <a:pt x="5483" y="6491"/>
                  </a:cubicBezTo>
                  <a:close/>
                  <a:moveTo>
                    <a:pt x="8414" y="6508"/>
                  </a:moveTo>
                  <a:lnTo>
                    <a:pt x="8397" y="6508"/>
                  </a:lnTo>
                  <a:cubicBezTo>
                    <a:pt x="8351" y="6508"/>
                    <a:pt x="8334" y="6460"/>
                    <a:pt x="8334" y="6413"/>
                  </a:cubicBezTo>
                  <a:cubicBezTo>
                    <a:pt x="8351" y="6365"/>
                    <a:pt x="8382" y="6350"/>
                    <a:pt x="8414" y="6350"/>
                  </a:cubicBezTo>
                  <a:lnTo>
                    <a:pt x="8429" y="6350"/>
                  </a:lnTo>
                  <a:cubicBezTo>
                    <a:pt x="8477" y="6350"/>
                    <a:pt x="8508" y="6397"/>
                    <a:pt x="8508" y="6445"/>
                  </a:cubicBezTo>
                  <a:cubicBezTo>
                    <a:pt x="8492" y="6491"/>
                    <a:pt x="8461" y="6508"/>
                    <a:pt x="8414" y="6508"/>
                  </a:cubicBezTo>
                  <a:close/>
                  <a:moveTo>
                    <a:pt x="5404" y="6397"/>
                  </a:moveTo>
                  <a:cubicBezTo>
                    <a:pt x="5404" y="6350"/>
                    <a:pt x="5435" y="6334"/>
                    <a:pt x="5483" y="6334"/>
                  </a:cubicBezTo>
                  <a:lnTo>
                    <a:pt x="5498" y="6334"/>
                  </a:lnTo>
                  <a:cubicBezTo>
                    <a:pt x="5546" y="6334"/>
                    <a:pt x="5578" y="6382"/>
                    <a:pt x="5561" y="6428"/>
                  </a:cubicBezTo>
                  <a:lnTo>
                    <a:pt x="5404" y="6397"/>
                  </a:lnTo>
                  <a:close/>
                  <a:moveTo>
                    <a:pt x="2536" y="6491"/>
                  </a:moveTo>
                  <a:cubicBezTo>
                    <a:pt x="2536" y="6491"/>
                    <a:pt x="2536" y="6476"/>
                    <a:pt x="2521" y="6476"/>
                  </a:cubicBezTo>
                  <a:cubicBezTo>
                    <a:pt x="2473" y="6476"/>
                    <a:pt x="2458" y="6428"/>
                    <a:pt x="2458" y="6382"/>
                  </a:cubicBezTo>
                  <a:cubicBezTo>
                    <a:pt x="2473" y="6350"/>
                    <a:pt x="2505" y="6319"/>
                    <a:pt x="2536" y="6319"/>
                  </a:cubicBezTo>
                  <a:lnTo>
                    <a:pt x="2568" y="6319"/>
                  </a:lnTo>
                  <a:cubicBezTo>
                    <a:pt x="2599" y="6319"/>
                    <a:pt x="2631" y="6365"/>
                    <a:pt x="2631" y="6413"/>
                  </a:cubicBezTo>
                  <a:cubicBezTo>
                    <a:pt x="2616" y="6460"/>
                    <a:pt x="2584" y="6491"/>
                    <a:pt x="2536" y="6491"/>
                  </a:cubicBezTo>
                  <a:close/>
                  <a:moveTo>
                    <a:pt x="4916" y="6382"/>
                  </a:moveTo>
                  <a:lnTo>
                    <a:pt x="4900" y="6382"/>
                  </a:lnTo>
                  <a:cubicBezTo>
                    <a:pt x="4853" y="6365"/>
                    <a:pt x="4822" y="6334"/>
                    <a:pt x="4837" y="6287"/>
                  </a:cubicBezTo>
                  <a:lnTo>
                    <a:pt x="4837" y="6287"/>
                  </a:lnTo>
                  <a:lnTo>
                    <a:pt x="4994" y="6319"/>
                  </a:lnTo>
                  <a:lnTo>
                    <a:pt x="4994" y="6319"/>
                  </a:lnTo>
                  <a:cubicBezTo>
                    <a:pt x="4994" y="6350"/>
                    <a:pt x="4963" y="6382"/>
                    <a:pt x="4916" y="6382"/>
                  </a:cubicBezTo>
                  <a:close/>
                  <a:moveTo>
                    <a:pt x="7862" y="6397"/>
                  </a:moveTo>
                  <a:lnTo>
                    <a:pt x="7830" y="6397"/>
                  </a:lnTo>
                  <a:cubicBezTo>
                    <a:pt x="7799" y="6382"/>
                    <a:pt x="7767" y="6350"/>
                    <a:pt x="7767" y="6302"/>
                  </a:cubicBezTo>
                  <a:cubicBezTo>
                    <a:pt x="7784" y="6256"/>
                    <a:pt x="7815" y="6224"/>
                    <a:pt x="7862" y="6224"/>
                  </a:cubicBezTo>
                  <a:lnTo>
                    <a:pt x="7878" y="6224"/>
                  </a:lnTo>
                  <a:cubicBezTo>
                    <a:pt x="7925" y="6239"/>
                    <a:pt x="7941" y="6287"/>
                    <a:pt x="7941" y="6334"/>
                  </a:cubicBezTo>
                  <a:cubicBezTo>
                    <a:pt x="7925" y="6365"/>
                    <a:pt x="7893" y="6397"/>
                    <a:pt x="7862" y="6397"/>
                  </a:cubicBezTo>
                  <a:close/>
                  <a:moveTo>
                    <a:pt x="4837" y="6287"/>
                  </a:moveTo>
                  <a:cubicBezTo>
                    <a:pt x="4837" y="6239"/>
                    <a:pt x="4885" y="6208"/>
                    <a:pt x="4916" y="6208"/>
                  </a:cubicBezTo>
                  <a:lnTo>
                    <a:pt x="4931" y="6208"/>
                  </a:lnTo>
                  <a:cubicBezTo>
                    <a:pt x="4979" y="6224"/>
                    <a:pt x="5011" y="6271"/>
                    <a:pt x="4994" y="6319"/>
                  </a:cubicBezTo>
                  <a:lnTo>
                    <a:pt x="4837" y="6287"/>
                  </a:lnTo>
                  <a:close/>
                  <a:moveTo>
                    <a:pt x="1986" y="6365"/>
                  </a:moveTo>
                  <a:lnTo>
                    <a:pt x="1969" y="6365"/>
                  </a:lnTo>
                  <a:cubicBezTo>
                    <a:pt x="1923" y="6350"/>
                    <a:pt x="1891" y="6319"/>
                    <a:pt x="1891" y="6271"/>
                  </a:cubicBezTo>
                  <a:cubicBezTo>
                    <a:pt x="1906" y="6224"/>
                    <a:pt x="1938" y="6193"/>
                    <a:pt x="1986" y="6193"/>
                  </a:cubicBezTo>
                  <a:lnTo>
                    <a:pt x="2001" y="6208"/>
                  </a:lnTo>
                  <a:cubicBezTo>
                    <a:pt x="2049" y="6208"/>
                    <a:pt x="2064" y="6256"/>
                    <a:pt x="2064" y="6302"/>
                  </a:cubicBezTo>
                  <a:cubicBezTo>
                    <a:pt x="2049" y="6334"/>
                    <a:pt x="2017" y="6365"/>
                    <a:pt x="1986" y="6365"/>
                  </a:cubicBezTo>
                  <a:close/>
                  <a:moveTo>
                    <a:pt x="4349" y="6271"/>
                  </a:moveTo>
                  <a:lnTo>
                    <a:pt x="4333" y="6271"/>
                  </a:lnTo>
                  <a:cubicBezTo>
                    <a:pt x="4286" y="6256"/>
                    <a:pt x="4254" y="6208"/>
                    <a:pt x="4270" y="6161"/>
                  </a:cubicBezTo>
                  <a:lnTo>
                    <a:pt x="4443" y="6193"/>
                  </a:lnTo>
                  <a:cubicBezTo>
                    <a:pt x="4427" y="6239"/>
                    <a:pt x="4396" y="6271"/>
                    <a:pt x="4349" y="6271"/>
                  </a:cubicBezTo>
                  <a:close/>
                  <a:moveTo>
                    <a:pt x="7295" y="6287"/>
                  </a:moveTo>
                  <a:lnTo>
                    <a:pt x="7279" y="6287"/>
                  </a:lnTo>
                  <a:cubicBezTo>
                    <a:pt x="7232" y="6271"/>
                    <a:pt x="7200" y="6224"/>
                    <a:pt x="7200" y="6176"/>
                  </a:cubicBezTo>
                  <a:cubicBezTo>
                    <a:pt x="7216" y="6145"/>
                    <a:pt x="7248" y="6113"/>
                    <a:pt x="7295" y="6113"/>
                  </a:cubicBezTo>
                  <a:lnTo>
                    <a:pt x="7311" y="6113"/>
                  </a:lnTo>
                  <a:cubicBezTo>
                    <a:pt x="7358" y="6130"/>
                    <a:pt x="7389" y="6176"/>
                    <a:pt x="7374" y="6208"/>
                  </a:cubicBezTo>
                  <a:cubicBezTo>
                    <a:pt x="7358" y="6256"/>
                    <a:pt x="7326" y="6287"/>
                    <a:pt x="7295" y="6287"/>
                  </a:cubicBezTo>
                  <a:close/>
                  <a:moveTo>
                    <a:pt x="4270" y="6161"/>
                  </a:moveTo>
                  <a:lnTo>
                    <a:pt x="4270" y="6161"/>
                  </a:lnTo>
                  <a:cubicBezTo>
                    <a:pt x="4286" y="6130"/>
                    <a:pt x="4317" y="6098"/>
                    <a:pt x="4349" y="6098"/>
                  </a:cubicBezTo>
                  <a:lnTo>
                    <a:pt x="4364" y="6098"/>
                  </a:lnTo>
                  <a:cubicBezTo>
                    <a:pt x="4412" y="6113"/>
                    <a:pt x="4443" y="6161"/>
                    <a:pt x="4443" y="6193"/>
                  </a:cubicBezTo>
                  <a:lnTo>
                    <a:pt x="4443" y="6193"/>
                  </a:lnTo>
                  <a:lnTo>
                    <a:pt x="4270" y="6161"/>
                  </a:lnTo>
                  <a:close/>
                  <a:moveTo>
                    <a:pt x="1418" y="6256"/>
                  </a:moveTo>
                  <a:lnTo>
                    <a:pt x="1402" y="6256"/>
                  </a:lnTo>
                  <a:cubicBezTo>
                    <a:pt x="1355" y="6239"/>
                    <a:pt x="1324" y="6193"/>
                    <a:pt x="1339" y="6145"/>
                  </a:cubicBezTo>
                  <a:cubicBezTo>
                    <a:pt x="1339" y="6113"/>
                    <a:pt x="1370" y="6082"/>
                    <a:pt x="1418" y="6082"/>
                  </a:cubicBezTo>
                  <a:lnTo>
                    <a:pt x="1433" y="6082"/>
                  </a:lnTo>
                  <a:cubicBezTo>
                    <a:pt x="1481" y="6098"/>
                    <a:pt x="1513" y="6145"/>
                    <a:pt x="1497" y="6193"/>
                  </a:cubicBezTo>
                  <a:cubicBezTo>
                    <a:pt x="1497" y="6224"/>
                    <a:pt x="1450" y="6256"/>
                    <a:pt x="1418" y="6256"/>
                  </a:cubicBezTo>
                  <a:close/>
                  <a:moveTo>
                    <a:pt x="3782" y="6145"/>
                  </a:moveTo>
                  <a:lnTo>
                    <a:pt x="3765" y="6145"/>
                  </a:lnTo>
                  <a:cubicBezTo>
                    <a:pt x="3719" y="6145"/>
                    <a:pt x="3702" y="6098"/>
                    <a:pt x="3702" y="6050"/>
                  </a:cubicBezTo>
                  <a:lnTo>
                    <a:pt x="3876" y="6082"/>
                  </a:lnTo>
                  <a:cubicBezTo>
                    <a:pt x="3860" y="6130"/>
                    <a:pt x="3828" y="6145"/>
                    <a:pt x="3782" y="6145"/>
                  </a:cubicBezTo>
                  <a:close/>
                  <a:moveTo>
                    <a:pt x="6727" y="6161"/>
                  </a:moveTo>
                  <a:lnTo>
                    <a:pt x="6712" y="6161"/>
                  </a:lnTo>
                  <a:cubicBezTo>
                    <a:pt x="6664" y="6161"/>
                    <a:pt x="6633" y="6113"/>
                    <a:pt x="6649" y="6067"/>
                  </a:cubicBezTo>
                  <a:cubicBezTo>
                    <a:pt x="6649" y="6019"/>
                    <a:pt x="6681" y="6004"/>
                    <a:pt x="6727" y="6004"/>
                  </a:cubicBezTo>
                  <a:lnTo>
                    <a:pt x="6744" y="6004"/>
                  </a:lnTo>
                  <a:cubicBezTo>
                    <a:pt x="6790" y="6004"/>
                    <a:pt x="6822" y="6050"/>
                    <a:pt x="6807" y="6098"/>
                  </a:cubicBezTo>
                  <a:cubicBezTo>
                    <a:pt x="6807" y="6145"/>
                    <a:pt x="6759" y="6161"/>
                    <a:pt x="6727" y="6161"/>
                  </a:cubicBezTo>
                  <a:close/>
                  <a:moveTo>
                    <a:pt x="3702" y="6050"/>
                  </a:moveTo>
                  <a:lnTo>
                    <a:pt x="3702" y="6050"/>
                  </a:lnTo>
                  <a:cubicBezTo>
                    <a:pt x="3719" y="6004"/>
                    <a:pt x="3750" y="5987"/>
                    <a:pt x="3782" y="5987"/>
                  </a:cubicBezTo>
                  <a:lnTo>
                    <a:pt x="3797" y="5987"/>
                  </a:lnTo>
                  <a:cubicBezTo>
                    <a:pt x="3845" y="5987"/>
                    <a:pt x="3876" y="6035"/>
                    <a:pt x="3876" y="6082"/>
                  </a:cubicBezTo>
                  <a:lnTo>
                    <a:pt x="3876" y="6082"/>
                  </a:lnTo>
                  <a:lnTo>
                    <a:pt x="3702" y="6050"/>
                  </a:lnTo>
                  <a:close/>
                  <a:moveTo>
                    <a:pt x="851" y="6130"/>
                  </a:moveTo>
                  <a:lnTo>
                    <a:pt x="835" y="6130"/>
                  </a:lnTo>
                  <a:cubicBezTo>
                    <a:pt x="788" y="6130"/>
                    <a:pt x="757" y="6082"/>
                    <a:pt x="772" y="6035"/>
                  </a:cubicBezTo>
                  <a:cubicBezTo>
                    <a:pt x="772" y="5987"/>
                    <a:pt x="803" y="5972"/>
                    <a:pt x="851" y="5972"/>
                  </a:cubicBezTo>
                  <a:lnTo>
                    <a:pt x="866" y="5972"/>
                  </a:lnTo>
                  <a:cubicBezTo>
                    <a:pt x="914" y="5972"/>
                    <a:pt x="946" y="6019"/>
                    <a:pt x="929" y="6067"/>
                  </a:cubicBezTo>
                  <a:cubicBezTo>
                    <a:pt x="929" y="6113"/>
                    <a:pt x="883" y="6130"/>
                    <a:pt x="851" y="6130"/>
                  </a:cubicBezTo>
                  <a:close/>
                  <a:moveTo>
                    <a:pt x="9107" y="6067"/>
                  </a:moveTo>
                  <a:lnTo>
                    <a:pt x="9076" y="6067"/>
                  </a:lnTo>
                  <a:cubicBezTo>
                    <a:pt x="9044" y="6050"/>
                    <a:pt x="9013" y="6004"/>
                    <a:pt x="9013" y="5972"/>
                  </a:cubicBezTo>
                  <a:lnTo>
                    <a:pt x="9185" y="6004"/>
                  </a:lnTo>
                  <a:cubicBezTo>
                    <a:pt x="9170" y="6035"/>
                    <a:pt x="9139" y="6067"/>
                    <a:pt x="9107" y="6067"/>
                  </a:cubicBezTo>
                  <a:close/>
                  <a:moveTo>
                    <a:pt x="3230" y="6035"/>
                  </a:moveTo>
                  <a:lnTo>
                    <a:pt x="3215" y="6035"/>
                  </a:lnTo>
                  <a:cubicBezTo>
                    <a:pt x="3167" y="6019"/>
                    <a:pt x="3135" y="5987"/>
                    <a:pt x="3135" y="5941"/>
                  </a:cubicBezTo>
                  <a:lnTo>
                    <a:pt x="3135" y="5941"/>
                  </a:lnTo>
                  <a:lnTo>
                    <a:pt x="3309" y="5972"/>
                  </a:lnTo>
                  <a:lnTo>
                    <a:pt x="3309" y="5972"/>
                  </a:lnTo>
                  <a:cubicBezTo>
                    <a:pt x="3293" y="6004"/>
                    <a:pt x="3261" y="6035"/>
                    <a:pt x="3230" y="6035"/>
                  </a:cubicBezTo>
                  <a:close/>
                  <a:moveTo>
                    <a:pt x="9013" y="5972"/>
                  </a:moveTo>
                  <a:lnTo>
                    <a:pt x="9013" y="5972"/>
                  </a:lnTo>
                  <a:cubicBezTo>
                    <a:pt x="9028" y="5924"/>
                    <a:pt x="9059" y="5893"/>
                    <a:pt x="9107" y="5893"/>
                  </a:cubicBezTo>
                  <a:lnTo>
                    <a:pt x="9122" y="5893"/>
                  </a:lnTo>
                  <a:cubicBezTo>
                    <a:pt x="9170" y="5909"/>
                    <a:pt x="9185" y="5956"/>
                    <a:pt x="9185" y="6004"/>
                  </a:cubicBezTo>
                  <a:lnTo>
                    <a:pt x="9185" y="6004"/>
                  </a:lnTo>
                  <a:lnTo>
                    <a:pt x="9013" y="5972"/>
                  </a:lnTo>
                  <a:close/>
                  <a:moveTo>
                    <a:pt x="6160" y="6050"/>
                  </a:moveTo>
                  <a:lnTo>
                    <a:pt x="6145" y="6050"/>
                  </a:lnTo>
                  <a:cubicBezTo>
                    <a:pt x="6097" y="6035"/>
                    <a:pt x="6066" y="5987"/>
                    <a:pt x="6082" y="5956"/>
                  </a:cubicBezTo>
                  <a:cubicBezTo>
                    <a:pt x="6082" y="5909"/>
                    <a:pt x="6129" y="5878"/>
                    <a:pt x="6160" y="5878"/>
                  </a:cubicBezTo>
                  <a:lnTo>
                    <a:pt x="6177" y="5878"/>
                  </a:lnTo>
                  <a:cubicBezTo>
                    <a:pt x="6223" y="5893"/>
                    <a:pt x="6255" y="5941"/>
                    <a:pt x="6240" y="5987"/>
                  </a:cubicBezTo>
                  <a:cubicBezTo>
                    <a:pt x="6240" y="6019"/>
                    <a:pt x="6208" y="6050"/>
                    <a:pt x="6160" y="6050"/>
                  </a:cubicBezTo>
                  <a:close/>
                  <a:moveTo>
                    <a:pt x="3135" y="5941"/>
                  </a:moveTo>
                  <a:cubicBezTo>
                    <a:pt x="3151" y="5893"/>
                    <a:pt x="3183" y="5861"/>
                    <a:pt x="3230" y="5861"/>
                  </a:cubicBezTo>
                  <a:lnTo>
                    <a:pt x="3246" y="5861"/>
                  </a:lnTo>
                  <a:cubicBezTo>
                    <a:pt x="3293" y="5878"/>
                    <a:pt x="3309" y="5924"/>
                    <a:pt x="3309" y="5972"/>
                  </a:cubicBezTo>
                  <a:lnTo>
                    <a:pt x="3135" y="5941"/>
                  </a:lnTo>
                  <a:close/>
                  <a:moveTo>
                    <a:pt x="284" y="6019"/>
                  </a:moveTo>
                  <a:lnTo>
                    <a:pt x="268" y="6019"/>
                  </a:lnTo>
                  <a:cubicBezTo>
                    <a:pt x="221" y="6004"/>
                    <a:pt x="189" y="5972"/>
                    <a:pt x="205" y="5924"/>
                  </a:cubicBezTo>
                  <a:cubicBezTo>
                    <a:pt x="205" y="5878"/>
                    <a:pt x="252" y="5846"/>
                    <a:pt x="284" y="5846"/>
                  </a:cubicBezTo>
                  <a:lnTo>
                    <a:pt x="299" y="5846"/>
                  </a:lnTo>
                  <a:cubicBezTo>
                    <a:pt x="347" y="5861"/>
                    <a:pt x="378" y="5909"/>
                    <a:pt x="362" y="5956"/>
                  </a:cubicBezTo>
                  <a:cubicBezTo>
                    <a:pt x="362" y="5987"/>
                    <a:pt x="331" y="6019"/>
                    <a:pt x="284" y="6019"/>
                  </a:cubicBezTo>
                  <a:close/>
                  <a:moveTo>
                    <a:pt x="8540" y="5956"/>
                  </a:moveTo>
                  <a:lnTo>
                    <a:pt x="8524" y="5956"/>
                  </a:lnTo>
                  <a:cubicBezTo>
                    <a:pt x="8477" y="5941"/>
                    <a:pt x="8445" y="5893"/>
                    <a:pt x="8445" y="5846"/>
                  </a:cubicBezTo>
                  <a:lnTo>
                    <a:pt x="8618" y="5878"/>
                  </a:lnTo>
                  <a:cubicBezTo>
                    <a:pt x="8603" y="5924"/>
                    <a:pt x="8571" y="5956"/>
                    <a:pt x="8540" y="5956"/>
                  </a:cubicBezTo>
                  <a:close/>
                  <a:moveTo>
                    <a:pt x="2662" y="5924"/>
                  </a:moveTo>
                  <a:lnTo>
                    <a:pt x="2647" y="5924"/>
                  </a:lnTo>
                  <a:cubicBezTo>
                    <a:pt x="2599" y="5909"/>
                    <a:pt x="2568" y="5861"/>
                    <a:pt x="2584" y="5815"/>
                  </a:cubicBezTo>
                  <a:lnTo>
                    <a:pt x="2584" y="5815"/>
                  </a:lnTo>
                  <a:lnTo>
                    <a:pt x="2742" y="5846"/>
                  </a:lnTo>
                  <a:lnTo>
                    <a:pt x="2742" y="5846"/>
                  </a:lnTo>
                  <a:cubicBezTo>
                    <a:pt x="2725" y="5893"/>
                    <a:pt x="2694" y="5924"/>
                    <a:pt x="2662" y="5924"/>
                  </a:cubicBezTo>
                  <a:close/>
                  <a:moveTo>
                    <a:pt x="8445" y="5846"/>
                  </a:moveTo>
                  <a:lnTo>
                    <a:pt x="8445" y="5846"/>
                  </a:lnTo>
                  <a:cubicBezTo>
                    <a:pt x="8461" y="5815"/>
                    <a:pt x="8492" y="5783"/>
                    <a:pt x="8540" y="5783"/>
                  </a:cubicBezTo>
                  <a:lnTo>
                    <a:pt x="8555" y="5783"/>
                  </a:lnTo>
                  <a:cubicBezTo>
                    <a:pt x="8603" y="5798"/>
                    <a:pt x="8634" y="5830"/>
                    <a:pt x="8618" y="5878"/>
                  </a:cubicBezTo>
                  <a:lnTo>
                    <a:pt x="8618" y="5878"/>
                  </a:lnTo>
                  <a:lnTo>
                    <a:pt x="8445" y="5846"/>
                  </a:lnTo>
                  <a:close/>
                  <a:moveTo>
                    <a:pt x="5593" y="5941"/>
                  </a:moveTo>
                  <a:lnTo>
                    <a:pt x="5578" y="5941"/>
                  </a:lnTo>
                  <a:cubicBezTo>
                    <a:pt x="5530" y="5924"/>
                    <a:pt x="5498" y="5878"/>
                    <a:pt x="5515" y="5830"/>
                  </a:cubicBezTo>
                  <a:cubicBezTo>
                    <a:pt x="5515" y="5798"/>
                    <a:pt x="5561" y="5767"/>
                    <a:pt x="5593" y="5767"/>
                  </a:cubicBezTo>
                  <a:lnTo>
                    <a:pt x="5609" y="5767"/>
                  </a:lnTo>
                  <a:cubicBezTo>
                    <a:pt x="5656" y="5783"/>
                    <a:pt x="5688" y="5815"/>
                    <a:pt x="5672" y="5861"/>
                  </a:cubicBezTo>
                  <a:cubicBezTo>
                    <a:pt x="5672" y="5909"/>
                    <a:pt x="5641" y="5941"/>
                    <a:pt x="5593" y="5941"/>
                  </a:cubicBezTo>
                  <a:close/>
                  <a:moveTo>
                    <a:pt x="2584" y="5815"/>
                  </a:moveTo>
                  <a:cubicBezTo>
                    <a:pt x="2584" y="5783"/>
                    <a:pt x="2616" y="5752"/>
                    <a:pt x="2662" y="5752"/>
                  </a:cubicBezTo>
                  <a:lnTo>
                    <a:pt x="2679" y="5752"/>
                  </a:lnTo>
                  <a:cubicBezTo>
                    <a:pt x="2725" y="5767"/>
                    <a:pt x="2757" y="5815"/>
                    <a:pt x="2742" y="5846"/>
                  </a:cubicBezTo>
                  <a:lnTo>
                    <a:pt x="2584" y="5815"/>
                  </a:lnTo>
                  <a:close/>
                  <a:moveTo>
                    <a:pt x="7973" y="5830"/>
                  </a:moveTo>
                  <a:lnTo>
                    <a:pt x="7956" y="5830"/>
                  </a:lnTo>
                  <a:cubicBezTo>
                    <a:pt x="7910" y="5830"/>
                    <a:pt x="7878" y="5783"/>
                    <a:pt x="7893" y="5735"/>
                  </a:cubicBezTo>
                  <a:lnTo>
                    <a:pt x="7893" y="5735"/>
                  </a:lnTo>
                  <a:lnTo>
                    <a:pt x="8051" y="5767"/>
                  </a:lnTo>
                  <a:lnTo>
                    <a:pt x="8051" y="5767"/>
                  </a:lnTo>
                  <a:cubicBezTo>
                    <a:pt x="8051" y="5815"/>
                    <a:pt x="8004" y="5830"/>
                    <a:pt x="7973" y="5830"/>
                  </a:cubicBezTo>
                  <a:close/>
                  <a:moveTo>
                    <a:pt x="2095" y="5798"/>
                  </a:moveTo>
                  <a:lnTo>
                    <a:pt x="2080" y="5798"/>
                  </a:lnTo>
                  <a:cubicBezTo>
                    <a:pt x="2032" y="5798"/>
                    <a:pt x="2001" y="5752"/>
                    <a:pt x="2017" y="5704"/>
                  </a:cubicBezTo>
                  <a:lnTo>
                    <a:pt x="2175" y="5735"/>
                  </a:lnTo>
                  <a:cubicBezTo>
                    <a:pt x="2175" y="5783"/>
                    <a:pt x="2127" y="5798"/>
                    <a:pt x="2095" y="5798"/>
                  </a:cubicBezTo>
                  <a:close/>
                  <a:moveTo>
                    <a:pt x="7893" y="5735"/>
                  </a:moveTo>
                  <a:cubicBezTo>
                    <a:pt x="7893" y="5689"/>
                    <a:pt x="7925" y="5672"/>
                    <a:pt x="7973" y="5672"/>
                  </a:cubicBezTo>
                  <a:lnTo>
                    <a:pt x="7988" y="5672"/>
                  </a:lnTo>
                  <a:cubicBezTo>
                    <a:pt x="8036" y="5672"/>
                    <a:pt x="8067" y="5720"/>
                    <a:pt x="8051" y="5767"/>
                  </a:cubicBezTo>
                  <a:lnTo>
                    <a:pt x="7893" y="5735"/>
                  </a:lnTo>
                  <a:close/>
                  <a:moveTo>
                    <a:pt x="5026" y="5815"/>
                  </a:moveTo>
                  <a:lnTo>
                    <a:pt x="5011" y="5815"/>
                  </a:lnTo>
                  <a:cubicBezTo>
                    <a:pt x="4963" y="5815"/>
                    <a:pt x="4948" y="5767"/>
                    <a:pt x="4948" y="5720"/>
                  </a:cubicBezTo>
                  <a:cubicBezTo>
                    <a:pt x="4963" y="5672"/>
                    <a:pt x="4994" y="5657"/>
                    <a:pt x="5026" y="5657"/>
                  </a:cubicBezTo>
                  <a:lnTo>
                    <a:pt x="5057" y="5657"/>
                  </a:lnTo>
                  <a:cubicBezTo>
                    <a:pt x="5089" y="5657"/>
                    <a:pt x="5120" y="5704"/>
                    <a:pt x="5120" y="5752"/>
                  </a:cubicBezTo>
                  <a:cubicBezTo>
                    <a:pt x="5105" y="5798"/>
                    <a:pt x="5074" y="5815"/>
                    <a:pt x="5026" y="5815"/>
                  </a:cubicBezTo>
                  <a:close/>
                  <a:moveTo>
                    <a:pt x="2017" y="5704"/>
                  </a:moveTo>
                  <a:lnTo>
                    <a:pt x="2017" y="5704"/>
                  </a:lnTo>
                  <a:cubicBezTo>
                    <a:pt x="2017" y="5657"/>
                    <a:pt x="2049" y="5641"/>
                    <a:pt x="2095" y="5641"/>
                  </a:cubicBezTo>
                  <a:lnTo>
                    <a:pt x="2112" y="5641"/>
                  </a:lnTo>
                  <a:cubicBezTo>
                    <a:pt x="2158" y="5641"/>
                    <a:pt x="2190" y="5689"/>
                    <a:pt x="2175" y="5735"/>
                  </a:cubicBezTo>
                  <a:lnTo>
                    <a:pt x="2175" y="5735"/>
                  </a:lnTo>
                  <a:lnTo>
                    <a:pt x="2017" y="5704"/>
                  </a:lnTo>
                  <a:close/>
                  <a:moveTo>
                    <a:pt x="7406" y="5720"/>
                  </a:moveTo>
                  <a:lnTo>
                    <a:pt x="7389" y="5720"/>
                  </a:lnTo>
                  <a:cubicBezTo>
                    <a:pt x="7342" y="5704"/>
                    <a:pt x="7311" y="5657"/>
                    <a:pt x="7326" y="5609"/>
                  </a:cubicBezTo>
                  <a:lnTo>
                    <a:pt x="7326" y="5609"/>
                  </a:lnTo>
                  <a:lnTo>
                    <a:pt x="7484" y="5657"/>
                  </a:lnTo>
                  <a:lnTo>
                    <a:pt x="7484" y="5657"/>
                  </a:lnTo>
                  <a:cubicBezTo>
                    <a:pt x="7484" y="5689"/>
                    <a:pt x="7452" y="5720"/>
                    <a:pt x="7406" y="5720"/>
                  </a:cubicBezTo>
                  <a:close/>
                  <a:moveTo>
                    <a:pt x="1528" y="5689"/>
                  </a:moveTo>
                  <a:lnTo>
                    <a:pt x="1513" y="5689"/>
                  </a:lnTo>
                  <a:cubicBezTo>
                    <a:pt x="1465" y="5672"/>
                    <a:pt x="1433" y="5625"/>
                    <a:pt x="1450" y="5594"/>
                  </a:cubicBezTo>
                  <a:lnTo>
                    <a:pt x="1607" y="5625"/>
                  </a:lnTo>
                  <a:cubicBezTo>
                    <a:pt x="1607" y="5657"/>
                    <a:pt x="1576" y="5689"/>
                    <a:pt x="1528" y="5689"/>
                  </a:cubicBezTo>
                  <a:close/>
                  <a:moveTo>
                    <a:pt x="7326" y="5609"/>
                  </a:moveTo>
                  <a:cubicBezTo>
                    <a:pt x="7326" y="5578"/>
                    <a:pt x="7374" y="5546"/>
                    <a:pt x="7406" y="5546"/>
                  </a:cubicBezTo>
                  <a:lnTo>
                    <a:pt x="7421" y="5546"/>
                  </a:lnTo>
                  <a:cubicBezTo>
                    <a:pt x="7469" y="5562"/>
                    <a:pt x="7500" y="5609"/>
                    <a:pt x="7484" y="5657"/>
                  </a:cubicBezTo>
                  <a:lnTo>
                    <a:pt x="7326" y="5609"/>
                  </a:lnTo>
                  <a:close/>
                  <a:moveTo>
                    <a:pt x="4475" y="5704"/>
                  </a:moveTo>
                  <a:lnTo>
                    <a:pt x="4443" y="5704"/>
                  </a:lnTo>
                  <a:cubicBezTo>
                    <a:pt x="4412" y="5689"/>
                    <a:pt x="4380" y="5641"/>
                    <a:pt x="4380" y="5609"/>
                  </a:cubicBezTo>
                  <a:cubicBezTo>
                    <a:pt x="4396" y="5562"/>
                    <a:pt x="4427" y="5531"/>
                    <a:pt x="4475" y="5531"/>
                  </a:cubicBezTo>
                  <a:lnTo>
                    <a:pt x="4490" y="5531"/>
                  </a:lnTo>
                  <a:cubicBezTo>
                    <a:pt x="4538" y="5546"/>
                    <a:pt x="4553" y="5594"/>
                    <a:pt x="4553" y="5641"/>
                  </a:cubicBezTo>
                  <a:cubicBezTo>
                    <a:pt x="4538" y="5672"/>
                    <a:pt x="4506" y="5704"/>
                    <a:pt x="4475" y="5704"/>
                  </a:cubicBezTo>
                  <a:close/>
                  <a:moveTo>
                    <a:pt x="1450" y="5594"/>
                  </a:moveTo>
                  <a:lnTo>
                    <a:pt x="1450" y="5594"/>
                  </a:lnTo>
                  <a:cubicBezTo>
                    <a:pt x="1450" y="5546"/>
                    <a:pt x="1497" y="5515"/>
                    <a:pt x="1528" y="5515"/>
                  </a:cubicBezTo>
                  <a:lnTo>
                    <a:pt x="1544" y="5515"/>
                  </a:lnTo>
                  <a:cubicBezTo>
                    <a:pt x="1591" y="5531"/>
                    <a:pt x="1623" y="5578"/>
                    <a:pt x="1607" y="5625"/>
                  </a:cubicBezTo>
                  <a:lnTo>
                    <a:pt x="1607" y="5625"/>
                  </a:lnTo>
                  <a:lnTo>
                    <a:pt x="1450" y="5594"/>
                  </a:lnTo>
                  <a:close/>
                  <a:moveTo>
                    <a:pt x="6838" y="5609"/>
                  </a:moveTo>
                  <a:lnTo>
                    <a:pt x="6822" y="5594"/>
                  </a:lnTo>
                  <a:cubicBezTo>
                    <a:pt x="6775" y="5594"/>
                    <a:pt x="6744" y="5546"/>
                    <a:pt x="6759" y="5499"/>
                  </a:cubicBezTo>
                  <a:lnTo>
                    <a:pt x="6933" y="5531"/>
                  </a:lnTo>
                  <a:cubicBezTo>
                    <a:pt x="6916" y="5578"/>
                    <a:pt x="6885" y="5609"/>
                    <a:pt x="6838" y="5609"/>
                  </a:cubicBezTo>
                  <a:close/>
                  <a:moveTo>
                    <a:pt x="961" y="5578"/>
                  </a:moveTo>
                  <a:lnTo>
                    <a:pt x="946" y="5578"/>
                  </a:lnTo>
                  <a:cubicBezTo>
                    <a:pt x="898" y="5562"/>
                    <a:pt x="866" y="5515"/>
                    <a:pt x="883" y="5468"/>
                  </a:cubicBezTo>
                  <a:lnTo>
                    <a:pt x="883" y="5468"/>
                  </a:lnTo>
                  <a:lnTo>
                    <a:pt x="1055" y="5499"/>
                  </a:lnTo>
                  <a:lnTo>
                    <a:pt x="1055" y="5499"/>
                  </a:lnTo>
                  <a:cubicBezTo>
                    <a:pt x="1040" y="5546"/>
                    <a:pt x="1009" y="5578"/>
                    <a:pt x="961" y="5578"/>
                  </a:cubicBezTo>
                  <a:close/>
                  <a:moveTo>
                    <a:pt x="6759" y="5499"/>
                  </a:moveTo>
                  <a:lnTo>
                    <a:pt x="6759" y="5499"/>
                  </a:lnTo>
                  <a:cubicBezTo>
                    <a:pt x="6775" y="5468"/>
                    <a:pt x="6807" y="5436"/>
                    <a:pt x="6838" y="5436"/>
                  </a:cubicBezTo>
                  <a:lnTo>
                    <a:pt x="6853" y="5436"/>
                  </a:lnTo>
                  <a:cubicBezTo>
                    <a:pt x="6901" y="5452"/>
                    <a:pt x="6933" y="5483"/>
                    <a:pt x="6933" y="5531"/>
                  </a:cubicBezTo>
                  <a:lnTo>
                    <a:pt x="6933" y="5531"/>
                  </a:lnTo>
                  <a:lnTo>
                    <a:pt x="6759" y="5499"/>
                  </a:lnTo>
                  <a:close/>
                  <a:moveTo>
                    <a:pt x="3908" y="5594"/>
                  </a:moveTo>
                  <a:lnTo>
                    <a:pt x="3891" y="5594"/>
                  </a:lnTo>
                  <a:cubicBezTo>
                    <a:pt x="3845" y="5578"/>
                    <a:pt x="3813" y="5531"/>
                    <a:pt x="3828" y="5483"/>
                  </a:cubicBezTo>
                  <a:cubicBezTo>
                    <a:pt x="3828" y="5452"/>
                    <a:pt x="3860" y="5420"/>
                    <a:pt x="3908" y="5420"/>
                  </a:cubicBezTo>
                  <a:lnTo>
                    <a:pt x="3923" y="5420"/>
                  </a:lnTo>
                  <a:cubicBezTo>
                    <a:pt x="3971" y="5436"/>
                    <a:pt x="4002" y="5468"/>
                    <a:pt x="3986" y="5515"/>
                  </a:cubicBezTo>
                  <a:cubicBezTo>
                    <a:pt x="3986" y="5562"/>
                    <a:pt x="3939" y="5594"/>
                    <a:pt x="3908" y="5594"/>
                  </a:cubicBezTo>
                  <a:close/>
                  <a:moveTo>
                    <a:pt x="883" y="5468"/>
                  </a:moveTo>
                  <a:cubicBezTo>
                    <a:pt x="898" y="5436"/>
                    <a:pt x="929" y="5405"/>
                    <a:pt x="961" y="5405"/>
                  </a:cubicBezTo>
                  <a:lnTo>
                    <a:pt x="977" y="5405"/>
                  </a:lnTo>
                  <a:cubicBezTo>
                    <a:pt x="1024" y="5420"/>
                    <a:pt x="1055" y="5452"/>
                    <a:pt x="1055" y="5499"/>
                  </a:cubicBezTo>
                  <a:lnTo>
                    <a:pt x="883" y="5468"/>
                  </a:lnTo>
                  <a:close/>
                  <a:moveTo>
                    <a:pt x="6271" y="5483"/>
                  </a:moveTo>
                  <a:lnTo>
                    <a:pt x="6255" y="5483"/>
                  </a:lnTo>
                  <a:cubicBezTo>
                    <a:pt x="6208" y="5483"/>
                    <a:pt x="6192" y="5436"/>
                    <a:pt x="6192" y="5389"/>
                  </a:cubicBezTo>
                  <a:lnTo>
                    <a:pt x="6366" y="5420"/>
                  </a:lnTo>
                  <a:cubicBezTo>
                    <a:pt x="6349" y="5452"/>
                    <a:pt x="6318" y="5483"/>
                    <a:pt x="6271" y="5483"/>
                  </a:cubicBezTo>
                  <a:close/>
                  <a:moveTo>
                    <a:pt x="9217" y="5499"/>
                  </a:moveTo>
                  <a:lnTo>
                    <a:pt x="9202" y="5499"/>
                  </a:lnTo>
                  <a:cubicBezTo>
                    <a:pt x="9154" y="5483"/>
                    <a:pt x="9122" y="5452"/>
                    <a:pt x="9139" y="5405"/>
                  </a:cubicBezTo>
                  <a:cubicBezTo>
                    <a:pt x="9139" y="5357"/>
                    <a:pt x="9170" y="5325"/>
                    <a:pt x="9217" y="5325"/>
                  </a:cubicBezTo>
                  <a:cubicBezTo>
                    <a:pt x="9217" y="5325"/>
                    <a:pt x="9233" y="5325"/>
                    <a:pt x="9233" y="5342"/>
                  </a:cubicBezTo>
                  <a:cubicBezTo>
                    <a:pt x="9280" y="5342"/>
                    <a:pt x="9311" y="5389"/>
                    <a:pt x="9296" y="5436"/>
                  </a:cubicBezTo>
                  <a:cubicBezTo>
                    <a:pt x="9296" y="5468"/>
                    <a:pt x="9248" y="5499"/>
                    <a:pt x="9217" y="5499"/>
                  </a:cubicBezTo>
                  <a:close/>
                  <a:moveTo>
                    <a:pt x="6192" y="5389"/>
                  </a:moveTo>
                  <a:lnTo>
                    <a:pt x="6192" y="5389"/>
                  </a:lnTo>
                  <a:cubicBezTo>
                    <a:pt x="6208" y="5342"/>
                    <a:pt x="6240" y="5310"/>
                    <a:pt x="6271" y="5310"/>
                  </a:cubicBezTo>
                  <a:cubicBezTo>
                    <a:pt x="6286" y="5310"/>
                    <a:pt x="6286" y="5325"/>
                    <a:pt x="6286" y="5325"/>
                  </a:cubicBezTo>
                  <a:cubicBezTo>
                    <a:pt x="6334" y="5325"/>
                    <a:pt x="6366" y="5373"/>
                    <a:pt x="6366" y="5420"/>
                  </a:cubicBezTo>
                  <a:lnTo>
                    <a:pt x="6366" y="5420"/>
                  </a:lnTo>
                  <a:lnTo>
                    <a:pt x="6192" y="5389"/>
                  </a:lnTo>
                  <a:close/>
                  <a:moveTo>
                    <a:pt x="3341" y="5468"/>
                  </a:moveTo>
                  <a:lnTo>
                    <a:pt x="3324" y="5468"/>
                  </a:lnTo>
                  <a:cubicBezTo>
                    <a:pt x="3278" y="5468"/>
                    <a:pt x="3246" y="5420"/>
                    <a:pt x="3261" y="5373"/>
                  </a:cubicBezTo>
                  <a:cubicBezTo>
                    <a:pt x="3261" y="5325"/>
                    <a:pt x="3293" y="5310"/>
                    <a:pt x="3341" y="5310"/>
                  </a:cubicBezTo>
                  <a:lnTo>
                    <a:pt x="3356" y="5310"/>
                  </a:lnTo>
                  <a:cubicBezTo>
                    <a:pt x="3404" y="5310"/>
                    <a:pt x="3435" y="5357"/>
                    <a:pt x="3419" y="5405"/>
                  </a:cubicBezTo>
                  <a:cubicBezTo>
                    <a:pt x="3419" y="5452"/>
                    <a:pt x="3372" y="5468"/>
                    <a:pt x="3341" y="5468"/>
                  </a:cubicBezTo>
                  <a:close/>
                  <a:moveTo>
                    <a:pt x="5719" y="5373"/>
                  </a:moveTo>
                  <a:lnTo>
                    <a:pt x="5704" y="5373"/>
                  </a:lnTo>
                  <a:cubicBezTo>
                    <a:pt x="5656" y="5357"/>
                    <a:pt x="5624" y="5310"/>
                    <a:pt x="5624" y="5262"/>
                  </a:cubicBezTo>
                  <a:lnTo>
                    <a:pt x="5624" y="5262"/>
                  </a:lnTo>
                  <a:lnTo>
                    <a:pt x="5798" y="5310"/>
                  </a:lnTo>
                  <a:lnTo>
                    <a:pt x="5798" y="5310"/>
                  </a:lnTo>
                  <a:cubicBezTo>
                    <a:pt x="5782" y="5342"/>
                    <a:pt x="5751" y="5373"/>
                    <a:pt x="5719" y="5373"/>
                  </a:cubicBezTo>
                  <a:close/>
                  <a:moveTo>
                    <a:pt x="8650" y="5389"/>
                  </a:moveTo>
                  <a:lnTo>
                    <a:pt x="8634" y="5389"/>
                  </a:lnTo>
                  <a:cubicBezTo>
                    <a:pt x="8587" y="5373"/>
                    <a:pt x="8555" y="5325"/>
                    <a:pt x="8571" y="5279"/>
                  </a:cubicBezTo>
                  <a:cubicBezTo>
                    <a:pt x="8571" y="5247"/>
                    <a:pt x="8618" y="5216"/>
                    <a:pt x="8650" y="5216"/>
                  </a:cubicBezTo>
                  <a:lnTo>
                    <a:pt x="8666" y="5216"/>
                  </a:lnTo>
                  <a:cubicBezTo>
                    <a:pt x="8713" y="5231"/>
                    <a:pt x="8744" y="5279"/>
                    <a:pt x="8729" y="5325"/>
                  </a:cubicBezTo>
                  <a:cubicBezTo>
                    <a:pt x="8729" y="5357"/>
                    <a:pt x="8697" y="5389"/>
                    <a:pt x="8650" y="5389"/>
                  </a:cubicBezTo>
                  <a:close/>
                  <a:moveTo>
                    <a:pt x="5624" y="5262"/>
                  </a:moveTo>
                  <a:cubicBezTo>
                    <a:pt x="5641" y="5231"/>
                    <a:pt x="5672" y="5199"/>
                    <a:pt x="5719" y="5199"/>
                  </a:cubicBezTo>
                  <a:lnTo>
                    <a:pt x="5735" y="5199"/>
                  </a:lnTo>
                  <a:cubicBezTo>
                    <a:pt x="5782" y="5216"/>
                    <a:pt x="5798" y="5262"/>
                    <a:pt x="5798" y="5310"/>
                  </a:cubicBezTo>
                  <a:lnTo>
                    <a:pt x="5624" y="5262"/>
                  </a:lnTo>
                  <a:close/>
                  <a:moveTo>
                    <a:pt x="2773" y="5357"/>
                  </a:moveTo>
                  <a:lnTo>
                    <a:pt x="2757" y="5357"/>
                  </a:lnTo>
                  <a:cubicBezTo>
                    <a:pt x="2710" y="5342"/>
                    <a:pt x="2679" y="5294"/>
                    <a:pt x="2694" y="5247"/>
                  </a:cubicBezTo>
                  <a:cubicBezTo>
                    <a:pt x="2694" y="5216"/>
                    <a:pt x="2742" y="5184"/>
                    <a:pt x="2773" y="5184"/>
                  </a:cubicBezTo>
                  <a:lnTo>
                    <a:pt x="2788" y="5184"/>
                  </a:lnTo>
                  <a:cubicBezTo>
                    <a:pt x="2836" y="5199"/>
                    <a:pt x="2868" y="5247"/>
                    <a:pt x="2852" y="5294"/>
                  </a:cubicBezTo>
                  <a:cubicBezTo>
                    <a:pt x="2852" y="5325"/>
                    <a:pt x="2820" y="5357"/>
                    <a:pt x="2773" y="5357"/>
                  </a:cubicBezTo>
                  <a:close/>
                  <a:moveTo>
                    <a:pt x="5152" y="5262"/>
                  </a:moveTo>
                  <a:cubicBezTo>
                    <a:pt x="5137" y="5262"/>
                    <a:pt x="5137" y="5247"/>
                    <a:pt x="5137" y="5247"/>
                  </a:cubicBezTo>
                  <a:cubicBezTo>
                    <a:pt x="5089" y="5247"/>
                    <a:pt x="5057" y="5199"/>
                    <a:pt x="5057" y="5153"/>
                  </a:cubicBezTo>
                  <a:lnTo>
                    <a:pt x="5057" y="5153"/>
                  </a:lnTo>
                  <a:lnTo>
                    <a:pt x="5231" y="5184"/>
                  </a:lnTo>
                  <a:lnTo>
                    <a:pt x="5231" y="5184"/>
                  </a:lnTo>
                  <a:cubicBezTo>
                    <a:pt x="5215" y="5231"/>
                    <a:pt x="5183" y="5262"/>
                    <a:pt x="5152" y="5262"/>
                  </a:cubicBezTo>
                  <a:close/>
                  <a:moveTo>
                    <a:pt x="8082" y="5262"/>
                  </a:moveTo>
                  <a:lnTo>
                    <a:pt x="8067" y="5262"/>
                  </a:lnTo>
                  <a:cubicBezTo>
                    <a:pt x="8019" y="5262"/>
                    <a:pt x="7988" y="5216"/>
                    <a:pt x="8004" y="5168"/>
                  </a:cubicBezTo>
                  <a:cubicBezTo>
                    <a:pt x="8004" y="5136"/>
                    <a:pt x="8051" y="5105"/>
                    <a:pt x="8082" y="5105"/>
                  </a:cubicBezTo>
                  <a:lnTo>
                    <a:pt x="8099" y="5105"/>
                  </a:lnTo>
                  <a:cubicBezTo>
                    <a:pt x="8145" y="5105"/>
                    <a:pt x="8177" y="5153"/>
                    <a:pt x="8162" y="5199"/>
                  </a:cubicBezTo>
                  <a:cubicBezTo>
                    <a:pt x="8162" y="5247"/>
                    <a:pt x="8130" y="5262"/>
                    <a:pt x="8082" y="5262"/>
                  </a:cubicBezTo>
                  <a:close/>
                  <a:moveTo>
                    <a:pt x="5057" y="5153"/>
                  </a:moveTo>
                  <a:cubicBezTo>
                    <a:pt x="5074" y="5121"/>
                    <a:pt x="5105" y="5090"/>
                    <a:pt x="5152" y="5090"/>
                  </a:cubicBezTo>
                  <a:lnTo>
                    <a:pt x="5168" y="5090"/>
                  </a:lnTo>
                  <a:cubicBezTo>
                    <a:pt x="5215" y="5105"/>
                    <a:pt x="5246" y="5136"/>
                    <a:pt x="5231" y="5184"/>
                  </a:cubicBezTo>
                  <a:lnTo>
                    <a:pt x="5057" y="5153"/>
                  </a:lnTo>
                  <a:close/>
                  <a:moveTo>
                    <a:pt x="2206" y="5247"/>
                  </a:moveTo>
                  <a:lnTo>
                    <a:pt x="2190" y="5231"/>
                  </a:lnTo>
                  <a:cubicBezTo>
                    <a:pt x="2143" y="5231"/>
                    <a:pt x="2112" y="5184"/>
                    <a:pt x="2127" y="5136"/>
                  </a:cubicBezTo>
                  <a:cubicBezTo>
                    <a:pt x="2143" y="5105"/>
                    <a:pt x="2175" y="5073"/>
                    <a:pt x="2206" y="5073"/>
                  </a:cubicBezTo>
                  <a:lnTo>
                    <a:pt x="2221" y="5073"/>
                  </a:lnTo>
                  <a:cubicBezTo>
                    <a:pt x="2269" y="5090"/>
                    <a:pt x="2301" y="5121"/>
                    <a:pt x="2301" y="5168"/>
                  </a:cubicBezTo>
                  <a:cubicBezTo>
                    <a:pt x="2284" y="5216"/>
                    <a:pt x="2253" y="5247"/>
                    <a:pt x="2206" y="5247"/>
                  </a:cubicBezTo>
                  <a:close/>
                  <a:moveTo>
                    <a:pt x="4585" y="5136"/>
                  </a:moveTo>
                  <a:lnTo>
                    <a:pt x="4569" y="5136"/>
                  </a:lnTo>
                  <a:cubicBezTo>
                    <a:pt x="4522" y="5121"/>
                    <a:pt x="4490" y="5090"/>
                    <a:pt x="4506" y="5042"/>
                  </a:cubicBezTo>
                  <a:lnTo>
                    <a:pt x="4506" y="5042"/>
                  </a:lnTo>
                  <a:lnTo>
                    <a:pt x="4664" y="5073"/>
                  </a:lnTo>
                  <a:lnTo>
                    <a:pt x="4664" y="5073"/>
                  </a:lnTo>
                  <a:cubicBezTo>
                    <a:pt x="4664" y="5105"/>
                    <a:pt x="4616" y="5136"/>
                    <a:pt x="4585" y="5136"/>
                  </a:cubicBezTo>
                  <a:close/>
                  <a:moveTo>
                    <a:pt x="7515" y="5153"/>
                  </a:moveTo>
                  <a:lnTo>
                    <a:pt x="7500" y="5153"/>
                  </a:lnTo>
                  <a:cubicBezTo>
                    <a:pt x="7452" y="5136"/>
                    <a:pt x="7437" y="5105"/>
                    <a:pt x="7437" y="5058"/>
                  </a:cubicBezTo>
                  <a:cubicBezTo>
                    <a:pt x="7452" y="5010"/>
                    <a:pt x="7484" y="4979"/>
                    <a:pt x="7515" y="4979"/>
                  </a:cubicBezTo>
                  <a:cubicBezTo>
                    <a:pt x="7532" y="4979"/>
                    <a:pt x="7532" y="4979"/>
                    <a:pt x="7532" y="4995"/>
                  </a:cubicBezTo>
                  <a:cubicBezTo>
                    <a:pt x="7578" y="4995"/>
                    <a:pt x="7610" y="5042"/>
                    <a:pt x="7610" y="5090"/>
                  </a:cubicBezTo>
                  <a:cubicBezTo>
                    <a:pt x="7595" y="5121"/>
                    <a:pt x="7563" y="5153"/>
                    <a:pt x="7515" y="5153"/>
                  </a:cubicBezTo>
                  <a:close/>
                  <a:moveTo>
                    <a:pt x="4506" y="5042"/>
                  </a:moveTo>
                  <a:cubicBezTo>
                    <a:pt x="4506" y="4995"/>
                    <a:pt x="4538" y="4964"/>
                    <a:pt x="4585" y="4964"/>
                  </a:cubicBezTo>
                  <a:cubicBezTo>
                    <a:pt x="4585" y="4964"/>
                    <a:pt x="4601" y="4964"/>
                    <a:pt x="4601" y="4979"/>
                  </a:cubicBezTo>
                  <a:cubicBezTo>
                    <a:pt x="4648" y="4979"/>
                    <a:pt x="4679" y="5027"/>
                    <a:pt x="4664" y="5073"/>
                  </a:cubicBezTo>
                  <a:lnTo>
                    <a:pt x="4506" y="5042"/>
                  </a:lnTo>
                  <a:close/>
                  <a:moveTo>
                    <a:pt x="1639" y="5121"/>
                  </a:moveTo>
                  <a:lnTo>
                    <a:pt x="1623" y="5121"/>
                  </a:lnTo>
                  <a:cubicBezTo>
                    <a:pt x="1591" y="5121"/>
                    <a:pt x="1560" y="5073"/>
                    <a:pt x="1560" y="5027"/>
                  </a:cubicBezTo>
                  <a:cubicBezTo>
                    <a:pt x="1576" y="4979"/>
                    <a:pt x="1607" y="4947"/>
                    <a:pt x="1639" y="4947"/>
                  </a:cubicBezTo>
                  <a:cubicBezTo>
                    <a:pt x="1654" y="4947"/>
                    <a:pt x="1654" y="4964"/>
                    <a:pt x="1670" y="4964"/>
                  </a:cubicBezTo>
                  <a:cubicBezTo>
                    <a:pt x="1702" y="4964"/>
                    <a:pt x="1733" y="5010"/>
                    <a:pt x="1733" y="5058"/>
                  </a:cubicBezTo>
                  <a:cubicBezTo>
                    <a:pt x="1717" y="5090"/>
                    <a:pt x="1686" y="5121"/>
                    <a:pt x="1639" y="5121"/>
                  </a:cubicBezTo>
                  <a:close/>
                  <a:moveTo>
                    <a:pt x="4017" y="5027"/>
                  </a:moveTo>
                  <a:lnTo>
                    <a:pt x="4002" y="5027"/>
                  </a:lnTo>
                  <a:cubicBezTo>
                    <a:pt x="3954" y="5010"/>
                    <a:pt x="3923" y="4964"/>
                    <a:pt x="3939" y="4916"/>
                  </a:cubicBezTo>
                  <a:lnTo>
                    <a:pt x="4097" y="4964"/>
                  </a:lnTo>
                  <a:lnTo>
                    <a:pt x="4097" y="4964"/>
                  </a:lnTo>
                  <a:cubicBezTo>
                    <a:pt x="4097" y="4995"/>
                    <a:pt x="4065" y="5027"/>
                    <a:pt x="4017" y="5027"/>
                  </a:cubicBezTo>
                  <a:close/>
                  <a:moveTo>
                    <a:pt x="6964" y="5042"/>
                  </a:moveTo>
                  <a:lnTo>
                    <a:pt x="6933" y="5042"/>
                  </a:lnTo>
                  <a:cubicBezTo>
                    <a:pt x="6901" y="5027"/>
                    <a:pt x="6870" y="4979"/>
                    <a:pt x="6870" y="4932"/>
                  </a:cubicBezTo>
                  <a:cubicBezTo>
                    <a:pt x="6885" y="4901"/>
                    <a:pt x="6916" y="4869"/>
                    <a:pt x="6964" y="4869"/>
                  </a:cubicBezTo>
                  <a:lnTo>
                    <a:pt x="6979" y="4869"/>
                  </a:lnTo>
                  <a:cubicBezTo>
                    <a:pt x="7027" y="4884"/>
                    <a:pt x="7043" y="4932"/>
                    <a:pt x="7043" y="4964"/>
                  </a:cubicBezTo>
                  <a:cubicBezTo>
                    <a:pt x="7027" y="5010"/>
                    <a:pt x="6996" y="5042"/>
                    <a:pt x="6964" y="5042"/>
                  </a:cubicBezTo>
                  <a:close/>
                  <a:moveTo>
                    <a:pt x="3939" y="4916"/>
                  </a:moveTo>
                  <a:cubicBezTo>
                    <a:pt x="3939" y="4884"/>
                    <a:pt x="3986" y="4853"/>
                    <a:pt x="4017" y="4853"/>
                  </a:cubicBezTo>
                  <a:lnTo>
                    <a:pt x="4034" y="4853"/>
                  </a:lnTo>
                  <a:cubicBezTo>
                    <a:pt x="4080" y="4869"/>
                    <a:pt x="4112" y="4916"/>
                    <a:pt x="4097" y="4964"/>
                  </a:cubicBezTo>
                  <a:lnTo>
                    <a:pt x="3939" y="4916"/>
                  </a:lnTo>
                  <a:close/>
                  <a:moveTo>
                    <a:pt x="1087" y="5010"/>
                  </a:moveTo>
                  <a:lnTo>
                    <a:pt x="1072" y="5010"/>
                  </a:lnTo>
                  <a:cubicBezTo>
                    <a:pt x="1024" y="4995"/>
                    <a:pt x="992" y="4947"/>
                    <a:pt x="992" y="4901"/>
                  </a:cubicBezTo>
                  <a:cubicBezTo>
                    <a:pt x="1009" y="4869"/>
                    <a:pt x="1040" y="4838"/>
                    <a:pt x="1087" y="4838"/>
                  </a:cubicBezTo>
                  <a:lnTo>
                    <a:pt x="1103" y="4838"/>
                  </a:lnTo>
                  <a:cubicBezTo>
                    <a:pt x="1150" y="4853"/>
                    <a:pt x="1166" y="4901"/>
                    <a:pt x="1166" y="4947"/>
                  </a:cubicBezTo>
                  <a:cubicBezTo>
                    <a:pt x="1150" y="4979"/>
                    <a:pt x="1118" y="5010"/>
                    <a:pt x="1087" y="5010"/>
                  </a:cubicBezTo>
                  <a:close/>
                  <a:moveTo>
                    <a:pt x="9328" y="4932"/>
                  </a:moveTo>
                  <a:lnTo>
                    <a:pt x="9311" y="4932"/>
                  </a:lnTo>
                  <a:cubicBezTo>
                    <a:pt x="9265" y="4932"/>
                    <a:pt x="9233" y="4884"/>
                    <a:pt x="9248" y="4838"/>
                  </a:cubicBezTo>
                  <a:lnTo>
                    <a:pt x="9248" y="4838"/>
                  </a:lnTo>
                  <a:lnTo>
                    <a:pt x="9406" y="4869"/>
                  </a:lnTo>
                  <a:lnTo>
                    <a:pt x="9406" y="4869"/>
                  </a:lnTo>
                  <a:cubicBezTo>
                    <a:pt x="9406" y="4916"/>
                    <a:pt x="9374" y="4932"/>
                    <a:pt x="9328" y="4932"/>
                  </a:cubicBezTo>
                  <a:close/>
                  <a:moveTo>
                    <a:pt x="3450" y="4901"/>
                  </a:moveTo>
                  <a:lnTo>
                    <a:pt x="3435" y="4901"/>
                  </a:lnTo>
                  <a:cubicBezTo>
                    <a:pt x="3387" y="4901"/>
                    <a:pt x="3356" y="4853"/>
                    <a:pt x="3372" y="4806"/>
                  </a:cubicBezTo>
                  <a:lnTo>
                    <a:pt x="3545" y="4838"/>
                  </a:lnTo>
                  <a:cubicBezTo>
                    <a:pt x="3530" y="4884"/>
                    <a:pt x="3498" y="4901"/>
                    <a:pt x="3450" y="4901"/>
                  </a:cubicBezTo>
                  <a:close/>
                  <a:moveTo>
                    <a:pt x="9248" y="4838"/>
                  </a:moveTo>
                  <a:cubicBezTo>
                    <a:pt x="9248" y="4790"/>
                    <a:pt x="9296" y="4775"/>
                    <a:pt x="9328" y="4775"/>
                  </a:cubicBezTo>
                  <a:lnTo>
                    <a:pt x="9343" y="4775"/>
                  </a:lnTo>
                  <a:cubicBezTo>
                    <a:pt x="9391" y="4775"/>
                    <a:pt x="9422" y="4821"/>
                    <a:pt x="9406" y="4869"/>
                  </a:cubicBezTo>
                  <a:lnTo>
                    <a:pt x="9248" y="4838"/>
                  </a:lnTo>
                  <a:close/>
                  <a:moveTo>
                    <a:pt x="6397" y="4916"/>
                  </a:moveTo>
                  <a:lnTo>
                    <a:pt x="6381" y="4916"/>
                  </a:lnTo>
                  <a:cubicBezTo>
                    <a:pt x="6334" y="4916"/>
                    <a:pt x="6303" y="4869"/>
                    <a:pt x="6318" y="4821"/>
                  </a:cubicBezTo>
                  <a:cubicBezTo>
                    <a:pt x="6318" y="4775"/>
                    <a:pt x="6349" y="4758"/>
                    <a:pt x="6397" y="4758"/>
                  </a:cubicBezTo>
                  <a:lnTo>
                    <a:pt x="6412" y="4758"/>
                  </a:lnTo>
                  <a:cubicBezTo>
                    <a:pt x="6460" y="4758"/>
                    <a:pt x="6492" y="4806"/>
                    <a:pt x="6475" y="4853"/>
                  </a:cubicBezTo>
                  <a:cubicBezTo>
                    <a:pt x="6475" y="4901"/>
                    <a:pt x="6429" y="4916"/>
                    <a:pt x="6397" y="4916"/>
                  </a:cubicBezTo>
                  <a:close/>
                  <a:moveTo>
                    <a:pt x="3372" y="4806"/>
                  </a:moveTo>
                  <a:lnTo>
                    <a:pt x="3372" y="4806"/>
                  </a:lnTo>
                  <a:cubicBezTo>
                    <a:pt x="3387" y="4758"/>
                    <a:pt x="3419" y="4743"/>
                    <a:pt x="3450" y="4743"/>
                  </a:cubicBezTo>
                  <a:lnTo>
                    <a:pt x="3467" y="4743"/>
                  </a:lnTo>
                  <a:cubicBezTo>
                    <a:pt x="3513" y="4743"/>
                    <a:pt x="3545" y="4790"/>
                    <a:pt x="3545" y="4838"/>
                  </a:cubicBezTo>
                  <a:lnTo>
                    <a:pt x="3545" y="4838"/>
                  </a:lnTo>
                  <a:lnTo>
                    <a:pt x="3372" y="4806"/>
                  </a:lnTo>
                  <a:close/>
                  <a:moveTo>
                    <a:pt x="520" y="4901"/>
                  </a:moveTo>
                  <a:cubicBezTo>
                    <a:pt x="505" y="4901"/>
                    <a:pt x="505" y="4884"/>
                    <a:pt x="505" y="4884"/>
                  </a:cubicBezTo>
                  <a:cubicBezTo>
                    <a:pt x="457" y="4884"/>
                    <a:pt x="425" y="4838"/>
                    <a:pt x="442" y="4790"/>
                  </a:cubicBezTo>
                  <a:cubicBezTo>
                    <a:pt x="442" y="4758"/>
                    <a:pt x="473" y="4727"/>
                    <a:pt x="520" y="4727"/>
                  </a:cubicBezTo>
                  <a:lnTo>
                    <a:pt x="536" y="4727"/>
                  </a:lnTo>
                  <a:cubicBezTo>
                    <a:pt x="583" y="4727"/>
                    <a:pt x="614" y="4775"/>
                    <a:pt x="599" y="4821"/>
                  </a:cubicBezTo>
                  <a:cubicBezTo>
                    <a:pt x="599" y="4869"/>
                    <a:pt x="551" y="4901"/>
                    <a:pt x="520" y="4901"/>
                  </a:cubicBezTo>
                  <a:close/>
                  <a:moveTo>
                    <a:pt x="8760" y="4821"/>
                  </a:moveTo>
                  <a:lnTo>
                    <a:pt x="8744" y="4821"/>
                  </a:lnTo>
                  <a:cubicBezTo>
                    <a:pt x="8697" y="4806"/>
                    <a:pt x="8681" y="4775"/>
                    <a:pt x="8681" y="4727"/>
                  </a:cubicBezTo>
                  <a:lnTo>
                    <a:pt x="8855" y="4758"/>
                  </a:lnTo>
                  <a:lnTo>
                    <a:pt x="8855" y="4758"/>
                  </a:lnTo>
                  <a:cubicBezTo>
                    <a:pt x="8839" y="4790"/>
                    <a:pt x="8807" y="4821"/>
                    <a:pt x="8760" y="4821"/>
                  </a:cubicBezTo>
                  <a:close/>
                  <a:moveTo>
                    <a:pt x="2883" y="4790"/>
                  </a:moveTo>
                  <a:lnTo>
                    <a:pt x="2868" y="4790"/>
                  </a:lnTo>
                  <a:cubicBezTo>
                    <a:pt x="2820" y="4775"/>
                    <a:pt x="2805" y="4743"/>
                    <a:pt x="2805" y="4695"/>
                  </a:cubicBezTo>
                  <a:lnTo>
                    <a:pt x="2978" y="4727"/>
                  </a:lnTo>
                  <a:cubicBezTo>
                    <a:pt x="2962" y="4758"/>
                    <a:pt x="2931" y="4790"/>
                    <a:pt x="2883" y="4790"/>
                  </a:cubicBezTo>
                  <a:close/>
                  <a:moveTo>
                    <a:pt x="8681" y="4727"/>
                  </a:moveTo>
                  <a:cubicBezTo>
                    <a:pt x="8697" y="4680"/>
                    <a:pt x="8729" y="4649"/>
                    <a:pt x="8760" y="4649"/>
                  </a:cubicBezTo>
                  <a:lnTo>
                    <a:pt x="8776" y="4649"/>
                  </a:lnTo>
                  <a:cubicBezTo>
                    <a:pt x="8824" y="4664"/>
                    <a:pt x="8855" y="4712"/>
                    <a:pt x="8855" y="4758"/>
                  </a:cubicBezTo>
                  <a:lnTo>
                    <a:pt x="8681" y="4727"/>
                  </a:lnTo>
                  <a:close/>
                  <a:moveTo>
                    <a:pt x="5830" y="4806"/>
                  </a:moveTo>
                  <a:lnTo>
                    <a:pt x="5814" y="4806"/>
                  </a:lnTo>
                  <a:cubicBezTo>
                    <a:pt x="5767" y="4790"/>
                    <a:pt x="5735" y="4758"/>
                    <a:pt x="5751" y="4712"/>
                  </a:cubicBezTo>
                  <a:cubicBezTo>
                    <a:pt x="5751" y="4664"/>
                    <a:pt x="5782" y="4632"/>
                    <a:pt x="5830" y="4632"/>
                  </a:cubicBezTo>
                  <a:lnTo>
                    <a:pt x="5845" y="4632"/>
                  </a:lnTo>
                  <a:cubicBezTo>
                    <a:pt x="5893" y="4649"/>
                    <a:pt x="5924" y="4695"/>
                    <a:pt x="5908" y="4743"/>
                  </a:cubicBezTo>
                  <a:cubicBezTo>
                    <a:pt x="5908" y="4775"/>
                    <a:pt x="5861" y="4806"/>
                    <a:pt x="5830" y="4806"/>
                  </a:cubicBezTo>
                  <a:close/>
                  <a:moveTo>
                    <a:pt x="2805" y="4695"/>
                  </a:moveTo>
                  <a:lnTo>
                    <a:pt x="2805" y="4695"/>
                  </a:lnTo>
                  <a:cubicBezTo>
                    <a:pt x="2820" y="4649"/>
                    <a:pt x="2852" y="4617"/>
                    <a:pt x="2883" y="4617"/>
                  </a:cubicBezTo>
                  <a:cubicBezTo>
                    <a:pt x="2899" y="4617"/>
                    <a:pt x="2899" y="4617"/>
                    <a:pt x="2915" y="4632"/>
                  </a:cubicBezTo>
                  <a:cubicBezTo>
                    <a:pt x="2946" y="4632"/>
                    <a:pt x="2978" y="4680"/>
                    <a:pt x="2978" y="4727"/>
                  </a:cubicBezTo>
                  <a:lnTo>
                    <a:pt x="2978" y="4727"/>
                  </a:lnTo>
                  <a:lnTo>
                    <a:pt x="2805" y="4695"/>
                  </a:lnTo>
                  <a:close/>
                  <a:moveTo>
                    <a:pt x="8208" y="4712"/>
                  </a:moveTo>
                  <a:lnTo>
                    <a:pt x="8193" y="4712"/>
                  </a:lnTo>
                  <a:cubicBezTo>
                    <a:pt x="8145" y="4695"/>
                    <a:pt x="8114" y="4649"/>
                    <a:pt x="8114" y="4601"/>
                  </a:cubicBezTo>
                  <a:lnTo>
                    <a:pt x="8288" y="4632"/>
                  </a:lnTo>
                  <a:cubicBezTo>
                    <a:pt x="8271" y="4680"/>
                    <a:pt x="8240" y="4712"/>
                    <a:pt x="8208" y="4712"/>
                  </a:cubicBezTo>
                  <a:close/>
                  <a:moveTo>
                    <a:pt x="2332" y="4680"/>
                  </a:moveTo>
                  <a:lnTo>
                    <a:pt x="2316" y="4680"/>
                  </a:lnTo>
                  <a:cubicBezTo>
                    <a:pt x="2269" y="4664"/>
                    <a:pt x="2238" y="4617"/>
                    <a:pt x="2238" y="4569"/>
                  </a:cubicBezTo>
                  <a:lnTo>
                    <a:pt x="2238" y="4569"/>
                  </a:lnTo>
                  <a:lnTo>
                    <a:pt x="2410" y="4601"/>
                  </a:lnTo>
                  <a:lnTo>
                    <a:pt x="2410" y="4601"/>
                  </a:lnTo>
                  <a:cubicBezTo>
                    <a:pt x="2395" y="4649"/>
                    <a:pt x="2364" y="4680"/>
                    <a:pt x="2332" y="4680"/>
                  </a:cubicBezTo>
                  <a:close/>
                  <a:moveTo>
                    <a:pt x="8114" y="4601"/>
                  </a:moveTo>
                  <a:lnTo>
                    <a:pt x="8114" y="4601"/>
                  </a:lnTo>
                  <a:cubicBezTo>
                    <a:pt x="8130" y="4569"/>
                    <a:pt x="8162" y="4538"/>
                    <a:pt x="8208" y="4538"/>
                  </a:cubicBezTo>
                  <a:lnTo>
                    <a:pt x="8225" y="4538"/>
                  </a:lnTo>
                  <a:cubicBezTo>
                    <a:pt x="8271" y="4554"/>
                    <a:pt x="8288" y="4601"/>
                    <a:pt x="8288" y="4632"/>
                  </a:cubicBezTo>
                  <a:lnTo>
                    <a:pt x="8288" y="4632"/>
                  </a:lnTo>
                  <a:lnTo>
                    <a:pt x="8114" y="4601"/>
                  </a:lnTo>
                  <a:close/>
                  <a:moveTo>
                    <a:pt x="5263" y="4695"/>
                  </a:moveTo>
                  <a:lnTo>
                    <a:pt x="5246" y="4695"/>
                  </a:lnTo>
                  <a:cubicBezTo>
                    <a:pt x="5200" y="4680"/>
                    <a:pt x="5168" y="4632"/>
                    <a:pt x="5183" y="4586"/>
                  </a:cubicBezTo>
                  <a:cubicBezTo>
                    <a:pt x="5183" y="4554"/>
                    <a:pt x="5231" y="4523"/>
                    <a:pt x="5263" y="4523"/>
                  </a:cubicBezTo>
                  <a:lnTo>
                    <a:pt x="5278" y="4523"/>
                  </a:lnTo>
                  <a:cubicBezTo>
                    <a:pt x="5326" y="4538"/>
                    <a:pt x="5357" y="4586"/>
                    <a:pt x="5341" y="4617"/>
                  </a:cubicBezTo>
                  <a:cubicBezTo>
                    <a:pt x="5341" y="4664"/>
                    <a:pt x="5309" y="4695"/>
                    <a:pt x="5263" y="4695"/>
                  </a:cubicBezTo>
                  <a:close/>
                  <a:moveTo>
                    <a:pt x="2238" y="4569"/>
                  </a:moveTo>
                  <a:cubicBezTo>
                    <a:pt x="2253" y="4538"/>
                    <a:pt x="2284" y="4506"/>
                    <a:pt x="2332" y="4506"/>
                  </a:cubicBezTo>
                  <a:lnTo>
                    <a:pt x="2347" y="4506"/>
                  </a:lnTo>
                  <a:cubicBezTo>
                    <a:pt x="2395" y="4523"/>
                    <a:pt x="2427" y="4569"/>
                    <a:pt x="2410" y="4601"/>
                  </a:cubicBezTo>
                  <a:lnTo>
                    <a:pt x="2238" y="4569"/>
                  </a:lnTo>
                  <a:close/>
                  <a:moveTo>
                    <a:pt x="7641" y="4586"/>
                  </a:moveTo>
                  <a:lnTo>
                    <a:pt x="7626" y="4586"/>
                  </a:lnTo>
                  <a:cubicBezTo>
                    <a:pt x="7578" y="4586"/>
                    <a:pt x="7547" y="4538"/>
                    <a:pt x="7547" y="4491"/>
                  </a:cubicBezTo>
                  <a:lnTo>
                    <a:pt x="7721" y="4523"/>
                  </a:lnTo>
                  <a:cubicBezTo>
                    <a:pt x="7704" y="4569"/>
                    <a:pt x="7673" y="4586"/>
                    <a:pt x="7641" y="4586"/>
                  </a:cubicBezTo>
                  <a:close/>
                  <a:moveTo>
                    <a:pt x="1765" y="4554"/>
                  </a:moveTo>
                  <a:lnTo>
                    <a:pt x="1749" y="4554"/>
                  </a:lnTo>
                  <a:cubicBezTo>
                    <a:pt x="1702" y="4554"/>
                    <a:pt x="1670" y="4506"/>
                    <a:pt x="1686" y="4460"/>
                  </a:cubicBezTo>
                  <a:lnTo>
                    <a:pt x="1686" y="4460"/>
                  </a:lnTo>
                  <a:lnTo>
                    <a:pt x="1843" y="4491"/>
                  </a:lnTo>
                  <a:lnTo>
                    <a:pt x="1843" y="4491"/>
                  </a:lnTo>
                  <a:cubicBezTo>
                    <a:pt x="1843" y="4538"/>
                    <a:pt x="1797" y="4554"/>
                    <a:pt x="1765" y="4554"/>
                  </a:cubicBezTo>
                  <a:close/>
                  <a:moveTo>
                    <a:pt x="7547" y="4491"/>
                  </a:moveTo>
                  <a:lnTo>
                    <a:pt x="7547" y="4491"/>
                  </a:lnTo>
                  <a:cubicBezTo>
                    <a:pt x="7563" y="4443"/>
                    <a:pt x="7595" y="4428"/>
                    <a:pt x="7641" y="4428"/>
                  </a:cubicBezTo>
                  <a:lnTo>
                    <a:pt x="7658" y="4428"/>
                  </a:lnTo>
                  <a:cubicBezTo>
                    <a:pt x="7704" y="4428"/>
                    <a:pt x="7736" y="4475"/>
                    <a:pt x="7721" y="4523"/>
                  </a:cubicBezTo>
                  <a:lnTo>
                    <a:pt x="7721" y="4523"/>
                  </a:lnTo>
                  <a:lnTo>
                    <a:pt x="7547" y="4491"/>
                  </a:lnTo>
                  <a:close/>
                  <a:moveTo>
                    <a:pt x="4696" y="4569"/>
                  </a:moveTo>
                  <a:lnTo>
                    <a:pt x="4679" y="4569"/>
                  </a:lnTo>
                  <a:cubicBezTo>
                    <a:pt x="4633" y="4569"/>
                    <a:pt x="4601" y="4523"/>
                    <a:pt x="4616" y="4475"/>
                  </a:cubicBezTo>
                  <a:cubicBezTo>
                    <a:pt x="4633" y="4428"/>
                    <a:pt x="4664" y="4412"/>
                    <a:pt x="4696" y="4412"/>
                  </a:cubicBezTo>
                  <a:lnTo>
                    <a:pt x="4711" y="4412"/>
                  </a:lnTo>
                  <a:cubicBezTo>
                    <a:pt x="4759" y="4412"/>
                    <a:pt x="4790" y="4460"/>
                    <a:pt x="4790" y="4506"/>
                  </a:cubicBezTo>
                  <a:cubicBezTo>
                    <a:pt x="4774" y="4554"/>
                    <a:pt x="4742" y="4569"/>
                    <a:pt x="4696" y="4569"/>
                  </a:cubicBezTo>
                  <a:close/>
                  <a:moveTo>
                    <a:pt x="1686" y="4460"/>
                  </a:moveTo>
                  <a:cubicBezTo>
                    <a:pt x="1686" y="4412"/>
                    <a:pt x="1717" y="4397"/>
                    <a:pt x="1765" y="4397"/>
                  </a:cubicBezTo>
                  <a:lnTo>
                    <a:pt x="1780" y="4397"/>
                  </a:lnTo>
                  <a:cubicBezTo>
                    <a:pt x="1828" y="4397"/>
                    <a:pt x="1860" y="4443"/>
                    <a:pt x="1843" y="4491"/>
                  </a:cubicBezTo>
                  <a:lnTo>
                    <a:pt x="1686" y="4460"/>
                  </a:lnTo>
                  <a:close/>
                  <a:moveTo>
                    <a:pt x="7074" y="4475"/>
                  </a:moveTo>
                  <a:lnTo>
                    <a:pt x="7059" y="4475"/>
                  </a:lnTo>
                  <a:cubicBezTo>
                    <a:pt x="7011" y="4460"/>
                    <a:pt x="6979" y="4412"/>
                    <a:pt x="6996" y="4380"/>
                  </a:cubicBezTo>
                  <a:lnTo>
                    <a:pt x="6996" y="4380"/>
                  </a:lnTo>
                  <a:lnTo>
                    <a:pt x="7153" y="4412"/>
                  </a:lnTo>
                  <a:lnTo>
                    <a:pt x="7153" y="4412"/>
                  </a:lnTo>
                  <a:cubicBezTo>
                    <a:pt x="7153" y="4443"/>
                    <a:pt x="7106" y="4475"/>
                    <a:pt x="7074" y="4475"/>
                  </a:cubicBezTo>
                  <a:close/>
                  <a:moveTo>
                    <a:pt x="1198" y="4443"/>
                  </a:moveTo>
                  <a:lnTo>
                    <a:pt x="1181" y="4443"/>
                  </a:lnTo>
                  <a:cubicBezTo>
                    <a:pt x="1135" y="4428"/>
                    <a:pt x="1103" y="4397"/>
                    <a:pt x="1118" y="4349"/>
                  </a:cubicBezTo>
                  <a:lnTo>
                    <a:pt x="1276" y="4380"/>
                  </a:lnTo>
                  <a:cubicBezTo>
                    <a:pt x="1276" y="4412"/>
                    <a:pt x="1244" y="4443"/>
                    <a:pt x="1198" y="4443"/>
                  </a:cubicBezTo>
                  <a:close/>
                  <a:moveTo>
                    <a:pt x="6996" y="4380"/>
                  </a:moveTo>
                  <a:cubicBezTo>
                    <a:pt x="6996" y="4334"/>
                    <a:pt x="7027" y="4302"/>
                    <a:pt x="7074" y="4302"/>
                  </a:cubicBezTo>
                  <a:lnTo>
                    <a:pt x="7090" y="4302"/>
                  </a:lnTo>
                  <a:cubicBezTo>
                    <a:pt x="7137" y="4317"/>
                    <a:pt x="7169" y="4365"/>
                    <a:pt x="7153" y="4412"/>
                  </a:cubicBezTo>
                  <a:lnTo>
                    <a:pt x="6996" y="4380"/>
                  </a:lnTo>
                  <a:close/>
                  <a:moveTo>
                    <a:pt x="4128" y="4460"/>
                  </a:moveTo>
                  <a:lnTo>
                    <a:pt x="4112" y="4460"/>
                  </a:lnTo>
                  <a:cubicBezTo>
                    <a:pt x="4065" y="4443"/>
                    <a:pt x="4049" y="4397"/>
                    <a:pt x="4049" y="4365"/>
                  </a:cubicBezTo>
                  <a:cubicBezTo>
                    <a:pt x="4065" y="4317"/>
                    <a:pt x="4097" y="4286"/>
                    <a:pt x="4128" y="4286"/>
                  </a:cubicBezTo>
                  <a:lnTo>
                    <a:pt x="4160" y="4286"/>
                  </a:lnTo>
                  <a:cubicBezTo>
                    <a:pt x="4191" y="4302"/>
                    <a:pt x="4223" y="4349"/>
                    <a:pt x="4223" y="4397"/>
                  </a:cubicBezTo>
                  <a:cubicBezTo>
                    <a:pt x="4206" y="4428"/>
                    <a:pt x="4175" y="4460"/>
                    <a:pt x="4128" y="4460"/>
                  </a:cubicBezTo>
                  <a:close/>
                  <a:moveTo>
                    <a:pt x="1118" y="4349"/>
                  </a:moveTo>
                  <a:lnTo>
                    <a:pt x="1118" y="4349"/>
                  </a:lnTo>
                  <a:cubicBezTo>
                    <a:pt x="1118" y="4302"/>
                    <a:pt x="1166" y="4270"/>
                    <a:pt x="1198" y="4270"/>
                  </a:cubicBezTo>
                  <a:lnTo>
                    <a:pt x="1213" y="4270"/>
                  </a:lnTo>
                  <a:cubicBezTo>
                    <a:pt x="1261" y="4286"/>
                    <a:pt x="1292" y="4334"/>
                    <a:pt x="1276" y="4380"/>
                  </a:cubicBezTo>
                  <a:lnTo>
                    <a:pt x="1276" y="4380"/>
                  </a:lnTo>
                  <a:lnTo>
                    <a:pt x="1118" y="4349"/>
                  </a:lnTo>
                  <a:close/>
                  <a:moveTo>
                    <a:pt x="6507" y="4365"/>
                  </a:moveTo>
                  <a:lnTo>
                    <a:pt x="6492" y="4365"/>
                  </a:lnTo>
                  <a:cubicBezTo>
                    <a:pt x="6444" y="4349"/>
                    <a:pt x="6412" y="4302"/>
                    <a:pt x="6429" y="4254"/>
                  </a:cubicBezTo>
                  <a:lnTo>
                    <a:pt x="6429" y="4254"/>
                  </a:lnTo>
                  <a:lnTo>
                    <a:pt x="6586" y="4286"/>
                  </a:lnTo>
                  <a:lnTo>
                    <a:pt x="6586" y="4286"/>
                  </a:lnTo>
                  <a:cubicBezTo>
                    <a:pt x="6586" y="4334"/>
                    <a:pt x="6555" y="4365"/>
                    <a:pt x="6507" y="4365"/>
                  </a:cubicBezTo>
                  <a:close/>
                  <a:moveTo>
                    <a:pt x="9454" y="4380"/>
                  </a:moveTo>
                  <a:cubicBezTo>
                    <a:pt x="9437" y="4380"/>
                    <a:pt x="9437" y="4380"/>
                    <a:pt x="9422" y="4365"/>
                  </a:cubicBezTo>
                  <a:cubicBezTo>
                    <a:pt x="9391" y="4365"/>
                    <a:pt x="9359" y="4317"/>
                    <a:pt x="9359" y="4270"/>
                  </a:cubicBezTo>
                  <a:cubicBezTo>
                    <a:pt x="9374" y="4239"/>
                    <a:pt x="9406" y="4207"/>
                    <a:pt x="9454" y="4207"/>
                  </a:cubicBezTo>
                  <a:lnTo>
                    <a:pt x="9469" y="4207"/>
                  </a:lnTo>
                  <a:cubicBezTo>
                    <a:pt x="9517" y="4223"/>
                    <a:pt x="9532" y="4254"/>
                    <a:pt x="9532" y="4302"/>
                  </a:cubicBezTo>
                  <a:cubicBezTo>
                    <a:pt x="9517" y="4349"/>
                    <a:pt x="9485" y="4380"/>
                    <a:pt x="9454" y="4380"/>
                  </a:cubicBezTo>
                  <a:close/>
                  <a:moveTo>
                    <a:pt x="6429" y="4254"/>
                  </a:moveTo>
                  <a:cubicBezTo>
                    <a:pt x="6429" y="4223"/>
                    <a:pt x="6475" y="4191"/>
                    <a:pt x="6507" y="4191"/>
                  </a:cubicBezTo>
                  <a:lnTo>
                    <a:pt x="6523" y="4191"/>
                  </a:lnTo>
                  <a:cubicBezTo>
                    <a:pt x="6570" y="4207"/>
                    <a:pt x="6601" y="4239"/>
                    <a:pt x="6586" y="4286"/>
                  </a:cubicBezTo>
                  <a:lnTo>
                    <a:pt x="6429" y="4254"/>
                  </a:lnTo>
                  <a:close/>
                  <a:moveTo>
                    <a:pt x="3576" y="4349"/>
                  </a:moveTo>
                  <a:lnTo>
                    <a:pt x="3561" y="4349"/>
                  </a:lnTo>
                  <a:cubicBezTo>
                    <a:pt x="3513" y="4334"/>
                    <a:pt x="3482" y="4286"/>
                    <a:pt x="3482" y="4239"/>
                  </a:cubicBezTo>
                  <a:cubicBezTo>
                    <a:pt x="3498" y="4207"/>
                    <a:pt x="3530" y="4176"/>
                    <a:pt x="3576" y="4176"/>
                  </a:cubicBezTo>
                  <a:lnTo>
                    <a:pt x="3593" y="4176"/>
                  </a:lnTo>
                  <a:cubicBezTo>
                    <a:pt x="3639" y="4191"/>
                    <a:pt x="3656" y="4223"/>
                    <a:pt x="3656" y="4270"/>
                  </a:cubicBezTo>
                  <a:cubicBezTo>
                    <a:pt x="3639" y="4317"/>
                    <a:pt x="3608" y="4349"/>
                    <a:pt x="3576" y="4349"/>
                  </a:cubicBezTo>
                  <a:close/>
                  <a:moveTo>
                    <a:pt x="5940" y="4239"/>
                  </a:moveTo>
                  <a:lnTo>
                    <a:pt x="5924" y="4239"/>
                  </a:lnTo>
                  <a:cubicBezTo>
                    <a:pt x="5877" y="4239"/>
                    <a:pt x="5845" y="4191"/>
                    <a:pt x="5861" y="4144"/>
                  </a:cubicBezTo>
                  <a:lnTo>
                    <a:pt x="6034" y="4176"/>
                  </a:lnTo>
                  <a:cubicBezTo>
                    <a:pt x="6019" y="4223"/>
                    <a:pt x="5988" y="4239"/>
                    <a:pt x="5940" y="4239"/>
                  </a:cubicBezTo>
                  <a:close/>
                  <a:moveTo>
                    <a:pt x="8887" y="4254"/>
                  </a:moveTo>
                  <a:lnTo>
                    <a:pt x="8870" y="4254"/>
                  </a:lnTo>
                  <a:cubicBezTo>
                    <a:pt x="8824" y="4254"/>
                    <a:pt x="8792" y="4207"/>
                    <a:pt x="8792" y="4160"/>
                  </a:cubicBezTo>
                  <a:cubicBezTo>
                    <a:pt x="8807" y="4113"/>
                    <a:pt x="8839" y="4097"/>
                    <a:pt x="8887" y="4097"/>
                  </a:cubicBezTo>
                  <a:lnTo>
                    <a:pt x="8902" y="4097"/>
                  </a:lnTo>
                  <a:cubicBezTo>
                    <a:pt x="8950" y="4097"/>
                    <a:pt x="8981" y="4144"/>
                    <a:pt x="8965" y="4191"/>
                  </a:cubicBezTo>
                  <a:cubicBezTo>
                    <a:pt x="8950" y="4239"/>
                    <a:pt x="8918" y="4254"/>
                    <a:pt x="8887" y="4254"/>
                  </a:cubicBezTo>
                  <a:close/>
                  <a:moveTo>
                    <a:pt x="5861" y="4144"/>
                  </a:moveTo>
                  <a:lnTo>
                    <a:pt x="5861" y="4144"/>
                  </a:lnTo>
                  <a:cubicBezTo>
                    <a:pt x="5877" y="4097"/>
                    <a:pt x="5908" y="4081"/>
                    <a:pt x="5940" y="4081"/>
                  </a:cubicBezTo>
                  <a:lnTo>
                    <a:pt x="5956" y="4081"/>
                  </a:lnTo>
                  <a:cubicBezTo>
                    <a:pt x="6003" y="4081"/>
                    <a:pt x="6034" y="4128"/>
                    <a:pt x="6034" y="4176"/>
                  </a:cubicBezTo>
                  <a:lnTo>
                    <a:pt x="6034" y="4176"/>
                  </a:lnTo>
                  <a:lnTo>
                    <a:pt x="5861" y="4144"/>
                  </a:lnTo>
                  <a:close/>
                  <a:moveTo>
                    <a:pt x="3009" y="4223"/>
                  </a:moveTo>
                  <a:lnTo>
                    <a:pt x="2994" y="4223"/>
                  </a:lnTo>
                  <a:cubicBezTo>
                    <a:pt x="2946" y="4223"/>
                    <a:pt x="2915" y="4176"/>
                    <a:pt x="2931" y="4128"/>
                  </a:cubicBezTo>
                  <a:cubicBezTo>
                    <a:pt x="2931" y="4081"/>
                    <a:pt x="2962" y="4065"/>
                    <a:pt x="3009" y="4065"/>
                  </a:cubicBezTo>
                  <a:lnTo>
                    <a:pt x="3025" y="4065"/>
                  </a:lnTo>
                  <a:cubicBezTo>
                    <a:pt x="3072" y="4065"/>
                    <a:pt x="3104" y="4113"/>
                    <a:pt x="3088" y="4160"/>
                  </a:cubicBezTo>
                  <a:cubicBezTo>
                    <a:pt x="3088" y="4207"/>
                    <a:pt x="3041" y="4223"/>
                    <a:pt x="3009" y="4223"/>
                  </a:cubicBezTo>
                  <a:close/>
                  <a:moveTo>
                    <a:pt x="5372" y="4128"/>
                  </a:moveTo>
                  <a:lnTo>
                    <a:pt x="5357" y="4128"/>
                  </a:lnTo>
                  <a:cubicBezTo>
                    <a:pt x="5309" y="4113"/>
                    <a:pt x="5294" y="4065"/>
                    <a:pt x="5294" y="4018"/>
                  </a:cubicBezTo>
                  <a:lnTo>
                    <a:pt x="5467" y="4065"/>
                  </a:lnTo>
                  <a:cubicBezTo>
                    <a:pt x="5452" y="4097"/>
                    <a:pt x="5420" y="4128"/>
                    <a:pt x="5372" y="4128"/>
                  </a:cubicBezTo>
                  <a:close/>
                  <a:moveTo>
                    <a:pt x="8319" y="4144"/>
                  </a:moveTo>
                  <a:lnTo>
                    <a:pt x="8303" y="4144"/>
                  </a:lnTo>
                  <a:cubicBezTo>
                    <a:pt x="8256" y="4128"/>
                    <a:pt x="8225" y="4081"/>
                    <a:pt x="8240" y="4034"/>
                  </a:cubicBezTo>
                  <a:cubicBezTo>
                    <a:pt x="8240" y="4002"/>
                    <a:pt x="8271" y="3971"/>
                    <a:pt x="8319" y="3971"/>
                  </a:cubicBezTo>
                  <a:lnTo>
                    <a:pt x="8334" y="3971"/>
                  </a:lnTo>
                  <a:cubicBezTo>
                    <a:pt x="8382" y="3987"/>
                    <a:pt x="8414" y="4034"/>
                    <a:pt x="8397" y="4081"/>
                  </a:cubicBezTo>
                  <a:cubicBezTo>
                    <a:pt x="8397" y="4113"/>
                    <a:pt x="8351" y="4144"/>
                    <a:pt x="8319" y="4144"/>
                  </a:cubicBezTo>
                  <a:close/>
                  <a:moveTo>
                    <a:pt x="5294" y="4018"/>
                  </a:moveTo>
                  <a:lnTo>
                    <a:pt x="5294" y="4018"/>
                  </a:lnTo>
                  <a:cubicBezTo>
                    <a:pt x="5309" y="3987"/>
                    <a:pt x="5341" y="3955"/>
                    <a:pt x="5372" y="3955"/>
                  </a:cubicBezTo>
                  <a:lnTo>
                    <a:pt x="5404" y="3955"/>
                  </a:lnTo>
                  <a:cubicBezTo>
                    <a:pt x="5435" y="3971"/>
                    <a:pt x="5467" y="4018"/>
                    <a:pt x="5467" y="4065"/>
                  </a:cubicBezTo>
                  <a:lnTo>
                    <a:pt x="5467" y="4065"/>
                  </a:lnTo>
                  <a:lnTo>
                    <a:pt x="5294" y="4018"/>
                  </a:lnTo>
                  <a:close/>
                  <a:moveTo>
                    <a:pt x="2442" y="4113"/>
                  </a:moveTo>
                  <a:lnTo>
                    <a:pt x="2427" y="4113"/>
                  </a:lnTo>
                  <a:cubicBezTo>
                    <a:pt x="2379" y="4097"/>
                    <a:pt x="2347" y="4050"/>
                    <a:pt x="2364" y="4018"/>
                  </a:cubicBezTo>
                  <a:cubicBezTo>
                    <a:pt x="2364" y="3971"/>
                    <a:pt x="2395" y="3939"/>
                    <a:pt x="2442" y="3939"/>
                  </a:cubicBezTo>
                  <a:lnTo>
                    <a:pt x="2458" y="3939"/>
                  </a:lnTo>
                  <a:cubicBezTo>
                    <a:pt x="2505" y="3955"/>
                    <a:pt x="2536" y="4002"/>
                    <a:pt x="2521" y="4050"/>
                  </a:cubicBezTo>
                  <a:cubicBezTo>
                    <a:pt x="2521" y="4081"/>
                    <a:pt x="2473" y="4113"/>
                    <a:pt x="2442" y="4113"/>
                  </a:cubicBezTo>
                  <a:close/>
                  <a:moveTo>
                    <a:pt x="4822" y="4018"/>
                  </a:moveTo>
                  <a:cubicBezTo>
                    <a:pt x="4805" y="4018"/>
                    <a:pt x="4805" y="4018"/>
                    <a:pt x="4805" y="4002"/>
                  </a:cubicBezTo>
                  <a:cubicBezTo>
                    <a:pt x="4759" y="4002"/>
                    <a:pt x="4727" y="3955"/>
                    <a:pt x="4727" y="3907"/>
                  </a:cubicBezTo>
                  <a:lnTo>
                    <a:pt x="4727" y="3907"/>
                  </a:lnTo>
                  <a:lnTo>
                    <a:pt x="4900" y="3939"/>
                  </a:lnTo>
                  <a:lnTo>
                    <a:pt x="4900" y="3939"/>
                  </a:lnTo>
                  <a:cubicBezTo>
                    <a:pt x="4885" y="3987"/>
                    <a:pt x="4853" y="4018"/>
                    <a:pt x="4822" y="4018"/>
                  </a:cubicBezTo>
                  <a:close/>
                  <a:moveTo>
                    <a:pt x="7752" y="4034"/>
                  </a:moveTo>
                  <a:cubicBezTo>
                    <a:pt x="7752" y="4034"/>
                    <a:pt x="7736" y="4034"/>
                    <a:pt x="7736" y="4018"/>
                  </a:cubicBezTo>
                  <a:cubicBezTo>
                    <a:pt x="7689" y="4018"/>
                    <a:pt x="7658" y="3971"/>
                    <a:pt x="7673" y="3924"/>
                  </a:cubicBezTo>
                  <a:cubicBezTo>
                    <a:pt x="7673" y="3892"/>
                    <a:pt x="7721" y="3861"/>
                    <a:pt x="7752" y="3861"/>
                  </a:cubicBezTo>
                  <a:lnTo>
                    <a:pt x="7767" y="3861"/>
                  </a:lnTo>
                  <a:cubicBezTo>
                    <a:pt x="7815" y="3876"/>
                    <a:pt x="7847" y="3907"/>
                    <a:pt x="7830" y="3955"/>
                  </a:cubicBezTo>
                  <a:cubicBezTo>
                    <a:pt x="7830" y="4002"/>
                    <a:pt x="7799" y="4034"/>
                    <a:pt x="7752" y="4034"/>
                  </a:cubicBezTo>
                  <a:close/>
                  <a:moveTo>
                    <a:pt x="4727" y="3907"/>
                  </a:moveTo>
                  <a:cubicBezTo>
                    <a:pt x="4742" y="3876"/>
                    <a:pt x="4774" y="3844"/>
                    <a:pt x="4822" y="3844"/>
                  </a:cubicBezTo>
                  <a:lnTo>
                    <a:pt x="4837" y="3844"/>
                  </a:lnTo>
                  <a:cubicBezTo>
                    <a:pt x="4885" y="3861"/>
                    <a:pt x="4900" y="3892"/>
                    <a:pt x="4900" y="3939"/>
                  </a:cubicBezTo>
                  <a:lnTo>
                    <a:pt x="4727" y="3907"/>
                  </a:lnTo>
                  <a:close/>
                  <a:moveTo>
                    <a:pt x="1875" y="4002"/>
                  </a:moveTo>
                  <a:lnTo>
                    <a:pt x="1860" y="4002"/>
                  </a:lnTo>
                  <a:cubicBezTo>
                    <a:pt x="1812" y="3987"/>
                    <a:pt x="1780" y="3939"/>
                    <a:pt x="1797" y="3892"/>
                  </a:cubicBezTo>
                  <a:cubicBezTo>
                    <a:pt x="1797" y="3861"/>
                    <a:pt x="1843" y="3829"/>
                    <a:pt x="1875" y="3829"/>
                  </a:cubicBezTo>
                  <a:lnTo>
                    <a:pt x="1891" y="3829"/>
                  </a:lnTo>
                  <a:cubicBezTo>
                    <a:pt x="1938" y="3844"/>
                    <a:pt x="1969" y="3876"/>
                    <a:pt x="1954" y="3924"/>
                  </a:cubicBezTo>
                  <a:cubicBezTo>
                    <a:pt x="1954" y="3971"/>
                    <a:pt x="1923" y="4002"/>
                    <a:pt x="1875" y="4002"/>
                  </a:cubicBezTo>
                  <a:close/>
                  <a:moveTo>
                    <a:pt x="4254" y="3892"/>
                  </a:moveTo>
                  <a:lnTo>
                    <a:pt x="4238" y="3892"/>
                  </a:lnTo>
                  <a:cubicBezTo>
                    <a:pt x="4191" y="3892"/>
                    <a:pt x="4160" y="3844"/>
                    <a:pt x="4175" y="3798"/>
                  </a:cubicBezTo>
                  <a:lnTo>
                    <a:pt x="4175" y="3798"/>
                  </a:lnTo>
                  <a:lnTo>
                    <a:pt x="4333" y="3829"/>
                  </a:lnTo>
                  <a:lnTo>
                    <a:pt x="4333" y="3829"/>
                  </a:lnTo>
                  <a:cubicBezTo>
                    <a:pt x="4333" y="3861"/>
                    <a:pt x="4286" y="3892"/>
                    <a:pt x="4254" y="3892"/>
                  </a:cubicBezTo>
                  <a:close/>
                  <a:moveTo>
                    <a:pt x="7185" y="3907"/>
                  </a:moveTo>
                  <a:lnTo>
                    <a:pt x="7169" y="3907"/>
                  </a:lnTo>
                  <a:cubicBezTo>
                    <a:pt x="7122" y="3892"/>
                    <a:pt x="7090" y="3861"/>
                    <a:pt x="7106" y="3813"/>
                  </a:cubicBezTo>
                  <a:cubicBezTo>
                    <a:pt x="7122" y="3766"/>
                    <a:pt x="7153" y="3735"/>
                    <a:pt x="7185" y="3735"/>
                  </a:cubicBezTo>
                  <a:cubicBezTo>
                    <a:pt x="7200" y="3735"/>
                    <a:pt x="7200" y="3750"/>
                    <a:pt x="7200" y="3750"/>
                  </a:cubicBezTo>
                  <a:cubicBezTo>
                    <a:pt x="7248" y="3750"/>
                    <a:pt x="7279" y="3798"/>
                    <a:pt x="7279" y="3844"/>
                  </a:cubicBezTo>
                  <a:cubicBezTo>
                    <a:pt x="7263" y="3876"/>
                    <a:pt x="7232" y="3907"/>
                    <a:pt x="7185" y="3907"/>
                  </a:cubicBezTo>
                  <a:close/>
                  <a:moveTo>
                    <a:pt x="4175" y="3798"/>
                  </a:moveTo>
                  <a:cubicBezTo>
                    <a:pt x="4175" y="3750"/>
                    <a:pt x="4206" y="3735"/>
                    <a:pt x="4254" y="3735"/>
                  </a:cubicBezTo>
                  <a:lnTo>
                    <a:pt x="4270" y="3735"/>
                  </a:lnTo>
                  <a:cubicBezTo>
                    <a:pt x="4317" y="3735"/>
                    <a:pt x="4349" y="3781"/>
                    <a:pt x="4333" y="3829"/>
                  </a:cubicBezTo>
                  <a:lnTo>
                    <a:pt x="4175" y="3798"/>
                  </a:lnTo>
                  <a:close/>
                  <a:moveTo>
                    <a:pt x="1307" y="3876"/>
                  </a:moveTo>
                  <a:lnTo>
                    <a:pt x="1292" y="3876"/>
                  </a:lnTo>
                  <a:cubicBezTo>
                    <a:pt x="1244" y="3876"/>
                    <a:pt x="1213" y="3829"/>
                    <a:pt x="1229" y="3781"/>
                  </a:cubicBezTo>
                  <a:cubicBezTo>
                    <a:pt x="1244" y="3735"/>
                    <a:pt x="1276" y="3718"/>
                    <a:pt x="1307" y="3718"/>
                  </a:cubicBezTo>
                  <a:lnTo>
                    <a:pt x="1324" y="3718"/>
                  </a:lnTo>
                  <a:cubicBezTo>
                    <a:pt x="1370" y="3718"/>
                    <a:pt x="1402" y="3766"/>
                    <a:pt x="1402" y="3813"/>
                  </a:cubicBezTo>
                  <a:cubicBezTo>
                    <a:pt x="1387" y="3861"/>
                    <a:pt x="1355" y="3876"/>
                    <a:pt x="1307" y="3876"/>
                  </a:cubicBezTo>
                  <a:close/>
                  <a:moveTo>
                    <a:pt x="9563" y="3813"/>
                  </a:moveTo>
                  <a:lnTo>
                    <a:pt x="9548" y="3813"/>
                  </a:lnTo>
                  <a:cubicBezTo>
                    <a:pt x="9500" y="3798"/>
                    <a:pt x="9469" y="3750"/>
                    <a:pt x="9485" y="3703"/>
                  </a:cubicBezTo>
                  <a:lnTo>
                    <a:pt x="9485" y="3703"/>
                  </a:lnTo>
                  <a:lnTo>
                    <a:pt x="9643" y="3750"/>
                  </a:lnTo>
                  <a:lnTo>
                    <a:pt x="9643" y="3750"/>
                  </a:lnTo>
                  <a:cubicBezTo>
                    <a:pt x="9643" y="3781"/>
                    <a:pt x="9595" y="3813"/>
                    <a:pt x="9563" y="3813"/>
                  </a:cubicBezTo>
                  <a:close/>
                  <a:moveTo>
                    <a:pt x="3687" y="3781"/>
                  </a:moveTo>
                  <a:lnTo>
                    <a:pt x="3671" y="3781"/>
                  </a:lnTo>
                  <a:cubicBezTo>
                    <a:pt x="3624" y="3766"/>
                    <a:pt x="3593" y="3718"/>
                    <a:pt x="3608" y="3672"/>
                  </a:cubicBezTo>
                  <a:lnTo>
                    <a:pt x="3608" y="3672"/>
                  </a:lnTo>
                  <a:lnTo>
                    <a:pt x="3765" y="3718"/>
                  </a:lnTo>
                  <a:lnTo>
                    <a:pt x="3765" y="3718"/>
                  </a:lnTo>
                  <a:cubicBezTo>
                    <a:pt x="3765" y="3750"/>
                    <a:pt x="3719" y="3781"/>
                    <a:pt x="3687" y="3781"/>
                  </a:cubicBezTo>
                  <a:close/>
                  <a:moveTo>
                    <a:pt x="9485" y="3703"/>
                  </a:moveTo>
                  <a:cubicBezTo>
                    <a:pt x="9485" y="3672"/>
                    <a:pt x="9517" y="3640"/>
                    <a:pt x="9563" y="3640"/>
                  </a:cubicBezTo>
                  <a:lnTo>
                    <a:pt x="9580" y="3640"/>
                  </a:lnTo>
                  <a:cubicBezTo>
                    <a:pt x="9626" y="3655"/>
                    <a:pt x="9658" y="3703"/>
                    <a:pt x="9643" y="3750"/>
                  </a:cubicBezTo>
                  <a:lnTo>
                    <a:pt x="9485" y="3703"/>
                  </a:lnTo>
                  <a:close/>
                  <a:moveTo>
                    <a:pt x="6618" y="3798"/>
                  </a:moveTo>
                  <a:lnTo>
                    <a:pt x="6601" y="3798"/>
                  </a:lnTo>
                  <a:cubicBezTo>
                    <a:pt x="6555" y="3781"/>
                    <a:pt x="6538" y="3735"/>
                    <a:pt x="6538" y="3687"/>
                  </a:cubicBezTo>
                  <a:cubicBezTo>
                    <a:pt x="6555" y="3655"/>
                    <a:pt x="6586" y="3624"/>
                    <a:pt x="6618" y="3624"/>
                  </a:cubicBezTo>
                  <a:lnTo>
                    <a:pt x="6649" y="3624"/>
                  </a:lnTo>
                  <a:cubicBezTo>
                    <a:pt x="6681" y="3640"/>
                    <a:pt x="6712" y="3687"/>
                    <a:pt x="6712" y="3735"/>
                  </a:cubicBezTo>
                  <a:cubicBezTo>
                    <a:pt x="6696" y="3766"/>
                    <a:pt x="6664" y="3798"/>
                    <a:pt x="6618" y="3798"/>
                  </a:cubicBezTo>
                  <a:close/>
                  <a:moveTo>
                    <a:pt x="3608" y="3672"/>
                  </a:moveTo>
                  <a:cubicBezTo>
                    <a:pt x="3608" y="3640"/>
                    <a:pt x="3639" y="3609"/>
                    <a:pt x="3687" y="3609"/>
                  </a:cubicBezTo>
                  <a:lnTo>
                    <a:pt x="3702" y="3609"/>
                  </a:lnTo>
                  <a:cubicBezTo>
                    <a:pt x="3750" y="3624"/>
                    <a:pt x="3782" y="3672"/>
                    <a:pt x="3765" y="3718"/>
                  </a:cubicBezTo>
                  <a:lnTo>
                    <a:pt x="3608" y="3672"/>
                  </a:lnTo>
                  <a:close/>
                  <a:moveTo>
                    <a:pt x="8996" y="3687"/>
                  </a:moveTo>
                  <a:lnTo>
                    <a:pt x="8981" y="3687"/>
                  </a:lnTo>
                  <a:cubicBezTo>
                    <a:pt x="8933" y="3687"/>
                    <a:pt x="8902" y="3640"/>
                    <a:pt x="8918" y="3592"/>
                  </a:cubicBezTo>
                  <a:lnTo>
                    <a:pt x="8918" y="3592"/>
                  </a:lnTo>
                  <a:lnTo>
                    <a:pt x="9076" y="3624"/>
                  </a:lnTo>
                  <a:lnTo>
                    <a:pt x="9076" y="3624"/>
                  </a:lnTo>
                  <a:cubicBezTo>
                    <a:pt x="9076" y="3672"/>
                    <a:pt x="9044" y="3687"/>
                    <a:pt x="8996" y="3687"/>
                  </a:cubicBezTo>
                  <a:close/>
                  <a:moveTo>
                    <a:pt x="3120" y="3672"/>
                  </a:moveTo>
                  <a:cubicBezTo>
                    <a:pt x="3120" y="3672"/>
                    <a:pt x="3104" y="3672"/>
                    <a:pt x="3104" y="3655"/>
                  </a:cubicBezTo>
                  <a:cubicBezTo>
                    <a:pt x="3057" y="3655"/>
                    <a:pt x="3025" y="3609"/>
                    <a:pt x="3041" y="3561"/>
                  </a:cubicBezTo>
                  <a:lnTo>
                    <a:pt x="3198" y="3592"/>
                  </a:lnTo>
                  <a:lnTo>
                    <a:pt x="3198" y="3592"/>
                  </a:lnTo>
                  <a:cubicBezTo>
                    <a:pt x="3198" y="3640"/>
                    <a:pt x="3167" y="3672"/>
                    <a:pt x="3120" y="3672"/>
                  </a:cubicBezTo>
                  <a:close/>
                  <a:moveTo>
                    <a:pt x="8918" y="3592"/>
                  </a:moveTo>
                  <a:cubicBezTo>
                    <a:pt x="8918" y="3546"/>
                    <a:pt x="8965" y="3529"/>
                    <a:pt x="8996" y="3529"/>
                  </a:cubicBezTo>
                  <a:lnTo>
                    <a:pt x="9013" y="3529"/>
                  </a:lnTo>
                  <a:cubicBezTo>
                    <a:pt x="9059" y="3529"/>
                    <a:pt x="9091" y="3577"/>
                    <a:pt x="9076" y="3624"/>
                  </a:cubicBezTo>
                  <a:lnTo>
                    <a:pt x="8918" y="3592"/>
                  </a:lnTo>
                  <a:close/>
                  <a:moveTo>
                    <a:pt x="6066" y="3672"/>
                  </a:moveTo>
                  <a:lnTo>
                    <a:pt x="6051" y="3672"/>
                  </a:lnTo>
                  <a:cubicBezTo>
                    <a:pt x="6003" y="3672"/>
                    <a:pt x="5971" y="3624"/>
                    <a:pt x="5971" y="3577"/>
                  </a:cubicBezTo>
                  <a:cubicBezTo>
                    <a:pt x="5988" y="3546"/>
                    <a:pt x="6019" y="3514"/>
                    <a:pt x="6066" y="3514"/>
                  </a:cubicBezTo>
                  <a:lnTo>
                    <a:pt x="6082" y="3514"/>
                  </a:lnTo>
                  <a:cubicBezTo>
                    <a:pt x="6129" y="3514"/>
                    <a:pt x="6145" y="3561"/>
                    <a:pt x="6145" y="3609"/>
                  </a:cubicBezTo>
                  <a:cubicBezTo>
                    <a:pt x="6129" y="3655"/>
                    <a:pt x="6097" y="3672"/>
                    <a:pt x="6066" y="3672"/>
                  </a:cubicBezTo>
                  <a:close/>
                  <a:moveTo>
                    <a:pt x="3041" y="3561"/>
                  </a:moveTo>
                  <a:cubicBezTo>
                    <a:pt x="3041" y="3529"/>
                    <a:pt x="3088" y="3498"/>
                    <a:pt x="3120" y="3498"/>
                  </a:cubicBezTo>
                  <a:lnTo>
                    <a:pt x="3135" y="3498"/>
                  </a:lnTo>
                  <a:cubicBezTo>
                    <a:pt x="3183" y="3514"/>
                    <a:pt x="3215" y="3546"/>
                    <a:pt x="3198" y="3592"/>
                  </a:cubicBezTo>
                  <a:lnTo>
                    <a:pt x="3041" y="3561"/>
                  </a:lnTo>
                  <a:close/>
                  <a:moveTo>
                    <a:pt x="8429" y="3577"/>
                  </a:moveTo>
                  <a:lnTo>
                    <a:pt x="8414" y="3577"/>
                  </a:lnTo>
                  <a:cubicBezTo>
                    <a:pt x="8366" y="3561"/>
                    <a:pt x="8334" y="3529"/>
                    <a:pt x="8351" y="3483"/>
                  </a:cubicBezTo>
                  <a:lnTo>
                    <a:pt x="8524" y="3514"/>
                  </a:lnTo>
                  <a:lnTo>
                    <a:pt x="8524" y="3514"/>
                  </a:lnTo>
                  <a:cubicBezTo>
                    <a:pt x="8508" y="3546"/>
                    <a:pt x="8477" y="3577"/>
                    <a:pt x="8429" y="3577"/>
                  </a:cubicBezTo>
                  <a:close/>
                  <a:moveTo>
                    <a:pt x="2553" y="3546"/>
                  </a:moveTo>
                  <a:lnTo>
                    <a:pt x="2536" y="3546"/>
                  </a:lnTo>
                  <a:cubicBezTo>
                    <a:pt x="2490" y="3529"/>
                    <a:pt x="2458" y="3498"/>
                    <a:pt x="2473" y="3451"/>
                  </a:cubicBezTo>
                  <a:lnTo>
                    <a:pt x="2647" y="3483"/>
                  </a:lnTo>
                  <a:cubicBezTo>
                    <a:pt x="2631" y="3514"/>
                    <a:pt x="2599" y="3546"/>
                    <a:pt x="2553" y="3546"/>
                  </a:cubicBezTo>
                  <a:close/>
                  <a:moveTo>
                    <a:pt x="8351" y="3483"/>
                  </a:moveTo>
                  <a:cubicBezTo>
                    <a:pt x="8366" y="3435"/>
                    <a:pt x="8397" y="3403"/>
                    <a:pt x="8429" y="3403"/>
                  </a:cubicBezTo>
                  <a:lnTo>
                    <a:pt x="8445" y="3403"/>
                  </a:lnTo>
                  <a:cubicBezTo>
                    <a:pt x="8492" y="3420"/>
                    <a:pt x="8524" y="3466"/>
                    <a:pt x="8524" y="3514"/>
                  </a:cubicBezTo>
                  <a:lnTo>
                    <a:pt x="8351" y="3483"/>
                  </a:lnTo>
                  <a:close/>
                  <a:moveTo>
                    <a:pt x="5498" y="3561"/>
                  </a:moveTo>
                  <a:lnTo>
                    <a:pt x="5483" y="3561"/>
                  </a:lnTo>
                  <a:cubicBezTo>
                    <a:pt x="5435" y="3546"/>
                    <a:pt x="5404" y="3514"/>
                    <a:pt x="5420" y="3466"/>
                  </a:cubicBezTo>
                  <a:cubicBezTo>
                    <a:pt x="5420" y="3420"/>
                    <a:pt x="5452" y="3388"/>
                    <a:pt x="5498" y="3388"/>
                  </a:cubicBezTo>
                  <a:cubicBezTo>
                    <a:pt x="5498" y="3388"/>
                    <a:pt x="5515" y="3388"/>
                    <a:pt x="5515" y="3403"/>
                  </a:cubicBezTo>
                  <a:cubicBezTo>
                    <a:pt x="5561" y="3403"/>
                    <a:pt x="5593" y="3451"/>
                    <a:pt x="5578" y="3498"/>
                  </a:cubicBezTo>
                  <a:cubicBezTo>
                    <a:pt x="5578" y="3529"/>
                    <a:pt x="5530" y="3561"/>
                    <a:pt x="5498" y="3561"/>
                  </a:cubicBezTo>
                  <a:close/>
                  <a:moveTo>
                    <a:pt x="2473" y="3451"/>
                  </a:moveTo>
                  <a:lnTo>
                    <a:pt x="2473" y="3451"/>
                  </a:lnTo>
                  <a:cubicBezTo>
                    <a:pt x="2490" y="3403"/>
                    <a:pt x="2521" y="3372"/>
                    <a:pt x="2553" y="3372"/>
                  </a:cubicBezTo>
                  <a:cubicBezTo>
                    <a:pt x="2568" y="3372"/>
                    <a:pt x="2568" y="3372"/>
                    <a:pt x="2568" y="3388"/>
                  </a:cubicBezTo>
                  <a:cubicBezTo>
                    <a:pt x="2616" y="3388"/>
                    <a:pt x="2647" y="3435"/>
                    <a:pt x="2647" y="3483"/>
                  </a:cubicBezTo>
                  <a:lnTo>
                    <a:pt x="2647" y="3483"/>
                  </a:lnTo>
                  <a:lnTo>
                    <a:pt x="2473" y="3451"/>
                  </a:lnTo>
                  <a:close/>
                  <a:moveTo>
                    <a:pt x="7862" y="3466"/>
                  </a:moveTo>
                  <a:lnTo>
                    <a:pt x="7847" y="3466"/>
                  </a:lnTo>
                  <a:cubicBezTo>
                    <a:pt x="7799" y="3451"/>
                    <a:pt x="7784" y="3403"/>
                    <a:pt x="7784" y="3357"/>
                  </a:cubicBezTo>
                  <a:lnTo>
                    <a:pt x="7784" y="3357"/>
                  </a:lnTo>
                  <a:lnTo>
                    <a:pt x="7956" y="3388"/>
                  </a:lnTo>
                  <a:lnTo>
                    <a:pt x="7956" y="3388"/>
                  </a:lnTo>
                  <a:cubicBezTo>
                    <a:pt x="7941" y="3435"/>
                    <a:pt x="7910" y="3466"/>
                    <a:pt x="7862" y="3466"/>
                  </a:cubicBezTo>
                  <a:close/>
                  <a:moveTo>
                    <a:pt x="2001" y="3435"/>
                  </a:moveTo>
                  <a:lnTo>
                    <a:pt x="1969" y="3435"/>
                  </a:lnTo>
                  <a:cubicBezTo>
                    <a:pt x="1938" y="3420"/>
                    <a:pt x="1906" y="3372"/>
                    <a:pt x="1906" y="3325"/>
                  </a:cubicBezTo>
                  <a:lnTo>
                    <a:pt x="2080" y="3372"/>
                  </a:lnTo>
                  <a:cubicBezTo>
                    <a:pt x="2064" y="3403"/>
                    <a:pt x="2032" y="3435"/>
                    <a:pt x="2001" y="3435"/>
                  </a:cubicBezTo>
                  <a:close/>
                  <a:moveTo>
                    <a:pt x="7784" y="3357"/>
                  </a:moveTo>
                  <a:cubicBezTo>
                    <a:pt x="7799" y="3325"/>
                    <a:pt x="7830" y="3294"/>
                    <a:pt x="7862" y="3294"/>
                  </a:cubicBezTo>
                  <a:lnTo>
                    <a:pt x="7878" y="3294"/>
                  </a:lnTo>
                  <a:cubicBezTo>
                    <a:pt x="7925" y="3309"/>
                    <a:pt x="7956" y="3357"/>
                    <a:pt x="7956" y="3388"/>
                  </a:cubicBezTo>
                  <a:lnTo>
                    <a:pt x="7784" y="3357"/>
                  </a:lnTo>
                  <a:close/>
                  <a:moveTo>
                    <a:pt x="4931" y="3451"/>
                  </a:moveTo>
                  <a:lnTo>
                    <a:pt x="4916" y="3451"/>
                  </a:lnTo>
                  <a:cubicBezTo>
                    <a:pt x="4868" y="3435"/>
                    <a:pt x="4837" y="3388"/>
                    <a:pt x="4853" y="3340"/>
                  </a:cubicBezTo>
                  <a:cubicBezTo>
                    <a:pt x="4853" y="3309"/>
                    <a:pt x="4885" y="3277"/>
                    <a:pt x="4931" y="3277"/>
                  </a:cubicBezTo>
                  <a:lnTo>
                    <a:pt x="4948" y="3277"/>
                  </a:lnTo>
                  <a:cubicBezTo>
                    <a:pt x="4994" y="3294"/>
                    <a:pt x="5026" y="3340"/>
                    <a:pt x="5011" y="3388"/>
                  </a:cubicBezTo>
                  <a:cubicBezTo>
                    <a:pt x="5011" y="3420"/>
                    <a:pt x="4963" y="3451"/>
                    <a:pt x="4931" y="3451"/>
                  </a:cubicBezTo>
                  <a:close/>
                  <a:moveTo>
                    <a:pt x="1906" y="3325"/>
                  </a:moveTo>
                  <a:lnTo>
                    <a:pt x="1906" y="3325"/>
                  </a:lnTo>
                  <a:cubicBezTo>
                    <a:pt x="1923" y="3294"/>
                    <a:pt x="1954" y="3262"/>
                    <a:pt x="1986" y="3262"/>
                  </a:cubicBezTo>
                  <a:lnTo>
                    <a:pt x="2017" y="3262"/>
                  </a:lnTo>
                  <a:cubicBezTo>
                    <a:pt x="2049" y="3277"/>
                    <a:pt x="2080" y="3325"/>
                    <a:pt x="2080" y="3372"/>
                  </a:cubicBezTo>
                  <a:lnTo>
                    <a:pt x="2080" y="3372"/>
                  </a:lnTo>
                  <a:lnTo>
                    <a:pt x="1906" y="3325"/>
                  </a:lnTo>
                  <a:close/>
                  <a:moveTo>
                    <a:pt x="7311" y="3340"/>
                  </a:moveTo>
                  <a:lnTo>
                    <a:pt x="7295" y="3340"/>
                  </a:lnTo>
                  <a:cubicBezTo>
                    <a:pt x="7248" y="3340"/>
                    <a:pt x="7216" y="3294"/>
                    <a:pt x="7216" y="3246"/>
                  </a:cubicBezTo>
                  <a:lnTo>
                    <a:pt x="7389" y="3277"/>
                  </a:lnTo>
                  <a:cubicBezTo>
                    <a:pt x="7374" y="3325"/>
                    <a:pt x="7342" y="3340"/>
                    <a:pt x="7311" y="3340"/>
                  </a:cubicBezTo>
                  <a:close/>
                  <a:moveTo>
                    <a:pt x="1433" y="3309"/>
                  </a:moveTo>
                  <a:lnTo>
                    <a:pt x="1418" y="3309"/>
                  </a:lnTo>
                  <a:cubicBezTo>
                    <a:pt x="1370" y="3309"/>
                    <a:pt x="1339" y="3262"/>
                    <a:pt x="1339" y="3214"/>
                  </a:cubicBezTo>
                  <a:lnTo>
                    <a:pt x="1339" y="3214"/>
                  </a:lnTo>
                  <a:lnTo>
                    <a:pt x="1513" y="3246"/>
                  </a:lnTo>
                  <a:lnTo>
                    <a:pt x="1513" y="3246"/>
                  </a:lnTo>
                  <a:cubicBezTo>
                    <a:pt x="1497" y="3294"/>
                    <a:pt x="1465" y="3309"/>
                    <a:pt x="1433" y="3309"/>
                  </a:cubicBezTo>
                  <a:close/>
                  <a:moveTo>
                    <a:pt x="7216" y="3246"/>
                  </a:moveTo>
                  <a:lnTo>
                    <a:pt x="7216" y="3246"/>
                  </a:lnTo>
                  <a:cubicBezTo>
                    <a:pt x="7232" y="3199"/>
                    <a:pt x="7263" y="3183"/>
                    <a:pt x="7311" y="3183"/>
                  </a:cubicBezTo>
                  <a:lnTo>
                    <a:pt x="7326" y="3183"/>
                  </a:lnTo>
                  <a:cubicBezTo>
                    <a:pt x="7374" y="3183"/>
                    <a:pt x="7389" y="3231"/>
                    <a:pt x="7389" y="3277"/>
                  </a:cubicBezTo>
                  <a:lnTo>
                    <a:pt x="7389" y="3277"/>
                  </a:lnTo>
                  <a:lnTo>
                    <a:pt x="7216" y="3246"/>
                  </a:lnTo>
                  <a:close/>
                  <a:moveTo>
                    <a:pt x="4364" y="3325"/>
                  </a:moveTo>
                  <a:lnTo>
                    <a:pt x="4349" y="3325"/>
                  </a:lnTo>
                  <a:cubicBezTo>
                    <a:pt x="4301" y="3325"/>
                    <a:pt x="4270" y="3277"/>
                    <a:pt x="4286" y="3231"/>
                  </a:cubicBezTo>
                  <a:cubicBezTo>
                    <a:pt x="4286" y="3183"/>
                    <a:pt x="4333" y="3168"/>
                    <a:pt x="4364" y="3168"/>
                  </a:cubicBezTo>
                  <a:lnTo>
                    <a:pt x="4380" y="3168"/>
                  </a:lnTo>
                  <a:cubicBezTo>
                    <a:pt x="4427" y="3168"/>
                    <a:pt x="4459" y="3214"/>
                    <a:pt x="4443" y="3262"/>
                  </a:cubicBezTo>
                  <a:cubicBezTo>
                    <a:pt x="4443" y="3309"/>
                    <a:pt x="4412" y="3325"/>
                    <a:pt x="4364" y="3325"/>
                  </a:cubicBezTo>
                  <a:close/>
                  <a:moveTo>
                    <a:pt x="1339" y="3214"/>
                  </a:moveTo>
                  <a:cubicBezTo>
                    <a:pt x="1355" y="3183"/>
                    <a:pt x="1387" y="3151"/>
                    <a:pt x="1433" y="3151"/>
                  </a:cubicBezTo>
                  <a:lnTo>
                    <a:pt x="1450" y="3151"/>
                  </a:lnTo>
                  <a:cubicBezTo>
                    <a:pt x="1497" y="3151"/>
                    <a:pt x="1528" y="3199"/>
                    <a:pt x="1513" y="3246"/>
                  </a:cubicBezTo>
                  <a:lnTo>
                    <a:pt x="1339" y="3214"/>
                  </a:lnTo>
                  <a:close/>
                  <a:moveTo>
                    <a:pt x="6744" y="3231"/>
                  </a:moveTo>
                  <a:lnTo>
                    <a:pt x="6727" y="3231"/>
                  </a:lnTo>
                  <a:cubicBezTo>
                    <a:pt x="6681" y="3214"/>
                    <a:pt x="6649" y="3183"/>
                    <a:pt x="6664" y="3136"/>
                  </a:cubicBezTo>
                  <a:lnTo>
                    <a:pt x="6822" y="3168"/>
                  </a:lnTo>
                  <a:cubicBezTo>
                    <a:pt x="6822" y="3199"/>
                    <a:pt x="6775" y="3231"/>
                    <a:pt x="6744" y="3231"/>
                  </a:cubicBezTo>
                  <a:close/>
                  <a:moveTo>
                    <a:pt x="9674" y="3246"/>
                  </a:moveTo>
                  <a:lnTo>
                    <a:pt x="9658" y="3246"/>
                  </a:lnTo>
                  <a:cubicBezTo>
                    <a:pt x="9611" y="3231"/>
                    <a:pt x="9580" y="3183"/>
                    <a:pt x="9595" y="3151"/>
                  </a:cubicBezTo>
                  <a:cubicBezTo>
                    <a:pt x="9611" y="3105"/>
                    <a:pt x="9643" y="3073"/>
                    <a:pt x="9674" y="3073"/>
                  </a:cubicBezTo>
                  <a:lnTo>
                    <a:pt x="9689" y="3073"/>
                  </a:lnTo>
                  <a:cubicBezTo>
                    <a:pt x="9737" y="3088"/>
                    <a:pt x="9769" y="3136"/>
                    <a:pt x="9752" y="3183"/>
                  </a:cubicBezTo>
                  <a:cubicBezTo>
                    <a:pt x="9752" y="3214"/>
                    <a:pt x="9721" y="3246"/>
                    <a:pt x="9674" y="3246"/>
                  </a:cubicBezTo>
                  <a:close/>
                  <a:moveTo>
                    <a:pt x="6664" y="3136"/>
                  </a:moveTo>
                  <a:lnTo>
                    <a:pt x="6664" y="3136"/>
                  </a:lnTo>
                  <a:cubicBezTo>
                    <a:pt x="6664" y="3088"/>
                    <a:pt x="6696" y="3057"/>
                    <a:pt x="6744" y="3057"/>
                  </a:cubicBezTo>
                  <a:lnTo>
                    <a:pt x="6759" y="3057"/>
                  </a:lnTo>
                  <a:cubicBezTo>
                    <a:pt x="6807" y="3073"/>
                    <a:pt x="6838" y="3120"/>
                    <a:pt x="6822" y="3168"/>
                  </a:cubicBezTo>
                  <a:lnTo>
                    <a:pt x="6822" y="3168"/>
                  </a:lnTo>
                  <a:lnTo>
                    <a:pt x="6664" y="3136"/>
                  </a:lnTo>
                  <a:close/>
                  <a:moveTo>
                    <a:pt x="3797" y="3214"/>
                  </a:moveTo>
                  <a:lnTo>
                    <a:pt x="3782" y="3214"/>
                  </a:lnTo>
                  <a:cubicBezTo>
                    <a:pt x="3734" y="3199"/>
                    <a:pt x="3702" y="3168"/>
                    <a:pt x="3719" y="3120"/>
                  </a:cubicBezTo>
                  <a:cubicBezTo>
                    <a:pt x="3734" y="3073"/>
                    <a:pt x="3765" y="3042"/>
                    <a:pt x="3797" y="3042"/>
                  </a:cubicBezTo>
                  <a:lnTo>
                    <a:pt x="3813" y="3042"/>
                  </a:lnTo>
                  <a:cubicBezTo>
                    <a:pt x="3860" y="3057"/>
                    <a:pt x="3891" y="3105"/>
                    <a:pt x="3891" y="3151"/>
                  </a:cubicBezTo>
                  <a:cubicBezTo>
                    <a:pt x="3876" y="3183"/>
                    <a:pt x="3845" y="3214"/>
                    <a:pt x="3797" y="3214"/>
                  </a:cubicBezTo>
                  <a:close/>
                  <a:moveTo>
                    <a:pt x="6177" y="3120"/>
                  </a:moveTo>
                  <a:lnTo>
                    <a:pt x="6160" y="3120"/>
                  </a:lnTo>
                  <a:cubicBezTo>
                    <a:pt x="6114" y="3105"/>
                    <a:pt x="6082" y="3057"/>
                    <a:pt x="6097" y="3010"/>
                  </a:cubicBezTo>
                  <a:lnTo>
                    <a:pt x="6097" y="3010"/>
                  </a:lnTo>
                  <a:lnTo>
                    <a:pt x="6255" y="3042"/>
                  </a:lnTo>
                  <a:lnTo>
                    <a:pt x="6255" y="3042"/>
                  </a:lnTo>
                  <a:cubicBezTo>
                    <a:pt x="6255" y="3088"/>
                    <a:pt x="6208" y="3120"/>
                    <a:pt x="6177" y="3120"/>
                  </a:cubicBezTo>
                  <a:close/>
                  <a:moveTo>
                    <a:pt x="9107" y="3136"/>
                  </a:moveTo>
                  <a:lnTo>
                    <a:pt x="9091" y="3136"/>
                  </a:lnTo>
                  <a:cubicBezTo>
                    <a:pt x="9044" y="3120"/>
                    <a:pt x="9028" y="3073"/>
                    <a:pt x="9028" y="3025"/>
                  </a:cubicBezTo>
                  <a:cubicBezTo>
                    <a:pt x="9044" y="2994"/>
                    <a:pt x="9076" y="2962"/>
                    <a:pt x="9107" y="2962"/>
                  </a:cubicBezTo>
                  <a:lnTo>
                    <a:pt x="9139" y="2962"/>
                  </a:lnTo>
                  <a:cubicBezTo>
                    <a:pt x="9170" y="2979"/>
                    <a:pt x="9202" y="3010"/>
                    <a:pt x="9202" y="3057"/>
                  </a:cubicBezTo>
                  <a:cubicBezTo>
                    <a:pt x="9185" y="3105"/>
                    <a:pt x="9154" y="3136"/>
                    <a:pt x="9107" y="3136"/>
                  </a:cubicBezTo>
                  <a:close/>
                  <a:moveTo>
                    <a:pt x="6097" y="3010"/>
                  </a:moveTo>
                  <a:cubicBezTo>
                    <a:pt x="6097" y="2979"/>
                    <a:pt x="6129" y="2947"/>
                    <a:pt x="6177" y="2947"/>
                  </a:cubicBezTo>
                  <a:lnTo>
                    <a:pt x="6192" y="2947"/>
                  </a:lnTo>
                  <a:cubicBezTo>
                    <a:pt x="6240" y="2962"/>
                    <a:pt x="6271" y="3010"/>
                    <a:pt x="6255" y="3042"/>
                  </a:cubicBezTo>
                  <a:lnTo>
                    <a:pt x="6097" y="3010"/>
                  </a:lnTo>
                  <a:close/>
                  <a:moveTo>
                    <a:pt x="3246" y="3105"/>
                  </a:moveTo>
                  <a:lnTo>
                    <a:pt x="3215" y="3105"/>
                  </a:lnTo>
                  <a:cubicBezTo>
                    <a:pt x="3183" y="3088"/>
                    <a:pt x="3151" y="3042"/>
                    <a:pt x="3151" y="2994"/>
                  </a:cubicBezTo>
                  <a:cubicBezTo>
                    <a:pt x="3167" y="2962"/>
                    <a:pt x="3198" y="2931"/>
                    <a:pt x="3246" y="2931"/>
                  </a:cubicBezTo>
                  <a:lnTo>
                    <a:pt x="3261" y="2931"/>
                  </a:lnTo>
                  <a:cubicBezTo>
                    <a:pt x="3293" y="2947"/>
                    <a:pt x="3324" y="2994"/>
                    <a:pt x="3324" y="3025"/>
                  </a:cubicBezTo>
                  <a:cubicBezTo>
                    <a:pt x="3309" y="3073"/>
                    <a:pt x="3278" y="3105"/>
                    <a:pt x="3246" y="3105"/>
                  </a:cubicBezTo>
                  <a:close/>
                  <a:moveTo>
                    <a:pt x="5609" y="2994"/>
                  </a:moveTo>
                  <a:lnTo>
                    <a:pt x="5593" y="2994"/>
                  </a:lnTo>
                  <a:cubicBezTo>
                    <a:pt x="5546" y="2994"/>
                    <a:pt x="5515" y="2947"/>
                    <a:pt x="5530" y="2899"/>
                  </a:cubicBezTo>
                  <a:lnTo>
                    <a:pt x="5530" y="2899"/>
                  </a:lnTo>
                  <a:lnTo>
                    <a:pt x="5688" y="2931"/>
                  </a:lnTo>
                  <a:lnTo>
                    <a:pt x="5688" y="2931"/>
                  </a:lnTo>
                  <a:cubicBezTo>
                    <a:pt x="5688" y="2979"/>
                    <a:pt x="5656" y="2994"/>
                    <a:pt x="5609" y="2994"/>
                  </a:cubicBezTo>
                  <a:close/>
                  <a:moveTo>
                    <a:pt x="8555" y="3010"/>
                  </a:moveTo>
                  <a:lnTo>
                    <a:pt x="8540" y="3010"/>
                  </a:lnTo>
                  <a:cubicBezTo>
                    <a:pt x="8492" y="3010"/>
                    <a:pt x="8461" y="2962"/>
                    <a:pt x="8461" y="2916"/>
                  </a:cubicBezTo>
                  <a:cubicBezTo>
                    <a:pt x="8477" y="2868"/>
                    <a:pt x="8508" y="2852"/>
                    <a:pt x="8555" y="2852"/>
                  </a:cubicBezTo>
                  <a:lnTo>
                    <a:pt x="8571" y="2852"/>
                  </a:lnTo>
                  <a:cubicBezTo>
                    <a:pt x="8618" y="2852"/>
                    <a:pt x="8634" y="2899"/>
                    <a:pt x="8634" y="2947"/>
                  </a:cubicBezTo>
                  <a:cubicBezTo>
                    <a:pt x="8618" y="2994"/>
                    <a:pt x="8587" y="3010"/>
                    <a:pt x="8555" y="3010"/>
                  </a:cubicBezTo>
                  <a:close/>
                  <a:moveTo>
                    <a:pt x="5530" y="2899"/>
                  </a:moveTo>
                  <a:cubicBezTo>
                    <a:pt x="5530" y="2852"/>
                    <a:pt x="5578" y="2836"/>
                    <a:pt x="5609" y="2836"/>
                  </a:cubicBezTo>
                  <a:lnTo>
                    <a:pt x="5624" y="2836"/>
                  </a:lnTo>
                  <a:cubicBezTo>
                    <a:pt x="5672" y="2836"/>
                    <a:pt x="5704" y="2884"/>
                    <a:pt x="5688" y="2931"/>
                  </a:cubicBezTo>
                  <a:lnTo>
                    <a:pt x="5530" y="2899"/>
                  </a:lnTo>
                  <a:close/>
                  <a:moveTo>
                    <a:pt x="2679" y="2979"/>
                  </a:moveTo>
                  <a:lnTo>
                    <a:pt x="2662" y="2979"/>
                  </a:lnTo>
                  <a:cubicBezTo>
                    <a:pt x="2616" y="2979"/>
                    <a:pt x="2584" y="2931"/>
                    <a:pt x="2584" y="2884"/>
                  </a:cubicBezTo>
                  <a:cubicBezTo>
                    <a:pt x="2599" y="2836"/>
                    <a:pt x="2631" y="2821"/>
                    <a:pt x="2679" y="2821"/>
                  </a:cubicBezTo>
                  <a:lnTo>
                    <a:pt x="2694" y="2821"/>
                  </a:lnTo>
                  <a:cubicBezTo>
                    <a:pt x="2742" y="2821"/>
                    <a:pt x="2773" y="2868"/>
                    <a:pt x="2757" y="2916"/>
                  </a:cubicBezTo>
                  <a:cubicBezTo>
                    <a:pt x="2742" y="2962"/>
                    <a:pt x="2710" y="2979"/>
                    <a:pt x="2679" y="2979"/>
                  </a:cubicBezTo>
                  <a:close/>
                  <a:moveTo>
                    <a:pt x="5042" y="2884"/>
                  </a:moveTo>
                  <a:lnTo>
                    <a:pt x="5026" y="2884"/>
                  </a:lnTo>
                  <a:cubicBezTo>
                    <a:pt x="4979" y="2868"/>
                    <a:pt x="4948" y="2821"/>
                    <a:pt x="4963" y="2789"/>
                  </a:cubicBezTo>
                  <a:lnTo>
                    <a:pt x="5137" y="2821"/>
                  </a:lnTo>
                  <a:cubicBezTo>
                    <a:pt x="5120" y="2852"/>
                    <a:pt x="5089" y="2884"/>
                    <a:pt x="5042" y="2884"/>
                  </a:cubicBezTo>
                  <a:close/>
                  <a:moveTo>
                    <a:pt x="7988" y="2899"/>
                  </a:moveTo>
                  <a:lnTo>
                    <a:pt x="7973" y="2899"/>
                  </a:lnTo>
                  <a:cubicBezTo>
                    <a:pt x="7925" y="2884"/>
                    <a:pt x="7893" y="2836"/>
                    <a:pt x="7910" y="2805"/>
                  </a:cubicBezTo>
                  <a:cubicBezTo>
                    <a:pt x="7910" y="2758"/>
                    <a:pt x="7941" y="2726"/>
                    <a:pt x="7988" y="2726"/>
                  </a:cubicBezTo>
                  <a:lnTo>
                    <a:pt x="8004" y="2726"/>
                  </a:lnTo>
                  <a:cubicBezTo>
                    <a:pt x="8051" y="2742"/>
                    <a:pt x="8082" y="2789"/>
                    <a:pt x="8067" y="2836"/>
                  </a:cubicBezTo>
                  <a:cubicBezTo>
                    <a:pt x="8067" y="2868"/>
                    <a:pt x="8019" y="2899"/>
                    <a:pt x="7988" y="2899"/>
                  </a:cubicBezTo>
                  <a:close/>
                  <a:moveTo>
                    <a:pt x="4963" y="2789"/>
                  </a:moveTo>
                  <a:lnTo>
                    <a:pt x="4963" y="2789"/>
                  </a:lnTo>
                  <a:cubicBezTo>
                    <a:pt x="4979" y="2742"/>
                    <a:pt x="5011" y="2710"/>
                    <a:pt x="5042" y="2710"/>
                  </a:cubicBezTo>
                  <a:lnTo>
                    <a:pt x="5057" y="2710"/>
                  </a:lnTo>
                  <a:cubicBezTo>
                    <a:pt x="5105" y="2726"/>
                    <a:pt x="5137" y="2773"/>
                    <a:pt x="5137" y="2821"/>
                  </a:cubicBezTo>
                  <a:lnTo>
                    <a:pt x="5137" y="2821"/>
                  </a:lnTo>
                  <a:lnTo>
                    <a:pt x="4963" y="2789"/>
                  </a:lnTo>
                  <a:close/>
                  <a:moveTo>
                    <a:pt x="2112" y="2868"/>
                  </a:moveTo>
                  <a:lnTo>
                    <a:pt x="2095" y="2868"/>
                  </a:lnTo>
                  <a:cubicBezTo>
                    <a:pt x="2049" y="2852"/>
                    <a:pt x="2017" y="2821"/>
                    <a:pt x="2032" y="2773"/>
                  </a:cubicBezTo>
                  <a:cubicBezTo>
                    <a:pt x="2032" y="2726"/>
                    <a:pt x="2064" y="2695"/>
                    <a:pt x="2112" y="2695"/>
                  </a:cubicBezTo>
                  <a:lnTo>
                    <a:pt x="2127" y="2695"/>
                  </a:lnTo>
                  <a:cubicBezTo>
                    <a:pt x="2175" y="2710"/>
                    <a:pt x="2206" y="2758"/>
                    <a:pt x="2190" y="2805"/>
                  </a:cubicBezTo>
                  <a:cubicBezTo>
                    <a:pt x="2190" y="2836"/>
                    <a:pt x="2143" y="2868"/>
                    <a:pt x="2112" y="2868"/>
                  </a:cubicBezTo>
                  <a:close/>
                  <a:moveTo>
                    <a:pt x="4475" y="2773"/>
                  </a:moveTo>
                  <a:lnTo>
                    <a:pt x="4459" y="2773"/>
                  </a:lnTo>
                  <a:cubicBezTo>
                    <a:pt x="4412" y="2758"/>
                    <a:pt x="4396" y="2710"/>
                    <a:pt x="4396" y="2663"/>
                  </a:cubicBezTo>
                  <a:lnTo>
                    <a:pt x="4569" y="2695"/>
                  </a:lnTo>
                  <a:cubicBezTo>
                    <a:pt x="4553" y="2742"/>
                    <a:pt x="4522" y="2773"/>
                    <a:pt x="4475" y="2773"/>
                  </a:cubicBezTo>
                  <a:close/>
                  <a:moveTo>
                    <a:pt x="7421" y="2789"/>
                  </a:moveTo>
                  <a:lnTo>
                    <a:pt x="7406" y="2789"/>
                  </a:lnTo>
                  <a:cubicBezTo>
                    <a:pt x="7358" y="2773"/>
                    <a:pt x="7326" y="2726"/>
                    <a:pt x="7342" y="2679"/>
                  </a:cubicBezTo>
                  <a:cubicBezTo>
                    <a:pt x="7342" y="2647"/>
                    <a:pt x="7374" y="2616"/>
                    <a:pt x="7421" y="2616"/>
                  </a:cubicBezTo>
                  <a:lnTo>
                    <a:pt x="7437" y="2616"/>
                  </a:lnTo>
                  <a:cubicBezTo>
                    <a:pt x="7484" y="2632"/>
                    <a:pt x="7515" y="2663"/>
                    <a:pt x="7500" y="2710"/>
                  </a:cubicBezTo>
                  <a:cubicBezTo>
                    <a:pt x="7500" y="2758"/>
                    <a:pt x="7452" y="2789"/>
                    <a:pt x="7421" y="2789"/>
                  </a:cubicBezTo>
                  <a:close/>
                  <a:moveTo>
                    <a:pt x="4396" y="2663"/>
                  </a:moveTo>
                  <a:lnTo>
                    <a:pt x="4396" y="2663"/>
                  </a:lnTo>
                  <a:cubicBezTo>
                    <a:pt x="4412" y="2632"/>
                    <a:pt x="4443" y="2600"/>
                    <a:pt x="4475" y="2600"/>
                  </a:cubicBezTo>
                  <a:lnTo>
                    <a:pt x="4506" y="2600"/>
                  </a:lnTo>
                  <a:cubicBezTo>
                    <a:pt x="4538" y="2616"/>
                    <a:pt x="4569" y="2647"/>
                    <a:pt x="4569" y="2695"/>
                  </a:cubicBezTo>
                  <a:lnTo>
                    <a:pt x="4569" y="2695"/>
                  </a:lnTo>
                  <a:lnTo>
                    <a:pt x="4396" y="2663"/>
                  </a:lnTo>
                  <a:close/>
                  <a:moveTo>
                    <a:pt x="9800" y="2679"/>
                  </a:moveTo>
                  <a:lnTo>
                    <a:pt x="9784" y="2679"/>
                  </a:lnTo>
                  <a:cubicBezTo>
                    <a:pt x="9737" y="2679"/>
                    <a:pt x="9706" y="2632"/>
                    <a:pt x="9706" y="2584"/>
                  </a:cubicBezTo>
                  <a:lnTo>
                    <a:pt x="9879" y="2616"/>
                  </a:lnTo>
                  <a:cubicBezTo>
                    <a:pt x="9863" y="2647"/>
                    <a:pt x="9832" y="2679"/>
                    <a:pt x="9800" y="2679"/>
                  </a:cubicBezTo>
                  <a:close/>
                  <a:moveTo>
                    <a:pt x="3923" y="2647"/>
                  </a:moveTo>
                  <a:lnTo>
                    <a:pt x="3908" y="2647"/>
                  </a:lnTo>
                  <a:cubicBezTo>
                    <a:pt x="3860" y="2647"/>
                    <a:pt x="3828" y="2600"/>
                    <a:pt x="3828" y="2553"/>
                  </a:cubicBezTo>
                  <a:lnTo>
                    <a:pt x="3828" y="2553"/>
                  </a:lnTo>
                  <a:lnTo>
                    <a:pt x="4002" y="2584"/>
                  </a:lnTo>
                  <a:lnTo>
                    <a:pt x="4002" y="2584"/>
                  </a:lnTo>
                  <a:cubicBezTo>
                    <a:pt x="3986" y="2632"/>
                    <a:pt x="3954" y="2647"/>
                    <a:pt x="3923" y="2647"/>
                  </a:cubicBezTo>
                  <a:close/>
                  <a:moveTo>
                    <a:pt x="9706" y="2584"/>
                  </a:moveTo>
                  <a:lnTo>
                    <a:pt x="9706" y="2584"/>
                  </a:lnTo>
                  <a:cubicBezTo>
                    <a:pt x="9721" y="2537"/>
                    <a:pt x="9752" y="2506"/>
                    <a:pt x="9800" y="2506"/>
                  </a:cubicBezTo>
                  <a:cubicBezTo>
                    <a:pt x="9800" y="2506"/>
                    <a:pt x="9800" y="2521"/>
                    <a:pt x="9815" y="2521"/>
                  </a:cubicBezTo>
                  <a:cubicBezTo>
                    <a:pt x="9863" y="2521"/>
                    <a:pt x="9879" y="2569"/>
                    <a:pt x="9879" y="2616"/>
                  </a:cubicBezTo>
                  <a:lnTo>
                    <a:pt x="9879" y="2616"/>
                  </a:lnTo>
                  <a:lnTo>
                    <a:pt x="9706" y="2584"/>
                  </a:lnTo>
                  <a:close/>
                  <a:moveTo>
                    <a:pt x="6853" y="2663"/>
                  </a:moveTo>
                  <a:lnTo>
                    <a:pt x="6838" y="2663"/>
                  </a:lnTo>
                  <a:cubicBezTo>
                    <a:pt x="6790" y="2663"/>
                    <a:pt x="6759" y="2616"/>
                    <a:pt x="6775" y="2569"/>
                  </a:cubicBezTo>
                  <a:cubicBezTo>
                    <a:pt x="6775" y="2521"/>
                    <a:pt x="6822" y="2506"/>
                    <a:pt x="6853" y="2506"/>
                  </a:cubicBezTo>
                  <a:lnTo>
                    <a:pt x="6870" y="2506"/>
                  </a:lnTo>
                  <a:cubicBezTo>
                    <a:pt x="6916" y="2506"/>
                    <a:pt x="6948" y="2553"/>
                    <a:pt x="6933" y="2600"/>
                  </a:cubicBezTo>
                  <a:cubicBezTo>
                    <a:pt x="6933" y="2647"/>
                    <a:pt x="6901" y="2663"/>
                    <a:pt x="6853" y="2663"/>
                  </a:cubicBezTo>
                  <a:close/>
                  <a:moveTo>
                    <a:pt x="3828" y="2553"/>
                  </a:moveTo>
                  <a:cubicBezTo>
                    <a:pt x="3845" y="2506"/>
                    <a:pt x="3876" y="2489"/>
                    <a:pt x="3923" y="2489"/>
                  </a:cubicBezTo>
                  <a:lnTo>
                    <a:pt x="3939" y="2489"/>
                  </a:lnTo>
                  <a:cubicBezTo>
                    <a:pt x="3986" y="2489"/>
                    <a:pt x="4017" y="2537"/>
                    <a:pt x="4002" y="2584"/>
                  </a:cubicBezTo>
                  <a:lnTo>
                    <a:pt x="3828" y="2553"/>
                  </a:lnTo>
                  <a:close/>
                  <a:moveTo>
                    <a:pt x="9233" y="2569"/>
                  </a:moveTo>
                  <a:lnTo>
                    <a:pt x="9217" y="2569"/>
                  </a:lnTo>
                  <a:cubicBezTo>
                    <a:pt x="9170" y="2553"/>
                    <a:pt x="9139" y="2506"/>
                    <a:pt x="9154" y="2458"/>
                  </a:cubicBezTo>
                  <a:lnTo>
                    <a:pt x="9311" y="2506"/>
                  </a:lnTo>
                  <a:cubicBezTo>
                    <a:pt x="9296" y="2537"/>
                    <a:pt x="9265" y="2569"/>
                    <a:pt x="9233" y="2569"/>
                  </a:cubicBezTo>
                  <a:close/>
                  <a:moveTo>
                    <a:pt x="3356" y="2537"/>
                  </a:moveTo>
                  <a:lnTo>
                    <a:pt x="3341" y="2537"/>
                  </a:lnTo>
                  <a:cubicBezTo>
                    <a:pt x="3293" y="2521"/>
                    <a:pt x="3261" y="2474"/>
                    <a:pt x="3278" y="2443"/>
                  </a:cubicBezTo>
                  <a:lnTo>
                    <a:pt x="3278" y="2443"/>
                  </a:lnTo>
                  <a:lnTo>
                    <a:pt x="3435" y="2474"/>
                  </a:lnTo>
                  <a:lnTo>
                    <a:pt x="3435" y="2474"/>
                  </a:lnTo>
                  <a:cubicBezTo>
                    <a:pt x="3435" y="2506"/>
                    <a:pt x="3387" y="2537"/>
                    <a:pt x="3356" y="2537"/>
                  </a:cubicBezTo>
                  <a:close/>
                  <a:moveTo>
                    <a:pt x="9154" y="2458"/>
                  </a:moveTo>
                  <a:lnTo>
                    <a:pt x="9154" y="2458"/>
                  </a:lnTo>
                  <a:cubicBezTo>
                    <a:pt x="9154" y="2426"/>
                    <a:pt x="9185" y="2395"/>
                    <a:pt x="9233" y="2395"/>
                  </a:cubicBezTo>
                  <a:lnTo>
                    <a:pt x="9248" y="2395"/>
                  </a:lnTo>
                  <a:cubicBezTo>
                    <a:pt x="9296" y="2411"/>
                    <a:pt x="9328" y="2458"/>
                    <a:pt x="9311" y="2506"/>
                  </a:cubicBezTo>
                  <a:lnTo>
                    <a:pt x="9311" y="2506"/>
                  </a:lnTo>
                  <a:lnTo>
                    <a:pt x="9154" y="2458"/>
                  </a:lnTo>
                  <a:close/>
                  <a:moveTo>
                    <a:pt x="6286" y="2553"/>
                  </a:moveTo>
                  <a:lnTo>
                    <a:pt x="6271" y="2553"/>
                  </a:lnTo>
                  <a:cubicBezTo>
                    <a:pt x="6223" y="2537"/>
                    <a:pt x="6192" y="2489"/>
                    <a:pt x="6208" y="2443"/>
                  </a:cubicBezTo>
                  <a:cubicBezTo>
                    <a:pt x="6223" y="2411"/>
                    <a:pt x="6255" y="2380"/>
                    <a:pt x="6286" y="2380"/>
                  </a:cubicBezTo>
                  <a:lnTo>
                    <a:pt x="6303" y="2380"/>
                  </a:lnTo>
                  <a:cubicBezTo>
                    <a:pt x="6349" y="2395"/>
                    <a:pt x="6381" y="2443"/>
                    <a:pt x="6381" y="2489"/>
                  </a:cubicBezTo>
                  <a:cubicBezTo>
                    <a:pt x="6366" y="2521"/>
                    <a:pt x="6334" y="2553"/>
                    <a:pt x="6286" y="2553"/>
                  </a:cubicBezTo>
                  <a:close/>
                  <a:moveTo>
                    <a:pt x="3278" y="2443"/>
                  </a:moveTo>
                  <a:cubicBezTo>
                    <a:pt x="3278" y="2395"/>
                    <a:pt x="3309" y="2363"/>
                    <a:pt x="3356" y="2363"/>
                  </a:cubicBezTo>
                  <a:lnTo>
                    <a:pt x="3372" y="2363"/>
                  </a:lnTo>
                  <a:cubicBezTo>
                    <a:pt x="3419" y="2380"/>
                    <a:pt x="3450" y="2426"/>
                    <a:pt x="3435" y="2474"/>
                  </a:cubicBezTo>
                  <a:lnTo>
                    <a:pt x="3278" y="2443"/>
                  </a:lnTo>
                  <a:close/>
                  <a:moveTo>
                    <a:pt x="8666" y="2458"/>
                  </a:moveTo>
                  <a:lnTo>
                    <a:pt x="8650" y="2443"/>
                  </a:lnTo>
                  <a:cubicBezTo>
                    <a:pt x="8603" y="2443"/>
                    <a:pt x="8571" y="2395"/>
                    <a:pt x="8587" y="2348"/>
                  </a:cubicBezTo>
                  <a:lnTo>
                    <a:pt x="8587" y="2348"/>
                  </a:lnTo>
                  <a:lnTo>
                    <a:pt x="8744" y="2380"/>
                  </a:lnTo>
                  <a:lnTo>
                    <a:pt x="8744" y="2380"/>
                  </a:lnTo>
                  <a:cubicBezTo>
                    <a:pt x="8744" y="2426"/>
                    <a:pt x="8697" y="2458"/>
                    <a:pt x="8666" y="2458"/>
                  </a:cubicBezTo>
                  <a:close/>
                  <a:moveTo>
                    <a:pt x="2788" y="2426"/>
                  </a:moveTo>
                  <a:cubicBezTo>
                    <a:pt x="2788" y="2426"/>
                    <a:pt x="2773" y="2426"/>
                    <a:pt x="2773" y="2411"/>
                  </a:cubicBezTo>
                  <a:cubicBezTo>
                    <a:pt x="2725" y="2411"/>
                    <a:pt x="2694" y="2363"/>
                    <a:pt x="2710" y="2317"/>
                  </a:cubicBezTo>
                  <a:lnTo>
                    <a:pt x="2868" y="2348"/>
                  </a:lnTo>
                  <a:lnTo>
                    <a:pt x="2868" y="2348"/>
                  </a:lnTo>
                  <a:cubicBezTo>
                    <a:pt x="2868" y="2395"/>
                    <a:pt x="2836" y="2426"/>
                    <a:pt x="2788" y="2426"/>
                  </a:cubicBezTo>
                  <a:close/>
                  <a:moveTo>
                    <a:pt x="8587" y="2348"/>
                  </a:moveTo>
                  <a:cubicBezTo>
                    <a:pt x="8587" y="2317"/>
                    <a:pt x="8618" y="2285"/>
                    <a:pt x="8666" y="2285"/>
                  </a:cubicBezTo>
                  <a:lnTo>
                    <a:pt x="8681" y="2285"/>
                  </a:lnTo>
                  <a:cubicBezTo>
                    <a:pt x="8729" y="2285"/>
                    <a:pt x="8760" y="2332"/>
                    <a:pt x="8744" y="2380"/>
                  </a:cubicBezTo>
                  <a:lnTo>
                    <a:pt x="8587" y="2348"/>
                  </a:lnTo>
                  <a:close/>
                  <a:moveTo>
                    <a:pt x="5735" y="2443"/>
                  </a:moveTo>
                  <a:cubicBezTo>
                    <a:pt x="5719" y="2443"/>
                    <a:pt x="5719" y="2443"/>
                    <a:pt x="5704" y="2426"/>
                  </a:cubicBezTo>
                  <a:cubicBezTo>
                    <a:pt x="5672" y="2426"/>
                    <a:pt x="5641" y="2380"/>
                    <a:pt x="5641" y="2332"/>
                  </a:cubicBezTo>
                  <a:cubicBezTo>
                    <a:pt x="5656" y="2300"/>
                    <a:pt x="5688" y="2269"/>
                    <a:pt x="5719" y="2269"/>
                  </a:cubicBezTo>
                  <a:lnTo>
                    <a:pt x="5751" y="2269"/>
                  </a:lnTo>
                  <a:cubicBezTo>
                    <a:pt x="5782" y="2285"/>
                    <a:pt x="5814" y="2317"/>
                    <a:pt x="5814" y="2363"/>
                  </a:cubicBezTo>
                  <a:cubicBezTo>
                    <a:pt x="5798" y="2411"/>
                    <a:pt x="5767" y="2443"/>
                    <a:pt x="5735" y="2443"/>
                  </a:cubicBezTo>
                  <a:close/>
                  <a:moveTo>
                    <a:pt x="2710" y="2317"/>
                  </a:moveTo>
                  <a:cubicBezTo>
                    <a:pt x="2710" y="2285"/>
                    <a:pt x="2757" y="2254"/>
                    <a:pt x="2788" y="2254"/>
                  </a:cubicBezTo>
                  <a:lnTo>
                    <a:pt x="2805" y="2254"/>
                  </a:lnTo>
                  <a:cubicBezTo>
                    <a:pt x="2852" y="2269"/>
                    <a:pt x="2883" y="2300"/>
                    <a:pt x="2868" y="2348"/>
                  </a:cubicBezTo>
                  <a:lnTo>
                    <a:pt x="2710" y="2317"/>
                  </a:lnTo>
                  <a:close/>
                  <a:moveTo>
                    <a:pt x="8099" y="2332"/>
                  </a:moveTo>
                  <a:lnTo>
                    <a:pt x="8082" y="2332"/>
                  </a:lnTo>
                  <a:cubicBezTo>
                    <a:pt x="8036" y="2317"/>
                    <a:pt x="8004" y="2285"/>
                    <a:pt x="8019" y="2237"/>
                  </a:cubicBezTo>
                  <a:lnTo>
                    <a:pt x="8019" y="2237"/>
                  </a:lnTo>
                  <a:lnTo>
                    <a:pt x="8177" y="2269"/>
                  </a:lnTo>
                  <a:lnTo>
                    <a:pt x="8177" y="2269"/>
                  </a:lnTo>
                  <a:cubicBezTo>
                    <a:pt x="8177" y="2300"/>
                    <a:pt x="8145" y="2332"/>
                    <a:pt x="8099" y="2332"/>
                  </a:cubicBezTo>
                  <a:close/>
                  <a:moveTo>
                    <a:pt x="8019" y="2237"/>
                  </a:moveTo>
                  <a:cubicBezTo>
                    <a:pt x="8019" y="2191"/>
                    <a:pt x="8067" y="2159"/>
                    <a:pt x="8099" y="2159"/>
                  </a:cubicBezTo>
                  <a:cubicBezTo>
                    <a:pt x="8099" y="2159"/>
                    <a:pt x="8114" y="2159"/>
                    <a:pt x="8114" y="2174"/>
                  </a:cubicBezTo>
                  <a:cubicBezTo>
                    <a:pt x="8162" y="2174"/>
                    <a:pt x="8193" y="2222"/>
                    <a:pt x="8177" y="2269"/>
                  </a:cubicBezTo>
                  <a:lnTo>
                    <a:pt x="8019" y="2237"/>
                  </a:lnTo>
                  <a:close/>
                  <a:moveTo>
                    <a:pt x="5168" y="2317"/>
                  </a:moveTo>
                  <a:lnTo>
                    <a:pt x="5152" y="2317"/>
                  </a:lnTo>
                  <a:cubicBezTo>
                    <a:pt x="5105" y="2317"/>
                    <a:pt x="5074" y="2269"/>
                    <a:pt x="5074" y="2222"/>
                  </a:cubicBezTo>
                  <a:cubicBezTo>
                    <a:pt x="5089" y="2174"/>
                    <a:pt x="5120" y="2143"/>
                    <a:pt x="5168" y="2143"/>
                  </a:cubicBezTo>
                  <a:cubicBezTo>
                    <a:pt x="5168" y="2143"/>
                    <a:pt x="5168" y="2159"/>
                    <a:pt x="5183" y="2159"/>
                  </a:cubicBezTo>
                  <a:cubicBezTo>
                    <a:pt x="5231" y="2159"/>
                    <a:pt x="5246" y="2206"/>
                    <a:pt x="5246" y="2254"/>
                  </a:cubicBezTo>
                  <a:cubicBezTo>
                    <a:pt x="5231" y="2285"/>
                    <a:pt x="5200" y="2317"/>
                    <a:pt x="5168" y="2317"/>
                  </a:cubicBezTo>
                  <a:close/>
                  <a:moveTo>
                    <a:pt x="7532" y="2222"/>
                  </a:moveTo>
                  <a:lnTo>
                    <a:pt x="7515" y="2222"/>
                  </a:lnTo>
                  <a:cubicBezTo>
                    <a:pt x="7469" y="2206"/>
                    <a:pt x="7437" y="2159"/>
                    <a:pt x="7452" y="2111"/>
                  </a:cubicBezTo>
                  <a:lnTo>
                    <a:pt x="7452" y="2111"/>
                  </a:lnTo>
                  <a:lnTo>
                    <a:pt x="7626" y="2159"/>
                  </a:lnTo>
                  <a:lnTo>
                    <a:pt x="7626" y="2159"/>
                  </a:lnTo>
                  <a:cubicBezTo>
                    <a:pt x="7610" y="2191"/>
                    <a:pt x="7578" y="2222"/>
                    <a:pt x="7532" y="2222"/>
                  </a:cubicBezTo>
                  <a:close/>
                  <a:moveTo>
                    <a:pt x="7452" y="2111"/>
                  </a:moveTo>
                  <a:cubicBezTo>
                    <a:pt x="7469" y="2080"/>
                    <a:pt x="7500" y="2048"/>
                    <a:pt x="7532" y="2048"/>
                  </a:cubicBezTo>
                  <a:lnTo>
                    <a:pt x="7547" y="2048"/>
                  </a:lnTo>
                  <a:cubicBezTo>
                    <a:pt x="7595" y="2065"/>
                    <a:pt x="7626" y="2111"/>
                    <a:pt x="7626" y="2159"/>
                  </a:cubicBezTo>
                  <a:lnTo>
                    <a:pt x="7452" y="2111"/>
                  </a:lnTo>
                  <a:close/>
                  <a:moveTo>
                    <a:pt x="4601" y="2206"/>
                  </a:moveTo>
                  <a:lnTo>
                    <a:pt x="4585" y="2206"/>
                  </a:lnTo>
                  <a:cubicBezTo>
                    <a:pt x="4538" y="2191"/>
                    <a:pt x="4506" y="2143"/>
                    <a:pt x="4522" y="2096"/>
                  </a:cubicBezTo>
                  <a:cubicBezTo>
                    <a:pt x="4522" y="2065"/>
                    <a:pt x="4553" y="2033"/>
                    <a:pt x="4601" y="2033"/>
                  </a:cubicBezTo>
                  <a:lnTo>
                    <a:pt x="4616" y="2033"/>
                  </a:lnTo>
                  <a:cubicBezTo>
                    <a:pt x="4664" y="2048"/>
                    <a:pt x="4696" y="2096"/>
                    <a:pt x="4679" y="2143"/>
                  </a:cubicBezTo>
                  <a:cubicBezTo>
                    <a:pt x="4679" y="2174"/>
                    <a:pt x="4633" y="2206"/>
                    <a:pt x="4601" y="2206"/>
                  </a:cubicBezTo>
                  <a:close/>
                  <a:moveTo>
                    <a:pt x="6964" y="2096"/>
                  </a:moveTo>
                  <a:lnTo>
                    <a:pt x="6948" y="2096"/>
                  </a:lnTo>
                  <a:cubicBezTo>
                    <a:pt x="6901" y="2096"/>
                    <a:pt x="6885" y="2048"/>
                    <a:pt x="6885" y="2002"/>
                  </a:cubicBezTo>
                  <a:lnTo>
                    <a:pt x="7059" y="2033"/>
                  </a:lnTo>
                  <a:lnTo>
                    <a:pt x="7059" y="2033"/>
                  </a:lnTo>
                  <a:cubicBezTo>
                    <a:pt x="7043" y="2080"/>
                    <a:pt x="7011" y="2096"/>
                    <a:pt x="6964" y="2096"/>
                  </a:cubicBezTo>
                  <a:close/>
                  <a:moveTo>
                    <a:pt x="9910" y="2111"/>
                  </a:moveTo>
                  <a:lnTo>
                    <a:pt x="9895" y="2111"/>
                  </a:lnTo>
                  <a:cubicBezTo>
                    <a:pt x="9847" y="2111"/>
                    <a:pt x="9815" y="2065"/>
                    <a:pt x="9832" y="2017"/>
                  </a:cubicBezTo>
                  <a:cubicBezTo>
                    <a:pt x="9832" y="1970"/>
                    <a:pt x="9863" y="1954"/>
                    <a:pt x="9910" y="1954"/>
                  </a:cubicBezTo>
                  <a:lnTo>
                    <a:pt x="9926" y="1954"/>
                  </a:lnTo>
                  <a:cubicBezTo>
                    <a:pt x="9973" y="1954"/>
                    <a:pt x="10005" y="2002"/>
                    <a:pt x="9989" y="2048"/>
                  </a:cubicBezTo>
                  <a:cubicBezTo>
                    <a:pt x="9989" y="2096"/>
                    <a:pt x="9942" y="2111"/>
                    <a:pt x="9910" y="2111"/>
                  </a:cubicBezTo>
                  <a:close/>
                  <a:moveTo>
                    <a:pt x="6885" y="2002"/>
                  </a:moveTo>
                  <a:cubicBezTo>
                    <a:pt x="6901" y="1954"/>
                    <a:pt x="6933" y="1939"/>
                    <a:pt x="6964" y="1939"/>
                  </a:cubicBezTo>
                  <a:lnTo>
                    <a:pt x="6996" y="1939"/>
                  </a:lnTo>
                  <a:cubicBezTo>
                    <a:pt x="7027" y="1939"/>
                    <a:pt x="7059" y="1985"/>
                    <a:pt x="7059" y="2033"/>
                  </a:cubicBezTo>
                  <a:lnTo>
                    <a:pt x="6885" y="2002"/>
                  </a:lnTo>
                  <a:close/>
                  <a:moveTo>
                    <a:pt x="4034" y="2096"/>
                  </a:moveTo>
                  <a:lnTo>
                    <a:pt x="4017" y="2080"/>
                  </a:lnTo>
                  <a:cubicBezTo>
                    <a:pt x="3971" y="2080"/>
                    <a:pt x="3939" y="2033"/>
                    <a:pt x="3954" y="1985"/>
                  </a:cubicBezTo>
                  <a:cubicBezTo>
                    <a:pt x="3954" y="1954"/>
                    <a:pt x="3986" y="1922"/>
                    <a:pt x="4034" y="1922"/>
                  </a:cubicBezTo>
                  <a:lnTo>
                    <a:pt x="4049" y="1922"/>
                  </a:lnTo>
                  <a:cubicBezTo>
                    <a:pt x="4097" y="1922"/>
                    <a:pt x="4128" y="1970"/>
                    <a:pt x="4112" y="2017"/>
                  </a:cubicBezTo>
                  <a:cubicBezTo>
                    <a:pt x="4112" y="2065"/>
                    <a:pt x="4080" y="2096"/>
                    <a:pt x="4034" y="2096"/>
                  </a:cubicBezTo>
                  <a:close/>
                  <a:moveTo>
                    <a:pt x="6412" y="1985"/>
                  </a:moveTo>
                  <a:lnTo>
                    <a:pt x="6397" y="1985"/>
                  </a:lnTo>
                  <a:cubicBezTo>
                    <a:pt x="6349" y="1970"/>
                    <a:pt x="6318" y="1939"/>
                    <a:pt x="6318" y="1891"/>
                  </a:cubicBezTo>
                  <a:lnTo>
                    <a:pt x="6492" y="1922"/>
                  </a:lnTo>
                  <a:cubicBezTo>
                    <a:pt x="6475" y="1954"/>
                    <a:pt x="6444" y="1985"/>
                    <a:pt x="6412" y="1985"/>
                  </a:cubicBezTo>
                  <a:close/>
                  <a:moveTo>
                    <a:pt x="9343" y="2002"/>
                  </a:moveTo>
                  <a:lnTo>
                    <a:pt x="9328" y="2002"/>
                  </a:lnTo>
                  <a:cubicBezTo>
                    <a:pt x="9280" y="1985"/>
                    <a:pt x="9248" y="1954"/>
                    <a:pt x="9265" y="1907"/>
                  </a:cubicBezTo>
                  <a:cubicBezTo>
                    <a:pt x="9265" y="1859"/>
                    <a:pt x="9311" y="1828"/>
                    <a:pt x="9343" y="1828"/>
                  </a:cubicBezTo>
                  <a:lnTo>
                    <a:pt x="9359" y="1828"/>
                  </a:lnTo>
                  <a:cubicBezTo>
                    <a:pt x="9406" y="1844"/>
                    <a:pt x="9437" y="1891"/>
                    <a:pt x="9422" y="1939"/>
                  </a:cubicBezTo>
                  <a:cubicBezTo>
                    <a:pt x="9422" y="1970"/>
                    <a:pt x="9391" y="2002"/>
                    <a:pt x="9343" y="2002"/>
                  </a:cubicBezTo>
                  <a:close/>
                  <a:moveTo>
                    <a:pt x="6318" y="1891"/>
                  </a:moveTo>
                  <a:lnTo>
                    <a:pt x="6318" y="1891"/>
                  </a:lnTo>
                  <a:cubicBezTo>
                    <a:pt x="6334" y="1844"/>
                    <a:pt x="6366" y="1813"/>
                    <a:pt x="6412" y="1813"/>
                  </a:cubicBezTo>
                  <a:lnTo>
                    <a:pt x="6429" y="1813"/>
                  </a:lnTo>
                  <a:cubicBezTo>
                    <a:pt x="6475" y="1828"/>
                    <a:pt x="6507" y="1876"/>
                    <a:pt x="6492" y="1922"/>
                  </a:cubicBezTo>
                  <a:lnTo>
                    <a:pt x="6492" y="1922"/>
                  </a:lnTo>
                  <a:lnTo>
                    <a:pt x="6318" y="1891"/>
                  </a:lnTo>
                  <a:close/>
                  <a:moveTo>
                    <a:pt x="3467" y="1970"/>
                  </a:moveTo>
                  <a:lnTo>
                    <a:pt x="3450" y="1970"/>
                  </a:lnTo>
                  <a:cubicBezTo>
                    <a:pt x="3404" y="1954"/>
                    <a:pt x="3372" y="1922"/>
                    <a:pt x="3387" y="1876"/>
                  </a:cubicBezTo>
                  <a:cubicBezTo>
                    <a:pt x="3387" y="1828"/>
                    <a:pt x="3435" y="1796"/>
                    <a:pt x="3467" y="1796"/>
                  </a:cubicBezTo>
                  <a:cubicBezTo>
                    <a:pt x="3482" y="1796"/>
                    <a:pt x="3482" y="1796"/>
                    <a:pt x="3482" y="1813"/>
                  </a:cubicBezTo>
                  <a:cubicBezTo>
                    <a:pt x="3530" y="1813"/>
                    <a:pt x="3561" y="1859"/>
                    <a:pt x="3545" y="1907"/>
                  </a:cubicBezTo>
                  <a:cubicBezTo>
                    <a:pt x="3545" y="1939"/>
                    <a:pt x="3513" y="1970"/>
                    <a:pt x="3467" y="1970"/>
                  </a:cubicBezTo>
                  <a:close/>
                  <a:moveTo>
                    <a:pt x="5845" y="1876"/>
                  </a:moveTo>
                  <a:lnTo>
                    <a:pt x="5830" y="1876"/>
                  </a:lnTo>
                  <a:cubicBezTo>
                    <a:pt x="5782" y="1859"/>
                    <a:pt x="5751" y="1813"/>
                    <a:pt x="5767" y="1765"/>
                  </a:cubicBezTo>
                  <a:lnTo>
                    <a:pt x="5924" y="1796"/>
                  </a:lnTo>
                  <a:cubicBezTo>
                    <a:pt x="5924" y="1844"/>
                    <a:pt x="5877" y="1876"/>
                    <a:pt x="5845" y="1876"/>
                  </a:cubicBezTo>
                  <a:close/>
                  <a:moveTo>
                    <a:pt x="8776" y="1891"/>
                  </a:moveTo>
                  <a:lnTo>
                    <a:pt x="8760" y="1891"/>
                  </a:lnTo>
                  <a:cubicBezTo>
                    <a:pt x="8713" y="1876"/>
                    <a:pt x="8681" y="1828"/>
                    <a:pt x="8697" y="1781"/>
                  </a:cubicBezTo>
                  <a:cubicBezTo>
                    <a:pt x="8713" y="1750"/>
                    <a:pt x="8744" y="1718"/>
                    <a:pt x="8776" y="1718"/>
                  </a:cubicBezTo>
                  <a:lnTo>
                    <a:pt x="8792" y="1718"/>
                  </a:lnTo>
                  <a:cubicBezTo>
                    <a:pt x="8839" y="1733"/>
                    <a:pt x="8870" y="1781"/>
                    <a:pt x="8870" y="1813"/>
                  </a:cubicBezTo>
                  <a:cubicBezTo>
                    <a:pt x="8855" y="1859"/>
                    <a:pt x="8824" y="1891"/>
                    <a:pt x="8776" y="1891"/>
                  </a:cubicBezTo>
                  <a:close/>
                  <a:moveTo>
                    <a:pt x="5767" y="1765"/>
                  </a:moveTo>
                  <a:lnTo>
                    <a:pt x="5767" y="1765"/>
                  </a:lnTo>
                  <a:cubicBezTo>
                    <a:pt x="5767" y="1733"/>
                    <a:pt x="5798" y="1702"/>
                    <a:pt x="5845" y="1702"/>
                  </a:cubicBezTo>
                  <a:lnTo>
                    <a:pt x="5861" y="1702"/>
                  </a:lnTo>
                  <a:cubicBezTo>
                    <a:pt x="5908" y="1718"/>
                    <a:pt x="5940" y="1765"/>
                    <a:pt x="5924" y="1796"/>
                  </a:cubicBezTo>
                  <a:lnTo>
                    <a:pt x="5924" y="1796"/>
                  </a:lnTo>
                  <a:lnTo>
                    <a:pt x="5767" y="1765"/>
                  </a:lnTo>
                  <a:close/>
                  <a:moveTo>
                    <a:pt x="5278" y="1750"/>
                  </a:moveTo>
                  <a:lnTo>
                    <a:pt x="5263" y="1750"/>
                  </a:lnTo>
                  <a:cubicBezTo>
                    <a:pt x="5215" y="1750"/>
                    <a:pt x="5183" y="1702"/>
                    <a:pt x="5200" y="1655"/>
                  </a:cubicBezTo>
                  <a:lnTo>
                    <a:pt x="5200" y="1655"/>
                  </a:lnTo>
                  <a:lnTo>
                    <a:pt x="5357" y="1687"/>
                  </a:lnTo>
                  <a:lnTo>
                    <a:pt x="5357" y="1687"/>
                  </a:lnTo>
                  <a:cubicBezTo>
                    <a:pt x="5357" y="1733"/>
                    <a:pt x="5326" y="1750"/>
                    <a:pt x="5278" y="1750"/>
                  </a:cubicBezTo>
                  <a:close/>
                  <a:moveTo>
                    <a:pt x="8208" y="1765"/>
                  </a:moveTo>
                  <a:lnTo>
                    <a:pt x="8193" y="1765"/>
                  </a:lnTo>
                  <a:cubicBezTo>
                    <a:pt x="8162" y="1765"/>
                    <a:pt x="8130" y="1718"/>
                    <a:pt x="8130" y="1670"/>
                  </a:cubicBezTo>
                  <a:cubicBezTo>
                    <a:pt x="8145" y="1624"/>
                    <a:pt x="8177" y="1607"/>
                    <a:pt x="8208" y="1607"/>
                  </a:cubicBezTo>
                  <a:lnTo>
                    <a:pt x="8240" y="1607"/>
                  </a:lnTo>
                  <a:cubicBezTo>
                    <a:pt x="8271" y="1607"/>
                    <a:pt x="8303" y="1655"/>
                    <a:pt x="8303" y="1702"/>
                  </a:cubicBezTo>
                  <a:cubicBezTo>
                    <a:pt x="8288" y="1750"/>
                    <a:pt x="8256" y="1765"/>
                    <a:pt x="8208" y="1765"/>
                  </a:cubicBezTo>
                  <a:close/>
                  <a:moveTo>
                    <a:pt x="5200" y="1655"/>
                  </a:moveTo>
                  <a:cubicBezTo>
                    <a:pt x="5200" y="1607"/>
                    <a:pt x="5246" y="1592"/>
                    <a:pt x="5278" y="1592"/>
                  </a:cubicBezTo>
                  <a:lnTo>
                    <a:pt x="5294" y="1592"/>
                  </a:lnTo>
                  <a:cubicBezTo>
                    <a:pt x="5341" y="1592"/>
                    <a:pt x="5372" y="1639"/>
                    <a:pt x="5357" y="1687"/>
                  </a:cubicBezTo>
                  <a:lnTo>
                    <a:pt x="5200" y="1655"/>
                  </a:lnTo>
                  <a:close/>
                  <a:moveTo>
                    <a:pt x="4711" y="1639"/>
                  </a:moveTo>
                  <a:lnTo>
                    <a:pt x="4696" y="1639"/>
                  </a:lnTo>
                  <a:cubicBezTo>
                    <a:pt x="4648" y="1624"/>
                    <a:pt x="4616" y="1592"/>
                    <a:pt x="4633" y="1544"/>
                  </a:cubicBezTo>
                  <a:lnTo>
                    <a:pt x="4633" y="1544"/>
                  </a:lnTo>
                  <a:lnTo>
                    <a:pt x="4790" y="1576"/>
                  </a:lnTo>
                  <a:lnTo>
                    <a:pt x="4790" y="1576"/>
                  </a:lnTo>
                  <a:cubicBezTo>
                    <a:pt x="4790" y="1607"/>
                    <a:pt x="4759" y="1639"/>
                    <a:pt x="4711" y="1639"/>
                  </a:cubicBezTo>
                  <a:close/>
                  <a:moveTo>
                    <a:pt x="7658" y="1655"/>
                  </a:moveTo>
                  <a:lnTo>
                    <a:pt x="7641" y="1655"/>
                  </a:lnTo>
                  <a:cubicBezTo>
                    <a:pt x="7595" y="1639"/>
                    <a:pt x="7563" y="1592"/>
                    <a:pt x="7563" y="1561"/>
                  </a:cubicBezTo>
                  <a:cubicBezTo>
                    <a:pt x="7578" y="1513"/>
                    <a:pt x="7610" y="1481"/>
                    <a:pt x="7658" y="1481"/>
                  </a:cubicBezTo>
                  <a:lnTo>
                    <a:pt x="7673" y="1481"/>
                  </a:lnTo>
                  <a:cubicBezTo>
                    <a:pt x="7721" y="1498"/>
                    <a:pt x="7736" y="1544"/>
                    <a:pt x="7736" y="1592"/>
                  </a:cubicBezTo>
                  <a:cubicBezTo>
                    <a:pt x="7721" y="1624"/>
                    <a:pt x="7689" y="1655"/>
                    <a:pt x="7658" y="1655"/>
                  </a:cubicBezTo>
                  <a:close/>
                  <a:moveTo>
                    <a:pt x="4633" y="1544"/>
                  </a:moveTo>
                  <a:cubicBezTo>
                    <a:pt x="4633" y="1498"/>
                    <a:pt x="4679" y="1466"/>
                    <a:pt x="4711" y="1466"/>
                  </a:cubicBezTo>
                  <a:lnTo>
                    <a:pt x="4727" y="1466"/>
                  </a:lnTo>
                  <a:cubicBezTo>
                    <a:pt x="4774" y="1481"/>
                    <a:pt x="4805" y="1529"/>
                    <a:pt x="4790" y="1576"/>
                  </a:cubicBezTo>
                  <a:lnTo>
                    <a:pt x="4633" y="1544"/>
                  </a:lnTo>
                  <a:close/>
                  <a:moveTo>
                    <a:pt x="10021" y="1561"/>
                  </a:moveTo>
                  <a:lnTo>
                    <a:pt x="10005" y="1561"/>
                  </a:lnTo>
                  <a:cubicBezTo>
                    <a:pt x="9958" y="1544"/>
                    <a:pt x="9926" y="1498"/>
                    <a:pt x="9942" y="1450"/>
                  </a:cubicBezTo>
                  <a:lnTo>
                    <a:pt x="9942" y="1450"/>
                  </a:lnTo>
                  <a:lnTo>
                    <a:pt x="10115" y="1481"/>
                  </a:lnTo>
                  <a:lnTo>
                    <a:pt x="10115" y="1481"/>
                  </a:lnTo>
                  <a:cubicBezTo>
                    <a:pt x="10099" y="1529"/>
                    <a:pt x="10068" y="1561"/>
                    <a:pt x="10021" y="1561"/>
                  </a:cubicBezTo>
                  <a:close/>
                  <a:moveTo>
                    <a:pt x="4143" y="1529"/>
                  </a:moveTo>
                  <a:lnTo>
                    <a:pt x="4128" y="1529"/>
                  </a:lnTo>
                  <a:cubicBezTo>
                    <a:pt x="4080" y="1513"/>
                    <a:pt x="4065" y="1466"/>
                    <a:pt x="4065" y="1418"/>
                  </a:cubicBezTo>
                  <a:lnTo>
                    <a:pt x="4238" y="1450"/>
                  </a:lnTo>
                  <a:cubicBezTo>
                    <a:pt x="4223" y="1498"/>
                    <a:pt x="4191" y="1529"/>
                    <a:pt x="4143" y="1529"/>
                  </a:cubicBezTo>
                  <a:close/>
                  <a:moveTo>
                    <a:pt x="9942" y="1450"/>
                  </a:moveTo>
                  <a:cubicBezTo>
                    <a:pt x="9958" y="1418"/>
                    <a:pt x="9989" y="1387"/>
                    <a:pt x="10021" y="1387"/>
                  </a:cubicBezTo>
                  <a:lnTo>
                    <a:pt x="10036" y="1387"/>
                  </a:lnTo>
                  <a:cubicBezTo>
                    <a:pt x="10084" y="1403"/>
                    <a:pt x="10115" y="1434"/>
                    <a:pt x="10115" y="1481"/>
                  </a:cubicBezTo>
                  <a:lnTo>
                    <a:pt x="9942" y="1450"/>
                  </a:lnTo>
                  <a:close/>
                  <a:moveTo>
                    <a:pt x="7090" y="1544"/>
                  </a:moveTo>
                  <a:lnTo>
                    <a:pt x="7074" y="1544"/>
                  </a:lnTo>
                  <a:cubicBezTo>
                    <a:pt x="7027" y="1529"/>
                    <a:pt x="6996" y="1481"/>
                    <a:pt x="7011" y="1434"/>
                  </a:cubicBezTo>
                  <a:cubicBezTo>
                    <a:pt x="7011" y="1403"/>
                    <a:pt x="7043" y="1371"/>
                    <a:pt x="7090" y="1371"/>
                  </a:cubicBezTo>
                  <a:lnTo>
                    <a:pt x="7106" y="1371"/>
                  </a:lnTo>
                  <a:cubicBezTo>
                    <a:pt x="7153" y="1387"/>
                    <a:pt x="7185" y="1418"/>
                    <a:pt x="7169" y="1466"/>
                  </a:cubicBezTo>
                  <a:cubicBezTo>
                    <a:pt x="7169" y="1513"/>
                    <a:pt x="7122" y="1544"/>
                    <a:pt x="7090" y="1544"/>
                  </a:cubicBezTo>
                  <a:close/>
                  <a:moveTo>
                    <a:pt x="4065" y="1418"/>
                  </a:moveTo>
                  <a:lnTo>
                    <a:pt x="4065" y="1418"/>
                  </a:lnTo>
                  <a:cubicBezTo>
                    <a:pt x="4080" y="1387"/>
                    <a:pt x="4112" y="1355"/>
                    <a:pt x="4143" y="1355"/>
                  </a:cubicBezTo>
                  <a:lnTo>
                    <a:pt x="4160" y="1355"/>
                  </a:lnTo>
                  <a:cubicBezTo>
                    <a:pt x="4206" y="1371"/>
                    <a:pt x="4238" y="1418"/>
                    <a:pt x="4238" y="1450"/>
                  </a:cubicBezTo>
                  <a:lnTo>
                    <a:pt x="4238" y="1450"/>
                  </a:lnTo>
                  <a:lnTo>
                    <a:pt x="4065" y="1418"/>
                  </a:lnTo>
                  <a:close/>
                  <a:moveTo>
                    <a:pt x="9454" y="1434"/>
                  </a:moveTo>
                  <a:lnTo>
                    <a:pt x="9437" y="1434"/>
                  </a:lnTo>
                  <a:cubicBezTo>
                    <a:pt x="9391" y="1434"/>
                    <a:pt x="9374" y="1387"/>
                    <a:pt x="9374" y="1340"/>
                  </a:cubicBezTo>
                  <a:lnTo>
                    <a:pt x="9374" y="1340"/>
                  </a:lnTo>
                  <a:lnTo>
                    <a:pt x="9548" y="1371"/>
                  </a:lnTo>
                  <a:lnTo>
                    <a:pt x="9548" y="1371"/>
                  </a:lnTo>
                  <a:cubicBezTo>
                    <a:pt x="9532" y="1418"/>
                    <a:pt x="9500" y="1434"/>
                    <a:pt x="9454" y="1434"/>
                  </a:cubicBezTo>
                  <a:close/>
                  <a:moveTo>
                    <a:pt x="9374" y="1340"/>
                  </a:moveTo>
                  <a:cubicBezTo>
                    <a:pt x="9391" y="1292"/>
                    <a:pt x="9422" y="1277"/>
                    <a:pt x="9454" y="1277"/>
                  </a:cubicBezTo>
                  <a:lnTo>
                    <a:pt x="9485" y="1277"/>
                  </a:lnTo>
                  <a:cubicBezTo>
                    <a:pt x="9517" y="1277"/>
                    <a:pt x="9548" y="1324"/>
                    <a:pt x="9548" y="1371"/>
                  </a:cubicBezTo>
                  <a:lnTo>
                    <a:pt x="9374" y="1340"/>
                  </a:lnTo>
                  <a:close/>
                  <a:moveTo>
                    <a:pt x="6523" y="1418"/>
                  </a:moveTo>
                  <a:lnTo>
                    <a:pt x="6507" y="1418"/>
                  </a:lnTo>
                  <a:cubicBezTo>
                    <a:pt x="6460" y="1418"/>
                    <a:pt x="6429" y="1371"/>
                    <a:pt x="6444" y="1324"/>
                  </a:cubicBezTo>
                  <a:cubicBezTo>
                    <a:pt x="6444" y="1277"/>
                    <a:pt x="6475" y="1261"/>
                    <a:pt x="6523" y="1261"/>
                  </a:cubicBezTo>
                  <a:lnTo>
                    <a:pt x="6538" y="1261"/>
                  </a:lnTo>
                  <a:cubicBezTo>
                    <a:pt x="6586" y="1261"/>
                    <a:pt x="6618" y="1308"/>
                    <a:pt x="6601" y="1355"/>
                  </a:cubicBezTo>
                  <a:cubicBezTo>
                    <a:pt x="6601" y="1403"/>
                    <a:pt x="6555" y="1418"/>
                    <a:pt x="6523" y="1418"/>
                  </a:cubicBezTo>
                  <a:close/>
                  <a:moveTo>
                    <a:pt x="8902" y="1324"/>
                  </a:moveTo>
                  <a:lnTo>
                    <a:pt x="8887" y="1324"/>
                  </a:lnTo>
                  <a:cubicBezTo>
                    <a:pt x="8839" y="1308"/>
                    <a:pt x="8807" y="1261"/>
                    <a:pt x="8807" y="1214"/>
                  </a:cubicBezTo>
                  <a:lnTo>
                    <a:pt x="8981" y="1261"/>
                  </a:lnTo>
                  <a:cubicBezTo>
                    <a:pt x="8965" y="1292"/>
                    <a:pt x="8933" y="1324"/>
                    <a:pt x="8902" y="1324"/>
                  </a:cubicBezTo>
                  <a:close/>
                  <a:moveTo>
                    <a:pt x="8807" y="1214"/>
                  </a:moveTo>
                  <a:lnTo>
                    <a:pt x="8807" y="1214"/>
                  </a:lnTo>
                  <a:cubicBezTo>
                    <a:pt x="8824" y="1182"/>
                    <a:pt x="8855" y="1151"/>
                    <a:pt x="8902" y="1151"/>
                  </a:cubicBezTo>
                  <a:lnTo>
                    <a:pt x="8918" y="1151"/>
                  </a:lnTo>
                  <a:cubicBezTo>
                    <a:pt x="8965" y="1166"/>
                    <a:pt x="8996" y="1214"/>
                    <a:pt x="8981" y="1261"/>
                  </a:cubicBezTo>
                  <a:lnTo>
                    <a:pt x="8981" y="1261"/>
                  </a:lnTo>
                  <a:lnTo>
                    <a:pt x="8807" y="1214"/>
                  </a:lnTo>
                  <a:close/>
                  <a:moveTo>
                    <a:pt x="5956" y="1308"/>
                  </a:moveTo>
                  <a:lnTo>
                    <a:pt x="5940" y="1308"/>
                  </a:lnTo>
                  <a:cubicBezTo>
                    <a:pt x="5893" y="1292"/>
                    <a:pt x="5861" y="1245"/>
                    <a:pt x="5877" y="1214"/>
                  </a:cubicBezTo>
                  <a:cubicBezTo>
                    <a:pt x="5877" y="1166"/>
                    <a:pt x="5924" y="1134"/>
                    <a:pt x="5956" y="1134"/>
                  </a:cubicBezTo>
                  <a:lnTo>
                    <a:pt x="5971" y="1134"/>
                  </a:lnTo>
                  <a:cubicBezTo>
                    <a:pt x="6019" y="1151"/>
                    <a:pt x="6051" y="1198"/>
                    <a:pt x="6034" y="1245"/>
                  </a:cubicBezTo>
                  <a:cubicBezTo>
                    <a:pt x="6034" y="1277"/>
                    <a:pt x="6003" y="1308"/>
                    <a:pt x="5956" y="1308"/>
                  </a:cubicBezTo>
                  <a:close/>
                  <a:moveTo>
                    <a:pt x="8334" y="1214"/>
                  </a:moveTo>
                  <a:cubicBezTo>
                    <a:pt x="8319" y="1214"/>
                    <a:pt x="8319" y="1214"/>
                    <a:pt x="8319" y="1198"/>
                  </a:cubicBezTo>
                  <a:cubicBezTo>
                    <a:pt x="8271" y="1198"/>
                    <a:pt x="8240" y="1151"/>
                    <a:pt x="8256" y="1103"/>
                  </a:cubicBezTo>
                  <a:lnTo>
                    <a:pt x="8414" y="1134"/>
                  </a:lnTo>
                  <a:cubicBezTo>
                    <a:pt x="8414" y="1182"/>
                    <a:pt x="8366" y="1214"/>
                    <a:pt x="8334" y="1214"/>
                  </a:cubicBezTo>
                  <a:close/>
                  <a:moveTo>
                    <a:pt x="8256" y="1103"/>
                  </a:moveTo>
                  <a:lnTo>
                    <a:pt x="8256" y="1103"/>
                  </a:lnTo>
                  <a:cubicBezTo>
                    <a:pt x="8256" y="1071"/>
                    <a:pt x="8288" y="1040"/>
                    <a:pt x="8334" y="1040"/>
                  </a:cubicBezTo>
                  <a:lnTo>
                    <a:pt x="8351" y="1040"/>
                  </a:lnTo>
                  <a:cubicBezTo>
                    <a:pt x="8397" y="1056"/>
                    <a:pt x="8429" y="1088"/>
                    <a:pt x="8414" y="1134"/>
                  </a:cubicBezTo>
                  <a:lnTo>
                    <a:pt x="8414" y="1134"/>
                  </a:lnTo>
                  <a:lnTo>
                    <a:pt x="8256" y="1103"/>
                  </a:lnTo>
                  <a:close/>
                  <a:moveTo>
                    <a:pt x="5389" y="1198"/>
                  </a:moveTo>
                  <a:lnTo>
                    <a:pt x="5372" y="1198"/>
                  </a:lnTo>
                  <a:cubicBezTo>
                    <a:pt x="5326" y="1182"/>
                    <a:pt x="5294" y="1134"/>
                    <a:pt x="5309" y="1088"/>
                  </a:cubicBezTo>
                  <a:cubicBezTo>
                    <a:pt x="5326" y="1056"/>
                    <a:pt x="5357" y="1025"/>
                    <a:pt x="5389" y="1025"/>
                  </a:cubicBezTo>
                  <a:lnTo>
                    <a:pt x="5404" y="1025"/>
                  </a:lnTo>
                  <a:cubicBezTo>
                    <a:pt x="5452" y="1040"/>
                    <a:pt x="5483" y="1071"/>
                    <a:pt x="5483" y="1119"/>
                  </a:cubicBezTo>
                  <a:cubicBezTo>
                    <a:pt x="5467" y="1166"/>
                    <a:pt x="5435" y="1198"/>
                    <a:pt x="5389" y="1198"/>
                  </a:cubicBezTo>
                  <a:close/>
                  <a:moveTo>
                    <a:pt x="7767" y="1088"/>
                  </a:moveTo>
                  <a:lnTo>
                    <a:pt x="7752" y="1088"/>
                  </a:lnTo>
                  <a:cubicBezTo>
                    <a:pt x="7704" y="1088"/>
                    <a:pt x="7673" y="1040"/>
                    <a:pt x="7689" y="993"/>
                  </a:cubicBezTo>
                  <a:lnTo>
                    <a:pt x="7689" y="993"/>
                  </a:lnTo>
                  <a:lnTo>
                    <a:pt x="7847" y="1025"/>
                  </a:lnTo>
                  <a:lnTo>
                    <a:pt x="7847" y="1025"/>
                  </a:lnTo>
                  <a:cubicBezTo>
                    <a:pt x="7847" y="1056"/>
                    <a:pt x="7815" y="1088"/>
                    <a:pt x="7767" y="1088"/>
                  </a:cubicBezTo>
                  <a:close/>
                  <a:moveTo>
                    <a:pt x="7689" y="993"/>
                  </a:moveTo>
                  <a:cubicBezTo>
                    <a:pt x="7689" y="945"/>
                    <a:pt x="7736" y="930"/>
                    <a:pt x="7767" y="930"/>
                  </a:cubicBezTo>
                  <a:lnTo>
                    <a:pt x="7784" y="930"/>
                  </a:lnTo>
                  <a:cubicBezTo>
                    <a:pt x="7830" y="930"/>
                    <a:pt x="7862" y="977"/>
                    <a:pt x="7847" y="1025"/>
                  </a:cubicBezTo>
                  <a:lnTo>
                    <a:pt x="7689" y="993"/>
                  </a:lnTo>
                  <a:close/>
                  <a:moveTo>
                    <a:pt x="4837" y="1071"/>
                  </a:moveTo>
                  <a:lnTo>
                    <a:pt x="4805" y="1071"/>
                  </a:lnTo>
                  <a:cubicBezTo>
                    <a:pt x="4774" y="1071"/>
                    <a:pt x="4742" y="1025"/>
                    <a:pt x="4742" y="977"/>
                  </a:cubicBezTo>
                  <a:cubicBezTo>
                    <a:pt x="4759" y="930"/>
                    <a:pt x="4790" y="914"/>
                    <a:pt x="4837" y="914"/>
                  </a:cubicBezTo>
                  <a:lnTo>
                    <a:pt x="4853" y="914"/>
                  </a:lnTo>
                  <a:cubicBezTo>
                    <a:pt x="4900" y="914"/>
                    <a:pt x="4916" y="962"/>
                    <a:pt x="4916" y="1008"/>
                  </a:cubicBezTo>
                  <a:cubicBezTo>
                    <a:pt x="4900" y="1056"/>
                    <a:pt x="4868" y="1071"/>
                    <a:pt x="4837" y="1071"/>
                  </a:cubicBezTo>
                  <a:close/>
                  <a:moveTo>
                    <a:pt x="7200" y="977"/>
                  </a:moveTo>
                  <a:lnTo>
                    <a:pt x="7185" y="977"/>
                  </a:lnTo>
                  <a:cubicBezTo>
                    <a:pt x="7137" y="962"/>
                    <a:pt x="7106" y="914"/>
                    <a:pt x="7122" y="867"/>
                  </a:cubicBezTo>
                  <a:lnTo>
                    <a:pt x="7122" y="867"/>
                  </a:lnTo>
                  <a:lnTo>
                    <a:pt x="7279" y="914"/>
                  </a:lnTo>
                  <a:lnTo>
                    <a:pt x="7279" y="914"/>
                  </a:lnTo>
                  <a:cubicBezTo>
                    <a:pt x="7279" y="945"/>
                    <a:pt x="7248" y="977"/>
                    <a:pt x="7200" y="977"/>
                  </a:cubicBezTo>
                  <a:close/>
                  <a:moveTo>
                    <a:pt x="7122" y="867"/>
                  </a:moveTo>
                  <a:cubicBezTo>
                    <a:pt x="7122" y="836"/>
                    <a:pt x="7169" y="804"/>
                    <a:pt x="7200" y="804"/>
                  </a:cubicBezTo>
                  <a:lnTo>
                    <a:pt x="7216" y="804"/>
                  </a:lnTo>
                  <a:cubicBezTo>
                    <a:pt x="7263" y="819"/>
                    <a:pt x="7295" y="867"/>
                    <a:pt x="7279" y="914"/>
                  </a:cubicBezTo>
                  <a:lnTo>
                    <a:pt x="7122" y="867"/>
                  </a:lnTo>
                  <a:close/>
                  <a:moveTo>
                    <a:pt x="6633" y="867"/>
                  </a:moveTo>
                  <a:cubicBezTo>
                    <a:pt x="6633" y="867"/>
                    <a:pt x="6633" y="851"/>
                    <a:pt x="6618" y="851"/>
                  </a:cubicBezTo>
                  <a:cubicBezTo>
                    <a:pt x="6570" y="851"/>
                    <a:pt x="6555" y="804"/>
                    <a:pt x="6555" y="756"/>
                  </a:cubicBezTo>
                  <a:lnTo>
                    <a:pt x="6555" y="756"/>
                  </a:lnTo>
                  <a:lnTo>
                    <a:pt x="6727" y="788"/>
                  </a:lnTo>
                  <a:lnTo>
                    <a:pt x="6727" y="788"/>
                  </a:lnTo>
                  <a:cubicBezTo>
                    <a:pt x="6712" y="836"/>
                    <a:pt x="6681" y="867"/>
                    <a:pt x="6633" y="867"/>
                  </a:cubicBezTo>
                  <a:close/>
                  <a:moveTo>
                    <a:pt x="6555" y="756"/>
                  </a:moveTo>
                  <a:cubicBezTo>
                    <a:pt x="6570" y="725"/>
                    <a:pt x="6601" y="693"/>
                    <a:pt x="6633" y="693"/>
                  </a:cubicBezTo>
                  <a:lnTo>
                    <a:pt x="6649" y="693"/>
                  </a:lnTo>
                  <a:cubicBezTo>
                    <a:pt x="6696" y="710"/>
                    <a:pt x="6727" y="741"/>
                    <a:pt x="6727" y="788"/>
                  </a:cubicBezTo>
                  <a:lnTo>
                    <a:pt x="6555" y="756"/>
                  </a:lnTo>
                  <a:close/>
                  <a:moveTo>
                    <a:pt x="6082" y="741"/>
                  </a:moveTo>
                  <a:lnTo>
                    <a:pt x="6051" y="741"/>
                  </a:lnTo>
                  <a:cubicBezTo>
                    <a:pt x="6019" y="725"/>
                    <a:pt x="5988" y="693"/>
                    <a:pt x="5988" y="647"/>
                  </a:cubicBezTo>
                  <a:lnTo>
                    <a:pt x="6160" y="678"/>
                  </a:lnTo>
                  <a:lnTo>
                    <a:pt x="6160" y="678"/>
                  </a:lnTo>
                  <a:cubicBezTo>
                    <a:pt x="6145" y="710"/>
                    <a:pt x="6114" y="741"/>
                    <a:pt x="6082" y="741"/>
                  </a:cubicBezTo>
                  <a:close/>
                  <a:moveTo>
                    <a:pt x="5988" y="647"/>
                  </a:moveTo>
                  <a:cubicBezTo>
                    <a:pt x="6003" y="599"/>
                    <a:pt x="6034" y="567"/>
                    <a:pt x="6066" y="567"/>
                  </a:cubicBezTo>
                  <a:cubicBezTo>
                    <a:pt x="6082" y="567"/>
                    <a:pt x="6082" y="567"/>
                    <a:pt x="6097" y="584"/>
                  </a:cubicBezTo>
                  <a:cubicBezTo>
                    <a:pt x="6129" y="584"/>
                    <a:pt x="6160" y="630"/>
                    <a:pt x="6160" y="678"/>
                  </a:cubicBezTo>
                  <a:lnTo>
                    <a:pt x="5988" y="647"/>
                  </a:lnTo>
                  <a:close/>
                  <a:moveTo>
                    <a:pt x="5515" y="630"/>
                  </a:moveTo>
                  <a:lnTo>
                    <a:pt x="5498" y="630"/>
                  </a:lnTo>
                  <a:cubicBezTo>
                    <a:pt x="5452" y="615"/>
                    <a:pt x="5420" y="567"/>
                    <a:pt x="5420" y="521"/>
                  </a:cubicBezTo>
                  <a:lnTo>
                    <a:pt x="5593" y="567"/>
                  </a:lnTo>
                  <a:cubicBezTo>
                    <a:pt x="5578" y="599"/>
                    <a:pt x="5546" y="630"/>
                    <a:pt x="5515" y="630"/>
                  </a:cubicBezTo>
                  <a:close/>
                  <a:moveTo>
                    <a:pt x="5420" y="521"/>
                  </a:moveTo>
                  <a:lnTo>
                    <a:pt x="5420" y="521"/>
                  </a:lnTo>
                  <a:cubicBezTo>
                    <a:pt x="5435" y="489"/>
                    <a:pt x="5467" y="458"/>
                    <a:pt x="5515" y="458"/>
                  </a:cubicBezTo>
                  <a:lnTo>
                    <a:pt x="5530" y="458"/>
                  </a:lnTo>
                  <a:cubicBezTo>
                    <a:pt x="5578" y="473"/>
                    <a:pt x="5609" y="521"/>
                    <a:pt x="5593" y="567"/>
                  </a:cubicBezTo>
                  <a:lnTo>
                    <a:pt x="5593" y="567"/>
                  </a:lnTo>
                  <a:lnTo>
                    <a:pt x="5420" y="521"/>
                  </a:lnTo>
                  <a:close/>
                  <a:moveTo>
                    <a:pt x="4948" y="504"/>
                  </a:moveTo>
                  <a:lnTo>
                    <a:pt x="4931" y="504"/>
                  </a:lnTo>
                  <a:cubicBezTo>
                    <a:pt x="4885" y="504"/>
                    <a:pt x="4853" y="458"/>
                    <a:pt x="4868" y="410"/>
                  </a:cubicBezTo>
                  <a:lnTo>
                    <a:pt x="5026" y="441"/>
                  </a:lnTo>
                  <a:cubicBezTo>
                    <a:pt x="5026" y="489"/>
                    <a:pt x="4979" y="504"/>
                    <a:pt x="4948" y="504"/>
                  </a:cubicBezTo>
                  <a:close/>
                  <a:moveTo>
                    <a:pt x="5546" y="0"/>
                  </a:moveTo>
                  <a:lnTo>
                    <a:pt x="5452" y="48"/>
                  </a:lnTo>
                  <a:cubicBezTo>
                    <a:pt x="5420" y="63"/>
                    <a:pt x="5435" y="63"/>
                    <a:pt x="5420" y="95"/>
                  </a:cubicBezTo>
                  <a:lnTo>
                    <a:pt x="5389" y="95"/>
                  </a:lnTo>
                  <a:cubicBezTo>
                    <a:pt x="5357" y="95"/>
                    <a:pt x="5309" y="126"/>
                    <a:pt x="5278" y="158"/>
                  </a:cubicBezTo>
                  <a:cubicBezTo>
                    <a:pt x="5246" y="189"/>
                    <a:pt x="5263" y="221"/>
                    <a:pt x="5246" y="269"/>
                  </a:cubicBezTo>
                  <a:cubicBezTo>
                    <a:pt x="5215" y="269"/>
                    <a:pt x="5168" y="252"/>
                    <a:pt x="5137" y="252"/>
                  </a:cubicBezTo>
                  <a:cubicBezTo>
                    <a:pt x="5089" y="252"/>
                    <a:pt x="5057" y="269"/>
                    <a:pt x="5042" y="300"/>
                  </a:cubicBezTo>
                  <a:cubicBezTo>
                    <a:pt x="5026" y="347"/>
                    <a:pt x="5042" y="363"/>
                    <a:pt x="5011" y="378"/>
                  </a:cubicBezTo>
                  <a:cubicBezTo>
                    <a:pt x="5026" y="395"/>
                    <a:pt x="5026" y="426"/>
                    <a:pt x="5026" y="441"/>
                  </a:cubicBezTo>
                  <a:lnTo>
                    <a:pt x="5026" y="441"/>
                  </a:lnTo>
                  <a:lnTo>
                    <a:pt x="4868" y="410"/>
                  </a:lnTo>
                  <a:lnTo>
                    <a:pt x="4868" y="410"/>
                  </a:lnTo>
                  <a:lnTo>
                    <a:pt x="4868" y="395"/>
                  </a:lnTo>
                  <a:cubicBezTo>
                    <a:pt x="4853" y="410"/>
                    <a:pt x="4837" y="410"/>
                    <a:pt x="4837" y="410"/>
                  </a:cubicBezTo>
                  <a:cubicBezTo>
                    <a:pt x="4805" y="473"/>
                    <a:pt x="4790" y="552"/>
                    <a:pt x="4790" y="567"/>
                  </a:cubicBezTo>
                  <a:cubicBezTo>
                    <a:pt x="4774" y="599"/>
                    <a:pt x="4790" y="662"/>
                    <a:pt x="4774" y="693"/>
                  </a:cubicBezTo>
                  <a:cubicBezTo>
                    <a:pt x="4759" y="725"/>
                    <a:pt x="4727" y="725"/>
                    <a:pt x="4696" y="725"/>
                  </a:cubicBezTo>
                  <a:lnTo>
                    <a:pt x="4648" y="725"/>
                  </a:lnTo>
                  <a:cubicBezTo>
                    <a:pt x="4633" y="725"/>
                    <a:pt x="4601" y="710"/>
                    <a:pt x="4585" y="710"/>
                  </a:cubicBezTo>
                  <a:cubicBezTo>
                    <a:pt x="4569" y="710"/>
                    <a:pt x="4569" y="725"/>
                    <a:pt x="4553" y="725"/>
                  </a:cubicBezTo>
                  <a:cubicBezTo>
                    <a:pt x="4522" y="725"/>
                    <a:pt x="4506" y="741"/>
                    <a:pt x="4490" y="756"/>
                  </a:cubicBezTo>
                  <a:cubicBezTo>
                    <a:pt x="4443" y="788"/>
                    <a:pt x="4380" y="804"/>
                    <a:pt x="4333" y="836"/>
                  </a:cubicBezTo>
                  <a:cubicBezTo>
                    <a:pt x="4349" y="851"/>
                    <a:pt x="4349" y="867"/>
                    <a:pt x="4349" y="899"/>
                  </a:cubicBezTo>
                  <a:cubicBezTo>
                    <a:pt x="4333" y="930"/>
                    <a:pt x="4301" y="962"/>
                    <a:pt x="4270" y="962"/>
                  </a:cubicBezTo>
                  <a:lnTo>
                    <a:pt x="4254" y="962"/>
                  </a:lnTo>
                  <a:lnTo>
                    <a:pt x="4238" y="962"/>
                  </a:lnTo>
                  <a:lnTo>
                    <a:pt x="4238" y="962"/>
                  </a:lnTo>
                  <a:cubicBezTo>
                    <a:pt x="4175" y="977"/>
                    <a:pt x="4160" y="977"/>
                    <a:pt x="4128" y="1008"/>
                  </a:cubicBezTo>
                  <a:cubicBezTo>
                    <a:pt x="4080" y="1071"/>
                    <a:pt x="4017" y="1088"/>
                    <a:pt x="4002" y="1166"/>
                  </a:cubicBezTo>
                  <a:cubicBezTo>
                    <a:pt x="3986" y="1198"/>
                    <a:pt x="3986" y="1214"/>
                    <a:pt x="3986" y="1245"/>
                  </a:cubicBezTo>
                  <a:cubicBezTo>
                    <a:pt x="3971" y="1261"/>
                    <a:pt x="3954" y="1261"/>
                    <a:pt x="3923" y="1261"/>
                  </a:cubicBezTo>
                  <a:cubicBezTo>
                    <a:pt x="3891" y="1261"/>
                    <a:pt x="3860" y="1245"/>
                    <a:pt x="3828" y="1245"/>
                  </a:cubicBezTo>
                  <a:cubicBezTo>
                    <a:pt x="3813" y="1245"/>
                    <a:pt x="3765" y="1229"/>
                    <a:pt x="3734" y="1229"/>
                  </a:cubicBezTo>
                  <a:lnTo>
                    <a:pt x="3734" y="1229"/>
                  </a:lnTo>
                  <a:cubicBezTo>
                    <a:pt x="3734" y="1277"/>
                    <a:pt x="3750" y="1292"/>
                    <a:pt x="3719" y="1324"/>
                  </a:cubicBezTo>
                  <a:cubicBezTo>
                    <a:pt x="3702" y="1324"/>
                    <a:pt x="3687" y="1308"/>
                    <a:pt x="3671" y="1292"/>
                  </a:cubicBezTo>
                  <a:lnTo>
                    <a:pt x="3671" y="1340"/>
                  </a:lnTo>
                  <a:lnTo>
                    <a:pt x="3671" y="1340"/>
                  </a:lnTo>
                  <a:lnTo>
                    <a:pt x="3576" y="1324"/>
                  </a:lnTo>
                  <a:lnTo>
                    <a:pt x="3576" y="1324"/>
                  </a:lnTo>
                  <a:lnTo>
                    <a:pt x="3671" y="1340"/>
                  </a:lnTo>
                  <a:cubicBezTo>
                    <a:pt x="3656" y="1387"/>
                    <a:pt x="3624" y="1403"/>
                    <a:pt x="3593" y="1403"/>
                  </a:cubicBezTo>
                  <a:lnTo>
                    <a:pt x="3561" y="1403"/>
                  </a:lnTo>
                  <a:cubicBezTo>
                    <a:pt x="3561" y="1403"/>
                    <a:pt x="3545" y="1403"/>
                    <a:pt x="3530" y="1387"/>
                  </a:cubicBezTo>
                  <a:cubicBezTo>
                    <a:pt x="3530" y="1403"/>
                    <a:pt x="3513" y="1403"/>
                    <a:pt x="3513" y="1403"/>
                  </a:cubicBezTo>
                  <a:cubicBezTo>
                    <a:pt x="3498" y="1403"/>
                    <a:pt x="3482" y="1403"/>
                    <a:pt x="3467" y="1418"/>
                  </a:cubicBezTo>
                  <a:cubicBezTo>
                    <a:pt x="3450" y="1418"/>
                    <a:pt x="3435" y="1434"/>
                    <a:pt x="3419" y="1450"/>
                  </a:cubicBezTo>
                  <a:cubicBezTo>
                    <a:pt x="3372" y="1498"/>
                    <a:pt x="3372" y="1513"/>
                    <a:pt x="3356" y="1576"/>
                  </a:cubicBezTo>
                  <a:cubicBezTo>
                    <a:pt x="3341" y="1561"/>
                    <a:pt x="3341" y="1561"/>
                    <a:pt x="3324" y="1561"/>
                  </a:cubicBezTo>
                  <a:cubicBezTo>
                    <a:pt x="3309" y="1561"/>
                    <a:pt x="3309" y="1561"/>
                    <a:pt x="3293" y="1576"/>
                  </a:cubicBezTo>
                  <a:cubicBezTo>
                    <a:pt x="3278" y="1592"/>
                    <a:pt x="3293" y="1639"/>
                    <a:pt x="3309" y="1670"/>
                  </a:cubicBezTo>
                  <a:cubicBezTo>
                    <a:pt x="3198" y="1718"/>
                    <a:pt x="3261" y="1813"/>
                    <a:pt x="3167" y="1876"/>
                  </a:cubicBezTo>
                  <a:cubicBezTo>
                    <a:pt x="3088" y="1907"/>
                    <a:pt x="2994" y="1922"/>
                    <a:pt x="2899" y="1939"/>
                  </a:cubicBezTo>
                  <a:cubicBezTo>
                    <a:pt x="2788" y="1954"/>
                    <a:pt x="2694" y="1970"/>
                    <a:pt x="2599" y="2017"/>
                  </a:cubicBezTo>
                  <a:cubicBezTo>
                    <a:pt x="2521" y="2080"/>
                    <a:pt x="2584" y="2143"/>
                    <a:pt x="2584" y="2222"/>
                  </a:cubicBezTo>
                  <a:cubicBezTo>
                    <a:pt x="2521" y="2206"/>
                    <a:pt x="2458" y="2191"/>
                    <a:pt x="2395" y="2191"/>
                  </a:cubicBezTo>
                  <a:cubicBezTo>
                    <a:pt x="2364" y="2191"/>
                    <a:pt x="2332" y="2191"/>
                    <a:pt x="2316" y="2206"/>
                  </a:cubicBezTo>
                  <a:cubicBezTo>
                    <a:pt x="2316" y="2222"/>
                    <a:pt x="2316" y="2222"/>
                    <a:pt x="2301" y="2237"/>
                  </a:cubicBezTo>
                  <a:lnTo>
                    <a:pt x="2284" y="2237"/>
                  </a:lnTo>
                  <a:lnTo>
                    <a:pt x="2284" y="2237"/>
                  </a:lnTo>
                  <a:lnTo>
                    <a:pt x="2301" y="2237"/>
                  </a:lnTo>
                  <a:lnTo>
                    <a:pt x="2301" y="2237"/>
                  </a:lnTo>
                  <a:cubicBezTo>
                    <a:pt x="2301" y="2269"/>
                    <a:pt x="2269" y="2300"/>
                    <a:pt x="2238" y="2300"/>
                  </a:cubicBezTo>
                  <a:cubicBezTo>
                    <a:pt x="2221" y="2363"/>
                    <a:pt x="2238" y="2411"/>
                    <a:pt x="2190" y="2443"/>
                  </a:cubicBezTo>
                  <a:cubicBezTo>
                    <a:pt x="2158" y="2458"/>
                    <a:pt x="2112" y="2474"/>
                    <a:pt x="2080" y="2474"/>
                  </a:cubicBezTo>
                  <a:lnTo>
                    <a:pt x="2064" y="2474"/>
                  </a:lnTo>
                  <a:lnTo>
                    <a:pt x="2032" y="2474"/>
                  </a:lnTo>
                  <a:lnTo>
                    <a:pt x="2001" y="2474"/>
                  </a:lnTo>
                  <a:lnTo>
                    <a:pt x="1986" y="2474"/>
                  </a:lnTo>
                  <a:cubicBezTo>
                    <a:pt x="1938" y="2489"/>
                    <a:pt x="1891" y="2537"/>
                    <a:pt x="1860" y="2569"/>
                  </a:cubicBezTo>
                  <a:cubicBezTo>
                    <a:pt x="1780" y="2632"/>
                    <a:pt x="1717" y="2710"/>
                    <a:pt x="1654" y="2773"/>
                  </a:cubicBezTo>
                  <a:cubicBezTo>
                    <a:pt x="1607" y="2821"/>
                    <a:pt x="1433" y="2884"/>
                    <a:pt x="1387" y="2947"/>
                  </a:cubicBezTo>
                  <a:cubicBezTo>
                    <a:pt x="1387" y="2979"/>
                    <a:pt x="1370" y="3010"/>
                    <a:pt x="1355" y="3025"/>
                  </a:cubicBezTo>
                  <a:cubicBezTo>
                    <a:pt x="1339" y="3057"/>
                    <a:pt x="1307" y="3057"/>
                    <a:pt x="1276" y="3057"/>
                  </a:cubicBezTo>
                  <a:lnTo>
                    <a:pt x="1244" y="3057"/>
                  </a:lnTo>
                  <a:lnTo>
                    <a:pt x="1166" y="3057"/>
                  </a:lnTo>
                  <a:cubicBezTo>
                    <a:pt x="1150" y="3042"/>
                    <a:pt x="1118" y="3042"/>
                    <a:pt x="1103" y="3042"/>
                  </a:cubicBezTo>
                  <a:cubicBezTo>
                    <a:pt x="1087" y="3042"/>
                    <a:pt x="1055" y="3042"/>
                    <a:pt x="1040" y="3057"/>
                  </a:cubicBezTo>
                  <a:cubicBezTo>
                    <a:pt x="992" y="3073"/>
                    <a:pt x="961" y="3088"/>
                    <a:pt x="946" y="3120"/>
                  </a:cubicBezTo>
                  <a:lnTo>
                    <a:pt x="946" y="3136"/>
                  </a:lnTo>
                  <a:lnTo>
                    <a:pt x="946" y="3136"/>
                  </a:lnTo>
                  <a:lnTo>
                    <a:pt x="946" y="3136"/>
                  </a:lnTo>
                  <a:lnTo>
                    <a:pt x="946" y="3136"/>
                  </a:lnTo>
                  <a:lnTo>
                    <a:pt x="946" y="3136"/>
                  </a:lnTo>
                  <a:cubicBezTo>
                    <a:pt x="946" y="3136"/>
                    <a:pt x="946" y="3151"/>
                    <a:pt x="929" y="3151"/>
                  </a:cubicBezTo>
                  <a:lnTo>
                    <a:pt x="929" y="3183"/>
                  </a:lnTo>
                  <a:cubicBezTo>
                    <a:pt x="929" y="3231"/>
                    <a:pt x="946" y="3294"/>
                    <a:pt x="914" y="3340"/>
                  </a:cubicBezTo>
                  <a:cubicBezTo>
                    <a:pt x="883" y="3388"/>
                    <a:pt x="803" y="3403"/>
                    <a:pt x="740" y="3420"/>
                  </a:cubicBezTo>
                  <a:cubicBezTo>
                    <a:pt x="725" y="3435"/>
                    <a:pt x="551" y="3420"/>
                    <a:pt x="536" y="3451"/>
                  </a:cubicBezTo>
                  <a:lnTo>
                    <a:pt x="536" y="3451"/>
                  </a:lnTo>
                  <a:cubicBezTo>
                    <a:pt x="551" y="3483"/>
                    <a:pt x="646" y="3561"/>
                    <a:pt x="677" y="3624"/>
                  </a:cubicBezTo>
                  <a:cubicBezTo>
                    <a:pt x="694" y="3609"/>
                    <a:pt x="725" y="3592"/>
                    <a:pt x="757" y="3592"/>
                  </a:cubicBezTo>
                  <a:lnTo>
                    <a:pt x="772" y="3592"/>
                  </a:lnTo>
                  <a:cubicBezTo>
                    <a:pt x="820" y="3609"/>
                    <a:pt x="835" y="3655"/>
                    <a:pt x="835" y="3703"/>
                  </a:cubicBezTo>
                  <a:cubicBezTo>
                    <a:pt x="820" y="3735"/>
                    <a:pt x="788" y="3766"/>
                    <a:pt x="757" y="3766"/>
                  </a:cubicBezTo>
                  <a:lnTo>
                    <a:pt x="725" y="3766"/>
                  </a:lnTo>
                  <a:cubicBezTo>
                    <a:pt x="709" y="3750"/>
                    <a:pt x="677" y="3735"/>
                    <a:pt x="677" y="3718"/>
                  </a:cubicBezTo>
                  <a:cubicBezTo>
                    <a:pt x="646" y="3718"/>
                    <a:pt x="631" y="3718"/>
                    <a:pt x="614" y="3750"/>
                  </a:cubicBezTo>
                  <a:cubicBezTo>
                    <a:pt x="646" y="3766"/>
                    <a:pt x="677" y="3829"/>
                    <a:pt x="694" y="3861"/>
                  </a:cubicBezTo>
                  <a:lnTo>
                    <a:pt x="677" y="3861"/>
                  </a:lnTo>
                  <a:cubicBezTo>
                    <a:pt x="662" y="3861"/>
                    <a:pt x="646" y="3861"/>
                    <a:pt x="631" y="3844"/>
                  </a:cubicBezTo>
                  <a:lnTo>
                    <a:pt x="583" y="3844"/>
                  </a:lnTo>
                  <a:cubicBezTo>
                    <a:pt x="568" y="3844"/>
                    <a:pt x="551" y="3861"/>
                    <a:pt x="583" y="3924"/>
                  </a:cubicBezTo>
                  <a:cubicBezTo>
                    <a:pt x="599" y="3955"/>
                    <a:pt x="551" y="4018"/>
                    <a:pt x="551" y="4050"/>
                  </a:cubicBezTo>
                  <a:cubicBezTo>
                    <a:pt x="551" y="4081"/>
                    <a:pt x="583" y="4081"/>
                    <a:pt x="583" y="4097"/>
                  </a:cubicBezTo>
                  <a:cubicBezTo>
                    <a:pt x="583" y="4128"/>
                    <a:pt x="599" y="4144"/>
                    <a:pt x="599" y="4160"/>
                  </a:cubicBezTo>
                  <a:lnTo>
                    <a:pt x="599" y="4160"/>
                  </a:lnTo>
                  <a:lnTo>
                    <a:pt x="631" y="4160"/>
                  </a:lnTo>
                  <a:lnTo>
                    <a:pt x="646" y="4160"/>
                  </a:lnTo>
                  <a:cubicBezTo>
                    <a:pt x="694" y="4176"/>
                    <a:pt x="725" y="4223"/>
                    <a:pt x="709" y="4254"/>
                  </a:cubicBezTo>
                  <a:lnTo>
                    <a:pt x="709" y="4254"/>
                  </a:lnTo>
                  <a:lnTo>
                    <a:pt x="614" y="4239"/>
                  </a:lnTo>
                  <a:lnTo>
                    <a:pt x="614" y="4239"/>
                  </a:lnTo>
                  <a:lnTo>
                    <a:pt x="709" y="4254"/>
                  </a:lnTo>
                  <a:cubicBezTo>
                    <a:pt x="709" y="4302"/>
                    <a:pt x="677" y="4334"/>
                    <a:pt x="631" y="4334"/>
                  </a:cubicBezTo>
                  <a:lnTo>
                    <a:pt x="614" y="4334"/>
                  </a:lnTo>
                  <a:cubicBezTo>
                    <a:pt x="599" y="4317"/>
                    <a:pt x="583" y="4317"/>
                    <a:pt x="568" y="4302"/>
                  </a:cubicBezTo>
                  <a:cubicBezTo>
                    <a:pt x="536" y="4349"/>
                    <a:pt x="457" y="4475"/>
                    <a:pt x="442" y="4523"/>
                  </a:cubicBezTo>
                  <a:cubicBezTo>
                    <a:pt x="425" y="4569"/>
                    <a:pt x="457" y="4569"/>
                    <a:pt x="442" y="4617"/>
                  </a:cubicBezTo>
                  <a:cubicBezTo>
                    <a:pt x="410" y="4712"/>
                    <a:pt x="457" y="4775"/>
                    <a:pt x="410" y="4853"/>
                  </a:cubicBezTo>
                  <a:cubicBezTo>
                    <a:pt x="394" y="4884"/>
                    <a:pt x="362" y="4884"/>
                    <a:pt x="347" y="4901"/>
                  </a:cubicBezTo>
                  <a:cubicBezTo>
                    <a:pt x="347" y="4916"/>
                    <a:pt x="362" y="4964"/>
                    <a:pt x="362" y="4979"/>
                  </a:cubicBezTo>
                  <a:cubicBezTo>
                    <a:pt x="378" y="5027"/>
                    <a:pt x="425" y="5199"/>
                    <a:pt x="347" y="5199"/>
                  </a:cubicBezTo>
                  <a:cubicBezTo>
                    <a:pt x="331" y="5247"/>
                    <a:pt x="347" y="5279"/>
                    <a:pt x="347" y="5310"/>
                  </a:cubicBezTo>
                  <a:cubicBezTo>
                    <a:pt x="362" y="5294"/>
                    <a:pt x="378" y="5294"/>
                    <a:pt x="394" y="5294"/>
                  </a:cubicBezTo>
                  <a:lnTo>
                    <a:pt x="425" y="5294"/>
                  </a:lnTo>
                  <a:cubicBezTo>
                    <a:pt x="457" y="5294"/>
                    <a:pt x="488" y="5342"/>
                    <a:pt x="488" y="5389"/>
                  </a:cubicBezTo>
                  <a:lnTo>
                    <a:pt x="347" y="5357"/>
                  </a:lnTo>
                  <a:lnTo>
                    <a:pt x="347" y="5357"/>
                  </a:lnTo>
                  <a:lnTo>
                    <a:pt x="488" y="5389"/>
                  </a:lnTo>
                  <a:lnTo>
                    <a:pt x="488" y="5389"/>
                  </a:lnTo>
                  <a:cubicBezTo>
                    <a:pt x="473" y="5436"/>
                    <a:pt x="442" y="5452"/>
                    <a:pt x="394" y="5452"/>
                  </a:cubicBezTo>
                  <a:lnTo>
                    <a:pt x="378" y="5452"/>
                  </a:lnTo>
                  <a:cubicBezTo>
                    <a:pt x="347" y="5452"/>
                    <a:pt x="331" y="5420"/>
                    <a:pt x="315" y="5389"/>
                  </a:cubicBezTo>
                  <a:lnTo>
                    <a:pt x="315" y="5405"/>
                  </a:lnTo>
                  <a:cubicBezTo>
                    <a:pt x="299" y="5420"/>
                    <a:pt x="252" y="5405"/>
                    <a:pt x="236" y="5452"/>
                  </a:cubicBezTo>
                  <a:cubicBezTo>
                    <a:pt x="236" y="5468"/>
                    <a:pt x="252" y="5483"/>
                    <a:pt x="252" y="5499"/>
                  </a:cubicBezTo>
                  <a:cubicBezTo>
                    <a:pt x="252" y="5546"/>
                    <a:pt x="284" y="5594"/>
                    <a:pt x="284" y="5657"/>
                  </a:cubicBezTo>
                  <a:cubicBezTo>
                    <a:pt x="268" y="5704"/>
                    <a:pt x="284" y="5752"/>
                    <a:pt x="268" y="5783"/>
                  </a:cubicBezTo>
                  <a:cubicBezTo>
                    <a:pt x="268" y="5815"/>
                    <a:pt x="268" y="5815"/>
                    <a:pt x="236" y="5830"/>
                  </a:cubicBezTo>
                  <a:cubicBezTo>
                    <a:pt x="173" y="5909"/>
                    <a:pt x="126" y="6082"/>
                    <a:pt x="142" y="6176"/>
                  </a:cubicBezTo>
                  <a:cubicBezTo>
                    <a:pt x="158" y="6239"/>
                    <a:pt x="142" y="6239"/>
                    <a:pt x="126" y="6239"/>
                  </a:cubicBezTo>
                  <a:lnTo>
                    <a:pt x="110" y="6239"/>
                  </a:lnTo>
                  <a:lnTo>
                    <a:pt x="110" y="6239"/>
                  </a:lnTo>
                  <a:cubicBezTo>
                    <a:pt x="95" y="6239"/>
                    <a:pt x="63" y="6239"/>
                    <a:pt x="32" y="6287"/>
                  </a:cubicBezTo>
                  <a:cubicBezTo>
                    <a:pt x="15" y="6319"/>
                    <a:pt x="0" y="6365"/>
                    <a:pt x="15" y="6413"/>
                  </a:cubicBezTo>
                  <a:cubicBezTo>
                    <a:pt x="15" y="6476"/>
                    <a:pt x="32" y="6491"/>
                    <a:pt x="95" y="6523"/>
                  </a:cubicBezTo>
                  <a:cubicBezTo>
                    <a:pt x="79" y="6508"/>
                    <a:pt x="79" y="6491"/>
                    <a:pt x="95" y="6476"/>
                  </a:cubicBezTo>
                  <a:lnTo>
                    <a:pt x="221" y="6508"/>
                  </a:lnTo>
                  <a:cubicBezTo>
                    <a:pt x="189" y="6539"/>
                    <a:pt x="158" y="6554"/>
                    <a:pt x="126" y="6571"/>
                  </a:cubicBezTo>
                  <a:cubicBezTo>
                    <a:pt x="110" y="6554"/>
                    <a:pt x="95" y="6554"/>
                    <a:pt x="95" y="6523"/>
                  </a:cubicBezTo>
                  <a:cubicBezTo>
                    <a:pt x="95" y="6571"/>
                    <a:pt x="79" y="6602"/>
                    <a:pt x="126" y="6617"/>
                  </a:cubicBezTo>
                  <a:lnTo>
                    <a:pt x="126" y="6617"/>
                  </a:lnTo>
                  <a:cubicBezTo>
                    <a:pt x="158" y="6617"/>
                    <a:pt x="268" y="6539"/>
                    <a:pt x="299" y="6523"/>
                  </a:cubicBezTo>
                  <a:cubicBezTo>
                    <a:pt x="299" y="6508"/>
                    <a:pt x="315" y="6476"/>
                    <a:pt x="315" y="6476"/>
                  </a:cubicBezTo>
                  <a:cubicBezTo>
                    <a:pt x="331" y="6460"/>
                    <a:pt x="347" y="6460"/>
                    <a:pt x="362" y="6460"/>
                  </a:cubicBezTo>
                  <a:cubicBezTo>
                    <a:pt x="410" y="6460"/>
                    <a:pt x="488" y="6491"/>
                    <a:pt x="536" y="6491"/>
                  </a:cubicBezTo>
                  <a:cubicBezTo>
                    <a:pt x="551" y="6491"/>
                    <a:pt x="583" y="6508"/>
                    <a:pt x="599" y="6508"/>
                  </a:cubicBezTo>
                  <a:lnTo>
                    <a:pt x="614" y="6508"/>
                  </a:lnTo>
                  <a:cubicBezTo>
                    <a:pt x="646" y="6508"/>
                    <a:pt x="662" y="6476"/>
                    <a:pt x="694" y="6476"/>
                  </a:cubicBezTo>
                  <a:lnTo>
                    <a:pt x="709" y="6476"/>
                  </a:lnTo>
                  <a:cubicBezTo>
                    <a:pt x="757" y="6476"/>
                    <a:pt x="803" y="6491"/>
                    <a:pt x="835" y="6523"/>
                  </a:cubicBezTo>
                  <a:cubicBezTo>
                    <a:pt x="851" y="6554"/>
                    <a:pt x="851" y="6586"/>
                    <a:pt x="898" y="6586"/>
                  </a:cubicBezTo>
                  <a:lnTo>
                    <a:pt x="898" y="6586"/>
                  </a:lnTo>
                  <a:cubicBezTo>
                    <a:pt x="914" y="6586"/>
                    <a:pt x="929" y="6586"/>
                    <a:pt x="946" y="6571"/>
                  </a:cubicBezTo>
                  <a:lnTo>
                    <a:pt x="1009" y="6571"/>
                  </a:lnTo>
                  <a:lnTo>
                    <a:pt x="1009" y="6571"/>
                  </a:lnTo>
                  <a:cubicBezTo>
                    <a:pt x="1087" y="6571"/>
                    <a:pt x="1072" y="6680"/>
                    <a:pt x="1135" y="6697"/>
                  </a:cubicBezTo>
                  <a:lnTo>
                    <a:pt x="1135" y="6728"/>
                  </a:lnTo>
                  <a:lnTo>
                    <a:pt x="1150" y="6728"/>
                  </a:lnTo>
                  <a:lnTo>
                    <a:pt x="1181" y="6728"/>
                  </a:lnTo>
                  <a:lnTo>
                    <a:pt x="1213" y="6728"/>
                  </a:lnTo>
                  <a:lnTo>
                    <a:pt x="1229" y="6728"/>
                  </a:lnTo>
                  <a:cubicBezTo>
                    <a:pt x="1261" y="6728"/>
                    <a:pt x="1307" y="6728"/>
                    <a:pt x="1339" y="6744"/>
                  </a:cubicBezTo>
                  <a:cubicBezTo>
                    <a:pt x="1387" y="6775"/>
                    <a:pt x="1433" y="6807"/>
                    <a:pt x="1497" y="6823"/>
                  </a:cubicBezTo>
                  <a:cubicBezTo>
                    <a:pt x="1513" y="6838"/>
                    <a:pt x="1591" y="6854"/>
                    <a:pt x="1639" y="6854"/>
                  </a:cubicBezTo>
                  <a:cubicBezTo>
                    <a:pt x="1670" y="6854"/>
                    <a:pt x="1702" y="6838"/>
                    <a:pt x="1702" y="6807"/>
                  </a:cubicBezTo>
                  <a:cubicBezTo>
                    <a:pt x="1717" y="6838"/>
                    <a:pt x="1749" y="6838"/>
                    <a:pt x="1780" y="6838"/>
                  </a:cubicBezTo>
                  <a:cubicBezTo>
                    <a:pt x="1828" y="6838"/>
                    <a:pt x="1891" y="6823"/>
                    <a:pt x="1923" y="6823"/>
                  </a:cubicBezTo>
                  <a:lnTo>
                    <a:pt x="1938" y="6823"/>
                  </a:lnTo>
                  <a:cubicBezTo>
                    <a:pt x="2001" y="6823"/>
                    <a:pt x="2017" y="6886"/>
                    <a:pt x="2080" y="6901"/>
                  </a:cubicBezTo>
                  <a:cubicBezTo>
                    <a:pt x="2127" y="6901"/>
                    <a:pt x="2158" y="6917"/>
                    <a:pt x="2206" y="6917"/>
                  </a:cubicBezTo>
                  <a:cubicBezTo>
                    <a:pt x="2238" y="6933"/>
                    <a:pt x="2253" y="6949"/>
                    <a:pt x="2284" y="6964"/>
                  </a:cubicBezTo>
                  <a:lnTo>
                    <a:pt x="2284" y="6964"/>
                  </a:lnTo>
                  <a:cubicBezTo>
                    <a:pt x="2316" y="6964"/>
                    <a:pt x="2364" y="6933"/>
                    <a:pt x="2395" y="6917"/>
                  </a:cubicBezTo>
                  <a:lnTo>
                    <a:pt x="2410" y="6917"/>
                  </a:lnTo>
                  <a:cubicBezTo>
                    <a:pt x="2427" y="6917"/>
                    <a:pt x="2442" y="6933"/>
                    <a:pt x="2473" y="6933"/>
                  </a:cubicBezTo>
                  <a:lnTo>
                    <a:pt x="2473" y="6901"/>
                  </a:lnTo>
                  <a:cubicBezTo>
                    <a:pt x="2458" y="6901"/>
                    <a:pt x="2427" y="6886"/>
                    <a:pt x="2410" y="6886"/>
                  </a:cubicBezTo>
                  <a:lnTo>
                    <a:pt x="2427" y="6886"/>
                  </a:lnTo>
                  <a:lnTo>
                    <a:pt x="2442" y="6886"/>
                  </a:lnTo>
                  <a:cubicBezTo>
                    <a:pt x="2490" y="6886"/>
                    <a:pt x="2521" y="6933"/>
                    <a:pt x="2505" y="6964"/>
                  </a:cubicBezTo>
                  <a:lnTo>
                    <a:pt x="2490" y="6964"/>
                  </a:lnTo>
                  <a:cubicBezTo>
                    <a:pt x="2490" y="6996"/>
                    <a:pt x="2490" y="7012"/>
                    <a:pt x="2505" y="7012"/>
                  </a:cubicBezTo>
                  <a:lnTo>
                    <a:pt x="2505" y="7012"/>
                  </a:lnTo>
                  <a:cubicBezTo>
                    <a:pt x="2521" y="7012"/>
                    <a:pt x="2568" y="6996"/>
                    <a:pt x="2584" y="6996"/>
                  </a:cubicBezTo>
                  <a:lnTo>
                    <a:pt x="2631" y="6996"/>
                  </a:lnTo>
                  <a:cubicBezTo>
                    <a:pt x="2647" y="6996"/>
                    <a:pt x="2679" y="6996"/>
                    <a:pt x="2710" y="7012"/>
                  </a:cubicBezTo>
                  <a:cubicBezTo>
                    <a:pt x="2725" y="7012"/>
                    <a:pt x="2757" y="7027"/>
                    <a:pt x="2773" y="7027"/>
                  </a:cubicBezTo>
                  <a:lnTo>
                    <a:pt x="2788" y="7027"/>
                  </a:lnTo>
                  <a:cubicBezTo>
                    <a:pt x="2820" y="7027"/>
                    <a:pt x="2852" y="6996"/>
                    <a:pt x="2883" y="6996"/>
                  </a:cubicBezTo>
                  <a:lnTo>
                    <a:pt x="2899" y="6996"/>
                  </a:lnTo>
                  <a:cubicBezTo>
                    <a:pt x="2946" y="6996"/>
                    <a:pt x="2962" y="7027"/>
                    <a:pt x="2994" y="7043"/>
                  </a:cubicBezTo>
                  <a:cubicBezTo>
                    <a:pt x="3009" y="7059"/>
                    <a:pt x="3025" y="7059"/>
                    <a:pt x="3041" y="7059"/>
                  </a:cubicBezTo>
                  <a:cubicBezTo>
                    <a:pt x="3072" y="7059"/>
                    <a:pt x="3104" y="7059"/>
                    <a:pt x="3120" y="7043"/>
                  </a:cubicBezTo>
                  <a:lnTo>
                    <a:pt x="3167" y="7043"/>
                  </a:lnTo>
                  <a:cubicBezTo>
                    <a:pt x="3215" y="7043"/>
                    <a:pt x="3230" y="7059"/>
                    <a:pt x="3278" y="7075"/>
                  </a:cubicBezTo>
                  <a:cubicBezTo>
                    <a:pt x="3356" y="7107"/>
                    <a:pt x="3467" y="7107"/>
                    <a:pt x="3561" y="7138"/>
                  </a:cubicBezTo>
                  <a:cubicBezTo>
                    <a:pt x="3639" y="7185"/>
                    <a:pt x="3671" y="7248"/>
                    <a:pt x="3782" y="7248"/>
                  </a:cubicBezTo>
                  <a:lnTo>
                    <a:pt x="3782" y="7248"/>
                  </a:lnTo>
                  <a:lnTo>
                    <a:pt x="3860" y="7248"/>
                  </a:lnTo>
                  <a:lnTo>
                    <a:pt x="3908" y="7248"/>
                  </a:lnTo>
                  <a:cubicBezTo>
                    <a:pt x="3954" y="7264"/>
                    <a:pt x="4017" y="7279"/>
                    <a:pt x="4065" y="7279"/>
                  </a:cubicBezTo>
                  <a:cubicBezTo>
                    <a:pt x="4097" y="7296"/>
                    <a:pt x="4128" y="7296"/>
                    <a:pt x="4160" y="7296"/>
                  </a:cubicBezTo>
                  <a:lnTo>
                    <a:pt x="4206" y="7296"/>
                  </a:lnTo>
                  <a:cubicBezTo>
                    <a:pt x="4238" y="7279"/>
                    <a:pt x="4270" y="7248"/>
                    <a:pt x="4317" y="7248"/>
                  </a:cubicBezTo>
                  <a:lnTo>
                    <a:pt x="4333" y="7248"/>
                  </a:lnTo>
                  <a:cubicBezTo>
                    <a:pt x="4333" y="7264"/>
                    <a:pt x="4333" y="7279"/>
                    <a:pt x="4349" y="7296"/>
                  </a:cubicBezTo>
                  <a:cubicBezTo>
                    <a:pt x="4364" y="7311"/>
                    <a:pt x="4396" y="7327"/>
                    <a:pt x="4412" y="7342"/>
                  </a:cubicBezTo>
                  <a:cubicBezTo>
                    <a:pt x="4443" y="7359"/>
                    <a:pt x="4459" y="7359"/>
                    <a:pt x="4490" y="7374"/>
                  </a:cubicBezTo>
                  <a:cubicBezTo>
                    <a:pt x="4538" y="7405"/>
                    <a:pt x="4664" y="7422"/>
                    <a:pt x="4727" y="7437"/>
                  </a:cubicBezTo>
                  <a:cubicBezTo>
                    <a:pt x="4742" y="7453"/>
                    <a:pt x="4759" y="7453"/>
                    <a:pt x="4759" y="7453"/>
                  </a:cubicBezTo>
                  <a:cubicBezTo>
                    <a:pt x="4790" y="7453"/>
                    <a:pt x="4822" y="7437"/>
                    <a:pt x="4853" y="7422"/>
                  </a:cubicBezTo>
                  <a:lnTo>
                    <a:pt x="4868" y="7422"/>
                  </a:lnTo>
                  <a:lnTo>
                    <a:pt x="4868" y="7422"/>
                  </a:lnTo>
                  <a:lnTo>
                    <a:pt x="4885" y="7422"/>
                  </a:lnTo>
                  <a:lnTo>
                    <a:pt x="4900" y="7422"/>
                  </a:lnTo>
                  <a:cubicBezTo>
                    <a:pt x="4916" y="7422"/>
                    <a:pt x="4931" y="7390"/>
                    <a:pt x="4931" y="7390"/>
                  </a:cubicBezTo>
                  <a:cubicBezTo>
                    <a:pt x="4931" y="7390"/>
                    <a:pt x="4931" y="7374"/>
                    <a:pt x="4948" y="7374"/>
                  </a:cubicBezTo>
                  <a:lnTo>
                    <a:pt x="4948" y="7374"/>
                  </a:lnTo>
                  <a:lnTo>
                    <a:pt x="4963" y="7374"/>
                  </a:lnTo>
                  <a:cubicBezTo>
                    <a:pt x="4963" y="7374"/>
                    <a:pt x="4979" y="7374"/>
                    <a:pt x="4979" y="7390"/>
                  </a:cubicBezTo>
                  <a:lnTo>
                    <a:pt x="5026" y="7390"/>
                  </a:lnTo>
                  <a:cubicBezTo>
                    <a:pt x="5074" y="7405"/>
                    <a:pt x="5089" y="7453"/>
                    <a:pt x="5137" y="7485"/>
                  </a:cubicBezTo>
                  <a:lnTo>
                    <a:pt x="5168" y="7485"/>
                  </a:lnTo>
                  <a:lnTo>
                    <a:pt x="5200" y="7485"/>
                  </a:lnTo>
                  <a:lnTo>
                    <a:pt x="5231" y="7485"/>
                  </a:lnTo>
                  <a:lnTo>
                    <a:pt x="5246" y="7485"/>
                  </a:lnTo>
                  <a:cubicBezTo>
                    <a:pt x="5278" y="7485"/>
                    <a:pt x="5341" y="7500"/>
                    <a:pt x="5372" y="7500"/>
                  </a:cubicBezTo>
                  <a:cubicBezTo>
                    <a:pt x="5404" y="7516"/>
                    <a:pt x="5435" y="7548"/>
                    <a:pt x="5452" y="7579"/>
                  </a:cubicBezTo>
                  <a:cubicBezTo>
                    <a:pt x="5467" y="7594"/>
                    <a:pt x="5467" y="7626"/>
                    <a:pt x="5467" y="7642"/>
                  </a:cubicBezTo>
                  <a:cubicBezTo>
                    <a:pt x="5483" y="7657"/>
                    <a:pt x="5515" y="7657"/>
                    <a:pt x="5546" y="7657"/>
                  </a:cubicBezTo>
                  <a:lnTo>
                    <a:pt x="5593" y="7657"/>
                  </a:lnTo>
                  <a:lnTo>
                    <a:pt x="5641" y="7657"/>
                  </a:lnTo>
                  <a:lnTo>
                    <a:pt x="5656" y="7657"/>
                  </a:lnTo>
                  <a:lnTo>
                    <a:pt x="5704" y="7657"/>
                  </a:lnTo>
                  <a:cubicBezTo>
                    <a:pt x="5719" y="7674"/>
                    <a:pt x="5719" y="7689"/>
                    <a:pt x="5735" y="7705"/>
                  </a:cubicBezTo>
                  <a:cubicBezTo>
                    <a:pt x="5751" y="7720"/>
                    <a:pt x="5798" y="7737"/>
                    <a:pt x="5830" y="7737"/>
                  </a:cubicBezTo>
                  <a:lnTo>
                    <a:pt x="5861" y="7737"/>
                  </a:lnTo>
                  <a:cubicBezTo>
                    <a:pt x="5908" y="7720"/>
                    <a:pt x="5908" y="7657"/>
                    <a:pt x="5956" y="7642"/>
                  </a:cubicBezTo>
                  <a:lnTo>
                    <a:pt x="5956" y="7642"/>
                  </a:lnTo>
                  <a:cubicBezTo>
                    <a:pt x="5988" y="7642"/>
                    <a:pt x="6019" y="7674"/>
                    <a:pt x="6051" y="7674"/>
                  </a:cubicBezTo>
                  <a:lnTo>
                    <a:pt x="6051" y="7674"/>
                  </a:lnTo>
                  <a:cubicBezTo>
                    <a:pt x="6066" y="7674"/>
                    <a:pt x="6097" y="7657"/>
                    <a:pt x="6114" y="7657"/>
                  </a:cubicBezTo>
                  <a:lnTo>
                    <a:pt x="6114" y="7657"/>
                  </a:lnTo>
                  <a:cubicBezTo>
                    <a:pt x="6177" y="7657"/>
                    <a:pt x="6240" y="7689"/>
                    <a:pt x="6303" y="7705"/>
                  </a:cubicBezTo>
                  <a:cubicBezTo>
                    <a:pt x="6349" y="7705"/>
                    <a:pt x="6349" y="7720"/>
                    <a:pt x="6381" y="7737"/>
                  </a:cubicBezTo>
                  <a:lnTo>
                    <a:pt x="6429" y="7783"/>
                  </a:lnTo>
                  <a:cubicBezTo>
                    <a:pt x="6444" y="7800"/>
                    <a:pt x="6429" y="7815"/>
                    <a:pt x="6444" y="7815"/>
                  </a:cubicBezTo>
                  <a:cubicBezTo>
                    <a:pt x="6460" y="7800"/>
                    <a:pt x="6460" y="7800"/>
                    <a:pt x="6460" y="7783"/>
                  </a:cubicBezTo>
                  <a:lnTo>
                    <a:pt x="6523" y="7783"/>
                  </a:lnTo>
                  <a:cubicBezTo>
                    <a:pt x="6570" y="7783"/>
                    <a:pt x="6618" y="7783"/>
                    <a:pt x="6681" y="7800"/>
                  </a:cubicBezTo>
                  <a:cubicBezTo>
                    <a:pt x="6727" y="7815"/>
                    <a:pt x="6807" y="7815"/>
                    <a:pt x="6838" y="7831"/>
                  </a:cubicBezTo>
                  <a:cubicBezTo>
                    <a:pt x="6885" y="7846"/>
                    <a:pt x="6885" y="7894"/>
                    <a:pt x="6916" y="7894"/>
                  </a:cubicBezTo>
                  <a:lnTo>
                    <a:pt x="6933" y="7894"/>
                  </a:lnTo>
                  <a:cubicBezTo>
                    <a:pt x="6964" y="7894"/>
                    <a:pt x="6979" y="7863"/>
                    <a:pt x="7011" y="7863"/>
                  </a:cubicBezTo>
                  <a:lnTo>
                    <a:pt x="7011" y="7863"/>
                  </a:lnTo>
                  <a:cubicBezTo>
                    <a:pt x="7027" y="7863"/>
                    <a:pt x="7043" y="7878"/>
                    <a:pt x="7059" y="7878"/>
                  </a:cubicBezTo>
                  <a:cubicBezTo>
                    <a:pt x="7059" y="7909"/>
                    <a:pt x="7059" y="7957"/>
                    <a:pt x="7090" y="7957"/>
                  </a:cubicBezTo>
                  <a:lnTo>
                    <a:pt x="7122" y="7957"/>
                  </a:lnTo>
                  <a:cubicBezTo>
                    <a:pt x="7122" y="7941"/>
                    <a:pt x="7137" y="7926"/>
                    <a:pt x="7153" y="7909"/>
                  </a:cubicBezTo>
                  <a:lnTo>
                    <a:pt x="7185" y="7909"/>
                  </a:lnTo>
                  <a:lnTo>
                    <a:pt x="7232" y="7909"/>
                  </a:lnTo>
                  <a:cubicBezTo>
                    <a:pt x="7311" y="7926"/>
                    <a:pt x="7389" y="7941"/>
                    <a:pt x="7452" y="7957"/>
                  </a:cubicBezTo>
                  <a:cubicBezTo>
                    <a:pt x="7547" y="7972"/>
                    <a:pt x="7641" y="7989"/>
                    <a:pt x="7736" y="8020"/>
                  </a:cubicBezTo>
                  <a:cubicBezTo>
                    <a:pt x="7784" y="8020"/>
                    <a:pt x="7910" y="8020"/>
                    <a:pt x="7893" y="8115"/>
                  </a:cubicBezTo>
                  <a:cubicBezTo>
                    <a:pt x="7925" y="8130"/>
                    <a:pt x="7941" y="8130"/>
                    <a:pt x="7956" y="8130"/>
                  </a:cubicBezTo>
                  <a:cubicBezTo>
                    <a:pt x="8004" y="8130"/>
                    <a:pt x="8036" y="8115"/>
                    <a:pt x="8082" y="8098"/>
                  </a:cubicBezTo>
                  <a:lnTo>
                    <a:pt x="8145" y="8098"/>
                  </a:lnTo>
                  <a:cubicBezTo>
                    <a:pt x="8177" y="8098"/>
                    <a:pt x="8225" y="8115"/>
                    <a:pt x="8240" y="8130"/>
                  </a:cubicBezTo>
                  <a:cubicBezTo>
                    <a:pt x="8256" y="8146"/>
                    <a:pt x="8256" y="8162"/>
                    <a:pt x="8288" y="8178"/>
                  </a:cubicBezTo>
                  <a:lnTo>
                    <a:pt x="8288" y="8178"/>
                  </a:lnTo>
                  <a:cubicBezTo>
                    <a:pt x="8303" y="8178"/>
                    <a:pt x="8319" y="8162"/>
                    <a:pt x="8334" y="8162"/>
                  </a:cubicBezTo>
                  <a:lnTo>
                    <a:pt x="8414" y="8162"/>
                  </a:lnTo>
                  <a:cubicBezTo>
                    <a:pt x="8429" y="8146"/>
                    <a:pt x="8461" y="8146"/>
                    <a:pt x="8477" y="8146"/>
                  </a:cubicBezTo>
                  <a:cubicBezTo>
                    <a:pt x="8524" y="8146"/>
                    <a:pt x="8555" y="8162"/>
                    <a:pt x="8587" y="8162"/>
                  </a:cubicBezTo>
                  <a:cubicBezTo>
                    <a:pt x="8603" y="8162"/>
                    <a:pt x="8618" y="8146"/>
                    <a:pt x="8634" y="8146"/>
                  </a:cubicBezTo>
                  <a:cubicBezTo>
                    <a:pt x="8618" y="8162"/>
                    <a:pt x="8603" y="8178"/>
                    <a:pt x="8587" y="8178"/>
                  </a:cubicBezTo>
                  <a:lnTo>
                    <a:pt x="8587" y="8225"/>
                  </a:lnTo>
                  <a:cubicBezTo>
                    <a:pt x="8618" y="8225"/>
                    <a:pt x="8634" y="8209"/>
                    <a:pt x="8666" y="8193"/>
                  </a:cubicBezTo>
                  <a:cubicBezTo>
                    <a:pt x="8681" y="8178"/>
                    <a:pt x="8744" y="8178"/>
                    <a:pt x="8760" y="8178"/>
                  </a:cubicBezTo>
                  <a:cubicBezTo>
                    <a:pt x="8792" y="8178"/>
                    <a:pt x="8839" y="8162"/>
                    <a:pt x="8870" y="8162"/>
                  </a:cubicBezTo>
                  <a:cubicBezTo>
                    <a:pt x="8887" y="8162"/>
                    <a:pt x="8902" y="8162"/>
                    <a:pt x="8933" y="8178"/>
                  </a:cubicBezTo>
                  <a:cubicBezTo>
                    <a:pt x="8965" y="8178"/>
                    <a:pt x="9044" y="8209"/>
                    <a:pt x="9091" y="8209"/>
                  </a:cubicBezTo>
                  <a:lnTo>
                    <a:pt x="9107" y="8209"/>
                  </a:lnTo>
                  <a:cubicBezTo>
                    <a:pt x="9154" y="8193"/>
                    <a:pt x="9107" y="8178"/>
                    <a:pt x="9122" y="8162"/>
                  </a:cubicBezTo>
                  <a:cubicBezTo>
                    <a:pt x="9122" y="8130"/>
                    <a:pt x="9139" y="8130"/>
                    <a:pt x="9139" y="8098"/>
                  </a:cubicBezTo>
                  <a:cubicBezTo>
                    <a:pt x="9170" y="8052"/>
                    <a:pt x="9170" y="7989"/>
                    <a:pt x="9185" y="7926"/>
                  </a:cubicBezTo>
                  <a:cubicBezTo>
                    <a:pt x="9185" y="7909"/>
                    <a:pt x="9202" y="7894"/>
                    <a:pt x="9202" y="7863"/>
                  </a:cubicBezTo>
                  <a:cubicBezTo>
                    <a:pt x="9202" y="7831"/>
                    <a:pt x="9170" y="7800"/>
                    <a:pt x="9170" y="7752"/>
                  </a:cubicBezTo>
                  <a:cubicBezTo>
                    <a:pt x="9170" y="7705"/>
                    <a:pt x="9217" y="7705"/>
                    <a:pt x="9233" y="7674"/>
                  </a:cubicBezTo>
                  <a:cubicBezTo>
                    <a:pt x="9248" y="7642"/>
                    <a:pt x="9202" y="7642"/>
                    <a:pt x="9202" y="7611"/>
                  </a:cubicBezTo>
                  <a:cubicBezTo>
                    <a:pt x="9185" y="7563"/>
                    <a:pt x="9233" y="7485"/>
                    <a:pt x="9233" y="7437"/>
                  </a:cubicBezTo>
                  <a:cubicBezTo>
                    <a:pt x="9248" y="7405"/>
                    <a:pt x="9248" y="7374"/>
                    <a:pt x="9265" y="7342"/>
                  </a:cubicBezTo>
                  <a:cubicBezTo>
                    <a:pt x="9328" y="7342"/>
                    <a:pt x="9374" y="7374"/>
                    <a:pt x="9391" y="7264"/>
                  </a:cubicBezTo>
                  <a:cubicBezTo>
                    <a:pt x="9391" y="7233"/>
                    <a:pt x="9391" y="7185"/>
                    <a:pt x="9359" y="7170"/>
                  </a:cubicBezTo>
                  <a:cubicBezTo>
                    <a:pt x="9343" y="7153"/>
                    <a:pt x="9328" y="7170"/>
                    <a:pt x="9311" y="7153"/>
                  </a:cubicBezTo>
                  <a:cubicBezTo>
                    <a:pt x="9265" y="7122"/>
                    <a:pt x="9328" y="7012"/>
                    <a:pt x="9343" y="6964"/>
                  </a:cubicBezTo>
                  <a:cubicBezTo>
                    <a:pt x="9343" y="6901"/>
                    <a:pt x="9391" y="6823"/>
                    <a:pt x="9343" y="6775"/>
                  </a:cubicBezTo>
                  <a:cubicBezTo>
                    <a:pt x="9391" y="6760"/>
                    <a:pt x="9422" y="6634"/>
                    <a:pt x="9406" y="6571"/>
                  </a:cubicBezTo>
                  <a:cubicBezTo>
                    <a:pt x="9406" y="6571"/>
                    <a:pt x="9391" y="6571"/>
                    <a:pt x="9374" y="6554"/>
                  </a:cubicBezTo>
                  <a:cubicBezTo>
                    <a:pt x="9374" y="6508"/>
                    <a:pt x="9391" y="6428"/>
                    <a:pt x="9406" y="6382"/>
                  </a:cubicBezTo>
                  <a:cubicBezTo>
                    <a:pt x="9422" y="6334"/>
                    <a:pt x="9437" y="6287"/>
                    <a:pt x="9437" y="6239"/>
                  </a:cubicBezTo>
                  <a:cubicBezTo>
                    <a:pt x="9437" y="6208"/>
                    <a:pt x="9406" y="6176"/>
                    <a:pt x="9406" y="6145"/>
                  </a:cubicBezTo>
                  <a:lnTo>
                    <a:pt x="9422" y="6145"/>
                  </a:lnTo>
                  <a:lnTo>
                    <a:pt x="9454" y="6145"/>
                  </a:lnTo>
                  <a:lnTo>
                    <a:pt x="9469" y="6145"/>
                  </a:lnTo>
                  <a:lnTo>
                    <a:pt x="9517" y="6145"/>
                  </a:lnTo>
                  <a:cubicBezTo>
                    <a:pt x="9548" y="6130"/>
                    <a:pt x="9611" y="6113"/>
                    <a:pt x="9563" y="6082"/>
                  </a:cubicBezTo>
                  <a:cubicBezTo>
                    <a:pt x="9532" y="6067"/>
                    <a:pt x="9500" y="6098"/>
                    <a:pt x="9485" y="6035"/>
                  </a:cubicBezTo>
                  <a:cubicBezTo>
                    <a:pt x="9485" y="6019"/>
                    <a:pt x="9469" y="5972"/>
                    <a:pt x="9469" y="5941"/>
                  </a:cubicBezTo>
                  <a:cubicBezTo>
                    <a:pt x="9469" y="5909"/>
                    <a:pt x="9485" y="5846"/>
                    <a:pt x="9500" y="5830"/>
                  </a:cubicBezTo>
                  <a:cubicBezTo>
                    <a:pt x="9517" y="5815"/>
                    <a:pt x="9563" y="5830"/>
                    <a:pt x="9595" y="5815"/>
                  </a:cubicBezTo>
                  <a:cubicBezTo>
                    <a:pt x="9706" y="5783"/>
                    <a:pt x="9595" y="5735"/>
                    <a:pt x="9548" y="5720"/>
                  </a:cubicBezTo>
                  <a:cubicBezTo>
                    <a:pt x="9563" y="5735"/>
                    <a:pt x="9580" y="5735"/>
                    <a:pt x="9611" y="5735"/>
                  </a:cubicBezTo>
                  <a:cubicBezTo>
                    <a:pt x="9626" y="5735"/>
                    <a:pt x="9643" y="5735"/>
                    <a:pt x="9658" y="5720"/>
                  </a:cubicBezTo>
                  <a:cubicBezTo>
                    <a:pt x="9674" y="5689"/>
                    <a:pt x="9658" y="5625"/>
                    <a:pt x="9643" y="5609"/>
                  </a:cubicBezTo>
                  <a:cubicBezTo>
                    <a:pt x="9626" y="5578"/>
                    <a:pt x="9611" y="5578"/>
                    <a:pt x="9611" y="5562"/>
                  </a:cubicBezTo>
                  <a:cubicBezTo>
                    <a:pt x="9595" y="5531"/>
                    <a:pt x="9611" y="5499"/>
                    <a:pt x="9611" y="5468"/>
                  </a:cubicBezTo>
                  <a:cubicBezTo>
                    <a:pt x="9626" y="5436"/>
                    <a:pt x="9626" y="5389"/>
                    <a:pt x="9643" y="5357"/>
                  </a:cubicBezTo>
                  <a:cubicBezTo>
                    <a:pt x="9674" y="5279"/>
                    <a:pt x="9737" y="5231"/>
                    <a:pt x="9737" y="5136"/>
                  </a:cubicBezTo>
                  <a:cubicBezTo>
                    <a:pt x="9737" y="5105"/>
                    <a:pt x="9706" y="5090"/>
                    <a:pt x="9706" y="5058"/>
                  </a:cubicBezTo>
                  <a:lnTo>
                    <a:pt x="9706" y="4947"/>
                  </a:lnTo>
                  <a:cubicBezTo>
                    <a:pt x="9706" y="4932"/>
                    <a:pt x="9706" y="4869"/>
                    <a:pt x="9721" y="4853"/>
                  </a:cubicBezTo>
                  <a:cubicBezTo>
                    <a:pt x="9737" y="4838"/>
                    <a:pt x="9800" y="4853"/>
                    <a:pt x="9815" y="4838"/>
                  </a:cubicBezTo>
                  <a:cubicBezTo>
                    <a:pt x="9847" y="4806"/>
                    <a:pt x="9847" y="4775"/>
                    <a:pt x="9863" y="4727"/>
                  </a:cubicBezTo>
                  <a:cubicBezTo>
                    <a:pt x="9863" y="4664"/>
                    <a:pt x="9863" y="4680"/>
                    <a:pt x="9832" y="4632"/>
                  </a:cubicBezTo>
                  <a:cubicBezTo>
                    <a:pt x="9800" y="4554"/>
                    <a:pt x="9863" y="4397"/>
                    <a:pt x="9879" y="4317"/>
                  </a:cubicBezTo>
                  <a:cubicBezTo>
                    <a:pt x="9895" y="4254"/>
                    <a:pt x="9895" y="4160"/>
                    <a:pt x="9926" y="4113"/>
                  </a:cubicBezTo>
                  <a:lnTo>
                    <a:pt x="9989" y="4113"/>
                  </a:lnTo>
                  <a:cubicBezTo>
                    <a:pt x="9989" y="4097"/>
                    <a:pt x="9973" y="4065"/>
                    <a:pt x="9973" y="4050"/>
                  </a:cubicBezTo>
                  <a:cubicBezTo>
                    <a:pt x="9973" y="4034"/>
                    <a:pt x="9989" y="4018"/>
                    <a:pt x="9989" y="4002"/>
                  </a:cubicBezTo>
                  <a:cubicBezTo>
                    <a:pt x="9989" y="3955"/>
                    <a:pt x="9942" y="3955"/>
                    <a:pt x="9942" y="3907"/>
                  </a:cubicBezTo>
                  <a:cubicBezTo>
                    <a:pt x="9926" y="3861"/>
                    <a:pt x="9973" y="3876"/>
                    <a:pt x="9989" y="3861"/>
                  </a:cubicBezTo>
                  <a:cubicBezTo>
                    <a:pt x="10021" y="3829"/>
                    <a:pt x="10005" y="3718"/>
                    <a:pt x="9989" y="3687"/>
                  </a:cubicBezTo>
                  <a:cubicBezTo>
                    <a:pt x="9973" y="3640"/>
                    <a:pt x="9973" y="3640"/>
                    <a:pt x="9989" y="3640"/>
                  </a:cubicBezTo>
                  <a:lnTo>
                    <a:pt x="10005" y="3640"/>
                  </a:lnTo>
                  <a:lnTo>
                    <a:pt x="10021" y="3640"/>
                  </a:lnTo>
                  <a:lnTo>
                    <a:pt x="10036" y="3640"/>
                  </a:lnTo>
                  <a:cubicBezTo>
                    <a:pt x="10068" y="3640"/>
                    <a:pt x="10084" y="3624"/>
                    <a:pt x="10115" y="3592"/>
                  </a:cubicBezTo>
                  <a:cubicBezTo>
                    <a:pt x="10131" y="3561"/>
                    <a:pt x="10179" y="3529"/>
                    <a:pt x="10131" y="3498"/>
                  </a:cubicBezTo>
                  <a:cubicBezTo>
                    <a:pt x="10131" y="3498"/>
                    <a:pt x="10099" y="3483"/>
                    <a:pt x="10084" y="3483"/>
                  </a:cubicBezTo>
                  <a:cubicBezTo>
                    <a:pt x="10115" y="3466"/>
                    <a:pt x="10099" y="3372"/>
                    <a:pt x="10099" y="3325"/>
                  </a:cubicBezTo>
                  <a:cubicBezTo>
                    <a:pt x="10084" y="3262"/>
                    <a:pt x="10068" y="3183"/>
                    <a:pt x="10084" y="3105"/>
                  </a:cubicBezTo>
                  <a:cubicBezTo>
                    <a:pt x="10084" y="3073"/>
                    <a:pt x="10099" y="3042"/>
                    <a:pt x="10099" y="2994"/>
                  </a:cubicBezTo>
                  <a:cubicBezTo>
                    <a:pt x="10099" y="2931"/>
                    <a:pt x="10052" y="2884"/>
                    <a:pt x="10068" y="2821"/>
                  </a:cubicBezTo>
                  <a:cubicBezTo>
                    <a:pt x="10084" y="2758"/>
                    <a:pt x="10162" y="2758"/>
                    <a:pt x="10179" y="2710"/>
                  </a:cubicBezTo>
                  <a:cubicBezTo>
                    <a:pt x="10084" y="2695"/>
                    <a:pt x="10225" y="2600"/>
                    <a:pt x="10242" y="2569"/>
                  </a:cubicBezTo>
                  <a:cubicBezTo>
                    <a:pt x="10257" y="2489"/>
                    <a:pt x="10225" y="2411"/>
                    <a:pt x="10242" y="2332"/>
                  </a:cubicBezTo>
                  <a:cubicBezTo>
                    <a:pt x="10242" y="2300"/>
                    <a:pt x="10242" y="2285"/>
                    <a:pt x="10288" y="2269"/>
                  </a:cubicBezTo>
                  <a:cubicBezTo>
                    <a:pt x="10305" y="2254"/>
                    <a:pt x="10336" y="2269"/>
                    <a:pt x="10320" y="2222"/>
                  </a:cubicBezTo>
                  <a:cubicBezTo>
                    <a:pt x="10320" y="2222"/>
                    <a:pt x="10288" y="2206"/>
                    <a:pt x="10288" y="2191"/>
                  </a:cubicBezTo>
                  <a:cubicBezTo>
                    <a:pt x="10273" y="2191"/>
                    <a:pt x="10273" y="2174"/>
                    <a:pt x="10273" y="2174"/>
                  </a:cubicBezTo>
                  <a:cubicBezTo>
                    <a:pt x="10242" y="2143"/>
                    <a:pt x="10210" y="2159"/>
                    <a:pt x="10225" y="2111"/>
                  </a:cubicBezTo>
                  <a:lnTo>
                    <a:pt x="10257" y="2111"/>
                  </a:lnTo>
                  <a:cubicBezTo>
                    <a:pt x="10305" y="2111"/>
                    <a:pt x="10305" y="2111"/>
                    <a:pt x="10320" y="2048"/>
                  </a:cubicBezTo>
                  <a:cubicBezTo>
                    <a:pt x="10336" y="2002"/>
                    <a:pt x="10336" y="1954"/>
                    <a:pt x="10351" y="1907"/>
                  </a:cubicBezTo>
                  <a:cubicBezTo>
                    <a:pt x="10368" y="1859"/>
                    <a:pt x="10368" y="1813"/>
                    <a:pt x="10383" y="1765"/>
                  </a:cubicBezTo>
                  <a:cubicBezTo>
                    <a:pt x="10383" y="1750"/>
                    <a:pt x="10383" y="1687"/>
                    <a:pt x="10399" y="1670"/>
                  </a:cubicBezTo>
                  <a:cubicBezTo>
                    <a:pt x="10399" y="1670"/>
                    <a:pt x="10414" y="1655"/>
                    <a:pt x="10431" y="1655"/>
                  </a:cubicBezTo>
                  <a:cubicBezTo>
                    <a:pt x="10431" y="1655"/>
                    <a:pt x="10446" y="1670"/>
                    <a:pt x="10462" y="1670"/>
                  </a:cubicBezTo>
                  <a:cubicBezTo>
                    <a:pt x="10477" y="1639"/>
                    <a:pt x="10494" y="1592"/>
                    <a:pt x="10494" y="1561"/>
                  </a:cubicBezTo>
                  <a:cubicBezTo>
                    <a:pt x="10494" y="1513"/>
                    <a:pt x="10494" y="1544"/>
                    <a:pt x="10462" y="1513"/>
                  </a:cubicBezTo>
                  <a:cubicBezTo>
                    <a:pt x="10446" y="1481"/>
                    <a:pt x="10399" y="1418"/>
                    <a:pt x="10446" y="1418"/>
                  </a:cubicBezTo>
                  <a:lnTo>
                    <a:pt x="10462" y="1418"/>
                  </a:lnTo>
                  <a:cubicBezTo>
                    <a:pt x="10477" y="1371"/>
                    <a:pt x="10557" y="1355"/>
                    <a:pt x="10557" y="1308"/>
                  </a:cubicBezTo>
                  <a:cubicBezTo>
                    <a:pt x="10509" y="1277"/>
                    <a:pt x="10462" y="1308"/>
                    <a:pt x="10494" y="1229"/>
                  </a:cubicBezTo>
                  <a:cubicBezTo>
                    <a:pt x="10494" y="1214"/>
                    <a:pt x="10509" y="1214"/>
                    <a:pt x="10525" y="1182"/>
                  </a:cubicBezTo>
                  <a:cubicBezTo>
                    <a:pt x="10525" y="1166"/>
                    <a:pt x="10525" y="1134"/>
                    <a:pt x="10540" y="1103"/>
                  </a:cubicBezTo>
                  <a:cubicBezTo>
                    <a:pt x="10525" y="1103"/>
                    <a:pt x="10477" y="1008"/>
                    <a:pt x="10462" y="1008"/>
                  </a:cubicBezTo>
                  <a:lnTo>
                    <a:pt x="10462" y="1008"/>
                  </a:lnTo>
                  <a:cubicBezTo>
                    <a:pt x="10446" y="1008"/>
                    <a:pt x="10431" y="1025"/>
                    <a:pt x="10414" y="1025"/>
                  </a:cubicBezTo>
                  <a:cubicBezTo>
                    <a:pt x="10399" y="1040"/>
                    <a:pt x="10368" y="1040"/>
                    <a:pt x="10351" y="1040"/>
                  </a:cubicBezTo>
                  <a:lnTo>
                    <a:pt x="10336" y="1040"/>
                  </a:lnTo>
                  <a:cubicBezTo>
                    <a:pt x="10320" y="1040"/>
                    <a:pt x="10320" y="1025"/>
                    <a:pt x="10305" y="1025"/>
                  </a:cubicBezTo>
                  <a:cubicBezTo>
                    <a:pt x="10305" y="1008"/>
                    <a:pt x="10288" y="1008"/>
                    <a:pt x="10288" y="1008"/>
                  </a:cubicBezTo>
                  <a:cubicBezTo>
                    <a:pt x="10273" y="1008"/>
                    <a:pt x="10257" y="1025"/>
                    <a:pt x="10242" y="1025"/>
                  </a:cubicBezTo>
                  <a:cubicBezTo>
                    <a:pt x="10194" y="1040"/>
                    <a:pt x="10179" y="1071"/>
                    <a:pt x="10147" y="1071"/>
                  </a:cubicBezTo>
                  <a:cubicBezTo>
                    <a:pt x="10147" y="1040"/>
                    <a:pt x="10162" y="993"/>
                    <a:pt x="10147" y="962"/>
                  </a:cubicBezTo>
                  <a:lnTo>
                    <a:pt x="10147" y="962"/>
                  </a:lnTo>
                  <a:lnTo>
                    <a:pt x="10131" y="962"/>
                  </a:lnTo>
                  <a:lnTo>
                    <a:pt x="10131" y="993"/>
                  </a:lnTo>
                  <a:lnTo>
                    <a:pt x="10131" y="993"/>
                  </a:lnTo>
                  <a:cubicBezTo>
                    <a:pt x="10115" y="993"/>
                    <a:pt x="10099" y="977"/>
                    <a:pt x="10084" y="977"/>
                  </a:cubicBezTo>
                  <a:lnTo>
                    <a:pt x="10036" y="977"/>
                  </a:lnTo>
                  <a:cubicBezTo>
                    <a:pt x="9989" y="993"/>
                    <a:pt x="9942" y="993"/>
                    <a:pt x="9926" y="993"/>
                  </a:cubicBezTo>
                  <a:lnTo>
                    <a:pt x="9910" y="993"/>
                  </a:lnTo>
                  <a:cubicBezTo>
                    <a:pt x="9879" y="993"/>
                    <a:pt x="9847" y="977"/>
                    <a:pt x="9815" y="977"/>
                  </a:cubicBezTo>
                  <a:cubicBezTo>
                    <a:pt x="9752" y="962"/>
                    <a:pt x="9800" y="914"/>
                    <a:pt x="9752" y="899"/>
                  </a:cubicBezTo>
                  <a:cubicBezTo>
                    <a:pt x="9721" y="882"/>
                    <a:pt x="9674" y="882"/>
                    <a:pt x="9643" y="882"/>
                  </a:cubicBezTo>
                  <a:cubicBezTo>
                    <a:pt x="9626" y="882"/>
                    <a:pt x="9626" y="899"/>
                    <a:pt x="9611" y="899"/>
                  </a:cubicBezTo>
                  <a:cubicBezTo>
                    <a:pt x="9580" y="899"/>
                    <a:pt x="9532" y="914"/>
                    <a:pt x="9500" y="914"/>
                  </a:cubicBezTo>
                  <a:lnTo>
                    <a:pt x="9485" y="914"/>
                  </a:lnTo>
                  <a:cubicBezTo>
                    <a:pt x="9454" y="899"/>
                    <a:pt x="9437" y="867"/>
                    <a:pt x="9406" y="851"/>
                  </a:cubicBezTo>
                  <a:lnTo>
                    <a:pt x="9374" y="851"/>
                  </a:lnTo>
                  <a:cubicBezTo>
                    <a:pt x="9343" y="851"/>
                    <a:pt x="9328" y="851"/>
                    <a:pt x="9296" y="867"/>
                  </a:cubicBezTo>
                  <a:cubicBezTo>
                    <a:pt x="9280" y="882"/>
                    <a:pt x="9248" y="882"/>
                    <a:pt x="9233" y="882"/>
                  </a:cubicBezTo>
                  <a:lnTo>
                    <a:pt x="9202" y="882"/>
                  </a:lnTo>
                  <a:cubicBezTo>
                    <a:pt x="9202" y="836"/>
                    <a:pt x="9217" y="788"/>
                    <a:pt x="9185" y="756"/>
                  </a:cubicBezTo>
                  <a:cubicBezTo>
                    <a:pt x="9170" y="756"/>
                    <a:pt x="9154" y="741"/>
                    <a:pt x="9154" y="741"/>
                  </a:cubicBezTo>
                  <a:cubicBezTo>
                    <a:pt x="9091" y="741"/>
                    <a:pt x="9076" y="836"/>
                    <a:pt x="9028" y="851"/>
                  </a:cubicBezTo>
                  <a:lnTo>
                    <a:pt x="9013" y="851"/>
                  </a:lnTo>
                  <a:cubicBezTo>
                    <a:pt x="8965" y="851"/>
                    <a:pt x="8950" y="804"/>
                    <a:pt x="8918" y="773"/>
                  </a:cubicBezTo>
                  <a:cubicBezTo>
                    <a:pt x="8902" y="756"/>
                    <a:pt x="8839" y="756"/>
                    <a:pt x="8807" y="756"/>
                  </a:cubicBezTo>
                  <a:lnTo>
                    <a:pt x="8792" y="756"/>
                  </a:lnTo>
                  <a:lnTo>
                    <a:pt x="8744" y="756"/>
                  </a:lnTo>
                  <a:cubicBezTo>
                    <a:pt x="8681" y="756"/>
                    <a:pt x="8618" y="741"/>
                    <a:pt x="8603" y="710"/>
                  </a:cubicBezTo>
                  <a:cubicBezTo>
                    <a:pt x="8587" y="710"/>
                    <a:pt x="8587" y="693"/>
                    <a:pt x="8587" y="678"/>
                  </a:cubicBezTo>
                  <a:cubicBezTo>
                    <a:pt x="8603" y="678"/>
                    <a:pt x="8603" y="662"/>
                    <a:pt x="8603" y="662"/>
                  </a:cubicBezTo>
                  <a:lnTo>
                    <a:pt x="8603" y="630"/>
                  </a:lnTo>
                  <a:cubicBezTo>
                    <a:pt x="8603" y="615"/>
                    <a:pt x="8571" y="584"/>
                    <a:pt x="8540" y="584"/>
                  </a:cubicBezTo>
                  <a:lnTo>
                    <a:pt x="8524" y="584"/>
                  </a:lnTo>
                  <a:cubicBezTo>
                    <a:pt x="8524" y="599"/>
                    <a:pt x="8508" y="615"/>
                    <a:pt x="8492" y="630"/>
                  </a:cubicBezTo>
                  <a:lnTo>
                    <a:pt x="8492" y="662"/>
                  </a:lnTo>
                  <a:cubicBezTo>
                    <a:pt x="8429" y="662"/>
                    <a:pt x="8319" y="678"/>
                    <a:pt x="8225" y="678"/>
                  </a:cubicBezTo>
                  <a:cubicBezTo>
                    <a:pt x="8177" y="678"/>
                    <a:pt x="8130" y="678"/>
                    <a:pt x="8099" y="662"/>
                  </a:cubicBezTo>
                  <a:cubicBezTo>
                    <a:pt x="8051" y="662"/>
                    <a:pt x="7988" y="647"/>
                    <a:pt x="7941" y="630"/>
                  </a:cubicBezTo>
                  <a:cubicBezTo>
                    <a:pt x="7925" y="630"/>
                    <a:pt x="7893" y="630"/>
                    <a:pt x="7878" y="615"/>
                  </a:cubicBezTo>
                  <a:lnTo>
                    <a:pt x="7847" y="584"/>
                  </a:lnTo>
                  <a:cubicBezTo>
                    <a:pt x="7847" y="567"/>
                    <a:pt x="7830" y="567"/>
                    <a:pt x="7815" y="567"/>
                  </a:cubicBezTo>
                  <a:lnTo>
                    <a:pt x="7815" y="567"/>
                  </a:lnTo>
                  <a:lnTo>
                    <a:pt x="7799" y="567"/>
                  </a:lnTo>
                  <a:lnTo>
                    <a:pt x="7784" y="567"/>
                  </a:lnTo>
                  <a:cubicBezTo>
                    <a:pt x="7704" y="552"/>
                    <a:pt x="7626" y="536"/>
                    <a:pt x="7547" y="489"/>
                  </a:cubicBezTo>
                  <a:cubicBezTo>
                    <a:pt x="7532" y="473"/>
                    <a:pt x="7500" y="458"/>
                    <a:pt x="7484" y="458"/>
                  </a:cubicBezTo>
                  <a:cubicBezTo>
                    <a:pt x="7469" y="458"/>
                    <a:pt x="7437" y="473"/>
                    <a:pt x="7406" y="473"/>
                  </a:cubicBezTo>
                  <a:cubicBezTo>
                    <a:pt x="7342" y="489"/>
                    <a:pt x="7295" y="489"/>
                    <a:pt x="7248" y="521"/>
                  </a:cubicBezTo>
                  <a:cubicBezTo>
                    <a:pt x="7216" y="536"/>
                    <a:pt x="7200" y="552"/>
                    <a:pt x="7185" y="552"/>
                  </a:cubicBezTo>
                  <a:cubicBezTo>
                    <a:pt x="7169" y="552"/>
                    <a:pt x="7169" y="552"/>
                    <a:pt x="7153" y="536"/>
                  </a:cubicBezTo>
                  <a:cubicBezTo>
                    <a:pt x="7106" y="536"/>
                    <a:pt x="7106" y="504"/>
                    <a:pt x="7090" y="489"/>
                  </a:cubicBezTo>
                  <a:cubicBezTo>
                    <a:pt x="7059" y="458"/>
                    <a:pt x="7027" y="441"/>
                    <a:pt x="6979" y="441"/>
                  </a:cubicBezTo>
                  <a:cubicBezTo>
                    <a:pt x="6964" y="441"/>
                    <a:pt x="6933" y="441"/>
                    <a:pt x="6916" y="426"/>
                  </a:cubicBezTo>
                  <a:cubicBezTo>
                    <a:pt x="6901" y="410"/>
                    <a:pt x="6948" y="269"/>
                    <a:pt x="6901" y="269"/>
                  </a:cubicBezTo>
                  <a:lnTo>
                    <a:pt x="6901" y="269"/>
                  </a:lnTo>
                  <a:cubicBezTo>
                    <a:pt x="6838" y="269"/>
                    <a:pt x="6885" y="395"/>
                    <a:pt x="6838" y="410"/>
                  </a:cubicBezTo>
                  <a:cubicBezTo>
                    <a:pt x="6790" y="395"/>
                    <a:pt x="6696" y="347"/>
                    <a:pt x="6696" y="300"/>
                  </a:cubicBezTo>
                  <a:cubicBezTo>
                    <a:pt x="6696" y="284"/>
                    <a:pt x="6712" y="269"/>
                    <a:pt x="6696" y="252"/>
                  </a:cubicBezTo>
                  <a:cubicBezTo>
                    <a:pt x="6696" y="237"/>
                    <a:pt x="6696" y="237"/>
                    <a:pt x="6681" y="221"/>
                  </a:cubicBezTo>
                  <a:lnTo>
                    <a:pt x="6681" y="252"/>
                  </a:lnTo>
                  <a:cubicBezTo>
                    <a:pt x="6681" y="237"/>
                    <a:pt x="6664" y="237"/>
                    <a:pt x="6664" y="221"/>
                  </a:cubicBezTo>
                  <a:lnTo>
                    <a:pt x="6664" y="221"/>
                  </a:lnTo>
                  <a:cubicBezTo>
                    <a:pt x="6633" y="189"/>
                    <a:pt x="6570" y="174"/>
                    <a:pt x="6507" y="174"/>
                  </a:cubicBezTo>
                  <a:cubicBezTo>
                    <a:pt x="6460" y="174"/>
                    <a:pt x="6397" y="189"/>
                    <a:pt x="6366" y="189"/>
                  </a:cubicBezTo>
                  <a:cubicBezTo>
                    <a:pt x="6349" y="189"/>
                    <a:pt x="6286" y="221"/>
                    <a:pt x="6271" y="221"/>
                  </a:cubicBezTo>
                  <a:lnTo>
                    <a:pt x="6255" y="221"/>
                  </a:lnTo>
                  <a:cubicBezTo>
                    <a:pt x="6240" y="206"/>
                    <a:pt x="6255" y="189"/>
                    <a:pt x="6255" y="174"/>
                  </a:cubicBezTo>
                  <a:cubicBezTo>
                    <a:pt x="6255" y="158"/>
                    <a:pt x="6240" y="143"/>
                    <a:pt x="6240" y="143"/>
                  </a:cubicBezTo>
                  <a:lnTo>
                    <a:pt x="6240" y="143"/>
                  </a:lnTo>
                  <a:cubicBezTo>
                    <a:pt x="6240" y="158"/>
                    <a:pt x="6223" y="158"/>
                    <a:pt x="6223" y="158"/>
                  </a:cubicBezTo>
                  <a:lnTo>
                    <a:pt x="6223" y="174"/>
                  </a:lnTo>
                  <a:lnTo>
                    <a:pt x="6192" y="174"/>
                  </a:lnTo>
                  <a:lnTo>
                    <a:pt x="6177" y="174"/>
                  </a:lnTo>
                  <a:cubicBezTo>
                    <a:pt x="6129" y="174"/>
                    <a:pt x="6097" y="126"/>
                    <a:pt x="6114" y="95"/>
                  </a:cubicBezTo>
                  <a:cubicBezTo>
                    <a:pt x="6066" y="111"/>
                    <a:pt x="6082" y="143"/>
                    <a:pt x="6034" y="143"/>
                  </a:cubicBezTo>
                  <a:lnTo>
                    <a:pt x="6019" y="143"/>
                  </a:lnTo>
                  <a:cubicBezTo>
                    <a:pt x="5988" y="126"/>
                    <a:pt x="5956" y="111"/>
                    <a:pt x="5940" y="95"/>
                  </a:cubicBezTo>
                  <a:cubicBezTo>
                    <a:pt x="5908" y="79"/>
                    <a:pt x="5908" y="48"/>
                    <a:pt x="5877" y="48"/>
                  </a:cubicBezTo>
                  <a:lnTo>
                    <a:pt x="5845" y="48"/>
                  </a:lnTo>
                  <a:cubicBezTo>
                    <a:pt x="5798" y="79"/>
                    <a:pt x="5767" y="174"/>
                    <a:pt x="5767" y="221"/>
                  </a:cubicBezTo>
                  <a:cubicBezTo>
                    <a:pt x="5719" y="189"/>
                    <a:pt x="5704" y="111"/>
                    <a:pt x="5672" y="48"/>
                  </a:cubicBezTo>
                  <a:cubicBezTo>
                    <a:pt x="5656" y="63"/>
                    <a:pt x="5641" y="63"/>
                    <a:pt x="5624" y="63"/>
                  </a:cubicBezTo>
                  <a:lnTo>
                    <a:pt x="5609" y="63"/>
                  </a:lnTo>
                  <a:cubicBezTo>
                    <a:pt x="5578" y="63"/>
                    <a:pt x="5561" y="32"/>
                    <a:pt x="55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92" name="Google Shape;4992;p46"/>
            <p:cNvSpPr/>
            <p:nvPr/>
          </p:nvSpPr>
          <p:spPr>
            <a:xfrm>
              <a:off x="3364409" y="1614351"/>
              <a:ext cx="32" cy="32"/>
            </a:xfrm>
            <a:custGeom>
              <a:avLst/>
              <a:gdLst/>
              <a:ahLst/>
              <a:cxnLst/>
              <a:rect l="l" t="t" r="r" b="b"/>
              <a:pathLst>
                <a:path w="1" h="1" extrusionOk="0">
                  <a:moveTo>
                    <a:pt x="1" y="1"/>
                  </a:moveTo>
                  <a:lnTo>
                    <a:pt x="1" y="1"/>
                  </a:lnTo>
                  <a:lnTo>
                    <a:pt x="1"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93" name="Google Shape;4993;p46"/>
            <p:cNvSpPr/>
            <p:nvPr/>
          </p:nvSpPr>
          <p:spPr>
            <a:xfrm>
              <a:off x="3363900" y="1612888"/>
              <a:ext cx="4548" cy="3021"/>
            </a:xfrm>
            <a:custGeom>
              <a:avLst/>
              <a:gdLst/>
              <a:ahLst/>
              <a:cxnLst/>
              <a:rect l="l" t="t" r="r" b="b"/>
              <a:pathLst>
                <a:path w="143" h="95" extrusionOk="0">
                  <a:moveTo>
                    <a:pt x="17" y="0"/>
                  </a:moveTo>
                  <a:cubicBezTo>
                    <a:pt x="1" y="15"/>
                    <a:pt x="1" y="32"/>
                    <a:pt x="17" y="47"/>
                  </a:cubicBezTo>
                  <a:lnTo>
                    <a:pt x="17" y="47"/>
                  </a:lnTo>
                  <a:lnTo>
                    <a:pt x="17" y="47"/>
                  </a:lnTo>
                  <a:cubicBezTo>
                    <a:pt x="17" y="78"/>
                    <a:pt x="32" y="78"/>
                    <a:pt x="48" y="95"/>
                  </a:cubicBezTo>
                  <a:cubicBezTo>
                    <a:pt x="80" y="78"/>
                    <a:pt x="111" y="63"/>
                    <a:pt x="14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94" name="Google Shape;4994;p46"/>
            <p:cNvSpPr/>
            <p:nvPr/>
          </p:nvSpPr>
          <p:spPr>
            <a:xfrm>
              <a:off x="3371438" y="1577300"/>
              <a:ext cx="1018" cy="1018"/>
            </a:xfrm>
            <a:custGeom>
              <a:avLst/>
              <a:gdLst/>
              <a:ahLst/>
              <a:cxnLst/>
              <a:rect l="l" t="t" r="r" b="b"/>
              <a:pathLst>
                <a:path w="32" h="32" extrusionOk="0">
                  <a:moveTo>
                    <a:pt x="0" y="0"/>
                  </a:moveTo>
                  <a:lnTo>
                    <a:pt x="0" y="0"/>
                  </a:lnTo>
                  <a:lnTo>
                    <a:pt x="0" y="32"/>
                  </a:lnTo>
                  <a:cubicBezTo>
                    <a:pt x="16" y="32"/>
                    <a:pt x="16" y="16"/>
                    <a:pt x="32"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95" name="Google Shape;4995;p46"/>
            <p:cNvSpPr/>
            <p:nvPr/>
          </p:nvSpPr>
          <p:spPr>
            <a:xfrm>
              <a:off x="3371438" y="1577300"/>
              <a:ext cx="5534" cy="3021"/>
            </a:xfrm>
            <a:custGeom>
              <a:avLst/>
              <a:gdLst/>
              <a:ahLst/>
              <a:cxnLst/>
              <a:rect l="l" t="t" r="r" b="b"/>
              <a:pathLst>
                <a:path w="174" h="95" extrusionOk="0">
                  <a:moveTo>
                    <a:pt x="32" y="0"/>
                  </a:moveTo>
                  <a:cubicBezTo>
                    <a:pt x="16" y="16"/>
                    <a:pt x="16" y="32"/>
                    <a:pt x="0" y="32"/>
                  </a:cubicBezTo>
                  <a:cubicBezTo>
                    <a:pt x="16" y="63"/>
                    <a:pt x="32" y="95"/>
                    <a:pt x="63" y="95"/>
                  </a:cubicBezTo>
                  <a:lnTo>
                    <a:pt x="79" y="95"/>
                  </a:lnTo>
                  <a:cubicBezTo>
                    <a:pt x="127" y="95"/>
                    <a:pt x="158" y="79"/>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96" name="Google Shape;4996;p46"/>
            <p:cNvSpPr/>
            <p:nvPr/>
          </p:nvSpPr>
          <p:spPr>
            <a:xfrm>
              <a:off x="3367430" y="1592852"/>
              <a:ext cx="6042" cy="5502"/>
            </a:xfrm>
            <a:custGeom>
              <a:avLst/>
              <a:gdLst/>
              <a:ahLst/>
              <a:cxnLst/>
              <a:rect l="l" t="t" r="r" b="b"/>
              <a:pathLst>
                <a:path w="190" h="173" extrusionOk="0">
                  <a:moveTo>
                    <a:pt x="95" y="0"/>
                  </a:moveTo>
                  <a:cubicBezTo>
                    <a:pt x="63" y="0"/>
                    <a:pt x="16" y="32"/>
                    <a:pt x="16" y="78"/>
                  </a:cubicBezTo>
                  <a:cubicBezTo>
                    <a:pt x="0" y="126"/>
                    <a:pt x="32" y="158"/>
                    <a:pt x="79" y="173"/>
                  </a:cubicBezTo>
                  <a:lnTo>
                    <a:pt x="95" y="173"/>
                  </a:lnTo>
                  <a:cubicBezTo>
                    <a:pt x="142" y="173"/>
                    <a:pt x="173" y="141"/>
                    <a:pt x="173" y="110"/>
                  </a:cubicBezTo>
                  <a:cubicBezTo>
                    <a:pt x="189" y="63"/>
                    <a:pt x="158" y="15"/>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97" name="Google Shape;4997;p46"/>
            <p:cNvSpPr/>
            <p:nvPr/>
          </p:nvSpPr>
          <p:spPr>
            <a:xfrm>
              <a:off x="3364409" y="1610885"/>
              <a:ext cx="5057" cy="3021"/>
            </a:xfrm>
            <a:custGeom>
              <a:avLst/>
              <a:gdLst/>
              <a:ahLst/>
              <a:cxnLst/>
              <a:rect l="l" t="t" r="r" b="b"/>
              <a:pathLst>
                <a:path w="159" h="95" extrusionOk="0">
                  <a:moveTo>
                    <a:pt x="79" y="0"/>
                  </a:moveTo>
                  <a:cubicBezTo>
                    <a:pt x="32" y="0"/>
                    <a:pt x="1" y="32"/>
                    <a:pt x="1" y="63"/>
                  </a:cubicBezTo>
                  <a:lnTo>
                    <a:pt x="127" y="95"/>
                  </a:lnTo>
                  <a:cubicBezTo>
                    <a:pt x="142" y="95"/>
                    <a:pt x="158" y="78"/>
                    <a:pt x="158" y="78"/>
                  </a:cubicBezTo>
                  <a:cubicBezTo>
                    <a:pt x="158" y="47"/>
                    <a:pt x="127" y="15"/>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98" name="Google Shape;4998;p46"/>
            <p:cNvSpPr/>
            <p:nvPr/>
          </p:nvSpPr>
          <p:spPr>
            <a:xfrm>
              <a:off x="3378943" y="1541711"/>
              <a:ext cx="2035" cy="2035"/>
            </a:xfrm>
            <a:custGeom>
              <a:avLst/>
              <a:gdLst/>
              <a:ahLst/>
              <a:cxnLst/>
              <a:rect l="l" t="t" r="r" b="b"/>
              <a:pathLst>
                <a:path w="64" h="64" extrusionOk="0">
                  <a:moveTo>
                    <a:pt x="17" y="1"/>
                  </a:moveTo>
                  <a:lnTo>
                    <a:pt x="17" y="1"/>
                  </a:lnTo>
                  <a:lnTo>
                    <a:pt x="0" y="16"/>
                  </a:lnTo>
                  <a:cubicBezTo>
                    <a:pt x="0" y="32"/>
                    <a:pt x="0" y="48"/>
                    <a:pt x="17" y="64"/>
                  </a:cubicBezTo>
                  <a:cubicBezTo>
                    <a:pt x="17" y="48"/>
                    <a:pt x="32" y="48"/>
                    <a:pt x="32" y="48"/>
                  </a:cubicBezTo>
                  <a:cubicBezTo>
                    <a:pt x="48" y="32"/>
                    <a:pt x="63" y="16"/>
                    <a:pt x="63"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4999" name="Google Shape;4999;p46"/>
            <p:cNvSpPr/>
            <p:nvPr/>
          </p:nvSpPr>
          <p:spPr>
            <a:xfrm>
              <a:off x="3379452" y="1541711"/>
              <a:ext cx="4516" cy="3053"/>
            </a:xfrm>
            <a:custGeom>
              <a:avLst/>
              <a:gdLst/>
              <a:ahLst/>
              <a:cxnLst/>
              <a:rect l="l" t="t" r="r" b="b"/>
              <a:pathLst>
                <a:path w="142" h="96" extrusionOk="0">
                  <a:moveTo>
                    <a:pt x="47" y="1"/>
                  </a:moveTo>
                  <a:cubicBezTo>
                    <a:pt x="47" y="16"/>
                    <a:pt x="32" y="32"/>
                    <a:pt x="16" y="48"/>
                  </a:cubicBezTo>
                  <a:cubicBezTo>
                    <a:pt x="16" y="48"/>
                    <a:pt x="1" y="48"/>
                    <a:pt x="1" y="64"/>
                  </a:cubicBezTo>
                  <a:cubicBezTo>
                    <a:pt x="16" y="79"/>
                    <a:pt x="32" y="79"/>
                    <a:pt x="47" y="96"/>
                  </a:cubicBezTo>
                  <a:lnTo>
                    <a:pt x="64" y="96"/>
                  </a:lnTo>
                  <a:cubicBezTo>
                    <a:pt x="110" y="96"/>
                    <a:pt x="142" y="64"/>
                    <a:pt x="142" y="16"/>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00" name="Google Shape;5000;p46"/>
            <p:cNvSpPr/>
            <p:nvPr/>
          </p:nvSpPr>
          <p:spPr>
            <a:xfrm>
              <a:off x="3374936" y="1557232"/>
              <a:ext cx="6042" cy="5565"/>
            </a:xfrm>
            <a:custGeom>
              <a:avLst/>
              <a:gdLst/>
              <a:ahLst/>
              <a:cxnLst/>
              <a:rect l="l" t="t" r="r" b="b"/>
              <a:pathLst>
                <a:path w="190" h="175" extrusionOk="0">
                  <a:moveTo>
                    <a:pt x="95" y="1"/>
                  </a:moveTo>
                  <a:cubicBezTo>
                    <a:pt x="48" y="1"/>
                    <a:pt x="17" y="32"/>
                    <a:pt x="17" y="64"/>
                  </a:cubicBezTo>
                  <a:cubicBezTo>
                    <a:pt x="0" y="112"/>
                    <a:pt x="32" y="158"/>
                    <a:pt x="80" y="158"/>
                  </a:cubicBezTo>
                  <a:cubicBezTo>
                    <a:pt x="80" y="158"/>
                    <a:pt x="80" y="175"/>
                    <a:pt x="95" y="175"/>
                  </a:cubicBezTo>
                  <a:cubicBezTo>
                    <a:pt x="126" y="175"/>
                    <a:pt x="174" y="143"/>
                    <a:pt x="174" y="95"/>
                  </a:cubicBezTo>
                  <a:cubicBezTo>
                    <a:pt x="189" y="49"/>
                    <a:pt x="158" y="1"/>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01" name="Google Shape;5001;p46"/>
            <p:cNvSpPr/>
            <p:nvPr/>
          </p:nvSpPr>
          <p:spPr>
            <a:xfrm>
              <a:off x="3371438" y="1575805"/>
              <a:ext cx="1018" cy="1495"/>
            </a:xfrm>
            <a:custGeom>
              <a:avLst/>
              <a:gdLst/>
              <a:ahLst/>
              <a:cxnLst/>
              <a:rect l="l" t="t" r="r" b="b"/>
              <a:pathLst>
                <a:path w="32" h="47" extrusionOk="0">
                  <a:moveTo>
                    <a:pt x="32" y="0"/>
                  </a:moveTo>
                  <a:cubicBezTo>
                    <a:pt x="16" y="15"/>
                    <a:pt x="0" y="32"/>
                    <a:pt x="0" y="47"/>
                  </a:cubicBezTo>
                  <a:lnTo>
                    <a:pt x="32" y="47"/>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02" name="Google Shape;5002;p46"/>
            <p:cNvSpPr/>
            <p:nvPr/>
          </p:nvSpPr>
          <p:spPr>
            <a:xfrm>
              <a:off x="3372424" y="1575264"/>
              <a:ext cx="4548" cy="3053"/>
            </a:xfrm>
            <a:custGeom>
              <a:avLst/>
              <a:gdLst/>
              <a:ahLst/>
              <a:cxnLst/>
              <a:rect l="l" t="t" r="r" b="b"/>
              <a:pathLst>
                <a:path w="143" h="96" extrusionOk="0">
                  <a:moveTo>
                    <a:pt x="48" y="1"/>
                  </a:moveTo>
                  <a:cubicBezTo>
                    <a:pt x="32" y="1"/>
                    <a:pt x="16" y="1"/>
                    <a:pt x="1" y="17"/>
                  </a:cubicBezTo>
                  <a:lnTo>
                    <a:pt x="1" y="64"/>
                  </a:lnTo>
                  <a:lnTo>
                    <a:pt x="142" y="96"/>
                  </a:lnTo>
                  <a:cubicBezTo>
                    <a:pt x="142" y="49"/>
                    <a:pt x="111" y="1"/>
                    <a:pt x="79"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03" name="Google Shape;5003;p46"/>
            <p:cNvSpPr/>
            <p:nvPr/>
          </p:nvSpPr>
          <p:spPr>
            <a:xfrm>
              <a:off x="3390488" y="1506123"/>
              <a:ext cx="1018" cy="2035"/>
            </a:xfrm>
            <a:custGeom>
              <a:avLst/>
              <a:gdLst/>
              <a:ahLst/>
              <a:cxnLst/>
              <a:rect l="l" t="t" r="r" b="b"/>
              <a:pathLst>
                <a:path w="32" h="64" extrusionOk="0">
                  <a:moveTo>
                    <a:pt x="0" y="1"/>
                  </a:moveTo>
                  <a:lnTo>
                    <a:pt x="0" y="17"/>
                  </a:lnTo>
                  <a:lnTo>
                    <a:pt x="0" y="64"/>
                  </a:lnTo>
                  <a:cubicBezTo>
                    <a:pt x="15" y="64"/>
                    <a:pt x="15" y="49"/>
                    <a:pt x="15" y="32"/>
                  </a:cubicBezTo>
                  <a:cubicBezTo>
                    <a:pt x="32" y="32"/>
                    <a:pt x="32" y="17"/>
                    <a:pt x="32" y="17"/>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04" name="Google Shape;5004;p46"/>
            <p:cNvSpPr/>
            <p:nvPr/>
          </p:nvSpPr>
          <p:spPr>
            <a:xfrm>
              <a:off x="3390965" y="1506664"/>
              <a:ext cx="541" cy="509"/>
            </a:xfrm>
            <a:custGeom>
              <a:avLst/>
              <a:gdLst/>
              <a:ahLst/>
              <a:cxnLst/>
              <a:rect l="l" t="t" r="r" b="b"/>
              <a:pathLst>
                <a:path w="17" h="16" extrusionOk="0">
                  <a:moveTo>
                    <a:pt x="17" y="0"/>
                  </a:moveTo>
                  <a:cubicBezTo>
                    <a:pt x="17" y="0"/>
                    <a:pt x="17" y="15"/>
                    <a:pt x="0" y="15"/>
                  </a:cubicBezTo>
                  <a:cubicBezTo>
                    <a:pt x="17" y="15"/>
                    <a:pt x="17" y="0"/>
                    <a:pt x="17" y="0"/>
                  </a:cubicBezTo>
                  <a:lnTo>
                    <a:pt x="17" y="0"/>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05" name="Google Shape;5005;p46"/>
            <p:cNvSpPr/>
            <p:nvPr/>
          </p:nvSpPr>
          <p:spPr>
            <a:xfrm>
              <a:off x="3382474" y="1522152"/>
              <a:ext cx="1018" cy="3053"/>
            </a:xfrm>
            <a:custGeom>
              <a:avLst/>
              <a:gdLst/>
              <a:ahLst/>
              <a:cxnLst/>
              <a:rect l="l" t="t" r="r" b="b"/>
              <a:pathLst>
                <a:path w="32" h="96" extrusionOk="0">
                  <a:moveTo>
                    <a:pt x="15" y="1"/>
                  </a:moveTo>
                  <a:lnTo>
                    <a:pt x="15" y="17"/>
                  </a:lnTo>
                  <a:lnTo>
                    <a:pt x="15" y="32"/>
                  </a:lnTo>
                  <a:lnTo>
                    <a:pt x="0" y="32"/>
                  </a:lnTo>
                  <a:lnTo>
                    <a:pt x="0" y="32"/>
                  </a:lnTo>
                  <a:cubicBezTo>
                    <a:pt x="0" y="64"/>
                    <a:pt x="0" y="80"/>
                    <a:pt x="15" y="95"/>
                  </a:cubicBezTo>
                  <a:cubicBezTo>
                    <a:pt x="15" y="80"/>
                    <a:pt x="32" y="80"/>
                    <a:pt x="32" y="64"/>
                  </a:cubicBezTo>
                  <a:cubicBezTo>
                    <a:pt x="32" y="49"/>
                    <a:pt x="32" y="32"/>
                    <a:pt x="15"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06" name="Google Shape;5006;p46"/>
            <p:cNvSpPr/>
            <p:nvPr/>
          </p:nvSpPr>
          <p:spPr>
            <a:xfrm>
              <a:off x="3382951" y="1521166"/>
              <a:ext cx="5025" cy="5565"/>
            </a:xfrm>
            <a:custGeom>
              <a:avLst/>
              <a:gdLst/>
              <a:ahLst/>
              <a:cxnLst/>
              <a:rect l="l" t="t" r="r" b="b"/>
              <a:pathLst>
                <a:path w="158" h="175" extrusionOk="0">
                  <a:moveTo>
                    <a:pt x="80" y="0"/>
                  </a:moveTo>
                  <a:cubicBezTo>
                    <a:pt x="48" y="0"/>
                    <a:pt x="17" y="17"/>
                    <a:pt x="0" y="32"/>
                  </a:cubicBezTo>
                  <a:cubicBezTo>
                    <a:pt x="17" y="63"/>
                    <a:pt x="17" y="80"/>
                    <a:pt x="17" y="95"/>
                  </a:cubicBezTo>
                  <a:cubicBezTo>
                    <a:pt x="17" y="111"/>
                    <a:pt x="0" y="111"/>
                    <a:pt x="0" y="126"/>
                  </a:cubicBezTo>
                  <a:cubicBezTo>
                    <a:pt x="0" y="143"/>
                    <a:pt x="32" y="158"/>
                    <a:pt x="48" y="174"/>
                  </a:cubicBezTo>
                  <a:lnTo>
                    <a:pt x="80" y="174"/>
                  </a:lnTo>
                  <a:cubicBezTo>
                    <a:pt x="111" y="174"/>
                    <a:pt x="143" y="143"/>
                    <a:pt x="158" y="111"/>
                  </a:cubicBezTo>
                  <a:cubicBezTo>
                    <a:pt x="158" y="63"/>
                    <a:pt x="143"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07" name="Google Shape;5007;p46"/>
            <p:cNvSpPr/>
            <p:nvPr/>
          </p:nvSpPr>
          <p:spPr>
            <a:xfrm>
              <a:off x="3379452" y="1539199"/>
              <a:ext cx="2035" cy="2544"/>
            </a:xfrm>
            <a:custGeom>
              <a:avLst/>
              <a:gdLst/>
              <a:ahLst/>
              <a:cxnLst/>
              <a:rect l="l" t="t" r="r" b="b"/>
              <a:pathLst>
                <a:path w="64" h="80" extrusionOk="0">
                  <a:moveTo>
                    <a:pt x="32" y="1"/>
                  </a:moveTo>
                  <a:lnTo>
                    <a:pt x="32" y="32"/>
                  </a:lnTo>
                  <a:cubicBezTo>
                    <a:pt x="32" y="48"/>
                    <a:pt x="16" y="64"/>
                    <a:pt x="1" y="80"/>
                  </a:cubicBezTo>
                  <a:lnTo>
                    <a:pt x="47" y="80"/>
                  </a:lnTo>
                  <a:cubicBezTo>
                    <a:pt x="64" y="80"/>
                    <a:pt x="64" y="80"/>
                    <a:pt x="64" y="64"/>
                  </a:cubicBezTo>
                  <a:cubicBezTo>
                    <a:pt x="64" y="48"/>
                    <a:pt x="47" y="32"/>
                    <a:pt x="32"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08" name="Google Shape;5008;p46"/>
            <p:cNvSpPr/>
            <p:nvPr/>
          </p:nvSpPr>
          <p:spPr>
            <a:xfrm>
              <a:off x="3380470" y="1539199"/>
              <a:ext cx="4039" cy="3053"/>
            </a:xfrm>
            <a:custGeom>
              <a:avLst/>
              <a:gdLst/>
              <a:ahLst/>
              <a:cxnLst/>
              <a:rect l="l" t="t" r="r" b="b"/>
              <a:pathLst>
                <a:path w="127" h="96" extrusionOk="0">
                  <a:moveTo>
                    <a:pt x="32" y="1"/>
                  </a:moveTo>
                  <a:lnTo>
                    <a:pt x="0" y="1"/>
                  </a:lnTo>
                  <a:lnTo>
                    <a:pt x="0" y="1"/>
                  </a:lnTo>
                  <a:cubicBezTo>
                    <a:pt x="15" y="32"/>
                    <a:pt x="32" y="48"/>
                    <a:pt x="32" y="64"/>
                  </a:cubicBezTo>
                  <a:cubicBezTo>
                    <a:pt x="32" y="80"/>
                    <a:pt x="32" y="80"/>
                    <a:pt x="15" y="80"/>
                  </a:cubicBezTo>
                  <a:lnTo>
                    <a:pt x="110" y="95"/>
                  </a:lnTo>
                  <a:lnTo>
                    <a:pt x="110" y="95"/>
                  </a:lnTo>
                  <a:cubicBezTo>
                    <a:pt x="126" y="64"/>
                    <a:pt x="95" y="17"/>
                    <a:pt x="47"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09" name="Google Shape;5009;p46"/>
            <p:cNvSpPr/>
            <p:nvPr/>
          </p:nvSpPr>
          <p:spPr>
            <a:xfrm>
              <a:off x="3390488" y="1504660"/>
              <a:ext cx="1018" cy="2035"/>
            </a:xfrm>
            <a:custGeom>
              <a:avLst/>
              <a:gdLst/>
              <a:ahLst/>
              <a:cxnLst/>
              <a:rect l="l" t="t" r="r" b="b"/>
              <a:pathLst>
                <a:path w="32" h="64" extrusionOk="0">
                  <a:moveTo>
                    <a:pt x="15" y="0"/>
                  </a:moveTo>
                  <a:cubicBezTo>
                    <a:pt x="15" y="15"/>
                    <a:pt x="0" y="32"/>
                    <a:pt x="0" y="47"/>
                  </a:cubicBezTo>
                  <a:lnTo>
                    <a:pt x="32" y="63"/>
                  </a:lnTo>
                  <a:lnTo>
                    <a:pt x="32" y="47"/>
                  </a:lnTo>
                  <a:cubicBezTo>
                    <a:pt x="32" y="32"/>
                    <a:pt x="32" y="0"/>
                    <a:pt x="15"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10" name="Google Shape;5010;p46"/>
            <p:cNvSpPr/>
            <p:nvPr/>
          </p:nvSpPr>
          <p:spPr>
            <a:xfrm>
              <a:off x="3391474" y="1506123"/>
              <a:ext cx="32" cy="572"/>
            </a:xfrm>
            <a:custGeom>
              <a:avLst/>
              <a:gdLst/>
              <a:ahLst/>
              <a:cxnLst/>
              <a:rect l="l" t="t" r="r" b="b"/>
              <a:pathLst>
                <a:path w="1" h="18" extrusionOk="0">
                  <a:moveTo>
                    <a:pt x="1" y="1"/>
                  </a:moveTo>
                  <a:lnTo>
                    <a:pt x="1" y="17"/>
                  </a:lnTo>
                  <a:lnTo>
                    <a:pt x="1" y="1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11" name="Google Shape;5011;p46"/>
            <p:cNvSpPr/>
            <p:nvPr/>
          </p:nvSpPr>
          <p:spPr>
            <a:xfrm>
              <a:off x="3388961" y="1580798"/>
              <a:ext cx="6042" cy="3530"/>
            </a:xfrm>
            <a:custGeom>
              <a:avLst/>
              <a:gdLst/>
              <a:ahLst/>
              <a:cxnLst/>
              <a:rect l="l" t="t" r="r" b="b"/>
              <a:pathLst>
                <a:path w="190" h="111" extrusionOk="0">
                  <a:moveTo>
                    <a:pt x="17" y="1"/>
                  </a:moveTo>
                  <a:lnTo>
                    <a:pt x="17" y="1"/>
                  </a:lnTo>
                  <a:cubicBezTo>
                    <a:pt x="0" y="48"/>
                    <a:pt x="32" y="95"/>
                    <a:pt x="80" y="111"/>
                  </a:cubicBezTo>
                  <a:lnTo>
                    <a:pt x="95" y="111"/>
                  </a:lnTo>
                  <a:cubicBezTo>
                    <a:pt x="143" y="111"/>
                    <a:pt x="174" y="79"/>
                    <a:pt x="189" y="32"/>
                  </a:cubicBezTo>
                  <a:lnTo>
                    <a:pt x="189"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12" name="Google Shape;5012;p46"/>
            <p:cNvSpPr/>
            <p:nvPr/>
          </p:nvSpPr>
          <p:spPr>
            <a:xfrm>
              <a:off x="3406994" y="1584806"/>
              <a:ext cx="5565" cy="3053"/>
            </a:xfrm>
            <a:custGeom>
              <a:avLst/>
              <a:gdLst/>
              <a:ahLst/>
              <a:cxnLst/>
              <a:rect l="l" t="t" r="r" b="b"/>
              <a:pathLst>
                <a:path w="175" h="96" extrusionOk="0">
                  <a:moveTo>
                    <a:pt x="17" y="1"/>
                  </a:moveTo>
                  <a:cubicBezTo>
                    <a:pt x="0" y="32"/>
                    <a:pt x="32" y="79"/>
                    <a:pt x="80" y="96"/>
                  </a:cubicBezTo>
                  <a:lnTo>
                    <a:pt x="95" y="96"/>
                  </a:lnTo>
                  <a:cubicBezTo>
                    <a:pt x="143" y="96"/>
                    <a:pt x="174" y="64"/>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13" name="Google Shape;5013;p46"/>
            <p:cNvSpPr/>
            <p:nvPr/>
          </p:nvSpPr>
          <p:spPr>
            <a:xfrm>
              <a:off x="3403496" y="1600326"/>
              <a:ext cx="6042" cy="5565"/>
            </a:xfrm>
            <a:custGeom>
              <a:avLst/>
              <a:gdLst/>
              <a:ahLst/>
              <a:cxnLst/>
              <a:rect l="l" t="t" r="r" b="b"/>
              <a:pathLst>
                <a:path w="190" h="175" extrusionOk="0">
                  <a:moveTo>
                    <a:pt x="95" y="1"/>
                  </a:moveTo>
                  <a:cubicBezTo>
                    <a:pt x="47" y="1"/>
                    <a:pt x="16" y="32"/>
                    <a:pt x="16" y="64"/>
                  </a:cubicBezTo>
                  <a:cubicBezTo>
                    <a:pt x="1" y="112"/>
                    <a:pt x="32" y="158"/>
                    <a:pt x="79" y="175"/>
                  </a:cubicBezTo>
                  <a:lnTo>
                    <a:pt x="95" y="175"/>
                  </a:lnTo>
                  <a:cubicBezTo>
                    <a:pt x="127" y="175"/>
                    <a:pt x="174" y="143"/>
                    <a:pt x="174" y="112"/>
                  </a:cubicBezTo>
                  <a:cubicBezTo>
                    <a:pt x="190" y="64"/>
                    <a:pt x="158" y="17"/>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14" name="Google Shape;5014;p46"/>
            <p:cNvSpPr/>
            <p:nvPr/>
          </p:nvSpPr>
          <p:spPr>
            <a:xfrm>
              <a:off x="3385463" y="1596859"/>
              <a:ext cx="6042" cy="5025"/>
            </a:xfrm>
            <a:custGeom>
              <a:avLst/>
              <a:gdLst/>
              <a:ahLst/>
              <a:cxnLst/>
              <a:rect l="l" t="t" r="r" b="b"/>
              <a:pathLst>
                <a:path w="190" h="158" extrusionOk="0">
                  <a:moveTo>
                    <a:pt x="95" y="0"/>
                  </a:moveTo>
                  <a:cubicBezTo>
                    <a:pt x="47" y="0"/>
                    <a:pt x="16" y="15"/>
                    <a:pt x="16" y="63"/>
                  </a:cubicBezTo>
                  <a:cubicBezTo>
                    <a:pt x="1" y="110"/>
                    <a:pt x="32" y="158"/>
                    <a:pt x="79" y="158"/>
                  </a:cubicBezTo>
                  <a:lnTo>
                    <a:pt x="95" y="158"/>
                  </a:lnTo>
                  <a:cubicBezTo>
                    <a:pt x="127" y="158"/>
                    <a:pt x="173" y="141"/>
                    <a:pt x="173" y="95"/>
                  </a:cubicBezTo>
                  <a:cubicBezTo>
                    <a:pt x="190" y="47"/>
                    <a:pt x="158" y="0"/>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15" name="Google Shape;5015;p46"/>
            <p:cNvSpPr/>
            <p:nvPr/>
          </p:nvSpPr>
          <p:spPr>
            <a:xfrm>
              <a:off x="3400506" y="1618358"/>
              <a:ext cx="5025" cy="3053"/>
            </a:xfrm>
            <a:custGeom>
              <a:avLst/>
              <a:gdLst/>
              <a:ahLst/>
              <a:cxnLst/>
              <a:rect l="l" t="t" r="r" b="b"/>
              <a:pathLst>
                <a:path w="158" h="96" extrusionOk="0">
                  <a:moveTo>
                    <a:pt x="63" y="1"/>
                  </a:moveTo>
                  <a:cubicBezTo>
                    <a:pt x="47" y="1"/>
                    <a:pt x="15" y="17"/>
                    <a:pt x="0" y="32"/>
                  </a:cubicBezTo>
                  <a:cubicBezTo>
                    <a:pt x="32" y="49"/>
                    <a:pt x="63" y="49"/>
                    <a:pt x="95" y="64"/>
                  </a:cubicBezTo>
                  <a:cubicBezTo>
                    <a:pt x="110" y="80"/>
                    <a:pt x="126" y="80"/>
                    <a:pt x="158" y="96"/>
                  </a:cubicBezTo>
                  <a:cubicBezTo>
                    <a:pt x="158" y="49"/>
                    <a:pt x="126"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16" name="Google Shape;5016;p46"/>
            <p:cNvSpPr/>
            <p:nvPr/>
          </p:nvSpPr>
          <p:spPr>
            <a:xfrm>
              <a:off x="3396499" y="1545210"/>
              <a:ext cx="5502" cy="3053"/>
            </a:xfrm>
            <a:custGeom>
              <a:avLst/>
              <a:gdLst/>
              <a:ahLst/>
              <a:cxnLst/>
              <a:rect l="l" t="t" r="r" b="b"/>
              <a:pathLst>
                <a:path w="173" h="96" extrusionOk="0">
                  <a:moveTo>
                    <a:pt x="15" y="1"/>
                  </a:moveTo>
                  <a:cubicBezTo>
                    <a:pt x="0" y="49"/>
                    <a:pt x="32" y="80"/>
                    <a:pt x="78" y="95"/>
                  </a:cubicBezTo>
                  <a:lnTo>
                    <a:pt x="95" y="95"/>
                  </a:lnTo>
                  <a:cubicBezTo>
                    <a:pt x="141" y="95"/>
                    <a:pt x="173" y="64"/>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17" name="Google Shape;5017;p46"/>
            <p:cNvSpPr/>
            <p:nvPr/>
          </p:nvSpPr>
          <p:spPr>
            <a:xfrm>
              <a:off x="3389470" y="1578795"/>
              <a:ext cx="5534" cy="3053"/>
            </a:xfrm>
            <a:custGeom>
              <a:avLst/>
              <a:gdLst/>
              <a:ahLst/>
              <a:cxnLst/>
              <a:rect l="l" t="t" r="r" b="b"/>
              <a:pathLst>
                <a:path w="174" h="96" extrusionOk="0">
                  <a:moveTo>
                    <a:pt x="79" y="1"/>
                  </a:moveTo>
                  <a:cubicBezTo>
                    <a:pt x="47" y="1"/>
                    <a:pt x="16" y="32"/>
                    <a:pt x="1" y="64"/>
                  </a:cubicBezTo>
                  <a:lnTo>
                    <a:pt x="173" y="95"/>
                  </a:lnTo>
                  <a:cubicBezTo>
                    <a:pt x="173" y="48"/>
                    <a:pt x="142"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18" name="Google Shape;5018;p46"/>
            <p:cNvSpPr/>
            <p:nvPr/>
          </p:nvSpPr>
          <p:spPr>
            <a:xfrm>
              <a:off x="3414532" y="1548740"/>
              <a:ext cx="5534" cy="3053"/>
            </a:xfrm>
            <a:custGeom>
              <a:avLst/>
              <a:gdLst/>
              <a:ahLst/>
              <a:cxnLst/>
              <a:rect l="l" t="t" r="r" b="b"/>
              <a:pathLst>
                <a:path w="174" h="96" extrusionOk="0">
                  <a:moveTo>
                    <a:pt x="16" y="1"/>
                  </a:moveTo>
                  <a:lnTo>
                    <a:pt x="16" y="1"/>
                  </a:lnTo>
                  <a:cubicBezTo>
                    <a:pt x="0" y="47"/>
                    <a:pt x="32" y="95"/>
                    <a:pt x="79" y="95"/>
                  </a:cubicBezTo>
                  <a:lnTo>
                    <a:pt x="95" y="95"/>
                  </a:lnTo>
                  <a:cubicBezTo>
                    <a:pt x="127" y="95"/>
                    <a:pt x="173" y="79"/>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19" name="Google Shape;5019;p46"/>
            <p:cNvSpPr/>
            <p:nvPr/>
          </p:nvSpPr>
          <p:spPr>
            <a:xfrm>
              <a:off x="3411001" y="1564260"/>
              <a:ext cx="5565" cy="5565"/>
            </a:xfrm>
            <a:custGeom>
              <a:avLst/>
              <a:gdLst/>
              <a:ahLst/>
              <a:cxnLst/>
              <a:rect l="l" t="t" r="r" b="b"/>
              <a:pathLst>
                <a:path w="175" h="175" extrusionOk="0">
                  <a:moveTo>
                    <a:pt x="80" y="0"/>
                  </a:moveTo>
                  <a:cubicBezTo>
                    <a:pt x="48" y="0"/>
                    <a:pt x="17" y="32"/>
                    <a:pt x="1" y="80"/>
                  </a:cubicBezTo>
                  <a:cubicBezTo>
                    <a:pt x="1" y="126"/>
                    <a:pt x="32" y="174"/>
                    <a:pt x="64" y="174"/>
                  </a:cubicBezTo>
                  <a:lnTo>
                    <a:pt x="80" y="174"/>
                  </a:lnTo>
                  <a:cubicBezTo>
                    <a:pt x="127" y="174"/>
                    <a:pt x="158" y="143"/>
                    <a:pt x="174" y="111"/>
                  </a:cubicBezTo>
                  <a:cubicBezTo>
                    <a:pt x="174" y="63"/>
                    <a:pt x="143" y="17"/>
                    <a:pt x="111" y="17"/>
                  </a:cubicBezTo>
                  <a:cubicBezTo>
                    <a:pt x="95" y="17"/>
                    <a:pt x="95" y="0"/>
                    <a:pt x="8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20" name="Google Shape;5020;p46"/>
            <p:cNvSpPr/>
            <p:nvPr/>
          </p:nvSpPr>
          <p:spPr>
            <a:xfrm>
              <a:off x="3392969" y="1560762"/>
              <a:ext cx="5565" cy="5534"/>
            </a:xfrm>
            <a:custGeom>
              <a:avLst/>
              <a:gdLst/>
              <a:ahLst/>
              <a:cxnLst/>
              <a:rect l="l" t="t" r="r" b="b"/>
              <a:pathLst>
                <a:path w="175" h="174" extrusionOk="0">
                  <a:moveTo>
                    <a:pt x="95" y="1"/>
                  </a:moveTo>
                  <a:cubicBezTo>
                    <a:pt x="48" y="1"/>
                    <a:pt x="17" y="32"/>
                    <a:pt x="0" y="64"/>
                  </a:cubicBezTo>
                  <a:cubicBezTo>
                    <a:pt x="0" y="110"/>
                    <a:pt x="32" y="158"/>
                    <a:pt x="80" y="173"/>
                  </a:cubicBezTo>
                  <a:lnTo>
                    <a:pt x="95" y="173"/>
                  </a:lnTo>
                  <a:cubicBezTo>
                    <a:pt x="126" y="173"/>
                    <a:pt x="158" y="142"/>
                    <a:pt x="174" y="110"/>
                  </a:cubicBezTo>
                  <a:cubicBezTo>
                    <a:pt x="174" y="64"/>
                    <a:pt x="158"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21" name="Google Shape;5021;p46"/>
            <p:cNvSpPr/>
            <p:nvPr/>
          </p:nvSpPr>
          <p:spPr>
            <a:xfrm>
              <a:off x="3407503" y="1582293"/>
              <a:ext cx="5534" cy="3562"/>
            </a:xfrm>
            <a:custGeom>
              <a:avLst/>
              <a:gdLst/>
              <a:ahLst/>
              <a:cxnLst/>
              <a:rect l="l" t="t" r="r" b="b"/>
              <a:pathLst>
                <a:path w="174" h="112" extrusionOk="0">
                  <a:moveTo>
                    <a:pt x="79" y="1"/>
                  </a:moveTo>
                  <a:cubicBezTo>
                    <a:pt x="48" y="1"/>
                    <a:pt x="1" y="32"/>
                    <a:pt x="1" y="80"/>
                  </a:cubicBezTo>
                  <a:lnTo>
                    <a:pt x="1" y="80"/>
                  </a:lnTo>
                  <a:lnTo>
                    <a:pt x="158" y="111"/>
                  </a:lnTo>
                  <a:lnTo>
                    <a:pt x="158" y="111"/>
                  </a:lnTo>
                  <a:cubicBezTo>
                    <a:pt x="174" y="64"/>
                    <a:pt x="142"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22" name="Google Shape;5022;p46"/>
            <p:cNvSpPr/>
            <p:nvPr/>
          </p:nvSpPr>
          <p:spPr>
            <a:xfrm>
              <a:off x="3403973" y="1509144"/>
              <a:ext cx="5565" cy="3021"/>
            </a:xfrm>
            <a:custGeom>
              <a:avLst/>
              <a:gdLst/>
              <a:ahLst/>
              <a:cxnLst/>
              <a:rect l="l" t="t" r="r" b="b"/>
              <a:pathLst>
                <a:path w="175" h="95" extrusionOk="0">
                  <a:moveTo>
                    <a:pt x="1" y="0"/>
                  </a:moveTo>
                  <a:lnTo>
                    <a:pt x="1" y="0"/>
                  </a:lnTo>
                  <a:cubicBezTo>
                    <a:pt x="1" y="48"/>
                    <a:pt x="32" y="95"/>
                    <a:pt x="80" y="95"/>
                  </a:cubicBezTo>
                  <a:lnTo>
                    <a:pt x="95" y="95"/>
                  </a:lnTo>
                  <a:cubicBezTo>
                    <a:pt x="127" y="95"/>
                    <a:pt x="159" y="80"/>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23" name="Google Shape;5023;p46"/>
            <p:cNvSpPr/>
            <p:nvPr/>
          </p:nvSpPr>
          <p:spPr>
            <a:xfrm>
              <a:off x="3396976" y="1542729"/>
              <a:ext cx="5565" cy="3530"/>
            </a:xfrm>
            <a:custGeom>
              <a:avLst/>
              <a:gdLst/>
              <a:ahLst/>
              <a:cxnLst/>
              <a:rect l="l" t="t" r="r" b="b"/>
              <a:pathLst>
                <a:path w="175" h="111" extrusionOk="0">
                  <a:moveTo>
                    <a:pt x="80" y="0"/>
                  </a:moveTo>
                  <a:cubicBezTo>
                    <a:pt x="48" y="0"/>
                    <a:pt x="0" y="32"/>
                    <a:pt x="0" y="79"/>
                  </a:cubicBezTo>
                  <a:lnTo>
                    <a:pt x="0" y="79"/>
                  </a:lnTo>
                  <a:lnTo>
                    <a:pt x="158" y="110"/>
                  </a:lnTo>
                  <a:lnTo>
                    <a:pt x="158" y="110"/>
                  </a:lnTo>
                  <a:cubicBezTo>
                    <a:pt x="174" y="64"/>
                    <a:pt x="143"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24" name="Google Shape;5024;p46"/>
            <p:cNvSpPr/>
            <p:nvPr/>
          </p:nvSpPr>
          <p:spPr>
            <a:xfrm>
              <a:off x="3422037" y="1512675"/>
              <a:ext cx="5565" cy="3498"/>
            </a:xfrm>
            <a:custGeom>
              <a:avLst/>
              <a:gdLst/>
              <a:ahLst/>
              <a:cxnLst/>
              <a:rect l="l" t="t" r="r" b="b"/>
              <a:pathLst>
                <a:path w="175" h="110" extrusionOk="0">
                  <a:moveTo>
                    <a:pt x="0" y="0"/>
                  </a:moveTo>
                  <a:cubicBezTo>
                    <a:pt x="0" y="47"/>
                    <a:pt x="32" y="95"/>
                    <a:pt x="63" y="110"/>
                  </a:cubicBezTo>
                  <a:lnTo>
                    <a:pt x="95" y="110"/>
                  </a:lnTo>
                  <a:cubicBezTo>
                    <a:pt x="126" y="110"/>
                    <a:pt x="158" y="78"/>
                    <a:pt x="174" y="47"/>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25" name="Google Shape;5025;p46"/>
            <p:cNvSpPr/>
            <p:nvPr/>
          </p:nvSpPr>
          <p:spPr>
            <a:xfrm>
              <a:off x="3418030" y="1528704"/>
              <a:ext cx="6042" cy="5534"/>
            </a:xfrm>
            <a:custGeom>
              <a:avLst/>
              <a:gdLst/>
              <a:ahLst/>
              <a:cxnLst/>
              <a:rect l="l" t="t" r="r" b="b"/>
              <a:pathLst>
                <a:path w="190" h="174" extrusionOk="0">
                  <a:moveTo>
                    <a:pt x="95" y="0"/>
                  </a:moveTo>
                  <a:cubicBezTo>
                    <a:pt x="63" y="0"/>
                    <a:pt x="17" y="32"/>
                    <a:pt x="17" y="63"/>
                  </a:cubicBezTo>
                  <a:cubicBezTo>
                    <a:pt x="0" y="110"/>
                    <a:pt x="32" y="158"/>
                    <a:pt x="80" y="173"/>
                  </a:cubicBezTo>
                  <a:lnTo>
                    <a:pt x="95" y="173"/>
                  </a:lnTo>
                  <a:cubicBezTo>
                    <a:pt x="143" y="173"/>
                    <a:pt x="174" y="142"/>
                    <a:pt x="174" y="95"/>
                  </a:cubicBezTo>
                  <a:cubicBezTo>
                    <a:pt x="189" y="47"/>
                    <a:pt x="158" y="15"/>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26" name="Google Shape;5026;p46"/>
            <p:cNvSpPr/>
            <p:nvPr/>
          </p:nvSpPr>
          <p:spPr>
            <a:xfrm>
              <a:off x="3399966" y="1525174"/>
              <a:ext cx="6042" cy="5025"/>
            </a:xfrm>
            <a:custGeom>
              <a:avLst/>
              <a:gdLst/>
              <a:ahLst/>
              <a:cxnLst/>
              <a:rect l="l" t="t" r="r" b="b"/>
              <a:pathLst>
                <a:path w="190" h="158" extrusionOk="0">
                  <a:moveTo>
                    <a:pt x="95" y="0"/>
                  </a:moveTo>
                  <a:cubicBezTo>
                    <a:pt x="64" y="0"/>
                    <a:pt x="32" y="17"/>
                    <a:pt x="17" y="63"/>
                  </a:cubicBezTo>
                  <a:cubicBezTo>
                    <a:pt x="1" y="111"/>
                    <a:pt x="32" y="158"/>
                    <a:pt x="80" y="158"/>
                  </a:cubicBezTo>
                  <a:lnTo>
                    <a:pt x="95" y="158"/>
                  </a:lnTo>
                  <a:cubicBezTo>
                    <a:pt x="143" y="158"/>
                    <a:pt x="175" y="143"/>
                    <a:pt x="190" y="95"/>
                  </a:cubicBezTo>
                  <a:cubicBezTo>
                    <a:pt x="190" y="48"/>
                    <a:pt x="158" y="0"/>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27" name="Google Shape;5027;p46"/>
            <p:cNvSpPr/>
            <p:nvPr/>
          </p:nvSpPr>
          <p:spPr>
            <a:xfrm>
              <a:off x="3415009" y="1546736"/>
              <a:ext cx="5565" cy="3053"/>
            </a:xfrm>
            <a:custGeom>
              <a:avLst/>
              <a:gdLst/>
              <a:ahLst/>
              <a:cxnLst/>
              <a:rect l="l" t="t" r="r" b="b"/>
              <a:pathLst>
                <a:path w="175" h="96" extrusionOk="0">
                  <a:moveTo>
                    <a:pt x="80" y="1"/>
                  </a:moveTo>
                  <a:cubicBezTo>
                    <a:pt x="32" y="1"/>
                    <a:pt x="1" y="16"/>
                    <a:pt x="1" y="64"/>
                  </a:cubicBezTo>
                  <a:lnTo>
                    <a:pt x="158" y="95"/>
                  </a:lnTo>
                  <a:cubicBezTo>
                    <a:pt x="175" y="47"/>
                    <a:pt x="143" y="1"/>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28" name="Google Shape;5028;p46"/>
            <p:cNvSpPr/>
            <p:nvPr/>
          </p:nvSpPr>
          <p:spPr>
            <a:xfrm>
              <a:off x="3403973" y="1507141"/>
              <a:ext cx="6074" cy="3021"/>
            </a:xfrm>
            <a:custGeom>
              <a:avLst/>
              <a:gdLst/>
              <a:ahLst/>
              <a:cxnLst/>
              <a:rect l="l" t="t" r="r" b="b"/>
              <a:pathLst>
                <a:path w="191" h="95" extrusionOk="0">
                  <a:moveTo>
                    <a:pt x="95" y="0"/>
                  </a:moveTo>
                  <a:cubicBezTo>
                    <a:pt x="49" y="0"/>
                    <a:pt x="17" y="32"/>
                    <a:pt x="1" y="63"/>
                  </a:cubicBezTo>
                  <a:lnTo>
                    <a:pt x="175" y="95"/>
                  </a:lnTo>
                  <a:cubicBezTo>
                    <a:pt x="190" y="48"/>
                    <a:pt x="159" y="0"/>
                    <a:pt x="112"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29" name="Google Shape;5029;p46"/>
            <p:cNvSpPr/>
            <p:nvPr/>
          </p:nvSpPr>
          <p:spPr>
            <a:xfrm>
              <a:off x="3431578" y="1477595"/>
              <a:ext cx="2512" cy="2512"/>
            </a:xfrm>
            <a:custGeom>
              <a:avLst/>
              <a:gdLst/>
              <a:ahLst/>
              <a:cxnLst/>
              <a:rect l="l" t="t" r="r" b="b"/>
              <a:pathLst>
                <a:path w="79" h="79" extrusionOk="0">
                  <a:moveTo>
                    <a:pt x="32" y="0"/>
                  </a:moveTo>
                  <a:lnTo>
                    <a:pt x="32" y="15"/>
                  </a:lnTo>
                  <a:cubicBezTo>
                    <a:pt x="15" y="32"/>
                    <a:pt x="15" y="63"/>
                    <a:pt x="0" y="78"/>
                  </a:cubicBezTo>
                  <a:lnTo>
                    <a:pt x="15" y="78"/>
                  </a:lnTo>
                  <a:lnTo>
                    <a:pt x="32" y="78"/>
                  </a:lnTo>
                  <a:cubicBezTo>
                    <a:pt x="32" y="78"/>
                    <a:pt x="47" y="63"/>
                    <a:pt x="47" y="47"/>
                  </a:cubicBezTo>
                  <a:cubicBezTo>
                    <a:pt x="63" y="32"/>
                    <a:pt x="63" y="15"/>
                    <a:pt x="78" y="15"/>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30" name="Google Shape;5030;p46"/>
            <p:cNvSpPr/>
            <p:nvPr/>
          </p:nvSpPr>
          <p:spPr>
            <a:xfrm>
              <a:off x="3432564" y="1478072"/>
              <a:ext cx="2035" cy="2035"/>
            </a:xfrm>
            <a:custGeom>
              <a:avLst/>
              <a:gdLst/>
              <a:ahLst/>
              <a:cxnLst/>
              <a:rect l="l" t="t" r="r" b="b"/>
              <a:pathLst>
                <a:path w="64" h="64" extrusionOk="0">
                  <a:moveTo>
                    <a:pt x="47" y="0"/>
                  </a:moveTo>
                  <a:cubicBezTo>
                    <a:pt x="32" y="0"/>
                    <a:pt x="32" y="17"/>
                    <a:pt x="16" y="32"/>
                  </a:cubicBezTo>
                  <a:cubicBezTo>
                    <a:pt x="16" y="48"/>
                    <a:pt x="1" y="63"/>
                    <a:pt x="1" y="63"/>
                  </a:cubicBezTo>
                  <a:cubicBezTo>
                    <a:pt x="32" y="63"/>
                    <a:pt x="64" y="32"/>
                    <a:pt x="64" y="0"/>
                  </a:cubicBezTo>
                  <a:lnTo>
                    <a:pt x="64" y="0"/>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31" name="Google Shape;5031;p46"/>
            <p:cNvSpPr/>
            <p:nvPr/>
          </p:nvSpPr>
          <p:spPr>
            <a:xfrm>
              <a:off x="3425568" y="1492607"/>
              <a:ext cx="6042" cy="5534"/>
            </a:xfrm>
            <a:custGeom>
              <a:avLst/>
              <a:gdLst/>
              <a:ahLst/>
              <a:cxnLst/>
              <a:rect l="l" t="t" r="r" b="b"/>
              <a:pathLst>
                <a:path w="190" h="174" extrusionOk="0">
                  <a:moveTo>
                    <a:pt x="95" y="1"/>
                  </a:moveTo>
                  <a:cubicBezTo>
                    <a:pt x="47" y="1"/>
                    <a:pt x="15" y="32"/>
                    <a:pt x="15" y="79"/>
                  </a:cubicBezTo>
                  <a:cubicBezTo>
                    <a:pt x="0" y="127"/>
                    <a:pt x="32" y="158"/>
                    <a:pt x="78" y="174"/>
                  </a:cubicBezTo>
                  <a:lnTo>
                    <a:pt x="95" y="174"/>
                  </a:lnTo>
                  <a:cubicBezTo>
                    <a:pt x="126" y="174"/>
                    <a:pt x="173" y="142"/>
                    <a:pt x="173" y="111"/>
                  </a:cubicBezTo>
                  <a:cubicBezTo>
                    <a:pt x="189" y="64"/>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32" name="Google Shape;5032;p46"/>
            <p:cNvSpPr/>
            <p:nvPr/>
          </p:nvSpPr>
          <p:spPr>
            <a:xfrm>
              <a:off x="3422037" y="1510671"/>
              <a:ext cx="5565" cy="3498"/>
            </a:xfrm>
            <a:custGeom>
              <a:avLst/>
              <a:gdLst/>
              <a:ahLst/>
              <a:cxnLst/>
              <a:rect l="l" t="t" r="r" b="b"/>
              <a:pathLst>
                <a:path w="175" h="110" extrusionOk="0">
                  <a:moveTo>
                    <a:pt x="80" y="0"/>
                  </a:moveTo>
                  <a:cubicBezTo>
                    <a:pt x="48" y="0"/>
                    <a:pt x="17" y="32"/>
                    <a:pt x="0" y="63"/>
                  </a:cubicBezTo>
                  <a:lnTo>
                    <a:pt x="0" y="63"/>
                  </a:lnTo>
                  <a:lnTo>
                    <a:pt x="174" y="110"/>
                  </a:lnTo>
                  <a:lnTo>
                    <a:pt x="174" y="110"/>
                  </a:lnTo>
                  <a:cubicBezTo>
                    <a:pt x="174" y="63"/>
                    <a:pt x="143"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33" name="Google Shape;5033;p46"/>
            <p:cNvSpPr/>
            <p:nvPr/>
          </p:nvSpPr>
          <p:spPr>
            <a:xfrm>
              <a:off x="3432564" y="1476069"/>
              <a:ext cx="2512" cy="2035"/>
            </a:xfrm>
            <a:custGeom>
              <a:avLst/>
              <a:gdLst/>
              <a:ahLst/>
              <a:cxnLst/>
              <a:rect l="l" t="t" r="r" b="b"/>
              <a:pathLst>
                <a:path w="79" h="64" extrusionOk="0">
                  <a:moveTo>
                    <a:pt x="47" y="0"/>
                  </a:moveTo>
                  <a:cubicBezTo>
                    <a:pt x="32" y="0"/>
                    <a:pt x="16" y="17"/>
                    <a:pt x="1" y="48"/>
                  </a:cubicBezTo>
                  <a:lnTo>
                    <a:pt x="47" y="63"/>
                  </a:lnTo>
                  <a:cubicBezTo>
                    <a:pt x="47" y="48"/>
                    <a:pt x="64" y="48"/>
                    <a:pt x="79" y="32"/>
                  </a:cubicBezTo>
                  <a:cubicBezTo>
                    <a:pt x="64" y="17"/>
                    <a:pt x="64" y="0"/>
                    <a:pt x="47"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34" name="Google Shape;5034;p46"/>
            <p:cNvSpPr/>
            <p:nvPr/>
          </p:nvSpPr>
          <p:spPr>
            <a:xfrm>
              <a:off x="3434059" y="1477054"/>
              <a:ext cx="1018" cy="1049"/>
            </a:xfrm>
            <a:custGeom>
              <a:avLst/>
              <a:gdLst/>
              <a:ahLst/>
              <a:cxnLst/>
              <a:rect l="l" t="t" r="r" b="b"/>
              <a:pathLst>
                <a:path w="32" h="33" extrusionOk="0">
                  <a:moveTo>
                    <a:pt x="32" y="1"/>
                  </a:moveTo>
                  <a:cubicBezTo>
                    <a:pt x="17" y="17"/>
                    <a:pt x="0" y="17"/>
                    <a:pt x="0" y="32"/>
                  </a:cubicBezTo>
                  <a:lnTo>
                    <a:pt x="17" y="32"/>
                  </a:lnTo>
                  <a:cubicBezTo>
                    <a:pt x="32" y="17"/>
                    <a:pt x="32" y="17"/>
                    <a:pt x="3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35" name="Google Shape;5035;p46"/>
            <p:cNvSpPr/>
            <p:nvPr/>
          </p:nvSpPr>
          <p:spPr>
            <a:xfrm>
              <a:off x="3425027" y="1588304"/>
              <a:ext cx="5565" cy="3053"/>
            </a:xfrm>
            <a:custGeom>
              <a:avLst/>
              <a:gdLst/>
              <a:ahLst/>
              <a:cxnLst/>
              <a:rect l="l" t="t" r="r" b="b"/>
              <a:pathLst>
                <a:path w="175" h="96" extrusionOk="0">
                  <a:moveTo>
                    <a:pt x="17" y="1"/>
                  </a:moveTo>
                  <a:cubicBezTo>
                    <a:pt x="1" y="49"/>
                    <a:pt x="32" y="95"/>
                    <a:pt x="80" y="95"/>
                  </a:cubicBezTo>
                  <a:lnTo>
                    <a:pt x="95" y="95"/>
                  </a:lnTo>
                  <a:cubicBezTo>
                    <a:pt x="127" y="95"/>
                    <a:pt x="175" y="80"/>
                    <a:pt x="175"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36" name="Google Shape;5036;p46"/>
            <p:cNvSpPr/>
            <p:nvPr/>
          </p:nvSpPr>
          <p:spPr>
            <a:xfrm>
              <a:off x="3418539" y="1621889"/>
              <a:ext cx="4039" cy="1527"/>
            </a:xfrm>
            <a:custGeom>
              <a:avLst/>
              <a:gdLst/>
              <a:ahLst/>
              <a:cxnLst/>
              <a:rect l="l" t="t" r="r" b="b"/>
              <a:pathLst>
                <a:path w="127" h="48" extrusionOk="0">
                  <a:moveTo>
                    <a:pt x="64" y="1"/>
                  </a:moveTo>
                  <a:cubicBezTo>
                    <a:pt x="32" y="1"/>
                    <a:pt x="16" y="16"/>
                    <a:pt x="1" y="48"/>
                  </a:cubicBezTo>
                  <a:cubicBezTo>
                    <a:pt x="32" y="32"/>
                    <a:pt x="79" y="32"/>
                    <a:pt x="110" y="32"/>
                  </a:cubicBezTo>
                  <a:lnTo>
                    <a:pt x="110" y="32"/>
                  </a:lnTo>
                  <a:lnTo>
                    <a:pt x="127" y="32"/>
                  </a:lnTo>
                  <a:cubicBezTo>
                    <a:pt x="110" y="16"/>
                    <a:pt x="95" y="16"/>
                    <a:pt x="79"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37" name="Google Shape;5037;p46"/>
            <p:cNvSpPr/>
            <p:nvPr/>
          </p:nvSpPr>
          <p:spPr>
            <a:xfrm>
              <a:off x="3443060" y="1591834"/>
              <a:ext cx="5565" cy="3530"/>
            </a:xfrm>
            <a:custGeom>
              <a:avLst/>
              <a:gdLst/>
              <a:ahLst/>
              <a:cxnLst/>
              <a:rect l="l" t="t" r="r" b="b"/>
              <a:pathLst>
                <a:path w="175" h="111" extrusionOk="0">
                  <a:moveTo>
                    <a:pt x="17" y="1"/>
                  </a:moveTo>
                  <a:lnTo>
                    <a:pt x="17" y="1"/>
                  </a:lnTo>
                  <a:cubicBezTo>
                    <a:pt x="1" y="47"/>
                    <a:pt x="32" y="95"/>
                    <a:pt x="80" y="110"/>
                  </a:cubicBezTo>
                  <a:lnTo>
                    <a:pt x="95" y="110"/>
                  </a:lnTo>
                  <a:cubicBezTo>
                    <a:pt x="127" y="110"/>
                    <a:pt x="158" y="79"/>
                    <a:pt x="175" y="32"/>
                  </a:cubicBezTo>
                  <a:lnTo>
                    <a:pt x="175"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38" name="Google Shape;5038;p46"/>
            <p:cNvSpPr/>
            <p:nvPr/>
          </p:nvSpPr>
          <p:spPr>
            <a:xfrm>
              <a:off x="3439593" y="1607863"/>
              <a:ext cx="5502" cy="5534"/>
            </a:xfrm>
            <a:custGeom>
              <a:avLst/>
              <a:gdLst/>
              <a:ahLst/>
              <a:cxnLst/>
              <a:rect l="l" t="t" r="r" b="b"/>
              <a:pathLst>
                <a:path w="173" h="174" extrusionOk="0">
                  <a:moveTo>
                    <a:pt x="78" y="1"/>
                  </a:moveTo>
                  <a:cubicBezTo>
                    <a:pt x="47" y="1"/>
                    <a:pt x="15" y="32"/>
                    <a:pt x="0" y="64"/>
                  </a:cubicBezTo>
                  <a:cubicBezTo>
                    <a:pt x="0" y="110"/>
                    <a:pt x="15" y="158"/>
                    <a:pt x="63" y="158"/>
                  </a:cubicBezTo>
                  <a:cubicBezTo>
                    <a:pt x="78" y="158"/>
                    <a:pt x="78" y="173"/>
                    <a:pt x="78" y="173"/>
                  </a:cubicBezTo>
                  <a:cubicBezTo>
                    <a:pt x="126" y="173"/>
                    <a:pt x="158" y="142"/>
                    <a:pt x="173" y="95"/>
                  </a:cubicBezTo>
                  <a:cubicBezTo>
                    <a:pt x="173" y="47"/>
                    <a:pt x="141"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39" name="Google Shape;5039;p46"/>
            <p:cNvSpPr/>
            <p:nvPr/>
          </p:nvSpPr>
          <p:spPr>
            <a:xfrm>
              <a:off x="3421560" y="1603856"/>
              <a:ext cx="5502" cy="5534"/>
            </a:xfrm>
            <a:custGeom>
              <a:avLst/>
              <a:gdLst/>
              <a:ahLst/>
              <a:cxnLst/>
              <a:rect l="l" t="t" r="r" b="b"/>
              <a:pathLst>
                <a:path w="173" h="174" extrusionOk="0">
                  <a:moveTo>
                    <a:pt x="95" y="1"/>
                  </a:moveTo>
                  <a:cubicBezTo>
                    <a:pt x="47" y="1"/>
                    <a:pt x="15" y="32"/>
                    <a:pt x="0" y="79"/>
                  </a:cubicBezTo>
                  <a:cubicBezTo>
                    <a:pt x="0" y="127"/>
                    <a:pt x="32" y="158"/>
                    <a:pt x="78" y="173"/>
                  </a:cubicBezTo>
                  <a:lnTo>
                    <a:pt x="95" y="173"/>
                  </a:lnTo>
                  <a:cubicBezTo>
                    <a:pt x="126" y="173"/>
                    <a:pt x="158" y="142"/>
                    <a:pt x="173" y="110"/>
                  </a:cubicBezTo>
                  <a:cubicBezTo>
                    <a:pt x="173" y="64"/>
                    <a:pt x="158" y="16"/>
                    <a:pt x="110" y="16"/>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40" name="Google Shape;5040;p46"/>
            <p:cNvSpPr/>
            <p:nvPr/>
          </p:nvSpPr>
          <p:spPr>
            <a:xfrm>
              <a:off x="3440070" y="1627391"/>
              <a:ext cx="541" cy="1049"/>
            </a:xfrm>
            <a:custGeom>
              <a:avLst/>
              <a:gdLst/>
              <a:ahLst/>
              <a:cxnLst/>
              <a:rect l="l" t="t" r="r" b="b"/>
              <a:pathLst>
                <a:path w="17" h="33" extrusionOk="0">
                  <a:moveTo>
                    <a:pt x="0" y="1"/>
                  </a:moveTo>
                  <a:cubicBezTo>
                    <a:pt x="0" y="17"/>
                    <a:pt x="0" y="32"/>
                    <a:pt x="17" y="32"/>
                  </a:cubicBezTo>
                  <a:lnTo>
                    <a:pt x="17" y="32"/>
                  </a:lnTo>
                  <a:lnTo>
                    <a:pt x="17" y="32"/>
                  </a:lnTo>
                  <a:lnTo>
                    <a:pt x="17" y="17"/>
                  </a:lnTo>
                  <a:cubicBezTo>
                    <a:pt x="17" y="1"/>
                    <a:pt x="0" y="1"/>
                    <a:pt x="0"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41" name="Google Shape;5041;p46"/>
            <p:cNvSpPr/>
            <p:nvPr/>
          </p:nvSpPr>
          <p:spPr>
            <a:xfrm>
              <a:off x="3438066" y="1625896"/>
              <a:ext cx="3562" cy="2544"/>
            </a:xfrm>
            <a:custGeom>
              <a:avLst/>
              <a:gdLst/>
              <a:ahLst/>
              <a:cxnLst/>
              <a:rect l="l" t="t" r="r" b="b"/>
              <a:pathLst>
                <a:path w="112" h="80" extrusionOk="0">
                  <a:moveTo>
                    <a:pt x="17" y="1"/>
                  </a:moveTo>
                  <a:lnTo>
                    <a:pt x="0" y="1"/>
                  </a:lnTo>
                  <a:cubicBezTo>
                    <a:pt x="17" y="1"/>
                    <a:pt x="48" y="16"/>
                    <a:pt x="63" y="16"/>
                  </a:cubicBezTo>
                  <a:lnTo>
                    <a:pt x="63" y="48"/>
                  </a:lnTo>
                  <a:cubicBezTo>
                    <a:pt x="63" y="48"/>
                    <a:pt x="80" y="48"/>
                    <a:pt x="80" y="64"/>
                  </a:cubicBezTo>
                  <a:lnTo>
                    <a:pt x="80" y="79"/>
                  </a:lnTo>
                  <a:lnTo>
                    <a:pt x="95" y="79"/>
                  </a:lnTo>
                  <a:cubicBezTo>
                    <a:pt x="111" y="48"/>
                    <a:pt x="80" y="1"/>
                    <a:pt x="3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42" name="Google Shape;5042;p46"/>
            <p:cNvSpPr/>
            <p:nvPr/>
          </p:nvSpPr>
          <p:spPr>
            <a:xfrm>
              <a:off x="3432564" y="1552239"/>
              <a:ext cx="5534" cy="3562"/>
            </a:xfrm>
            <a:custGeom>
              <a:avLst/>
              <a:gdLst/>
              <a:ahLst/>
              <a:cxnLst/>
              <a:rect l="l" t="t" r="r" b="b"/>
              <a:pathLst>
                <a:path w="174" h="112" extrusionOk="0">
                  <a:moveTo>
                    <a:pt x="1" y="0"/>
                  </a:moveTo>
                  <a:lnTo>
                    <a:pt x="1" y="0"/>
                  </a:lnTo>
                  <a:cubicBezTo>
                    <a:pt x="1" y="48"/>
                    <a:pt x="32" y="95"/>
                    <a:pt x="79" y="111"/>
                  </a:cubicBezTo>
                  <a:lnTo>
                    <a:pt x="95" y="111"/>
                  </a:lnTo>
                  <a:cubicBezTo>
                    <a:pt x="127" y="111"/>
                    <a:pt x="158"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43" name="Google Shape;5043;p46"/>
            <p:cNvSpPr/>
            <p:nvPr/>
          </p:nvSpPr>
          <p:spPr>
            <a:xfrm>
              <a:off x="3425568" y="1586300"/>
              <a:ext cx="5502" cy="3053"/>
            </a:xfrm>
            <a:custGeom>
              <a:avLst/>
              <a:gdLst/>
              <a:ahLst/>
              <a:cxnLst/>
              <a:rect l="l" t="t" r="r" b="b"/>
              <a:pathLst>
                <a:path w="173" h="96" extrusionOk="0">
                  <a:moveTo>
                    <a:pt x="78" y="1"/>
                  </a:moveTo>
                  <a:cubicBezTo>
                    <a:pt x="32" y="1"/>
                    <a:pt x="0" y="17"/>
                    <a:pt x="0" y="64"/>
                  </a:cubicBezTo>
                  <a:lnTo>
                    <a:pt x="0" y="64"/>
                  </a:lnTo>
                  <a:lnTo>
                    <a:pt x="158" y="95"/>
                  </a:lnTo>
                  <a:lnTo>
                    <a:pt x="158" y="95"/>
                  </a:lnTo>
                  <a:cubicBezTo>
                    <a:pt x="173" y="49"/>
                    <a:pt x="141"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44" name="Google Shape;5044;p46"/>
            <p:cNvSpPr/>
            <p:nvPr/>
          </p:nvSpPr>
          <p:spPr>
            <a:xfrm>
              <a:off x="3450597" y="1556246"/>
              <a:ext cx="5534" cy="3021"/>
            </a:xfrm>
            <a:custGeom>
              <a:avLst/>
              <a:gdLst/>
              <a:ahLst/>
              <a:cxnLst/>
              <a:rect l="l" t="t" r="r" b="b"/>
              <a:pathLst>
                <a:path w="174" h="95" extrusionOk="0">
                  <a:moveTo>
                    <a:pt x="1" y="0"/>
                  </a:moveTo>
                  <a:cubicBezTo>
                    <a:pt x="1" y="48"/>
                    <a:pt x="16" y="80"/>
                    <a:pt x="64" y="95"/>
                  </a:cubicBezTo>
                  <a:lnTo>
                    <a:pt x="79" y="95"/>
                  </a:lnTo>
                  <a:cubicBezTo>
                    <a:pt x="127" y="95"/>
                    <a:pt x="158" y="63"/>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45" name="Google Shape;5045;p46"/>
            <p:cNvSpPr/>
            <p:nvPr/>
          </p:nvSpPr>
          <p:spPr>
            <a:xfrm>
              <a:off x="3446590" y="1571798"/>
              <a:ext cx="6042" cy="5502"/>
            </a:xfrm>
            <a:custGeom>
              <a:avLst/>
              <a:gdLst/>
              <a:ahLst/>
              <a:cxnLst/>
              <a:rect l="l" t="t" r="r" b="b"/>
              <a:pathLst>
                <a:path w="190" h="173" extrusionOk="0">
                  <a:moveTo>
                    <a:pt x="95" y="0"/>
                  </a:moveTo>
                  <a:cubicBezTo>
                    <a:pt x="64" y="0"/>
                    <a:pt x="16" y="32"/>
                    <a:pt x="16" y="63"/>
                  </a:cubicBezTo>
                  <a:cubicBezTo>
                    <a:pt x="1" y="110"/>
                    <a:pt x="32" y="158"/>
                    <a:pt x="79" y="173"/>
                  </a:cubicBezTo>
                  <a:lnTo>
                    <a:pt x="95" y="173"/>
                  </a:lnTo>
                  <a:cubicBezTo>
                    <a:pt x="142" y="173"/>
                    <a:pt x="174" y="141"/>
                    <a:pt x="174" y="110"/>
                  </a:cubicBezTo>
                  <a:cubicBezTo>
                    <a:pt x="190" y="63"/>
                    <a:pt x="158" y="15"/>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46" name="Google Shape;5046;p46"/>
            <p:cNvSpPr/>
            <p:nvPr/>
          </p:nvSpPr>
          <p:spPr>
            <a:xfrm>
              <a:off x="3428557" y="1568268"/>
              <a:ext cx="6042" cy="5565"/>
            </a:xfrm>
            <a:custGeom>
              <a:avLst/>
              <a:gdLst/>
              <a:ahLst/>
              <a:cxnLst/>
              <a:rect l="l" t="t" r="r" b="b"/>
              <a:pathLst>
                <a:path w="190" h="175" extrusionOk="0">
                  <a:moveTo>
                    <a:pt x="95" y="0"/>
                  </a:moveTo>
                  <a:cubicBezTo>
                    <a:pt x="64" y="0"/>
                    <a:pt x="32" y="32"/>
                    <a:pt x="16" y="63"/>
                  </a:cubicBezTo>
                  <a:cubicBezTo>
                    <a:pt x="1" y="111"/>
                    <a:pt x="32" y="158"/>
                    <a:pt x="79" y="158"/>
                  </a:cubicBezTo>
                  <a:lnTo>
                    <a:pt x="95" y="174"/>
                  </a:lnTo>
                  <a:cubicBezTo>
                    <a:pt x="142" y="174"/>
                    <a:pt x="173" y="143"/>
                    <a:pt x="190" y="95"/>
                  </a:cubicBezTo>
                  <a:cubicBezTo>
                    <a:pt x="190" y="48"/>
                    <a:pt x="158" y="17"/>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47" name="Google Shape;5047;p46"/>
            <p:cNvSpPr/>
            <p:nvPr/>
          </p:nvSpPr>
          <p:spPr>
            <a:xfrm>
              <a:off x="3443600" y="1589831"/>
              <a:ext cx="5502" cy="3053"/>
            </a:xfrm>
            <a:custGeom>
              <a:avLst/>
              <a:gdLst/>
              <a:ahLst/>
              <a:cxnLst/>
              <a:rect l="l" t="t" r="r" b="b"/>
              <a:pathLst>
                <a:path w="173" h="96" extrusionOk="0">
                  <a:moveTo>
                    <a:pt x="78" y="1"/>
                  </a:moveTo>
                  <a:cubicBezTo>
                    <a:pt x="32" y="1"/>
                    <a:pt x="0" y="32"/>
                    <a:pt x="0" y="64"/>
                  </a:cubicBezTo>
                  <a:lnTo>
                    <a:pt x="158" y="95"/>
                  </a:lnTo>
                  <a:cubicBezTo>
                    <a:pt x="173" y="64"/>
                    <a:pt x="141"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48" name="Google Shape;5048;p46"/>
            <p:cNvSpPr/>
            <p:nvPr/>
          </p:nvSpPr>
          <p:spPr>
            <a:xfrm>
              <a:off x="3439593" y="1516682"/>
              <a:ext cx="6042" cy="3021"/>
            </a:xfrm>
            <a:custGeom>
              <a:avLst/>
              <a:gdLst/>
              <a:ahLst/>
              <a:cxnLst/>
              <a:rect l="l" t="t" r="r" b="b"/>
              <a:pathLst>
                <a:path w="190" h="95" extrusionOk="0">
                  <a:moveTo>
                    <a:pt x="15" y="0"/>
                  </a:moveTo>
                  <a:cubicBezTo>
                    <a:pt x="0" y="47"/>
                    <a:pt x="32" y="78"/>
                    <a:pt x="78" y="95"/>
                  </a:cubicBezTo>
                  <a:lnTo>
                    <a:pt x="95" y="95"/>
                  </a:lnTo>
                  <a:cubicBezTo>
                    <a:pt x="141" y="95"/>
                    <a:pt x="173" y="63"/>
                    <a:pt x="189"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49" name="Google Shape;5049;p46"/>
            <p:cNvSpPr/>
            <p:nvPr/>
          </p:nvSpPr>
          <p:spPr>
            <a:xfrm>
              <a:off x="3432564" y="1550235"/>
              <a:ext cx="6042" cy="3021"/>
            </a:xfrm>
            <a:custGeom>
              <a:avLst/>
              <a:gdLst/>
              <a:ahLst/>
              <a:cxnLst/>
              <a:rect l="l" t="t" r="r" b="b"/>
              <a:pathLst>
                <a:path w="190" h="95" extrusionOk="0">
                  <a:moveTo>
                    <a:pt x="95" y="0"/>
                  </a:moveTo>
                  <a:cubicBezTo>
                    <a:pt x="47" y="0"/>
                    <a:pt x="16" y="32"/>
                    <a:pt x="1" y="63"/>
                  </a:cubicBezTo>
                  <a:lnTo>
                    <a:pt x="173" y="95"/>
                  </a:lnTo>
                  <a:cubicBezTo>
                    <a:pt x="190" y="63"/>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50" name="Google Shape;5050;p46"/>
            <p:cNvSpPr/>
            <p:nvPr/>
          </p:nvSpPr>
          <p:spPr>
            <a:xfrm>
              <a:off x="3457626" y="1520149"/>
              <a:ext cx="5534" cy="3562"/>
            </a:xfrm>
            <a:custGeom>
              <a:avLst/>
              <a:gdLst/>
              <a:ahLst/>
              <a:cxnLst/>
              <a:rect l="l" t="t" r="r" b="b"/>
              <a:pathLst>
                <a:path w="174" h="112" extrusionOk="0">
                  <a:moveTo>
                    <a:pt x="16" y="1"/>
                  </a:moveTo>
                  <a:cubicBezTo>
                    <a:pt x="0" y="49"/>
                    <a:pt x="32" y="95"/>
                    <a:pt x="79" y="95"/>
                  </a:cubicBezTo>
                  <a:cubicBezTo>
                    <a:pt x="79" y="112"/>
                    <a:pt x="95" y="112"/>
                    <a:pt x="95" y="112"/>
                  </a:cubicBezTo>
                  <a:cubicBezTo>
                    <a:pt x="142" y="112"/>
                    <a:pt x="173" y="80"/>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51" name="Google Shape;5051;p46"/>
            <p:cNvSpPr/>
            <p:nvPr/>
          </p:nvSpPr>
          <p:spPr>
            <a:xfrm>
              <a:off x="3454095" y="1536209"/>
              <a:ext cx="6042" cy="5025"/>
            </a:xfrm>
            <a:custGeom>
              <a:avLst/>
              <a:gdLst/>
              <a:ahLst/>
              <a:cxnLst/>
              <a:rect l="l" t="t" r="r" b="b"/>
              <a:pathLst>
                <a:path w="190" h="158" extrusionOk="0">
                  <a:moveTo>
                    <a:pt x="95" y="0"/>
                  </a:moveTo>
                  <a:cubicBezTo>
                    <a:pt x="48" y="0"/>
                    <a:pt x="17" y="16"/>
                    <a:pt x="17" y="63"/>
                  </a:cubicBezTo>
                  <a:cubicBezTo>
                    <a:pt x="1" y="111"/>
                    <a:pt x="32" y="158"/>
                    <a:pt x="80" y="158"/>
                  </a:cubicBezTo>
                  <a:lnTo>
                    <a:pt x="95" y="158"/>
                  </a:lnTo>
                  <a:cubicBezTo>
                    <a:pt x="127" y="158"/>
                    <a:pt x="174" y="142"/>
                    <a:pt x="174" y="95"/>
                  </a:cubicBezTo>
                  <a:cubicBezTo>
                    <a:pt x="190" y="48"/>
                    <a:pt x="158" y="0"/>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52" name="Google Shape;5052;p46"/>
            <p:cNvSpPr/>
            <p:nvPr/>
          </p:nvSpPr>
          <p:spPr>
            <a:xfrm>
              <a:off x="3436063" y="1532170"/>
              <a:ext cx="6042" cy="5565"/>
            </a:xfrm>
            <a:custGeom>
              <a:avLst/>
              <a:gdLst/>
              <a:ahLst/>
              <a:cxnLst/>
              <a:rect l="l" t="t" r="r" b="b"/>
              <a:pathLst>
                <a:path w="190" h="175" extrusionOk="0">
                  <a:moveTo>
                    <a:pt x="95" y="1"/>
                  </a:moveTo>
                  <a:cubicBezTo>
                    <a:pt x="48" y="1"/>
                    <a:pt x="17" y="33"/>
                    <a:pt x="17" y="80"/>
                  </a:cubicBezTo>
                  <a:cubicBezTo>
                    <a:pt x="0" y="112"/>
                    <a:pt x="32" y="159"/>
                    <a:pt x="80" y="175"/>
                  </a:cubicBezTo>
                  <a:lnTo>
                    <a:pt x="95" y="175"/>
                  </a:lnTo>
                  <a:cubicBezTo>
                    <a:pt x="126" y="175"/>
                    <a:pt x="174" y="143"/>
                    <a:pt x="174" y="112"/>
                  </a:cubicBezTo>
                  <a:cubicBezTo>
                    <a:pt x="189" y="64"/>
                    <a:pt x="158" y="17"/>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53" name="Google Shape;5053;p46"/>
            <p:cNvSpPr/>
            <p:nvPr/>
          </p:nvSpPr>
          <p:spPr>
            <a:xfrm>
              <a:off x="3450597" y="1553765"/>
              <a:ext cx="5534" cy="3498"/>
            </a:xfrm>
            <a:custGeom>
              <a:avLst/>
              <a:gdLst/>
              <a:ahLst/>
              <a:cxnLst/>
              <a:rect l="l" t="t" r="r" b="b"/>
              <a:pathLst>
                <a:path w="174" h="110" extrusionOk="0">
                  <a:moveTo>
                    <a:pt x="79" y="0"/>
                  </a:moveTo>
                  <a:cubicBezTo>
                    <a:pt x="48" y="0"/>
                    <a:pt x="16" y="32"/>
                    <a:pt x="1" y="78"/>
                  </a:cubicBezTo>
                  <a:lnTo>
                    <a:pt x="1" y="78"/>
                  </a:lnTo>
                  <a:lnTo>
                    <a:pt x="174" y="110"/>
                  </a:lnTo>
                  <a:lnTo>
                    <a:pt x="174" y="110"/>
                  </a:lnTo>
                  <a:cubicBezTo>
                    <a:pt x="174" y="63"/>
                    <a:pt x="142" y="15"/>
                    <a:pt x="111" y="15"/>
                  </a:cubicBezTo>
                  <a:cubicBezTo>
                    <a:pt x="95" y="0"/>
                    <a:pt x="95" y="0"/>
                    <a:pt x="79"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54" name="Google Shape;5054;p46"/>
            <p:cNvSpPr/>
            <p:nvPr/>
          </p:nvSpPr>
          <p:spPr>
            <a:xfrm>
              <a:off x="3447067" y="1480585"/>
              <a:ext cx="5565" cy="3530"/>
            </a:xfrm>
            <a:custGeom>
              <a:avLst/>
              <a:gdLst/>
              <a:ahLst/>
              <a:cxnLst/>
              <a:rect l="l" t="t" r="r" b="b"/>
              <a:pathLst>
                <a:path w="175" h="111" extrusionOk="0">
                  <a:moveTo>
                    <a:pt x="17" y="1"/>
                  </a:moveTo>
                  <a:cubicBezTo>
                    <a:pt x="1" y="47"/>
                    <a:pt x="32" y="95"/>
                    <a:pt x="80" y="95"/>
                  </a:cubicBezTo>
                  <a:cubicBezTo>
                    <a:pt x="80" y="110"/>
                    <a:pt x="95" y="110"/>
                    <a:pt x="95" y="110"/>
                  </a:cubicBezTo>
                  <a:cubicBezTo>
                    <a:pt x="143" y="110"/>
                    <a:pt x="175" y="79"/>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55" name="Google Shape;5055;p46"/>
            <p:cNvSpPr/>
            <p:nvPr/>
          </p:nvSpPr>
          <p:spPr>
            <a:xfrm>
              <a:off x="3440070" y="1514138"/>
              <a:ext cx="5565" cy="3562"/>
            </a:xfrm>
            <a:custGeom>
              <a:avLst/>
              <a:gdLst/>
              <a:ahLst/>
              <a:cxnLst/>
              <a:rect l="l" t="t" r="r" b="b"/>
              <a:pathLst>
                <a:path w="175" h="112" extrusionOk="0">
                  <a:moveTo>
                    <a:pt x="80" y="1"/>
                  </a:moveTo>
                  <a:cubicBezTo>
                    <a:pt x="48" y="1"/>
                    <a:pt x="17" y="32"/>
                    <a:pt x="0" y="80"/>
                  </a:cubicBezTo>
                  <a:lnTo>
                    <a:pt x="0" y="80"/>
                  </a:lnTo>
                  <a:lnTo>
                    <a:pt x="174" y="112"/>
                  </a:lnTo>
                  <a:lnTo>
                    <a:pt x="174" y="112"/>
                  </a:lnTo>
                  <a:cubicBezTo>
                    <a:pt x="174" y="64"/>
                    <a:pt x="143" y="17"/>
                    <a:pt x="95" y="17"/>
                  </a:cubicBezTo>
                  <a:cubicBezTo>
                    <a:pt x="95" y="1"/>
                    <a:pt x="95" y="1"/>
                    <a:pt x="8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56" name="Google Shape;5056;p46"/>
            <p:cNvSpPr/>
            <p:nvPr/>
          </p:nvSpPr>
          <p:spPr>
            <a:xfrm>
              <a:off x="3465131" y="1484592"/>
              <a:ext cx="5565" cy="3053"/>
            </a:xfrm>
            <a:custGeom>
              <a:avLst/>
              <a:gdLst/>
              <a:ahLst/>
              <a:cxnLst/>
              <a:rect l="l" t="t" r="r" b="b"/>
              <a:pathLst>
                <a:path w="175" h="96" extrusionOk="0">
                  <a:moveTo>
                    <a:pt x="17" y="1"/>
                  </a:moveTo>
                  <a:lnTo>
                    <a:pt x="17" y="1"/>
                  </a:lnTo>
                  <a:cubicBezTo>
                    <a:pt x="0" y="32"/>
                    <a:pt x="32" y="79"/>
                    <a:pt x="80" y="95"/>
                  </a:cubicBezTo>
                  <a:lnTo>
                    <a:pt x="95" y="95"/>
                  </a:lnTo>
                  <a:cubicBezTo>
                    <a:pt x="126" y="95"/>
                    <a:pt x="174" y="64"/>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57" name="Google Shape;5057;p46"/>
            <p:cNvSpPr/>
            <p:nvPr/>
          </p:nvSpPr>
          <p:spPr>
            <a:xfrm>
              <a:off x="3461633" y="1500112"/>
              <a:ext cx="5534" cy="5565"/>
            </a:xfrm>
            <a:custGeom>
              <a:avLst/>
              <a:gdLst/>
              <a:ahLst/>
              <a:cxnLst/>
              <a:rect l="l" t="t" r="r" b="b"/>
              <a:pathLst>
                <a:path w="174" h="175" extrusionOk="0">
                  <a:moveTo>
                    <a:pt x="95" y="1"/>
                  </a:moveTo>
                  <a:cubicBezTo>
                    <a:pt x="47" y="1"/>
                    <a:pt x="16" y="32"/>
                    <a:pt x="0" y="64"/>
                  </a:cubicBezTo>
                  <a:cubicBezTo>
                    <a:pt x="0" y="112"/>
                    <a:pt x="32" y="158"/>
                    <a:pt x="64" y="175"/>
                  </a:cubicBezTo>
                  <a:lnTo>
                    <a:pt x="95" y="175"/>
                  </a:lnTo>
                  <a:cubicBezTo>
                    <a:pt x="127" y="175"/>
                    <a:pt x="158" y="143"/>
                    <a:pt x="173" y="95"/>
                  </a:cubicBezTo>
                  <a:cubicBezTo>
                    <a:pt x="173" y="64"/>
                    <a:pt x="142" y="17"/>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58" name="Google Shape;5058;p46"/>
            <p:cNvSpPr/>
            <p:nvPr/>
          </p:nvSpPr>
          <p:spPr>
            <a:xfrm>
              <a:off x="3443600" y="1496614"/>
              <a:ext cx="6042" cy="5057"/>
            </a:xfrm>
            <a:custGeom>
              <a:avLst/>
              <a:gdLst/>
              <a:ahLst/>
              <a:cxnLst/>
              <a:rect l="l" t="t" r="r" b="b"/>
              <a:pathLst>
                <a:path w="190" h="159" extrusionOk="0">
                  <a:moveTo>
                    <a:pt x="95" y="1"/>
                  </a:moveTo>
                  <a:cubicBezTo>
                    <a:pt x="47" y="1"/>
                    <a:pt x="15" y="16"/>
                    <a:pt x="0" y="64"/>
                  </a:cubicBezTo>
                  <a:cubicBezTo>
                    <a:pt x="0" y="111"/>
                    <a:pt x="32" y="159"/>
                    <a:pt x="78" y="159"/>
                  </a:cubicBezTo>
                  <a:lnTo>
                    <a:pt x="95" y="159"/>
                  </a:lnTo>
                  <a:cubicBezTo>
                    <a:pt x="126" y="159"/>
                    <a:pt x="158" y="142"/>
                    <a:pt x="173" y="96"/>
                  </a:cubicBezTo>
                  <a:cubicBezTo>
                    <a:pt x="189" y="48"/>
                    <a:pt x="158" y="1"/>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59" name="Google Shape;5059;p46"/>
            <p:cNvSpPr/>
            <p:nvPr/>
          </p:nvSpPr>
          <p:spPr>
            <a:xfrm>
              <a:off x="3458103" y="1518145"/>
              <a:ext cx="5565" cy="3053"/>
            </a:xfrm>
            <a:custGeom>
              <a:avLst/>
              <a:gdLst/>
              <a:ahLst/>
              <a:cxnLst/>
              <a:rect l="l" t="t" r="r" b="b"/>
              <a:pathLst>
                <a:path w="175" h="96" extrusionOk="0">
                  <a:moveTo>
                    <a:pt x="80" y="1"/>
                  </a:moveTo>
                  <a:cubicBezTo>
                    <a:pt x="48" y="1"/>
                    <a:pt x="1" y="32"/>
                    <a:pt x="1" y="64"/>
                  </a:cubicBezTo>
                  <a:lnTo>
                    <a:pt x="158" y="95"/>
                  </a:lnTo>
                  <a:cubicBezTo>
                    <a:pt x="175" y="49"/>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60" name="Google Shape;5060;p46"/>
            <p:cNvSpPr/>
            <p:nvPr/>
          </p:nvSpPr>
          <p:spPr>
            <a:xfrm>
              <a:off x="3447607" y="1478581"/>
              <a:ext cx="5502" cy="3053"/>
            </a:xfrm>
            <a:custGeom>
              <a:avLst/>
              <a:gdLst/>
              <a:ahLst/>
              <a:cxnLst/>
              <a:rect l="l" t="t" r="r" b="b"/>
              <a:pathLst>
                <a:path w="173" h="96" extrusionOk="0">
                  <a:moveTo>
                    <a:pt x="78" y="1"/>
                  </a:moveTo>
                  <a:cubicBezTo>
                    <a:pt x="47" y="1"/>
                    <a:pt x="0" y="32"/>
                    <a:pt x="0" y="64"/>
                  </a:cubicBezTo>
                  <a:lnTo>
                    <a:pt x="158" y="95"/>
                  </a:lnTo>
                  <a:cubicBezTo>
                    <a:pt x="173" y="47"/>
                    <a:pt x="142"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61" name="Google Shape;5061;p46"/>
            <p:cNvSpPr/>
            <p:nvPr/>
          </p:nvSpPr>
          <p:spPr>
            <a:xfrm>
              <a:off x="3472669" y="1448527"/>
              <a:ext cx="2512" cy="2512"/>
            </a:xfrm>
            <a:custGeom>
              <a:avLst/>
              <a:gdLst/>
              <a:ahLst/>
              <a:cxnLst/>
              <a:rect l="l" t="t" r="r" b="b"/>
              <a:pathLst>
                <a:path w="79" h="79" extrusionOk="0">
                  <a:moveTo>
                    <a:pt x="32" y="0"/>
                  </a:moveTo>
                  <a:cubicBezTo>
                    <a:pt x="32" y="16"/>
                    <a:pt x="15" y="32"/>
                    <a:pt x="0" y="47"/>
                  </a:cubicBezTo>
                  <a:lnTo>
                    <a:pt x="32" y="79"/>
                  </a:lnTo>
                  <a:cubicBezTo>
                    <a:pt x="47" y="63"/>
                    <a:pt x="63" y="32"/>
                    <a:pt x="78" y="16"/>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62" name="Google Shape;5062;p46"/>
            <p:cNvSpPr/>
            <p:nvPr/>
          </p:nvSpPr>
          <p:spPr>
            <a:xfrm>
              <a:off x="3473655" y="1449004"/>
              <a:ext cx="4516" cy="2544"/>
            </a:xfrm>
            <a:custGeom>
              <a:avLst/>
              <a:gdLst/>
              <a:ahLst/>
              <a:cxnLst/>
              <a:rect l="l" t="t" r="r" b="b"/>
              <a:pathLst>
                <a:path w="142" h="80" extrusionOk="0">
                  <a:moveTo>
                    <a:pt x="47" y="1"/>
                  </a:moveTo>
                  <a:cubicBezTo>
                    <a:pt x="32" y="17"/>
                    <a:pt x="16" y="48"/>
                    <a:pt x="1" y="64"/>
                  </a:cubicBezTo>
                  <a:cubicBezTo>
                    <a:pt x="16" y="80"/>
                    <a:pt x="32" y="80"/>
                    <a:pt x="32" y="80"/>
                  </a:cubicBezTo>
                  <a:lnTo>
                    <a:pt x="64" y="80"/>
                  </a:lnTo>
                  <a:cubicBezTo>
                    <a:pt x="95" y="80"/>
                    <a:pt x="127" y="64"/>
                    <a:pt x="142" y="17"/>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63" name="Google Shape;5063;p46"/>
            <p:cNvSpPr/>
            <p:nvPr/>
          </p:nvSpPr>
          <p:spPr>
            <a:xfrm>
              <a:off x="3468661" y="1464047"/>
              <a:ext cx="6042" cy="5565"/>
            </a:xfrm>
            <a:custGeom>
              <a:avLst/>
              <a:gdLst/>
              <a:ahLst/>
              <a:cxnLst/>
              <a:rect l="l" t="t" r="r" b="b"/>
              <a:pathLst>
                <a:path w="190" h="175" extrusionOk="0">
                  <a:moveTo>
                    <a:pt x="95" y="0"/>
                  </a:moveTo>
                  <a:cubicBezTo>
                    <a:pt x="63" y="0"/>
                    <a:pt x="15" y="32"/>
                    <a:pt x="15" y="80"/>
                  </a:cubicBezTo>
                  <a:cubicBezTo>
                    <a:pt x="0" y="126"/>
                    <a:pt x="32" y="158"/>
                    <a:pt x="78" y="174"/>
                  </a:cubicBezTo>
                  <a:lnTo>
                    <a:pt x="95" y="174"/>
                  </a:lnTo>
                  <a:cubicBezTo>
                    <a:pt x="141" y="174"/>
                    <a:pt x="173" y="143"/>
                    <a:pt x="173" y="111"/>
                  </a:cubicBezTo>
                  <a:cubicBezTo>
                    <a:pt x="189" y="63"/>
                    <a:pt x="158" y="17"/>
                    <a:pt x="110" y="17"/>
                  </a:cubicBezTo>
                  <a:cubicBezTo>
                    <a:pt x="110" y="0"/>
                    <a:pt x="110"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64" name="Google Shape;5064;p46"/>
            <p:cNvSpPr/>
            <p:nvPr/>
          </p:nvSpPr>
          <p:spPr>
            <a:xfrm>
              <a:off x="3465640" y="1482079"/>
              <a:ext cx="5534" cy="3562"/>
            </a:xfrm>
            <a:custGeom>
              <a:avLst/>
              <a:gdLst/>
              <a:ahLst/>
              <a:cxnLst/>
              <a:rect l="l" t="t" r="r" b="b"/>
              <a:pathLst>
                <a:path w="174" h="112" extrusionOk="0">
                  <a:moveTo>
                    <a:pt x="79" y="0"/>
                  </a:moveTo>
                  <a:cubicBezTo>
                    <a:pt x="32" y="0"/>
                    <a:pt x="1" y="32"/>
                    <a:pt x="1" y="80"/>
                  </a:cubicBezTo>
                  <a:lnTo>
                    <a:pt x="158" y="111"/>
                  </a:lnTo>
                  <a:cubicBezTo>
                    <a:pt x="173" y="63"/>
                    <a:pt x="142" y="17"/>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65" name="Google Shape;5065;p46"/>
            <p:cNvSpPr/>
            <p:nvPr/>
          </p:nvSpPr>
          <p:spPr>
            <a:xfrm>
              <a:off x="3473655" y="1446523"/>
              <a:ext cx="4516" cy="2512"/>
            </a:xfrm>
            <a:custGeom>
              <a:avLst/>
              <a:gdLst/>
              <a:ahLst/>
              <a:cxnLst/>
              <a:rect l="l" t="t" r="r" b="b"/>
              <a:pathLst>
                <a:path w="142" h="79" extrusionOk="0">
                  <a:moveTo>
                    <a:pt x="95" y="0"/>
                  </a:moveTo>
                  <a:lnTo>
                    <a:pt x="95" y="0"/>
                  </a:lnTo>
                  <a:cubicBezTo>
                    <a:pt x="47" y="16"/>
                    <a:pt x="32" y="47"/>
                    <a:pt x="1" y="63"/>
                  </a:cubicBezTo>
                  <a:lnTo>
                    <a:pt x="47" y="79"/>
                  </a:lnTo>
                  <a:cubicBezTo>
                    <a:pt x="64" y="63"/>
                    <a:pt x="79" y="47"/>
                    <a:pt x="110" y="47"/>
                  </a:cubicBezTo>
                  <a:lnTo>
                    <a:pt x="110" y="47"/>
                  </a:lnTo>
                  <a:lnTo>
                    <a:pt x="142" y="47"/>
                  </a:lnTo>
                  <a:lnTo>
                    <a:pt x="95"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66" name="Google Shape;5066;p46"/>
            <p:cNvSpPr/>
            <p:nvPr/>
          </p:nvSpPr>
          <p:spPr>
            <a:xfrm>
              <a:off x="3475149" y="1448018"/>
              <a:ext cx="3021" cy="1527"/>
            </a:xfrm>
            <a:custGeom>
              <a:avLst/>
              <a:gdLst/>
              <a:ahLst/>
              <a:cxnLst/>
              <a:rect l="l" t="t" r="r" b="b"/>
              <a:pathLst>
                <a:path w="95" h="48" extrusionOk="0">
                  <a:moveTo>
                    <a:pt x="63" y="0"/>
                  </a:moveTo>
                  <a:lnTo>
                    <a:pt x="63" y="0"/>
                  </a:lnTo>
                  <a:cubicBezTo>
                    <a:pt x="32" y="0"/>
                    <a:pt x="17" y="16"/>
                    <a:pt x="0" y="32"/>
                  </a:cubicBezTo>
                  <a:lnTo>
                    <a:pt x="95" y="48"/>
                  </a:lnTo>
                  <a:lnTo>
                    <a:pt x="95" y="48"/>
                  </a:lnTo>
                  <a:lnTo>
                    <a:pt x="95" y="0"/>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67" name="Google Shape;5067;p46"/>
            <p:cNvSpPr/>
            <p:nvPr/>
          </p:nvSpPr>
          <p:spPr>
            <a:xfrm>
              <a:off x="3461124" y="1595841"/>
              <a:ext cx="5565" cy="3053"/>
            </a:xfrm>
            <a:custGeom>
              <a:avLst/>
              <a:gdLst/>
              <a:ahLst/>
              <a:cxnLst/>
              <a:rect l="l" t="t" r="r" b="b"/>
              <a:pathLst>
                <a:path w="175" h="96" extrusionOk="0">
                  <a:moveTo>
                    <a:pt x="0" y="1"/>
                  </a:moveTo>
                  <a:lnTo>
                    <a:pt x="0" y="1"/>
                  </a:lnTo>
                  <a:cubicBezTo>
                    <a:pt x="0" y="47"/>
                    <a:pt x="32" y="79"/>
                    <a:pt x="80" y="95"/>
                  </a:cubicBezTo>
                  <a:lnTo>
                    <a:pt x="95" y="95"/>
                  </a:lnTo>
                  <a:cubicBezTo>
                    <a:pt x="126" y="95"/>
                    <a:pt x="158" y="64"/>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68" name="Google Shape;5068;p46"/>
            <p:cNvSpPr/>
            <p:nvPr/>
          </p:nvSpPr>
          <p:spPr>
            <a:xfrm>
              <a:off x="3455622" y="1629394"/>
              <a:ext cx="3021" cy="1049"/>
            </a:xfrm>
            <a:custGeom>
              <a:avLst/>
              <a:gdLst/>
              <a:ahLst/>
              <a:cxnLst/>
              <a:rect l="l" t="t" r="r" b="b"/>
              <a:pathLst>
                <a:path w="95" h="33" extrusionOk="0">
                  <a:moveTo>
                    <a:pt x="32" y="1"/>
                  </a:moveTo>
                  <a:lnTo>
                    <a:pt x="0" y="1"/>
                  </a:lnTo>
                  <a:lnTo>
                    <a:pt x="0" y="17"/>
                  </a:lnTo>
                  <a:cubicBezTo>
                    <a:pt x="16" y="32"/>
                    <a:pt x="32" y="32"/>
                    <a:pt x="63" y="32"/>
                  </a:cubicBezTo>
                  <a:lnTo>
                    <a:pt x="95" y="32"/>
                  </a:lnTo>
                  <a:cubicBezTo>
                    <a:pt x="79" y="17"/>
                    <a:pt x="63" y="1"/>
                    <a:pt x="47"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69" name="Google Shape;5069;p46"/>
            <p:cNvSpPr/>
            <p:nvPr/>
          </p:nvSpPr>
          <p:spPr>
            <a:xfrm>
              <a:off x="3479157" y="1599340"/>
              <a:ext cx="5565" cy="3021"/>
            </a:xfrm>
            <a:custGeom>
              <a:avLst/>
              <a:gdLst/>
              <a:ahLst/>
              <a:cxnLst/>
              <a:rect l="l" t="t" r="r" b="b"/>
              <a:pathLst>
                <a:path w="175" h="95" extrusionOk="0">
                  <a:moveTo>
                    <a:pt x="0" y="0"/>
                  </a:moveTo>
                  <a:cubicBezTo>
                    <a:pt x="0" y="48"/>
                    <a:pt x="17" y="95"/>
                    <a:pt x="63" y="95"/>
                  </a:cubicBezTo>
                  <a:lnTo>
                    <a:pt x="80" y="95"/>
                  </a:lnTo>
                  <a:cubicBezTo>
                    <a:pt x="126" y="95"/>
                    <a:pt x="158" y="80"/>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70" name="Google Shape;5070;p46"/>
            <p:cNvSpPr/>
            <p:nvPr/>
          </p:nvSpPr>
          <p:spPr>
            <a:xfrm>
              <a:off x="3475149" y="1614892"/>
              <a:ext cx="6042" cy="5502"/>
            </a:xfrm>
            <a:custGeom>
              <a:avLst/>
              <a:gdLst/>
              <a:ahLst/>
              <a:cxnLst/>
              <a:rect l="l" t="t" r="r" b="b"/>
              <a:pathLst>
                <a:path w="190" h="173" extrusionOk="0">
                  <a:moveTo>
                    <a:pt x="95" y="0"/>
                  </a:moveTo>
                  <a:cubicBezTo>
                    <a:pt x="63" y="0"/>
                    <a:pt x="17" y="32"/>
                    <a:pt x="17" y="78"/>
                  </a:cubicBezTo>
                  <a:cubicBezTo>
                    <a:pt x="0" y="126"/>
                    <a:pt x="32" y="173"/>
                    <a:pt x="80" y="173"/>
                  </a:cubicBezTo>
                  <a:lnTo>
                    <a:pt x="95" y="173"/>
                  </a:lnTo>
                  <a:cubicBezTo>
                    <a:pt x="143" y="173"/>
                    <a:pt x="174" y="141"/>
                    <a:pt x="174" y="110"/>
                  </a:cubicBezTo>
                  <a:cubicBezTo>
                    <a:pt x="189" y="63"/>
                    <a:pt x="158" y="15"/>
                    <a:pt x="111" y="15"/>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71" name="Google Shape;5071;p46"/>
            <p:cNvSpPr/>
            <p:nvPr/>
          </p:nvSpPr>
          <p:spPr>
            <a:xfrm>
              <a:off x="3457117" y="1611362"/>
              <a:ext cx="6042" cy="5565"/>
            </a:xfrm>
            <a:custGeom>
              <a:avLst/>
              <a:gdLst/>
              <a:ahLst/>
              <a:cxnLst/>
              <a:rect l="l" t="t" r="r" b="b"/>
              <a:pathLst>
                <a:path w="190" h="175" extrusionOk="0">
                  <a:moveTo>
                    <a:pt x="95" y="0"/>
                  </a:moveTo>
                  <a:cubicBezTo>
                    <a:pt x="63" y="0"/>
                    <a:pt x="32" y="32"/>
                    <a:pt x="16" y="63"/>
                  </a:cubicBezTo>
                  <a:cubicBezTo>
                    <a:pt x="0" y="111"/>
                    <a:pt x="32" y="158"/>
                    <a:pt x="79" y="174"/>
                  </a:cubicBezTo>
                  <a:lnTo>
                    <a:pt x="95" y="174"/>
                  </a:lnTo>
                  <a:cubicBezTo>
                    <a:pt x="142" y="174"/>
                    <a:pt x="174" y="143"/>
                    <a:pt x="174" y="111"/>
                  </a:cubicBezTo>
                  <a:cubicBezTo>
                    <a:pt x="189" y="63"/>
                    <a:pt x="158" y="17"/>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72" name="Google Shape;5072;p46"/>
            <p:cNvSpPr/>
            <p:nvPr/>
          </p:nvSpPr>
          <p:spPr>
            <a:xfrm>
              <a:off x="3474672" y="1632925"/>
              <a:ext cx="2512" cy="2035"/>
            </a:xfrm>
            <a:custGeom>
              <a:avLst/>
              <a:gdLst/>
              <a:ahLst/>
              <a:cxnLst/>
              <a:rect l="l" t="t" r="r" b="b"/>
              <a:pathLst>
                <a:path w="79" h="64" extrusionOk="0">
                  <a:moveTo>
                    <a:pt x="0" y="1"/>
                  </a:moveTo>
                  <a:lnTo>
                    <a:pt x="0" y="1"/>
                  </a:lnTo>
                  <a:cubicBezTo>
                    <a:pt x="32" y="16"/>
                    <a:pt x="47" y="47"/>
                    <a:pt x="78" y="64"/>
                  </a:cubicBezTo>
                  <a:cubicBezTo>
                    <a:pt x="63" y="32"/>
                    <a:pt x="47" y="16"/>
                    <a:pt x="1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73" name="Google Shape;5073;p46"/>
            <p:cNvSpPr/>
            <p:nvPr/>
          </p:nvSpPr>
          <p:spPr>
            <a:xfrm>
              <a:off x="3468121" y="1559776"/>
              <a:ext cx="6042" cy="3021"/>
            </a:xfrm>
            <a:custGeom>
              <a:avLst/>
              <a:gdLst/>
              <a:ahLst/>
              <a:cxnLst/>
              <a:rect l="l" t="t" r="r" b="b"/>
              <a:pathLst>
                <a:path w="190" h="95" extrusionOk="0">
                  <a:moveTo>
                    <a:pt x="17" y="0"/>
                  </a:moveTo>
                  <a:cubicBezTo>
                    <a:pt x="1" y="47"/>
                    <a:pt x="32" y="95"/>
                    <a:pt x="80" y="95"/>
                  </a:cubicBezTo>
                  <a:lnTo>
                    <a:pt x="95" y="95"/>
                  </a:lnTo>
                  <a:cubicBezTo>
                    <a:pt x="143" y="95"/>
                    <a:pt x="175" y="78"/>
                    <a:pt x="190"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74" name="Google Shape;5074;p46"/>
            <p:cNvSpPr/>
            <p:nvPr/>
          </p:nvSpPr>
          <p:spPr>
            <a:xfrm>
              <a:off x="3461124" y="1593329"/>
              <a:ext cx="5565" cy="3562"/>
            </a:xfrm>
            <a:custGeom>
              <a:avLst/>
              <a:gdLst/>
              <a:ahLst/>
              <a:cxnLst/>
              <a:rect l="l" t="t" r="r" b="b"/>
              <a:pathLst>
                <a:path w="175" h="112" extrusionOk="0">
                  <a:moveTo>
                    <a:pt x="95" y="0"/>
                  </a:moveTo>
                  <a:cubicBezTo>
                    <a:pt x="48" y="0"/>
                    <a:pt x="16" y="32"/>
                    <a:pt x="0" y="80"/>
                  </a:cubicBezTo>
                  <a:lnTo>
                    <a:pt x="174" y="111"/>
                  </a:lnTo>
                  <a:cubicBezTo>
                    <a:pt x="174" y="63"/>
                    <a:pt x="158" y="17"/>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75" name="Google Shape;5075;p46"/>
            <p:cNvSpPr/>
            <p:nvPr/>
          </p:nvSpPr>
          <p:spPr>
            <a:xfrm>
              <a:off x="3486154" y="1563243"/>
              <a:ext cx="5565" cy="3562"/>
            </a:xfrm>
            <a:custGeom>
              <a:avLst/>
              <a:gdLst/>
              <a:ahLst/>
              <a:cxnLst/>
              <a:rect l="l" t="t" r="r" b="b"/>
              <a:pathLst>
                <a:path w="175" h="112" extrusionOk="0">
                  <a:moveTo>
                    <a:pt x="17" y="1"/>
                  </a:moveTo>
                  <a:cubicBezTo>
                    <a:pt x="1" y="49"/>
                    <a:pt x="32" y="95"/>
                    <a:pt x="80" y="112"/>
                  </a:cubicBezTo>
                  <a:lnTo>
                    <a:pt x="95" y="112"/>
                  </a:lnTo>
                  <a:cubicBezTo>
                    <a:pt x="143" y="112"/>
                    <a:pt x="175" y="80"/>
                    <a:pt x="175" y="49"/>
                  </a:cubicBezTo>
                  <a:lnTo>
                    <a:pt x="175" y="49"/>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76" name="Google Shape;5076;p46"/>
            <p:cNvSpPr/>
            <p:nvPr/>
          </p:nvSpPr>
          <p:spPr>
            <a:xfrm>
              <a:off x="3482687" y="1579303"/>
              <a:ext cx="6042" cy="5534"/>
            </a:xfrm>
            <a:custGeom>
              <a:avLst/>
              <a:gdLst/>
              <a:ahLst/>
              <a:cxnLst/>
              <a:rect l="l" t="t" r="r" b="b"/>
              <a:pathLst>
                <a:path w="190" h="174" extrusionOk="0">
                  <a:moveTo>
                    <a:pt x="95" y="0"/>
                  </a:moveTo>
                  <a:cubicBezTo>
                    <a:pt x="47" y="0"/>
                    <a:pt x="15" y="32"/>
                    <a:pt x="15" y="63"/>
                  </a:cubicBezTo>
                  <a:cubicBezTo>
                    <a:pt x="0" y="111"/>
                    <a:pt x="32" y="158"/>
                    <a:pt x="78" y="174"/>
                  </a:cubicBezTo>
                  <a:lnTo>
                    <a:pt x="95" y="174"/>
                  </a:lnTo>
                  <a:cubicBezTo>
                    <a:pt x="126" y="174"/>
                    <a:pt x="173" y="142"/>
                    <a:pt x="173" y="95"/>
                  </a:cubicBezTo>
                  <a:cubicBezTo>
                    <a:pt x="189" y="48"/>
                    <a:pt x="158" y="16"/>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77" name="Google Shape;5077;p46"/>
            <p:cNvSpPr/>
            <p:nvPr/>
          </p:nvSpPr>
          <p:spPr>
            <a:xfrm>
              <a:off x="3464654" y="1575805"/>
              <a:ext cx="6042" cy="5025"/>
            </a:xfrm>
            <a:custGeom>
              <a:avLst/>
              <a:gdLst/>
              <a:ahLst/>
              <a:cxnLst/>
              <a:rect l="l" t="t" r="r" b="b"/>
              <a:pathLst>
                <a:path w="190" h="158" extrusionOk="0">
                  <a:moveTo>
                    <a:pt x="95" y="0"/>
                  </a:moveTo>
                  <a:cubicBezTo>
                    <a:pt x="47" y="0"/>
                    <a:pt x="15" y="15"/>
                    <a:pt x="15" y="63"/>
                  </a:cubicBezTo>
                  <a:cubicBezTo>
                    <a:pt x="0" y="110"/>
                    <a:pt x="32" y="158"/>
                    <a:pt x="78" y="158"/>
                  </a:cubicBezTo>
                  <a:lnTo>
                    <a:pt x="95" y="158"/>
                  </a:lnTo>
                  <a:cubicBezTo>
                    <a:pt x="126" y="158"/>
                    <a:pt x="173" y="142"/>
                    <a:pt x="173" y="95"/>
                  </a:cubicBezTo>
                  <a:cubicBezTo>
                    <a:pt x="189" y="47"/>
                    <a:pt x="158" y="0"/>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78" name="Google Shape;5078;p46"/>
            <p:cNvSpPr/>
            <p:nvPr/>
          </p:nvSpPr>
          <p:spPr>
            <a:xfrm>
              <a:off x="3479157" y="1597336"/>
              <a:ext cx="5565" cy="3021"/>
            </a:xfrm>
            <a:custGeom>
              <a:avLst/>
              <a:gdLst/>
              <a:ahLst/>
              <a:cxnLst/>
              <a:rect l="l" t="t" r="r" b="b"/>
              <a:pathLst>
                <a:path w="175" h="95" extrusionOk="0">
                  <a:moveTo>
                    <a:pt x="80" y="0"/>
                  </a:moveTo>
                  <a:cubicBezTo>
                    <a:pt x="48" y="0"/>
                    <a:pt x="17" y="17"/>
                    <a:pt x="0" y="63"/>
                  </a:cubicBezTo>
                  <a:lnTo>
                    <a:pt x="0" y="63"/>
                  </a:lnTo>
                  <a:lnTo>
                    <a:pt x="174" y="95"/>
                  </a:lnTo>
                  <a:lnTo>
                    <a:pt x="174" y="95"/>
                  </a:lnTo>
                  <a:cubicBezTo>
                    <a:pt x="174" y="48"/>
                    <a:pt x="143"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79" name="Google Shape;5079;p46"/>
            <p:cNvSpPr/>
            <p:nvPr/>
          </p:nvSpPr>
          <p:spPr>
            <a:xfrm>
              <a:off x="3475658" y="1523679"/>
              <a:ext cx="5534" cy="3530"/>
            </a:xfrm>
            <a:custGeom>
              <a:avLst/>
              <a:gdLst/>
              <a:ahLst/>
              <a:cxnLst/>
              <a:rect l="l" t="t" r="r" b="b"/>
              <a:pathLst>
                <a:path w="174" h="111" extrusionOk="0">
                  <a:moveTo>
                    <a:pt x="16" y="1"/>
                  </a:moveTo>
                  <a:lnTo>
                    <a:pt x="16" y="1"/>
                  </a:lnTo>
                  <a:cubicBezTo>
                    <a:pt x="1" y="47"/>
                    <a:pt x="32" y="95"/>
                    <a:pt x="79" y="110"/>
                  </a:cubicBezTo>
                  <a:lnTo>
                    <a:pt x="95" y="110"/>
                  </a:lnTo>
                  <a:cubicBezTo>
                    <a:pt x="127" y="110"/>
                    <a:pt x="173" y="79"/>
                    <a:pt x="173" y="47"/>
                  </a:cubicBezTo>
                  <a:lnTo>
                    <a:pt x="173" y="47"/>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80" name="Google Shape;5080;p46"/>
            <p:cNvSpPr/>
            <p:nvPr/>
          </p:nvSpPr>
          <p:spPr>
            <a:xfrm>
              <a:off x="3468661" y="1557772"/>
              <a:ext cx="5502" cy="3021"/>
            </a:xfrm>
            <a:custGeom>
              <a:avLst/>
              <a:gdLst/>
              <a:ahLst/>
              <a:cxnLst/>
              <a:rect l="l" t="t" r="r" b="b"/>
              <a:pathLst>
                <a:path w="173" h="95" extrusionOk="0">
                  <a:moveTo>
                    <a:pt x="78" y="0"/>
                  </a:moveTo>
                  <a:cubicBezTo>
                    <a:pt x="47" y="0"/>
                    <a:pt x="15" y="15"/>
                    <a:pt x="0" y="63"/>
                  </a:cubicBezTo>
                  <a:lnTo>
                    <a:pt x="0" y="63"/>
                  </a:lnTo>
                  <a:lnTo>
                    <a:pt x="173" y="95"/>
                  </a:lnTo>
                  <a:lnTo>
                    <a:pt x="173" y="95"/>
                  </a:lnTo>
                  <a:cubicBezTo>
                    <a:pt x="173" y="47"/>
                    <a:pt x="141"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81" name="Google Shape;5081;p46"/>
            <p:cNvSpPr/>
            <p:nvPr/>
          </p:nvSpPr>
          <p:spPr>
            <a:xfrm>
              <a:off x="3493691" y="1527686"/>
              <a:ext cx="5534" cy="3053"/>
            </a:xfrm>
            <a:custGeom>
              <a:avLst/>
              <a:gdLst/>
              <a:ahLst/>
              <a:cxnLst/>
              <a:rect l="l" t="t" r="r" b="b"/>
              <a:pathLst>
                <a:path w="174" h="96" extrusionOk="0">
                  <a:moveTo>
                    <a:pt x="16" y="1"/>
                  </a:moveTo>
                  <a:lnTo>
                    <a:pt x="16" y="1"/>
                  </a:lnTo>
                  <a:cubicBezTo>
                    <a:pt x="1" y="47"/>
                    <a:pt x="32" y="95"/>
                    <a:pt x="79" y="95"/>
                  </a:cubicBezTo>
                  <a:lnTo>
                    <a:pt x="95" y="95"/>
                  </a:lnTo>
                  <a:cubicBezTo>
                    <a:pt x="127" y="95"/>
                    <a:pt x="174" y="64"/>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82" name="Google Shape;5082;p46"/>
            <p:cNvSpPr/>
            <p:nvPr/>
          </p:nvSpPr>
          <p:spPr>
            <a:xfrm>
              <a:off x="3490161" y="1543206"/>
              <a:ext cx="5565" cy="5565"/>
            </a:xfrm>
            <a:custGeom>
              <a:avLst/>
              <a:gdLst/>
              <a:ahLst/>
              <a:cxnLst/>
              <a:rect l="l" t="t" r="r" b="b"/>
              <a:pathLst>
                <a:path w="175" h="175" extrusionOk="0">
                  <a:moveTo>
                    <a:pt x="80" y="1"/>
                  </a:moveTo>
                  <a:cubicBezTo>
                    <a:pt x="49" y="1"/>
                    <a:pt x="17" y="32"/>
                    <a:pt x="1" y="80"/>
                  </a:cubicBezTo>
                  <a:cubicBezTo>
                    <a:pt x="1" y="112"/>
                    <a:pt x="17" y="158"/>
                    <a:pt x="64" y="175"/>
                  </a:cubicBezTo>
                  <a:lnTo>
                    <a:pt x="80" y="175"/>
                  </a:lnTo>
                  <a:cubicBezTo>
                    <a:pt x="127" y="175"/>
                    <a:pt x="158" y="143"/>
                    <a:pt x="175" y="112"/>
                  </a:cubicBezTo>
                  <a:cubicBezTo>
                    <a:pt x="175" y="64"/>
                    <a:pt x="143" y="17"/>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83" name="Google Shape;5083;p46"/>
            <p:cNvSpPr/>
            <p:nvPr/>
          </p:nvSpPr>
          <p:spPr>
            <a:xfrm>
              <a:off x="3472128" y="1539708"/>
              <a:ext cx="5565" cy="5534"/>
            </a:xfrm>
            <a:custGeom>
              <a:avLst/>
              <a:gdLst/>
              <a:ahLst/>
              <a:cxnLst/>
              <a:rect l="l" t="t" r="r" b="b"/>
              <a:pathLst>
                <a:path w="175" h="174" extrusionOk="0">
                  <a:moveTo>
                    <a:pt x="95" y="1"/>
                  </a:moveTo>
                  <a:cubicBezTo>
                    <a:pt x="49" y="1"/>
                    <a:pt x="17" y="32"/>
                    <a:pt x="1" y="64"/>
                  </a:cubicBezTo>
                  <a:cubicBezTo>
                    <a:pt x="1" y="111"/>
                    <a:pt x="32" y="159"/>
                    <a:pt x="80" y="174"/>
                  </a:cubicBezTo>
                  <a:lnTo>
                    <a:pt x="95" y="174"/>
                  </a:lnTo>
                  <a:cubicBezTo>
                    <a:pt x="127" y="174"/>
                    <a:pt x="158" y="142"/>
                    <a:pt x="175" y="95"/>
                  </a:cubicBezTo>
                  <a:cubicBezTo>
                    <a:pt x="175" y="48"/>
                    <a:pt x="158" y="16"/>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84" name="Google Shape;5084;p46"/>
            <p:cNvSpPr/>
            <p:nvPr/>
          </p:nvSpPr>
          <p:spPr>
            <a:xfrm>
              <a:off x="3486694" y="1561239"/>
              <a:ext cx="5502" cy="3562"/>
            </a:xfrm>
            <a:custGeom>
              <a:avLst/>
              <a:gdLst/>
              <a:ahLst/>
              <a:cxnLst/>
              <a:rect l="l" t="t" r="r" b="b"/>
              <a:pathLst>
                <a:path w="173" h="112" extrusionOk="0">
                  <a:moveTo>
                    <a:pt x="78" y="1"/>
                  </a:moveTo>
                  <a:cubicBezTo>
                    <a:pt x="47" y="1"/>
                    <a:pt x="0" y="32"/>
                    <a:pt x="0" y="64"/>
                  </a:cubicBezTo>
                  <a:lnTo>
                    <a:pt x="158" y="112"/>
                  </a:lnTo>
                  <a:cubicBezTo>
                    <a:pt x="173" y="64"/>
                    <a:pt x="141"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85" name="Google Shape;5085;p46"/>
            <p:cNvSpPr/>
            <p:nvPr/>
          </p:nvSpPr>
          <p:spPr>
            <a:xfrm>
              <a:off x="3483164" y="1488090"/>
              <a:ext cx="5565" cy="3053"/>
            </a:xfrm>
            <a:custGeom>
              <a:avLst/>
              <a:gdLst/>
              <a:ahLst/>
              <a:cxnLst/>
              <a:rect l="l" t="t" r="r" b="b"/>
              <a:pathLst>
                <a:path w="175" h="96" extrusionOk="0">
                  <a:moveTo>
                    <a:pt x="0" y="1"/>
                  </a:moveTo>
                  <a:lnTo>
                    <a:pt x="0" y="1"/>
                  </a:lnTo>
                  <a:cubicBezTo>
                    <a:pt x="0" y="48"/>
                    <a:pt x="32" y="95"/>
                    <a:pt x="80" y="95"/>
                  </a:cubicBezTo>
                  <a:lnTo>
                    <a:pt x="95" y="95"/>
                  </a:lnTo>
                  <a:cubicBezTo>
                    <a:pt x="126" y="95"/>
                    <a:pt x="158" y="80"/>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86" name="Google Shape;5086;p46"/>
            <p:cNvSpPr/>
            <p:nvPr/>
          </p:nvSpPr>
          <p:spPr>
            <a:xfrm>
              <a:off x="3476135" y="1521675"/>
              <a:ext cx="5565" cy="3530"/>
            </a:xfrm>
            <a:custGeom>
              <a:avLst/>
              <a:gdLst/>
              <a:ahLst/>
              <a:cxnLst/>
              <a:rect l="l" t="t" r="r" b="b"/>
              <a:pathLst>
                <a:path w="175" h="111" extrusionOk="0">
                  <a:moveTo>
                    <a:pt x="80" y="1"/>
                  </a:moveTo>
                  <a:cubicBezTo>
                    <a:pt x="32" y="1"/>
                    <a:pt x="1" y="32"/>
                    <a:pt x="1" y="64"/>
                  </a:cubicBezTo>
                  <a:lnTo>
                    <a:pt x="158" y="110"/>
                  </a:lnTo>
                  <a:cubicBezTo>
                    <a:pt x="175" y="64"/>
                    <a:pt x="143"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87" name="Google Shape;5087;p46"/>
            <p:cNvSpPr/>
            <p:nvPr/>
          </p:nvSpPr>
          <p:spPr>
            <a:xfrm>
              <a:off x="3501197" y="1491621"/>
              <a:ext cx="5565" cy="3530"/>
            </a:xfrm>
            <a:custGeom>
              <a:avLst/>
              <a:gdLst/>
              <a:ahLst/>
              <a:cxnLst/>
              <a:rect l="l" t="t" r="r" b="b"/>
              <a:pathLst>
                <a:path w="175" h="111" extrusionOk="0">
                  <a:moveTo>
                    <a:pt x="1" y="0"/>
                  </a:moveTo>
                  <a:cubicBezTo>
                    <a:pt x="1" y="47"/>
                    <a:pt x="17" y="95"/>
                    <a:pt x="64" y="110"/>
                  </a:cubicBezTo>
                  <a:lnTo>
                    <a:pt x="80" y="110"/>
                  </a:lnTo>
                  <a:cubicBezTo>
                    <a:pt x="127" y="110"/>
                    <a:pt x="158" y="79"/>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88" name="Google Shape;5088;p46"/>
            <p:cNvSpPr/>
            <p:nvPr/>
          </p:nvSpPr>
          <p:spPr>
            <a:xfrm>
              <a:off x="3497189" y="1507650"/>
              <a:ext cx="6042" cy="5057"/>
            </a:xfrm>
            <a:custGeom>
              <a:avLst/>
              <a:gdLst/>
              <a:ahLst/>
              <a:cxnLst/>
              <a:rect l="l" t="t" r="r" b="b"/>
              <a:pathLst>
                <a:path w="190" h="159" extrusionOk="0">
                  <a:moveTo>
                    <a:pt x="95" y="1"/>
                  </a:moveTo>
                  <a:cubicBezTo>
                    <a:pt x="64" y="1"/>
                    <a:pt x="17" y="16"/>
                    <a:pt x="17" y="64"/>
                  </a:cubicBezTo>
                  <a:cubicBezTo>
                    <a:pt x="1" y="110"/>
                    <a:pt x="32" y="158"/>
                    <a:pt x="80" y="158"/>
                  </a:cubicBezTo>
                  <a:lnTo>
                    <a:pt x="95" y="158"/>
                  </a:lnTo>
                  <a:cubicBezTo>
                    <a:pt x="143" y="158"/>
                    <a:pt x="174" y="142"/>
                    <a:pt x="174" y="95"/>
                  </a:cubicBezTo>
                  <a:cubicBezTo>
                    <a:pt x="190" y="47"/>
                    <a:pt x="158" y="1"/>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89" name="Google Shape;5089;p46"/>
            <p:cNvSpPr/>
            <p:nvPr/>
          </p:nvSpPr>
          <p:spPr>
            <a:xfrm>
              <a:off x="3479157" y="1503642"/>
              <a:ext cx="6042" cy="5534"/>
            </a:xfrm>
            <a:custGeom>
              <a:avLst/>
              <a:gdLst/>
              <a:ahLst/>
              <a:cxnLst/>
              <a:rect l="l" t="t" r="r" b="b"/>
              <a:pathLst>
                <a:path w="190" h="174" extrusionOk="0">
                  <a:moveTo>
                    <a:pt x="95" y="1"/>
                  </a:moveTo>
                  <a:cubicBezTo>
                    <a:pt x="63" y="1"/>
                    <a:pt x="32" y="32"/>
                    <a:pt x="17" y="79"/>
                  </a:cubicBezTo>
                  <a:cubicBezTo>
                    <a:pt x="0" y="127"/>
                    <a:pt x="32" y="158"/>
                    <a:pt x="80" y="173"/>
                  </a:cubicBezTo>
                  <a:lnTo>
                    <a:pt x="95" y="173"/>
                  </a:lnTo>
                  <a:cubicBezTo>
                    <a:pt x="143" y="173"/>
                    <a:pt x="174" y="142"/>
                    <a:pt x="189" y="110"/>
                  </a:cubicBezTo>
                  <a:cubicBezTo>
                    <a:pt x="189" y="64"/>
                    <a:pt x="158"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90" name="Google Shape;5090;p46"/>
            <p:cNvSpPr/>
            <p:nvPr/>
          </p:nvSpPr>
          <p:spPr>
            <a:xfrm>
              <a:off x="3494168" y="1525682"/>
              <a:ext cx="5565" cy="3053"/>
            </a:xfrm>
            <a:custGeom>
              <a:avLst/>
              <a:gdLst/>
              <a:ahLst/>
              <a:cxnLst/>
              <a:rect l="l" t="t" r="r" b="b"/>
              <a:pathLst>
                <a:path w="175" h="96" extrusionOk="0">
                  <a:moveTo>
                    <a:pt x="80" y="1"/>
                  </a:moveTo>
                  <a:cubicBezTo>
                    <a:pt x="32" y="1"/>
                    <a:pt x="1" y="16"/>
                    <a:pt x="1" y="64"/>
                  </a:cubicBezTo>
                  <a:lnTo>
                    <a:pt x="159" y="95"/>
                  </a:lnTo>
                  <a:cubicBezTo>
                    <a:pt x="175" y="47"/>
                    <a:pt x="143" y="1"/>
                    <a:pt x="96"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91" name="Google Shape;5091;p46"/>
            <p:cNvSpPr/>
            <p:nvPr/>
          </p:nvSpPr>
          <p:spPr>
            <a:xfrm>
              <a:off x="3490701" y="1452025"/>
              <a:ext cx="5502" cy="3562"/>
            </a:xfrm>
            <a:custGeom>
              <a:avLst/>
              <a:gdLst/>
              <a:ahLst/>
              <a:cxnLst/>
              <a:rect l="l" t="t" r="r" b="b"/>
              <a:pathLst>
                <a:path w="173" h="112" extrusionOk="0">
                  <a:moveTo>
                    <a:pt x="0" y="0"/>
                  </a:moveTo>
                  <a:cubicBezTo>
                    <a:pt x="0" y="48"/>
                    <a:pt x="15" y="95"/>
                    <a:pt x="63" y="111"/>
                  </a:cubicBezTo>
                  <a:lnTo>
                    <a:pt x="78" y="111"/>
                  </a:lnTo>
                  <a:cubicBezTo>
                    <a:pt x="126" y="111"/>
                    <a:pt x="158" y="80"/>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92" name="Google Shape;5092;p46"/>
            <p:cNvSpPr/>
            <p:nvPr/>
          </p:nvSpPr>
          <p:spPr>
            <a:xfrm>
              <a:off x="3483164" y="1486087"/>
              <a:ext cx="6042" cy="3053"/>
            </a:xfrm>
            <a:custGeom>
              <a:avLst/>
              <a:gdLst/>
              <a:ahLst/>
              <a:cxnLst/>
              <a:rect l="l" t="t" r="r" b="b"/>
              <a:pathLst>
                <a:path w="190" h="96" extrusionOk="0">
                  <a:moveTo>
                    <a:pt x="95" y="0"/>
                  </a:moveTo>
                  <a:cubicBezTo>
                    <a:pt x="48" y="0"/>
                    <a:pt x="17" y="17"/>
                    <a:pt x="0" y="64"/>
                  </a:cubicBezTo>
                  <a:lnTo>
                    <a:pt x="174" y="95"/>
                  </a:lnTo>
                  <a:cubicBezTo>
                    <a:pt x="189" y="48"/>
                    <a:pt x="158" y="0"/>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93" name="Google Shape;5093;p46"/>
            <p:cNvSpPr/>
            <p:nvPr/>
          </p:nvSpPr>
          <p:spPr>
            <a:xfrm>
              <a:off x="3508225" y="1456032"/>
              <a:ext cx="5565" cy="3021"/>
            </a:xfrm>
            <a:custGeom>
              <a:avLst/>
              <a:gdLst/>
              <a:ahLst/>
              <a:cxnLst/>
              <a:rect l="l" t="t" r="r" b="b"/>
              <a:pathLst>
                <a:path w="175" h="95" extrusionOk="0">
                  <a:moveTo>
                    <a:pt x="17" y="0"/>
                  </a:moveTo>
                  <a:lnTo>
                    <a:pt x="17" y="0"/>
                  </a:lnTo>
                  <a:cubicBezTo>
                    <a:pt x="0" y="48"/>
                    <a:pt x="32" y="80"/>
                    <a:pt x="80" y="95"/>
                  </a:cubicBezTo>
                  <a:lnTo>
                    <a:pt x="95" y="95"/>
                  </a:lnTo>
                  <a:cubicBezTo>
                    <a:pt x="143" y="95"/>
                    <a:pt x="174" y="63"/>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94" name="Google Shape;5094;p46"/>
            <p:cNvSpPr/>
            <p:nvPr/>
          </p:nvSpPr>
          <p:spPr>
            <a:xfrm>
              <a:off x="3504727" y="1471584"/>
              <a:ext cx="6042" cy="5502"/>
            </a:xfrm>
            <a:custGeom>
              <a:avLst/>
              <a:gdLst/>
              <a:ahLst/>
              <a:cxnLst/>
              <a:rect l="l" t="t" r="r" b="b"/>
              <a:pathLst>
                <a:path w="190" h="173" extrusionOk="0">
                  <a:moveTo>
                    <a:pt x="95" y="0"/>
                  </a:moveTo>
                  <a:cubicBezTo>
                    <a:pt x="47" y="0"/>
                    <a:pt x="16" y="32"/>
                    <a:pt x="16" y="63"/>
                  </a:cubicBezTo>
                  <a:cubicBezTo>
                    <a:pt x="0" y="110"/>
                    <a:pt x="32" y="158"/>
                    <a:pt x="79" y="173"/>
                  </a:cubicBezTo>
                  <a:lnTo>
                    <a:pt x="95" y="173"/>
                  </a:lnTo>
                  <a:cubicBezTo>
                    <a:pt x="127" y="173"/>
                    <a:pt x="173" y="141"/>
                    <a:pt x="173" y="110"/>
                  </a:cubicBezTo>
                  <a:cubicBezTo>
                    <a:pt x="190" y="63"/>
                    <a:pt x="158" y="15"/>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95" name="Google Shape;5095;p46"/>
            <p:cNvSpPr/>
            <p:nvPr/>
          </p:nvSpPr>
          <p:spPr>
            <a:xfrm>
              <a:off x="3486694" y="1468054"/>
              <a:ext cx="6042" cy="5565"/>
            </a:xfrm>
            <a:custGeom>
              <a:avLst/>
              <a:gdLst/>
              <a:ahLst/>
              <a:cxnLst/>
              <a:rect l="l" t="t" r="r" b="b"/>
              <a:pathLst>
                <a:path w="190" h="175" extrusionOk="0">
                  <a:moveTo>
                    <a:pt x="95" y="0"/>
                  </a:moveTo>
                  <a:cubicBezTo>
                    <a:pt x="47" y="0"/>
                    <a:pt x="15" y="32"/>
                    <a:pt x="15" y="63"/>
                  </a:cubicBezTo>
                  <a:cubicBezTo>
                    <a:pt x="0" y="111"/>
                    <a:pt x="32" y="158"/>
                    <a:pt x="78" y="158"/>
                  </a:cubicBezTo>
                  <a:lnTo>
                    <a:pt x="95" y="174"/>
                  </a:lnTo>
                  <a:cubicBezTo>
                    <a:pt x="141" y="174"/>
                    <a:pt x="173" y="143"/>
                    <a:pt x="173" y="95"/>
                  </a:cubicBezTo>
                  <a:cubicBezTo>
                    <a:pt x="189" y="48"/>
                    <a:pt x="158" y="0"/>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96" name="Google Shape;5096;p46"/>
            <p:cNvSpPr/>
            <p:nvPr/>
          </p:nvSpPr>
          <p:spPr>
            <a:xfrm>
              <a:off x="3501197" y="1489617"/>
              <a:ext cx="5565" cy="3021"/>
            </a:xfrm>
            <a:custGeom>
              <a:avLst/>
              <a:gdLst/>
              <a:ahLst/>
              <a:cxnLst/>
              <a:rect l="l" t="t" r="r" b="b"/>
              <a:pathLst>
                <a:path w="175" h="95" extrusionOk="0">
                  <a:moveTo>
                    <a:pt x="80" y="0"/>
                  </a:moveTo>
                  <a:cubicBezTo>
                    <a:pt x="48" y="0"/>
                    <a:pt x="17" y="32"/>
                    <a:pt x="1" y="63"/>
                  </a:cubicBezTo>
                  <a:lnTo>
                    <a:pt x="1" y="63"/>
                  </a:lnTo>
                  <a:lnTo>
                    <a:pt x="174" y="95"/>
                  </a:lnTo>
                  <a:lnTo>
                    <a:pt x="174" y="95"/>
                  </a:lnTo>
                  <a:cubicBezTo>
                    <a:pt x="174" y="47"/>
                    <a:pt x="143" y="16"/>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97" name="Google Shape;5097;p46"/>
            <p:cNvSpPr/>
            <p:nvPr/>
          </p:nvSpPr>
          <p:spPr>
            <a:xfrm>
              <a:off x="3490701" y="1450021"/>
              <a:ext cx="5502" cy="3021"/>
            </a:xfrm>
            <a:custGeom>
              <a:avLst/>
              <a:gdLst/>
              <a:ahLst/>
              <a:cxnLst/>
              <a:rect l="l" t="t" r="r" b="b"/>
              <a:pathLst>
                <a:path w="173" h="95" extrusionOk="0">
                  <a:moveTo>
                    <a:pt x="78" y="0"/>
                  </a:moveTo>
                  <a:cubicBezTo>
                    <a:pt x="47" y="0"/>
                    <a:pt x="15" y="32"/>
                    <a:pt x="0" y="63"/>
                  </a:cubicBezTo>
                  <a:lnTo>
                    <a:pt x="0" y="63"/>
                  </a:lnTo>
                  <a:lnTo>
                    <a:pt x="173" y="95"/>
                  </a:lnTo>
                  <a:lnTo>
                    <a:pt x="173" y="95"/>
                  </a:lnTo>
                  <a:cubicBezTo>
                    <a:pt x="173" y="63"/>
                    <a:pt x="141"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98" name="Google Shape;5098;p46"/>
            <p:cNvSpPr/>
            <p:nvPr/>
          </p:nvSpPr>
          <p:spPr>
            <a:xfrm>
              <a:off x="3515763" y="1419935"/>
              <a:ext cx="5502" cy="3053"/>
            </a:xfrm>
            <a:custGeom>
              <a:avLst/>
              <a:gdLst/>
              <a:ahLst/>
              <a:cxnLst/>
              <a:rect l="l" t="t" r="r" b="b"/>
              <a:pathLst>
                <a:path w="173" h="96" extrusionOk="0">
                  <a:moveTo>
                    <a:pt x="15" y="1"/>
                  </a:moveTo>
                  <a:cubicBezTo>
                    <a:pt x="0" y="49"/>
                    <a:pt x="32" y="95"/>
                    <a:pt x="78" y="95"/>
                  </a:cubicBezTo>
                  <a:lnTo>
                    <a:pt x="95" y="95"/>
                  </a:lnTo>
                  <a:cubicBezTo>
                    <a:pt x="126" y="95"/>
                    <a:pt x="173" y="80"/>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099" name="Google Shape;5099;p46"/>
            <p:cNvSpPr/>
            <p:nvPr/>
          </p:nvSpPr>
          <p:spPr>
            <a:xfrm>
              <a:off x="3512233" y="1435964"/>
              <a:ext cx="5565" cy="5057"/>
            </a:xfrm>
            <a:custGeom>
              <a:avLst/>
              <a:gdLst/>
              <a:ahLst/>
              <a:cxnLst/>
              <a:rect l="l" t="t" r="r" b="b"/>
              <a:pathLst>
                <a:path w="175" h="159" extrusionOk="0">
                  <a:moveTo>
                    <a:pt x="95" y="1"/>
                  </a:moveTo>
                  <a:cubicBezTo>
                    <a:pt x="48" y="1"/>
                    <a:pt x="17" y="17"/>
                    <a:pt x="0" y="64"/>
                  </a:cubicBezTo>
                  <a:cubicBezTo>
                    <a:pt x="0" y="112"/>
                    <a:pt x="32" y="158"/>
                    <a:pt x="63" y="158"/>
                  </a:cubicBezTo>
                  <a:lnTo>
                    <a:pt x="95" y="158"/>
                  </a:lnTo>
                  <a:cubicBezTo>
                    <a:pt x="126" y="158"/>
                    <a:pt x="158" y="143"/>
                    <a:pt x="174" y="95"/>
                  </a:cubicBezTo>
                  <a:cubicBezTo>
                    <a:pt x="174" y="49"/>
                    <a:pt x="158" y="1"/>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00" name="Google Shape;5100;p46"/>
            <p:cNvSpPr/>
            <p:nvPr/>
          </p:nvSpPr>
          <p:spPr>
            <a:xfrm>
              <a:off x="3494709" y="1432497"/>
              <a:ext cx="4516" cy="5025"/>
            </a:xfrm>
            <a:custGeom>
              <a:avLst/>
              <a:gdLst/>
              <a:ahLst/>
              <a:cxnLst/>
              <a:rect l="l" t="t" r="r" b="b"/>
              <a:pathLst>
                <a:path w="142" h="158" extrusionOk="0">
                  <a:moveTo>
                    <a:pt x="110" y="0"/>
                  </a:moveTo>
                  <a:lnTo>
                    <a:pt x="95" y="0"/>
                  </a:lnTo>
                  <a:cubicBezTo>
                    <a:pt x="32" y="47"/>
                    <a:pt x="47" y="78"/>
                    <a:pt x="32" y="126"/>
                  </a:cubicBezTo>
                  <a:lnTo>
                    <a:pt x="0" y="126"/>
                  </a:lnTo>
                  <a:cubicBezTo>
                    <a:pt x="15" y="141"/>
                    <a:pt x="32" y="141"/>
                    <a:pt x="47" y="158"/>
                  </a:cubicBezTo>
                  <a:cubicBezTo>
                    <a:pt x="63" y="110"/>
                    <a:pt x="47" y="78"/>
                    <a:pt x="110" y="47"/>
                  </a:cubicBezTo>
                  <a:cubicBezTo>
                    <a:pt x="126" y="47"/>
                    <a:pt x="126" y="32"/>
                    <a:pt x="142" y="32"/>
                  </a:cubicBezTo>
                  <a:cubicBezTo>
                    <a:pt x="142" y="15"/>
                    <a:pt x="126" y="0"/>
                    <a:pt x="110"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01" name="Google Shape;5101;p46"/>
            <p:cNvSpPr/>
            <p:nvPr/>
          </p:nvSpPr>
          <p:spPr>
            <a:xfrm>
              <a:off x="3496203" y="1433483"/>
              <a:ext cx="3530" cy="4039"/>
            </a:xfrm>
            <a:custGeom>
              <a:avLst/>
              <a:gdLst/>
              <a:ahLst/>
              <a:cxnLst/>
              <a:rect l="l" t="t" r="r" b="b"/>
              <a:pathLst>
                <a:path w="111" h="127" extrusionOk="0">
                  <a:moveTo>
                    <a:pt x="95" y="1"/>
                  </a:moveTo>
                  <a:cubicBezTo>
                    <a:pt x="79" y="1"/>
                    <a:pt x="79" y="16"/>
                    <a:pt x="63" y="16"/>
                  </a:cubicBezTo>
                  <a:cubicBezTo>
                    <a:pt x="0" y="47"/>
                    <a:pt x="16" y="79"/>
                    <a:pt x="0" y="127"/>
                  </a:cubicBezTo>
                  <a:lnTo>
                    <a:pt x="16" y="127"/>
                  </a:lnTo>
                  <a:lnTo>
                    <a:pt x="32" y="127"/>
                  </a:lnTo>
                  <a:cubicBezTo>
                    <a:pt x="63" y="127"/>
                    <a:pt x="95" y="95"/>
                    <a:pt x="111" y="64"/>
                  </a:cubicBezTo>
                  <a:cubicBezTo>
                    <a:pt x="111" y="32"/>
                    <a:pt x="111"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02" name="Google Shape;5102;p46"/>
            <p:cNvSpPr/>
            <p:nvPr/>
          </p:nvSpPr>
          <p:spPr>
            <a:xfrm>
              <a:off x="3508734" y="1453520"/>
              <a:ext cx="5534" cy="3530"/>
            </a:xfrm>
            <a:custGeom>
              <a:avLst/>
              <a:gdLst/>
              <a:ahLst/>
              <a:cxnLst/>
              <a:rect l="l" t="t" r="r" b="b"/>
              <a:pathLst>
                <a:path w="174" h="111" extrusionOk="0">
                  <a:moveTo>
                    <a:pt x="79" y="1"/>
                  </a:moveTo>
                  <a:cubicBezTo>
                    <a:pt x="47" y="1"/>
                    <a:pt x="1" y="33"/>
                    <a:pt x="1" y="79"/>
                  </a:cubicBezTo>
                  <a:lnTo>
                    <a:pt x="158" y="111"/>
                  </a:lnTo>
                  <a:cubicBezTo>
                    <a:pt x="173" y="64"/>
                    <a:pt x="142"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03" name="Google Shape;5103;p46"/>
            <p:cNvSpPr/>
            <p:nvPr/>
          </p:nvSpPr>
          <p:spPr>
            <a:xfrm>
              <a:off x="3516749" y="1417931"/>
              <a:ext cx="3530" cy="1049"/>
            </a:xfrm>
            <a:custGeom>
              <a:avLst/>
              <a:gdLst/>
              <a:ahLst/>
              <a:cxnLst/>
              <a:rect l="l" t="t" r="r" b="b"/>
              <a:pathLst>
                <a:path w="111" h="33" extrusionOk="0">
                  <a:moveTo>
                    <a:pt x="32" y="1"/>
                  </a:moveTo>
                  <a:cubicBezTo>
                    <a:pt x="16" y="1"/>
                    <a:pt x="1" y="17"/>
                    <a:pt x="1" y="32"/>
                  </a:cubicBezTo>
                  <a:lnTo>
                    <a:pt x="1" y="32"/>
                  </a:lnTo>
                  <a:lnTo>
                    <a:pt x="32" y="32"/>
                  </a:lnTo>
                  <a:cubicBezTo>
                    <a:pt x="47" y="32"/>
                    <a:pt x="79" y="32"/>
                    <a:pt x="95" y="17"/>
                  </a:cubicBezTo>
                  <a:lnTo>
                    <a:pt x="110" y="17"/>
                  </a:lnTo>
                  <a:lnTo>
                    <a:pt x="95" y="1"/>
                  </a:lnTo>
                  <a:lnTo>
                    <a:pt x="95" y="1"/>
                  </a:lnTo>
                  <a:lnTo>
                    <a:pt x="79" y="1"/>
                  </a:lnTo>
                  <a:close/>
                </a:path>
              </a:pathLst>
            </a:custGeom>
            <a:solidFill>
              <a:srgbClr val="DEE9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04" name="Google Shape;5104;p46"/>
            <p:cNvSpPr/>
            <p:nvPr/>
          </p:nvSpPr>
          <p:spPr>
            <a:xfrm>
              <a:off x="3517766" y="1418472"/>
              <a:ext cx="3021" cy="1018"/>
            </a:xfrm>
            <a:custGeom>
              <a:avLst/>
              <a:gdLst/>
              <a:ahLst/>
              <a:cxnLst/>
              <a:rect l="l" t="t" r="r" b="b"/>
              <a:pathLst>
                <a:path w="95" h="32" extrusionOk="0">
                  <a:moveTo>
                    <a:pt x="78" y="0"/>
                  </a:moveTo>
                  <a:lnTo>
                    <a:pt x="63" y="0"/>
                  </a:lnTo>
                  <a:cubicBezTo>
                    <a:pt x="47" y="15"/>
                    <a:pt x="15" y="15"/>
                    <a:pt x="0" y="15"/>
                  </a:cubicBezTo>
                  <a:lnTo>
                    <a:pt x="15" y="15"/>
                  </a:lnTo>
                  <a:cubicBezTo>
                    <a:pt x="32" y="32"/>
                    <a:pt x="63" y="32"/>
                    <a:pt x="63" y="32"/>
                  </a:cubicBezTo>
                  <a:lnTo>
                    <a:pt x="78" y="32"/>
                  </a:lnTo>
                  <a:cubicBezTo>
                    <a:pt x="95" y="32"/>
                    <a:pt x="95" y="15"/>
                    <a:pt x="95" y="15"/>
                  </a:cubicBezTo>
                  <a:cubicBezTo>
                    <a:pt x="95" y="15"/>
                    <a:pt x="95" y="0"/>
                    <a:pt x="78"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05" name="Google Shape;5105;p46"/>
            <p:cNvSpPr/>
            <p:nvPr/>
          </p:nvSpPr>
          <p:spPr>
            <a:xfrm>
              <a:off x="3516240" y="1418949"/>
              <a:ext cx="1558" cy="541"/>
            </a:xfrm>
            <a:custGeom>
              <a:avLst/>
              <a:gdLst/>
              <a:ahLst/>
              <a:cxnLst/>
              <a:rect l="l" t="t" r="r" b="b"/>
              <a:pathLst>
                <a:path w="49" h="17" extrusionOk="0">
                  <a:moveTo>
                    <a:pt x="17" y="0"/>
                  </a:moveTo>
                  <a:lnTo>
                    <a:pt x="17" y="0"/>
                  </a:lnTo>
                  <a:cubicBezTo>
                    <a:pt x="0" y="0"/>
                    <a:pt x="0" y="17"/>
                    <a:pt x="0" y="17"/>
                  </a:cubicBezTo>
                  <a:lnTo>
                    <a:pt x="17" y="17"/>
                  </a:lnTo>
                  <a:cubicBezTo>
                    <a:pt x="17" y="0"/>
                    <a:pt x="32" y="0"/>
                    <a:pt x="48" y="0"/>
                  </a:cubicBezTo>
                  <a:close/>
                </a:path>
              </a:pathLst>
            </a:custGeom>
            <a:solidFill>
              <a:srgbClr val="DED9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06" name="Google Shape;5106;p46"/>
            <p:cNvSpPr/>
            <p:nvPr/>
          </p:nvSpPr>
          <p:spPr>
            <a:xfrm>
              <a:off x="3516240" y="1418949"/>
              <a:ext cx="5025" cy="2035"/>
            </a:xfrm>
            <a:custGeom>
              <a:avLst/>
              <a:gdLst/>
              <a:ahLst/>
              <a:cxnLst/>
              <a:rect l="l" t="t" r="r" b="b"/>
              <a:pathLst>
                <a:path w="158" h="64" extrusionOk="0">
                  <a:moveTo>
                    <a:pt x="48" y="0"/>
                  </a:moveTo>
                  <a:cubicBezTo>
                    <a:pt x="32" y="0"/>
                    <a:pt x="17" y="0"/>
                    <a:pt x="17" y="17"/>
                  </a:cubicBezTo>
                  <a:lnTo>
                    <a:pt x="0" y="17"/>
                  </a:lnTo>
                  <a:lnTo>
                    <a:pt x="0" y="32"/>
                  </a:lnTo>
                  <a:lnTo>
                    <a:pt x="0" y="32"/>
                  </a:lnTo>
                  <a:lnTo>
                    <a:pt x="158" y="63"/>
                  </a:lnTo>
                  <a:lnTo>
                    <a:pt x="158" y="63"/>
                  </a:lnTo>
                  <a:cubicBezTo>
                    <a:pt x="158" y="48"/>
                    <a:pt x="158" y="17"/>
                    <a:pt x="143" y="0"/>
                  </a:cubicBezTo>
                  <a:cubicBezTo>
                    <a:pt x="143" y="0"/>
                    <a:pt x="143" y="17"/>
                    <a:pt x="126" y="17"/>
                  </a:cubicBezTo>
                  <a:lnTo>
                    <a:pt x="111" y="17"/>
                  </a:lnTo>
                  <a:cubicBezTo>
                    <a:pt x="111" y="17"/>
                    <a:pt x="80" y="17"/>
                    <a:pt x="63"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07" name="Google Shape;5107;p46"/>
            <p:cNvSpPr/>
            <p:nvPr/>
          </p:nvSpPr>
          <p:spPr>
            <a:xfrm>
              <a:off x="3496712" y="1602870"/>
              <a:ext cx="6042" cy="3498"/>
            </a:xfrm>
            <a:custGeom>
              <a:avLst/>
              <a:gdLst/>
              <a:ahLst/>
              <a:cxnLst/>
              <a:rect l="l" t="t" r="r" b="b"/>
              <a:pathLst>
                <a:path w="190" h="110" extrusionOk="0">
                  <a:moveTo>
                    <a:pt x="16" y="0"/>
                  </a:moveTo>
                  <a:cubicBezTo>
                    <a:pt x="0" y="47"/>
                    <a:pt x="32" y="95"/>
                    <a:pt x="79" y="110"/>
                  </a:cubicBezTo>
                  <a:lnTo>
                    <a:pt x="95" y="110"/>
                  </a:lnTo>
                  <a:cubicBezTo>
                    <a:pt x="142" y="110"/>
                    <a:pt x="173" y="78"/>
                    <a:pt x="189"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08" name="Google Shape;5108;p46"/>
            <p:cNvSpPr/>
            <p:nvPr/>
          </p:nvSpPr>
          <p:spPr>
            <a:xfrm>
              <a:off x="3490701" y="1636932"/>
              <a:ext cx="3498" cy="1049"/>
            </a:xfrm>
            <a:custGeom>
              <a:avLst/>
              <a:gdLst/>
              <a:ahLst/>
              <a:cxnLst/>
              <a:rect l="l" t="t" r="r" b="b"/>
              <a:pathLst>
                <a:path w="110" h="33" extrusionOk="0">
                  <a:moveTo>
                    <a:pt x="63" y="1"/>
                  </a:moveTo>
                  <a:cubicBezTo>
                    <a:pt x="32" y="1"/>
                    <a:pt x="15" y="1"/>
                    <a:pt x="0" y="16"/>
                  </a:cubicBezTo>
                  <a:cubicBezTo>
                    <a:pt x="32" y="16"/>
                    <a:pt x="47" y="32"/>
                    <a:pt x="63" y="32"/>
                  </a:cubicBezTo>
                  <a:cubicBezTo>
                    <a:pt x="78" y="32"/>
                    <a:pt x="95" y="32"/>
                    <a:pt x="110" y="16"/>
                  </a:cubicBezTo>
                  <a:cubicBezTo>
                    <a:pt x="110" y="1"/>
                    <a:pt x="95" y="1"/>
                    <a:pt x="78"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09" name="Google Shape;5109;p46"/>
            <p:cNvSpPr/>
            <p:nvPr/>
          </p:nvSpPr>
          <p:spPr>
            <a:xfrm>
              <a:off x="3514745" y="1606877"/>
              <a:ext cx="5534" cy="3021"/>
            </a:xfrm>
            <a:custGeom>
              <a:avLst/>
              <a:gdLst/>
              <a:ahLst/>
              <a:cxnLst/>
              <a:rect l="l" t="t" r="r" b="b"/>
              <a:pathLst>
                <a:path w="174" h="95" extrusionOk="0">
                  <a:moveTo>
                    <a:pt x="16" y="0"/>
                  </a:moveTo>
                  <a:lnTo>
                    <a:pt x="16" y="0"/>
                  </a:lnTo>
                  <a:cubicBezTo>
                    <a:pt x="1" y="47"/>
                    <a:pt x="32" y="78"/>
                    <a:pt x="79" y="95"/>
                  </a:cubicBezTo>
                  <a:lnTo>
                    <a:pt x="95" y="95"/>
                  </a:lnTo>
                  <a:cubicBezTo>
                    <a:pt x="142" y="95"/>
                    <a:pt x="173" y="63"/>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10" name="Google Shape;5110;p46"/>
            <p:cNvSpPr/>
            <p:nvPr/>
          </p:nvSpPr>
          <p:spPr>
            <a:xfrm>
              <a:off x="3511215" y="1622398"/>
              <a:ext cx="6042" cy="5534"/>
            </a:xfrm>
            <a:custGeom>
              <a:avLst/>
              <a:gdLst/>
              <a:ahLst/>
              <a:cxnLst/>
              <a:rect l="l" t="t" r="r" b="b"/>
              <a:pathLst>
                <a:path w="190" h="174" extrusionOk="0">
                  <a:moveTo>
                    <a:pt x="95" y="0"/>
                  </a:moveTo>
                  <a:cubicBezTo>
                    <a:pt x="49" y="0"/>
                    <a:pt x="17" y="32"/>
                    <a:pt x="1" y="63"/>
                  </a:cubicBezTo>
                  <a:cubicBezTo>
                    <a:pt x="1" y="111"/>
                    <a:pt x="32" y="158"/>
                    <a:pt x="80" y="174"/>
                  </a:cubicBezTo>
                  <a:lnTo>
                    <a:pt x="95" y="174"/>
                  </a:lnTo>
                  <a:cubicBezTo>
                    <a:pt x="127" y="174"/>
                    <a:pt x="158" y="142"/>
                    <a:pt x="175" y="111"/>
                  </a:cubicBezTo>
                  <a:cubicBezTo>
                    <a:pt x="190" y="63"/>
                    <a:pt x="158" y="16"/>
                    <a:pt x="112"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11" name="Google Shape;5111;p46"/>
            <p:cNvSpPr/>
            <p:nvPr/>
          </p:nvSpPr>
          <p:spPr>
            <a:xfrm>
              <a:off x="3493182" y="1618899"/>
              <a:ext cx="6042" cy="5534"/>
            </a:xfrm>
            <a:custGeom>
              <a:avLst/>
              <a:gdLst/>
              <a:ahLst/>
              <a:cxnLst/>
              <a:rect l="l" t="t" r="r" b="b"/>
              <a:pathLst>
                <a:path w="190" h="174" extrusionOk="0">
                  <a:moveTo>
                    <a:pt x="95" y="0"/>
                  </a:moveTo>
                  <a:cubicBezTo>
                    <a:pt x="48" y="0"/>
                    <a:pt x="17" y="32"/>
                    <a:pt x="17" y="63"/>
                  </a:cubicBezTo>
                  <a:cubicBezTo>
                    <a:pt x="0" y="110"/>
                    <a:pt x="32" y="158"/>
                    <a:pt x="80" y="158"/>
                  </a:cubicBezTo>
                  <a:cubicBezTo>
                    <a:pt x="80" y="173"/>
                    <a:pt x="95" y="173"/>
                    <a:pt x="95" y="173"/>
                  </a:cubicBezTo>
                  <a:cubicBezTo>
                    <a:pt x="127" y="173"/>
                    <a:pt x="174" y="142"/>
                    <a:pt x="174" y="95"/>
                  </a:cubicBezTo>
                  <a:cubicBezTo>
                    <a:pt x="190" y="47"/>
                    <a:pt x="158"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12" name="Google Shape;5112;p46"/>
            <p:cNvSpPr/>
            <p:nvPr/>
          </p:nvSpPr>
          <p:spPr>
            <a:xfrm>
              <a:off x="3508225" y="1640430"/>
              <a:ext cx="5025" cy="2035"/>
            </a:xfrm>
            <a:custGeom>
              <a:avLst/>
              <a:gdLst/>
              <a:ahLst/>
              <a:cxnLst/>
              <a:rect l="l" t="t" r="r" b="b"/>
              <a:pathLst>
                <a:path w="158" h="64" extrusionOk="0">
                  <a:moveTo>
                    <a:pt x="63" y="0"/>
                  </a:moveTo>
                  <a:cubicBezTo>
                    <a:pt x="48" y="0"/>
                    <a:pt x="17" y="17"/>
                    <a:pt x="0" y="32"/>
                  </a:cubicBezTo>
                  <a:cubicBezTo>
                    <a:pt x="32" y="48"/>
                    <a:pt x="63" y="48"/>
                    <a:pt x="80" y="63"/>
                  </a:cubicBezTo>
                  <a:lnTo>
                    <a:pt x="126" y="63"/>
                  </a:lnTo>
                  <a:lnTo>
                    <a:pt x="158" y="63"/>
                  </a:lnTo>
                  <a:cubicBezTo>
                    <a:pt x="143" y="32"/>
                    <a:pt x="126" y="17"/>
                    <a:pt x="8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13" name="Google Shape;5113;p46"/>
            <p:cNvSpPr/>
            <p:nvPr/>
          </p:nvSpPr>
          <p:spPr>
            <a:xfrm>
              <a:off x="3504218" y="1567250"/>
              <a:ext cx="5565" cy="3053"/>
            </a:xfrm>
            <a:custGeom>
              <a:avLst/>
              <a:gdLst/>
              <a:ahLst/>
              <a:cxnLst/>
              <a:rect l="l" t="t" r="r" b="b"/>
              <a:pathLst>
                <a:path w="175" h="96" extrusionOk="0">
                  <a:moveTo>
                    <a:pt x="16" y="1"/>
                  </a:moveTo>
                  <a:lnTo>
                    <a:pt x="16" y="1"/>
                  </a:lnTo>
                  <a:cubicBezTo>
                    <a:pt x="0" y="49"/>
                    <a:pt x="32" y="80"/>
                    <a:pt x="79" y="95"/>
                  </a:cubicBezTo>
                  <a:lnTo>
                    <a:pt x="95" y="95"/>
                  </a:lnTo>
                  <a:cubicBezTo>
                    <a:pt x="126" y="95"/>
                    <a:pt x="174" y="64"/>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14" name="Google Shape;5114;p46"/>
            <p:cNvSpPr/>
            <p:nvPr/>
          </p:nvSpPr>
          <p:spPr>
            <a:xfrm>
              <a:off x="3497189" y="1600866"/>
              <a:ext cx="5565" cy="3021"/>
            </a:xfrm>
            <a:custGeom>
              <a:avLst/>
              <a:gdLst/>
              <a:ahLst/>
              <a:cxnLst/>
              <a:rect l="l" t="t" r="r" b="b"/>
              <a:pathLst>
                <a:path w="175" h="95" extrusionOk="0">
                  <a:moveTo>
                    <a:pt x="80" y="0"/>
                  </a:moveTo>
                  <a:cubicBezTo>
                    <a:pt x="48" y="0"/>
                    <a:pt x="17" y="32"/>
                    <a:pt x="1" y="63"/>
                  </a:cubicBezTo>
                  <a:lnTo>
                    <a:pt x="1" y="63"/>
                  </a:lnTo>
                  <a:lnTo>
                    <a:pt x="174" y="95"/>
                  </a:lnTo>
                  <a:lnTo>
                    <a:pt x="174" y="95"/>
                  </a:lnTo>
                  <a:cubicBezTo>
                    <a:pt x="174" y="63"/>
                    <a:pt x="143"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15" name="Google Shape;5115;p46"/>
            <p:cNvSpPr/>
            <p:nvPr/>
          </p:nvSpPr>
          <p:spPr>
            <a:xfrm>
              <a:off x="3522251" y="1570780"/>
              <a:ext cx="5565" cy="3530"/>
            </a:xfrm>
            <a:custGeom>
              <a:avLst/>
              <a:gdLst/>
              <a:ahLst/>
              <a:cxnLst/>
              <a:rect l="l" t="t" r="r" b="b"/>
              <a:pathLst>
                <a:path w="175" h="111" extrusionOk="0">
                  <a:moveTo>
                    <a:pt x="0" y="1"/>
                  </a:moveTo>
                  <a:lnTo>
                    <a:pt x="0" y="1"/>
                  </a:lnTo>
                  <a:cubicBezTo>
                    <a:pt x="0" y="47"/>
                    <a:pt x="32" y="95"/>
                    <a:pt x="80" y="95"/>
                  </a:cubicBezTo>
                  <a:cubicBezTo>
                    <a:pt x="80" y="95"/>
                    <a:pt x="80" y="110"/>
                    <a:pt x="95" y="110"/>
                  </a:cubicBezTo>
                  <a:cubicBezTo>
                    <a:pt x="126" y="110"/>
                    <a:pt x="158" y="79"/>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16" name="Google Shape;5116;p46"/>
            <p:cNvSpPr/>
            <p:nvPr/>
          </p:nvSpPr>
          <p:spPr>
            <a:xfrm>
              <a:off x="3518752" y="1586809"/>
              <a:ext cx="5534" cy="5057"/>
            </a:xfrm>
            <a:custGeom>
              <a:avLst/>
              <a:gdLst/>
              <a:ahLst/>
              <a:cxnLst/>
              <a:rect l="l" t="t" r="r" b="b"/>
              <a:pathLst>
                <a:path w="174" h="159" extrusionOk="0">
                  <a:moveTo>
                    <a:pt x="79" y="1"/>
                  </a:moveTo>
                  <a:cubicBezTo>
                    <a:pt x="47" y="1"/>
                    <a:pt x="16" y="16"/>
                    <a:pt x="1" y="64"/>
                  </a:cubicBezTo>
                  <a:cubicBezTo>
                    <a:pt x="1" y="111"/>
                    <a:pt x="16" y="159"/>
                    <a:pt x="64" y="159"/>
                  </a:cubicBezTo>
                  <a:lnTo>
                    <a:pt x="79" y="159"/>
                  </a:lnTo>
                  <a:cubicBezTo>
                    <a:pt x="127" y="159"/>
                    <a:pt x="158" y="142"/>
                    <a:pt x="173" y="96"/>
                  </a:cubicBezTo>
                  <a:cubicBezTo>
                    <a:pt x="173" y="48"/>
                    <a:pt x="142"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17" name="Google Shape;5117;p46"/>
            <p:cNvSpPr/>
            <p:nvPr/>
          </p:nvSpPr>
          <p:spPr>
            <a:xfrm>
              <a:off x="3500720" y="1582802"/>
              <a:ext cx="5534" cy="5534"/>
            </a:xfrm>
            <a:custGeom>
              <a:avLst/>
              <a:gdLst/>
              <a:ahLst/>
              <a:cxnLst/>
              <a:rect l="l" t="t" r="r" b="b"/>
              <a:pathLst>
                <a:path w="174" h="174" extrusionOk="0">
                  <a:moveTo>
                    <a:pt x="95" y="1"/>
                  </a:moveTo>
                  <a:cubicBezTo>
                    <a:pt x="47" y="1"/>
                    <a:pt x="16" y="32"/>
                    <a:pt x="0" y="79"/>
                  </a:cubicBezTo>
                  <a:cubicBezTo>
                    <a:pt x="0" y="111"/>
                    <a:pt x="32" y="159"/>
                    <a:pt x="63" y="174"/>
                  </a:cubicBezTo>
                  <a:lnTo>
                    <a:pt x="95" y="174"/>
                  </a:lnTo>
                  <a:cubicBezTo>
                    <a:pt x="126" y="174"/>
                    <a:pt x="158" y="142"/>
                    <a:pt x="173" y="111"/>
                  </a:cubicBezTo>
                  <a:cubicBezTo>
                    <a:pt x="173" y="64"/>
                    <a:pt x="158" y="16"/>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18" name="Google Shape;5118;p46"/>
            <p:cNvSpPr/>
            <p:nvPr/>
          </p:nvSpPr>
          <p:spPr>
            <a:xfrm>
              <a:off x="3515222" y="1604333"/>
              <a:ext cx="5565" cy="3562"/>
            </a:xfrm>
            <a:custGeom>
              <a:avLst/>
              <a:gdLst/>
              <a:ahLst/>
              <a:cxnLst/>
              <a:rect l="l" t="t" r="r" b="b"/>
              <a:pathLst>
                <a:path w="175" h="112" extrusionOk="0">
                  <a:moveTo>
                    <a:pt x="80" y="1"/>
                  </a:moveTo>
                  <a:cubicBezTo>
                    <a:pt x="49" y="1"/>
                    <a:pt x="1" y="32"/>
                    <a:pt x="1" y="80"/>
                  </a:cubicBezTo>
                  <a:lnTo>
                    <a:pt x="158" y="112"/>
                  </a:lnTo>
                  <a:cubicBezTo>
                    <a:pt x="175" y="64"/>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19" name="Google Shape;5119;p46"/>
            <p:cNvSpPr/>
            <p:nvPr/>
          </p:nvSpPr>
          <p:spPr>
            <a:xfrm>
              <a:off x="3511755" y="1531184"/>
              <a:ext cx="5502" cy="3562"/>
            </a:xfrm>
            <a:custGeom>
              <a:avLst/>
              <a:gdLst/>
              <a:ahLst/>
              <a:cxnLst/>
              <a:rect l="l" t="t" r="r" b="b"/>
              <a:pathLst>
                <a:path w="173" h="112" extrusionOk="0">
                  <a:moveTo>
                    <a:pt x="0" y="0"/>
                  </a:moveTo>
                  <a:lnTo>
                    <a:pt x="0" y="0"/>
                  </a:lnTo>
                  <a:cubicBezTo>
                    <a:pt x="0" y="48"/>
                    <a:pt x="32" y="95"/>
                    <a:pt x="78" y="95"/>
                  </a:cubicBezTo>
                  <a:cubicBezTo>
                    <a:pt x="78" y="111"/>
                    <a:pt x="78" y="111"/>
                    <a:pt x="95" y="111"/>
                  </a:cubicBezTo>
                  <a:cubicBezTo>
                    <a:pt x="126" y="111"/>
                    <a:pt x="158"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20" name="Google Shape;5120;p46"/>
            <p:cNvSpPr/>
            <p:nvPr/>
          </p:nvSpPr>
          <p:spPr>
            <a:xfrm>
              <a:off x="3504727" y="1564769"/>
              <a:ext cx="5534" cy="3530"/>
            </a:xfrm>
            <a:custGeom>
              <a:avLst/>
              <a:gdLst/>
              <a:ahLst/>
              <a:cxnLst/>
              <a:rect l="l" t="t" r="r" b="b"/>
              <a:pathLst>
                <a:path w="174" h="111" extrusionOk="0">
                  <a:moveTo>
                    <a:pt x="79" y="1"/>
                  </a:moveTo>
                  <a:cubicBezTo>
                    <a:pt x="32" y="1"/>
                    <a:pt x="0" y="32"/>
                    <a:pt x="0" y="79"/>
                  </a:cubicBezTo>
                  <a:lnTo>
                    <a:pt x="158" y="110"/>
                  </a:lnTo>
                  <a:cubicBezTo>
                    <a:pt x="173" y="64"/>
                    <a:pt x="142" y="16"/>
                    <a:pt x="95" y="16"/>
                  </a:cubicBezTo>
                  <a:cubicBezTo>
                    <a:pt x="95" y="1"/>
                    <a:pt x="79" y="1"/>
                    <a:pt x="79"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21" name="Google Shape;5121;p46"/>
            <p:cNvSpPr/>
            <p:nvPr/>
          </p:nvSpPr>
          <p:spPr>
            <a:xfrm>
              <a:off x="3529788" y="1534715"/>
              <a:ext cx="5502" cy="3530"/>
            </a:xfrm>
            <a:custGeom>
              <a:avLst/>
              <a:gdLst/>
              <a:ahLst/>
              <a:cxnLst/>
              <a:rect l="l" t="t" r="r" b="b"/>
              <a:pathLst>
                <a:path w="173" h="111" extrusionOk="0">
                  <a:moveTo>
                    <a:pt x="0" y="0"/>
                  </a:moveTo>
                  <a:cubicBezTo>
                    <a:pt x="0" y="47"/>
                    <a:pt x="15" y="95"/>
                    <a:pt x="63" y="110"/>
                  </a:cubicBezTo>
                  <a:lnTo>
                    <a:pt x="78" y="110"/>
                  </a:lnTo>
                  <a:cubicBezTo>
                    <a:pt x="126" y="110"/>
                    <a:pt x="158" y="79"/>
                    <a:pt x="173" y="47"/>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22" name="Google Shape;5122;p46"/>
            <p:cNvSpPr/>
            <p:nvPr/>
          </p:nvSpPr>
          <p:spPr>
            <a:xfrm>
              <a:off x="3525781" y="1550744"/>
              <a:ext cx="6042" cy="5534"/>
            </a:xfrm>
            <a:custGeom>
              <a:avLst/>
              <a:gdLst/>
              <a:ahLst/>
              <a:cxnLst/>
              <a:rect l="l" t="t" r="r" b="b"/>
              <a:pathLst>
                <a:path w="190" h="174" extrusionOk="0">
                  <a:moveTo>
                    <a:pt x="95" y="1"/>
                  </a:moveTo>
                  <a:cubicBezTo>
                    <a:pt x="63" y="1"/>
                    <a:pt x="15" y="32"/>
                    <a:pt x="15" y="64"/>
                  </a:cubicBezTo>
                  <a:cubicBezTo>
                    <a:pt x="0" y="110"/>
                    <a:pt x="32" y="158"/>
                    <a:pt x="78" y="173"/>
                  </a:cubicBezTo>
                  <a:lnTo>
                    <a:pt x="95" y="173"/>
                  </a:lnTo>
                  <a:cubicBezTo>
                    <a:pt x="141" y="173"/>
                    <a:pt x="173" y="142"/>
                    <a:pt x="173" y="95"/>
                  </a:cubicBezTo>
                  <a:cubicBezTo>
                    <a:pt x="189" y="64"/>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23" name="Google Shape;5123;p46"/>
            <p:cNvSpPr/>
            <p:nvPr/>
          </p:nvSpPr>
          <p:spPr>
            <a:xfrm>
              <a:off x="3507748" y="1547214"/>
              <a:ext cx="6042" cy="5057"/>
            </a:xfrm>
            <a:custGeom>
              <a:avLst/>
              <a:gdLst/>
              <a:ahLst/>
              <a:cxnLst/>
              <a:rect l="l" t="t" r="r" b="b"/>
              <a:pathLst>
                <a:path w="190" h="159" extrusionOk="0">
                  <a:moveTo>
                    <a:pt x="95" y="1"/>
                  </a:moveTo>
                  <a:cubicBezTo>
                    <a:pt x="63" y="1"/>
                    <a:pt x="32" y="17"/>
                    <a:pt x="15" y="64"/>
                  </a:cubicBezTo>
                  <a:cubicBezTo>
                    <a:pt x="0" y="112"/>
                    <a:pt x="32" y="158"/>
                    <a:pt x="78" y="158"/>
                  </a:cubicBezTo>
                  <a:lnTo>
                    <a:pt x="95" y="158"/>
                  </a:lnTo>
                  <a:cubicBezTo>
                    <a:pt x="141" y="158"/>
                    <a:pt x="173" y="143"/>
                    <a:pt x="189" y="95"/>
                  </a:cubicBezTo>
                  <a:cubicBezTo>
                    <a:pt x="189" y="49"/>
                    <a:pt x="158" y="1"/>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24" name="Google Shape;5124;p46"/>
            <p:cNvSpPr/>
            <p:nvPr/>
          </p:nvSpPr>
          <p:spPr>
            <a:xfrm>
              <a:off x="3522251" y="1568776"/>
              <a:ext cx="6042" cy="3053"/>
            </a:xfrm>
            <a:custGeom>
              <a:avLst/>
              <a:gdLst/>
              <a:ahLst/>
              <a:cxnLst/>
              <a:rect l="l" t="t" r="r" b="b"/>
              <a:pathLst>
                <a:path w="190" h="96" extrusionOk="0">
                  <a:moveTo>
                    <a:pt x="95" y="1"/>
                  </a:moveTo>
                  <a:cubicBezTo>
                    <a:pt x="48" y="1"/>
                    <a:pt x="17" y="32"/>
                    <a:pt x="0" y="64"/>
                  </a:cubicBezTo>
                  <a:lnTo>
                    <a:pt x="174" y="95"/>
                  </a:lnTo>
                  <a:cubicBezTo>
                    <a:pt x="189" y="47"/>
                    <a:pt x="158"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25" name="Google Shape;5125;p46"/>
            <p:cNvSpPr/>
            <p:nvPr/>
          </p:nvSpPr>
          <p:spPr>
            <a:xfrm>
              <a:off x="3518752" y="1495628"/>
              <a:ext cx="6042" cy="3021"/>
            </a:xfrm>
            <a:custGeom>
              <a:avLst/>
              <a:gdLst/>
              <a:ahLst/>
              <a:cxnLst/>
              <a:rect l="l" t="t" r="r" b="b"/>
              <a:pathLst>
                <a:path w="190" h="95" extrusionOk="0">
                  <a:moveTo>
                    <a:pt x="16" y="0"/>
                  </a:moveTo>
                  <a:cubicBezTo>
                    <a:pt x="1" y="32"/>
                    <a:pt x="32" y="79"/>
                    <a:pt x="79" y="95"/>
                  </a:cubicBezTo>
                  <a:lnTo>
                    <a:pt x="95" y="95"/>
                  </a:lnTo>
                  <a:cubicBezTo>
                    <a:pt x="142" y="95"/>
                    <a:pt x="173" y="63"/>
                    <a:pt x="190"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26" name="Google Shape;5126;p46"/>
            <p:cNvSpPr/>
            <p:nvPr/>
          </p:nvSpPr>
          <p:spPr>
            <a:xfrm>
              <a:off x="3511755" y="1529181"/>
              <a:ext cx="5502" cy="3021"/>
            </a:xfrm>
            <a:custGeom>
              <a:avLst/>
              <a:gdLst/>
              <a:ahLst/>
              <a:cxnLst/>
              <a:rect l="l" t="t" r="r" b="b"/>
              <a:pathLst>
                <a:path w="173" h="95" extrusionOk="0">
                  <a:moveTo>
                    <a:pt x="95" y="0"/>
                  </a:moveTo>
                  <a:cubicBezTo>
                    <a:pt x="47" y="0"/>
                    <a:pt x="15" y="32"/>
                    <a:pt x="0" y="63"/>
                  </a:cubicBezTo>
                  <a:lnTo>
                    <a:pt x="173" y="95"/>
                  </a:lnTo>
                  <a:cubicBezTo>
                    <a:pt x="173" y="48"/>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27" name="Google Shape;5127;p46"/>
            <p:cNvSpPr/>
            <p:nvPr/>
          </p:nvSpPr>
          <p:spPr>
            <a:xfrm>
              <a:off x="3536785" y="1499126"/>
              <a:ext cx="5534" cy="3021"/>
            </a:xfrm>
            <a:custGeom>
              <a:avLst/>
              <a:gdLst/>
              <a:ahLst/>
              <a:cxnLst/>
              <a:rect l="l" t="t" r="r" b="b"/>
              <a:pathLst>
                <a:path w="174" h="95" extrusionOk="0">
                  <a:moveTo>
                    <a:pt x="16" y="0"/>
                  </a:moveTo>
                  <a:lnTo>
                    <a:pt x="16" y="0"/>
                  </a:lnTo>
                  <a:cubicBezTo>
                    <a:pt x="1" y="48"/>
                    <a:pt x="32" y="95"/>
                    <a:pt x="79" y="95"/>
                  </a:cubicBezTo>
                  <a:lnTo>
                    <a:pt x="95" y="95"/>
                  </a:lnTo>
                  <a:cubicBezTo>
                    <a:pt x="142" y="95"/>
                    <a:pt x="174" y="80"/>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28" name="Google Shape;5128;p46"/>
            <p:cNvSpPr/>
            <p:nvPr/>
          </p:nvSpPr>
          <p:spPr>
            <a:xfrm>
              <a:off x="3533255" y="1514678"/>
              <a:ext cx="6042" cy="5502"/>
            </a:xfrm>
            <a:custGeom>
              <a:avLst/>
              <a:gdLst/>
              <a:ahLst/>
              <a:cxnLst/>
              <a:rect l="l" t="t" r="r" b="b"/>
              <a:pathLst>
                <a:path w="190" h="173" extrusionOk="0">
                  <a:moveTo>
                    <a:pt x="95" y="0"/>
                  </a:moveTo>
                  <a:cubicBezTo>
                    <a:pt x="49" y="0"/>
                    <a:pt x="17" y="32"/>
                    <a:pt x="17" y="78"/>
                  </a:cubicBezTo>
                  <a:cubicBezTo>
                    <a:pt x="1" y="126"/>
                    <a:pt x="32" y="158"/>
                    <a:pt x="80" y="173"/>
                  </a:cubicBezTo>
                  <a:lnTo>
                    <a:pt x="95" y="173"/>
                  </a:lnTo>
                  <a:cubicBezTo>
                    <a:pt x="127" y="173"/>
                    <a:pt x="175" y="141"/>
                    <a:pt x="175" y="110"/>
                  </a:cubicBezTo>
                  <a:cubicBezTo>
                    <a:pt x="190" y="63"/>
                    <a:pt x="158" y="15"/>
                    <a:pt x="112" y="15"/>
                  </a:cubicBezTo>
                  <a:cubicBezTo>
                    <a:pt x="112" y="0"/>
                    <a:pt x="95"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29" name="Google Shape;5129;p46"/>
            <p:cNvSpPr/>
            <p:nvPr/>
          </p:nvSpPr>
          <p:spPr>
            <a:xfrm>
              <a:off x="3515222" y="1511148"/>
              <a:ext cx="6042" cy="5565"/>
            </a:xfrm>
            <a:custGeom>
              <a:avLst/>
              <a:gdLst/>
              <a:ahLst/>
              <a:cxnLst/>
              <a:rect l="l" t="t" r="r" b="b"/>
              <a:pathLst>
                <a:path w="190" h="175" extrusionOk="0">
                  <a:moveTo>
                    <a:pt x="95" y="0"/>
                  </a:moveTo>
                  <a:cubicBezTo>
                    <a:pt x="49" y="0"/>
                    <a:pt x="17" y="32"/>
                    <a:pt x="17" y="63"/>
                  </a:cubicBezTo>
                  <a:cubicBezTo>
                    <a:pt x="1" y="111"/>
                    <a:pt x="32" y="158"/>
                    <a:pt x="80" y="174"/>
                  </a:cubicBezTo>
                  <a:lnTo>
                    <a:pt x="95" y="174"/>
                  </a:lnTo>
                  <a:cubicBezTo>
                    <a:pt x="127" y="174"/>
                    <a:pt x="175" y="143"/>
                    <a:pt x="175" y="111"/>
                  </a:cubicBezTo>
                  <a:cubicBezTo>
                    <a:pt x="190" y="63"/>
                    <a:pt x="158" y="17"/>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30" name="Google Shape;5130;p46"/>
            <p:cNvSpPr/>
            <p:nvPr/>
          </p:nvSpPr>
          <p:spPr>
            <a:xfrm>
              <a:off x="3529788" y="1532711"/>
              <a:ext cx="5502" cy="3530"/>
            </a:xfrm>
            <a:custGeom>
              <a:avLst/>
              <a:gdLst/>
              <a:ahLst/>
              <a:cxnLst/>
              <a:rect l="l" t="t" r="r" b="b"/>
              <a:pathLst>
                <a:path w="173" h="111" extrusionOk="0">
                  <a:moveTo>
                    <a:pt x="78" y="0"/>
                  </a:moveTo>
                  <a:cubicBezTo>
                    <a:pt x="47" y="0"/>
                    <a:pt x="15" y="32"/>
                    <a:pt x="0" y="63"/>
                  </a:cubicBezTo>
                  <a:lnTo>
                    <a:pt x="0" y="63"/>
                  </a:lnTo>
                  <a:lnTo>
                    <a:pt x="173" y="110"/>
                  </a:lnTo>
                  <a:lnTo>
                    <a:pt x="173" y="110"/>
                  </a:lnTo>
                  <a:cubicBezTo>
                    <a:pt x="173" y="63"/>
                    <a:pt x="141" y="16"/>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31" name="Google Shape;5131;p46"/>
            <p:cNvSpPr/>
            <p:nvPr/>
          </p:nvSpPr>
          <p:spPr>
            <a:xfrm>
              <a:off x="3526258" y="1459562"/>
              <a:ext cx="5565" cy="3021"/>
            </a:xfrm>
            <a:custGeom>
              <a:avLst/>
              <a:gdLst/>
              <a:ahLst/>
              <a:cxnLst/>
              <a:rect l="l" t="t" r="r" b="b"/>
              <a:pathLst>
                <a:path w="175" h="95" extrusionOk="0">
                  <a:moveTo>
                    <a:pt x="17" y="0"/>
                  </a:moveTo>
                  <a:lnTo>
                    <a:pt x="17" y="0"/>
                  </a:lnTo>
                  <a:cubicBezTo>
                    <a:pt x="0" y="47"/>
                    <a:pt x="32" y="95"/>
                    <a:pt x="80" y="95"/>
                  </a:cubicBezTo>
                  <a:lnTo>
                    <a:pt x="95" y="95"/>
                  </a:lnTo>
                  <a:cubicBezTo>
                    <a:pt x="143" y="95"/>
                    <a:pt x="174" y="78"/>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32" name="Google Shape;5132;p46"/>
            <p:cNvSpPr/>
            <p:nvPr/>
          </p:nvSpPr>
          <p:spPr>
            <a:xfrm>
              <a:off x="3519229" y="1493115"/>
              <a:ext cx="5565" cy="3530"/>
            </a:xfrm>
            <a:custGeom>
              <a:avLst/>
              <a:gdLst/>
              <a:ahLst/>
              <a:cxnLst/>
              <a:rect l="l" t="t" r="r" b="b"/>
              <a:pathLst>
                <a:path w="175" h="111" extrusionOk="0">
                  <a:moveTo>
                    <a:pt x="80" y="0"/>
                  </a:moveTo>
                  <a:cubicBezTo>
                    <a:pt x="49" y="0"/>
                    <a:pt x="17" y="32"/>
                    <a:pt x="1" y="79"/>
                  </a:cubicBezTo>
                  <a:lnTo>
                    <a:pt x="1" y="79"/>
                  </a:lnTo>
                  <a:lnTo>
                    <a:pt x="175" y="111"/>
                  </a:lnTo>
                  <a:lnTo>
                    <a:pt x="175" y="111"/>
                  </a:lnTo>
                  <a:cubicBezTo>
                    <a:pt x="175" y="63"/>
                    <a:pt x="143"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33" name="Google Shape;5133;p46"/>
            <p:cNvSpPr/>
            <p:nvPr/>
          </p:nvSpPr>
          <p:spPr>
            <a:xfrm>
              <a:off x="3544291" y="1463029"/>
              <a:ext cx="5565" cy="3562"/>
            </a:xfrm>
            <a:custGeom>
              <a:avLst/>
              <a:gdLst/>
              <a:ahLst/>
              <a:cxnLst/>
              <a:rect l="l" t="t" r="r" b="b"/>
              <a:pathLst>
                <a:path w="175" h="112" extrusionOk="0">
                  <a:moveTo>
                    <a:pt x="17" y="1"/>
                  </a:moveTo>
                  <a:cubicBezTo>
                    <a:pt x="1" y="49"/>
                    <a:pt x="32" y="95"/>
                    <a:pt x="80" y="112"/>
                  </a:cubicBezTo>
                  <a:lnTo>
                    <a:pt x="95" y="112"/>
                  </a:lnTo>
                  <a:cubicBezTo>
                    <a:pt x="127" y="112"/>
                    <a:pt x="174" y="80"/>
                    <a:pt x="174"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34" name="Google Shape;5134;p46"/>
            <p:cNvSpPr/>
            <p:nvPr/>
          </p:nvSpPr>
          <p:spPr>
            <a:xfrm>
              <a:off x="3540792" y="1479058"/>
              <a:ext cx="5534" cy="5565"/>
            </a:xfrm>
            <a:custGeom>
              <a:avLst/>
              <a:gdLst/>
              <a:ahLst/>
              <a:cxnLst/>
              <a:rect l="l" t="t" r="r" b="b"/>
              <a:pathLst>
                <a:path w="174" h="175" extrusionOk="0">
                  <a:moveTo>
                    <a:pt x="79" y="1"/>
                  </a:moveTo>
                  <a:cubicBezTo>
                    <a:pt x="48" y="1"/>
                    <a:pt x="16" y="32"/>
                    <a:pt x="1" y="64"/>
                  </a:cubicBezTo>
                  <a:cubicBezTo>
                    <a:pt x="1" y="112"/>
                    <a:pt x="32" y="158"/>
                    <a:pt x="64" y="158"/>
                  </a:cubicBezTo>
                  <a:cubicBezTo>
                    <a:pt x="79" y="175"/>
                    <a:pt x="79" y="175"/>
                    <a:pt x="95" y="175"/>
                  </a:cubicBezTo>
                  <a:cubicBezTo>
                    <a:pt x="127" y="175"/>
                    <a:pt x="158" y="143"/>
                    <a:pt x="174" y="95"/>
                  </a:cubicBezTo>
                  <a:cubicBezTo>
                    <a:pt x="174" y="49"/>
                    <a:pt x="142" y="17"/>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35" name="Google Shape;5135;p46"/>
            <p:cNvSpPr/>
            <p:nvPr/>
          </p:nvSpPr>
          <p:spPr>
            <a:xfrm>
              <a:off x="3522760" y="1475051"/>
              <a:ext cx="5534" cy="5565"/>
            </a:xfrm>
            <a:custGeom>
              <a:avLst/>
              <a:gdLst/>
              <a:ahLst/>
              <a:cxnLst/>
              <a:rect l="l" t="t" r="r" b="b"/>
              <a:pathLst>
                <a:path w="174" h="175" extrusionOk="0">
                  <a:moveTo>
                    <a:pt x="95" y="1"/>
                  </a:moveTo>
                  <a:cubicBezTo>
                    <a:pt x="47" y="1"/>
                    <a:pt x="16" y="32"/>
                    <a:pt x="1" y="80"/>
                  </a:cubicBezTo>
                  <a:cubicBezTo>
                    <a:pt x="1" y="127"/>
                    <a:pt x="32" y="175"/>
                    <a:pt x="79" y="175"/>
                  </a:cubicBezTo>
                  <a:lnTo>
                    <a:pt x="95" y="175"/>
                  </a:lnTo>
                  <a:cubicBezTo>
                    <a:pt x="127" y="175"/>
                    <a:pt x="158" y="143"/>
                    <a:pt x="173" y="112"/>
                  </a:cubicBezTo>
                  <a:cubicBezTo>
                    <a:pt x="173" y="64"/>
                    <a:pt x="158" y="17"/>
                    <a:pt x="110" y="17"/>
                  </a:cubicBezTo>
                  <a:cubicBezTo>
                    <a:pt x="95" y="17"/>
                    <a:pt x="95" y="1"/>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36" name="Google Shape;5136;p46"/>
            <p:cNvSpPr/>
            <p:nvPr/>
          </p:nvSpPr>
          <p:spPr>
            <a:xfrm>
              <a:off x="3537262" y="1497123"/>
              <a:ext cx="5565" cy="3021"/>
            </a:xfrm>
            <a:custGeom>
              <a:avLst/>
              <a:gdLst/>
              <a:ahLst/>
              <a:cxnLst/>
              <a:rect l="l" t="t" r="r" b="b"/>
              <a:pathLst>
                <a:path w="175" h="95" extrusionOk="0">
                  <a:moveTo>
                    <a:pt x="80" y="0"/>
                  </a:moveTo>
                  <a:cubicBezTo>
                    <a:pt x="49" y="0"/>
                    <a:pt x="1" y="16"/>
                    <a:pt x="1" y="63"/>
                  </a:cubicBezTo>
                  <a:lnTo>
                    <a:pt x="159" y="95"/>
                  </a:lnTo>
                  <a:cubicBezTo>
                    <a:pt x="175" y="48"/>
                    <a:pt x="143"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37" name="Google Shape;5137;p46"/>
            <p:cNvSpPr/>
            <p:nvPr/>
          </p:nvSpPr>
          <p:spPr>
            <a:xfrm>
              <a:off x="3533795" y="1423465"/>
              <a:ext cx="5502" cy="3530"/>
            </a:xfrm>
            <a:custGeom>
              <a:avLst/>
              <a:gdLst/>
              <a:ahLst/>
              <a:cxnLst/>
              <a:rect l="l" t="t" r="r" b="b"/>
              <a:pathLst>
                <a:path w="173" h="111" extrusionOk="0">
                  <a:moveTo>
                    <a:pt x="0" y="1"/>
                  </a:moveTo>
                  <a:cubicBezTo>
                    <a:pt x="0" y="47"/>
                    <a:pt x="32" y="95"/>
                    <a:pt x="78" y="110"/>
                  </a:cubicBezTo>
                  <a:lnTo>
                    <a:pt x="95" y="110"/>
                  </a:lnTo>
                  <a:cubicBezTo>
                    <a:pt x="126" y="110"/>
                    <a:pt x="158" y="79"/>
                    <a:pt x="173" y="47"/>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38" name="Google Shape;5138;p46"/>
            <p:cNvSpPr/>
            <p:nvPr/>
          </p:nvSpPr>
          <p:spPr>
            <a:xfrm>
              <a:off x="3526767" y="1457559"/>
              <a:ext cx="5534" cy="3021"/>
            </a:xfrm>
            <a:custGeom>
              <a:avLst/>
              <a:gdLst/>
              <a:ahLst/>
              <a:cxnLst/>
              <a:rect l="l" t="t" r="r" b="b"/>
              <a:pathLst>
                <a:path w="174" h="95" extrusionOk="0">
                  <a:moveTo>
                    <a:pt x="79" y="0"/>
                  </a:moveTo>
                  <a:cubicBezTo>
                    <a:pt x="47" y="0"/>
                    <a:pt x="1" y="15"/>
                    <a:pt x="1" y="63"/>
                  </a:cubicBezTo>
                  <a:lnTo>
                    <a:pt x="158" y="95"/>
                  </a:lnTo>
                  <a:cubicBezTo>
                    <a:pt x="173" y="47"/>
                    <a:pt x="142"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39" name="Google Shape;5139;p46"/>
            <p:cNvSpPr/>
            <p:nvPr/>
          </p:nvSpPr>
          <p:spPr>
            <a:xfrm>
              <a:off x="3551828" y="1427472"/>
              <a:ext cx="5534" cy="3053"/>
            </a:xfrm>
            <a:custGeom>
              <a:avLst/>
              <a:gdLst/>
              <a:ahLst/>
              <a:cxnLst/>
              <a:rect l="l" t="t" r="r" b="b"/>
              <a:pathLst>
                <a:path w="174" h="96" extrusionOk="0">
                  <a:moveTo>
                    <a:pt x="1" y="1"/>
                  </a:moveTo>
                  <a:cubicBezTo>
                    <a:pt x="1" y="47"/>
                    <a:pt x="32" y="79"/>
                    <a:pt x="64" y="95"/>
                  </a:cubicBezTo>
                  <a:lnTo>
                    <a:pt x="95" y="95"/>
                  </a:lnTo>
                  <a:cubicBezTo>
                    <a:pt x="127" y="95"/>
                    <a:pt x="158" y="64"/>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40" name="Google Shape;5140;p46"/>
            <p:cNvSpPr/>
            <p:nvPr/>
          </p:nvSpPr>
          <p:spPr>
            <a:xfrm>
              <a:off x="3547821" y="1442993"/>
              <a:ext cx="6042" cy="5565"/>
            </a:xfrm>
            <a:custGeom>
              <a:avLst/>
              <a:gdLst/>
              <a:ahLst/>
              <a:cxnLst/>
              <a:rect l="l" t="t" r="r" b="b"/>
              <a:pathLst>
                <a:path w="190" h="175" extrusionOk="0">
                  <a:moveTo>
                    <a:pt x="95" y="0"/>
                  </a:moveTo>
                  <a:cubicBezTo>
                    <a:pt x="63" y="0"/>
                    <a:pt x="16" y="32"/>
                    <a:pt x="16" y="80"/>
                  </a:cubicBezTo>
                  <a:cubicBezTo>
                    <a:pt x="0" y="111"/>
                    <a:pt x="32" y="158"/>
                    <a:pt x="79" y="174"/>
                  </a:cubicBezTo>
                  <a:lnTo>
                    <a:pt x="95" y="174"/>
                  </a:lnTo>
                  <a:cubicBezTo>
                    <a:pt x="142" y="174"/>
                    <a:pt x="173" y="143"/>
                    <a:pt x="173" y="111"/>
                  </a:cubicBezTo>
                  <a:cubicBezTo>
                    <a:pt x="190" y="64"/>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41" name="Google Shape;5141;p46"/>
            <p:cNvSpPr/>
            <p:nvPr/>
          </p:nvSpPr>
          <p:spPr>
            <a:xfrm>
              <a:off x="3529788" y="1439494"/>
              <a:ext cx="6042" cy="5534"/>
            </a:xfrm>
            <a:custGeom>
              <a:avLst/>
              <a:gdLst/>
              <a:ahLst/>
              <a:cxnLst/>
              <a:rect l="l" t="t" r="r" b="b"/>
              <a:pathLst>
                <a:path w="190" h="174" extrusionOk="0">
                  <a:moveTo>
                    <a:pt x="95" y="1"/>
                  </a:moveTo>
                  <a:cubicBezTo>
                    <a:pt x="63" y="1"/>
                    <a:pt x="32" y="32"/>
                    <a:pt x="15" y="64"/>
                  </a:cubicBezTo>
                  <a:cubicBezTo>
                    <a:pt x="0" y="110"/>
                    <a:pt x="32" y="158"/>
                    <a:pt x="78" y="174"/>
                  </a:cubicBezTo>
                  <a:lnTo>
                    <a:pt x="95" y="174"/>
                  </a:lnTo>
                  <a:cubicBezTo>
                    <a:pt x="141" y="174"/>
                    <a:pt x="173" y="142"/>
                    <a:pt x="189" y="95"/>
                  </a:cubicBezTo>
                  <a:cubicBezTo>
                    <a:pt x="189" y="47"/>
                    <a:pt x="158" y="16"/>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42" name="Google Shape;5142;p46"/>
            <p:cNvSpPr/>
            <p:nvPr/>
          </p:nvSpPr>
          <p:spPr>
            <a:xfrm>
              <a:off x="3544799" y="1461025"/>
              <a:ext cx="5534" cy="3053"/>
            </a:xfrm>
            <a:custGeom>
              <a:avLst/>
              <a:gdLst/>
              <a:ahLst/>
              <a:cxnLst/>
              <a:rect l="l" t="t" r="r" b="b"/>
              <a:pathLst>
                <a:path w="174" h="96" extrusionOk="0">
                  <a:moveTo>
                    <a:pt x="79" y="1"/>
                  </a:moveTo>
                  <a:cubicBezTo>
                    <a:pt x="32" y="1"/>
                    <a:pt x="1" y="32"/>
                    <a:pt x="1" y="64"/>
                  </a:cubicBezTo>
                  <a:lnTo>
                    <a:pt x="1" y="64"/>
                  </a:lnTo>
                  <a:lnTo>
                    <a:pt x="158" y="95"/>
                  </a:lnTo>
                  <a:lnTo>
                    <a:pt x="158" y="95"/>
                  </a:lnTo>
                  <a:cubicBezTo>
                    <a:pt x="174" y="64"/>
                    <a:pt x="142"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43" name="Google Shape;5143;p46"/>
            <p:cNvSpPr/>
            <p:nvPr/>
          </p:nvSpPr>
          <p:spPr>
            <a:xfrm>
              <a:off x="3533795" y="1421462"/>
              <a:ext cx="6042" cy="3530"/>
            </a:xfrm>
            <a:custGeom>
              <a:avLst/>
              <a:gdLst/>
              <a:ahLst/>
              <a:cxnLst/>
              <a:rect l="l" t="t" r="r" b="b"/>
              <a:pathLst>
                <a:path w="190" h="111" extrusionOk="0">
                  <a:moveTo>
                    <a:pt x="95" y="1"/>
                  </a:moveTo>
                  <a:cubicBezTo>
                    <a:pt x="47" y="1"/>
                    <a:pt x="15" y="32"/>
                    <a:pt x="0" y="64"/>
                  </a:cubicBezTo>
                  <a:lnTo>
                    <a:pt x="0" y="64"/>
                  </a:lnTo>
                  <a:lnTo>
                    <a:pt x="173" y="110"/>
                  </a:lnTo>
                  <a:lnTo>
                    <a:pt x="173" y="110"/>
                  </a:lnTo>
                  <a:cubicBezTo>
                    <a:pt x="189" y="64"/>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44" name="Google Shape;5144;p46"/>
            <p:cNvSpPr/>
            <p:nvPr/>
          </p:nvSpPr>
          <p:spPr>
            <a:xfrm>
              <a:off x="3555835" y="1408931"/>
              <a:ext cx="32" cy="32"/>
            </a:xfrm>
            <a:custGeom>
              <a:avLst/>
              <a:gdLst/>
              <a:ahLst/>
              <a:cxnLst/>
              <a:rect l="l" t="t" r="r" b="b"/>
              <a:pathLst>
                <a:path w="1" h="1" extrusionOk="0">
                  <a:moveTo>
                    <a:pt x="1" y="0"/>
                  </a:moveTo>
                  <a:lnTo>
                    <a:pt x="1" y="0"/>
                  </a:lnTo>
                  <a:lnTo>
                    <a:pt x="1" y="0"/>
                  </a:lnTo>
                  <a:close/>
                </a:path>
              </a:pathLst>
            </a:custGeom>
            <a:solidFill>
              <a:srgbClr val="F0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45" name="Google Shape;5145;p46"/>
            <p:cNvSpPr/>
            <p:nvPr/>
          </p:nvSpPr>
          <p:spPr>
            <a:xfrm>
              <a:off x="3555835" y="1408931"/>
              <a:ext cx="4039" cy="3021"/>
            </a:xfrm>
            <a:custGeom>
              <a:avLst/>
              <a:gdLst/>
              <a:ahLst/>
              <a:cxnLst/>
              <a:rect l="l" t="t" r="r" b="b"/>
              <a:pathLst>
                <a:path w="127" h="95" extrusionOk="0">
                  <a:moveTo>
                    <a:pt x="1" y="0"/>
                  </a:moveTo>
                  <a:lnTo>
                    <a:pt x="1" y="0"/>
                  </a:lnTo>
                  <a:lnTo>
                    <a:pt x="1" y="16"/>
                  </a:lnTo>
                  <a:lnTo>
                    <a:pt x="1" y="32"/>
                  </a:lnTo>
                  <a:lnTo>
                    <a:pt x="1" y="16"/>
                  </a:lnTo>
                  <a:lnTo>
                    <a:pt x="1" y="16"/>
                  </a:lnTo>
                  <a:cubicBezTo>
                    <a:pt x="32" y="16"/>
                    <a:pt x="47" y="80"/>
                    <a:pt x="79" y="95"/>
                  </a:cubicBezTo>
                  <a:lnTo>
                    <a:pt x="95" y="95"/>
                  </a:lnTo>
                  <a:lnTo>
                    <a:pt x="110" y="95"/>
                  </a:lnTo>
                  <a:cubicBezTo>
                    <a:pt x="110" y="80"/>
                    <a:pt x="127" y="80"/>
                    <a:pt x="110" y="63"/>
                  </a:cubicBezTo>
                  <a:lnTo>
                    <a:pt x="110" y="48"/>
                  </a:lnTo>
                  <a:lnTo>
                    <a:pt x="95" y="48"/>
                  </a:lnTo>
                  <a:lnTo>
                    <a:pt x="79" y="48"/>
                  </a:lnTo>
                  <a:lnTo>
                    <a:pt x="64" y="48"/>
                  </a:lnTo>
                  <a:cubicBezTo>
                    <a:pt x="47" y="48"/>
                    <a:pt x="16" y="16"/>
                    <a:pt x="1"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46" name="Google Shape;5146;p46"/>
            <p:cNvSpPr/>
            <p:nvPr/>
          </p:nvSpPr>
          <p:spPr>
            <a:xfrm>
              <a:off x="3555327" y="1409440"/>
              <a:ext cx="4039" cy="3053"/>
            </a:xfrm>
            <a:custGeom>
              <a:avLst/>
              <a:gdLst/>
              <a:ahLst/>
              <a:cxnLst/>
              <a:rect l="l" t="t" r="r" b="b"/>
              <a:pathLst>
                <a:path w="127" h="96" extrusionOk="0">
                  <a:moveTo>
                    <a:pt x="17" y="0"/>
                  </a:moveTo>
                  <a:lnTo>
                    <a:pt x="17" y="0"/>
                  </a:lnTo>
                  <a:lnTo>
                    <a:pt x="17" y="16"/>
                  </a:lnTo>
                  <a:cubicBezTo>
                    <a:pt x="0" y="47"/>
                    <a:pt x="32" y="95"/>
                    <a:pt x="80" y="95"/>
                  </a:cubicBezTo>
                  <a:lnTo>
                    <a:pt x="95" y="95"/>
                  </a:lnTo>
                  <a:lnTo>
                    <a:pt x="126" y="95"/>
                  </a:lnTo>
                  <a:lnTo>
                    <a:pt x="126" y="79"/>
                  </a:lnTo>
                  <a:lnTo>
                    <a:pt x="111" y="79"/>
                  </a:lnTo>
                  <a:lnTo>
                    <a:pt x="95" y="79"/>
                  </a:lnTo>
                  <a:cubicBezTo>
                    <a:pt x="63" y="64"/>
                    <a:pt x="48" y="0"/>
                    <a:pt x="17"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47" name="Google Shape;5147;p46"/>
            <p:cNvSpPr/>
            <p:nvPr/>
          </p:nvSpPr>
          <p:spPr>
            <a:xfrm>
              <a:off x="3537803" y="1405432"/>
              <a:ext cx="3021" cy="1527"/>
            </a:xfrm>
            <a:custGeom>
              <a:avLst/>
              <a:gdLst/>
              <a:ahLst/>
              <a:cxnLst/>
              <a:rect l="l" t="t" r="r" b="b"/>
              <a:pathLst>
                <a:path w="95" h="48" extrusionOk="0">
                  <a:moveTo>
                    <a:pt x="15" y="0"/>
                  </a:moveTo>
                  <a:lnTo>
                    <a:pt x="0" y="16"/>
                  </a:lnTo>
                  <a:lnTo>
                    <a:pt x="0" y="32"/>
                  </a:lnTo>
                  <a:cubicBezTo>
                    <a:pt x="0" y="32"/>
                    <a:pt x="15" y="16"/>
                    <a:pt x="32" y="16"/>
                  </a:cubicBezTo>
                  <a:lnTo>
                    <a:pt x="32" y="16"/>
                  </a:lnTo>
                  <a:cubicBezTo>
                    <a:pt x="63" y="32"/>
                    <a:pt x="78" y="32"/>
                    <a:pt x="95" y="47"/>
                  </a:cubicBezTo>
                  <a:cubicBezTo>
                    <a:pt x="78" y="32"/>
                    <a:pt x="47" y="16"/>
                    <a:pt x="15" y="16"/>
                  </a:cubicBezTo>
                  <a:close/>
                </a:path>
              </a:pathLst>
            </a:custGeom>
            <a:solidFill>
              <a:srgbClr val="DEE9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48" name="Google Shape;5148;p46"/>
            <p:cNvSpPr/>
            <p:nvPr/>
          </p:nvSpPr>
          <p:spPr>
            <a:xfrm>
              <a:off x="3537803" y="1405910"/>
              <a:ext cx="4039" cy="2544"/>
            </a:xfrm>
            <a:custGeom>
              <a:avLst/>
              <a:gdLst/>
              <a:ahLst/>
              <a:cxnLst/>
              <a:rect l="l" t="t" r="r" b="b"/>
              <a:pathLst>
                <a:path w="127" h="80" extrusionOk="0">
                  <a:moveTo>
                    <a:pt x="32" y="1"/>
                  </a:moveTo>
                  <a:cubicBezTo>
                    <a:pt x="15" y="1"/>
                    <a:pt x="0" y="17"/>
                    <a:pt x="0" y="17"/>
                  </a:cubicBezTo>
                  <a:lnTo>
                    <a:pt x="0" y="32"/>
                  </a:lnTo>
                  <a:lnTo>
                    <a:pt x="32" y="32"/>
                  </a:lnTo>
                  <a:lnTo>
                    <a:pt x="47" y="32"/>
                  </a:lnTo>
                  <a:cubicBezTo>
                    <a:pt x="78" y="32"/>
                    <a:pt x="110" y="48"/>
                    <a:pt x="126" y="80"/>
                  </a:cubicBezTo>
                  <a:lnTo>
                    <a:pt x="126" y="80"/>
                  </a:lnTo>
                  <a:cubicBezTo>
                    <a:pt x="110" y="64"/>
                    <a:pt x="110" y="48"/>
                    <a:pt x="95" y="32"/>
                  </a:cubicBezTo>
                  <a:cubicBezTo>
                    <a:pt x="78" y="17"/>
                    <a:pt x="63" y="17"/>
                    <a:pt x="32"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49" name="Google Shape;5149;p46"/>
            <p:cNvSpPr/>
            <p:nvPr/>
          </p:nvSpPr>
          <p:spPr>
            <a:xfrm>
              <a:off x="3537803" y="1406927"/>
              <a:ext cx="4039" cy="2035"/>
            </a:xfrm>
            <a:custGeom>
              <a:avLst/>
              <a:gdLst/>
              <a:ahLst/>
              <a:cxnLst/>
              <a:rect l="l" t="t" r="r" b="b"/>
              <a:pathLst>
                <a:path w="127" h="64" extrusionOk="0">
                  <a:moveTo>
                    <a:pt x="32" y="0"/>
                  </a:moveTo>
                  <a:lnTo>
                    <a:pt x="0" y="0"/>
                  </a:lnTo>
                  <a:cubicBezTo>
                    <a:pt x="15" y="32"/>
                    <a:pt x="32" y="63"/>
                    <a:pt x="63" y="63"/>
                  </a:cubicBezTo>
                  <a:lnTo>
                    <a:pt x="78" y="63"/>
                  </a:lnTo>
                  <a:cubicBezTo>
                    <a:pt x="95" y="63"/>
                    <a:pt x="110" y="63"/>
                    <a:pt x="126" y="48"/>
                  </a:cubicBezTo>
                  <a:cubicBezTo>
                    <a:pt x="110" y="16"/>
                    <a:pt x="78" y="0"/>
                    <a:pt x="47"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50" name="Google Shape;5150;p46"/>
            <p:cNvSpPr/>
            <p:nvPr/>
          </p:nvSpPr>
          <p:spPr>
            <a:xfrm>
              <a:off x="3551828" y="1424960"/>
              <a:ext cx="5534" cy="3562"/>
            </a:xfrm>
            <a:custGeom>
              <a:avLst/>
              <a:gdLst/>
              <a:ahLst/>
              <a:cxnLst/>
              <a:rect l="l" t="t" r="r" b="b"/>
              <a:pathLst>
                <a:path w="174" h="112" extrusionOk="0">
                  <a:moveTo>
                    <a:pt x="79" y="0"/>
                  </a:moveTo>
                  <a:cubicBezTo>
                    <a:pt x="47" y="0"/>
                    <a:pt x="16" y="32"/>
                    <a:pt x="1" y="80"/>
                  </a:cubicBezTo>
                  <a:lnTo>
                    <a:pt x="173" y="111"/>
                  </a:lnTo>
                  <a:cubicBezTo>
                    <a:pt x="173" y="63"/>
                    <a:pt x="142" y="17"/>
                    <a:pt x="110" y="17"/>
                  </a:cubicBezTo>
                  <a:cubicBezTo>
                    <a:pt x="95" y="0"/>
                    <a:pt x="95" y="0"/>
                    <a:pt x="79"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51" name="Google Shape;5151;p46"/>
            <p:cNvSpPr/>
            <p:nvPr/>
          </p:nvSpPr>
          <p:spPr>
            <a:xfrm>
              <a:off x="3543814" y="1649971"/>
              <a:ext cx="4039" cy="1495"/>
            </a:xfrm>
            <a:custGeom>
              <a:avLst/>
              <a:gdLst/>
              <a:ahLst/>
              <a:cxnLst/>
              <a:rect l="l" t="t" r="r" b="b"/>
              <a:pathLst>
                <a:path w="127" h="47" extrusionOk="0">
                  <a:moveTo>
                    <a:pt x="0" y="0"/>
                  </a:moveTo>
                  <a:lnTo>
                    <a:pt x="0" y="0"/>
                  </a:lnTo>
                  <a:lnTo>
                    <a:pt x="0" y="32"/>
                  </a:lnTo>
                  <a:cubicBezTo>
                    <a:pt x="16" y="47"/>
                    <a:pt x="47" y="47"/>
                    <a:pt x="63" y="47"/>
                  </a:cubicBezTo>
                  <a:lnTo>
                    <a:pt x="110" y="47"/>
                  </a:lnTo>
                  <a:lnTo>
                    <a:pt x="126"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52" name="Google Shape;5152;p46"/>
            <p:cNvSpPr/>
            <p:nvPr/>
          </p:nvSpPr>
          <p:spPr>
            <a:xfrm>
              <a:off x="3532778" y="1610344"/>
              <a:ext cx="5534" cy="3053"/>
            </a:xfrm>
            <a:custGeom>
              <a:avLst/>
              <a:gdLst/>
              <a:ahLst/>
              <a:cxnLst/>
              <a:rect l="l" t="t" r="r" b="b"/>
              <a:pathLst>
                <a:path w="174" h="96" extrusionOk="0">
                  <a:moveTo>
                    <a:pt x="16" y="1"/>
                  </a:moveTo>
                  <a:lnTo>
                    <a:pt x="16" y="1"/>
                  </a:lnTo>
                  <a:cubicBezTo>
                    <a:pt x="1" y="49"/>
                    <a:pt x="32" y="95"/>
                    <a:pt x="79" y="95"/>
                  </a:cubicBezTo>
                  <a:lnTo>
                    <a:pt x="95" y="95"/>
                  </a:lnTo>
                  <a:cubicBezTo>
                    <a:pt x="127" y="95"/>
                    <a:pt x="173"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53" name="Google Shape;5153;p46"/>
            <p:cNvSpPr/>
            <p:nvPr/>
          </p:nvSpPr>
          <p:spPr>
            <a:xfrm>
              <a:off x="3550810" y="1613874"/>
              <a:ext cx="5534" cy="3530"/>
            </a:xfrm>
            <a:custGeom>
              <a:avLst/>
              <a:gdLst/>
              <a:ahLst/>
              <a:cxnLst/>
              <a:rect l="l" t="t" r="r" b="b"/>
              <a:pathLst>
                <a:path w="174" h="111" extrusionOk="0">
                  <a:moveTo>
                    <a:pt x="1" y="1"/>
                  </a:moveTo>
                  <a:lnTo>
                    <a:pt x="1" y="1"/>
                  </a:lnTo>
                  <a:cubicBezTo>
                    <a:pt x="1" y="47"/>
                    <a:pt x="33" y="95"/>
                    <a:pt x="79" y="110"/>
                  </a:cubicBezTo>
                  <a:lnTo>
                    <a:pt x="96" y="110"/>
                  </a:lnTo>
                  <a:cubicBezTo>
                    <a:pt x="127" y="110"/>
                    <a:pt x="159" y="79"/>
                    <a:pt x="174" y="47"/>
                  </a:cubicBezTo>
                  <a:lnTo>
                    <a:pt x="174" y="4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54" name="Google Shape;5154;p46"/>
            <p:cNvSpPr/>
            <p:nvPr/>
          </p:nvSpPr>
          <p:spPr>
            <a:xfrm>
              <a:off x="3547312" y="1629903"/>
              <a:ext cx="5565" cy="5534"/>
            </a:xfrm>
            <a:custGeom>
              <a:avLst/>
              <a:gdLst/>
              <a:ahLst/>
              <a:cxnLst/>
              <a:rect l="l" t="t" r="r" b="b"/>
              <a:pathLst>
                <a:path w="175" h="174" extrusionOk="0">
                  <a:moveTo>
                    <a:pt x="79" y="1"/>
                  </a:moveTo>
                  <a:cubicBezTo>
                    <a:pt x="48" y="1"/>
                    <a:pt x="16" y="32"/>
                    <a:pt x="0" y="64"/>
                  </a:cubicBezTo>
                  <a:cubicBezTo>
                    <a:pt x="0" y="111"/>
                    <a:pt x="16" y="159"/>
                    <a:pt x="63" y="174"/>
                  </a:cubicBezTo>
                  <a:lnTo>
                    <a:pt x="79" y="174"/>
                  </a:lnTo>
                  <a:cubicBezTo>
                    <a:pt x="126" y="174"/>
                    <a:pt x="158" y="142"/>
                    <a:pt x="174" y="96"/>
                  </a:cubicBezTo>
                  <a:cubicBezTo>
                    <a:pt x="174" y="48"/>
                    <a:pt x="143" y="16"/>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55" name="Google Shape;5155;p46"/>
            <p:cNvSpPr/>
            <p:nvPr/>
          </p:nvSpPr>
          <p:spPr>
            <a:xfrm>
              <a:off x="3529247" y="1626405"/>
              <a:ext cx="5565" cy="5025"/>
            </a:xfrm>
            <a:custGeom>
              <a:avLst/>
              <a:gdLst/>
              <a:ahLst/>
              <a:cxnLst/>
              <a:rect l="l" t="t" r="r" b="b"/>
              <a:pathLst>
                <a:path w="175" h="158" extrusionOk="0">
                  <a:moveTo>
                    <a:pt x="95" y="0"/>
                  </a:moveTo>
                  <a:cubicBezTo>
                    <a:pt x="49" y="0"/>
                    <a:pt x="17" y="16"/>
                    <a:pt x="1" y="63"/>
                  </a:cubicBezTo>
                  <a:cubicBezTo>
                    <a:pt x="1" y="111"/>
                    <a:pt x="32" y="158"/>
                    <a:pt x="64" y="158"/>
                  </a:cubicBezTo>
                  <a:lnTo>
                    <a:pt x="95" y="158"/>
                  </a:lnTo>
                  <a:cubicBezTo>
                    <a:pt x="127" y="158"/>
                    <a:pt x="158" y="142"/>
                    <a:pt x="175" y="95"/>
                  </a:cubicBezTo>
                  <a:cubicBezTo>
                    <a:pt x="175" y="48"/>
                    <a:pt x="158" y="0"/>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56" name="Google Shape;5156;p46"/>
            <p:cNvSpPr/>
            <p:nvPr/>
          </p:nvSpPr>
          <p:spPr>
            <a:xfrm>
              <a:off x="3543814" y="1647968"/>
              <a:ext cx="5025" cy="3021"/>
            </a:xfrm>
            <a:custGeom>
              <a:avLst/>
              <a:gdLst/>
              <a:ahLst/>
              <a:cxnLst/>
              <a:rect l="l" t="t" r="r" b="b"/>
              <a:pathLst>
                <a:path w="158" h="95" extrusionOk="0">
                  <a:moveTo>
                    <a:pt x="79" y="0"/>
                  </a:moveTo>
                  <a:cubicBezTo>
                    <a:pt x="47" y="0"/>
                    <a:pt x="0" y="15"/>
                    <a:pt x="0" y="63"/>
                  </a:cubicBezTo>
                  <a:lnTo>
                    <a:pt x="126" y="95"/>
                  </a:lnTo>
                  <a:cubicBezTo>
                    <a:pt x="142" y="78"/>
                    <a:pt x="158" y="63"/>
                    <a:pt x="158" y="47"/>
                  </a:cubicBezTo>
                  <a:cubicBezTo>
                    <a:pt x="158" y="32"/>
                    <a:pt x="126"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57" name="Google Shape;5157;p46"/>
            <p:cNvSpPr/>
            <p:nvPr/>
          </p:nvSpPr>
          <p:spPr>
            <a:xfrm>
              <a:off x="3540283" y="1574278"/>
              <a:ext cx="5565" cy="3562"/>
            </a:xfrm>
            <a:custGeom>
              <a:avLst/>
              <a:gdLst/>
              <a:ahLst/>
              <a:cxnLst/>
              <a:rect l="l" t="t" r="r" b="b"/>
              <a:pathLst>
                <a:path w="175" h="112" extrusionOk="0">
                  <a:moveTo>
                    <a:pt x="0" y="0"/>
                  </a:moveTo>
                  <a:lnTo>
                    <a:pt x="0" y="0"/>
                  </a:lnTo>
                  <a:cubicBezTo>
                    <a:pt x="0" y="48"/>
                    <a:pt x="32" y="95"/>
                    <a:pt x="80" y="111"/>
                  </a:cubicBezTo>
                  <a:lnTo>
                    <a:pt x="95" y="111"/>
                  </a:lnTo>
                  <a:cubicBezTo>
                    <a:pt x="127" y="111"/>
                    <a:pt x="158" y="80"/>
                    <a:pt x="174" y="48"/>
                  </a:cubicBezTo>
                  <a:lnTo>
                    <a:pt x="174" y="48"/>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58" name="Google Shape;5158;p46"/>
            <p:cNvSpPr/>
            <p:nvPr/>
          </p:nvSpPr>
          <p:spPr>
            <a:xfrm>
              <a:off x="3533255" y="1608340"/>
              <a:ext cx="5565" cy="3053"/>
            </a:xfrm>
            <a:custGeom>
              <a:avLst/>
              <a:gdLst/>
              <a:ahLst/>
              <a:cxnLst/>
              <a:rect l="l" t="t" r="r" b="b"/>
              <a:pathLst>
                <a:path w="175" h="96" extrusionOk="0">
                  <a:moveTo>
                    <a:pt x="80" y="1"/>
                  </a:moveTo>
                  <a:cubicBezTo>
                    <a:pt x="32" y="1"/>
                    <a:pt x="1" y="17"/>
                    <a:pt x="1" y="64"/>
                  </a:cubicBezTo>
                  <a:lnTo>
                    <a:pt x="158" y="95"/>
                  </a:lnTo>
                  <a:cubicBezTo>
                    <a:pt x="175" y="49"/>
                    <a:pt x="143"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59" name="Google Shape;5159;p46"/>
            <p:cNvSpPr/>
            <p:nvPr/>
          </p:nvSpPr>
          <p:spPr>
            <a:xfrm>
              <a:off x="3558316" y="1578286"/>
              <a:ext cx="5565" cy="3053"/>
            </a:xfrm>
            <a:custGeom>
              <a:avLst/>
              <a:gdLst/>
              <a:ahLst/>
              <a:cxnLst/>
              <a:rect l="l" t="t" r="r" b="b"/>
              <a:pathLst>
                <a:path w="175" h="96" extrusionOk="0">
                  <a:moveTo>
                    <a:pt x="1" y="1"/>
                  </a:moveTo>
                  <a:cubicBezTo>
                    <a:pt x="1" y="48"/>
                    <a:pt x="17" y="95"/>
                    <a:pt x="64" y="95"/>
                  </a:cubicBezTo>
                  <a:lnTo>
                    <a:pt x="80" y="95"/>
                  </a:lnTo>
                  <a:cubicBezTo>
                    <a:pt x="127" y="95"/>
                    <a:pt x="158" y="64"/>
                    <a:pt x="175"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60" name="Google Shape;5160;p46"/>
            <p:cNvSpPr/>
            <p:nvPr/>
          </p:nvSpPr>
          <p:spPr>
            <a:xfrm>
              <a:off x="3554309" y="1593838"/>
              <a:ext cx="6042" cy="5534"/>
            </a:xfrm>
            <a:custGeom>
              <a:avLst/>
              <a:gdLst/>
              <a:ahLst/>
              <a:cxnLst/>
              <a:rect l="l" t="t" r="r" b="b"/>
              <a:pathLst>
                <a:path w="190" h="174" extrusionOk="0">
                  <a:moveTo>
                    <a:pt x="95" y="1"/>
                  </a:moveTo>
                  <a:cubicBezTo>
                    <a:pt x="64" y="1"/>
                    <a:pt x="17" y="32"/>
                    <a:pt x="17" y="79"/>
                  </a:cubicBezTo>
                  <a:cubicBezTo>
                    <a:pt x="1" y="110"/>
                    <a:pt x="32" y="158"/>
                    <a:pt x="80" y="173"/>
                  </a:cubicBezTo>
                  <a:lnTo>
                    <a:pt x="95" y="173"/>
                  </a:lnTo>
                  <a:cubicBezTo>
                    <a:pt x="143" y="173"/>
                    <a:pt x="175" y="142"/>
                    <a:pt x="175" y="110"/>
                  </a:cubicBezTo>
                  <a:cubicBezTo>
                    <a:pt x="190" y="64"/>
                    <a:pt x="158" y="16"/>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61" name="Google Shape;5161;p46"/>
            <p:cNvSpPr/>
            <p:nvPr/>
          </p:nvSpPr>
          <p:spPr>
            <a:xfrm>
              <a:off x="3536276" y="1590308"/>
              <a:ext cx="6042" cy="5565"/>
            </a:xfrm>
            <a:custGeom>
              <a:avLst/>
              <a:gdLst/>
              <a:ahLst/>
              <a:cxnLst/>
              <a:rect l="l" t="t" r="r" b="b"/>
              <a:pathLst>
                <a:path w="190" h="175" extrusionOk="0">
                  <a:moveTo>
                    <a:pt x="95" y="1"/>
                  </a:moveTo>
                  <a:cubicBezTo>
                    <a:pt x="63" y="1"/>
                    <a:pt x="17" y="32"/>
                    <a:pt x="17" y="64"/>
                  </a:cubicBezTo>
                  <a:cubicBezTo>
                    <a:pt x="0" y="112"/>
                    <a:pt x="32" y="158"/>
                    <a:pt x="80" y="175"/>
                  </a:cubicBezTo>
                  <a:lnTo>
                    <a:pt x="95" y="175"/>
                  </a:lnTo>
                  <a:cubicBezTo>
                    <a:pt x="143" y="175"/>
                    <a:pt x="174" y="143"/>
                    <a:pt x="174" y="95"/>
                  </a:cubicBezTo>
                  <a:cubicBezTo>
                    <a:pt x="190" y="49"/>
                    <a:pt x="158" y="17"/>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62" name="Google Shape;5162;p46"/>
            <p:cNvSpPr/>
            <p:nvPr/>
          </p:nvSpPr>
          <p:spPr>
            <a:xfrm>
              <a:off x="3550810" y="1611871"/>
              <a:ext cx="6074" cy="3530"/>
            </a:xfrm>
            <a:custGeom>
              <a:avLst/>
              <a:gdLst/>
              <a:ahLst/>
              <a:cxnLst/>
              <a:rect l="l" t="t" r="r" b="b"/>
              <a:pathLst>
                <a:path w="191" h="111" extrusionOk="0">
                  <a:moveTo>
                    <a:pt x="96" y="1"/>
                  </a:moveTo>
                  <a:cubicBezTo>
                    <a:pt x="48" y="1"/>
                    <a:pt x="16" y="32"/>
                    <a:pt x="1" y="64"/>
                  </a:cubicBezTo>
                  <a:lnTo>
                    <a:pt x="174" y="110"/>
                  </a:lnTo>
                  <a:cubicBezTo>
                    <a:pt x="190" y="64"/>
                    <a:pt x="159" y="16"/>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63" name="Google Shape;5163;p46"/>
            <p:cNvSpPr/>
            <p:nvPr/>
          </p:nvSpPr>
          <p:spPr>
            <a:xfrm>
              <a:off x="3547312" y="1538722"/>
              <a:ext cx="6042" cy="3021"/>
            </a:xfrm>
            <a:custGeom>
              <a:avLst/>
              <a:gdLst/>
              <a:ahLst/>
              <a:cxnLst/>
              <a:rect l="l" t="t" r="r" b="b"/>
              <a:pathLst>
                <a:path w="190" h="95" extrusionOk="0">
                  <a:moveTo>
                    <a:pt x="16" y="0"/>
                  </a:moveTo>
                  <a:cubicBezTo>
                    <a:pt x="0" y="47"/>
                    <a:pt x="32" y="95"/>
                    <a:pt x="79" y="95"/>
                  </a:cubicBezTo>
                  <a:lnTo>
                    <a:pt x="95" y="95"/>
                  </a:lnTo>
                  <a:cubicBezTo>
                    <a:pt x="143" y="95"/>
                    <a:pt x="174" y="79"/>
                    <a:pt x="189"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64" name="Google Shape;5164;p46"/>
            <p:cNvSpPr/>
            <p:nvPr/>
          </p:nvSpPr>
          <p:spPr>
            <a:xfrm>
              <a:off x="3540283" y="1572275"/>
              <a:ext cx="5565" cy="3562"/>
            </a:xfrm>
            <a:custGeom>
              <a:avLst/>
              <a:gdLst/>
              <a:ahLst/>
              <a:cxnLst/>
              <a:rect l="l" t="t" r="r" b="b"/>
              <a:pathLst>
                <a:path w="175" h="112" extrusionOk="0">
                  <a:moveTo>
                    <a:pt x="95" y="0"/>
                  </a:moveTo>
                  <a:cubicBezTo>
                    <a:pt x="48" y="0"/>
                    <a:pt x="17" y="32"/>
                    <a:pt x="0" y="63"/>
                  </a:cubicBezTo>
                  <a:lnTo>
                    <a:pt x="174" y="111"/>
                  </a:lnTo>
                  <a:cubicBezTo>
                    <a:pt x="174" y="63"/>
                    <a:pt x="158" y="17"/>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65" name="Google Shape;5165;p46"/>
            <p:cNvSpPr/>
            <p:nvPr/>
          </p:nvSpPr>
          <p:spPr>
            <a:xfrm>
              <a:off x="3565345" y="1542220"/>
              <a:ext cx="5565" cy="3562"/>
            </a:xfrm>
            <a:custGeom>
              <a:avLst/>
              <a:gdLst/>
              <a:ahLst/>
              <a:cxnLst/>
              <a:rect l="l" t="t" r="r" b="b"/>
              <a:pathLst>
                <a:path w="175" h="112" extrusionOk="0">
                  <a:moveTo>
                    <a:pt x="17" y="0"/>
                  </a:moveTo>
                  <a:lnTo>
                    <a:pt x="17" y="0"/>
                  </a:lnTo>
                  <a:cubicBezTo>
                    <a:pt x="0" y="48"/>
                    <a:pt x="32" y="95"/>
                    <a:pt x="80" y="111"/>
                  </a:cubicBezTo>
                  <a:lnTo>
                    <a:pt x="95" y="111"/>
                  </a:lnTo>
                  <a:cubicBezTo>
                    <a:pt x="143" y="111"/>
                    <a:pt x="174" y="80"/>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66" name="Google Shape;5166;p46"/>
            <p:cNvSpPr/>
            <p:nvPr/>
          </p:nvSpPr>
          <p:spPr>
            <a:xfrm>
              <a:off x="3561846" y="1558249"/>
              <a:ext cx="6042" cy="5025"/>
            </a:xfrm>
            <a:custGeom>
              <a:avLst/>
              <a:gdLst/>
              <a:ahLst/>
              <a:cxnLst/>
              <a:rect l="l" t="t" r="r" b="b"/>
              <a:pathLst>
                <a:path w="190" h="158" extrusionOk="0">
                  <a:moveTo>
                    <a:pt x="95" y="0"/>
                  </a:moveTo>
                  <a:cubicBezTo>
                    <a:pt x="47" y="0"/>
                    <a:pt x="16" y="17"/>
                    <a:pt x="16" y="63"/>
                  </a:cubicBezTo>
                  <a:cubicBezTo>
                    <a:pt x="1" y="111"/>
                    <a:pt x="32" y="158"/>
                    <a:pt x="79" y="158"/>
                  </a:cubicBezTo>
                  <a:lnTo>
                    <a:pt x="95" y="158"/>
                  </a:lnTo>
                  <a:cubicBezTo>
                    <a:pt x="127" y="158"/>
                    <a:pt x="173" y="143"/>
                    <a:pt x="173" y="95"/>
                  </a:cubicBezTo>
                  <a:cubicBezTo>
                    <a:pt x="190" y="48"/>
                    <a:pt x="158" y="0"/>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67" name="Google Shape;5167;p46"/>
            <p:cNvSpPr/>
            <p:nvPr/>
          </p:nvSpPr>
          <p:spPr>
            <a:xfrm>
              <a:off x="3543814" y="1554242"/>
              <a:ext cx="6042" cy="5565"/>
            </a:xfrm>
            <a:custGeom>
              <a:avLst/>
              <a:gdLst/>
              <a:ahLst/>
              <a:cxnLst/>
              <a:rect l="l" t="t" r="r" b="b"/>
              <a:pathLst>
                <a:path w="190" h="175" extrusionOk="0">
                  <a:moveTo>
                    <a:pt x="95" y="0"/>
                  </a:moveTo>
                  <a:cubicBezTo>
                    <a:pt x="47" y="0"/>
                    <a:pt x="16" y="32"/>
                    <a:pt x="16" y="80"/>
                  </a:cubicBezTo>
                  <a:cubicBezTo>
                    <a:pt x="0" y="126"/>
                    <a:pt x="32" y="158"/>
                    <a:pt x="79" y="174"/>
                  </a:cubicBezTo>
                  <a:lnTo>
                    <a:pt x="95" y="174"/>
                  </a:lnTo>
                  <a:cubicBezTo>
                    <a:pt x="126" y="174"/>
                    <a:pt x="173" y="143"/>
                    <a:pt x="173" y="111"/>
                  </a:cubicBezTo>
                  <a:cubicBezTo>
                    <a:pt x="189" y="63"/>
                    <a:pt x="158" y="17"/>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68" name="Google Shape;5168;p46"/>
            <p:cNvSpPr/>
            <p:nvPr/>
          </p:nvSpPr>
          <p:spPr>
            <a:xfrm>
              <a:off x="3558316" y="1575805"/>
              <a:ext cx="5565" cy="3530"/>
            </a:xfrm>
            <a:custGeom>
              <a:avLst/>
              <a:gdLst/>
              <a:ahLst/>
              <a:cxnLst/>
              <a:rect l="l" t="t" r="r" b="b"/>
              <a:pathLst>
                <a:path w="175" h="111" extrusionOk="0">
                  <a:moveTo>
                    <a:pt x="80" y="0"/>
                  </a:moveTo>
                  <a:cubicBezTo>
                    <a:pt x="49" y="0"/>
                    <a:pt x="17" y="32"/>
                    <a:pt x="1" y="79"/>
                  </a:cubicBezTo>
                  <a:lnTo>
                    <a:pt x="1" y="79"/>
                  </a:lnTo>
                  <a:lnTo>
                    <a:pt x="175" y="110"/>
                  </a:lnTo>
                  <a:lnTo>
                    <a:pt x="175" y="110"/>
                  </a:lnTo>
                  <a:cubicBezTo>
                    <a:pt x="175" y="63"/>
                    <a:pt x="143" y="15"/>
                    <a:pt x="95" y="15"/>
                  </a:cubicBezTo>
                  <a:cubicBezTo>
                    <a:pt x="95" y="15"/>
                    <a:pt x="95" y="0"/>
                    <a:pt x="8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69" name="Google Shape;5169;p46"/>
            <p:cNvSpPr/>
            <p:nvPr/>
          </p:nvSpPr>
          <p:spPr>
            <a:xfrm>
              <a:off x="3554849" y="1502656"/>
              <a:ext cx="5502" cy="3498"/>
            </a:xfrm>
            <a:custGeom>
              <a:avLst/>
              <a:gdLst/>
              <a:ahLst/>
              <a:cxnLst/>
              <a:rect l="l" t="t" r="r" b="b"/>
              <a:pathLst>
                <a:path w="173" h="110" extrusionOk="0">
                  <a:moveTo>
                    <a:pt x="15" y="0"/>
                  </a:moveTo>
                  <a:lnTo>
                    <a:pt x="15" y="0"/>
                  </a:lnTo>
                  <a:cubicBezTo>
                    <a:pt x="0" y="47"/>
                    <a:pt x="32" y="95"/>
                    <a:pt x="78" y="110"/>
                  </a:cubicBezTo>
                  <a:lnTo>
                    <a:pt x="95" y="110"/>
                  </a:lnTo>
                  <a:cubicBezTo>
                    <a:pt x="126" y="110"/>
                    <a:pt x="173" y="78"/>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70" name="Google Shape;5170;p46"/>
            <p:cNvSpPr/>
            <p:nvPr/>
          </p:nvSpPr>
          <p:spPr>
            <a:xfrm>
              <a:off x="3547821" y="1536718"/>
              <a:ext cx="5534" cy="3021"/>
            </a:xfrm>
            <a:custGeom>
              <a:avLst/>
              <a:gdLst/>
              <a:ahLst/>
              <a:cxnLst/>
              <a:rect l="l" t="t" r="r" b="b"/>
              <a:pathLst>
                <a:path w="174" h="95" extrusionOk="0">
                  <a:moveTo>
                    <a:pt x="79" y="0"/>
                  </a:moveTo>
                  <a:cubicBezTo>
                    <a:pt x="47" y="0"/>
                    <a:pt x="16" y="16"/>
                    <a:pt x="0" y="63"/>
                  </a:cubicBezTo>
                  <a:lnTo>
                    <a:pt x="0" y="63"/>
                  </a:lnTo>
                  <a:lnTo>
                    <a:pt x="173" y="95"/>
                  </a:lnTo>
                  <a:lnTo>
                    <a:pt x="173" y="95"/>
                  </a:lnTo>
                  <a:cubicBezTo>
                    <a:pt x="173" y="47"/>
                    <a:pt x="142"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71" name="Google Shape;5171;p46"/>
            <p:cNvSpPr/>
            <p:nvPr/>
          </p:nvSpPr>
          <p:spPr>
            <a:xfrm>
              <a:off x="3572882" y="1506664"/>
              <a:ext cx="5502" cy="3021"/>
            </a:xfrm>
            <a:custGeom>
              <a:avLst/>
              <a:gdLst/>
              <a:ahLst/>
              <a:cxnLst/>
              <a:rect l="l" t="t" r="r" b="b"/>
              <a:pathLst>
                <a:path w="173" h="95" extrusionOk="0">
                  <a:moveTo>
                    <a:pt x="15" y="0"/>
                  </a:moveTo>
                  <a:cubicBezTo>
                    <a:pt x="0" y="47"/>
                    <a:pt x="32" y="78"/>
                    <a:pt x="78" y="95"/>
                  </a:cubicBezTo>
                  <a:lnTo>
                    <a:pt x="95" y="95"/>
                  </a:lnTo>
                  <a:cubicBezTo>
                    <a:pt x="126" y="95"/>
                    <a:pt x="173" y="63"/>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72" name="Google Shape;5172;p46"/>
            <p:cNvSpPr/>
            <p:nvPr/>
          </p:nvSpPr>
          <p:spPr>
            <a:xfrm>
              <a:off x="3569352" y="1522152"/>
              <a:ext cx="5565" cy="5565"/>
            </a:xfrm>
            <a:custGeom>
              <a:avLst/>
              <a:gdLst/>
              <a:ahLst/>
              <a:cxnLst/>
              <a:rect l="l" t="t" r="r" b="b"/>
              <a:pathLst>
                <a:path w="175" h="175" extrusionOk="0">
                  <a:moveTo>
                    <a:pt x="80" y="1"/>
                  </a:moveTo>
                  <a:cubicBezTo>
                    <a:pt x="48" y="1"/>
                    <a:pt x="17" y="32"/>
                    <a:pt x="0" y="64"/>
                  </a:cubicBezTo>
                  <a:cubicBezTo>
                    <a:pt x="0" y="112"/>
                    <a:pt x="17" y="158"/>
                    <a:pt x="63" y="175"/>
                  </a:cubicBezTo>
                  <a:lnTo>
                    <a:pt x="80" y="175"/>
                  </a:lnTo>
                  <a:cubicBezTo>
                    <a:pt x="126" y="175"/>
                    <a:pt x="158" y="143"/>
                    <a:pt x="174" y="112"/>
                  </a:cubicBezTo>
                  <a:cubicBezTo>
                    <a:pt x="174" y="64"/>
                    <a:pt x="143" y="17"/>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73" name="Google Shape;5173;p46"/>
            <p:cNvSpPr/>
            <p:nvPr/>
          </p:nvSpPr>
          <p:spPr>
            <a:xfrm>
              <a:off x="3551319" y="1518686"/>
              <a:ext cx="5565" cy="5025"/>
            </a:xfrm>
            <a:custGeom>
              <a:avLst/>
              <a:gdLst/>
              <a:ahLst/>
              <a:cxnLst/>
              <a:rect l="l" t="t" r="r" b="b"/>
              <a:pathLst>
                <a:path w="175" h="158" extrusionOk="0">
                  <a:moveTo>
                    <a:pt x="95" y="0"/>
                  </a:moveTo>
                  <a:cubicBezTo>
                    <a:pt x="48" y="0"/>
                    <a:pt x="17" y="32"/>
                    <a:pt x="0" y="63"/>
                  </a:cubicBezTo>
                  <a:cubicBezTo>
                    <a:pt x="0" y="110"/>
                    <a:pt x="32" y="158"/>
                    <a:pt x="80" y="158"/>
                  </a:cubicBezTo>
                  <a:lnTo>
                    <a:pt x="95" y="158"/>
                  </a:lnTo>
                  <a:cubicBezTo>
                    <a:pt x="126" y="158"/>
                    <a:pt x="158" y="141"/>
                    <a:pt x="174" y="95"/>
                  </a:cubicBezTo>
                  <a:cubicBezTo>
                    <a:pt x="174" y="47"/>
                    <a:pt x="158" y="0"/>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74" name="Google Shape;5174;p46"/>
            <p:cNvSpPr/>
            <p:nvPr/>
          </p:nvSpPr>
          <p:spPr>
            <a:xfrm>
              <a:off x="3565854" y="1540217"/>
              <a:ext cx="5534" cy="3021"/>
            </a:xfrm>
            <a:custGeom>
              <a:avLst/>
              <a:gdLst/>
              <a:ahLst/>
              <a:cxnLst/>
              <a:rect l="l" t="t" r="r" b="b"/>
              <a:pathLst>
                <a:path w="174" h="95" extrusionOk="0">
                  <a:moveTo>
                    <a:pt x="79" y="0"/>
                  </a:moveTo>
                  <a:cubicBezTo>
                    <a:pt x="47" y="0"/>
                    <a:pt x="1" y="32"/>
                    <a:pt x="1" y="63"/>
                  </a:cubicBezTo>
                  <a:lnTo>
                    <a:pt x="158" y="95"/>
                  </a:lnTo>
                  <a:cubicBezTo>
                    <a:pt x="173" y="48"/>
                    <a:pt x="142" y="16"/>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75" name="Google Shape;5175;p46"/>
            <p:cNvSpPr/>
            <p:nvPr/>
          </p:nvSpPr>
          <p:spPr>
            <a:xfrm>
              <a:off x="3562323" y="1467036"/>
              <a:ext cx="5565" cy="3053"/>
            </a:xfrm>
            <a:custGeom>
              <a:avLst/>
              <a:gdLst/>
              <a:ahLst/>
              <a:cxnLst/>
              <a:rect l="l" t="t" r="r" b="b"/>
              <a:pathLst>
                <a:path w="175" h="96" extrusionOk="0">
                  <a:moveTo>
                    <a:pt x="1" y="1"/>
                  </a:moveTo>
                  <a:cubicBezTo>
                    <a:pt x="1" y="49"/>
                    <a:pt x="32" y="80"/>
                    <a:pt x="80" y="95"/>
                  </a:cubicBezTo>
                  <a:lnTo>
                    <a:pt x="95" y="95"/>
                  </a:lnTo>
                  <a:cubicBezTo>
                    <a:pt x="127" y="95"/>
                    <a:pt x="158" y="64"/>
                    <a:pt x="175"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76" name="Google Shape;5176;p46"/>
            <p:cNvSpPr/>
            <p:nvPr/>
          </p:nvSpPr>
          <p:spPr>
            <a:xfrm>
              <a:off x="3555327" y="1500653"/>
              <a:ext cx="5565" cy="3021"/>
            </a:xfrm>
            <a:custGeom>
              <a:avLst/>
              <a:gdLst/>
              <a:ahLst/>
              <a:cxnLst/>
              <a:rect l="l" t="t" r="r" b="b"/>
              <a:pathLst>
                <a:path w="175" h="95" extrusionOk="0">
                  <a:moveTo>
                    <a:pt x="80" y="0"/>
                  </a:moveTo>
                  <a:cubicBezTo>
                    <a:pt x="32" y="0"/>
                    <a:pt x="0" y="32"/>
                    <a:pt x="0" y="63"/>
                  </a:cubicBezTo>
                  <a:lnTo>
                    <a:pt x="158" y="95"/>
                  </a:lnTo>
                  <a:cubicBezTo>
                    <a:pt x="174" y="63"/>
                    <a:pt x="143"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77" name="Google Shape;5177;p46"/>
            <p:cNvSpPr/>
            <p:nvPr/>
          </p:nvSpPr>
          <p:spPr>
            <a:xfrm>
              <a:off x="3580356" y="1470567"/>
              <a:ext cx="5565" cy="3053"/>
            </a:xfrm>
            <a:custGeom>
              <a:avLst/>
              <a:gdLst/>
              <a:ahLst/>
              <a:cxnLst/>
              <a:rect l="l" t="t" r="r" b="b"/>
              <a:pathLst>
                <a:path w="175" h="96" extrusionOk="0">
                  <a:moveTo>
                    <a:pt x="1" y="1"/>
                  </a:moveTo>
                  <a:cubicBezTo>
                    <a:pt x="1" y="47"/>
                    <a:pt x="17" y="95"/>
                    <a:pt x="64" y="95"/>
                  </a:cubicBezTo>
                  <a:lnTo>
                    <a:pt x="80" y="95"/>
                  </a:lnTo>
                  <a:cubicBezTo>
                    <a:pt x="127" y="95"/>
                    <a:pt x="159" y="79"/>
                    <a:pt x="175" y="32"/>
                  </a:cubicBezTo>
                  <a:lnTo>
                    <a:pt x="175"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78" name="Google Shape;5178;p46"/>
            <p:cNvSpPr/>
            <p:nvPr/>
          </p:nvSpPr>
          <p:spPr>
            <a:xfrm>
              <a:off x="3576349" y="1486596"/>
              <a:ext cx="6042" cy="5057"/>
            </a:xfrm>
            <a:custGeom>
              <a:avLst/>
              <a:gdLst/>
              <a:ahLst/>
              <a:cxnLst/>
              <a:rect l="l" t="t" r="r" b="b"/>
              <a:pathLst>
                <a:path w="190" h="159" extrusionOk="0">
                  <a:moveTo>
                    <a:pt x="95" y="1"/>
                  </a:moveTo>
                  <a:cubicBezTo>
                    <a:pt x="64" y="1"/>
                    <a:pt x="17" y="16"/>
                    <a:pt x="17" y="64"/>
                  </a:cubicBezTo>
                  <a:cubicBezTo>
                    <a:pt x="1" y="111"/>
                    <a:pt x="32" y="158"/>
                    <a:pt x="80" y="158"/>
                  </a:cubicBezTo>
                  <a:lnTo>
                    <a:pt x="95" y="158"/>
                  </a:lnTo>
                  <a:cubicBezTo>
                    <a:pt x="143" y="158"/>
                    <a:pt x="175" y="142"/>
                    <a:pt x="175" y="95"/>
                  </a:cubicBezTo>
                  <a:cubicBezTo>
                    <a:pt x="190" y="48"/>
                    <a:pt x="158" y="1"/>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79" name="Google Shape;5179;p46"/>
            <p:cNvSpPr/>
            <p:nvPr/>
          </p:nvSpPr>
          <p:spPr>
            <a:xfrm>
              <a:off x="3558316" y="1482588"/>
              <a:ext cx="6042" cy="5534"/>
            </a:xfrm>
            <a:custGeom>
              <a:avLst/>
              <a:gdLst/>
              <a:ahLst/>
              <a:cxnLst/>
              <a:rect l="l" t="t" r="r" b="b"/>
              <a:pathLst>
                <a:path w="190" h="174" extrusionOk="0">
                  <a:moveTo>
                    <a:pt x="95" y="1"/>
                  </a:moveTo>
                  <a:cubicBezTo>
                    <a:pt x="64" y="1"/>
                    <a:pt x="32" y="32"/>
                    <a:pt x="17" y="64"/>
                  </a:cubicBezTo>
                  <a:cubicBezTo>
                    <a:pt x="1" y="110"/>
                    <a:pt x="32" y="158"/>
                    <a:pt x="80" y="174"/>
                  </a:cubicBezTo>
                  <a:lnTo>
                    <a:pt x="95" y="174"/>
                  </a:lnTo>
                  <a:cubicBezTo>
                    <a:pt x="143" y="174"/>
                    <a:pt x="175" y="142"/>
                    <a:pt x="190" y="110"/>
                  </a:cubicBezTo>
                  <a:cubicBezTo>
                    <a:pt x="190" y="64"/>
                    <a:pt x="158" y="16"/>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80" name="Google Shape;5180;p46"/>
            <p:cNvSpPr/>
            <p:nvPr/>
          </p:nvSpPr>
          <p:spPr>
            <a:xfrm>
              <a:off x="3573359" y="1504119"/>
              <a:ext cx="5565" cy="3562"/>
            </a:xfrm>
            <a:custGeom>
              <a:avLst/>
              <a:gdLst/>
              <a:ahLst/>
              <a:cxnLst/>
              <a:rect l="l" t="t" r="r" b="b"/>
              <a:pathLst>
                <a:path w="175" h="112" extrusionOk="0">
                  <a:moveTo>
                    <a:pt x="80" y="1"/>
                  </a:moveTo>
                  <a:cubicBezTo>
                    <a:pt x="32" y="1"/>
                    <a:pt x="0" y="32"/>
                    <a:pt x="0" y="80"/>
                  </a:cubicBezTo>
                  <a:lnTo>
                    <a:pt x="0" y="80"/>
                  </a:lnTo>
                  <a:lnTo>
                    <a:pt x="158" y="112"/>
                  </a:lnTo>
                  <a:lnTo>
                    <a:pt x="158" y="112"/>
                  </a:lnTo>
                  <a:cubicBezTo>
                    <a:pt x="174" y="64"/>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81" name="Google Shape;5181;p46"/>
            <p:cNvSpPr/>
            <p:nvPr/>
          </p:nvSpPr>
          <p:spPr>
            <a:xfrm>
              <a:off x="3569861" y="1430971"/>
              <a:ext cx="5534" cy="3562"/>
            </a:xfrm>
            <a:custGeom>
              <a:avLst/>
              <a:gdLst/>
              <a:ahLst/>
              <a:cxnLst/>
              <a:rect l="l" t="t" r="r" b="b"/>
              <a:pathLst>
                <a:path w="174" h="112" extrusionOk="0">
                  <a:moveTo>
                    <a:pt x="1" y="0"/>
                  </a:moveTo>
                  <a:lnTo>
                    <a:pt x="1" y="0"/>
                  </a:lnTo>
                  <a:cubicBezTo>
                    <a:pt x="1" y="48"/>
                    <a:pt x="16" y="95"/>
                    <a:pt x="64" y="95"/>
                  </a:cubicBezTo>
                  <a:cubicBezTo>
                    <a:pt x="79" y="95"/>
                    <a:pt x="79" y="111"/>
                    <a:pt x="79" y="111"/>
                  </a:cubicBezTo>
                  <a:cubicBezTo>
                    <a:pt x="127" y="111"/>
                    <a:pt x="158"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82" name="Google Shape;5182;p46"/>
            <p:cNvSpPr/>
            <p:nvPr/>
          </p:nvSpPr>
          <p:spPr>
            <a:xfrm>
              <a:off x="3562323" y="1464556"/>
              <a:ext cx="6042" cy="3530"/>
            </a:xfrm>
            <a:custGeom>
              <a:avLst/>
              <a:gdLst/>
              <a:ahLst/>
              <a:cxnLst/>
              <a:rect l="l" t="t" r="r" b="b"/>
              <a:pathLst>
                <a:path w="190" h="111" extrusionOk="0">
                  <a:moveTo>
                    <a:pt x="95" y="1"/>
                  </a:moveTo>
                  <a:cubicBezTo>
                    <a:pt x="49" y="1"/>
                    <a:pt x="17" y="32"/>
                    <a:pt x="1" y="79"/>
                  </a:cubicBezTo>
                  <a:lnTo>
                    <a:pt x="1" y="79"/>
                  </a:lnTo>
                  <a:lnTo>
                    <a:pt x="175" y="110"/>
                  </a:lnTo>
                  <a:lnTo>
                    <a:pt x="175" y="110"/>
                  </a:lnTo>
                  <a:cubicBezTo>
                    <a:pt x="190" y="64"/>
                    <a:pt x="158" y="16"/>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83" name="Google Shape;5183;p46"/>
            <p:cNvSpPr/>
            <p:nvPr/>
          </p:nvSpPr>
          <p:spPr>
            <a:xfrm>
              <a:off x="3587385" y="1434501"/>
              <a:ext cx="5565" cy="3498"/>
            </a:xfrm>
            <a:custGeom>
              <a:avLst/>
              <a:gdLst/>
              <a:ahLst/>
              <a:cxnLst/>
              <a:rect l="l" t="t" r="r" b="b"/>
              <a:pathLst>
                <a:path w="175" h="110" extrusionOk="0">
                  <a:moveTo>
                    <a:pt x="17" y="0"/>
                  </a:moveTo>
                  <a:lnTo>
                    <a:pt x="17" y="0"/>
                  </a:lnTo>
                  <a:cubicBezTo>
                    <a:pt x="1" y="47"/>
                    <a:pt x="32" y="95"/>
                    <a:pt x="80" y="110"/>
                  </a:cubicBezTo>
                  <a:lnTo>
                    <a:pt x="95" y="110"/>
                  </a:lnTo>
                  <a:cubicBezTo>
                    <a:pt x="143" y="110"/>
                    <a:pt x="174" y="78"/>
                    <a:pt x="174" y="47"/>
                  </a:cubicBezTo>
                  <a:lnTo>
                    <a:pt x="174" y="4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84" name="Google Shape;5184;p46"/>
            <p:cNvSpPr/>
            <p:nvPr/>
          </p:nvSpPr>
          <p:spPr>
            <a:xfrm>
              <a:off x="3583886" y="1450530"/>
              <a:ext cx="6042" cy="5534"/>
            </a:xfrm>
            <a:custGeom>
              <a:avLst/>
              <a:gdLst/>
              <a:ahLst/>
              <a:cxnLst/>
              <a:rect l="l" t="t" r="r" b="b"/>
              <a:pathLst>
                <a:path w="190" h="174" extrusionOk="0">
                  <a:moveTo>
                    <a:pt x="95" y="0"/>
                  </a:moveTo>
                  <a:cubicBezTo>
                    <a:pt x="48" y="0"/>
                    <a:pt x="16" y="32"/>
                    <a:pt x="16" y="63"/>
                  </a:cubicBezTo>
                  <a:cubicBezTo>
                    <a:pt x="1" y="110"/>
                    <a:pt x="32" y="158"/>
                    <a:pt x="79" y="173"/>
                  </a:cubicBezTo>
                  <a:lnTo>
                    <a:pt x="95" y="173"/>
                  </a:lnTo>
                  <a:cubicBezTo>
                    <a:pt x="127" y="173"/>
                    <a:pt x="174" y="142"/>
                    <a:pt x="174" y="95"/>
                  </a:cubicBezTo>
                  <a:cubicBezTo>
                    <a:pt x="190" y="47"/>
                    <a:pt x="158" y="16"/>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85" name="Google Shape;5185;p46"/>
            <p:cNvSpPr/>
            <p:nvPr/>
          </p:nvSpPr>
          <p:spPr>
            <a:xfrm>
              <a:off x="3565854" y="1447000"/>
              <a:ext cx="6042" cy="5057"/>
            </a:xfrm>
            <a:custGeom>
              <a:avLst/>
              <a:gdLst/>
              <a:ahLst/>
              <a:cxnLst/>
              <a:rect l="l" t="t" r="r" b="b"/>
              <a:pathLst>
                <a:path w="190" h="159" extrusionOk="0">
                  <a:moveTo>
                    <a:pt x="95" y="1"/>
                  </a:moveTo>
                  <a:cubicBezTo>
                    <a:pt x="47" y="1"/>
                    <a:pt x="16" y="17"/>
                    <a:pt x="16" y="64"/>
                  </a:cubicBezTo>
                  <a:cubicBezTo>
                    <a:pt x="1" y="111"/>
                    <a:pt x="32" y="158"/>
                    <a:pt x="79" y="158"/>
                  </a:cubicBezTo>
                  <a:lnTo>
                    <a:pt x="95" y="158"/>
                  </a:lnTo>
                  <a:cubicBezTo>
                    <a:pt x="127" y="158"/>
                    <a:pt x="173" y="143"/>
                    <a:pt x="173" y="95"/>
                  </a:cubicBezTo>
                  <a:cubicBezTo>
                    <a:pt x="190" y="48"/>
                    <a:pt x="158" y="1"/>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86" name="Google Shape;5186;p46"/>
            <p:cNvSpPr/>
            <p:nvPr/>
          </p:nvSpPr>
          <p:spPr>
            <a:xfrm>
              <a:off x="3580356" y="1468563"/>
              <a:ext cx="5565" cy="3053"/>
            </a:xfrm>
            <a:custGeom>
              <a:avLst/>
              <a:gdLst/>
              <a:ahLst/>
              <a:cxnLst/>
              <a:rect l="l" t="t" r="r" b="b"/>
              <a:pathLst>
                <a:path w="175" h="96" extrusionOk="0">
                  <a:moveTo>
                    <a:pt x="80" y="1"/>
                  </a:moveTo>
                  <a:cubicBezTo>
                    <a:pt x="49" y="1"/>
                    <a:pt x="17" y="16"/>
                    <a:pt x="1" y="64"/>
                  </a:cubicBezTo>
                  <a:lnTo>
                    <a:pt x="175" y="95"/>
                  </a:lnTo>
                  <a:cubicBezTo>
                    <a:pt x="175" y="47"/>
                    <a:pt x="143" y="1"/>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87" name="Google Shape;5187;p46"/>
            <p:cNvSpPr/>
            <p:nvPr/>
          </p:nvSpPr>
          <p:spPr>
            <a:xfrm>
              <a:off x="3569861" y="1428967"/>
              <a:ext cx="5534" cy="3021"/>
            </a:xfrm>
            <a:custGeom>
              <a:avLst/>
              <a:gdLst/>
              <a:ahLst/>
              <a:cxnLst/>
              <a:rect l="l" t="t" r="r" b="b"/>
              <a:pathLst>
                <a:path w="174" h="95" extrusionOk="0">
                  <a:moveTo>
                    <a:pt x="79" y="0"/>
                  </a:moveTo>
                  <a:cubicBezTo>
                    <a:pt x="47" y="0"/>
                    <a:pt x="16" y="32"/>
                    <a:pt x="1" y="63"/>
                  </a:cubicBezTo>
                  <a:lnTo>
                    <a:pt x="173" y="95"/>
                  </a:lnTo>
                  <a:cubicBezTo>
                    <a:pt x="173" y="48"/>
                    <a:pt x="142"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88" name="Google Shape;5188;p46"/>
            <p:cNvSpPr/>
            <p:nvPr/>
          </p:nvSpPr>
          <p:spPr>
            <a:xfrm>
              <a:off x="3573359" y="1412938"/>
              <a:ext cx="541" cy="32"/>
            </a:xfrm>
            <a:custGeom>
              <a:avLst/>
              <a:gdLst/>
              <a:ahLst/>
              <a:cxnLst/>
              <a:rect l="l" t="t" r="r" b="b"/>
              <a:pathLst>
                <a:path w="17" h="1" extrusionOk="0">
                  <a:moveTo>
                    <a:pt x="0" y="0"/>
                  </a:moveTo>
                  <a:lnTo>
                    <a:pt x="0" y="0"/>
                  </a:lnTo>
                  <a:lnTo>
                    <a:pt x="17" y="0"/>
                  </a:lnTo>
                  <a:close/>
                </a:path>
              </a:pathLst>
            </a:custGeom>
            <a:solidFill>
              <a:srgbClr val="DEE9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89" name="Google Shape;5189;p46"/>
            <p:cNvSpPr/>
            <p:nvPr/>
          </p:nvSpPr>
          <p:spPr>
            <a:xfrm>
              <a:off x="3573359" y="1412938"/>
              <a:ext cx="541" cy="1018"/>
            </a:xfrm>
            <a:custGeom>
              <a:avLst/>
              <a:gdLst/>
              <a:ahLst/>
              <a:cxnLst/>
              <a:rect l="l" t="t" r="r" b="b"/>
              <a:pathLst>
                <a:path w="17" h="32" extrusionOk="0">
                  <a:moveTo>
                    <a:pt x="0" y="0"/>
                  </a:moveTo>
                  <a:lnTo>
                    <a:pt x="0" y="0"/>
                  </a:lnTo>
                  <a:lnTo>
                    <a:pt x="0" y="32"/>
                  </a:lnTo>
                  <a:lnTo>
                    <a:pt x="17" y="32"/>
                  </a:lnTo>
                  <a:lnTo>
                    <a:pt x="17" y="32"/>
                  </a:lnTo>
                  <a:lnTo>
                    <a:pt x="17"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90" name="Google Shape;5190;p46"/>
            <p:cNvSpPr/>
            <p:nvPr/>
          </p:nvSpPr>
          <p:spPr>
            <a:xfrm>
              <a:off x="3573359" y="1413924"/>
              <a:ext cx="541" cy="1049"/>
            </a:xfrm>
            <a:custGeom>
              <a:avLst/>
              <a:gdLst/>
              <a:ahLst/>
              <a:cxnLst/>
              <a:rect l="l" t="t" r="r" b="b"/>
              <a:pathLst>
                <a:path w="17" h="33" extrusionOk="0">
                  <a:moveTo>
                    <a:pt x="0" y="1"/>
                  </a:moveTo>
                  <a:cubicBezTo>
                    <a:pt x="0" y="17"/>
                    <a:pt x="17" y="17"/>
                    <a:pt x="17" y="32"/>
                  </a:cubicBezTo>
                  <a:lnTo>
                    <a:pt x="17" y="1"/>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91" name="Google Shape;5191;p46"/>
            <p:cNvSpPr/>
            <p:nvPr/>
          </p:nvSpPr>
          <p:spPr>
            <a:xfrm>
              <a:off x="3587893" y="1432497"/>
              <a:ext cx="5534" cy="3498"/>
            </a:xfrm>
            <a:custGeom>
              <a:avLst/>
              <a:gdLst/>
              <a:ahLst/>
              <a:cxnLst/>
              <a:rect l="l" t="t" r="r" b="b"/>
              <a:pathLst>
                <a:path w="174" h="110" extrusionOk="0">
                  <a:moveTo>
                    <a:pt x="79" y="0"/>
                  </a:moveTo>
                  <a:cubicBezTo>
                    <a:pt x="48" y="0"/>
                    <a:pt x="1" y="32"/>
                    <a:pt x="1" y="63"/>
                  </a:cubicBezTo>
                  <a:lnTo>
                    <a:pt x="158" y="110"/>
                  </a:lnTo>
                  <a:cubicBezTo>
                    <a:pt x="174" y="63"/>
                    <a:pt x="142" y="15"/>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92" name="Google Shape;5192;p46"/>
            <p:cNvSpPr/>
            <p:nvPr/>
          </p:nvSpPr>
          <p:spPr>
            <a:xfrm>
              <a:off x="3568875" y="1617881"/>
              <a:ext cx="5502" cy="3053"/>
            </a:xfrm>
            <a:custGeom>
              <a:avLst/>
              <a:gdLst/>
              <a:ahLst/>
              <a:cxnLst/>
              <a:rect l="l" t="t" r="r" b="b"/>
              <a:pathLst>
                <a:path w="173" h="96" extrusionOk="0">
                  <a:moveTo>
                    <a:pt x="0" y="1"/>
                  </a:moveTo>
                  <a:lnTo>
                    <a:pt x="0" y="1"/>
                  </a:lnTo>
                  <a:cubicBezTo>
                    <a:pt x="0" y="47"/>
                    <a:pt x="32" y="79"/>
                    <a:pt x="63" y="95"/>
                  </a:cubicBezTo>
                  <a:lnTo>
                    <a:pt x="95" y="95"/>
                  </a:lnTo>
                  <a:cubicBezTo>
                    <a:pt x="126" y="95"/>
                    <a:pt x="158" y="64"/>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93" name="Google Shape;5193;p46"/>
            <p:cNvSpPr/>
            <p:nvPr/>
          </p:nvSpPr>
          <p:spPr>
            <a:xfrm>
              <a:off x="3563341" y="1651434"/>
              <a:ext cx="3562" cy="2576"/>
            </a:xfrm>
            <a:custGeom>
              <a:avLst/>
              <a:gdLst/>
              <a:ahLst/>
              <a:cxnLst/>
              <a:rect l="l" t="t" r="r" b="b"/>
              <a:pathLst>
                <a:path w="112" h="81" extrusionOk="0">
                  <a:moveTo>
                    <a:pt x="32" y="1"/>
                  </a:moveTo>
                  <a:lnTo>
                    <a:pt x="0" y="1"/>
                  </a:lnTo>
                  <a:cubicBezTo>
                    <a:pt x="0" y="1"/>
                    <a:pt x="0" y="17"/>
                    <a:pt x="17" y="17"/>
                  </a:cubicBezTo>
                  <a:cubicBezTo>
                    <a:pt x="32" y="32"/>
                    <a:pt x="48" y="32"/>
                    <a:pt x="63" y="49"/>
                  </a:cubicBezTo>
                  <a:cubicBezTo>
                    <a:pt x="63" y="64"/>
                    <a:pt x="63" y="80"/>
                    <a:pt x="80" y="80"/>
                  </a:cubicBezTo>
                  <a:cubicBezTo>
                    <a:pt x="80" y="80"/>
                    <a:pt x="95" y="64"/>
                    <a:pt x="95" y="49"/>
                  </a:cubicBezTo>
                  <a:lnTo>
                    <a:pt x="111" y="49"/>
                  </a:lnTo>
                  <a:cubicBezTo>
                    <a:pt x="95" y="32"/>
                    <a:pt x="80" y="17"/>
                    <a:pt x="48"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94" name="Google Shape;5194;p46"/>
            <p:cNvSpPr/>
            <p:nvPr/>
          </p:nvSpPr>
          <p:spPr>
            <a:xfrm>
              <a:off x="3586908" y="1621380"/>
              <a:ext cx="5534" cy="3562"/>
            </a:xfrm>
            <a:custGeom>
              <a:avLst/>
              <a:gdLst/>
              <a:ahLst/>
              <a:cxnLst/>
              <a:rect l="l" t="t" r="r" b="b"/>
              <a:pathLst>
                <a:path w="174" h="112" extrusionOk="0">
                  <a:moveTo>
                    <a:pt x="0" y="1"/>
                  </a:moveTo>
                  <a:cubicBezTo>
                    <a:pt x="0" y="48"/>
                    <a:pt x="16" y="95"/>
                    <a:pt x="63" y="95"/>
                  </a:cubicBezTo>
                  <a:cubicBezTo>
                    <a:pt x="79" y="95"/>
                    <a:pt x="79" y="111"/>
                    <a:pt x="79" y="111"/>
                  </a:cubicBezTo>
                  <a:cubicBezTo>
                    <a:pt x="126" y="111"/>
                    <a:pt x="158" y="80"/>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95" name="Google Shape;5195;p46"/>
            <p:cNvSpPr/>
            <p:nvPr/>
          </p:nvSpPr>
          <p:spPr>
            <a:xfrm>
              <a:off x="3582900" y="1637409"/>
              <a:ext cx="6042" cy="5057"/>
            </a:xfrm>
            <a:custGeom>
              <a:avLst/>
              <a:gdLst/>
              <a:ahLst/>
              <a:cxnLst/>
              <a:rect l="l" t="t" r="r" b="b"/>
              <a:pathLst>
                <a:path w="190" h="159" extrusionOk="0">
                  <a:moveTo>
                    <a:pt x="95" y="1"/>
                  </a:moveTo>
                  <a:cubicBezTo>
                    <a:pt x="63" y="1"/>
                    <a:pt x="15" y="17"/>
                    <a:pt x="15" y="64"/>
                  </a:cubicBezTo>
                  <a:cubicBezTo>
                    <a:pt x="0" y="112"/>
                    <a:pt x="32" y="158"/>
                    <a:pt x="79" y="158"/>
                  </a:cubicBezTo>
                  <a:lnTo>
                    <a:pt x="95" y="158"/>
                  </a:lnTo>
                  <a:cubicBezTo>
                    <a:pt x="142" y="158"/>
                    <a:pt x="173" y="143"/>
                    <a:pt x="173" y="95"/>
                  </a:cubicBezTo>
                  <a:cubicBezTo>
                    <a:pt x="189" y="49"/>
                    <a:pt x="158"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96" name="Google Shape;5196;p46"/>
            <p:cNvSpPr/>
            <p:nvPr/>
          </p:nvSpPr>
          <p:spPr>
            <a:xfrm>
              <a:off x="3564868" y="1633402"/>
              <a:ext cx="6042" cy="5565"/>
            </a:xfrm>
            <a:custGeom>
              <a:avLst/>
              <a:gdLst/>
              <a:ahLst/>
              <a:cxnLst/>
              <a:rect l="l" t="t" r="r" b="b"/>
              <a:pathLst>
                <a:path w="190" h="175" extrusionOk="0">
                  <a:moveTo>
                    <a:pt x="95" y="1"/>
                  </a:moveTo>
                  <a:cubicBezTo>
                    <a:pt x="63" y="1"/>
                    <a:pt x="15" y="32"/>
                    <a:pt x="15" y="80"/>
                  </a:cubicBezTo>
                  <a:cubicBezTo>
                    <a:pt x="0" y="112"/>
                    <a:pt x="32" y="158"/>
                    <a:pt x="78" y="175"/>
                  </a:cubicBezTo>
                  <a:lnTo>
                    <a:pt x="95" y="175"/>
                  </a:lnTo>
                  <a:cubicBezTo>
                    <a:pt x="141" y="175"/>
                    <a:pt x="173" y="143"/>
                    <a:pt x="173" y="112"/>
                  </a:cubicBezTo>
                  <a:cubicBezTo>
                    <a:pt x="189" y="64"/>
                    <a:pt x="158" y="17"/>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97" name="Google Shape;5197;p46"/>
            <p:cNvSpPr/>
            <p:nvPr/>
          </p:nvSpPr>
          <p:spPr>
            <a:xfrm>
              <a:off x="3579879" y="1654965"/>
              <a:ext cx="4039" cy="1527"/>
            </a:xfrm>
            <a:custGeom>
              <a:avLst/>
              <a:gdLst/>
              <a:ahLst/>
              <a:cxnLst/>
              <a:rect l="l" t="t" r="r" b="b"/>
              <a:pathLst>
                <a:path w="127" h="48" extrusionOk="0">
                  <a:moveTo>
                    <a:pt x="79" y="1"/>
                  </a:moveTo>
                  <a:cubicBezTo>
                    <a:pt x="47" y="1"/>
                    <a:pt x="16" y="16"/>
                    <a:pt x="1" y="47"/>
                  </a:cubicBezTo>
                  <a:lnTo>
                    <a:pt x="32" y="47"/>
                  </a:lnTo>
                  <a:lnTo>
                    <a:pt x="47" y="47"/>
                  </a:lnTo>
                  <a:cubicBezTo>
                    <a:pt x="64" y="47"/>
                    <a:pt x="79" y="32"/>
                    <a:pt x="110" y="16"/>
                  </a:cubicBezTo>
                  <a:lnTo>
                    <a:pt x="110" y="16"/>
                  </a:lnTo>
                  <a:cubicBezTo>
                    <a:pt x="127" y="16"/>
                    <a:pt x="127" y="32"/>
                    <a:pt x="127" y="32"/>
                  </a:cubicBezTo>
                  <a:lnTo>
                    <a:pt x="95" y="1"/>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98" name="Google Shape;5198;p46"/>
            <p:cNvSpPr/>
            <p:nvPr/>
          </p:nvSpPr>
          <p:spPr>
            <a:xfrm>
              <a:off x="3575872" y="1581816"/>
              <a:ext cx="6042" cy="3530"/>
            </a:xfrm>
            <a:custGeom>
              <a:avLst/>
              <a:gdLst/>
              <a:ahLst/>
              <a:cxnLst/>
              <a:rect l="l" t="t" r="r" b="b"/>
              <a:pathLst>
                <a:path w="190" h="111" extrusionOk="0">
                  <a:moveTo>
                    <a:pt x="16" y="0"/>
                  </a:moveTo>
                  <a:cubicBezTo>
                    <a:pt x="1" y="47"/>
                    <a:pt x="32" y="95"/>
                    <a:pt x="79" y="95"/>
                  </a:cubicBezTo>
                  <a:lnTo>
                    <a:pt x="95" y="110"/>
                  </a:lnTo>
                  <a:cubicBezTo>
                    <a:pt x="142" y="110"/>
                    <a:pt x="173" y="79"/>
                    <a:pt x="190"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199" name="Google Shape;5199;p46"/>
            <p:cNvSpPr/>
            <p:nvPr/>
          </p:nvSpPr>
          <p:spPr>
            <a:xfrm>
              <a:off x="3568875" y="1615369"/>
              <a:ext cx="5502" cy="3562"/>
            </a:xfrm>
            <a:custGeom>
              <a:avLst/>
              <a:gdLst/>
              <a:ahLst/>
              <a:cxnLst/>
              <a:rect l="l" t="t" r="r" b="b"/>
              <a:pathLst>
                <a:path w="173" h="112" extrusionOk="0">
                  <a:moveTo>
                    <a:pt x="95" y="0"/>
                  </a:moveTo>
                  <a:cubicBezTo>
                    <a:pt x="47" y="0"/>
                    <a:pt x="15" y="32"/>
                    <a:pt x="0" y="80"/>
                  </a:cubicBezTo>
                  <a:lnTo>
                    <a:pt x="173" y="111"/>
                  </a:lnTo>
                  <a:cubicBezTo>
                    <a:pt x="173" y="63"/>
                    <a:pt x="158" y="17"/>
                    <a:pt x="110" y="17"/>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00" name="Google Shape;5200;p46"/>
            <p:cNvSpPr/>
            <p:nvPr/>
          </p:nvSpPr>
          <p:spPr>
            <a:xfrm>
              <a:off x="3593904" y="1585314"/>
              <a:ext cx="5534" cy="3562"/>
            </a:xfrm>
            <a:custGeom>
              <a:avLst/>
              <a:gdLst/>
              <a:ahLst/>
              <a:cxnLst/>
              <a:rect l="l" t="t" r="r" b="b"/>
              <a:pathLst>
                <a:path w="174" h="112" extrusionOk="0">
                  <a:moveTo>
                    <a:pt x="16" y="0"/>
                  </a:moveTo>
                  <a:lnTo>
                    <a:pt x="16" y="0"/>
                  </a:lnTo>
                  <a:cubicBezTo>
                    <a:pt x="1" y="48"/>
                    <a:pt x="32" y="95"/>
                    <a:pt x="79" y="111"/>
                  </a:cubicBezTo>
                  <a:lnTo>
                    <a:pt x="96" y="111"/>
                  </a:lnTo>
                  <a:cubicBezTo>
                    <a:pt x="142" y="111"/>
                    <a:pt x="174" y="80"/>
                    <a:pt x="174" y="48"/>
                  </a:cubicBezTo>
                  <a:lnTo>
                    <a:pt x="174" y="48"/>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01" name="Google Shape;5201;p46"/>
            <p:cNvSpPr/>
            <p:nvPr/>
          </p:nvSpPr>
          <p:spPr>
            <a:xfrm>
              <a:off x="3590406" y="1601343"/>
              <a:ext cx="6042" cy="5565"/>
            </a:xfrm>
            <a:custGeom>
              <a:avLst/>
              <a:gdLst/>
              <a:ahLst/>
              <a:cxnLst/>
              <a:rect l="l" t="t" r="r" b="b"/>
              <a:pathLst>
                <a:path w="190" h="175" extrusionOk="0">
                  <a:moveTo>
                    <a:pt x="95" y="0"/>
                  </a:moveTo>
                  <a:cubicBezTo>
                    <a:pt x="48" y="0"/>
                    <a:pt x="16" y="32"/>
                    <a:pt x="0" y="63"/>
                  </a:cubicBezTo>
                  <a:cubicBezTo>
                    <a:pt x="0" y="111"/>
                    <a:pt x="32" y="158"/>
                    <a:pt x="79" y="174"/>
                  </a:cubicBezTo>
                  <a:lnTo>
                    <a:pt x="95" y="174"/>
                  </a:lnTo>
                  <a:cubicBezTo>
                    <a:pt x="126" y="174"/>
                    <a:pt x="158" y="143"/>
                    <a:pt x="174" y="95"/>
                  </a:cubicBezTo>
                  <a:cubicBezTo>
                    <a:pt x="189" y="63"/>
                    <a:pt x="158" y="17"/>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02" name="Google Shape;5202;p46"/>
            <p:cNvSpPr/>
            <p:nvPr/>
          </p:nvSpPr>
          <p:spPr>
            <a:xfrm>
              <a:off x="3572341" y="1597845"/>
              <a:ext cx="6042" cy="5057"/>
            </a:xfrm>
            <a:custGeom>
              <a:avLst/>
              <a:gdLst/>
              <a:ahLst/>
              <a:cxnLst/>
              <a:rect l="l" t="t" r="r" b="b"/>
              <a:pathLst>
                <a:path w="190" h="159" extrusionOk="0">
                  <a:moveTo>
                    <a:pt x="95" y="1"/>
                  </a:moveTo>
                  <a:cubicBezTo>
                    <a:pt x="49" y="1"/>
                    <a:pt x="17" y="16"/>
                    <a:pt x="17" y="64"/>
                  </a:cubicBezTo>
                  <a:cubicBezTo>
                    <a:pt x="1" y="110"/>
                    <a:pt x="32" y="158"/>
                    <a:pt x="80" y="158"/>
                  </a:cubicBezTo>
                  <a:lnTo>
                    <a:pt x="95" y="158"/>
                  </a:lnTo>
                  <a:cubicBezTo>
                    <a:pt x="127" y="158"/>
                    <a:pt x="175" y="142"/>
                    <a:pt x="175" y="95"/>
                  </a:cubicBezTo>
                  <a:cubicBezTo>
                    <a:pt x="190" y="47"/>
                    <a:pt x="158" y="1"/>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03" name="Google Shape;5203;p46"/>
            <p:cNvSpPr/>
            <p:nvPr/>
          </p:nvSpPr>
          <p:spPr>
            <a:xfrm>
              <a:off x="3586908" y="1619376"/>
              <a:ext cx="5534" cy="3053"/>
            </a:xfrm>
            <a:custGeom>
              <a:avLst/>
              <a:gdLst/>
              <a:ahLst/>
              <a:cxnLst/>
              <a:rect l="l" t="t" r="r" b="b"/>
              <a:pathLst>
                <a:path w="174" h="96" extrusionOk="0">
                  <a:moveTo>
                    <a:pt x="79" y="0"/>
                  </a:moveTo>
                  <a:cubicBezTo>
                    <a:pt x="47" y="0"/>
                    <a:pt x="16" y="32"/>
                    <a:pt x="0" y="64"/>
                  </a:cubicBezTo>
                  <a:lnTo>
                    <a:pt x="0" y="64"/>
                  </a:lnTo>
                  <a:lnTo>
                    <a:pt x="173" y="95"/>
                  </a:lnTo>
                  <a:lnTo>
                    <a:pt x="173" y="95"/>
                  </a:lnTo>
                  <a:cubicBezTo>
                    <a:pt x="173" y="48"/>
                    <a:pt x="142"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04" name="Google Shape;5204;p46"/>
            <p:cNvSpPr/>
            <p:nvPr/>
          </p:nvSpPr>
          <p:spPr>
            <a:xfrm>
              <a:off x="3583377" y="1546228"/>
              <a:ext cx="5565" cy="3021"/>
            </a:xfrm>
            <a:custGeom>
              <a:avLst/>
              <a:gdLst/>
              <a:ahLst/>
              <a:cxnLst/>
              <a:rect l="l" t="t" r="r" b="b"/>
              <a:pathLst>
                <a:path w="175" h="95" extrusionOk="0">
                  <a:moveTo>
                    <a:pt x="17" y="0"/>
                  </a:moveTo>
                  <a:lnTo>
                    <a:pt x="17" y="0"/>
                  </a:lnTo>
                  <a:cubicBezTo>
                    <a:pt x="0" y="32"/>
                    <a:pt x="32" y="80"/>
                    <a:pt x="80" y="95"/>
                  </a:cubicBezTo>
                  <a:lnTo>
                    <a:pt x="95" y="95"/>
                  </a:lnTo>
                  <a:cubicBezTo>
                    <a:pt x="127" y="95"/>
                    <a:pt x="174" y="63"/>
                    <a:pt x="174" y="32"/>
                  </a:cubicBezTo>
                  <a:lnTo>
                    <a:pt x="174"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05" name="Google Shape;5205;p46"/>
            <p:cNvSpPr/>
            <p:nvPr/>
          </p:nvSpPr>
          <p:spPr>
            <a:xfrm>
              <a:off x="3576349" y="1579812"/>
              <a:ext cx="5565" cy="3021"/>
            </a:xfrm>
            <a:custGeom>
              <a:avLst/>
              <a:gdLst/>
              <a:ahLst/>
              <a:cxnLst/>
              <a:rect l="l" t="t" r="r" b="b"/>
              <a:pathLst>
                <a:path w="175" h="95" extrusionOk="0">
                  <a:moveTo>
                    <a:pt x="80" y="0"/>
                  </a:moveTo>
                  <a:cubicBezTo>
                    <a:pt x="49" y="0"/>
                    <a:pt x="17" y="32"/>
                    <a:pt x="1" y="63"/>
                  </a:cubicBezTo>
                  <a:lnTo>
                    <a:pt x="1" y="63"/>
                  </a:lnTo>
                  <a:lnTo>
                    <a:pt x="175" y="95"/>
                  </a:lnTo>
                  <a:lnTo>
                    <a:pt x="175" y="95"/>
                  </a:lnTo>
                  <a:cubicBezTo>
                    <a:pt x="175" y="47"/>
                    <a:pt x="143"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06" name="Google Shape;5206;p46"/>
            <p:cNvSpPr/>
            <p:nvPr/>
          </p:nvSpPr>
          <p:spPr>
            <a:xfrm>
              <a:off x="3601410" y="1549758"/>
              <a:ext cx="5565" cy="3021"/>
            </a:xfrm>
            <a:custGeom>
              <a:avLst/>
              <a:gdLst/>
              <a:ahLst/>
              <a:cxnLst/>
              <a:rect l="l" t="t" r="r" b="b"/>
              <a:pathLst>
                <a:path w="175" h="95" extrusionOk="0">
                  <a:moveTo>
                    <a:pt x="1" y="0"/>
                  </a:moveTo>
                  <a:cubicBezTo>
                    <a:pt x="1" y="47"/>
                    <a:pt x="32" y="95"/>
                    <a:pt x="80" y="95"/>
                  </a:cubicBezTo>
                  <a:lnTo>
                    <a:pt x="95" y="95"/>
                  </a:lnTo>
                  <a:cubicBezTo>
                    <a:pt x="127" y="95"/>
                    <a:pt x="158" y="78"/>
                    <a:pt x="175"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07" name="Google Shape;5207;p46"/>
            <p:cNvSpPr/>
            <p:nvPr/>
          </p:nvSpPr>
          <p:spPr>
            <a:xfrm>
              <a:off x="3597943" y="1565246"/>
              <a:ext cx="5502" cy="5565"/>
            </a:xfrm>
            <a:custGeom>
              <a:avLst/>
              <a:gdLst/>
              <a:ahLst/>
              <a:cxnLst/>
              <a:rect l="l" t="t" r="r" b="b"/>
              <a:pathLst>
                <a:path w="173" h="175" extrusionOk="0">
                  <a:moveTo>
                    <a:pt x="78" y="1"/>
                  </a:moveTo>
                  <a:cubicBezTo>
                    <a:pt x="47" y="1"/>
                    <a:pt x="15" y="32"/>
                    <a:pt x="0" y="80"/>
                  </a:cubicBezTo>
                  <a:cubicBezTo>
                    <a:pt x="0" y="127"/>
                    <a:pt x="15" y="158"/>
                    <a:pt x="63" y="175"/>
                  </a:cubicBezTo>
                  <a:lnTo>
                    <a:pt x="78" y="175"/>
                  </a:lnTo>
                  <a:cubicBezTo>
                    <a:pt x="126" y="175"/>
                    <a:pt x="158" y="143"/>
                    <a:pt x="173" y="112"/>
                  </a:cubicBezTo>
                  <a:cubicBezTo>
                    <a:pt x="173" y="64"/>
                    <a:pt x="141" y="17"/>
                    <a:pt x="95" y="17"/>
                  </a:cubicBezTo>
                  <a:cubicBezTo>
                    <a:pt x="95" y="1"/>
                    <a:pt x="95" y="1"/>
                    <a:pt x="78"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08" name="Google Shape;5208;p46"/>
            <p:cNvSpPr/>
            <p:nvPr/>
          </p:nvSpPr>
          <p:spPr>
            <a:xfrm>
              <a:off x="3579879" y="1561780"/>
              <a:ext cx="5534" cy="5502"/>
            </a:xfrm>
            <a:custGeom>
              <a:avLst/>
              <a:gdLst/>
              <a:ahLst/>
              <a:cxnLst/>
              <a:rect l="l" t="t" r="r" b="b"/>
              <a:pathLst>
                <a:path w="174" h="173" extrusionOk="0">
                  <a:moveTo>
                    <a:pt x="95" y="0"/>
                  </a:moveTo>
                  <a:cubicBezTo>
                    <a:pt x="47" y="0"/>
                    <a:pt x="16" y="32"/>
                    <a:pt x="1" y="63"/>
                  </a:cubicBezTo>
                  <a:cubicBezTo>
                    <a:pt x="1" y="110"/>
                    <a:pt x="32" y="158"/>
                    <a:pt x="64" y="173"/>
                  </a:cubicBezTo>
                  <a:lnTo>
                    <a:pt x="95" y="173"/>
                  </a:lnTo>
                  <a:cubicBezTo>
                    <a:pt x="127" y="173"/>
                    <a:pt x="158" y="141"/>
                    <a:pt x="174" y="95"/>
                  </a:cubicBezTo>
                  <a:cubicBezTo>
                    <a:pt x="174" y="63"/>
                    <a:pt x="158" y="15"/>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09" name="Google Shape;5209;p46"/>
            <p:cNvSpPr/>
            <p:nvPr/>
          </p:nvSpPr>
          <p:spPr>
            <a:xfrm>
              <a:off x="3594413" y="1583311"/>
              <a:ext cx="5565" cy="3530"/>
            </a:xfrm>
            <a:custGeom>
              <a:avLst/>
              <a:gdLst/>
              <a:ahLst/>
              <a:cxnLst/>
              <a:rect l="l" t="t" r="r" b="b"/>
              <a:pathLst>
                <a:path w="175" h="111" extrusionOk="0">
                  <a:moveTo>
                    <a:pt x="80" y="0"/>
                  </a:moveTo>
                  <a:cubicBezTo>
                    <a:pt x="48" y="0"/>
                    <a:pt x="0" y="32"/>
                    <a:pt x="0" y="63"/>
                  </a:cubicBezTo>
                  <a:lnTo>
                    <a:pt x="158" y="111"/>
                  </a:lnTo>
                  <a:cubicBezTo>
                    <a:pt x="174" y="63"/>
                    <a:pt x="143" y="16"/>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10" name="Google Shape;5210;p46"/>
            <p:cNvSpPr/>
            <p:nvPr/>
          </p:nvSpPr>
          <p:spPr>
            <a:xfrm>
              <a:off x="3590915" y="1510130"/>
              <a:ext cx="5534" cy="3053"/>
            </a:xfrm>
            <a:custGeom>
              <a:avLst/>
              <a:gdLst/>
              <a:ahLst/>
              <a:cxnLst/>
              <a:rect l="l" t="t" r="r" b="b"/>
              <a:pathLst>
                <a:path w="174" h="96" extrusionOk="0">
                  <a:moveTo>
                    <a:pt x="0" y="1"/>
                  </a:moveTo>
                  <a:cubicBezTo>
                    <a:pt x="0" y="49"/>
                    <a:pt x="32" y="95"/>
                    <a:pt x="79" y="95"/>
                  </a:cubicBezTo>
                  <a:lnTo>
                    <a:pt x="95" y="95"/>
                  </a:lnTo>
                  <a:cubicBezTo>
                    <a:pt x="126" y="95"/>
                    <a:pt x="158" y="80"/>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11" name="Google Shape;5211;p46"/>
            <p:cNvSpPr/>
            <p:nvPr/>
          </p:nvSpPr>
          <p:spPr>
            <a:xfrm>
              <a:off x="3583886" y="1543747"/>
              <a:ext cx="5534" cy="3498"/>
            </a:xfrm>
            <a:custGeom>
              <a:avLst/>
              <a:gdLst/>
              <a:ahLst/>
              <a:cxnLst/>
              <a:rect l="l" t="t" r="r" b="b"/>
              <a:pathLst>
                <a:path w="174" h="110" extrusionOk="0">
                  <a:moveTo>
                    <a:pt x="79" y="0"/>
                  </a:moveTo>
                  <a:cubicBezTo>
                    <a:pt x="32" y="0"/>
                    <a:pt x="1" y="32"/>
                    <a:pt x="1" y="78"/>
                  </a:cubicBezTo>
                  <a:lnTo>
                    <a:pt x="158" y="110"/>
                  </a:lnTo>
                  <a:cubicBezTo>
                    <a:pt x="174" y="63"/>
                    <a:pt x="142"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12" name="Google Shape;5212;p46"/>
            <p:cNvSpPr/>
            <p:nvPr/>
          </p:nvSpPr>
          <p:spPr>
            <a:xfrm>
              <a:off x="3608948" y="1513661"/>
              <a:ext cx="5534" cy="3530"/>
            </a:xfrm>
            <a:custGeom>
              <a:avLst/>
              <a:gdLst/>
              <a:ahLst/>
              <a:cxnLst/>
              <a:rect l="l" t="t" r="r" b="b"/>
              <a:pathLst>
                <a:path w="174" h="111" extrusionOk="0">
                  <a:moveTo>
                    <a:pt x="1" y="1"/>
                  </a:moveTo>
                  <a:lnTo>
                    <a:pt x="1" y="1"/>
                  </a:lnTo>
                  <a:cubicBezTo>
                    <a:pt x="1" y="47"/>
                    <a:pt x="16" y="95"/>
                    <a:pt x="64" y="110"/>
                  </a:cubicBezTo>
                  <a:lnTo>
                    <a:pt x="79" y="110"/>
                  </a:lnTo>
                  <a:cubicBezTo>
                    <a:pt x="127" y="110"/>
                    <a:pt x="158" y="79"/>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13" name="Google Shape;5213;p46"/>
            <p:cNvSpPr/>
            <p:nvPr/>
          </p:nvSpPr>
          <p:spPr>
            <a:xfrm>
              <a:off x="3604940" y="1529690"/>
              <a:ext cx="6042" cy="5534"/>
            </a:xfrm>
            <a:custGeom>
              <a:avLst/>
              <a:gdLst/>
              <a:ahLst/>
              <a:cxnLst/>
              <a:rect l="l" t="t" r="r" b="b"/>
              <a:pathLst>
                <a:path w="190" h="174" extrusionOk="0">
                  <a:moveTo>
                    <a:pt x="95" y="1"/>
                  </a:moveTo>
                  <a:cubicBezTo>
                    <a:pt x="64" y="1"/>
                    <a:pt x="16" y="32"/>
                    <a:pt x="16" y="64"/>
                  </a:cubicBezTo>
                  <a:cubicBezTo>
                    <a:pt x="1" y="111"/>
                    <a:pt x="32" y="158"/>
                    <a:pt x="79" y="158"/>
                  </a:cubicBezTo>
                  <a:cubicBezTo>
                    <a:pt x="79" y="174"/>
                    <a:pt x="95" y="174"/>
                    <a:pt x="95" y="174"/>
                  </a:cubicBezTo>
                  <a:cubicBezTo>
                    <a:pt x="142" y="174"/>
                    <a:pt x="173" y="142"/>
                    <a:pt x="173" y="95"/>
                  </a:cubicBezTo>
                  <a:cubicBezTo>
                    <a:pt x="190" y="47"/>
                    <a:pt x="158" y="16"/>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14" name="Google Shape;5214;p46"/>
            <p:cNvSpPr/>
            <p:nvPr/>
          </p:nvSpPr>
          <p:spPr>
            <a:xfrm>
              <a:off x="3586908" y="1525682"/>
              <a:ext cx="6042" cy="5534"/>
            </a:xfrm>
            <a:custGeom>
              <a:avLst/>
              <a:gdLst/>
              <a:ahLst/>
              <a:cxnLst/>
              <a:rect l="l" t="t" r="r" b="b"/>
              <a:pathLst>
                <a:path w="190" h="174" extrusionOk="0">
                  <a:moveTo>
                    <a:pt x="95" y="1"/>
                  </a:moveTo>
                  <a:cubicBezTo>
                    <a:pt x="63" y="1"/>
                    <a:pt x="32" y="32"/>
                    <a:pt x="16" y="79"/>
                  </a:cubicBezTo>
                  <a:cubicBezTo>
                    <a:pt x="0" y="127"/>
                    <a:pt x="32" y="158"/>
                    <a:pt x="79" y="173"/>
                  </a:cubicBezTo>
                  <a:lnTo>
                    <a:pt x="95" y="173"/>
                  </a:lnTo>
                  <a:cubicBezTo>
                    <a:pt x="142" y="173"/>
                    <a:pt x="173" y="142"/>
                    <a:pt x="189" y="110"/>
                  </a:cubicBezTo>
                  <a:cubicBezTo>
                    <a:pt x="189" y="64"/>
                    <a:pt x="158" y="16"/>
                    <a:pt x="110" y="16"/>
                  </a:cubicBezTo>
                  <a:cubicBezTo>
                    <a:pt x="110" y="16"/>
                    <a:pt x="110" y="1"/>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15" name="Google Shape;5215;p46"/>
            <p:cNvSpPr/>
            <p:nvPr/>
          </p:nvSpPr>
          <p:spPr>
            <a:xfrm>
              <a:off x="3601410" y="1547754"/>
              <a:ext cx="6042" cy="3021"/>
            </a:xfrm>
            <a:custGeom>
              <a:avLst/>
              <a:gdLst/>
              <a:ahLst/>
              <a:cxnLst/>
              <a:rect l="l" t="t" r="r" b="b"/>
              <a:pathLst>
                <a:path w="190" h="95" extrusionOk="0">
                  <a:moveTo>
                    <a:pt x="95" y="0"/>
                  </a:moveTo>
                  <a:cubicBezTo>
                    <a:pt x="49" y="0"/>
                    <a:pt x="17" y="15"/>
                    <a:pt x="1" y="63"/>
                  </a:cubicBezTo>
                  <a:lnTo>
                    <a:pt x="1" y="63"/>
                  </a:lnTo>
                  <a:lnTo>
                    <a:pt x="175" y="95"/>
                  </a:lnTo>
                  <a:lnTo>
                    <a:pt x="175" y="95"/>
                  </a:lnTo>
                  <a:cubicBezTo>
                    <a:pt x="190" y="47"/>
                    <a:pt x="158" y="0"/>
                    <a:pt x="112"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16" name="Google Shape;5216;p46"/>
            <p:cNvSpPr/>
            <p:nvPr/>
          </p:nvSpPr>
          <p:spPr>
            <a:xfrm>
              <a:off x="3597943" y="1474065"/>
              <a:ext cx="6042" cy="3562"/>
            </a:xfrm>
            <a:custGeom>
              <a:avLst/>
              <a:gdLst/>
              <a:ahLst/>
              <a:cxnLst/>
              <a:rect l="l" t="t" r="r" b="b"/>
              <a:pathLst>
                <a:path w="190" h="112" extrusionOk="0">
                  <a:moveTo>
                    <a:pt x="15" y="0"/>
                  </a:moveTo>
                  <a:lnTo>
                    <a:pt x="15" y="0"/>
                  </a:lnTo>
                  <a:cubicBezTo>
                    <a:pt x="0" y="48"/>
                    <a:pt x="32" y="95"/>
                    <a:pt x="78" y="111"/>
                  </a:cubicBezTo>
                  <a:lnTo>
                    <a:pt x="95" y="111"/>
                  </a:lnTo>
                  <a:cubicBezTo>
                    <a:pt x="141" y="111"/>
                    <a:pt x="173" y="80"/>
                    <a:pt x="189" y="48"/>
                  </a:cubicBezTo>
                  <a:lnTo>
                    <a:pt x="189" y="48"/>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17" name="Google Shape;5217;p46"/>
            <p:cNvSpPr/>
            <p:nvPr/>
          </p:nvSpPr>
          <p:spPr>
            <a:xfrm>
              <a:off x="3590915" y="1508127"/>
              <a:ext cx="5534" cy="3053"/>
            </a:xfrm>
            <a:custGeom>
              <a:avLst/>
              <a:gdLst/>
              <a:ahLst/>
              <a:cxnLst/>
              <a:rect l="l" t="t" r="r" b="b"/>
              <a:pathLst>
                <a:path w="174" h="96" extrusionOk="0">
                  <a:moveTo>
                    <a:pt x="95" y="1"/>
                  </a:moveTo>
                  <a:cubicBezTo>
                    <a:pt x="47" y="1"/>
                    <a:pt x="16" y="17"/>
                    <a:pt x="0" y="64"/>
                  </a:cubicBezTo>
                  <a:lnTo>
                    <a:pt x="0" y="64"/>
                  </a:lnTo>
                  <a:lnTo>
                    <a:pt x="173" y="95"/>
                  </a:lnTo>
                  <a:lnTo>
                    <a:pt x="173" y="95"/>
                  </a:lnTo>
                  <a:cubicBezTo>
                    <a:pt x="173" y="49"/>
                    <a:pt x="158"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18" name="Google Shape;5218;p46"/>
            <p:cNvSpPr/>
            <p:nvPr/>
          </p:nvSpPr>
          <p:spPr>
            <a:xfrm>
              <a:off x="3615976" y="1478072"/>
              <a:ext cx="5502" cy="3021"/>
            </a:xfrm>
            <a:custGeom>
              <a:avLst/>
              <a:gdLst/>
              <a:ahLst/>
              <a:cxnLst/>
              <a:rect l="l" t="t" r="r" b="b"/>
              <a:pathLst>
                <a:path w="173" h="95" extrusionOk="0">
                  <a:moveTo>
                    <a:pt x="15" y="0"/>
                  </a:moveTo>
                  <a:lnTo>
                    <a:pt x="15" y="0"/>
                  </a:lnTo>
                  <a:cubicBezTo>
                    <a:pt x="0" y="48"/>
                    <a:pt x="32" y="80"/>
                    <a:pt x="78" y="95"/>
                  </a:cubicBezTo>
                  <a:lnTo>
                    <a:pt x="95" y="95"/>
                  </a:lnTo>
                  <a:cubicBezTo>
                    <a:pt x="141" y="95"/>
                    <a:pt x="173" y="63"/>
                    <a:pt x="173" y="32"/>
                  </a:cubicBezTo>
                  <a:lnTo>
                    <a:pt x="173"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19" name="Google Shape;5219;p46"/>
            <p:cNvSpPr/>
            <p:nvPr/>
          </p:nvSpPr>
          <p:spPr>
            <a:xfrm>
              <a:off x="3612446" y="1493624"/>
              <a:ext cx="6042" cy="5534"/>
            </a:xfrm>
            <a:custGeom>
              <a:avLst/>
              <a:gdLst/>
              <a:ahLst/>
              <a:cxnLst/>
              <a:rect l="l" t="t" r="r" b="b"/>
              <a:pathLst>
                <a:path w="190" h="174" extrusionOk="0">
                  <a:moveTo>
                    <a:pt x="95" y="0"/>
                  </a:moveTo>
                  <a:cubicBezTo>
                    <a:pt x="48" y="0"/>
                    <a:pt x="17" y="32"/>
                    <a:pt x="17" y="79"/>
                  </a:cubicBezTo>
                  <a:cubicBezTo>
                    <a:pt x="0" y="110"/>
                    <a:pt x="32" y="158"/>
                    <a:pt x="80" y="173"/>
                  </a:cubicBezTo>
                  <a:lnTo>
                    <a:pt x="95" y="173"/>
                  </a:lnTo>
                  <a:cubicBezTo>
                    <a:pt x="126" y="173"/>
                    <a:pt x="174" y="142"/>
                    <a:pt x="174" y="110"/>
                  </a:cubicBezTo>
                  <a:cubicBezTo>
                    <a:pt x="189" y="63"/>
                    <a:pt x="158" y="16"/>
                    <a:pt x="111"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20" name="Google Shape;5220;p46"/>
            <p:cNvSpPr/>
            <p:nvPr/>
          </p:nvSpPr>
          <p:spPr>
            <a:xfrm>
              <a:off x="3594413" y="1490094"/>
              <a:ext cx="6042" cy="5565"/>
            </a:xfrm>
            <a:custGeom>
              <a:avLst/>
              <a:gdLst/>
              <a:ahLst/>
              <a:cxnLst/>
              <a:rect l="l" t="t" r="r" b="b"/>
              <a:pathLst>
                <a:path w="190" h="175" extrusionOk="0">
                  <a:moveTo>
                    <a:pt x="95" y="1"/>
                  </a:moveTo>
                  <a:cubicBezTo>
                    <a:pt x="48" y="1"/>
                    <a:pt x="16" y="32"/>
                    <a:pt x="16" y="64"/>
                  </a:cubicBezTo>
                  <a:cubicBezTo>
                    <a:pt x="0" y="111"/>
                    <a:pt x="32" y="158"/>
                    <a:pt x="80" y="174"/>
                  </a:cubicBezTo>
                  <a:lnTo>
                    <a:pt x="95" y="174"/>
                  </a:lnTo>
                  <a:cubicBezTo>
                    <a:pt x="126" y="174"/>
                    <a:pt x="174" y="143"/>
                    <a:pt x="174" y="95"/>
                  </a:cubicBezTo>
                  <a:cubicBezTo>
                    <a:pt x="189" y="48"/>
                    <a:pt x="158" y="17"/>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21" name="Google Shape;5221;p46"/>
            <p:cNvSpPr/>
            <p:nvPr/>
          </p:nvSpPr>
          <p:spPr>
            <a:xfrm>
              <a:off x="3608948" y="1511657"/>
              <a:ext cx="5534" cy="3053"/>
            </a:xfrm>
            <a:custGeom>
              <a:avLst/>
              <a:gdLst/>
              <a:ahLst/>
              <a:cxnLst/>
              <a:rect l="l" t="t" r="r" b="b"/>
              <a:pathLst>
                <a:path w="174" h="96" extrusionOk="0">
                  <a:moveTo>
                    <a:pt x="79" y="1"/>
                  </a:moveTo>
                  <a:cubicBezTo>
                    <a:pt x="47" y="1"/>
                    <a:pt x="16" y="32"/>
                    <a:pt x="1" y="64"/>
                  </a:cubicBezTo>
                  <a:lnTo>
                    <a:pt x="173" y="95"/>
                  </a:lnTo>
                  <a:cubicBezTo>
                    <a:pt x="173" y="64"/>
                    <a:pt x="142"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22" name="Google Shape;5222;p46"/>
            <p:cNvSpPr/>
            <p:nvPr/>
          </p:nvSpPr>
          <p:spPr>
            <a:xfrm>
              <a:off x="3605417" y="1438508"/>
              <a:ext cx="5565" cy="3021"/>
            </a:xfrm>
            <a:custGeom>
              <a:avLst/>
              <a:gdLst/>
              <a:ahLst/>
              <a:cxnLst/>
              <a:rect l="l" t="t" r="r" b="b"/>
              <a:pathLst>
                <a:path w="175" h="95" extrusionOk="0">
                  <a:moveTo>
                    <a:pt x="17" y="0"/>
                  </a:moveTo>
                  <a:lnTo>
                    <a:pt x="17" y="0"/>
                  </a:lnTo>
                  <a:cubicBezTo>
                    <a:pt x="1" y="47"/>
                    <a:pt x="32" y="95"/>
                    <a:pt x="80" y="95"/>
                  </a:cubicBezTo>
                  <a:lnTo>
                    <a:pt x="95" y="95"/>
                  </a:lnTo>
                  <a:cubicBezTo>
                    <a:pt x="143" y="95"/>
                    <a:pt x="175" y="63"/>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23" name="Google Shape;5223;p46"/>
            <p:cNvSpPr/>
            <p:nvPr/>
          </p:nvSpPr>
          <p:spPr>
            <a:xfrm>
              <a:off x="3598420" y="1472061"/>
              <a:ext cx="5565" cy="3562"/>
            </a:xfrm>
            <a:custGeom>
              <a:avLst/>
              <a:gdLst/>
              <a:ahLst/>
              <a:cxnLst/>
              <a:rect l="l" t="t" r="r" b="b"/>
              <a:pathLst>
                <a:path w="175" h="112" extrusionOk="0">
                  <a:moveTo>
                    <a:pt x="80" y="0"/>
                  </a:moveTo>
                  <a:cubicBezTo>
                    <a:pt x="48" y="0"/>
                    <a:pt x="17" y="32"/>
                    <a:pt x="0" y="63"/>
                  </a:cubicBezTo>
                  <a:lnTo>
                    <a:pt x="174" y="111"/>
                  </a:lnTo>
                  <a:cubicBezTo>
                    <a:pt x="174" y="63"/>
                    <a:pt x="143"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24" name="Google Shape;5224;p46"/>
            <p:cNvSpPr/>
            <p:nvPr/>
          </p:nvSpPr>
          <p:spPr>
            <a:xfrm>
              <a:off x="3623450" y="1441975"/>
              <a:ext cx="5565" cy="3562"/>
            </a:xfrm>
            <a:custGeom>
              <a:avLst/>
              <a:gdLst/>
              <a:ahLst/>
              <a:cxnLst/>
              <a:rect l="l" t="t" r="r" b="b"/>
              <a:pathLst>
                <a:path w="175" h="112" extrusionOk="0">
                  <a:moveTo>
                    <a:pt x="17" y="1"/>
                  </a:moveTo>
                  <a:cubicBezTo>
                    <a:pt x="1" y="49"/>
                    <a:pt x="32" y="96"/>
                    <a:pt x="80" y="96"/>
                  </a:cubicBezTo>
                  <a:cubicBezTo>
                    <a:pt x="80" y="112"/>
                    <a:pt x="80" y="112"/>
                    <a:pt x="95" y="112"/>
                  </a:cubicBezTo>
                  <a:cubicBezTo>
                    <a:pt x="127" y="112"/>
                    <a:pt x="175" y="80"/>
                    <a:pt x="175"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25" name="Google Shape;5225;p46"/>
            <p:cNvSpPr/>
            <p:nvPr/>
          </p:nvSpPr>
          <p:spPr>
            <a:xfrm>
              <a:off x="3619983" y="1458036"/>
              <a:ext cx="5502" cy="5025"/>
            </a:xfrm>
            <a:custGeom>
              <a:avLst/>
              <a:gdLst/>
              <a:ahLst/>
              <a:cxnLst/>
              <a:rect l="l" t="t" r="r" b="b"/>
              <a:pathLst>
                <a:path w="173" h="158" extrusionOk="0">
                  <a:moveTo>
                    <a:pt x="78" y="0"/>
                  </a:moveTo>
                  <a:cubicBezTo>
                    <a:pt x="47" y="0"/>
                    <a:pt x="15" y="17"/>
                    <a:pt x="0" y="63"/>
                  </a:cubicBezTo>
                  <a:cubicBezTo>
                    <a:pt x="0" y="111"/>
                    <a:pt x="32" y="158"/>
                    <a:pt x="63" y="158"/>
                  </a:cubicBezTo>
                  <a:lnTo>
                    <a:pt x="78" y="158"/>
                  </a:lnTo>
                  <a:cubicBezTo>
                    <a:pt x="126" y="158"/>
                    <a:pt x="158" y="143"/>
                    <a:pt x="173" y="95"/>
                  </a:cubicBezTo>
                  <a:cubicBezTo>
                    <a:pt x="173" y="48"/>
                    <a:pt x="141" y="0"/>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26" name="Google Shape;5226;p46"/>
            <p:cNvSpPr/>
            <p:nvPr/>
          </p:nvSpPr>
          <p:spPr>
            <a:xfrm>
              <a:off x="3601951" y="1454029"/>
              <a:ext cx="5502" cy="5565"/>
            </a:xfrm>
            <a:custGeom>
              <a:avLst/>
              <a:gdLst/>
              <a:ahLst/>
              <a:cxnLst/>
              <a:rect l="l" t="t" r="r" b="b"/>
              <a:pathLst>
                <a:path w="173" h="175" extrusionOk="0">
                  <a:moveTo>
                    <a:pt x="95" y="0"/>
                  </a:moveTo>
                  <a:cubicBezTo>
                    <a:pt x="47" y="0"/>
                    <a:pt x="15" y="32"/>
                    <a:pt x="0" y="80"/>
                  </a:cubicBezTo>
                  <a:cubicBezTo>
                    <a:pt x="0" y="111"/>
                    <a:pt x="32" y="158"/>
                    <a:pt x="78" y="174"/>
                  </a:cubicBezTo>
                  <a:lnTo>
                    <a:pt x="95" y="174"/>
                  </a:lnTo>
                  <a:cubicBezTo>
                    <a:pt x="126" y="174"/>
                    <a:pt x="158" y="143"/>
                    <a:pt x="173" y="111"/>
                  </a:cubicBezTo>
                  <a:cubicBezTo>
                    <a:pt x="173" y="63"/>
                    <a:pt x="158" y="17"/>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27" name="Google Shape;5227;p46"/>
            <p:cNvSpPr/>
            <p:nvPr/>
          </p:nvSpPr>
          <p:spPr>
            <a:xfrm>
              <a:off x="3616453" y="1475592"/>
              <a:ext cx="5565" cy="3498"/>
            </a:xfrm>
            <a:custGeom>
              <a:avLst/>
              <a:gdLst/>
              <a:ahLst/>
              <a:cxnLst/>
              <a:rect l="l" t="t" r="r" b="b"/>
              <a:pathLst>
                <a:path w="175" h="110" extrusionOk="0">
                  <a:moveTo>
                    <a:pt x="80" y="0"/>
                  </a:moveTo>
                  <a:cubicBezTo>
                    <a:pt x="48" y="0"/>
                    <a:pt x="0" y="32"/>
                    <a:pt x="0" y="78"/>
                  </a:cubicBezTo>
                  <a:lnTo>
                    <a:pt x="158" y="110"/>
                  </a:lnTo>
                  <a:cubicBezTo>
                    <a:pt x="174" y="63"/>
                    <a:pt x="143" y="15"/>
                    <a:pt x="95" y="15"/>
                  </a:cubicBezTo>
                  <a:cubicBezTo>
                    <a:pt x="95" y="0"/>
                    <a:pt x="80" y="0"/>
                    <a:pt x="8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28" name="Google Shape;5228;p46"/>
            <p:cNvSpPr/>
            <p:nvPr/>
          </p:nvSpPr>
          <p:spPr>
            <a:xfrm>
              <a:off x="3605958" y="1436505"/>
              <a:ext cx="5502" cy="3021"/>
            </a:xfrm>
            <a:custGeom>
              <a:avLst/>
              <a:gdLst/>
              <a:ahLst/>
              <a:cxnLst/>
              <a:rect l="l" t="t" r="r" b="b"/>
              <a:pathLst>
                <a:path w="173" h="95" extrusionOk="0">
                  <a:moveTo>
                    <a:pt x="78" y="0"/>
                  </a:moveTo>
                  <a:cubicBezTo>
                    <a:pt x="47" y="0"/>
                    <a:pt x="0" y="15"/>
                    <a:pt x="0" y="63"/>
                  </a:cubicBezTo>
                  <a:lnTo>
                    <a:pt x="158" y="95"/>
                  </a:lnTo>
                  <a:cubicBezTo>
                    <a:pt x="173" y="47"/>
                    <a:pt x="141"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29" name="Google Shape;5229;p46"/>
            <p:cNvSpPr/>
            <p:nvPr/>
          </p:nvSpPr>
          <p:spPr>
            <a:xfrm>
              <a:off x="3628475" y="1423942"/>
              <a:ext cx="4548" cy="3562"/>
            </a:xfrm>
            <a:custGeom>
              <a:avLst/>
              <a:gdLst/>
              <a:ahLst/>
              <a:cxnLst/>
              <a:rect l="l" t="t" r="r" b="b"/>
              <a:pathLst>
                <a:path w="143" h="112" extrusionOk="0">
                  <a:moveTo>
                    <a:pt x="111" y="1"/>
                  </a:moveTo>
                  <a:cubicBezTo>
                    <a:pt x="111" y="1"/>
                    <a:pt x="95" y="1"/>
                    <a:pt x="95" y="17"/>
                  </a:cubicBezTo>
                  <a:cubicBezTo>
                    <a:pt x="64" y="32"/>
                    <a:pt x="80" y="64"/>
                    <a:pt x="64" y="95"/>
                  </a:cubicBezTo>
                  <a:lnTo>
                    <a:pt x="0" y="95"/>
                  </a:lnTo>
                  <a:cubicBezTo>
                    <a:pt x="17" y="95"/>
                    <a:pt x="17" y="112"/>
                    <a:pt x="32" y="112"/>
                  </a:cubicBezTo>
                  <a:lnTo>
                    <a:pt x="48" y="112"/>
                  </a:lnTo>
                  <a:cubicBezTo>
                    <a:pt x="64" y="112"/>
                    <a:pt x="80" y="112"/>
                    <a:pt x="95" y="95"/>
                  </a:cubicBezTo>
                  <a:cubicBezTo>
                    <a:pt x="95" y="80"/>
                    <a:pt x="95" y="64"/>
                    <a:pt x="111" y="49"/>
                  </a:cubicBezTo>
                  <a:lnTo>
                    <a:pt x="127" y="49"/>
                  </a:lnTo>
                  <a:lnTo>
                    <a:pt x="127" y="49"/>
                  </a:lnTo>
                  <a:cubicBezTo>
                    <a:pt x="143" y="32"/>
                    <a:pt x="143" y="17"/>
                    <a:pt x="127" y="1"/>
                  </a:cubicBezTo>
                  <a:close/>
                </a:path>
              </a:pathLst>
            </a:custGeom>
            <a:solidFill>
              <a:srgbClr val="F0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30" name="Google Shape;5230;p46"/>
            <p:cNvSpPr/>
            <p:nvPr/>
          </p:nvSpPr>
          <p:spPr>
            <a:xfrm>
              <a:off x="3631496" y="1425469"/>
              <a:ext cx="1018" cy="1527"/>
            </a:xfrm>
            <a:custGeom>
              <a:avLst/>
              <a:gdLst/>
              <a:ahLst/>
              <a:cxnLst/>
              <a:rect l="l" t="t" r="r" b="b"/>
              <a:pathLst>
                <a:path w="32" h="48" extrusionOk="0">
                  <a:moveTo>
                    <a:pt x="32" y="1"/>
                  </a:moveTo>
                  <a:lnTo>
                    <a:pt x="16" y="1"/>
                  </a:lnTo>
                  <a:cubicBezTo>
                    <a:pt x="0" y="16"/>
                    <a:pt x="0" y="32"/>
                    <a:pt x="0" y="47"/>
                  </a:cubicBezTo>
                  <a:lnTo>
                    <a:pt x="0" y="47"/>
                  </a:lnTo>
                  <a:cubicBezTo>
                    <a:pt x="0" y="32"/>
                    <a:pt x="0" y="16"/>
                    <a:pt x="16" y="1"/>
                  </a:cubicBezTo>
                  <a:lnTo>
                    <a:pt x="32"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31" name="Google Shape;5231;p46"/>
            <p:cNvSpPr/>
            <p:nvPr/>
          </p:nvSpPr>
          <p:spPr>
            <a:xfrm>
              <a:off x="3631496" y="1425469"/>
              <a:ext cx="1018" cy="1527"/>
            </a:xfrm>
            <a:custGeom>
              <a:avLst/>
              <a:gdLst/>
              <a:ahLst/>
              <a:cxnLst/>
              <a:rect l="l" t="t" r="r" b="b"/>
              <a:pathLst>
                <a:path w="32" h="48" extrusionOk="0">
                  <a:moveTo>
                    <a:pt x="32" y="1"/>
                  </a:moveTo>
                  <a:lnTo>
                    <a:pt x="16" y="1"/>
                  </a:lnTo>
                  <a:cubicBezTo>
                    <a:pt x="0" y="16"/>
                    <a:pt x="0" y="32"/>
                    <a:pt x="0" y="47"/>
                  </a:cubicBezTo>
                  <a:cubicBezTo>
                    <a:pt x="16" y="32"/>
                    <a:pt x="32" y="16"/>
                    <a:pt x="3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32" name="Google Shape;5232;p46"/>
            <p:cNvSpPr/>
            <p:nvPr/>
          </p:nvSpPr>
          <p:spPr>
            <a:xfrm>
              <a:off x="3623991" y="1439971"/>
              <a:ext cx="5502" cy="3053"/>
            </a:xfrm>
            <a:custGeom>
              <a:avLst/>
              <a:gdLst/>
              <a:ahLst/>
              <a:cxnLst/>
              <a:rect l="l" t="t" r="r" b="b"/>
              <a:pathLst>
                <a:path w="173" h="96" extrusionOk="0">
                  <a:moveTo>
                    <a:pt x="78" y="1"/>
                  </a:moveTo>
                  <a:cubicBezTo>
                    <a:pt x="32" y="1"/>
                    <a:pt x="0" y="32"/>
                    <a:pt x="0" y="64"/>
                  </a:cubicBezTo>
                  <a:lnTo>
                    <a:pt x="0" y="64"/>
                  </a:lnTo>
                  <a:lnTo>
                    <a:pt x="158" y="95"/>
                  </a:lnTo>
                  <a:lnTo>
                    <a:pt x="158" y="95"/>
                  </a:lnTo>
                  <a:cubicBezTo>
                    <a:pt x="173" y="49"/>
                    <a:pt x="141"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33" name="Google Shape;5233;p46"/>
            <p:cNvSpPr/>
            <p:nvPr/>
          </p:nvSpPr>
          <p:spPr>
            <a:xfrm>
              <a:off x="3604431" y="1624910"/>
              <a:ext cx="5565" cy="3530"/>
            </a:xfrm>
            <a:custGeom>
              <a:avLst/>
              <a:gdLst/>
              <a:ahLst/>
              <a:cxnLst/>
              <a:rect l="l" t="t" r="r" b="b"/>
              <a:pathLst>
                <a:path w="175" h="111" extrusionOk="0">
                  <a:moveTo>
                    <a:pt x="17" y="0"/>
                  </a:moveTo>
                  <a:cubicBezTo>
                    <a:pt x="0" y="47"/>
                    <a:pt x="32" y="95"/>
                    <a:pt x="80" y="110"/>
                  </a:cubicBezTo>
                  <a:lnTo>
                    <a:pt x="95" y="110"/>
                  </a:lnTo>
                  <a:cubicBezTo>
                    <a:pt x="143" y="110"/>
                    <a:pt x="174" y="79"/>
                    <a:pt x="174" y="47"/>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34" name="Google Shape;5234;p46"/>
            <p:cNvSpPr/>
            <p:nvPr/>
          </p:nvSpPr>
          <p:spPr>
            <a:xfrm>
              <a:off x="3599406" y="1658972"/>
              <a:ext cx="2576" cy="509"/>
            </a:xfrm>
            <a:custGeom>
              <a:avLst/>
              <a:gdLst/>
              <a:ahLst/>
              <a:cxnLst/>
              <a:rect l="l" t="t" r="r" b="b"/>
              <a:pathLst>
                <a:path w="81" h="16" extrusionOk="0">
                  <a:moveTo>
                    <a:pt x="32" y="1"/>
                  </a:moveTo>
                  <a:lnTo>
                    <a:pt x="1" y="1"/>
                  </a:lnTo>
                  <a:cubicBezTo>
                    <a:pt x="32" y="1"/>
                    <a:pt x="49" y="16"/>
                    <a:pt x="80" y="16"/>
                  </a:cubicBezTo>
                  <a:cubicBezTo>
                    <a:pt x="64" y="16"/>
                    <a:pt x="64" y="1"/>
                    <a:pt x="49"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35" name="Google Shape;5235;p46"/>
            <p:cNvSpPr/>
            <p:nvPr/>
          </p:nvSpPr>
          <p:spPr>
            <a:xfrm>
              <a:off x="3622464" y="1628917"/>
              <a:ext cx="5565" cy="3021"/>
            </a:xfrm>
            <a:custGeom>
              <a:avLst/>
              <a:gdLst/>
              <a:ahLst/>
              <a:cxnLst/>
              <a:rect l="l" t="t" r="r" b="b"/>
              <a:pathLst>
                <a:path w="175" h="95" extrusionOk="0">
                  <a:moveTo>
                    <a:pt x="17" y="0"/>
                  </a:moveTo>
                  <a:lnTo>
                    <a:pt x="17" y="0"/>
                  </a:lnTo>
                  <a:cubicBezTo>
                    <a:pt x="0" y="47"/>
                    <a:pt x="32" y="95"/>
                    <a:pt x="80" y="95"/>
                  </a:cubicBezTo>
                  <a:lnTo>
                    <a:pt x="95" y="95"/>
                  </a:lnTo>
                  <a:cubicBezTo>
                    <a:pt x="126" y="95"/>
                    <a:pt x="174" y="63"/>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36" name="Google Shape;5236;p46"/>
            <p:cNvSpPr/>
            <p:nvPr/>
          </p:nvSpPr>
          <p:spPr>
            <a:xfrm>
              <a:off x="3618966" y="1644438"/>
              <a:ext cx="6042" cy="5565"/>
            </a:xfrm>
            <a:custGeom>
              <a:avLst/>
              <a:gdLst/>
              <a:ahLst/>
              <a:cxnLst/>
              <a:rect l="l" t="t" r="r" b="b"/>
              <a:pathLst>
                <a:path w="190" h="175" extrusionOk="0">
                  <a:moveTo>
                    <a:pt x="95" y="0"/>
                  </a:moveTo>
                  <a:cubicBezTo>
                    <a:pt x="47" y="0"/>
                    <a:pt x="16" y="32"/>
                    <a:pt x="1" y="80"/>
                  </a:cubicBezTo>
                  <a:cubicBezTo>
                    <a:pt x="1" y="111"/>
                    <a:pt x="32" y="158"/>
                    <a:pt x="79" y="174"/>
                  </a:cubicBezTo>
                  <a:lnTo>
                    <a:pt x="95" y="174"/>
                  </a:lnTo>
                  <a:cubicBezTo>
                    <a:pt x="127" y="174"/>
                    <a:pt x="158" y="143"/>
                    <a:pt x="173" y="111"/>
                  </a:cubicBezTo>
                  <a:cubicBezTo>
                    <a:pt x="190" y="63"/>
                    <a:pt x="158" y="17"/>
                    <a:pt x="110"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37" name="Google Shape;5237;p46"/>
            <p:cNvSpPr/>
            <p:nvPr/>
          </p:nvSpPr>
          <p:spPr>
            <a:xfrm>
              <a:off x="3600933" y="1640939"/>
              <a:ext cx="6042" cy="5534"/>
            </a:xfrm>
            <a:custGeom>
              <a:avLst/>
              <a:gdLst/>
              <a:ahLst/>
              <a:cxnLst/>
              <a:rect l="l" t="t" r="r" b="b"/>
              <a:pathLst>
                <a:path w="190" h="174" extrusionOk="0">
                  <a:moveTo>
                    <a:pt x="95" y="1"/>
                  </a:moveTo>
                  <a:cubicBezTo>
                    <a:pt x="47" y="1"/>
                    <a:pt x="16" y="32"/>
                    <a:pt x="16" y="64"/>
                  </a:cubicBezTo>
                  <a:cubicBezTo>
                    <a:pt x="1" y="110"/>
                    <a:pt x="32" y="158"/>
                    <a:pt x="79" y="173"/>
                  </a:cubicBezTo>
                  <a:lnTo>
                    <a:pt x="95" y="173"/>
                  </a:lnTo>
                  <a:cubicBezTo>
                    <a:pt x="127" y="173"/>
                    <a:pt x="173" y="142"/>
                    <a:pt x="173" y="95"/>
                  </a:cubicBezTo>
                  <a:cubicBezTo>
                    <a:pt x="190" y="47"/>
                    <a:pt x="158" y="16"/>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38" name="Google Shape;5238;p46"/>
            <p:cNvSpPr/>
            <p:nvPr/>
          </p:nvSpPr>
          <p:spPr>
            <a:xfrm>
              <a:off x="3615976" y="1662470"/>
              <a:ext cx="4039" cy="1558"/>
            </a:xfrm>
            <a:custGeom>
              <a:avLst/>
              <a:gdLst/>
              <a:ahLst/>
              <a:cxnLst/>
              <a:rect l="l" t="t" r="r" b="b"/>
              <a:pathLst>
                <a:path w="127" h="49" extrusionOk="0">
                  <a:moveTo>
                    <a:pt x="63" y="0"/>
                  </a:moveTo>
                  <a:cubicBezTo>
                    <a:pt x="32" y="0"/>
                    <a:pt x="15" y="17"/>
                    <a:pt x="0" y="48"/>
                  </a:cubicBezTo>
                  <a:cubicBezTo>
                    <a:pt x="15" y="32"/>
                    <a:pt x="32" y="32"/>
                    <a:pt x="63" y="32"/>
                  </a:cubicBezTo>
                  <a:lnTo>
                    <a:pt x="110" y="32"/>
                  </a:lnTo>
                  <a:lnTo>
                    <a:pt x="126" y="32"/>
                  </a:lnTo>
                  <a:cubicBezTo>
                    <a:pt x="110" y="17"/>
                    <a:pt x="95" y="0"/>
                    <a:pt x="78"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39" name="Google Shape;5239;p46"/>
            <p:cNvSpPr/>
            <p:nvPr/>
          </p:nvSpPr>
          <p:spPr>
            <a:xfrm>
              <a:off x="3611969" y="1589322"/>
              <a:ext cx="5502" cy="3021"/>
            </a:xfrm>
            <a:custGeom>
              <a:avLst/>
              <a:gdLst/>
              <a:ahLst/>
              <a:cxnLst/>
              <a:rect l="l" t="t" r="r" b="b"/>
              <a:pathLst>
                <a:path w="173" h="95" extrusionOk="0">
                  <a:moveTo>
                    <a:pt x="15" y="0"/>
                  </a:moveTo>
                  <a:lnTo>
                    <a:pt x="15" y="0"/>
                  </a:lnTo>
                  <a:cubicBezTo>
                    <a:pt x="0" y="48"/>
                    <a:pt x="32" y="95"/>
                    <a:pt x="78" y="95"/>
                  </a:cubicBezTo>
                  <a:lnTo>
                    <a:pt x="95" y="95"/>
                  </a:lnTo>
                  <a:cubicBezTo>
                    <a:pt x="126" y="95"/>
                    <a:pt x="173" y="80"/>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40" name="Google Shape;5240;p46"/>
            <p:cNvSpPr/>
            <p:nvPr/>
          </p:nvSpPr>
          <p:spPr>
            <a:xfrm>
              <a:off x="3604940" y="1622906"/>
              <a:ext cx="5534" cy="3530"/>
            </a:xfrm>
            <a:custGeom>
              <a:avLst/>
              <a:gdLst/>
              <a:ahLst/>
              <a:cxnLst/>
              <a:rect l="l" t="t" r="r" b="b"/>
              <a:pathLst>
                <a:path w="174" h="111" extrusionOk="0">
                  <a:moveTo>
                    <a:pt x="79" y="0"/>
                  </a:moveTo>
                  <a:cubicBezTo>
                    <a:pt x="47" y="0"/>
                    <a:pt x="1" y="32"/>
                    <a:pt x="1" y="63"/>
                  </a:cubicBezTo>
                  <a:lnTo>
                    <a:pt x="1" y="63"/>
                  </a:lnTo>
                  <a:lnTo>
                    <a:pt x="158" y="110"/>
                  </a:lnTo>
                  <a:lnTo>
                    <a:pt x="158" y="110"/>
                  </a:lnTo>
                  <a:cubicBezTo>
                    <a:pt x="173" y="63"/>
                    <a:pt x="142"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41" name="Google Shape;5241;p46"/>
            <p:cNvSpPr/>
            <p:nvPr/>
          </p:nvSpPr>
          <p:spPr>
            <a:xfrm>
              <a:off x="3630002" y="1592852"/>
              <a:ext cx="5534" cy="3498"/>
            </a:xfrm>
            <a:custGeom>
              <a:avLst/>
              <a:gdLst/>
              <a:ahLst/>
              <a:cxnLst/>
              <a:rect l="l" t="t" r="r" b="b"/>
              <a:pathLst>
                <a:path w="174" h="110" extrusionOk="0">
                  <a:moveTo>
                    <a:pt x="0" y="0"/>
                  </a:moveTo>
                  <a:cubicBezTo>
                    <a:pt x="0" y="47"/>
                    <a:pt x="32" y="95"/>
                    <a:pt x="79" y="110"/>
                  </a:cubicBezTo>
                  <a:lnTo>
                    <a:pt x="95" y="110"/>
                  </a:lnTo>
                  <a:cubicBezTo>
                    <a:pt x="126" y="110"/>
                    <a:pt x="158" y="78"/>
                    <a:pt x="173" y="32"/>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42" name="Google Shape;5242;p46"/>
            <p:cNvSpPr/>
            <p:nvPr/>
          </p:nvSpPr>
          <p:spPr>
            <a:xfrm>
              <a:off x="3626471" y="1608881"/>
              <a:ext cx="5565" cy="5025"/>
            </a:xfrm>
            <a:custGeom>
              <a:avLst/>
              <a:gdLst/>
              <a:ahLst/>
              <a:cxnLst/>
              <a:rect l="l" t="t" r="r" b="b"/>
              <a:pathLst>
                <a:path w="175" h="158" extrusionOk="0">
                  <a:moveTo>
                    <a:pt x="80" y="0"/>
                  </a:moveTo>
                  <a:cubicBezTo>
                    <a:pt x="48" y="0"/>
                    <a:pt x="17" y="15"/>
                    <a:pt x="0" y="63"/>
                  </a:cubicBezTo>
                  <a:cubicBezTo>
                    <a:pt x="0" y="110"/>
                    <a:pt x="17" y="158"/>
                    <a:pt x="63" y="158"/>
                  </a:cubicBezTo>
                  <a:lnTo>
                    <a:pt x="80" y="158"/>
                  </a:lnTo>
                  <a:cubicBezTo>
                    <a:pt x="127" y="158"/>
                    <a:pt x="158" y="141"/>
                    <a:pt x="174" y="95"/>
                  </a:cubicBezTo>
                  <a:cubicBezTo>
                    <a:pt x="174" y="47"/>
                    <a:pt x="143"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43" name="Google Shape;5243;p46"/>
            <p:cNvSpPr/>
            <p:nvPr/>
          </p:nvSpPr>
          <p:spPr>
            <a:xfrm>
              <a:off x="3608439" y="1604874"/>
              <a:ext cx="5565" cy="5502"/>
            </a:xfrm>
            <a:custGeom>
              <a:avLst/>
              <a:gdLst/>
              <a:ahLst/>
              <a:cxnLst/>
              <a:rect l="l" t="t" r="r" b="b"/>
              <a:pathLst>
                <a:path w="175" h="173" extrusionOk="0">
                  <a:moveTo>
                    <a:pt x="95" y="0"/>
                  </a:moveTo>
                  <a:cubicBezTo>
                    <a:pt x="48" y="0"/>
                    <a:pt x="17" y="32"/>
                    <a:pt x="0" y="78"/>
                  </a:cubicBezTo>
                  <a:cubicBezTo>
                    <a:pt x="0" y="126"/>
                    <a:pt x="32" y="158"/>
                    <a:pt x="63" y="173"/>
                  </a:cubicBezTo>
                  <a:lnTo>
                    <a:pt x="95" y="173"/>
                  </a:lnTo>
                  <a:cubicBezTo>
                    <a:pt x="126" y="173"/>
                    <a:pt x="158" y="141"/>
                    <a:pt x="174" y="110"/>
                  </a:cubicBezTo>
                  <a:cubicBezTo>
                    <a:pt x="174" y="63"/>
                    <a:pt x="158"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44" name="Google Shape;5244;p46"/>
            <p:cNvSpPr/>
            <p:nvPr/>
          </p:nvSpPr>
          <p:spPr>
            <a:xfrm>
              <a:off x="3622973" y="1626405"/>
              <a:ext cx="5534" cy="3530"/>
            </a:xfrm>
            <a:custGeom>
              <a:avLst/>
              <a:gdLst/>
              <a:ahLst/>
              <a:cxnLst/>
              <a:rect l="l" t="t" r="r" b="b"/>
              <a:pathLst>
                <a:path w="174" h="111" extrusionOk="0">
                  <a:moveTo>
                    <a:pt x="79" y="0"/>
                  </a:moveTo>
                  <a:cubicBezTo>
                    <a:pt x="32" y="0"/>
                    <a:pt x="1" y="32"/>
                    <a:pt x="1" y="79"/>
                  </a:cubicBezTo>
                  <a:lnTo>
                    <a:pt x="158" y="111"/>
                  </a:lnTo>
                  <a:cubicBezTo>
                    <a:pt x="173" y="63"/>
                    <a:pt x="142" y="16"/>
                    <a:pt x="95" y="16"/>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45" name="Google Shape;5245;p46"/>
            <p:cNvSpPr/>
            <p:nvPr/>
          </p:nvSpPr>
          <p:spPr>
            <a:xfrm>
              <a:off x="3619443" y="1553224"/>
              <a:ext cx="5565" cy="3562"/>
            </a:xfrm>
            <a:custGeom>
              <a:avLst/>
              <a:gdLst/>
              <a:ahLst/>
              <a:cxnLst/>
              <a:rect l="l" t="t" r="r" b="b"/>
              <a:pathLst>
                <a:path w="175" h="112" extrusionOk="0">
                  <a:moveTo>
                    <a:pt x="1" y="1"/>
                  </a:moveTo>
                  <a:cubicBezTo>
                    <a:pt x="1" y="49"/>
                    <a:pt x="32" y="95"/>
                    <a:pt x="80" y="112"/>
                  </a:cubicBezTo>
                  <a:lnTo>
                    <a:pt x="95" y="112"/>
                  </a:lnTo>
                  <a:cubicBezTo>
                    <a:pt x="127" y="112"/>
                    <a:pt x="158" y="80"/>
                    <a:pt x="175"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46" name="Google Shape;5246;p46"/>
            <p:cNvSpPr/>
            <p:nvPr/>
          </p:nvSpPr>
          <p:spPr>
            <a:xfrm>
              <a:off x="3612446" y="1587318"/>
              <a:ext cx="5565" cy="3021"/>
            </a:xfrm>
            <a:custGeom>
              <a:avLst/>
              <a:gdLst/>
              <a:ahLst/>
              <a:cxnLst/>
              <a:rect l="l" t="t" r="r" b="b"/>
              <a:pathLst>
                <a:path w="175" h="95" extrusionOk="0">
                  <a:moveTo>
                    <a:pt x="80" y="0"/>
                  </a:moveTo>
                  <a:cubicBezTo>
                    <a:pt x="32" y="0"/>
                    <a:pt x="0" y="17"/>
                    <a:pt x="0" y="63"/>
                  </a:cubicBezTo>
                  <a:lnTo>
                    <a:pt x="158" y="95"/>
                  </a:lnTo>
                  <a:cubicBezTo>
                    <a:pt x="174" y="48"/>
                    <a:pt x="143"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47" name="Google Shape;5247;p46"/>
            <p:cNvSpPr/>
            <p:nvPr/>
          </p:nvSpPr>
          <p:spPr>
            <a:xfrm>
              <a:off x="3637507" y="1557232"/>
              <a:ext cx="5565" cy="3053"/>
            </a:xfrm>
            <a:custGeom>
              <a:avLst/>
              <a:gdLst/>
              <a:ahLst/>
              <a:cxnLst/>
              <a:rect l="l" t="t" r="r" b="b"/>
              <a:pathLst>
                <a:path w="175" h="96" extrusionOk="0">
                  <a:moveTo>
                    <a:pt x="0" y="1"/>
                  </a:moveTo>
                  <a:cubicBezTo>
                    <a:pt x="0" y="49"/>
                    <a:pt x="16" y="80"/>
                    <a:pt x="63" y="95"/>
                  </a:cubicBezTo>
                  <a:lnTo>
                    <a:pt x="79" y="95"/>
                  </a:lnTo>
                  <a:cubicBezTo>
                    <a:pt x="126" y="95"/>
                    <a:pt x="158" y="64"/>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48" name="Google Shape;5248;p46"/>
            <p:cNvSpPr/>
            <p:nvPr/>
          </p:nvSpPr>
          <p:spPr>
            <a:xfrm>
              <a:off x="3633500" y="1572784"/>
              <a:ext cx="6042" cy="5534"/>
            </a:xfrm>
            <a:custGeom>
              <a:avLst/>
              <a:gdLst/>
              <a:ahLst/>
              <a:cxnLst/>
              <a:rect l="l" t="t" r="r" b="b"/>
              <a:pathLst>
                <a:path w="190" h="174" extrusionOk="0">
                  <a:moveTo>
                    <a:pt x="95" y="1"/>
                  </a:moveTo>
                  <a:cubicBezTo>
                    <a:pt x="63" y="1"/>
                    <a:pt x="16" y="32"/>
                    <a:pt x="16" y="64"/>
                  </a:cubicBezTo>
                  <a:cubicBezTo>
                    <a:pt x="0" y="110"/>
                    <a:pt x="32" y="158"/>
                    <a:pt x="79" y="174"/>
                  </a:cubicBezTo>
                  <a:lnTo>
                    <a:pt x="95" y="174"/>
                  </a:lnTo>
                  <a:cubicBezTo>
                    <a:pt x="142" y="174"/>
                    <a:pt x="174" y="142"/>
                    <a:pt x="174" y="110"/>
                  </a:cubicBezTo>
                  <a:cubicBezTo>
                    <a:pt x="189" y="64"/>
                    <a:pt x="158" y="16"/>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49" name="Google Shape;5249;p46"/>
            <p:cNvSpPr/>
            <p:nvPr/>
          </p:nvSpPr>
          <p:spPr>
            <a:xfrm>
              <a:off x="3615435" y="1569254"/>
              <a:ext cx="6042" cy="5057"/>
            </a:xfrm>
            <a:custGeom>
              <a:avLst/>
              <a:gdLst/>
              <a:ahLst/>
              <a:cxnLst/>
              <a:rect l="l" t="t" r="r" b="b"/>
              <a:pathLst>
                <a:path w="190" h="159" extrusionOk="0">
                  <a:moveTo>
                    <a:pt x="95" y="1"/>
                  </a:moveTo>
                  <a:cubicBezTo>
                    <a:pt x="64" y="1"/>
                    <a:pt x="17" y="32"/>
                    <a:pt x="17" y="64"/>
                  </a:cubicBezTo>
                  <a:cubicBezTo>
                    <a:pt x="1" y="112"/>
                    <a:pt x="32" y="158"/>
                    <a:pt x="80" y="158"/>
                  </a:cubicBezTo>
                  <a:lnTo>
                    <a:pt x="95" y="158"/>
                  </a:lnTo>
                  <a:cubicBezTo>
                    <a:pt x="143" y="158"/>
                    <a:pt x="175" y="143"/>
                    <a:pt x="175" y="95"/>
                  </a:cubicBezTo>
                  <a:cubicBezTo>
                    <a:pt x="190" y="49"/>
                    <a:pt x="158" y="1"/>
                    <a:pt x="112"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50" name="Google Shape;5250;p46"/>
            <p:cNvSpPr/>
            <p:nvPr/>
          </p:nvSpPr>
          <p:spPr>
            <a:xfrm>
              <a:off x="3630002" y="1590848"/>
              <a:ext cx="6042" cy="3021"/>
            </a:xfrm>
            <a:custGeom>
              <a:avLst/>
              <a:gdLst/>
              <a:ahLst/>
              <a:cxnLst/>
              <a:rect l="l" t="t" r="r" b="b"/>
              <a:pathLst>
                <a:path w="190" h="95" extrusionOk="0">
                  <a:moveTo>
                    <a:pt x="95" y="0"/>
                  </a:moveTo>
                  <a:cubicBezTo>
                    <a:pt x="47" y="0"/>
                    <a:pt x="16" y="32"/>
                    <a:pt x="0" y="63"/>
                  </a:cubicBezTo>
                  <a:lnTo>
                    <a:pt x="0" y="63"/>
                  </a:lnTo>
                  <a:lnTo>
                    <a:pt x="173" y="95"/>
                  </a:lnTo>
                  <a:lnTo>
                    <a:pt x="173" y="95"/>
                  </a:lnTo>
                  <a:cubicBezTo>
                    <a:pt x="189" y="47"/>
                    <a:pt x="158" y="15"/>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51" name="Google Shape;5251;p46"/>
            <p:cNvSpPr/>
            <p:nvPr/>
          </p:nvSpPr>
          <p:spPr>
            <a:xfrm>
              <a:off x="3626471" y="1517668"/>
              <a:ext cx="6042" cy="3053"/>
            </a:xfrm>
            <a:custGeom>
              <a:avLst/>
              <a:gdLst/>
              <a:ahLst/>
              <a:cxnLst/>
              <a:rect l="l" t="t" r="r" b="b"/>
              <a:pathLst>
                <a:path w="190" h="96" extrusionOk="0">
                  <a:moveTo>
                    <a:pt x="17" y="1"/>
                  </a:moveTo>
                  <a:cubicBezTo>
                    <a:pt x="0" y="47"/>
                    <a:pt x="32" y="79"/>
                    <a:pt x="80" y="95"/>
                  </a:cubicBezTo>
                  <a:lnTo>
                    <a:pt x="95" y="95"/>
                  </a:lnTo>
                  <a:cubicBezTo>
                    <a:pt x="143" y="95"/>
                    <a:pt x="174" y="64"/>
                    <a:pt x="190" y="32"/>
                  </a:cubicBezTo>
                  <a:lnTo>
                    <a:pt x="190"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52" name="Google Shape;5252;p46"/>
            <p:cNvSpPr/>
            <p:nvPr/>
          </p:nvSpPr>
          <p:spPr>
            <a:xfrm>
              <a:off x="3619443" y="1551221"/>
              <a:ext cx="5565" cy="3053"/>
            </a:xfrm>
            <a:custGeom>
              <a:avLst/>
              <a:gdLst/>
              <a:ahLst/>
              <a:cxnLst/>
              <a:rect l="l" t="t" r="r" b="b"/>
              <a:pathLst>
                <a:path w="175" h="96" extrusionOk="0">
                  <a:moveTo>
                    <a:pt x="95" y="1"/>
                  </a:moveTo>
                  <a:cubicBezTo>
                    <a:pt x="49" y="1"/>
                    <a:pt x="17" y="32"/>
                    <a:pt x="1" y="64"/>
                  </a:cubicBezTo>
                  <a:lnTo>
                    <a:pt x="1" y="64"/>
                  </a:lnTo>
                  <a:lnTo>
                    <a:pt x="175" y="95"/>
                  </a:lnTo>
                  <a:lnTo>
                    <a:pt x="175" y="95"/>
                  </a:lnTo>
                  <a:cubicBezTo>
                    <a:pt x="175" y="64"/>
                    <a:pt x="158" y="17"/>
                    <a:pt x="112"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53" name="Google Shape;5253;p46"/>
            <p:cNvSpPr/>
            <p:nvPr/>
          </p:nvSpPr>
          <p:spPr>
            <a:xfrm>
              <a:off x="3644504" y="1521166"/>
              <a:ext cx="5565" cy="3021"/>
            </a:xfrm>
            <a:custGeom>
              <a:avLst/>
              <a:gdLst/>
              <a:ahLst/>
              <a:cxnLst/>
              <a:rect l="l" t="t" r="r" b="b"/>
              <a:pathLst>
                <a:path w="175" h="95" extrusionOk="0">
                  <a:moveTo>
                    <a:pt x="17" y="0"/>
                  </a:moveTo>
                  <a:lnTo>
                    <a:pt x="17" y="0"/>
                  </a:lnTo>
                  <a:cubicBezTo>
                    <a:pt x="1" y="48"/>
                    <a:pt x="32" y="95"/>
                    <a:pt x="80" y="95"/>
                  </a:cubicBezTo>
                  <a:lnTo>
                    <a:pt x="95" y="95"/>
                  </a:lnTo>
                  <a:cubicBezTo>
                    <a:pt x="143" y="95"/>
                    <a:pt x="175" y="80"/>
                    <a:pt x="175" y="32"/>
                  </a:cubicBezTo>
                  <a:lnTo>
                    <a:pt x="175"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54" name="Google Shape;5254;p46"/>
            <p:cNvSpPr/>
            <p:nvPr/>
          </p:nvSpPr>
          <p:spPr>
            <a:xfrm>
              <a:off x="3641037" y="1537195"/>
              <a:ext cx="6042" cy="5057"/>
            </a:xfrm>
            <a:custGeom>
              <a:avLst/>
              <a:gdLst/>
              <a:ahLst/>
              <a:cxnLst/>
              <a:rect l="l" t="t" r="r" b="b"/>
              <a:pathLst>
                <a:path w="190" h="159" extrusionOk="0">
                  <a:moveTo>
                    <a:pt x="95" y="1"/>
                  </a:moveTo>
                  <a:cubicBezTo>
                    <a:pt x="47" y="1"/>
                    <a:pt x="15" y="17"/>
                    <a:pt x="0" y="64"/>
                  </a:cubicBezTo>
                  <a:cubicBezTo>
                    <a:pt x="0" y="111"/>
                    <a:pt x="32" y="158"/>
                    <a:pt x="78" y="158"/>
                  </a:cubicBezTo>
                  <a:lnTo>
                    <a:pt x="95" y="158"/>
                  </a:lnTo>
                  <a:cubicBezTo>
                    <a:pt x="126" y="158"/>
                    <a:pt x="158" y="143"/>
                    <a:pt x="173" y="95"/>
                  </a:cubicBezTo>
                  <a:cubicBezTo>
                    <a:pt x="189" y="48"/>
                    <a:pt x="158" y="1"/>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55" name="Google Shape;5255;p46"/>
            <p:cNvSpPr/>
            <p:nvPr/>
          </p:nvSpPr>
          <p:spPr>
            <a:xfrm>
              <a:off x="3622973" y="1533188"/>
              <a:ext cx="6042" cy="5565"/>
            </a:xfrm>
            <a:custGeom>
              <a:avLst/>
              <a:gdLst/>
              <a:ahLst/>
              <a:cxnLst/>
              <a:rect l="l" t="t" r="r" b="b"/>
              <a:pathLst>
                <a:path w="190" h="175" extrusionOk="0">
                  <a:moveTo>
                    <a:pt x="95" y="1"/>
                  </a:moveTo>
                  <a:cubicBezTo>
                    <a:pt x="47" y="1"/>
                    <a:pt x="16" y="32"/>
                    <a:pt x="16" y="64"/>
                  </a:cubicBezTo>
                  <a:cubicBezTo>
                    <a:pt x="1" y="111"/>
                    <a:pt x="32" y="158"/>
                    <a:pt x="79" y="174"/>
                  </a:cubicBezTo>
                  <a:lnTo>
                    <a:pt x="95" y="174"/>
                  </a:lnTo>
                  <a:cubicBezTo>
                    <a:pt x="127" y="174"/>
                    <a:pt x="173" y="143"/>
                    <a:pt x="173" y="111"/>
                  </a:cubicBezTo>
                  <a:cubicBezTo>
                    <a:pt x="190" y="64"/>
                    <a:pt x="158" y="17"/>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56" name="Google Shape;5256;p46"/>
            <p:cNvSpPr/>
            <p:nvPr/>
          </p:nvSpPr>
          <p:spPr>
            <a:xfrm>
              <a:off x="3637507" y="1554751"/>
              <a:ext cx="5565" cy="3530"/>
            </a:xfrm>
            <a:custGeom>
              <a:avLst/>
              <a:gdLst/>
              <a:ahLst/>
              <a:cxnLst/>
              <a:rect l="l" t="t" r="r" b="b"/>
              <a:pathLst>
                <a:path w="175" h="111" extrusionOk="0">
                  <a:moveTo>
                    <a:pt x="79" y="1"/>
                  </a:moveTo>
                  <a:cubicBezTo>
                    <a:pt x="48" y="1"/>
                    <a:pt x="16" y="32"/>
                    <a:pt x="0" y="79"/>
                  </a:cubicBezTo>
                  <a:lnTo>
                    <a:pt x="174" y="110"/>
                  </a:lnTo>
                  <a:cubicBezTo>
                    <a:pt x="174" y="64"/>
                    <a:pt x="143" y="16"/>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57" name="Google Shape;5257;p46"/>
            <p:cNvSpPr/>
            <p:nvPr/>
          </p:nvSpPr>
          <p:spPr>
            <a:xfrm>
              <a:off x="3634009" y="1481602"/>
              <a:ext cx="5534" cy="3498"/>
            </a:xfrm>
            <a:custGeom>
              <a:avLst/>
              <a:gdLst/>
              <a:ahLst/>
              <a:cxnLst/>
              <a:rect l="l" t="t" r="r" b="b"/>
              <a:pathLst>
                <a:path w="174" h="110" extrusionOk="0">
                  <a:moveTo>
                    <a:pt x="16" y="0"/>
                  </a:moveTo>
                  <a:lnTo>
                    <a:pt x="16" y="0"/>
                  </a:lnTo>
                  <a:cubicBezTo>
                    <a:pt x="0" y="47"/>
                    <a:pt x="32" y="95"/>
                    <a:pt x="79" y="95"/>
                  </a:cubicBezTo>
                  <a:lnTo>
                    <a:pt x="95" y="110"/>
                  </a:lnTo>
                  <a:cubicBezTo>
                    <a:pt x="126" y="110"/>
                    <a:pt x="173" y="78"/>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58" name="Google Shape;5258;p46"/>
            <p:cNvSpPr/>
            <p:nvPr/>
          </p:nvSpPr>
          <p:spPr>
            <a:xfrm>
              <a:off x="3626980" y="1515155"/>
              <a:ext cx="5534" cy="3562"/>
            </a:xfrm>
            <a:custGeom>
              <a:avLst/>
              <a:gdLst/>
              <a:ahLst/>
              <a:cxnLst/>
              <a:rect l="l" t="t" r="r" b="b"/>
              <a:pathLst>
                <a:path w="174" h="112" extrusionOk="0">
                  <a:moveTo>
                    <a:pt x="79" y="0"/>
                  </a:moveTo>
                  <a:cubicBezTo>
                    <a:pt x="47" y="0"/>
                    <a:pt x="16" y="32"/>
                    <a:pt x="1" y="80"/>
                  </a:cubicBezTo>
                  <a:lnTo>
                    <a:pt x="174" y="111"/>
                  </a:lnTo>
                  <a:cubicBezTo>
                    <a:pt x="174" y="63"/>
                    <a:pt x="142" y="17"/>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59" name="Google Shape;5259;p46"/>
            <p:cNvSpPr/>
            <p:nvPr/>
          </p:nvSpPr>
          <p:spPr>
            <a:xfrm>
              <a:off x="3652041" y="1485069"/>
              <a:ext cx="5534" cy="3562"/>
            </a:xfrm>
            <a:custGeom>
              <a:avLst/>
              <a:gdLst/>
              <a:ahLst/>
              <a:cxnLst/>
              <a:rect l="l" t="t" r="r" b="b"/>
              <a:pathLst>
                <a:path w="174" h="112" extrusionOk="0">
                  <a:moveTo>
                    <a:pt x="16" y="1"/>
                  </a:moveTo>
                  <a:cubicBezTo>
                    <a:pt x="1" y="49"/>
                    <a:pt x="32" y="96"/>
                    <a:pt x="79" y="112"/>
                  </a:cubicBezTo>
                  <a:lnTo>
                    <a:pt x="95" y="112"/>
                  </a:lnTo>
                  <a:cubicBezTo>
                    <a:pt x="127" y="112"/>
                    <a:pt x="158" y="80"/>
                    <a:pt x="173" y="49"/>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60" name="Google Shape;5260;p46"/>
            <p:cNvSpPr/>
            <p:nvPr/>
          </p:nvSpPr>
          <p:spPr>
            <a:xfrm>
              <a:off x="3648511" y="1501130"/>
              <a:ext cx="5565" cy="5565"/>
            </a:xfrm>
            <a:custGeom>
              <a:avLst/>
              <a:gdLst/>
              <a:ahLst/>
              <a:cxnLst/>
              <a:rect l="l" t="t" r="r" b="b"/>
              <a:pathLst>
                <a:path w="175" h="175" extrusionOk="0">
                  <a:moveTo>
                    <a:pt x="80" y="0"/>
                  </a:moveTo>
                  <a:cubicBezTo>
                    <a:pt x="49" y="0"/>
                    <a:pt x="17" y="32"/>
                    <a:pt x="1" y="63"/>
                  </a:cubicBezTo>
                  <a:cubicBezTo>
                    <a:pt x="1" y="111"/>
                    <a:pt x="17" y="158"/>
                    <a:pt x="64" y="174"/>
                  </a:cubicBezTo>
                  <a:lnTo>
                    <a:pt x="80" y="174"/>
                  </a:lnTo>
                  <a:cubicBezTo>
                    <a:pt x="127" y="174"/>
                    <a:pt x="158" y="143"/>
                    <a:pt x="175" y="95"/>
                  </a:cubicBezTo>
                  <a:cubicBezTo>
                    <a:pt x="175" y="48"/>
                    <a:pt x="143" y="17"/>
                    <a:pt x="112"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61" name="Google Shape;5261;p46"/>
            <p:cNvSpPr/>
            <p:nvPr/>
          </p:nvSpPr>
          <p:spPr>
            <a:xfrm>
              <a:off x="3630479" y="1497632"/>
              <a:ext cx="5565" cy="5057"/>
            </a:xfrm>
            <a:custGeom>
              <a:avLst/>
              <a:gdLst/>
              <a:ahLst/>
              <a:cxnLst/>
              <a:rect l="l" t="t" r="r" b="b"/>
              <a:pathLst>
                <a:path w="175" h="159" extrusionOk="0">
                  <a:moveTo>
                    <a:pt x="95" y="0"/>
                  </a:moveTo>
                  <a:cubicBezTo>
                    <a:pt x="48" y="0"/>
                    <a:pt x="17" y="16"/>
                    <a:pt x="1" y="64"/>
                  </a:cubicBezTo>
                  <a:cubicBezTo>
                    <a:pt x="1" y="110"/>
                    <a:pt x="32" y="158"/>
                    <a:pt x="80" y="158"/>
                  </a:cubicBezTo>
                  <a:lnTo>
                    <a:pt x="95" y="158"/>
                  </a:lnTo>
                  <a:cubicBezTo>
                    <a:pt x="127" y="158"/>
                    <a:pt x="158" y="142"/>
                    <a:pt x="174" y="95"/>
                  </a:cubicBezTo>
                  <a:cubicBezTo>
                    <a:pt x="174" y="47"/>
                    <a:pt x="158" y="0"/>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62" name="Google Shape;5262;p46"/>
            <p:cNvSpPr/>
            <p:nvPr/>
          </p:nvSpPr>
          <p:spPr>
            <a:xfrm>
              <a:off x="3645045" y="1519163"/>
              <a:ext cx="5502" cy="3021"/>
            </a:xfrm>
            <a:custGeom>
              <a:avLst/>
              <a:gdLst/>
              <a:ahLst/>
              <a:cxnLst/>
              <a:rect l="l" t="t" r="r" b="b"/>
              <a:pathLst>
                <a:path w="173" h="95" extrusionOk="0">
                  <a:moveTo>
                    <a:pt x="78" y="0"/>
                  </a:moveTo>
                  <a:cubicBezTo>
                    <a:pt x="47" y="0"/>
                    <a:pt x="0" y="17"/>
                    <a:pt x="0" y="63"/>
                  </a:cubicBezTo>
                  <a:lnTo>
                    <a:pt x="158" y="95"/>
                  </a:lnTo>
                  <a:cubicBezTo>
                    <a:pt x="173" y="48"/>
                    <a:pt x="141"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63" name="Google Shape;5263;p46"/>
            <p:cNvSpPr/>
            <p:nvPr/>
          </p:nvSpPr>
          <p:spPr>
            <a:xfrm>
              <a:off x="3641514" y="1445505"/>
              <a:ext cx="5565" cy="3530"/>
            </a:xfrm>
            <a:custGeom>
              <a:avLst/>
              <a:gdLst/>
              <a:ahLst/>
              <a:cxnLst/>
              <a:rect l="l" t="t" r="r" b="b"/>
              <a:pathLst>
                <a:path w="175" h="111" extrusionOk="0">
                  <a:moveTo>
                    <a:pt x="0" y="1"/>
                  </a:moveTo>
                  <a:cubicBezTo>
                    <a:pt x="0" y="48"/>
                    <a:pt x="32" y="95"/>
                    <a:pt x="80" y="111"/>
                  </a:cubicBezTo>
                  <a:lnTo>
                    <a:pt x="95" y="111"/>
                  </a:lnTo>
                  <a:cubicBezTo>
                    <a:pt x="126" y="111"/>
                    <a:pt x="158" y="79"/>
                    <a:pt x="174" y="48"/>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64" name="Google Shape;5264;p46"/>
            <p:cNvSpPr/>
            <p:nvPr/>
          </p:nvSpPr>
          <p:spPr>
            <a:xfrm>
              <a:off x="3634486" y="1479599"/>
              <a:ext cx="5565" cy="3021"/>
            </a:xfrm>
            <a:custGeom>
              <a:avLst/>
              <a:gdLst/>
              <a:ahLst/>
              <a:cxnLst/>
              <a:rect l="l" t="t" r="r" b="b"/>
              <a:pathLst>
                <a:path w="175" h="95" extrusionOk="0">
                  <a:moveTo>
                    <a:pt x="80" y="0"/>
                  </a:moveTo>
                  <a:cubicBezTo>
                    <a:pt x="32" y="0"/>
                    <a:pt x="1" y="32"/>
                    <a:pt x="1" y="63"/>
                  </a:cubicBezTo>
                  <a:lnTo>
                    <a:pt x="158" y="95"/>
                  </a:lnTo>
                  <a:cubicBezTo>
                    <a:pt x="174" y="47"/>
                    <a:pt x="143" y="0"/>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65" name="Google Shape;5265;p46"/>
            <p:cNvSpPr/>
            <p:nvPr/>
          </p:nvSpPr>
          <p:spPr>
            <a:xfrm>
              <a:off x="3659547" y="1449512"/>
              <a:ext cx="5565" cy="3053"/>
            </a:xfrm>
            <a:custGeom>
              <a:avLst/>
              <a:gdLst/>
              <a:ahLst/>
              <a:cxnLst/>
              <a:rect l="l" t="t" r="r" b="b"/>
              <a:pathLst>
                <a:path w="175" h="96" extrusionOk="0">
                  <a:moveTo>
                    <a:pt x="0" y="1"/>
                  </a:moveTo>
                  <a:lnTo>
                    <a:pt x="0" y="1"/>
                  </a:lnTo>
                  <a:cubicBezTo>
                    <a:pt x="0" y="48"/>
                    <a:pt x="17" y="95"/>
                    <a:pt x="63" y="95"/>
                  </a:cubicBezTo>
                  <a:lnTo>
                    <a:pt x="80" y="95"/>
                  </a:lnTo>
                  <a:cubicBezTo>
                    <a:pt x="126" y="95"/>
                    <a:pt x="158" y="79"/>
                    <a:pt x="174" y="32"/>
                  </a:cubicBezTo>
                  <a:lnTo>
                    <a:pt x="174"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66" name="Google Shape;5266;p46"/>
            <p:cNvSpPr/>
            <p:nvPr/>
          </p:nvSpPr>
          <p:spPr>
            <a:xfrm>
              <a:off x="3655540" y="1465033"/>
              <a:ext cx="6042" cy="5565"/>
            </a:xfrm>
            <a:custGeom>
              <a:avLst/>
              <a:gdLst/>
              <a:ahLst/>
              <a:cxnLst/>
              <a:rect l="l" t="t" r="r" b="b"/>
              <a:pathLst>
                <a:path w="190" h="175" extrusionOk="0">
                  <a:moveTo>
                    <a:pt x="95" y="1"/>
                  </a:moveTo>
                  <a:cubicBezTo>
                    <a:pt x="63" y="1"/>
                    <a:pt x="17" y="32"/>
                    <a:pt x="17" y="80"/>
                  </a:cubicBezTo>
                  <a:cubicBezTo>
                    <a:pt x="0" y="127"/>
                    <a:pt x="32" y="158"/>
                    <a:pt x="80" y="175"/>
                  </a:cubicBezTo>
                  <a:lnTo>
                    <a:pt x="95" y="175"/>
                  </a:lnTo>
                  <a:cubicBezTo>
                    <a:pt x="143" y="175"/>
                    <a:pt x="174" y="143"/>
                    <a:pt x="174" y="112"/>
                  </a:cubicBezTo>
                  <a:cubicBezTo>
                    <a:pt x="189" y="64"/>
                    <a:pt x="158" y="17"/>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67" name="Google Shape;5267;p46"/>
            <p:cNvSpPr/>
            <p:nvPr/>
          </p:nvSpPr>
          <p:spPr>
            <a:xfrm>
              <a:off x="3637507" y="1461566"/>
              <a:ext cx="6042" cy="5502"/>
            </a:xfrm>
            <a:custGeom>
              <a:avLst/>
              <a:gdLst/>
              <a:ahLst/>
              <a:cxnLst/>
              <a:rect l="l" t="t" r="r" b="b"/>
              <a:pathLst>
                <a:path w="190" h="173" extrusionOk="0">
                  <a:moveTo>
                    <a:pt x="95" y="0"/>
                  </a:moveTo>
                  <a:cubicBezTo>
                    <a:pt x="63" y="0"/>
                    <a:pt x="32" y="32"/>
                    <a:pt x="16" y="63"/>
                  </a:cubicBezTo>
                  <a:cubicBezTo>
                    <a:pt x="0" y="110"/>
                    <a:pt x="32" y="158"/>
                    <a:pt x="79" y="173"/>
                  </a:cubicBezTo>
                  <a:lnTo>
                    <a:pt x="95" y="173"/>
                  </a:lnTo>
                  <a:cubicBezTo>
                    <a:pt x="143" y="173"/>
                    <a:pt x="174" y="141"/>
                    <a:pt x="189" y="95"/>
                  </a:cubicBezTo>
                  <a:cubicBezTo>
                    <a:pt x="189" y="63"/>
                    <a:pt x="158" y="15"/>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68" name="Google Shape;5268;p46"/>
            <p:cNvSpPr/>
            <p:nvPr/>
          </p:nvSpPr>
          <p:spPr>
            <a:xfrm>
              <a:off x="3652519" y="1483065"/>
              <a:ext cx="5565" cy="3562"/>
            </a:xfrm>
            <a:custGeom>
              <a:avLst/>
              <a:gdLst/>
              <a:ahLst/>
              <a:cxnLst/>
              <a:rect l="l" t="t" r="r" b="b"/>
              <a:pathLst>
                <a:path w="175" h="112" extrusionOk="0">
                  <a:moveTo>
                    <a:pt x="80" y="1"/>
                  </a:moveTo>
                  <a:cubicBezTo>
                    <a:pt x="32" y="1"/>
                    <a:pt x="1" y="32"/>
                    <a:pt x="1" y="64"/>
                  </a:cubicBezTo>
                  <a:lnTo>
                    <a:pt x="1" y="64"/>
                  </a:lnTo>
                  <a:lnTo>
                    <a:pt x="158" y="112"/>
                  </a:lnTo>
                  <a:lnTo>
                    <a:pt x="158" y="112"/>
                  </a:lnTo>
                  <a:cubicBezTo>
                    <a:pt x="175" y="64"/>
                    <a:pt x="143" y="17"/>
                    <a:pt x="95"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69" name="Google Shape;5269;p46"/>
            <p:cNvSpPr/>
            <p:nvPr/>
          </p:nvSpPr>
          <p:spPr>
            <a:xfrm>
              <a:off x="3641514" y="1443502"/>
              <a:ext cx="6042" cy="3530"/>
            </a:xfrm>
            <a:custGeom>
              <a:avLst/>
              <a:gdLst/>
              <a:ahLst/>
              <a:cxnLst/>
              <a:rect l="l" t="t" r="r" b="b"/>
              <a:pathLst>
                <a:path w="190" h="111" extrusionOk="0">
                  <a:moveTo>
                    <a:pt x="95" y="1"/>
                  </a:moveTo>
                  <a:cubicBezTo>
                    <a:pt x="48" y="1"/>
                    <a:pt x="17" y="32"/>
                    <a:pt x="0" y="64"/>
                  </a:cubicBezTo>
                  <a:lnTo>
                    <a:pt x="0" y="64"/>
                  </a:lnTo>
                  <a:lnTo>
                    <a:pt x="174" y="111"/>
                  </a:lnTo>
                  <a:lnTo>
                    <a:pt x="174" y="111"/>
                  </a:lnTo>
                  <a:cubicBezTo>
                    <a:pt x="189" y="64"/>
                    <a:pt x="158" y="16"/>
                    <a:pt x="111"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70" name="Google Shape;5270;p46"/>
            <p:cNvSpPr/>
            <p:nvPr/>
          </p:nvSpPr>
          <p:spPr>
            <a:xfrm>
              <a:off x="3665081" y="1433483"/>
              <a:ext cx="3021" cy="1049"/>
            </a:xfrm>
            <a:custGeom>
              <a:avLst/>
              <a:gdLst/>
              <a:ahLst/>
              <a:cxnLst/>
              <a:rect l="l" t="t" r="r" b="b"/>
              <a:pathLst>
                <a:path w="95" h="33" extrusionOk="0">
                  <a:moveTo>
                    <a:pt x="78" y="1"/>
                  </a:moveTo>
                  <a:cubicBezTo>
                    <a:pt x="63" y="16"/>
                    <a:pt x="47" y="16"/>
                    <a:pt x="32" y="32"/>
                  </a:cubicBezTo>
                  <a:lnTo>
                    <a:pt x="0" y="32"/>
                  </a:lnTo>
                  <a:lnTo>
                    <a:pt x="15" y="32"/>
                  </a:lnTo>
                  <a:lnTo>
                    <a:pt x="32" y="32"/>
                  </a:lnTo>
                  <a:lnTo>
                    <a:pt x="63" y="32"/>
                  </a:lnTo>
                  <a:cubicBezTo>
                    <a:pt x="78" y="16"/>
                    <a:pt x="95" y="16"/>
                    <a:pt x="95" y="16"/>
                  </a:cubicBezTo>
                  <a:cubicBezTo>
                    <a:pt x="95" y="1"/>
                    <a:pt x="78" y="1"/>
                    <a:pt x="78" y="1"/>
                  </a:cubicBezTo>
                  <a:close/>
                </a:path>
              </a:pathLst>
            </a:custGeom>
            <a:solidFill>
              <a:srgbClr val="F0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71" name="Google Shape;5271;p46"/>
            <p:cNvSpPr/>
            <p:nvPr/>
          </p:nvSpPr>
          <p:spPr>
            <a:xfrm>
              <a:off x="3666067" y="1434501"/>
              <a:ext cx="1049" cy="32"/>
            </a:xfrm>
            <a:custGeom>
              <a:avLst/>
              <a:gdLst/>
              <a:ahLst/>
              <a:cxnLst/>
              <a:rect l="l" t="t" r="r" b="b"/>
              <a:pathLst>
                <a:path w="33" h="1" extrusionOk="0">
                  <a:moveTo>
                    <a:pt x="32" y="0"/>
                  </a:moveTo>
                  <a:lnTo>
                    <a:pt x="1" y="0"/>
                  </a:lnTo>
                  <a:lnTo>
                    <a:pt x="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72" name="Google Shape;5272;p46"/>
            <p:cNvSpPr/>
            <p:nvPr/>
          </p:nvSpPr>
          <p:spPr>
            <a:xfrm>
              <a:off x="3659547" y="1447509"/>
              <a:ext cx="5565" cy="3053"/>
            </a:xfrm>
            <a:custGeom>
              <a:avLst/>
              <a:gdLst/>
              <a:ahLst/>
              <a:cxnLst/>
              <a:rect l="l" t="t" r="r" b="b"/>
              <a:pathLst>
                <a:path w="175" h="96" extrusionOk="0">
                  <a:moveTo>
                    <a:pt x="80" y="1"/>
                  </a:moveTo>
                  <a:cubicBezTo>
                    <a:pt x="48" y="1"/>
                    <a:pt x="17" y="16"/>
                    <a:pt x="0" y="64"/>
                  </a:cubicBezTo>
                  <a:lnTo>
                    <a:pt x="174" y="95"/>
                  </a:lnTo>
                  <a:cubicBezTo>
                    <a:pt x="174" y="48"/>
                    <a:pt x="143" y="1"/>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73" name="Google Shape;5273;p46"/>
            <p:cNvSpPr/>
            <p:nvPr/>
          </p:nvSpPr>
          <p:spPr>
            <a:xfrm>
              <a:off x="3640497" y="1632416"/>
              <a:ext cx="5565" cy="3562"/>
            </a:xfrm>
            <a:custGeom>
              <a:avLst/>
              <a:gdLst/>
              <a:ahLst/>
              <a:cxnLst/>
              <a:rect l="l" t="t" r="r" b="b"/>
              <a:pathLst>
                <a:path w="175" h="112" extrusionOk="0">
                  <a:moveTo>
                    <a:pt x="17" y="0"/>
                  </a:moveTo>
                  <a:lnTo>
                    <a:pt x="17" y="0"/>
                  </a:lnTo>
                  <a:cubicBezTo>
                    <a:pt x="1" y="48"/>
                    <a:pt x="32" y="95"/>
                    <a:pt x="80" y="95"/>
                  </a:cubicBezTo>
                  <a:cubicBezTo>
                    <a:pt x="80" y="111"/>
                    <a:pt x="95" y="111"/>
                    <a:pt x="95" y="111"/>
                  </a:cubicBezTo>
                  <a:cubicBezTo>
                    <a:pt x="127" y="111"/>
                    <a:pt x="175" y="80"/>
                    <a:pt x="175" y="32"/>
                  </a:cubicBezTo>
                  <a:lnTo>
                    <a:pt x="175"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74" name="Google Shape;5274;p46"/>
            <p:cNvSpPr/>
            <p:nvPr/>
          </p:nvSpPr>
          <p:spPr>
            <a:xfrm>
              <a:off x="3634009" y="1666478"/>
              <a:ext cx="509" cy="1049"/>
            </a:xfrm>
            <a:custGeom>
              <a:avLst/>
              <a:gdLst/>
              <a:ahLst/>
              <a:cxnLst/>
              <a:rect l="l" t="t" r="r" b="b"/>
              <a:pathLst>
                <a:path w="16" h="33" extrusionOk="0">
                  <a:moveTo>
                    <a:pt x="16" y="1"/>
                  </a:moveTo>
                  <a:cubicBezTo>
                    <a:pt x="16" y="17"/>
                    <a:pt x="0" y="17"/>
                    <a:pt x="0" y="32"/>
                  </a:cubicBezTo>
                  <a:cubicBezTo>
                    <a:pt x="0" y="17"/>
                    <a:pt x="16" y="17"/>
                    <a:pt x="16" y="17"/>
                  </a:cubicBezTo>
                  <a:lnTo>
                    <a:pt x="16" y="17"/>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75" name="Google Shape;5275;p46"/>
            <p:cNvSpPr/>
            <p:nvPr/>
          </p:nvSpPr>
          <p:spPr>
            <a:xfrm>
              <a:off x="3634486" y="1666000"/>
              <a:ext cx="1558" cy="1018"/>
            </a:xfrm>
            <a:custGeom>
              <a:avLst/>
              <a:gdLst/>
              <a:ahLst/>
              <a:cxnLst/>
              <a:rect l="l" t="t" r="r" b="b"/>
              <a:pathLst>
                <a:path w="49" h="32" extrusionOk="0">
                  <a:moveTo>
                    <a:pt x="48" y="0"/>
                  </a:moveTo>
                  <a:cubicBezTo>
                    <a:pt x="32" y="0"/>
                    <a:pt x="17" y="16"/>
                    <a:pt x="1" y="16"/>
                  </a:cubicBezTo>
                  <a:lnTo>
                    <a:pt x="1" y="32"/>
                  </a:lnTo>
                  <a:lnTo>
                    <a:pt x="1" y="32"/>
                  </a:lnTo>
                  <a:cubicBezTo>
                    <a:pt x="17" y="32"/>
                    <a:pt x="32" y="16"/>
                    <a:pt x="48"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76" name="Google Shape;5276;p46"/>
            <p:cNvSpPr/>
            <p:nvPr/>
          </p:nvSpPr>
          <p:spPr>
            <a:xfrm>
              <a:off x="3658529" y="1635946"/>
              <a:ext cx="572" cy="2035"/>
            </a:xfrm>
            <a:custGeom>
              <a:avLst/>
              <a:gdLst/>
              <a:ahLst/>
              <a:cxnLst/>
              <a:rect l="l" t="t" r="r" b="b"/>
              <a:pathLst>
                <a:path w="18" h="64" extrusionOk="0">
                  <a:moveTo>
                    <a:pt x="1" y="0"/>
                  </a:moveTo>
                  <a:cubicBezTo>
                    <a:pt x="1" y="32"/>
                    <a:pt x="1" y="47"/>
                    <a:pt x="17" y="63"/>
                  </a:cubicBezTo>
                  <a:lnTo>
                    <a:pt x="17" y="32"/>
                  </a:lnTo>
                  <a:lnTo>
                    <a:pt x="17" y="15"/>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77" name="Google Shape;5277;p46"/>
            <p:cNvSpPr/>
            <p:nvPr/>
          </p:nvSpPr>
          <p:spPr>
            <a:xfrm>
              <a:off x="3636998" y="1648445"/>
              <a:ext cx="5534" cy="5025"/>
            </a:xfrm>
            <a:custGeom>
              <a:avLst/>
              <a:gdLst/>
              <a:ahLst/>
              <a:cxnLst/>
              <a:rect l="l" t="t" r="r" b="b"/>
              <a:pathLst>
                <a:path w="174" h="158" extrusionOk="0">
                  <a:moveTo>
                    <a:pt x="79" y="0"/>
                  </a:moveTo>
                  <a:cubicBezTo>
                    <a:pt x="48" y="0"/>
                    <a:pt x="16" y="17"/>
                    <a:pt x="1" y="63"/>
                  </a:cubicBezTo>
                  <a:cubicBezTo>
                    <a:pt x="1" y="111"/>
                    <a:pt x="16" y="158"/>
                    <a:pt x="64" y="158"/>
                  </a:cubicBezTo>
                  <a:lnTo>
                    <a:pt x="79" y="158"/>
                  </a:lnTo>
                  <a:cubicBezTo>
                    <a:pt x="127" y="158"/>
                    <a:pt x="159" y="143"/>
                    <a:pt x="174" y="95"/>
                  </a:cubicBezTo>
                  <a:cubicBezTo>
                    <a:pt x="174" y="48"/>
                    <a:pt x="142" y="0"/>
                    <a:pt x="111"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78" name="Google Shape;5278;p46"/>
            <p:cNvSpPr/>
            <p:nvPr/>
          </p:nvSpPr>
          <p:spPr>
            <a:xfrm>
              <a:off x="3648034" y="1596859"/>
              <a:ext cx="5534" cy="3021"/>
            </a:xfrm>
            <a:custGeom>
              <a:avLst/>
              <a:gdLst/>
              <a:ahLst/>
              <a:cxnLst/>
              <a:rect l="l" t="t" r="r" b="b"/>
              <a:pathLst>
                <a:path w="174" h="95" extrusionOk="0">
                  <a:moveTo>
                    <a:pt x="1" y="0"/>
                  </a:moveTo>
                  <a:cubicBezTo>
                    <a:pt x="1" y="32"/>
                    <a:pt x="32" y="78"/>
                    <a:pt x="64" y="95"/>
                  </a:cubicBezTo>
                  <a:lnTo>
                    <a:pt x="95" y="95"/>
                  </a:lnTo>
                  <a:cubicBezTo>
                    <a:pt x="127" y="95"/>
                    <a:pt x="158" y="63"/>
                    <a:pt x="173"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79" name="Google Shape;5279;p46"/>
            <p:cNvSpPr/>
            <p:nvPr/>
          </p:nvSpPr>
          <p:spPr>
            <a:xfrm>
              <a:off x="3641037" y="1630412"/>
              <a:ext cx="5502" cy="3021"/>
            </a:xfrm>
            <a:custGeom>
              <a:avLst/>
              <a:gdLst/>
              <a:ahLst/>
              <a:cxnLst/>
              <a:rect l="l" t="t" r="r" b="b"/>
              <a:pathLst>
                <a:path w="173" h="95" extrusionOk="0">
                  <a:moveTo>
                    <a:pt x="78" y="0"/>
                  </a:moveTo>
                  <a:cubicBezTo>
                    <a:pt x="32" y="0"/>
                    <a:pt x="0" y="32"/>
                    <a:pt x="0" y="63"/>
                  </a:cubicBezTo>
                  <a:lnTo>
                    <a:pt x="158" y="95"/>
                  </a:lnTo>
                  <a:cubicBezTo>
                    <a:pt x="173" y="48"/>
                    <a:pt x="141" y="16"/>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80" name="Google Shape;5280;p46"/>
            <p:cNvSpPr/>
            <p:nvPr/>
          </p:nvSpPr>
          <p:spPr>
            <a:xfrm>
              <a:off x="3644027" y="1612348"/>
              <a:ext cx="6042" cy="5565"/>
            </a:xfrm>
            <a:custGeom>
              <a:avLst/>
              <a:gdLst/>
              <a:ahLst/>
              <a:cxnLst/>
              <a:rect l="l" t="t" r="r" b="b"/>
              <a:pathLst>
                <a:path w="190" h="175" extrusionOk="0">
                  <a:moveTo>
                    <a:pt x="95" y="1"/>
                  </a:moveTo>
                  <a:cubicBezTo>
                    <a:pt x="64" y="1"/>
                    <a:pt x="16" y="32"/>
                    <a:pt x="16" y="64"/>
                  </a:cubicBezTo>
                  <a:cubicBezTo>
                    <a:pt x="1" y="112"/>
                    <a:pt x="32" y="158"/>
                    <a:pt x="79" y="175"/>
                  </a:cubicBezTo>
                  <a:lnTo>
                    <a:pt x="95" y="175"/>
                  </a:lnTo>
                  <a:cubicBezTo>
                    <a:pt x="142" y="175"/>
                    <a:pt x="173" y="143"/>
                    <a:pt x="173" y="95"/>
                  </a:cubicBezTo>
                  <a:cubicBezTo>
                    <a:pt x="190" y="64"/>
                    <a:pt x="158" y="17"/>
                    <a:pt x="110"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81" name="Google Shape;5281;p46"/>
            <p:cNvSpPr/>
            <p:nvPr/>
          </p:nvSpPr>
          <p:spPr>
            <a:xfrm>
              <a:off x="3658529" y="1634928"/>
              <a:ext cx="572" cy="1527"/>
            </a:xfrm>
            <a:custGeom>
              <a:avLst/>
              <a:gdLst/>
              <a:ahLst/>
              <a:cxnLst/>
              <a:rect l="l" t="t" r="r" b="b"/>
              <a:pathLst>
                <a:path w="18" h="48" extrusionOk="0">
                  <a:moveTo>
                    <a:pt x="17" y="1"/>
                  </a:moveTo>
                  <a:cubicBezTo>
                    <a:pt x="17" y="16"/>
                    <a:pt x="17" y="32"/>
                    <a:pt x="1" y="32"/>
                  </a:cubicBezTo>
                  <a:lnTo>
                    <a:pt x="1" y="32"/>
                  </a:lnTo>
                  <a:lnTo>
                    <a:pt x="17" y="47"/>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82" name="Google Shape;5282;p46"/>
            <p:cNvSpPr/>
            <p:nvPr/>
          </p:nvSpPr>
          <p:spPr>
            <a:xfrm>
              <a:off x="3655063" y="1560762"/>
              <a:ext cx="5502" cy="3053"/>
            </a:xfrm>
            <a:custGeom>
              <a:avLst/>
              <a:gdLst/>
              <a:ahLst/>
              <a:cxnLst/>
              <a:rect l="l" t="t" r="r" b="b"/>
              <a:pathLst>
                <a:path w="173" h="96" extrusionOk="0">
                  <a:moveTo>
                    <a:pt x="15" y="1"/>
                  </a:moveTo>
                  <a:lnTo>
                    <a:pt x="15" y="1"/>
                  </a:lnTo>
                  <a:cubicBezTo>
                    <a:pt x="0" y="47"/>
                    <a:pt x="32" y="95"/>
                    <a:pt x="78" y="95"/>
                  </a:cubicBezTo>
                  <a:lnTo>
                    <a:pt x="95" y="95"/>
                  </a:lnTo>
                  <a:cubicBezTo>
                    <a:pt x="141" y="95"/>
                    <a:pt x="173" y="79"/>
                    <a:pt x="173" y="32"/>
                  </a:cubicBezTo>
                  <a:lnTo>
                    <a:pt x="173"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83" name="Google Shape;5283;p46"/>
            <p:cNvSpPr/>
            <p:nvPr/>
          </p:nvSpPr>
          <p:spPr>
            <a:xfrm>
              <a:off x="3648034" y="1594315"/>
              <a:ext cx="5534" cy="3562"/>
            </a:xfrm>
            <a:custGeom>
              <a:avLst/>
              <a:gdLst/>
              <a:ahLst/>
              <a:cxnLst/>
              <a:rect l="l" t="t" r="r" b="b"/>
              <a:pathLst>
                <a:path w="174" h="112" extrusionOk="0">
                  <a:moveTo>
                    <a:pt x="95" y="1"/>
                  </a:moveTo>
                  <a:cubicBezTo>
                    <a:pt x="47" y="1"/>
                    <a:pt x="16" y="32"/>
                    <a:pt x="1" y="80"/>
                  </a:cubicBezTo>
                  <a:lnTo>
                    <a:pt x="1" y="80"/>
                  </a:lnTo>
                  <a:lnTo>
                    <a:pt x="173" y="112"/>
                  </a:lnTo>
                  <a:lnTo>
                    <a:pt x="173" y="112"/>
                  </a:lnTo>
                  <a:cubicBezTo>
                    <a:pt x="173" y="64"/>
                    <a:pt x="158" y="17"/>
                    <a:pt x="110"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84" name="Google Shape;5284;p46"/>
            <p:cNvSpPr/>
            <p:nvPr/>
          </p:nvSpPr>
          <p:spPr>
            <a:xfrm>
              <a:off x="3651533" y="1576282"/>
              <a:ext cx="6042" cy="5565"/>
            </a:xfrm>
            <a:custGeom>
              <a:avLst/>
              <a:gdLst/>
              <a:ahLst/>
              <a:cxnLst/>
              <a:rect l="l" t="t" r="r" b="b"/>
              <a:pathLst>
                <a:path w="190" h="175" extrusionOk="0">
                  <a:moveTo>
                    <a:pt x="95" y="0"/>
                  </a:moveTo>
                  <a:cubicBezTo>
                    <a:pt x="48" y="0"/>
                    <a:pt x="17" y="32"/>
                    <a:pt x="17" y="80"/>
                  </a:cubicBezTo>
                  <a:cubicBezTo>
                    <a:pt x="0" y="127"/>
                    <a:pt x="32" y="158"/>
                    <a:pt x="80" y="174"/>
                  </a:cubicBezTo>
                  <a:lnTo>
                    <a:pt x="95" y="174"/>
                  </a:lnTo>
                  <a:cubicBezTo>
                    <a:pt x="126" y="174"/>
                    <a:pt x="174" y="143"/>
                    <a:pt x="174" y="111"/>
                  </a:cubicBezTo>
                  <a:cubicBezTo>
                    <a:pt x="189" y="64"/>
                    <a:pt x="158" y="17"/>
                    <a:pt x="111" y="17"/>
                  </a:cubicBezTo>
                  <a:cubicBezTo>
                    <a:pt x="111" y="0"/>
                    <a:pt x="95" y="0"/>
                    <a:pt x="95"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85" name="Google Shape;5285;p46"/>
            <p:cNvSpPr/>
            <p:nvPr/>
          </p:nvSpPr>
          <p:spPr>
            <a:xfrm>
              <a:off x="3662537" y="1524696"/>
              <a:ext cx="5565" cy="3498"/>
            </a:xfrm>
            <a:custGeom>
              <a:avLst/>
              <a:gdLst/>
              <a:ahLst/>
              <a:cxnLst/>
              <a:rect l="l" t="t" r="r" b="b"/>
              <a:pathLst>
                <a:path w="175" h="110" extrusionOk="0">
                  <a:moveTo>
                    <a:pt x="17" y="0"/>
                  </a:moveTo>
                  <a:lnTo>
                    <a:pt x="17" y="0"/>
                  </a:lnTo>
                  <a:cubicBezTo>
                    <a:pt x="1" y="47"/>
                    <a:pt x="32" y="95"/>
                    <a:pt x="80" y="110"/>
                  </a:cubicBezTo>
                  <a:lnTo>
                    <a:pt x="95" y="110"/>
                  </a:lnTo>
                  <a:cubicBezTo>
                    <a:pt x="127" y="110"/>
                    <a:pt x="175" y="78"/>
                    <a:pt x="175" y="47"/>
                  </a:cubicBezTo>
                  <a:lnTo>
                    <a:pt x="175" y="47"/>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86" name="Google Shape;5286;p46"/>
            <p:cNvSpPr/>
            <p:nvPr/>
          </p:nvSpPr>
          <p:spPr>
            <a:xfrm>
              <a:off x="3655540" y="1558758"/>
              <a:ext cx="5565" cy="3053"/>
            </a:xfrm>
            <a:custGeom>
              <a:avLst/>
              <a:gdLst/>
              <a:ahLst/>
              <a:cxnLst/>
              <a:rect l="l" t="t" r="r" b="b"/>
              <a:pathLst>
                <a:path w="175" h="96" extrusionOk="0">
                  <a:moveTo>
                    <a:pt x="80" y="1"/>
                  </a:moveTo>
                  <a:cubicBezTo>
                    <a:pt x="48" y="1"/>
                    <a:pt x="0" y="16"/>
                    <a:pt x="0" y="64"/>
                  </a:cubicBezTo>
                  <a:lnTo>
                    <a:pt x="158" y="95"/>
                  </a:lnTo>
                  <a:cubicBezTo>
                    <a:pt x="174" y="47"/>
                    <a:pt x="143"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87" name="Google Shape;5287;p46"/>
            <p:cNvSpPr/>
            <p:nvPr/>
          </p:nvSpPr>
          <p:spPr>
            <a:xfrm>
              <a:off x="3659070" y="1540726"/>
              <a:ext cx="5502" cy="5534"/>
            </a:xfrm>
            <a:custGeom>
              <a:avLst/>
              <a:gdLst/>
              <a:ahLst/>
              <a:cxnLst/>
              <a:rect l="l" t="t" r="r" b="b"/>
              <a:pathLst>
                <a:path w="173" h="174" extrusionOk="0">
                  <a:moveTo>
                    <a:pt x="95" y="0"/>
                  </a:moveTo>
                  <a:cubicBezTo>
                    <a:pt x="47" y="0"/>
                    <a:pt x="15" y="32"/>
                    <a:pt x="0" y="63"/>
                  </a:cubicBezTo>
                  <a:cubicBezTo>
                    <a:pt x="0" y="110"/>
                    <a:pt x="32" y="158"/>
                    <a:pt x="63" y="158"/>
                  </a:cubicBezTo>
                  <a:cubicBezTo>
                    <a:pt x="78" y="173"/>
                    <a:pt x="78" y="173"/>
                    <a:pt x="95" y="173"/>
                  </a:cubicBezTo>
                  <a:cubicBezTo>
                    <a:pt x="126" y="173"/>
                    <a:pt x="158" y="142"/>
                    <a:pt x="173" y="95"/>
                  </a:cubicBezTo>
                  <a:cubicBezTo>
                    <a:pt x="173" y="47"/>
                    <a:pt x="158" y="16"/>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88" name="Google Shape;5288;p46"/>
            <p:cNvSpPr/>
            <p:nvPr/>
          </p:nvSpPr>
          <p:spPr>
            <a:xfrm>
              <a:off x="3670074" y="1489108"/>
              <a:ext cx="5534" cy="3021"/>
            </a:xfrm>
            <a:custGeom>
              <a:avLst/>
              <a:gdLst/>
              <a:ahLst/>
              <a:cxnLst/>
              <a:rect l="l" t="t" r="r" b="b"/>
              <a:pathLst>
                <a:path w="174" h="95" extrusionOk="0">
                  <a:moveTo>
                    <a:pt x="1" y="0"/>
                  </a:moveTo>
                  <a:cubicBezTo>
                    <a:pt x="1" y="48"/>
                    <a:pt x="32" y="95"/>
                    <a:pt x="79" y="95"/>
                  </a:cubicBezTo>
                  <a:lnTo>
                    <a:pt x="95" y="95"/>
                  </a:lnTo>
                  <a:cubicBezTo>
                    <a:pt x="127" y="95"/>
                    <a:pt x="158" y="63"/>
                    <a:pt x="174" y="32"/>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89" name="Google Shape;5289;p46"/>
            <p:cNvSpPr/>
            <p:nvPr/>
          </p:nvSpPr>
          <p:spPr>
            <a:xfrm>
              <a:off x="3663077" y="1522693"/>
              <a:ext cx="5502" cy="3498"/>
            </a:xfrm>
            <a:custGeom>
              <a:avLst/>
              <a:gdLst/>
              <a:ahLst/>
              <a:cxnLst/>
              <a:rect l="l" t="t" r="r" b="b"/>
              <a:pathLst>
                <a:path w="173" h="110" extrusionOk="0">
                  <a:moveTo>
                    <a:pt x="78" y="0"/>
                  </a:moveTo>
                  <a:cubicBezTo>
                    <a:pt x="32" y="0"/>
                    <a:pt x="0" y="32"/>
                    <a:pt x="0" y="63"/>
                  </a:cubicBezTo>
                  <a:lnTo>
                    <a:pt x="158" y="110"/>
                  </a:lnTo>
                  <a:cubicBezTo>
                    <a:pt x="173" y="63"/>
                    <a:pt x="141" y="15"/>
                    <a:pt x="95" y="0"/>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90" name="Google Shape;5290;p46"/>
            <p:cNvSpPr/>
            <p:nvPr/>
          </p:nvSpPr>
          <p:spPr>
            <a:xfrm>
              <a:off x="3666067" y="1504660"/>
              <a:ext cx="6042" cy="5502"/>
            </a:xfrm>
            <a:custGeom>
              <a:avLst/>
              <a:gdLst/>
              <a:ahLst/>
              <a:cxnLst/>
              <a:rect l="l" t="t" r="r" b="b"/>
              <a:pathLst>
                <a:path w="190" h="173" extrusionOk="0">
                  <a:moveTo>
                    <a:pt x="95" y="0"/>
                  </a:moveTo>
                  <a:cubicBezTo>
                    <a:pt x="64" y="0"/>
                    <a:pt x="32" y="32"/>
                    <a:pt x="16" y="78"/>
                  </a:cubicBezTo>
                  <a:cubicBezTo>
                    <a:pt x="1" y="110"/>
                    <a:pt x="32" y="158"/>
                    <a:pt x="79" y="173"/>
                  </a:cubicBezTo>
                  <a:lnTo>
                    <a:pt x="95" y="173"/>
                  </a:lnTo>
                  <a:cubicBezTo>
                    <a:pt x="142" y="173"/>
                    <a:pt x="173" y="141"/>
                    <a:pt x="173" y="110"/>
                  </a:cubicBezTo>
                  <a:cubicBezTo>
                    <a:pt x="190" y="63"/>
                    <a:pt x="158" y="15"/>
                    <a:pt x="110" y="0"/>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91" name="Google Shape;5291;p46"/>
            <p:cNvSpPr/>
            <p:nvPr/>
          </p:nvSpPr>
          <p:spPr>
            <a:xfrm>
              <a:off x="3677103" y="1453011"/>
              <a:ext cx="6042" cy="3562"/>
            </a:xfrm>
            <a:custGeom>
              <a:avLst/>
              <a:gdLst/>
              <a:ahLst/>
              <a:cxnLst/>
              <a:rect l="l" t="t" r="r" b="b"/>
              <a:pathLst>
                <a:path w="190" h="112" extrusionOk="0">
                  <a:moveTo>
                    <a:pt x="16" y="1"/>
                  </a:moveTo>
                  <a:lnTo>
                    <a:pt x="16" y="1"/>
                  </a:lnTo>
                  <a:cubicBezTo>
                    <a:pt x="0" y="49"/>
                    <a:pt x="32" y="95"/>
                    <a:pt x="79" y="112"/>
                  </a:cubicBezTo>
                  <a:lnTo>
                    <a:pt x="95" y="112"/>
                  </a:lnTo>
                  <a:cubicBezTo>
                    <a:pt x="142" y="112"/>
                    <a:pt x="173" y="80"/>
                    <a:pt x="189" y="32"/>
                  </a:cubicBezTo>
                  <a:lnTo>
                    <a:pt x="189" y="32"/>
                  </a:ln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92" name="Google Shape;5292;p46"/>
            <p:cNvSpPr/>
            <p:nvPr/>
          </p:nvSpPr>
          <p:spPr>
            <a:xfrm>
              <a:off x="3670074" y="1486596"/>
              <a:ext cx="5534" cy="3530"/>
            </a:xfrm>
            <a:custGeom>
              <a:avLst/>
              <a:gdLst/>
              <a:ahLst/>
              <a:cxnLst/>
              <a:rect l="l" t="t" r="r" b="b"/>
              <a:pathLst>
                <a:path w="174" h="111" extrusionOk="0">
                  <a:moveTo>
                    <a:pt x="95" y="1"/>
                  </a:moveTo>
                  <a:cubicBezTo>
                    <a:pt x="47" y="1"/>
                    <a:pt x="16" y="32"/>
                    <a:pt x="1" y="79"/>
                  </a:cubicBezTo>
                  <a:lnTo>
                    <a:pt x="1" y="79"/>
                  </a:lnTo>
                  <a:lnTo>
                    <a:pt x="174" y="111"/>
                  </a:lnTo>
                  <a:lnTo>
                    <a:pt x="174" y="111"/>
                  </a:lnTo>
                  <a:cubicBezTo>
                    <a:pt x="174" y="64"/>
                    <a:pt x="158" y="16"/>
                    <a:pt x="110" y="16"/>
                  </a:cubicBezTo>
                  <a:cubicBezTo>
                    <a:pt x="95" y="16"/>
                    <a:pt x="95" y="1"/>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93" name="Google Shape;5293;p46"/>
            <p:cNvSpPr/>
            <p:nvPr/>
          </p:nvSpPr>
          <p:spPr>
            <a:xfrm>
              <a:off x="3673573" y="1469040"/>
              <a:ext cx="6042" cy="5057"/>
            </a:xfrm>
            <a:custGeom>
              <a:avLst/>
              <a:gdLst/>
              <a:ahLst/>
              <a:cxnLst/>
              <a:rect l="l" t="t" r="r" b="b"/>
              <a:pathLst>
                <a:path w="190" h="159" extrusionOk="0">
                  <a:moveTo>
                    <a:pt x="95" y="1"/>
                  </a:moveTo>
                  <a:cubicBezTo>
                    <a:pt x="48" y="1"/>
                    <a:pt x="17" y="17"/>
                    <a:pt x="17" y="64"/>
                  </a:cubicBezTo>
                  <a:cubicBezTo>
                    <a:pt x="0" y="112"/>
                    <a:pt x="32" y="158"/>
                    <a:pt x="80" y="158"/>
                  </a:cubicBezTo>
                  <a:lnTo>
                    <a:pt x="95" y="158"/>
                  </a:lnTo>
                  <a:cubicBezTo>
                    <a:pt x="127" y="158"/>
                    <a:pt x="174" y="143"/>
                    <a:pt x="174" y="95"/>
                  </a:cubicBezTo>
                  <a:cubicBezTo>
                    <a:pt x="190" y="49"/>
                    <a:pt x="158" y="1"/>
                    <a:pt x="111" y="1"/>
                  </a:cubicBez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94" name="Google Shape;5294;p46"/>
            <p:cNvSpPr/>
            <p:nvPr/>
          </p:nvSpPr>
          <p:spPr>
            <a:xfrm>
              <a:off x="3677580" y="1451007"/>
              <a:ext cx="5565" cy="3053"/>
            </a:xfrm>
            <a:custGeom>
              <a:avLst/>
              <a:gdLst/>
              <a:ahLst/>
              <a:cxnLst/>
              <a:rect l="l" t="t" r="r" b="b"/>
              <a:pathLst>
                <a:path w="175" h="96" extrusionOk="0">
                  <a:moveTo>
                    <a:pt x="80" y="1"/>
                  </a:moveTo>
                  <a:cubicBezTo>
                    <a:pt x="48" y="1"/>
                    <a:pt x="17" y="32"/>
                    <a:pt x="1" y="64"/>
                  </a:cubicBezTo>
                  <a:lnTo>
                    <a:pt x="174" y="95"/>
                  </a:lnTo>
                  <a:cubicBezTo>
                    <a:pt x="174" y="48"/>
                    <a:pt x="143" y="17"/>
                    <a:pt x="95" y="1"/>
                  </a:cubicBezTo>
                  <a:close/>
                </a:path>
              </a:pathLst>
            </a:custGeom>
            <a:solidFill>
              <a:srgbClr val="DE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95" name="Google Shape;5295;p46"/>
            <p:cNvSpPr/>
            <p:nvPr/>
          </p:nvSpPr>
          <p:spPr>
            <a:xfrm>
              <a:off x="3681110" y="1436505"/>
              <a:ext cx="2512" cy="1495"/>
            </a:xfrm>
            <a:custGeom>
              <a:avLst/>
              <a:gdLst/>
              <a:ahLst/>
              <a:cxnLst/>
              <a:rect l="l" t="t" r="r" b="b"/>
              <a:pathLst>
                <a:path w="79" h="47" extrusionOk="0">
                  <a:moveTo>
                    <a:pt x="63" y="0"/>
                  </a:moveTo>
                  <a:lnTo>
                    <a:pt x="0" y="0"/>
                  </a:lnTo>
                  <a:cubicBezTo>
                    <a:pt x="16" y="15"/>
                    <a:pt x="16" y="32"/>
                    <a:pt x="32" y="47"/>
                  </a:cubicBezTo>
                  <a:cubicBezTo>
                    <a:pt x="47" y="32"/>
                    <a:pt x="63" y="32"/>
                    <a:pt x="79" y="32"/>
                  </a:cubicBezTo>
                  <a:lnTo>
                    <a:pt x="79"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96" name="Google Shape;5296;p46"/>
            <p:cNvSpPr/>
            <p:nvPr/>
          </p:nvSpPr>
          <p:spPr>
            <a:xfrm>
              <a:off x="3682096" y="1437491"/>
              <a:ext cx="1527" cy="1049"/>
            </a:xfrm>
            <a:custGeom>
              <a:avLst/>
              <a:gdLst/>
              <a:ahLst/>
              <a:cxnLst/>
              <a:rect l="l" t="t" r="r" b="b"/>
              <a:pathLst>
                <a:path w="48" h="33" extrusionOk="0">
                  <a:moveTo>
                    <a:pt x="48" y="1"/>
                  </a:moveTo>
                  <a:cubicBezTo>
                    <a:pt x="32" y="1"/>
                    <a:pt x="16" y="1"/>
                    <a:pt x="1" y="16"/>
                  </a:cubicBezTo>
                  <a:cubicBezTo>
                    <a:pt x="16" y="16"/>
                    <a:pt x="32" y="32"/>
                    <a:pt x="48" y="32"/>
                  </a:cubicBezTo>
                  <a:lnTo>
                    <a:pt x="48" y="32"/>
                  </a:lnTo>
                  <a:close/>
                </a:path>
              </a:pathLst>
            </a:custGeom>
            <a:solidFill>
              <a:srgbClr val="E3D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grpSp>
      <p:sp>
        <p:nvSpPr>
          <p:cNvPr id="5297" name="Google Shape;5297;p46"/>
          <p:cNvSpPr/>
          <p:nvPr/>
        </p:nvSpPr>
        <p:spPr>
          <a:xfrm rot="-148814">
            <a:off x="918580" y="1152048"/>
            <a:ext cx="7339106" cy="3461732"/>
          </a:xfrm>
          <a:custGeom>
            <a:avLst/>
            <a:gdLst/>
            <a:ahLst/>
            <a:cxnLst/>
            <a:rect l="l" t="t" r="r" b="b"/>
            <a:pathLst>
              <a:path w="22311" h="8257" extrusionOk="0">
                <a:moveTo>
                  <a:pt x="22121" y="7280"/>
                </a:moveTo>
                <a:cubicBezTo>
                  <a:pt x="22043" y="6964"/>
                  <a:pt x="21932" y="6996"/>
                  <a:pt x="21932" y="6666"/>
                </a:cubicBezTo>
                <a:cubicBezTo>
                  <a:pt x="21932" y="6351"/>
                  <a:pt x="21995" y="6351"/>
                  <a:pt x="21995" y="6035"/>
                </a:cubicBezTo>
                <a:cubicBezTo>
                  <a:pt x="21995" y="5720"/>
                  <a:pt x="22075" y="5720"/>
                  <a:pt x="22075" y="5389"/>
                </a:cubicBezTo>
                <a:cubicBezTo>
                  <a:pt x="22075" y="5074"/>
                  <a:pt x="21791" y="5074"/>
                  <a:pt x="21791" y="4759"/>
                </a:cubicBezTo>
                <a:cubicBezTo>
                  <a:pt x="21791" y="4428"/>
                  <a:pt x="22106" y="4428"/>
                  <a:pt x="22106" y="4113"/>
                </a:cubicBezTo>
                <a:cubicBezTo>
                  <a:pt x="22106" y="3798"/>
                  <a:pt x="21791" y="3798"/>
                  <a:pt x="21791" y="3483"/>
                </a:cubicBezTo>
                <a:cubicBezTo>
                  <a:pt x="21791" y="3152"/>
                  <a:pt x="22121" y="3152"/>
                  <a:pt x="22121" y="2836"/>
                </a:cubicBezTo>
                <a:cubicBezTo>
                  <a:pt x="22121" y="2521"/>
                  <a:pt x="21964" y="2521"/>
                  <a:pt x="21964" y="2191"/>
                </a:cubicBezTo>
                <a:cubicBezTo>
                  <a:pt x="21964" y="1876"/>
                  <a:pt x="21932" y="1876"/>
                  <a:pt x="21932" y="1561"/>
                </a:cubicBezTo>
                <a:cubicBezTo>
                  <a:pt x="21932" y="1246"/>
                  <a:pt x="22153" y="1246"/>
                  <a:pt x="22153" y="914"/>
                </a:cubicBezTo>
                <a:cubicBezTo>
                  <a:pt x="22153" y="599"/>
                  <a:pt x="22279" y="458"/>
                  <a:pt x="22058" y="221"/>
                </a:cubicBezTo>
                <a:cubicBezTo>
                  <a:pt x="21838" y="0"/>
                  <a:pt x="21680" y="253"/>
                  <a:pt x="21365" y="253"/>
                </a:cubicBezTo>
                <a:cubicBezTo>
                  <a:pt x="21050" y="253"/>
                  <a:pt x="21050" y="158"/>
                  <a:pt x="20720" y="158"/>
                </a:cubicBezTo>
                <a:cubicBezTo>
                  <a:pt x="20405" y="158"/>
                  <a:pt x="20405" y="458"/>
                  <a:pt x="20089" y="458"/>
                </a:cubicBezTo>
                <a:cubicBezTo>
                  <a:pt x="19774" y="458"/>
                  <a:pt x="19774" y="300"/>
                  <a:pt x="19443" y="300"/>
                </a:cubicBezTo>
                <a:cubicBezTo>
                  <a:pt x="19128" y="300"/>
                  <a:pt x="19128" y="143"/>
                  <a:pt x="18813" y="143"/>
                </a:cubicBezTo>
                <a:lnTo>
                  <a:pt x="18182" y="143"/>
                </a:lnTo>
                <a:cubicBezTo>
                  <a:pt x="17852" y="143"/>
                  <a:pt x="17852" y="426"/>
                  <a:pt x="17537" y="426"/>
                </a:cubicBezTo>
                <a:cubicBezTo>
                  <a:pt x="17222" y="426"/>
                  <a:pt x="17222" y="80"/>
                  <a:pt x="16907" y="80"/>
                </a:cubicBezTo>
                <a:cubicBezTo>
                  <a:pt x="16575" y="80"/>
                  <a:pt x="16575" y="190"/>
                  <a:pt x="16260" y="190"/>
                </a:cubicBezTo>
                <a:cubicBezTo>
                  <a:pt x="15945" y="190"/>
                  <a:pt x="15945" y="458"/>
                  <a:pt x="15630" y="458"/>
                </a:cubicBezTo>
                <a:lnTo>
                  <a:pt x="14985" y="458"/>
                </a:lnTo>
                <a:cubicBezTo>
                  <a:pt x="14670" y="458"/>
                  <a:pt x="14670" y="490"/>
                  <a:pt x="14354" y="490"/>
                </a:cubicBezTo>
                <a:cubicBezTo>
                  <a:pt x="14023" y="490"/>
                  <a:pt x="14023" y="111"/>
                  <a:pt x="13708" y="111"/>
                </a:cubicBezTo>
                <a:cubicBezTo>
                  <a:pt x="13393" y="111"/>
                  <a:pt x="13393" y="395"/>
                  <a:pt x="13078" y="395"/>
                </a:cubicBezTo>
                <a:cubicBezTo>
                  <a:pt x="12762" y="395"/>
                  <a:pt x="12762" y="253"/>
                  <a:pt x="12432" y="253"/>
                </a:cubicBezTo>
                <a:cubicBezTo>
                  <a:pt x="12117" y="253"/>
                  <a:pt x="12117" y="237"/>
                  <a:pt x="11802" y="237"/>
                </a:cubicBezTo>
                <a:cubicBezTo>
                  <a:pt x="11487" y="237"/>
                  <a:pt x="11487" y="300"/>
                  <a:pt x="11155" y="300"/>
                </a:cubicBezTo>
                <a:cubicBezTo>
                  <a:pt x="10840" y="300"/>
                  <a:pt x="10840" y="442"/>
                  <a:pt x="10525" y="442"/>
                </a:cubicBezTo>
                <a:cubicBezTo>
                  <a:pt x="10210" y="442"/>
                  <a:pt x="10210" y="363"/>
                  <a:pt x="9880" y="363"/>
                </a:cubicBezTo>
                <a:cubicBezTo>
                  <a:pt x="9565" y="363"/>
                  <a:pt x="9565" y="143"/>
                  <a:pt x="9250" y="143"/>
                </a:cubicBezTo>
                <a:cubicBezTo>
                  <a:pt x="8934" y="143"/>
                  <a:pt x="8934" y="206"/>
                  <a:pt x="8619" y="206"/>
                </a:cubicBezTo>
                <a:cubicBezTo>
                  <a:pt x="8288" y="206"/>
                  <a:pt x="8288" y="490"/>
                  <a:pt x="7973" y="490"/>
                </a:cubicBezTo>
                <a:cubicBezTo>
                  <a:pt x="7658" y="490"/>
                  <a:pt x="7658" y="473"/>
                  <a:pt x="7343" y="473"/>
                </a:cubicBezTo>
                <a:cubicBezTo>
                  <a:pt x="7012" y="473"/>
                  <a:pt x="7012" y="206"/>
                  <a:pt x="6697" y="206"/>
                </a:cubicBezTo>
                <a:cubicBezTo>
                  <a:pt x="6382" y="206"/>
                  <a:pt x="6382" y="95"/>
                  <a:pt x="6067" y="95"/>
                </a:cubicBezTo>
                <a:cubicBezTo>
                  <a:pt x="5752" y="95"/>
                  <a:pt x="5752" y="143"/>
                  <a:pt x="5420" y="143"/>
                </a:cubicBezTo>
                <a:cubicBezTo>
                  <a:pt x="5105" y="143"/>
                  <a:pt x="5105" y="111"/>
                  <a:pt x="4790" y="111"/>
                </a:cubicBezTo>
                <a:cubicBezTo>
                  <a:pt x="4475" y="111"/>
                  <a:pt x="4475" y="143"/>
                  <a:pt x="4145" y="143"/>
                </a:cubicBezTo>
                <a:cubicBezTo>
                  <a:pt x="3830" y="143"/>
                  <a:pt x="3830" y="490"/>
                  <a:pt x="3515" y="490"/>
                </a:cubicBezTo>
                <a:cubicBezTo>
                  <a:pt x="3199" y="490"/>
                  <a:pt x="3199" y="269"/>
                  <a:pt x="2884" y="269"/>
                </a:cubicBezTo>
                <a:cubicBezTo>
                  <a:pt x="2553" y="269"/>
                  <a:pt x="2553" y="379"/>
                  <a:pt x="2238" y="379"/>
                </a:cubicBezTo>
                <a:cubicBezTo>
                  <a:pt x="1923" y="379"/>
                  <a:pt x="1923" y="237"/>
                  <a:pt x="1607" y="237"/>
                </a:cubicBezTo>
                <a:cubicBezTo>
                  <a:pt x="1292" y="237"/>
                  <a:pt x="1292" y="80"/>
                  <a:pt x="962" y="80"/>
                </a:cubicBezTo>
                <a:cubicBezTo>
                  <a:pt x="647" y="80"/>
                  <a:pt x="647" y="111"/>
                  <a:pt x="332" y="111"/>
                </a:cubicBezTo>
                <a:cubicBezTo>
                  <a:pt x="206" y="111"/>
                  <a:pt x="95" y="95"/>
                  <a:pt x="0" y="80"/>
                </a:cubicBezTo>
                <a:lnTo>
                  <a:pt x="0" y="836"/>
                </a:lnTo>
                <a:lnTo>
                  <a:pt x="568" y="899"/>
                </a:lnTo>
                <a:cubicBezTo>
                  <a:pt x="647" y="773"/>
                  <a:pt x="773" y="694"/>
                  <a:pt x="931" y="694"/>
                </a:cubicBezTo>
                <a:cubicBezTo>
                  <a:pt x="1151" y="694"/>
                  <a:pt x="1340" y="868"/>
                  <a:pt x="1340" y="1088"/>
                </a:cubicBezTo>
                <a:cubicBezTo>
                  <a:pt x="1340" y="1324"/>
                  <a:pt x="1151" y="1498"/>
                  <a:pt x="931" y="1498"/>
                </a:cubicBezTo>
                <a:cubicBezTo>
                  <a:pt x="757" y="1498"/>
                  <a:pt x="616" y="1403"/>
                  <a:pt x="552" y="1261"/>
                </a:cubicBezTo>
                <a:lnTo>
                  <a:pt x="473" y="1261"/>
                </a:lnTo>
                <a:cubicBezTo>
                  <a:pt x="189" y="1261"/>
                  <a:pt x="552" y="1246"/>
                  <a:pt x="284" y="1355"/>
                </a:cubicBezTo>
                <a:cubicBezTo>
                  <a:pt x="0" y="1466"/>
                  <a:pt x="95" y="1355"/>
                  <a:pt x="95" y="1355"/>
                </a:cubicBezTo>
                <a:lnTo>
                  <a:pt x="0" y="1355"/>
                </a:lnTo>
                <a:lnTo>
                  <a:pt x="0" y="2286"/>
                </a:lnTo>
                <a:lnTo>
                  <a:pt x="568" y="2349"/>
                </a:lnTo>
                <a:cubicBezTo>
                  <a:pt x="647" y="2223"/>
                  <a:pt x="773" y="2143"/>
                  <a:pt x="931" y="2143"/>
                </a:cubicBezTo>
                <a:cubicBezTo>
                  <a:pt x="1151" y="2143"/>
                  <a:pt x="1340" y="2317"/>
                  <a:pt x="1340" y="2538"/>
                </a:cubicBezTo>
                <a:cubicBezTo>
                  <a:pt x="1340" y="2773"/>
                  <a:pt x="1151" y="2947"/>
                  <a:pt x="931" y="2947"/>
                </a:cubicBezTo>
                <a:cubicBezTo>
                  <a:pt x="757" y="2947"/>
                  <a:pt x="616" y="2853"/>
                  <a:pt x="552" y="2710"/>
                </a:cubicBezTo>
                <a:lnTo>
                  <a:pt x="473" y="2710"/>
                </a:lnTo>
                <a:cubicBezTo>
                  <a:pt x="189" y="2710"/>
                  <a:pt x="552" y="2695"/>
                  <a:pt x="284" y="2805"/>
                </a:cubicBezTo>
                <a:cubicBezTo>
                  <a:pt x="0" y="2916"/>
                  <a:pt x="95" y="2805"/>
                  <a:pt x="95" y="2805"/>
                </a:cubicBezTo>
                <a:lnTo>
                  <a:pt x="0" y="2805"/>
                </a:lnTo>
                <a:lnTo>
                  <a:pt x="0" y="3735"/>
                </a:lnTo>
                <a:lnTo>
                  <a:pt x="568" y="3798"/>
                </a:lnTo>
                <a:cubicBezTo>
                  <a:pt x="647" y="3672"/>
                  <a:pt x="773" y="3593"/>
                  <a:pt x="931" y="3593"/>
                </a:cubicBezTo>
                <a:cubicBezTo>
                  <a:pt x="1151" y="3593"/>
                  <a:pt x="1340" y="3767"/>
                  <a:pt x="1340" y="3987"/>
                </a:cubicBezTo>
                <a:cubicBezTo>
                  <a:pt x="1340" y="4223"/>
                  <a:pt x="1151" y="4397"/>
                  <a:pt x="931" y="4397"/>
                </a:cubicBezTo>
                <a:cubicBezTo>
                  <a:pt x="757" y="4397"/>
                  <a:pt x="616" y="4302"/>
                  <a:pt x="552" y="4160"/>
                </a:cubicBezTo>
                <a:lnTo>
                  <a:pt x="473" y="4160"/>
                </a:lnTo>
                <a:cubicBezTo>
                  <a:pt x="189" y="4160"/>
                  <a:pt x="552" y="4145"/>
                  <a:pt x="284" y="4254"/>
                </a:cubicBezTo>
                <a:cubicBezTo>
                  <a:pt x="0" y="4365"/>
                  <a:pt x="95" y="4254"/>
                  <a:pt x="95" y="4254"/>
                </a:cubicBezTo>
                <a:lnTo>
                  <a:pt x="0" y="4254"/>
                </a:lnTo>
                <a:lnTo>
                  <a:pt x="0" y="5185"/>
                </a:lnTo>
                <a:lnTo>
                  <a:pt x="568" y="5248"/>
                </a:lnTo>
                <a:cubicBezTo>
                  <a:pt x="647" y="5122"/>
                  <a:pt x="773" y="5027"/>
                  <a:pt x="931" y="5027"/>
                </a:cubicBezTo>
                <a:cubicBezTo>
                  <a:pt x="1151" y="5027"/>
                  <a:pt x="1340" y="5216"/>
                  <a:pt x="1340" y="5437"/>
                </a:cubicBezTo>
                <a:cubicBezTo>
                  <a:pt x="1340" y="5672"/>
                  <a:pt x="1151" y="5846"/>
                  <a:pt x="931" y="5846"/>
                </a:cubicBezTo>
                <a:cubicBezTo>
                  <a:pt x="757" y="5846"/>
                  <a:pt x="616" y="5752"/>
                  <a:pt x="552" y="5609"/>
                </a:cubicBezTo>
                <a:lnTo>
                  <a:pt x="473" y="5609"/>
                </a:lnTo>
                <a:cubicBezTo>
                  <a:pt x="189" y="5609"/>
                  <a:pt x="552" y="5594"/>
                  <a:pt x="284" y="5704"/>
                </a:cubicBezTo>
                <a:cubicBezTo>
                  <a:pt x="0" y="5815"/>
                  <a:pt x="95" y="5704"/>
                  <a:pt x="95" y="5704"/>
                </a:cubicBezTo>
                <a:lnTo>
                  <a:pt x="0" y="5704"/>
                </a:lnTo>
                <a:lnTo>
                  <a:pt x="0" y="6634"/>
                </a:lnTo>
                <a:lnTo>
                  <a:pt x="568" y="6697"/>
                </a:lnTo>
                <a:cubicBezTo>
                  <a:pt x="647" y="6571"/>
                  <a:pt x="773" y="6477"/>
                  <a:pt x="931" y="6477"/>
                </a:cubicBezTo>
                <a:cubicBezTo>
                  <a:pt x="1151" y="6477"/>
                  <a:pt x="1340" y="6666"/>
                  <a:pt x="1340" y="6886"/>
                </a:cubicBezTo>
                <a:cubicBezTo>
                  <a:pt x="1340" y="7107"/>
                  <a:pt x="1151" y="7296"/>
                  <a:pt x="931" y="7296"/>
                </a:cubicBezTo>
                <a:cubicBezTo>
                  <a:pt x="757" y="7296"/>
                  <a:pt x="616" y="7201"/>
                  <a:pt x="552" y="7059"/>
                </a:cubicBezTo>
                <a:lnTo>
                  <a:pt x="473" y="7059"/>
                </a:lnTo>
                <a:cubicBezTo>
                  <a:pt x="189" y="7059"/>
                  <a:pt x="552" y="7044"/>
                  <a:pt x="284" y="7154"/>
                </a:cubicBezTo>
                <a:cubicBezTo>
                  <a:pt x="0" y="7264"/>
                  <a:pt x="95" y="7154"/>
                  <a:pt x="95" y="7154"/>
                </a:cubicBezTo>
                <a:lnTo>
                  <a:pt x="0" y="7154"/>
                </a:lnTo>
                <a:lnTo>
                  <a:pt x="0" y="8036"/>
                </a:lnTo>
                <a:cubicBezTo>
                  <a:pt x="80" y="8004"/>
                  <a:pt x="189" y="7958"/>
                  <a:pt x="332" y="7958"/>
                </a:cubicBezTo>
                <a:cubicBezTo>
                  <a:pt x="647" y="7958"/>
                  <a:pt x="647" y="7752"/>
                  <a:pt x="962" y="7752"/>
                </a:cubicBezTo>
                <a:lnTo>
                  <a:pt x="1607" y="7752"/>
                </a:lnTo>
                <a:cubicBezTo>
                  <a:pt x="1923" y="7752"/>
                  <a:pt x="1923" y="7895"/>
                  <a:pt x="2238" y="7895"/>
                </a:cubicBezTo>
                <a:cubicBezTo>
                  <a:pt x="2569" y="7895"/>
                  <a:pt x="2569" y="7989"/>
                  <a:pt x="2884" y="7989"/>
                </a:cubicBezTo>
                <a:cubicBezTo>
                  <a:pt x="3199" y="7989"/>
                  <a:pt x="3199" y="7895"/>
                  <a:pt x="3515" y="7895"/>
                </a:cubicBezTo>
                <a:cubicBezTo>
                  <a:pt x="3845" y="7895"/>
                  <a:pt x="3845" y="8021"/>
                  <a:pt x="4160" y="8021"/>
                </a:cubicBezTo>
                <a:cubicBezTo>
                  <a:pt x="4475" y="8021"/>
                  <a:pt x="4475" y="7832"/>
                  <a:pt x="4790" y="7832"/>
                </a:cubicBezTo>
                <a:cubicBezTo>
                  <a:pt x="5122" y="7832"/>
                  <a:pt x="5122" y="8004"/>
                  <a:pt x="5437" y="8004"/>
                </a:cubicBezTo>
                <a:cubicBezTo>
                  <a:pt x="5752" y="8004"/>
                  <a:pt x="5752" y="7958"/>
                  <a:pt x="6067" y="7958"/>
                </a:cubicBezTo>
                <a:cubicBezTo>
                  <a:pt x="6382" y="7958"/>
                  <a:pt x="6382" y="8115"/>
                  <a:pt x="6712" y="8115"/>
                </a:cubicBezTo>
                <a:cubicBezTo>
                  <a:pt x="7027" y="8115"/>
                  <a:pt x="7027" y="7784"/>
                  <a:pt x="7343" y="7784"/>
                </a:cubicBezTo>
                <a:cubicBezTo>
                  <a:pt x="7658" y="7784"/>
                  <a:pt x="7658" y="8067"/>
                  <a:pt x="7989" y="8067"/>
                </a:cubicBezTo>
                <a:cubicBezTo>
                  <a:pt x="8304" y="8067"/>
                  <a:pt x="8304" y="8162"/>
                  <a:pt x="8619" y="8162"/>
                </a:cubicBezTo>
                <a:cubicBezTo>
                  <a:pt x="8934" y="8162"/>
                  <a:pt x="8934" y="7878"/>
                  <a:pt x="9265" y="7878"/>
                </a:cubicBezTo>
                <a:cubicBezTo>
                  <a:pt x="9580" y="7878"/>
                  <a:pt x="9580" y="8004"/>
                  <a:pt x="9895" y="8004"/>
                </a:cubicBezTo>
                <a:cubicBezTo>
                  <a:pt x="10210" y="8004"/>
                  <a:pt x="10210" y="8084"/>
                  <a:pt x="10542" y="8084"/>
                </a:cubicBezTo>
                <a:lnTo>
                  <a:pt x="11172" y="8084"/>
                </a:lnTo>
                <a:cubicBezTo>
                  <a:pt x="11487" y="8084"/>
                  <a:pt x="11487" y="8004"/>
                  <a:pt x="11802" y="8004"/>
                </a:cubicBezTo>
                <a:cubicBezTo>
                  <a:pt x="12132" y="8004"/>
                  <a:pt x="12132" y="7832"/>
                  <a:pt x="12447" y="7832"/>
                </a:cubicBezTo>
                <a:cubicBezTo>
                  <a:pt x="12762" y="7832"/>
                  <a:pt x="12762" y="8021"/>
                  <a:pt x="13078" y="8021"/>
                </a:cubicBezTo>
                <a:cubicBezTo>
                  <a:pt x="13409" y="8021"/>
                  <a:pt x="13409" y="7878"/>
                  <a:pt x="13724" y="7878"/>
                </a:cubicBezTo>
                <a:cubicBezTo>
                  <a:pt x="14039" y="7878"/>
                  <a:pt x="14039" y="7815"/>
                  <a:pt x="14354" y="7815"/>
                </a:cubicBezTo>
                <a:cubicBezTo>
                  <a:pt x="14670" y="7815"/>
                  <a:pt x="14670" y="7973"/>
                  <a:pt x="15000" y="7973"/>
                </a:cubicBezTo>
                <a:cubicBezTo>
                  <a:pt x="15315" y="7973"/>
                  <a:pt x="15315" y="8067"/>
                  <a:pt x="15630" y="8067"/>
                </a:cubicBezTo>
                <a:cubicBezTo>
                  <a:pt x="15945" y="8067"/>
                  <a:pt x="15945" y="7973"/>
                  <a:pt x="16277" y="7973"/>
                </a:cubicBezTo>
                <a:cubicBezTo>
                  <a:pt x="16592" y="7973"/>
                  <a:pt x="16592" y="7941"/>
                  <a:pt x="16907" y="7941"/>
                </a:cubicBezTo>
                <a:cubicBezTo>
                  <a:pt x="17222" y="7941"/>
                  <a:pt x="17222" y="8115"/>
                  <a:pt x="17537" y="8115"/>
                </a:cubicBezTo>
                <a:cubicBezTo>
                  <a:pt x="17867" y="8115"/>
                  <a:pt x="17867" y="7769"/>
                  <a:pt x="18182" y="7769"/>
                </a:cubicBezTo>
                <a:cubicBezTo>
                  <a:pt x="18498" y="7769"/>
                  <a:pt x="18498" y="8021"/>
                  <a:pt x="18813" y="8021"/>
                </a:cubicBezTo>
                <a:cubicBezTo>
                  <a:pt x="19144" y="8021"/>
                  <a:pt x="19144" y="7878"/>
                  <a:pt x="19459" y="7878"/>
                </a:cubicBezTo>
                <a:cubicBezTo>
                  <a:pt x="19774" y="7878"/>
                  <a:pt x="19774" y="8147"/>
                  <a:pt x="20089" y="8147"/>
                </a:cubicBezTo>
                <a:cubicBezTo>
                  <a:pt x="20405" y="8147"/>
                  <a:pt x="20405" y="8036"/>
                  <a:pt x="20735" y="8036"/>
                </a:cubicBezTo>
                <a:cubicBezTo>
                  <a:pt x="21050" y="8036"/>
                  <a:pt x="21050" y="7878"/>
                  <a:pt x="21365" y="7878"/>
                </a:cubicBezTo>
                <a:cubicBezTo>
                  <a:pt x="21680" y="7878"/>
                  <a:pt x="21854" y="8256"/>
                  <a:pt x="22075" y="8021"/>
                </a:cubicBezTo>
                <a:cubicBezTo>
                  <a:pt x="22310" y="7800"/>
                  <a:pt x="22232" y="7658"/>
                  <a:pt x="22121" y="7280"/>
                </a:cubicBezTo>
                <a:close/>
              </a:path>
            </a:pathLst>
          </a:custGeom>
          <a:solidFill>
            <a:srgbClr val="FFFFFF"/>
          </a:solidFill>
          <a:ln>
            <a:noFill/>
          </a:ln>
          <a:effectLst>
            <a:outerShdw blurRad="57150" dist="19050" dir="5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5298" name="Google Shape;5298;p46"/>
          <p:cNvSpPr txBox="1">
            <a:spLocks noGrp="1"/>
          </p:cNvSpPr>
          <p:nvPr>
            <p:ph type="title"/>
          </p:nvPr>
        </p:nvSpPr>
        <p:spPr>
          <a:xfrm>
            <a:off x="1737716" y="941165"/>
            <a:ext cx="5282854" cy="3672901"/>
          </a:xfrm>
          <a:prstGeom prst="rect">
            <a:avLst/>
          </a:prstGeom>
        </p:spPr>
        <p:txBody>
          <a:bodyPr spcFirstLastPara="1" wrap="square" lIns="91425" tIns="0" rIns="91425" bIns="0" anchor="ctr" anchorCtr="0">
            <a:no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50B4C8">
                    <a:lumMod val="75000"/>
                  </a:srgbClr>
                </a:solidFill>
                <a:effectLst/>
                <a:uLnTx/>
                <a:uFillTx/>
                <a:latin typeface="David" panose="020E0502060401010101" pitchFamily="34" charset="-79"/>
                <a:ea typeface="+mn-ea"/>
                <a:cs typeface="David" panose="020E0502060401010101" pitchFamily="34" charset="-79"/>
              </a:rPr>
              <a:t>                       </a:t>
            </a:r>
            <a:br>
              <a:rPr kumimoji="0" lang="he-IL" sz="2800" b="1" i="0" u="none" strike="noStrike" kern="1200" cap="none" spc="0" normalizeH="0" baseline="0" noProof="0" dirty="0">
                <a:ln>
                  <a:noFill/>
                </a:ln>
                <a:solidFill>
                  <a:srgbClr val="50B4C8">
                    <a:lumMod val="75000"/>
                  </a:srgbClr>
                </a:solidFill>
                <a:effectLst/>
                <a:uLnTx/>
                <a:uFillTx/>
                <a:latin typeface="David" panose="020E0502060401010101" pitchFamily="34" charset="-79"/>
                <a:ea typeface="+mn-ea"/>
                <a:cs typeface="David" panose="020E0502060401010101" pitchFamily="34" charset="-79"/>
              </a:rPr>
            </a:br>
            <a:br>
              <a:rPr kumimoji="0" lang="he-IL" sz="2800" b="1" i="0" u="none" strike="noStrike" kern="1200" cap="none" spc="0" normalizeH="0" baseline="0" noProof="0" dirty="0">
                <a:ln>
                  <a:noFill/>
                </a:ln>
                <a:solidFill>
                  <a:srgbClr val="50B4C8">
                    <a:lumMod val="75000"/>
                  </a:srgbClr>
                </a:solidFill>
                <a:effectLst/>
                <a:uLnTx/>
                <a:uFillTx/>
                <a:latin typeface="David" panose="020E0502060401010101" pitchFamily="34" charset="-79"/>
                <a:ea typeface="+mn-ea"/>
                <a:cs typeface="David" panose="020E0502060401010101" pitchFamily="34" charset="-79"/>
              </a:rPr>
            </a:br>
            <a:r>
              <a:rPr kumimoji="0" lang="he-IL" sz="2400" b="1" i="0" u="none" strike="noStrike" kern="1200" cap="none" spc="0" normalizeH="0" baseline="0" noProof="0" dirty="0">
                <a:ln>
                  <a:noFill/>
                </a:ln>
                <a:solidFill>
                  <a:srgbClr val="C00000"/>
                </a:solidFill>
                <a:effectLst/>
                <a:uLnTx/>
                <a:uFillTx/>
                <a:latin typeface="David" panose="020E0502060401010101" pitchFamily="34" charset="-79"/>
                <a:ea typeface="+mn-ea"/>
                <a:cs typeface="David" panose="020E0502060401010101" pitchFamily="34" charset="-79"/>
              </a:rPr>
              <a:t>לימוד משמעות התפילה</a:t>
            </a:r>
            <a:br>
              <a:rPr kumimoji="0" lang="he-IL" sz="2800" b="1" i="0" u="none" strike="noStrike" kern="1200" cap="none" spc="0" normalizeH="0" baseline="0" noProof="0" dirty="0">
                <a:ln>
                  <a:noFill/>
                </a:ln>
                <a:solidFill>
                  <a:srgbClr val="50B4C8">
                    <a:lumMod val="75000"/>
                  </a:srgbClr>
                </a:solidFill>
                <a:effectLst/>
                <a:uLnTx/>
                <a:uFillTx/>
                <a:latin typeface="David" panose="020E0502060401010101" pitchFamily="34" charset="-79"/>
                <a:ea typeface="+mn-ea"/>
                <a:cs typeface="David" panose="020E0502060401010101" pitchFamily="34" charset="-79"/>
              </a:rPr>
            </a:br>
            <a:r>
              <a:rPr kumimoji="0" lang="he-IL" sz="16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חז"ל לימדונו שהתפילה היא עבודה שבלב. עבודה שבלב היא אתגר גדול שמלווה את האדם לכל אורך חייו.</a:t>
            </a:r>
            <a:br>
              <a:rPr kumimoji="0" lang="he-IL" sz="16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6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בכיתות הצעירות </a:t>
            </a:r>
            <a:r>
              <a:rPr kumimoji="0" lang="he-IL" sz="16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מוטל על המחנכים והמחנכות להכניס את הילדים והילדות לעולמה של תפילה ולהדריך אותם בצעדיהם הראשונים בה.</a:t>
            </a:r>
            <a:br>
              <a:rPr kumimoji="0" lang="he-IL" sz="16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6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בכתות הבוגרות </a:t>
            </a:r>
            <a:r>
              <a:rPr kumimoji="0" lang="he-IL" sz="16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יותר הלימוד על משמעות התפילה, מתוך אמונה בבורא עולם, הינו הכרחי כדי שהתלמידים יתחברו אל התפילה.                                                                            יש ללמד הן את משמעות התוכן של מילות התפילה, הן את מבנה התפילה ואף את משמעות הקשר עם בורא עולם באמצעות התפילה</a:t>
            </a:r>
            <a: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a:t>
            </a:r>
            <a:br>
              <a:rPr kumimoji="0" lang="he-IL" sz="2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endParaRPr lang="he-IL" dirty="0">
              <a:latin typeface="David" panose="020E0502060401010101" pitchFamily="34" charset="-79"/>
              <a:cs typeface="David" panose="020E0502060401010101" pitchFamily="34" charset="-79"/>
            </a:endParaRPr>
          </a:p>
        </p:txBody>
      </p:sp>
      <p:pic>
        <p:nvPicPr>
          <p:cNvPr id="5299" name="Google Shape;5299;p46"/>
          <p:cNvPicPr preferRelativeResize="0"/>
          <p:nvPr/>
        </p:nvPicPr>
        <p:blipFill>
          <a:blip r:embed="rId3">
            <a:alphaModFix/>
          </a:blip>
          <a:stretch>
            <a:fillRect/>
          </a:stretch>
        </p:blipFill>
        <p:spPr>
          <a:xfrm rot="10800000">
            <a:off x="322785" y="1146599"/>
            <a:ext cx="1745501" cy="2032048"/>
          </a:xfrm>
          <a:prstGeom prst="rect">
            <a:avLst/>
          </a:prstGeom>
          <a:noFill/>
          <a:ln>
            <a:noFill/>
          </a:ln>
        </p:spPr>
      </p:pic>
      <p:pic>
        <p:nvPicPr>
          <p:cNvPr id="5300" name="Google Shape;5300;p46"/>
          <p:cNvPicPr preferRelativeResize="0"/>
          <p:nvPr/>
        </p:nvPicPr>
        <p:blipFill>
          <a:blip r:embed="rId3">
            <a:alphaModFix/>
          </a:blip>
          <a:stretch>
            <a:fillRect/>
          </a:stretch>
        </p:blipFill>
        <p:spPr>
          <a:xfrm>
            <a:off x="6951262" y="2483651"/>
            <a:ext cx="1745501" cy="2032048"/>
          </a:xfrm>
          <a:prstGeom prst="rect">
            <a:avLst/>
          </a:prstGeom>
          <a:noFill/>
          <a:ln>
            <a:noFill/>
          </a:ln>
        </p:spPr>
      </p:pic>
      <p:sp>
        <p:nvSpPr>
          <p:cNvPr id="5301" name="Google Shape;5301;p46"/>
          <p:cNvSpPr/>
          <p:nvPr/>
        </p:nvSpPr>
        <p:spPr>
          <a:xfrm>
            <a:off x="7144051" y="450310"/>
            <a:ext cx="1825645" cy="1921994"/>
          </a:xfrm>
          <a:custGeom>
            <a:avLst/>
            <a:gdLst/>
            <a:ahLst/>
            <a:cxnLst/>
            <a:rect l="l" t="t" r="r" b="b"/>
            <a:pathLst>
              <a:path w="14954" h="16466" extrusionOk="0">
                <a:moveTo>
                  <a:pt x="2004" y="0"/>
                </a:moveTo>
                <a:cubicBezTo>
                  <a:pt x="1993" y="0"/>
                  <a:pt x="1982" y="4"/>
                  <a:pt x="1971" y="13"/>
                </a:cubicBezTo>
                <a:cubicBezTo>
                  <a:pt x="1876" y="91"/>
                  <a:pt x="1971" y="202"/>
                  <a:pt x="1955" y="328"/>
                </a:cubicBezTo>
                <a:cubicBezTo>
                  <a:pt x="1939" y="438"/>
                  <a:pt x="1891" y="438"/>
                  <a:pt x="1876" y="549"/>
                </a:cubicBezTo>
                <a:cubicBezTo>
                  <a:pt x="1860" y="659"/>
                  <a:pt x="1986" y="675"/>
                  <a:pt x="1971" y="801"/>
                </a:cubicBezTo>
                <a:cubicBezTo>
                  <a:pt x="1955" y="911"/>
                  <a:pt x="1828" y="896"/>
                  <a:pt x="1813" y="1022"/>
                </a:cubicBezTo>
                <a:cubicBezTo>
                  <a:pt x="1797" y="1131"/>
                  <a:pt x="1782" y="1131"/>
                  <a:pt x="1765" y="1242"/>
                </a:cubicBezTo>
                <a:cubicBezTo>
                  <a:pt x="1765" y="1368"/>
                  <a:pt x="1719" y="1352"/>
                  <a:pt x="1702" y="1478"/>
                </a:cubicBezTo>
                <a:cubicBezTo>
                  <a:pt x="1687" y="1589"/>
                  <a:pt x="1955" y="1620"/>
                  <a:pt x="1939" y="1746"/>
                </a:cubicBezTo>
                <a:cubicBezTo>
                  <a:pt x="1923" y="1856"/>
                  <a:pt x="1891" y="1856"/>
                  <a:pt x="1876" y="1967"/>
                </a:cubicBezTo>
                <a:cubicBezTo>
                  <a:pt x="1860" y="2093"/>
                  <a:pt x="1828" y="2077"/>
                  <a:pt x="1813" y="2203"/>
                </a:cubicBezTo>
                <a:cubicBezTo>
                  <a:pt x="1797" y="2314"/>
                  <a:pt x="1813" y="2314"/>
                  <a:pt x="1797" y="2440"/>
                </a:cubicBezTo>
                <a:cubicBezTo>
                  <a:pt x="1782" y="2549"/>
                  <a:pt x="1671" y="2534"/>
                  <a:pt x="1656" y="2660"/>
                </a:cubicBezTo>
                <a:cubicBezTo>
                  <a:pt x="1639" y="2770"/>
                  <a:pt x="1545" y="2755"/>
                  <a:pt x="1530" y="2881"/>
                </a:cubicBezTo>
                <a:cubicBezTo>
                  <a:pt x="1513" y="2990"/>
                  <a:pt x="1608" y="3007"/>
                  <a:pt x="1593" y="3117"/>
                </a:cubicBezTo>
                <a:cubicBezTo>
                  <a:pt x="1576" y="3243"/>
                  <a:pt x="1545" y="3227"/>
                  <a:pt x="1530" y="3353"/>
                </a:cubicBezTo>
                <a:cubicBezTo>
                  <a:pt x="1513" y="3463"/>
                  <a:pt x="1576" y="3480"/>
                  <a:pt x="1561" y="3589"/>
                </a:cubicBezTo>
                <a:cubicBezTo>
                  <a:pt x="1545" y="3700"/>
                  <a:pt x="1624" y="3715"/>
                  <a:pt x="1608" y="3826"/>
                </a:cubicBezTo>
                <a:cubicBezTo>
                  <a:pt x="1593" y="3952"/>
                  <a:pt x="1656" y="3952"/>
                  <a:pt x="1639" y="4078"/>
                </a:cubicBezTo>
                <a:cubicBezTo>
                  <a:pt x="1624" y="4188"/>
                  <a:pt x="1530" y="4173"/>
                  <a:pt x="1513" y="4299"/>
                </a:cubicBezTo>
                <a:cubicBezTo>
                  <a:pt x="1498" y="4408"/>
                  <a:pt x="1404" y="4393"/>
                  <a:pt x="1387" y="4519"/>
                </a:cubicBezTo>
                <a:cubicBezTo>
                  <a:pt x="1372" y="4629"/>
                  <a:pt x="1561" y="4661"/>
                  <a:pt x="1545" y="4771"/>
                </a:cubicBezTo>
                <a:cubicBezTo>
                  <a:pt x="1530" y="4881"/>
                  <a:pt x="1419" y="4866"/>
                  <a:pt x="1404" y="4992"/>
                </a:cubicBezTo>
                <a:cubicBezTo>
                  <a:pt x="1387" y="5102"/>
                  <a:pt x="1356" y="5102"/>
                  <a:pt x="1341" y="5213"/>
                </a:cubicBezTo>
                <a:cubicBezTo>
                  <a:pt x="1324" y="5339"/>
                  <a:pt x="1387" y="5339"/>
                  <a:pt x="1372" y="5465"/>
                </a:cubicBezTo>
                <a:cubicBezTo>
                  <a:pt x="1356" y="5574"/>
                  <a:pt x="1324" y="5574"/>
                  <a:pt x="1309" y="5685"/>
                </a:cubicBezTo>
                <a:cubicBezTo>
                  <a:pt x="1293" y="5795"/>
                  <a:pt x="1230" y="5795"/>
                  <a:pt x="1215" y="5906"/>
                </a:cubicBezTo>
                <a:cubicBezTo>
                  <a:pt x="1198" y="6032"/>
                  <a:pt x="1120" y="6016"/>
                  <a:pt x="1104" y="6126"/>
                </a:cubicBezTo>
                <a:cubicBezTo>
                  <a:pt x="1089" y="6253"/>
                  <a:pt x="1152" y="6253"/>
                  <a:pt x="1135" y="6379"/>
                </a:cubicBezTo>
                <a:cubicBezTo>
                  <a:pt x="1120" y="6488"/>
                  <a:pt x="1230" y="6505"/>
                  <a:pt x="1215" y="6614"/>
                </a:cubicBezTo>
                <a:cubicBezTo>
                  <a:pt x="1198" y="6740"/>
                  <a:pt x="1183" y="6740"/>
                  <a:pt x="1183" y="6851"/>
                </a:cubicBezTo>
                <a:cubicBezTo>
                  <a:pt x="1167" y="6977"/>
                  <a:pt x="1278" y="6977"/>
                  <a:pt x="1261" y="7103"/>
                </a:cubicBezTo>
                <a:cubicBezTo>
                  <a:pt x="1246" y="7213"/>
                  <a:pt x="1057" y="7198"/>
                  <a:pt x="1041" y="7308"/>
                </a:cubicBezTo>
                <a:cubicBezTo>
                  <a:pt x="1026" y="7434"/>
                  <a:pt x="978" y="7418"/>
                  <a:pt x="963" y="7528"/>
                </a:cubicBezTo>
                <a:cubicBezTo>
                  <a:pt x="946" y="7654"/>
                  <a:pt x="931" y="7654"/>
                  <a:pt x="915" y="7765"/>
                </a:cubicBezTo>
                <a:cubicBezTo>
                  <a:pt x="900" y="7891"/>
                  <a:pt x="1026" y="7891"/>
                  <a:pt x="1009" y="8017"/>
                </a:cubicBezTo>
                <a:cubicBezTo>
                  <a:pt x="994" y="8127"/>
                  <a:pt x="883" y="8112"/>
                  <a:pt x="868" y="8238"/>
                </a:cubicBezTo>
                <a:cubicBezTo>
                  <a:pt x="868" y="8347"/>
                  <a:pt x="868" y="8347"/>
                  <a:pt x="852" y="8473"/>
                </a:cubicBezTo>
                <a:cubicBezTo>
                  <a:pt x="837" y="8584"/>
                  <a:pt x="789" y="8584"/>
                  <a:pt x="773" y="8694"/>
                </a:cubicBezTo>
                <a:cubicBezTo>
                  <a:pt x="757" y="8805"/>
                  <a:pt x="1026" y="8852"/>
                  <a:pt x="1009" y="8962"/>
                </a:cubicBezTo>
                <a:cubicBezTo>
                  <a:pt x="994" y="9072"/>
                  <a:pt x="837" y="9057"/>
                  <a:pt x="820" y="9167"/>
                </a:cubicBezTo>
                <a:cubicBezTo>
                  <a:pt x="805" y="9293"/>
                  <a:pt x="868" y="9293"/>
                  <a:pt x="852" y="9419"/>
                </a:cubicBezTo>
                <a:cubicBezTo>
                  <a:pt x="837" y="9530"/>
                  <a:pt x="820" y="9530"/>
                  <a:pt x="805" y="9639"/>
                </a:cubicBezTo>
                <a:cubicBezTo>
                  <a:pt x="789" y="9765"/>
                  <a:pt x="631" y="9734"/>
                  <a:pt x="616" y="9860"/>
                </a:cubicBezTo>
                <a:cubicBezTo>
                  <a:pt x="600" y="9971"/>
                  <a:pt x="837" y="10002"/>
                  <a:pt x="820" y="10112"/>
                </a:cubicBezTo>
                <a:cubicBezTo>
                  <a:pt x="805" y="10238"/>
                  <a:pt x="852" y="10238"/>
                  <a:pt x="837" y="10364"/>
                </a:cubicBezTo>
                <a:cubicBezTo>
                  <a:pt x="820" y="10475"/>
                  <a:pt x="773" y="10475"/>
                  <a:pt x="757" y="10585"/>
                </a:cubicBezTo>
                <a:cubicBezTo>
                  <a:pt x="742" y="10696"/>
                  <a:pt x="757" y="10711"/>
                  <a:pt x="742" y="10822"/>
                </a:cubicBezTo>
                <a:cubicBezTo>
                  <a:pt x="726" y="10931"/>
                  <a:pt x="694" y="10931"/>
                  <a:pt x="679" y="11042"/>
                </a:cubicBezTo>
                <a:cubicBezTo>
                  <a:pt x="663" y="11168"/>
                  <a:pt x="568" y="11152"/>
                  <a:pt x="553" y="11263"/>
                </a:cubicBezTo>
                <a:cubicBezTo>
                  <a:pt x="537" y="11389"/>
                  <a:pt x="553" y="11389"/>
                  <a:pt x="537" y="11499"/>
                </a:cubicBezTo>
                <a:cubicBezTo>
                  <a:pt x="521" y="11625"/>
                  <a:pt x="631" y="11641"/>
                  <a:pt x="616" y="11751"/>
                </a:cubicBezTo>
                <a:cubicBezTo>
                  <a:pt x="600" y="11862"/>
                  <a:pt x="458" y="11845"/>
                  <a:pt x="442" y="11956"/>
                </a:cubicBezTo>
                <a:cubicBezTo>
                  <a:pt x="427" y="12082"/>
                  <a:pt x="395" y="12082"/>
                  <a:pt x="395" y="12192"/>
                </a:cubicBezTo>
                <a:cubicBezTo>
                  <a:pt x="379" y="12303"/>
                  <a:pt x="364" y="12303"/>
                  <a:pt x="347" y="12429"/>
                </a:cubicBezTo>
                <a:cubicBezTo>
                  <a:pt x="332" y="12538"/>
                  <a:pt x="410" y="12555"/>
                  <a:pt x="395" y="12664"/>
                </a:cubicBezTo>
                <a:cubicBezTo>
                  <a:pt x="379" y="12775"/>
                  <a:pt x="473" y="12790"/>
                  <a:pt x="458" y="12917"/>
                </a:cubicBezTo>
                <a:cubicBezTo>
                  <a:pt x="442" y="13027"/>
                  <a:pt x="490" y="13027"/>
                  <a:pt x="473" y="13153"/>
                </a:cubicBezTo>
                <a:cubicBezTo>
                  <a:pt x="458" y="13263"/>
                  <a:pt x="284" y="13248"/>
                  <a:pt x="269" y="13358"/>
                </a:cubicBezTo>
                <a:cubicBezTo>
                  <a:pt x="269" y="13484"/>
                  <a:pt x="364" y="13484"/>
                  <a:pt x="347" y="13610"/>
                </a:cubicBezTo>
                <a:cubicBezTo>
                  <a:pt x="332" y="13721"/>
                  <a:pt x="190" y="13704"/>
                  <a:pt x="175" y="13815"/>
                </a:cubicBezTo>
                <a:cubicBezTo>
                  <a:pt x="158" y="13941"/>
                  <a:pt x="364" y="13956"/>
                  <a:pt x="347" y="14082"/>
                </a:cubicBezTo>
                <a:cubicBezTo>
                  <a:pt x="332" y="14193"/>
                  <a:pt x="206" y="14177"/>
                  <a:pt x="190" y="14303"/>
                </a:cubicBezTo>
                <a:cubicBezTo>
                  <a:pt x="175" y="14414"/>
                  <a:pt x="143" y="14414"/>
                  <a:pt x="127" y="14524"/>
                </a:cubicBezTo>
                <a:cubicBezTo>
                  <a:pt x="112" y="14635"/>
                  <a:pt x="1" y="14713"/>
                  <a:pt x="64" y="14807"/>
                </a:cubicBezTo>
                <a:cubicBezTo>
                  <a:pt x="143" y="14902"/>
                  <a:pt x="221" y="14887"/>
                  <a:pt x="347" y="14902"/>
                </a:cubicBezTo>
                <a:cubicBezTo>
                  <a:pt x="351" y="14902"/>
                  <a:pt x="355" y="14903"/>
                  <a:pt x="358" y="14903"/>
                </a:cubicBezTo>
                <a:cubicBezTo>
                  <a:pt x="457" y="14903"/>
                  <a:pt x="492" y="14697"/>
                  <a:pt x="604" y="14697"/>
                </a:cubicBezTo>
                <a:cubicBezTo>
                  <a:pt x="608" y="14697"/>
                  <a:pt x="612" y="14697"/>
                  <a:pt x="616" y="14698"/>
                </a:cubicBezTo>
                <a:cubicBezTo>
                  <a:pt x="726" y="14713"/>
                  <a:pt x="710" y="14870"/>
                  <a:pt x="820" y="14887"/>
                </a:cubicBezTo>
                <a:cubicBezTo>
                  <a:pt x="843" y="14890"/>
                  <a:pt x="861" y="14891"/>
                  <a:pt x="878" y="14891"/>
                </a:cubicBezTo>
                <a:cubicBezTo>
                  <a:pt x="924" y="14891"/>
                  <a:pt x="951" y="14882"/>
                  <a:pt x="996" y="14882"/>
                </a:cubicBezTo>
                <a:cubicBezTo>
                  <a:pt x="1013" y="14882"/>
                  <a:pt x="1033" y="14883"/>
                  <a:pt x="1057" y="14887"/>
                </a:cubicBezTo>
                <a:cubicBezTo>
                  <a:pt x="1063" y="14887"/>
                  <a:pt x="1068" y="14888"/>
                  <a:pt x="1073" y="14888"/>
                </a:cubicBezTo>
                <a:cubicBezTo>
                  <a:pt x="1164" y="14888"/>
                  <a:pt x="1187" y="14775"/>
                  <a:pt x="1291" y="14775"/>
                </a:cubicBezTo>
                <a:cubicBezTo>
                  <a:pt x="1297" y="14775"/>
                  <a:pt x="1303" y="14775"/>
                  <a:pt x="1309" y="14776"/>
                </a:cubicBezTo>
                <a:cubicBezTo>
                  <a:pt x="1419" y="14792"/>
                  <a:pt x="1404" y="14933"/>
                  <a:pt x="1513" y="14950"/>
                </a:cubicBezTo>
                <a:cubicBezTo>
                  <a:pt x="1639" y="14965"/>
                  <a:pt x="1624" y="15013"/>
                  <a:pt x="1750" y="15028"/>
                </a:cubicBezTo>
                <a:cubicBezTo>
                  <a:pt x="1860" y="15044"/>
                  <a:pt x="1860" y="15076"/>
                  <a:pt x="1971" y="15091"/>
                </a:cubicBezTo>
                <a:cubicBezTo>
                  <a:pt x="1975" y="15091"/>
                  <a:pt x="1979" y="15092"/>
                  <a:pt x="1983" y="15092"/>
                </a:cubicBezTo>
                <a:cubicBezTo>
                  <a:pt x="2095" y="15092"/>
                  <a:pt x="2130" y="14886"/>
                  <a:pt x="2227" y="14886"/>
                </a:cubicBezTo>
                <a:cubicBezTo>
                  <a:pt x="2231" y="14886"/>
                  <a:pt x="2234" y="14886"/>
                  <a:pt x="2238" y="14887"/>
                </a:cubicBezTo>
                <a:cubicBezTo>
                  <a:pt x="2349" y="14902"/>
                  <a:pt x="2333" y="15107"/>
                  <a:pt x="2444" y="15122"/>
                </a:cubicBezTo>
                <a:cubicBezTo>
                  <a:pt x="2467" y="15126"/>
                  <a:pt x="2487" y="15127"/>
                  <a:pt x="2504" y="15127"/>
                </a:cubicBezTo>
                <a:cubicBezTo>
                  <a:pt x="2549" y="15127"/>
                  <a:pt x="2576" y="15118"/>
                  <a:pt x="2622" y="15118"/>
                </a:cubicBezTo>
                <a:cubicBezTo>
                  <a:pt x="2638" y="15118"/>
                  <a:pt x="2657" y="15119"/>
                  <a:pt x="2679" y="15122"/>
                </a:cubicBezTo>
                <a:cubicBezTo>
                  <a:pt x="2790" y="15139"/>
                  <a:pt x="2774" y="15248"/>
                  <a:pt x="2900" y="15265"/>
                </a:cubicBezTo>
                <a:cubicBezTo>
                  <a:pt x="2904" y="15265"/>
                  <a:pt x="2908" y="15266"/>
                  <a:pt x="2912" y="15266"/>
                </a:cubicBezTo>
                <a:cubicBezTo>
                  <a:pt x="3009" y="15266"/>
                  <a:pt x="3044" y="15106"/>
                  <a:pt x="3139" y="15106"/>
                </a:cubicBezTo>
                <a:cubicBezTo>
                  <a:pt x="3143" y="15106"/>
                  <a:pt x="3147" y="15107"/>
                  <a:pt x="3152" y="15107"/>
                </a:cubicBezTo>
                <a:cubicBezTo>
                  <a:pt x="3164" y="15109"/>
                  <a:pt x="3175" y="15110"/>
                  <a:pt x="3185" y="15110"/>
                </a:cubicBezTo>
                <a:cubicBezTo>
                  <a:pt x="3257" y="15110"/>
                  <a:pt x="3283" y="15073"/>
                  <a:pt x="3354" y="15073"/>
                </a:cubicBezTo>
                <a:cubicBezTo>
                  <a:pt x="3364" y="15073"/>
                  <a:pt x="3376" y="15074"/>
                  <a:pt x="3389" y="15076"/>
                </a:cubicBezTo>
                <a:cubicBezTo>
                  <a:pt x="3515" y="15091"/>
                  <a:pt x="3499" y="15139"/>
                  <a:pt x="3625" y="15154"/>
                </a:cubicBezTo>
                <a:cubicBezTo>
                  <a:pt x="3680" y="15162"/>
                  <a:pt x="3708" y="15162"/>
                  <a:pt x="3735" y="15162"/>
                </a:cubicBezTo>
                <a:cubicBezTo>
                  <a:pt x="3763" y="15162"/>
                  <a:pt x="3790" y="15162"/>
                  <a:pt x="3845" y="15170"/>
                </a:cubicBezTo>
                <a:cubicBezTo>
                  <a:pt x="3971" y="15185"/>
                  <a:pt x="3956" y="15280"/>
                  <a:pt x="4066" y="15296"/>
                </a:cubicBezTo>
                <a:cubicBezTo>
                  <a:pt x="4072" y="15297"/>
                  <a:pt x="4078" y="15297"/>
                  <a:pt x="4084" y="15297"/>
                </a:cubicBezTo>
                <a:cubicBezTo>
                  <a:pt x="4188" y="15297"/>
                  <a:pt x="4211" y="15184"/>
                  <a:pt x="4302" y="15184"/>
                </a:cubicBezTo>
                <a:cubicBezTo>
                  <a:pt x="4307" y="15184"/>
                  <a:pt x="4312" y="15185"/>
                  <a:pt x="4318" y="15185"/>
                </a:cubicBezTo>
                <a:cubicBezTo>
                  <a:pt x="4429" y="15202"/>
                  <a:pt x="4412" y="15328"/>
                  <a:pt x="4538" y="15343"/>
                </a:cubicBezTo>
                <a:cubicBezTo>
                  <a:pt x="4544" y="15344"/>
                  <a:pt x="4549" y="15344"/>
                  <a:pt x="4554" y="15344"/>
                </a:cubicBezTo>
                <a:cubicBezTo>
                  <a:pt x="4646" y="15344"/>
                  <a:pt x="4669" y="15216"/>
                  <a:pt x="4774" y="15216"/>
                </a:cubicBezTo>
                <a:cubicBezTo>
                  <a:pt x="4779" y="15216"/>
                  <a:pt x="4785" y="15216"/>
                  <a:pt x="4791" y="15217"/>
                </a:cubicBezTo>
                <a:cubicBezTo>
                  <a:pt x="4901" y="15233"/>
                  <a:pt x="4870" y="15485"/>
                  <a:pt x="4980" y="15500"/>
                </a:cubicBezTo>
                <a:cubicBezTo>
                  <a:pt x="4984" y="15501"/>
                  <a:pt x="4989" y="15501"/>
                  <a:pt x="4994" y="15501"/>
                </a:cubicBezTo>
                <a:cubicBezTo>
                  <a:pt x="5103" y="15501"/>
                  <a:pt x="5125" y="15327"/>
                  <a:pt x="5234" y="15327"/>
                </a:cubicBezTo>
                <a:cubicBezTo>
                  <a:pt x="5239" y="15327"/>
                  <a:pt x="5243" y="15327"/>
                  <a:pt x="5248" y="15328"/>
                </a:cubicBezTo>
                <a:cubicBezTo>
                  <a:pt x="5358" y="15343"/>
                  <a:pt x="5358" y="15391"/>
                  <a:pt x="5469" y="15406"/>
                </a:cubicBezTo>
                <a:cubicBezTo>
                  <a:pt x="5532" y="15414"/>
                  <a:pt x="5563" y="15414"/>
                  <a:pt x="5593" y="15414"/>
                </a:cubicBezTo>
                <a:cubicBezTo>
                  <a:pt x="5622" y="15414"/>
                  <a:pt x="5650" y="15414"/>
                  <a:pt x="5704" y="15422"/>
                </a:cubicBezTo>
                <a:cubicBezTo>
                  <a:pt x="5815" y="15437"/>
                  <a:pt x="5815" y="15517"/>
                  <a:pt x="5925" y="15532"/>
                </a:cubicBezTo>
                <a:cubicBezTo>
                  <a:pt x="6036" y="15548"/>
                  <a:pt x="6036" y="15595"/>
                  <a:pt x="6146" y="15611"/>
                </a:cubicBezTo>
                <a:cubicBezTo>
                  <a:pt x="6272" y="15626"/>
                  <a:pt x="6256" y="15674"/>
                  <a:pt x="6382" y="15690"/>
                </a:cubicBezTo>
                <a:cubicBezTo>
                  <a:pt x="6387" y="15690"/>
                  <a:pt x="6391" y="15690"/>
                  <a:pt x="6395" y="15690"/>
                </a:cubicBezTo>
                <a:cubicBezTo>
                  <a:pt x="6491" y="15690"/>
                  <a:pt x="6525" y="15516"/>
                  <a:pt x="6622" y="15516"/>
                </a:cubicBezTo>
                <a:cubicBezTo>
                  <a:pt x="6626" y="15516"/>
                  <a:pt x="6630" y="15516"/>
                  <a:pt x="6635" y="15517"/>
                </a:cubicBezTo>
                <a:cubicBezTo>
                  <a:pt x="6761" y="15517"/>
                  <a:pt x="6729" y="15737"/>
                  <a:pt x="6839" y="15753"/>
                </a:cubicBezTo>
                <a:cubicBezTo>
                  <a:pt x="6843" y="15753"/>
                  <a:pt x="6847" y="15753"/>
                  <a:pt x="6850" y="15753"/>
                </a:cubicBezTo>
                <a:cubicBezTo>
                  <a:pt x="6963" y="15753"/>
                  <a:pt x="6998" y="15531"/>
                  <a:pt x="7098" y="15531"/>
                </a:cubicBezTo>
                <a:cubicBezTo>
                  <a:pt x="7101" y="15531"/>
                  <a:pt x="7104" y="15532"/>
                  <a:pt x="7107" y="15532"/>
                </a:cubicBezTo>
                <a:cubicBezTo>
                  <a:pt x="7217" y="15548"/>
                  <a:pt x="7202" y="15753"/>
                  <a:pt x="7311" y="15769"/>
                </a:cubicBezTo>
                <a:cubicBezTo>
                  <a:pt x="7334" y="15772"/>
                  <a:pt x="7352" y="15773"/>
                  <a:pt x="7368" y="15773"/>
                </a:cubicBezTo>
                <a:cubicBezTo>
                  <a:pt x="7411" y="15773"/>
                  <a:pt x="7434" y="15764"/>
                  <a:pt x="7482" y="15764"/>
                </a:cubicBezTo>
                <a:cubicBezTo>
                  <a:pt x="7499" y="15764"/>
                  <a:pt x="7521" y="15765"/>
                  <a:pt x="7548" y="15769"/>
                </a:cubicBezTo>
                <a:cubicBezTo>
                  <a:pt x="7571" y="15772"/>
                  <a:pt x="7589" y="15773"/>
                  <a:pt x="7604" y="15773"/>
                </a:cubicBezTo>
                <a:cubicBezTo>
                  <a:pt x="7647" y="15773"/>
                  <a:pt x="7670" y="15764"/>
                  <a:pt x="7717" y="15764"/>
                </a:cubicBezTo>
                <a:cubicBezTo>
                  <a:pt x="7735" y="15764"/>
                  <a:pt x="7757" y="15765"/>
                  <a:pt x="7784" y="15769"/>
                </a:cubicBezTo>
                <a:cubicBezTo>
                  <a:pt x="7807" y="15772"/>
                  <a:pt x="7825" y="15773"/>
                  <a:pt x="7840" y="15773"/>
                </a:cubicBezTo>
                <a:cubicBezTo>
                  <a:pt x="7884" y="15773"/>
                  <a:pt x="7907" y="15764"/>
                  <a:pt x="7954" y="15764"/>
                </a:cubicBezTo>
                <a:cubicBezTo>
                  <a:pt x="7972" y="15764"/>
                  <a:pt x="7994" y="15765"/>
                  <a:pt x="8021" y="15769"/>
                </a:cubicBezTo>
                <a:cubicBezTo>
                  <a:pt x="8131" y="15784"/>
                  <a:pt x="8131" y="15784"/>
                  <a:pt x="8257" y="15784"/>
                </a:cubicBezTo>
                <a:cubicBezTo>
                  <a:pt x="8368" y="15800"/>
                  <a:pt x="8351" y="15926"/>
                  <a:pt x="8462" y="15942"/>
                </a:cubicBezTo>
                <a:cubicBezTo>
                  <a:pt x="8490" y="15945"/>
                  <a:pt x="8511" y="15946"/>
                  <a:pt x="8529" y="15946"/>
                </a:cubicBezTo>
                <a:cubicBezTo>
                  <a:pt x="8577" y="15946"/>
                  <a:pt x="8599" y="15937"/>
                  <a:pt x="8642" y="15937"/>
                </a:cubicBezTo>
                <a:cubicBezTo>
                  <a:pt x="8658" y="15937"/>
                  <a:pt x="8676" y="15939"/>
                  <a:pt x="8698" y="15942"/>
                </a:cubicBezTo>
                <a:cubicBezTo>
                  <a:pt x="8725" y="15945"/>
                  <a:pt x="8747" y="15946"/>
                  <a:pt x="8765" y="15946"/>
                </a:cubicBezTo>
                <a:cubicBezTo>
                  <a:pt x="8812" y="15946"/>
                  <a:pt x="8835" y="15937"/>
                  <a:pt x="8879" y="15937"/>
                </a:cubicBezTo>
                <a:cubicBezTo>
                  <a:pt x="8894" y="15937"/>
                  <a:pt x="8912" y="15939"/>
                  <a:pt x="8935" y="15942"/>
                </a:cubicBezTo>
                <a:cubicBezTo>
                  <a:pt x="9061" y="15958"/>
                  <a:pt x="9045" y="16005"/>
                  <a:pt x="9171" y="16021"/>
                </a:cubicBezTo>
                <a:cubicBezTo>
                  <a:pt x="9260" y="16021"/>
                  <a:pt x="9277" y="16001"/>
                  <a:pt x="9347" y="16001"/>
                </a:cubicBezTo>
                <a:cubicBezTo>
                  <a:pt x="9363" y="16001"/>
                  <a:pt x="9383" y="16002"/>
                  <a:pt x="9408" y="16005"/>
                </a:cubicBezTo>
                <a:cubicBezTo>
                  <a:pt x="9416" y="16006"/>
                  <a:pt x="9425" y="16007"/>
                  <a:pt x="9432" y="16007"/>
                </a:cubicBezTo>
                <a:cubicBezTo>
                  <a:pt x="9513" y="16007"/>
                  <a:pt x="9538" y="15940"/>
                  <a:pt x="9620" y="15940"/>
                </a:cubicBezTo>
                <a:cubicBezTo>
                  <a:pt x="9627" y="15940"/>
                  <a:pt x="9635" y="15940"/>
                  <a:pt x="9643" y="15942"/>
                </a:cubicBezTo>
                <a:cubicBezTo>
                  <a:pt x="9754" y="15958"/>
                  <a:pt x="9738" y="16131"/>
                  <a:pt x="9849" y="16131"/>
                </a:cubicBezTo>
                <a:cubicBezTo>
                  <a:pt x="9861" y="16132"/>
                  <a:pt x="9872" y="16133"/>
                  <a:pt x="9882" y="16133"/>
                </a:cubicBezTo>
                <a:cubicBezTo>
                  <a:pt x="9968" y="16133"/>
                  <a:pt x="9995" y="16082"/>
                  <a:pt x="10072" y="16082"/>
                </a:cubicBezTo>
                <a:cubicBezTo>
                  <a:pt x="10081" y="16082"/>
                  <a:pt x="10090" y="16082"/>
                  <a:pt x="10101" y="16084"/>
                </a:cubicBezTo>
                <a:cubicBezTo>
                  <a:pt x="10107" y="16085"/>
                  <a:pt x="10113" y="16085"/>
                  <a:pt x="10119" y="16085"/>
                </a:cubicBezTo>
                <a:cubicBezTo>
                  <a:pt x="10207" y="16085"/>
                  <a:pt x="10231" y="15988"/>
                  <a:pt x="10331" y="15988"/>
                </a:cubicBezTo>
                <a:cubicBezTo>
                  <a:pt x="10338" y="15988"/>
                  <a:pt x="10345" y="15988"/>
                  <a:pt x="10353" y="15990"/>
                </a:cubicBezTo>
                <a:cubicBezTo>
                  <a:pt x="10463" y="16005"/>
                  <a:pt x="10463" y="16036"/>
                  <a:pt x="10573" y="16053"/>
                </a:cubicBezTo>
                <a:cubicBezTo>
                  <a:pt x="10589" y="16055"/>
                  <a:pt x="10603" y="16056"/>
                  <a:pt x="10615" y="16056"/>
                </a:cubicBezTo>
                <a:cubicBezTo>
                  <a:pt x="10677" y="16056"/>
                  <a:pt x="10705" y="16033"/>
                  <a:pt x="10767" y="16033"/>
                </a:cubicBezTo>
                <a:cubicBezTo>
                  <a:pt x="10780" y="16033"/>
                  <a:pt x="10794" y="16034"/>
                  <a:pt x="10809" y="16036"/>
                </a:cubicBezTo>
                <a:cubicBezTo>
                  <a:pt x="10920" y="16053"/>
                  <a:pt x="10904" y="16242"/>
                  <a:pt x="11015" y="16257"/>
                </a:cubicBezTo>
                <a:cubicBezTo>
                  <a:pt x="11022" y="16258"/>
                  <a:pt x="11030" y="16258"/>
                  <a:pt x="11037" y="16258"/>
                </a:cubicBezTo>
                <a:cubicBezTo>
                  <a:pt x="11136" y="16258"/>
                  <a:pt x="11160" y="16161"/>
                  <a:pt x="11249" y="16161"/>
                </a:cubicBezTo>
                <a:cubicBezTo>
                  <a:pt x="11254" y="16161"/>
                  <a:pt x="11260" y="16161"/>
                  <a:pt x="11267" y="16162"/>
                </a:cubicBezTo>
                <a:cubicBezTo>
                  <a:pt x="11276" y="16163"/>
                  <a:pt x="11284" y="16164"/>
                  <a:pt x="11291" y="16164"/>
                </a:cubicBezTo>
                <a:cubicBezTo>
                  <a:pt x="11372" y="16164"/>
                  <a:pt x="11398" y="16098"/>
                  <a:pt x="11479" y="16098"/>
                </a:cubicBezTo>
                <a:cubicBezTo>
                  <a:pt x="11487" y="16098"/>
                  <a:pt x="11494" y="16098"/>
                  <a:pt x="11502" y="16099"/>
                </a:cubicBezTo>
                <a:cubicBezTo>
                  <a:pt x="11628" y="16116"/>
                  <a:pt x="11613" y="16162"/>
                  <a:pt x="11739" y="16179"/>
                </a:cubicBezTo>
                <a:cubicBezTo>
                  <a:pt x="11751" y="16180"/>
                  <a:pt x="11762" y="16181"/>
                  <a:pt x="11772" y="16181"/>
                </a:cubicBezTo>
                <a:cubicBezTo>
                  <a:pt x="11843" y="16181"/>
                  <a:pt x="11870" y="16144"/>
                  <a:pt x="11940" y="16144"/>
                </a:cubicBezTo>
                <a:cubicBezTo>
                  <a:pt x="11951" y="16144"/>
                  <a:pt x="11962" y="16145"/>
                  <a:pt x="11975" y="16147"/>
                </a:cubicBezTo>
                <a:cubicBezTo>
                  <a:pt x="12086" y="16162"/>
                  <a:pt x="12070" y="16351"/>
                  <a:pt x="12181" y="16368"/>
                </a:cubicBezTo>
                <a:cubicBezTo>
                  <a:pt x="12290" y="16383"/>
                  <a:pt x="12290" y="16446"/>
                  <a:pt x="12401" y="16462"/>
                </a:cubicBezTo>
                <a:cubicBezTo>
                  <a:pt x="12419" y="16464"/>
                  <a:pt x="12434" y="16465"/>
                  <a:pt x="12447" y="16465"/>
                </a:cubicBezTo>
                <a:cubicBezTo>
                  <a:pt x="12529" y="16465"/>
                  <a:pt x="12542" y="16431"/>
                  <a:pt x="12637" y="16431"/>
                </a:cubicBezTo>
                <a:cubicBezTo>
                  <a:pt x="12648" y="16432"/>
                  <a:pt x="12657" y="16433"/>
                  <a:pt x="12665" y="16433"/>
                </a:cubicBezTo>
                <a:cubicBezTo>
                  <a:pt x="12753" y="16433"/>
                  <a:pt x="12708" y="16361"/>
                  <a:pt x="12794" y="16288"/>
                </a:cubicBezTo>
                <a:cubicBezTo>
                  <a:pt x="12889" y="16225"/>
                  <a:pt x="12763" y="16225"/>
                  <a:pt x="12779" y="16147"/>
                </a:cubicBezTo>
                <a:cubicBezTo>
                  <a:pt x="12794" y="16036"/>
                  <a:pt x="13015" y="16068"/>
                  <a:pt x="13031" y="15958"/>
                </a:cubicBezTo>
                <a:cubicBezTo>
                  <a:pt x="13046" y="15832"/>
                  <a:pt x="12842" y="15816"/>
                  <a:pt x="12857" y="15690"/>
                </a:cubicBezTo>
                <a:cubicBezTo>
                  <a:pt x="12874" y="15580"/>
                  <a:pt x="12983" y="15595"/>
                  <a:pt x="13000" y="15469"/>
                </a:cubicBezTo>
                <a:cubicBezTo>
                  <a:pt x="13015" y="15359"/>
                  <a:pt x="13157" y="15374"/>
                  <a:pt x="13173" y="15265"/>
                </a:cubicBezTo>
                <a:cubicBezTo>
                  <a:pt x="13189" y="15139"/>
                  <a:pt x="13141" y="15139"/>
                  <a:pt x="13157" y="15028"/>
                </a:cubicBezTo>
                <a:cubicBezTo>
                  <a:pt x="13173" y="14902"/>
                  <a:pt x="13000" y="14887"/>
                  <a:pt x="13015" y="14761"/>
                </a:cubicBezTo>
                <a:cubicBezTo>
                  <a:pt x="13015" y="14650"/>
                  <a:pt x="13126" y="14666"/>
                  <a:pt x="13141" y="14540"/>
                </a:cubicBezTo>
                <a:cubicBezTo>
                  <a:pt x="13157" y="14429"/>
                  <a:pt x="13126" y="14429"/>
                  <a:pt x="13141" y="14303"/>
                </a:cubicBezTo>
                <a:cubicBezTo>
                  <a:pt x="13157" y="14193"/>
                  <a:pt x="13299" y="14208"/>
                  <a:pt x="13315" y="14099"/>
                </a:cubicBezTo>
                <a:cubicBezTo>
                  <a:pt x="13330" y="13973"/>
                  <a:pt x="13252" y="13973"/>
                  <a:pt x="13267" y="13847"/>
                </a:cubicBezTo>
                <a:cubicBezTo>
                  <a:pt x="13283" y="13736"/>
                  <a:pt x="13189" y="13721"/>
                  <a:pt x="13204" y="13610"/>
                </a:cubicBezTo>
                <a:cubicBezTo>
                  <a:pt x="13220" y="13484"/>
                  <a:pt x="13252" y="13484"/>
                  <a:pt x="13252" y="13374"/>
                </a:cubicBezTo>
                <a:cubicBezTo>
                  <a:pt x="13267" y="13263"/>
                  <a:pt x="13378" y="13280"/>
                  <a:pt x="13393" y="13153"/>
                </a:cubicBezTo>
                <a:cubicBezTo>
                  <a:pt x="13410" y="13043"/>
                  <a:pt x="13346" y="13027"/>
                  <a:pt x="13362" y="12917"/>
                </a:cubicBezTo>
                <a:cubicBezTo>
                  <a:pt x="13378" y="12807"/>
                  <a:pt x="13283" y="12790"/>
                  <a:pt x="13299" y="12664"/>
                </a:cubicBezTo>
                <a:cubicBezTo>
                  <a:pt x="13315" y="12555"/>
                  <a:pt x="13362" y="12555"/>
                  <a:pt x="13378" y="12444"/>
                </a:cubicBezTo>
                <a:cubicBezTo>
                  <a:pt x="13393" y="12334"/>
                  <a:pt x="13330" y="12318"/>
                  <a:pt x="13346" y="12208"/>
                </a:cubicBezTo>
                <a:cubicBezTo>
                  <a:pt x="13362" y="12082"/>
                  <a:pt x="13567" y="12114"/>
                  <a:pt x="13582" y="12003"/>
                </a:cubicBezTo>
                <a:cubicBezTo>
                  <a:pt x="13599" y="11877"/>
                  <a:pt x="13330" y="11845"/>
                  <a:pt x="13330" y="11735"/>
                </a:cubicBezTo>
                <a:cubicBezTo>
                  <a:pt x="13346" y="11609"/>
                  <a:pt x="13410" y="11625"/>
                  <a:pt x="13425" y="11499"/>
                </a:cubicBezTo>
                <a:cubicBezTo>
                  <a:pt x="13441" y="11389"/>
                  <a:pt x="13599" y="11404"/>
                  <a:pt x="13614" y="11294"/>
                </a:cubicBezTo>
                <a:cubicBezTo>
                  <a:pt x="13630" y="11168"/>
                  <a:pt x="13456" y="11152"/>
                  <a:pt x="13473" y="11026"/>
                </a:cubicBezTo>
                <a:cubicBezTo>
                  <a:pt x="13473" y="10916"/>
                  <a:pt x="13567" y="10931"/>
                  <a:pt x="13582" y="10805"/>
                </a:cubicBezTo>
                <a:cubicBezTo>
                  <a:pt x="13599" y="10696"/>
                  <a:pt x="13725" y="10711"/>
                  <a:pt x="13740" y="10601"/>
                </a:cubicBezTo>
                <a:cubicBezTo>
                  <a:pt x="13756" y="10475"/>
                  <a:pt x="13708" y="10475"/>
                  <a:pt x="13725" y="10349"/>
                </a:cubicBezTo>
                <a:cubicBezTo>
                  <a:pt x="13725" y="10238"/>
                  <a:pt x="13551" y="10223"/>
                  <a:pt x="13567" y="10097"/>
                </a:cubicBezTo>
                <a:cubicBezTo>
                  <a:pt x="13582" y="9986"/>
                  <a:pt x="13645" y="9986"/>
                  <a:pt x="13662" y="9876"/>
                </a:cubicBezTo>
                <a:cubicBezTo>
                  <a:pt x="13677" y="9765"/>
                  <a:pt x="13819" y="9782"/>
                  <a:pt x="13834" y="9656"/>
                </a:cubicBezTo>
                <a:cubicBezTo>
                  <a:pt x="13851" y="9545"/>
                  <a:pt x="13756" y="9530"/>
                  <a:pt x="13771" y="9419"/>
                </a:cubicBezTo>
                <a:cubicBezTo>
                  <a:pt x="13788" y="9293"/>
                  <a:pt x="13788" y="9293"/>
                  <a:pt x="13803" y="9183"/>
                </a:cubicBezTo>
                <a:cubicBezTo>
                  <a:pt x="13819" y="9072"/>
                  <a:pt x="13740" y="9057"/>
                  <a:pt x="13756" y="8946"/>
                </a:cubicBezTo>
                <a:cubicBezTo>
                  <a:pt x="13771" y="8820"/>
                  <a:pt x="13803" y="8836"/>
                  <a:pt x="13819" y="8710"/>
                </a:cubicBezTo>
                <a:cubicBezTo>
                  <a:pt x="13834" y="8599"/>
                  <a:pt x="13756" y="8584"/>
                  <a:pt x="13771" y="8473"/>
                </a:cubicBezTo>
                <a:cubicBezTo>
                  <a:pt x="13788" y="8347"/>
                  <a:pt x="13992" y="8379"/>
                  <a:pt x="14008" y="8269"/>
                </a:cubicBezTo>
                <a:cubicBezTo>
                  <a:pt x="14023" y="8143"/>
                  <a:pt x="14008" y="8143"/>
                  <a:pt x="14023" y="8032"/>
                </a:cubicBezTo>
                <a:cubicBezTo>
                  <a:pt x="14040" y="7906"/>
                  <a:pt x="14118" y="7923"/>
                  <a:pt x="14134" y="7812"/>
                </a:cubicBezTo>
                <a:cubicBezTo>
                  <a:pt x="14149" y="7686"/>
                  <a:pt x="13914" y="7654"/>
                  <a:pt x="13929" y="7544"/>
                </a:cubicBezTo>
                <a:cubicBezTo>
                  <a:pt x="13945" y="7434"/>
                  <a:pt x="14086" y="7450"/>
                  <a:pt x="14103" y="7324"/>
                </a:cubicBezTo>
                <a:cubicBezTo>
                  <a:pt x="14118" y="7213"/>
                  <a:pt x="14181" y="7213"/>
                  <a:pt x="14197" y="7103"/>
                </a:cubicBezTo>
                <a:cubicBezTo>
                  <a:pt x="14212" y="6992"/>
                  <a:pt x="14086" y="6977"/>
                  <a:pt x="14103" y="6851"/>
                </a:cubicBezTo>
                <a:cubicBezTo>
                  <a:pt x="14118" y="6740"/>
                  <a:pt x="14244" y="6757"/>
                  <a:pt x="14244" y="6631"/>
                </a:cubicBezTo>
                <a:cubicBezTo>
                  <a:pt x="14260" y="6520"/>
                  <a:pt x="14134" y="6505"/>
                  <a:pt x="14149" y="6394"/>
                </a:cubicBezTo>
                <a:cubicBezTo>
                  <a:pt x="14166" y="6268"/>
                  <a:pt x="14086" y="6268"/>
                  <a:pt x="14103" y="6142"/>
                </a:cubicBezTo>
                <a:cubicBezTo>
                  <a:pt x="14118" y="6032"/>
                  <a:pt x="14338" y="6063"/>
                  <a:pt x="14355" y="5937"/>
                </a:cubicBezTo>
                <a:lnTo>
                  <a:pt x="14386" y="5717"/>
                </a:lnTo>
                <a:cubicBezTo>
                  <a:pt x="14401" y="5591"/>
                  <a:pt x="14212" y="5574"/>
                  <a:pt x="14229" y="5448"/>
                </a:cubicBezTo>
                <a:cubicBezTo>
                  <a:pt x="14244" y="5339"/>
                  <a:pt x="14355" y="5354"/>
                  <a:pt x="14370" y="5228"/>
                </a:cubicBezTo>
                <a:cubicBezTo>
                  <a:pt x="14386" y="5118"/>
                  <a:pt x="14307" y="5102"/>
                  <a:pt x="14323" y="4992"/>
                </a:cubicBezTo>
                <a:cubicBezTo>
                  <a:pt x="14338" y="4881"/>
                  <a:pt x="14496" y="4898"/>
                  <a:pt x="14512" y="4771"/>
                </a:cubicBezTo>
                <a:cubicBezTo>
                  <a:pt x="14512" y="4661"/>
                  <a:pt x="14449" y="4645"/>
                  <a:pt x="14464" y="4535"/>
                </a:cubicBezTo>
                <a:cubicBezTo>
                  <a:pt x="14481" y="4425"/>
                  <a:pt x="14496" y="4425"/>
                  <a:pt x="14512" y="4299"/>
                </a:cubicBezTo>
                <a:cubicBezTo>
                  <a:pt x="14528" y="4188"/>
                  <a:pt x="14575" y="4204"/>
                  <a:pt x="14591" y="4078"/>
                </a:cubicBezTo>
                <a:cubicBezTo>
                  <a:pt x="14607" y="3967"/>
                  <a:pt x="14386" y="3936"/>
                  <a:pt x="14401" y="3826"/>
                </a:cubicBezTo>
                <a:cubicBezTo>
                  <a:pt x="14418" y="3700"/>
                  <a:pt x="14591" y="3732"/>
                  <a:pt x="14607" y="3606"/>
                </a:cubicBezTo>
                <a:cubicBezTo>
                  <a:pt x="14622" y="3495"/>
                  <a:pt x="14685" y="3495"/>
                  <a:pt x="14701" y="3385"/>
                </a:cubicBezTo>
                <a:cubicBezTo>
                  <a:pt x="14717" y="3274"/>
                  <a:pt x="14464" y="3243"/>
                  <a:pt x="14481" y="3117"/>
                </a:cubicBezTo>
                <a:cubicBezTo>
                  <a:pt x="14496" y="3007"/>
                  <a:pt x="14654" y="3022"/>
                  <a:pt x="14670" y="2912"/>
                </a:cubicBezTo>
                <a:cubicBezTo>
                  <a:pt x="14685" y="2786"/>
                  <a:pt x="14638" y="2786"/>
                  <a:pt x="14654" y="2675"/>
                </a:cubicBezTo>
                <a:cubicBezTo>
                  <a:pt x="14670" y="2549"/>
                  <a:pt x="14764" y="2566"/>
                  <a:pt x="14764" y="2455"/>
                </a:cubicBezTo>
                <a:cubicBezTo>
                  <a:pt x="14780" y="2329"/>
                  <a:pt x="14654" y="2314"/>
                  <a:pt x="14670" y="2203"/>
                </a:cubicBezTo>
                <a:cubicBezTo>
                  <a:pt x="14685" y="2077"/>
                  <a:pt x="14843" y="2108"/>
                  <a:pt x="14859" y="1982"/>
                </a:cubicBezTo>
                <a:cubicBezTo>
                  <a:pt x="14874" y="1872"/>
                  <a:pt x="14954" y="1746"/>
                  <a:pt x="14874" y="1652"/>
                </a:cubicBezTo>
                <a:cubicBezTo>
                  <a:pt x="14848" y="1620"/>
                  <a:pt x="14810" y="1611"/>
                  <a:pt x="14766" y="1611"/>
                </a:cubicBezTo>
                <a:cubicBezTo>
                  <a:pt x="14714" y="1611"/>
                  <a:pt x="14654" y="1623"/>
                  <a:pt x="14599" y="1623"/>
                </a:cubicBezTo>
                <a:cubicBezTo>
                  <a:pt x="14585" y="1623"/>
                  <a:pt x="14572" y="1622"/>
                  <a:pt x="14559" y="1620"/>
                </a:cubicBezTo>
                <a:cubicBezTo>
                  <a:pt x="14553" y="1620"/>
                  <a:pt x="14547" y="1619"/>
                  <a:pt x="14541" y="1619"/>
                </a:cubicBezTo>
                <a:cubicBezTo>
                  <a:pt x="14437" y="1619"/>
                  <a:pt x="14414" y="1747"/>
                  <a:pt x="14322" y="1747"/>
                </a:cubicBezTo>
                <a:cubicBezTo>
                  <a:pt x="14317" y="1747"/>
                  <a:pt x="14312" y="1747"/>
                  <a:pt x="14307" y="1746"/>
                </a:cubicBezTo>
                <a:cubicBezTo>
                  <a:pt x="14292" y="1744"/>
                  <a:pt x="14279" y="1744"/>
                  <a:pt x="14268" y="1744"/>
                </a:cubicBezTo>
                <a:cubicBezTo>
                  <a:pt x="14190" y="1744"/>
                  <a:pt x="14171" y="1780"/>
                  <a:pt x="14092" y="1780"/>
                </a:cubicBezTo>
                <a:cubicBezTo>
                  <a:pt x="14081" y="1780"/>
                  <a:pt x="14069" y="1780"/>
                  <a:pt x="14055" y="1778"/>
                </a:cubicBezTo>
                <a:lnTo>
                  <a:pt x="13834" y="1746"/>
                </a:lnTo>
                <a:cubicBezTo>
                  <a:pt x="13708" y="1730"/>
                  <a:pt x="13725" y="1635"/>
                  <a:pt x="13614" y="1635"/>
                </a:cubicBezTo>
                <a:cubicBezTo>
                  <a:pt x="13488" y="1620"/>
                  <a:pt x="13488" y="1620"/>
                  <a:pt x="13378" y="1604"/>
                </a:cubicBezTo>
                <a:cubicBezTo>
                  <a:pt x="13355" y="1601"/>
                  <a:pt x="13337" y="1600"/>
                  <a:pt x="13320" y="1600"/>
                </a:cubicBezTo>
                <a:cubicBezTo>
                  <a:pt x="13274" y="1600"/>
                  <a:pt x="13247" y="1609"/>
                  <a:pt x="13202" y="1609"/>
                </a:cubicBezTo>
                <a:cubicBezTo>
                  <a:pt x="13185" y="1609"/>
                  <a:pt x="13165" y="1608"/>
                  <a:pt x="13141" y="1604"/>
                </a:cubicBezTo>
                <a:cubicBezTo>
                  <a:pt x="13031" y="1589"/>
                  <a:pt x="13046" y="1431"/>
                  <a:pt x="12920" y="1415"/>
                </a:cubicBezTo>
                <a:cubicBezTo>
                  <a:pt x="12916" y="1414"/>
                  <a:pt x="12911" y="1414"/>
                  <a:pt x="12907" y="1414"/>
                </a:cubicBezTo>
                <a:cubicBezTo>
                  <a:pt x="12814" y="1414"/>
                  <a:pt x="12791" y="1558"/>
                  <a:pt x="12684" y="1558"/>
                </a:cubicBezTo>
                <a:cubicBezTo>
                  <a:pt x="12679" y="1558"/>
                  <a:pt x="12674" y="1558"/>
                  <a:pt x="12668" y="1557"/>
                </a:cubicBezTo>
                <a:cubicBezTo>
                  <a:pt x="12559" y="1557"/>
                  <a:pt x="12590" y="1352"/>
                  <a:pt x="12464" y="1337"/>
                </a:cubicBezTo>
                <a:cubicBezTo>
                  <a:pt x="12460" y="1336"/>
                  <a:pt x="12456" y="1336"/>
                  <a:pt x="12452" y="1336"/>
                </a:cubicBezTo>
                <a:cubicBezTo>
                  <a:pt x="12355" y="1336"/>
                  <a:pt x="12320" y="1510"/>
                  <a:pt x="12224" y="1510"/>
                </a:cubicBezTo>
                <a:cubicBezTo>
                  <a:pt x="12220" y="1510"/>
                  <a:pt x="12216" y="1510"/>
                  <a:pt x="12212" y="1509"/>
                </a:cubicBezTo>
                <a:cubicBezTo>
                  <a:pt x="12086" y="1509"/>
                  <a:pt x="12101" y="1463"/>
                  <a:pt x="11975" y="1446"/>
                </a:cubicBezTo>
                <a:cubicBezTo>
                  <a:pt x="11963" y="1445"/>
                  <a:pt x="11953" y="1444"/>
                  <a:pt x="11943" y="1444"/>
                </a:cubicBezTo>
                <a:cubicBezTo>
                  <a:pt x="11874" y="1444"/>
                  <a:pt x="11856" y="1481"/>
                  <a:pt x="11779" y="1481"/>
                </a:cubicBezTo>
                <a:cubicBezTo>
                  <a:pt x="11767" y="1481"/>
                  <a:pt x="11754" y="1480"/>
                  <a:pt x="11739" y="1478"/>
                </a:cubicBezTo>
                <a:cubicBezTo>
                  <a:pt x="11628" y="1463"/>
                  <a:pt x="11645" y="1274"/>
                  <a:pt x="11534" y="1257"/>
                </a:cubicBezTo>
                <a:cubicBezTo>
                  <a:pt x="11424" y="1242"/>
                  <a:pt x="11424" y="1179"/>
                  <a:pt x="11313" y="1163"/>
                </a:cubicBezTo>
                <a:cubicBezTo>
                  <a:pt x="11288" y="1160"/>
                  <a:pt x="11267" y="1159"/>
                  <a:pt x="11250" y="1159"/>
                </a:cubicBezTo>
                <a:cubicBezTo>
                  <a:pt x="11201" y="1159"/>
                  <a:pt x="11178" y="1168"/>
                  <a:pt x="11136" y="1168"/>
                </a:cubicBezTo>
                <a:cubicBezTo>
                  <a:pt x="11120" y="1168"/>
                  <a:pt x="11102" y="1166"/>
                  <a:pt x="11078" y="1163"/>
                </a:cubicBezTo>
                <a:cubicBezTo>
                  <a:pt x="11015" y="1155"/>
                  <a:pt x="10983" y="1155"/>
                  <a:pt x="10954" y="1155"/>
                </a:cubicBezTo>
                <a:cubicBezTo>
                  <a:pt x="10924" y="1155"/>
                  <a:pt x="10896" y="1155"/>
                  <a:pt x="10841" y="1148"/>
                </a:cubicBezTo>
                <a:cubicBezTo>
                  <a:pt x="10836" y="1147"/>
                  <a:pt x="10831" y="1147"/>
                  <a:pt x="10826" y="1147"/>
                </a:cubicBezTo>
                <a:cubicBezTo>
                  <a:pt x="10733" y="1147"/>
                  <a:pt x="10698" y="1290"/>
                  <a:pt x="10603" y="1290"/>
                </a:cubicBezTo>
                <a:cubicBezTo>
                  <a:pt x="10598" y="1290"/>
                  <a:pt x="10594" y="1290"/>
                  <a:pt x="10589" y="1289"/>
                </a:cubicBezTo>
                <a:cubicBezTo>
                  <a:pt x="10463" y="1274"/>
                  <a:pt x="10494" y="1037"/>
                  <a:pt x="10384" y="1022"/>
                </a:cubicBezTo>
                <a:cubicBezTo>
                  <a:pt x="10378" y="1021"/>
                  <a:pt x="10371" y="1020"/>
                  <a:pt x="10365" y="1020"/>
                </a:cubicBezTo>
                <a:cubicBezTo>
                  <a:pt x="10277" y="1020"/>
                  <a:pt x="10253" y="1117"/>
                  <a:pt x="10153" y="1117"/>
                </a:cubicBezTo>
                <a:cubicBezTo>
                  <a:pt x="10146" y="1117"/>
                  <a:pt x="10139" y="1117"/>
                  <a:pt x="10132" y="1116"/>
                </a:cubicBezTo>
                <a:cubicBezTo>
                  <a:pt x="10021" y="1100"/>
                  <a:pt x="10038" y="1022"/>
                  <a:pt x="9912" y="1005"/>
                </a:cubicBezTo>
                <a:cubicBezTo>
                  <a:pt x="9905" y="1004"/>
                  <a:pt x="9898" y="1004"/>
                  <a:pt x="9891" y="1004"/>
                </a:cubicBezTo>
                <a:cubicBezTo>
                  <a:pt x="9805" y="1004"/>
                  <a:pt x="9782" y="1086"/>
                  <a:pt x="9695" y="1086"/>
                </a:cubicBezTo>
                <a:cubicBezTo>
                  <a:pt x="9689" y="1086"/>
                  <a:pt x="9682" y="1086"/>
                  <a:pt x="9675" y="1085"/>
                </a:cubicBezTo>
                <a:cubicBezTo>
                  <a:pt x="9668" y="1084"/>
                  <a:pt x="9661" y="1083"/>
                  <a:pt x="9655" y="1083"/>
                </a:cubicBezTo>
                <a:cubicBezTo>
                  <a:pt x="9553" y="1083"/>
                  <a:pt x="9530" y="1196"/>
                  <a:pt x="9440" y="1196"/>
                </a:cubicBezTo>
                <a:cubicBezTo>
                  <a:pt x="9435" y="1196"/>
                  <a:pt x="9429" y="1195"/>
                  <a:pt x="9423" y="1194"/>
                </a:cubicBezTo>
                <a:cubicBezTo>
                  <a:pt x="9297" y="1179"/>
                  <a:pt x="9313" y="1053"/>
                  <a:pt x="9202" y="1037"/>
                </a:cubicBezTo>
                <a:cubicBezTo>
                  <a:pt x="9092" y="1022"/>
                  <a:pt x="9108" y="927"/>
                  <a:pt x="8982" y="911"/>
                </a:cubicBezTo>
                <a:cubicBezTo>
                  <a:pt x="8872" y="896"/>
                  <a:pt x="8872" y="864"/>
                  <a:pt x="8761" y="848"/>
                </a:cubicBezTo>
                <a:cubicBezTo>
                  <a:pt x="8743" y="846"/>
                  <a:pt x="8728" y="845"/>
                  <a:pt x="8714" y="845"/>
                </a:cubicBezTo>
                <a:cubicBezTo>
                  <a:pt x="8646" y="845"/>
                  <a:pt x="8626" y="867"/>
                  <a:pt x="8566" y="867"/>
                </a:cubicBezTo>
                <a:cubicBezTo>
                  <a:pt x="8554" y="867"/>
                  <a:pt x="8541" y="866"/>
                  <a:pt x="8525" y="864"/>
                </a:cubicBezTo>
                <a:cubicBezTo>
                  <a:pt x="8399" y="848"/>
                  <a:pt x="8414" y="816"/>
                  <a:pt x="8288" y="801"/>
                </a:cubicBezTo>
                <a:cubicBezTo>
                  <a:pt x="8283" y="800"/>
                  <a:pt x="8279" y="800"/>
                  <a:pt x="8274" y="800"/>
                </a:cubicBezTo>
                <a:cubicBezTo>
                  <a:pt x="8180" y="800"/>
                  <a:pt x="8145" y="943"/>
                  <a:pt x="8051" y="943"/>
                </a:cubicBezTo>
                <a:cubicBezTo>
                  <a:pt x="8046" y="943"/>
                  <a:pt x="8041" y="943"/>
                  <a:pt x="8036" y="942"/>
                </a:cubicBezTo>
                <a:cubicBezTo>
                  <a:pt x="7927" y="927"/>
                  <a:pt x="7942" y="816"/>
                  <a:pt x="7816" y="801"/>
                </a:cubicBezTo>
                <a:cubicBezTo>
                  <a:pt x="7706" y="785"/>
                  <a:pt x="7706" y="770"/>
                  <a:pt x="7595" y="753"/>
                </a:cubicBezTo>
                <a:cubicBezTo>
                  <a:pt x="7577" y="751"/>
                  <a:pt x="7562" y="750"/>
                  <a:pt x="7548" y="750"/>
                </a:cubicBezTo>
                <a:cubicBezTo>
                  <a:pt x="7480" y="750"/>
                  <a:pt x="7460" y="773"/>
                  <a:pt x="7400" y="773"/>
                </a:cubicBezTo>
                <a:cubicBezTo>
                  <a:pt x="7388" y="773"/>
                  <a:pt x="7375" y="772"/>
                  <a:pt x="7359" y="770"/>
                </a:cubicBezTo>
                <a:cubicBezTo>
                  <a:pt x="7340" y="767"/>
                  <a:pt x="7324" y="766"/>
                  <a:pt x="7310" y="766"/>
                </a:cubicBezTo>
                <a:cubicBezTo>
                  <a:pt x="7245" y="766"/>
                  <a:pt x="7222" y="788"/>
                  <a:pt x="7156" y="788"/>
                </a:cubicBezTo>
                <a:cubicBezTo>
                  <a:pt x="7142" y="788"/>
                  <a:pt x="7126" y="787"/>
                  <a:pt x="7107" y="785"/>
                </a:cubicBezTo>
                <a:cubicBezTo>
                  <a:pt x="7100" y="784"/>
                  <a:pt x="7093" y="783"/>
                  <a:pt x="7087" y="783"/>
                </a:cubicBezTo>
                <a:cubicBezTo>
                  <a:pt x="7000" y="783"/>
                  <a:pt x="6977" y="866"/>
                  <a:pt x="6891" y="866"/>
                </a:cubicBezTo>
                <a:cubicBezTo>
                  <a:pt x="6884" y="866"/>
                  <a:pt x="6877" y="865"/>
                  <a:pt x="6870" y="864"/>
                </a:cubicBezTo>
                <a:cubicBezTo>
                  <a:pt x="6744" y="848"/>
                  <a:pt x="6776" y="659"/>
                  <a:pt x="6666" y="644"/>
                </a:cubicBezTo>
                <a:cubicBezTo>
                  <a:pt x="6603" y="635"/>
                  <a:pt x="6572" y="635"/>
                  <a:pt x="6542" y="635"/>
                </a:cubicBezTo>
                <a:cubicBezTo>
                  <a:pt x="6512" y="635"/>
                  <a:pt x="6485" y="635"/>
                  <a:pt x="6429" y="627"/>
                </a:cubicBezTo>
                <a:cubicBezTo>
                  <a:pt x="6417" y="625"/>
                  <a:pt x="6406" y="625"/>
                  <a:pt x="6396" y="625"/>
                </a:cubicBezTo>
                <a:cubicBezTo>
                  <a:pt x="6325" y="625"/>
                  <a:pt x="6298" y="661"/>
                  <a:pt x="6228" y="661"/>
                </a:cubicBezTo>
                <a:cubicBezTo>
                  <a:pt x="6218" y="661"/>
                  <a:pt x="6206" y="661"/>
                  <a:pt x="6193" y="659"/>
                </a:cubicBezTo>
                <a:cubicBezTo>
                  <a:pt x="6067" y="644"/>
                  <a:pt x="6082" y="533"/>
                  <a:pt x="5973" y="517"/>
                </a:cubicBezTo>
                <a:cubicBezTo>
                  <a:pt x="5967" y="517"/>
                  <a:pt x="5961" y="516"/>
                  <a:pt x="5955" y="516"/>
                </a:cubicBezTo>
                <a:cubicBezTo>
                  <a:pt x="5864" y="516"/>
                  <a:pt x="5829" y="628"/>
                  <a:pt x="5738" y="628"/>
                </a:cubicBezTo>
                <a:cubicBezTo>
                  <a:pt x="5732" y="628"/>
                  <a:pt x="5727" y="628"/>
                  <a:pt x="5721" y="627"/>
                </a:cubicBezTo>
                <a:cubicBezTo>
                  <a:pt x="5610" y="612"/>
                  <a:pt x="5626" y="486"/>
                  <a:pt x="5500" y="470"/>
                </a:cubicBezTo>
                <a:cubicBezTo>
                  <a:pt x="5495" y="469"/>
                  <a:pt x="5489" y="468"/>
                  <a:pt x="5484" y="468"/>
                </a:cubicBezTo>
                <a:cubicBezTo>
                  <a:pt x="5393" y="468"/>
                  <a:pt x="5370" y="582"/>
                  <a:pt x="5267" y="582"/>
                </a:cubicBezTo>
                <a:cubicBezTo>
                  <a:pt x="5261" y="582"/>
                  <a:pt x="5255" y="581"/>
                  <a:pt x="5248" y="580"/>
                </a:cubicBezTo>
                <a:cubicBezTo>
                  <a:pt x="5137" y="564"/>
                  <a:pt x="5137" y="533"/>
                  <a:pt x="5028" y="517"/>
                </a:cubicBezTo>
                <a:cubicBezTo>
                  <a:pt x="4917" y="501"/>
                  <a:pt x="4917" y="454"/>
                  <a:pt x="4807" y="438"/>
                </a:cubicBezTo>
                <a:cubicBezTo>
                  <a:pt x="4800" y="437"/>
                  <a:pt x="4793" y="437"/>
                  <a:pt x="4786" y="437"/>
                </a:cubicBezTo>
                <a:cubicBezTo>
                  <a:pt x="4686" y="437"/>
                  <a:pt x="4661" y="534"/>
                  <a:pt x="4574" y="534"/>
                </a:cubicBezTo>
                <a:cubicBezTo>
                  <a:pt x="4568" y="534"/>
                  <a:pt x="4562" y="534"/>
                  <a:pt x="4555" y="533"/>
                </a:cubicBezTo>
                <a:cubicBezTo>
                  <a:pt x="4444" y="517"/>
                  <a:pt x="4444" y="423"/>
                  <a:pt x="4334" y="407"/>
                </a:cubicBezTo>
                <a:cubicBezTo>
                  <a:pt x="4223" y="391"/>
                  <a:pt x="4240" y="249"/>
                  <a:pt x="4129" y="234"/>
                </a:cubicBezTo>
                <a:cubicBezTo>
                  <a:pt x="4123" y="233"/>
                  <a:pt x="4117" y="233"/>
                  <a:pt x="4111" y="233"/>
                </a:cubicBezTo>
                <a:cubicBezTo>
                  <a:pt x="4006" y="233"/>
                  <a:pt x="3984" y="361"/>
                  <a:pt x="3891" y="361"/>
                </a:cubicBezTo>
                <a:cubicBezTo>
                  <a:pt x="3887" y="361"/>
                  <a:pt x="3882" y="361"/>
                  <a:pt x="3877" y="360"/>
                </a:cubicBezTo>
                <a:cubicBezTo>
                  <a:pt x="3751" y="344"/>
                  <a:pt x="3767" y="234"/>
                  <a:pt x="3656" y="217"/>
                </a:cubicBezTo>
                <a:cubicBezTo>
                  <a:pt x="3650" y="217"/>
                  <a:pt x="3645" y="216"/>
                  <a:pt x="3639" y="216"/>
                </a:cubicBezTo>
                <a:cubicBezTo>
                  <a:pt x="3534" y="216"/>
                  <a:pt x="3512" y="345"/>
                  <a:pt x="3420" y="345"/>
                </a:cubicBezTo>
                <a:cubicBezTo>
                  <a:pt x="3415" y="345"/>
                  <a:pt x="3410" y="344"/>
                  <a:pt x="3404" y="344"/>
                </a:cubicBezTo>
                <a:cubicBezTo>
                  <a:pt x="3278" y="328"/>
                  <a:pt x="3310" y="123"/>
                  <a:pt x="3200" y="108"/>
                </a:cubicBezTo>
                <a:cubicBezTo>
                  <a:pt x="3074" y="91"/>
                  <a:pt x="3074" y="91"/>
                  <a:pt x="2963" y="76"/>
                </a:cubicBezTo>
                <a:cubicBezTo>
                  <a:pt x="2955" y="75"/>
                  <a:pt x="2948" y="75"/>
                  <a:pt x="2941" y="75"/>
                </a:cubicBezTo>
                <a:cubicBezTo>
                  <a:pt x="2857" y="75"/>
                  <a:pt x="2832" y="156"/>
                  <a:pt x="2735" y="156"/>
                </a:cubicBezTo>
                <a:cubicBezTo>
                  <a:pt x="2728" y="156"/>
                  <a:pt x="2720" y="156"/>
                  <a:pt x="2711" y="154"/>
                </a:cubicBezTo>
                <a:cubicBezTo>
                  <a:pt x="2601" y="139"/>
                  <a:pt x="2616" y="60"/>
                  <a:pt x="2490" y="60"/>
                </a:cubicBezTo>
                <a:cubicBezTo>
                  <a:pt x="2484" y="59"/>
                  <a:pt x="2478" y="59"/>
                  <a:pt x="2472" y="59"/>
                </a:cubicBezTo>
                <a:cubicBezTo>
                  <a:pt x="2384" y="59"/>
                  <a:pt x="2361" y="156"/>
                  <a:pt x="2274" y="156"/>
                </a:cubicBezTo>
                <a:cubicBezTo>
                  <a:pt x="2268" y="156"/>
                  <a:pt x="2261" y="155"/>
                  <a:pt x="2255" y="154"/>
                </a:cubicBezTo>
                <a:cubicBezTo>
                  <a:pt x="2146" y="141"/>
                  <a:pt x="2073" y="0"/>
                  <a:pt x="2004" y="0"/>
                </a:cubicBezTo>
                <a:close/>
              </a:path>
            </a:pathLst>
          </a:custGeom>
          <a:solidFill>
            <a:schemeClr val="accent6"/>
          </a:solidFill>
          <a:ln>
            <a:noFill/>
          </a:ln>
          <a:effectLst>
            <a:outerShdw blurRad="57150" dist="19050" dir="5400000" algn="bl" rotWithShape="0">
              <a:schemeClr val="dk1">
                <a:alpha val="27000"/>
              </a:schemeClr>
            </a:outerShdw>
          </a:effectLst>
        </p:spPr>
        <p:txBody>
          <a:bodyPr spcFirstLastPara="1" wrap="square" lIns="91425" tIns="91425" rIns="91425" bIns="91425" anchor="ctr" anchorCtr="0">
            <a:noAutofit/>
          </a:bodyPr>
          <a:lstStyle/>
          <a:p>
            <a:pPr marL="0" lvl="0" indent="0" algn="r" rtl="1">
              <a:spcBef>
                <a:spcPts val="0"/>
              </a:spcBef>
              <a:spcAft>
                <a:spcPts val="0"/>
              </a:spcAft>
              <a:buNone/>
            </a:pPr>
            <a:r>
              <a:rPr lang="he-IL" sz="2000" b="1" dirty="0">
                <a:solidFill>
                  <a:schemeClr val="accent5"/>
                </a:solidFill>
                <a:latin typeface="David" panose="020E0502060401010101" pitchFamily="34" charset="-79"/>
                <a:cs typeface="David" panose="020E0502060401010101" pitchFamily="34" charset="-79"/>
              </a:rPr>
              <a:t>"הנשמה היא תמיד מתפללת</a:t>
            </a:r>
            <a:r>
              <a:rPr lang="he-IL" dirty="0">
                <a:latin typeface="David" panose="020E0502060401010101" pitchFamily="34" charset="-79"/>
                <a:cs typeface="David" panose="020E0502060401010101" pitchFamily="34" charset="-79"/>
              </a:rPr>
              <a:t>"</a:t>
            </a:r>
            <a:br>
              <a:rPr lang="he-IL"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(הקדמה לעולת ראיה).</a:t>
            </a:r>
            <a:endParaRPr dirty="0">
              <a:latin typeface="David" panose="020E0502060401010101" pitchFamily="34" charset="-79"/>
              <a:cs typeface="David" panose="020E0502060401010101" pitchFamily="34" charset="-79"/>
            </a:endParaRPr>
          </a:p>
        </p:txBody>
      </p:sp>
      <p:sp>
        <p:nvSpPr>
          <p:cNvPr id="5303" name="Google Shape;5303;p46"/>
          <p:cNvSpPr/>
          <p:nvPr/>
        </p:nvSpPr>
        <p:spPr>
          <a:xfrm rot="-1305443">
            <a:off x="7947472" y="406216"/>
            <a:ext cx="419808" cy="296288"/>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pic>
        <p:nvPicPr>
          <p:cNvPr id="5304" name="Google Shape;5304;p46"/>
          <p:cNvPicPr preferRelativeResize="0"/>
          <p:nvPr/>
        </p:nvPicPr>
        <p:blipFill>
          <a:blip r:embed="rId4">
            <a:alphaModFix/>
          </a:blip>
          <a:stretch>
            <a:fillRect/>
          </a:stretch>
        </p:blipFill>
        <p:spPr>
          <a:xfrm>
            <a:off x="497771" y="4387500"/>
            <a:ext cx="444465" cy="432000"/>
          </a:xfrm>
          <a:prstGeom prst="rect">
            <a:avLst/>
          </a:prstGeom>
          <a:noFill/>
          <a:ln>
            <a:noFill/>
          </a:ln>
        </p:spPr>
      </p:pic>
      <p:pic>
        <p:nvPicPr>
          <p:cNvPr id="5305" name="Google Shape;5305;p46"/>
          <p:cNvPicPr preferRelativeResize="0"/>
          <p:nvPr/>
        </p:nvPicPr>
        <p:blipFill>
          <a:blip r:embed="rId4">
            <a:alphaModFix/>
          </a:blip>
          <a:stretch>
            <a:fillRect/>
          </a:stretch>
        </p:blipFill>
        <p:spPr>
          <a:xfrm>
            <a:off x="4174546" y="398800"/>
            <a:ext cx="444465" cy="432000"/>
          </a:xfrm>
          <a:prstGeom prst="rect">
            <a:avLst/>
          </a:prstGeom>
          <a:noFill/>
          <a:ln>
            <a:noFill/>
          </a:ln>
        </p:spPr>
      </p:pic>
      <p:sp>
        <p:nvSpPr>
          <p:cNvPr id="2" name="תיבת טקסט 1">
            <a:extLst>
              <a:ext uri="{FF2B5EF4-FFF2-40B4-BE49-F238E27FC236}">
                <a16:creationId xmlns:a16="http://schemas.microsoft.com/office/drawing/2014/main" id="{216D2F79-B93F-B166-B3E9-3D3DE9517749}"/>
              </a:ext>
            </a:extLst>
          </p:cNvPr>
          <p:cNvSpPr txBox="1"/>
          <p:nvPr/>
        </p:nvSpPr>
        <p:spPr>
          <a:xfrm>
            <a:off x="1579548" y="772176"/>
            <a:ext cx="2026138" cy="584775"/>
          </a:xfrm>
          <a:prstGeom prst="rect">
            <a:avLst/>
          </a:prstGeom>
          <a:noFill/>
        </p:spPr>
        <p:txBody>
          <a:bodyPr wrap="square" rtlCol="1">
            <a:spAutoFit/>
          </a:bodyPr>
          <a:lstStyle/>
          <a:p>
            <a:pPr algn="r" rtl="1"/>
            <a:r>
              <a:rPr lang="he-IL" sz="1600" b="1" dirty="0">
                <a:solidFill>
                  <a:srgbClr val="C00000"/>
                </a:solidFill>
                <a:latin typeface="David" panose="020E0502060401010101" pitchFamily="34" charset="-79"/>
                <a:cs typeface="David" panose="020E0502060401010101" pitchFamily="34" charset="-79"/>
              </a:rPr>
              <a:t>משמעות התפילה כחלק מהחינוך לתפילה</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grpSp>
        <p:nvGrpSpPr>
          <p:cNvPr id="1409" name="Google Shape;1409;p38"/>
          <p:cNvGrpSpPr/>
          <p:nvPr/>
        </p:nvGrpSpPr>
        <p:grpSpPr>
          <a:xfrm>
            <a:off x="437489" y="3047339"/>
            <a:ext cx="4986209" cy="1000048"/>
            <a:chOff x="2999621" y="1744174"/>
            <a:chExt cx="460023" cy="102245"/>
          </a:xfrm>
        </p:grpSpPr>
        <p:sp>
          <p:nvSpPr>
            <p:cNvPr id="1410" name="Google Shape;1410;p38"/>
            <p:cNvSpPr/>
            <p:nvPr/>
          </p:nvSpPr>
          <p:spPr>
            <a:xfrm>
              <a:off x="2999621" y="1744174"/>
              <a:ext cx="460023" cy="102245"/>
            </a:xfrm>
            <a:custGeom>
              <a:avLst/>
              <a:gdLst/>
              <a:ahLst/>
              <a:cxnLst/>
              <a:rect l="l" t="t" r="r" b="b"/>
              <a:pathLst>
                <a:path w="14465" h="3215" extrusionOk="0">
                  <a:moveTo>
                    <a:pt x="16" y="1639"/>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07" y="3088"/>
                    <a:pt x="4160" y="3103"/>
                  </a:cubicBezTo>
                  <a:cubicBezTo>
                    <a:pt x="4112" y="3103"/>
                    <a:pt x="4097" y="3135"/>
                    <a:pt x="4066" y="3088"/>
                  </a:cubicBezTo>
                  <a:cubicBezTo>
                    <a:pt x="4066" y="3057"/>
                    <a:pt x="4066" y="3040"/>
                    <a:pt x="4049" y="3025"/>
                  </a:cubicBezTo>
                  <a:cubicBezTo>
                    <a:pt x="4034" y="2994"/>
                    <a:pt x="4018" y="2977"/>
                    <a:pt x="4003" y="2962"/>
                  </a:cubicBezTo>
                  <a:cubicBezTo>
                    <a:pt x="3986" y="2946"/>
                    <a:pt x="3971" y="2946"/>
                    <a:pt x="3955" y="2946"/>
                  </a:cubicBezTo>
                  <a:lnTo>
                    <a:pt x="3923" y="2946"/>
                  </a:lnTo>
                  <a:cubicBezTo>
                    <a:pt x="3908" y="2946"/>
                    <a:pt x="3908" y="2931"/>
                    <a:pt x="3892" y="2914"/>
                  </a:cubicBezTo>
                  <a:cubicBezTo>
                    <a:pt x="3860" y="2899"/>
                    <a:pt x="3829" y="2899"/>
                    <a:pt x="3797" y="2883"/>
                  </a:cubicBezTo>
                  <a:cubicBezTo>
                    <a:pt x="3782" y="2883"/>
                    <a:pt x="3766" y="2883"/>
                    <a:pt x="3766" y="2868"/>
                  </a:cubicBezTo>
                  <a:cubicBezTo>
                    <a:pt x="3751" y="2851"/>
                    <a:pt x="3751" y="2805"/>
                    <a:pt x="3751" y="2788"/>
                  </a:cubicBezTo>
                  <a:cubicBezTo>
                    <a:pt x="3751" y="2742"/>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77" y="2301"/>
                    <a:pt x="3545" y="2301"/>
                  </a:cubicBezTo>
                  <a:cubicBezTo>
                    <a:pt x="3499" y="2316"/>
                    <a:pt x="3467" y="2316"/>
                    <a:pt x="3419" y="2316"/>
                  </a:cubicBezTo>
                  <a:lnTo>
                    <a:pt x="3388" y="2316"/>
                  </a:lnTo>
                  <a:lnTo>
                    <a:pt x="3341" y="2316"/>
                  </a:lnTo>
                  <a:cubicBezTo>
                    <a:pt x="3293" y="2332"/>
                    <a:pt x="3246" y="2347"/>
                    <a:pt x="3199" y="2379"/>
                  </a:cubicBezTo>
                  <a:cubicBezTo>
                    <a:pt x="3167" y="2395"/>
                    <a:pt x="3152" y="2395"/>
                    <a:pt x="3152" y="2410"/>
                  </a:cubicBezTo>
                  <a:cubicBezTo>
                    <a:pt x="3120" y="2458"/>
                    <a:pt x="3120" y="2505"/>
                    <a:pt x="3089" y="2536"/>
                  </a:cubicBezTo>
                  <a:cubicBezTo>
                    <a:pt x="3057" y="2521"/>
                    <a:pt x="2963" y="2521"/>
                    <a:pt x="2931" y="2568"/>
                  </a:cubicBezTo>
                  <a:cubicBezTo>
                    <a:pt x="2931" y="2584"/>
                    <a:pt x="2915" y="2584"/>
                    <a:pt x="2915" y="2599"/>
                  </a:cubicBezTo>
                  <a:cubicBezTo>
                    <a:pt x="2915" y="2599"/>
                    <a:pt x="2900" y="2616"/>
                    <a:pt x="2883" y="2616"/>
                  </a:cubicBezTo>
                  <a:cubicBezTo>
                    <a:pt x="2883" y="2631"/>
                    <a:pt x="2868" y="2631"/>
                    <a:pt x="2868" y="2662"/>
                  </a:cubicBezTo>
                  <a:cubicBezTo>
                    <a:pt x="2852" y="2694"/>
                    <a:pt x="2868" y="2710"/>
                    <a:pt x="2837" y="2725"/>
                  </a:cubicBezTo>
                  <a:cubicBezTo>
                    <a:pt x="2820" y="2742"/>
                    <a:pt x="2789" y="2742"/>
                    <a:pt x="2774" y="2757"/>
                  </a:cubicBezTo>
                  <a:cubicBezTo>
                    <a:pt x="2742" y="2773"/>
                    <a:pt x="2679" y="2788"/>
                    <a:pt x="2648" y="2820"/>
                  </a:cubicBezTo>
                  <a:cubicBezTo>
                    <a:pt x="2648" y="2836"/>
                    <a:pt x="2648" y="2868"/>
                    <a:pt x="2631" y="2883"/>
                  </a:cubicBezTo>
                  <a:cubicBezTo>
                    <a:pt x="2631" y="2899"/>
                    <a:pt x="2616" y="2977"/>
                    <a:pt x="2616" y="2977"/>
                  </a:cubicBezTo>
                  <a:cubicBezTo>
                    <a:pt x="2585" y="2994"/>
                    <a:pt x="2568" y="2977"/>
                    <a:pt x="2553" y="2977"/>
                  </a:cubicBezTo>
                  <a:cubicBezTo>
                    <a:pt x="2537" y="2962"/>
                    <a:pt x="2505" y="2962"/>
                    <a:pt x="2490" y="2962"/>
                  </a:cubicBezTo>
                  <a:lnTo>
                    <a:pt x="2427" y="2994"/>
                  </a:lnTo>
                  <a:cubicBezTo>
                    <a:pt x="2411" y="3009"/>
                    <a:pt x="2396" y="3009"/>
                    <a:pt x="2364" y="3009"/>
                  </a:cubicBezTo>
                  <a:lnTo>
                    <a:pt x="2348" y="3009"/>
                  </a:lnTo>
                  <a:cubicBezTo>
                    <a:pt x="2316" y="3009"/>
                    <a:pt x="2301" y="3009"/>
                    <a:pt x="2285" y="3025"/>
                  </a:cubicBezTo>
                  <a:cubicBezTo>
                    <a:pt x="2253" y="3040"/>
                    <a:pt x="2238" y="3040"/>
                    <a:pt x="2207" y="3057"/>
                  </a:cubicBezTo>
                  <a:cubicBezTo>
                    <a:pt x="2175" y="3057"/>
                    <a:pt x="2081" y="3088"/>
                    <a:pt x="2049" y="3057"/>
                  </a:cubicBezTo>
                  <a:cubicBezTo>
                    <a:pt x="2033" y="3040"/>
                    <a:pt x="2049" y="3040"/>
                    <a:pt x="2033" y="3025"/>
                  </a:cubicBezTo>
                  <a:cubicBezTo>
                    <a:pt x="2018" y="3009"/>
                    <a:pt x="2033" y="3009"/>
                    <a:pt x="2001" y="3009"/>
                  </a:cubicBezTo>
                  <a:lnTo>
                    <a:pt x="1970" y="3009"/>
                  </a:lnTo>
                  <a:cubicBezTo>
                    <a:pt x="1954" y="2994"/>
                    <a:pt x="1954" y="2977"/>
                    <a:pt x="1938" y="2962"/>
                  </a:cubicBezTo>
                  <a:lnTo>
                    <a:pt x="1891" y="2962"/>
                  </a:lnTo>
                  <a:cubicBezTo>
                    <a:pt x="1844" y="2977"/>
                    <a:pt x="1812" y="2977"/>
                    <a:pt x="1765" y="2977"/>
                  </a:cubicBezTo>
                  <a:lnTo>
                    <a:pt x="1702" y="2977"/>
                  </a:lnTo>
                  <a:lnTo>
                    <a:pt x="1686" y="2977"/>
                  </a:lnTo>
                  <a:lnTo>
                    <a:pt x="1655" y="2977"/>
                  </a:lnTo>
                  <a:cubicBezTo>
                    <a:pt x="1639" y="2977"/>
                    <a:pt x="1639" y="2962"/>
                    <a:pt x="1623" y="2962"/>
                  </a:cubicBezTo>
                  <a:lnTo>
                    <a:pt x="1591" y="2962"/>
                  </a:lnTo>
                  <a:cubicBezTo>
                    <a:pt x="1576" y="2977"/>
                    <a:pt x="1560" y="2977"/>
                    <a:pt x="1560" y="2977"/>
                  </a:cubicBezTo>
                  <a:cubicBezTo>
                    <a:pt x="1560" y="2962"/>
                    <a:pt x="1545" y="2962"/>
                    <a:pt x="1545" y="2962"/>
                  </a:cubicBezTo>
                  <a:cubicBezTo>
                    <a:pt x="1545" y="2946"/>
                    <a:pt x="1528" y="2946"/>
                    <a:pt x="1528" y="2946"/>
                  </a:cubicBezTo>
                  <a:cubicBezTo>
                    <a:pt x="1497" y="2946"/>
                    <a:pt x="1450" y="2946"/>
                    <a:pt x="1419" y="2931"/>
                  </a:cubicBezTo>
                  <a:cubicBezTo>
                    <a:pt x="1402" y="2914"/>
                    <a:pt x="1387" y="2914"/>
                    <a:pt x="1371" y="2899"/>
                  </a:cubicBezTo>
                  <a:lnTo>
                    <a:pt x="1293" y="2899"/>
                  </a:lnTo>
                  <a:lnTo>
                    <a:pt x="1245" y="2899"/>
                  </a:lnTo>
                  <a:cubicBezTo>
                    <a:pt x="1245" y="2883"/>
                    <a:pt x="1245" y="2883"/>
                    <a:pt x="1230" y="2883"/>
                  </a:cubicBezTo>
                  <a:lnTo>
                    <a:pt x="1198" y="2883"/>
                  </a:lnTo>
                  <a:cubicBezTo>
                    <a:pt x="1198" y="2820"/>
                    <a:pt x="1072" y="2820"/>
                    <a:pt x="1024" y="2820"/>
                  </a:cubicBezTo>
                  <a:cubicBezTo>
                    <a:pt x="978" y="2820"/>
                    <a:pt x="1009" y="2805"/>
                    <a:pt x="993" y="2773"/>
                  </a:cubicBezTo>
                  <a:cubicBezTo>
                    <a:pt x="978" y="2757"/>
                    <a:pt x="946" y="2757"/>
                    <a:pt x="915" y="2757"/>
                  </a:cubicBezTo>
                  <a:lnTo>
                    <a:pt x="883" y="2757"/>
                  </a:lnTo>
                  <a:cubicBezTo>
                    <a:pt x="883" y="2742"/>
                    <a:pt x="883" y="2694"/>
                    <a:pt x="867" y="2694"/>
                  </a:cubicBezTo>
                  <a:cubicBezTo>
                    <a:pt x="867" y="2679"/>
                    <a:pt x="835" y="2679"/>
                    <a:pt x="820" y="2694"/>
                  </a:cubicBezTo>
                  <a:lnTo>
                    <a:pt x="772" y="2694"/>
                  </a:lnTo>
                  <a:cubicBezTo>
                    <a:pt x="772" y="2647"/>
                    <a:pt x="694" y="2662"/>
                    <a:pt x="694" y="2616"/>
                  </a:cubicBezTo>
                  <a:lnTo>
                    <a:pt x="646" y="2616"/>
                  </a:lnTo>
                  <a:cubicBezTo>
                    <a:pt x="631" y="2616"/>
                    <a:pt x="600" y="2616"/>
                    <a:pt x="583" y="2599"/>
                  </a:cubicBezTo>
                  <a:cubicBezTo>
                    <a:pt x="568" y="2584"/>
                    <a:pt x="568" y="2536"/>
                    <a:pt x="552" y="2521"/>
                  </a:cubicBezTo>
                  <a:cubicBezTo>
                    <a:pt x="552" y="2473"/>
                    <a:pt x="552" y="2427"/>
                    <a:pt x="520" y="2379"/>
                  </a:cubicBezTo>
                  <a:cubicBezTo>
                    <a:pt x="505" y="2379"/>
                    <a:pt x="489" y="2364"/>
                    <a:pt x="473" y="2364"/>
                  </a:cubicBezTo>
                  <a:cubicBezTo>
                    <a:pt x="457" y="2347"/>
                    <a:pt x="394" y="2332"/>
                    <a:pt x="379" y="2316"/>
                  </a:cubicBezTo>
                  <a:cubicBezTo>
                    <a:pt x="347" y="2301"/>
                    <a:pt x="347" y="2238"/>
                    <a:pt x="347" y="2206"/>
                  </a:cubicBezTo>
                  <a:cubicBezTo>
                    <a:pt x="347" y="2158"/>
                    <a:pt x="347" y="2112"/>
                    <a:pt x="331" y="2048"/>
                  </a:cubicBezTo>
                  <a:cubicBezTo>
                    <a:pt x="316" y="2001"/>
                    <a:pt x="316" y="1954"/>
                    <a:pt x="300" y="1906"/>
                  </a:cubicBezTo>
                  <a:cubicBezTo>
                    <a:pt x="300" y="1891"/>
                    <a:pt x="300" y="1891"/>
                    <a:pt x="284" y="1875"/>
                  </a:cubicBezTo>
                  <a:cubicBezTo>
                    <a:pt x="253" y="1843"/>
                    <a:pt x="173" y="1843"/>
                    <a:pt x="158" y="1796"/>
                  </a:cubicBezTo>
                  <a:cubicBezTo>
                    <a:pt x="142" y="1749"/>
                    <a:pt x="173" y="1670"/>
                    <a:pt x="127" y="1654"/>
                  </a:cubicBezTo>
                  <a:cubicBezTo>
                    <a:pt x="110" y="1639"/>
                    <a:pt x="95" y="1639"/>
                    <a:pt x="79" y="163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1" name="Google Shape;1411;p38"/>
            <p:cNvSpPr/>
            <p:nvPr/>
          </p:nvSpPr>
          <p:spPr>
            <a:xfrm>
              <a:off x="2999621" y="1744174"/>
              <a:ext cx="460023" cy="102245"/>
            </a:xfrm>
            <a:custGeom>
              <a:avLst/>
              <a:gdLst/>
              <a:ahLst/>
              <a:cxnLst/>
              <a:rect l="l" t="t" r="r" b="b"/>
              <a:pathLst>
                <a:path w="14465" h="3215" extrusionOk="0">
                  <a:moveTo>
                    <a:pt x="47" y="1622"/>
                  </a:moveTo>
                  <a:lnTo>
                    <a:pt x="1" y="1465"/>
                  </a:lnTo>
                  <a:lnTo>
                    <a:pt x="14228" y="0"/>
                  </a:lnTo>
                  <a:lnTo>
                    <a:pt x="14464" y="2190"/>
                  </a:lnTo>
                  <a:lnTo>
                    <a:pt x="4507" y="3214"/>
                  </a:lnTo>
                  <a:cubicBezTo>
                    <a:pt x="4507" y="3198"/>
                    <a:pt x="4491" y="3183"/>
                    <a:pt x="4491" y="3167"/>
                  </a:cubicBezTo>
                  <a:cubicBezTo>
                    <a:pt x="4475" y="3183"/>
                    <a:pt x="4459" y="3167"/>
                    <a:pt x="4444" y="3167"/>
                  </a:cubicBezTo>
                  <a:lnTo>
                    <a:pt x="4412" y="3167"/>
                  </a:lnTo>
                  <a:cubicBezTo>
                    <a:pt x="4396" y="3167"/>
                    <a:pt x="4381" y="3183"/>
                    <a:pt x="4364" y="3167"/>
                  </a:cubicBezTo>
                  <a:cubicBezTo>
                    <a:pt x="4349" y="3120"/>
                    <a:pt x="4318" y="3120"/>
                    <a:pt x="4270" y="3103"/>
                  </a:cubicBezTo>
                  <a:cubicBezTo>
                    <a:pt x="4238" y="3088"/>
                    <a:pt x="4255" y="3025"/>
                    <a:pt x="4207" y="3025"/>
                  </a:cubicBezTo>
                  <a:cubicBezTo>
                    <a:pt x="4160" y="3040"/>
                    <a:pt x="4144" y="3072"/>
                    <a:pt x="4112" y="3009"/>
                  </a:cubicBezTo>
                  <a:cubicBezTo>
                    <a:pt x="4112" y="2994"/>
                    <a:pt x="4097" y="2977"/>
                    <a:pt x="4081" y="2946"/>
                  </a:cubicBezTo>
                  <a:cubicBezTo>
                    <a:pt x="4081" y="2931"/>
                    <a:pt x="4066" y="2914"/>
                    <a:pt x="4049" y="2899"/>
                  </a:cubicBezTo>
                  <a:cubicBezTo>
                    <a:pt x="4018" y="2868"/>
                    <a:pt x="4018" y="2868"/>
                    <a:pt x="4003" y="2868"/>
                  </a:cubicBezTo>
                  <a:lnTo>
                    <a:pt x="3971" y="2868"/>
                  </a:lnTo>
                  <a:cubicBezTo>
                    <a:pt x="3955" y="2868"/>
                    <a:pt x="3940" y="2851"/>
                    <a:pt x="3940" y="2851"/>
                  </a:cubicBezTo>
                  <a:cubicBezTo>
                    <a:pt x="3908" y="2836"/>
                    <a:pt x="3877" y="2836"/>
                    <a:pt x="3845" y="2820"/>
                  </a:cubicBezTo>
                  <a:cubicBezTo>
                    <a:pt x="3829" y="2805"/>
                    <a:pt x="3814" y="2805"/>
                    <a:pt x="3814" y="2805"/>
                  </a:cubicBezTo>
                  <a:cubicBezTo>
                    <a:pt x="3797" y="2788"/>
                    <a:pt x="3782" y="2788"/>
                    <a:pt x="3782" y="2773"/>
                  </a:cubicBezTo>
                  <a:cubicBezTo>
                    <a:pt x="3766" y="2710"/>
                    <a:pt x="3751" y="2710"/>
                    <a:pt x="3734" y="2662"/>
                  </a:cubicBezTo>
                  <a:cubicBezTo>
                    <a:pt x="3719" y="2631"/>
                    <a:pt x="3734" y="2616"/>
                    <a:pt x="3719" y="2599"/>
                  </a:cubicBezTo>
                  <a:cubicBezTo>
                    <a:pt x="3719" y="2584"/>
                    <a:pt x="3703" y="2584"/>
                    <a:pt x="3703" y="2568"/>
                  </a:cubicBezTo>
                  <a:cubicBezTo>
                    <a:pt x="3688" y="2553"/>
                    <a:pt x="3703" y="2521"/>
                    <a:pt x="3703" y="2490"/>
                  </a:cubicBezTo>
                  <a:cubicBezTo>
                    <a:pt x="3688" y="2490"/>
                    <a:pt x="3671" y="2473"/>
                    <a:pt x="3671" y="2473"/>
                  </a:cubicBezTo>
                  <a:cubicBezTo>
                    <a:pt x="3656" y="2442"/>
                    <a:pt x="3656" y="2427"/>
                    <a:pt x="3640" y="2410"/>
                  </a:cubicBezTo>
                  <a:lnTo>
                    <a:pt x="3640" y="2379"/>
                  </a:lnTo>
                  <a:cubicBezTo>
                    <a:pt x="3640" y="2364"/>
                    <a:pt x="3625" y="2347"/>
                    <a:pt x="3625" y="2332"/>
                  </a:cubicBezTo>
                  <a:cubicBezTo>
                    <a:pt x="3608" y="2301"/>
                    <a:pt x="3562" y="2269"/>
                    <a:pt x="3530" y="2269"/>
                  </a:cubicBezTo>
                  <a:cubicBezTo>
                    <a:pt x="3482" y="2269"/>
                    <a:pt x="3436" y="2284"/>
                    <a:pt x="3404" y="2284"/>
                  </a:cubicBezTo>
                  <a:lnTo>
                    <a:pt x="3372" y="2284"/>
                  </a:lnTo>
                  <a:cubicBezTo>
                    <a:pt x="3356" y="2269"/>
                    <a:pt x="3341" y="2269"/>
                    <a:pt x="3309" y="2284"/>
                  </a:cubicBezTo>
                  <a:cubicBezTo>
                    <a:pt x="3262" y="2284"/>
                    <a:pt x="3199" y="2269"/>
                    <a:pt x="3152" y="2301"/>
                  </a:cubicBezTo>
                  <a:cubicBezTo>
                    <a:pt x="3136" y="2316"/>
                    <a:pt x="3120" y="2316"/>
                    <a:pt x="3104" y="2332"/>
                  </a:cubicBezTo>
                  <a:cubicBezTo>
                    <a:pt x="3089" y="2379"/>
                    <a:pt x="3089" y="2427"/>
                    <a:pt x="3057" y="2473"/>
                  </a:cubicBezTo>
                  <a:cubicBezTo>
                    <a:pt x="3009" y="2442"/>
                    <a:pt x="2868" y="2442"/>
                    <a:pt x="2837" y="2490"/>
                  </a:cubicBezTo>
                  <a:cubicBezTo>
                    <a:pt x="2837" y="2505"/>
                    <a:pt x="2820" y="2505"/>
                    <a:pt x="2820" y="2521"/>
                  </a:cubicBezTo>
                  <a:cubicBezTo>
                    <a:pt x="2820" y="2521"/>
                    <a:pt x="2805" y="2536"/>
                    <a:pt x="2789" y="2536"/>
                  </a:cubicBezTo>
                  <a:cubicBezTo>
                    <a:pt x="2789" y="2553"/>
                    <a:pt x="2774" y="2553"/>
                    <a:pt x="2774" y="2584"/>
                  </a:cubicBezTo>
                  <a:cubicBezTo>
                    <a:pt x="2757" y="2616"/>
                    <a:pt x="2774" y="2631"/>
                    <a:pt x="2742" y="2647"/>
                  </a:cubicBezTo>
                  <a:cubicBezTo>
                    <a:pt x="2726" y="2662"/>
                    <a:pt x="2694" y="2662"/>
                    <a:pt x="2679" y="2679"/>
                  </a:cubicBezTo>
                  <a:cubicBezTo>
                    <a:pt x="2648" y="2694"/>
                    <a:pt x="2648" y="2757"/>
                    <a:pt x="2616" y="2773"/>
                  </a:cubicBezTo>
                  <a:cubicBezTo>
                    <a:pt x="2600" y="2788"/>
                    <a:pt x="2585" y="2773"/>
                    <a:pt x="2585" y="2788"/>
                  </a:cubicBezTo>
                  <a:cubicBezTo>
                    <a:pt x="2568" y="2805"/>
                    <a:pt x="2568" y="2883"/>
                    <a:pt x="2553" y="2899"/>
                  </a:cubicBezTo>
                  <a:cubicBezTo>
                    <a:pt x="2537" y="2899"/>
                    <a:pt x="2522" y="2883"/>
                    <a:pt x="2505" y="2883"/>
                  </a:cubicBezTo>
                  <a:lnTo>
                    <a:pt x="2442" y="2883"/>
                  </a:lnTo>
                  <a:cubicBezTo>
                    <a:pt x="2411" y="2883"/>
                    <a:pt x="2474" y="2962"/>
                    <a:pt x="2442" y="2962"/>
                  </a:cubicBezTo>
                  <a:cubicBezTo>
                    <a:pt x="2427" y="2977"/>
                    <a:pt x="2396" y="2977"/>
                    <a:pt x="2379" y="2977"/>
                  </a:cubicBezTo>
                  <a:lnTo>
                    <a:pt x="2364" y="2977"/>
                  </a:lnTo>
                  <a:cubicBezTo>
                    <a:pt x="2333" y="2977"/>
                    <a:pt x="2316" y="2977"/>
                    <a:pt x="2301" y="2994"/>
                  </a:cubicBezTo>
                  <a:cubicBezTo>
                    <a:pt x="2270" y="3009"/>
                    <a:pt x="2253" y="3025"/>
                    <a:pt x="2222" y="3025"/>
                  </a:cubicBezTo>
                  <a:cubicBezTo>
                    <a:pt x="2190" y="3025"/>
                    <a:pt x="2096" y="3057"/>
                    <a:pt x="2064" y="3025"/>
                  </a:cubicBezTo>
                  <a:cubicBezTo>
                    <a:pt x="2049" y="3009"/>
                    <a:pt x="2064" y="3025"/>
                    <a:pt x="2049" y="2994"/>
                  </a:cubicBezTo>
                  <a:cubicBezTo>
                    <a:pt x="2033" y="2977"/>
                    <a:pt x="2049" y="2977"/>
                    <a:pt x="2018" y="2977"/>
                  </a:cubicBezTo>
                  <a:cubicBezTo>
                    <a:pt x="2018" y="2977"/>
                    <a:pt x="1986" y="2994"/>
                    <a:pt x="1986" y="2977"/>
                  </a:cubicBezTo>
                  <a:cubicBezTo>
                    <a:pt x="1970" y="2962"/>
                    <a:pt x="1954" y="2914"/>
                    <a:pt x="1938" y="2899"/>
                  </a:cubicBezTo>
                  <a:cubicBezTo>
                    <a:pt x="1923" y="2899"/>
                    <a:pt x="1907" y="2914"/>
                    <a:pt x="1891" y="2914"/>
                  </a:cubicBezTo>
                  <a:lnTo>
                    <a:pt x="1781" y="2914"/>
                  </a:lnTo>
                  <a:cubicBezTo>
                    <a:pt x="1749" y="2931"/>
                    <a:pt x="1734" y="2931"/>
                    <a:pt x="1702" y="2931"/>
                  </a:cubicBezTo>
                  <a:cubicBezTo>
                    <a:pt x="1702" y="2914"/>
                    <a:pt x="1702" y="2914"/>
                    <a:pt x="1686" y="2914"/>
                  </a:cubicBezTo>
                  <a:lnTo>
                    <a:pt x="1655" y="2914"/>
                  </a:lnTo>
                  <a:lnTo>
                    <a:pt x="1623" y="2914"/>
                  </a:lnTo>
                  <a:lnTo>
                    <a:pt x="1591" y="2914"/>
                  </a:lnTo>
                  <a:lnTo>
                    <a:pt x="1560" y="2914"/>
                  </a:lnTo>
                  <a:cubicBezTo>
                    <a:pt x="1560" y="2914"/>
                    <a:pt x="1560" y="2899"/>
                    <a:pt x="1545" y="2899"/>
                  </a:cubicBezTo>
                  <a:lnTo>
                    <a:pt x="1528" y="2899"/>
                  </a:lnTo>
                  <a:cubicBezTo>
                    <a:pt x="1513" y="2883"/>
                    <a:pt x="1497" y="2899"/>
                    <a:pt x="1497" y="2899"/>
                  </a:cubicBezTo>
                  <a:cubicBezTo>
                    <a:pt x="1482" y="2899"/>
                    <a:pt x="1465" y="2899"/>
                    <a:pt x="1450" y="2883"/>
                  </a:cubicBezTo>
                  <a:cubicBezTo>
                    <a:pt x="1419" y="2883"/>
                    <a:pt x="1419" y="2868"/>
                    <a:pt x="1387" y="2851"/>
                  </a:cubicBezTo>
                  <a:lnTo>
                    <a:pt x="1324" y="2851"/>
                  </a:lnTo>
                  <a:lnTo>
                    <a:pt x="1276" y="2851"/>
                  </a:lnTo>
                  <a:cubicBezTo>
                    <a:pt x="1261" y="2851"/>
                    <a:pt x="1261" y="2836"/>
                    <a:pt x="1261" y="2836"/>
                  </a:cubicBezTo>
                  <a:lnTo>
                    <a:pt x="1230" y="2836"/>
                  </a:lnTo>
                  <a:cubicBezTo>
                    <a:pt x="1230" y="2773"/>
                    <a:pt x="1150" y="2742"/>
                    <a:pt x="1104" y="2742"/>
                  </a:cubicBezTo>
                  <a:cubicBezTo>
                    <a:pt x="1056" y="2757"/>
                    <a:pt x="1087" y="2742"/>
                    <a:pt x="1072" y="2710"/>
                  </a:cubicBezTo>
                  <a:cubicBezTo>
                    <a:pt x="1041" y="2679"/>
                    <a:pt x="1024" y="2679"/>
                    <a:pt x="993" y="2679"/>
                  </a:cubicBezTo>
                  <a:cubicBezTo>
                    <a:pt x="978" y="2662"/>
                    <a:pt x="961" y="2631"/>
                    <a:pt x="961" y="2616"/>
                  </a:cubicBezTo>
                  <a:cubicBezTo>
                    <a:pt x="930" y="2599"/>
                    <a:pt x="898" y="2584"/>
                    <a:pt x="867" y="2584"/>
                  </a:cubicBezTo>
                  <a:cubicBezTo>
                    <a:pt x="867" y="2427"/>
                    <a:pt x="741" y="2395"/>
                    <a:pt x="741" y="2458"/>
                  </a:cubicBezTo>
                  <a:lnTo>
                    <a:pt x="709" y="2458"/>
                  </a:lnTo>
                  <a:cubicBezTo>
                    <a:pt x="694" y="2473"/>
                    <a:pt x="694" y="2473"/>
                    <a:pt x="678" y="2458"/>
                  </a:cubicBezTo>
                  <a:cubicBezTo>
                    <a:pt x="663" y="2442"/>
                    <a:pt x="646" y="2379"/>
                    <a:pt x="646" y="2364"/>
                  </a:cubicBezTo>
                  <a:cubicBezTo>
                    <a:pt x="631" y="2332"/>
                    <a:pt x="646" y="2316"/>
                    <a:pt x="631" y="2284"/>
                  </a:cubicBezTo>
                  <a:cubicBezTo>
                    <a:pt x="615" y="2284"/>
                    <a:pt x="600" y="2269"/>
                    <a:pt x="583" y="2269"/>
                  </a:cubicBezTo>
                  <a:cubicBezTo>
                    <a:pt x="552" y="2253"/>
                    <a:pt x="505" y="2238"/>
                    <a:pt x="473" y="2221"/>
                  </a:cubicBezTo>
                  <a:cubicBezTo>
                    <a:pt x="457" y="2190"/>
                    <a:pt x="457" y="2143"/>
                    <a:pt x="457" y="2112"/>
                  </a:cubicBezTo>
                  <a:cubicBezTo>
                    <a:pt x="457" y="2064"/>
                    <a:pt x="457" y="2001"/>
                    <a:pt x="442" y="1954"/>
                  </a:cubicBezTo>
                  <a:cubicBezTo>
                    <a:pt x="426" y="1906"/>
                    <a:pt x="363" y="1938"/>
                    <a:pt x="347" y="1891"/>
                  </a:cubicBezTo>
                  <a:cubicBezTo>
                    <a:pt x="347" y="1875"/>
                    <a:pt x="347" y="1875"/>
                    <a:pt x="331" y="1859"/>
                  </a:cubicBezTo>
                  <a:cubicBezTo>
                    <a:pt x="300" y="1828"/>
                    <a:pt x="221" y="1828"/>
                    <a:pt x="205" y="1780"/>
                  </a:cubicBezTo>
                  <a:cubicBezTo>
                    <a:pt x="190" y="1733"/>
                    <a:pt x="221" y="1654"/>
                    <a:pt x="158" y="1639"/>
                  </a:cubicBezTo>
                  <a:cubicBezTo>
                    <a:pt x="142" y="1622"/>
                    <a:pt x="142" y="1639"/>
                    <a:pt x="110" y="1622"/>
                  </a:cubicBezTo>
                  <a:close/>
                </a:path>
              </a:pathLst>
            </a:custGeom>
            <a:solidFill>
              <a:srgbClr val="BDCD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2" name="Google Shape;1412;p38"/>
            <p:cNvSpPr/>
            <p:nvPr/>
          </p:nvSpPr>
          <p:spPr>
            <a:xfrm>
              <a:off x="3345867" y="1783261"/>
              <a:ext cx="12053" cy="7028"/>
            </a:xfrm>
            <a:custGeom>
              <a:avLst/>
              <a:gdLst/>
              <a:ahLst/>
              <a:cxnLst/>
              <a:rect l="l" t="t" r="r" b="b"/>
              <a:pathLst>
                <a:path w="379" h="221" extrusionOk="0">
                  <a:moveTo>
                    <a:pt x="300" y="0"/>
                  </a:moveTo>
                  <a:lnTo>
                    <a:pt x="300" y="15"/>
                  </a:lnTo>
                  <a:cubicBezTo>
                    <a:pt x="315" y="32"/>
                    <a:pt x="300" y="47"/>
                    <a:pt x="300" y="63"/>
                  </a:cubicBezTo>
                  <a:lnTo>
                    <a:pt x="269" y="63"/>
                  </a:lnTo>
                  <a:lnTo>
                    <a:pt x="252" y="63"/>
                  </a:lnTo>
                  <a:lnTo>
                    <a:pt x="221" y="110"/>
                  </a:lnTo>
                  <a:lnTo>
                    <a:pt x="206" y="126"/>
                  </a:lnTo>
                  <a:lnTo>
                    <a:pt x="189" y="126"/>
                  </a:lnTo>
                  <a:lnTo>
                    <a:pt x="158" y="95"/>
                  </a:lnTo>
                  <a:lnTo>
                    <a:pt x="126" y="110"/>
                  </a:lnTo>
                  <a:lnTo>
                    <a:pt x="126" y="126"/>
                  </a:lnTo>
                  <a:cubicBezTo>
                    <a:pt x="111" y="141"/>
                    <a:pt x="111" y="141"/>
                    <a:pt x="95" y="141"/>
                  </a:cubicBezTo>
                  <a:lnTo>
                    <a:pt x="95" y="141"/>
                  </a:lnTo>
                  <a:lnTo>
                    <a:pt x="95" y="141"/>
                  </a:lnTo>
                  <a:cubicBezTo>
                    <a:pt x="95" y="158"/>
                    <a:pt x="80" y="173"/>
                    <a:pt x="63" y="173"/>
                  </a:cubicBezTo>
                  <a:lnTo>
                    <a:pt x="63" y="173"/>
                  </a:lnTo>
                  <a:lnTo>
                    <a:pt x="32" y="173"/>
                  </a:lnTo>
                  <a:lnTo>
                    <a:pt x="17" y="189"/>
                  </a:lnTo>
                  <a:lnTo>
                    <a:pt x="0" y="189"/>
                  </a:lnTo>
                  <a:lnTo>
                    <a:pt x="17" y="189"/>
                  </a:lnTo>
                  <a:lnTo>
                    <a:pt x="17" y="189"/>
                  </a:lnTo>
                  <a:lnTo>
                    <a:pt x="32" y="189"/>
                  </a:lnTo>
                  <a:cubicBezTo>
                    <a:pt x="48" y="204"/>
                    <a:pt x="48" y="204"/>
                    <a:pt x="48" y="221"/>
                  </a:cubicBezTo>
                  <a:lnTo>
                    <a:pt x="63" y="221"/>
                  </a:lnTo>
                  <a:lnTo>
                    <a:pt x="63" y="221"/>
                  </a:lnTo>
                  <a:lnTo>
                    <a:pt x="95" y="221"/>
                  </a:lnTo>
                  <a:lnTo>
                    <a:pt x="315" y="78"/>
                  </a:lnTo>
                  <a:lnTo>
                    <a:pt x="315" y="78"/>
                  </a:lnTo>
                  <a:lnTo>
                    <a:pt x="332" y="78"/>
                  </a:lnTo>
                  <a:lnTo>
                    <a:pt x="347" y="78"/>
                  </a:lnTo>
                  <a:cubicBezTo>
                    <a:pt x="363" y="78"/>
                    <a:pt x="378" y="78"/>
                    <a:pt x="378" y="63"/>
                  </a:cubicBezTo>
                  <a:cubicBezTo>
                    <a:pt x="378" y="32"/>
                    <a:pt x="363" y="15"/>
                    <a:pt x="347" y="15"/>
                  </a:cubicBezTo>
                  <a:lnTo>
                    <a:pt x="30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3" name="Google Shape;1413;p38"/>
            <p:cNvSpPr/>
            <p:nvPr/>
          </p:nvSpPr>
          <p:spPr>
            <a:xfrm>
              <a:off x="3387467" y="1780239"/>
              <a:ext cx="8523" cy="3053"/>
            </a:xfrm>
            <a:custGeom>
              <a:avLst/>
              <a:gdLst/>
              <a:ahLst/>
              <a:cxnLst/>
              <a:rect l="l" t="t" r="r" b="b"/>
              <a:pathLst>
                <a:path w="268" h="96" extrusionOk="0">
                  <a:moveTo>
                    <a:pt x="253" y="1"/>
                  </a:moveTo>
                  <a:cubicBezTo>
                    <a:pt x="253" y="16"/>
                    <a:pt x="236" y="16"/>
                    <a:pt x="236" y="16"/>
                  </a:cubicBezTo>
                  <a:lnTo>
                    <a:pt x="205" y="16"/>
                  </a:lnTo>
                  <a:cubicBezTo>
                    <a:pt x="173" y="16"/>
                    <a:pt x="158" y="32"/>
                    <a:pt x="127" y="32"/>
                  </a:cubicBezTo>
                  <a:lnTo>
                    <a:pt x="79" y="32"/>
                  </a:lnTo>
                  <a:lnTo>
                    <a:pt x="47" y="32"/>
                  </a:lnTo>
                  <a:lnTo>
                    <a:pt x="47" y="32"/>
                  </a:lnTo>
                  <a:cubicBezTo>
                    <a:pt x="32" y="32"/>
                    <a:pt x="16" y="47"/>
                    <a:pt x="16" y="64"/>
                  </a:cubicBezTo>
                  <a:cubicBezTo>
                    <a:pt x="1" y="79"/>
                    <a:pt x="16" y="95"/>
                    <a:pt x="32" y="95"/>
                  </a:cubicBezTo>
                  <a:lnTo>
                    <a:pt x="79" y="95"/>
                  </a:lnTo>
                  <a:lnTo>
                    <a:pt x="127" y="95"/>
                  </a:lnTo>
                  <a:lnTo>
                    <a:pt x="127" y="95"/>
                  </a:lnTo>
                  <a:lnTo>
                    <a:pt x="142" y="79"/>
                  </a:lnTo>
                  <a:lnTo>
                    <a:pt x="142" y="64"/>
                  </a:lnTo>
                  <a:cubicBezTo>
                    <a:pt x="142" y="47"/>
                    <a:pt x="142" y="32"/>
                    <a:pt x="158" y="32"/>
                  </a:cubicBezTo>
                  <a:lnTo>
                    <a:pt x="173" y="32"/>
                  </a:lnTo>
                  <a:lnTo>
                    <a:pt x="173" y="32"/>
                  </a:lnTo>
                  <a:cubicBezTo>
                    <a:pt x="190" y="32"/>
                    <a:pt x="205" y="32"/>
                    <a:pt x="205" y="47"/>
                  </a:cubicBezTo>
                  <a:lnTo>
                    <a:pt x="205" y="64"/>
                  </a:lnTo>
                  <a:cubicBezTo>
                    <a:pt x="221" y="64"/>
                    <a:pt x="236" y="47"/>
                    <a:pt x="253" y="47"/>
                  </a:cubicBezTo>
                  <a:cubicBezTo>
                    <a:pt x="253" y="32"/>
                    <a:pt x="268" y="16"/>
                    <a:pt x="25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4" name="Google Shape;1414;p38"/>
            <p:cNvSpPr/>
            <p:nvPr/>
          </p:nvSpPr>
          <p:spPr>
            <a:xfrm>
              <a:off x="3269698" y="1778713"/>
              <a:ext cx="7060" cy="6583"/>
            </a:xfrm>
            <a:custGeom>
              <a:avLst/>
              <a:gdLst/>
              <a:ahLst/>
              <a:cxnLst/>
              <a:rect l="l" t="t" r="r" b="b"/>
              <a:pathLst>
                <a:path w="222" h="207" extrusionOk="0">
                  <a:moveTo>
                    <a:pt x="190" y="1"/>
                  </a:moveTo>
                  <a:lnTo>
                    <a:pt x="190" y="1"/>
                  </a:lnTo>
                  <a:cubicBezTo>
                    <a:pt x="190" y="1"/>
                    <a:pt x="190" y="17"/>
                    <a:pt x="174" y="32"/>
                  </a:cubicBezTo>
                  <a:lnTo>
                    <a:pt x="158" y="32"/>
                  </a:lnTo>
                  <a:cubicBezTo>
                    <a:pt x="174" y="49"/>
                    <a:pt x="174" y="64"/>
                    <a:pt x="174" y="80"/>
                  </a:cubicBezTo>
                  <a:cubicBezTo>
                    <a:pt x="158" y="95"/>
                    <a:pt x="158" y="95"/>
                    <a:pt x="143" y="95"/>
                  </a:cubicBezTo>
                  <a:lnTo>
                    <a:pt x="126" y="95"/>
                  </a:lnTo>
                  <a:lnTo>
                    <a:pt x="95" y="80"/>
                  </a:lnTo>
                  <a:lnTo>
                    <a:pt x="80" y="80"/>
                  </a:lnTo>
                  <a:lnTo>
                    <a:pt x="63" y="80"/>
                  </a:lnTo>
                  <a:lnTo>
                    <a:pt x="48" y="80"/>
                  </a:lnTo>
                  <a:lnTo>
                    <a:pt x="48" y="80"/>
                  </a:lnTo>
                  <a:cubicBezTo>
                    <a:pt x="48" y="80"/>
                    <a:pt x="32" y="80"/>
                    <a:pt x="32" y="95"/>
                  </a:cubicBezTo>
                  <a:lnTo>
                    <a:pt x="0" y="158"/>
                  </a:lnTo>
                  <a:cubicBezTo>
                    <a:pt x="0" y="175"/>
                    <a:pt x="0" y="190"/>
                    <a:pt x="17" y="206"/>
                  </a:cubicBezTo>
                  <a:cubicBezTo>
                    <a:pt x="17" y="190"/>
                    <a:pt x="32" y="190"/>
                    <a:pt x="32" y="190"/>
                  </a:cubicBezTo>
                  <a:lnTo>
                    <a:pt x="32" y="190"/>
                  </a:lnTo>
                  <a:lnTo>
                    <a:pt x="48" y="190"/>
                  </a:lnTo>
                  <a:cubicBezTo>
                    <a:pt x="48" y="190"/>
                    <a:pt x="63" y="190"/>
                    <a:pt x="63" y="206"/>
                  </a:cubicBezTo>
                  <a:lnTo>
                    <a:pt x="63" y="190"/>
                  </a:lnTo>
                  <a:lnTo>
                    <a:pt x="95" y="143"/>
                  </a:lnTo>
                  <a:cubicBezTo>
                    <a:pt x="143" y="127"/>
                    <a:pt x="190" y="112"/>
                    <a:pt x="221" y="49"/>
                  </a:cubicBezTo>
                  <a:cubicBezTo>
                    <a:pt x="221" y="32"/>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5" name="Google Shape;1415;p38"/>
            <p:cNvSpPr/>
            <p:nvPr/>
          </p:nvSpPr>
          <p:spPr>
            <a:xfrm>
              <a:off x="3381933" y="1761698"/>
              <a:ext cx="5057" cy="3530"/>
            </a:xfrm>
            <a:custGeom>
              <a:avLst/>
              <a:gdLst/>
              <a:ahLst/>
              <a:cxnLst/>
              <a:rect l="l" t="t" r="r" b="b"/>
              <a:pathLst>
                <a:path w="159" h="111" extrusionOk="0">
                  <a:moveTo>
                    <a:pt x="112" y="0"/>
                  </a:moveTo>
                  <a:lnTo>
                    <a:pt x="112" y="0"/>
                  </a:lnTo>
                  <a:lnTo>
                    <a:pt x="95" y="0"/>
                  </a:lnTo>
                  <a:lnTo>
                    <a:pt x="17" y="63"/>
                  </a:lnTo>
                  <a:cubicBezTo>
                    <a:pt x="1" y="79"/>
                    <a:pt x="1" y="95"/>
                    <a:pt x="17" y="111"/>
                  </a:cubicBezTo>
                  <a:cubicBezTo>
                    <a:pt x="17" y="111"/>
                    <a:pt x="32" y="95"/>
                    <a:pt x="49" y="95"/>
                  </a:cubicBezTo>
                  <a:lnTo>
                    <a:pt x="49" y="95"/>
                  </a:lnTo>
                  <a:lnTo>
                    <a:pt x="49" y="95"/>
                  </a:lnTo>
                  <a:lnTo>
                    <a:pt x="80" y="111"/>
                  </a:lnTo>
                  <a:lnTo>
                    <a:pt x="143" y="63"/>
                  </a:lnTo>
                  <a:cubicBezTo>
                    <a:pt x="158" y="48"/>
                    <a:pt x="158" y="16"/>
                    <a:pt x="143" y="16"/>
                  </a:cubicBezTo>
                  <a:cubicBezTo>
                    <a:pt x="127" y="0"/>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6" name="Google Shape;1416;p38"/>
            <p:cNvSpPr/>
            <p:nvPr/>
          </p:nvSpPr>
          <p:spPr>
            <a:xfrm>
              <a:off x="3367907" y="1784724"/>
              <a:ext cx="6042" cy="2576"/>
            </a:xfrm>
            <a:custGeom>
              <a:avLst/>
              <a:gdLst/>
              <a:ahLst/>
              <a:cxnLst/>
              <a:rect l="l" t="t" r="r" b="b"/>
              <a:pathLst>
                <a:path w="190" h="81" extrusionOk="0">
                  <a:moveTo>
                    <a:pt x="32" y="1"/>
                  </a:moveTo>
                  <a:lnTo>
                    <a:pt x="32" y="1"/>
                  </a:lnTo>
                  <a:cubicBezTo>
                    <a:pt x="17" y="17"/>
                    <a:pt x="1" y="17"/>
                    <a:pt x="1" y="32"/>
                  </a:cubicBezTo>
                  <a:cubicBezTo>
                    <a:pt x="1" y="64"/>
                    <a:pt x="1" y="80"/>
                    <a:pt x="32" y="80"/>
                  </a:cubicBezTo>
                  <a:lnTo>
                    <a:pt x="158" y="80"/>
                  </a:lnTo>
                  <a:lnTo>
                    <a:pt x="158" y="80"/>
                  </a:lnTo>
                  <a:cubicBezTo>
                    <a:pt x="174" y="80"/>
                    <a:pt x="190" y="80"/>
                    <a:pt x="190" y="49"/>
                  </a:cubicBezTo>
                  <a:cubicBezTo>
                    <a:pt x="190" y="32"/>
                    <a:pt x="174" y="17"/>
                    <a:pt x="15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7" name="Google Shape;1417;p38"/>
            <p:cNvSpPr/>
            <p:nvPr/>
          </p:nvSpPr>
          <p:spPr>
            <a:xfrm>
              <a:off x="3437049" y="1810803"/>
              <a:ext cx="6042" cy="3562"/>
            </a:xfrm>
            <a:custGeom>
              <a:avLst/>
              <a:gdLst/>
              <a:ahLst/>
              <a:cxnLst/>
              <a:rect l="l" t="t" r="r" b="b"/>
              <a:pathLst>
                <a:path w="190" h="112" extrusionOk="0">
                  <a:moveTo>
                    <a:pt x="95" y="0"/>
                  </a:moveTo>
                  <a:cubicBezTo>
                    <a:pt x="80" y="0"/>
                    <a:pt x="64" y="17"/>
                    <a:pt x="49" y="32"/>
                  </a:cubicBezTo>
                  <a:lnTo>
                    <a:pt x="49" y="63"/>
                  </a:lnTo>
                  <a:lnTo>
                    <a:pt x="32" y="63"/>
                  </a:lnTo>
                  <a:cubicBezTo>
                    <a:pt x="1" y="80"/>
                    <a:pt x="1" y="95"/>
                    <a:pt x="1" y="111"/>
                  </a:cubicBezTo>
                  <a:lnTo>
                    <a:pt x="17" y="111"/>
                  </a:lnTo>
                  <a:cubicBezTo>
                    <a:pt x="64" y="95"/>
                    <a:pt x="112" y="95"/>
                    <a:pt x="158" y="80"/>
                  </a:cubicBezTo>
                  <a:cubicBezTo>
                    <a:pt x="143" y="80"/>
                    <a:pt x="143" y="63"/>
                    <a:pt x="143" y="63"/>
                  </a:cubicBezTo>
                  <a:cubicBezTo>
                    <a:pt x="143" y="32"/>
                    <a:pt x="158" y="32"/>
                    <a:pt x="175" y="32"/>
                  </a:cubicBezTo>
                  <a:lnTo>
                    <a:pt x="175" y="32"/>
                  </a:lnTo>
                  <a:lnTo>
                    <a:pt x="190" y="32"/>
                  </a:lnTo>
                  <a:cubicBezTo>
                    <a:pt x="190" y="17"/>
                    <a:pt x="175" y="17"/>
                    <a:pt x="175" y="17"/>
                  </a:cubicBezTo>
                  <a:lnTo>
                    <a:pt x="175" y="0"/>
                  </a:lnTo>
                  <a:lnTo>
                    <a:pt x="158" y="0"/>
                  </a:lnTo>
                  <a:cubicBezTo>
                    <a:pt x="158" y="17"/>
                    <a:pt x="143" y="32"/>
                    <a:pt x="127" y="32"/>
                  </a:cubicBezTo>
                  <a:lnTo>
                    <a:pt x="127" y="32"/>
                  </a:lnTo>
                  <a:cubicBezTo>
                    <a:pt x="112" y="32"/>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8" name="Google Shape;1418;p38"/>
            <p:cNvSpPr/>
            <p:nvPr/>
          </p:nvSpPr>
          <p:spPr>
            <a:xfrm>
              <a:off x="3285727" y="1804283"/>
              <a:ext cx="4580" cy="7060"/>
            </a:xfrm>
            <a:custGeom>
              <a:avLst/>
              <a:gdLst/>
              <a:ahLst/>
              <a:cxnLst/>
              <a:rect l="l" t="t" r="r" b="b"/>
              <a:pathLst>
                <a:path w="144" h="222" extrusionOk="0">
                  <a:moveTo>
                    <a:pt x="64" y="64"/>
                  </a:moveTo>
                  <a:lnTo>
                    <a:pt x="64" y="64"/>
                  </a:lnTo>
                  <a:lnTo>
                    <a:pt x="64" y="64"/>
                  </a:lnTo>
                  <a:close/>
                  <a:moveTo>
                    <a:pt x="49" y="1"/>
                  </a:moveTo>
                  <a:lnTo>
                    <a:pt x="49" y="16"/>
                  </a:lnTo>
                  <a:lnTo>
                    <a:pt x="17" y="16"/>
                  </a:lnTo>
                  <a:cubicBezTo>
                    <a:pt x="17" y="32"/>
                    <a:pt x="17" y="48"/>
                    <a:pt x="1" y="64"/>
                  </a:cubicBezTo>
                  <a:lnTo>
                    <a:pt x="1" y="64"/>
                  </a:lnTo>
                  <a:cubicBezTo>
                    <a:pt x="1" y="95"/>
                    <a:pt x="17" y="127"/>
                    <a:pt x="49" y="127"/>
                  </a:cubicBezTo>
                  <a:cubicBezTo>
                    <a:pt x="64" y="142"/>
                    <a:pt x="80" y="142"/>
                    <a:pt x="80" y="190"/>
                  </a:cubicBezTo>
                  <a:cubicBezTo>
                    <a:pt x="80" y="205"/>
                    <a:pt x="95" y="205"/>
                    <a:pt x="112" y="222"/>
                  </a:cubicBezTo>
                  <a:cubicBezTo>
                    <a:pt x="112" y="205"/>
                    <a:pt x="127" y="205"/>
                    <a:pt x="143" y="190"/>
                  </a:cubicBezTo>
                  <a:lnTo>
                    <a:pt x="143" y="174"/>
                  </a:lnTo>
                  <a:lnTo>
                    <a:pt x="143" y="127"/>
                  </a:lnTo>
                  <a:lnTo>
                    <a:pt x="112" y="127"/>
                  </a:lnTo>
                  <a:lnTo>
                    <a:pt x="80" y="95"/>
                  </a:lnTo>
                  <a:lnTo>
                    <a:pt x="80" y="79"/>
                  </a:lnTo>
                  <a:lnTo>
                    <a:pt x="80" y="64"/>
                  </a:lnTo>
                  <a:cubicBezTo>
                    <a:pt x="64" y="64"/>
                    <a:pt x="64" y="48"/>
                    <a:pt x="64" y="32"/>
                  </a:cubicBezTo>
                  <a:cubicBezTo>
                    <a:pt x="64" y="32"/>
                    <a:pt x="49" y="16"/>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19" name="Google Shape;1419;p38"/>
            <p:cNvSpPr/>
            <p:nvPr/>
          </p:nvSpPr>
          <p:spPr>
            <a:xfrm>
              <a:off x="3287730" y="1806287"/>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0" name="Google Shape;1420;p38"/>
            <p:cNvSpPr/>
            <p:nvPr/>
          </p:nvSpPr>
          <p:spPr>
            <a:xfrm>
              <a:off x="3196072" y="1776709"/>
              <a:ext cx="5502" cy="8587"/>
            </a:xfrm>
            <a:custGeom>
              <a:avLst/>
              <a:gdLst/>
              <a:ahLst/>
              <a:cxnLst/>
              <a:rect l="l" t="t" r="r" b="b"/>
              <a:pathLst>
                <a:path w="173" h="270" extrusionOk="0">
                  <a:moveTo>
                    <a:pt x="126" y="1"/>
                  </a:moveTo>
                  <a:lnTo>
                    <a:pt x="126" y="1"/>
                  </a:lnTo>
                  <a:cubicBezTo>
                    <a:pt x="95" y="1"/>
                    <a:pt x="95" y="17"/>
                    <a:pt x="95" y="49"/>
                  </a:cubicBezTo>
                  <a:lnTo>
                    <a:pt x="95" y="143"/>
                  </a:lnTo>
                  <a:lnTo>
                    <a:pt x="95" y="143"/>
                  </a:lnTo>
                  <a:lnTo>
                    <a:pt x="47" y="190"/>
                  </a:lnTo>
                  <a:lnTo>
                    <a:pt x="15" y="190"/>
                  </a:lnTo>
                  <a:lnTo>
                    <a:pt x="0" y="190"/>
                  </a:lnTo>
                  <a:lnTo>
                    <a:pt x="0" y="206"/>
                  </a:lnTo>
                  <a:lnTo>
                    <a:pt x="0" y="221"/>
                  </a:lnTo>
                  <a:lnTo>
                    <a:pt x="0" y="269"/>
                  </a:lnTo>
                  <a:cubicBezTo>
                    <a:pt x="0" y="253"/>
                    <a:pt x="15" y="253"/>
                    <a:pt x="15" y="253"/>
                  </a:cubicBezTo>
                  <a:lnTo>
                    <a:pt x="110" y="206"/>
                  </a:lnTo>
                  <a:lnTo>
                    <a:pt x="126" y="206"/>
                  </a:lnTo>
                  <a:lnTo>
                    <a:pt x="126" y="206"/>
                  </a:lnTo>
                  <a:lnTo>
                    <a:pt x="126" y="206"/>
                  </a:lnTo>
                  <a:lnTo>
                    <a:pt x="141" y="206"/>
                  </a:lnTo>
                  <a:cubicBezTo>
                    <a:pt x="141" y="190"/>
                    <a:pt x="141" y="190"/>
                    <a:pt x="158" y="175"/>
                  </a:cubicBezTo>
                  <a:cubicBezTo>
                    <a:pt x="173" y="175"/>
                    <a:pt x="173" y="158"/>
                    <a:pt x="173" y="158"/>
                  </a:cubicBezTo>
                  <a:lnTo>
                    <a:pt x="158" y="32"/>
                  </a:ln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1" name="Google Shape;1421;p38"/>
            <p:cNvSpPr/>
            <p:nvPr/>
          </p:nvSpPr>
          <p:spPr>
            <a:xfrm>
              <a:off x="3034700" y="1797286"/>
              <a:ext cx="2035" cy="2035"/>
            </a:xfrm>
            <a:custGeom>
              <a:avLst/>
              <a:gdLst/>
              <a:ahLst/>
              <a:cxnLst/>
              <a:rect l="l" t="t" r="r" b="b"/>
              <a:pathLst>
                <a:path w="64" h="64" extrusionOk="0">
                  <a:moveTo>
                    <a:pt x="47" y="0"/>
                  </a:moveTo>
                  <a:cubicBezTo>
                    <a:pt x="47" y="15"/>
                    <a:pt x="32" y="15"/>
                    <a:pt x="32" y="15"/>
                  </a:cubicBezTo>
                  <a:lnTo>
                    <a:pt x="16" y="15"/>
                  </a:lnTo>
                  <a:lnTo>
                    <a:pt x="16" y="0"/>
                  </a:lnTo>
                  <a:lnTo>
                    <a:pt x="16" y="47"/>
                  </a:lnTo>
                  <a:lnTo>
                    <a:pt x="1" y="63"/>
                  </a:lnTo>
                  <a:lnTo>
                    <a:pt x="16" y="63"/>
                  </a:lnTo>
                  <a:cubicBezTo>
                    <a:pt x="47" y="63"/>
                    <a:pt x="64" y="47"/>
                    <a:pt x="47"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2" name="Google Shape;1422;p38"/>
            <p:cNvSpPr/>
            <p:nvPr/>
          </p:nvSpPr>
          <p:spPr>
            <a:xfrm>
              <a:off x="3038199" y="1797286"/>
              <a:ext cx="6042" cy="2512"/>
            </a:xfrm>
            <a:custGeom>
              <a:avLst/>
              <a:gdLst/>
              <a:ahLst/>
              <a:cxnLst/>
              <a:rect l="l" t="t" r="r" b="b"/>
              <a:pathLst>
                <a:path w="190" h="79" extrusionOk="0">
                  <a:moveTo>
                    <a:pt x="158" y="0"/>
                  </a:moveTo>
                  <a:lnTo>
                    <a:pt x="158" y="0"/>
                  </a:lnTo>
                  <a:lnTo>
                    <a:pt x="32" y="0"/>
                  </a:lnTo>
                  <a:lnTo>
                    <a:pt x="32" y="0"/>
                  </a:lnTo>
                  <a:cubicBezTo>
                    <a:pt x="17" y="15"/>
                    <a:pt x="0" y="32"/>
                    <a:pt x="0" y="47"/>
                  </a:cubicBezTo>
                  <a:cubicBezTo>
                    <a:pt x="0" y="63"/>
                    <a:pt x="17" y="79"/>
                    <a:pt x="32" y="79"/>
                  </a:cubicBezTo>
                  <a:lnTo>
                    <a:pt x="32" y="79"/>
                  </a:lnTo>
                  <a:lnTo>
                    <a:pt x="158" y="79"/>
                  </a:lnTo>
                  <a:cubicBezTo>
                    <a:pt x="174" y="63"/>
                    <a:pt x="189" y="47"/>
                    <a:pt x="189" y="32"/>
                  </a:cubicBezTo>
                  <a:cubicBezTo>
                    <a:pt x="189" y="15"/>
                    <a:pt x="174"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3" name="Google Shape;1423;p38"/>
            <p:cNvSpPr/>
            <p:nvPr/>
          </p:nvSpPr>
          <p:spPr>
            <a:xfrm>
              <a:off x="3381933" y="1764687"/>
              <a:ext cx="6583" cy="3053"/>
            </a:xfrm>
            <a:custGeom>
              <a:avLst/>
              <a:gdLst/>
              <a:ahLst/>
              <a:cxnLst/>
              <a:rect l="l" t="t" r="r" b="b"/>
              <a:pathLst>
                <a:path w="207" h="96" extrusionOk="0">
                  <a:moveTo>
                    <a:pt x="49" y="1"/>
                  </a:moveTo>
                  <a:lnTo>
                    <a:pt x="49" y="1"/>
                  </a:lnTo>
                  <a:cubicBezTo>
                    <a:pt x="32" y="1"/>
                    <a:pt x="17" y="17"/>
                    <a:pt x="17" y="17"/>
                  </a:cubicBezTo>
                  <a:lnTo>
                    <a:pt x="17" y="32"/>
                  </a:lnTo>
                  <a:cubicBezTo>
                    <a:pt x="1" y="49"/>
                    <a:pt x="17" y="64"/>
                    <a:pt x="32" y="64"/>
                  </a:cubicBezTo>
                  <a:lnTo>
                    <a:pt x="158" y="95"/>
                  </a:lnTo>
                  <a:lnTo>
                    <a:pt x="158" y="95"/>
                  </a:lnTo>
                  <a:cubicBezTo>
                    <a:pt x="175" y="95"/>
                    <a:pt x="190" y="80"/>
                    <a:pt x="206" y="64"/>
                  </a:cubicBezTo>
                  <a:cubicBezTo>
                    <a:pt x="206" y="49"/>
                    <a:pt x="190" y="32"/>
                    <a:pt x="175" y="32"/>
                  </a:cubicBez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4" name="Google Shape;1424;p38"/>
            <p:cNvSpPr/>
            <p:nvPr/>
          </p:nvSpPr>
          <p:spPr>
            <a:xfrm>
              <a:off x="3290275" y="1816814"/>
              <a:ext cx="9032" cy="3021"/>
            </a:xfrm>
            <a:custGeom>
              <a:avLst/>
              <a:gdLst/>
              <a:ahLst/>
              <a:cxnLst/>
              <a:rect l="l" t="t" r="r" b="b"/>
              <a:pathLst>
                <a:path w="284" h="95" extrusionOk="0">
                  <a:moveTo>
                    <a:pt x="0" y="0"/>
                  </a:moveTo>
                  <a:lnTo>
                    <a:pt x="0" y="0"/>
                  </a:lnTo>
                  <a:lnTo>
                    <a:pt x="32" y="63"/>
                  </a:lnTo>
                  <a:cubicBezTo>
                    <a:pt x="32" y="80"/>
                    <a:pt x="47" y="95"/>
                    <a:pt x="63" y="95"/>
                  </a:cubicBezTo>
                  <a:lnTo>
                    <a:pt x="63" y="95"/>
                  </a:lnTo>
                  <a:lnTo>
                    <a:pt x="189" y="80"/>
                  </a:lnTo>
                  <a:cubicBezTo>
                    <a:pt x="189" y="80"/>
                    <a:pt x="189" y="63"/>
                    <a:pt x="204" y="63"/>
                  </a:cubicBezTo>
                  <a:lnTo>
                    <a:pt x="204" y="63"/>
                  </a:lnTo>
                  <a:lnTo>
                    <a:pt x="221" y="63"/>
                  </a:lnTo>
                  <a:lnTo>
                    <a:pt x="221" y="80"/>
                  </a:lnTo>
                  <a:lnTo>
                    <a:pt x="252" y="63"/>
                  </a:lnTo>
                  <a:cubicBezTo>
                    <a:pt x="267" y="63"/>
                    <a:pt x="284" y="48"/>
                    <a:pt x="284" y="32"/>
                  </a:cubicBezTo>
                  <a:cubicBezTo>
                    <a:pt x="284" y="17"/>
                    <a:pt x="267" y="17"/>
                    <a:pt x="267" y="17"/>
                  </a:cubicBezTo>
                  <a:cubicBezTo>
                    <a:pt x="252" y="17"/>
                    <a:pt x="252" y="32"/>
                    <a:pt x="236" y="32"/>
                  </a:cubicBezTo>
                  <a:lnTo>
                    <a:pt x="236" y="48"/>
                  </a:lnTo>
                  <a:cubicBezTo>
                    <a:pt x="221" y="48"/>
                    <a:pt x="221" y="63"/>
                    <a:pt x="204" y="63"/>
                  </a:cubicBezTo>
                  <a:cubicBezTo>
                    <a:pt x="189" y="63"/>
                    <a:pt x="189" y="48"/>
                    <a:pt x="173" y="48"/>
                  </a:cubicBezTo>
                  <a:lnTo>
                    <a:pt x="173" y="32"/>
                  </a:lnTo>
                  <a:lnTo>
                    <a:pt x="173" y="32"/>
                  </a:lnTo>
                  <a:lnTo>
                    <a:pt x="126" y="48"/>
                  </a:lnTo>
                  <a:lnTo>
                    <a:pt x="110" y="48"/>
                  </a:lnTo>
                  <a:cubicBezTo>
                    <a:pt x="110" y="48"/>
                    <a:pt x="95" y="48"/>
                    <a:pt x="78" y="32"/>
                  </a:cubicBezTo>
                  <a:lnTo>
                    <a:pt x="78" y="17"/>
                  </a:lnTo>
                  <a:lnTo>
                    <a:pt x="78" y="17"/>
                  </a:lnTo>
                  <a:lnTo>
                    <a:pt x="78" y="17"/>
                  </a:lnTo>
                  <a:lnTo>
                    <a:pt x="63" y="32"/>
                  </a:lnTo>
                  <a:cubicBezTo>
                    <a:pt x="63" y="32"/>
                    <a:pt x="47" y="48"/>
                    <a:pt x="32" y="48"/>
                  </a:cubicBezTo>
                  <a:lnTo>
                    <a:pt x="15" y="32"/>
                  </a:lnTo>
                  <a:cubicBezTo>
                    <a:pt x="0" y="32"/>
                    <a:pt x="0" y="17"/>
                    <a:pt x="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5" name="Google Shape;1425;p38"/>
            <p:cNvSpPr/>
            <p:nvPr/>
          </p:nvSpPr>
          <p:spPr>
            <a:xfrm>
              <a:off x="3384954" y="1778713"/>
              <a:ext cx="11035" cy="3053"/>
            </a:xfrm>
            <a:custGeom>
              <a:avLst/>
              <a:gdLst/>
              <a:ahLst/>
              <a:cxnLst/>
              <a:rect l="l" t="t" r="r" b="b"/>
              <a:pathLst>
                <a:path w="347" h="96" extrusionOk="0">
                  <a:moveTo>
                    <a:pt x="315" y="1"/>
                  </a:moveTo>
                  <a:lnTo>
                    <a:pt x="300" y="1"/>
                  </a:lnTo>
                  <a:lnTo>
                    <a:pt x="269" y="1"/>
                  </a:lnTo>
                  <a:lnTo>
                    <a:pt x="221" y="1"/>
                  </a:lnTo>
                  <a:cubicBezTo>
                    <a:pt x="221" y="17"/>
                    <a:pt x="221" y="17"/>
                    <a:pt x="206" y="17"/>
                  </a:cubicBezTo>
                  <a:lnTo>
                    <a:pt x="111" y="32"/>
                  </a:lnTo>
                  <a:lnTo>
                    <a:pt x="95" y="49"/>
                  </a:lnTo>
                  <a:cubicBezTo>
                    <a:pt x="80" y="49"/>
                    <a:pt x="63" y="32"/>
                    <a:pt x="63" y="17"/>
                  </a:cubicBezTo>
                  <a:lnTo>
                    <a:pt x="63" y="1"/>
                  </a:lnTo>
                  <a:lnTo>
                    <a:pt x="63" y="1"/>
                  </a:lnTo>
                  <a:cubicBezTo>
                    <a:pt x="48" y="1"/>
                    <a:pt x="48" y="17"/>
                    <a:pt x="32" y="17"/>
                  </a:cubicBezTo>
                  <a:lnTo>
                    <a:pt x="32" y="17"/>
                  </a:lnTo>
                  <a:lnTo>
                    <a:pt x="17" y="32"/>
                  </a:lnTo>
                  <a:cubicBezTo>
                    <a:pt x="0" y="49"/>
                    <a:pt x="17" y="80"/>
                    <a:pt x="17" y="80"/>
                  </a:cubicBezTo>
                  <a:cubicBezTo>
                    <a:pt x="32" y="95"/>
                    <a:pt x="32" y="95"/>
                    <a:pt x="48" y="95"/>
                  </a:cubicBezTo>
                  <a:cubicBezTo>
                    <a:pt x="48" y="95"/>
                    <a:pt x="63" y="95"/>
                    <a:pt x="80" y="80"/>
                  </a:cubicBezTo>
                  <a:lnTo>
                    <a:pt x="80" y="80"/>
                  </a:lnTo>
                  <a:lnTo>
                    <a:pt x="111" y="80"/>
                  </a:lnTo>
                  <a:lnTo>
                    <a:pt x="174" y="80"/>
                  </a:lnTo>
                  <a:lnTo>
                    <a:pt x="206" y="80"/>
                  </a:lnTo>
                  <a:lnTo>
                    <a:pt x="206" y="80"/>
                  </a:lnTo>
                  <a:cubicBezTo>
                    <a:pt x="237" y="80"/>
                    <a:pt x="252" y="64"/>
                    <a:pt x="284" y="64"/>
                  </a:cubicBezTo>
                  <a:lnTo>
                    <a:pt x="315" y="64"/>
                  </a:lnTo>
                  <a:cubicBezTo>
                    <a:pt x="315" y="64"/>
                    <a:pt x="332" y="64"/>
                    <a:pt x="332" y="49"/>
                  </a:cubicBezTo>
                  <a:cubicBezTo>
                    <a:pt x="347" y="49"/>
                    <a:pt x="347" y="32"/>
                    <a:pt x="347" y="32"/>
                  </a:cubicBezTo>
                  <a:cubicBezTo>
                    <a:pt x="347" y="17"/>
                    <a:pt x="332" y="1"/>
                    <a:pt x="3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6" name="Google Shape;1426;p38"/>
            <p:cNvSpPr/>
            <p:nvPr/>
          </p:nvSpPr>
          <p:spPr>
            <a:xfrm>
              <a:off x="3206567" y="1794265"/>
              <a:ext cx="2544" cy="7537"/>
            </a:xfrm>
            <a:custGeom>
              <a:avLst/>
              <a:gdLst/>
              <a:ahLst/>
              <a:cxnLst/>
              <a:rect l="l" t="t" r="r" b="b"/>
              <a:pathLst>
                <a:path w="80" h="237" extrusionOk="0">
                  <a:moveTo>
                    <a:pt x="48" y="1"/>
                  </a:moveTo>
                  <a:lnTo>
                    <a:pt x="48" y="1"/>
                  </a:lnTo>
                  <a:cubicBezTo>
                    <a:pt x="32" y="1"/>
                    <a:pt x="17" y="1"/>
                    <a:pt x="17" y="16"/>
                  </a:cubicBezTo>
                  <a:cubicBezTo>
                    <a:pt x="17" y="32"/>
                    <a:pt x="17" y="32"/>
                    <a:pt x="0" y="32"/>
                  </a:cubicBezTo>
                  <a:lnTo>
                    <a:pt x="0" y="79"/>
                  </a:lnTo>
                  <a:lnTo>
                    <a:pt x="0" y="174"/>
                  </a:lnTo>
                  <a:lnTo>
                    <a:pt x="0" y="205"/>
                  </a:lnTo>
                  <a:cubicBezTo>
                    <a:pt x="0" y="221"/>
                    <a:pt x="17" y="237"/>
                    <a:pt x="32" y="237"/>
                  </a:cubicBezTo>
                  <a:lnTo>
                    <a:pt x="48" y="237"/>
                  </a:lnTo>
                  <a:cubicBezTo>
                    <a:pt x="63" y="237"/>
                    <a:pt x="80" y="221"/>
                    <a:pt x="80" y="205"/>
                  </a:cubicBezTo>
                  <a:lnTo>
                    <a:pt x="80" y="158"/>
                  </a:lnTo>
                  <a:cubicBezTo>
                    <a:pt x="63" y="127"/>
                    <a:pt x="63" y="95"/>
                    <a:pt x="63" y="64"/>
                  </a:cubicBezTo>
                  <a:lnTo>
                    <a:pt x="80" y="47"/>
                  </a:lnTo>
                  <a:lnTo>
                    <a:pt x="80" y="47"/>
                  </a:lnTo>
                  <a:cubicBezTo>
                    <a:pt x="63" y="47"/>
                    <a:pt x="48" y="32"/>
                    <a:pt x="48"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7" name="Google Shape;1427;p38"/>
            <p:cNvSpPr/>
            <p:nvPr/>
          </p:nvSpPr>
          <p:spPr>
            <a:xfrm>
              <a:off x="3274214" y="1781734"/>
              <a:ext cx="6551" cy="3021"/>
            </a:xfrm>
            <a:custGeom>
              <a:avLst/>
              <a:gdLst/>
              <a:ahLst/>
              <a:cxnLst/>
              <a:rect l="l" t="t" r="r" b="b"/>
              <a:pathLst>
                <a:path w="206" h="95" extrusionOk="0">
                  <a:moveTo>
                    <a:pt x="174" y="0"/>
                  </a:moveTo>
                  <a:lnTo>
                    <a:pt x="32" y="32"/>
                  </a:lnTo>
                  <a:cubicBezTo>
                    <a:pt x="16" y="32"/>
                    <a:pt x="1" y="63"/>
                    <a:pt x="16" y="80"/>
                  </a:cubicBezTo>
                  <a:cubicBezTo>
                    <a:pt x="16" y="95"/>
                    <a:pt x="32" y="95"/>
                    <a:pt x="48" y="95"/>
                  </a:cubicBezTo>
                  <a:lnTo>
                    <a:pt x="48" y="95"/>
                  </a:lnTo>
                  <a:lnTo>
                    <a:pt x="205" y="63"/>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8" name="Google Shape;1428;p38"/>
            <p:cNvSpPr/>
            <p:nvPr/>
          </p:nvSpPr>
          <p:spPr>
            <a:xfrm>
              <a:off x="3334355" y="1786727"/>
              <a:ext cx="8046" cy="5057"/>
            </a:xfrm>
            <a:custGeom>
              <a:avLst/>
              <a:gdLst/>
              <a:ahLst/>
              <a:cxnLst/>
              <a:rect l="l" t="t" r="r" b="b"/>
              <a:pathLst>
                <a:path w="253" h="159" extrusionOk="0">
                  <a:moveTo>
                    <a:pt x="221" y="1"/>
                  </a:moveTo>
                  <a:lnTo>
                    <a:pt x="205" y="1"/>
                  </a:lnTo>
                  <a:lnTo>
                    <a:pt x="205" y="1"/>
                  </a:lnTo>
                  <a:lnTo>
                    <a:pt x="79" y="17"/>
                  </a:lnTo>
                  <a:cubicBezTo>
                    <a:pt x="64" y="32"/>
                    <a:pt x="47" y="49"/>
                    <a:pt x="47" y="64"/>
                  </a:cubicBezTo>
                  <a:lnTo>
                    <a:pt x="64" y="95"/>
                  </a:lnTo>
                  <a:lnTo>
                    <a:pt x="47" y="95"/>
                  </a:lnTo>
                  <a:lnTo>
                    <a:pt x="47" y="95"/>
                  </a:lnTo>
                  <a:cubicBezTo>
                    <a:pt x="32" y="95"/>
                    <a:pt x="16" y="112"/>
                    <a:pt x="16" y="112"/>
                  </a:cubicBezTo>
                  <a:lnTo>
                    <a:pt x="1" y="143"/>
                  </a:lnTo>
                  <a:lnTo>
                    <a:pt x="95" y="158"/>
                  </a:lnTo>
                  <a:lnTo>
                    <a:pt x="127" y="127"/>
                  </a:lnTo>
                  <a:lnTo>
                    <a:pt x="127" y="127"/>
                  </a:lnTo>
                  <a:cubicBezTo>
                    <a:pt x="110" y="112"/>
                    <a:pt x="110" y="112"/>
                    <a:pt x="110" y="95"/>
                  </a:cubicBezTo>
                  <a:cubicBezTo>
                    <a:pt x="110" y="80"/>
                    <a:pt x="127" y="64"/>
                    <a:pt x="142" y="64"/>
                  </a:cubicBezTo>
                  <a:lnTo>
                    <a:pt x="205" y="49"/>
                  </a:lnTo>
                  <a:lnTo>
                    <a:pt x="205" y="49"/>
                  </a:lnTo>
                  <a:cubicBezTo>
                    <a:pt x="221" y="49"/>
                    <a:pt x="236" y="64"/>
                    <a:pt x="236" y="64"/>
                  </a:cubicBezTo>
                  <a:lnTo>
                    <a:pt x="253" y="80"/>
                  </a:lnTo>
                  <a:lnTo>
                    <a:pt x="253" y="32"/>
                  </a:lnTo>
                  <a:cubicBezTo>
                    <a:pt x="253" y="17"/>
                    <a:pt x="236" y="17"/>
                    <a:pt x="236" y="17"/>
                  </a:cubicBezTo>
                  <a:cubicBezTo>
                    <a:pt x="236" y="1"/>
                    <a:pt x="221" y="1"/>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29" name="Google Shape;1429;p38"/>
            <p:cNvSpPr/>
            <p:nvPr/>
          </p:nvSpPr>
          <p:spPr>
            <a:xfrm>
              <a:off x="3130398" y="1833352"/>
              <a:ext cx="7028" cy="4039"/>
            </a:xfrm>
            <a:custGeom>
              <a:avLst/>
              <a:gdLst/>
              <a:ahLst/>
              <a:cxnLst/>
              <a:rect l="l" t="t" r="r" b="b"/>
              <a:pathLst>
                <a:path w="221" h="127" extrusionOk="0">
                  <a:moveTo>
                    <a:pt x="80" y="1"/>
                  </a:moveTo>
                  <a:lnTo>
                    <a:pt x="80" y="1"/>
                  </a:lnTo>
                  <a:lnTo>
                    <a:pt x="48" y="1"/>
                  </a:lnTo>
                  <a:lnTo>
                    <a:pt x="32" y="1"/>
                  </a:lnTo>
                  <a:cubicBezTo>
                    <a:pt x="17" y="1"/>
                    <a:pt x="0" y="16"/>
                    <a:pt x="17" y="47"/>
                  </a:cubicBezTo>
                  <a:cubicBezTo>
                    <a:pt x="17" y="64"/>
                    <a:pt x="32" y="79"/>
                    <a:pt x="48" y="79"/>
                  </a:cubicBezTo>
                  <a:lnTo>
                    <a:pt x="48" y="79"/>
                  </a:lnTo>
                  <a:lnTo>
                    <a:pt x="63" y="64"/>
                  </a:lnTo>
                  <a:lnTo>
                    <a:pt x="80" y="64"/>
                  </a:lnTo>
                  <a:cubicBezTo>
                    <a:pt x="111" y="79"/>
                    <a:pt x="126" y="79"/>
                    <a:pt x="143" y="95"/>
                  </a:cubicBezTo>
                  <a:cubicBezTo>
                    <a:pt x="158" y="110"/>
                    <a:pt x="158" y="110"/>
                    <a:pt x="174" y="110"/>
                  </a:cubicBezTo>
                  <a:lnTo>
                    <a:pt x="189" y="127"/>
                  </a:lnTo>
                  <a:cubicBezTo>
                    <a:pt x="206" y="127"/>
                    <a:pt x="206" y="110"/>
                    <a:pt x="221" y="110"/>
                  </a:cubicBezTo>
                  <a:cubicBezTo>
                    <a:pt x="221" y="79"/>
                    <a:pt x="221" y="64"/>
                    <a:pt x="206" y="64"/>
                  </a:cubicBezTo>
                  <a:cubicBezTo>
                    <a:pt x="206" y="47"/>
                    <a:pt x="189" y="47"/>
                    <a:pt x="174" y="47"/>
                  </a:cubicBezTo>
                  <a:cubicBezTo>
                    <a:pt x="158" y="32"/>
                    <a:pt x="143"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0" name="Google Shape;1430;p38"/>
            <p:cNvSpPr/>
            <p:nvPr/>
          </p:nvSpPr>
          <p:spPr>
            <a:xfrm>
              <a:off x="3423023" y="1778236"/>
              <a:ext cx="9573" cy="12053"/>
            </a:xfrm>
            <a:custGeom>
              <a:avLst/>
              <a:gdLst/>
              <a:ahLst/>
              <a:cxnLst/>
              <a:rect l="l" t="t" r="r" b="b"/>
              <a:pathLst>
                <a:path w="301" h="379" extrusionOk="0">
                  <a:moveTo>
                    <a:pt x="190" y="173"/>
                  </a:moveTo>
                  <a:cubicBezTo>
                    <a:pt x="175" y="173"/>
                    <a:pt x="175" y="173"/>
                    <a:pt x="158" y="190"/>
                  </a:cubicBezTo>
                  <a:cubicBezTo>
                    <a:pt x="143" y="221"/>
                    <a:pt x="158" y="236"/>
                    <a:pt x="190" y="284"/>
                  </a:cubicBezTo>
                  <a:lnTo>
                    <a:pt x="158" y="299"/>
                  </a:lnTo>
                  <a:lnTo>
                    <a:pt x="158" y="299"/>
                  </a:lnTo>
                  <a:cubicBezTo>
                    <a:pt x="143" y="284"/>
                    <a:pt x="143" y="268"/>
                    <a:pt x="127" y="253"/>
                  </a:cubicBezTo>
                  <a:lnTo>
                    <a:pt x="127" y="253"/>
                  </a:lnTo>
                  <a:lnTo>
                    <a:pt x="112" y="253"/>
                  </a:lnTo>
                  <a:lnTo>
                    <a:pt x="49" y="236"/>
                  </a:lnTo>
                  <a:cubicBezTo>
                    <a:pt x="64" y="253"/>
                    <a:pt x="64" y="268"/>
                    <a:pt x="80" y="284"/>
                  </a:cubicBezTo>
                  <a:lnTo>
                    <a:pt x="112" y="284"/>
                  </a:lnTo>
                  <a:lnTo>
                    <a:pt x="112" y="284"/>
                  </a:lnTo>
                  <a:lnTo>
                    <a:pt x="112" y="284"/>
                  </a:lnTo>
                  <a:cubicBezTo>
                    <a:pt x="127" y="284"/>
                    <a:pt x="143" y="284"/>
                    <a:pt x="143" y="299"/>
                  </a:cubicBezTo>
                  <a:cubicBezTo>
                    <a:pt x="158" y="316"/>
                    <a:pt x="143" y="316"/>
                    <a:pt x="143" y="331"/>
                  </a:cubicBezTo>
                  <a:cubicBezTo>
                    <a:pt x="158" y="331"/>
                    <a:pt x="158" y="347"/>
                    <a:pt x="158" y="362"/>
                  </a:cubicBezTo>
                  <a:lnTo>
                    <a:pt x="158" y="379"/>
                  </a:lnTo>
                  <a:lnTo>
                    <a:pt x="175" y="379"/>
                  </a:lnTo>
                  <a:lnTo>
                    <a:pt x="175" y="379"/>
                  </a:lnTo>
                  <a:cubicBezTo>
                    <a:pt x="175" y="379"/>
                    <a:pt x="190" y="379"/>
                    <a:pt x="190" y="362"/>
                  </a:cubicBezTo>
                  <a:lnTo>
                    <a:pt x="253" y="316"/>
                  </a:lnTo>
                  <a:cubicBezTo>
                    <a:pt x="253" y="316"/>
                    <a:pt x="269" y="284"/>
                    <a:pt x="253" y="284"/>
                  </a:cubicBezTo>
                  <a:cubicBezTo>
                    <a:pt x="253" y="268"/>
                    <a:pt x="253" y="268"/>
                    <a:pt x="238" y="253"/>
                  </a:cubicBezTo>
                  <a:lnTo>
                    <a:pt x="284" y="221"/>
                  </a:lnTo>
                  <a:lnTo>
                    <a:pt x="284" y="221"/>
                  </a:lnTo>
                  <a:lnTo>
                    <a:pt x="301" y="190"/>
                  </a:lnTo>
                  <a:cubicBezTo>
                    <a:pt x="301" y="190"/>
                    <a:pt x="284" y="190"/>
                    <a:pt x="284" y="173"/>
                  </a:cubicBezTo>
                  <a:lnTo>
                    <a:pt x="284" y="173"/>
                  </a:lnTo>
                  <a:lnTo>
                    <a:pt x="238" y="205"/>
                  </a:lnTo>
                  <a:lnTo>
                    <a:pt x="221" y="205"/>
                  </a:lnTo>
                  <a:cubicBezTo>
                    <a:pt x="221" y="205"/>
                    <a:pt x="206" y="205"/>
                    <a:pt x="190" y="190"/>
                  </a:cubicBezTo>
                  <a:lnTo>
                    <a:pt x="190" y="173"/>
                  </a:lnTo>
                  <a:close/>
                  <a:moveTo>
                    <a:pt x="17" y="47"/>
                  </a:moveTo>
                  <a:lnTo>
                    <a:pt x="17" y="47"/>
                  </a:lnTo>
                  <a:lnTo>
                    <a:pt x="17" y="47"/>
                  </a:lnTo>
                  <a:close/>
                  <a:moveTo>
                    <a:pt x="32" y="1"/>
                  </a:moveTo>
                  <a:lnTo>
                    <a:pt x="32" y="1"/>
                  </a:lnTo>
                  <a:cubicBezTo>
                    <a:pt x="32" y="1"/>
                    <a:pt x="17" y="1"/>
                    <a:pt x="17" y="16"/>
                  </a:cubicBezTo>
                  <a:cubicBezTo>
                    <a:pt x="1" y="32"/>
                    <a:pt x="1" y="47"/>
                    <a:pt x="17" y="64"/>
                  </a:cubicBezTo>
                  <a:lnTo>
                    <a:pt x="17" y="64"/>
                  </a:lnTo>
                  <a:cubicBezTo>
                    <a:pt x="17" y="95"/>
                    <a:pt x="17" y="142"/>
                    <a:pt x="32" y="173"/>
                  </a:cubicBezTo>
                  <a:lnTo>
                    <a:pt x="95" y="173"/>
                  </a:lnTo>
                  <a:cubicBezTo>
                    <a:pt x="95" y="142"/>
                    <a:pt x="80" y="95"/>
                    <a:pt x="95" y="47"/>
                  </a:cubicBezTo>
                  <a:cubicBezTo>
                    <a:pt x="95" y="32"/>
                    <a:pt x="80" y="16"/>
                    <a:pt x="64" y="16"/>
                  </a:cubicBezTo>
                  <a:lnTo>
                    <a:pt x="64" y="16"/>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1" name="Google Shape;1431;p38"/>
            <p:cNvSpPr/>
            <p:nvPr/>
          </p:nvSpPr>
          <p:spPr>
            <a:xfrm>
              <a:off x="3423564" y="1779731"/>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2" name="Google Shape;1432;p38"/>
            <p:cNvSpPr/>
            <p:nvPr/>
          </p:nvSpPr>
          <p:spPr>
            <a:xfrm>
              <a:off x="3440070" y="1796746"/>
              <a:ext cx="2035" cy="3053"/>
            </a:xfrm>
            <a:custGeom>
              <a:avLst/>
              <a:gdLst/>
              <a:ahLst/>
              <a:cxnLst/>
              <a:rect l="l" t="t" r="r" b="b"/>
              <a:pathLst>
                <a:path w="64" h="96" extrusionOk="0">
                  <a:moveTo>
                    <a:pt x="17" y="1"/>
                  </a:moveTo>
                  <a:cubicBezTo>
                    <a:pt x="0" y="1"/>
                    <a:pt x="0" y="17"/>
                    <a:pt x="0" y="32"/>
                  </a:cubicBezTo>
                  <a:lnTo>
                    <a:pt x="0" y="49"/>
                  </a:lnTo>
                  <a:cubicBezTo>
                    <a:pt x="0" y="80"/>
                    <a:pt x="17" y="96"/>
                    <a:pt x="32" y="96"/>
                  </a:cubicBezTo>
                  <a:lnTo>
                    <a:pt x="32" y="96"/>
                  </a:lnTo>
                  <a:lnTo>
                    <a:pt x="32" y="96"/>
                  </a:lnTo>
                  <a:cubicBezTo>
                    <a:pt x="17" y="80"/>
                    <a:pt x="17" y="64"/>
                    <a:pt x="32" y="49"/>
                  </a:cubicBezTo>
                  <a:cubicBezTo>
                    <a:pt x="32" y="32"/>
                    <a:pt x="48" y="32"/>
                    <a:pt x="63" y="32"/>
                  </a:cubicBezTo>
                  <a:lnTo>
                    <a:pt x="63" y="32"/>
                  </a:lnTo>
                  <a:lnTo>
                    <a:pt x="63" y="32"/>
                  </a:lnTo>
                  <a:lnTo>
                    <a:pt x="63" y="32"/>
                  </a:lnTo>
                  <a:lnTo>
                    <a:pt x="48" y="32"/>
                  </a:lnTo>
                  <a:lnTo>
                    <a:pt x="48" y="32"/>
                  </a:lnTo>
                  <a:cubicBezTo>
                    <a:pt x="32"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3" name="Google Shape;1433;p38"/>
            <p:cNvSpPr/>
            <p:nvPr/>
          </p:nvSpPr>
          <p:spPr>
            <a:xfrm>
              <a:off x="3332351" y="1811312"/>
              <a:ext cx="7060" cy="6042"/>
            </a:xfrm>
            <a:custGeom>
              <a:avLst/>
              <a:gdLst/>
              <a:ahLst/>
              <a:cxnLst/>
              <a:rect l="l" t="t" r="r" b="b"/>
              <a:pathLst>
                <a:path w="222" h="190" extrusionOk="0">
                  <a:moveTo>
                    <a:pt x="221" y="16"/>
                  </a:moveTo>
                  <a:lnTo>
                    <a:pt x="221" y="16"/>
                  </a:lnTo>
                  <a:lnTo>
                    <a:pt x="221" y="16"/>
                  </a:lnTo>
                  <a:lnTo>
                    <a:pt x="221" y="16"/>
                  </a:lnTo>
                  <a:lnTo>
                    <a:pt x="221" y="16"/>
                  </a:lnTo>
                  <a:lnTo>
                    <a:pt x="221" y="16"/>
                  </a:lnTo>
                  <a:close/>
                  <a:moveTo>
                    <a:pt x="32" y="1"/>
                  </a:moveTo>
                  <a:lnTo>
                    <a:pt x="32" y="1"/>
                  </a:lnTo>
                  <a:cubicBezTo>
                    <a:pt x="16" y="1"/>
                    <a:pt x="16" y="16"/>
                    <a:pt x="1" y="16"/>
                  </a:cubicBezTo>
                  <a:cubicBezTo>
                    <a:pt x="1" y="32"/>
                    <a:pt x="1" y="47"/>
                    <a:pt x="16" y="64"/>
                  </a:cubicBezTo>
                  <a:lnTo>
                    <a:pt x="32" y="79"/>
                  </a:lnTo>
                  <a:lnTo>
                    <a:pt x="32" y="79"/>
                  </a:lnTo>
                  <a:cubicBezTo>
                    <a:pt x="47" y="64"/>
                    <a:pt x="47" y="47"/>
                    <a:pt x="64" y="47"/>
                  </a:cubicBezTo>
                  <a:lnTo>
                    <a:pt x="79" y="47"/>
                  </a:lnTo>
                  <a:lnTo>
                    <a:pt x="79" y="47"/>
                  </a:lnTo>
                  <a:cubicBezTo>
                    <a:pt x="95" y="47"/>
                    <a:pt x="110" y="79"/>
                    <a:pt x="110" y="95"/>
                  </a:cubicBezTo>
                  <a:lnTo>
                    <a:pt x="95" y="110"/>
                  </a:lnTo>
                  <a:lnTo>
                    <a:pt x="110" y="110"/>
                  </a:lnTo>
                  <a:cubicBezTo>
                    <a:pt x="127" y="110"/>
                    <a:pt x="142" y="127"/>
                    <a:pt x="142" y="142"/>
                  </a:cubicBezTo>
                  <a:cubicBezTo>
                    <a:pt x="142" y="158"/>
                    <a:pt x="142" y="158"/>
                    <a:pt x="127" y="173"/>
                  </a:cubicBezTo>
                  <a:lnTo>
                    <a:pt x="127" y="173"/>
                  </a:lnTo>
                  <a:cubicBezTo>
                    <a:pt x="142" y="173"/>
                    <a:pt x="142" y="190"/>
                    <a:pt x="142" y="190"/>
                  </a:cubicBezTo>
                  <a:lnTo>
                    <a:pt x="173" y="173"/>
                  </a:lnTo>
                  <a:lnTo>
                    <a:pt x="190" y="173"/>
                  </a:lnTo>
                  <a:lnTo>
                    <a:pt x="190" y="173"/>
                  </a:lnTo>
                  <a:lnTo>
                    <a:pt x="190" y="173"/>
                  </a:lnTo>
                  <a:lnTo>
                    <a:pt x="205" y="142"/>
                  </a:lnTo>
                  <a:cubicBezTo>
                    <a:pt x="190" y="142"/>
                    <a:pt x="190" y="142"/>
                    <a:pt x="190" y="127"/>
                  </a:cubicBezTo>
                  <a:lnTo>
                    <a:pt x="190" y="110"/>
                  </a:lnTo>
                  <a:cubicBezTo>
                    <a:pt x="173" y="110"/>
                    <a:pt x="173" y="95"/>
                    <a:pt x="158" y="79"/>
                  </a:cubicBezTo>
                  <a:lnTo>
                    <a:pt x="158" y="79"/>
                  </a:lnTo>
                  <a:lnTo>
                    <a:pt x="158" y="95"/>
                  </a:lnTo>
                  <a:lnTo>
                    <a:pt x="127" y="79"/>
                  </a:lnTo>
                  <a:lnTo>
                    <a:pt x="142" y="79"/>
                  </a:lnTo>
                  <a:lnTo>
                    <a:pt x="158" y="79"/>
                  </a:lnTo>
                  <a:lnTo>
                    <a:pt x="142" y="32"/>
                  </a:lnTo>
                  <a:lnTo>
                    <a:pt x="127" y="47"/>
                  </a:lnTo>
                  <a:lnTo>
                    <a:pt x="110" y="47"/>
                  </a:lnTo>
                  <a:lnTo>
                    <a:pt x="79" y="47"/>
                  </a:lnTo>
                  <a:lnTo>
                    <a:pt x="79" y="47"/>
                  </a:lnTo>
                  <a:lnTo>
                    <a:pt x="79" y="47"/>
                  </a:lnTo>
                  <a:cubicBezTo>
                    <a:pt x="64" y="47"/>
                    <a:pt x="47" y="32"/>
                    <a:pt x="4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4" name="Google Shape;1434;p38"/>
            <p:cNvSpPr/>
            <p:nvPr/>
          </p:nvSpPr>
          <p:spPr>
            <a:xfrm>
              <a:off x="3429034" y="1749167"/>
              <a:ext cx="8587" cy="4516"/>
            </a:xfrm>
            <a:custGeom>
              <a:avLst/>
              <a:gdLst/>
              <a:ahLst/>
              <a:cxnLst/>
              <a:rect l="l" t="t" r="r" b="b"/>
              <a:pathLst>
                <a:path w="270" h="142" extrusionOk="0">
                  <a:moveTo>
                    <a:pt x="221" y="1"/>
                  </a:moveTo>
                  <a:cubicBezTo>
                    <a:pt x="206" y="16"/>
                    <a:pt x="175" y="16"/>
                    <a:pt x="158" y="16"/>
                  </a:cubicBezTo>
                  <a:cubicBezTo>
                    <a:pt x="158" y="32"/>
                    <a:pt x="158" y="32"/>
                    <a:pt x="175" y="47"/>
                  </a:cubicBezTo>
                  <a:cubicBezTo>
                    <a:pt x="143" y="64"/>
                    <a:pt x="95" y="64"/>
                    <a:pt x="64" y="79"/>
                  </a:cubicBezTo>
                  <a:cubicBezTo>
                    <a:pt x="49" y="79"/>
                    <a:pt x="32" y="95"/>
                    <a:pt x="17" y="110"/>
                  </a:cubicBezTo>
                  <a:lnTo>
                    <a:pt x="1" y="110"/>
                  </a:lnTo>
                  <a:lnTo>
                    <a:pt x="1" y="110"/>
                  </a:lnTo>
                  <a:lnTo>
                    <a:pt x="64" y="127"/>
                  </a:lnTo>
                  <a:cubicBezTo>
                    <a:pt x="80" y="127"/>
                    <a:pt x="95" y="127"/>
                    <a:pt x="95" y="142"/>
                  </a:cubicBezTo>
                  <a:cubicBezTo>
                    <a:pt x="112" y="127"/>
                    <a:pt x="143" y="127"/>
                    <a:pt x="158" y="127"/>
                  </a:cubicBezTo>
                  <a:lnTo>
                    <a:pt x="175" y="110"/>
                  </a:lnTo>
                  <a:cubicBezTo>
                    <a:pt x="175" y="95"/>
                    <a:pt x="175" y="79"/>
                    <a:pt x="190" y="64"/>
                  </a:cubicBezTo>
                  <a:lnTo>
                    <a:pt x="206" y="64"/>
                  </a:lnTo>
                  <a:lnTo>
                    <a:pt x="221" y="64"/>
                  </a:lnTo>
                  <a:cubicBezTo>
                    <a:pt x="238" y="64"/>
                    <a:pt x="238" y="64"/>
                    <a:pt x="238" y="47"/>
                  </a:cubicBezTo>
                  <a:lnTo>
                    <a:pt x="253" y="47"/>
                  </a:lnTo>
                  <a:lnTo>
                    <a:pt x="253" y="64"/>
                  </a:lnTo>
                  <a:lnTo>
                    <a:pt x="269" y="64"/>
                  </a:lnTo>
                  <a:cubicBezTo>
                    <a:pt x="269" y="64"/>
                    <a:pt x="269" y="47"/>
                    <a:pt x="253" y="47"/>
                  </a:cubicBezTo>
                  <a:cubicBezTo>
                    <a:pt x="253" y="32"/>
                    <a:pt x="238" y="32"/>
                    <a:pt x="238"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5" name="Google Shape;1435;p38"/>
            <p:cNvSpPr/>
            <p:nvPr/>
          </p:nvSpPr>
          <p:spPr>
            <a:xfrm>
              <a:off x="3277712" y="1807304"/>
              <a:ext cx="2544" cy="7060"/>
            </a:xfrm>
            <a:custGeom>
              <a:avLst/>
              <a:gdLst/>
              <a:ahLst/>
              <a:cxnLst/>
              <a:rect l="l" t="t" r="r" b="b"/>
              <a:pathLst>
                <a:path w="80" h="222" extrusionOk="0">
                  <a:moveTo>
                    <a:pt x="48" y="0"/>
                  </a:moveTo>
                  <a:lnTo>
                    <a:pt x="48" y="0"/>
                  </a:lnTo>
                  <a:cubicBezTo>
                    <a:pt x="32" y="0"/>
                    <a:pt x="17" y="16"/>
                    <a:pt x="17" y="32"/>
                  </a:cubicBezTo>
                  <a:cubicBezTo>
                    <a:pt x="1" y="47"/>
                    <a:pt x="1" y="63"/>
                    <a:pt x="1" y="79"/>
                  </a:cubicBezTo>
                  <a:lnTo>
                    <a:pt x="1" y="142"/>
                  </a:lnTo>
                  <a:lnTo>
                    <a:pt x="1" y="158"/>
                  </a:lnTo>
                  <a:lnTo>
                    <a:pt x="1" y="221"/>
                  </a:lnTo>
                  <a:lnTo>
                    <a:pt x="1" y="221"/>
                  </a:lnTo>
                  <a:cubicBezTo>
                    <a:pt x="80" y="190"/>
                    <a:pt x="80" y="127"/>
                    <a:pt x="80" y="79"/>
                  </a:cubicBezTo>
                  <a:lnTo>
                    <a:pt x="80" y="32"/>
                  </a:lnTo>
                  <a:cubicBezTo>
                    <a:pt x="80"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6" name="Google Shape;1436;p38"/>
            <p:cNvSpPr/>
            <p:nvPr/>
          </p:nvSpPr>
          <p:spPr>
            <a:xfrm>
              <a:off x="3120379" y="1826355"/>
              <a:ext cx="5565" cy="3498"/>
            </a:xfrm>
            <a:custGeom>
              <a:avLst/>
              <a:gdLst/>
              <a:ahLst/>
              <a:cxnLst/>
              <a:rect l="l" t="t" r="r" b="b"/>
              <a:pathLst>
                <a:path w="175" h="110" extrusionOk="0">
                  <a:moveTo>
                    <a:pt x="126" y="0"/>
                  </a:moveTo>
                  <a:lnTo>
                    <a:pt x="126" y="0"/>
                  </a:lnTo>
                  <a:lnTo>
                    <a:pt x="111" y="0"/>
                  </a:lnTo>
                  <a:cubicBezTo>
                    <a:pt x="126" y="15"/>
                    <a:pt x="111" y="32"/>
                    <a:pt x="111" y="47"/>
                  </a:cubicBezTo>
                  <a:lnTo>
                    <a:pt x="80" y="47"/>
                  </a:lnTo>
                  <a:cubicBezTo>
                    <a:pt x="80" y="47"/>
                    <a:pt x="63" y="47"/>
                    <a:pt x="48" y="32"/>
                  </a:cubicBezTo>
                  <a:lnTo>
                    <a:pt x="48" y="15"/>
                  </a:lnTo>
                  <a:lnTo>
                    <a:pt x="17" y="32"/>
                  </a:lnTo>
                  <a:cubicBezTo>
                    <a:pt x="17" y="32"/>
                    <a:pt x="0" y="47"/>
                    <a:pt x="0" y="63"/>
                  </a:cubicBezTo>
                  <a:lnTo>
                    <a:pt x="0" y="78"/>
                  </a:lnTo>
                  <a:cubicBezTo>
                    <a:pt x="0" y="95"/>
                    <a:pt x="17" y="110"/>
                    <a:pt x="32" y="110"/>
                  </a:cubicBezTo>
                  <a:lnTo>
                    <a:pt x="143" y="110"/>
                  </a:lnTo>
                  <a:lnTo>
                    <a:pt x="143" y="110"/>
                  </a:lnTo>
                  <a:cubicBezTo>
                    <a:pt x="158" y="110"/>
                    <a:pt x="174" y="95"/>
                    <a:pt x="174" y="78"/>
                  </a:cubicBezTo>
                  <a:cubicBezTo>
                    <a:pt x="174" y="63"/>
                    <a:pt x="158" y="47"/>
                    <a:pt x="143" y="47"/>
                  </a:cubicBezTo>
                  <a:lnTo>
                    <a:pt x="126" y="47"/>
                  </a:lnTo>
                  <a:cubicBezTo>
                    <a:pt x="143" y="32"/>
                    <a:pt x="143"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7" name="Google Shape;1437;p38"/>
            <p:cNvSpPr/>
            <p:nvPr/>
          </p:nvSpPr>
          <p:spPr>
            <a:xfrm>
              <a:off x="3260188" y="1773243"/>
              <a:ext cx="7060" cy="4516"/>
            </a:xfrm>
            <a:custGeom>
              <a:avLst/>
              <a:gdLst/>
              <a:ahLst/>
              <a:cxnLst/>
              <a:rect l="l" t="t" r="r" b="b"/>
              <a:pathLst>
                <a:path w="222" h="142" extrusionOk="0">
                  <a:moveTo>
                    <a:pt x="142" y="63"/>
                  </a:moveTo>
                  <a:lnTo>
                    <a:pt x="142" y="47"/>
                  </a:lnTo>
                  <a:lnTo>
                    <a:pt x="142" y="63"/>
                  </a:lnTo>
                  <a:close/>
                  <a:moveTo>
                    <a:pt x="110" y="15"/>
                  </a:moveTo>
                  <a:lnTo>
                    <a:pt x="95" y="32"/>
                  </a:lnTo>
                  <a:lnTo>
                    <a:pt x="95" y="32"/>
                  </a:lnTo>
                  <a:lnTo>
                    <a:pt x="95" y="63"/>
                  </a:lnTo>
                  <a:lnTo>
                    <a:pt x="79" y="78"/>
                  </a:lnTo>
                  <a:lnTo>
                    <a:pt x="79" y="95"/>
                  </a:lnTo>
                  <a:cubicBezTo>
                    <a:pt x="95" y="110"/>
                    <a:pt x="110" y="110"/>
                    <a:pt x="142" y="126"/>
                  </a:cubicBezTo>
                  <a:lnTo>
                    <a:pt x="173" y="126"/>
                  </a:lnTo>
                  <a:lnTo>
                    <a:pt x="173" y="141"/>
                  </a:lnTo>
                  <a:cubicBezTo>
                    <a:pt x="190" y="141"/>
                    <a:pt x="205" y="126"/>
                    <a:pt x="205" y="110"/>
                  </a:cubicBezTo>
                  <a:cubicBezTo>
                    <a:pt x="221" y="95"/>
                    <a:pt x="221" y="78"/>
                    <a:pt x="190" y="78"/>
                  </a:cubicBezTo>
                  <a:cubicBezTo>
                    <a:pt x="190" y="63"/>
                    <a:pt x="173" y="63"/>
                    <a:pt x="158" y="63"/>
                  </a:cubicBezTo>
                  <a:cubicBezTo>
                    <a:pt x="158" y="63"/>
                    <a:pt x="142" y="47"/>
                    <a:pt x="127" y="47"/>
                  </a:cubicBezTo>
                  <a:cubicBezTo>
                    <a:pt x="127" y="32"/>
                    <a:pt x="127" y="15"/>
                    <a:pt x="110" y="15"/>
                  </a:cubicBezTo>
                  <a:close/>
                  <a:moveTo>
                    <a:pt x="32" y="0"/>
                  </a:moveTo>
                  <a:lnTo>
                    <a:pt x="32" y="0"/>
                  </a:lnTo>
                  <a:cubicBezTo>
                    <a:pt x="16" y="0"/>
                    <a:pt x="1" y="15"/>
                    <a:pt x="1" y="47"/>
                  </a:cubicBezTo>
                  <a:cubicBezTo>
                    <a:pt x="1" y="47"/>
                    <a:pt x="1" y="63"/>
                    <a:pt x="16" y="63"/>
                  </a:cubicBezTo>
                  <a:lnTo>
                    <a:pt x="16" y="47"/>
                  </a:lnTo>
                  <a:lnTo>
                    <a:pt x="32" y="32"/>
                  </a:lnTo>
                  <a:lnTo>
                    <a:pt x="32"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8" name="Google Shape;1438;p38"/>
            <p:cNvSpPr/>
            <p:nvPr/>
          </p:nvSpPr>
          <p:spPr>
            <a:xfrm>
              <a:off x="3264673" y="1774706"/>
              <a:ext cx="32" cy="572"/>
            </a:xfrm>
            <a:custGeom>
              <a:avLst/>
              <a:gdLst/>
              <a:ahLst/>
              <a:cxnLst/>
              <a:rect l="l" t="t" r="r" b="b"/>
              <a:pathLst>
                <a:path w="1" h="18" extrusionOk="0">
                  <a:moveTo>
                    <a:pt x="1" y="1"/>
                  </a:move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39" name="Google Shape;1439;p38"/>
            <p:cNvSpPr/>
            <p:nvPr/>
          </p:nvSpPr>
          <p:spPr>
            <a:xfrm>
              <a:off x="3353882" y="1814333"/>
              <a:ext cx="6042" cy="7028"/>
            </a:xfrm>
            <a:custGeom>
              <a:avLst/>
              <a:gdLst/>
              <a:ahLst/>
              <a:cxnLst/>
              <a:rect l="l" t="t" r="r" b="b"/>
              <a:pathLst>
                <a:path w="190" h="221" extrusionOk="0">
                  <a:moveTo>
                    <a:pt x="126" y="0"/>
                  </a:moveTo>
                  <a:lnTo>
                    <a:pt x="126" y="15"/>
                  </a:lnTo>
                  <a:lnTo>
                    <a:pt x="63" y="158"/>
                  </a:lnTo>
                  <a:lnTo>
                    <a:pt x="17" y="173"/>
                  </a:lnTo>
                  <a:cubicBezTo>
                    <a:pt x="0" y="189"/>
                    <a:pt x="0" y="204"/>
                    <a:pt x="0" y="221"/>
                  </a:cubicBezTo>
                  <a:lnTo>
                    <a:pt x="17" y="221"/>
                  </a:lnTo>
                  <a:lnTo>
                    <a:pt x="80" y="221"/>
                  </a:lnTo>
                  <a:lnTo>
                    <a:pt x="111" y="204"/>
                  </a:lnTo>
                  <a:cubicBezTo>
                    <a:pt x="126" y="204"/>
                    <a:pt x="126" y="189"/>
                    <a:pt x="126" y="189"/>
                  </a:cubicBezTo>
                  <a:lnTo>
                    <a:pt x="189" y="32"/>
                  </a:lnTo>
                  <a:lnTo>
                    <a:pt x="189" y="15"/>
                  </a:lnTo>
                  <a:cubicBezTo>
                    <a:pt x="189" y="32"/>
                    <a:pt x="174" y="32"/>
                    <a:pt x="158" y="32"/>
                  </a:cubicBezTo>
                  <a:lnTo>
                    <a:pt x="158" y="32"/>
                  </a:lnTo>
                  <a:cubicBezTo>
                    <a:pt x="143" y="32"/>
                    <a:pt x="126" y="15"/>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0" name="Google Shape;1440;p38"/>
            <p:cNvSpPr/>
            <p:nvPr/>
          </p:nvSpPr>
          <p:spPr>
            <a:xfrm>
              <a:off x="3118376" y="1813315"/>
              <a:ext cx="3562" cy="5534"/>
            </a:xfrm>
            <a:custGeom>
              <a:avLst/>
              <a:gdLst/>
              <a:ahLst/>
              <a:cxnLst/>
              <a:rect l="l" t="t" r="r" b="b"/>
              <a:pathLst>
                <a:path w="112" h="174" extrusionOk="0">
                  <a:moveTo>
                    <a:pt x="48" y="1"/>
                  </a:moveTo>
                  <a:lnTo>
                    <a:pt x="48" y="1"/>
                  </a:lnTo>
                  <a:lnTo>
                    <a:pt x="32" y="1"/>
                  </a:lnTo>
                  <a:lnTo>
                    <a:pt x="32" y="1"/>
                  </a:lnTo>
                  <a:cubicBezTo>
                    <a:pt x="17" y="1"/>
                    <a:pt x="17" y="1"/>
                    <a:pt x="17" y="16"/>
                  </a:cubicBezTo>
                  <a:lnTo>
                    <a:pt x="17" y="16"/>
                  </a:lnTo>
                  <a:cubicBezTo>
                    <a:pt x="17" y="47"/>
                    <a:pt x="0" y="64"/>
                    <a:pt x="0" y="79"/>
                  </a:cubicBezTo>
                  <a:lnTo>
                    <a:pt x="17" y="95"/>
                  </a:lnTo>
                  <a:lnTo>
                    <a:pt x="32" y="95"/>
                  </a:lnTo>
                  <a:lnTo>
                    <a:pt x="32" y="95"/>
                  </a:lnTo>
                  <a:lnTo>
                    <a:pt x="32" y="110"/>
                  </a:lnTo>
                  <a:lnTo>
                    <a:pt x="17" y="127"/>
                  </a:lnTo>
                  <a:cubicBezTo>
                    <a:pt x="17" y="142"/>
                    <a:pt x="17" y="158"/>
                    <a:pt x="32" y="158"/>
                  </a:cubicBezTo>
                  <a:lnTo>
                    <a:pt x="48" y="173"/>
                  </a:lnTo>
                  <a:cubicBezTo>
                    <a:pt x="63" y="173"/>
                    <a:pt x="80" y="158"/>
                    <a:pt x="80" y="158"/>
                  </a:cubicBezTo>
                  <a:lnTo>
                    <a:pt x="80" y="142"/>
                  </a:lnTo>
                  <a:cubicBezTo>
                    <a:pt x="95" y="127"/>
                    <a:pt x="111" y="95"/>
                    <a:pt x="111" y="64"/>
                  </a:cubicBezTo>
                  <a:lnTo>
                    <a:pt x="95" y="16"/>
                  </a:lnTo>
                  <a:cubicBezTo>
                    <a:pt x="80"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1" name="Google Shape;1441;p38"/>
            <p:cNvSpPr/>
            <p:nvPr/>
          </p:nvSpPr>
          <p:spPr>
            <a:xfrm>
              <a:off x="3105336" y="1785741"/>
              <a:ext cx="8046" cy="4548"/>
            </a:xfrm>
            <a:custGeom>
              <a:avLst/>
              <a:gdLst/>
              <a:ahLst/>
              <a:cxnLst/>
              <a:rect l="l" t="t" r="r" b="b"/>
              <a:pathLst>
                <a:path w="253" h="143" extrusionOk="0">
                  <a:moveTo>
                    <a:pt x="80" y="17"/>
                  </a:moveTo>
                  <a:lnTo>
                    <a:pt x="80" y="32"/>
                  </a:lnTo>
                  <a:lnTo>
                    <a:pt x="48" y="63"/>
                  </a:lnTo>
                  <a:lnTo>
                    <a:pt x="64" y="63"/>
                  </a:lnTo>
                  <a:cubicBezTo>
                    <a:pt x="64" y="80"/>
                    <a:pt x="64" y="80"/>
                    <a:pt x="80" y="95"/>
                  </a:cubicBezTo>
                  <a:lnTo>
                    <a:pt x="190" y="143"/>
                  </a:lnTo>
                  <a:lnTo>
                    <a:pt x="206" y="143"/>
                  </a:lnTo>
                  <a:cubicBezTo>
                    <a:pt x="221" y="143"/>
                    <a:pt x="238" y="143"/>
                    <a:pt x="238" y="126"/>
                  </a:cubicBezTo>
                  <a:cubicBezTo>
                    <a:pt x="253" y="111"/>
                    <a:pt x="238" y="95"/>
                    <a:pt x="238" y="95"/>
                  </a:cubicBezTo>
                  <a:lnTo>
                    <a:pt x="190" y="111"/>
                  </a:lnTo>
                  <a:lnTo>
                    <a:pt x="175" y="111"/>
                  </a:lnTo>
                  <a:cubicBezTo>
                    <a:pt x="175" y="111"/>
                    <a:pt x="158" y="111"/>
                    <a:pt x="158" y="95"/>
                  </a:cubicBezTo>
                  <a:lnTo>
                    <a:pt x="143" y="95"/>
                  </a:lnTo>
                  <a:lnTo>
                    <a:pt x="143" y="95"/>
                  </a:lnTo>
                  <a:cubicBezTo>
                    <a:pt x="127" y="95"/>
                    <a:pt x="112" y="95"/>
                    <a:pt x="112" y="80"/>
                  </a:cubicBezTo>
                  <a:lnTo>
                    <a:pt x="112" y="32"/>
                  </a:lnTo>
                  <a:lnTo>
                    <a:pt x="80" y="17"/>
                  </a:lnTo>
                  <a:close/>
                  <a:moveTo>
                    <a:pt x="1" y="0"/>
                  </a:moveTo>
                  <a:lnTo>
                    <a:pt x="1" y="17"/>
                  </a:lnTo>
                  <a:lnTo>
                    <a:pt x="1"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2" name="Google Shape;1442;p38"/>
            <p:cNvSpPr/>
            <p:nvPr/>
          </p:nvSpPr>
          <p:spPr>
            <a:xfrm>
              <a:off x="3438066" y="1748181"/>
              <a:ext cx="4039" cy="13039"/>
            </a:xfrm>
            <a:custGeom>
              <a:avLst/>
              <a:gdLst/>
              <a:ahLst/>
              <a:cxnLst/>
              <a:rect l="l" t="t" r="r" b="b"/>
              <a:pathLst>
                <a:path w="127" h="410" extrusionOk="0">
                  <a:moveTo>
                    <a:pt x="80" y="0"/>
                  </a:moveTo>
                  <a:cubicBezTo>
                    <a:pt x="63" y="15"/>
                    <a:pt x="32" y="15"/>
                    <a:pt x="17" y="15"/>
                  </a:cubicBezTo>
                  <a:lnTo>
                    <a:pt x="0" y="63"/>
                  </a:lnTo>
                  <a:lnTo>
                    <a:pt x="0" y="95"/>
                  </a:lnTo>
                  <a:cubicBezTo>
                    <a:pt x="17" y="110"/>
                    <a:pt x="17" y="141"/>
                    <a:pt x="17" y="189"/>
                  </a:cubicBezTo>
                  <a:cubicBezTo>
                    <a:pt x="0" y="221"/>
                    <a:pt x="0" y="252"/>
                    <a:pt x="17" y="284"/>
                  </a:cubicBezTo>
                  <a:lnTo>
                    <a:pt x="32" y="268"/>
                  </a:lnTo>
                  <a:lnTo>
                    <a:pt x="48" y="268"/>
                  </a:lnTo>
                  <a:lnTo>
                    <a:pt x="48" y="268"/>
                  </a:lnTo>
                  <a:cubicBezTo>
                    <a:pt x="48" y="268"/>
                    <a:pt x="63" y="268"/>
                    <a:pt x="80" y="284"/>
                  </a:cubicBezTo>
                  <a:cubicBezTo>
                    <a:pt x="80" y="299"/>
                    <a:pt x="80" y="315"/>
                    <a:pt x="63" y="331"/>
                  </a:cubicBezTo>
                  <a:lnTo>
                    <a:pt x="48" y="347"/>
                  </a:lnTo>
                  <a:lnTo>
                    <a:pt x="48" y="347"/>
                  </a:lnTo>
                  <a:lnTo>
                    <a:pt x="32" y="362"/>
                  </a:lnTo>
                  <a:cubicBezTo>
                    <a:pt x="17" y="378"/>
                    <a:pt x="32" y="410"/>
                    <a:pt x="48" y="410"/>
                  </a:cubicBezTo>
                  <a:lnTo>
                    <a:pt x="63" y="410"/>
                  </a:lnTo>
                  <a:cubicBezTo>
                    <a:pt x="80" y="410"/>
                    <a:pt x="80" y="410"/>
                    <a:pt x="95" y="394"/>
                  </a:cubicBezTo>
                  <a:lnTo>
                    <a:pt x="111" y="347"/>
                  </a:lnTo>
                  <a:cubicBezTo>
                    <a:pt x="126" y="347"/>
                    <a:pt x="126" y="331"/>
                    <a:pt x="111" y="315"/>
                  </a:cubicBezTo>
                  <a:cubicBezTo>
                    <a:pt x="80" y="284"/>
                    <a:pt x="80" y="236"/>
                    <a:pt x="80" y="189"/>
                  </a:cubicBezTo>
                  <a:cubicBezTo>
                    <a:pt x="80" y="141"/>
                    <a:pt x="80" y="110"/>
                    <a:pt x="63" y="78"/>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3" name="Google Shape;1443;p38"/>
            <p:cNvSpPr/>
            <p:nvPr/>
          </p:nvSpPr>
          <p:spPr>
            <a:xfrm>
              <a:off x="3380470" y="1776709"/>
              <a:ext cx="5025" cy="3562"/>
            </a:xfrm>
            <a:custGeom>
              <a:avLst/>
              <a:gdLst/>
              <a:ahLst/>
              <a:cxnLst/>
              <a:rect l="l" t="t" r="r" b="b"/>
              <a:pathLst>
                <a:path w="158" h="112" extrusionOk="0">
                  <a:moveTo>
                    <a:pt x="126" y="1"/>
                  </a:moveTo>
                  <a:lnTo>
                    <a:pt x="126" y="1"/>
                  </a:lnTo>
                  <a:lnTo>
                    <a:pt x="110" y="1"/>
                  </a:lnTo>
                  <a:lnTo>
                    <a:pt x="0" y="49"/>
                  </a:lnTo>
                  <a:lnTo>
                    <a:pt x="0" y="49"/>
                  </a:lnTo>
                  <a:lnTo>
                    <a:pt x="0" y="64"/>
                  </a:lnTo>
                  <a:lnTo>
                    <a:pt x="0" y="95"/>
                  </a:lnTo>
                  <a:cubicBezTo>
                    <a:pt x="0" y="112"/>
                    <a:pt x="15" y="112"/>
                    <a:pt x="15" y="112"/>
                  </a:cubicBezTo>
                  <a:lnTo>
                    <a:pt x="32" y="112"/>
                  </a:lnTo>
                  <a:lnTo>
                    <a:pt x="141" y="64"/>
                  </a:lnTo>
                  <a:cubicBezTo>
                    <a:pt x="158" y="64"/>
                    <a:pt x="158" y="32"/>
                    <a:pt x="158" y="17"/>
                  </a:cubicBezTo>
                  <a:cubicBezTo>
                    <a:pt x="158" y="17"/>
                    <a:pt x="141" y="1"/>
                    <a:pt x="12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4" name="Google Shape;1444;p38"/>
            <p:cNvSpPr/>
            <p:nvPr/>
          </p:nvSpPr>
          <p:spPr>
            <a:xfrm>
              <a:off x="3384954" y="1791275"/>
              <a:ext cx="9032" cy="3498"/>
            </a:xfrm>
            <a:custGeom>
              <a:avLst/>
              <a:gdLst/>
              <a:ahLst/>
              <a:cxnLst/>
              <a:rect l="l" t="t" r="r" b="b"/>
              <a:pathLst>
                <a:path w="284" h="110" extrusionOk="0">
                  <a:moveTo>
                    <a:pt x="17" y="0"/>
                  </a:moveTo>
                  <a:cubicBezTo>
                    <a:pt x="17" y="15"/>
                    <a:pt x="0" y="15"/>
                    <a:pt x="0" y="15"/>
                  </a:cubicBezTo>
                  <a:cubicBezTo>
                    <a:pt x="17" y="15"/>
                    <a:pt x="17" y="32"/>
                    <a:pt x="17" y="32"/>
                  </a:cubicBezTo>
                  <a:lnTo>
                    <a:pt x="237" y="110"/>
                  </a:lnTo>
                  <a:lnTo>
                    <a:pt x="237" y="110"/>
                  </a:lnTo>
                  <a:cubicBezTo>
                    <a:pt x="252" y="110"/>
                    <a:pt x="269" y="95"/>
                    <a:pt x="284" y="95"/>
                  </a:cubicBezTo>
                  <a:cubicBezTo>
                    <a:pt x="284" y="63"/>
                    <a:pt x="269" y="47"/>
                    <a:pt x="252" y="47"/>
                  </a:cubicBezTo>
                  <a:lnTo>
                    <a:pt x="158" y="15"/>
                  </a:lnTo>
                  <a:cubicBezTo>
                    <a:pt x="158" y="32"/>
                    <a:pt x="158" y="32"/>
                    <a:pt x="143" y="47"/>
                  </a:cubicBezTo>
                  <a:lnTo>
                    <a:pt x="126" y="47"/>
                  </a:lnTo>
                  <a:cubicBezTo>
                    <a:pt x="111" y="47"/>
                    <a:pt x="95" y="32"/>
                    <a:pt x="95" y="15"/>
                  </a:cubicBezTo>
                  <a:lnTo>
                    <a:pt x="95" y="15"/>
                  </a:lnTo>
                  <a:lnTo>
                    <a:pt x="17" y="15"/>
                  </a:lnTo>
                  <a:lnTo>
                    <a:pt x="1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5" name="Google Shape;1445;p38"/>
            <p:cNvSpPr/>
            <p:nvPr/>
          </p:nvSpPr>
          <p:spPr>
            <a:xfrm>
              <a:off x="3390965" y="1801294"/>
              <a:ext cx="7569" cy="3530"/>
            </a:xfrm>
            <a:custGeom>
              <a:avLst/>
              <a:gdLst/>
              <a:ahLst/>
              <a:cxnLst/>
              <a:rect l="l" t="t" r="r" b="b"/>
              <a:pathLst>
                <a:path w="238" h="111" extrusionOk="0">
                  <a:moveTo>
                    <a:pt x="206" y="16"/>
                  </a:moveTo>
                  <a:lnTo>
                    <a:pt x="189" y="16"/>
                  </a:lnTo>
                  <a:lnTo>
                    <a:pt x="143" y="32"/>
                  </a:lnTo>
                  <a:lnTo>
                    <a:pt x="143" y="110"/>
                  </a:lnTo>
                  <a:cubicBezTo>
                    <a:pt x="143" y="110"/>
                    <a:pt x="158" y="110"/>
                    <a:pt x="158" y="95"/>
                  </a:cubicBezTo>
                  <a:lnTo>
                    <a:pt x="158" y="95"/>
                  </a:lnTo>
                  <a:lnTo>
                    <a:pt x="174" y="95"/>
                  </a:lnTo>
                  <a:cubicBezTo>
                    <a:pt x="174" y="95"/>
                    <a:pt x="189" y="79"/>
                    <a:pt x="206" y="79"/>
                  </a:cubicBezTo>
                  <a:lnTo>
                    <a:pt x="221" y="79"/>
                  </a:lnTo>
                  <a:cubicBezTo>
                    <a:pt x="237" y="79"/>
                    <a:pt x="237" y="63"/>
                    <a:pt x="237" y="47"/>
                  </a:cubicBezTo>
                  <a:cubicBezTo>
                    <a:pt x="237" y="32"/>
                    <a:pt x="221" y="16"/>
                    <a:pt x="206" y="16"/>
                  </a:cubicBezTo>
                  <a:close/>
                  <a:moveTo>
                    <a:pt x="32" y="0"/>
                  </a:moveTo>
                  <a:cubicBezTo>
                    <a:pt x="32" y="16"/>
                    <a:pt x="0" y="47"/>
                    <a:pt x="32" y="79"/>
                  </a:cubicBezTo>
                  <a:lnTo>
                    <a:pt x="32" y="79"/>
                  </a:lnTo>
                  <a:lnTo>
                    <a:pt x="48" y="79"/>
                  </a:lnTo>
                  <a:lnTo>
                    <a:pt x="48" y="79"/>
                  </a:lnTo>
                  <a:lnTo>
                    <a:pt x="80" y="79"/>
                  </a:lnTo>
                  <a:lnTo>
                    <a:pt x="80" y="32"/>
                  </a:lnTo>
                  <a:cubicBezTo>
                    <a:pt x="63" y="16"/>
                    <a:pt x="80" y="16"/>
                    <a:pt x="80" y="16"/>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6" name="Google Shape;1446;p38"/>
            <p:cNvSpPr/>
            <p:nvPr/>
          </p:nvSpPr>
          <p:spPr>
            <a:xfrm>
              <a:off x="3185513" y="1774229"/>
              <a:ext cx="7569" cy="6042"/>
            </a:xfrm>
            <a:custGeom>
              <a:avLst/>
              <a:gdLst/>
              <a:ahLst/>
              <a:cxnLst/>
              <a:rect l="l" t="t" r="r" b="b"/>
              <a:pathLst>
                <a:path w="238" h="190" extrusionOk="0">
                  <a:moveTo>
                    <a:pt x="158" y="95"/>
                  </a:moveTo>
                  <a:lnTo>
                    <a:pt x="158" y="95"/>
                  </a:lnTo>
                  <a:lnTo>
                    <a:pt x="158" y="95"/>
                  </a:lnTo>
                  <a:close/>
                  <a:moveTo>
                    <a:pt x="95" y="1"/>
                  </a:moveTo>
                  <a:cubicBezTo>
                    <a:pt x="64" y="1"/>
                    <a:pt x="32" y="1"/>
                    <a:pt x="1" y="16"/>
                  </a:cubicBezTo>
                  <a:lnTo>
                    <a:pt x="1" y="16"/>
                  </a:lnTo>
                  <a:cubicBezTo>
                    <a:pt x="17" y="32"/>
                    <a:pt x="32" y="47"/>
                    <a:pt x="48" y="47"/>
                  </a:cubicBezTo>
                  <a:cubicBezTo>
                    <a:pt x="80" y="79"/>
                    <a:pt x="95" y="95"/>
                    <a:pt x="111" y="127"/>
                  </a:cubicBezTo>
                  <a:cubicBezTo>
                    <a:pt x="111" y="158"/>
                    <a:pt x="143" y="158"/>
                    <a:pt x="158" y="173"/>
                  </a:cubicBezTo>
                  <a:lnTo>
                    <a:pt x="190" y="173"/>
                  </a:lnTo>
                  <a:cubicBezTo>
                    <a:pt x="190" y="190"/>
                    <a:pt x="190" y="190"/>
                    <a:pt x="206" y="190"/>
                  </a:cubicBezTo>
                  <a:cubicBezTo>
                    <a:pt x="221" y="190"/>
                    <a:pt x="221" y="173"/>
                    <a:pt x="237" y="158"/>
                  </a:cubicBezTo>
                  <a:cubicBezTo>
                    <a:pt x="237" y="142"/>
                    <a:pt x="237" y="127"/>
                    <a:pt x="221" y="110"/>
                  </a:cubicBezTo>
                  <a:lnTo>
                    <a:pt x="190" y="110"/>
                  </a:lnTo>
                  <a:lnTo>
                    <a:pt x="174" y="95"/>
                  </a:lnTo>
                  <a:cubicBezTo>
                    <a:pt x="158" y="47"/>
                    <a:pt x="127"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7" name="Google Shape;1447;p38"/>
            <p:cNvSpPr/>
            <p:nvPr/>
          </p:nvSpPr>
          <p:spPr>
            <a:xfrm>
              <a:off x="3190538" y="177725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8" name="Google Shape;1448;p38"/>
            <p:cNvSpPr/>
            <p:nvPr/>
          </p:nvSpPr>
          <p:spPr>
            <a:xfrm>
              <a:off x="3042206" y="1820821"/>
              <a:ext cx="6042" cy="4039"/>
            </a:xfrm>
            <a:custGeom>
              <a:avLst/>
              <a:gdLst/>
              <a:ahLst/>
              <a:cxnLst/>
              <a:rect l="l" t="t" r="r" b="b"/>
              <a:pathLst>
                <a:path w="190" h="127" extrusionOk="0">
                  <a:moveTo>
                    <a:pt x="158" y="0"/>
                  </a:moveTo>
                  <a:lnTo>
                    <a:pt x="158" y="0"/>
                  </a:lnTo>
                  <a:cubicBezTo>
                    <a:pt x="143" y="0"/>
                    <a:pt x="126" y="17"/>
                    <a:pt x="126" y="17"/>
                  </a:cubicBezTo>
                  <a:cubicBezTo>
                    <a:pt x="126" y="32"/>
                    <a:pt x="111" y="32"/>
                    <a:pt x="95" y="48"/>
                  </a:cubicBezTo>
                  <a:lnTo>
                    <a:pt x="95" y="63"/>
                  </a:lnTo>
                  <a:cubicBezTo>
                    <a:pt x="95" y="80"/>
                    <a:pt x="80" y="95"/>
                    <a:pt x="63" y="95"/>
                  </a:cubicBezTo>
                  <a:lnTo>
                    <a:pt x="0" y="95"/>
                  </a:lnTo>
                  <a:lnTo>
                    <a:pt x="0" y="111"/>
                  </a:lnTo>
                  <a:cubicBezTo>
                    <a:pt x="17" y="126"/>
                    <a:pt x="17" y="126"/>
                    <a:pt x="32" y="126"/>
                  </a:cubicBezTo>
                  <a:lnTo>
                    <a:pt x="48" y="126"/>
                  </a:lnTo>
                  <a:cubicBezTo>
                    <a:pt x="63" y="111"/>
                    <a:pt x="80" y="111"/>
                    <a:pt x="95" y="111"/>
                  </a:cubicBezTo>
                  <a:cubicBezTo>
                    <a:pt x="126" y="111"/>
                    <a:pt x="174" y="95"/>
                    <a:pt x="189" y="48"/>
                  </a:cubicBezTo>
                  <a:cubicBezTo>
                    <a:pt x="189" y="32"/>
                    <a:pt x="189" y="17"/>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49" name="Google Shape;1449;p38"/>
            <p:cNvSpPr/>
            <p:nvPr/>
          </p:nvSpPr>
          <p:spPr>
            <a:xfrm>
              <a:off x="3167004" y="1793279"/>
              <a:ext cx="6042" cy="3021"/>
            </a:xfrm>
            <a:custGeom>
              <a:avLst/>
              <a:gdLst/>
              <a:ahLst/>
              <a:cxnLst/>
              <a:rect l="l" t="t" r="r" b="b"/>
              <a:pathLst>
                <a:path w="190" h="95" extrusionOk="0">
                  <a:moveTo>
                    <a:pt x="173" y="0"/>
                  </a:moveTo>
                  <a:lnTo>
                    <a:pt x="173" y="0"/>
                  </a:lnTo>
                  <a:lnTo>
                    <a:pt x="32" y="15"/>
                  </a:lnTo>
                  <a:cubicBezTo>
                    <a:pt x="0" y="15"/>
                    <a:pt x="0" y="32"/>
                    <a:pt x="0" y="63"/>
                  </a:cubicBezTo>
                  <a:cubicBezTo>
                    <a:pt x="0" y="78"/>
                    <a:pt x="15" y="95"/>
                    <a:pt x="32" y="95"/>
                  </a:cubicBezTo>
                  <a:lnTo>
                    <a:pt x="32" y="95"/>
                  </a:lnTo>
                  <a:lnTo>
                    <a:pt x="63" y="78"/>
                  </a:lnTo>
                  <a:lnTo>
                    <a:pt x="63" y="78"/>
                  </a:lnTo>
                  <a:cubicBezTo>
                    <a:pt x="78" y="63"/>
                    <a:pt x="110" y="47"/>
                    <a:pt x="141" y="47"/>
                  </a:cubicBezTo>
                  <a:lnTo>
                    <a:pt x="189" y="47"/>
                  </a:lnTo>
                  <a:lnTo>
                    <a:pt x="189" y="32"/>
                  </a:lnTo>
                  <a:lnTo>
                    <a:pt x="189" y="15"/>
                  </a:lnTo>
                  <a:cubicBezTo>
                    <a:pt x="189" y="0"/>
                    <a:pt x="173" y="0"/>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0" name="Google Shape;1450;p38"/>
            <p:cNvSpPr/>
            <p:nvPr/>
          </p:nvSpPr>
          <p:spPr>
            <a:xfrm>
              <a:off x="3346376" y="1812806"/>
              <a:ext cx="7537" cy="8555"/>
            </a:xfrm>
            <a:custGeom>
              <a:avLst/>
              <a:gdLst/>
              <a:ahLst/>
              <a:cxnLst/>
              <a:rect l="l" t="t" r="r" b="b"/>
              <a:pathLst>
                <a:path w="237" h="269" extrusionOk="0">
                  <a:moveTo>
                    <a:pt x="158" y="189"/>
                  </a:moveTo>
                  <a:lnTo>
                    <a:pt x="158" y="189"/>
                  </a:lnTo>
                  <a:lnTo>
                    <a:pt x="142" y="206"/>
                  </a:lnTo>
                  <a:lnTo>
                    <a:pt x="110" y="206"/>
                  </a:lnTo>
                  <a:lnTo>
                    <a:pt x="95" y="206"/>
                  </a:lnTo>
                  <a:lnTo>
                    <a:pt x="95" y="206"/>
                  </a:lnTo>
                  <a:lnTo>
                    <a:pt x="64" y="206"/>
                  </a:lnTo>
                  <a:lnTo>
                    <a:pt x="47" y="206"/>
                  </a:lnTo>
                  <a:lnTo>
                    <a:pt x="47" y="206"/>
                  </a:lnTo>
                  <a:cubicBezTo>
                    <a:pt x="47" y="221"/>
                    <a:pt x="47" y="237"/>
                    <a:pt x="32" y="237"/>
                  </a:cubicBezTo>
                  <a:lnTo>
                    <a:pt x="1" y="252"/>
                  </a:lnTo>
                  <a:cubicBezTo>
                    <a:pt x="16" y="252"/>
                    <a:pt x="16" y="252"/>
                    <a:pt x="16" y="269"/>
                  </a:cubicBezTo>
                  <a:lnTo>
                    <a:pt x="32" y="269"/>
                  </a:lnTo>
                  <a:lnTo>
                    <a:pt x="47" y="269"/>
                  </a:lnTo>
                  <a:lnTo>
                    <a:pt x="47" y="269"/>
                  </a:lnTo>
                  <a:lnTo>
                    <a:pt x="47" y="269"/>
                  </a:lnTo>
                  <a:lnTo>
                    <a:pt x="110" y="237"/>
                  </a:lnTo>
                  <a:lnTo>
                    <a:pt x="173" y="269"/>
                  </a:lnTo>
                  <a:lnTo>
                    <a:pt x="190" y="269"/>
                  </a:lnTo>
                  <a:cubicBezTo>
                    <a:pt x="205" y="269"/>
                    <a:pt x="221" y="252"/>
                    <a:pt x="221" y="252"/>
                  </a:cubicBezTo>
                  <a:cubicBezTo>
                    <a:pt x="236" y="221"/>
                    <a:pt x="221" y="206"/>
                    <a:pt x="205" y="206"/>
                  </a:cubicBezTo>
                  <a:lnTo>
                    <a:pt x="158" y="189"/>
                  </a:lnTo>
                  <a:close/>
                  <a:moveTo>
                    <a:pt x="95" y="17"/>
                  </a:moveTo>
                  <a:lnTo>
                    <a:pt x="79" y="32"/>
                  </a:lnTo>
                  <a:cubicBezTo>
                    <a:pt x="79" y="48"/>
                    <a:pt x="64" y="63"/>
                    <a:pt x="47" y="63"/>
                  </a:cubicBezTo>
                  <a:lnTo>
                    <a:pt x="32" y="48"/>
                  </a:lnTo>
                  <a:lnTo>
                    <a:pt x="16" y="48"/>
                  </a:lnTo>
                  <a:lnTo>
                    <a:pt x="16" y="63"/>
                  </a:lnTo>
                  <a:lnTo>
                    <a:pt x="1" y="63"/>
                  </a:lnTo>
                  <a:lnTo>
                    <a:pt x="32" y="80"/>
                  </a:lnTo>
                  <a:cubicBezTo>
                    <a:pt x="47" y="95"/>
                    <a:pt x="47" y="111"/>
                    <a:pt x="32" y="126"/>
                  </a:cubicBezTo>
                  <a:cubicBezTo>
                    <a:pt x="32" y="126"/>
                    <a:pt x="16" y="143"/>
                    <a:pt x="1" y="143"/>
                  </a:cubicBezTo>
                  <a:lnTo>
                    <a:pt x="1" y="143"/>
                  </a:lnTo>
                  <a:lnTo>
                    <a:pt x="1" y="174"/>
                  </a:lnTo>
                  <a:lnTo>
                    <a:pt x="1" y="174"/>
                  </a:lnTo>
                  <a:lnTo>
                    <a:pt x="16" y="174"/>
                  </a:lnTo>
                  <a:lnTo>
                    <a:pt x="16" y="174"/>
                  </a:lnTo>
                  <a:lnTo>
                    <a:pt x="16" y="174"/>
                  </a:lnTo>
                  <a:cubicBezTo>
                    <a:pt x="16" y="158"/>
                    <a:pt x="32" y="143"/>
                    <a:pt x="47" y="143"/>
                  </a:cubicBezTo>
                  <a:lnTo>
                    <a:pt x="64" y="143"/>
                  </a:lnTo>
                  <a:cubicBezTo>
                    <a:pt x="79" y="111"/>
                    <a:pt x="79" y="80"/>
                    <a:pt x="95" y="32"/>
                  </a:cubicBezTo>
                  <a:cubicBezTo>
                    <a:pt x="110" y="32"/>
                    <a:pt x="110" y="17"/>
                    <a:pt x="95" y="17"/>
                  </a:cubicBezTo>
                  <a:close/>
                  <a:moveTo>
                    <a:pt x="32" y="0"/>
                  </a:moveTo>
                  <a:lnTo>
                    <a:pt x="16" y="0"/>
                  </a:lnTo>
                  <a:lnTo>
                    <a:pt x="16" y="17"/>
                  </a:lnTo>
                  <a:lnTo>
                    <a:pt x="16" y="17"/>
                  </a:lnTo>
                  <a:lnTo>
                    <a:pt x="1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1" name="Google Shape;1451;p38"/>
            <p:cNvSpPr/>
            <p:nvPr/>
          </p:nvSpPr>
          <p:spPr>
            <a:xfrm>
              <a:off x="3103842" y="1790258"/>
              <a:ext cx="7060" cy="2512"/>
            </a:xfrm>
            <a:custGeom>
              <a:avLst/>
              <a:gdLst/>
              <a:ahLst/>
              <a:cxnLst/>
              <a:rect l="l" t="t" r="r" b="b"/>
              <a:pathLst>
                <a:path w="222" h="79" extrusionOk="0">
                  <a:moveTo>
                    <a:pt x="32" y="16"/>
                  </a:moveTo>
                  <a:lnTo>
                    <a:pt x="16" y="16"/>
                  </a:lnTo>
                  <a:cubicBezTo>
                    <a:pt x="1" y="32"/>
                    <a:pt x="16" y="64"/>
                    <a:pt x="32" y="64"/>
                  </a:cubicBezTo>
                  <a:lnTo>
                    <a:pt x="32" y="79"/>
                  </a:lnTo>
                  <a:cubicBezTo>
                    <a:pt x="32" y="64"/>
                    <a:pt x="48" y="47"/>
                    <a:pt x="64" y="47"/>
                  </a:cubicBezTo>
                  <a:lnTo>
                    <a:pt x="64" y="47"/>
                  </a:lnTo>
                  <a:lnTo>
                    <a:pt x="64" y="47"/>
                  </a:lnTo>
                  <a:cubicBezTo>
                    <a:pt x="79" y="47"/>
                    <a:pt x="95" y="64"/>
                    <a:pt x="95" y="79"/>
                  </a:cubicBezTo>
                  <a:lnTo>
                    <a:pt x="95" y="79"/>
                  </a:lnTo>
                  <a:lnTo>
                    <a:pt x="111" y="79"/>
                  </a:lnTo>
                  <a:lnTo>
                    <a:pt x="111" y="79"/>
                  </a:lnTo>
                  <a:lnTo>
                    <a:pt x="111" y="79"/>
                  </a:lnTo>
                  <a:lnTo>
                    <a:pt x="111" y="64"/>
                  </a:lnTo>
                  <a:cubicBezTo>
                    <a:pt x="111" y="64"/>
                    <a:pt x="127" y="64"/>
                    <a:pt x="127" y="47"/>
                  </a:cubicBezTo>
                  <a:lnTo>
                    <a:pt x="127" y="47"/>
                  </a:lnTo>
                  <a:lnTo>
                    <a:pt x="95" y="16"/>
                  </a:lnTo>
                  <a:lnTo>
                    <a:pt x="79" y="16"/>
                  </a:lnTo>
                  <a:lnTo>
                    <a:pt x="79" y="16"/>
                  </a:lnTo>
                  <a:lnTo>
                    <a:pt x="64" y="16"/>
                  </a:lnTo>
                  <a:lnTo>
                    <a:pt x="48" y="16"/>
                  </a:lnTo>
                  <a:lnTo>
                    <a:pt x="32" y="16"/>
                  </a:lnTo>
                  <a:close/>
                  <a:moveTo>
                    <a:pt x="190" y="1"/>
                  </a:moveTo>
                  <a:lnTo>
                    <a:pt x="190" y="1"/>
                  </a:lnTo>
                  <a:lnTo>
                    <a:pt x="174" y="16"/>
                  </a:lnTo>
                  <a:lnTo>
                    <a:pt x="174" y="47"/>
                  </a:lnTo>
                  <a:lnTo>
                    <a:pt x="174" y="47"/>
                  </a:lnTo>
                  <a:cubicBezTo>
                    <a:pt x="174" y="47"/>
                    <a:pt x="190" y="64"/>
                    <a:pt x="190" y="79"/>
                  </a:cubicBezTo>
                  <a:lnTo>
                    <a:pt x="190" y="79"/>
                  </a:lnTo>
                  <a:cubicBezTo>
                    <a:pt x="222" y="79"/>
                    <a:pt x="222" y="64"/>
                    <a:pt x="222" y="32"/>
                  </a:cubicBezTo>
                  <a:cubicBezTo>
                    <a:pt x="222" y="16"/>
                    <a:pt x="205" y="1"/>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2" name="Google Shape;1452;p38"/>
            <p:cNvSpPr/>
            <p:nvPr/>
          </p:nvSpPr>
          <p:spPr>
            <a:xfrm>
              <a:off x="3397485" y="1767709"/>
              <a:ext cx="4516" cy="3021"/>
            </a:xfrm>
            <a:custGeom>
              <a:avLst/>
              <a:gdLst/>
              <a:ahLst/>
              <a:cxnLst/>
              <a:rect l="l" t="t" r="r" b="b"/>
              <a:pathLst>
                <a:path w="142" h="95" extrusionOk="0">
                  <a:moveTo>
                    <a:pt x="127" y="0"/>
                  </a:moveTo>
                  <a:lnTo>
                    <a:pt x="110" y="17"/>
                  </a:lnTo>
                  <a:lnTo>
                    <a:pt x="95" y="17"/>
                  </a:lnTo>
                  <a:lnTo>
                    <a:pt x="64" y="17"/>
                  </a:lnTo>
                  <a:lnTo>
                    <a:pt x="32" y="17"/>
                  </a:lnTo>
                  <a:cubicBezTo>
                    <a:pt x="16" y="32"/>
                    <a:pt x="1" y="48"/>
                    <a:pt x="16" y="63"/>
                  </a:cubicBezTo>
                  <a:cubicBezTo>
                    <a:pt x="16" y="80"/>
                    <a:pt x="32" y="95"/>
                    <a:pt x="47" y="95"/>
                  </a:cubicBezTo>
                  <a:lnTo>
                    <a:pt x="47" y="95"/>
                  </a:lnTo>
                  <a:lnTo>
                    <a:pt x="142" y="63"/>
                  </a:lnTo>
                  <a:lnTo>
                    <a:pt x="142" y="48"/>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3" name="Google Shape;1453;p38"/>
            <p:cNvSpPr/>
            <p:nvPr/>
          </p:nvSpPr>
          <p:spPr>
            <a:xfrm>
              <a:off x="3263210" y="1818817"/>
              <a:ext cx="4039" cy="9573"/>
            </a:xfrm>
            <a:custGeom>
              <a:avLst/>
              <a:gdLst/>
              <a:ahLst/>
              <a:cxnLst/>
              <a:rect l="l" t="t" r="r" b="b"/>
              <a:pathLst>
                <a:path w="127" h="301" extrusionOk="0">
                  <a:moveTo>
                    <a:pt x="63" y="0"/>
                  </a:moveTo>
                  <a:lnTo>
                    <a:pt x="63" y="0"/>
                  </a:lnTo>
                  <a:cubicBezTo>
                    <a:pt x="47" y="0"/>
                    <a:pt x="47" y="17"/>
                    <a:pt x="32" y="17"/>
                  </a:cubicBezTo>
                  <a:cubicBezTo>
                    <a:pt x="32" y="32"/>
                    <a:pt x="32" y="63"/>
                    <a:pt x="47" y="63"/>
                  </a:cubicBezTo>
                  <a:cubicBezTo>
                    <a:pt x="47" y="80"/>
                    <a:pt x="47" y="80"/>
                    <a:pt x="63" y="80"/>
                  </a:cubicBezTo>
                  <a:cubicBezTo>
                    <a:pt x="47" y="95"/>
                    <a:pt x="47" y="95"/>
                    <a:pt x="47" y="111"/>
                  </a:cubicBezTo>
                  <a:cubicBezTo>
                    <a:pt x="47" y="126"/>
                    <a:pt x="32" y="143"/>
                    <a:pt x="32" y="158"/>
                  </a:cubicBezTo>
                  <a:lnTo>
                    <a:pt x="32" y="174"/>
                  </a:lnTo>
                  <a:cubicBezTo>
                    <a:pt x="15" y="206"/>
                    <a:pt x="0" y="252"/>
                    <a:pt x="47" y="284"/>
                  </a:cubicBezTo>
                  <a:cubicBezTo>
                    <a:pt x="47" y="300"/>
                    <a:pt x="47" y="300"/>
                    <a:pt x="63" y="300"/>
                  </a:cubicBezTo>
                  <a:cubicBezTo>
                    <a:pt x="78" y="300"/>
                    <a:pt x="78" y="300"/>
                    <a:pt x="95" y="284"/>
                  </a:cubicBezTo>
                  <a:lnTo>
                    <a:pt x="95" y="237"/>
                  </a:lnTo>
                  <a:cubicBezTo>
                    <a:pt x="78" y="237"/>
                    <a:pt x="78" y="237"/>
                    <a:pt x="78" y="206"/>
                  </a:cubicBezTo>
                  <a:lnTo>
                    <a:pt x="78" y="206"/>
                  </a:lnTo>
                  <a:cubicBezTo>
                    <a:pt x="63" y="206"/>
                    <a:pt x="47" y="206"/>
                    <a:pt x="47" y="189"/>
                  </a:cubicBezTo>
                  <a:cubicBezTo>
                    <a:pt x="32" y="174"/>
                    <a:pt x="47" y="158"/>
                    <a:pt x="63" y="143"/>
                  </a:cubicBezTo>
                  <a:lnTo>
                    <a:pt x="95" y="126"/>
                  </a:lnTo>
                  <a:cubicBezTo>
                    <a:pt x="78" y="126"/>
                    <a:pt x="78" y="111"/>
                    <a:pt x="78" y="111"/>
                  </a:cubicBezTo>
                  <a:cubicBezTo>
                    <a:pt x="78" y="80"/>
                    <a:pt x="78" y="63"/>
                    <a:pt x="95" y="63"/>
                  </a:cubicBezTo>
                  <a:lnTo>
                    <a:pt x="126" y="63"/>
                  </a:lnTo>
                  <a:lnTo>
                    <a:pt x="126" y="48"/>
                  </a:lnTo>
                  <a:cubicBezTo>
                    <a:pt x="126" y="63"/>
                    <a:pt x="110" y="63"/>
                    <a:pt x="110" y="63"/>
                  </a:cubicBezTo>
                  <a:cubicBezTo>
                    <a:pt x="95" y="63"/>
                    <a:pt x="95" y="63"/>
                    <a:pt x="78" y="48"/>
                  </a:cubicBezTo>
                  <a:lnTo>
                    <a:pt x="78" y="17"/>
                  </a:lnTo>
                  <a:cubicBezTo>
                    <a:pt x="78"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4" name="Google Shape;1454;p38"/>
            <p:cNvSpPr/>
            <p:nvPr/>
          </p:nvSpPr>
          <p:spPr>
            <a:xfrm>
              <a:off x="3398503" y="1786727"/>
              <a:ext cx="3021" cy="9573"/>
            </a:xfrm>
            <a:custGeom>
              <a:avLst/>
              <a:gdLst/>
              <a:ahLst/>
              <a:cxnLst/>
              <a:rect l="l" t="t" r="r" b="b"/>
              <a:pathLst>
                <a:path w="95" h="301" extrusionOk="0">
                  <a:moveTo>
                    <a:pt x="95" y="1"/>
                  </a:moveTo>
                  <a:cubicBezTo>
                    <a:pt x="78" y="17"/>
                    <a:pt x="47" y="17"/>
                    <a:pt x="32" y="17"/>
                  </a:cubicBezTo>
                  <a:lnTo>
                    <a:pt x="15" y="17"/>
                  </a:lnTo>
                  <a:lnTo>
                    <a:pt x="15" y="80"/>
                  </a:lnTo>
                  <a:lnTo>
                    <a:pt x="15" y="80"/>
                  </a:lnTo>
                  <a:lnTo>
                    <a:pt x="0" y="143"/>
                  </a:lnTo>
                  <a:cubicBezTo>
                    <a:pt x="15" y="158"/>
                    <a:pt x="15" y="158"/>
                    <a:pt x="15" y="175"/>
                  </a:cubicBezTo>
                  <a:lnTo>
                    <a:pt x="15" y="221"/>
                  </a:lnTo>
                  <a:lnTo>
                    <a:pt x="0" y="238"/>
                  </a:lnTo>
                  <a:cubicBezTo>
                    <a:pt x="15" y="238"/>
                    <a:pt x="15" y="253"/>
                    <a:pt x="15" y="269"/>
                  </a:cubicBezTo>
                  <a:lnTo>
                    <a:pt x="32" y="284"/>
                  </a:lnTo>
                  <a:lnTo>
                    <a:pt x="32" y="301"/>
                  </a:lnTo>
                  <a:lnTo>
                    <a:pt x="32" y="301"/>
                  </a:lnTo>
                  <a:cubicBezTo>
                    <a:pt x="47" y="301"/>
                    <a:pt x="63" y="284"/>
                    <a:pt x="63" y="253"/>
                  </a:cubicBezTo>
                  <a:lnTo>
                    <a:pt x="63" y="221"/>
                  </a:lnTo>
                  <a:lnTo>
                    <a:pt x="47" y="206"/>
                  </a:lnTo>
                  <a:cubicBezTo>
                    <a:pt x="32" y="206"/>
                    <a:pt x="15" y="190"/>
                    <a:pt x="32" y="175"/>
                  </a:cubicBezTo>
                  <a:cubicBezTo>
                    <a:pt x="32" y="158"/>
                    <a:pt x="47" y="143"/>
                    <a:pt x="47" y="143"/>
                  </a:cubicBezTo>
                  <a:lnTo>
                    <a:pt x="63" y="143"/>
                  </a:lnTo>
                  <a:lnTo>
                    <a:pt x="63" y="143"/>
                  </a:lnTo>
                  <a:lnTo>
                    <a:pt x="78" y="143"/>
                  </a:lnTo>
                  <a:lnTo>
                    <a:pt x="78" y="95"/>
                  </a:lnTo>
                  <a:lnTo>
                    <a:pt x="78" y="80"/>
                  </a:lnTo>
                  <a:lnTo>
                    <a:pt x="78" y="80"/>
                  </a:lnTo>
                  <a:lnTo>
                    <a:pt x="78" y="80"/>
                  </a:lnTo>
                  <a:cubicBezTo>
                    <a:pt x="63" y="80"/>
                    <a:pt x="47" y="80"/>
                    <a:pt x="47" y="64"/>
                  </a:cubicBezTo>
                  <a:cubicBezTo>
                    <a:pt x="32" y="32"/>
                    <a:pt x="47" y="17"/>
                    <a:pt x="78" y="17"/>
                  </a:cubicBez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5" name="Google Shape;1455;p38"/>
            <p:cNvSpPr/>
            <p:nvPr/>
          </p:nvSpPr>
          <p:spPr>
            <a:xfrm>
              <a:off x="3429034" y="1757182"/>
              <a:ext cx="5565" cy="4548"/>
            </a:xfrm>
            <a:custGeom>
              <a:avLst/>
              <a:gdLst/>
              <a:ahLst/>
              <a:cxnLst/>
              <a:rect l="l" t="t" r="r" b="b"/>
              <a:pathLst>
                <a:path w="175" h="143" extrusionOk="0">
                  <a:moveTo>
                    <a:pt x="32" y="1"/>
                  </a:moveTo>
                  <a:lnTo>
                    <a:pt x="32" y="1"/>
                  </a:lnTo>
                  <a:lnTo>
                    <a:pt x="1" y="95"/>
                  </a:lnTo>
                  <a:lnTo>
                    <a:pt x="1" y="95"/>
                  </a:lnTo>
                  <a:lnTo>
                    <a:pt x="17" y="95"/>
                  </a:lnTo>
                  <a:lnTo>
                    <a:pt x="32" y="127"/>
                  </a:lnTo>
                  <a:cubicBezTo>
                    <a:pt x="49" y="127"/>
                    <a:pt x="49" y="142"/>
                    <a:pt x="64" y="142"/>
                  </a:cubicBezTo>
                  <a:lnTo>
                    <a:pt x="64" y="142"/>
                  </a:lnTo>
                  <a:lnTo>
                    <a:pt x="158" y="127"/>
                  </a:lnTo>
                  <a:lnTo>
                    <a:pt x="175" y="127"/>
                  </a:lnTo>
                  <a:lnTo>
                    <a:pt x="158" y="111"/>
                  </a:lnTo>
                  <a:lnTo>
                    <a:pt x="175" y="79"/>
                  </a:lnTo>
                  <a:cubicBezTo>
                    <a:pt x="175" y="64"/>
                    <a:pt x="158" y="64"/>
                    <a:pt x="158" y="64"/>
                  </a:cubicBezTo>
                  <a:lnTo>
                    <a:pt x="143" y="64"/>
                  </a:lnTo>
                  <a:lnTo>
                    <a:pt x="143" y="64"/>
                  </a:lnTo>
                  <a:lnTo>
                    <a:pt x="80" y="64"/>
                  </a:lnTo>
                  <a:lnTo>
                    <a:pt x="64" y="16"/>
                  </a:lnTo>
                  <a:cubicBezTo>
                    <a:pt x="49" y="16"/>
                    <a:pt x="32"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6" name="Google Shape;1456;p38"/>
            <p:cNvSpPr/>
            <p:nvPr/>
          </p:nvSpPr>
          <p:spPr>
            <a:xfrm>
              <a:off x="3181029" y="1780239"/>
              <a:ext cx="5534" cy="6042"/>
            </a:xfrm>
            <a:custGeom>
              <a:avLst/>
              <a:gdLst/>
              <a:ahLst/>
              <a:cxnLst/>
              <a:rect l="l" t="t" r="r" b="b"/>
              <a:pathLst>
                <a:path w="174" h="190" extrusionOk="0">
                  <a:moveTo>
                    <a:pt x="110" y="1"/>
                  </a:moveTo>
                  <a:lnTo>
                    <a:pt x="95" y="1"/>
                  </a:lnTo>
                  <a:lnTo>
                    <a:pt x="78" y="1"/>
                  </a:lnTo>
                  <a:cubicBezTo>
                    <a:pt x="95" y="1"/>
                    <a:pt x="95" y="16"/>
                    <a:pt x="95" y="16"/>
                  </a:cubicBezTo>
                  <a:cubicBezTo>
                    <a:pt x="95" y="32"/>
                    <a:pt x="95" y="47"/>
                    <a:pt x="78" y="64"/>
                  </a:cubicBezTo>
                  <a:cubicBezTo>
                    <a:pt x="63" y="64"/>
                    <a:pt x="63" y="64"/>
                    <a:pt x="47" y="79"/>
                  </a:cubicBezTo>
                  <a:cubicBezTo>
                    <a:pt x="47" y="79"/>
                    <a:pt x="32" y="79"/>
                    <a:pt x="32" y="95"/>
                  </a:cubicBezTo>
                  <a:lnTo>
                    <a:pt x="15" y="110"/>
                  </a:lnTo>
                  <a:lnTo>
                    <a:pt x="15" y="110"/>
                  </a:lnTo>
                  <a:lnTo>
                    <a:pt x="15" y="127"/>
                  </a:lnTo>
                  <a:lnTo>
                    <a:pt x="15" y="158"/>
                  </a:lnTo>
                  <a:lnTo>
                    <a:pt x="0" y="173"/>
                  </a:lnTo>
                  <a:cubicBezTo>
                    <a:pt x="0" y="190"/>
                    <a:pt x="15" y="190"/>
                    <a:pt x="32" y="190"/>
                  </a:cubicBezTo>
                  <a:lnTo>
                    <a:pt x="47" y="190"/>
                  </a:lnTo>
                  <a:cubicBezTo>
                    <a:pt x="47" y="173"/>
                    <a:pt x="47" y="173"/>
                    <a:pt x="63" y="173"/>
                  </a:cubicBezTo>
                  <a:cubicBezTo>
                    <a:pt x="63" y="173"/>
                    <a:pt x="78" y="158"/>
                    <a:pt x="95" y="158"/>
                  </a:cubicBezTo>
                  <a:cubicBezTo>
                    <a:pt x="110" y="158"/>
                    <a:pt x="142" y="142"/>
                    <a:pt x="158" y="110"/>
                  </a:cubicBezTo>
                  <a:cubicBezTo>
                    <a:pt x="173" y="79"/>
                    <a:pt x="158" y="47"/>
                    <a:pt x="142" y="16"/>
                  </a:cubicBez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7" name="Google Shape;1457;p38"/>
            <p:cNvSpPr/>
            <p:nvPr/>
          </p:nvSpPr>
          <p:spPr>
            <a:xfrm>
              <a:off x="3428557" y="1768218"/>
              <a:ext cx="3530" cy="6042"/>
            </a:xfrm>
            <a:custGeom>
              <a:avLst/>
              <a:gdLst/>
              <a:ahLst/>
              <a:cxnLst/>
              <a:rect l="l" t="t" r="r" b="b"/>
              <a:pathLst>
                <a:path w="111" h="190" extrusionOk="0">
                  <a:moveTo>
                    <a:pt x="47" y="1"/>
                  </a:moveTo>
                  <a:lnTo>
                    <a:pt x="47" y="1"/>
                  </a:lnTo>
                  <a:cubicBezTo>
                    <a:pt x="32" y="1"/>
                    <a:pt x="16" y="16"/>
                    <a:pt x="16" y="32"/>
                  </a:cubicBezTo>
                  <a:lnTo>
                    <a:pt x="1" y="142"/>
                  </a:lnTo>
                  <a:lnTo>
                    <a:pt x="1" y="142"/>
                  </a:lnTo>
                  <a:lnTo>
                    <a:pt x="16" y="142"/>
                  </a:lnTo>
                  <a:lnTo>
                    <a:pt x="16" y="142"/>
                  </a:lnTo>
                  <a:cubicBezTo>
                    <a:pt x="32" y="142"/>
                    <a:pt x="47" y="158"/>
                    <a:pt x="47" y="173"/>
                  </a:cubicBezTo>
                  <a:lnTo>
                    <a:pt x="47" y="173"/>
                  </a:lnTo>
                  <a:lnTo>
                    <a:pt x="79" y="190"/>
                  </a:lnTo>
                  <a:cubicBezTo>
                    <a:pt x="79" y="173"/>
                    <a:pt x="64" y="173"/>
                    <a:pt x="64" y="158"/>
                  </a:cubicBezTo>
                  <a:cubicBezTo>
                    <a:pt x="79" y="142"/>
                    <a:pt x="79" y="127"/>
                    <a:pt x="95" y="127"/>
                  </a:cubicBezTo>
                  <a:lnTo>
                    <a:pt x="110" y="127"/>
                  </a:lnTo>
                  <a:lnTo>
                    <a:pt x="110" y="127"/>
                  </a:lnTo>
                  <a:cubicBezTo>
                    <a:pt x="95" y="110"/>
                    <a:pt x="95" y="110"/>
                    <a:pt x="95" y="95"/>
                  </a:cubicBezTo>
                  <a:lnTo>
                    <a:pt x="79" y="79"/>
                  </a:lnTo>
                  <a:lnTo>
                    <a:pt x="79" y="47"/>
                  </a:lnTo>
                  <a:cubicBezTo>
                    <a:pt x="95" y="16"/>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8" name="Google Shape;1458;p38"/>
            <p:cNvSpPr/>
            <p:nvPr/>
          </p:nvSpPr>
          <p:spPr>
            <a:xfrm>
              <a:off x="3384954" y="1789272"/>
              <a:ext cx="3021" cy="2512"/>
            </a:xfrm>
            <a:custGeom>
              <a:avLst/>
              <a:gdLst/>
              <a:ahLst/>
              <a:cxnLst/>
              <a:rect l="l" t="t" r="r" b="b"/>
              <a:pathLst>
                <a:path w="95" h="79" extrusionOk="0">
                  <a:moveTo>
                    <a:pt x="95" y="0"/>
                  </a:moveTo>
                  <a:lnTo>
                    <a:pt x="17" y="0"/>
                  </a:lnTo>
                  <a:lnTo>
                    <a:pt x="17" y="0"/>
                  </a:lnTo>
                  <a:lnTo>
                    <a:pt x="0" y="15"/>
                  </a:lnTo>
                  <a:lnTo>
                    <a:pt x="0" y="32"/>
                  </a:lnTo>
                  <a:lnTo>
                    <a:pt x="0" y="63"/>
                  </a:lnTo>
                  <a:lnTo>
                    <a:pt x="17" y="63"/>
                  </a:lnTo>
                  <a:lnTo>
                    <a:pt x="17" y="78"/>
                  </a:lnTo>
                  <a:lnTo>
                    <a:pt x="17" y="78"/>
                  </a:lnTo>
                  <a:lnTo>
                    <a:pt x="95" y="78"/>
                  </a:lnTo>
                  <a:cubicBezTo>
                    <a:pt x="80" y="47"/>
                    <a:pt x="8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59" name="Google Shape;1459;p38"/>
            <p:cNvSpPr/>
            <p:nvPr/>
          </p:nvSpPr>
          <p:spPr>
            <a:xfrm>
              <a:off x="3440579" y="1795283"/>
              <a:ext cx="6042" cy="2512"/>
            </a:xfrm>
            <a:custGeom>
              <a:avLst/>
              <a:gdLst/>
              <a:ahLst/>
              <a:cxnLst/>
              <a:rect l="l" t="t" r="r" b="b"/>
              <a:pathLst>
                <a:path w="190" h="79" extrusionOk="0">
                  <a:moveTo>
                    <a:pt x="142" y="0"/>
                  </a:moveTo>
                  <a:lnTo>
                    <a:pt x="16" y="15"/>
                  </a:lnTo>
                  <a:cubicBezTo>
                    <a:pt x="1" y="15"/>
                    <a:pt x="1" y="32"/>
                    <a:pt x="1" y="47"/>
                  </a:cubicBezTo>
                  <a:lnTo>
                    <a:pt x="1" y="47"/>
                  </a:lnTo>
                  <a:cubicBezTo>
                    <a:pt x="1" y="63"/>
                    <a:pt x="16" y="78"/>
                    <a:pt x="32" y="78"/>
                  </a:cubicBezTo>
                  <a:lnTo>
                    <a:pt x="32" y="78"/>
                  </a:lnTo>
                  <a:lnTo>
                    <a:pt x="47" y="78"/>
                  </a:lnTo>
                  <a:lnTo>
                    <a:pt x="110" y="63"/>
                  </a:lnTo>
                  <a:lnTo>
                    <a:pt x="127" y="47"/>
                  </a:lnTo>
                  <a:lnTo>
                    <a:pt x="142" y="47"/>
                  </a:lnTo>
                  <a:lnTo>
                    <a:pt x="158" y="47"/>
                  </a:lnTo>
                  <a:lnTo>
                    <a:pt x="190" y="47"/>
                  </a:lnTo>
                  <a:cubicBezTo>
                    <a:pt x="190" y="32"/>
                    <a:pt x="173" y="15"/>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0" name="Google Shape;1460;p38"/>
            <p:cNvSpPr/>
            <p:nvPr/>
          </p:nvSpPr>
          <p:spPr>
            <a:xfrm>
              <a:off x="3378943" y="1789272"/>
              <a:ext cx="3562" cy="6042"/>
            </a:xfrm>
            <a:custGeom>
              <a:avLst/>
              <a:gdLst/>
              <a:ahLst/>
              <a:cxnLst/>
              <a:rect l="l" t="t" r="r" b="b"/>
              <a:pathLst>
                <a:path w="112" h="190" extrusionOk="0">
                  <a:moveTo>
                    <a:pt x="111" y="158"/>
                  </a:moveTo>
                  <a:lnTo>
                    <a:pt x="111" y="158"/>
                  </a:lnTo>
                  <a:cubicBezTo>
                    <a:pt x="111" y="158"/>
                    <a:pt x="111" y="173"/>
                    <a:pt x="95" y="173"/>
                  </a:cubicBezTo>
                  <a:lnTo>
                    <a:pt x="95" y="189"/>
                  </a:lnTo>
                  <a:lnTo>
                    <a:pt x="111" y="173"/>
                  </a:lnTo>
                  <a:lnTo>
                    <a:pt x="111" y="158"/>
                  </a:lnTo>
                  <a:close/>
                  <a:moveTo>
                    <a:pt x="32" y="0"/>
                  </a:moveTo>
                  <a:lnTo>
                    <a:pt x="17" y="0"/>
                  </a:lnTo>
                  <a:cubicBezTo>
                    <a:pt x="0" y="15"/>
                    <a:pt x="0" y="15"/>
                    <a:pt x="0" y="32"/>
                  </a:cubicBezTo>
                  <a:lnTo>
                    <a:pt x="0" y="32"/>
                  </a:lnTo>
                  <a:lnTo>
                    <a:pt x="0" y="32"/>
                  </a:lnTo>
                  <a:lnTo>
                    <a:pt x="17" y="32"/>
                  </a:lnTo>
                  <a:cubicBezTo>
                    <a:pt x="32" y="32"/>
                    <a:pt x="48" y="47"/>
                    <a:pt x="32" y="63"/>
                  </a:cubicBezTo>
                  <a:lnTo>
                    <a:pt x="32" y="95"/>
                  </a:lnTo>
                  <a:lnTo>
                    <a:pt x="32" y="95"/>
                  </a:lnTo>
                  <a:lnTo>
                    <a:pt x="32" y="95"/>
                  </a:lnTo>
                  <a:cubicBezTo>
                    <a:pt x="48" y="95"/>
                    <a:pt x="63" y="110"/>
                    <a:pt x="63" y="110"/>
                  </a:cubicBezTo>
                  <a:lnTo>
                    <a:pt x="63" y="110"/>
                  </a:lnTo>
                  <a:lnTo>
                    <a:pt x="80" y="95"/>
                  </a:lnTo>
                  <a:lnTo>
                    <a:pt x="80" y="78"/>
                  </a:lnTo>
                  <a:cubicBezTo>
                    <a:pt x="80" y="63"/>
                    <a:pt x="80" y="47"/>
                    <a:pt x="63" y="32"/>
                  </a:cubicBezTo>
                  <a:lnTo>
                    <a:pt x="63" y="32"/>
                  </a:lnTo>
                  <a:lnTo>
                    <a:pt x="63" y="32"/>
                  </a:lnTo>
                  <a:cubicBezTo>
                    <a:pt x="48" y="32"/>
                    <a:pt x="32" y="15"/>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1" name="Google Shape;1461;p38"/>
            <p:cNvSpPr/>
            <p:nvPr/>
          </p:nvSpPr>
          <p:spPr>
            <a:xfrm>
              <a:off x="3441597" y="1811312"/>
              <a:ext cx="7505" cy="2035"/>
            </a:xfrm>
            <a:custGeom>
              <a:avLst/>
              <a:gdLst/>
              <a:ahLst/>
              <a:cxnLst/>
              <a:rect l="l" t="t" r="r" b="b"/>
              <a:pathLst>
                <a:path w="236" h="64" extrusionOk="0">
                  <a:moveTo>
                    <a:pt x="221" y="1"/>
                  </a:moveTo>
                  <a:lnTo>
                    <a:pt x="189" y="16"/>
                  </a:lnTo>
                  <a:lnTo>
                    <a:pt x="173" y="16"/>
                  </a:lnTo>
                  <a:lnTo>
                    <a:pt x="158" y="16"/>
                  </a:lnTo>
                  <a:lnTo>
                    <a:pt x="158" y="16"/>
                  </a:lnTo>
                  <a:cubicBezTo>
                    <a:pt x="141" y="16"/>
                    <a:pt x="141" y="16"/>
                    <a:pt x="141" y="32"/>
                  </a:cubicBezTo>
                  <a:lnTo>
                    <a:pt x="126" y="16"/>
                  </a:lnTo>
                  <a:cubicBezTo>
                    <a:pt x="110" y="32"/>
                    <a:pt x="110" y="32"/>
                    <a:pt x="95" y="32"/>
                  </a:cubicBezTo>
                  <a:lnTo>
                    <a:pt x="95" y="32"/>
                  </a:lnTo>
                  <a:cubicBezTo>
                    <a:pt x="78" y="32"/>
                    <a:pt x="63" y="16"/>
                    <a:pt x="63" y="16"/>
                  </a:cubicBezTo>
                  <a:lnTo>
                    <a:pt x="47" y="16"/>
                  </a:lnTo>
                  <a:lnTo>
                    <a:pt x="32" y="16"/>
                  </a:lnTo>
                  <a:lnTo>
                    <a:pt x="32" y="16"/>
                  </a:lnTo>
                  <a:cubicBezTo>
                    <a:pt x="15" y="16"/>
                    <a:pt x="0" y="16"/>
                    <a:pt x="0" y="47"/>
                  </a:cubicBezTo>
                  <a:cubicBezTo>
                    <a:pt x="0" y="47"/>
                    <a:pt x="0" y="64"/>
                    <a:pt x="15" y="64"/>
                  </a:cubicBezTo>
                  <a:lnTo>
                    <a:pt x="15" y="64"/>
                  </a:lnTo>
                  <a:cubicBezTo>
                    <a:pt x="78" y="64"/>
                    <a:pt x="158" y="47"/>
                    <a:pt x="221" y="16"/>
                  </a:cubicBezTo>
                  <a:cubicBezTo>
                    <a:pt x="204" y="32"/>
                    <a:pt x="110" y="47"/>
                    <a:pt x="110" y="47"/>
                  </a:cubicBezTo>
                  <a:lnTo>
                    <a:pt x="141" y="32"/>
                  </a:lnTo>
                  <a:cubicBezTo>
                    <a:pt x="173" y="32"/>
                    <a:pt x="204" y="16"/>
                    <a:pt x="236" y="16"/>
                  </a:cubicBezTo>
                  <a:cubicBezTo>
                    <a:pt x="221" y="16"/>
                    <a:pt x="221"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2" name="Google Shape;1462;p38"/>
            <p:cNvSpPr/>
            <p:nvPr/>
          </p:nvSpPr>
          <p:spPr>
            <a:xfrm>
              <a:off x="3033174" y="1802279"/>
              <a:ext cx="2035" cy="3053"/>
            </a:xfrm>
            <a:custGeom>
              <a:avLst/>
              <a:gdLst/>
              <a:ahLst/>
              <a:cxnLst/>
              <a:rect l="l" t="t" r="r" b="b"/>
              <a:pathLst>
                <a:path w="64" h="96" extrusionOk="0">
                  <a:moveTo>
                    <a:pt x="64" y="1"/>
                  </a:moveTo>
                  <a:lnTo>
                    <a:pt x="49" y="1"/>
                  </a:lnTo>
                  <a:cubicBezTo>
                    <a:pt x="32" y="1"/>
                    <a:pt x="32" y="1"/>
                    <a:pt x="17" y="16"/>
                  </a:cubicBezTo>
                  <a:lnTo>
                    <a:pt x="1" y="16"/>
                  </a:lnTo>
                  <a:lnTo>
                    <a:pt x="1" y="16"/>
                  </a:lnTo>
                  <a:cubicBezTo>
                    <a:pt x="1" y="32"/>
                    <a:pt x="1" y="32"/>
                    <a:pt x="17" y="48"/>
                  </a:cubicBezTo>
                  <a:lnTo>
                    <a:pt x="17" y="79"/>
                  </a:lnTo>
                  <a:lnTo>
                    <a:pt x="17" y="79"/>
                  </a:lnTo>
                  <a:lnTo>
                    <a:pt x="17" y="95"/>
                  </a:lnTo>
                  <a:lnTo>
                    <a:pt x="32" y="79"/>
                  </a:lnTo>
                  <a:cubicBezTo>
                    <a:pt x="49" y="64"/>
                    <a:pt x="49" y="64"/>
                    <a:pt x="64"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3" name="Google Shape;1463;p38"/>
            <p:cNvSpPr/>
            <p:nvPr/>
          </p:nvSpPr>
          <p:spPr>
            <a:xfrm>
              <a:off x="3326340" y="1768695"/>
              <a:ext cx="6042" cy="4039"/>
            </a:xfrm>
            <a:custGeom>
              <a:avLst/>
              <a:gdLst/>
              <a:ahLst/>
              <a:cxnLst/>
              <a:rect l="l" t="t" r="r" b="b"/>
              <a:pathLst>
                <a:path w="190" h="127" extrusionOk="0">
                  <a:moveTo>
                    <a:pt x="47" y="1"/>
                  </a:moveTo>
                  <a:cubicBezTo>
                    <a:pt x="32" y="17"/>
                    <a:pt x="16" y="32"/>
                    <a:pt x="0" y="64"/>
                  </a:cubicBezTo>
                  <a:lnTo>
                    <a:pt x="0" y="95"/>
                  </a:lnTo>
                  <a:lnTo>
                    <a:pt x="0" y="95"/>
                  </a:lnTo>
                  <a:cubicBezTo>
                    <a:pt x="0" y="112"/>
                    <a:pt x="16" y="112"/>
                    <a:pt x="16" y="112"/>
                  </a:cubicBezTo>
                  <a:lnTo>
                    <a:pt x="32" y="127"/>
                  </a:lnTo>
                  <a:cubicBezTo>
                    <a:pt x="47" y="127"/>
                    <a:pt x="63" y="112"/>
                    <a:pt x="63" y="95"/>
                  </a:cubicBezTo>
                  <a:cubicBezTo>
                    <a:pt x="79" y="64"/>
                    <a:pt x="95" y="49"/>
                    <a:pt x="95" y="49"/>
                  </a:cubicBezTo>
                  <a:lnTo>
                    <a:pt x="127" y="80"/>
                  </a:lnTo>
                  <a:cubicBezTo>
                    <a:pt x="142" y="95"/>
                    <a:pt x="142" y="95"/>
                    <a:pt x="158" y="95"/>
                  </a:cubicBezTo>
                  <a:cubicBezTo>
                    <a:pt x="158" y="95"/>
                    <a:pt x="173" y="95"/>
                    <a:pt x="173" y="80"/>
                  </a:cubicBezTo>
                  <a:cubicBezTo>
                    <a:pt x="190" y="64"/>
                    <a:pt x="190" y="49"/>
                    <a:pt x="173" y="32"/>
                  </a:cubicBezTo>
                  <a:lnTo>
                    <a:pt x="158" y="17"/>
                  </a:lnTo>
                  <a:cubicBezTo>
                    <a:pt x="158" y="32"/>
                    <a:pt x="142" y="49"/>
                    <a:pt x="142" y="49"/>
                  </a:cubicBezTo>
                  <a:lnTo>
                    <a:pt x="127" y="49"/>
                  </a:lnTo>
                  <a:cubicBezTo>
                    <a:pt x="110" y="49"/>
                    <a:pt x="110" y="49"/>
                    <a:pt x="95" y="32"/>
                  </a:cubicBezTo>
                  <a:lnTo>
                    <a:pt x="79" y="32"/>
                  </a:lnTo>
                  <a:lnTo>
                    <a:pt x="63" y="32"/>
                  </a:lnTo>
                  <a:cubicBezTo>
                    <a:pt x="47" y="32"/>
                    <a:pt x="47"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4" name="Google Shape;1464;p38"/>
            <p:cNvSpPr/>
            <p:nvPr/>
          </p:nvSpPr>
          <p:spPr>
            <a:xfrm>
              <a:off x="3357412" y="1800785"/>
              <a:ext cx="4516" cy="8046"/>
            </a:xfrm>
            <a:custGeom>
              <a:avLst/>
              <a:gdLst/>
              <a:ahLst/>
              <a:cxnLst/>
              <a:rect l="l" t="t" r="r" b="b"/>
              <a:pathLst>
                <a:path w="142" h="253" extrusionOk="0">
                  <a:moveTo>
                    <a:pt x="78" y="0"/>
                  </a:moveTo>
                  <a:lnTo>
                    <a:pt x="78" y="0"/>
                  </a:lnTo>
                  <a:cubicBezTo>
                    <a:pt x="63" y="0"/>
                    <a:pt x="63" y="0"/>
                    <a:pt x="47" y="16"/>
                  </a:cubicBezTo>
                  <a:lnTo>
                    <a:pt x="47" y="16"/>
                  </a:lnTo>
                  <a:cubicBezTo>
                    <a:pt x="47" y="32"/>
                    <a:pt x="63" y="32"/>
                    <a:pt x="47" y="48"/>
                  </a:cubicBezTo>
                  <a:lnTo>
                    <a:pt x="47" y="95"/>
                  </a:lnTo>
                  <a:lnTo>
                    <a:pt x="47" y="95"/>
                  </a:lnTo>
                  <a:lnTo>
                    <a:pt x="47" y="111"/>
                  </a:lnTo>
                  <a:lnTo>
                    <a:pt x="63" y="95"/>
                  </a:lnTo>
                  <a:lnTo>
                    <a:pt x="78" y="95"/>
                  </a:lnTo>
                  <a:lnTo>
                    <a:pt x="78" y="95"/>
                  </a:lnTo>
                  <a:lnTo>
                    <a:pt x="110" y="95"/>
                  </a:lnTo>
                  <a:cubicBezTo>
                    <a:pt x="126" y="111"/>
                    <a:pt x="126" y="142"/>
                    <a:pt x="110" y="142"/>
                  </a:cubicBezTo>
                  <a:lnTo>
                    <a:pt x="47" y="189"/>
                  </a:lnTo>
                  <a:cubicBezTo>
                    <a:pt x="47" y="205"/>
                    <a:pt x="32" y="205"/>
                    <a:pt x="32" y="205"/>
                  </a:cubicBezTo>
                  <a:cubicBezTo>
                    <a:pt x="15" y="205"/>
                    <a:pt x="15" y="205"/>
                    <a:pt x="0" y="189"/>
                  </a:cubicBezTo>
                  <a:cubicBezTo>
                    <a:pt x="15" y="221"/>
                    <a:pt x="15" y="237"/>
                    <a:pt x="15" y="252"/>
                  </a:cubicBezTo>
                  <a:lnTo>
                    <a:pt x="15" y="252"/>
                  </a:lnTo>
                  <a:cubicBezTo>
                    <a:pt x="78" y="252"/>
                    <a:pt x="110" y="205"/>
                    <a:pt x="126" y="174"/>
                  </a:cubicBezTo>
                  <a:lnTo>
                    <a:pt x="126" y="158"/>
                  </a:lnTo>
                  <a:cubicBezTo>
                    <a:pt x="141" y="158"/>
                    <a:pt x="141" y="142"/>
                    <a:pt x="141" y="126"/>
                  </a:cubicBezTo>
                  <a:lnTo>
                    <a:pt x="110" y="63"/>
                  </a:lnTo>
                  <a:lnTo>
                    <a:pt x="110" y="48"/>
                  </a:lnTo>
                  <a:cubicBezTo>
                    <a:pt x="126" y="32"/>
                    <a:pt x="110" y="16"/>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5" name="Google Shape;1465;p38"/>
            <p:cNvSpPr/>
            <p:nvPr/>
          </p:nvSpPr>
          <p:spPr>
            <a:xfrm>
              <a:off x="3040202" y="1790258"/>
              <a:ext cx="8046" cy="4516"/>
            </a:xfrm>
            <a:custGeom>
              <a:avLst/>
              <a:gdLst/>
              <a:ahLst/>
              <a:cxnLst/>
              <a:rect l="l" t="t" r="r" b="b"/>
              <a:pathLst>
                <a:path w="253" h="142" extrusionOk="0">
                  <a:moveTo>
                    <a:pt x="206" y="1"/>
                  </a:moveTo>
                  <a:cubicBezTo>
                    <a:pt x="143" y="1"/>
                    <a:pt x="63" y="16"/>
                    <a:pt x="0" y="16"/>
                  </a:cubicBezTo>
                  <a:lnTo>
                    <a:pt x="80" y="16"/>
                  </a:lnTo>
                  <a:cubicBezTo>
                    <a:pt x="95" y="16"/>
                    <a:pt x="95" y="1"/>
                    <a:pt x="111" y="1"/>
                  </a:cubicBezTo>
                  <a:lnTo>
                    <a:pt x="111" y="1"/>
                  </a:lnTo>
                  <a:lnTo>
                    <a:pt x="126" y="1"/>
                  </a:lnTo>
                  <a:cubicBezTo>
                    <a:pt x="143" y="16"/>
                    <a:pt x="158" y="32"/>
                    <a:pt x="143" y="47"/>
                  </a:cubicBezTo>
                  <a:lnTo>
                    <a:pt x="158" y="110"/>
                  </a:lnTo>
                  <a:cubicBezTo>
                    <a:pt x="158" y="127"/>
                    <a:pt x="174" y="142"/>
                    <a:pt x="189" y="142"/>
                  </a:cubicBezTo>
                  <a:lnTo>
                    <a:pt x="189" y="142"/>
                  </a:lnTo>
                  <a:lnTo>
                    <a:pt x="221" y="142"/>
                  </a:lnTo>
                  <a:cubicBezTo>
                    <a:pt x="237" y="142"/>
                    <a:pt x="252" y="127"/>
                    <a:pt x="252" y="110"/>
                  </a:cubicBezTo>
                  <a:cubicBezTo>
                    <a:pt x="252" y="95"/>
                    <a:pt x="237" y="79"/>
                    <a:pt x="221" y="7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6" name="Google Shape;1466;p38"/>
            <p:cNvSpPr/>
            <p:nvPr/>
          </p:nvSpPr>
          <p:spPr>
            <a:xfrm>
              <a:off x="3187517" y="1795283"/>
              <a:ext cx="3053" cy="2035"/>
            </a:xfrm>
            <a:custGeom>
              <a:avLst/>
              <a:gdLst/>
              <a:ahLst/>
              <a:cxnLst/>
              <a:rect l="l" t="t" r="r" b="b"/>
              <a:pathLst>
                <a:path w="96" h="64" extrusionOk="0">
                  <a:moveTo>
                    <a:pt x="80" y="0"/>
                  </a:moveTo>
                  <a:cubicBezTo>
                    <a:pt x="80" y="15"/>
                    <a:pt x="64" y="15"/>
                    <a:pt x="64" y="32"/>
                  </a:cubicBezTo>
                  <a:lnTo>
                    <a:pt x="1" y="32"/>
                  </a:lnTo>
                  <a:lnTo>
                    <a:pt x="1" y="32"/>
                  </a:lnTo>
                  <a:lnTo>
                    <a:pt x="1" y="32"/>
                  </a:lnTo>
                  <a:cubicBezTo>
                    <a:pt x="17" y="32"/>
                    <a:pt x="32" y="47"/>
                    <a:pt x="32" y="47"/>
                  </a:cubicBezTo>
                  <a:cubicBezTo>
                    <a:pt x="32" y="63"/>
                    <a:pt x="48" y="63"/>
                    <a:pt x="48" y="63"/>
                  </a:cubicBezTo>
                  <a:cubicBezTo>
                    <a:pt x="48" y="63"/>
                    <a:pt x="64" y="47"/>
                    <a:pt x="80" y="47"/>
                  </a:cubicBezTo>
                  <a:cubicBezTo>
                    <a:pt x="80" y="47"/>
                    <a:pt x="80" y="32"/>
                    <a:pt x="95" y="32"/>
                  </a:cubicBezTo>
                  <a:lnTo>
                    <a:pt x="95" y="15"/>
                  </a:lnTo>
                  <a:cubicBezTo>
                    <a:pt x="95" y="15"/>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7" name="Google Shape;1467;p38"/>
            <p:cNvSpPr/>
            <p:nvPr/>
          </p:nvSpPr>
          <p:spPr>
            <a:xfrm>
              <a:off x="3262669" y="1802279"/>
              <a:ext cx="6583" cy="4548"/>
            </a:xfrm>
            <a:custGeom>
              <a:avLst/>
              <a:gdLst/>
              <a:ahLst/>
              <a:cxnLst/>
              <a:rect l="l" t="t" r="r" b="b"/>
              <a:pathLst>
                <a:path w="207" h="143" extrusionOk="0">
                  <a:moveTo>
                    <a:pt x="112" y="142"/>
                  </a:moveTo>
                  <a:lnTo>
                    <a:pt x="112" y="142"/>
                  </a:lnTo>
                  <a:lnTo>
                    <a:pt x="112" y="142"/>
                  </a:lnTo>
                  <a:lnTo>
                    <a:pt x="112" y="142"/>
                  </a:lnTo>
                  <a:close/>
                  <a:moveTo>
                    <a:pt x="127" y="1"/>
                  </a:moveTo>
                  <a:lnTo>
                    <a:pt x="112" y="1"/>
                  </a:lnTo>
                  <a:cubicBezTo>
                    <a:pt x="112" y="1"/>
                    <a:pt x="95" y="1"/>
                    <a:pt x="95" y="16"/>
                  </a:cubicBezTo>
                  <a:lnTo>
                    <a:pt x="64" y="48"/>
                  </a:lnTo>
                  <a:lnTo>
                    <a:pt x="64" y="48"/>
                  </a:lnTo>
                  <a:cubicBezTo>
                    <a:pt x="49" y="48"/>
                    <a:pt x="32" y="48"/>
                    <a:pt x="17" y="64"/>
                  </a:cubicBezTo>
                  <a:cubicBezTo>
                    <a:pt x="1" y="79"/>
                    <a:pt x="1" y="95"/>
                    <a:pt x="17" y="111"/>
                  </a:cubicBezTo>
                  <a:cubicBezTo>
                    <a:pt x="17" y="127"/>
                    <a:pt x="32" y="127"/>
                    <a:pt x="32" y="127"/>
                  </a:cubicBezTo>
                  <a:cubicBezTo>
                    <a:pt x="49" y="127"/>
                    <a:pt x="49" y="111"/>
                    <a:pt x="49" y="111"/>
                  </a:cubicBezTo>
                  <a:lnTo>
                    <a:pt x="64" y="95"/>
                  </a:lnTo>
                  <a:cubicBezTo>
                    <a:pt x="80" y="79"/>
                    <a:pt x="80" y="79"/>
                    <a:pt x="95" y="79"/>
                  </a:cubicBezTo>
                  <a:lnTo>
                    <a:pt x="95" y="79"/>
                  </a:lnTo>
                  <a:lnTo>
                    <a:pt x="112" y="79"/>
                  </a:lnTo>
                  <a:lnTo>
                    <a:pt x="127" y="95"/>
                  </a:lnTo>
                  <a:lnTo>
                    <a:pt x="143" y="79"/>
                  </a:lnTo>
                  <a:lnTo>
                    <a:pt x="158" y="79"/>
                  </a:lnTo>
                  <a:cubicBezTo>
                    <a:pt x="175" y="79"/>
                    <a:pt x="190" y="95"/>
                    <a:pt x="190" y="127"/>
                  </a:cubicBezTo>
                  <a:lnTo>
                    <a:pt x="190" y="127"/>
                  </a:lnTo>
                  <a:lnTo>
                    <a:pt x="190" y="127"/>
                  </a:lnTo>
                  <a:lnTo>
                    <a:pt x="206" y="79"/>
                  </a:lnTo>
                  <a:cubicBezTo>
                    <a:pt x="206" y="64"/>
                    <a:pt x="206" y="48"/>
                    <a:pt x="190" y="32"/>
                  </a:cubicBezTo>
                  <a:lnTo>
                    <a:pt x="14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8" name="Google Shape;1468;p38"/>
            <p:cNvSpPr/>
            <p:nvPr/>
          </p:nvSpPr>
          <p:spPr>
            <a:xfrm>
              <a:off x="3372932" y="1787745"/>
              <a:ext cx="5565" cy="5565"/>
            </a:xfrm>
            <a:custGeom>
              <a:avLst/>
              <a:gdLst/>
              <a:ahLst/>
              <a:cxnLst/>
              <a:rect l="l" t="t" r="r" b="b"/>
              <a:pathLst>
                <a:path w="175" h="175" extrusionOk="0">
                  <a:moveTo>
                    <a:pt x="63" y="0"/>
                  </a:moveTo>
                  <a:lnTo>
                    <a:pt x="48" y="0"/>
                  </a:lnTo>
                  <a:cubicBezTo>
                    <a:pt x="48" y="0"/>
                    <a:pt x="32" y="0"/>
                    <a:pt x="32" y="17"/>
                  </a:cubicBezTo>
                  <a:lnTo>
                    <a:pt x="0" y="143"/>
                  </a:lnTo>
                  <a:cubicBezTo>
                    <a:pt x="0" y="158"/>
                    <a:pt x="0" y="158"/>
                    <a:pt x="16" y="174"/>
                  </a:cubicBezTo>
                  <a:lnTo>
                    <a:pt x="32" y="174"/>
                  </a:lnTo>
                  <a:lnTo>
                    <a:pt x="48" y="174"/>
                  </a:lnTo>
                  <a:lnTo>
                    <a:pt x="158" y="95"/>
                  </a:lnTo>
                  <a:lnTo>
                    <a:pt x="174" y="80"/>
                  </a:lnTo>
                  <a:lnTo>
                    <a:pt x="174" y="48"/>
                  </a:lnTo>
                  <a:cubicBezTo>
                    <a:pt x="158" y="32"/>
                    <a:pt x="158" y="32"/>
                    <a:pt x="143" y="32"/>
                  </a:cubicBezTo>
                  <a:lnTo>
                    <a:pt x="126" y="32"/>
                  </a:lnTo>
                  <a:lnTo>
                    <a:pt x="80" y="63"/>
                  </a:ln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69" name="Google Shape;1469;p38"/>
            <p:cNvSpPr/>
            <p:nvPr/>
          </p:nvSpPr>
          <p:spPr>
            <a:xfrm>
              <a:off x="3261206" y="1804792"/>
              <a:ext cx="7505" cy="9032"/>
            </a:xfrm>
            <a:custGeom>
              <a:avLst/>
              <a:gdLst/>
              <a:ahLst/>
              <a:cxnLst/>
              <a:rect l="l" t="t" r="r" b="b"/>
              <a:pathLst>
                <a:path w="236" h="284" extrusionOk="0">
                  <a:moveTo>
                    <a:pt x="204" y="0"/>
                  </a:moveTo>
                  <a:lnTo>
                    <a:pt x="189" y="0"/>
                  </a:lnTo>
                  <a:lnTo>
                    <a:pt x="173" y="16"/>
                  </a:lnTo>
                  <a:lnTo>
                    <a:pt x="173" y="48"/>
                  </a:lnTo>
                  <a:lnTo>
                    <a:pt x="158" y="63"/>
                  </a:lnTo>
                  <a:lnTo>
                    <a:pt x="158" y="63"/>
                  </a:lnTo>
                  <a:lnTo>
                    <a:pt x="158" y="95"/>
                  </a:lnTo>
                  <a:lnTo>
                    <a:pt x="158" y="95"/>
                  </a:lnTo>
                  <a:lnTo>
                    <a:pt x="78" y="189"/>
                  </a:lnTo>
                  <a:lnTo>
                    <a:pt x="78" y="206"/>
                  </a:lnTo>
                  <a:cubicBezTo>
                    <a:pt x="78" y="221"/>
                    <a:pt x="63" y="237"/>
                    <a:pt x="47" y="237"/>
                  </a:cubicBezTo>
                  <a:lnTo>
                    <a:pt x="47" y="237"/>
                  </a:lnTo>
                  <a:cubicBezTo>
                    <a:pt x="15" y="237"/>
                    <a:pt x="15" y="221"/>
                    <a:pt x="15" y="206"/>
                  </a:cubicBezTo>
                  <a:lnTo>
                    <a:pt x="15" y="206"/>
                  </a:lnTo>
                  <a:cubicBezTo>
                    <a:pt x="0" y="221"/>
                    <a:pt x="0" y="237"/>
                    <a:pt x="15" y="252"/>
                  </a:cubicBezTo>
                  <a:lnTo>
                    <a:pt x="47" y="284"/>
                  </a:lnTo>
                  <a:lnTo>
                    <a:pt x="78" y="284"/>
                  </a:lnTo>
                  <a:lnTo>
                    <a:pt x="78" y="284"/>
                  </a:lnTo>
                  <a:cubicBezTo>
                    <a:pt x="95" y="284"/>
                    <a:pt x="95" y="284"/>
                    <a:pt x="95" y="269"/>
                  </a:cubicBezTo>
                  <a:lnTo>
                    <a:pt x="189" y="158"/>
                  </a:lnTo>
                  <a:lnTo>
                    <a:pt x="189" y="158"/>
                  </a:lnTo>
                  <a:lnTo>
                    <a:pt x="221" y="158"/>
                  </a:lnTo>
                  <a:cubicBezTo>
                    <a:pt x="221" y="142"/>
                    <a:pt x="236" y="142"/>
                    <a:pt x="236" y="126"/>
                  </a:cubicBezTo>
                  <a:lnTo>
                    <a:pt x="236" y="48"/>
                  </a:lnTo>
                  <a:lnTo>
                    <a:pt x="236" y="48"/>
                  </a:lnTo>
                  <a:cubicBezTo>
                    <a:pt x="236" y="16"/>
                    <a:pt x="221" y="0"/>
                    <a:pt x="20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0" name="Google Shape;1470;p38"/>
            <p:cNvSpPr/>
            <p:nvPr/>
          </p:nvSpPr>
          <p:spPr>
            <a:xfrm>
              <a:off x="3227590" y="1789272"/>
              <a:ext cx="2576" cy="7505"/>
            </a:xfrm>
            <a:custGeom>
              <a:avLst/>
              <a:gdLst/>
              <a:ahLst/>
              <a:cxnLst/>
              <a:rect l="l" t="t" r="r" b="b"/>
              <a:pathLst>
                <a:path w="81" h="236" extrusionOk="0">
                  <a:moveTo>
                    <a:pt x="17" y="0"/>
                  </a:moveTo>
                  <a:lnTo>
                    <a:pt x="17" y="15"/>
                  </a:lnTo>
                  <a:lnTo>
                    <a:pt x="1" y="189"/>
                  </a:lnTo>
                  <a:cubicBezTo>
                    <a:pt x="1" y="221"/>
                    <a:pt x="17" y="236"/>
                    <a:pt x="32" y="236"/>
                  </a:cubicBezTo>
                  <a:lnTo>
                    <a:pt x="32" y="236"/>
                  </a:lnTo>
                  <a:cubicBezTo>
                    <a:pt x="49" y="236"/>
                    <a:pt x="64" y="221"/>
                    <a:pt x="64" y="204"/>
                  </a:cubicBezTo>
                  <a:lnTo>
                    <a:pt x="80" y="95"/>
                  </a:lnTo>
                  <a:cubicBezTo>
                    <a:pt x="64" y="95"/>
                    <a:pt x="64" y="95"/>
                    <a:pt x="64" y="7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1" name="Google Shape;1471;p38"/>
            <p:cNvSpPr/>
            <p:nvPr/>
          </p:nvSpPr>
          <p:spPr>
            <a:xfrm>
              <a:off x="3413514" y="1771716"/>
              <a:ext cx="2544" cy="3562"/>
            </a:xfrm>
            <a:custGeom>
              <a:avLst/>
              <a:gdLst/>
              <a:ahLst/>
              <a:cxnLst/>
              <a:rect l="l" t="t" r="r" b="b"/>
              <a:pathLst>
                <a:path w="80" h="112" extrusionOk="0">
                  <a:moveTo>
                    <a:pt x="79" y="0"/>
                  </a:moveTo>
                  <a:cubicBezTo>
                    <a:pt x="64" y="17"/>
                    <a:pt x="32" y="32"/>
                    <a:pt x="1" y="48"/>
                  </a:cubicBezTo>
                  <a:lnTo>
                    <a:pt x="1" y="80"/>
                  </a:lnTo>
                  <a:lnTo>
                    <a:pt x="1" y="111"/>
                  </a:lnTo>
                  <a:lnTo>
                    <a:pt x="1" y="111"/>
                  </a:lnTo>
                  <a:lnTo>
                    <a:pt x="64" y="95"/>
                  </a:lnTo>
                  <a:lnTo>
                    <a:pt x="64" y="95"/>
                  </a:lnTo>
                  <a:lnTo>
                    <a:pt x="64" y="80"/>
                  </a:lnTo>
                  <a:cubicBezTo>
                    <a:pt x="64" y="80"/>
                    <a:pt x="64" y="63"/>
                    <a:pt x="79" y="48"/>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2" name="Google Shape;1472;p38"/>
            <p:cNvSpPr/>
            <p:nvPr/>
          </p:nvSpPr>
          <p:spPr>
            <a:xfrm>
              <a:off x="3198553" y="1790735"/>
              <a:ext cx="5025" cy="4580"/>
            </a:xfrm>
            <a:custGeom>
              <a:avLst/>
              <a:gdLst/>
              <a:ahLst/>
              <a:cxnLst/>
              <a:rect l="l" t="t" r="r" b="b"/>
              <a:pathLst>
                <a:path w="158" h="144" extrusionOk="0">
                  <a:moveTo>
                    <a:pt x="48" y="1"/>
                  </a:moveTo>
                  <a:lnTo>
                    <a:pt x="32" y="1"/>
                  </a:lnTo>
                  <a:cubicBezTo>
                    <a:pt x="17" y="1"/>
                    <a:pt x="17" y="17"/>
                    <a:pt x="17" y="32"/>
                  </a:cubicBezTo>
                  <a:cubicBezTo>
                    <a:pt x="0" y="32"/>
                    <a:pt x="17" y="32"/>
                    <a:pt x="17" y="49"/>
                  </a:cubicBezTo>
                  <a:lnTo>
                    <a:pt x="32" y="49"/>
                  </a:lnTo>
                  <a:cubicBezTo>
                    <a:pt x="48" y="49"/>
                    <a:pt x="63" y="64"/>
                    <a:pt x="63" y="80"/>
                  </a:cubicBezTo>
                  <a:cubicBezTo>
                    <a:pt x="80" y="80"/>
                    <a:pt x="80" y="95"/>
                    <a:pt x="80" y="112"/>
                  </a:cubicBezTo>
                  <a:cubicBezTo>
                    <a:pt x="80" y="143"/>
                    <a:pt x="95" y="143"/>
                    <a:pt x="111" y="143"/>
                  </a:cubicBezTo>
                  <a:lnTo>
                    <a:pt x="111" y="143"/>
                  </a:lnTo>
                  <a:lnTo>
                    <a:pt x="111" y="143"/>
                  </a:lnTo>
                  <a:cubicBezTo>
                    <a:pt x="143" y="143"/>
                    <a:pt x="158" y="127"/>
                    <a:pt x="143" y="112"/>
                  </a:cubicBezTo>
                  <a:cubicBezTo>
                    <a:pt x="143" y="32"/>
                    <a:pt x="111"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3" name="Google Shape;1473;p38"/>
            <p:cNvSpPr/>
            <p:nvPr/>
          </p:nvSpPr>
          <p:spPr>
            <a:xfrm>
              <a:off x="3391951" y="1781257"/>
              <a:ext cx="5565" cy="4039"/>
            </a:xfrm>
            <a:custGeom>
              <a:avLst/>
              <a:gdLst/>
              <a:ahLst/>
              <a:cxnLst/>
              <a:rect l="l" t="t" r="r" b="b"/>
              <a:pathLst>
                <a:path w="175" h="127" extrusionOk="0">
                  <a:moveTo>
                    <a:pt x="32" y="0"/>
                  </a:moveTo>
                  <a:lnTo>
                    <a:pt x="32" y="0"/>
                  </a:lnTo>
                  <a:lnTo>
                    <a:pt x="17" y="0"/>
                  </a:lnTo>
                  <a:cubicBezTo>
                    <a:pt x="1" y="0"/>
                    <a:pt x="1" y="15"/>
                    <a:pt x="1" y="32"/>
                  </a:cubicBezTo>
                  <a:lnTo>
                    <a:pt x="1" y="47"/>
                  </a:lnTo>
                  <a:lnTo>
                    <a:pt x="17" y="47"/>
                  </a:lnTo>
                  <a:cubicBezTo>
                    <a:pt x="32" y="47"/>
                    <a:pt x="32" y="32"/>
                    <a:pt x="32" y="32"/>
                  </a:cubicBezTo>
                  <a:lnTo>
                    <a:pt x="32" y="32"/>
                  </a:lnTo>
                  <a:cubicBezTo>
                    <a:pt x="49" y="32"/>
                    <a:pt x="64" y="47"/>
                    <a:pt x="64" y="63"/>
                  </a:cubicBezTo>
                  <a:cubicBezTo>
                    <a:pt x="80" y="78"/>
                    <a:pt x="64" y="95"/>
                    <a:pt x="49" y="110"/>
                  </a:cubicBezTo>
                  <a:lnTo>
                    <a:pt x="32" y="110"/>
                  </a:lnTo>
                  <a:lnTo>
                    <a:pt x="32" y="126"/>
                  </a:lnTo>
                  <a:lnTo>
                    <a:pt x="49" y="126"/>
                  </a:lnTo>
                  <a:lnTo>
                    <a:pt x="64" y="126"/>
                  </a:lnTo>
                  <a:lnTo>
                    <a:pt x="112" y="110"/>
                  </a:lnTo>
                  <a:cubicBezTo>
                    <a:pt x="112" y="95"/>
                    <a:pt x="127" y="95"/>
                    <a:pt x="127" y="95"/>
                  </a:cubicBezTo>
                  <a:lnTo>
                    <a:pt x="143" y="95"/>
                  </a:lnTo>
                  <a:lnTo>
                    <a:pt x="143" y="95"/>
                  </a:lnTo>
                  <a:lnTo>
                    <a:pt x="158" y="95"/>
                  </a:lnTo>
                  <a:cubicBezTo>
                    <a:pt x="175" y="95"/>
                    <a:pt x="175" y="78"/>
                    <a:pt x="175" y="63"/>
                  </a:cubicBezTo>
                  <a:cubicBezTo>
                    <a:pt x="175" y="47"/>
                    <a:pt x="158" y="32"/>
                    <a:pt x="143" y="32"/>
                  </a:cubicBezTo>
                  <a:lnTo>
                    <a:pt x="127" y="32"/>
                  </a:lnTo>
                  <a:lnTo>
                    <a:pt x="80" y="47"/>
                  </a:lnTo>
                  <a:lnTo>
                    <a:pt x="64" y="32"/>
                  </a:lnTo>
                  <a:lnTo>
                    <a:pt x="64" y="15"/>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4" name="Google Shape;1474;p38"/>
            <p:cNvSpPr/>
            <p:nvPr/>
          </p:nvSpPr>
          <p:spPr>
            <a:xfrm>
              <a:off x="3350861" y="1782243"/>
              <a:ext cx="5057" cy="5057"/>
            </a:xfrm>
            <a:custGeom>
              <a:avLst/>
              <a:gdLst/>
              <a:ahLst/>
              <a:cxnLst/>
              <a:rect l="l" t="t" r="r" b="b"/>
              <a:pathLst>
                <a:path w="159" h="159" extrusionOk="0">
                  <a:moveTo>
                    <a:pt x="80" y="1"/>
                  </a:moveTo>
                  <a:lnTo>
                    <a:pt x="80" y="1"/>
                  </a:lnTo>
                  <a:lnTo>
                    <a:pt x="80" y="1"/>
                  </a:lnTo>
                  <a:lnTo>
                    <a:pt x="64" y="16"/>
                  </a:lnTo>
                  <a:lnTo>
                    <a:pt x="17" y="110"/>
                  </a:lnTo>
                  <a:cubicBezTo>
                    <a:pt x="1" y="110"/>
                    <a:pt x="1" y="127"/>
                    <a:pt x="1" y="127"/>
                  </a:cubicBezTo>
                  <a:lnTo>
                    <a:pt x="32" y="158"/>
                  </a:lnTo>
                  <a:lnTo>
                    <a:pt x="49" y="158"/>
                  </a:lnTo>
                  <a:lnTo>
                    <a:pt x="64" y="142"/>
                  </a:lnTo>
                  <a:lnTo>
                    <a:pt x="95" y="95"/>
                  </a:lnTo>
                  <a:lnTo>
                    <a:pt x="112" y="95"/>
                  </a:lnTo>
                  <a:lnTo>
                    <a:pt x="143" y="95"/>
                  </a:lnTo>
                  <a:cubicBezTo>
                    <a:pt x="143" y="79"/>
                    <a:pt x="158" y="64"/>
                    <a:pt x="143" y="47"/>
                  </a:cubicBezTo>
                  <a:lnTo>
                    <a:pt x="143" y="32"/>
                  </a:lnTo>
                  <a:lnTo>
                    <a:pt x="112" y="16"/>
                  </a:lnTo>
                  <a:cubicBezTo>
                    <a:pt x="112"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5" name="Google Shape;1475;p38"/>
            <p:cNvSpPr/>
            <p:nvPr/>
          </p:nvSpPr>
          <p:spPr>
            <a:xfrm>
              <a:off x="3093314" y="1790258"/>
              <a:ext cx="3562" cy="3053"/>
            </a:xfrm>
            <a:custGeom>
              <a:avLst/>
              <a:gdLst/>
              <a:ahLst/>
              <a:cxnLst/>
              <a:rect l="l" t="t" r="r" b="b"/>
              <a:pathLst>
                <a:path w="112" h="96" extrusionOk="0">
                  <a:moveTo>
                    <a:pt x="0" y="1"/>
                  </a:moveTo>
                  <a:lnTo>
                    <a:pt x="0" y="32"/>
                  </a:lnTo>
                  <a:cubicBezTo>
                    <a:pt x="0" y="47"/>
                    <a:pt x="17" y="64"/>
                    <a:pt x="32" y="64"/>
                  </a:cubicBezTo>
                  <a:lnTo>
                    <a:pt x="32" y="64"/>
                  </a:lnTo>
                  <a:lnTo>
                    <a:pt x="32" y="64"/>
                  </a:lnTo>
                  <a:cubicBezTo>
                    <a:pt x="48" y="64"/>
                    <a:pt x="48" y="64"/>
                    <a:pt x="63" y="79"/>
                  </a:cubicBezTo>
                  <a:lnTo>
                    <a:pt x="63" y="79"/>
                  </a:lnTo>
                  <a:lnTo>
                    <a:pt x="63" y="79"/>
                  </a:lnTo>
                  <a:lnTo>
                    <a:pt x="80" y="79"/>
                  </a:lnTo>
                  <a:lnTo>
                    <a:pt x="95" y="95"/>
                  </a:lnTo>
                  <a:lnTo>
                    <a:pt x="95" y="95"/>
                  </a:lnTo>
                  <a:cubicBezTo>
                    <a:pt x="95" y="79"/>
                    <a:pt x="111" y="79"/>
                    <a:pt x="111" y="79"/>
                  </a:cubicBezTo>
                  <a:cubicBezTo>
                    <a:pt x="111" y="64"/>
                    <a:pt x="111" y="47"/>
                    <a:pt x="95" y="47"/>
                  </a:cubicBezTo>
                  <a:lnTo>
                    <a:pt x="17" y="16"/>
                  </a:lnTo>
                  <a:cubicBezTo>
                    <a:pt x="0" y="16"/>
                    <a:pt x="0" y="1"/>
                    <a:pt x="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6" name="Google Shape;1476;p38"/>
            <p:cNvSpPr/>
            <p:nvPr/>
          </p:nvSpPr>
          <p:spPr>
            <a:xfrm>
              <a:off x="3271701" y="1773720"/>
              <a:ext cx="4548" cy="1018"/>
            </a:xfrm>
            <a:custGeom>
              <a:avLst/>
              <a:gdLst/>
              <a:ahLst/>
              <a:cxnLst/>
              <a:rect l="l" t="t" r="r" b="b"/>
              <a:pathLst>
                <a:path w="143" h="32" extrusionOk="0">
                  <a:moveTo>
                    <a:pt x="95" y="0"/>
                  </a:moveTo>
                  <a:lnTo>
                    <a:pt x="95" y="0"/>
                  </a:lnTo>
                  <a:cubicBezTo>
                    <a:pt x="95" y="0"/>
                    <a:pt x="95" y="17"/>
                    <a:pt x="80" y="17"/>
                  </a:cubicBezTo>
                  <a:lnTo>
                    <a:pt x="63" y="17"/>
                  </a:lnTo>
                  <a:cubicBezTo>
                    <a:pt x="48" y="17"/>
                    <a:pt x="48" y="17"/>
                    <a:pt x="32" y="0"/>
                  </a:cubicBezTo>
                  <a:lnTo>
                    <a:pt x="32" y="0"/>
                  </a:lnTo>
                  <a:lnTo>
                    <a:pt x="17" y="0"/>
                  </a:lnTo>
                  <a:cubicBezTo>
                    <a:pt x="17" y="17"/>
                    <a:pt x="0" y="17"/>
                    <a:pt x="0" y="32"/>
                  </a:cubicBezTo>
                  <a:lnTo>
                    <a:pt x="111" y="17"/>
                  </a:lnTo>
                  <a:lnTo>
                    <a:pt x="111" y="17"/>
                  </a:lnTo>
                  <a:cubicBezTo>
                    <a:pt x="127" y="17"/>
                    <a:pt x="127" y="32"/>
                    <a:pt x="143" y="32"/>
                  </a:cubicBezTo>
                  <a:lnTo>
                    <a:pt x="143" y="17"/>
                  </a:lnTo>
                  <a:cubicBezTo>
                    <a:pt x="127" y="0"/>
                    <a:pt x="127"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7" name="Google Shape;1477;p38"/>
            <p:cNvSpPr/>
            <p:nvPr/>
          </p:nvSpPr>
          <p:spPr>
            <a:xfrm>
              <a:off x="3403496" y="1768695"/>
              <a:ext cx="6042" cy="3053"/>
            </a:xfrm>
            <a:custGeom>
              <a:avLst/>
              <a:gdLst/>
              <a:ahLst/>
              <a:cxnLst/>
              <a:rect l="l" t="t" r="r" b="b"/>
              <a:pathLst>
                <a:path w="190" h="96" extrusionOk="0">
                  <a:moveTo>
                    <a:pt x="110" y="1"/>
                  </a:moveTo>
                  <a:lnTo>
                    <a:pt x="110" y="17"/>
                  </a:lnTo>
                  <a:cubicBezTo>
                    <a:pt x="127" y="32"/>
                    <a:pt x="110" y="49"/>
                    <a:pt x="95" y="64"/>
                  </a:cubicBezTo>
                  <a:lnTo>
                    <a:pt x="79" y="64"/>
                  </a:lnTo>
                  <a:cubicBezTo>
                    <a:pt x="64" y="64"/>
                    <a:pt x="64" y="64"/>
                    <a:pt x="47" y="49"/>
                  </a:cubicBezTo>
                  <a:lnTo>
                    <a:pt x="47" y="32"/>
                  </a:lnTo>
                  <a:lnTo>
                    <a:pt x="16" y="32"/>
                  </a:lnTo>
                  <a:cubicBezTo>
                    <a:pt x="1" y="49"/>
                    <a:pt x="1" y="49"/>
                    <a:pt x="1" y="64"/>
                  </a:cubicBezTo>
                  <a:lnTo>
                    <a:pt x="32" y="95"/>
                  </a:lnTo>
                  <a:lnTo>
                    <a:pt x="47" y="95"/>
                  </a:lnTo>
                  <a:cubicBezTo>
                    <a:pt x="79" y="80"/>
                    <a:pt x="95" y="80"/>
                    <a:pt x="110" y="80"/>
                  </a:cubicBezTo>
                  <a:cubicBezTo>
                    <a:pt x="110" y="64"/>
                    <a:pt x="127" y="49"/>
                    <a:pt x="142" y="32"/>
                  </a:cubicBezTo>
                  <a:lnTo>
                    <a:pt x="158" y="32"/>
                  </a:lnTo>
                  <a:lnTo>
                    <a:pt x="158" y="32"/>
                  </a:lnTo>
                  <a:cubicBezTo>
                    <a:pt x="174" y="32"/>
                    <a:pt x="190" y="32"/>
                    <a:pt x="190" y="49"/>
                  </a:cubicBezTo>
                  <a:cubicBezTo>
                    <a:pt x="190" y="32"/>
                    <a:pt x="174" y="32"/>
                    <a:pt x="174" y="32"/>
                  </a:cubicBezTo>
                  <a:cubicBezTo>
                    <a:pt x="158" y="17"/>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8" name="Google Shape;1478;p38"/>
            <p:cNvSpPr/>
            <p:nvPr/>
          </p:nvSpPr>
          <p:spPr>
            <a:xfrm>
              <a:off x="3410016" y="1766691"/>
              <a:ext cx="6042" cy="3562"/>
            </a:xfrm>
            <a:custGeom>
              <a:avLst/>
              <a:gdLst/>
              <a:ahLst/>
              <a:cxnLst/>
              <a:rect l="l" t="t" r="r" b="b"/>
              <a:pathLst>
                <a:path w="190" h="112" extrusionOk="0">
                  <a:moveTo>
                    <a:pt x="158" y="1"/>
                  </a:moveTo>
                  <a:lnTo>
                    <a:pt x="142" y="1"/>
                  </a:lnTo>
                  <a:lnTo>
                    <a:pt x="142" y="1"/>
                  </a:lnTo>
                  <a:lnTo>
                    <a:pt x="48" y="32"/>
                  </a:lnTo>
                  <a:cubicBezTo>
                    <a:pt x="48" y="49"/>
                    <a:pt x="48" y="49"/>
                    <a:pt x="32" y="64"/>
                  </a:cubicBezTo>
                  <a:lnTo>
                    <a:pt x="16" y="64"/>
                  </a:lnTo>
                  <a:lnTo>
                    <a:pt x="0" y="64"/>
                  </a:lnTo>
                  <a:lnTo>
                    <a:pt x="0" y="80"/>
                  </a:lnTo>
                  <a:cubicBezTo>
                    <a:pt x="16" y="95"/>
                    <a:pt x="32" y="112"/>
                    <a:pt x="48" y="112"/>
                  </a:cubicBezTo>
                  <a:lnTo>
                    <a:pt x="48" y="95"/>
                  </a:lnTo>
                  <a:lnTo>
                    <a:pt x="126" y="80"/>
                  </a:lnTo>
                  <a:cubicBezTo>
                    <a:pt x="126" y="64"/>
                    <a:pt x="142" y="49"/>
                    <a:pt x="158" y="49"/>
                  </a:cubicBezTo>
                  <a:lnTo>
                    <a:pt x="158" y="49"/>
                  </a:lnTo>
                  <a:lnTo>
                    <a:pt x="174" y="49"/>
                  </a:lnTo>
                  <a:lnTo>
                    <a:pt x="189" y="49"/>
                  </a:lnTo>
                  <a:lnTo>
                    <a:pt x="189" y="32"/>
                  </a:lnTo>
                  <a:cubicBezTo>
                    <a:pt x="189" y="17"/>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79" name="Google Shape;1479;p38"/>
            <p:cNvSpPr/>
            <p:nvPr/>
          </p:nvSpPr>
          <p:spPr>
            <a:xfrm>
              <a:off x="3110361" y="1795283"/>
              <a:ext cx="3021" cy="5025"/>
            </a:xfrm>
            <a:custGeom>
              <a:avLst/>
              <a:gdLst/>
              <a:ahLst/>
              <a:cxnLst/>
              <a:rect l="l" t="t" r="r" b="b"/>
              <a:pathLst>
                <a:path w="95" h="158" extrusionOk="0">
                  <a:moveTo>
                    <a:pt x="48" y="47"/>
                  </a:moveTo>
                  <a:lnTo>
                    <a:pt x="32" y="63"/>
                  </a:lnTo>
                  <a:lnTo>
                    <a:pt x="17" y="63"/>
                  </a:lnTo>
                  <a:lnTo>
                    <a:pt x="0" y="63"/>
                  </a:lnTo>
                  <a:lnTo>
                    <a:pt x="0" y="95"/>
                  </a:lnTo>
                  <a:cubicBezTo>
                    <a:pt x="0" y="110"/>
                    <a:pt x="32" y="142"/>
                    <a:pt x="48" y="158"/>
                  </a:cubicBezTo>
                  <a:lnTo>
                    <a:pt x="63" y="158"/>
                  </a:lnTo>
                  <a:cubicBezTo>
                    <a:pt x="80" y="158"/>
                    <a:pt x="95" y="158"/>
                    <a:pt x="95" y="142"/>
                  </a:cubicBezTo>
                  <a:lnTo>
                    <a:pt x="95" y="142"/>
                  </a:lnTo>
                  <a:cubicBezTo>
                    <a:pt x="80" y="142"/>
                    <a:pt x="63" y="142"/>
                    <a:pt x="63" y="126"/>
                  </a:cubicBezTo>
                  <a:cubicBezTo>
                    <a:pt x="48" y="110"/>
                    <a:pt x="48" y="95"/>
                    <a:pt x="63" y="78"/>
                  </a:cubicBezTo>
                  <a:lnTo>
                    <a:pt x="63" y="78"/>
                  </a:lnTo>
                  <a:lnTo>
                    <a:pt x="63" y="78"/>
                  </a:lnTo>
                  <a:cubicBezTo>
                    <a:pt x="63" y="78"/>
                    <a:pt x="63" y="63"/>
                    <a:pt x="48" y="47"/>
                  </a:cubicBezTo>
                  <a:close/>
                  <a:moveTo>
                    <a:pt x="0" y="0"/>
                  </a:moveTo>
                  <a:lnTo>
                    <a:pt x="0" y="0"/>
                  </a:lnTo>
                  <a:lnTo>
                    <a:pt x="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0" name="Google Shape;1480;p38"/>
            <p:cNvSpPr/>
            <p:nvPr/>
          </p:nvSpPr>
          <p:spPr>
            <a:xfrm>
              <a:off x="3268680" y="1767709"/>
              <a:ext cx="7060" cy="13580"/>
            </a:xfrm>
            <a:custGeom>
              <a:avLst/>
              <a:gdLst/>
              <a:ahLst/>
              <a:cxnLst/>
              <a:rect l="l" t="t" r="r" b="b"/>
              <a:pathLst>
                <a:path w="222" h="427" extrusionOk="0">
                  <a:moveTo>
                    <a:pt x="112" y="174"/>
                  </a:moveTo>
                  <a:cubicBezTo>
                    <a:pt x="95" y="174"/>
                    <a:pt x="95" y="174"/>
                    <a:pt x="80" y="189"/>
                  </a:cubicBezTo>
                  <a:lnTo>
                    <a:pt x="64" y="189"/>
                  </a:lnTo>
                  <a:lnTo>
                    <a:pt x="32" y="189"/>
                  </a:lnTo>
                  <a:cubicBezTo>
                    <a:pt x="32" y="206"/>
                    <a:pt x="32" y="221"/>
                    <a:pt x="17" y="237"/>
                  </a:cubicBezTo>
                  <a:cubicBezTo>
                    <a:pt x="17" y="269"/>
                    <a:pt x="17" y="284"/>
                    <a:pt x="1" y="315"/>
                  </a:cubicBezTo>
                  <a:cubicBezTo>
                    <a:pt x="1" y="315"/>
                    <a:pt x="1" y="332"/>
                    <a:pt x="17" y="347"/>
                  </a:cubicBezTo>
                  <a:lnTo>
                    <a:pt x="49" y="410"/>
                  </a:lnTo>
                  <a:cubicBezTo>
                    <a:pt x="64" y="426"/>
                    <a:pt x="64" y="426"/>
                    <a:pt x="80" y="426"/>
                  </a:cubicBezTo>
                  <a:lnTo>
                    <a:pt x="80" y="426"/>
                  </a:lnTo>
                  <a:lnTo>
                    <a:pt x="95" y="426"/>
                  </a:lnTo>
                  <a:lnTo>
                    <a:pt x="112" y="426"/>
                  </a:lnTo>
                  <a:cubicBezTo>
                    <a:pt x="95" y="410"/>
                    <a:pt x="95" y="395"/>
                    <a:pt x="112" y="395"/>
                  </a:cubicBezTo>
                  <a:cubicBezTo>
                    <a:pt x="112" y="378"/>
                    <a:pt x="127" y="363"/>
                    <a:pt x="127" y="363"/>
                  </a:cubicBezTo>
                  <a:lnTo>
                    <a:pt x="143" y="363"/>
                  </a:lnTo>
                  <a:lnTo>
                    <a:pt x="143" y="363"/>
                  </a:lnTo>
                  <a:lnTo>
                    <a:pt x="190" y="378"/>
                  </a:lnTo>
                  <a:lnTo>
                    <a:pt x="190" y="378"/>
                  </a:lnTo>
                  <a:lnTo>
                    <a:pt x="206" y="378"/>
                  </a:lnTo>
                  <a:cubicBezTo>
                    <a:pt x="222" y="363"/>
                    <a:pt x="222" y="347"/>
                    <a:pt x="222" y="347"/>
                  </a:cubicBezTo>
                  <a:lnTo>
                    <a:pt x="222" y="332"/>
                  </a:lnTo>
                  <a:cubicBezTo>
                    <a:pt x="206" y="315"/>
                    <a:pt x="206" y="315"/>
                    <a:pt x="190" y="315"/>
                  </a:cubicBezTo>
                  <a:lnTo>
                    <a:pt x="158" y="315"/>
                  </a:lnTo>
                  <a:lnTo>
                    <a:pt x="95" y="347"/>
                  </a:lnTo>
                  <a:lnTo>
                    <a:pt x="95" y="347"/>
                  </a:lnTo>
                  <a:lnTo>
                    <a:pt x="80" y="363"/>
                  </a:lnTo>
                  <a:cubicBezTo>
                    <a:pt x="80" y="363"/>
                    <a:pt x="64" y="378"/>
                    <a:pt x="49" y="378"/>
                  </a:cubicBezTo>
                  <a:cubicBezTo>
                    <a:pt x="49" y="378"/>
                    <a:pt x="32" y="378"/>
                    <a:pt x="32" y="363"/>
                  </a:cubicBezTo>
                  <a:cubicBezTo>
                    <a:pt x="17" y="347"/>
                    <a:pt x="17" y="332"/>
                    <a:pt x="32" y="315"/>
                  </a:cubicBezTo>
                  <a:lnTo>
                    <a:pt x="64" y="269"/>
                  </a:lnTo>
                  <a:lnTo>
                    <a:pt x="64" y="252"/>
                  </a:lnTo>
                  <a:cubicBezTo>
                    <a:pt x="64" y="237"/>
                    <a:pt x="80" y="221"/>
                    <a:pt x="95" y="221"/>
                  </a:cubicBezTo>
                  <a:lnTo>
                    <a:pt x="95" y="221"/>
                  </a:lnTo>
                  <a:cubicBezTo>
                    <a:pt x="95" y="206"/>
                    <a:pt x="112" y="206"/>
                    <a:pt x="112" y="189"/>
                  </a:cubicBezTo>
                  <a:lnTo>
                    <a:pt x="112" y="174"/>
                  </a:lnTo>
                  <a:lnTo>
                    <a:pt x="112" y="174"/>
                  </a:lnTo>
                  <a:close/>
                  <a:moveTo>
                    <a:pt x="143" y="0"/>
                  </a:moveTo>
                  <a:lnTo>
                    <a:pt x="143" y="0"/>
                  </a:lnTo>
                  <a:cubicBezTo>
                    <a:pt x="143" y="17"/>
                    <a:pt x="143" y="17"/>
                    <a:pt x="127" y="17"/>
                  </a:cubicBezTo>
                  <a:lnTo>
                    <a:pt x="112" y="32"/>
                  </a:lnTo>
                  <a:lnTo>
                    <a:pt x="95" y="48"/>
                  </a:lnTo>
                  <a:lnTo>
                    <a:pt x="95" y="48"/>
                  </a:lnTo>
                  <a:lnTo>
                    <a:pt x="95" y="80"/>
                  </a:lnTo>
                  <a:cubicBezTo>
                    <a:pt x="80" y="95"/>
                    <a:pt x="80" y="111"/>
                    <a:pt x="64" y="111"/>
                  </a:cubicBezTo>
                  <a:lnTo>
                    <a:pt x="64" y="111"/>
                  </a:lnTo>
                  <a:lnTo>
                    <a:pt x="64" y="111"/>
                  </a:lnTo>
                  <a:lnTo>
                    <a:pt x="80" y="111"/>
                  </a:lnTo>
                  <a:lnTo>
                    <a:pt x="95" y="111"/>
                  </a:lnTo>
                  <a:lnTo>
                    <a:pt x="95" y="95"/>
                  </a:lnTo>
                  <a:cubicBezTo>
                    <a:pt x="95" y="63"/>
                    <a:pt x="112" y="48"/>
                    <a:pt x="127" y="48"/>
                  </a:cubicBezTo>
                  <a:lnTo>
                    <a:pt x="127" y="48"/>
                  </a:lnTo>
                  <a:cubicBezTo>
                    <a:pt x="143" y="48"/>
                    <a:pt x="158" y="63"/>
                    <a:pt x="158" y="63"/>
                  </a:cubicBezTo>
                  <a:lnTo>
                    <a:pt x="175" y="48"/>
                  </a:lnTo>
                  <a:cubicBezTo>
                    <a:pt x="158" y="32"/>
                    <a:pt x="158" y="17"/>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1" name="Google Shape;1481;p38"/>
            <p:cNvSpPr/>
            <p:nvPr/>
          </p:nvSpPr>
          <p:spPr>
            <a:xfrm>
              <a:off x="3415009" y="1754192"/>
              <a:ext cx="7569" cy="3021"/>
            </a:xfrm>
            <a:custGeom>
              <a:avLst/>
              <a:gdLst/>
              <a:ahLst/>
              <a:cxnLst/>
              <a:rect l="l" t="t" r="r" b="b"/>
              <a:pathLst>
                <a:path w="238" h="95" extrusionOk="0">
                  <a:moveTo>
                    <a:pt x="127" y="16"/>
                  </a:moveTo>
                  <a:lnTo>
                    <a:pt x="95" y="32"/>
                  </a:lnTo>
                  <a:lnTo>
                    <a:pt x="80" y="32"/>
                  </a:lnTo>
                  <a:cubicBezTo>
                    <a:pt x="64" y="32"/>
                    <a:pt x="64" y="32"/>
                    <a:pt x="48" y="16"/>
                  </a:cubicBezTo>
                  <a:lnTo>
                    <a:pt x="32" y="32"/>
                  </a:lnTo>
                  <a:cubicBezTo>
                    <a:pt x="17" y="32"/>
                    <a:pt x="1" y="47"/>
                    <a:pt x="1" y="63"/>
                  </a:cubicBezTo>
                  <a:lnTo>
                    <a:pt x="1" y="79"/>
                  </a:lnTo>
                  <a:cubicBezTo>
                    <a:pt x="17" y="79"/>
                    <a:pt x="32" y="79"/>
                    <a:pt x="32" y="95"/>
                  </a:cubicBezTo>
                  <a:lnTo>
                    <a:pt x="32" y="95"/>
                  </a:lnTo>
                  <a:lnTo>
                    <a:pt x="48" y="95"/>
                  </a:lnTo>
                  <a:lnTo>
                    <a:pt x="64" y="95"/>
                  </a:lnTo>
                  <a:lnTo>
                    <a:pt x="64" y="63"/>
                  </a:lnTo>
                  <a:cubicBezTo>
                    <a:pt x="80" y="47"/>
                    <a:pt x="80" y="47"/>
                    <a:pt x="95" y="47"/>
                  </a:cubicBezTo>
                  <a:lnTo>
                    <a:pt x="95" y="47"/>
                  </a:lnTo>
                  <a:lnTo>
                    <a:pt x="112" y="47"/>
                  </a:lnTo>
                  <a:lnTo>
                    <a:pt x="127" y="47"/>
                  </a:lnTo>
                  <a:lnTo>
                    <a:pt x="127" y="47"/>
                  </a:lnTo>
                  <a:lnTo>
                    <a:pt x="127" y="16"/>
                  </a:lnTo>
                  <a:close/>
                  <a:moveTo>
                    <a:pt x="238" y="0"/>
                  </a:moveTo>
                  <a:cubicBezTo>
                    <a:pt x="238" y="16"/>
                    <a:pt x="221" y="16"/>
                    <a:pt x="221" y="16"/>
                  </a:cubicBezTo>
                  <a:lnTo>
                    <a:pt x="206" y="16"/>
                  </a:lnTo>
                  <a:lnTo>
                    <a:pt x="190" y="16"/>
                  </a:lnTo>
                  <a:lnTo>
                    <a:pt x="206" y="47"/>
                  </a:lnTo>
                  <a:lnTo>
                    <a:pt x="221" y="32"/>
                  </a:lnTo>
                  <a:lnTo>
                    <a:pt x="23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2" name="Google Shape;1482;p38"/>
            <p:cNvSpPr/>
            <p:nvPr/>
          </p:nvSpPr>
          <p:spPr>
            <a:xfrm>
              <a:off x="3016159" y="1795760"/>
              <a:ext cx="5025" cy="2035"/>
            </a:xfrm>
            <a:custGeom>
              <a:avLst/>
              <a:gdLst/>
              <a:ahLst/>
              <a:cxnLst/>
              <a:rect l="l" t="t" r="r" b="b"/>
              <a:pathLst>
                <a:path w="158" h="64" extrusionOk="0">
                  <a:moveTo>
                    <a:pt x="126" y="0"/>
                  </a:moveTo>
                  <a:lnTo>
                    <a:pt x="32" y="0"/>
                  </a:lnTo>
                  <a:cubicBezTo>
                    <a:pt x="16" y="0"/>
                    <a:pt x="0" y="17"/>
                    <a:pt x="0" y="48"/>
                  </a:cubicBezTo>
                  <a:cubicBezTo>
                    <a:pt x="0" y="48"/>
                    <a:pt x="0" y="63"/>
                    <a:pt x="16" y="63"/>
                  </a:cubicBezTo>
                  <a:cubicBezTo>
                    <a:pt x="16" y="48"/>
                    <a:pt x="32" y="48"/>
                    <a:pt x="32" y="48"/>
                  </a:cubicBezTo>
                  <a:lnTo>
                    <a:pt x="48" y="48"/>
                  </a:lnTo>
                  <a:lnTo>
                    <a:pt x="48" y="48"/>
                  </a:lnTo>
                  <a:lnTo>
                    <a:pt x="126" y="63"/>
                  </a:lnTo>
                  <a:lnTo>
                    <a:pt x="158" y="63"/>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3" name="Google Shape;1483;p38"/>
            <p:cNvSpPr/>
            <p:nvPr/>
          </p:nvSpPr>
          <p:spPr>
            <a:xfrm>
              <a:off x="3415518" y="1802788"/>
              <a:ext cx="12562" cy="6551"/>
            </a:xfrm>
            <a:custGeom>
              <a:avLst/>
              <a:gdLst/>
              <a:ahLst/>
              <a:cxnLst/>
              <a:rect l="l" t="t" r="r" b="b"/>
              <a:pathLst>
                <a:path w="395" h="206" extrusionOk="0">
                  <a:moveTo>
                    <a:pt x="190" y="111"/>
                  </a:moveTo>
                  <a:lnTo>
                    <a:pt x="190" y="126"/>
                  </a:lnTo>
                  <a:cubicBezTo>
                    <a:pt x="174" y="142"/>
                    <a:pt x="174" y="158"/>
                    <a:pt x="159" y="158"/>
                  </a:cubicBezTo>
                  <a:lnTo>
                    <a:pt x="142" y="158"/>
                  </a:lnTo>
                  <a:cubicBezTo>
                    <a:pt x="142" y="142"/>
                    <a:pt x="127" y="142"/>
                    <a:pt x="127" y="142"/>
                  </a:cubicBezTo>
                  <a:lnTo>
                    <a:pt x="96" y="142"/>
                  </a:lnTo>
                  <a:cubicBezTo>
                    <a:pt x="79" y="142"/>
                    <a:pt x="79" y="126"/>
                    <a:pt x="64" y="126"/>
                  </a:cubicBezTo>
                  <a:lnTo>
                    <a:pt x="64" y="126"/>
                  </a:lnTo>
                  <a:cubicBezTo>
                    <a:pt x="64" y="142"/>
                    <a:pt x="64" y="158"/>
                    <a:pt x="48" y="158"/>
                  </a:cubicBezTo>
                  <a:lnTo>
                    <a:pt x="16" y="174"/>
                  </a:lnTo>
                  <a:lnTo>
                    <a:pt x="1" y="174"/>
                  </a:lnTo>
                  <a:cubicBezTo>
                    <a:pt x="16" y="189"/>
                    <a:pt x="32" y="205"/>
                    <a:pt x="48" y="205"/>
                  </a:cubicBezTo>
                  <a:lnTo>
                    <a:pt x="48" y="205"/>
                  </a:lnTo>
                  <a:cubicBezTo>
                    <a:pt x="111" y="205"/>
                    <a:pt x="159" y="174"/>
                    <a:pt x="205" y="142"/>
                  </a:cubicBezTo>
                  <a:lnTo>
                    <a:pt x="190" y="111"/>
                  </a:lnTo>
                  <a:lnTo>
                    <a:pt x="190" y="111"/>
                  </a:lnTo>
                  <a:close/>
                  <a:moveTo>
                    <a:pt x="363" y="0"/>
                  </a:moveTo>
                  <a:lnTo>
                    <a:pt x="285" y="0"/>
                  </a:lnTo>
                  <a:lnTo>
                    <a:pt x="285" y="32"/>
                  </a:lnTo>
                  <a:cubicBezTo>
                    <a:pt x="285" y="48"/>
                    <a:pt x="268" y="63"/>
                    <a:pt x="253" y="63"/>
                  </a:cubicBezTo>
                  <a:lnTo>
                    <a:pt x="253" y="63"/>
                  </a:lnTo>
                  <a:cubicBezTo>
                    <a:pt x="237" y="63"/>
                    <a:pt x="222" y="48"/>
                    <a:pt x="222" y="32"/>
                  </a:cubicBezTo>
                  <a:lnTo>
                    <a:pt x="222" y="32"/>
                  </a:lnTo>
                  <a:cubicBezTo>
                    <a:pt x="205" y="48"/>
                    <a:pt x="190" y="48"/>
                    <a:pt x="190" y="63"/>
                  </a:cubicBezTo>
                  <a:cubicBezTo>
                    <a:pt x="190" y="79"/>
                    <a:pt x="174" y="79"/>
                    <a:pt x="159" y="79"/>
                  </a:cubicBezTo>
                  <a:lnTo>
                    <a:pt x="159" y="79"/>
                  </a:lnTo>
                  <a:lnTo>
                    <a:pt x="159" y="79"/>
                  </a:lnTo>
                  <a:lnTo>
                    <a:pt x="159" y="79"/>
                  </a:lnTo>
                  <a:lnTo>
                    <a:pt x="174" y="95"/>
                  </a:lnTo>
                  <a:cubicBezTo>
                    <a:pt x="174" y="79"/>
                    <a:pt x="174" y="79"/>
                    <a:pt x="190" y="63"/>
                  </a:cubicBezTo>
                  <a:lnTo>
                    <a:pt x="205" y="63"/>
                  </a:lnTo>
                  <a:lnTo>
                    <a:pt x="205" y="63"/>
                  </a:lnTo>
                  <a:lnTo>
                    <a:pt x="237" y="63"/>
                  </a:lnTo>
                  <a:lnTo>
                    <a:pt x="253" y="95"/>
                  </a:lnTo>
                  <a:cubicBezTo>
                    <a:pt x="253" y="79"/>
                    <a:pt x="268" y="79"/>
                    <a:pt x="268" y="79"/>
                  </a:cubicBezTo>
                  <a:lnTo>
                    <a:pt x="316" y="126"/>
                  </a:lnTo>
                  <a:cubicBezTo>
                    <a:pt x="316" y="142"/>
                    <a:pt x="331" y="142"/>
                    <a:pt x="331" y="142"/>
                  </a:cubicBezTo>
                  <a:lnTo>
                    <a:pt x="331" y="142"/>
                  </a:lnTo>
                  <a:lnTo>
                    <a:pt x="348" y="142"/>
                  </a:lnTo>
                  <a:lnTo>
                    <a:pt x="363" y="142"/>
                  </a:lnTo>
                  <a:lnTo>
                    <a:pt x="363" y="126"/>
                  </a:lnTo>
                  <a:lnTo>
                    <a:pt x="394" y="79"/>
                  </a:lnTo>
                  <a:lnTo>
                    <a:pt x="379" y="79"/>
                  </a:lnTo>
                  <a:lnTo>
                    <a:pt x="379" y="79"/>
                  </a:lnTo>
                  <a:cubicBezTo>
                    <a:pt x="348" y="79"/>
                    <a:pt x="331" y="63"/>
                    <a:pt x="331" y="48"/>
                  </a:cubicBezTo>
                  <a:cubicBezTo>
                    <a:pt x="331" y="32"/>
                    <a:pt x="348" y="16"/>
                    <a:pt x="379" y="16"/>
                  </a:cubicBezTo>
                  <a:lnTo>
                    <a:pt x="379" y="16"/>
                  </a:lnTo>
                  <a:lnTo>
                    <a:pt x="379" y="16"/>
                  </a:lnTo>
                  <a:cubicBezTo>
                    <a:pt x="379" y="0"/>
                    <a:pt x="379" y="0"/>
                    <a:pt x="3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4" name="Google Shape;1484;p38"/>
            <p:cNvSpPr/>
            <p:nvPr/>
          </p:nvSpPr>
          <p:spPr>
            <a:xfrm>
              <a:off x="3325831" y="1811312"/>
              <a:ext cx="5565" cy="7060"/>
            </a:xfrm>
            <a:custGeom>
              <a:avLst/>
              <a:gdLst/>
              <a:ahLst/>
              <a:cxnLst/>
              <a:rect l="l" t="t" r="r" b="b"/>
              <a:pathLst>
                <a:path w="175" h="222" extrusionOk="0">
                  <a:moveTo>
                    <a:pt x="143" y="1"/>
                  </a:moveTo>
                  <a:lnTo>
                    <a:pt x="143" y="1"/>
                  </a:lnTo>
                  <a:lnTo>
                    <a:pt x="126" y="1"/>
                  </a:lnTo>
                  <a:lnTo>
                    <a:pt x="32" y="47"/>
                  </a:lnTo>
                  <a:cubicBezTo>
                    <a:pt x="16" y="47"/>
                    <a:pt x="16" y="47"/>
                    <a:pt x="0" y="64"/>
                  </a:cubicBezTo>
                  <a:lnTo>
                    <a:pt x="16" y="64"/>
                  </a:lnTo>
                  <a:cubicBezTo>
                    <a:pt x="32" y="64"/>
                    <a:pt x="48" y="79"/>
                    <a:pt x="32" y="95"/>
                  </a:cubicBezTo>
                  <a:lnTo>
                    <a:pt x="32" y="173"/>
                  </a:lnTo>
                  <a:lnTo>
                    <a:pt x="16" y="190"/>
                  </a:lnTo>
                  <a:lnTo>
                    <a:pt x="16" y="221"/>
                  </a:lnTo>
                  <a:lnTo>
                    <a:pt x="16" y="221"/>
                  </a:lnTo>
                  <a:cubicBezTo>
                    <a:pt x="32" y="221"/>
                    <a:pt x="32" y="221"/>
                    <a:pt x="32" y="205"/>
                  </a:cubicBezTo>
                  <a:lnTo>
                    <a:pt x="79" y="173"/>
                  </a:lnTo>
                  <a:lnTo>
                    <a:pt x="79" y="173"/>
                  </a:lnTo>
                  <a:lnTo>
                    <a:pt x="79" y="158"/>
                  </a:lnTo>
                  <a:lnTo>
                    <a:pt x="95" y="158"/>
                  </a:lnTo>
                  <a:cubicBezTo>
                    <a:pt x="111" y="142"/>
                    <a:pt x="111" y="142"/>
                    <a:pt x="111" y="127"/>
                  </a:cubicBezTo>
                  <a:lnTo>
                    <a:pt x="111" y="127"/>
                  </a:lnTo>
                  <a:lnTo>
                    <a:pt x="111" y="110"/>
                  </a:lnTo>
                  <a:lnTo>
                    <a:pt x="111" y="110"/>
                  </a:lnTo>
                  <a:lnTo>
                    <a:pt x="95" y="95"/>
                  </a:lnTo>
                  <a:lnTo>
                    <a:pt x="126" y="79"/>
                  </a:lnTo>
                  <a:cubicBezTo>
                    <a:pt x="126" y="64"/>
                    <a:pt x="143" y="64"/>
                    <a:pt x="143" y="64"/>
                  </a:cubicBezTo>
                  <a:lnTo>
                    <a:pt x="143" y="64"/>
                  </a:lnTo>
                  <a:lnTo>
                    <a:pt x="158" y="64"/>
                  </a:lnTo>
                  <a:cubicBezTo>
                    <a:pt x="174" y="47"/>
                    <a:pt x="174" y="32"/>
                    <a:pt x="174" y="16"/>
                  </a:cubicBezTo>
                  <a:cubicBezTo>
                    <a:pt x="158"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5" name="Google Shape;1485;p38"/>
            <p:cNvSpPr/>
            <p:nvPr/>
          </p:nvSpPr>
          <p:spPr>
            <a:xfrm>
              <a:off x="3155459" y="1818817"/>
              <a:ext cx="6042" cy="2544"/>
            </a:xfrm>
            <a:custGeom>
              <a:avLst/>
              <a:gdLst/>
              <a:ahLst/>
              <a:cxnLst/>
              <a:rect l="l" t="t" r="r" b="b"/>
              <a:pathLst>
                <a:path w="190" h="80" extrusionOk="0">
                  <a:moveTo>
                    <a:pt x="111" y="0"/>
                  </a:moveTo>
                  <a:lnTo>
                    <a:pt x="80" y="0"/>
                  </a:lnTo>
                  <a:lnTo>
                    <a:pt x="80" y="0"/>
                  </a:lnTo>
                  <a:cubicBezTo>
                    <a:pt x="80" y="0"/>
                    <a:pt x="80" y="17"/>
                    <a:pt x="63" y="17"/>
                  </a:cubicBezTo>
                  <a:lnTo>
                    <a:pt x="17" y="63"/>
                  </a:lnTo>
                  <a:lnTo>
                    <a:pt x="0" y="63"/>
                  </a:lnTo>
                  <a:cubicBezTo>
                    <a:pt x="0" y="80"/>
                    <a:pt x="17" y="80"/>
                    <a:pt x="17" y="80"/>
                  </a:cubicBezTo>
                  <a:lnTo>
                    <a:pt x="32" y="80"/>
                  </a:lnTo>
                  <a:lnTo>
                    <a:pt x="48" y="80"/>
                  </a:lnTo>
                  <a:cubicBezTo>
                    <a:pt x="63" y="80"/>
                    <a:pt x="63" y="63"/>
                    <a:pt x="80" y="63"/>
                  </a:cubicBezTo>
                  <a:lnTo>
                    <a:pt x="80" y="63"/>
                  </a:lnTo>
                  <a:lnTo>
                    <a:pt x="95" y="63"/>
                  </a:lnTo>
                  <a:lnTo>
                    <a:pt x="95" y="63"/>
                  </a:lnTo>
                  <a:lnTo>
                    <a:pt x="126" y="63"/>
                  </a:lnTo>
                  <a:lnTo>
                    <a:pt x="143" y="63"/>
                  </a:lnTo>
                  <a:lnTo>
                    <a:pt x="158" y="63"/>
                  </a:lnTo>
                  <a:lnTo>
                    <a:pt x="158" y="63"/>
                  </a:lnTo>
                  <a:lnTo>
                    <a:pt x="158" y="48"/>
                  </a:lnTo>
                  <a:cubicBezTo>
                    <a:pt x="158" y="32"/>
                    <a:pt x="174" y="32"/>
                    <a:pt x="189" y="32"/>
                  </a:cubicBezTo>
                  <a:lnTo>
                    <a:pt x="189" y="32"/>
                  </a:lnTo>
                  <a:cubicBezTo>
                    <a:pt x="189" y="17"/>
                    <a:pt x="174" y="0"/>
                    <a:pt x="158" y="0"/>
                  </a:cubicBezTo>
                  <a:lnTo>
                    <a:pt x="158" y="0"/>
                  </a:lnTo>
                  <a:lnTo>
                    <a:pt x="126" y="0"/>
                  </a:ln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6" name="Google Shape;1486;p38"/>
            <p:cNvSpPr/>
            <p:nvPr/>
          </p:nvSpPr>
          <p:spPr>
            <a:xfrm>
              <a:off x="3332351" y="1797763"/>
              <a:ext cx="7060" cy="3562"/>
            </a:xfrm>
            <a:custGeom>
              <a:avLst/>
              <a:gdLst/>
              <a:ahLst/>
              <a:cxnLst/>
              <a:rect l="l" t="t" r="r" b="b"/>
              <a:pathLst>
                <a:path w="222" h="112" extrusionOk="0">
                  <a:moveTo>
                    <a:pt x="32" y="0"/>
                  </a:moveTo>
                  <a:lnTo>
                    <a:pt x="32" y="0"/>
                  </a:lnTo>
                  <a:cubicBezTo>
                    <a:pt x="16" y="0"/>
                    <a:pt x="1" y="17"/>
                    <a:pt x="1" y="32"/>
                  </a:cubicBezTo>
                  <a:cubicBezTo>
                    <a:pt x="1" y="48"/>
                    <a:pt x="1" y="64"/>
                    <a:pt x="16" y="80"/>
                  </a:cubicBezTo>
                  <a:lnTo>
                    <a:pt x="32" y="80"/>
                  </a:lnTo>
                  <a:lnTo>
                    <a:pt x="47" y="80"/>
                  </a:lnTo>
                  <a:lnTo>
                    <a:pt x="47" y="80"/>
                  </a:lnTo>
                  <a:cubicBezTo>
                    <a:pt x="32" y="64"/>
                    <a:pt x="47" y="48"/>
                    <a:pt x="64" y="32"/>
                  </a:cubicBezTo>
                  <a:lnTo>
                    <a:pt x="64" y="32"/>
                  </a:lnTo>
                  <a:lnTo>
                    <a:pt x="79" y="32"/>
                  </a:lnTo>
                  <a:cubicBezTo>
                    <a:pt x="79" y="32"/>
                    <a:pt x="95" y="48"/>
                    <a:pt x="110" y="48"/>
                  </a:cubicBezTo>
                  <a:lnTo>
                    <a:pt x="127" y="95"/>
                  </a:lnTo>
                  <a:cubicBezTo>
                    <a:pt x="142" y="111"/>
                    <a:pt x="158" y="111"/>
                    <a:pt x="158" y="111"/>
                  </a:cubicBezTo>
                  <a:lnTo>
                    <a:pt x="173" y="111"/>
                  </a:lnTo>
                  <a:cubicBezTo>
                    <a:pt x="190" y="95"/>
                    <a:pt x="205" y="95"/>
                    <a:pt x="221" y="80"/>
                  </a:cubicBezTo>
                  <a:lnTo>
                    <a:pt x="221" y="80"/>
                  </a:lnTo>
                  <a:lnTo>
                    <a:pt x="221" y="80"/>
                  </a:lnTo>
                  <a:cubicBezTo>
                    <a:pt x="221" y="48"/>
                    <a:pt x="205" y="32"/>
                    <a:pt x="190" y="32"/>
                  </a:cubicBezTo>
                  <a:lnTo>
                    <a:pt x="158" y="32"/>
                  </a:lnTo>
                  <a:lnTo>
                    <a:pt x="95" y="32"/>
                  </a:lnTo>
                  <a:cubicBezTo>
                    <a:pt x="95" y="32"/>
                    <a:pt x="79" y="32"/>
                    <a:pt x="64" y="17"/>
                  </a:cubicBezTo>
                  <a:lnTo>
                    <a:pt x="47" y="17"/>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7" name="Google Shape;1487;p38"/>
            <p:cNvSpPr/>
            <p:nvPr/>
          </p:nvSpPr>
          <p:spPr>
            <a:xfrm>
              <a:off x="3435045" y="1792738"/>
              <a:ext cx="5565" cy="2576"/>
            </a:xfrm>
            <a:custGeom>
              <a:avLst/>
              <a:gdLst/>
              <a:ahLst/>
              <a:cxnLst/>
              <a:rect l="l" t="t" r="r" b="b"/>
              <a:pathLst>
                <a:path w="175" h="81" extrusionOk="0">
                  <a:moveTo>
                    <a:pt x="95" y="1"/>
                  </a:moveTo>
                  <a:lnTo>
                    <a:pt x="95" y="1"/>
                  </a:lnTo>
                  <a:lnTo>
                    <a:pt x="95" y="32"/>
                  </a:lnTo>
                  <a:cubicBezTo>
                    <a:pt x="80" y="32"/>
                    <a:pt x="80" y="49"/>
                    <a:pt x="64" y="49"/>
                  </a:cubicBezTo>
                  <a:cubicBezTo>
                    <a:pt x="64" y="49"/>
                    <a:pt x="49" y="49"/>
                    <a:pt x="49" y="32"/>
                  </a:cubicBezTo>
                  <a:lnTo>
                    <a:pt x="32" y="17"/>
                  </a:lnTo>
                  <a:lnTo>
                    <a:pt x="32" y="17"/>
                  </a:lnTo>
                  <a:cubicBezTo>
                    <a:pt x="17" y="32"/>
                    <a:pt x="1" y="49"/>
                    <a:pt x="17" y="64"/>
                  </a:cubicBezTo>
                  <a:cubicBezTo>
                    <a:pt x="32" y="80"/>
                    <a:pt x="32" y="80"/>
                    <a:pt x="49" y="80"/>
                  </a:cubicBezTo>
                  <a:lnTo>
                    <a:pt x="64" y="80"/>
                  </a:lnTo>
                  <a:lnTo>
                    <a:pt x="95" y="64"/>
                  </a:lnTo>
                  <a:lnTo>
                    <a:pt x="127" y="80"/>
                  </a:lnTo>
                  <a:lnTo>
                    <a:pt x="143" y="80"/>
                  </a:lnTo>
                  <a:cubicBezTo>
                    <a:pt x="158" y="80"/>
                    <a:pt x="175" y="64"/>
                    <a:pt x="175" y="49"/>
                  </a:cubicBezTo>
                  <a:cubicBezTo>
                    <a:pt x="175" y="32"/>
                    <a:pt x="175" y="17"/>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8" name="Google Shape;1488;p38"/>
            <p:cNvSpPr/>
            <p:nvPr/>
          </p:nvSpPr>
          <p:spPr>
            <a:xfrm>
              <a:off x="3441597" y="1790258"/>
              <a:ext cx="3021" cy="5057"/>
            </a:xfrm>
            <a:custGeom>
              <a:avLst/>
              <a:gdLst/>
              <a:ahLst/>
              <a:cxnLst/>
              <a:rect l="l" t="t" r="r" b="b"/>
              <a:pathLst>
                <a:path w="95" h="159" extrusionOk="0">
                  <a:moveTo>
                    <a:pt x="32" y="1"/>
                  </a:moveTo>
                  <a:lnTo>
                    <a:pt x="32" y="1"/>
                  </a:lnTo>
                  <a:cubicBezTo>
                    <a:pt x="15" y="1"/>
                    <a:pt x="15" y="1"/>
                    <a:pt x="15" y="16"/>
                  </a:cubicBezTo>
                  <a:cubicBezTo>
                    <a:pt x="0" y="16"/>
                    <a:pt x="0" y="47"/>
                    <a:pt x="15" y="64"/>
                  </a:cubicBezTo>
                  <a:lnTo>
                    <a:pt x="32" y="79"/>
                  </a:lnTo>
                  <a:lnTo>
                    <a:pt x="15" y="95"/>
                  </a:lnTo>
                  <a:cubicBezTo>
                    <a:pt x="0" y="110"/>
                    <a:pt x="0" y="127"/>
                    <a:pt x="15" y="142"/>
                  </a:cubicBezTo>
                  <a:cubicBezTo>
                    <a:pt x="15" y="158"/>
                    <a:pt x="32" y="158"/>
                    <a:pt x="32" y="158"/>
                  </a:cubicBezTo>
                  <a:lnTo>
                    <a:pt x="63" y="158"/>
                  </a:lnTo>
                  <a:lnTo>
                    <a:pt x="78" y="142"/>
                  </a:lnTo>
                  <a:cubicBezTo>
                    <a:pt x="63" y="127"/>
                    <a:pt x="63" y="110"/>
                    <a:pt x="63" y="95"/>
                  </a:cubicBezTo>
                  <a:cubicBezTo>
                    <a:pt x="47" y="95"/>
                    <a:pt x="47" y="79"/>
                    <a:pt x="47" y="64"/>
                  </a:cubicBezTo>
                  <a:cubicBezTo>
                    <a:pt x="47" y="47"/>
                    <a:pt x="63" y="32"/>
                    <a:pt x="78" y="32"/>
                  </a:cubicBezTo>
                  <a:lnTo>
                    <a:pt x="95" y="32"/>
                  </a:lnTo>
                  <a:lnTo>
                    <a:pt x="95" y="32"/>
                  </a:ln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89" name="Google Shape;1489;p38"/>
            <p:cNvSpPr/>
            <p:nvPr/>
          </p:nvSpPr>
          <p:spPr>
            <a:xfrm>
              <a:off x="3261683" y="1804792"/>
              <a:ext cx="5025" cy="7569"/>
            </a:xfrm>
            <a:custGeom>
              <a:avLst/>
              <a:gdLst/>
              <a:ahLst/>
              <a:cxnLst/>
              <a:rect l="l" t="t" r="r" b="b"/>
              <a:pathLst>
                <a:path w="158" h="238" extrusionOk="0">
                  <a:moveTo>
                    <a:pt x="126" y="0"/>
                  </a:moveTo>
                  <a:lnTo>
                    <a:pt x="126" y="0"/>
                  </a:lnTo>
                  <a:cubicBezTo>
                    <a:pt x="111" y="0"/>
                    <a:pt x="111" y="0"/>
                    <a:pt x="95" y="16"/>
                  </a:cubicBezTo>
                  <a:lnTo>
                    <a:pt x="80" y="32"/>
                  </a:lnTo>
                  <a:cubicBezTo>
                    <a:pt x="80" y="32"/>
                    <a:pt x="80" y="48"/>
                    <a:pt x="63" y="48"/>
                  </a:cubicBezTo>
                  <a:cubicBezTo>
                    <a:pt x="32" y="95"/>
                    <a:pt x="0" y="142"/>
                    <a:pt x="0" y="206"/>
                  </a:cubicBezTo>
                  <a:lnTo>
                    <a:pt x="0" y="206"/>
                  </a:lnTo>
                  <a:cubicBezTo>
                    <a:pt x="0" y="221"/>
                    <a:pt x="0" y="237"/>
                    <a:pt x="32" y="237"/>
                  </a:cubicBezTo>
                  <a:lnTo>
                    <a:pt x="32" y="237"/>
                  </a:lnTo>
                  <a:cubicBezTo>
                    <a:pt x="48" y="237"/>
                    <a:pt x="63" y="221"/>
                    <a:pt x="63" y="206"/>
                  </a:cubicBezTo>
                  <a:lnTo>
                    <a:pt x="63" y="189"/>
                  </a:lnTo>
                  <a:cubicBezTo>
                    <a:pt x="63" y="142"/>
                    <a:pt x="95" y="111"/>
                    <a:pt x="126" y="79"/>
                  </a:cubicBezTo>
                  <a:cubicBezTo>
                    <a:pt x="143" y="79"/>
                    <a:pt x="143" y="63"/>
                    <a:pt x="143" y="63"/>
                  </a:cubicBezTo>
                  <a:lnTo>
                    <a:pt x="143" y="63"/>
                  </a:lnTo>
                  <a:lnTo>
                    <a:pt x="158" y="48"/>
                  </a:lnTo>
                  <a:lnTo>
                    <a:pt x="158" y="16"/>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0" name="Google Shape;1490;p38"/>
            <p:cNvSpPr/>
            <p:nvPr/>
          </p:nvSpPr>
          <p:spPr>
            <a:xfrm>
              <a:off x="3051747" y="1823811"/>
              <a:ext cx="7028" cy="3562"/>
            </a:xfrm>
            <a:custGeom>
              <a:avLst/>
              <a:gdLst/>
              <a:ahLst/>
              <a:cxnLst/>
              <a:rect l="l" t="t" r="r" b="b"/>
              <a:pathLst>
                <a:path w="221" h="112" extrusionOk="0">
                  <a:moveTo>
                    <a:pt x="32" y="1"/>
                  </a:moveTo>
                  <a:lnTo>
                    <a:pt x="0" y="1"/>
                  </a:lnTo>
                  <a:cubicBezTo>
                    <a:pt x="0" y="1"/>
                    <a:pt x="16" y="17"/>
                    <a:pt x="16" y="32"/>
                  </a:cubicBezTo>
                  <a:cubicBezTo>
                    <a:pt x="16" y="32"/>
                    <a:pt x="16" y="49"/>
                    <a:pt x="0" y="49"/>
                  </a:cubicBezTo>
                  <a:cubicBezTo>
                    <a:pt x="32" y="49"/>
                    <a:pt x="32" y="64"/>
                    <a:pt x="32" y="80"/>
                  </a:cubicBezTo>
                  <a:cubicBezTo>
                    <a:pt x="47" y="80"/>
                    <a:pt x="32" y="80"/>
                    <a:pt x="32" y="95"/>
                  </a:cubicBezTo>
                  <a:cubicBezTo>
                    <a:pt x="79" y="112"/>
                    <a:pt x="126" y="112"/>
                    <a:pt x="158" y="112"/>
                  </a:cubicBezTo>
                  <a:lnTo>
                    <a:pt x="205" y="112"/>
                  </a:lnTo>
                  <a:lnTo>
                    <a:pt x="205" y="95"/>
                  </a:lnTo>
                  <a:cubicBezTo>
                    <a:pt x="205" y="95"/>
                    <a:pt x="189" y="80"/>
                    <a:pt x="205" y="80"/>
                  </a:cubicBezTo>
                  <a:cubicBezTo>
                    <a:pt x="205" y="64"/>
                    <a:pt x="205" y="49"/>
                    <a:pt x="221" y="49"/>
                  </a:cubicBezTo>
                  <a:lnTo>
                    <a:pt x="205" y="49"/>
                  </a:lnTo>
                  <a:lnTo>
                    <a:pt x="205" y="49"/>
                  </a:lnTo>
                  <a:lnTo>
                    <a:pt x="205" y="49"/>
                  </a:lnTo>
                  <a:lnTo>
                    <a:pt x="158" y="49"/>
                  </a:lnTo>
                  <a:lnTo>
                    <a:pt x="110" y="49"/>
                  </a:lnTo>
                  <a:lnTo>
                    <a:pt x="110" y="32"/>
                  </a:lnTo>
                  <a:cubicBezTo>
                    <a:pt x="95" y="32"/>
                    <a:pt x="95" y="32"/>
                    <a:pt x="95" y="17"/>
                  </a:cubicBez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1" name="Google Shape;1491;p38"/>
            <p:cNvSpPr/>
            <p:nvPr/>
          </p:nvSpPr>
          <p:spPr>
            <a:xfrm>
              <a:off x="3036704" y="1821807"/>
              <a:ext cx="8523" cy="2576"/>
            </a:xfrm>
            <a:custGeom>
              <a:avLst/>
              <a:gdLst/>
              <a:ahLst/>
              <a:cxnLst/>
              <a:rect l="l" t="t" r="r" b="b"/>
              <a:pathLst>
                <a:path w="268" h="81" extrusionOk="0">
                  <a:moveTo>
                    <a:pt x="16" y="1"/>
                  </a:moveTo>
                  <a:lnTo>
                    <a:pt x="1" y="17"/>
                  </a:lnTo>
                  <a:lnTo>
                    <a:pt x="1" y="32"/>
                  </a:lnTo>
                  <a:cubicBezTo>
                    <a:pt x="1" y="49"/>
                    <a:pt x="1" y="49"/>
                    <a:pt x="16" y="64"/>
                  </a:cubicBezTo>
                  <a:lnTo>
                    <a:pt x="79" y="80"/>
                  </a:lnTo>
                  <a:lnTo>
                    <a:pt x="79" y="80"/>
                  </a:lnTo>
                  <a:lnTo>
                    <a:pt x="79" y="64"/>
                  </a:lnTo>
                  <a:lnTo>
                    <a:pt x="79" y="64"/>
                  </a:lnTo>
                  <a:lnTo>
                    <a:pt x="79" y="64"/>
                  </a:lnTo>
                  <a:cubicBezTo>
                    <a:pt x="64" y="64"/>
                    <a:pt x="47" y="64"/>
                    <a:pt x="47" y="49"/>
                  </a:cubicBezTo>
                  <a:lnTo>
                    <a:pt x="16" y="1"/>
                  </a:lnTo>
                  <a:close/>
                  <a:moveTo>
                    <a:pt x="158" y="1"/>
                  </a:moveTo>
                  <a:lnTo>
                    <a:pt x="110" y="1"/>
                  </a:lnTo>
                  <a:lnTo>
                    <a:pt x="95" y="1"/>
                  </a:lnTo>
                  <a:lnTo>
                    <a:pt x="110" y="17"/>
                  </a:lnTo>
                  <a:lnTo>
                    <a:pt x="110" y="32"/>
                  </a:lnTo>
                  <a:lnTo>
                    <a:pt x="110" y="32"/>
                  </a:lnTo>
                  <a:lnTo>
                    <a:pt x="127" y="32"/>
                  </a:lnTo>
                  <a:lnTo>
                    <a:pt x="127" y="32"/>
                  </a:lnTo>
                  <a:lnTo>
                    <a:pt x="158" y="49"/>
                  </a:lnTo>
                  <a:cubicBezTo>
                    <a:pt x="158" y="49"/>
                    <a:pt x="173" y="49"/>
                    <a:pt x="173" y="64"/>
                  </a:cubicBezTo>
                  <a:lnTo>
                    <a:pt x="236" y="64"/>
                  </a:lnTo>
                  <a:cubicBezTo>
                    <a:pt x="253" y="64"/>
                    <a:pt x="268" y="49"/>
                    <a:pt x="268" y="32"/>
                  </a:cubicBezTo>
                  <a:lnTo>
                    <a:pt x="268" y="17"/>
                  </a:lnTo>
                  <a:lnTo>
                    <a:pt x="253" y="1"/>
                  </a:lnTo>
                  <a:lnTo>
                    <a:pt x="205" y="32"/>
                  </a:lnTo>
                  <a:cubicBezTo>
                    <a:pt x="205" y="49"/>
                    <a:pt x="205" y="49"/>
                    <a:pt x="190" y="49"/>
                  </a:cubicBezTo>
                  <a:cubicBezTo>
                    <a:pt x="173" y="49"/>
                    <a:pt x="173" y="32"/>
                    <a:pt x="158"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2" name="Google Shape;1492;p38"/>
            <p:cNvSpPr/>
            <p:nvPr/>
          </p:nvSpPr>
          <p:spPr>
            <a:xfrm>
              <a:off x="3384954" y="1782720"/>
              <a:ext cx="2035" cy="5565"/>
            </a:xfrm>
            <a:custGeom>
              <a:avLst/>
              <a:gdLst/>
              <a:ahLst/>
              <a:cxnLst/>
              <a:rect l="l" t="t" r="r" b="b"/>
              <a:pathLst>
                <a:path w="64" h="175" extrusionOk="0">
                  <a:moveTo>
                    <a:pt x="32" y="1"/>
                  </a:moveTo>
                  <a:lnTo>
                    <a:pt x="32" y="1"/>
                  </a:lnTo>
                  <a:lnTo>
                    <a:pt x="32" y="1"/>
                  </a:lnTo>
                  <a:cubicBezTo>
                    <a:pt x="17" y="1"/>
                    <a:pt x="0" y="17"/>
                    <a:pt x="0" y="32"/>
                  </a:cubicBezTo>
                  <a:lnTo>
                    <a:pt x="0" y="143"/>
                  </a:lnTo>
                  <a:cubicBezTo>
                    <a:pt x="0" y="158"/>
                    <a:pt x="17" y="175"/>
                    <a:pt x="32" y="175"/>
                  </a:cubicBezTo>
                  <a:lnTo>
                    <a:pt x="32" y="175"/>
                  </a:lnTo>
                  <a:cubicBezTo>
                    <a:pt x="48" y="175"/>
                    <a:pt x="63" y="175"/>
                    <a:pt x="63" y="158"/>
                  </a:cubicBezTo>
                  <a:lnTo>
                    <a:pt x="48" y="143"/>
                  </a:lnTo>
                  <a:cubicBezTo>
                    <a:pt x="48" y="127"/>
                    <a:pt x="48" y="112"/>
                    <a:pt x="63" y="95"/>
                  </a:cubicBezTo>
                  <a:lnTo>
                    <a:pt x="63" y="95"/>
                  </a:lnTo>
                  <a:lnTo>
                    <a:pt x="63" y="32"/>
                  </a:lnTo>
                  <a:cubicBezTo>
                    <a:pt x="63" y="17"/>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3" name="Google Shape;1493;p38"/>
            <p:cNvSpPr/>
            <p:nvPr/>
          </p:nvSpPr>
          <p:spPr>
            <a:xfrm>
              <a:off x="3115895" y="1797286"/>
              <a:ext cx="3498" cy="2035"/>
            </a:xfrm>
            <a:custGeom>
              <a:avLst/>
              <a:gdLst/>
              <a:ahLst/>
              <a:cxnLst/>
              <a:rect l="l" t="t" r="r" b="b"/>
              <a:pathLst>
                <a:path w="110" h="64" extrusionOk="0">
                  <a:moveTo>
                    <a:pt x="95" y="0"/>
                  </a:moveTo>
                  <a:lnTo>
                    <a:pt x="47" y="0"/>
                  </a:lnTo>
                  <a:cubicBezTo>
                    <a:pt x="47" y="15"/>
                    <a:pt x="47" y="15"/>
                    <a:pt x="32" y="32"/>
                  </a:cubicBezTo>
                  <a:lnTo>
                    <a:pt x="0" y="47"/>
                  </a:lnTo>
                  <a:cubicBezTo>
                    <a:pt x="0" y="63"/>
                    <a:pt x="0" y="63"/>
                    <a:pt x="15" y="63"/>
                  </a:cubicBezTo>
                  <a:lnTo>
                    <a:pt x="15" y="63"/>
                  </a:lnTo>
                  <a:cubicBezTo>
                    <a:pt x="32" y="63"/>
                    <a:pt x="47" y="63"/>
                    <a:pt x="63" y="47"/>
                  </a:cubicBezTo>
                  <a:lnTo>
                    <a:pt x="63" y="32"/>
                  </a:lnTo>
                  <a:lnTo>
                    <a:pt x="63" y="32"/>
                  </a:lnTo>
                  <a:lnTo>
                    <a:pt x="78" y="32"/>
                  </a:lnTo>
                  <a:lnTo>
                    <a:pt x="95" y="32"/>
                  </a:lnTo>
                  <a:lnTo>
                    <a:pt x="110" y="32"/>
                  </a:lnTo>
                  <a:lnTo>
                    <a:pt x="110"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4" name="Google Shape;1494;p38"/>
            <p:cNvSpPr/>
            <p:nvPr/>
          </p:nvSpPr>
          <p:spPr>
            <a:xfrm>
              <a:off x="3117358" y="1795760"/>
              <a:ext cx="4580" cy="2035"/>
            </a:xfrm>
            <a:custGeom>
              <a:avLst/>
              <a:gdLst/>
              <a:ahLst/>
              <a:cxnLst/>
              <a:rect l="l" t="t" r="r" b="b"/>
              <a:pathLst>
                <a:path w="144" h="64" extrusionOk="0">
                  <a:moveTo>
                    <a:pt x="64" y="0"/>
                  </a:moveTo>
                  <a:lnTo>
                    <a:pt x="1" y="32"/>
                  </a:lnTo>
                  <a:lnTo>
                    <a:pt x="1" y="32"/>
                  </a:lnTo>
                  <a:cubicBezTo>
                    <a:pt x="17" y="32"/>
                    <a:pt x="17" y="48"/>
                    <a:pt x="1" y="48"/>
                  </a:cubicBezTo>
                  <a:lnTo>
                    <a:pt x="49" y="48"/>
                  </a:lnTo>
                  <a:lnTo>
                    <a:pt x="49" y="63"/>
                  </a:lnTo>
                  <a:lnTo>
                    <a:pt x="64" y="63"/>
                  </a:lnTo>
                  <a:lnTo>
                    <a:pt x="64" y="32"/>
                  </a:lnTo>
                  <a:lnTo>
                    <a:pt x="64" y="0"/>
                  </a:lnTo>
                  <a:close/>
                  <a:moveTo>
                    <a:pt x="143" y="0"/>
                  </a:moveTo>
                  <a:lnTo>
                    <a:pt x="127" y="0"/>
                  </a:lnTo>
                  <a:lnTo>
                    <a:pt x="127" y="17"/>
                  </a:lnTo>
                  <a:lnTo>
                    <a:pt x="143" y="17"/>
                  </a:lnTo>
                  <a:lnTo>
                    <a:pt x="143" y="17"/>
                  </a:lnTo>
                  <a:lnTo>
                    <a:pt x="14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5" name="Google Shape;1495;p38"/>
            <p:cNvSpPr/>
            <p:nvPr/>
          </p:nvSpPr>
          <p:spPr>
            <a:xfrm>
              <a:off x="3324813" y="1813315"/>
              <a:ext cx="2544" cy="4039"/>
            </a:xfrm>
            <a:custGeom>
              <a:avLst/>
              <a:gdLst/>
              <a:ahLst/>
              <a:cxnLst/>
              <a:rect l="l" t="t" r="r" b="b"/>
              <a:pathLst>
                <a:path w="80" h="127" extrusionOk="0">
                  <a:moveTo>
                    <a:pt x="32" y="1"/>
                  </a:moveTo>
                  <a:lnTo>
                    <a:pt x="32" y="1"/>
                  </a:lnTo>
                  <a:cubicBezTo>
                    <a:pt x="17" y="1"/>
                    <a:pt x="1" y="16"/>
                    <a:pt x="1" y="32"/>
                  </a:cubicBezTo>
                  <a:lnTo>
                    <a:pt x="1" y="64"/>
                  </a:lnTo>
                  <a:lnTo>
                    <a:pt x="32" y="110"/>
                  </a:lnTo>
                  <a:cubicBezTo>
                    <a:pt x="32" y="110"/>
                    <a:pt x="48" y="110"/>
                    <a:pt x="48" y="127"/>
                  </a:cubicBezTo>
                  <a:lnTo>
                    <a:pt x="48" y="127"/>
                  </a:lnTo>
                  <a:lnTo>
                    <a:pt x="64" y="110"/>
                  </a:lnTo>
                  <a:lnTo>
                    <a:pt x="64" y="32"/>
                  </a:lnTo>
                  <a:cubicBezTo>
                    <a:pt x="80" y="16"/>
                    <a:pt x="64" y="1"/>
                    <a:pt x="48"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6" name="Google Shape;1496;p38"/>
            <p:cNvSpPr/>
            <p:nvPr/>
          </p:nvSpPr>
          <p:spPr>
            <a:xfrm>
              <a:off x="3267694" y="1815319"/>
              <a:ext cx="6042" cy="2512"/>
            </a:xfrm>
            <a:custGeom>
              <a:avLst/>
              <a:gdLst/>
              <a:ahLst/>
              <a:cxnLst/>
              <a:rect l="l" t="t" r="r" b="b"/>
              <a:pathLst>
                <a:path w="190" h="79" extrusionOk="0">
                  <a:moveTo>
                    <a:pt x="0" y="32"/>
                  </a:moveTo>
                  <a:lnTo>
                    <a:pt x="0" y="32"/>
                  </a:lnTo>
                  <a:lnTo>
                    <a:pt x="0" y="32"/>
                  </a:lnTo>
                  <a:lnTo>
                    <a:pt x="0" y="32"/>
                  </a:lnTo>
                  <a:close/>
                  <a:moveTo>
                    <a:pt x="63" y="1"/>
                  </a:moveTo>
                  <a:lnTo>
                    <a:pt x="63" y="1"/>
                  </a:lnTo>
                  <a:lnTo>
                    <a:pt x="63" y="16"/>
                  </a:lnTo>
                  <a:cubicBezTo>
                    <a:pt x="63" y="16"/>
                    <a:pt x="80" y="32"/>
                    <a:pt x="63" y="47"/>
                  </a:cubicBezTo>
                  <a:lnTo>
                    <a:pt x="63" y="64"/>
                  </a:lnTo>
                  <a:lnTo>
                    <a:pt x="80" y="64"/>
                  </a:lnTo>
                  <a:lnTo>
                    <a:pt x="80" y="47"/>
                  </a:lnTo>
                  <a:cubicBezTo>
                    <a:pt x="95" y="32"/>
                    <a:pt x="95" y="16"/>
                    <a:pt x="111" y="16"/>
                  </a:cubicBezTo>
                  <a:lnTo>
                    <a:pt x="111" y="16"/>
                  </a:lnTo>
                  <a:lnTo>
                    <a:pt x="126" y="16"/>
                  </a:lnTo>
                  <a:cubicBezTo>
                    <a:pt x="143" y="32"/>
                    <a:pt x="158" y="47"/>
                    <a:pt x="143" y="64"/>
                  </a:cubicBezTo>
                  <a:lnTo>
                    <a:pt x="143" y="79"/>
                  </a:lnTo>
                  <a:lnTo>
                    <a:pt x="158" y="79"/>
                  </a:lnTo>
                  <a:lnTo>
                    <a:pt x="158" y="79"/>
                  </a:lnTo>
                  <a:cubicBezTo>
                    <a:pt x="174" y="79"/>
                    <a:pt x="189" y="64"/>
                    <a:pt x="189" y="47"/>
                  </a:cubicBezTo>
                  <a:cubicBezTo>
                    <a:pt x="189" y="32"/>
                    <a:pt x="174"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7" name="Google Shape;1497;p38"/>
            <p:cNvSpPr/>
            <p:nvPr/>
          </p:nvSpPr>
          <p:spPr>
            <a:xfrm>
              <a:off x="3404513" y="1785741"/>
              <a:ext cx="2512" cy="1558"/>
            </a:xfrm>
            <a:custGeom>
              <a:avLst/>
              <a:gdLst/>
              <a:ahLst/>
              <a:cxnLst/>
              <a:rect l="l" t="t" r="r" b="b"/>
              <a:pathLst>
                <a:path w="79" h="49" extrusionOk="0">
                  <a:moveTo>
                    <a:pt x="32" y="0"/>
                  </a:moveTo>
                  <a:lnTo>
                    <a:pt x="32" y="0"/>
                  </a:lnTo>
                  <a:lnTo>
                    <a:pt x="15" y="17"/>
                  </a:lnTo>
                  <a:lnTo>
                    <a:pt x="15" y="17"/>
                  </a:lnTo>
                  <a:lnTo>
                    <a:pt x="0" y="32"/>
                  </a:lnTo>
                  <a:lnTo>
                    <a:pt x="0" y="48"/>
                  </a:lnTo>
                  <a:lnTo>
                    <a:pt x="0" y="48"/>
                  </a:lnTo>
                  <a:lnTo>
                    <a:pt x="15" y="48"/>
                  </a:lnTo>
                  <a:cubicBezTo>
                    <a:pt x="15" y="32"/>
                    <a:pt x="32" y="32"/>
                    <a:pt x="32" y="32"/>
                  </a:cubicBezTo>
                  <a:lnTo>
                    <a:pt x="47" y="32"/>
                  </a:lnTo>
                  <a:lnTo>
                    <a:pt x="47" y="32"/>
                  </a:lnTo>
                  <a:lnTo>
                    <a:pt x="78" y="32"/>
                  </a:lnTo>
                  <a:lnTo>
                    <a:pt x="78" y="32"/>
                  </a:lnTo>
                  <a:cubicBezTo>
                    <a:pt x="63"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8" name="Google Shape;1498;p38"/>
            <p:cNvSpPr/>
            <p:nvPr/>
          </p:nvSpPr>
          <p:spPr>
            <a:xfrm>
              <a:off x="3078271" y="1809785"/>
              <a:ext cx="5057" cy="4039"/>
            </a:xfrm>
            <a:custGeom>
              <a:avLst/>
              <a:gdLst/>
              <a:ahLst/>
              <a:cxnLst/>
              <a:rect l="l" t="t" r="r" b="b"/>
              <a:pathLst>
                <a:path w="159" h="127" extrusionOk="0">
                  <a:moveTo>
                    <a:pt x="32" y="1"/>
                  </a:moveTo>
                  <a:cubicBezTo>
                    <a:pt x="17" y="1"/>
                    <a:pt x="17" y="1"/>
                    <a:pt x="17" y="17"/>
                  </a:cubicBezTo>
                  <a:cubicBezTo>
                    <a:pt x="1" y="32"/>
                    <a:pt x="17" y="49"/>
                    <a:pt x="32" y="64"/>
                  </a:cubicBezTo>
                  <a:lnTo>
                    <a:pt x="64" y="80"/>
                  </a:lnTo>
                  <a:lnTo>
                    <a:pt x="64" y="80"/>
                  </a:lnTo>
                  <a:lnTo>
                    <a:pt x="64" y="95"/>
                  </a:lnTo>
                  <a:cubicBezTo>
                    <a:pt x="80" y="112"/>
                    <a:pt x="80" y="112"/>
                    <a:pt x="95" y="112"/>
                  </a:cubicBezTo>
                  <a:lnTo>
                    <a:pt x="95" y="127"/>
                  </a:lnTo>
                  <a:cubicBezTo>
                    <a:pt x="95" y="112"/>
                    <a:pt x="112" y="112"/>
                    <a:pt x="112" y="112"/>
                  </a:cubicBezTo>
                  <a:lnTo>
                    <a:pt x="158" y="80"/>
                  </a:lnTo>
                  <a:lnTo>
                    <a:pt x="158" y="64"/>
                  </a:lnTo>
                  <a:lnTo>
                    <a:pt x="143" y="64"/>
                  </a:lnTo>
                  <a:lnTo>
                    <a:pt x="143" y="64"/>
                  </a:lnTo>
                  <a:cubicBezTo>
                    <a:pt x="127" y="64"/>
                    <a:pt x="112" y="64"/>
                    <a:pt x="112" y="49"/>
                  </a:cubicBezTo>
                  <a:cubicBezTo>
                    <a:pt x="95" y="49"/>
                    <a:pt x="95" y="32"/>
                    <a:pt x="95" y="32"/>
                  </a:cubicBezTo>
                  <a:lnTo>
                    <a:pt x="95" y="17"/>
                  </a:lnTo>
                  <a:lnTo>
                    <a:pt x="64" y="17"/>
                  </a:lnTo>
                  <a:lnTo>
                    <a:pt x="4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499" name="Google Shape;1499;p38"/>
            <p:cNvSpPr/>
            <p:nvPr/>
          </p:nvSpPr>
          <p:spPr>
            <a:xfrm>
              <a:off x="3337376" y="1821330"/>
              <a:ext cx="5502" cy="1527"/>
            </a:xfrm>
            <a:custGeom>
              <a:avLst/>
              <a:gdLst/>
              <a:ahLst/>
              <a:cxnLst/>
              <a:rect l="l" t="t" r="r" b="b"/>
              <a:pathLst>
                <a:path w="173" h="48" extrusionOk="0">
                  <a:moveTo>
                    <a:pt x="141" y="1"/>
                  </a:moveTo>
                  <a:lnTo>
                    <a:pt x="126" y="1"/>
                  </a:lnTo>
                  <a:lnTo>
                    <a:pt x="126" y="1"/>
                  </a:lnTo>
                  <a:lnTo>
                    <a:pt x="0" y="47"/>
                  </a:lnTo>
                  <a:cubicBezTo>
                    <a:pt x="47" y="47"/>
                    <a:pt x="110" y="32"/>
                    <a:pt x="173" y="32"/>
                  </a:cubicBezTo>
                  <a:lnTo>
                    <a:pt x="173" y="32"/>
                  </a:lnTo>
                  <a:lnTo>
                    <a:pt x="158" y="32"/>
                  </a:lnTo>
                  <a:lnTo>
                    <a:pt x="158" y="16"/>
                  </a:lnTo>
                  <a:cubicBezTo>
                    <a:pt x="158" y="1"/>
                    <a:pt x="141"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0" name="Google Shape;1500;p38"/>
            <p:cNvSpPr/>
            <p:nvPr/>
          </p:nvSpPr>
          <p:spPr>
            <a:xfrm>
              <a:off x="3428557" y="1807781"/>
              <a:ext cx="3530" cy="2544"/>
            </a:xfrm>
            <a:custGeom>
              <a:avLst/>
              <a:gdLst/>
              <a:ahLst/>
              <a:cxnLst/>
              <a:rect l="l" t="t" r="r" b="b"/>
              <a:pathLst>
                <a:path w="111" h="80" extrusionOk="0">
                  <a:moveTo>
                    <a:pt x="1" y="48"/>
                  </a:moveTo>
                  <a:lnTo>
                    <a:pt x="1" y="48"/>
                  </a:lnTo>
                  <a:lnTo>
                    <a:pt x="1" y="64"/>
                  </a:lnTo>
                  <a:lnTo>
                    <a:pt x="1" y="48"/>
                  </a:lnTo>
                  <a:close/>
                  <a:moveTo>
                    <a:pt x="95" y="1"/>
                  </a:moveTo>
                  <a:lnTo>
                    <a:pt x="95" y="1"/>
                  </a:lnTo>
                  <a:cubicBezTo>
                    <a:pt x="95" y="17"/>
                    <a:pt x="79" y="17"/>
                    <a:pt x="79" y="17"/>
                  </a:cubicBezTo>
                  <a:lnTo>
                    <a:pt x="47" y="17"/>
                  </a:lnTo>
                  <a:lnTo>
                    <a:pt x="47" y="17"/>
                  </a:lnTo>
                  <a:lnTo>
                    <a:pt x="47" y="17"/>
                  </a:lnTo>
                  <a:cubicBezTo>
                    <a:pt x="64" y="17"/>
                    <a:pt x="79" y="32"/>
                    <a:pt x="79" y="64"/>
                  </a:cubicBezTo>
                  <a:lnTo>
                    <a:pt x="64" y="64"/>
                  </a:lnTo>
                  <a:lnTo>
                    <a:pt x="79" y="80"/>
                  </a:ln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1" name="Google Shape;1501;p38"/>
            <p:cNvSpPr/>
            <p:nvPr/>
          </p:nvSpPr>
          <p:spPr>
            <a:xfrm>
              <a:off x="3059762" y="1827818"/>
              <a:ext cx="12053" cy="7569"/>
            </a:xfrm>
            <a:custGeom>
              <a:avLst/>
              <a:gdLst/>
              <a:ahLst/>
              <a:cxnLst/>
              <a:rect l="l" t="t" r="r" b="b"/>
              <a:pathLst>
                <a:path w="379" h="238" extrusionOk="0">
                  <a:moveTo>
                    <a:pt x="32" y="1"/>
                  </a:moveTo>
                  <a:cubicBezTo>
                    <a:pt x="47" y="17"/>
                    <a:pt x="47" y="32"/>
                    <a:pt x="47" y="49"/>
                  </a:cubicBezTo>
                  <a:cubicBezTo>
                    <a:pt x="32" y="64"/>
                    <a:pt x="16" y="64"/>
                    <a:pt x="16" y="64"/>
                  </a:cubicBezTo>
                  <a:lnTo>
                    <a:pt x="0" y="64"/>
                  </a:lnTo>
                  <a:cubicBezTo>
                    <a:pt x="16" y="64"/>
                    <a:pt x="16" y="80"/>
                    <a:pt x="16" y="80"/>
                  </a:cubicBezTo>
                  <a:lnTo>
                    <a:pt x="32" y="80"/>
                  </a:lnTo>
                  <a:lnTo>
                    <a:pt x="63" y="80"/>
                  </a:lnTo>
                  <a:lnTo>
                    <a:pt x="79" y="64"/>
                  </a:lnTo>
                  <a:lnTo>
                    <a:pt x="95" y="64"/>
                  </a:lnTo>
                  <a:cubicBezTo>
                    <a:pt x="95" y="64"/>
                    <a:pt x="95" y="80"/>
                    <a:pt x="110" y="80"/>
                  </a:cubicBezTo>
                  <a:cubicBezTo>
                    <a:pt x="110" y="64"/>
                    <a:pt x="127" y="49"/>
                    <a:pt x="142" y="49"/>
                  </a:cubicBezTo>
                  <a:lnTo>
                    <a:pt x="142" y="49"/>
                  </a:lnTo>
                  <a:lnTo>
                    <a:pt x="142" y="49"/>
                  </a:lnTo>
                  <a:cubicBezTo>
                    <a:pt x="158" y="49"/>
                    <a:pt x="173" y="64"/>
                    <a:pt x="173" y="80"/>
                  </a:cubicBezTo>
                  <a:lnTo>
                    <a:pt x="173" y="127"/>
                  </a:lnTo>
                  <a:cubicBezTo>
                    <a:pt x="236" y="143"/>
                    <a:pt x="284" y="175"/>
                    <a:pt x="316" y="221"/>
                  </a:cubicBezTo>
                  <a:cubicBezTo>
                    <a:pt x="316" y="238"/>
                    <a:pt x="331" y="238"/>
                    <a:pt x="347" y="238"/>
                  </a:cubicBezTo>
                  <a:lnTo>
                    <a:pt x="362" y="238"/>
                  </a:lnTo>
                  <a:cubicBezTo>
                    <a:pt x="379" y="238"/>
                    <a:pt x="379" y="206"/>
                    <a:pt x="379" y="190"/>
                  </a:cubicBezTo>
                  <a:cubicBezTo>
                    <a:pt x="362" y="190"/>
                    <a:pt x="362" y="175"/>
                    <a:pt x="362" y="175"/>
                  </a:cubicBezTo>
                  <a:cubicBezTo>
                    <a:pt x="299" y="143"/>
                    <a:pt x="253" y="112"/>
                    <a:pt x="205" y="80"/>
                  </a:cubicBezTo>
                  <a:lnTo>
                    <a:pt x="205" y="49"/>
                  </a:lnTo>
                  <a:lnTo>
                    <a:pt x="205" y="49"/>
                  </a:lnTo>
                  <a:lnTo>
                    <a:pt x="190" y="64"/>
                  </a:lnTo>
                  <a:cubicBezTo>
                    <a:pt x="173" y="64"/>
                    <a:pt x="173" y="64"/>
                    <a:pt x="158" y="49"/>
                  </a:cubicBezTo>
                  <a:lnTo>
                    <a:pt x="158" y="49"/>
                  </a:lnTo>
                  <a:cubicBezTo>
                    <a:pt x="142" y="49"/>
                    <a:pt x="142" y="32"/>
                    <a:pt x="142" y="32"/>
                  </a:cubicBezTo>
                  <a:lnTo>
                    <a:pt x="142" y="32"/>
                  </a:lnTo>
                  <a:lnTo>
                    <a:pt x="127" y="49"/>
                  </a:lnTo>
                  <a:cubicBezTo>
                    <a:pt x="110" y="49"/>
                    <a:pt x="110" y="32"/>
                    <a:pt x="95" y="32"/>
                  </a:cubicBezTo>
                  <a:lnTo>
                    <a:pt x="95" y="32"/>
                  </a:lnTo>
                  <a:cubicBezTo>
                    <a:pt x="79" y="17"/>
                    <a:pt x="63" y="17"/>
                    <a:pt x="63"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2" name="Google Shape;1502;p38"/>
            <p:cNvSpPr/>
            <p:nvPr/>
          </p:nvSpPr>
          <p:spPr>
            <a:xfrm>
              <a:off x="3030184" y="1795283"/>
              <a:ext cx="6551" cy="10050"/>
            </a:xfrm>
            <a:custGeom>
              <a:avLst/>
              <a:gdLst/>
              <a:ahLst/>
              <a:cxnLst/>
              <a:rect l="l" t="t" r="r" b="b"/>
              <a:pathLst>
                <a:path w="206" h="316" extrusionOk="0">
                  <a:moveTo>
                    <a:pt x="80" y="236"/>
                  </a:moveTo>
                  <a:lnTo>
                    <a:pt x="17" y="236"/>
                  </a:lnTo>
                  <a:lnTo>
                    <a:pt x="17" y="252"/>
                  </a:lnTo>
                  <a:cubicBezTo>
                    <a:pt x="17" y="268"/>
                    <a:pt x="0" y="268"/>
                    <a:pt x="0" y="284"/>
                  </a:cubicBezTo>
                  <a:cubicBezTo>
                    <a:pt x="17" y="299"/>
                    <a:pt x="17" y="315"/>
                    <a:pt x="32" y="315"/>
                  </a:cubicBezTo>
                  <a:lnTo>
                    <a:pt x="63" y="299"/>
                  </a:lnTo>
                  <a:cubicBezTo>
                    <a:pt x="63" y="284"/>
                    <a:pt x="80" y="284"/>
                    <a:pt x="80" y="284"/>
                  </a:cubicBezTo>
                  <a:lnTo>
                    <a:pt x="80" y="284"/>
                  </a:lnTo>
                  <a:cubicBezTo>
                    <a:pt x="95" y="284"/>
                    <a:pt x="95" y="284"/>
                    <a:pt x="111" y="299"/>
                  </a:cubicBezTo>
                  <a:lnTo>
                    <a:pt x="111" y="268"/>
                  </a:lnTo>
                  <a:cubicBezTo>
                    <a:pt x="95" y="252"/>
                    <a:pt x="95" y="252"/>
                    <a:pt x="95" y="236"/>
                  </a:cubicBezTo>
                  <a:lnTo>
                    <a:pt x="80" y="236"/>
                  </a:lnTo>
                  <a:close/>
                  <a:moveTo>
                    <a:pt x="111" y="0"/>
                  </a:moveTo>
                  <a:lnTo>
                    <a:pt x="111" y="0"/>
                  </a:lnTo>
                  <a:cubicBezTo>
                    <a:pt x="95" y="0"/>
                    <a:pt x="95" y="15"/>
                    <a:pt x="95" y="32"/>
                  </a:cubicBezTo>
                  <a:lnTo>
                    <a:pt x="80" y="63"/>
                  </a:lnTo>
                  <a:cubicBezTo>
                    <a:pt x="95" y="63"/>
                    <a:pt x="111" y="78"/>
                    <a:pt x="111" y="95"/>
                  </a:cubicBezTo>
                  <a:cubicBezTo>
                    <a:pt x="111" y="110"/>
                    <a:pt x="95" y="126"/>
                    <a:pt x="80" y="126"/>
                  </a:cubicBezTo>
                  <a:lnTo>
                    <a:pt x="80" y="126"/>
                  </a:lnTo>
                  <a:lnTo>
                    <a:pt x="17" y="126"/>
                  </a:lnTo>
                  <a:cubicBezTo>
                    <a:pt x="17" y="126"/>
                    <a:pt x="17" y="142"/>
                    <a:pt x="0" y="142"/>
                  </a:cubicBezTo>
                  <a:lnTo>
                    <a:pt x="0" y="173"/>
                  </a:lnTo>
                  <a:lnTo>
                    <a:pt x="80" y="173"/>
                  </a:lnTo>
                  <a:cubicBezTo>
                    <a:pt x="95" y="158"/>
                    <a:pt x="111" y="158"/>
                    <a:pt x="126" y="142"/>
                  </a:cubicBezTo>
                  <a:cubicBezTo>
                    <a:pt x="143" y="142"/>
                    <a:pt x="143" y="142"/>
                    <a:pt x="143" y="126"/>
                  </a:cubicBezTo>
                  <a:lnTo>
                    <a:pt x="158" y="110"/>
                  </a:lnTo>
                  <a:lnTo>
                    <a:pt x="158" y="63"/>
                  </a:lnTo>
                  <a:lnTo>
                    <a:pt x="158" y="78"/>
                  </a:lnTo>
                  <a:lnTo>
                    <a:pt x="174" y="78"/>
                  </a:lnTo>
                  <a:cubicBezTo>
                    <a:pt x="174" y="78"/>
                    <a:pt x="189" y="78"/>
                    <a:pt x="189" y="63"/>
                  </a:cubicBezTo>
                  <a:cubicBezTo>
                    <a:pt x="189" y="63"/>
                    <a:pt x="206" y="63"/>
                    <a:pt x="206" y="47"/>
                  </a:cubicBezTo>
                  <a:cubicBezTo>
                    <a:pt x="206" y="32"/>
                    <a:pt x="206" y="15"/>
                    <a:pt x="189" y="0"/>
                  </a:cubicBezTo>
                  <a:lnTo>
                    <a:pt x="126" y="15"/>
                  </a:lnTo>
                  <a:lnTo>
                    <a:pt x="126" y="15"/>
                  </a:lnTo>
                  <a:cubicBezTo>
                    <a:pt x="111" y="15"/>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3" name="Google Shape;1503;p38"/>
            <p:cNvSpPr/>
            <p:nvPr/>
          </p:nvSpPr>
          <p:spPr>
            <a:xfrm>
              <a:off x="3037181" y="1793756"/>
              <a:ext cx="6042" cy="3021"/>
            </a:xfrm>
            <a:custGeom>
              <a:avLst/>
              <a:gdLst/>
              <a:ahLst/>
              <a:cxnLst/>
              <a:rect l="l" t="t" r="r" b="b"/>
              <a:pathLst>
                <a:path w="190" h="95" extrusionOk="0">
                  <a:moveTo>
                    <a:pt x="143" y="0"/>
                  </a:moveTo>
                  <a:lnTo>
                    <a:pt x="32" y="0"/>
                  </a:lnTo>
                  <a:lnTo>
                    <a:pt x="17" y="17"/>
                  </a:lnTo>
                  <a:lnTo>
                    <a:pt x="32" y="17"/>
                  </a:lnTo>
                  <a:cubicBezTo>
                    <a:pt x="32" y="32"/>
                    <a:pt x="17" y="48"/>
                    <a:pt x="1" y="48"/>
                  </a:cubicBezTo>
                  <a:lnTo>
                    <a:pt x="1" y="63"/>
                  </a:lnTo>
                  <a:cubicBezTo>
                    <a:pt x="17" y="80"/>
                    <a:pt x="17" y="95"/>
                    <a:pt x="49" y="95"/>
                  </a:cubicBezTo>
                  <a:lnTo>
                    <a:pt x="49" y="95"/>
                  </a:lnTo>
                  <a:lnTo>
                    <a:pt x="127" y="95"/>
                  </a:lnTo>
                  <a:cubicBezTo>
                    <a:pt x="143" y="95"/>
                    <a:pt x="158" y="80"/>
                    <a:pt x="158" y="63"/>
                  </a:cubicBezTo>
                  <a:cubicBezTo>
                    <a:pt x="175" y="63"/>
                    <a:pt x="190" y="48"/>
                    <a:pt x="190" y="32"/>
                  </a:cubicBezTo>
                  <a:lnTo>
                    <a:pt x="190" y="32"/>
                  </a:lnTo>
                  <a:lnTo>
                    <a:pt x="190" y="32"/>
                  </a:lnTo>
                  <a:cubicBezTo>
                    <a:pt x="175" y="32"/>
                    <a:pt x="158" y="32"/>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4" name="Google Shape;1504;p38"/>
            <p:cNvSpPr/>
            <p:nvPr/>
          </p:nvSpPr>
          <p:spPr>
            <a:xfrm>
              <a:off x="3379929" y="1786250"/>
              <a:ext cx="2035" cy="4039"/>
            </a:xfrm>
            <a:custGeom>
              <a:avLst/>
              <a:gdLst/>
              <a:ahLst/>
              <a:cxnLst/>
              <a:rect l="l" t="t" r="r" b="b"/>
              <a:pathLst>
                <a:path w="64" h="127" extrusionOk="0">
                  <a:moveTo>
                    <a:pt x="64" y="1"/>
                  </a:moveTo>
                  <a:lnTo>
                    <a:pt x="49" y="1"/>
                  </a:lnTo>
                  <a:lnTo>
                    <a:pt x="32" y="1"/>
                  </a:lnTo>
                  <a:lnTo>
                    <a:pt x="1" y="1"/>
                  </a:lnTo>
                  <a:lnTo>
                    <a:pt x="1" y="79"/>
                  </a:lnTo>
                  <a:lnTo>
                    <a:pt x="1" y="95"/>
                  </a:lnTo>
                  <a:cubicBezTo>
                    <a:pt x="1" y="110"/>
                    <a:pt x="17" y="127"/>
                    <a:pt x="32" y="127"/>
                  </a:cubicBezTo>
                  <a:lnTo>
                    <a:pt x="32" y="127"/>
                  </a:lnTo>
                  <a:lnTo>
                    <a:pt x="32" y="127"/>
                  </a:lnTo>
                  <a:cubicBezTo>
                    <a:pt x="49" y="110"/>
                    <a:pt x="64" y="110"/>
                    <a:pt x="64" y="9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5" name="Google Shape;1505;p38"/>
            <p:cNvSpPr/>
            <p:nvPr/>
          </p:nvSpPr>
          <p:spPr>
            <a:xfrm>
              <a:off x="3317785" y="1762684"/>
              <a:ext cx="6074" cy="4580"/>
            </a:xfrm>
            <a:custGeom>
              <a:avLst/>
              <a:gdLst/>
              <a:ahLst/>
              <a:cxnLst/>
              <a:rect l="l" t="t" r="r" b="b"/>
              <a:pathLst>
                <a:path w="191" h="144" extrusionOk="0">
                  <a:moveTo>
                    <a:pt x="159" y="1"/>
                  </a:moveTo>
                  <a:lnTo>
                    <a:pt x="159" y="1"/>
                  </a:lnTo>
                  <a:lnTo>
                    <a:pt x="80" y="1"/>
                  </a:lnTo>
                  <a:cubicBezTo>
                    <a:pt x="64" y="1"/>
                    <a:pt x="64" y="17"/>
                    <a:pt x="49" y="17"/>
                  </a:cubicBezTo>
                  <a:lnTo>
                    <a:pt x="1" y="95"/>
                  </a:lnTo>
                  <a:cubicBezTo>
                    <a:pt x="1" y="112"/>
                    <a:pt x="1" y="127"/>
                    <a:pt x="17" y="143"/>
                  </a:cubicBezTo>
                  <a:lnTo>
                    <a:pt x="33" y="143"/>
                  </a:lnTo>
                  <a:lnTo>
                    <a:pt x="64" y="143"/>
                  </a:lnTo>
                  <a:lnTo>
                    <a:pt x="96" y="80"/>
                  </a:lnTo>
                  <a:lnTo>
                    <a:pt x="143" y="64"/>
                  </a:lnTo>
                  <a:cubicBezTo>
                    <a:pt x="143" y="48"/>
                    <a:pt x="159" y="32"/>
                    <a:pt x="175" y="32"/>
                  </a:cubicBezTo>
                  <a:lnTo>
                    <a:pt x="175" y="32"/>
                  </a:lnTo>
                  <a:lnTo>
                    <a:pt x="190" y="32"/>
                  </a:lnTo>
                  <a:lnTo>
                    <a:pt x="190" y="32"/>
                  </a:lnTo>
                  <a:cubicBezTo>
                    <a:pt x="190" y="17"/>
                    <a:pt x="175" y="1"/>
                    <a:pt x="15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6" name="Google Shape;1506;p38"/>
            <p:cNvSpPr/>
            <p:nvPr/>
          </p:nvSpPr>
          <p:spPr>
            <a:xfrm>
              <a:off x="3181506" y="1799290"/>
              <a:ext cx="5057" cy="3021"/>
            </a:xfrm>
            <a:custGeom>
              <a:avLst/>
              <a:gdLst/>
              <a:ahLst/>
              <a:cxnLst/>
              <a:rect l="l" t="t" r="r" b="b"/>
              <a:pathLst>
                <a:path w="159" h="95" extrusionOk="0">
                  <a:moveTo>
                    <a:pt x="143" y="0"/>
                  </a:moveTo>
                  <a:lnTo>
                    <a:pt x="127" y="0"/>
                  </a:lnTo>
                  <a:cubicBezTo>
                    <a:pt x="127" y="16"/>
                    <a:pt x="111" y="16"/>
                    <a:pt x="95" y="16"/>
                  </a:cubicBezTo>
                  <a:lnTo>
                    <a:pt x="95" y="16"/>
                  </a:lnTo>
                  <a:lnTo>
                    <a:pt x="80" y="32"/>
                  </a:lnTo>
                  <a:lnTo>
                    <a:pt x="63" y="16"/>
                  </a:lnTo>
                  <a:lnTo>
                    <a:pt x="48" y="16"/>
                  </a:lnTo>
                  <a:lnTo>
                    <a:pt x="32" y="16"/>
                  </a:lnTo>
                  <a:lnTo>
                    <a:pt x="17" y="16"/>
                  </a:lnTo>
                  <a:lnTo>
                    <a:pt x="17" y="16"/>
                  </a:lnTo>
                  <a:lnTo>
                    <a:pt x="17" y="32"/>
                  </a:lnTo>
                  <a:cubicBezTo>
                    <a:pt x="0" y="47"/>
                    <a:pt x="0" y="63"/>
                    <a:pt x="17" y="79"/>
                  </a:cubicBezTo>
                  <a:cubicBezTo>
                    <a:pt x="48" y="95"/>
                    <a:pt x="63" y="95"/>
                    <a:pt x="80" y="95"/>
                  </a:cubicBezTo>
                  <a:cubicBezTo>
                    <a:pt x="111" y="95"/>
                    <a:pt x="127" y="79"/>
                    <a:pt x="158" y="47"/>
                  </a:cubicBezTo>
                  <a:lnTo>
                    <a:pt x="158" y="47"/>
                  </a:lnTo>
                  <a:cubicBezTo>
                    <a:pt x="143" y="32"/>
                    <a:pt x="143" y="16"/>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7" name="Google Shape;1507;p38"/>
            <p:cNvSpPr/>
            <p:nvPr/>
          </p:nvSpPr>
          <p:spPr>
            <a:xfrm>
              <a:off x="3374936" y="1766691"/>
              <a:ext cx="8046" cy="3562"/>
            </a:xfrm>
            <a:custGeom>
              <a:avLst/>
              <a:gdLst/>
              <a:ahLst/>
              <a:cxnLst/>
              <a:rect l="l" t="t" r="r" b="b"/>
              <a:pathLst>
                <a:path w="253" h="112" extrusionOk="0">
                  <a:moveTo>
                    <a:pt x="206" y="1"/>
                  </a:moveTo>
                  <a:lnTo>
                    <a:pt x="206" y="1"/>
                  </a:lnTo>
                  <a:lnTo>
                    <a:pt x="189" y="1"/>
                  </a:lnTo>
                  <a:cubicBezTo>
                    <a:pt x="158" y="32"/>
                    <a:pt x="143" y="32"/>
                    <a:pt x="111" y="32"/>
                  </a:cubicBezTo>
                  <a:cubicBezTo>
                    <a:pt x="95" y="32"/>
                    <a:pt x="80" y="32"/>
                    <a:pt x="63" y="17"/>
                  </a:cubicBezTo>
                  <a:lnTo>
                    <a:pt x="32" y="17"/>
                  </a:lnTo>
                  <a:cubicBezTo>
                    <a:pt x="32" y="17"/>
                    <a:pt x="17" y="17"/>
                    <a:pt x="17" y="32"/>
                  </a:cubicBezTo>
                  <a:cubicBezTo>
                    <a:pt x="0" y="49"/>
                    <a:pt x="0" y="80"/>
                    <a:pt x="17" y="80"/>
                  </a:cubicBezTo>
                  <a:cubicBezTo>
                    <a:pt x="48" y="95"/>
                    <a:pt x="80" y="112"/>
                    <a:pt x="111" y="112"/>
                  </a:cubicBezTo>
                  <a:cubicBezTo>
                    <a:pt x="158" y="112"/>
                    <a:pt x="189" y="95"/>
                    <a:pt x="237" y="64"/>
                  </a:cubicBezTo>
                  <a:cubicBezTo>
                    <a:pt x="252" y="49"/>
                    <a:pt x="252" y="32"/>
                    <a:pt x="237" y="17"/>
                  </a:cubicBezTo>
                  <a:cubicBezTo>
                    <a:pt x="237" y="1"/>
                    <a:pt x="221"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8" name="Google Shape;1508;p38"/>
            <p:cNvSpPr/>
            <p:nvPr/>
          </p:nvSpPr>
          <p:spPr>
            <a:xfrm>
              <a:off x="3277235" y="1775246"/>
              <a:ext cx="6042" cy="6042"/>
            </a:xfrm>
            <a:custGeom>
              <a:avLst/>
              <a:gdLst/>
              <a:ahLst/>
              <a:cxnLst/>
              <a:rect l="l" t="t" r="r" b="b"/>
              <a:pathLst>
                <a:path w="190" h="190" extrusionOk="0">
                  <a:moveTo>
                    <a:pt x="32" y="0"/>
                  </a:moveTo>
                  <a:lnTo>
                    <a:pt x="32" y="0"/>
                  </a:lnTo>
                  <a:lnTo>
                    <a:pt x="16" y="0"/>
                  </a:lnTo>
                  <a:cubicBezTo>
                    <a:pt x="0" y="15"/>
                    <a:pt x="0" y="32"/>
                    <a:pt x="0" y="47"/>
                  </a:cubicBezTo>
                  <a:lnTo>
                    <a:pt x="47" y="158"/>
                  </a:lnTo>
                  <a:lnTo>
                    <a:pt x="63" y="141"/>
                  </a:lnTo>
                  <a:lnTo>
                    <a:pt x="79" y="126"/>
                  </a:lnTo>
                  <a:lnTo>
                    <a:pt x="95" y="126"/>
                  </a:lnTo>
                  <a:lnTo>
                    <a:pt x="110" y="141"/>
                  </a:lnTo>
                  <a:lnTo>
                    <a:pt x="142" y="189"/>
                  </a:lnTo>
                  <a:lnTo>
                    <a:pt x="173" y="158"/>
                  </a:lnTo>
                  <a:cubicBezTo>
                    <a:pt x="189" y="141"/>
                    <a:pt x="189" y="126"/>
                    <a:pt x="189" y="110"/>
                  </a:cubicBezTo>
                  <a:lnTo>
                    <a:pt x="126" y="15"/>
                  </a:lnTo>
                  <a:cubicBezTo>
                    <a:pt x="110" y="15"/>
                    <a:pt x="95" y="0"/>
                    <a:pt x="95" y="0"/>
                  </a:cubicBezTo>
                  <a:cubicBezTo>
                    <a:pt x="79" y="0"/>
                    <a:pt x="79" y="15"/>
                    <a:pt x="79" y="15"/>
                  </a:cubicBezTo>
                  <a:lnTo>
                    <a:pt x="63" y="15"/>
                  </a:lnTo>
                  <a:cubicBezTo>
                    <a:pt x="63" y="15"/>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09" name="Google Shape;1509;p38"/>
            <p:cNvSpPr/>
            <p:nvPr/>
          </p:nvSpPr>
          <p:spPr>
            <a:xfrm>
              <a:off x="3066250" y="1828358"/>
              <a:ext cx="9573" cy="6042"/>
            </a:xfrm>
            <a:custGeom>
              <a:avLst/>
              <a:gdLst/>
              <a:ahLst/>
              <a:cxnLst/>
              <a:rect l="l" t="t" r="r" b="b"/>
              <a:pathLst>
                <a:path w="301" h="190" extrusionOk="0">
                  <a:moveTo>
                    <a:pt x="32" y="0"/>
                  </a:moveTo>
                  <a:lnTo>
                    <a:pt x="32" y="0"/>
                  </a:lnTo>
                  <a:cubicBezTo>
                    <a:pt x="17" y="0"/>
                    <a:pt x="17" y="15"/>
                    <a:pt x="17" y="15"/>
                  </a:cubicBezTo>
                  <a:lnTo>
                    <a:pt x="1" y="32"/>
                  </a:lnTo>
                  <a:lnTo>
                    <a:pt x="1" y="32"/>
                  </a:lnTo>
                  <a:lnTo>
                    <a:pt x="1" y="32"/>
                  </a:lnTo>
                  <a:lnTo>
                    <a:pt x="1" y="63"/>
                  </a:lnTo>
                  <a:cubicBezTo>
                    <a:pt x="49" y="95"/>
                    <a:pt x="95" y="126"/>
                    <a:pt x="158" y="158"/>
                  </a:cubicBezTo>
                  <a:cubicBezTo>
                    <a:pt x="190" y="158"/>
                    <a:pt x="221" y="173"/>
                    <a:pt x="253" y="189"/>
                  </a:cubicBezTo>
                  <a:lnTo>
                    <a:pt x="253" y="189"/>
                  </a:lnTo>
                  <a:cubicBezTo>
                    <a:pt x="269" y="189"/>
                    <a:pt x="284" y="173"/>
                    <a:pt x="284" y="158"/>
                  </a:cubicBezTo>
                  <a:cubicBezTo>
                    <a:pt x="301" y="141"/>
                    <a:pt x="284" y="126"/>
                    <a:pt x="269" y="110"/>
                  </a:cubicBezTo>
                  <a:cubicBezTo>
                    <a:pt x="175" y="95"/>
                    <a:pt x="112" y="63"/>
                    <a:pt x="49" y="15"/>
                  </a:cubicBezTo>
                  <a:cubicBezTo>
                    <a:pt x="49"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0" name="Google Shape;1510;p38"/>
            <p:cNvSpPr/>
            <p:nvPr/>
          </p:nvSpPr>
          <p:spPr>
            <a:xfrm>
              <a:off x="3119362" y="1791275"/>
              <a:ext cx="3053" cy="4516"/>
            </a:xfrm>
            <a:custGeom>
              <a:avLst/>
              <a:gdLst/>
              <a:ahLst/>
              <a:cxnLst/>
              <a:rect l="l" t="t" r="r" b="b"/>
              <a:pathLst>
                <a:path w="96" h="142" extrusionOk="0">
                  <a:moveTo>
                    <a:pt x="95" y="15"/>
                  </a:moveTo>
                  <a:lnTo>
                    <a:pt x="95" y="15"/>
                  </a:lnTo>
                  <a:lnTo>
                    <a:pt x="95" y="15"/>
                  </a:lnTo>
                  <a:lnTo>
                    <a:pt x="95" y="15"/>
                  </a:lnTo>
                  <a:close/>
                  <a:moveTo>
                    <a:pt x="17" y="0"/>
                  </a:moveTo>
                  <a:cubicBezTo>
                    <a:pt x="1" y="15"/>
                    <a:pt x="1" y="32"/>
                    <a:pt x="1" y="32"/>
                  </a:cubicBezTo>
                  <a:lnTo>
                    <a:pt x="1" y="78"/>
                  </a:lnTo>
                  <a:cubicBezTo>
                    <a:pt x="17" y="78"/>
                    <a:pt x="17" y="78"/>
                    <a:pt x="17" y="95"/>
                  </a:cubicBezTo>
                  <a:cubicBezTo>
                    <a:pt x="32" y="95"/>
                    <a:pt x="32" y="110"/>
                    <a:pt x="32" y="126"/>
                  </a:cubicBezTo>
                  <a:lnTo>
                    <a:pt x="32" y="141"/>
                  </a:lnTo>
                  <a:lnTo>
                    <a:pt x="32" y="141"/>
                  </a:lnTo>
                  <a:lnTo>
                    <a:pt x="32" y="141"/>
                  </a:lnTo>
                  <a:lnTo>
                    <a:pt x="32" y="141"/>
                  </a:lnTo>
                  <a:lnTo>
                    <a:pt x="64" y="141"/>
                  </a:lnTo>
                  <a:lnTo>
                    <a:pt x="80" y="141"/>
                  </a:lnTo>
                  <a:lnTo>
                    <a:pt x="80" y="110"/>
                  </a:lnTo>
                  <a:lnTo>
                    <a:pt x="80" y="95"/>
                  </a:lnTo>
                  <a:lnTo>
                    <a:pt x="80" y="95"/>
                  </a:lnTo>
                  <a:lnTo>
                    <a:pt x="80" y="95"/>
                  </a:lnTo>
                  <a:lnTo>
                    <a:pt x="80" y="95"/>
                  </a:lnTo>
                  <a:lnTo>
                    <a:pt x="95" y="32"/>
                  </a:lnTo>
                  <a:cubicBezTo>
                    <a:pt x="95" y="32"/>
                    <a:pt x="95" y="47"/>
                    <a:pt x="80" y="47"/>
                  </a:cubicBezTo>
                  <a:lnTo>
                    <a:pt x="64" y="47"/>
                  </a:lnTo>
                  <a:lnTo>
                    <a:pt x="32" y="4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1" name="Google Shape;1511;p38"/>
            <p:cNvSpPr/>
            <p:nvPr/>
          </p:nvSpPr>
          <p:spPr>
            <a:xfrm>
              <a:off x="3410016" y="1781734"/>
              <a:ext cx="4548" cy="3562"/>
            </a:xfrm>
            <a:custGeom>
              <a:avLst/>
              <a:gdLst/>
              <a:ahLst/>
              <a:cxnLst/>
              <a:rect l="l" t="t" r="r" b="b"/>
              <a:pathLst>
                <a:path w="143" h="112" extrusionOk="0">
                  <a:moveTo>
                    <a:pt x="111" y="0"/>
                  </a:moveTo>
                  <a:lnTo>
                    <a:pt x="111" y="0"/>
                  </a:lnTo>
                  <a:lnTo>
                    <a:pt x="111" y="0"/>
                  </a:lnTo>
                  <a:lnTo>
                    <a:pt x="0" y="32"/>
                  </a:lnTo>
                  <a:lnTo>
                    <a:pt x="16" y="48"/>
                  </a:lnTo>
                  <a:cubicBezTo>
                    <a:pt x="16" y="63"/>
                    <a:pt x="16" y="95"/>
                    <a:pt x="0" y="95"/>
                  </a:cubicBezTo>
                  <a:lnTo>
                    <a:pt x="0" y="95"/>
                  </a:lnTo>
                  <a:cubicBezTo>
                    <a:pt x="0" y="111"/>
                    <a:pt x="0" y="111"/>
                    <a:pt x="16" y="111"/>
                  </a:cubicBezTo>
                  <a:lnTo>
                    <a:pt x="16" y="111"/>
                  </a:lnTo>
                  <a:lnTo>
                    <a:pt x="111" y="63"/>
                  </a:lnTo>
                  <a:lnTo>
                    <a:pt x="126" y="32"/>
                  </a:lnTo>
                  <a:cubicBezTo>
                    <a:pt x="126" y="17"/>
                    <a:pt x="142" y="17"/>
                    <a:pt x="142" y="17"/>
                  </a:cubicBezTo>
                  <a:cubicBezTo>
                    <a:pt x="142" y="0"/>
                    <a:pt x="142" y="0"/>
                    <a:pt x="126" y="0"/>
                  </a:cubicBezTo>
                  <a:lnTo>
                    <a:pt x="126" y="0"/>
                  </a:lnTo>
                  <a:lnTo>
                    <a:pt x="12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2" name="Google Shape;1512;p38"/>
            <p:cNvSpPr/>
            <p:nvPr/>
          </p:nvSpPr>
          <p:spPr>
            <a:xfrm>
              <a:off x="3392969" y="1804283"/>
              <a:ext cx="8555" cy="4548"/>
            </a:xfrm>
            <a:custGeom>
              <a:avLst/>
              <a:gdLst/>
              <a:ahLst/>
              <a:cxnLst/>
              <a:rect l="l" t="t" r="r" b="b"/>
              <a:pathLst>
                <a:path w="269" h="143" extrusionOk="0">
                  <a:moveTo>
                    <a:pt x="206" y="32"/>
                  </a:moveTo>
                  <a:cubicBezTo>
                    <a:pt x="189" y="48"/>
                    <a:pt x="189" y="48"/>
                    <a:pt x="174" y="48"/>
                  </a:cubicBezTo>
                  <a:lnTo>
                    <a:pt x="143" y="64"/>
                  </a:lnTo>
                  <a:lnTo>
                    <a:pt x="174" y="79"/>
                  </a:lnTo>
                  <a:cubicBezTo>
                    <a:pt x="174" y="95"/>
                    <a:pt x="189" y="111"/>
                    <a:pt x="189" y="127"/>
                  </a:cubicBezTo>
                  <a:cubicBezTo>
                    <a:pt x="206" y="127"/>
                    <a:pt x="206" y="142"/>
                    <a:pt x="221" y="142"/>
                  </a:cubicBezTo>
                  <a:lnTo>
                    <a:pt x="237" y="142"/>
                  </a:lnTo>
                  <a:cubicBezTo>
                    <a:pt x="252" y="127"/>
                    <a:pt x="269" y="111"/>
                    <a:pt x="252" y="95"/>
                  </a:cubicBezTo>
                  <a:lnTo>
                    <a:pt x="252" y="79"/>
                  </a:lnTo>
                  <a:cubicBezTo>
                    <a:pt x="237" y="79"/>
                    <a:pt x="237" y="64"/>
                    <a:pt x="237" y="64"/>
                  </a:cubicBezTo>
                  <a:lnTo>
                    <a:pt x="221" y="48"/>
                  </a:lnTo>
                  <a:lnTo>
                    <a:pt x="206" y="32"/>
                  </a:lnTo>
                  <a:close/>
                  <a:moveTo>
                    <a:pt x="17" y="32"/>
                  </a:moveTo>
                  <a:lnTo>
                    <a:pt x="17" y="48"/>
                  </a:lnTo>
                  <a:lnTo>
                    <a:pt x="0" y="48"/>
                  </a:lnTo>
                  <a:lnTo>
                    <a:pt x="0" y="64"/>
                  </a:lnTo>
                  <a:cubicBezTo>
                    <a:pt x="17" y="64"/>
                    <a:pt x="17" y="79"/>
                    <a:pt x="32" y="79"/>
                  </a:cubicBezTo>
                  <a:lnTo>
                    <a:pt x="48" y="79"/>
                  </a:lnTo>
                  <a:lnTo>
                    <a:pt x="48" y="64"/>
                  </a:lnTo>
                  <a:lnTo>
                    <a:pt x="48" y="64"/>
                  </a:lnTo>
                  <a:cubicBezTo>
                    <a:pt x="32" y="64"/>
                    <a:pt x="17" y="48"/>
                    <a:pt x="17" y="32"/>
                  </a:cubicBezTo>
                  <a:lnTo>
                    <a:pt x="17" y="32"/>
                  </a:lnTo>
                  <a:close/>
                  <a:moveTo>
                    <a:pt x="111" y="1"/>
                  </a:moveTo>
                  <a:lnTo>
                    <a:pt x="95" y="1"/>
                  </a:lnTo>
                  <a:lnTo>
                    <a:pt x="95" y="1"/>
                  </a:lnTo>
                  <a:cubicBezTo>
                    <a:pt x="95" y="16"/>
                    <a:pt x="80" y="16"/>
                    <a:pt x="80" y="16"/>
                  </a:cubicBezTo>
                  <a:lnTo>
                    <a:pt x="95" y="32"/>
                  </a:lnTo>
                  <a:lnTo>
                    <a:pt x="95" y="32"/>
                  </a:lnTo>
                  <a:lnTo>
                    <a:pt x="111" y="32"/>
                  </a:lnTo>
                  <a:lnTo>
                    <a:pt x="111"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3" name="Google Shape;1513;p38"/>
            <p:cNvSpPr/>
            <p:nvPr/>
          </p:nvSpPr>
          <p:spPr>
            <a:xfrm>
              <a:off x="3312792" y="1778713"/>
              <a:ext cx="5025" cy="4580"/>
            </a:xfrm>
            <a:custGeom>
              <a:avLst/>
              <a:gdLst/>
              <a:ahLst/>
              <a:cxnLst/>
              <a:rect l="l" t="t" r="r" b="b"/>
              <a:pathLst>
                <a:path w="158" h="144" extrusionOk="0">
                  <a:moveTo>
                    <a:pt x="80" y="112"/>
                  </a:moveTo>
                  <a:lnTo>
                    <a:pt x="80" y="112"/>
                  </a:lnTo>
                  <a:lnTo>
                    <a:pt x="80" y="112"/>
                  </a:lnTo>
                  <a:close/>
                  <a:moveTo>
                    <a:pt x="80" y="1"/>
                  </a:moveTo>
                  <a:lnTo>
                    <a:pt x="63" y="1"/>
                  </a:lnTo>
                  <a:lnTo>
                    <a:pt x="48" y="1"/>
                  </a:lnTo>
                  <a:lnTo>
                    <a:pt x="0" y="64"/>
                  </a:lnTo>
                  <a:lnTo>
                    <a:pt x="0" y="80"/>
                  </a:lnTo>
                  <a:lnTo>
                    <a:pt x="32" y="95"/>
                  </a:lnTo>
                  <a:cubicBezTo>
                    <a:pt x="48" y="95"/>
                    <a:pt x="48" y="112"/>
                    <a:pt x="48" y="112"/>
                  </a:cubicBezTo>
                  <a:lnTo>
                    <a:pt x="48" y="112"/>
                  </a:lnTo>
                  <a:lnTo>
                    <a:pt x="63" y="80"/>
                  </a:lnTo>
                  <a:cubicBezTo>
                    <a:pt x="80" y="95"/>
                    <a:pt x="80" y="95"/>
                    <a:pt x="80" y="112"/>
                  </a:cubicBezTo>
                  <a:lnTo>
                    <a:pt x="80" y="112"/>
                  </a:lnTo>
                  <a:cubicBezTo>
                    <a:pt x="80" y="127"/>
                    <a:pt x="95" y="143"/>
                    <a:pt x="111" y="143"/>
                  </a:cubicBezTo>
                  <a:lnTo>
                    <a:pt x="126" y="143"/>
                  </a:lnTo>
                  <a:cubicBezTo>
                    <a:pt x="143" y="143"/>
                    <a:pt x="158" y="127"/>
                    <a:pt x="143" y="95"/>
                  </a:cubicBezTo>
                  <a:lnTo>
                    <a:pt x="143" y="80"/>
                  </a:lnTo>
                  <a:cubicBezTo>
                    <a:pt x="143" y="64"/>
                    <a:pt x="126" y="49"/>
                    <a:pt x="111" y="32"/>
                  </a:cubicBezTo>
                  <a:lnTo>
                    <a:pt x="95" y="17"/>
                  </a:lnTo>
                  <a:cubicBezTo>
                    <a:pt x="95" y="1"/>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4" name="Google Shape;1514;p38"/>
            <p:cNvSpPr/>
            <p:nvPr/>
          </p:nvSpPr>
          <p:spPr>
            <a:xfrm>
              <a:off x="3315304" y="178224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5" name="Google Shape;1515;p38"/>
            <p:cNvSpPr/>
            <p:nvPr/>
          </p:nvSpPr>
          <p:spPr>
            <a:xfrm>
              <a:off x="3455622" y="1777727"/>
              <a:ext cx="32" cy="32"/>
            </a:xfrm>
            <a:custGeom>
              <a:avLst/>
              <a:gdLst/>
              <a:ahLst/>
              <a:cxnLst/>
              <a:rect l="l" t="t" r="r" b="b"/>
              <a:pathLst>
                <a:path w="1" h="1" extrusionOk="0">
                  <a:moveTo>
                    <a:pt x="0" y="0"/>
                  </a:moveTo>
                  <a:lnTo>
                    <a:pt x="0"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6" name="Google Shape;1516;p38"/>
            <p:cNvSpPr/>
            <p:nvPr/>
          </p:nvSpPr>
          <p:spPr>
            <a:xfrm>
              <a:off x="3451615" y="1775246"/>
              <a:ext cx="4039" cy="4039"/>
            </a:xfrm>
            <a:custGeom>
              <a:avLst/>
              <a:gdLst/>
              <a:ahLst/>
              <a:cxnLst/>
              <a:rect l="l" t="t" r="r" b="b"/>
              <a:pathLst>
                <a:path w="127" h="127" extrusionOk="0">
                  <a:moveTo>
                    <a:pt x="32" y="0"/>
                  </a:moveTo>
                  <a:lnTo>
                    <a:pt x="32" y="0"/>
                  </a:lnTo>
                  <a:lnTo>
                    <a:pt x="16" y="15"/>
                  </a:lnTo>
                  <a:cubicBezTo>
                    <a:pt x="0" y="32"/>
                    <a:pt x="0" y="47"/>
                    <a:pt x="16" y="63"/>
                  </a:cubicBezTo>
                  <a:lnTo>
                    <a:pt x="16" y="78"/>
                  </a:lnTo>
                  <a:cubicBezTo>
                    <a:pt x="0" y="95"/>
                    <a:pt x="16" y="110"/>
                    <a:pt x="32" y="110"/>
                  </a:cubicBezTo>
                  <a:lnTo>
                    <a:pt x="63" y="126"/>
                  </a:lnTo>
                  <a:lnTo>
                    <a:pt x="79" y="126"/>
                  </a:lnTo>
                  <a:cubicBezTo>
                    <a:pt x="95" y="126"/>
                    <a:pt x="95" y="126"/>
                    <a:pt x="110" y="110"/>
                  </a:cubicBezTo>
                  <a:lnTo>
                    <a:pt x="126" y="95"/>
                  </a:lnTo>
                  <a:lnTo>
                    <a:pt x="126" y="78"/>
                  </a:lnTo>
                  <a:lnTo>
                    <a:pt x="126" y="78"/>
                  </a:lnTo>
                  <a:cubicBezTo>
                    <a:pt x="126" y="63"/>
                    <a:pt x="126" y="47"/>
                    <a:pt x="110" y="47"/>
                  </a:cubicBezTo>
                  <a:lnTo>
                    <a:pt x="63"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7" name="Google Shape;1517;p38"/>
            <p:cNvSpPr/>
            <p:nvPr/>
          </p:nvSpPr>
          <p:spPr>
            <a:xfrm>
              <a:off x="3332828" y="1812806"/>
              <a:ext cx="4039" cy="4039"/>
            </a:xfrm>
            <a:custGeom>
              <a:avLst/>
              <a:gdLst/>
              <a:ahLst/>
              <a:cxnLst/>
              <a:rect l="l" t="t" r="r" b="b"/>
              <a:pathLst>
                <a:path w="127" h="127" extrusionOk="0">
                  <a:moveTo>
                    <a:pt x="64" y="0"/>
                  </a:moveTo>
                  <a:lnTo>
                    <a:pt x="49" y="0"/>
                  </a:lnTo>
                  <a:cubicBezTo>
                    <a:pt x="32" y="0"/>
                    <a:pt x="32" y="17"/>
                    <a:pt x="17" y="32"/>
                  </a:cubicBezTo>
                  <a:lnTo>
                    <a:pt x="17" y="32"/>
                  </a:lnTo>
                  <a:lnTo>
                    <a:pt x="17" y="48"/>
                  </a:lnTo>
                  <a:cubicBezTo>
                    <a:pt x="32" y="48"/>
                    <a:pt x="32" y="48"/>
                    <a:pt x="32" y="63"/>
                  </a:cubicBezTo>
                  <a:cubicBezTo>
                    <a:pt x="32" y="80"/>
                    <a:pt x="32" y="95"/>
                    <a:pt x="17" y="95"/>
                  </a:cubicBezTo>
                  <a:lnTo>
                    <a:pt x="1" y="95"/>
                  </a:lnTo>
                  <a:lnTo>
                    <a:pt x="1" y="95"/>
                  </a:lnTo>
                  <a:cubicBezTo>
                    <a:pt x="1" y="111"/>
                    <a:pt x="1" y="111"/>
                    <a:pt x="17" y="126"/>
                  </a:cubicBezTo>
                  <a:cubicBezTo>
                    <a:pt x="17" y="111"/>
                    <a:pt x="32" y="111"/>
                    <a:pt x="49" y="111"/>
                  </a:cubicBezTo>
                  <a:lnTo>
                    <a:pt x="64" y="111"/>
                  </a:lnTo>
                  <a:lnTo>
                    <a:pt x="80" y="111"/>
                  </a:lnTo>
                  <a:cubicBezTo>
                    <a:pt x="95" y="111"/>
                    <a:pt x="95" y="126"/>
                    <a:pt x="112" y="126"/>
                  </a:cubicBezTo>
                  <a:lnTo>
                    <a:pt x="112" y="126"/>
                  </a:lnTo>
                  <a:cubicBezTo>
                    <a:pt x="127" y="111"/>
                    <a:pt x="127" y="111"/>
                    <a:pt x="127" y="95"/>
                  </a:cubicBezTo>
                  <a:cubicBezTo>
                    <a:pt x="127" y="80"/>
                    <a:pt x="112" y="63"/>
                    <a:pt x="95" y="63"/>
                  </a:cubicBezTo>
                  <a:lnTo>
                    <a:pt x="80" y="63"/>
                  </a:lnTo>
                  <a:lnTo>
                    <a:pt x="95" y="48"/>
                  </a:lnTo>
                  <a:cubicBezTo>
                    <a:pt x="95" y="32"/>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8" name="Google Shape;1518;p38"/>
            <p:cNvSpPr/>
            <p:nvPr/>
          </p:nvSpPr>
          <p:spPr>
            <a:xfrm>
              <a:off x="3417012" y="1764210"/>
              <a:ext cx="3053" cy="6042"/>
            </a:xfrm>
            <a:custGeom>
              <a:avLst/>
              <a:gdLst/>
              <a:ahLst/>
              <a:cxnLst/>
              <a:rect l="l" t="t" r="r" b="b"/>
              <a:pathLst>
                <a:path w="96" h="190" extrusionOk="0">
                  <a:moveTo>
                    <a:pt x="32" y="0"/>
                  </a:moveTo>
                  <a:lnTo>
                    <a:pt x="1" y="0"/>
                  </a:lnTo>
                  <a:lnTo>
                    <a:pt x="17" y="158"/>
                  </a:lnTo>
                  <a:lnTo>
                    <a:pt x="17" y="158"/>
                  </a:lnTo>
                  <a:lnTo>
                    <a:pt x="32" y="158"/>
                  </a:lnTo>
                  <a:cubicBezTo>
                    <a:pt x="49" y="173"/>
                    <a:pt x="49" y="173"/>
                    <a:pt x="49" y="190"/>
                  </a:cubicBezTo>
                  <a:lnTo>
                    <a:pt x="49" y="190"/>
                  </a:lnTo>
                  <a:lnTo>
                    <a:pt x="64" y="190"/>
                  </a:lnTo>
                  <a:lnTo>
                    <a:pt x="64" y="190"/>
                  </a:lnTo>
                  <a:cubicBezTo>
                    <a:pt x="64" y="173"/>
                    <a:pt x="80" y="173"/>
                    <a:pt x="80" y="173"/>
                  </a:cubicBezTo>
                  <a:cubicBezTo>
                    <a:pt x="95" y="158"/>
                    <a:pt x="95" y="158"/>
                    <a:pt x="95" y="142"/>
                  </a:cubicBezTo>
                  <a:lnTo>
                    <a:pt x="80" y="47"/>
                  </a:lnTo>
                  <a:lnTo>
                    <a:pt x="64" y="64"/>
                  </a:lnTo>
                  <a:lnTo>
                    <a:pt x="49" y="64"/>
                  </a:lnTo>
                  <a:cubicBezTo>
                    <a:pt x="32" y="64"/>
                    <a:pt x="17" y="64"/>
                    <a:pt x="17" y="47"/>
                  </a:cubicBezTo>
                  <a:cubicBezTo>
                    <a:pt x="1" y="32"/>
                    <a:pt x="17" y="16"/>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19" name="Google Shape;1519;p38"/>
            <p:cNvSpPr/>
            <p:nvPr/>
          </p:nvSpPr>
          <p:spPr>
            <a:xfrm>
              <a:off x="3343864" y="1789272"/>
              <a:ext cx="3562" cy="2512"/>
            </a:xfrm>
            <a:custGeom>
              <a:avLst/>
              <a:gdLst/>
              <a:ahLst/>
              <a:cxnLst/>
              <a:rect l="l" t="t" r="r" b="b"/>
              <a:pathLst>
                <a:path w="112" h="79" extrusionOk="0">
                  <a:moveTo>
                    <a:pt x="80" y="0"/>
                  </a:moveTo>
                  <a:lnTo>
                    <a:pt x="80" y="0"/>
                  </a:lnTo>
                  <a:lnTo>
                    <a:pt x="63" y="0"/>
                  </a:lnTo>
                  <a:lnTo>
                    <a:pt x="63" y="0"/>
                  </a:lnTo>
                  <a:lnTo>
                    <a:pt x="0" y="32"/>
                  </a:lnTo>
                  <a:lnTo>
                    <a:pt x="0" y="32"/>
                  </a:lnTo>
                  <a:lnTo>
                    <a:pt x="48" y="47"/>
                  </a:lnTo>
                  <a:cubicBezTo>
                    <a:pt x="48" y="63"/>
                    <a:pt x="63" y="63"/>
                    <a:pt x="63" y="78"/>
                  </a:cubicBezTo>
                  <a:lnTo>
                    <a:pt x="80" y="78"/>
                  </a:lnTo>
                  <a:cubicBezTo>
                    <a:pt x="80" y="63"/>
                    <a:pt x="95" y="32"/>
                    <a:pt x="111" y="32"/>
                  </a:cubicBezTo>
                  <a:lnTo>
                    <a:pt x="111" y="32"/>
                  </a:lnTo>
                  <a:cubicBezTo>
                    <a:pt x="111" y="15"/>
                    <a:pt x="111"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0" name="Google Shape;1520;p38"/>
            <p:cNvSpPr/>
            <p:nvPr/>
          </p:nvSpPr>
          <p:spPr>
            <a:xfrm>
              <a:off x="3415518" y="1785741"/>
              <a:ext cx="5057" cy="2544"/>
            </a:xfrm>
            <a:custGeom>
              <a:avLst/>
              <a:gdLst/>
              <a:ahLst/>
              <a:cxnLst/>
              <a:rect l="l" t="t" r="r" b="b"/>
              <a:pathLst>
                <a:path w="159" h="80" extrusionOk="0">
                  <a:moveTo>
                    <a:pt x="111" y="0"/>
                  </a:moveTo>
                  <a:lnTo>
                    <a:pt x="79" y="0"/>
                  </a:lnTo>
                  <a:lnTo>
                    <a:pt x="79" y="0"/>
                  </a:lnTo>
                  <a:cubicBezTo>
                    <a:pt x="79" y="17"/>
                    <a:pt x="64" y="32"/>
                    <a:pt x="64" y="32"/>
                  </a:cubicBezTo>
                  <a:lnTo>
                    <a:pt x="32" y="48"/>
                  </a:lnTo>
                  <a:lnTo>
                    <a:pt x="16" y="48"/>
                  </a:lnTo>
                  <a:lnTo>
                    <a:pt x="1" y="48"/>
                  </a:lnTo>
                  <a:lnTo>
                    <a:pt x="1" y="80"/>
                  </a:lnTo>
                  <a:lnTo>
                    <a:pt x="1" y="80"/>
                  </a:lnTo>
                  <a:cubicBezTo>
                    <a:pt x="16" y="80"/>
                    <a:pt x="16" y="63"/>
                    <a:pt x="32" y="63"/>
                  </a:cubicBezTo>
                  <a:lnTo>
                    <a:pt x="32" y="63"/>
                  </a:lnTo>
                  <a:lnTo>
                    <a:pt x="48" y="63"/>
                  </a:lnTo>
                  <a:lnTo>
                    <a:pt x="64" y="80"/>
                  </a:lnTo>
                  <a:lnTo>
                    <a:pt x="159" y="17"/>
                  </a:lnTo>
                  <a:cubicBezTo>
                    <a:pt x="142" y="0"/>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1" name="Google Shape;1521;p38"/>
            <p:cNvSpPr/>
            <p:nvPr/>
          </p:nvSpPr>
          <p:spPr>
            <a:xfrm>
              <a:off x="3446081" y="1791752"/>
              <a:ext cx="2035" cy="2035"/>
            </a:xfrm>
            <a:custGeom>
              <a:avLst/>
              <a:gdLst/>
              <a:ahLst/>
              <a:cxnLst/>
              <a:rect l="l" t="t" r="r" b="b"/>
              <a:pathLst>
                <a:path w="64" h="64" extrusionOk="0">
                  <a:moveTo>
                    <a:pt x="48" y="0"/>
                  </a:moveTo>
                  <a:lnTo>
                    <a:pt x="32" y="0"/>
                  </a:lnTo>
                  <a:cubicBezTo>
                    <a:pt x="32" y="17"/>
                    <a:pt x="17" y="32"/>
                    <a:pt x="0" y="48"/>
                  </a:cubicBezTo>
                  <a:cubicBezTo>
                    <a:pt x="0" y="48"/>
                    <a:pt x="17" y="63"/>
                    <a:pt x="32" y="63"/>
                  </a:cubicBezTo>
                  <a:lnTo>
                    <a:pt x="32" y="48"/>
                  </a:lnTo>
                  <a:lnTo>
                    <a:pt x="63" y="48"/>
                  </a:lnTo>
                  <a:lnTo>
                    <a:pt x="63" y="48"/>
                  </a:lnTo>
                  <a:lnTo>
                    <a:pt x="63" y="48"/>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2" name="Google Shape;1522;p38"/>
            <p:cNvSpPr/>
            <p:nvPr/>
          </p:nvSpPr>
          <p:spPr>
            <a:xfrm>
              <a:off x="3190538" y="1788254"/>
              <a:ext cx="5534" cy="7537"/>
            </a:xfrm>
            <a:custGeom>
              <a:avLst/>
              <a:gdLst/>
              <a:ahLst/>
              <a:cxnLst/>
              <a:rect l="l" t="t" r="r" b="b"/>
              <a:pathLst>
                <a:path w="174" h="237" extrusionOk="0">
                  <a:moveTo>
                    <a:pt x="126" y="1"/>
                  </a:moveTo>
                  <a:lnTo>
                    <a:pt x="126" y="16"/>
                  </a:lnTo>
                  <a:cubicBezTo>
                    <a:pt x="126" y="32"/>
                    <a:pt x="111" y="47"/>
                    <a:pt x="95" y="47"/>
                  </a:cubicBezTo>
                  <a:lnTo>
                    <a:pt x="79" y="64"/>
                  </a:lnTo>
                  <a:lnTo>
                    <a:pt x="79" y="64"/>
                  </a:lnTo>
                  <a:cubicBezTo>
                    <a:pt x="79" y="79"/>
                    <a:pt x="63" y="79"/>
                    <a:pt x="48" y="79"/>
                  </a:cubicBezTo>
                  <a:lnTo>
                    <a:pt x="63" y="95"/>
                  </a:lnTo>
                  <a:cubicBezTo>
                    <a:pt x="79" y="110"/>
                    <a:pt x="79" y="127"/>
                    <a:pt x="63" y="142"/>
                  </a:cubicBezTo>
                  <a:cubicBezTo>
                    <a:pt x="48" y="142"/>
                    <a:pt x="48" y="158"/>
                    <a:pt x="32" y="158"/>
                  </a:cubicBezTo>
                  <a:lnTo>
                    <a:pt x="16" y="142"/>
                  </a:lnTo>
                  <a:lnTo>
                    <a:pt x="16" y="142"/>
                  </a:lnTo>
                  <a:cubicBezTo>
                    <a:pt x="0" y="158"/>
                    <a:pt x="0" y="173"/>
                    <a:pt x="16" y="190"/>
                  </a:cubicBezTo>
                  <a:lnTo>
                    <a:pt x="16" y="221"/>
                  </a:lnTo>
                  <a:lnTo>
                    <a:pt x="0" y="236"/>
                  </a:lnTo>
                  <a:cubicBezTo>
                    <a:pt x="16" y="221"/>
                    <a:pt x="32" y="205"/>
                    <a:pt x="48" y="205"/>
                  </a:cubicBezTo>
                  <a:lnTo>
                    <a:pt x="48" y="205"/>
                  </a:lnTo>
                  <a:lnTo>
                    <a:pt x="63" y="205"/>
                  </a:lnTo>
                  <a:lnTo>
                    <a:pt x="79" y="205"/>
                  </a:lnTo>
                  <a:lnTo>
                    <a:pt x="79" y="173"/>
                  </a:lnTo>
                  <a:cubicBezTo>
                    <a:pt x="79" y="158"/>
                    <a:pt x="79" y="158"/>
                    <a:pt x="95" y="142"/>
                  </a:cubicBezTo>
                  <a:lnTo>
                    <a:pt x="79" y="142"/>
                  </a:lnTo>
                  <a:cubicBezTo>
                    <a:pt x="79" y="110"/>
                    <a:pt x="79" y="95"/>
                    <a:pt x="95" y="95"/>
                  </a:cubicBezTo>
                  <a:lnTo>
                    <a:pt x="111" y="79"/>
                  </a:lnTo>
                  <a:lnTo>
                    <a:pt x="111" y="79"/>
                  </a:lnTo>
                  <a:cubicBezTo>
                    <a:pt x="126" y="79"/>
                    <a:pt x="142" y="95"/>
                    <a:pt x="142" y="95"/>
                  </a:cubicBezTo>
                  <a:cubicBezTo>
                    <a:pt x="142" y="110"/>
                    <a:pt x="158" y="110"/>
                    <a:pt x="158" y="110"/>
                  </a:cubicBezTo>
                  <a:lnTo>
                    <a:pt x="174" y="95"/>
                  </a:lnTo>
                  <a:cubicBezTo>
                    <a:pt x="158" y="79"/>
                    <a:pt x="158" y="79"/>
                    <a:pt x="158" y="64"/>
                  </a:cubicBezTo>
                  <a:lnTo>
                    <a:pt x="158" y="64"/>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3" name="Google Shape;1523;p38"/>
            <p:cNvSpPr/>
            <p:nvPr/>
          </p:nvSpPr>
          <p:spPr>
            <a:xfrm>
              <a:off x="3294759" y="1823811"/>
              <a:ext cx="5025" cy="2576"/>
            </a:xfrm>
            <a:custGeom>
              <a:avLst/>
              <a:gdLst/>
              <a:ahLst/>
              <a:cxnLst/>
              <a:rect l="l" t="t" r="r" b="b"/>
              <a:pathLst>
                <a:path w="158" h="81" extrusionOk="0">
                  <a:moveTo>
                    <a:pt x="17" y="1"/>
                  </a:moveTo>
                  <a:cubicBezTo>
                    <a:pt x="32" y="17"/>
                    <a:pt x="32" y="17"/>
                    <a:pt x="32" y="32"/>
                  </a:cubicBezTo>
                  <a:cubicBezTo>
                    <a:pt x="32" y="49"/>
                    <a:pt x="17" y="64"/>
                    <a:pt x="0" y="64"/>
                  </a:cubicBezTo>
                  <a:lnTo>
                    <a:pt x="0" y="64"/>
                  </a:lnTo>
                  <a:lnTo>
                    <a:pt x="0" y="80"/>
                  </a:lnTo>
                  <a:lnTo>
                    <a:pt x="32" y="80"/>
                  </a:lnTo>
                  <a:lnTo>
                    <a:pt x="32" y="80"/>
                  </a:lnTo>
                  <a:cubicBezTo>
                    <a:pt x="80" y="80"/>
                    <a:pt x="111" y="80"/>
                    <a:pt x="158" y="64"/>
                  </a:cubicBezTo>
                  <a:cubicBezTo>
                    <a:pt x="143" y="49"/>
                    <a:pt x="126" y="49"/>
                    <a:pt x="111" y="32"/>
                  </a:cubicBezTo>
                  <a:lnTo>
                    <a:pt x="95" y="32"/>
                  </a:lnTo>
                  <a:lnTo>
                    <a:pt x="80" y="32"/>
                  </a:lnTo>
                  <a:cubicBezTo>
                    <a:pt x="63" y="17"/>
                    <a:pt x="63" y="17"/>
                    <a:pt x="48"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4" name="Google Shape;1524;p38"/>
            <p:cNvSpPr/>
            <p:nvPr/>
          </p:nvSpPr>
          <p:spPr>
            <a:xfrm>
              <a:off x="3113891" y="1792738"/>
              <a:ext cx="6520" cy="4039"/>
            </a:xfrm>
            <a:custGeom>
              <a:avLst/>
              <a:gdLst/>
              <a:ahLst/>
              <a:cxnLst/>
              <a:rect l="l" t="t" r="r" b="b"/>
              <a:pathLst>
                <a:path w="205" h="127" extrusionOk="0">
                  <a:moveTo>
                    <a:pt x="95" y="1"/>
                  </a:moveTo>
                  <a:lnTo>
                    <a:pt x="95" y="17"/>
                  </a:lnTo>
                  <a:cubicBezTo>
                    <a:pt x="95" y="32"/>
                    <a:pt x="78" y="49"/>
                    <a:pt x="63" y="49"/>
                  </a:cubicBezTo>
                  <a:lnTo>
                    <a:pt x="63" y="49"/>
                  </a:lnTo>
                  <a:cubicBezTo>
                    <a:pt x="47" y="49"/>
                    <a:pt x="32" y="32"/>
                    <a:pt x="32" y="32"/>
                  </a:cubicBezTo>
                  <a:cubicBezTo>
                    <a:pt x="15" y="32"/>
                    <a:pt x="15" y="49"/>
                    <a:pt x="0" y="49"/>
                  </a:cubicBezTo>
                  <a:lnTo>
                    <a:pt x="15" y="49"/>
                  </a:lnTo>
                  <a:lnTo>
                    <a:pt x="15" y="64"/>
                  </a:lnTo>
                  <a:lnTo>
                    <a:pt x="32" y="64"/>
                  </a:lnTo>
                  <a:lnTo>
                    <a:pt x="47" y="64"/>
                  </a:lnTo>
                  <a:lnTo>
                    <a:pt x="63" y="64"/>
                  </a:lnTo>
                  <a:lnTo>
                    <a:pt x="63" y="64"/>
                  </a:lnTo>
                  <a:lnTo>
                    <a:pt x="78" y="64"/>
                  </a:lnTo>
                  <a:lnTo>
                    <a:pt x="78" y="64"/>
                  </a:lnTo>
                  <a:cubicBezTo>
                    <a:pt x="95" y="80"/>
                    <a:pt x="110" y="95"/>
                    <a:pt x="110" y="112"/>
                  </a:cubicBezTo>
                  <a:lnTo>
                    <a:pt x="110" y="127"/>
                  </a:lnTo>
                  <a:lnTo>
                    <a:pt x="173" y="95"/>
                  </a:lnTo>
                  <a:lnTo>
                    <a:pt x="204" y="95"/>
                  </a:lnTo>
                  <a:lnTo>
                    <a:pt x="204" y="80"/>
                  </a:lnTo>
                  <a:cubicBezTo>
                    <a:pt x="204" y="64"/>
                    <a:pt x="204" y="49"/>
                    <a:pt x="189" y="49"/>
                  </a:cubicBezTo>
                  <a:cubicBezTo>
                    <a:pt x="189" y="32"/>
                    <a:pt x="189" y="32"/>
                    <a:pt x="173" y="32"/>
                  </a:cubicBezTo>
                  <a:cubicBezTo>
                    <a:pt x="158"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5" name="Google Shape;1525;p38"/>
            <p:cNvSpPr/>
            <p:nvPr/>
          </p:nvSpPr>
          <p:spPr>
            <a:xfrm>
              <a:off x="3265213" y="1807304"/>
              <a:ext cx="8523" cy="7060"/>
            </a:xfrm>
            <a:custGeom>
              <a:avLst/>
              <a:gdLst/>
              <a:ahLst/>
              <a:cxnLst/>
              <a:rect l="l" t="t" r="r" b="b"/>
              <a:pathLst>
                <a:path w="268" h="222" extrusionOk="0">
                  <a:moveTo>
                    <a:pt x="236" y="0"/>
                  </a:moveTo>
                  <a:lnTo>
                    <a:pt x="236" y="0"/>
                  </a:lnTo>
                  <a:lnTo>
                    <a:pt x="221" y="0"/>
                  </a:lnTo>
                  <a:cubicBezTo>
                    <a:pt x="204" y="0"/>
                    <a:pt x="173" y="16"/>
                    <a:pt x="158" y="47"/>
                  </a:cubicBezTo>
                  <a:lnTo>
                    <a:pt x="158" y="95"/>
                  </a:lnTo>
                  <a:lnTo>
                    <a:pt x="15" y="158"/>
                  </a:lnTo>
                  <a:cubicBezTo>
                    <a:pt x="0" y="173"/>
                    <a:pt x="0" y="190"/>
                    <a:pt x="0" y="205"/>
                  </a:cubicBezTo>
                  <a:cubicBezTo>
                    <a:pt x="0" y="221"/>
                    <a:pt x="15" y="221"/>
                    <a:pt x="32" y="221"/>
                  </a:cubicBezTo>
                  <a:lnTo>
                    <a:pt x="32" y="221"/>
                  </a:lnTo>
                  <a:lnTo>
                    <a:pt x="32" y="205"/>
                  </a:lnTo>
                  <a:cubicBezTo>
                    <a:pt x="32" y="190"/>
                    <a:pt x="47" y="173"/>
                    <a:pt x="63" y="173"/>
                  </a:cubicBezTo>
                  <a:lnTo>
                    <a:pt x="63" y="173"/>
                  </a:lnTo>
                  <a:lnTo>
                    <a:pt x="63" y="173"/>
                  </a:lnTo>
                  <a:cubicBezTo>
                    <a:pt x="95" y="173"/>
                    <a:pt x="110" y="173"/>
                    <a:pt x="126" y="190"/>
                  </a:cubicBezTo>
                  <a:lnTo>
                    <a:pt x="204" y="158"/>
                  </a:lnTo>
                  <a:cubicBezTo>
                    <a:pt x="221" y="158"/>
                    <a:pt x="221" y="142"/>
                    <a:pt x="221" y="142"/>
                  </a:cubicBezTo>
                  <a:lnTo>
                    <a:pt x="221" y="127"/>
                  </a:lnTo>
                  <a:cubicBezTo>
                    <a:pt x="221" y="127"/>
                    <a:pt x="221" y="110"/>
                    <a:pt x="236" y="110"/>
                  </a:cubicBezTo>
                  <a:lnTo>
                    <a:pt x="221" y="110"/>
                  </a:lnTo>
                  <a:lnTo>
                    <a:pt x="221" y="79"/>
                  </a:lnTo>
                  <a:cubicBezTo>
                    <a:pt x="221" y="79"/>
                    <a:pt x="221" y="63"/>
                    <a:pt x="252" y="63"/>
                  </a:cubicBezTo>
                  <a:cubicBezTo>
                    <a:pt x="267" y="63"/>
                    <a:pt x="267" y="32"/>
                    <a:pt x="267" y="16"/>
                  </a:cubicBezTo>
                  <a:cubicBezTo>
                    <a:pt x="267" y="0"/>
                    <a:pt x="252" y="0"/>
                    <a:pt x="23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6" name="Google Shape;1526;p38"/>
            <p:cNvSpPr/>
            <p:nvPr/>
          </p:nvSpPr>
          <p:spPr>
            <a:xfrm>
              <a:off x="3410016" y="1768218"/>
              <a:ext cx="6551" cy="5534"/>
            </a:xfrm>
            <a:custGeom>
              <a:avLst/>
              <a:gdLst/>
              <a:ahLst/>
              <a:cxnLst/>
              <a:rect l="l" t="t" r="r" b="b"/>
              <a:pathLst>
                <a:path w="206" h="174" extrusionOk="0">
                  <a:moveTo>
                    <a:pt x="174" y="1"/>
                  </a:moveTo>
                  <a:lnTo>
                    <a:pt x="158" y="1"/>
                  </a:lnTo>
                  <a:lnTo>
                    <a:pt x="158" y="1"/>
                  </a:lnTo>
                  <a:cubicBezTo>
                    <a:pt x="142" y="1"/>
                    <a:pt x="126" y="16"/>
                    <a:pt x="126" y="32"/>
                  </a:cubicBezTo>
                  <a:lnTo>
                    <a:pt x="126" y="32"/>
                  </a:lnTo>
                  <a:cubicBezTo>
                    <a:pt x="142" y="79"/>
                    <a:pt x="111" y="95"/>
                    <a:pt x="48" y="95"/>
                  </a:cubicBezTo>
                  <a:lnTo>
                    <a:pt x="32" y="110"/>
                  </a:lnTo>
                  <a:cubicBezTo>
                    <a:pt x="16" y="110"/>
                    <a:pt x="0" y="127"/>
                    <a:pt x="16" y="142"/>
                  </a:cubicBezTo>
                  <a:lnTo>
                    <a:pt x="16" y="158"/>
                  </a:lnTo>
                  <a:lnTo>
                    <a:pt x="32" y="158"/>
                  </a:lnTo>
                  <a:cubicBezTo>
                    <a:pt x="32" y="173"/>
                    <a:pt x="32" y="173"/>
                    <a:pt x="48" y="173"/>
                  </a:cubicBezTo>
                  <a:lnTo>
                    <a:pt x="48" y="173"/>
                  </a:lnTo>
                  <a:lnTo>
                    <a:pt x="63" y="173"/>
                  </a:lnTo>
                  <a:cubicBezTo>
                    <a:pt x="79" y="173"/>
                    <a:pt x="95" y="158"/>
                    <a:pt x="111" y="158"/>
                  </a:cubicBezTo>
                  <a:cubicBezTo>
                    <a:pt x="142" y="142"/>
                    <a:pt x="174" y="127"/>
                    <a:pt x="189" y="110"/>
                  </a:cubicBezTo>
                  <a:cubicBezTo>
                    <a:pt x="189" y="95"/>
                    <a:pt x="205" y="64"/>
                    <a:pt x="205" y="32"/>
                  </a:cubicBezTo>
                  <a:cubicBezTo>
                    <a:pt x="205" y="16"/>
                    <a:pt x="189" y="16"/>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7" name="Google Shape;1527;p38"/>
            <p:cNvSpPr/>
            <p:nvPr/>
          </p:nvSpPr>
          <p:spPr>
            <a:xfrm>
              <a:off x="3028689" y="1806287"/>
              <a:ext cx="4516" cy="5057"/>
            </a:xfrm>
            <a:custGeom>
              <a:avLst/>
              <a:gdLst/>
              <a:ahLst/>
              <a:cxnLst/>
              <a:rect l="l" t="t" r="r" b="b"/>
              <a:pathLst>
                <a:path w="142" h="159" extrusionOk="0">
                  <a:moveTo>
                    <a:pt x="142" y="1"/>
                  </a:moveTo>
                  <a:lnTo>
                    <a:pt x="127" y="32"/>
                  </a:lnTo>
                  <a:lnTo>
                    <a:pt x="110" y="48"/>
                  </a:lnTo>
                  <a:cubicBezTo>
                    <a:pt x="95" y="48"/>
                    <a:pt x="95" y="48"/>
                    <a:pt x="95" y="32"/>
                  </a:cubicBezTo>
                  <a:cubicBezTo>
                    <a:pt x="79" y="64"/>
                    <a:pt x="64" y="64"/>
                    <a:pt x="32" y="79"/>
                  </a:cubicBezTo>
                  <a:lnTo>
                    <a:pt x="16" y="95"/>
                  </a:lnTo>
                  <a:cubicBezTo>
                    <a:pt x="1" y="111"/>
                    <a:pt x="1" y="127"/>
                    <a:pt x="1" y="142"/>
                  </a:cubicBezTo>
                  <a:cubicBezTo>
                    <a:pt x="16" y="159"/>
                    <a:pt x="32" y="159"/>
                    <a:pt x="32" y="159"/>
                  </a:cubicBezTo>
                  <a:lnTo>
                    <a:pt x="47" y="159"/>
                  </a:lnTo>
                  <a:lnTo>
                    <a:pt x="64" y="142"/>
                  </a:lnTo>
                  <a:cubicBezTo>
                    <a:pt x="95" y="127"/>
                    <a:pt x="110" y="111"/>
                    <a:pt x="127" y="95"/>
                  </a:cubicBezTo>
                  <a:lnTo>
                    <a:pt x="127" y="79"/>
                  </a:lnTo>
                  <a:lnTo>
                    <a:pt x="142" y="48"/>
                  </a:lnTo>
                  <a:lnTo>
                    <a:pt x="14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8" name="Google Shape;1528;p38"/>
            <p:cNvSpPr/>
            <p:nvPr/>
          </p:nvSpPr>
          <p:spPr>
            <a:xfrm>
              <a:off x="3085300" y="1796269"/>
              <a:ext cx="2544" cy="3053"/>
            </a:xfrm>
            <a:custGeom>
              <a:avLst/>
              <a:gdLst/>
              <a:ahLst/>
              <a:cxnLst/>
              <a:rect l="l" t="t" r="r" b="b"/>
              <a:pathLst>
                <a:path w="80" h="96" extrusionOk="0">
                  <a:moveTo>
                    <a:pt x="32" y="1"/>
                  </a:moveTo>
                  <a:lnTo>
                    <a:pt x="32" y="1"/>
                  </a:lnTo>
                  <a:lnTo>
                    <a:pt x="17" y="1"/>
                  </a:lnTo>
                  <a:lnTo>
                    <a:pt x="17" y="1"/>
                  </a:lnTo>
                  <a:lnTo>
                    <a:pt x="32" y="32"/>
                  </a:lnTo>
                  <a:cubicBezTo>
                    <a:pt x="32" y="47"/>
                    <a:pt x="32" y="64"/>
                    <a:pt x="17" y="79"/>
                  </a:cubicBezTo>
                  <a:lnTo>
                    <a:pt x="0" y="79"/>
                  </a:lnTo>
                  <a:cubicBezTo>
                    <a:pt x="0" y="95"/>
                    <a:pt x="0" y="95"/>
                    <a:pt x="17" y="95"/>
                  </a:cubicBezTo>
                  <a:lnTo>
                    <a:pt x="32" y="95"/>
                  </a:lnTo>
                  <a:lnTo>
                    <a:pt x="63" y="95"/>
                  </a:lnTo>
                  <a:cubicBezTo>
                    <a:pt x="80" y="64"/>
                    <a:pt x="80" y="32"/>
                    <a:pt x="63" y="16"/>
                  </a:cubicBezTo>
                  <a:lnTo>
                    <a:pt x="63" y="16"/>
                  </a:lnTo>
                  <a:lnTo>
                    <a:pt x="63" y="16"/>
                  </a:lnTo>
                  <a:cubicBezTo>
                    <a:pt x="48"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29" name="Google Shape;1529;p38"/>
            <p:cNvSpPr/>
            <p:nvPr/>
          </p:nvSpPr>
          <p:spPr>
            <a:xfrm>
              <a:off x="3106863" y="1800276"/>
              <a:ext cx="3053" cy="4039"/>
            </a:xfrm>
            <a:custGeom>
              <a:avLst/>
              <a:gdLst/>
              <a:ahLst/>
              <a:cxnLst/>
              <a:rect l="l" t="t" r="r" b="b"/>
              <a:pathLst>
                <a:path w="96" h="127" extrusionOk="0">
                  <a:moveTo>
                    <a:pt x="47" y="1"/>
                  </a:moveTo>
                  <a:lnTo>
                    <a:pt x="16" y="48"/>
                  </a:lnTo>
                  <a:cubicBezTo>
                    <a:pt x="0" y="48"/>
                    <a:pt x="0" y="64"/>
                    <a:pt x="0" y="64"/>
                  </a:cubicBezTo>
                  <a:lnTo>
                    <a:pt x="32" y="111"/>
                  </a:lnTo>
                  <a:cubicBezTo>
                    <a:pt x="32" y="111"/>
                    <a:pt x="47" y="127"/>
                    <a:pt x="64" y="127"/>
                  </a:cubicBezTo>
                  <a:lnTo>
                    <a:pt x="79" y="111"/>
                  </a:lnTo>
                  <a:cubicBezTo>
                    <a:pt x="95" y="111"/>
                    <a:pt x="95" y="79"/>
                    <a:pt x="79"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0" name="Google Shape;1530;p38"/>
            <p:cNvSpPr/>
            <p:nvPr/>
          </p:nvSpPr>
          <p:spPr>
            <a:xfrm>
              <a:off x="3417521" y="1783738"/>
              <a:ext cx="6551" cy="6042"/>
            </a:xfrm>
            <a:custGeom>
              <a:avLst/>
              <a:gdLst/>
              <a:ahLst/>
              <a:cxnLst/>
              <a:rect l="l" t="t" r="r" b="b"/>
              <a:pathLst>
                <a:path w="206" h="190" extrusionOk="0">
                  <a:moveTo>
                    <a:pt x="142" y="0"/>
                  </a:moveTo>
                  <a:cubicBezTo>
                    <a:pt x="142" y="17"/>
                    <a:pt x="127" y="32"/>
                    <a:pt x="127" y="32"/>
                  </a:cubicBezTo>
                  <a:cubicBezTo>
                    <a:pt x="111" y="48"/>
                    <a:pt x="96" y="48"/>
                    <a:pt x="79" y="48"/>
                  </a:cubicBezTo>
                  <a:lnTo>
                    <a:pt x="111" y="63"/>
                  </a:lnTo>
                  <a:lnTo>
                    <a:pt x="96" y="80"/>
                  </a:lnTo>
                  <a:lnTo>
                    <a:pt x="1" y="143"/>
                  </a:lnTo>
                  <a:lnTo>
                    <a:pt x="16" y="143"/>
                  </a:lnTo>
                  <a:cubicBezTo>
                    <a:pt x="33" y="143"/>
                    <a:pt x="33" y="174"/>
                    <a:pt x="33" y="189"/>
                  </a:cubicBezTo>
                  <a:lnTo>
                    <a:pt x="33" y="189"/>
                  </a:lnTo>
                  <a:lnTo>
                    <a:pt x="33" y="189"/>
                  </a:lnTo>
                  <a:lnTo>
                    <a:pt x="33" y="189"/>
                  </a:lnTo>
                  <a:lnTo>
                    <a:pt x="48" y="189"/>
                  </a:lnTo>
                  <a:lnTo>
                    <a:pt x="48" y="189"/>
                  </a:lnTo>
                  <a:lnTo>
                    <a:pt x="64" y="174"/>
                  </a:lnTo>
                  <a:cubicBezTo>
                    <a:pt x="48" y="174"/>
                    <a:pt x="48" y="158"/>
                    <a:pt x="48" y="143"/>
                  </a:cubicBezTo>
                  <a:cubicBezTo>
                    <a:pt x="48" y="126"/>
                    <a:pt x="64" y="111"/>
                    <a:pt x="79" y="111"/>
                  </a:cubicBezTo>
                  <a:lnTo>
                    <a:pt x="79" y="111"/>
                  </a:lnTo>
                  <a:lnTo>
                    <a:pt x="96" y="111"/>
                  </a:lnTo>
                  <a:lnTo>
                    <a:pt x="142" y="126"/>
                  </a:lnTo>
                  <a:lnTo>
                    <a:pt x="142" y="126"/>
                  </a:lnTo>
                  <a:lnTo>
                    <a:pt x="190" y="95"/>
                  </a:lnTo>
                  <a:cubicBezTo>
                    <a:pt x="205" y="95"/>
                    <a:pt x="205" y="80"/>
                    <a:pt x="205" y="80"/>
                  </a:cubicBezTo>
                  <a:lnTo>
                    <a:pt x="205" y="63"/>
                  </a:lnTo>
                  <a:lnTo>
                    <a:pt x="190" y="63"/>
                  </a:lnTo>
                  <a:cubicBezTo>
                    <a:pt x="174" y="63"/>
                    <a:pt x="159" y="48"/>
                    <a:pt x="159" y="32"/>
                  </a:cubicBezTo>
                  <a:lnTo>
                    <a:pt x="15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1" name="Google Shape;1531;p38"/>
            <p:cNvSpPr/>
            <p:nvPr/>
          </p:nvSpPr>
          <p:spPr>
            <a:xfrm>
              <a:off x="3302296" y="1809785"/>
              <a:ext cx="4516" cy="4039"/>
            </a:xfrm>
            <a:custGeom>
              <a:avLst/>
              <a:gdLst/>
              <a:ahLst/>
              <a:cxnLst/>
              <a:rect l="l" t="t" r="r" b="b"/>
              <a:pathLst>
                <a:path w="142" h="127" extrusionOk="0">
                  <a:moveTo>
                    <a:pt x="78" y="1"/>
                  </a:moveTo>
                  <a:lnTo>
                    <a:pt x="78" y="1"/>
                  </a:lnTo>
                  <a:lnTo>
                    <a:pt x="63" y="1"/>
                  </a:lnTo>
                  <a:lnTo>
                    <a:pt x="15" y="32"/>
                  </a:lnTo>
                  <a:cubicBezTo>
                    <a:pt x="15" y="32"/>
                    <a:pt x="15" y="49"/>
                    <a:pt x="0" y="49"/>
                  </a:cubicBezTo>
                  <a:cubicBezTo>
                    <a:pt x="15" y="49"/>
                    <a:pt x="15" y="49"/>
                    <a:pt x="15" y="64"/>
                  </a:cubicBezTo>
                  <a:lnTo>
                    <a:pt x="15" y="80"/>
                  </a:lnTo>
                  <a:lnTo>
                    <a:pt x="15" y="95"/>
                  </a:lnTo>
                  <a:lnTo>
                    <a:pt x="32" y="80"/>
                  </a:lnTo>
                  <a:lnTo>
                    <a:pt x="47" y="80"/>
                  </a:lnTo>
                  <a:lnTo>
                    <a:pt x="47" y="80"/>
                  </a:lnTo>
                  <a:lnTo>
                    <a:pt x="78" y="80"/>
                  </a:lnTo>
                  <a:lnTo>
                    <a:pt x="78" y="112"/>
                  </a:lnTo>
                  <a:cubicBezTo>
                    <a:pt x="78" y="127"/>
                    <a:pt x="78" y="127"/>
                    <a:pt x="95" y="127"/>
                  </a:cubicBezTo>
                  <a:lnTo>
                    <a:pt x="95" y="127"/>
                  </a:lnTo>
                  <a:lnTo>
                    <a:pt x="95" y="127"/>
                  </a:lnTo>
                  <a:cubicBezTo>
                    <a:pt x="110" y="127"/>
                    <a:pt x="126" y="112"/>
                    <a:pt x="126" y="95"/>
                  </a:cubicBezTo>
                  <a:cubicBezTo>
                    <a:pt x="141" y="80"/>
                    <a:pt x="126" y="64"/>
                    <a:pt x="110" y="64"/>
                  </a:cubicBezTo>
                  <a:lnTo>
                    <a:pt x="110" y="64"/>
                  </a:lnTo>
                  <a:cubicBezTo>
                    <a:pt x="95" y="64"/>
                    <a:pt x="95" y="64"/>
                    <a:pt x="78" y="49"/>
                  </a:cubicBezTo>
                  <a:cubicBezTo>
                    <a:pt x="63" y="32"/>
                    <a:pt x="78" y="17"/>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2" name="Google Shape;1532;p38"/>
            <p:cNvSpPr/>
            <p:nvPr/>
          </p:nvSpPr>
          <p:spPr>
            <a:xfrm>
              <a:off x="3319311" y="1809785"/>
              <a:ext cx="7060" cy="7569"/>
            </a:xfrm>
            <a:custGeom>
              <a:avLst/>
              <a:gdLst/>
              <a:ahLst/>
              <a:cxnLst/>
              <a:rect l="l" t="t" r="r" b="b"/>
              <a:pathLst>
                <a:path w="222" h="238" extrusionOk="0">
                  <a:moveTo>
                    <a:pt x="111" y="1"/>
                  </a:moveTo>
                  <a:lnTo>
                    <a:pt x="111" y="1"/>
                  </a:lnTo>
                  <a:cubicBezTo>
                    <a:pt x="95" y="1"/>
                    <a:pt x="95" y="17"/>
                    <a:pt x="95" y="17"/>
                  </a:cubicBezTo>
                  <a:lnTo>
                    <a:pt x="1" y="80"/>
                  </a:lnTo>
                  <a:lnTo>
                    <a:pt x="1" y="80"/>
                  </a:lnTo>
                  <a:lnTo>
                    <a:pt x="79" y="112"/>
                  </a:lnTo>
                  <a:lnTo>
                    <a:pt x="95" y="95"/>
                  </a:lnTo>
                  <a:lnTo>
                    <a:pt x="95" y="112"/>
                  </a:lnTo>
                  <a:lnTo>
                    <a:pt x="95" y="112"/>
                  </a:lnTo>
                  <a:cubicBezTo>
                    <a:pt x="111" y="112"/>
                    <a:pt x="127" y="127"/>
                    <a:pt x="111" y="143"/>
                  </a:cubicBezTo>
                  <a:cubicBezTo>
                    <a:pt x="111" y="158"/>
                    <a:pt x="95" y="175"/>
                    <a:pt x="79" y="175"/>
                  </a:cubicBezTo>
                  <a:lnTo>
                    <a:pt x="79" y="175"/>
                  </a:lnTo>
                  <a:cubicBezTo>
                    <a:pt x="79" y="190"/>
                    <a:pt x="95" y="190"/>
                    <a:pt x="95" y="206"/>
                  </a:cubicBezTo>
                  <a:lnTo>
                    <a:pt x="127" y="221"/>
                  </a:lnTo>
                  <a:lnTo>
                    <a:pt x="190" y="221"/>
                  </a:lnTo>
                  <a:lnTo>
                    <a:pt x="190" y="221"/>
                  </a:lnTo>
                  <a:cubicBezTo>
                    <a:pt x="205" y="221"/>
                    <a:pt x="205" y="238"/>
                    <a:pt x="221" y="238"/>
                  </a:cubicBezTo>
                  <a:cubicBezTo>
                    <a:pt x="221" y="221"/>
                    <a:pt x="205" y="221"/>
                    <a:pt x="205" y="221"/>
                  </a:cubicBezTo>
                  <a:lnTo>
                    <a:pt x="174" y="175"/>
                  </a:lnTo>
                  <a:lnTo>
                    <a:pt x="158" y="158"/>
                  </a:lnTo>
                  <a:lnTo>
                    <a:pt x="158" y="64"/>
                  </a:lnTo>
                  <a:cubicBezTo>
                    <a:pt x="158" y="49"/>
                    <a:pt x="158" y="32"/>
                    <a:pt x="142" y="17"/>
                  </a:cubicBezTo>
                  <a:lnTo>
                    <a:pt x="12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3" name="Google Shape;1533;p38"/>
            <p:cNvSpPr/>
            <p:nvPr/>
          </p:nvSpPr>
          <p:spPr>
            <a:xfrm>
              <a:off x="3263210" y="1813792"/>
              <a:ext cx="4516" cy="5057"/>
            </a:xfrm>
            <a:custGeom>
              <a:avLst/>
              <a:gdLst/>
              <a:ahLst/>
              <a:cxnLst/>
              <a:rect l="l" t="t" r="r" b="b"/>
              <a:pathLst>
                <a:path w="142" h="159" extrusionOk="0">
                  <a:moveTo>
                    <a:pt x="32" y="1"/>
                  </a:moveTo>
                  <a:lnTo>
                    <a:pt x="32" y="1"/>
                  </a:lnTo>
                  <a:cubicBezTo>
                    <a:pt x="15" y="1"/>
                    <a:pt x="0" y="17"/>
                    <a:pt x="0" y="32"/>
                  </a:cubicBezTo>
                  <a:lnTo>
                    <a:pt x="0" y="95"/>
                  </a:lnTo>
                  <a:cubicBezTo>
                    <a:pt x="0" y="112"/>
                    <a:pt x="0" y="127"/>
                    <a:pt x="15" y="143"/>
                  </a:cubicBezTo>
                  <a:lnTo>
                    <a:pt x="32" y="143"/>
                  </a:lnTo>
                  <a:cubicBezTo>
                    <a:pt x="32" y="143"/>
                    <a:pt x="32" y="158"/>
                    <a:pt x="47" y="158"/>
                  </a:cubicBezTo>
                  <a:lnTo>
                    <a:pt x="63" y="143"/>
                  </a:lnTo>
                  <a:lnTo>
                    <a:pt x="78" y="127"/>
                  </a:lnTo>
                  <a:lnTo>
                    <a:pt x="110" y="143"/>
                  </a:lnTo>
                  <a:cubicBezTo>
                    <a:pt x="110" y="143"/>
                    <a:pt x="110" y="127"/>
                    <a:pt x="126" y="127"/>
                  </a:cubicBezTo>
                  <a:cubicBezTo>
                    <a:pt x="126" y="112"/>
                    <a:pt x="126" y="112"/>
                    <a:pt x="141" y="95"/>
                  </a:cubicBezTo>
                  <a:lnTo>
                    <a:pt x="141" y="95"/>
                  </a:lnTo>
                  <a:lnTo>
                    <a:pt x="141" y="80"/>
                  </a:lnTo>
                  <a:lnTo>
                    <a:pt x="141" y="80"/>
                  </a:lnTo>
                  <a:lnTo>
                    <a:pt x="95" y="64"/>
                  </a:lnTo>
                  <a:lnTo>
                    <a:pt x="78" y="49"/>
                  </a:lnTo>
                  <a:lnTo>
                    <a:pt x="78" y="49"/>
                  </a:lnTo>
                  <a:lnTo>
                    <a:pt x="78" y="49"/>
                  </a:lnTo>
                  <a:cubicBezTo>
                    <a:pt x="78" y="32"/>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4" name="Google Shape;1534;p38"/>
            <p:cNvSpPr/>
            <p:nvPr/>
          </p:nvSpPr>
          <p:spPr>
            <a:xfrm>
              <a:off x="3433041" y="1803297"/>
              <a:ext cx="4039" cy="3530"/>
            </a:xfrm>
            <a:custGeom>
              <a:avLst/>
              <a:gdLst/>
              <a:ahLst/>
              <a:cxnLst/>
              <a:rect l="l" t="t" r="r" b="b"/>
              <a:pathLst>
                <a:path w="127" h="111" extrusionOk="0">
                  <a:moveTo>
                    <a:pt x="32" y="0"/>
                  </a:moveTo>
                  <a:lnTo>
                    <a:pt x="32" y="16"/>
                  </a:lnTo>
                  <a:lnTo>
                    <a:pt x="17" y="32"/>
                  </a:lnTo>
                  <a:lnTo>
                    <a:pt x="17" y="16"/>
                  </a:lnTo>
                  <a:lnTo>
                    <a:pt x="17" y="32"/>
                  </a:lnTo>
                  <a:cubicBezTo>
                    <a:pt x="17" y="32"/>
                    <a:pt x="17" y="47"/>
                    <a:pt x="1" y="47"/>
                  </a:cubicBezTo>
                  <a:lnTo>
                    <a:pt x="32" y="47"/>
                  </a:lnTo>
                  <a:lnTo>
                    <a:pt x="49" y="47"/>
                  </a:lnTo>
                  <a:lnTo>
                    <a:pt x="49" y="47"/>
                  </a:lnTo>
                  <a:cubicBezTo>
                    <a:pt x="80" y="47"/>
                    <a:pt x="95" y="63"/>
                    <a:pt x="95" y="95"/>
                  </a:cubicBezTo>
                  <a:lnTo>
                    <a:pt x="80" y="95"/>
                  </a:lnTo>
                  <a:lnTo>
                    <a:pt x="95" y="110"/>
                  </a:lnTo>
                  <a:lnTo>
                    <a:pt x="95" y="95"/>
                  </a:lnTo>
                  <a:lnTo>
                    <a:pt x="95" y="95"/>
                  </a:lnTo>
                  <a:cubicBezTo>
                    <a:pt x="95" y="79"/>
                    <a:pt x="95" y="63"/>
                    <a:pt x="127" y="47"/>
                  </a:cubicBezTo>
                  <a:lnTo>
                    <a:pt x="127" y="47"/>
                  </a:lnTo>
                  <a:cubicBezTo>
                    <a:pt x="112" y="47"/>
                    <a:pt x="112" y="47"/>
                    <a:pt x="95"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5" name="Google Shape;1535;p38"/>
            <p:cNvSpPr/>
            <p:nvPr/>
          </p:nvSpPr>
          <p:spPr>
            <a:xfrm>
              <a:off x="3309293" y="1817323"/>
              <a:ext cx="6042" cy="3530"/>
            </a:xfrm>
            <a:custGeom>
              <a:avLst/>
              <a:gdLst/>
              <a:ahLst/>
              <a:cxnLst/>
              <a:rect l="l" t="t" r="r" b="b"/>
              <a:pathLst>
                <a:path w="190" h="111" extrusionOk="0">
                  <a:moveTo>
                    <a:pt x="190" y="1"/>
                  </a:moveTo>
                  <a:lnTo>
                    <a:pt x="173" y="1"/>
                  </a:lnTo>
                  <a:lnTo>
                    <a:pt x="173" y="16"/>
                  </a:lnTo>
                  <a:cubicBezTo>
                    <a:pt x="190" y="32"/>
                    <a:pt x="173" y="47"/>
                    <a:pt x="142" y="47"/>
                  </a:cubicBezTo>
                  <a:lnTo>
                    <a:pt x="142" y="47"/>
                  </a:lnTo>
                  <a:cubicBezTo>
                    <a:pt x="127" y="47"/>
                    <a:pt x="110" y="32"/>
                    <a:pt x="110" y="16"/>
                  </a:cubicBezTo>
                  <a:lnTo>
                    <a:pt x="110" y="1"/>
                  </a:lnTo>
                  <a:lnTo>
                    <a:pt x="64" y="1"/>
                  </a:lnTo>
                  <a:cubicBezTo>
                    <a:pt x="64" y="1"/>
                    <a:pt x="79" y="16"/>
                    <a:pt x="64" y="16"/>
                  </a:cubicBezTo>
                  <a:cubicBezTo>
                    <a:pt x="64" y="79"/>
                    <a:pt x="16" y="79"/>
                    <a:pt x="1" y="79"/>
                  </a:cubicBezTo>
                  <a:lnTo>
                    <a:pt x="1" y="79"/>
                  </a:lnTo>
                  <a:lnTo>
                    <a:pt x="1" y="95"/>
                  </a:lnTo>
                  <a:lnTo>
                    <a:pt x="1" y="110"/>
                  </a:lnTo>
                  <a:cubicBezTo>
                    <a:pt x="1" y="95"/>
                    <a:pt x="16" y="95"/>
                    <a:pt x="16" y="79"/>
                  </a:cubicBezTo>
                  <a:lnTo>
                    <a:pt x="32" y="79"/>
                  </a:lnTo>
                  <a:lnTo>
                    <a:pt x="32" y="79"/>
                  </a:lnTo>
                  <a:lnTo>
                    <a:pt x="47" y="79"/>
                  </a:lnTo>
                  <a:lnTo>
                    <a:pt x="47" y="79"/>
                  </a:lnTo>
                  <a:cubicBezTo>
                    <a:pt x="64" y="64"/>
                    <a:pt x="64" y="64"/>
                    <a:pt x="79" y="64"/>
                  </a:cubicBezTo>
                  <a:lnTo>
                    <a:pt x="79" y="64"/>
                  </a:lnTo>
                  <a:lnTo>
                    <a:pt x="95" y="64"/>
                  </a:lnTo>
                  <a:lnTo>
                    <a:pt x="190" y="64"/>
                  </a:lnTo>
                  <a:cubicBezTo>
                    <a:pt x="190" y="47"/>
                    <a:pt x="173" y="16"/>
                    <a:pt x="19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6" name="Google Shape;1536;p38"/>
            <p:cNvSpPr/>
            <p:nvPr/>
          </p:nvSpPr>
          <p:spPr>
            <a:xfrm>
              <a:off x="3426045" y="1802279"/>
              <a:ext cx="8046" cy="3053"/>
            </a:xfrm>
            <a:custGeom>
              <a:avLst/>
              <a:gdLst/>
              <a:ahLst/>
              <a:cxnLst/>
              <a:rect l="l" t="t" r="r" b="b"/>
              <a:pathLst>
                <a:path w="253" h="96" extrusionOk="0">
                  <a:moveTo>
                    <a:pt x="206" y="1"/>
                  </a:moveTo>
                  <a:lnTo>
                    <a:pt x="206" y="1"/>
                  </a:lnTo>
                  <a:cubicBezTo>
                    <a:pt x="189" y="1"/>
                    <a:pt x="189" y="16"/>
                    <a:pt x="189" y="16"/>
                  </a:cubicBezTo>
                  <a:lnTo>
                    <a:pt x="143" y="16"/>
                  </a:lnTo>
                  <a:cubicBezTo>
                    <a:pt x="126" y="32"/>
                    <a:pt x="111" y="48"/>
                    <a:pt x="95" y="48"/>
                  </a:cubicBezTo>
                  <a:cubicBezTo>
                    <a:pt x="80" y="48"/>
                    <a:pt x="63" y="32"/>
                    <a:pt x="48" y="32"/>
                  </a:cubicBezTo>
                  <a:lnTo>
                    <a:pt x="48" y="32"/>
                  </a:lnTo>
                  <a:lnTo>
                    <a:pt x="48" y="32"/>
                  </a:lnTo>
                  <a:cubicBezTo>
                    <a:pt x="17" y="32"/>
                    <a:pt x="0" y="48"/>
                    <a:pt x="0" y="64"/>
                  </a:cubicBezTo>
                  <a:cubicBezTo>
                    <a:pt x="0" y="79"/>
                    <a:pt x="17" y="95"/>
                    <a:pt x="48" y="95"/>
                  </a:cubicBezTo>
                  <a:lnTo>
                    <a:pt x="48" y="95"/>
                  </a:lnTo>
                  <a:lnTo>
                    <a:pt x="63" y="95"/>
                  </a:lnTo>
                  <a:lnTo>
                    <a:pt x="95" y="95"/>
                  </a:lnTo>
                  <a:lnTo>
                    <a:pt x="95" y="95"/>
                  </a:lnTo>
                  <a:cubicBezTo>
                    <a:pt x="111" y="64"/>
                    <a:pt x="126" y="48"/>
                    <a:pt x="143" y="32"/>
                  </a:cubicBezTo>
                  <a:lnTo>
                    <a:pt x="158" y="32"/>
                  </a:lnTo>
                  <a:lnTo>
                    <a:pt x="174" y="32"/>
                  </a:lnTo>
                  <a:cubicBezTo>
                    <a:pt x="174" y="32"/>
                    <a:pt x="189" y="32"/>
                    <a:pt x="189" y="48"/>
                  </a:cubicBezTo>
                  <a:cubicBezTo>
                    <a:pt x="206" y="64"/>
                    <a:pt x="206" y="79"/>
                    <a:pt x="189" y="79"/>
                  </a:cubicBezTo>
                  <a:lnTo>
                    <a:pt x="189" y="79"/>
                  </a:lnTo>
                  <a:lnTo>
                    <a:pt x="206" y="79"/>
                  </a:lnTo>
                  <a:lnTo>
                    <a:pt x="221" y="79"/>
                  </a:lnTo>
                  <a:cubicBezTo>
                    <a:pt x="237" y="79"/>
                    <a:pt x="237" y="64"/>
                    <a:pt x="237" y="64"/>
                  </a:cubicBezTo>
                  <a:lnTo>
                    <a:pt x="237" y="48"/>
                  </a:lnTo>
                  <a:lnTo>
                    <a:pt x="237" y="64"/>
                  </a:lnTo>
                  <a:lnTo>
                    <a:pt x="252" y="48"/>
                  </a:lnTo>
                  <a:lnTo>
                    <a:pt x="252" y="32"/>
                  </a:lnTo>
                  <a:cubicBezTo>
                    <a:pt x="252" y="16"/>
                    <a:pt x="237" y="16"/>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7" name="Google Shape;1537;p38"/>
            <p:cNvSpPr/>
            <p:nvPr/>
          </p:nvSpPr>
          <p:spPr>
            <a:xfrm>
              <a:off x="3443060" y="1798749"/>
              <a:ext cx="3053" cy="4580"/>
            </a:xfrm>
            <a:custGeom>
              <a:avLst/>
              <a:gdLst/>
              <a:ahLst/>
              <a:cxnLst/>
              <a:rect l="l" t="t" r="r" b="b"/>
              <a:pathLst>
                <a:path w="96" h="144" extrusionOk="0">
                  <a:moveTo>
                    <a:pt x="95" y="1"/>
                  </a:moveTo>
                  <a:cubicBezTo>
                    <a:pt x="95" y="17"/>
                    <a:pt x="80" y="17"/>
                    <a:pt x="80" y="17"/>
                  </a:cubicBezTo>
                  <a:lnTo>
                    <a:pt x="80" y="49"/>
                  </a:lnTo>
                  <a:lnTo>
                    <a:pt x="32" y="49"/>
                  </a:lnTo>
                  <a:lnTo>
                    <a:pt x="32" y="64"/>
                  </a:lnTo>
                  <a:cubicBezTo>
                    <a:pt x="32" y="64"/>
                    <a:pt x="17" y="80"/>
                    <a:pt x="1" y="80"/>
                  </a:cubicBezTo>
                  <a:lnTo>
                    <a:pt x="1" y="80"/>
                  </a:lnTo>
                  <a:lnTo>
                    <a:pt x="1" y="80"/>
                  </a:lnTo>
                  <a:cubicBezTo>
                    <a:pt x="1" y="80"/>
                    <a:pt x="1" y="96"/>
                    <a:pt x="17" y="112"/>
                  </a:cubicBezTo>
                  <a:lnTo>
                    <a:pt x="32" y="143"/>
                  </a:lnTo>
                  <a:lnTo>
                    <a:pt x="32" y="143"/>
                  </a:lnTo>
                  <a:lnTo>
                    <a:pt x="49" y="143"/>
                  </a:lnTo>
                  <a:lnTo>
                    <a:pt x="95" y="112"/>
                  </a:lnTo>
                  <a:lnTo>
                    <a:pt x="95" y="112"/>
                  </a:lnTo>
                  <a:lnTo>
                    <a:pt x="95" y="112"/>
                  </a:lnTo>
                  <a:lnTo>
                    <a:pt x="95" y="64"/>
                  </a:lnTo>
                  <a:lnTo>
                    <a:pt x="95" y="49"/>
                  </a:lnTo>
                  <a:lnTo>
                    <a:pt x="95"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8" name="Google Shape;1538;p38"/>
            <p:cNvSpPr/>
            <p:nvPr/>
          </p:nvSpPr>
          <p:spPr>
            <a:xfrm>
              <a:off x="3443060" y="1805301"/>
              <a:ext cx="2576" cy="7060"/>
            </a:xfrm>
            <a:custGeom>
              <a:avLst/>
              <a:gdLst/>
              <a:ahLst/>
              <a:cxnLst/>
              <a:rect l="l" t="t" r="r" b="b"/>
              <a:pathLst>
                <a:path w="81" h="222" extrusionOk="0">
                  <a:moveTo>
                    <a:pt x="49" y="0"/>
                  </a:moveTo>
                  <a:lnTo>
                    <a:pt x="49" y="0"/>
                  </a:lnTo>
                  <a:lnTo>
                    <a:pt x="32" y="16"/>
                  </a:lnTo>
                  <a:cubicBezTo>
                    <a:pt x="17" y="32"/>
                    <a:pt x="1" y="32"/>
                    <a:pt x="1" y="63"/>
                  </a:cubicBezTo>
                  <a:lnTo>
                    <a:pt x="1" y="158"/>
                  </a:lnTo>
                  <a:cubicBezTo>
                    <a:pt x="1" y="173"/>
                    <a:pt x="17" y="173"/>
                    <a:pt x="17" y="190"/>
                  </a:cubicBezTo>
                  <a:lnTo>
                    <a:pt x="17" y="205"/>
                  </a:lnTo>
                  <a:cubicBezTo>
                    <a:pt x="17" y="205"/>
                    <a:pt x="32" y="221"/>
                    <a:pt x="49" y="221"/>
                  </a:cubicBezTo>
                  <a:lnTo>
                    <a:pt x="49" y="221"/>
                  </a:lnTo>
                  <a:cubicBezTo>
                    <a:pt x="64" y="221"/>
                    <a:pt x="64" y="221"/>
                    <a:pt x="80" y="205"/>
                  </a:cubicBezTo>
                  <a:lnTo>
                    <a:pt x="80" y="190"/>
                  </a:lnTo>
                  <a:lnTo>
                    <a:pt x="80" y="158"/>
                  </a:lnTo>
                  <a:lnTo>
                    <a:pt x="64" y="158"/>
                  </a:lnTo>
                  <a:lnTo>
                    <a:pt x="49" y="158"/>
                  </a:lnTo>
                  <a:cubicBezTo>
                    <a:pt x="49" y="158"/>
                    <a:pt x="32" y="158"/>
                    <a:pt x="17" y="142"/>
                  </a:cubicBezTo>
                  <a:cubicBezTo>
                    <a:pt x="17" y="126"/>
                    <a:pt x="17" y="110"/>
                    <a:pt x="32" y="95"/>
                  </a:cubicBezTo>
                  <a:lnTo>
                    <a:pt x="64" y="79"/>
                  </a:lnTo>
                  <a:cubicBezTo>
                    <a:pt x="49" y="63"/>
                    <a:pt x="32" y="47"/>
                    <a:pt x="32" y="32"/>
                  </a:cubicBezTo>
                  <a:cubicBezTo>
                    <a:pt x="49" y="16"/>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39" name="Google Shape;1539;p38"/>
            <p:cNvSpPr/>
            <p:nvPr/>
          </p:nvSpPr>
          <p:spPr>
            <a:xfrm>
              <a:off x="3269221" y="1774229"/>
              <a:ext cx="7537" cy="5534"/>
            </a:xfrm>
            <a:custGeom>
              <a:avLst/>
              <a:gdLst/>
              <a:ahLst/>
              <a:cxnLst/>
              <a:rect l="l" t="t" r="r" b="b"/>
              <a:pathLst>
                <a:path w="237" h="174" extrusionOk="0">
                  <a:moveTo>
                    <a:pt x="189" y="1"/>
                  </a:moveTo>
                  <a:lnTo>
                    <a:pt x="189" y="1"/>
                  </a:lnTo>
                  <a:lnTo>
                    <a:pt x="78" y="16"/>
                  </a:lnTo>
                  <a:lnTo>
                    <a:pt x="78" y="16"/>
                  </a:lnTo>
                  <a:cubicBezTo>
                    <a:pt x="63" y="16"/>
                    <a:pt x="47" y="32"/>
                    <a:pt x="47" y="47"/>
                  </a:cubicBezTo>
                  <a:lnTo>
                    <a:pt x="47" y="64"/>
                  </a:lnTo>
                  <a:lnTo>
                    <a:pt x="15" y="110"/>
                  </a:lnTo>
                  <a:cubicBezTo>
                    <a:pt x="0" y="127"/>
                    <a:pt x="0" y="142"/>
                    <a:pt x="15" y="158"/>
                  </a:cubicBezTo>
                  <a:cubicBezTo>
                    <a:pt x="15" y="173"/>
                    <a:pt x="32" y="173"/>
                    <a:pt x="32" y="173"/>
                  </a:cubicBezTo>
                  <a:cubicBezTo>
                    <a:pt x="47" y="173"/>
                    <a:pt x="63" y="158"/>
                    <a:pt x="63" y="158"/>
                  </a:cubicBezTo>
                  <a:lnTo>
                    <a:pt x="78" y="142"/>
                  </a:lnTo>
                  <a:lnTo>
                    <a:pt x="95" y="110"/>
                  </a:lnTo>
                  <a:lnTo>
                    <a:pt x="110" y="110"/>
                  </a:lnTo>
                  <a:lnTo>
                    <a:pt x="126" y="110"/>
                  </a:lnTo>
                  <a:lnTo>
                    <a:pt x="141" y="110"/>
                  </a:lnTo>
                  <a:lnTo>
                    <a:pt x="173" y="110"/>
                  </a:lnTo>
                  <a:cubicBezTo>
                    <a:pt x="205" y="95"/>
                    <a:pt x="221" y="79"/>
                    <a:pt x="221" y="47"/>
                  </a:cubicBezTo>
                  <a:cubicBezTo>
                    <a:pt x="236" y="47"/>
                    <a:pt x="236" y="32"/>
                    <a:pt x="221" y="16"/>
                  </a:cubicBezTo>
                  <a:lnTo>
                    <a:pt x="221" y="16"/>
                  </a:lnTo>
                  <a:cubicBezTo>
                    <a:pt x="205" y="16"/>
                    <a:pt x="205"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0" name="Google Shape;1540;p38"/>
            <p:cNvSpPr/>
            <p:nvPr/>
          </p:nvSpPr>
          <p:spPr>
            <a:xfrm>
              <a:off x="3317785" y="1766691"/>
              <a:ext cx="5057" cy="4039"/>
            </a:xfrm>
            <a:custGeom>
              <a:avLst/>
              <a:gdLst/>
              <a:ahLst/>
              <a:cxnLst/>
              <a:rect l="l" t="t" r="r" b="b"/>
              <a:pathLst>
                <a:path w="159" h="127" extrusionOk="0">
                  <a:moveTo>
                    <a:pt x="127" y="1"/>
                  </a:moveTo>
                  <a:lnTo>
                    <a:pt x="127" y="1"/>
                  </a:lnTo>
                  <a:cubicBezTo>
                    <a:pt x="112" y="1"/>
                    <a:pt x="96" y="1"/>
                    <a:pt x="96" y="17"/>
                  </a:cubicBezTo>
                  <a:cubicBezTo>
                    <a:pt x="64" y="17"/>
                    <a:pt x="33" y="17"/>
                    <a:pt x="17" y="49"/>
                  </a:cubicBezTo>
                  <a:cubicBezTo>
                    <a:pt x="1" y="64"/>
                    <a:pt x="1" y="95"/>
                    <a:pt x="1" y="127"/>
                  </a:cubicBezTo>
                  <a:cubicBezTo>
                    <a:pt x="17" y="95"/>
                    <a:pt x="49" y="95"/>
                    <a:pt x="64" y="95"/>
                  </a:cubicBezTo>
                  <a:lnTo>
                    <a:pt x="64" y="95"/>
                  </a:lnTo>
                  <a:lnTo>
                    <a:pt x="80" y="80"/>
                  </a:lnTo>
                  <a:cubicBezTo>
                    <a:pt x="80" y="80"/>
                    <a:pt x="96" y="64"/>
                    <a:pt x="112" y="64"/>
                  </a:cubicBezTo>
                  <a:lnTo>
                    <a:pt x="112" y="64"/>
                  </a:lnTo>
                  <a:lnTo>
                    <a:pt x="112" y="64"/>
                  </a:lnTo>
                  <a:cubicBezTo>
                    <a:pt x="127" y="64"/>
                    <a:pt x="127" y="64"/>
                    <a:pt x="143" y="80"/>
                  </a:cubicBezTo>
                  <a:lnTo>
                    <a:pt x="159" y="64"/>
                  </a:lnTo>
                  <a:lnTo>
                    <a:pt x="159" y="32"/>
                  </a:lnTo>
                  <a:cubicBezTo>
                    <a:pt x="159" y="17"/>
                    <a:pt x="143"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1" name="Google Shape;1541;p38"/>
            <p:cNvSpPr/>
            <p:nvPr/>
          </p:nvSpPr>
          <p:spPr>
            <a:xfrm>
              <a:off x="3407503" y="1772702"/>
              <a:ext cx="3530" cy="12053"/>
            </a:xfrm>
            <a:custGeom>
              <a:avLst/>
              <a:gdLst/>
              <a:ahLst/>
              <a:cxnLst/>
              <a:rect l="l" t="t" r="r" b="b"/>
              <a:pathLst>
                <a:path w="111" h="379" extrusionOk="0">
                  <a:moveTo>
                    <a:pt x="111" y="175"/>
                  </a:moveTo>
                  <a:lnTo>
                    <a:pt x="111" y="190"/>
                  </a:lnTo>
                  <a:lnTo>
                    <a:pt x="95" y="190"/>
                  </a:lnTo>
                  <a:lnTo>
                    <a:pt x="95" y="190"/>
                  </a:lnTo>
                  <a:cubicBezTo>
                    <a:pt x="95" y="221"/>
                    <a:pt x="79" y="238"/>
                    <a:pt x="64" y="238"/>
                  </a:cubicBezTo>
                  <a:lnTo>
                    <a:pt x="64" y="238"/>
                  </a:lnTo>
                  <a:lnTo>
                    <a:pt x="32" y="221"/>
                  </a:lnTo>
                  <a:cubicBezTo>
                    <a:pt x="32" y="238"/>
                    <a:pt x="16" y="253"/>
                    <a:pt x="1" y="269"/>
                  </a:cubicBezTo>
                  <a:lnTo>
                    <a:pt x="1" y="316"/>
                  </a:lnTo>
                  <a:lnTo>
                    <a:pt x="16" y="347"/>
                  </a:lnTo>
                  <a:lnTo>
                    <a:pt x="32" y="347"/>
                  </a:lnTo>
                  <a:lnTo>
                    <a:pt x="32" y="347"/>
                  </a:lnTo>
                  <a:cubicBezTo>
                    <a:pt x="48" y="347"/>
                    <a:pt x="64" y="347"/>
                    <a:pt x="79" y="379"/>
                  </a:cubicBezTo>
                  <a:lnTo>
                    <a:pt x="79" y="379"/>
                  </a:lnTo>
                  <a:cubicBezTo>
                    <a:pt x="95" y="379"/>
                    <a:pt x="95" y="347"/>
                    <a:pt x="95" y="332"/>
                  </a:cubicBezTo>
                  <a:lnTo>
                    <a:pt x="79" y="316"/>
                  </a:lnTo>
                  <a:lnTo>
                    <a:pt x="79" y="301"/>
                  </a:lnTo>
                  <a:cubicBezTo>
                    <a:pt x="95" y="284"/>
                    <a:pt x="95" y="253"/>
                    <a:pt x="111" y="238"/>
                  </a:cubicBezTo>
                  <a:lnTo>
                    <a:pt x="111" y="238"/>
                  </a:lnTo>
                  <a:lnTo>
                    <a:pt x="111" y="206"/>
                  </a:lnTo>
                  <a:lnTo>
                    <a:pt x="111" y="175"/>
                  </a:lnTo>
                  <a:close/>
                  <a:moveTo>
                    <a:pt x="79" y="1"/>
                  </a:moveTo>
                  <a:lnTo>
                    <a:pt x="64" y="1"/>
                  </a:lnTo>
                  <a:lnTo>
                    <a:pt x="64" y="1"/>
                  </a:lnTo>
                  <a:lnTo>
                    <a:pt x="64" y="1"/>
                  </a:lnTo>
                  <a:cubicBezTo>
                    <a:pt x="79" y="1"/>
                    <a:pt x="95" y="17"/>
                    <a:pt x="95" y="32"/>
                  </a:cubicBezTo>
                  <a:cubicBezTo>
                    <a:pt x="95" y="64"/>
                    <a:pt x="95" y="80"/>
                    <a:pt x="64" y="80"/>
                  </a:cubicBezTo>
                  <a:lnTo>
                    <a:pt x="48" y="80"/>
                  </a:lnTo>
                  <a:lnTo>
                    <a:pt x="48" y="80"/>
                  </a:lnTo>
                  <a:lnTo>
                    <a:pt x="48" y="112"/>
                  </a:lnTo>
                  <a:lnTo>
                    <a:pt x="48" y="112"/>
                  </a:lnTo>
                  <a:lnTo>
                    <a:pt x="95" y="112"/>
                  </a:lnTo>
                  <a:lnTo>
                    <a:pt x="111" y="112"/>
                  </a:lnTo>
                  <a:lnTo>
                    <a:pt x="111" y="64"/>
                  </a:lnTo>
                  <a:lnTo>
                    <a:pt x="111" y="32"/>
                  </a:lnTo>
                  <a:lnTo>
                    <a:pt x="111" y="17"/>
                  </a:lnTo>
                  <a:lnTo>
                    <a:pt x="9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2" name="Google Shape;1542;p38"/>
            <p:cNvSpPr/>
            <p:nvPr/>
          </p:nvSpPr>
          <p:spPr>
            <a:xfrm>
              <a:off x="3188535" y="1799290"/>
              <a:ext cx="3530" cy="3021"/>
            </a:xfrm>
            <a:custGeom>
              <a:avLst/>
              <a:gdLst/>
              <a:ahLst/>
              <a:cxnLst/>
              <a:rect l="l" t="t" r="r" b="b"/>
              <a:pathLst>
                <a:path w="111" h="95" extrusionOk="0">
                  <a:moveTo>
                    <a:pt x="32" y="0"/>
                  </a:moveTo>
                  <a:lnTo>
                    <a:pt x="16" y="0"/>
                  </a:lnTo>
                  <a:lnTo>
                    <a:pt x="16" y="0"/>
                  </a:lnTo>
                  <a:lnTo>
                    <a:pt x="0" y="0"/>
                  </a:lnTo>
                  <a:lnTo>
                    <a:pt x="0" y="16"/>
                  </a:lnTo>
                  <a:lnTo>
                    <a:pt x="0" y="47"/>
                  </a:lnTo>
                  <a:lnTo>
                    <a:pt x="16" y="79"/>
                  </a:lnTo>
                  <a:cubicBezTo>
                    <a:pt x="32" y="79"/>
                    <a:pt x="48" y="95"/>
                    <a:pt x="48" y="95"/>
                  </a:cubicBezTo>
                  <a:cubicBezTo>
                    <a:pt x="63" y="95"/>
                    <a:pt x="63" y="95"/>
                    <a:pt x="63" y="79"/>
                  </a:cubicBezTo>
                  <a:lnTo>
                    <a:pt x="79" y="79"/>
                  </a:lnTo>
                  <a:cubicBezTo>
                    <a:pt x="95" y="63"/>
                    <a:pt x="111" y="47"/>
                    <a:pt x="111" y="32"/>
                  </a:cubicBezTo>
                  <a:lnTo>
                    <a:pt x="63" y="47"/>
                  </a:lnTo>
                  <a:lnTo>
                    <a:pt x="63" y="47"/>
                  </a:lnTo>
                  <a:cubicBezTo>
                    <a:pt x="48" y="47"/>
                    <a:pt x="32" y="32"/>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3" name="Google Shape;1543;p38"/>
            <p:cNvSpPr/>
            <p:nvPr/>
          </p:nvSpPr>
          <p:spPr>
            <a:xfrm>
              <a:off x="3392492" y="1774229"/>
              <a:ext cx="5025" cy="3530"/>
            </a:xfrm>
            <a:custGeom>
              <a:avLst/>
              <a:gdLst/>
              <a:ahLst/>
              <a:cxnLst/>
              <a:rect l="l" t="t" r="r" b="b"/>
              <a:pathLst>
                <a:path w="158" h="111" extrusionOk="0">
                  <a:moveTo>
                    <a:pt x="78" y="1"/>
                  </a:moveTo>
                  <a:lnTo>
                    <a:pt x="63" y="1"/>
                  </a:lnTo>
                  <a:cubicBezTo>
                    <a:pt x="47" y="16"/>
                    <a:pt x="47" y="16"/>
                    <a:pt x="32" y="16"/>
                  </a:cubicBezTo>
                  <a:lnTo>
                    <a:pt x="15" y="64"/>
                  </a:lnTo>
                  <a:lnTo>
                    <a:pt x="0" y="79"/>
                  </a:lnTo>
                  <a:lnTo>
                    <a:pt x="0" y="95"/>
                  </a:lnTo>
                  <a:lnTo>
                    <a:pt x="0" y="110"/>
                  </a:lnTo>
                  <a:lnTo>
                    <a:pt x="0" y="110"/>
                  </a:lnTo>
                  <a:lnTo>
                    <a:pt x="15" y="95"/>
                  </a:lnTo>
                  <a:cubicBezTo>
                    <a:pt x="32" y="79"/>
                    <a:pt x="47" y="79"/>
                    <a:pt x="78" y="79"/>
                  </a:cubicBezTo>
                  <a:lnTo>
                    <a:pt x="95" y="79"/>
                  </a:lnTo>
                  <a:lnTo>
                    <a:pt x="110" y="79"/>
                  </a:lnTo>
                  <a:cubicBezTo>
                    <a:pt x="126" y="79"/>
                    <a:pt x="141" y="79"/>
                    <a:pt x="141" y="64"/>
                  </a:cubicBezTo>
                  <a:cubicBezTo>
                    <a:pt x="158" y="47"/>
                    <a:pt x="141" y="32"/>
                    <a:pt x="126" y="16"/>
                  </a:cubicBezTo>
                  <a:cubicBezTo>
                    <a:pt x="110" y="16"/>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4" name="Google Shape;1544;p38"/>
            <p:cNvSpPr/>
            <p:nvPr/>
          </p:nvSpPr>
          <p:spPr>
            <a:xfrm>
              <a:off x="3430561" y="1772225"/>
              <a:ext cx="7060" cy="8523"/>
            </a:xfrm>
            <a:custGeom>
              <a:avLst/>
              <a:gdLst/>
              <a:ahLst/>
              <a:cxnLst/>
              <a:rect l="l" t="t" r="r" b="b"/>
              <a:pathLst>
                <a:path w="222" h="268" extrusionOk="0">
                  <a:moveTo>
                    <a:pt x="221" y="205"/>
                  </a:moveTo>
                  <a:lnTo>
                    <a:pt x="205" y="205"/>
                  </a:lnTo>
                  <a:cubicBezTo>
                    <a:pt x="190" y="205"/>
                    <a:pt x="173" y="205"/>
                    <a:pt x="158" y="221"/>
                  </a:cubicBezTo>
                  <a:lnTo>
                    <a:pt x="158" y="221"/>
                  </a:lnTo>
                  <a:cubicBezTo>
                    <a:pt x="173" y="236"/>
                    <a:pt x="173" y="236"/>
                    <a:pt x="173" y="253"/>
                  </a:cubicBezTo>
                  <a:cubicBezTo>
                    <a:pt x="190" y="268"/>
                    <a:pt x="205" y="268"/>
                    <a:pt x="205" y="268"/>
                  </a:cubicBezTo>
                  <a:lnTo>
                    <a:pt x="221" y="268"/>
                  </a:lnTo>
                  <a:lnTo>
                    <a:pt x="221" y="236"/>
                  </a:lnTo>
                  <a:lnTo>
                    <a:pt x="221" y="236"/>
                  </a:lnTo>
                  <a:cubicBezTo>
                    <a:pt x="221" y="221"/>
                    <a:pt x="205" y="221"/>
                    <a:pt x="221" y="205"/>
                  </a:cubicBezTo>
                  <a:lnTo>
                    <a:pt x="221" y="205"/>
                  </a:lnTo>
                  <a:close/>
                  <a:moveTo>
                    <a:pt x="47" y="1"/>
                  </a:moveTo>
                  <a:lnTo>
                    <a:pt x="32" y="1"/>
                  </a:lnTo>
                  <a:cubicBezTo>
                    <a:pt x="16" y="1"/>
                    <a:pt x="16" y="16"/>
                    <a:pt x="1" y="32"/>
                  </a:cubicBezTo>
                  <a:cubicBezTo>
                    <a:pt x="1" y="47"/>
                    <a:pt x="16" y="47"/>
                    <a:pt x="16" y="64"/>
                  </a:cubicBezTo>
                  <a:cubicBezTo>
                    <a:pt x="16" y="64"/>
                    <a:pt x="32" y="64"/>
                    <a:pt x="32" y="79"/>
                  </a:cubicBezTo>
                  <a:lnTo>
                    <a:pt x="110" y="79"/>
                  </a:lnTo>
                  <a:lnTo>
                    <a:pt x="110" y="95"/>
                  </a:lnTo>
                  <a:cubicBezTo>
                    <a:pt x="127" y="110"/>
                    <a:pt x="127" y="142"/>
                    <a:pt x="127" y="158"/>
                  </a:cubicBezTo>
                  <a:lnTo>
                    <a:pt x="127" y="158"/>
                  </a:lnTo>
                  <a:cubicBezTo>
                    <a:pt x="158" y="142"/>
                    <a:pt x="173" y="142"/>
                    <a:pt x="190" y="142"/>
                  </a:cubicBezTo>
                  <a:lnTo>
                    <a:pt x="205" y="142"/>
                  </a:lnTo>
                  <a:lnTo>
                    <a:pt x="190" y="127"/>
                  </a:lnTo>
                  <a:lnTo>
                    <a:pt x="190" y="79"/>
                  </a:lnTo>
                  <a:cubicBezTo>
                    <a:pt x="173" y="64"/>
                    <a:pt x="173" y="64"/>
                    <a:pt x="173" y="47"/>
                  </a:cubicBezTo>
                  <a:cubicBezTo>
                    <a:pt x="173" y="32"/>
                    <a:pt x="158" y="16"/>
                    <a:pt x="142" y="16"/>
                  </a:cubicBezTo>
                  <a:lnTo>
                    <a:pt x="127" y="16"/>
                  </a:lnTo>
                  <a:lnTo>
                    <a:pt x="127" y="16"/>
                  </a:lnTo>
                  <a:cubicBezTo>
                    <a:pt x="142" y="32"/>
                    <a:pt x="127" y="47"/>
                    <a:pt x="110" y="64"/>
                  </a:cubicBezTo>
                  <a:lnTo>
                    <a:pt x="95" y="64"/>
                  </a:lnTo>
                  <a:cubicBezTo>
                    <a:pt x="79" y="64"/>
                    <a:pt x="64" y="64"/>
                    <a:pt x="64" y="47"/>
                  </a:cubicBezTo>
                  <a:cubicBezTo>
                    <a:pt x="64" y="47"/>
                    <a:pt x="64" y="32"/>
                    <a:pt x="47"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5" name="Google Shape;1545;p38"/>
            <p:cNvSpPr/>
            <p:nvPr/>
          </p:nvSpPr>
          <p:spPr>
            <a:xfrm>
              <a:off x="3414023" y="1787268"/>
              <a:ext cx="8555" cy="5025"/>
            </a:xfrm>
            <a:custGeom>
              <a:avLst/>
              <a:gdLst/>
              <a:ahLst/>
              <a:cxnLst/>
              <a:rect l="l" t="t" r="r" b="b"/>
              <a:pathLst>
                <a:path w="269" h="158" extrusionOk="0">
                  <a:moveTo>
                    <a:pt x="189" y="0"/>
                  </a:moveTo>
                  <a:lnTo>
                    <a:pt x="189" y="0"/>
                  </a:lnTo>
                  <a:cubicBezTo>
                    <a:pt x="174" y="0"/>
                    <a:pt x="158" y="15"/>
                    <a:pt x="158" y="32"/>
                  </a:cubicBezTo>
                  <a:cubicBezTo>
                    <a:pt x="158" y="47"/>
                    <a:pt x="158" y="63"/>
                    <a:pt x="174" y="63"/>
                  </a:cubicBezTo>
                  <a:lnTo>
                    <a:pt x="158" y="78"/>
                  </a:lnTo>
                  <a:lnTo>
                    <a:pt x="158" y="78"/>
                  </a:lnTo>
                  <a:lnTo>
                    <a:pt x="158" y="78"/>
                  </a:lnTo>
                  <a:lnTo>
                    <a:pt x="143" y="78"/>
                  </a:lnTo>
                  <a:lnTo>
                    <a:pt x="143" y="78"/>
                  </a:lnTo>
                  <a:lnTo>
                    <a:pt x="143" y="78"/>
                  </a:lnTo>
                  <a:lnTo>
                    <a:pt x="143" y="110"/>
                  </a:lnTo>
                  <a:cubicBezTo>
                    <a:pt x="126" y="126"/>
                    <a:pt x="111" y="141"/>
                    <a:pt x="95" y="141"/>
                  </a:cubicBezTo>
                  <a:lnTo>
                    <a:pt x="95" y="141"/>
                  </a:lnTo>
                  <a:cubicBezTo>
                    <a:pt x="79" y="141"/>
                    <a:pt x="63" y="110"/>
                    <a:pt x="63" y="95"/>
                  </a:cubicBezTo>
                  <a:lnTo>
                    <a:pt x="63" y="95"/>
                  </a:lnTo>
                  <a:lnTo>
                    <a:pt x="32" y="95"/>
                  </a:lnTo>
                  <a:cubicBezTo>
                    <a:pt x="16" y="95"/>
                    <a:pt x="0" y="110"/>
                    <a:pt x="0" y="126"/>
                  </a:cubicBezTo>
                  <a:cubicBezTo>
                    <a:pt x="0" y="141"/>
                    <a:pt x="16" y="141"/>
                    <a:pt x="16" y="141"/>
                  </a:cubicBezTo>
                  <a:lnTo>
                    <a:pt x="16" y="141"/>
                  </a:lnTo>
                  <a:lnTo>
                    <a:pt x="16" y="141"/>
                  </a:lnTo>
                  <a:cubicBezTo>
                    <a:pt x="32" y="141"/>
                    <a:pt x="48" y="158"/>
                    <a:pt x="48" y="158"/>
                  </a:cubicBezTo>
                  <a:lnTo>
                    <a:pt x="79" y="158"/>
                  </a:lnTo>
                  <a:cubicBezTo>
                    <a:pt x="95" y="158"/>
                    <a:pt x="111" y="141"/>
                    <a:pt x="111" y="141"/>
                  </a:cubicBezTo>
                  <a:lnTo>
                    <a:pt x="143" y="141"/>
                  </a:lnTo>
                  <a:cubicBezTo>
                    <a:pt x="143" y="126"/>
                    <a:pt x="143" y="126"/>
                    <a:pt x="158" y="126"/>
                  </a:cubicBezTo>
                  <a:lnTo>
                    <a:pt x="158" y="126"/>
                  </a:lnTo>
                  <a:cubicBezTo>
                    <a:pt x="174" y="126"/>
                    <a:pt x="174" y="141"/>
                    <a:pt x="189" y="141"/>
                  </a:cubicBezTo>
                  <a:lnTo>
                    <a:pt x="189" y="141"/>
                  </a:lnTo>
                  <a:lnTo>
                    <a:pt x="252" y="95"/>
                  </a:lnTo>
                  <a:cubicBezTo>
                    <a:pt x="252" y="78"/>
                    <a:pt x="252" y="78"/>
                    <a:pt x="237" y="78"/>
                  </a:cubicBezTo>
                  <a:cubicBezTo>
                    <a:pt x="237" y="63"/>
                    <a:pt x="252" y="47"/>
                    <a:pt x="269" y="32"/>
                  </a:cubicBezTo>
                  <a:lnTo>
                    <a:pt x="252" y="15"/>
                  </a:lnTo>
                  <a:lnTo>
                    <a:pt x="252" y="15"/>
                  </a:lnTo>
                  <a:lnTo>
                    <a:pt x="206"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6" name="Google Shape;1546;p38"/>
            <p:cNvSpPr/>
            <p:nvPr/>
          </p:nvSpPr>
          <p:spPr>
            <a:xfrm>
              <a:off x="3176004" y="1810803"/>
              <a:ext cx="6520" cy="7028"/>
            </a:xfrm>
            <a:custGeom>
              <a:avLst/>
              <a:gdLst/>
              <a:ahLst/>
              <a:cxnLst/>
              <a:rect l="l" t="t" r="r" b="b"/>
              <a:pathLst>
                <a:path w="205" h="221" extrusionOk="0">
                  <a:moveTo>
                    <a:pt x="110" y="0"/>
                  </a:moveTo>
                  <a:lnTo>
                    <a:pt x="110" y="0"/>
                  </a:lnTo>
                  <a:cubicBezTo>
                    <a:pt x="110" y="0"/>
                    <a:pt x="95" y="0"/>
                    <a:pt x="95" y="17"/>
                  </a:cubicBezTo>
                  <a:lnTo>
                    <a:pt x="79" y="32"/>
                  </a:lnTo>
                  <a:lnTo>
                    <a:pt x="79" y="32"/>
                  </a:lnTo>
                  <a:cubicBezTo>
                    <a:pt x="79" y="48"/>
                    <a:pt x="79" y="48"/>
                    <a:pt x="64" y="63"/>
                  </a:cubicBezTo>
                  <a:cubicBezTo>
                    <a:pt x="64" y="80"/>
                    <a:pt x="64" y="95"/>
                    <a:pt x="47" y="95"/>
                  </a:cubicBezTo>
                  <a:lnTo>
                    <a:pt x="32" y="95"/>
                  </a:lnTo>
                  <a:lnTo>
                    <a:pt x="16" y="95"/>
                  </a:lnTo>
                  <a:cubicBezTo>
                    <a:pt x="1" y="95"/>
                    <a:pt x="1" y="111"/>
                    <a:pt x="1" y="111"/>
                  </a:cubicBezTo>
                  <a:lnTo>
                    <a:pt x="16" y="189"/>
                  </a:lnTo>
                  <a:cubicBezTo>
                    <a:pt x="16" y="206"/>
                    <a:pt x="16" y="206"/>
                    <a:pt x="32" y="221"/>
                  </a:cubicBezTo>
                  <a:lnTo>
                    <a:pt x="47" y="189"/>
                  </a:lnTo>
                  <a:cubicBezTo>
                    <a:pt x="47" y="174"/>
                    <a:pt x="64" y="174"/>
                    <a:pt x="79" y="174"/>
                  </a:cubicBezTo>
                  <a:lnTo>
                    <a:pt x="79" y="174"/>
                  </a:lnTo>
                  <a:lnTo>
                    <a:pt x="95" y="174"/>
                  </a:lnTo>
                  <a:cubicBezTo>
                    <a:pt x="110" y="189"/>
                    <a:pt x="110" y="206"/>
                    <a:pt x="110" y="221"/>
                  </a:cubicBezTo>
                  <a:lnTo>
                    <a:pt x="95" y="221"/>
                  </a:lnTo>
                  <a:cubicBezTo>
                    <a:pt x="127" y="221"/>
                    <a:pt x="142" y="221"/>
                    <a:pt x="158" y="206"/>
                  </a:cubicBezTo>
                  <a:lnTo>
                    <a:pt x="158" y="206"/>
                  </a:lnTo>
                  <a:cubicBezTo>
                    <a:pt x="173" y="189"/>
                    <a:pt x="173" y="174"/>
                    <a:pt x="190" y="174"/>
                  </a:cubicBezTo>
                  <a:lnTo>
                    <a:pt x="190" y="174"/>
                  </a:lnTo>
                  <a:cubicBezTo>
                    <a:pt x="205" y="158"/>
                    <a:pt x="205" y="126"/>
                    <a:pt x="190" y="126"/>
                  </a:cubicBezTo>
                  <a:lnTo>
                    <a:pt x="173" y="126"/>
                  </a:lnTo>
                  <a:cubicBezTo>
                    <a:pt x="158" y="126"/>
                    <a:pt x="142" y="126"/>
                    <a:pt x="142" y="143"/>
                  </a:cubicBezTo>
                  <a:cubicBezTo>
                    <a:pt x="127" y="158"/>
                    <a:pt x="127" y="158"/>
                    <a:pt x="95" y="158"/>
                  </a:cubicBezTo>
                  <a:lnTo>
                    <a:pt x="79" y="158"/>
                  </a:lnTo>
                  <a:lnTo>
                    <a:pt x="79" y="126"/>
                  </a:lnTo>
                  <a:lnTo>
                    <a:pt x="142" y="63"/>
                  </a:lnTo>
                  <a:cubicBezTo>
                    <a:pt x="158" y="48"/>
                    <a:pt x="158" y="32"/>
                    <a:pt x="142" y="17"/>
                  </a:cubicBezTo>
                  <a:cubicBezTo>
                    <a:pt x="127" y="0"/>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7" name="Google Shape;1547;p38"/>
            <p:cNvSpPr/>
            <p:nvPr/>
          </p:nvSpPr>
          <p:spPr>
            <a:xfrm>
              <a:off x="3345390" y="1821330"/>
              <a:ext cx="5502" cy="1049"/>
            </a:xfrm>
            <a:custGeom>
              <a:avLst/>
              <a:gdLst/>
              <a:ahLst/>
              <a:cxnLst/>
              <a:rect l="l" t="t" r="r" b="b"/>
              <a:pathLst>
                <a:path w="173" h="33" extrusionOk="0">
                  <a:moveTo>
                    <a:pt x="95" y="1"/>
                  </a:moveTo>
                  <a:lnTo>
                    <a:pt x="78" y="1"/>
                  </a:lnTo>
                  <a:lnTo>
                    <a:pt x="78" y="1"/>
                  </a:lnTo>
                  <a:lnTo>
                    <a:pt x="63" y="1"/>
                  </a:lnTo>
                  <a:cubicBezTo>
                    <a:pt x="47" y="1"/>
                    <a:pt x="15" y="16"/>
                    <a:pt x="0" y="32"/>
                  </a:cubicBezTo>
                  <a:cubicBezTo>
                    <a:pt x="63" y="32"/>
                    <a:pt x="110" y="16"/>
                    <a:pt x="173" y="16"/>
                  </a:cubicBezTo>
                  <a:cubicBezTo>
                    <a:pt x="141" y="1"/>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8" name="Google Shape;1548;p38"/>
            <p:cNvSpPr/>
            <p:nvPr/>
          </p:nvSpPr>
          <p:spPr>
            <a:xfrm>
              <a:off x="3097831" y="1789272"/>
              <a:ext cx="6042" cy="4516"/>
            </a:xfrm>
            <a:custGeom>
              <a:avLst/>
              <a:gdLst/>
              <a:ahLst/>
              <a:cxnLst/>
              <a:rect l="l" t="t" r="r" b="b"/>
              <a:pathLst>
                <a:path w="190" h="142" extrusionOk="0">
                  <a:moveTo>
                    <a:pt x="32" y="0"/>
                  </a:moveTo>
                  <a:lnTo>
                    <a:pt x="32" y="0"/>
                  </a:lnTo>
                  <a:lnTo>
                    <a:pt x="32" y="0"/>
                  </a:lnTo>
                  <a:lnTo>
                    <a:pt x="16" y="63"/>
                  </a:lnTo>
                  <a:lnTo>
                    <a:pt x="1" y="63"/>
                  </a:lnTo>
                  <a:lnTo>
                    <a:pt x="1" y="110"/>
                  </a:lnTo>
                  <a:cubicBezTo>
                    <a:pt x="16" y="126"/>
                    <a:pt x="16" y="141"/>
                    <a:pt x="48" y="141"/>
                  </a:cubicBezTo>
                  <a:lnTo>
                    <a:pt x="48" y="141"/>
                  </a:lnTo>
                  <a:lnTo>
                    <a:pt x="95" y="141"/>
                  </a:lnTo>
                  <a:lnTo>
                    <a:pt x="95" y="126"/>
                  </a:lnTo>
                  <a:lnTo>
                    <a:pt x="127" y="126"/>
                  </a:lnTo>
                  <a:lnTo>
                    <a:pt x="127" y="126"/>
                  </a:lnTo>
                  <a:lnTo>
                    <a:pt x="142" y="126"/>
                  </a:lnTo>
                  <a:lnTo>
                    <a:pt x="142" y="126"/>
                  </a:lnTo>
                  <a:lnTo>
                    <a:pt x="158" y="126"/>
                  </a:lnTo>
                  <a:cubicBezTo>
                    <a:pt x="174" y="126"/>
                    <a:pt x="190" y="110"/>
                    <a:pt x="190" y="95"/>
                  </a:cubicBezTo>
                  <a:cubicBezTo>
                    <a:pt x="174" y="78"/>
                    <a:pt x="174" y="63"/>
                    <a:pt x="142" y="63"/>
                  </a:cubicBezTo>
                  <a:lnTo>
                    <a:pt x="142" y="63"/>
                  </a:lnTo>
                  <a:lnTo>
                    <a:pt x="79" y="63"/>
                  </a:lnTo>
                  <a:lnTo>
                    <a:pt x="64" y="32"/>
                  </a:lnTo>
                  <a:cubicBezTo>
                    <a:pt x="64"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49" name="Google Shape;1549;p38"/>
            <p:cNvSpPr/>
            <p:nvPr/>
          </p:nvSpPr>
          <p:spPr>
            <a:xfrm>
              <a:off x="3015141" y="1798272"/>
              <a:ext cx="2035" cy="4039"/>
            </a:xfrm>
            <a:custGeom>
              <a:avLst/>
              <a:gdLst/>
              <a:ahLst/>
              <a:cxnLst/>
              <a:rect l="l" t="t" r="r" b="b"/>
              <a:pathLst>
                <a:path w="64" h="127" extrusionOk="0">
                  <a:moveTo>
                    <a:pt x="17" y="64"/>
                  </a:moveTo>
                  <a:lnTo>
                    <a:pt x="17" y="79"/>
                  </a:lnTo>
                  <a:lnTo>
                    <a:pt x="17" y="95"/>
                  </a:lnTo>
                  <a:cubicBezTo>
                    <a:pt x="17" y="111"/>
                    <a:pt x="32" y="111"/>
                    <a:pt x="32" y="127"/>
                  </a:cubicBezTo>
                  <a:lnTo>
                    <a:pt x="64" y="111"/>
                  </a:lnTo>
                  <a:lnTo>
                    <a:pt x="64" y="79"/>
                  </a:lnTo>
                  <a:lnTo>
                    <a:pt x="64" y="79"/>
                  </a:lnTo>
                  <a:lnTo>
                    <a:pt x="64" y="79"/>
                  </a:lnTo>
                  <a:lnTo>
                    <a:pt x="48" y="79"/>
                  </a:lnTo>
                  <a:lnTo>
                    <a:pt x="32" y="79"/>
                  </a:lnTo>
                  <a:cubicBezTo>
                    <a:pt x="32" y="79"/>
                    <a:pt x="32" y="64"/>
                    <a:pt x="17" y="64"/>
                  </a:cubicBezTo>
                  <a:close/>
                  <a:moveTo>
                    <a:pt x="32" y="1"/>
                  </a:moveTo>
                  <a:lnTo>
                    <a:pt x="32" y="1"/>
                  </a:lnTo>
                  <a:cubicBezTo>
                    <a:pt x="17" y="1"/>
                    <a:pt x="1" y="16"/>
                    <a:pt x="1" y="32"/>
                  </a:cubicBezTo>
                  <a:lnTo>
                    <a:pt x="1" y="32"/>
                  </a:lnTo>
                  <a:lnTo>
                    <a:pt x="1" y="32"/>
                  </a:lnTo>
                  <a:lnTo>
                    <a:pt x="1" y="32"/>
                  </a:lnTo>
                  <a:cubicBezTo>
                    <a:pt x="1" y="16"/>
                    <a:pt x="17" y="16"/>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0" name="Google Shape;1550;p38"/>
            <p:cNvSpPr/>
            <p:nvPr/>
          </p:nvSpPr>
          <p:spPr>
            <a:xfrm>
              <a:off x="3415009" y="1779731"/>
              <a:ext cx="7060" cy="6042"/>
            </a:xfrm>
            <a:custGeom>
              <a:avLst/>
              <a:gdLst/>
              <a:ahLst/>
              <a:cxnLst/>
              <a:rect l="l" t="t" r="r" b="b"/>
              <a:pathLst>
                <a:path w="222" h="190" extrusionOk="0">
                  <a:moveTo>
                    <a:pt x="143" y="0"/>
                  </a:moveTo>
                  <a:lnTo>
                    <a:pt x="143" y="0"/>
                  </a:lnTo>
                  <a:lnTo>
                    <a:pt x="143" y="17"/>
                  </a:lnTo>
                  <a:cubicBezTo>
                    <a:pt x="158" y="32"/>
                    <a:pt x="143" y="48"/>
                    <a:pt x="127" y="63"/>
                  </a:cubicBezTo>
                  <a:lnTo>
                    <a:pt x="143" y="111"/>
                  </a:lnTo>
                  <a:cubicBezTo>
                    <a:pt x="127" y="126"/>
                    <a:pt x="95" y="126"/>
                    <a:pt x="80" y="126"/>
                  </a:cubicBezTo>
                  <a:lnTo>
                    <a:pt x="32" y="126"/>
                  </a:lnTo>
                  <a:lnTo>
                    <a:pt x="1" y="189"/>
                  </a:lnTo>
                  <a:lnTo>
                    <a:pt x="1" y="189"/>
                  </a:lnTo>
                  <a:lnTo>
                    <a:pt x="1" y="174"/>
                  </a:lnTo>
                  <a:lnTo>
                    <a:pt x="32" y="158"/>
                  </a:lnTo>
                  <a:lnTo>
                    <a:pt x="48" y="158"/>
                  </a:lnTo>
                  <a:lnTo>
                    <a:pt x="48" y="158"/>
                  </a:lnTo>
                  <a:cubicBezTo>
                    <a:pt x="64" y="158"/>
                    <a:pt x="80" y="158"/>
                    <a:pt x="80" y="174"/>
                  </a:cubicBezTo>
                  <a:cubicBezTo>
                    <a:pt x="95" y="174"/>
                    <a:pt x="95" y="189"/>
                    <a:pt x="95" y="189"/>
                  </a:cubicBezTo>
                  <a:lnTo>
                    <a:pt x="95" y="189"/>
                  </a:lnTo>
                  <a:lnTo>
                    <a:pt x="127" y="189"/>
                  </a:lnTo>
                  <a:cubicBezTo>
                    <a:pt x="143" y="189"/>
                    <a:pt x="158" y="189"/>
                    <a:pt x="158" y="174"/>
                  </a:cubicBezTo>
                  <a:cubicBezTo>
                    <a:pt x="175" y="174"/>
                    <a:pt x="190" y="174"/>
                    <a:pt x="206" y="158"/>
                  </a:cubicBezTo>
                  <a:cubicBezTo>
                    <a:pt x="206" y="158"/>
                    <a:pt x="221" y="143"/>
                    <a:pt x="221" y="126"/>
                  </a:cubicBezTo>
                  <a:lnTo>
                    <a:pt x="221" y="126"/>
                  </a:lnTo>
                  <a:lnTo>
                    <a:pt x="190" y="32"/>
                  </a:lnTo>
                  <a:lnTo>
                    <a:pt x="190" y="17"/>
                  </a:lnTo>
                  <a:lnTo>
                    <a:pt x="175" y="17"/>
                  </a:lnTo>
                  <a:cubicBezTo>
                    <a:pt x="158" y="17"/>
                    <a:pt x="158" y="0"/>
                    <a:pt x="14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1" name="Google Shape;1551;p38"/>
            <p:cNvSpPr/>
            <p:nvPr/>
          </p:nvSpPr>
          <p:spPr>
            <a:xfrm>
              <a:off x="3443600" y="1793279"/>
              <a:ext cx="5025" cy="5025"/>
            </a:xfrm>
            <a:custGeom>
              <a:avLst/>
              <a:gdLst/>
              <a:ahLst/>
              <a:cxnLst/>
              <a:rect l="l" t="t" r="r" b="b"/>
              <a:pathLst>
                <a:path w="158" h="158" extrusionOk="0">
                  <a:moveTo>
                    <a:pt x="78" y="0"/>
                  </a:moveTo>
                  <a:cubicBezTo>
                    <a:pt x="63" y="0"/>
                    <a:pt x="47" y="15"/>
                    <a:pt x="32" y="15"/>
                  </a:cubicBezTo>
                  <a:lnTo>
                    <a:pt x="15" y="15"/>
                  </a:lnTo>
                  <a:cubicBezTo>
                    <a:pt x="15" y="15"/>
                    <a:pt x="0" y="15"/>
                    <a:pt x="0" y="0"/>
                  </a:cubicBezTo>
                  <a:cubicBezTo>
                    <a:pt x="0" y="15"/>
                    <a:pt x="0" y="32"/>
                    <a:pt x="15" y="47"/>
                  </a:cubicBezTo>
                  <a:lnTo>
                    <a:pt x="15" y="47"/>
                  </a:lnTo>
                  <a:lnTo>
                    <a:pt x="32" y="47"/>
                  </a:lnTo>
                  <a:lnTo>
                    <a:pt x="47" y="63"/>
                  </a:lnTo>
                  <a:cubicBezTo>
                    <a:pt x="78" y="78"/>
                    <a:pt x="95" y="95"/>
                    <a:pt x="95" y="110"/>
                  </a:cubicBezTo>
                  <a:lnTo>
                    <a:pt x="95" y="110"/>
                  </a:lnTo>
                  <a:lnTo>
                    <a:pt x="95" y="110"/>
                  </a:lnTo>
                  <a:cubicBezTo>
                    <a:pt x="110" y="126"/>
                    <a:pt x="110" y="126"/>
                    <a:pt x="110" y="141"/>
                  </a:cubicBezTo>
                  <a:lnTo>
                    <a:pt x="126" y="141"/>
                  </a:lnTo>
                  <a:cubicBezTo>
                    <a:pt x="126" y="141"/>
                    <a:pt x="141" y="141"/>
                    <a:pt x="141" y="158"/>
                  </a:cubicBezTo>
                  <a:lnTo>
                    <a:pt x="141" y="141"/>
                  </a:lnTo>
                  <a:cubicBezTo>
                    <a:pt x="158" y="110"/>
                    <a:pt x="158" y="95"/>
                    <a:pt x="158" y="63"/>
                  </a:cubicBezTo>
                  <a:lnTo>
                    <a:pt x="158" y="78"/>
                  </a:lnTo>
                  <a:lnTo>
                    <a:pt x="126" y="78"/>
                  </a:lnTo>
                  <a:lnTo>
                    <a:pt x="95" y="78"/>
                  </a:lnTo>
                  <a:cubicBezTo>
                    <a:pt x="95" y="63"/>
                    <a:pt x="78" y="47"/>
                    <a:pt x="95" y="32"/>
                  </a:cubicBezTo>
                  <a:lnTo>
                    <a:pt x="110" y="15"/>
                  </a:lnTo>
                  <a:cubicBezTo>
                    <a:pt x="95" y="15"/>
                    <a:pt x="78" y="0"/>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2" name="Google Shape;1552;p38"/>
            <p:cNvSpPr/>
            <p:nvPr/>
          </p:nvSpPr>
          <p:spPr>
            <a:xfrm>
              <a:off x="3394972" y="1813792"/>
              <a:ext cx="3021" cy="2576"/>
            </a:xfrm>
            <a:custGeom>
              <a:avLst/>
              <a:gdLst/>
              <a:ahLst/>
              <a:cxnLst/>
              <a:rect l="l" t="t" r="r" b="b"/>
              <a:pathLst>
                <a:path w="95" h="81" extrusionOk="0">
                  <a:moveTo>
                    <a:pt x="80" y="1"/>
                  </a:moveTo>
                  <a:cubicBezTo>
                    <a:pt x="80" y="17"/>
                    <a:pt x="63" y="32"/>
                    <a:pt x="48" y="32"/>
                  </a:cubicBezTo>
                  <a:lnTo>
                    <a:pt x="0" y="49"/>
                  </a:lnTo>
                  <a:lnTo>
                    <a:pt x="0" y="64"/>
                  </a:lnTo>
                  <a:cubicBezTo>
                    <a:pt x="0" y="64"/>
                    <a:pt x="0" y="80"/>
                    <a:pt x="17" y="80"/>
                  </a:cubicBezTo>
                  <a:lnTo>
                    <a:pt x="63" y="64"/>
                  </a:lnTo>
                  <a:cubicBezTo>
                    <a:pt x="80" y="64"/>
                    <a:pt x="95" y="49"/>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3" name="Google Shape;1553;p38"/>
            <p:cNvSpPr/>
            <p:nvPr/>
          </p:nvSpPr>
          <p:spPr>
            <a:xfrm>
              <a:off x="3421560" y="1807304"/>
              <a:ext cx="5025" cy="4039"/>
            </a:xfrm>
            <a:custGeom>
              <a:avLst/>
              <a:gdLst/>
              <a:ahLst/>
              <a:cxnLst/>
              <a:rect l="l" t="t" r="r" b="b"/>
              <a:pathLst>
                <a:path w="158" h="127" extrusionOk="0">
                  <a:moveTo>
                    <a:pt x="32" y="0"/>
                  </a:moveTo>
                  <a:cubicBezTo>
                    <a:pt x="15" y="0"/>
                    <a:pt x="0" y="16"/>
                    <a:pt x="0" y="32"/>
                  </a:cubicBezTo>
                  <a:lnTo>
                    <a:pt x="15" y="95"/>
                  </a:lnTo>
                  <a:cubicBezTo>
                    <a:pt x="15" y="95"/>
                    <a:pt x="15" y="110"/>
                    <a:pt x="32" y="110"/>
                  </a:cubicBezTo>
                  <a:cubicBezTo>
                    <a:pt x="32" y="127"/>
                    <a:pt x="47" y="127"/>
                    <a:pt x="47" y="127"/>
                  </a:cubicBezTo>
                  <a:lnTo>
                    <a:pt x="63" y="110"/>
                  </a:lnTo>
                  <a:lnTo>
                    <a:pt x="78" y="127"/>
                  </a:lnTo>
                  <a:lnTo>
                    <a:pt x="110" y="127"/>
                  </a:lnTo>
                  <a:cubicBezTo>
                    <a:pt x="141" y="127"/>
                    <a:pt x="158" y="127"/>
                    <a:pt x="158" y="110"/>
                  </a:cubicBezTo>
                  <a:lnTo>
                    <a:pt x="110" y="79"/>
                  </a:lnTo>
                  <a:cubicBezTo>
                    <a:pt x="110" y="79"/>
                    <a:pt x="95" y="95"/>
                    <a:pt x="78" y="95"/>
                  </a:cubicBezTo>
                  <a:lnTo>
                    <a:pt x="63" y="95"/>
                  </a:lnTo>
                  <a:cubicBezTo>
                    <a:pt x="47" y="79"/>
                    <a:pt x="47" y="63"/>
                    <a:pt x="47" y="47"/>
                  </a:cubicBezTo>
                  <a:lnTo>
                    <a:pt x="4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4" name="Google Shape;1554;p38"/>
            <p:cNvSpPr/>
            <p:nvPr/>
          </p:nvSpPr>
          <p:spPr>
            <a:xfrm>
              <a:off x="3352387" y="1814333"/>
              <a:ext cx="3053" cy="2512"/>
            </a:xfrm>
            <a:custGeom>
              <a:avLst/>
              <a:gdLst/>
              <a:ahLst/>
              <a:cxnLst/>
              <a:rect l="l" t="t" r="r" b="b"/>
              <a:pathLst>
                <a:path w="96" h="79" extrusionOk="0">
                  <a:moveTo>
                    <a:pt x="32" y="0"/>
                  </a:moveTo>
                  <a:lnTo>
                    <a:pt x="16" y="32"/>
                  </a:lnTo>
                  <a:lnTo>
                    <a:pt x="1" y="63"/>
                  </a:lnTo>
                  <a:lnTo>
                    <a:pt x="64" y="63"/>
                  </a:lnTo>
                  <a:lnTo>
                    <a:pt x="64" y="63"/>
                  </a:lnTo>
                  <a:lnTo>
                    <a:pt x="64" y="78"/>
                  </a:lnTo>
                  <a:lnTo>
                    <a:pt x="95" y="32"/>
                  </a:lnTo>
                  <a:lnTo>
                    <a:pt x="95"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5" name="Google Shape;1555;p38"/>
            <p:cNvSpPr/>
            <p:nvPr/>
          </p:nvSpPr>
          <p:spPr>
            <a:xfrm>
              <a:off x="3025700" y="1797763"/>
              <a:ext cx="3498" cy="4039"/>
            </a:xfrm>
            <a:custGeom>
              <a:avLst/>
              <a:gdLst/>
              <a:ahLst/>
              <a:cxnLst/>
              <a:rect l="l" t="t" r="r" b="b"/>
              <a:pathLst>
                <a:path w="110" h="127" extrusionOk="0">
                  <a:moveTo>
                    <a:pt x="32" y="0"/>
                  </a:moveTo>
                  <a:cubicBezTo>
                    <a:pt x="15" y="0"/>
                    <a:pt x="15" y="17"/>
                    <a:pt x="15" y="17"/>
                  </a:cubicBezTo>
                  <a:cubicBezTo>
                    <a:pt x="0" y="32"/>
                    <a:pt x="0" y="48"/>
                    <a:pt x="15" y="64"/>
                  </a:cubicBezTo>
                  <a:lnTo>
                    <a:pt x="32" y="80"/>
                  </a:lnTo>
                  <a:lnTo>
                    <a:pt x="32" y="111"/>
                  </a:lnTo>
                  <a:lnTo>
                    <a:pt x="32" y="127"/>
                  </a:lnTo>
                  <a:lnTo>
                    <a:pt x="32" y="127"/>
                  </a:lnTo>
                  <a:cubicBezTo>
                    <a:pt x="32" y="111"/>
                    <a:pt x="47" y="95"/>
                    <a:pt x="63" y="95"/>
                  </a:cubicBezTo>
                  <a:lnTo>
                    <a:pt x="63" y="95"/>
                  </a:lnTo>
                  <a:lnTo>
                    <a:pt x="63" y="95"/>
                  </a:lnTo>
                  <a:lnTo>
                    <a:pt x="95" y="95"/>
                  </a:lnTo>
                  <a:lnTo>
                    <a:pt x="110" y="95"/>
                  </a:lnTo>
                  <a:lnTo>
                    <a:pt x="110" y="64"/>
                  </a:lnTo>
                  <a:lnTo>
                    <a:pt x="110" y="64"/>
                  </a:lnTo>
                  <a:lnTo>
                    <a:pt x="95" y="64"/>
                  </a:lnTo>
                  <a:cubicBezTo>
                    <a:pt x="95" y="64"/>
                    <a:pt x="78" y="64"/>
                    <a:pt x="78" y="48"/>
                  </a:cubicBezTo>
                  <a:cubicBezTo>
                    <a:pt x="63" y="32"/>
                    <a:pt x="63" y="32"/>
                    <a:pt x="63" y="17"/>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6" name="Google Shape;1556;p38"/>
            <p:cNvSpPr/>
            <p:nvPr/>
          </p:nvSpPr>
          <p:spPr>
            <a:xfrm>
              <a:off x="3025700" y="1822348"/>
              <a:ext cx="1495" cy="1495"/>
            </a:xfrm>
            <a:custGeom>
              <a:avLst/>
              <a:gdLst/>
              <a:ahLst/>
              <a:cxnLst/>
              <a:rect l="l" t="t" r="r" b="b"/>
              <a:pathLst>
                <a:path w="47" h="47" extrusionOk="0">
                  <a:moveTo>
                    <a:pt x="15" y="0"/>
                  </a:moveTo>
                  <a:lnTo>
                    <a:pt x="15" y="15"/>
                  </a:lnTo>
                  <a:cubicBezTo>
                    <a:pt x="0" y="15"/>
                    <a:pt x="15" y="15"/>
                    <a:pt x="15" y="32"/>
                  </a:cubicBezTo>
                  <a:lnTo>
                    <a:pt x="15" y="32"/>
                  </a:lnTo>
                  <a:cubicBezTo>
                    <a:pt x="15" y="32"/>
                    <a:pt x="32" y="47"/>
                    <a:pt x="47" y="47"/>
                  </a:cubicBezTo>
                  <a:cubicBezTo>
                    <a:pt x="32" y="32"/>
                    <a:pt x="15" y="0"/>
                    <a:pt x="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7" name="Google Shape;1557;p38"/>
            <p:cNvSpPr/>
            <p:nvPr/>
          </p:nvSpPr>
          <p:spPr>
            <a:xfrm>
              <a:off x="3026177" y="1818817"/>
              <a:ext cx="4039" cy="6551"/>
            </a:xfrm>
            <a:custGeom>
              <a:avLst/>
              <a:gdLst/>
              <a:ahLst/>
              <a:cxnLst/>
              <a:rect l="l" t="t" r="r" b="b"/>
              <a:pathLst>
                <a:path w="127" h="206" extrusionOk="0">
                  <a:moveTo>
                    <a:pt x="95" y="0"/>
                  </a:moveTo>
                  <a:lnTo>
                    <a:pt x="95" y="0"/>
                  </a:lnTo>
                  <a:lnTo>
                    <a:pt x="63" y="0"/>
                  </a:lnTo>
                  <a:cubicBezTo>
                    <a:pt x="32" y="48"/>
                    <a:pt x="0" y="80"/>
                    <a:pt x="0" y="111"/>
                  </a:cubicBezTo>
                  <a:cubicBezTo>
                    <a:pt x="0" y="111"/>
                    <a:pt x="17" y="143"/>
                    <a:pt x="32" y="158"/>
                  </a:cubicBezTo>
                  <a:cubicBezTo>
                    <a:pt x="48" y="174"/>
                    <a:pt x="63" y="174"/>
                    <a:pt x="80" y="189"/>
                  </a:cubicBezTo>
                  <a:cubicBezTo>
                    <a:pt x="95" y="189"/>
                    <a:pt x="95" y="206"/>
                    <a:pt x="111" y="206"/>
                  </a:cubicBezTo>
                  <a:lnTo>
                    <a:pt x="111" y="174"/>
                  </a:lnTo>
                  <a:lnTo>
                    <a:pt x="95" y="174"/>
                  </a:lnTo>
                  <a:lnTo>
                    <a:pt x="80" y="174"/>
                  </a:lnTo>
                  <a:lnTo>
                    <a:pt x="63" y="174"/>
                  </a:lnTo>
                  <a:cubicBezTo>
                    <a:pt x="48" y="174"/>
                    <a:pt x="32" y="158"/>
                    <a:pt x="32" y="143"/>
                  </a:cubicBezTo>
                  <a:cubicBezTo>
                    <a:pt x="48" y="111"/>
                    <a:pt x="48" y="95"/>
                    <a:pt x="63" y="95"/>
                  </a:cubicBezTo>
                  <a:cubicBezTo>
                    <a:pt x="80" y="95"/>
                    <a:pt x="80" y="95"/>
                    <a:pt x="80" y="80"/>
                  </a:cubicBezTo>
                  <a:cubicBezTo>
                    <a:pt x="95" y="80"/>
                    <a:pt x="111" y="63"/>
                    <a:pt x="111" y="63"/>
                  </a:cubicBezTo>
                  <a:cubicBezTo>
                    <a:pt x="126" y="48"/>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8" name="Google Shape;1558;p38"/>
            <p:cNvSpPr/>
            <p:nvPr/>
          </p:nvSpPr>
          <p:spPr>
            <a:xfrm>
              <a:off x="3408012" y="1795283"/>
              <a:ext cx="4548" cy="5534"/>
            </a:xfrm>
            <a:custGeom>
              <a:avLst/>
              <a:gdLst/>
              <a:ahLst/>
              <a:cxnLst/>
              <a:rect l="l" t="t" r="r" b="b"/>
              <a:pathLst>
                <a:path w="143" h="174" extrusionOk="0">
                  <a:moveTo>
                    <a:pt x="79" y="0"/>
                  </a:moveTo>
                  <a:lnTo>
                    <a:pt x="79" y="15"/>
                  </a:lnTo>
                  <a:cubicBezTo>
                    <a:pt x="79" y="15"/>
                    <a:pt x="63" y="32"/>
                    <a:pt x="48" y="32"/>
                  </a:cubicBezTo>
                  <a:lnTo>
                    <a:pt x="32" y="32"/>
                  </a:lnTo>
                  <a:lnTo>
                    <a:pt x="32" y="32"/>
                  </a:lnTo>
                  <a:lnTo>
                    <a:pt x="32" y="32"/>
                  </a:lnTo>
                  <a:lnTo>
                    <a:pt x="16" y="32"/>
                  </a:lnTo>
                  <a:lnTo>
                    <a:pt x="0" y="32"/>
                  </a:lnTo>
                  <a:cubicBezTo>
                    <a:pt x="0" y="47"/>
                    <a:pt x="0" y="63"/>
                    <a:pt x="16" y="63"/>
                  </a:cubicBezTo>
                  <a:cubicBezTo>
                    <a:pt x="16" y="78"/>
                    <a:pt x="32" y="95"/>
                    <a:pt x="32" y="110"/>
                  </a:cubicBezTo>
                  <a:cubicBezTo>
                    <a:pt x="48" y="142"/>
                    <a:pt x="79" y="173"/>
                    <a:pt x="126" y="173"/>
                  </a:cubicBezTo>
                  <a:lnTo>
                    <a:pt x="142" y="173"/>
                  </a:lnTo>
                  <a:lnTo>
                    <a:pt x="142" y="158"/>
                  </a:lnTo>
                  <a:lnTo>
                    <a:pt x="142" y="110"/>
                  </a:lnTo>
                  <a:lnTo>
                    <a:pt x="142" y="110"/>
                  </a:lnTo>
                  <a:cubicBezTo>
                    <a:pt x="126" y="110"/>
                    <a:pt x="111" y="95"/>
                    <a:pt x="95" y="78"/>
                  </a:cubicBezTo>
                  <a:lnTo>
                    <a:pt x="95" y="63"/>
                  </a:lnTo>
                  <a:lnTo>
                    <a:pt x="95" y="63"/>
                  </a:lnTo>
                  <a:cubicBezTo>
                    <a:pt x="95" y="63"/>
                    <a:pt x="111" y="63"/>
                    <a:pt x="111" y="47"/>
                  </a:cubicBezTo>
                  <a:lnTo>
                    <a:pt x="95" y="47"/>
                  </a:lnTo>
                  <a:cubicBezTo>
                    <a:pt x="95" y="32"/>
                    <a:pt x="95" y="15"/>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59" name="Google Shape;1559;p38"/>
            <p:cNvSpPr/>
            <p:nvPr/>
          </p:nvSpPr>
          <p:spPr>
            <a:xfrm>
              <a:off x="3373918" y="1777250"/>
              <a:ext cx="3053" cy="3498"/>
            </a:xfrm>
            <a:custGeom>
              <a:avLst/>
              <a:gdLst/>
              <a:ahLst/>
              <a:cxnLst/>
              <a:rect l="l" t="t" r="r" b="b"/>
              <a:pathLst>
                <a:path w="96" h="110" extrusionOk="0">
                  <a:moveTo>
                    <a:pt x="49" y="0"/>
                  </a:moveTo>
                  <a:cubicBezTo>
                    <a:pt x="49" y="15"/>
                    <a:pt x="32" y="15"/>
                    <a:pt x="17" y="15"/>
                  </a:cubicBezTo>
                  <a:lnTo>
                    <a:pt x="1" y="32"/>
                  </a:lnTo>
                  <a:lnTo>
                    <a:pt x="1" y="32"/>
                  </a:lnTo>
                  <a:lnTo>
                    <a:pt x="1" y="47"/>
                  </a:lnTo>
                  <a:lnTo>
                    <a:pt x="17" y="95"/>
                  </a:lnTo>
                  <a:cubicBezTo>
                    <a:pt x="32" y="110"/>
                    <a:pt x="32" y="110"/>
                    <a:pt x="49" y="110"/>
                  </a:cubicBezTo>
                  <a:lnTo>
                    <a:pt x="64" y="110"/>
                  </a:lnTo>
                  <a:cubicBezTo>
                    <a:pt x="80" y="110"/>
                    <a:pt x="95" y="78"/>
                    <a:pt x="80" y="63"/>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0" name="Google Shape;1560;p38"/>
            <p:cNvSpPr/>
            <p:nvPr/>
          </p:nvSpPr>
          <p:spPr>
            <a:xfrm>
              <a:off x="3203069" y="1804283"/>
              <a:ext cx="4516" cy="4039"/>
            </a:xfrm>
            <a:custGeom>
              <a:avLst/>
              <a:gdLst/>
              <a:ahLst/>
              <a:cxnLst/>
              <a:rect l="l" t="t" r="r" b="b"/>
              <a:pathLst>
                <a:path w="142" h="127" extrusionOk="0">
                  <a:moveTo>
                    <a:pt x="79" y="111"/>
                  </a:moveTo>
                  <a:lnTo>
                    <a:pt x="79" y="111"/>
                  </a:lnTo>
                  <a:lnTo>
                    <a:pt x="79" y="111"/>
                  </a:lnTo>
                  <a:close/>
                  <a:moveTo>
                    <a:pt x="64" y="48"/>
                  </a:moveTo>
                  <a:lnTo>
                    <a:pt x="64" y="48"/>
                  </a:lnTo>
                  <a:lnTo>
                    <a:pt x="64" y="48"/>
                  </a:lnTo>
                  <a:close/>
                  <a:moveTo>
                    <a:pt x="47" y="1"/>
                  </a:moveTo>
                  <a:cubicBezTo>
                    <a:pt x="32" y="16"/>
                    <a:pt x="32" y="16"/>
                    <a:pt x="16" y="16"/>
                  </a:cubicBezTo>
                  <a:lnTo>
                    <a:pt x="16" y="16"/>
                  </a:lnTo>
                  <a:cubicBezTo>
                    <a:pt x="16" y="16"/>
                    <a:pt x="1" y="16"/>
                    <a:pt x="1" y="32"/>
                  </a:cubicBezTo>
                  <a:cubicBezTo>
                    <a:pt x="1" y="48"/>
                    <a:pt x="1" y="79"/>
                    <a:pt x="16" y="95"/>
                  </a:cubicBezTo>
                  <a:cubicBezTo>
                    <a:pt x="32" y="111"/>
                    <a:pt x="47" y="111"/>
                    <a:pt x="79" y="111"/>
                  </a:cubicBezTo>
                  <a:lnTo>
                    <a:pt x="79" y="111"/>
                  </a:lnTo>
                  <a:cubicBezTo>
                    <a:pt x="95" y="127"/>
                    <a:pt x="95" y="127"/>
                    <a:pt x="110" y="127"/>
                  </a:cubicBezTo>
                  <a:cubicBezTo>
                    <a:pt x="110" y="127"/>
                    <a:pt x="127" y="127"/>
                    <a:pt x="127" y="111"/>
                  </a:cubicBezTo>
                  <a:cubicBezTo>
                    <a:pt x="142" y="111"/>
                    <a:pt x="142" y="79"/>
                    <a:pt x="127" y="64"/>
                  </a:cubicBezTo>
                  <a:cubicBezTo>
                    <a:pt x="110" y="48"/>
                    <a:pt x="95" y="48"/>
                    <a:pt x="79" y="48"/>
                  </a:cubicBezTo>
                  <a:lnTo>
                    <a:pt x="79" y="48"/>
                  </a:lnTo>
                  <a:lnTo>
                    <a:pt x="79" y="48"/>
                  </a:lnTo>
                  <a:cubicBezTo>
                    <a:pt x="79" y="32"/>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1" name="Google Shape;1561;p38"/>
            <p:cNvSpPr/>
            <p:nvPr/>
          </p:nvSpPr>
          <p:spPr>
            <a:xfrm>
              <a:off x="3205073" y="1805778"/>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2" name="Google Shape;1562;p38"/>
            <p:cNvSpPr/>
            <p:nvPr/>
          </p:nvSpPr>
          <p:spPr>
            <a:xfrm>
              <a:off x="3205550" y="180778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3" name="Google Shape;1563;p38"/>
            <p:cNvSpPr/>
            <p:nvPr/>
          </p:nvSpPr>
          <p:spPr>
            <a:xfrm>
              <a:off x="3176481" y="1803774"/>
              <a:ext cx="3562" cy="3053"/>
            </a:xfrm>
            <a:custGeom>
              <a:avLst/>
              <a:gdLst/>
              <a:ahLst/>
              <a:cxnLst/>
              <a:rect l="l" t="t" r="r" b="b"/>
              <a:pathLst>
                <a:path w="112" h="96" extrusionOk="0">
                  <a:moveTo>
                    <a:pt x="49" y="1"/>
                  </a:moveTo>
                  <a:lnTo>
                    <a:pt x="49" y="1"/>
                  </a:lnTo>
                  <a:cubicBezTo>
                    <a:pt x="32" y="17"/>
                    <a:pt x="17" y="17"/>
                    <a:pt x="17" y="17"/>
                  </a:cubicBezTo>
                  <a:lnTo>
                    <a:pt x="1" y="17"/>
                  </a:lnTo>
                  <a:lnTo>
                    <a:pt x="1" y="32"/>
                  </a:lnTo>
                  <a:cubicBezTo>
                    <a:pt x="17" y="48"/>
                    <a:pt x="17" y="48"/>
                    <a:pt x="17" y="64"/>
                  </a:cubicBezTo>
                  <a:lnTo>
                    <a:pt x="17" y="95"/>
                  </a:lnTo>
                  <a:lnTo>
                    <a:pt x="32" y="95"/>
                  </a:lnTo>
                  <a:lnTo>
                    <a:pt x="80" y="95"/>
                  </a:lnTo>
                  <a:lnTo>
                    <a:pt x="80" y="95"/>
                  </a:lnTo>
                  <a:lnTo>
                    <a:pt x="112" y="95"/>
                  </a:lnTo>
                  <a:lnTo>
                    <a:pt x="112" y="95"/>
                  </a:lnTo>
                  <a:cubicBezTo>
                    <a:pt x="95" y="95"/>
                    <a:pt x="80" y="80"/>
                    <a:pt x="80" y="64"/>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4" name="Google Shape;1564;p38"/>
            <p:cNvSpPr/>
            <p:nvPr/>
          </p:nvSpPr>
          <p:spPr>
            <a:xfrm>
              <a:off x="3395958" y="1762684"/>
              <a:ext cx="6583" cy="5565"/>
            </a:xfrm>
            <a:custGeom>
              <a:avLst/>
              <a:gdLst/>
              <a:ahLst/>
              <a:cxnLst/>
              <a:rect l="l" t="t" r="r" b="b"/>
              <a:pathLst>
                <a:path w="207" h="175" extrusionOk="0">
                  <a:moveTo>
                    <a:pt x="112" y="1"/>
                  </a:moveTo>
                  <a:lnTo>
                    <a:pt x="64" y="17"/>
                  </a:lnTo>
                  <a:lnTo>
                    <a:pt x="49" y="17"/>
                  </a:lnTo>
                  <a:lnTo>
                    <a:pt x="32" y="17"/>
                  </a:lnTo>
                  <a:lnTo>
                    <a:pt x="17" y="64"/>
                  </a:lnTo>
                  <a:cubicBezTo>
                    <a:pt x="1" y="80"/>
                    <a:pt x="1" y="95"/>
                    <a:pt x="17" y="112"/>
                  </a:cubicBezTo>
                  <a:lnTo>
                    <a:pt x="32" y="112"/>
                  </a:lnTo>
                  <a:cubicBezTo>
                    <a:pt x="49" y="112"/>
                    <a:pt x="64" y="112"/>
                    <a:pt x="64" y="95"/>
                  </a:cubicBezTo>
                  <a:lnTo>
                    <a:pt x="80" y="80"/>
                  </a:lnTo>
                  <a:lnTo>
                    <a:pt x="127" y="112"/>
                  </a:lnTo>
                  <a:lnTo>
                    <a:pt x="112" y="127"/>
                  </a:lnTo>
                  <a:cubicBezTo>
                    <a:pt x="112" y="127"/>
                    <a:pt x="95" y="158"/>
                    <a:pt x="112" y="175"/>
                  </a:cubicBezTo>
                  <a:lnTo>
                    <a:pt x="112" y="175"/>
                  </a:lnTo>
                  <a:lnTo>
                    <a:pt x="143" y="175"/>
                  </a:lnTo>
                  <a:lnTo>
                    <a:pt x="158" y="175"/>
                  </a:lnTo>
                  <a:lnTo>
                    <a:pt x="175" y="158"/>
                  </a:lnTo>
                  <a:lnTo>
                    <a:pt x="175" y="143"/>
                  </a:lnTo>
                  <a:cubicBezTo>
                    <a:pt x="158" y="127"/>
                    <a:pt x="175" y="112"/>
                    <a:pt x="190" y="95"/>
                  </a:cubicBezTo>
                  <a:lnTo>
                    <a:pt x="206" y="95"/>
                  </a:lnTo>
                  <a:lnTo>
                    <a:pt x="206" y="95"/>
                  </a:lnTo>
                  <a:lnTo>
                    <a:pt x="206" y="95"/>
                  </a:lnTo>
                  <a:lnTo>
                    <a:pt x="206" y="8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5" name="Google Shape;1565;p38"/>
            <p:cNvSpPr/>
            <p:nvPr/>
          </p:nvSpPr>
          <p:spPr>
            <a:xfrm>
              <a:off x="3317785" y="1768695"/>
              <a:ext cx="8078" cy="5057"/>
            </a:xfrm>
            <a:custGeom>
              <a:avLst/>
              <a:gdLst/>
              <a:ahLst/>
              <a:cxnLst/>
              <a:rect l="l" t="t" r="r" b="b"/>
              <a:pathLst>
                <a:path w="254" h="159" extrusionOk="0">
                  <a:moveTo>
                    <a:pt x="112" y="1"/>
                  </a:moveTo>
                  <a:lnTo>
                    <a:pt x="112" y="1"/>
                  </a:lnTo>
                  <a:lnTo>
                    <a:pt x="112" y="1"/>
                  </a:lnTo>
                  <a:cubicBezTo>
                    <a:pt x="96" y="1"/>
                    <a:pt x="80" y="17"/>
                    <a:pt x="80" y="17"/>
                  </a:cubicBezTo>
                  <a:lnTo>
                    <a:pt x="80" y="32"/>
                  </a:lnTo>
                  <a:lnTo>
                    <a:pt x="80" y="32"/>
                  </a:lnTo>
                  <a:lnTo>
                    <a:pt x="64" y="32"/>
                  </a:lnTo>
                  <a:lnTo>
                    <a:pt x="64" y="32"/>
                  </a:lnTo>
                  <a:cubicBezTo>
                    <a:pt x="49" y="32"/>
                    <a:pt x="17" y="32"/>
                    <a:pt x="1" y="64"/>
                  </a:cubicBezTo>
                  <a:lnTo>
                    <a:pt x="1" y="64"/>
                  </a:lnTo>
                  <a:lnTo>
                    <a:pt x="1" y="95"/>
                  </a:lnTo>
                  <a:lnTo>
                    <a:pt x="17" y="143"/>
                  </a:lnTo>
                  <a:cubicBezTo>
                    <a:pt x="17" y="158"/>
                    <a:pt x="33" y="158"/>
                    <a:pt x="33" y="158"/>
                  </a:cubicBezTo>
                  <a:lnTo>
                    <a:pt x="33" y="143"/>
                  </a:lnTo>
                  <a:cubicBezTo>
                    <a:pt x="33" y="127"/>
                    <a:pt x="49" y="112"/>
                    <a:pt x="64" y="112"/>
                  </a:cubicBezTo>
                  <a:lnTo>
                    <a:pt x="64" y="112"/>
                  </a:lnTo>
                  <a:lnTo>
                    <a:pt x="80" y="112"/>
                  </a:lnTo>
                  <a:lnTo>
                    <a:pt x="96" y="127"/>
                  </a:lnTo>
                  <a:lnTo>
                    <a:pt x="112" y="127"/>
                  </a:lnTo>
                  <a:lnTo>
                    <a:pt x="112" y="127"/>
                  </a:lnTo>
                  <a:lnTo>
                    <a:pt x="143" y="158"/>
                  </a:lnTo>
                  <a:lnTo>
                    <a:pt x="143" y="158"/>
                  </a:lnTo>
                  <a:lnTo>
                    <a:pt x="143" y="158"/>
                  </a:lnTo>
                  <a:cubicBezTo>
                    <a:pt x="143" y="127"/>
                    <a:pt x="143" y="112"/>
                    <a:pt x="159" y="112"/>
                  </a:cubicBezTo>
                  <a:lnTo>
                    <a:pt x="175" y="112"/>
                  </a:lnTo>
                  <a:lnTo>
                    <a:pt x="175" y="112"/>
                  </a:lnTo>
                  <a:cubicBezTo>
                    <a:pt x="190" y="112"/>
                    <a:pt x="206" y="127"/>
                    <a:pt x="206" y="143"/>
                  </a:cubicBezTo>
                  <a:lnTo>
                    <a:pt x="206" y="143"/>
                  </a:lnTo>
                  <a:lnTo>
                    <a:pt x="206" y="143"/>
                  </a:lnTo>
                  <a:lnTo>
                    <a:pt x="238" y="143"/>
                  </a:lnTo>
                  <a:cubicBezTo>
                    <a:pt x="253" y="143"/>
                    <a:pt x="253" y="127"/>
                    <a:pt x="253" y="112"/>
                  </a:cubicBezTo>
                  <a:lnTo>
                    <a:pt x="238" y="112"/>
                  </a:lnTo>
                  <a:lnTo>
                    <a:pt x="238" y="112"/>
                  </a:lnTo>
                  <a:cubicBezTo>
                    <a:pt x="206" y="112"/>
                    <a:pt x="206" y="95"/>
                    <a:pt x="206" y="80"/>
                  </a:cubicBezTo>
                  <a:lnTo>
                    <a:pt x="190" y="80"/>
                  </a:lnTo>
                  <a:cubicBezTo>
                    <a:pt x="175" y="95"/>
                    <a:pt x="159" y="95"/>
                    <a:pt x="143" y="95"/>
                  </a:cubicBezTo>
                  <a:lnTo>
                    <a:pt x="112" y="95"/>
                  </a:lnTo>
                  <a:lnTo>
                    <a:pt x="112" y="95"/>
                  </a:lnTo>
                  <a:cubicBezTo>
                    <a:pt x="127" y="95"/>
                    <a:pt x="127" y="95"/>
                    <a:pt x="127" y="80"/>
                  </a:cubicBezTo>
                  <a:cubicBezTo>
                    <a:pt x="143" y="80"/>
                    <a:pt x="159" y="49"/>
                    <a:pt x="143" y="32"/>
                  </a:cubicBez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6" name="Google Shape;1566;p38"/>
            <p:cNvSpPr/>
            <p:nvPr/>
          </p:nvSpPr>
          <p:spPr>
            <a:xfrm>
              <a:off x="3245654" y="1797763"/>
              <a:ext cx="2544" cy="4548"/>
            </a:xfrm>
            <a:custGeom>
              <a:avLst/>
              <a:gdLst/>
              <a:ahLst/>
              <a:cxnLst/>
              <a:rect l="l" t="t" r="r" b="b"/>
              <a:pathLst>
                <a:path w="80" h="143" extrusionOk="0">
                  <a:moveTo>
                    <a:pt x="32" y="0"/>
                  </a:moveTo>
                  <a:lnTo>
                    <a:pt x="32" y="0"/>
                  </a:lnTo>
                  <a:lnTo>
                    <a:pt x="17" y="0"/>
                  </a:lnTo>
                  <a:cubicBezTo>
                    <a:pt x="32" y="17"/>
                    <a:pt x="32" y="32"/>
                    <a:pt x="17" y="48"/>
                  </a:cubicBezTo>
                  <a:lnTo>
                    <a:pt x="0" y="64"/>
                  </a:lnTo>
                  <a:lnTo>
                    <a:pt x="0" y="80"/>
                  </a:lnTo>
                  <a:lnTo>
                    <a:pt x="0" y="111"/>
                  </a:lnTo>
                  <a:lnTo>
                    <a:pt x="17" y="111"/>
                  </a:lnTo>
                  <a:lnTo>
                    <a:pt x="32" y="111"/>
                  </a:lnTo>
                  <a:cubicBezTo>
                    <a:pt x="48" y="127"/>
                    <a:pt x="63" y="127"/>
                    <a:pt x="63" y="143"/>
                  </a:cubicBezTo>
                  <a:cubicBezTo>
                    <a:pt x="80" y="143"/>
                    <a:pt x="80" y="127"/>
                    <a:pt x="80" y="127"/>
                  </a:cubicBezTo>
                  <a:lnTo>
                    <a:pt x="63" y="32"/>
                  </a:lnTo>
                  <a:cubicBezTo>
                    <a:pt x="63" y="17"/>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7" name="Google Shape;1567;p38"/>
            <p:cNvSpPr/>
            <p:nvPr/>
          </p:nvSpPr>
          <p:spPr>
            <a:xfrm>
              <a:off x="3432055" y="1776232"/>
              <a:ext cx="8046" cy="5534"/>
            </a:xfrm>
            <a:custGeom>
              <a:avLst/>
              <a:gdLst/>
              <a:ahLst/>
              <a:cxnLst/>
              <a:rect l="l" t="t" r="r" b="b"/>
              <a:pathLst>
                <a:path w="253" h="174" extrusionOk="0">
                  <a:moveTo>
                    <a:pt x="174" y="1"/>
                  </a:moveTo>
                  <a:lnTo>
                    <a:pt x="158" y="1"/>
                  </a:lnTo>
                  <a:lnTo>
                    <a:pt x="158" y="16"/>
                  </a:lnTo>
                  <a:lnTo>
                    <a:pt x="143" y="16"/>
                  </a:lnTo>
                  <a:cubicBezTo>
                    <a:pt x="126" y="16"/>
                    <a:pt x="111" y="16"/>
                    <a:pt x="80" y="32"/>
                  </a:cubicBezTo>
                  <a:lnTo>
                    <a:pt x="63" y="32"/>
                  </a:lnTo>
                  <a:cubicBezTo>
                    <a:pt x="48" y="47"/>
                    <a:pt x="32" y="47"/>
                    <a:pt x="17" y="47"/>
                  </a:cubicBezTo>
                  <a:lnTo>
                    <a:pt x="0" y="64"/>
                  </a:lnTo>
                  <a:lnTo>
                    <a:pt x="0" y="95"/>
                  </a:lnTo>
                  <a:lnTo>
                    <a:pt x="32" y="158"/>
                  </a:lnTo>
                  <a:cubicBezTo>
                    <a:pt x="48" y="173"/>
                    <a:pt x="48" y="173"/>
                    <a:pt x="63" y="173"/>
                  </a:cubicBezTo>
                  <a:lnTo>
                    <a:pt x="80" y="173"/>
                  </a:lnTo>
                  <a:cubicBezTo>
                    <a:pt x="95" y="158"/>
                    <a:pt x="111" y="142"/>
                    <a:pt x="95" y="127"/>
                  </a:cubicBezTo>
                  <a:lnTo>
                    <a:pt x="80" y="95"/>
                  </a:lnTo>
                  <a:lnTo>
                    <a:pt x="80" y="95"/>
                  </a:lnTo>
                  <a:lnTo>
                    <a:pt x="111" y="95"/>
                  </a:lnTo>
                  <a:cubicBezTo>
                    <a:pt x="126" y="79"/>
                    <a:pt x="143" y="79"/>
                    <a:pt x="158" y="79"/>
                  </a:cubicBezTo>
                  <a:lnTo>
                    <a:pt x="174" y="79"/>
                  </a:lnTo>
                  <a:lnTo>
                    <a:pt x="174" y="79"/>
                  </a:lnTo>
                  <a:cubicBezTo>
                    <a:pt x="158" y="95"/>
                    <a:pt x="174" y="95"/>
                    <a:pt x="174" y="110"/>
                  </a:cubicBezTo>
                  <a:cubicBezTo>
                    <a:pt x="174" y="95"/>
                    <a:pt x="189" y="95"/>
                    <a:pt x="206" y="95"/>
                  </a:cubicBezTo>
                  <a:lnTo>
                    <a:pt x="206" y="95"/>
                  </a:lnTo>
                  <a:lnTo>
                    <a:pt x="206" y="95"/>
                  </a:lnTo>
                  <a:lnTo>
                    <a:pt x="237" y="95"/>
                  </a:lnTo>
                  <a:cubicBezTo>
                    <a:pt x="252" y="64"/>
                    <a:pt x="237" y="32"/>
                    <a:pt x="221" y="32"/>
                  </a:cubicBezTo>
                  <a:cubicBezTo>
                    <a:pt x="221" y="16"/>
                    <a:pt x="206" y="1"/>
                    <a:pt x="17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8" name="Google Shape;1568;p38"/>
            <p:cNvSpPr/>
            <p:nvPr/>
          </p:nvSpPr>
          <p:spPr>
            <a:xfrm>
              <a:off x="3400506" y="1811789"/>
              <a:ext cx="5502" cy="6583"/>
            </a:xfrm>
            <a:custGeom>
              <a:avLst/>
              <a:gdLst/>
              <a:ahLst/>
              <a:cxnLst/>
              <a:rect l="l" t="t" r="r" b="b"/>
              <a:pathLst>
                <a:path w="173" h="207" extrusionOk="0">
                  <a:moveTo>
                    <a:pt x="141" y="1"/>
                  </a:moveTo>
                  <a:lnTo>
                    <a:pt x="141" y="1"/>
                  </a:lnTo>
                  <a:lnTo>
                    <a:pt x="63" y="1"/>
                  </a:lnTo>
                  <a:cubicBezTo>
                    <a:pt x="78" y="17"/>
                    <a:pt x="95" y="32"/>
                    <a:pt x="78" y="32"/>
                  </a:cubicBezTo>
                  <a:cubicBezTo>
                    <a:pt x="78" y="49"/>
                    <a:pt x="63" y="64"/>
                    <a:pt x="47" y="64"/>
                  </a:cubicBezTo>
                  <a:lnTo>
                    <a:pt x="47" y="64"/>
                  </a:lnTo>
                  <a:lnTo>
                    <a:pt x="32" y="64"/>
                  </a:lnTo>
                  <a:lnTo>
                    <a:pt x="32" y="64"/>
                  </a:lnTo>
                  <a:lnTo>
                    <a:pt x="15" y="95"/>
                  </a:lnTo>
                  <a:lnTo>
                    <a:pt x="32" y="95"/>
                  </a:lnTo>
                  <a:lnTo>
                    <a:pt x="32" y="95"/>
                  </a:lnTo>
                  <a:cubicBezTo>
                    <a:pt x="63" y="95"/>
                    <a:pt x="78" y="112"/>
                    <a:pt x="78" y="143"/>
                  </a:cubicBezTo>
                  <a:cubicBezTo>
                    <a:pt x="78" y="158"/>
                    <a:pt x="63" y="175"/>
                    <a:pt x="47" y="175"/>
                  </a:cubicBezTo>
                  <a:lnTo>
                    <a:pt x="0" y="175"/>
                  </a:lnTo>
                  <a:lnTo>
                    <a:pt x="0" y="175"/>
                  </a:lnTo>
                  <a:lnTo>
                    <a:pt x="0" y="206"/>
                  </a:lnTo>
                  <a:cubicBezTo>
                    <a:pt x="15" y="206"/>
                    <a:pt x="32" y="206"/>
                    <a:pt x="63" y="190"/>
                  </a:cubicBezTo>
                  <a:lnTo>
                    <a:pt x="63" y="190"/>
                  </a:lnTo>
                  <a:lnTo>
                    <a:pt x="95" y="64"/>
                  </a:lnTo>
                  <a:lnTo>
                    <a:pt x="141" y="64"/>
                  </a:lnTo>
                  <a:lnTo>
                    <a:pt x="141" y="49"/>
                  </a:lnTo>
                  <a:lnTo>
                    <a:pt x="173" y="49"/>
                  </a:lnTo>
                  <a:lnTo>
                    <a:pt x="173" y="49"/>
                  </a:lnTo>
                  <a:lnTo>
                    <a:pt x="173" y="32"/>
                  </a:lnTo>
                  <a:cubicBezTo>
                    <a:pt x="173" y="17"/>
                    <a:pt x="158" y="1"/>
                    <a:pt x="14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69" name="Google Shape;1569;p38"/>
            <p:cNvSpPr/>
            <p:nvPr/>
          </p:nvSpPr>
          <p:spPr>
            <a:xfrm>
              <a:off x="3413514" y="1769712"/>
              <a:ext cx="7537" cy="8555"/>
            </a:xfrm>
            <a:custGeom>
              <a:avLst/>
              <a:gdLst/>
              <a:ahLst/>
              <a:cxnLst/>
              <a:rect l="l" t="t" r="r" b="b"/>
              <a:pathLst>
                <a:path w="237" h="269" extrusionOk="0">
                  <a:moveTo>
                    <a:pt x="205" y="0"/>
                  </a:moveTo>
                  <a:lnTo>
                    <a:pt x="205" y="0"/>
                  </a:lnTo>
                  <a:lnTo>
                    <a:pt x="190" y="0"/>
                  </a:lnTo>
                  <a:cubicBezTo>
                    <a:pt x="190" y="0"/>
                    <a:pt x="174" y="0"/>
                    <a:pt x="174" y="17"/>
                  </a:cubicBezTo>
                  <a:lnTo>
                    <a:pt x="174" y="32"/>
                  </a:lnTo>
                  <a:lnTo>
                    <a:pt x="159" y="48"/>
                  </a:lnTo>
                  <a:lnTo>
                    <a:pt x="174" y="48"/>
                  </a:lnTo>
                  <a:cubicBezTo>
                    <a:pt x="190" y="48"/>
                    <a:pt x="205" y="63"/>
                    <a:pt x="205" y="95"/>
                  </a:cubicBezTo>
                  <a:cubicBezTo>
                    <a:pt x="205" y="111"/>
                    <a:pt x="190" y="111"/>
                    <a:pt x="174" y="111"/>
                  </a:cubicBezTo>
                  <a:lnTo>
                    <a:pt x="159" y="111"/>
                  </a:lnTo>
                  <a:lnTo>
                    <a:pt x="159" y="111"/>
                  </a:lnTo>
                  <a:lnTo>
                    <a:pt x="142" y="189"/>
                  </a:lnTo>
                  <a:lnTo>
                    <a:pt x="95" y="158"/>
                  </a:lnTo>
                  <a:lnTo>
                    <a:pt x="79" y="158"/>
                  </a:lnTo>
                  <a:lnTo>
                    <a:pt x="64" y="158"/>
                  </a:lnTo>
                  <a:lnTo>
                    <a:pt x="64" y="158"/>
                  </a:lnTo>
                  <a:lnTo>
                    <a:pt x="1" y="174"/>
                  </a:lnTo>
                  <a:lnTo>
                    <a:pt x="1" y="174"/>
                  </a:lnTo>
                  <a:lnTo>
                    <a:pt x="1" y="174"/>
                  </a:lnTo>
                  <a:cubicBezTo>
                    <a:pt x="16" y="189"/>
                    <a:pt x="16" y="189"/>
                    <a:pt x="16" y="206"/>
                  </a:cubicBezTo>
                  <a:lnTo>
                    <a:pt x="16" y="237"/>
                  </a:lnTo>
                  <a:lnTo>
                    <a:pt x="64" y="221"/>
                  </a:lnTo>
                  <a:lnTo>
                    <a:pt x="111" y="237"/>
                  </a:lnTo>
                  <a:lnTo>
                    <a:pt x="127" y="237"/>
                  </a:lnTo>
                  <a:lnTo>
                    <a:pt x="127" y="237"/>
                  </a:lnTo>
                  <a:cubicBezTo>
                    <a:pt x="142" y="237"/>
                    <a:pt x="159" y="237"/>
                    <a:pt x="159" y="252"/>
                  </a:cubicBezTo>
                  <a:lnTo>
                    <a:pt x="174" y="269"/>
                  </a:lnTo>
                  <a:lnTo>
                    <a:pt x="174" y="269"/>
                  </a:lnTo>
                  <a:lnTo>
                    <a:pt x="190" y="269"/>
                  </a:lnTo>
                  <a:cubicBezTo>
                    <a:pt x="190" y="252"/>
                    <a:pt x="205" y="252"/>
                    <a:pt x="205" y="237"/>
                  </a:cubicBezTo>
                  <a:lnTo>
                    <a:pt x="205" y="206"/>
                  </a:lnTo>
                  <a:lnTo>
                    <a:pt x="190" y="221"/>
                  </a:lnTo>
                  <a:lnTo>
                    <a:pt x="190" y="221"/>
                  </a:lnTo>
                  <a:cubicBezTo>
                    <a:pt x="174" y="221"/>
                    <a:pt x="159" y="206"/>
                    <a:pt x="159" y="189"/>
                  </a:cubicBezTo>
                  <a:cubicBezTo>
                    <a:pt x="159" y="158"/>
                    <a:pt x="174" y="143"/>
                    <a:pt x="190" y="143"/>
                  </a:cubicBezTo>
                  <a:lnTo>
                    <a:pt x="222" y="143"/>
                  </a:lnTo>
                  <a:lnTo>
                    <a:pt x="222" y="111"/>
                  </a:lnTo>
                  <a:lnTo>
                    <a:pt x="222" y="80"/>
                  </a:lnTo>
                  <a:lnTo>
                    <a:pt x="237" y="80"/>
                  </a:lnTo>
                  <a:lnTo>
                    <a:pt x="237" y="32"/>
                  </a:lnTo>
                  <a:cubicBezTo>
                    <a:pt x="237" y="17"/>
                    <a:pt x="222"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0" name="Google Shape;1570;p38"/>
            <p:cNvSpPr/>
            <p:nvPr/>
          </p:nvSpPr>
          <p:spPr>
            <a:xfrm>
              <a:off x="3168467" y="1794742"/>
              <a:ext cx="7569" cy="5565"/>
            </a:xfrm>
            <a:custGeom>
              <a:avLst/>
              <a:gdLst/>
              <a:ahLst/>
              <a:cxnLst/>
              <a:rect l="l" t="t" r="r" b="b"/>
              <a:pathLst>
                <a:path w="238" h="175" extrusionOk="0">
                  <a:moveTo>
                    <a:pt x="190" y="143"/>
                  </a:moveTo>
                  <a:lnTo>
                    <a:pt x="190" y="159"/>
                  </a:lnTo>
                  <a:cubicBezTo>
                    <a:pt x="206" y="159"/>
                    <a:pt x="206" y="175"/>
                    <a:pt x="190" y="175"/>
                  </a:cubicBezTo>
                  <a:lnTo>
                    <a:pt x="221" y="159"/>
                  </a:lnTo>
                  <a:lnTo>
                    <a:pt x="206" y="159"/>
                  </a:lnTo>
                  <a:cubicBezTo>
                    <a:pt x="206" y="159"/>
                    <a:pt x="190" y="159"/>
                    <a:pt x="190" y="143"/>
                  </a:cubicBezTo>
                  <a:close/>
                  <a:moveTo>
                    <a:pt x="143" y="1"/>
                  </a:moveTo>
                  <a:lnTo>
                    <a:pt x="95" y="1"/>
                  </a:lnTo>
                  <a:cubicBezTo>
                    <a:pt x="64" y="1"/>
                    <a:pt x="32" y="17"/>
                    <a:pt x="17" y="32"/>
                  </a:cubicBezTo>
                  <a:lnTo>
                    <a:pt x="17" y="32"/>
                  </a:lnTo>
                  <a:cubicBezTo>
                    <a:pt x="1" y="49"/>
                    <a:pt x="1" y="80"/>
                    <a:pt x="17" y="80"/>
                  </a:cubicBezTo>
                  <a:cubicBezTo>
                    <a:pt x="17" y="95"/>
                    <a:pt x="32" y="95"/>
                    <a:pt x="32" y="95"/>
                  </a:cubicBezTo>
                  <a:lnTo>
                    <a:pt x="64" y="95"/>
                  </a:lnTo>
                  <a:cubicBezTo>
                    <a:pt x="80" y="80"/>
                    <a:pt x="80" y="64"/>
                    <a:pt x="158" y="64"/>
                  </a:cubicBezTo>
                  <a:lnTo>
                    <a:pt x="158" y="95"/>
                  </a:lnTo>
                  <a:cubicBezTo>
                    <a:pt x="158" y="95"/>
                    <a:pt x="158" y="112"/>
                    <a:pt x="175" y="112"/>
                  </a:cubicBezTo>
                  <a:lnTo>
                    <a:pt x="158" y="112"/>
                  </a:lnTo>
                  <a:cubicBezTo>
                    <a:pt x="158" y="127"/>
                    <a:pt x="143" y="127"/>
                    <a:pt x="143" y="143"/>
                  </a:cubicBezTo>
                  <a:lnTo>
                    <a:pt x="158" y="127"/>
                  </a:lnTo>
                  <a:lnTo>
                    <a:pt x="158" y="127"/>
                  </a:lnTo>
                  <a:cubicBezTo>
                    <a:pt x="175" y="127"/>
                    <a:pt x="175" y="127"/>
                    <a:pt x="190" y="143"/>
                  </a:cubicBezTo>
                  <a:cubicBezTo>
                    <a:pt x="175" y="127"/>
                    <a:pt x="175" y="112"/>
                    <a:pt x="190" y="112"/>
                  </a:cubicBezTo>
                  <a:cubicBezTo>
                    <a:pt x="190" y="95"/>
                    <a:pt x="206" y="95"/>
                    <a:pt x="206" y="95"/>
                  </a:cubicBezTo>
                  <a:lnTo>
                    <a:pt x="221" y="95"/>
                  </a:lnTo>
                  <a:lnTo>
                    <a:pt x="221" y="95"/>
                  </a:lnTo>
                  <a:lnTo>
                    <a:pt x="238" y="95"/>
                  </a:lnTo>
                  <a:cubicBezTo>
                    <a:pt x="238" y="80"/>
                    <a:pt x="238" y="80"/>
                    <a:pt x="221" y="80"/>
                  </a:cubicBezTo>
                  <a:lnTo>
                    <a:pt x="221" y="64"/>
                  </a:lnTo>
                  <a:lnTo>
                    <a:pt x="190" y="64"/>
                  </a:lnTo>
                  <a:lnTo>
                    <a:pt x="190" y="64"/>
                  </a:lnTo>
                  <a:cubicBezTo>
                    <a:pt x="175" y="64"/>
                    <a:pt x="175" y="64"/>
                    <a:pt x="158" y="4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1" name="Google Shape;1571;p38"/>
            <p:cNvSpPr/>
            <p:nvPr/>
          </p:nvSpPr>
          <p:spPr>
            <a:xfrm>
              <a:off x="3376463" y="1773720"/>
              <a:ext cx="4039" cy="6551"/>
            </a:xfrm>
            <a:custGeom>
              <a:avLst/>
              <a:gdLst/>
              <a:ahLst/>
              <a:cxnLst/>
              <a:rect l="l" t="t" r="r" b="b"/>
              <a:pathLst>
                <a:path w="127" h="206" extrusionOk="0">
                  <a:moveTo>
                    <a:pt x="32" y="0"/>
                  </a:moveTo>
                  <a:lnTo>
                    <a:pt x="32" y="0"/>
                  </a:lnTo>
                  <a:lnTo>
                    <a:pt x="15" y="0"/>
                  </a:lnTo>
                  <a:cubicBezTo>
                    <a:pt x="0" y="17"/>
                    <a:pt x="0" y="32"/>
                    <a:pt x="15" y="48"/>
                  </a:cubicBezTo>
                  <a:lnTo>
                    <a:pt x="47" y="95"/>
                  </a:lnTo>
                  <a:lnTo>
                    <a:pt x="47" y="95"/>
                  </a:lnTo>
                  <a:lnTo>
                    <a:pt x="63" y="174"/>
                  </a:lnTo>
                  <a:cubicBezTo>
                    <a:pt x="63" y="189"/>
                    <a:pt x="78" y="206"/>
                    <a:pt x="95" y="206"/>
                  </a:cubicBezTo>
                  <a:lnTo>
                    <a:pt x="110" y="206"/>
                  </a:lnTo>
                  <a:lnTo>
                    <a:pt x="126" y="189"/>
                  </a:lnTo>
                  <a:lnTo>
                    <a:pt x="126" y="158"/>
                  </a:lnTo>
                  <a:lnTo>
                    <a:pt x="126" y="143"/>
                  </a:lnTo>
                  <a:lnTo>
                    <a:pt x="126" y="111"/>
                  </a:lnTo>
                  <a:lnTo>
                    <a:pt x="126" y="111"/>
                  </a:lnTo>
                  <a:cubicBezTo>
                    <a:pt x="110" y="95"/>
                    <a:pt x="110" y="80"/>
                    <a:pt x="110" y="80"/>
                  </a:cubicBezTo>
                  <a:lnTo>
                    <a:pt x="110" y="48"/>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2" name="Google Shape;1572;p38"/>
            <p:cNvSpPr/>
            <p:nvPr/>
          </p:nvSpPr>
          <p:spPr>
            <a:xfrm>
              <a:off x="3208094" y="1793756"/>
              <a:ext cx="5025" cy="2035"/>
            </a:xfrm>
            <a:custGeom>
              <a:avLst/>
              <a:gdLst/>
              <a:ahLst/>
              <a:cxnLst/>
              <a:rect l="l" t="t" r="r" b="b"/>
              <a:pathLst>
                <a:path w="158" h="64" extrusionOk="0">
                  <a:moveTo>
                    <a:pt x="32" y="0"/>
                  </a:moveTo>
                  <a:lnTo>
                    <a:pt x="32" y="0"/>
                  </a:lnTo>
                  <a:cubicBezTo>
                    <a:pt x="15" y="0"/>
                    <a:pt x="15" y="0"/>
                    <a:pt x="0" y="17"/>
                  </a:cubicBezTo>
                  <a:lnTo>
                    <a:pt x="0" y="32"/>
                  </a:lnTo>
                  <a:cubicBezTo>
                    <a:pt x="0" y="48"/>
                    <a:pt x="15" y="63"/>
                    <a:pt x="32" y="63"/>
                  </a:cubicBezTo>
                  <a:lnTo>
                    <a:pt x="32" y="63"/>
                  </a:lnTo>
                  <a:lnTo>
                    <a:pt x="126" y="63"/>
                  </a:lnTo>
                  <a:lnTo>
                    <a:pt x="126" y="63"/>
                  </a:lnTo>
                  <a:cubicBezTo>
                    <a:pt x="141" y="63"/>
                    <a:pt x="158" y="48"/>
                    <a:pt x="158" y="32"/>
                  </a:cubicBezTo>
                  <a:cubicBezTo>
                    <a:pt x="158" y="17"/>
                    <a:pt x="158" y="0"/>
                    <a:pt x="126"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3" name="Google Shape;1573;p38"/>
            <p:cNvSpPr/>
            <p:nvPr/>
          </p:nvSpPr>
          <p:spPr>
            <a:xfrm>
              <a:off x="3265690" y="1820344"/>
              <a:ext cx="5025" cy="2512"/>
            </a:xfrm>
            <a:custGeom>
              <a:avLst/>
              <a:gdLst/>
              <a:ahLst/>
              <a:cxnLst/>
              <a:rect l="l" t="t" r="r" b="b"/>
              <a:pathLst>
                <a:path w="158" h="79" extrusionOk="0">
                  <a:moveTo>
                    <a:pt x="126" y="0"/>
                  </a:moveTo>
                  <a:lnTo>
                    <a:pt x="126" y="0"/>
                  </a:lnTo>
                  <a:lnTo>
                    <a:pt x="111" y="0"/>
                  </a:lnTo>
                  <a:lnTo>
                    <a:pt x="111" y="0"/>
                  </a:lnTo>
                  <a:lnTo>
                    <a:pt x="111" y="0"/>
                  </a:lnTo>
                  <a:cubicBezTo>
                    <a:pt x="95" y="0"/>
                    <a:pt x="95" y="15"/>
                    <a:pt x="80" y="15"/>
                  </a:cubicBezTo>
                  <a:lnTo>
                    <a:pt x="80" y="0"/>
                  </a:lnTo>
                  <a:lnTo>
                    <a:pt x="48" y="15"/>
                  </a:lnTo>
                  <a:lnTo>
                    <a:pt x="17" y="15"/>
                  </a:lnTo>
                  <a:cubicBezTo>
                    <a:pt x="0" y="15"/>
                    <a:pt x="0" y="32"/>
                    <a:pt x="0" y="63"/>
                  </a:cubicBezTo>
                  <a:cubicBezTo>
                    <a:pt x="0" y="63"/>
                    <a:pt x="0" y="78"/>
                    <a:pt x="17" y="78"/>
                  </a:cubicBezTo>
                  <a:lnTo>
                    <a:pt x="32" y="78"/>
                  </a:lnTo>
                  <a:cubicBezTo>
                    <a:pt x="32" y="63"/>
                    <a:pt x="48" y="63"/>
                    <a:pt x="48" y="63"/>
                  </a:cubicBezTo>
                  <a:lnTo>
                    <a:pt x="48" y="63"/>
                  </a:lnTo>
                  <a:cubicBezTo>
                    <a:pt x="63" y="63"/>
                    <a:pt x="63" y="63"/>
                    <a:pt x="80" y="78"/>
                  </a:cubicBezTo>
                  <a:lnTo>
                    <a:pt x="126" y="63"/>
                  </a:lnTo>
                  <a:cubicBezTo>
                    <a:pt x="143" y="63"/>
                    <a:pt x="158" y="47"/>
                    <a:pt x="158" y="32"/>
                  </a:cubicBezTo>
                  <a:cubicBezTo>
                    <a:pt x="158" y="15"/>
                    <a:pt x="143"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4" name="Google Shape;1574;p38"/>
            <p:cNvSpPr/>
            <p:nvPr/>
          </p:nvSpPr>
          <p:spPr>
            <a:xfrm>
              <a:off x="3034191" y="1822348"/>
              <a:ext cx="2544" cy="3498"/>
            </a:xfrm>
            <a:custGeom>
              <a:avLst/>
              <a:gdLst/>
              <a:ahLst/>
              <a:cxnLst/>
              <a:rect l="l" t="t" r="r" b="b"/>
              <a:pathLst>
                <a:path w="80" h="110" extrusionOk="0">
                  <a:moveTo>
                    <a:pt x="80" y="0"/>
                  </a:moveTo>
                  <a:lnTo>
                    <a:pt x="32" y="32"/>
                  </a:lnTo>
                  <a:lnTo>
                    <a:pt x="17" y="32"/>
                  </a:lnTo>
                  <a:lnTo>
                    <a:pt x="0" y="32"/>
                  </a:lnTo>
                  <a:lnTo>
                    <a:pt x="0" y="78"/>
                  </a:lnTo>
                  <a:cubicBezTo>
                    <a:pt x="0" y="95"/>
                    <a:pt x="17" y="110"/>
                    <a:pt x="32" y="110"/>
                  </a:cubicBezTo>
                  <a:lnTo>
                    <a:pt x="32" y="110"/>
                  </a:lnTo>
                  <a:cubicBezTo>
                    <a:pt x="48" y="110"/>
                    <a:pt x="63" y="95"/>
                    <a:pt x="63" y="78"/>
                  </a:cubicBezTo>
                  <a:lnTo>
                    <a:pt x="80"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5" name="Google Shape;1575;p38"/>
            <p:cNvSpPr/>
            <p:nvPr/>
          </p:nvSpPr>
          <p:spPr>
            <a:xfrm>
              <a:off x="3170470" y="1809785"/>
              <a:ext cx="5565" cy="2576"/>
            </a:xfrm>
            <a:custGeom>
              <a:avLst/>
              <a:gdLst/>
              <a:ahLst/>
              <a:cxnLst/>
              <a:rect l="l" t="t" r="r" b="b"/>
              <a:pathLst>
                <a:path w="175" h="81" extrusionOk="0">
                  <a:moveTo>
                    <a:pt x="32" y="1"/>
                  </a:moveTo>
                  <a:lnTo>
                    <a:pt x="32" y="1"/>
                  </a:lnTo>
                  <a:cubicBezTo>
                    <a:pt x="17" y="1"/>
                    <a:pt x="1" y="17"/>
                    <a:pt x="1" y="32"/>
                  </a:cubicBezTo>
                  <a:cubicBezTo>
                    <a:pt x="1" y="49"/>
                    <a:pt x="17" y="64"/>
                    <a:pt x="32" y="64"/>
                  </a:cubicBezTo>
                  <a:lnTo>
                    <a:pt x="127" y="80"/>
                  </a:lnTo>
                  <a:lnTo>
                    <a:pt x="127" y="80"/>
                  </a:lnTo>
                  <a:cubicBezTo>
                    <a:pt x="143" y="80"/>
                    <a:pt x="158" y="64"/>
                    <a:pt x="158" y="49"/>
                  </a:cubicBezTo>
                  <a:cubicBezTo>
                    <a:pt x="175" y="32"/>
                    <a:pt x="158" y="17"/>
                    <a:pt x="127" y="17"/>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6" name="Google Shape;1576;p38"/>
            <p:cNvSpPr/>
            <p:nvPr/>
          </p:nvSpPr>
          <p:spPr>
            <a:xfrm>
              <a:off x="3274723" y="1765196"/>
              <a:ext cx="2035" cy="2067"/>
            </a:xfrm>
            <a:custGeom>
              <a:avLst/>
              <a:gdLst/>
              <a:ahLst/>
              <a:cxnLst/>
              <a:rect l="l" t="t" r="r" b="b"/>
              <a:pathLst>
                <a:path w="64" h="65" extrusionOk="0">
                  <a:moveTo>
                    <a:pt x="32" y="1"/>
                  </a:moveTo>
                  <a:lnTo>
                    <a:pt x="16" y="1"/>
                  </a:lnTo>
                  <a:lnTo>
                    <a:pt x="0" y="1"/>
                  </a:lnTo>
                  <a:lnTo>
                    <a:pt x="0" y="1"/>
                  </a:lnTo>
                  <a:cubicBezTo>
                    <a:pt x="16" y="1"/>
                    <a:pt x="16" y="16"/>
                    <a:pt x="16" y="33"/>
                  </a:cubicBezTo>
                  <a:cubicBezTo>
                    <a:pt x="16" y="48"/>
                    <a:pt x="16" y="48"/>
                    <a:pt x="32" y="64"/>
                  </a:cubicBezTo>
                  <a:lnTo>
                    <a:pt x="32" y="64"/>
                  </a:lnTo>
                  <a:cubicBezTo>
                    <a:pt x="48" y="64"/>
                    <a:pt x="63" y="48"/>
                    <a:pt x="63" y="33"/>
                  </a:cubicBezTo>
                  <a:cubicBezTo>
                    <a:pt x="63" y="16"/>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7" name="Google Shape;1577;p38"/>
            <p:cNvSpPr/>
            <p:nvPr/>
          </p:nvSpPr>
          <p:spPr>
            <a:xfrm>
              <a:off x="3271224" y="1765196"/>
              <a:ext cx="8523" cy="7060"/>
            </a:xfrm>
            <a:custGeom>
              <a:avLst/>
              <a:gdLst/>
              <a:ahLst/>
              <a:cxnLst/>
              <a:rect l="l" t="t" r="r" b="b"/>
              <a:pathLst>
                <a:path w="268" h="222" extrusionOk="0">
                  <a:moveTo>
                    <a:pt x="95" y="1"/>
                  </a:moveTo>
                  <a:lnTo>
                    <a:pt x="95" y="1"/>
                  </a:lnTo>
                  <a:lnTo>
                    <a:pt x="78" y="1"/>
                  </a:lnTo>
                  <a:lnTo>
                    <a:pt x="15" y="33"/>
                  </a:lnTo>
                  <a:cubicBezTo>
                    <a:pt x="15" y="33"/>
                    <a:pt x="0" y="33"/>
                    <a:pt x="0" y="48"/>
                  </a:cubicBezTo>
                  <a:lnTo>
                    <a:pt x="15" y="48"/>
                  </a:lnTo>
                  <a:cubicBezTo>
                    <a:pt x="15" y="33"/>
                    <a:pt x="32" y="33"/>
                    <a:pt x="32" y="33"/>
                  </a:cubicBezTo>
                  <a:lnTo>
                    <a:pt x="32" y="33"/>
                  </a:lnTo>
                  <a:cubicBezTo>
                    <a:pt x="47" y="33"/>
                    <a:pt x="63" y="48"/>
                    <a:pt x="63" y="64"/>
                  </a:cubicBezTo>
                  <a:lnTo>
                    <a:pt x="63" y="79"/>
                  </a:lnTo>
                  <a:lnTo>
                    <a:pt x="63" y="79"/>
                  </a:lnTo>
                  <a:cubicBezTo>
                    <a:pt x="78" y="96"/>
                    <a:pt x="78" y="111"/>
                    <a:pt x="95" y="127"/>
                  </a:cubicBezTo>
                  <a:cubicBezTo>
                    <a:pt x="110" y="174"/>
                    <a:pt x="142" y="205"/>
                    <a:pt x="205" y="222"/>
                  </a:cubicBezTo>
                  <a:lnTo>
                    <a:pt x="221" y="222"/>
                  </a:lnTo>
                  <a:lnTo>
                    <a:pt x="236" y="222"/>
                  </a:lnTo>
                  <a:lnTo>
                    <a:pt x="252" y="205"/>
                  </a:lnTo>
                  <a:lnTo>
                    <a:pt x="268" y="159"/>
                  </a:lnTo>
                  <a:cubicBezTo>
                    <a:pt x="268" y="142"/>
                    <a:pt x="268" y="127"/>
                    <a:pt x="252" y="111"/>
                  </a:cubicBezTo>
                  <a:lnTo>
                    <a:pt x="236" y="111"/>
                  </a:lnTo>
                  <a:cubicBezTo>
                    <a:pt x="221" y="111"/>
                    <a:pt x="205" y="111"/>
                    <a:pt x="205" y="127"/>
                  </a:cubicBezTo>
                  <a:lnTo>
                    <a:pt x="205" y="142"/>
                  </a:lnTo>
                  <a:cubicBezTo>
                    <a:pt x="158" y="127"/>
                    <a:pt x="142" y="96"/>
                    <a:pt x="142" y="64"/>
                  </a:cubicBezTo>
                  <a:cubicBezTo>
                    <a:pt x="126" y="48"/>
                    <a:pt x="126" y="48"/>
                    <a:pt x="126" y="33"/>
                  </a:cubicBezTo>
                  <a:cubicBezTo>
                    <a:pt x="126" y="16"/>
                    <a:pt x="126" y="1"/>
                    <a:pt x="110" y="1"/>
                  </a:cubicBez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8" name="Google Shape;1578;p38"/>
            <p:cNvSpPr/>
            <p:nvPr/>
          </p:nvSpPr>
          <p:spPr>
            <a:xfrm>
              <a:off x="3393955" y="1790735"/>
              <a:ext cx="5057" cy="4580"/>
            </a:xfrm>
            <a:custGeom>
              <a:avLst/>
              <a:gdLst/>
              <a:ahLst/>
              <a:cxnLst/>
              <a:rect l="l" t="t" r="r" b="b"/>
              <a:pathLst>
                <a:path w="159" h="144" extrusionOk="0">
                  <a:moveTo>
                    <a:pt x="95" y="1"/>
                  </a:moveTo>
                  <a:lnTo>
                    <a:pt x="95" y="1"/>
                  </a:lnTo>
                  <a:lnTo>
                    <a:pt x="80" y="1"/>
                  </a:lnTo>
                  <a:lnTo>
                    <a:pt x="95" y="49"/>
                  </a:lnTo>
                  <a:cubicBezTo>
                    <a:pt x="95" y="64"/>
                    <a:pt x="80" y="80"/>
                    <a:pt x="64" y="80"/>
                  </a:cubicBezTo>
                  <a:lnTo>
                    <a:pt x="64" y="80"/>
                  </a:lnTo>
                  <a:lnTo>
                    <a:pt x="49" y="80"/>
                  </a:lnTo>
                  <a:lnTo>
                    <a:pt x="32" y="95"/>
                  </a:lnTo>
                  <a:lnTo>
                    <a:pt x="17" y="80"/>
                  </a:lnTo>
                  <a:lnTo>
                    <a:pt x="17" y="95"/>
                  </a:lnTo>
                  <a:cubicBezTo>
                    <a:pt x="1" y="95"/>
                    <a:pt x="1" y="112"/>
                    <a:pt x="17" y="127"/>
                  </a:cubicBezTo>
                  <a:lnTo>
                    <a:pt x="17" y="127"/>
                  </a:lnTo>
                  <a:lnTo>
                    <a:pt x="32" y="143"/>
                  </a:lnTo>
                  <a:lnTo>
                    <a:pt x="49" y="143"/>
                  </a:lnTo>
                  <a:cubicBezTo>
                    <a:pt x="49" y="143"/>
                    <a:pt x="64" y="143"/>
                    <a:pt x="64" y="127"/>
                  </a:cubicBezTo>
                  <a:lnTo>
                    <a:pt x="80" y="112"/>
                  </a:lnTo>
                  <a:lnTo>
                    <a:pt x="95" y="112"/>
                  </a:lnTo>
                  <a:lnTo>
                    <a:pt x="112" y="112"/>
                  </a:lnTo>
                  <a:lnTo>
                    <a:pt x="112" y="112"/>
                  </a:lnTo>
                  <a:lnTo>
                    <a:pt x="127" y="112"/>
                  </a:lnTo>
                  <a:lnTo>
                    <a:pt x="127" y="112"/>
                  </a:lnTo>
                  <a:lnTo>
                    <a:pt x="143" y="112"/>
                  </a:lnTo>
                  <a:lnTo>
                    <a:pt x="158" y="95"/>
                  </a:lnTo>
                  <a:lnTo>
                    <a:pt x="158" y="49"/>
                  </a:lnTo>
                  <a:cubicBezTo>
                    <a:pt x="158" y="32"/>
                    <a:pt x="158" y="32"/>
                    <a:pt x="143" y="17"/>
                  </a:cubicBezTo>
                  <a:lnTo>
                    <a:pt x="127" y="1"/>
                  </a:lnTo>
                  <a:lnTo>
                    <a:pt x="11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79" name="Google Shape;1579;p38"/>
            <p:cNvSpPr/>
            <p:nvPr/>
          </p:nvSpPr>
          <p:spPr>
            <a:xfrm>
              <a:off x="3119362" y="1795760"/>
              <a:ext cx="4039" cy="5057"/>
            </a:xfrm>
            <a:custGeom>
              <a:avLst/>
              <a:gdLst/>
              <a:ahLst/>
              <a:cxnLst/>
              <a:rect l="l" t="t" r="r" b="b"/>
              <a:pathLst>
                <a:path w="127" h="159" extrusionOk="0">
                  <a:moveTo>
                    <a:pt x="32" y="0"/>
                  </a:moveTo>
                  <a:lnTo>
                    <a:pt x="32" y="0"/>
                  </a:lnTo>
                  <a:lnTo>
                    <a:pt x="32" y="0"/>
                  </a:lnTo>
                  <a:lnTo>
                    <a:pt x="32" y="0"/>
                  </a:lnTo>
                  <a:lnTo>
                    <a:pt x="1" y="0"/>
                  </a:lnTo>
                  <a:lnTo>
                    <a:pt x="1" y="32"/>
                  </a:lnTo>
                  <a:lnTo>
                    <a:pt x="1" y="63"/>
                  </a:lnTo>
                  <a:lnTo>
                    <a:pt x="1" y="80"/>
                  </a:lnTo>
                  <a:lnTo>
                    <a:pt x="1" y="127"/>
                  </a:lnTo>
                  <a:lnTo>
                    <a:pt x="1" y="127"/>
                  </a:lnTo>
                  <a:lnTo>
                    <a:pt x="1" y="127"/>
                  </a:lnTo>
                  <a:lnTo>
                    <a:pt x="17" y="127"/>
                  </a:lnTo>
                  <a:cubicBezTo>
                    <a:pt x="32" y="127"/>
                    <a:pt x="49" y="143"/>
                    <a:pt x="49" y="158"/>
                  </a:cubicBezTo>
                  <a:lnTo>
                    <a:pt x="49" y="158"/>
                  </a:lnTo>
                  <a:lnTo>
                    <a:pt x="49" y="158"/>
                  </a:lnTo>
                  <a:lnTo>
                    <a:pt x="64" y="158"/>
                  </a:lnTo>
                  <a:lnTo>
                    <a:pt x="64" y="158"/>
                  </a:lnTo>
                  <a:cubicBezTo>
                    <a:pt x="80" y="158"/>
                    <a:pt x="112" y="143"/>
                    <a:pt x="112" y="127"/>
                  </a:cubicBezTo>
                  <a:cubicBezTo>
                    <a:pt x="127" y="111"/>
                    <a:pt x="127" y="80"/>
                    <a:pt x="112" y="48"/>
                  </a:cubicBezTo>
                  <a:cubicBezTo>
                    <a:pt x="95" y="32"/>
                    <a:pt x="95" y="17"/>
                    <a:pt x="80" y="17"/>
                  </a:cubicBezTo>
                  <a:lnTo>
                    <a:pt x="80"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0" name="Google Shape;1580;p38"/>
            <p:cNvSpPr/>
            <p:nvPr/>
          </p:nvSpPr>
          <p:spPr>
            <a:xfrm>
              <a:off x="3103842" y="1799290"/>
              <a:ext cx="4548" cy="3021"/>
            </a:xfrm>
            <a:custGeom>
              <a:avLst/>
              <a:gdLst/>
              <a:ahLst/>
              <a:cxnLst/>
              <a:rect l="l" t="t" r="r" b="b"/>
              <a:pathLst>
                <a:path w="143" h="95" extrusionOk="0">
                  <a:moveTo>
                    <a:pt x="95" y="0"/>
                  </a:moveTo>
                  <a:cubicBezTo>
                    <a:pt x="79" y="0"/>
                    <a:pt x="48" y="16"/>
                    <a:pt x="16" y="16"/>
                  </a:cubicBezTo>
                  <a:lnTo>
                    <a:pt x="1" y="16"/>
                  </a:lnTo>
                  <a:lnTo>
                    <a:pt x="48" y="79"/>
                  </a:lnTo>
                  <a:cubicBezTo>
                    <a:pt x="48" y="95"/>
                    <a:pt x="64" y="95"/>
                    <a:pt x="79" y="95"/>
                  </a:cubicBezTo>
                  <a:lnTo>
                    <a:pt x="79" y="95"/>
                  </a:lnTo>
                  <a:lnTo>
                    <a:pt x="95" y="95"/>
                  </a:lnTo>
                  <a:cubicBezTo>
                    <a:pt x="95" y="95"/>
                    <a:pt x="95" y="79"/>
                    <a:pt x="111" y="79"/>
                  </a:cubicBezTo>
                  <a:lnTo>
                    <a:pt x="142" y="32"/>
                  </a:lnTo>
                  <a:lnTo>
                    <a:pt x="142" y="16"/>
                  </a:lnTo>
                  <a:lnTo>
                    <a:pt x="142" y="16"/>
                  </a:lnTo>
                  <a:lnTo>
                    <a:pt x="111"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1" name="Google Shape;1581;p38"/>
            <p:cNvSpPr/>
            <p:nvPr/>
          </p:nvSpPr>
          <p:spPr>
            <a:xfrm>
              <a:off x="3435045" y="1789272"/>
              <a:ext cx="6583" cy="5025"/>
            </a:xfrm>
            <a:custGeom>
              <a:avLst/>
              <a:gdLst/>
              <a:ahLst/>
              <a:cxnLst/>
              <a:rect l="l" t="t" r="r" b="b"/>
              <a:pathLst>
                <a:path w="207" h="158" extrusionOk="0">
                  <a:moveTo>
                    <a:pt x="64" y="15"/>
                  </a:moveTo>
                  <a:lnTo>
                    <a:pt x="49" y="15"/>
                  </a:lnTo>
                  <a:lnTo>
                    <a:pt x="49" y="15"/>
                  </a:lnTo>
                  <a:lnTo>
                    <a:pt x="1" y="63"/>
                  </a:lnTo>
                  <a:lnTo>
                    <a:pt x="1" y="95"/>
                  </a:lnTo>
                  <a:lnTo>
                    <a:pt x="1" y="110"/>
                  </a:lnTo>
                  <a:lnTo>
                    <a:pt x="32" y="126"/>
                  </a:lnTo>
                  <a:lnTo>
                    <a:pt x="49" y="141"/>
                  </a:lnTo>
                  <a:cubicBezTo>
                    <a:pt x="49" y="158"/>
                    <a:pt x="64" y="158"/>
                    <a:pt x="64" y="158"/>
                  </a:cubicBezTo>
                  <a:cubicBezTo>
                    <a:pt x="80" y="158"/>
                    <a:pt x="80" y="141"/>
                    <a:pt x="95" y="141"/>
                  </a:cubicBezTo>
                  <a:lnTo>
                    <a:pt x="95" y="110"/>
                  </a:lnTo>
                  <a:lnTo>
                    <a:pt x="95" y="110"/>
                  </a:lnTo>
                  <a:lnTo>
                    <a:pt x="80" y="110"/>
                  </a:lnTo>
                  <a:cubicBezTo>
                    <a:pt x="64" y="110"/>
                    <a:pt x="49" y="95"/>
                    <a:pt x="49" y="78"/>
                  </a:cubicBezTo>
                  <a:cubicBezTo>
                    <a:pt x="49" y="63"/>
                    <a:pt x="64" y="47"/>
                    <a:pt x="80" y="32"/>
                  </a:cubicBezTo>
                  <a:cubicBezTo>
                    <a:pt x="64" y="32"/>
                    <a:pt x="64" y="32"/>
                    <a:pt x="64" y="15"/>
                  </a:cubicBezTo>
                  <a:close/>
                  <a:moveTo>
                    <a:pt x="158" y="0"/>
                  </a:moveTo>
                  <a:lnTo>
                    <a:pt x="143" y="0"/>
                  </a:lnTo>
                  <a:lnTo>
                    <a:pt x="127" y="0"/>
                  </a:lnTo>
                  <a:lnTo>
                    <a:pt x="127" y="15"/>
                  </a:lnTo>
                  <a:cubicBezTo>
                    <a:pt x="127" y="15"/>
                    <a:pt x="127" y="32"/>
                    <a:pt x="112" y="32"/>
                  </a:cubicBezTo>
                  <a:lnTo>
                    <a:pt x="143" y="32"/>
                  </a:lnTo>
                  <a:lnTo>
                    <a:pt x="158" y="32"/>
                  </a:lnTo>
                  <a:cubicBezTo>
                    <a:pt x="175" y="32"/>
                    <a:pt x="190" y="47"/>
                    <a:pt x="190" y="63"/>
                  </a:cubicBezTo>
                  <a:lnTo>
                    <a:pt x="190" y="63"/>
                  </a:lnTo>
                  <a:cubicBezTo>
                    <a:pt x="206" y="63"/>
                    <a:pt x="206" y="47"/>
                    <a:pt x="206" y="32"/>
                  </a:cubicBezTo>
                  <a:cubicBezTo>
                    <a:pt x="206" y="15"/>
                    <a:pt x="190" y="0"/>
                    <a:pt x="17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2" name="Google Shape;1582;p38"/>
            <p:cNvSpPr/>
            <p:nvPr/>
          </p:nvSpPr>
          <p:spPr>
            <a:xfrm>
              <a:off x="3301756" y="1818817"/>
              <a:ext cx="7060" cy="3562"/>
            </a:xfrm>
            <a:custGeom>
              <a:avLst/>
              <a:gdLst/>
              <a:ahLst/>
              <a:cxnLst/>
              <a:rect l="l" t="t" r="r" b="b"/>
              <a:pathLst>
                <a:path w="222" h="112" extrusionOk="0">
                  <a:moveTo>
                    <a:pt x="49" y="0"/>
                  </a:moveTo>
                  <a:lnTo>
                    <a:pt x="49" y="0"/>
                  </a:lnTo>
                  <a:cubicBezTo>
                    <a:pt x="32" y="0"/>
                    <a:pt x="17" y="17"/>
                    <a:pt x="17" y="17"/>
                  </a:cubicBezTo>
                  <a:cubicBezTo>
                    <a:pt x="1" y="48"/>
                    <a:pt x="17" y="63"/>
                    <a:pt x="32" y="63"/>
                  </a:cubicBezTo>
                  <a:lnTo>
                    <a:pt x="158" y="111"/>
                  </a:lnTo>
                  <a:lnTo>
                    <a:pt x="175" y="111"/>
                  </a:lnTo>
                  <a:cubicBezTo>
                    <a:pt x="190" y="111"/>
                    <a:pt x="206" y="95"/>
                    <a:pt x="206" y="80"/>
                  </a:cubicBezTo>
                  <a:cubicBezTo>
                    <a:pt x="221" y="63"/>
                    <a:pt x="206" y="48"/>
                    <a:pt x="190" y="48"/>
                  </a:cubicBezTo>
                  <a:lnTo>
                    <a:pt x="158" y="32"/>
                  </a:lnTo>
                  <a:lnTo>
                    <a:pt x="158" y="32"/>
                  </a:lnTo>
                  <a:lnTo>
                    <a:pt x="158" y="32"/>
                  </a:lnTo>
                  <a:cubicBezTo>
                    <a:pt x="143" y="32"/>
                    <a:pt x="127" y="32"/>
                    <a:pt x="127"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3" name="Google Shape;1583;p38"/>
            <p:cNvSpPr/>
            <p:nvPr/>
          </p:nvSpPr>
          <p:spPr>
            <a:xfrm>
              <a:off x="3421560" y="1787268"/>
              <a:ext cx="6520" cy="3021"/>
            </a:xfrm>
            <a:custGeom>
              <a:avLst/>
              <a:gdLst/>
              <a:ahLst/>
              <a:cxnLst/>
              <a:rect l="l" t="t" r="r" b="b"/>
              <a:pathLst>
                <a:path w="205" h="95" extrusionOk="0">
                  <a:moveTo>
                    <a:pt x="158" y="0"/>
                  </a:moveTo>
                  <a:lnTo>
                    <a:pt x="158" y="0"/>
                  </a:lnTo>
                  <a:lnTo>
                    <a:pt x="158" y="0"/>
                  </a:lnTo>
                  <a:lnTo>
                    <a:pt x="126" y="0"/>
                  </a:lnTo>
                  <a:lnTo>
                    <a:pt x="32" y="32"/>
                  </a:lnTo>
                  <a:lnTo>
                    <a:pt x="32" y="32"/>
                  </a:lnTo>
                  <a:cubicBezTo>
                    <a:pt x="15" y="47"/>
                    <a:pt x="0" y="63"/>
                    <a:pt x="0" y="78"/>
                  </a:cubicBezTo>
                  <a:cubicBezTo>
                    <a:pt x="15" y="78"/>
                    <a:pt x="15" y="78"/>
                    <a:pt x="15" y="95"/>
                  </a:cubicBezTo>
                  <a:lnTo>
                    <a:pt x="32" y="95"/>
                  </a:lnTo>
                  <a:lnTo>
                    <a:pt x="47" y="95"/>
                  </a:lnTo>
                  <a:lnTo>
                    <a:pt x="47" y="95"/>
                  </a:lnTo>
                  <a:lnTo>
                    <a:pt x="63" y="95"/>
                  </a:lnTo>
                  <a:lnTo>
                    <a:pt x="63" y="95"/>
                  </a:lnTo>
                  <a:lnTo>
                    <a:pt x="141" y="78"/>
                  </a:lnTo>
                  <a:lnTo>
                    <a:pt x="141" y="63"/>
                  </a:lnTo>
                  <a:cubicBezTo>
                    <a:pt x="141" y="47"/>
                    <a:pt x="158" y="32"/>
                    <a:pt x="173" y="32"/>
                  </a:cubicBezTo>
                  <a:lnTo>
                    <a:pt x="173" y="32"/>
                  </a:lnTo>
                  <a:lnTo>
                    <a:pt x="189" y="32"/>
                  </a:lnTo>
                  <a:lnTo>
                    <a:pt x="189" y="47"/>
                  </a:lnTo>
                  <a:cubicBezTo>
                    <a:pt x="189" y="32"/>
                    <a:pt x="204" y="32"/>
                    <a:pt x="189" y="15"/>
                  </a:cubicBezTo>
                  <a:cubicBezTo>
                    <a:pt x="189" y="0"/>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4" name="Google Shape;1584;p38"/>
            <p:cNvSpPr/>
            <p:nvPr/>
          </p:nvSpPr>
          <p:spPr>
            <a:xfrm>
              <a:off x="3085809" y="1790735"/>
              <a:ext cx="3053" cy="2576"/>
            </a:xfrm>
            <a:custGeom>
              <a:avLst/>
              <a:gdLst/>
              <a:ahLst/>
              <a:cxnLst/>
              <a:rect l="l" t="t" r="r" b="b"/>
              <a:pathLst>
                <a:path w="96" h="81" extrusionOk="0">
                  <a:moveTo>
                    <a:pt x="79" y="1"/>
                  </a:moveTo>
                  <a:lnTo>
                    <a:pt x="79" y="1"/>
                  </a:lnTo>
                  <a:lnTo>
                    <a:pt x="16" y="17"/>
                  </a:lnTo>
                  <a:lnTo>
                    <a:pt x="16" y="17"/>
                  </a:lnTo>
                  <a:lnTo>
                    <a:pt x="1" y="17"/>
                  </a:lnTo>
                  <a:lnTo>
                    <a:pt x="1" y="32"/>
                  </a:lnTo>
                  <a:lnTo>
                    <a:pt x="1" y="49"/>
                  </a:lnTo>
                  <a:lnTo>
                    <a:pt x="16" y="49"/>
                  </a:lnTo>
                  <a:lnTo>
                    <a:pt x="16" y="49"/>
                  </a:lnTo>
                  <a:cubicBezTo>
                    <a:pt x="1" y="64"/>
                    <a:pt x="16" y="80"/>
                    <a:pt x="16" y="80"/>
                  </a:cubicBezTo>
                  <a:lnTo>
                    <a:pt x="16" y="80"/>
                  </a:lnTo>
                  <a:lnTo>
                    <a:pt x="32" y="80"/>
                  </a:lnTo>
                  <a:lnTo>
                    <a:pt x="47" y="80"/>
                  </a:lnTo>
                  <a:lnTo>
                    <a:pt x="64" y="80"/>
                  </a:lnTo>
                  <a:cubicBezTo>
                    <a:pt x="64" y="80"/>
                    <a:pt x="79" y="80"/>
                    <a:pt x="79" y="64"/>
                  </a:cubicBezTo>
                  <a:lnTo>
                    <a:pt x="79" y="64"/>
                  </a:lnTo>
                  <a:lnTo>
                    <a:pt x="95" y="17"/>
                  </a:lnTo>
                  <a:lnTo>
                    <a:pt x="95"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5" name="Google Shape;1585;p38"/>
            <p:cNvSpPr/>
            <p:nvPr/>
          </p:nvSpPr>
          <p:spPr>
            <a:xfrm>
              <a:off x="3033174" y="1793279"/>
              <a:ext cx="5057" cy="2512"/>
            </a:xfrm>
            <a:custGeom>
              <a:avLst/>
              <a:gdLst/>
              <a:ahLst/>
              <a:cxnLst/>
              <a:rect l="l" t="t" r="r" b="b"/>
              <a:pathLst>
                <a:path w="159" h="79" extrusionOk="0">
                  <a:moveTo>
                    <a:pt x="112" y="0"/>
                  </a:moveTo>
                  <a:lnTo>
                    <a:pt x="112" y="0"/>
                  </a:lnTo>
                  <a:lnTo>
                    <a:pt x="32" y="0"/>
                  </a:lnTo>
                  <a:lnTo>
                    <a:pt x="32" y="0"/>
                  </a:lnTo>
                  <a:cubicBezTo>
                    <a:pt x="17" y="0"/>
                    <a:pt x="1" y="15"/>
                    <a:pt x="1" y="32"/>
                  </a:cubicBezTo>
                  <a:cubicBezTo>
                    <a:pt x="1" y="47"/>
                    <a:pt x="1" y="63"/>
                    <a:pt x="17" y="63"/>
                  </a:cubicBezTo>
                  <a:cubicBezTo>
                    <a:pt x="17" y="63"/>
                    <a:pt x="17" y="78"/>
                    <a:pt x="32" y="78"/>
                  </a:cubicBezTo>
                  <a:lnTo>
                    <a:pt x="32" y="78"/>
                  </a:lnTo>
                  <a:lnTo>
                    <a:pt x="95" y="63"/>
                  </a:lnTo>
                  <a:lnTo>
                    <a:pt x="112" y="63"/>
                  </a:lnTo>
                  <a:lnTo>
                    <a:pt x="127" y="63"/>
                  </a:lnTo>
                  <a:cubicBezTo>
                    <a:pt x="143" y="63"/>
                    <a:pt x="158" y="47"/>
                    <a:pt x="158" y="32"/>
                  </a:cubicBezTo>
                  <a:lnTo>
                    <a:pt x="143" y="32"/>
                  </a:lnTo>
                  <a:cubicBezTo>
                    <a:pt x="143" y="15"/>
                    <a:pt x="127" y="0"/>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6" name="Google Shape;1586;p38"/>
            <p:cNvSpPr/>
            <p:nvPr/>
          </p:nvSpPr>
          <p:spPr>
            <a:xfrm>
              <a:off x="3393478" y="1789749"/>
              <a:ext cx="3053" cy="4039"/>
            </a:xfrm>
            <a:custGeom>
              <a:avLst/>
              <a:gdLst/>
              <a:ahLst/>
              <a:cxnLst/>
              <a:rect l="l" t="t" r="r" b="b"/>
              <a:pathLst>
                <a:path w="96" h="127" extrusionOk="0">
                  <a:moveTo>
                    <a:pt x="95" y="0"/>
                  </a:moveTo>
                  <a:lnTo>
                    <a:pt x="95" y="17"/>
                  </a:lnTo>
                  <a:lnTo>
                    <a:pt x="95" y="17"/>
                  </a:lnTo>
                  <a:lnTo>
                    <a:pt x="95" y="0"/>
                  </a:lnTo>
                  <a:close/>
                  <a:moveTo>
                    <a:pt x="16" y="0"/>
                  </a:moveTo>
                  <a:cubicBezTo>
                    <a:pt x="16" y="0"/>
                    <a:pt x="16" y="17"/>
                    <a:pt x="1" y="32"/>
                  </a:cubicBezTo>
                  <a:cubicBezTo>
                    <a:pt x="1" y="48"/>
                    <a:pt x="1" y="80"/>
                    <a:pt x="16" y="95"/>
                  </a:cubicBezTo>
                  <a:cubicBezTo>
                    <a:pt x="16" y="111"/>
                    <a:pt x="32" y="111"/>
                    <a:pt x="32" y="111"/>
                  </a:cubicBezTo>
                  <a:lnTo>
                    <a:pt x="47" y="126"/>
                  </a:lnTo>
                  <a:lnTo>
                    <a:pt x="64" y="111"/>
                  </a:lnTo>
                  <a:cubicBezTo>
                    <a:pt x="47" y="111"/>
                    <a:pt x="47" y="95"/>
                    <a:pt x="32" y="80"/>
                  </a:cubicBezTo>
                  <a:lnTo>
                    <a:pt x="32" y="17"/>
                  </a:lnTo>
                  <a:cubicBezTo>
                    <a:pt x="32" y="17"/>
                    <a:pt x="16" y="17"/>
                    <a:pt x="16" y="0"/>
                  </a:cubicBezTo>
                  <a:close/>
                  <a:moveTo>
                    <a:pt x="95" y="0"/>
                  </a:move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7" name="Google Shape;1587;p38"/>
            <p:cNvSpPr/>
            <p:nvPr/>
          </p:nvSpPr>
          <p:spPr>
            <a:xfrm>
              <a:off x="3266199" y="1812806"/>
              <a:ext cx="3530" cy="4039"/>
            </a:xfrm>
            <a:custGeom>
              <a:avLst/>
              <a:gdLst/>
              <a:ahLst/>
              <a:cxnLst/>
              <a:rect l="l" t="t" r="r" b="b"/>
              <a:pathLst>
                <a:path w="111" h="127" extrusionOk="0">
                  <a:moveTo>
                    <a:pt x="32" y="63"/>
                  </a:moveTo>
                  <a:lnTo>
                    <a:pt x="32" y="63"/>
                  </a:lnTo>
                  <a:lnTo>
                    <a:pt x="32" y="63"/>
                  </a:lnTo>
                  <a:close/>
                  <a:moveTo>
                    <a:pt x="32" y="0"/>
                  </a:moveTo>
                  <a:lnTo>
                    <a:pt x="32" y="0"/>
                  </a:lnTo>
                  <a:cubicBezTo>
                    <a:pt x="16" y="0"/>
                    <a:pt x="1" y="17"/>
                    <a:pt x="1" y="32"/>
                  </a:cubicBezTo>
                  <a:lnTo>
                    <a:pt x="1" y="48"/>
                  </a:lnTo>
                  <a:cubicBezTo>
                    <a:pt x="16" y="63"/>
                    <a:pt x="16" y="63"/>
                    <a:pt x="32" y="63"/>
                  </a:cubicBezTo>
                  <a:lnTo>
                    <a:pt x="32" y="63"/>
                  </a:lnTo>
                  <a:lnTo>
                    <a:pt x="32" y="80"/>
                  </a:lnTo>
                  <a:lnTo>
                    <a:pt x="32" y="95"/>
                  </a:lnTo>
                  <a:cubicBezTo>
                    <a:pt x="32" y="95"/>
                    <a:pt x="32" y="111"/>
                    <a:pt x="47" y="111"/>
                  </a:cubicBezTo>
                  <a:lnTo>
                    <a:pt x="47" y="111"/>
                  </a:lnTo>
                  <a:lnTo>
                    <a:pt x="47" y="126"/>
                  </a:lnTo>
                  <a:lnTo>
                    <a:pt x="47" y="111"/>
                  </a:lnTo>
                  <a:cubicBezTo>
                    <a:pt x="64" y="95"/>
                    <a:pt x="64" y="80"/>
                    <a:pt x="79" y="80"/>
                  </a:cubicBezTo>
                  <a:lnTo>
                    <a:pt x="79" y="80"/>
                  </a:lnTo>
                  <a:lnTo>
                    <a:pt x="95" y="80"/>
                  </a:lnTo>
                  <a:cubicBezTo>
                    <a:pt x="95" y="95"/>
                    <a:pt x="95" y="95"/>
                    <a:pt x="110" y="95"/>
                  </a:cubicBezTo>
                  <a:lnTo>
                    <a:pt x="110" y="80"/>
                  </a:lnTo>
                  <a:lnTo>
                    <a:pt x="110" y="80"/>
                  </a:lnTo>
                  <a:cubicBezTo>
                    <a:pt x="110" y="63"/>
                    <a:pt x="110" y="32"/>
                    <a:pt x="95" y="17"/>
                  </a:cubicBezTo>
                  <a:cubicBezTo>
                    <a:pt x="79"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8" name="Google Shape;1588;p38"/>
            <p:cNvSpPr/>
            <p:nvPr/>
          </p:nvSpPr>
          <p:spPr>
            <a:xfrm>
              <a:off x="3267217" y="1814810"/>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89" name="Google Shape;1589;p38"/>
            <p:cNvSpPr/>
            <p:nvPr/>
          </p:nvSpPr>
          <p:spPr>
            <a:xfrm>
              <a:off x="3109344" y="1786727"/>
              <a:ext cx="6042" cy="8587"/>
            </a:xfrm>
            <a:custGeom>
              <a:avLst/>
              <a:gdLst/>
              <a:ahLst/>
              <a:cxnLst/>
              <a:rect l="l" t="t" r="r" b="b"/>
              <a:pathLst>
                <a:path w="190" h="270" extrusionOk="0">
                  <a:moveTo>
                    <a:pt x="143" y="1"/>
                  </a:moveTo>
                  <a:lnTo>
                    <a:pt x="143" y="1"/>
                  </a:lnTo>
                  <a:lnTo>
                    <a:pt x="143" y="1"/>
                  </a:lnTo>
                  <a:lnTo>
                    <a:pt x="143" y="17"/>
                  </a:lnTo>
                  <a:cubicBezTo>
                    <a:pt x="158" y="32"/>
                    <a:pt x="143" y="49"/>
                    <a:pt x="127" y="49"/>
                  </a:cubicBezTo>
                  <a:lnTo>
                    <a:pt x="112" y="64"/>
                  </a:lnTo>
                  <a:lnTo>
                    <a:pt x="127" y="158"/>
                  </a:lnTo>
                  <a:cubicBezTo>
                    <a:pt x="95" y="190"/>
                    <a:pt x="80" y="206"/>
                    <a:pt x="49" y="206"/>
                  </a:cubicBezTo>
                  <a:cubicBezTo>
                    <a:pt x="32" y="206"/>
                    <a:pt x="17" y="190"/>
                    <a:pt x="17" y="190"/>
                  </a:cubicBezTo>
                  <a:lnTo>
                    <a:pt x="1" y="206"/>
                  </a:lnTo>
                  <a:cubicBezTo>
                    <a:pt x="1" y="206"/>
                    <a:pt x="17" y="221"/>
                    <a:pt x="17" y="253"/>
                  </a:cubicBezTo>
                  <a:lnTo>
                    <a:pt x="32" y="269"/>
                  </a:lnTo>
                  <a:lnTo>
                    <a:pt x="32" y="269"/>
                  </a:lnTo>
                  <a:lnTo>
                    <a:pt x="49" y="269"/>
                  </a:lnTo>
                  <a:lnTo>
                    <a:pt x="95" y="253"/>
                  </a:lnTo>
                  <a:lnTo>
                    <a:pt x="112" y="253"/>
                  </a:lnTo>
                  <a:lnTo>
                    <a:pt x="112" y="253"/>
                  </a:lnTo>
                  <a:lnTo>
                    <a:pt x="127" y="253"/>
                  </a:lnTo>
                  <a:lnTo>
                    <a:pt x="143" y="238"/>
                  </a:lnTo>
                  <a:cubicBezTo>
                    <a:pt x="158" y="238"/>
                    <a:pt x="158" y="221"/>
                    <a:pt x="175" y="221"/>
                  </a:cubicBezTo>
                  <a:lnTo>
                    <a:pt x="175" y="206"/>
                  </a:lnTo>
                  <a:lnTo>
                    <a:pt x="175" y="175"/>
                  </a:lnTo>
                  <a:cubicBezTo>
                    <a:pt x="158" y="158"/>
                    <a:pt x="175" y="143"/>
                    <a:pt x="190" y="143"/>
                  </a:cubicBezTo>
                  <a:lnTo>
                    <a:pt x="175" y="32"/>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0" name="Google Shape;1590;p38"/>
            <p:cNvSpPr/>
            <p:nvPr/>
          </p:nvSpPr>
          <p:spPr>
            <a:xfrm>
              <a:off x="3298766" y="1810803"/>
              <a:ext cx="4039" cy="2035"/>
            </a:xfrm>
            <a:custGeom>
              <a:avLst/>
              <a:gdLst/>
              <a:ahLst/>
              <a:cxnLst/>
              <a:rect l="l" t="t" r="r" b="b"/>
              <a:pathLst>
                <a:path w="127" h="64" extrusionOk="0">
                  <a:moveTo>
                    <a:pt x="95" y="0"/>
                  </a:moveTo>
                  <a:lnTo>
                    <a:pt x="95" y="0"/>
                  </a:lnTo>
                  <a:lnTo>
                    <a:pt x="80" y="0"/>
                  </a:lnTo>
                  <a:lnTo>
                    <a:pt x="0" y="32"/>
                  </a:lnTo>
                  <a:lnTo>
                    <a:pt x="0" y="32"/>
                  </a:lnTo>
                  <a:lnTo>
                    <a:pt x="48" y="63"/>
                  </a:lnTo>
                  <a:lnTo>
                    <a:pt x="48" y="63"/>
                  </a:lnTo>
                  <a:lnTo>
                    <a:pt x="63" y="63"/>
                  </a:lnTo>
                  <a:lnTo>
                    <a:pt x="95" y="63"/>
                  </a:lnTo>
                  <a:lnTo>
                    <a:pt x="95" y="63"/>
                  </a:lnTo>
                  <a:cubicBezTo>
                    <a:pt x="111" y="63"/>
                    <a:pt x="111" y="63"/>
                    <a:pt x="126" y="48"/>
                  </a:cubicBezTo>
                  <a:lnTo>
                    <a:pt x="126" y="32"/>
                  </a:lnTo>
                  <a:cubicBezTo>
                    <a:pt x="126" y="17"/>
                    <a:pt x="126" y="17"/>
                    <a:pt x="111" y="17"/>
                  </a:cubicBezTo>
                  <a:cubicBezTo>
                    <a:pt x="111"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1" name="Google Shape;1591;p38"/>
            <p:cNvSpPr/>
            <p:nvPr/>
          </p:nvSpPr>
          <p:spPr>
            <a:xfrm>
              <a:off x="3325322" y="1814333"/>
              <a:ext cx="10558" cy="9032"/>
            </a:xfrm>
            <a:custGeom>
              <a:avLst/>
              <a:gdLst/>
              <a:ahLst/>
              <a:cxnLst/>
              <a:rect l="l" t="t" r="r" b="b"/>
              <a:pathLst>
                <a:path w="332" h="284" extrusionOk="0">
                  <a:moveTo>
                    <a:pt x="205" y="78"/>
                  </a:moveTo>
                  <a:lnTo>
                    <a:pt x="205" y="78"/>
                  </a:lnTo>
                  <a:lnTo>
                    <a:pt x="190" y="78"/>
                  </a:lnTo>
                  <a:cubicBezTo>
                    <a:pt x="190" y="95"/>
                    <a:pt x="174" y="95"/>
                    <a:pt x="174" y="95"/>
                  </a:cubicBezTo>
                  <a:cubicBezTo>
                    <a:pt x="174" y="95"/>
                    <a:pt x="174" y="110"/>
                    <a:pt x="159" y="110"/>
                  </a:cubicBezTo>
                  <a:lnTo>
                    <a:pt x="142" y="126"/>
                  </a:lnTo>
                  <a:lnTo>
                    <a:pt x="159" y="173"/>
                  </a:lnTo>
                  <a:cubicBezTo>
                    <a:pt x="159" y="173"/>
                    <a:pt x="174" y="189"/>
                    <a:pt x="190" y="189"/>
                  </a:cubicBezTo>
                  <a:lnTo>
                    <a:pt x="253" y="221"/>
                  </a:lnTo>
                  <a:lnTo>
                    <a:pt x="253" y="252"/>
                  </a:lnTo>
                  <a:lnTo>
                    <a:pt x="32" y="221"/>
                  </a:lnTo>
                  <a:lnTo>
                    <a:pt x="32" y="221"/>
                  </a:lnTo>
                  <a:cubicBezTo>
                    <a:pt x="16" y="221"/>
                    <a:pt x="1" y="221"/>
                    <a:pt x="1" y="236"/>
                  </a:cubicBezTo>
                  <a:cubicBezTo>
                    <a:pt x="1" y="252"/>
                    <a:pt x="1" y="284"/>
                    <a:pt x="32" y="284"/>
                  </a:cubicBezTo>
                  <a:lnTo>
                    <a:pt x="79" y="284"/>
                  </a:lnTo>
                  <a:cubicBezTo>
                    <a:pt x="174" y="284"/>
                    <a:pt x="253" y="284"/>
                    <a:pt x="331" y="267"/>
                  </a:cubicBezTo>
                  <a:lnTo>
                    <a:pt x="316" y="204"/>
                  </a:lnTo>
                  <a:lnTo>
                    <a:pt x="300" y="204"/>
                  </a:lnTo>
                  <a:cubicBezTo>
                    <a:pt x="300" y="221"/>
                    <a:pt x="285" y="221"/>
                    <a:pt x="285" y="221"/>
                  </a:cubicBezTo>
                  <a:cubicBezTo>
                    <a:pt x="268" y="221"/>
                    <a:pt x="253" y="204"/>
                    <a:pt x="253" y="204"/>
                  </a:cubicBezTo>
                  <a:cubicBezTo>
                    <a:pt x="237" y="189"/>
                    <a:pt x="253" y="158"/>
                    <a:pt x="268" y="158"/>
                  </a:cubicBezTo>
                  <a:lnTo>
                    <a:pt x="268" y="158"/>
                  </a:lnTo>
                  <a:lnTo>
                    <a:pt x="253" y="141"/>
                  </a:lnTo>
                  <a:lnTo>
                    <a:pt x="237" y="158"/>
                  </a:lnTo>
                  <a:lnTo>
                    <a:pt x="222" y="158"/>
                  </a:lnTo>
                  <a:cubicBezTo>
                    <a:pt x="205" y="158"/>
                    <a:pt x="205" y="141"/>
                    <a:pt x="190" y="126"/>
                  </a:cubicBezTo>
                  <a:cubicBezTo>
                    <a:pt x="190" y="110"/>
                    <a:pt x="205" y="95"/>
                    <a:pt x="205" y="95"/>
                  </a:cubicBezTo>
                  <a:lnTo>
                    <a:pt x="205" y="78"/>
                  </a:lnTo>
                  <a:close/>
                  <a:moveTo>
                    <a:pt x="127" y="0"/>
                  </a:moveTo>
                  <a:lnTo>
                    <a:pt x="127" y="15"/>
                  </a:lnTo>
                  <a:lnTo>
                    <a:pt x="127" y="32"/>
                  </a:lnTo>
                  <a:lnTo>
                    <a:pt x="127" y="32"/>
                  </a:lnTo>
                  <a:lnTo>
                    <a:pt x="127" y="47"/>
                  </a:lnTo>
                  <a:lnTo>
                    <a:pt x="127" y="47"/>
                  </a:lnTo>
                  <a:cubicBezTo>
                    <a:pt x="142" y="47"/>
                    <a:pt x="142" y="32"/>
                    <a:pt x="142" y="32"/>
                  </a:cubicBezTo>
                  <a:lnTo>
                    <a:pt x="159" y="32"/>
                  </a:lnTo>
                  <a:cubicBezTo>
                    <a:pt x="142" y="32"/>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2" name="Google Shape;1592;p38"/>
            <p:cNvSpPr/>
            <p:nvPr/>
          </p:nvSpPr>
          <p:spPr>
            <a:xfrm>
              <a:off x="3167004" y="1800785"/>
              <a:ext cx="7505" cy="5534"/>
            </a:xfrm>
            <a:custGeom>
              <a:avLst/>
              <a:gdLst/>
              <a:ahLst/>
              <a:cxnLst/>
              <a:rect l="l" t="t" r="r" b="b"/>
              <a:pathLst>
                <a:path w="236" h="174" extrusionOk="0">
                  <a:moveTo>
                    <a:pt x="221" y="111"/>
                  </a:moveTo>
                  <a:lnTo>
                    <a:pt x="126" y="126"/>
                  </a:lnTo>
                  <a:lnTo>
                    <a:pt x="126" y="126"/>
                  </a:lnTo>
                  <a:lnTo>
                    <a:pt x="110" y="126"/>
                  </a:lnTo>
                  <a:lnTo>
                    <a:pt x="78" y="126"/>
                  </a:lnTo>
                  <a:lnTo>
                    <a:pt x="78" y="142"/>
                  </a:lnTo>
                  <a:cubicBezTo>
                    <a:pt x="95" y="142"/>
                    <a:pt x="95" y="158"/>
                    <a:pt x="95" y="158"/>
                  </a:cubicBezTo>
                  <a:cubicBezTo>
                    <a:pt x="110" y="174"/>
                    <a:pt x="110" y="174"/>
                    <a:pt x="126" y="174"/>
                  </a:cubicBezTo>
                  <a:lnTo>
                    <a:pt x="126" y="174"/>
                  </a:lnTo>
                  <a:lnTo>
                    <a:pt x="204" y="142"/>
                  </a:lnTo>
                  <a:cubicBezTo>
                    <a:pt x="221" y="142"/>
                    <a:pt x="221" y="126"/>
                    <a:pt x="221" y="126"/>
                  </a:cubicBezTo>
                  <a:lnTo>
                    <a:pt x="221" y="111"/>
                  </a:lnTo>
                  <a:close/>
                  <a:moveTo>
                    <a:pt x="78" y="16"/>
                  </a:moveTo>
                  <a:lnTo>
                    <a:pt x="78" y="16"/>
                  </a:lnTo>
                  <a:cubicBezTo>
                    <a:pt x="63" y="16"/>
                    <a:pt x="63" y="32"/>
                    <a:pt x="47" y="32"/>
                  </a:cubicBezTo>
                  <a:lnTo>
                    <a:pt x="47" y="32"/>
                  </a:lnTo>
                  <a:cubicBezTo>
                    <a:pt x="47" y="32"/>
                    <a:pt x="32" y="32"/>
                    <a:pt x="32" y="16"/>
                  </a:cubicBezTo>
                  <a:cubicBezTo>
                    <a:pt x="15" y="32"/>
                    <a:pt x="0" y="48"/>
                    <a:pt x="0" y="63"/>
                  </a:cubicBezTo>
                  <a:lnTo>
                    <a:pt x="15" y="79"/>
                  </a:lnTo>
                  <a:lnTo>
                    <a:pt x="32" y="79"/>
                  </a:lnTo>
                  <a:lnTo>
                    <a:pt x="95" y="63"/>
                  </a:lnTo>
                  <a:lnTo>
                    <a:pt x="95" y="48"/>
                  </a:lnTo>
                  <a:lnTo>
                    <a:pt x="110" y="48"/>
                  </a:lnTo>
                  <a:lnTo>
                    <a:pt x="110" y="48"/>
                  </a:lnTo>
                  <a:lnTo>
                    <a:pt x="110" y="48"/>
                  </a:lnTo>
                  <a:lnTo>
                    <a:pt x="141" y="48"/>
                  </a:lnTo>
                  <a:lnTo>
                    <a:pt x="126" y="48"/>
                  </a:lnTo>
                  <a:lnTo>
                    <a:pt x="126" y="48"/>
                  </a:lnTo>
                  <a:lnTo>
                    <a:pt x="126" y="48"/>
                  </a:lnTo>
                  <a:cubicBezTo>
                    <a:pt x="110" y="48"/>
                    <a:pt x="110" y="32"/>
                    <a:pt x="95" y="32"/>
                  </a:cubicBezTo>
                  <a:lnTo>
                    <a:pt x="78" y="16"/>
                  </a:lnTo>
                  <a:close/>
                  <a:moveTo>
                    <a:pt x="236" y="0"/>
                  </a:moveTo>
                  <a:lnTo>
                    <a:pt x="221" y="0"/>
                  </a:lnTo>
                  <a:lnTo>
                    <a:pt x="158" y="32"/>
                  </a:lnTo>
                  <a:lnTo>
                    <a:pt x="158" y="48"/>
                  </a:lnTo>
                  <a:lnTo>
                    <a:pt x="236" y="48"/>
                  </a:lnTo>
                  <a:lnTo>
                    <a:pt x="236"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3" name="Google Shape;1593;p38"/>
            <p:cNvSpPr/>
            <p:nvPr/>
          </p:nvSpPr>
          <p:spPr>
            <a:xfrm>
              <a:off x="3442074" y="1778236"/>
              <a:ext cx="4548" cy="6520"/>
            </a:xfrm>
            <a:custGeom>
              <a:avLst/>
              <a:gdLst/>
              <a:ahLst/>
              <a:cxnLst/>
              <a:rect l="l" t="t" r="r" b="b"/>
              <a:pathLst>
                <a:path w="143" h="205" extrusionOk="0">
                  <a:moveTo>
                    <a:pt x="48" y="1"/>
                  </a:moveTo>
                  <a:lnTo>
                    <a:pt x="32" y="32"/>
                  </a:lnTo>
                  <a:cubicBezTo>
                    <a:pt x="32" y="32"/>
                    <a:pt x="17" y="47"/>
                    <a:pt x="0" y="47"/>
                  </a:cubicBezTo>
                  <a:lnTo>
                    <a:pt x="0" y="47"/>
                  </a:lnTo>
                  <a:lnTo>
                    <a:pt x="0" y="47"/>
                  </a:lnTo>
                  <a:lnTo>
                    <a:pt x="0" y="47"/>
                  </a:lnTo>
                  <a:lnTo>
                    <a:pt x="0" y="79"/>
                  </a:lnTo>
                  <a:cubicBezTo>
                    <a:pt x="0" y="95"/>
                    <a:pt x="0" y="110"/>
                    <a:pt x="17" y="110"/>
                  </a:cubicBezTo>
                  <a:lnTo>
                    <a:pt x="17" y="127"/>
                  </a:lnTo>
                  <a:cubicBezTo>
                    <a:pt x="17" y="142"/>
                    <a:pt x="32" y="158"/>
                    <a:pt x="32" y="158"/>
                  </a:cubicBezTo>
                  <a:lnTo>
                    <a:pt x="48" y="142"/>
                  </a:lnTo>
                  <a:lnTo>
                    <a:pt x="63" y="142"/>
                  </a:lnTo>
                  <a:lnTo>
                    <a:pt x="63" y="142"/>
                  </a:lnTo>
                  <a:cubicBezTo>
                    <a:pt x="80" y="158"/>
                    <a:pt x="95" y="173"/>
                    <a:pt x="95" y="190"/>
                  </a:cubicBezTo>
                  <a:lnTo>
                    <a:pt x="95" y="190"/>
                  </a:lnTo>
                  <a:lnTo>
                    <a:pt x="111" y="205"/>
                  </a:lnTo>
                  <a:lnTo>
                    <a:pt x="111" y="205"/>
                  </a:lnTo>
                  <a:lnTo>
                    <a:pt x="111" y="205"/>
                  </a:lnTo>
                  <a:cubicBezTo>
                    <a:pt x="143" y="205"/>
                    <a:pt x="143" y="173"/>
                    <a:pt x="143" y="158"/>
                  </a:cubicBezTo>
                  <a:cubicBezTo>
                    <a:pt x="143" y="142"/>
                    <a:pt x="126" y="127"/>
                    <a:pt x="111" y="127"/>
                  </a:cubicBezTo>
                  <a:lnTo>
                    <a:pt x="111" y="142"/>
                  </a:lnTo>
                  <a:lnTo>
                    <a:pt x="95" y="142"/>
                  </a:lnTo>
                  <a:lnTo>
                    <a:pt x="95" y="142"/>
                  </a:lnTo>
                  <a:lnTo>
                    <a:pt x="95" y="110"/>
                  </a:lnTo>
                  <a:cubicBezTo>
                    <a:pt x="95" y="95"/>
                    <a:pt x="95" y="79"/>
                    <a:pt x="80" y="47"/>
                  </a:cubicBezTo>
                  <a:lnTo>
                    <a:pt x="80" y="32"/>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4" name="Google Shape;1594;p38"/>
            <p:cNvSpPr/>
            <p:nvPr/>
          </p:nvSpPr>
          <p:spPr>
            <a:xfrm>
              <a:off x="3318326" y="1778713"/>
              <a:ext cx="5534" cy="9064"/>
            </a:xfrm>
            <a:custGeom>
              <a:avLst/>
              <a:gdLst/>
              <a:ahLst/>
              <a:cxnLst/>
              <a:rect l="l" t="t" r="r" b="b"/>
              <a:pathLst>
                <a:path w="174" h="285" extrusionOk="0">
                  <a:moveTo>
                    <a:pt x="95" y="1"/>
                  </a:moveTo>
                  <a:lnTo>
                    <a:pt x="79" y="17"/>
                  </a:lnTo>
                  <a:cubicBezTo>
                    <a:pt x="95" y="32"/>
                    <a:pt x="79" y="49"/>
                    <a:pt x="63" y="49"/>
                  </a:cubicBezTo>
                  <a:lnTo>
                    <a:pt x="47" y="49"/>
                  </a:lnTo>
                  <a:lnTo>
                    <a:pt x="47" y="49"/>
                  </a:lnTo>
                  <a:lnTo>
                    <a:pt x="0" y="190"/>
                  </a:lnTo>
                  <a:cubicBezTo>
                    <a:pt x="0" y="206"/>
                    <a:pt x="0" y="221"/>
                    <a:pt x="16" y="221"/>
                  </a:cubicBezTo>
                  <a:cubicBezTo>
                    <a:pt x="16" y="238"/>
                    <a:pt x="32" y="238"/>
                    <a:pt x="32" y="238"/>
                  </a:cubicBezTo>
                  <a:lnTo>
                    <a:pt x="32" y="238"/>
                  </a:lnTo>
                  <a:lnTo>
                    <a:pt x="32" y="238"/>
                  </a:lnTo>
                  <a:cubicBezTo>
                    <a:pt x="47" y="253"/>
                    <a:pt x="47" y="269"/>
                    <a:pt x="79" y="284"/>
                  </a:cubicBezTo>
                  <a:lnTo>
                    <a:pt x="95" y="284"/>
                  </a:lnTo>
                  <a:cubicBezTo>
                    <a:pt x="110" y="284"/>
                    <a:pt x="126" y="284"/>
                    <a:pt x="126" y="269"/>
                  </a:cubicBezTo>
                  <a:lnTo>
                    <a:pt x="126" y="238"/>
                  </a:lnTo>
                  <a:lnTo>
                    <a:pt x="142" y="238"/>
                  </a:lnTo>
                  <a:cubicBezTo>
                    <a:pt x="173" y="238"/>
                    <a:pt x="173" y="221"/>
                    <a:pt x="173" y="206"/>
                  </a:cubicBezTo>
                  <a:lnTo>
                    <a:pt x="173" y="175"/>
                  </a:lnTo>
                  <a:lnTo>
                    <a:pt x="173" y="158"/>
                  </a:lnTo>
                  <a:cubicBezTo>
                    <a:pt x="158" y="143"/>
                    <a:pt x="158" y="143"/>
                    <a:pt x="142" y="143"/>
                  </a:cubicBezTo>
                  <a:lnTo>
                    <a:pt x="142" y="143"/>
                  </a:lnTo>
                  <a:lnTo>
                    <a:pt x="126" y="143"/>
                  </a:lnTo>
                  <a:lnTo>
                    <a:pt x="126" y="143"/>
                  </a:lnTo>
                  <a:lnTo>
                    <a:pt x="126" y="143"/>
                  </a:lnTo>
                  <a:lnTo>
                    <a:pt x="95" y="143"/>
                  </a:lnTo>
                  <a:lnTo>
                    <a:pt x="110" y="32"/>
                  </a:lnTo>
                  <a:cubicBezTo>
                    <a:pt x="126" y="17"/>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5" name="Google Shape;1595;p38"/>
            <p:cNvSpPr/>
            <p:nvPr/>
          </p:nvSpPr>
          <p:spPr>
            <a:xfrm>
              <a:off x="3421020" y="1804792"/>
              <a:ext cx="4580" cy="5534"/>
            </a:xfrm>
            <a:custGeom>
              <a:avLst/>
              <a:gdLst/>
              <a:ahLst/>
              <a:cxnLst/>
              <a:rect l="l" t="t" r="r" b="b"/>
              <a:pathLst>
                <a:path w="144" h="174" extrusionOk="0">
                  <a:moveTo>
                    <a:pt x="32" y="0"/>
                  </a:moveTo>
                  <a:lnTo>
                    <a:pt x="32" y="0"/>
                  </a:lnTo>
                  <a:lnTo>
                    <a:pt x="17" y="0"/>
                  </a:lnTo>
                  <a:cubicBezTo>
                    <a:pt x="1" y="16"/>
                    <a:pt x="1" y="16"/>
                    <a:pt x="1" y="32"/>
                  </a:cubicBezTo>
                  <a:cubicBezTo>
                    <a:pt x="17" y="32"/>
                    <a:pt x="17" y="48"/>
                    <a:pt x="17" y="48"/>
                  </a:cubicBezTo>
                  <a:lnTo>
                    <a:pt x="17" y="48"/>
                  </a:lnTo>
                  <a:lnTo>
                    <a:pt x="32" y="79"/>
                  </a:lnTo>
                  <a:lnTo>
                    <a:pt x="49" y="79"/>
                  </a:lnTo>
                  <a:lnTo>
                    <a:pt x="64" y="111"/>
                  </a:lnTo>
                  <a:lnTo>
                    <a:pt x="64" y="126"/>
                  </a:lnTo>
                  <a:cubicBezTo>
                    <a:pt x="64" y="142"/>
                    <a:pt x="64" y="158"/>
                    <a:pt x="80" y="174"/>
                  </a:cubicBezTo>
                  <a:lnTo>
                    <a:pt x="95" y="174"/>
                  </a:lnTo>
                  <a:cubicBezTo>
                    <a:pt x="112" y="174"/>
                    <a:pt x="127" y="158"/>
                    <a:pt x="127" y="158"/>
                  </a:cubicBezTo>
                  <a:lnTo>
                    <a:pt x="127" y="158"/>
                  </a:lnTo>
                  <a:lnTo>
                    <a:pt x="143" y="126"/>
                  </a:lnTo>
                  <a:lnTo>
                    <a:pt x="143" y="79"/>
                  </a:lnTo>
                  <a:lnTo>
                    <a:pt x="80" y="32"/>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6" name="Google Shape;1596;p38"/>
            <p:cNvSpPr/>
            <p:nvPr/>
          </p:nvSpPr>
          <p:spPr>
            <a:xfrm>
              <a:off x="3404991" y="1788731"/>
              <a:ext cx="6551" cy="7569"/>
            </a:xfrm>
            <a:custGeom>
              <a:avLst/>
              <a:gdLst/>
              <a:ahLst/>
              <a:cxnLst/>
              <a:rect l="l" t="t" r="r" b="b"/>
              <a:pathLst>
                <a:path w="206" h="238" extrusionOk="0">
                  <a:moveTo>
                    <a:pt x="32" y="1"/>
                  </a:moveTo>
                  <a:lnTo>
                    <a:pt x="0" y="32"/>
                  </a:lnTo>
                  <a:lnTo>
                    <a:pt x="0" y="49"/>
                  </a:lnTo>
                  <a:lnTo>
                    <a:pt x="17" y="32"/>
                  </a:lnTo>
                  <a:lnTo>
                    <a:pt x="32" y="32"/>
                  </a:lnTo>
                  <a:lnTo>
                    <a:pt x="32" y="32"/>
                  </a:lnTo>
                  <a:cubicBezTo>
                    <a:pt x="48" y="32"/>
                    <a:pt x="63" y="32"/>
                    <a:pt x="63" y="49"/>
                  </a:cubicBezTo>
                  <a:cubicBezTo>
                    <a:pt x="80" y="64"/>
                    <a:pt x="63" y="80"/>
                    <a:pt x="48" y="95"/>
                  </a:cubicBezTo>
                  <a:cubicBezTo>
                    <a:pt x="32" y="95"/>
                    <a:pt x="32" y="112"/>
                    <a:pt x="32" y="112"/>
                  </a:cubicBezTo>
                  <a:lnTo>
                    <a:pt x="32" y="127"/>
                  </a:lnTo>
                  <a:lnTo>
                    <a:pt x="48" y="143"/>
                  </a:lnTo>
                  <a:lnTo>
                    <a:pt x="63" y="143"/>
                  </a:lnTo>
                  <a:lnTo>
                    <a:pt x="127" y="158"/>
                  </a:lnTo>
                  <a:lnTo>
                    <a:pt x="127" y="158"/>
                  </a:lnTo>
                  <a:cubicBezTo>
                    <a:pt x="127" y="175"/>
                    <a:pt x="143" y="175"/>
                    <a:pt x="143" y="190"/>
                  </a:cubicBezTo>
                  <a:cubicBezTo>
                    <a:pt x="143" y="206"/>
                    <a:pt x="143" y="221"/>
                    <a:pt x="127" y="238"/>
                  </a:cubicBezTo>
                  <a:lnTo>
                    <a:pt x="127" y="238"/>
                  </a:lnTo>
                  <a:lnTo>
                    <a:pt x="143" y="238"/>
                  </a:lnTo>
                  <a:cubicBezTo>
                    <a:pt x="158" y="238"/>
                    <a:pt x="174" y="221"/>
                    <a:pt x="174" y="221"/>
                  </a:cubicBezTo>
                  <a:lnTo>
                    <a:pt x="174" y="206"/>
                  </a:lnTo>
                  <a:lnTo>
                    <a:pt x="190" y="175"/>
                  </a:lnTo>
                  <a:cubicBezTo>
                    <a:pt x="190" y="158"/>
                    <a:pt x="174" y="158"/>
                    <a:pt x="174" y="143"/>
                  </a:cubicBezTo>
                  <a:cubicBezTo>
                    <a:pt x="174" y="127"/>
                    <a:pt x="190" y="112"/>
                    <a:pt x="206" y="112"/>
                  </a:cubicBezTo>
                  <a:cubicBezTo>
                    <a:pt x="206" y="95"/>
                    <a:pt x="190" y="95"/>
                    <a:pt x="190" y="95"/>
                  </a:cubicBezTo>
                  <a:lnTo>
                    <a:pt x="95" y="80"/>
                  </a:ln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7" name="Google Shape;1597;p38"/>
            <p:cNvSpPr/>
            <p:nvPr/>
          </p:nvSpPr>
          <p:spPr>
            <a:xfrm>
              <a:off x="3085300" y="1808799"/>
              <a:ext cx="3562" cy="2544"/>
            </a:xfrm>
            <a:custGeom>
              <a:avLst/>
              <a:gdLst/>
              <a:ahLst/>
              <a:cxnLst/>
              <a:rect l="l" t="t" r="r" b="b"/>
              <a:pathLst>
                <a:path w="112" h="80" extrusionOk="0">
                  <a:moveTo>
                    <a:pt x="32" y="0"/>
                  </a:moveTo>
                  <a:lnTo>
                    <a:pt x="32" y="0"/>
                  </a:lnTo>
                  <a:lnTo>
                    <a:pt x="0" y="0"/>
                  </a:lnTo>
                  <a:cubicBezTo>
                    <a:pt x="17" y="0"/>
                    <a:pt x="32" y="16"/>
                    <a:pt x="32" y="32"/>
                  </a:cubicBezTo>
                  <a:cubicBezTo>
                    <a:pt x="48" y="32"/>
                    <a:pt x="48" y="48"/>
                    <a:pt x="48" y="48"/>
                  </a:cubicBezTo>
                  <a:lnTo>
                    <a:pt x="63" y="80"/>
                  </a:lnTo>
                  <a:lnTo>
                    <a:pt x="80" y="80"/>
                  </a:lnTo>
                  <a:lnTo>
                    <a:pt x="95" y="48"/>
                  </a:lnTo>
                  <a:cubicBezTo>
                    <a:pt x="95" y="32"/>
                    <a:pt x="111" y="32"/>
                    <a:pt x="111" y="32"/>
                  </a:cubicBezTo>
                  <a:lnTo>
                    <a:pt x="111" y="32"/>
                  </a:lnTo>
                  <a:cubicBezTo>
                    <a:pt x="95" y="16"/>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8" name="Google Shape;1598;p38"/>
            <p:cNvSpPr/>
            <p:nvPr/>
          </p:nvSpPr>
          <p:spPr>
            <a:xfrm>
              <a:off x="3096336" y="1784247"/>
              <a:ext cx="6551" cy="4039"/>
            </a:xfrm>
            <a:custGeom>
              <a:avLst/>
              <a:gdLst/>
              <a:ahLst/>
              <a:cxnLst/>
              <a:rect l="l" t="t" r="r" b="b"/>
              <a:pathLst>
                <a:path w="206" h="127" extrusionOk="0">
                  <a:moveTo>
                    <a:pt x="158" y="1"/>
                  </a:moveTo>
                  <a:cubicBezTo>
                    <a:pt x="111" y="1"/>
                    <a:pt x="79" y="16"/>
                    <a:pt x="32" y="16"/>
                  </a:cubicBezTo>
                  <a:lnTo>
                    <a:pt x="16" y="47"/>
                  </a:lnTo>
                  <a:cubicBezTo>
                    <a:pt x="0" y="64"/>
                    <a:pt x="0" y="79"/>
                    <a:pt x="16" y="95"/>
                  </a:cubicBezTo>
                  <a:cubicBezTo>
                    <a:pt x="16" y="95"/>
                    <a:pt x="32" y="95"/>
                    <a:pt x="32" y="110"/>
                  </a:cubicBezTo>
                  <a:lnTo>
                    <a:pt x="111" y="64"/>
                  </a:lnTo>
                  <a:lnTo>
                    <a:pt x="126" y="64"/>
                  </a:lnTo>
                  <a:lnTo>
                    <a:pt x="126" y="64"/>
                  </a:lnTo>
                  <a:cubicBezTo>
                    <a:pt x="142" y="64"/>
                    <a:pt x="158" y="64"/>
                    <a:pt x="158" y="79"/>
                  </a:cubicBezTo>
                  <a:cubicBezTo>
                    <a:pt x="174" y="95"/>
                    <a:pt x="158" y="110"/>
                    <a:pt x="158" y="127"/>
                  </a:cubicBezTo>
                  <a:lnTo>
                    <a:pt x="158" y="127"/>
                  </a:lnTo>
                  <a:lnTo>
                    <a:pt x="158" y="127"/>
                  </a:lnTo>
                  <a:cubicBezTo>
                    <a:pt x="174" y="127"/>
                    <a:pt x="189" y="110"/>
                    <a:pt x="189" y="95"/>
                  </a:cubicBezTo>
                  <a:cubicBezTo>
                    <a:pt x="205" y="47"/>
                    <a:pt x="189" y="16"/>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599" name="Google Shape;1599;p38"/>
            <p:cNvSpPr/>
            <p:nvPr/>
          </p:nvSpPr>
          <p:spPr>
            <a:xfrm>
              <a:off x="3400506" y="1804792"/>
              <a:ext cx="4516" cy="3021"/>
            </a:xfrm>
            <a:custGeom>
              <a:avLst/>
              <a:gdLst/>
              <a:ahLst/>
              <a:cxnLst/>
              <a:rect l="l" t="t" r="r" b="b"/>
              <a:pathLst>
                <a:path w="142" h="95" extrusionOk="0">
                  <a:moveTo>
                    <a:pt x="32" y="0"/>
                  </a:moveTo>
                  <a:lnTo>
                    <a:pt x="0" y="16"/>
                  </a:lnTo>
                  <a:lnTo>
                    <a:pt x="0" y="16"/>
                  </a:lnTo>
                  <a:lnTo>
                    <a:pt x="0" y="48"/>
                  </a:lnTo>
                  <a:cubicBezTo>
                    <a:pt x="0" y="48"/>
                    <a:pt x="0" y="63"/>
                    <a:pt x="15" y="63"/>
                  </a:cubicBezTo>
                  <a:lnTo>
                    <a:pt x="15" y="63"/>
                  </a:lnTo>
                  <a:lnTo>
                    <a:pt x="95" y="95"/>
                  </a:lnTo>
                  <a:lnTo>
                    <a:pt x="110" y="95"/>
                  </a:lnTo>
                  <a:cubicBezTo>
                    <a:pt x="110" y="95"/>
                    <a:pt x="126" y="95"/>
                    <a:pt x="141" y="79"/>
                  </a:cubicBezTo>
                  <a:cubicBezTo>
                    <a:pt x="141" y="63"/>
                    <a:pt x="126" y="48"/>
                    <a:pt x="110" y="32"/>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0" name="Google Shape;1600;p38"/>
            <p:cNvSpPr/>
            <p:nvPr/>
          </p:nvSpPr>
          <p:spPr>
            <a:xfrm>
              <a:off x="3020166" y="1794265"/>
              <a:ext cx="6551" cy="7537"/>
            </a:xfrm>
            <a:custGeom>
              <a:avLst/>
              <a:gdLst/>
              <a:ahLst/>
              <a:cxnLst/>
              <a:rect l="l" t="t" r="r" b="b"/>
              <a:pathLst>
                <a:path w="206" h="237" extrusionOk="0">
                  <a:moveTo>
                    <a:pt x="111" y="158"/>
                  </a:moveTo>
                  <a:lnTo>
                    <a:pt x="95" y="158"/>
                  </a:lnTo>
                  <a:lnTo>
                    <a:pt x="95" y="158"/>
                  </a:lnTo>
                  <a:cubicBezTo>
                    <a:pt x="111" y="158"/>
                    <a:pt x="111" y="174"/>
                    <a:pt x="111" y="174"/>
                  </a:cubicBezTo>
                  <a:cubicBezTo>
                    <a:pt x="126" y="190"/>
                    <a:pt x="111" y="221"/>
                    <a:pt x="95" y="221"/>
                  </a:cubicBezTo>
                  <a:lnTo>
                    <a:pt x="80" y="221"/>
                  </a:lnTo>
                  <a:lnTo>
                    <a:pt x="80" y="237"/>
                  </a:lnTo>
                  <a:lnTo>
                    <a:pt x="95" y="237"/>
                  </a:lnTo>
                  <a:lnTo>
                    <a:pt x="95" y="237"/>
                  </a:lnTo>
                  <a:lnTo>
                    <a:pt x="174" y="237"/>
                  </a:lnTo>
                  <a:cubicBezTo>
                    <a:pt x="189" y="237"/>
                    <a:pt x="206" y="205"/>
                    <a:pt x="206" y="190"/>
                  </a:cubicBezTo>
                  <a:cubicBezTo>
                    <a:pt x="189" y="174"/>
                    <a:pt x="189" y="158"/>
                    <a:pt x="158" y="158"/>
                  </a:cubicBezTo>
                  <a:lnTo>
                    <a:pt x="158" y="158"/>
                  </a:lnTo>
                  <a:lnTo>
                    <a:pt x="126" y="174"/>
                  </a:lnTo>
                  <a:lnTo>
                    <a:pt x="111" y="158"/>
                  </a:lnTo>
                  <a:close/>
                  <a:moveTo>
                    <a:pt x="32" y="1"/>
                  </a:moveTo>
                  <a:lnTo>
                    <a:pt x="32" y="1"/>
                  </a:lnTo>
                  <a:lnTo>
                    <a:pt x="32" y="1"/>
                  </a:lnTo>
                  <a:cubicBezTo>
                    <a:pt x="17" y="1"/>
                    <a:pt x="0" y="16"/>
                    <a:pt x="0" y="47"/>
                  </a:cubicBezTo>
                  <a:lnTo>
                    <a:pt x="0" y="47"/>
                  </a:lnTo>
                  <a:lnTo>
                    <a:pt x="32" y="110"/>
                  </a:lnTo>
                  <a:lnTo>
                    <a:pt x="32" y="110"/>
                  </a:lnTo>
                  <a:cubicBezTo>
                    <a:pt x="32" y="127"/>
                    <a:pt x="48" y="127"/>
                    <a:pt x="48" y="142"/>
                  </a:cubicBezTo>
                  <a:lnTo>
                    <a:pt x="48" y="158"/>
                  </a:lnTo>
                  <a:lnTo>
                    <a:pt x="48" y="174"/>
                  </a:lnTo>
                  <a:cubicBezTo>
                    <a:pt x="48" y="158"/>
                    <a:pt x="63" y="158"/>
                    <a:pt x="63" y="158"/>
                  </a:cubicBezTo>
                  <a:lnTo>
                    <a:pt x="80" y="158"/>
                  </a:lnTo>
                  <a:cubicBezTo>
                    <a:pt x="63" y="158"/>
                    <a:pt x="63" y="158"/>
                    <a:pt x="63" y="142"/>
                  </a:cubicBezTo>
                  <a:cubicBezTo>
                    <a:pt x="48" y="127"/>
                    <a:pt x="48" y="110"/>
                    <a:pt x="63" y="95"/>
                  </a:cubicBezTo>
                  <a:lnTo>
                    <a:pt x="63" y="95"/>
                  </a:lnTo>
                  <a:cubicBezTo>
                    <a:pt x="48" y="95"/>
                    <a:pt x="32" y="79"/>
                    <a:pt x="32" y="64"/>
                  </a:cubicBezTo>
                  <a:cubicBezTo>
                    <a:pt x="32" y="64"/>
                    <a:pt x="32" y="47"/>
                    <a:pt x="48" y="32"/>
                  </a:cubicBez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1" name="Google Shape;1601;p38"/>
            <p:cNvSpPr/>
            <p:nvPr/>
          </p:nvSpPr>
          <p:spPr>
            <a:xfrm>
              <a:off x="3095318" y="1786250"/>
              <a:ext cx="6551" cy="3053"/>
            </a:xfrm>
            <a:custGeom>
              <a:avLst/>
              <a:gdLst/>
              <a:ahLst/>
              <a:cxnLst/>
              <a:rect l="l" t="t" r="r" b="b"/>
              <a:pathLst>
                <a:path w="206" h="96" extrusionOk="0">
                  <a:moveTo>
                    <a:pt x="158" y="1"/>
                  </a:moveTo>
                  <a:lnTo>
                    <a:pt x="158" y="1"/>
                  </a:lnTo>
                  <a:lnTo>
                    <a:pt x="143" y="1"/>
                  </a:lnTo>
                  <a:lnTo>
                    <a:pt x="64" y="47"/>
                  </a:lnTo>
                  <a:lnTo>
                    <a:pt x="17" y="64"/>
                  </a:lnTo>
                  <a:lnTo>
                    <a:pt x="0" y="95"/>
                  </a:lnTo>
                  <a:lnTo>
                    <a:pt x="32" y="95"/>
                  </a:lnTo>
                  <a:lnTo>
                    <a:pt x="48" y="79"/>
                  </a:lnTo>
                  <a:cubicBezTo>
                    <a:pt x="48" y="64"/>
                    <a:pt x="64" y="47"/>
                    <a:pt x="80" y="47"/>
                  </a:cubicBezTo>
                  <a:lnTo>
                    <a:pt x="95" y="47"/>
                  </a:lnTo>
                  <a:cubicBezTo>
                    <a:pt x="111" y="64"/>
                    <a:pt x="111" y="79"/>
                    <a:pt x="111" y="95"/>
                  </a:cubicBezTo>
                  <a:lnTo>
                    <a:pt x="174" y="64"/>
                  </a:lnTo>
                  <a:lnTo>
                    <a:pt x="190" y="64"/>
                  </a:lnTo>
                  <a:cubicBezTo>
                    <a:pt x="190" y="47"/>
                    <a:pt x="206" y="32"/>
                    <a:pt x="190" y="16"/>
                  </a:cubicBezTo>
                  <a:cubicBezTo>
                    <a:pt x="190" y="1"/>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2" name="Google Shape;1602;p38"/>
            <p:cNvSpPr/>
            <p:nvPr/>
          </p:nvSpPr>
          <p:spPr>
            <a:xfrm>
              <a:off x="3057758" y="1831348"/>
              <a:ext cx="3530" cy="4039"/>
            </a:xfrm>
            <a:custGeom>
              <a:avLst/>
              <a:gdLst/>
              <a:ahLst/>
              <a:cxnLst/>
              <a:rect l="l" t="t" r="r" b="b"/>
              <a:pathLst>
                <a:path w="111" h="127" extrusionOk="0">
                  <a:moveTo>
                    <a:pt x="32" y="1"/>
                  </a:moveTo>
                  <a:lnTo>
                    <a:pt x="32" y="1"/>
                  </a:lnTo>
                  <a:cubicBezTo>
                    <a:pt x="16" y="1"/>
                    <a:pt x="0" y="16"/>
                    <a:pt x="0" y="32"/>
                  </a:cubicBezTo>
                  <a:lnTo>
                    <a:pt x="16" y="79"/>
                  </a:lnTo>
                  <a:cubicBezTo>
                    <a:pt x="16" y="95"/>
                    <a:pt x="16" y="95"/>
                    <a:pt x="32" y="110"/>
                  </a:cubicBezTo>
                  <a:lnTo>
                    <a:pt x="47" y="110"/>
                  </a:lnTo>
                  <a:lnTo>
                    <a:pt x="63" y="127"/>
                  </a:lnTo>
                  <a:cubicBezTo>
                    <a:pt x="79" y="127"/>
                    <a:pt x="79" y="127"/>
                    <a:pt x="79" y="110"/>
                  </a:cubicBezTo>
                  <a:cubicBezTo>
                    <a:pt x="95" y="110"/>
                    <a:pt x="95" y="110"/>
                    <a:pt x="95" y="95"/>
                  </a:cubicBezTo>
                  <a:lnTo>
                    <a:pt x="110" y="64"/>
                  </a:lnTo>
                  <a:cubicBezTo>
                    <a:pt x="110" y="32"/>
                    <a:pt x="110" y="16"/>
                    <a:pt x="95" y="16"/>
                  </a:cubicBezTo>
                  <a:lnTo>
                    <a:pt x="79" y="16"/>
                  </a:lnTo>
                  <a:lnTo>
                    <a:pt x="63" y="16"/>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3" name="Google Shape;1603;p38"/>
            <p:cNvSpPr/>
            <p:nvPr/>
          </p:nvSpPr>
          <p:spPr>
            <a:xfrm>
              <a:off x="3106863" y="1791752"/>
              <a:ext cx="3530" cy="8046"/>
            </a:xfrm>
            <a:custGeom>
              <a:avLst/>
              <a:gdLst/>
              <a:ahLst/>
              <a:cxnLst/>
              <a:rect l="l" t="t" r="r" b="b"/>
              <a:pathLst>
                <a:path w="111" h="253" extrusionOk="0">
                  <a:moveTo>
                    <a:pt x="79" y="0"/>
                  </a:moveTo>
                  <a:cubicBezTo>
                    <a:pt x="64" y="0"/>
                    <a:pt x="64" y="17"/>
                    <a:pt x="47" y="17"/>
                  </a:cubicBezTo>
                  <a:cubicBezTo>
                    <a:pt x="47" y="17"/>
                    <a:pt x="32" y="17"/>
                    <a:pt x="32" y="0"/>
                  </a:cubicBezTo>
                  <a:cubicBezTo>
                    <a:pt x="32" y="17"/>
                    <a:pt x="16" y="17"/>
                    <a:pt x="16" y="17"/>
                  </a:cubicBezTo>
                  <a:lnTo>
                    <a:pt x="16" y="32"/>
                  </a:lnTo>
                  <a:cubicBezTo>
                    <a:pt x="32" y="48"/>
                    <a:pt x="47" y="48"/>
                    <a:pt x="47" y="63"/>
                  </a:cubicBezTo>
                  <a:cubicBezTo>
                    <a:pt x="47" y="80"/>
                    <a:pt x="47" y="95"/>
                    <a:pt x="32" y="95"/>
                  </a:cubicBezTo>
                  <a:lnTo>
                    <a:pt x="32" y="111"/>
                  </a:lnTo>
                  <a:lnTo>
                    <a:pt x="32" y="111"/>
                  </a:lnTo>
                  <a:lnTo>
                    <a:pt x="16" y="126"/>
                  </a:lnTo>
                  <a:lnTo>
                    <a:pt x="16" y="158"/>
                  </a:lnTo>
                  <a:lnTo>
                    <a:pt x="16" y="158"/>
                  </a:lnTo>
                  <a:cubicBezTo>
                    <a:pt x="16" y="174"/>
                    <a:pt x="32" y="174"/>
                    <a:pt x="32" y="189"/>
                  </a:cubicBezTo>
                  <a:cubicBezTo>
                    <a:pt x="47" y="206"/>
                    <a:pt x="32" y="221"/>
                    <a:pt x="16" y="237"/>
                  </a:cubicBezTo>
                  <a:lnTo>
                    <a:pt x="0" y="237"/>
                  </a:lnTo>
                  <a:lnTo>
                    <a:pt x="16" y="253"/>
                  </a:lnTo>
                  <a:lnTo>
                    <a:pt x="47" y="253"/>
                  </a:lnTo>
                  <a:lnTo>
                    <a:pt x="47" y="253"/>
                  </a:lnTo>
                  <a:lnTo>
                    <a:pt x="64" y="253"/>
                  </a:lnTo>
                  <a:lnTo>
                    <a:pt x="110" y="206"/>
                  </a:lnTo>
                  <a:lnTo>
                    <a:pt x="110" y="174"/>
                  </a:lnTo>
                  <a:cubicBezTo>
                    <a:pt x="110" y="158"/>
                    <a:pt x="95" y="158"/>
                    <a:pt x="95" y="143"/>
                  </a:cubicBezTo>
                  <a:cubicBezTo>
                    <a:pt x="95" y="126"/>
                    <a:pt x="95" y="126"/>
                    <a:pt x="110" y="111"/>
                  </a:cubicBezTo>
                  <a:lnTo>
                    <a:pt x="110" y="111"/>
                  </a:lnTo>
                  <a:lnTo>
                    <a:pt x="95" y="95"/>
                  </a:lnTo>
                  <a:cubicBezTo>
                    <a:pt x="95" y="63"/>
                    <a:pt x="79" y="48"/>
                    <a:pt x="79" y="48"/>
                  </a:cubicBezTo>
                  <a:lnTo>
                    <a:pt x="95" y="32"/>
                  </a:lnTo>
                  <a:lnTo>
                    <a:pt x="95" y="32"/>
                  </a:lnTo>
                  <a:cubicBezTo>
                    <a:pt x="95" y="17"/>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4" name="Google Shape;1604;p38"/>
            <p:cNvSpPr/>
            <p:nvPr/>
          </p:nvSpPr>
          <p:spPr>
            <a:xfrm>
              <a:off x="3342369" y="1818340"/>
              <a:ext cx="5534" cy="4039"/>
            </a:xfrm>
            <a:custGeom>
              <a:avLst/>
              <a:gdLst/>
              <a:ahLst/>
              <a:cxnLst/>
              <a:rect l="l" t="t" r="r" b="b"/>
              <a:pathLst>
                <a:path w="174" h="127" extrusionOk="0">
                  <a:moveTo>
                    <a:pt x="142" y="0"/>
                  </a:moveTo>
                  <a:lnTo>
                    <a:pt x="142" y="0"/>
                  </a:lnTo>
                  <a:lnTo>
                    <a:pt x="127" y="0"/>
                  </a:lnTo>
                  <a:lnTo>
                    <a:pt x="127" y="0"/>
                  </a:lnTo>
                  <a:lnTo>
                    <a:pt x="64" y="32"/>
                  </a:lnTo>
                  <a:lnTo>
                    <a:pt x="79" y="32"/>
                  </a:lnTo>
                  <a:cubicBezTo>
                    <a:pt x="79" y="47"/>
                    <a:pt x="79" y="78"/>
                    <a:pt x="64" y="78"/>
                  </a:cubicBezTo>
                  <a:cubicBezTo>
                    <a:pt x="64" y="95"/>
                    <a:pt x="47" y="95"/>
                    <a:pt x="47" y="95"/>
                  </a:cubicBezTo>
                  <a:cubicBezTo>
                    <a:pt x="32" y="95"/>
                    <a:pt x="16" y="78"/>
                    <a:pt x="16" y="78"/>
                  </a:cubicBezTo>
                  <a:lnTo>
                    <a:pt x="1" y="63"/>
                  </a:lnTo>
                  <a:lnTo>
                    <a:pt x="1" y="63"/>
                  </a:lnTo>
                  <a:lnTo>
                    <a:pt x="1" y="110"/>
                  </a:lnTo>
                  <a:lnTo>
                    <a:pt x="1" y="126"/>
                  </a:lnTo>
                  <a:lnTo>
                    <a:pt x="16" y="126"/>
                  </a:lnTo>
                  <a:lnTo>
                    <a:pt x="64" y="126"/>
                  </a:lnTo>
                  <a:lnTo>
                    <a:pt x="64" y="95"/>
                  </a:lnTo>
                  <a:lnTo>
                    <a:pt x="127" y="78"/>
                  </a:lnTo>
                  <a:lnTo>
                    <a:pt x="158" y="63"/>
                  </a:lnTo>
                  <a:cubicBezTo>
                    <a:pt x="173" y="63"/>
                    <a:pt x="173" y="47"/>
                    <a:pt x="173" y="32"/>
                  </a:cubicBezTo>
                  <a:cubicBezTo>
                    <a:pt x="158" y="32"/>
                    <a:pt x="142" y="32"/>
                    <a:pt x="142" y="0"/>
                  </a:cubicBez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5" name="Google Shape;1605;p38"/>
            <p:cNvSpPr/>
            <p:nvPr/>
          </p:nvSpPr>
          <p:spPr>
            <a:xfrm>
              <a:off x="3180488" y="1796269"/>
              <a:ext cx="2576" cy="1527"/>
            </a:xfrm>
            <a:custGeom>
              <a:avLst/>
              <a:gdLst/>
              <a:ahLst/>
              <a:cxnLst/>
              <a:rect l="l" t="t" r="r" b="b"/>
              <a:pathLst>
                <a:path w="81" h="48" extrusionOk="0">
                  <a:moveTo>
                    <a:pt x="80" y="1"/>
                  </a:moveTo>
                  <a:cubicBezTo>
                    <a:pt x="64" y="1"/>
                    <a:pt x="32" y="16"/>
                    <a:pt x="17" y="16"/>
                  </a:cubicBezTo>
                  <a:cubicBezTo>
                    <a:pt x="17" y="32"/>
                    <a:pt x="1" y="47"/>
                    <a:pt x="1" y="47"/>
                  </a:cubicBezTo>
                  <a:lnTo>
                    <a:pt x="17" y="47"/>
                  </a:lnTo>
                  <a:lnTo>
                    <a:pt x="49" y="47"/>
                  </a:lnTo>
                  <a:lnTo>
                    <a:pt x="64" y="47"/>
                  </a:lnTo>
                  <a:lnTo>
                    <a:pt x="80" y="47"/>
                  </a:ln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6" name="Google Shape;1606;p38"/>
            <p:cNvSpPr/>
            <p:nvPr/>
          </p:nvSpPr>
          <p:spPr>
            <a:xfrm>
              <a:off x="3100852" y="1796269"/>
              <a:ext cx="7537" cy="3530"/>
            </a:xfrm>
            <a:custGeom>
              <a:avLst/>
              <a:gdLst/>
              <a:ahLst/>
              <a:cxnLst/>
              <a:rect l="l" t="t" r="r" b="b"/>
              <a:pathLst>
                <a:path w="237" h="111" extrusionOk="0">
                  <a:moveTo>
                    <a:pt x="32" y="1"/>
                  </a:moveTo>
                  <a:lnTo>
                    <a:pt x="32" y="1"/>
                  </a:lnTo>
                  <a:lnTo>
                    <a:pt x="16" y="1"/>
                  </a:lnTo>
                  <a:lnTo>
                    <a:pt x="16" y="1"/>
                  </a:lnTo>
                  <a:lnTo>
                    <a:pt x="16" y="16"/>
                  </a:lnTo>
                  <a:lnTo>
                    <a:pt x="0" y="16"/>
                  </a:lnTo>
                  <a:cubicBezTo>
                    <a:pt x="0" y="32"/>
                    <a:pt x="0" y="47"/>
                    <a:pt x="16" y="47"/>
                  </a:cubicBezTo>
                  <a:cubicBezTo>
                    <a:pt x="32" y="95"/>
                    <a:pt x="63" y="111"/>
                    <a:pt x="95" y="111"/>
                  </a:cubicBezTo>
                  <a:lnTo>
                    <a:pt x="110" y="111"/>
                  </a:lnTo>
                  <a:cubicBezTo>
                    <a:pt x="142" y="111"/>
                    <a:pt x="173" y="95"/>
                    <a:pt x="189" y="95"/>
                  </a:cubicBezTo>
                  <a:lnTo>
                    <a:pt x="205" y="95"/>
                  </a:lnTo>
                  <a:cubicBezTo>
                    <a:pt x="221" y="79"/>
                    <a:pt x="236" y="64"/>
                    <a:pt x="221" y="47"/>
                  </a:cubicBezTo>
                  <a:cubicBezTo>
                    <a:pt x="221" y="32"/>
                    <a:pt x="205" y="32"/>
                    <a:pt x="205" y="16"/>
                  </a:cubicBezTo>
                  <a:cubicBezTo>
                    <a:pt x="189" y="32"/>
                    <a:pt x="189" y="47"/>
                    <a:pt x="173" y="47"/>
                  </a:cubicBezTo>
                  <a:lnTo>
                    <a:pt x="173" y="47"/>
                  </a:lnTo>
                  <a:lnTo>
                    <a:pt x="110" y="47"/>
                  </a:lnTo>
                  <a:lnTo>
                    <a:pt x="95" y="32"/>
                  </a:lnTo>
                  <a:cubicBezTo>
                    <a:pt x="79" y="32"/>
                    <a:pt x="79" y="32"/>
                    <a:pt x="63" y="16"/>
                  </a:cubicBezTo>
                  <a:lnTo>
                    <a:pt x="63" y="16"/>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7" name="Google Shape;1607;p38"/>
            <p:cNvSpPr/>
            <p:nvPr/>
          </p:nvSpPr>
          <p:spPr>
            <a:xfrm>
              <a:off x="3089816" y="1804283"/>
              <a:ext cx="4516" cy="5057"/>
            </a:xfrm>
            <a:custGeom>
              <a:avLst/>
              <a:gdLst/>
              <a:ahLst/>
              <a:cxnLst/>
              <a:rect l="l" t="t" r="r" b="b"/>
              <a:pathLst>
                <a:path w="142" h="159" extrusionOk="0">
                  <a:moveTo>
                    <a:pt x="64" y="1"/>
                  </a:moveTo>
                  <a:lnTo>
                    <a:pt x="64" y="1"/>
                  </a:lnTo>
                  <a:cubicBezTo>
                    <a:pt x="47" y="1"/>
                    <a:pt x="32" y="1"/>
                    <a:pt x="32" y="16"/>
                  </a:cubicBezTo>
                  <a:cubicBezTo>
                    <a:pt x="32" y="32"/>
                    <a:pt x="32" y="48"/>
                    <a:pt x="47" y="64"/>
                  </a:cubicBezTo>
                  <a:lnTo>
                    <a:pt x="16" y="111"/>
                  </a:lnTo>
                  <a:cubicBezTo>
                    <a:pt x="1" y="127"/>
                    <a:pt x="16" y="142"/>
                    <a:pt x="32" y="158"/>
                  </a:cubicBezTo>
                  <a:lnTo>
                    <a:pt x="47" y="158"/>
                  </a:lnTo>
                  <a:cubicBezTo>
                    <a:pt x="64" y="158"/>
                    <a:pt x="64" y="158"/>
                    <a:pt x="79" y="142"/>
                  </a:cubicBezTo>
                  <a:lnTo>
                    <a:pt x="127" y="48"/>
                  </a:lnTo>
                  <a:cubicBezTo>
                    <a:pt x="142" y="48"/>
                    <a:pt x="142" y="32"/>
                    <a:pt x="127" y="16"/>
                  </a:cubicBezTo>
                  <a:lnTo>
                    <a:pt x="110" y="1"/>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8" name="Google Shape;1608;p38"/>
            <p:cNvSpPr/>
            <p:nvPr/>
          </p:nvSpPr>
          <p:spPr>
            <a:xfrm>
              <a:off x="3367430" y="1768218"/>
              <a:ext cx="3021" cy="4039"/>
            </a:xfrm>
            <a:custGeom>
              <a:avLst/>
              <a:gdLst/>
              <a:ahLst/>
              <a:cxnLst/>
              <a:rect l="l" t="t" r="r" b="b"/>
              <a:pathLst>
                <a:path w="95" h="127" extrusionOk="0">
                  <a:moveTo>
                    <a:pt x="32" y="1"/>
                  </a:moveTo>
                  <a:lnTo>
                    <a:pt x="32" y="1"/>
                  </a:lnTo>
                  <a:cubicBezTo>
                    <a:pt x="16" y="1"/>
                    <a:pt x="0" y="16"/>
                    <a:pt x="0" y="47"/>
                  </a:cubicBezTo>
                  <a:lnTo>
                    <a:pt x="16" y="95"/>
                  </a:lnTo>
                  <a:cubicBezTo>
                    <a:pt x="16" y="110"/>
                    <a:pt x="16" y="127"/>
                    <a:pt x="32" y="127"/>
                  </a:cubicBezTo>
                  <a:lnTo>
                    <a:pt x="47" y="127"/>
                  </a:lnTo>
                  <a:lnTo>
                    <a:pt x="63" y="127"/>
                  </a:lnTo>
                  <a:lnTo>
                    <a:pt x="79" y="95"/>
                  </a:lnTo>
                  <a:cubicBezTo>
                    <a:pt x="95" y="95"/>
                    <a:pt x="95" y="64"/>
                    <a:pt x="79" y="47"/>
                  </a:cubicBezTo>
                  <a:lnTo>
                    <a:pt x="79" y="47"/>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09" name="Google Shape;1609;p38"/>
            <p:cNvSpPr/>
            <p:nvPr/>
          </p:nvSpPr>
          <p:spPr>
            <a:xfrm>
              <a:off x="3332828" y="1771716"/>
              <a:ext cx="4039" cy="4039"/>
            </a:xfrm>
            <a:custGeom>
              <a:avLst/>
              <a:gdLst/>
              <a:ahLst/>
              <a:cxnLst/>
              <a:rect l="l" t="t" r="r" b="b"/>
              <a:pathLst>
                <a:path w="127" h="127" extrusionOk="0">
                  <a:moveTo>
                    <a:pt x="49" y="0"/>
                  </a:moveTo>
                  <a:lnTo>
                    <a:pt x="32" y="0"/>
                  </a:lnTo>
                  <a:lnTo>
                    <a:pt x="17" y="17"/>
                  </a:lnTo>
                  <a:lnTo>
                    <a:pt x="1" y="48"/>
                  </a:lnTo>
                  <a:cubicBezTo>
                    <a:pt x="1" y="48"/>
                    <a:pt x="17" y="48"/>
                    <a:pt x="17" y="63"/>
                  </a:cubicBezTo>
                  <a:cubicBezTo>
                    <a:pt x="32" y="63"/>
                    <a:pt x="32" y="80"/>
                    <a:pt x="32" y="80"/>
                  </a:cubicBezTo>
                  <a:lnTo>
                    <a:pt x="32" y="111"/>
                  </a:lnTo>
                  <a:lnTo>
                    <a:pt x="32" y="126"/>
                  </a:lnTo>
                  <a:lnTo>
                    <a:pt x="95" y="111"/>
                  </a:lnTo>
                  <a:cubicBezTo>
                    <a:pt x="112" y="111"/>
                    <a:pt x="127" y="95"/>
                    <a:pt x="127" y="80"/>
                  </a:cubicBezTo>
                  <a:lnTo>
                    <a:pt x="95" y="80"/>
                  </a:lnTo>
                  <a:lnTo>
                    <a:pt x="95" y="80"/>
                  </a:lnTo>
                  <a:cubicBezTo>
                    <a:pt x="80" y="80"/>
                    <a:pt x="64" y="63"/>
                    <a:pt x="49" y="48"/>
                  </a:cubicBezTo>
                  <a:cubicBezTo>
                    <a:pt x="49" y="32"/>
                    <a:pt x="64" y="32"/>
                    <a:pt x="64" y="17"/>
                  </a:cubicBezTo>
                  <a:lnTo>
                    <a:pt x="64" y="17"/>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0" name="Google Shape;1610;p38"/>
            <p:cNvSpPr/>
            <p:nvPr/>
          </p:nvSpPr>
          <p:spPr>
            <a:xfrm>
              <a:off x="3322333" y="1772225"/>
              <a:ext cx="2512" cy="3530"/>
            </a:xfrm>
            <a:custGeom>
              <a:avLst/>
              <a:gdLst/>
              <a:ahLst/>
              <a:cxnLst/>
              <a:rect l="l" t="t" r="r" b="b"/>
              <a:pathLst>
                <a:path w="79" h="111" extrusionOk="0">
                  <a:moveTo>
                    <a:pt x="32" y="1"/>
                  </a:moveTo>
                  <a:lnTo>
                    <a:pt x="32" y="1"/>
                  </a:lnTo>
                  <a:lnTo>
                    <a:pt x="16" y="1"/>
                  </a:lnTo>
                  <a:cubicBezTo>
                    <a:pt x="0" y="1"/>
                    <a:pt x="0" y="16"/>
                    <a:pt x="0" y="47"/>
                  </a:cubicBezTo>
                  <a:lnTo>
                    <a:pt x="0" y="47"/>
                  </a:lnTo>
                  <a:lnTo>
                    <a:pt x="16" y="110"/>
                  </a:lnTo>
                  <a:lnTo>
                    <a:pt x="47" y="95"/>
                  </a:lnTo>
                  <a:lnTo>
                    <a:pt x="47" y="95"/>
                  </a:lnTo>
                  <a:lnTo>
                    <a:pt x="63" y="95"/>
                  </a:lnTo>
                  <a:lnTo>
                    <a:pt x="79" y="95"/>
                  </a:lnTo>
                  <a:lnTo>
                    <a:pt x="79" y="95"/>
                  </a:lnTo>
                  <a:lnTo>
                    <a:pt x="63" y="32"/>
                  </a:ln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1" name="Google Shape;1611;p38"/>
            <p:cNvSpPr/>
            <p:nvPr/>
          </p:nvSpPr>
          <p:spPr>
            <a:xfrm>
              <a:off x="3322810" y="1778713"/>
              <a:ext cx="5057" cy="2576"/>
            </a:xfrm>
            <a:custGeom>
              <a:avLst/>
              <a:gdLst/>
              <a:ahLst/>
              <a:cxnLst/>
              <a:rect l="l" t="t" r="r" b="b"/>
              <a:pathLst>
                <a:path w="159" h="81" extrusionOk="0">
                  <a:moveTo>
                    <a:pt x="127" y="1"/>
                  </a:moveTo>
                  <a:lnTo>
                    <a:pt x="95" y="17"/>
                  </a:lnTo>
                  <a:cubicBezTo>
                    <a:pt x="80" y="32"/>
                    <a:pt x="80" y="32"/>
                    <a:pt x="64" y="32"/>
                  </a:cubicBezTo>
                  <a:lnTo>
                    <a:pt x="48" y="17"/>
                  </a:lnTo>
                  <a:lnTo>
                    <a:pt x="32" y="1"/>
                  </a:lnTo>
                  <a:lnTo>
                    <a:pt x="1" y="1"/>
                  </a:lnTo>
                  <a:lnTo>
                    <a:pt x="1" y="1"/>
                  </a:lnTo>
                  <a:lnTo>
                    <a:pt x="1" y="1"/>
                  </a:lnTo>
                  <a:lnTo>
                    <a:pt x="1" y="1"/>
                  </a:lnTo>
                  <a:lnTo>
                    <a:pt x="127" y="80"/>
                  </a:lnTo>
                  <a:lnTo>
                    <a:pt x="127" y="32"/>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2" name="Google Shape;1612;p38"/>
            <p:cNvSpPr/>
            <p:nvPr/>
          </p:nvSpPr>
          <p:spPr>
            <a:xfrm>
              <a:off x="3245654" y="1805778"/>
              <a:ext cx="3562" cy="4039"/>
            </a:xfrm>
            <a:custGeom>
              <a:avLst/>
              <a:gdLst/>
              <a:ahLst/>
              <a:cxnLst/>
              <a:rect l="l" t="t" r="r" b="b"/>
              <a:pathLst>
                <a:path w="112" h="127" extrusionOk="0">
                  <a:moveTo>
                    <a:pt x="80" y="1"/>
                  </a:moveTo>
                  <a:cubicBezTo>
                    <a:pt x="63" y="17"/>
                    <a:pt x="48" y="32"/>
                    <a:pt x="17" y="32"/>
                  </a:cubicBezTo>
                  <a:lnTo>
                    <a:pt x="17" y="32"/>
                  </a:lnTo>
                  <a:lnTo>
                    <a:pt x="17" y="32"/>
                  </a:lnTo>
                  <a:lnTo>
                    <a:pt x="0" y="32"/>
                  </a:lnTo>
                  <a:lnTo>
                    <a:pt x="0" y="32"/>
                  </a:lnTo>
                  <a:lnTo>
                    <a:pt x="0" y="64"/>
                  </a:lnTo>
                  <a:lnTo>
                    <a:pt x="48" y="111"/>
                  </a:lnTo>
                  <a:cubicBezTo>
                    <a:pt x="48" y="127"/>
                    <a:pt x="63" y="127"/>
                    <a:pt x="63" y="127"/>
                  </a:cubicBezTo>
                  <a:lnTo>
                    <a:pt x="95" y="127"/>
                  </a:lnTo>
                  <a:cubicBezTo>
                    <a:pt x="111" y="111"/>
                    <a:pt x="111" y="95"/>
                    <a:pt x="95" y="80"/>
                  </a:cubicBezTo>
                  <a:lnTo>
                    <a:pt x="80" y="64"/>
                  </a:lnTo>
                  <a:cubicBezTo>
                    <a:pt x="95" y="48"/>
                    <a:pt x="95" y="48"/>
                    <a:pt x="95" y="32"/>
                  </a:cubicBezTo>
                  <a:cubicBezTo>
                    <a:pt x="95"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3" name="Google Shape;1613;p38"/>
            <p:cNvSpPr/>
            <p:nvPr/>
          </p:nvSpPr>
          <p:spPr>
            <a:xfrm>
              <a:off x="3031711" y="1819803"/>
              <a:ext cx="3021" cy="4039"/>
            </a:xfrm>
            <a:custGeom>
              <a:avLst/>
              <a:gdLst/>
              <a:ahLst/>
              <a:cxnLst/>
              <a:rect l="l" t="t" r="r" b="b"/>
              <a:pathLst>
                <a:path w="95" h="127" extrusionOk="0">
                  <a:moveTo>
                    <a:pt x="32" y="1"/>
                  </a:moveTo>
                  <a:lnTo>
                    <a:pt x="32" y="1"/>
                  </a:lnTo>
                  <a:lnTo>
                    <a:pt x="15" y="1"/>
                  </a:lnTo>
                  <a:lnTo>
                    <a:pt x="32" y="1"/>
                  </a:lnTo>
                  <a:cubicBezTo>
                    <a:pt x="47" y="17"/>
                    <a:pt x="47" y="32"/>
                    <a:pt x="32" y="49"/>
                  </a:cubicBezTo>
                  <a:lnTo>
                    <a:pt x="0" y="95"/>
                  </a:lnTo>
                  <a:lnTo>
                    <a:pt x="0" y="112"/>
                  </a:lnTo>
                  <a:cubicBezTo>
                    <a:pt x="15" y="127"/>
                    <a:pt x="15" y="127"/>
                    <a:pt x="32" y="127"/>
                  </a:cubicBezTo>
                  <a:lnTo>
                    <a:pt x="47" y="127"/>
                  </a:lnTo>
                  <a:cubicBezTo>
                    <a:pt x="63" y="127"/>
                    <a:pt x="63" y="127"/>
                    <a:pt x="63" y="112"/>
                  </a:cubicBezTo>
                  <a:lnTo>
                    <a:pt x="63" y="95"/>
                  </a:lnTo>
                  <a:cubicBezTo>
                    <a:pt x="47" y="95"/>
                    <a:pt x="63" y="64"/>
                    <a:pt x="78" y="49"/>
                  </a:cubicBezTo>
                  <a:lnTo>
                    <a:pt x="95" y="32"/>
                  </a:lnTo>
                  <a:cubicBezTo>
                    <a:pt x="95" y="17"/>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4" name="Google Shape;1614;p38"/>
            <p:cNvSpPr/>
            <p:nvPr/>
          </p:nvSpPr>
          <p:spPr>
            <a:xfrm>
              <a:off x="3419557" y="1792261"/>
              <a:ext cx="5502" cy="4516"/>
            </a:xfrm>
            <a:custGeom>
              <a:avLst/>
              <a:gdLst/>
              <a:ahLst/>
              <a:cxnLst/>
              <a:rect l="l" t="t" r="r" b="b"/>
              <a:pathLst>
                <a:path w="173" h="142" extrusionOk="0">
                  <a:moveTo>
                    <a:pt x="110" y="1"/>
                  </a:moveTo>
                  <a:cubicBezTo>
                    <a:pt x="95" y="16"/>
                    <a:pt x="95" y="16"/>
                    <a:pt x="95" y="32"/>
                  </a:cubicBezTo>
                  <a:lnTo>
                    <a:pt x="95" y="64"/>
                  </a:lnTo>
                  <a:cubicBezTo>
                    <a:pt x="95" y="64"/>
                    <a:pt x="78" y="64"/>
                    <a:pt x="78" y="79"/>
                  </a:cubicBezTo>
                  <a:lnTo>
                    <a:pt x="78" y="79"/>
                  </a:lnTo>
                  <a:cubicBezTo>
                    <a:pt x="63" y="64"/>
                    <a:pt x="63" y="47"/>
                    <a:pt x="47" y="47"/>
                  </a:cubicBezTo>
                  <a:lnTo>
                    <a:pt x="32" y="47"/>
                  </a:lnTo>
                  <a:cubicBezTo>
                    <a:pt x="15" y="64"/>
                    <a:pt x="0" y="79"/>
                    <a:pt x="15" y="95"/>
                  </a:cubicBezTo>
                  <a:cubicBezTo>
                    <a:pt x="15" y="110"/>
                    <a:pt x="32" y="142"/>
                    <a:pt x="63" y="142"/>
                  </a:cubicBezTo>
                  <a:lnTo>
                    <a:pt x="63" y="142"/>
                  </a:lnTo>
                  <a:lnTo>
                    <a:pt x="63" y="142"/>
                  </a:lnTo>
                  <a:cubicBezTo>
                    <a:pt x="63" y="127"/>
                    <a:pt x="78" y="127"/>
                    <a:pt x="95" y="110"/>
                  </a:cubicBezTo>
                  <a:lnTo>
                    <a:pt x="95" y="110"/>
                  </a:lnTo>
                  <a:lnTo>
                    <a:pt x="95" y="110"/>
                  </a:lnTo>
                  <a:lnTo>
                    <a:pt x="126" y="127"/>
                  </a:lnTo>
                  <a:lnTo>
                    <a:pt x="126" y="127"/>
                  </a:lnTo>
                  <a:lnTo>
                    <a:pt x="126" y="127"/>
                  </a:lnTo>
                  <a:lnTo>
                    <a:pt x="126" y="79"/>
                  </a:lnTo>
                  <a:cubicBezTo>
                    <a:pt x="141" y="64"/>
                    <a:pt x="141" y="47"/>
                    <a:pt x="158" y="47"/>
                  </a:cubicBezTo>
                  <a:lnTo>
                    <a:pt x="173" y="47"/>
                  </a:lnTo>
                  <a:lnTo>
                    <a:pt x="173"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5" name="Google Shape;1615;p38"/>
            <p:cNvSpPr/>
            <p:nvPr/>
          </p:nvSpPr>
          <p:spPr>
            <a:xfrm>
              <a:off x="3419016" y="1810803"/>
              <a:ext cx="4580" cy="3021"/>
            </a:xfrm>
            <a:custGeom>
              <a:avLst/>
              <a:gdLst/>
              <a:ahLst/>
              <a:cxnLst/>
              <a:rect l="l" t="t" r="r" b="b"/>
              <a:pathLst>
                <a:path w="144" h="95" extrusionOk="0">
                  <a:moveTo>
                    <a:pt x="32" y="0"/>
                  </a:moveTo>
                  <a:lnTo>
                    <a:pt x="32" y="0"/>
                  </a:lnTo>
                  <a:cubicBezTo>
                    <a:pt x="17" y="0"/>
                    <a:pt x="1" y="0"/>
                    <a:pt x="1" y="17"/>
                  </a:cubicBezTo>
                  <a:cubicBezTo>
                    <a:pt x="1" y="32"/>
                    <a:pt x="1" y="63"/>
                    <a:pt x="32" y="63"/>
                  </a:cubicBezTo>
                  <a:lnTo>
                    <a:pt x="95" y="95"/>
                  </a:lnTo>
                  <a:lnTo>
                    <a:pt x="112" y="63"/>
                  </a:lnTo>
                  <a:lnTo>
                    <a:pt x="112" y="48"/>
                  </a:lnTo>
                  <a:cubicBezTo>
                    <a:pt x="127" y="32"/>
                    <a:pt x="127" y="32"/>
                    <a:pt x="143" y="32"/>
                  </a:cubicBezTo>
                  <a:lnTo>
                    <a:pt x="143" y="32"/>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6" name="Google Shape;1616;p38"/>
            <p:cNvSpPr/>
            <p:nvPr/>
          </p:nvSpPr>
          <p:spPr>
            <a:xfrm>
              <a:off x="3081293" y="1812329"/>
              <a:ext cx="4039" cy="3021"/>
            </a:xfrm>
            <a:custGeom>
              <a:avLst/>
              <a:gdLst/>
              <a:ahLst/>
              <a:cxnLst/>
              <a:rect l="l" t="t" r="r" b="b"/>
              <a:pathLst>
                <a:path w="127" h="95" extrusionOk="0">
                  <a:moveTo>
                    <a:pt x="63" y="0"/>
                  </a:moveTo>
                  <a:lnTo>
                    <a:pt x="17" y="32"/>
                  </a:lnTo>
                  <a:cubicBezTo>
                    <a:pt x="17" y="32"/>
                    <a:pt x="0" y="32"/>
                    <a:pt x="0" y="47"/>
                  </a:cubicBezTo>
                  <a:lnTo>
                    <a:pt x="0" y="63"/>
                  </a:lnTo>
                  <a:lnTo>
                    <a:pt x="0" y="63"/>
                  </a:lnTo>
                  <a:lnTo>
                    <a:pt x="17" y="63"/>
                  </a:lnTo>
                  <a:cubicBezTo>
                    <a:pt x="17" y="63"/>
                    <a:pt x="32" y="63"/>
                    <a:pt x="48" y="78"/>
                  </a:cubicBezTo>
                  <a:lnTo>
                    <a:pt x="48" y="95"/>
                  </a:lnTo>
                  <a:lnTo>
                    <a:pt x="48" y="78"/>
                  </a:lnTo>
                  <a:lnTo>
                    <a:pt x="126" y="47"/>
                  </a:lnTo>
                  <a:lnTo>
                    <a:pt x="80" y="15"/>
                  </a:lnTo>
                  <a:cubicBezTo>
                    <a:pt x="80" y="15"/>
                    <a:pt x="63"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7" name="Google Shape;1617;p38"/>
            <p:cNvSpPr/>
            <p:nvPr/>
          </p:nvSpPr>
          <p:spPr>
            <a:xfrm>
              <a:off x="3136917" y="1831825"/>
              <a:ext cx="4516" cy="3053"/>
            </a:xfrm>
            <a:custGeom>
              <a:avLst/>
              <a:gdLst/>
              <a:ahLst/>
              <a:cxnLst/>
              <a:rect l="l" t="t" r="r" b="b"/>
              <a:pathLst>
                <a:path w="142" h="96" extrusionOk="0">
                  <a:moveTo>
                    <a:pt x="32" y="1"/>
                  </a:moveTo>
                  <a:lnTo>
                    <a:pt x="32" y="1"/>
                  </a:lnTo>
                  <a:lnTo>
                    <a:pt x="32" y="1"/>
                  </a:lnTo>
                  <a:cubicBezTo>
                    <a:pt x="16" y="1"/>
                    <a:pt x="1" y="17"/>
                    <a:pt x="1" y="32"/>
                  </a:cubicBezTo>
                  <a:cubicBezTo>
                    <a:pt x="1" y="49"/>
                    <a:pt x="1" y="80"/>
                    <a:pt x="32" y="95"/>
                  </a:cubicBezTo>
                  <a:lnTo>
                    <a:pt x="64" y="95"/>
                  </a:lnTo>
                  <a:lnTo>
                    <a:pt x="79" y="95"/>
                  </a:lnTo>
                  <a:lnTo>
                    <a:pt x="95" y="95"/>
                  </a:lnTo>
                  <a:lnTo>
                    <a:pt x="95" y="95"/>
                  </a:lnTo>
                  <a:cubicBezTo>
                    <a:pt x="110" y="95"/>
                    <a:pt x="127" y="80"/>
                    <a:pt x="127" y="64"/>
                  </a:cubicBezTo>
                  <a:cubicBezTo>
                    <a:pt x="142" y="49"/>
                    <a:pt x="127" y="32"/>
                    <a:pt x="110" y="32"/>
                  </a:cubicBezTo>
                  <a:lnTo>
                    <a:pt x="95" y="17"/>
                  </a:lnTo>
                  <a:cubicBezTo>
                    <a:pt x="79" y="17"/>
                    <a:pt x="79" y="32"/>
                    <a:pt x="64" y="32"/>
                  </a:cubicBez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8" name="Google Shape;1618;p38"/>
            <p:cNvSpPr/>
            <p:nvPr/>
          </p:nvSpPr>
          <p:spPr>
            <a:xfrm>
              <a:off x="3096336" y="1793279"/>
              <a:ext cx="6551" cy="4039"/>
            </a:xfrm>
            <a:custGeom>
              <a:avLst/>
              <a:gdLst/>
              <a:ahLst/>
              <a:cxnLst/>
              <a:rect l="l" t="t" r="r" b="b"/>
              <a:pathLst>
                <a:path w="206" h="127" extrusionOk="0">
                  <a:moveTo>
                    <a:pt x="174" y="0"/>
                  </a:moveTo>
                  <a:lnTo>
                    <a:pt x="174" y="0"/>
                  </a:lnTo>
                  <a:lnTo>
                    <a:pt x="142" y="0"/>
                  </a:lnTo>
                  <a:lnTo>
                    <a:pt x="142" y="15"/>
                  </a:lnTo>
                  <a:lnTo>
                    <a:pt x="111" y="47"/>
                  </a:lnTo>
                  <a:lnTo>
                    <a:pt x="16" y="32"/>
                  </a:lnTo>
                  <a:lnTo>
                    <a:pt x="0" y="95"/>
                  </a:lnTo>
                  <a:lnTo>
                    <a:pt x="0" y="95"/>
                  </a:lnTo>
                  <a:lnTo>
                    <a:pt x="111" y="126"/>
                  </a:lnTo>
                  <a:lnTo>
                    <a:pt x="126" y="126"/>
                  </a:lnTo>
                  <a:cubicBezTo>
                    <a:pt x="126" y="126"/>
                    <a:pt x="142" y="126"/>
                    <a:pt x="142" y="110"/>
                  </a:cubicBezTo>
                  <a:lnTo>
                    <a:pt x="158" y="110"/>
                  </a:lnTo>
                  <a:lnTo>
                    <a:pt x="158" y="95"/>
                  </a:lnTo>
                  <a:lnTo>
                    <a:pt x="174" y="78"/>
                  </a:lnTo>
                  <a:lnTo>
                    <a:pt x="174" y="78"/>
                  </a:lnTo>
                  <a:cubicBezTo>
                    <a:pt x="158" y="63"/>
                    <a:pt x="158" y="47"/>
                    <a:pt x="158" y="32"/>
                  </a:cubicBezTo>
                  <a:cubicBezTo>
                    <a:pt x="174" y="32"/>
                    <a:pt x="174" y="15"/>
                    <a:pt x="189" y="15"/>
                  </a:cubicBezTo>
                  <a:lnTo>
                    <a:pt x="205" y="32"/>
                  </a:lnTo>
                  <a:cubicBezTo>
                    <a:pt x="205" y="15"/>
                    <a:pt x="205" y="15"/>
                    <a:pt x="189" y="0"/>
                  </a:cubicBezTo>
                  <a:lnTo>
                    <a:pt x="18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19" name="Google Shape;1619;p38"/>
            <p:cNvSpPr/>
            <p:nvPr/>
          </p:nvSpPr>
          <p:spPr>
            <a:xfrm>
              <a:off x="3248167" y="1821807"/>
              <a:ext cx="2512" cy="4039"/>
            </a:xfrm>
            <a:custGeom>
              <a:avLst/>
              <a:gdLst/>
              <a:ahLst/>
              <a:cxnLst/>
              <a:rect l="l" t="t" r="r" b="b"/>
              <a:pathLst>
                <a:path w="79" h="127" extrusionOk="0">
                  <a:moveTo>
                    <a:pt x="32" y="1"/>
                  </a:moveTo>
                  <a:lnTo>
                    <a:pt x="32" y="1"/>
                  </a:lnTo>
                  <a:cubicBezTo>
                    <a:pt x="16" y="1"/>
                    <a:pt x="1" y="17"/>
                    <a:pt x="1" y="32"/>
                  </a:cubicBezTo>
                  <a:lnTo>
                    <a:pt x="16" y="112"/>
                  </a:lnTo>
                  <a:lnTo>
                    <a:pt x="16" y="112"/>
                  </a:lnTo>
                  <a:lnTo>
                    <a:pt x="16" y="127"/>
                  </a:lnTo>
                  <a:lnTo>
                    <a:pt x="16" y="127"/>
                  </a:lnTo>
                  <a:lnTo>
                    <a:pt x="16" y="127"/>
                  </a:lnTo>
                  <a:cubicBezTo>
                    <a:pt x="32" y="112"/>
                    <a:pt x="32" y="112"/>
                    <a:pt x="47" y="112"/>
                  </a:cubicBezTo>
                  <a:lnTo>
                    <a:pt x="64" y="112"/>
                  </a:lnTo>
                  <a:cubicBezTo>
                    <a:pt x="79" y="112"/>
                    <a:pt x="79" y="127"/>
                    <a:pt x="79" y="127"/>
                  </a:cubicBezTo>
                  <a:lnTo>
                    <a:pt x="79" y="112"/>
                  </a:lnTo>
                  <a:lnTo>
                    <a:pt x="79"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0" name="Google Shape;1620;p38"/>
            <p:cNvSpPr/>
            <p:nvPr/>
          </p:nvSpPr>
          <p:spPr>
            <a:xfrm>
              <a:off x="3121906" y="1790735"/>
              <a:ext cx="3021" cy="4580"/>
            </a:xfrm>
            <a:custGeom>
              <a:avLst/>
              <a:gdLst/>
              <a:ahLst/>
              <a:cxnLst/>
              <a:rect l="l" t="t" r="r" b="b"/>
              <a:pathLst>
                <a:path w="95" h="144" extrusionOk="0">
                  <a:moveTo>
                    <a:pt x="47" y="1"/>
                  </a:moveTo>
                  <a:lnTo>
                    <a:pt x="47" y="1"/>
                  </a:lnTo>
                  <a:cubicBezTo>
                    <a:pt x="32" y="1"/>
                    <a:pt x="15" y="1"/>
                    <a:pt x="15" y="17"/>
                  </a:cubicBezTo>
                  <a:lnTo>
                    <a:pt x="15" y="32"/>
                  </a:lnTo>
                  <a:lnTo>
                    <a:pt x="15" y="32"/>
                  </a:lnTo>
                  <a:lnTo>
                    <a:pt x="15" y="49"/>
                  </a:lnTo>
                  <a:lnTo>
                    <a:pt x="0" y="112"/>
                  </a:lnTo>
                  <a:lnTo>
                    <a:pt x="0" y="112"/>
                  </a:lnTo>
                  <a:cubicBezTo>
                    <a:pt x="0" y="127"/>
                    <a:pt x="15" y="143"/>
                    <a:pt x="32" y="143"/>
                  </a:cubicBezTo>
                  <a:lnTo>
                    <a:pt x="47" y="143"/>
                  </a:lnTo>
                  <a:cubicBezTo>
                    <a:pt x="63" y="143"/>
                    <a:pt x="78" y="143"/>
                    <a:pt x="78" y="127"/>
                  </a:cubicBezTo>
                  <a:lnTo>
                    <a:pt x="95" y="32"/>
                  </a:lnTo>
                  <a:cubicBezTo>
                    <a:pt x="95" y="17"/>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1" name="Google Shape;1621;p38"/>
            <p:cNvSpPr/>
            <p:nvPr/>
          </p:nvSpPr>
          <p:spPr>
            <a:xfrm>
              <a:off x="3376940" y="1781734"/>
              <a:ext cx="7028" cy="4548"/>
            </a:xfrm>
            <a:custGeom>
              <a:avLst/>
              <a:gdLst/>
              <a:ahLst/>
              <a:cxnLst/>
              <a:rect l="l" t="t" r="r" b="b"/>
              <a:pathLst>
                <a:path w="221" h="143" extrusionOk="0">
                  <a:moveTo>
                    <a:pt x="174" y="0"/>
                  </a:moveTo>
                  <a:lnTo>
                    <a:pt x="174" y="0"/>
                  </a:lnTo>
                  <a:cubicBezTo>
                    <a:pt x="158" y="0"/>
                    <a:pt x="158" y="17"/>
                    <a:pt x="143" y="17"/>
                  </a:cubicBezTo>
                  <a:lnTo>
                    <a:pt x="126" y="80"/>
                  </a:lnTo>
                  <a:lnTo>
                    <a:pt x="48" y="63"/>
                  </a:lnTo>
                  <a:cubicBezTo>
                    <a:pt x="48" y="80"/>
                    <a:pt x="32" y="80"/>
                    <a:pt x="32" y="80"/>
                  </a:cubicBezTo>
                  <a:cubicBezTo>
                    <a:pt x="32" y="95"/>
                    <a:pt x="17" y="95"/>
                    <a:pt x="17" y="95"/>
                  </a:cubicBezTo>
                  <a:lnTo>
                    <a:pt x="0" y="80"/>
                  </a:lnTo>
                  <a:lnTo>
                    <a:pt x="0" y="95"/>
                  </a:lnTo>
                  <a:cubicBezTo>
                    <a:pt x="0" y="111"/>
                    <a:pt x="0" y="126"/>
                    <a:pt x="32" y="126"/>
                  </a:cubicBezTo>
                  <a:lnTo>
                    <a:pt x="95" y="143"/>
                  </a:lnTo>
                  <a:lnTo>
                    <a:pt x="126" y="143"/>
                  </a:lnTo>
                  <a:lnTo>
                    <a:pt x="143" y="143"/>
                  </a:lnTo>
                  <a:lnTo>
                    <a:pt x="158" y="143"/>
                  </a:lnTo>
                  <a:cubicBezTo>
                    <a:pt x="158" y="143"/>
                    <a:pt x="174" y="143"/>
                    <a:pt x="174" y="126"/>
                  </a:cubicBezTo>
                  <a:lnTo>
                    <a:pt x="206" y="48"/>
                  </a:lnTo>
                  <a:cubicBezTo>
                    <a:pt x="221" y="32"/>
                    <a:pt x="206" y="17"/>
                    <a:pt x="18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2" name="Google Shape;1622;p38"/>
            <p:cNvSpPr/>
            <p:nvPr/>
          </p:nvSpPr>
          <p:spPr>
            <a:xfrm>
              <a:off x="3212101" y="1814333"/>
              <a:ext cx="5025" cy="3021"/>
            </a:xfrm>
            <a:custGeom>
              <a:avLst/>
              <a:gdLst/>
              <a:ahLst/>
              <a:cxnLst/>
              <a:rect l="l" t="t" r="r" b="b"/>
              <a:pathLst>
                <a:path w="158" h="95" extrusionOk="0">
                  <a:moveTo>
                    <a:pt x="78" y="0"/>
                  </a:moveTo>
                  <a:lnTo>
                    <a:pt x="78" y="0"/>
                  </a:lnTo>
                  <a:lnTo>
                    <a:pt x="63" y="0"/>
                  </a:lnTo>
                  <a:lnTo>
                    <a:pt x="15" y="15"/>
                  </a:lnTo>
                  <a:cubicBezTo>
                    <a:pt x="0" y="32"/>
                    <a:pt x="0" y="47"/>
                    <a:pt x="15" y="63"/>
                  </a:cubicBezTo>
                  <a:cubicBezTo>
                    <a:pt x="15" y="78"/>
                    <a:pt x="32" y="78"/>
                    <a:pt x="32" y="78"/>
                  </a:cubicBezTo>
                  <a:lnTo>
                    <a:pt x="63" y="78"/>
                  </a:lnTo>
                  <a:lnTo>
                    <a:pt x="78" y="63"/>
                  </a:lnTo>
                  <a:lnTo>
                    <a:pt x="95" y="78"/>
                  </a:lnTo>
                  <a:cubicBezTo>
                    <a:pt x="110" y="95"/>
                    <a:pt x="110" y="95"/>
                    <a:pt x="126" y="95"/>
                  </a:cubicBezTo>
                  <a:lnTo>
                    <a:pt x="141" y="78"/>
                  </a:lnTo>
                  <a:cubicBezTo>
                    <a:pt x="158" y="63"/>
                    <a:pt x="158" y="32"/>
                    <a:pt x="141"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3" name="Google Shape;1623;p38"/>
            <p:cNvSpPr/>
            <p:nvPr/>
          </p:nvSpPr>
          <p:spPr>
            <a:xfrm>
              <a:off x="3436063" y="1804792"/>
              <a:ext cx="6551" cy="2544"/>
            </a:xfrm>
            <a:custGeom>
              <a:avLst/>
              <a:gdLst/>
              <a:ahLst/>
              <a:cxnLst/>
              <a:rect l="l" t="t" r="r" b="b"/>
              <a:pathLst>
                <a:path w="206" h="80" extrusionOk="0">
                  <a:moveTo>
                    <a:pt x="174" y="0"/>
                  </a:moveTo>
                  <a:lnTo>
                    <a:pt x="174" y="0"/>
                  </a:lnTo>
                  <a:lnTo>
                    <a:pt x="111" y="16"/>
                  </a:lnTo>
                  <a:lnTo>
                    <a:pt x="111" y="16"/>
                  </a:lnTo>
                  <a:cubicBezTo>
                    <a:pt x="95" y="16"/>
                    <a:pt x="95" y="16"/>
                    <a:pt x="80" y="0"/>
                  </a:cubicBezTo>
                  <a:lnTo>
                    <a:pt x="32" y="0"/>
                  </a:lnTo>
                  <a:lnTo>
                    <a:pt x="32" y="0"/>
                  </a:lnTo>
                  <a:cubicBezTo>
                    <a:pt x="0" y="16"/>
                    <a:pt x="0" y="32"/>
                    <a:pt x="0" y="48"/>
                  </a:cubicBezTo>
                  <a:lnTo>
                    <a:pt x="0" y="48"/>
                  </a:lnTo>
                  <a:cubicBezTo>
                    <a:pt x="0" y="63"/>
                    <a:pt x="17" y="79"/>
                    <a:pt x="32" y="79"/>
                  </a:cubicBezTo>
                  <a:lnTo>
                    <a:pt x="32" y="79"/>
                  </a:lnTo>
                  <a:cubicBezTo>
                    <a:pt x="32" y="63"/>
                    <a:pt x="32" y="48"/>
                    <a:pt x="48" y="32"/>
                  </a:cubicBezTo>
                  <a:lnTo>
                    <a:pt x="63" y="32"/>
                  </a:lnTo>
                  <a:lnTo>
                    <a:pt x="63" y="32"/>
                  </a:lnTo>
                  <a:cubicBezTo>
                    <a:pt x="80" y="32"/>
                    <a:pt x="80" y="32"/>
                    <a:pt x="95" y="48"/>
                  </a:cubicBezTo>
                  <a:lnTo>
                    <a:pt x="111" y="63"/>
                  </a:lnTo>
                  <a:lnTo>
                    <a:pt x="174" y="63"/>
                  </a:lnTo>
                  <a:cubicBezTo>
                    <a:pt x="189" y="63"/>
                    <a:pt x="206" y="48"/>
                    <a:pt x="206" y="16"/>
                  </a:cubicBezTo>
                  <a:cubicBezTo>
                    <a:pt x="206" y="16"/>
                    <a:pt x="189"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4" name="Google Shape;1624;p38"/>
            <p:cNvSpPr/>
            <p:nvPr/>
          </p:nvSpPr>
          <p:spPr>
            <a:xfrm>
              <a:off x="3434568" y="1797286"/>
              <a:ext cx="5057" cy="7028"/>
            </a:xfrm>
            <a:custGeom>
              <a:avLst/>
              <a:gdLst/>
              <a:ahLst/>
              <a:cxnLst/>
              <a:rect l="l" t="t" r="r" b="b"/>
              <a:pathLst>
                <a:path w="159" h="221" extrusionOk="0">
                  <a:moveTo>
                    <a:pt x="64" y="0"/>
                  </a:moveTo>
                  <a:lnTo>
                    <a:pt x="47" y="0"/>
                  </a:lnTo>
                  <a:lnTo>
                    <a:pt x="47" y="0"/>
                  </a:lnTo>
                  <a:cubicBezTo>
                    <a:pt x="32" y="0"/>
                    <a:pt x="32" y="15"/>
                    <a:pt x="16" y="15"/>
                  </a:cubicBezTo>
                  <a:lnTo>
                    <a:pt x="1" y="63"/>
                  </a:lnTo>
                  <a:cubicBezTo>
                    <a:pt x="1" y="95"/>
                    <a:pt x="16" y="110"/>
                    <a:pt x="32" y="110"/>
                  </a:cubicBezTo>
                  <a:lnTo>
                    <a:pt x="47" y="110"/>
                  </a:lnTo>
                  <a:cubicBezTo>
                    <a:pt x="47" y="110"/>
                    <a:pt x="64" y="110"/>
                    <a:pt x="64" y="95"/>
                  </a:cubicBezTo>
                  <a:lnTo>
                    <a:pt x="95" y="142"/>
                  </a:lnTo>
                  <a:lnTo>
                    <a:pt x="79" y="173"/>
                  </a:lnTo>
                  <a:cubicBezTo>
                    <a:pt x="79" y="205"/>
                    <a:pt x="95" y="221"/>
                    <a:pt x="110" y="221"/>
                  </a:cubicBezTo>
                  <a:lnTo>
                    <a:pt x="110" y="221"/>
                  </a:lnTo>
                  <a:lnTo>
                    <a:pt x="127" y="221"/>
                  </a:lnTo>
                  <a:cubicBezTo>
                    <a:pt x="127" y="205"/>
                    <a:pt x="127" y="189"/>
                    <a:pt x="142" y="189"/>
                  </a:cubicBezTo>
                  <a:lnTo>
                    <a:pt x="158" y="173"/>
                  </a:lnTo>
                  <a:lnTo>
                    <a:pt x="158" y="142"/>
                  </a:lnTo>
                  <a:lnTo>
                    <a:pt x="158" y="126"/>
                  </a:lnTo>
                  <a:lnTo>
                    <a:pt x="110" y="32"/>
                  </a:lnTo>
                  <a:lnTo>
                    <a:pt x="95" y="15"/>
                  </a:lnTo>
                  <a:lnTo>
                    <a:pt x="7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5" name="Google Shape;1625;p38"/>
            <p:cNvSpPr/>
            <p:nvPr/>
          </p:nvSpPr>
          <p:spPr>
            <a:xfrm>
              <a:off x="3048726" y="1804283"/>
              <a:ext cx="3530" cy="6042"/>
            </a:xfrm>
            <a:custGeom>
              <a:avLst/>
              <a:gdLst/>
              <a:ahLst/>
              <a:cxnLst/>
              <a:rect l="l" t="t" r="r" b="b"/>
              <a:pathLst>
                <a:path w="111" h="190" extrusionOk="0">
                  <a:moveTo>
                    <a:pt x="32" y="1"/>
                  </a:moveTo>
                  <a:lnTo>
                    <a:pt x="16" y="64"/>
                  </a:lnTo>
                  <a:cubicBezTo>
                    <a:pt x="16" y="79"/>
                    <a:pt x="16" y="95"/>
                    <a:pt x="32" y="95"/>
                  </a:cubicBezTo>
                  <a:cubicBezTo>
                    <a:pt x="32" y="111"/>
                    <a:pt x="47" y="111"/>
                    <a:pt x="47" y="127"/>
                  </a:cubicBezTo>
                  <a:lnTo>
                    <a:pt x="32" y="127"/>
                  </a:lnTo>
                  <a:cubicBezTo>
                    <a:pt x="16" y="127"/>
                    <a:pt x="1" y="142"/>
                    <a:pt x="1" y="174"/>
                  </a:cubicBezTo>
                  <a:cubicBezTo>
                    <a:pt x="1" y="190"/>
                    <a:pt x="16" y="190"/>
                    <a:pt x="32" y="190"/>
                  </a:cubicBezTo>
                  <a:lnTo>
                    <a:pt x="47" y="190"/>
                  </a:lnTo>
                  <a:cubicBezTo>
                    <a:pt x="64" y="190"/>
                    <a:pt x="95" y="174"/>
                    <a:pt x="111" y="142"/>
                  </a:cubicBezTo>
                  <a:lnTo>
                    <a:pt x="111" y="111"/>
                  </a:lnTo>
                  <a:lnTo>
                    <a:pt x="111" y="111"/>
                  </a:lnTo>
                  <a:lnTo>
                    <a:pt x="95" y="111"/>
                  </a:lnTo>
                  <a:cubicBezTo>
                    <a:pt x="79" y="95"/>
                    <a:pt x="64" y="79"/>
                    <a:pt x="79" y="64"/>
                  </a:cubicBezTo>
                  <a:lnTo>
                    <a:pt x="79" y="64"/>
                  </a:lnTo>
                  <a:lnTo>
                    <a:pt x="79" y="48"/>
                  </a:lnTo>
                  <a:lnTo>
                    <a:pt x="79"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6" name="Google Shape;1626;p38"/>
            <p:cNvSpPr/>
            <p:nvPr/>
          </p:nvSpPr>
          <p:spPr>
            <a:xfrm>
              <a:off x="3106863" y="1811789"/>
              <a:ext cx="5057" cy="3053"/>
            </a:xfrm>
            <a:custGeom>
              <a:avLst/>
              <a:gdLst/>
              <a:ahLst/>
              <a:cxnLst/>
              <a:rect l="l" t="t" r="r" b="b"/>
              <a:pathLst>
                <a:path w="159" h="96" extrusionOk="0">
                  <a:moveTo>
                    <a:pt x="95" y="1"/>
                  </a:moveTo>
                  <a:lnTo>
                    <a:pt x="95" y="1"/>
                  </a:lnTo>
                  <a:lnTo>
                    <a:pt x="95" y="1"/>
                  </a:lnTo>
                  <a:cubicBezTo>
                    <a:pt x="64" y="1"/>
                    <a:pt x="47" y="17"/>
                    <a:pt x="47" y="32"/>
                  </a:cubicBezTo>
                  <a:lnTo>
                    <a:pt x="32" y="32"/>
                  </a:lnTo>
                  <a:cubicBezTo>
                    <a:pt x="16" y="32"/>
                    <a:pt x="0" y="64"/>
                    <a:pt x="16" y="80"/>
                  </a:cubicBezTo>
                  <a:cubicBezTo>
                    <a:pt x="16" y="95"/>
                    <a:pt x="32" y="95"/>
                    <a:pt x="47" y="95"/>
                  </a:cubicBezTo>
                  <a:lnTo>
                    <a:pt x="47" y="95"/>
                  </a:lnTo>
                  <a:lnTo>
                    <a:pt x="47" y="95"/>
                  </a:lnTo>
                  <a:cubicBezTo>
                    <a:pt x="47" y="80"/>
                    <a:pt x="64" y="80"/>
                    <a:pt x="79" y="80"/>
                  </a:cubicBezTo>
                  <a:lnTo>
                    <a:pt x="79" y="80"/>
                  </a:lnTo>
                  <a:lnTo>
                    <a:pt x="95" y="80"/>
                  </a:lnTo>
                  <a:lnTo>
                    <a:pt x="95" y="64"/>
                  </a:lnTo>
                  <a:lnTo>
                    <a:pt x="95" y="64"/>
                  </a:lnTo>
                  <a:lnTo>
                    <a:pt x="95" y="64"/>
                  </a:lnTo>
                  <a:cubicBezTo>
                    <a:pt x="110" y="80"/>
                    <a:pt x="110" y="80"/>
                    <a:pt x="127" y="80"/>
                  </a:cubicBezTo>
                  <a:cubicBezTo>
                    <a:pt x="127" y="80"/>
                    <a:pt x="142" y="80"/>
                    <a:pt x="142" y="64"/>
                  </a:cubicBezTo>
                  <a:cubicBezTo>
                    <a:pt x="158" y="49"/>
                    <a:pt x="158" y="32"/>
                    <a:pt x="142" y="17"/>
                  </a:cubicBezTo>
                  <a:cubicBezTo>
                    <a:pt x="127"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7" name="Google Shape;1627;p38"/>
            <p:cNvSpPr/>
            <p:nvPr/>
          </p:nvSpPr>
          <p:spPr>
            <a:xfrm>
              <a:off x="3432055" y="1761189"/>
              <a:ext cx="5565" cy="3053"/>
            </a:xfrm>
            <a:custGeom>
              <a:avLst/>
              <a:gdLst/>
              <a:ahLst/>
              <a:cxnLst/>
              <a:rect l="l" t="t" r="r" b="b"/>
              <a:pathLst>
                <a:path w="175" h="96" extrusionOk="0">
                  <a:moveTo>
                    <a:pt x="80" y="1"/>
                  </a:moveTo>
                  <a:cubicBezTo>
                    <a:pt x="63" y="16"/>
                    <a:pt x="48" y="16"/>
                    <a:pt x="32" y="32"/>
                  </a:cubicBezTo>
                  <a:cubicBezTo>
                    <a:pt x="17" y="32"/>
                    <a:pt x="0" y="48"/>
                    <a:pt x="17" y="64"/>
                  </a:cubicBezTo>
                  <a:cubicBezTo>
                    <a:pt x="17" y="79"/>
                    <a:pt x="32" y="95"/>
                    <a:pt x="48" y="95"/>
                  </a:cubicBezTo>
                  <a:cubicBezTo>
                    <a:pt x="48" y="95"/>
                    <a:pt x="63" y="95"/>
                    <a:pt x="63" y="79"/>
                  </a:cubicBezTo>
                  <a:lnTo>
                    <a:pt x="95" y="79"/>
                  </a:lnTo>
                  <a:lnTo>
                    <a:pt x="111" y="79"/>
                  </a:lnTo>
                  <a:cubicBezTo>
                    <a:pt x="111" y="95"/>
                    <a:pt x="126" y="95"/>
                    <a:pt x="126" y="95"/>
                  </a:cubicBezTo>
                  <a:cubicBezTo>
                    <a:pt x="126" y="95"/>
                    <a:pt x="143" y="79"/>
                    <a:pt x="158" y="79"/>
                  </a:cubicBezTo>
                  <a:lnTo>
                    <a:pt x="158" y="79"/>
                  </a:lnTo>
                  <a:lnTo>
                    <a:pt x="174" y="79"/>
                  </a:lnTo>
                  <a:lnTo>
                    <a:pt x="174" y="48"/>
                  </a:lnTo>
                  <a:cubicBezTo>
                    <a:pt x="158" y="32"/>
                    <a:pt x="143" y="16"/>
                    <a:pt x="126" y="16"/>
                  </a:cubicBezTo>
                  <a:lnTo>
                    <a:pt x="126" y="16"/>
                  </a:lnTo>
                  <a:lnTo>
                    <a:pt x="111" y="16"/>
                  </a:lnTo>
                  <a:lnTo>
                    <a:pt x="80"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8" name="Google Shape;1628;p38"/>
            <p:cNvSpPr/>
            <p:nvPr/>
          </p:nvSpPr>
          <p:spPr>
            <a:xfrm>
              <a:off x="3309293" y="1819803"/>
              <a:ext cx="4039" cy="4580"/>
            </a:xfrm>
            <a:custGeom>
              <a:avLst/>
              <a:gdLst/>
              <a:ahLst/>
              <a:cxnLst/>
              <a:rect l="l" t="t" r="r" b="b"/>
              <a:pathLst>
                <a:path w="127" h="144" extrusionOk="0">
                  <a:moveTo>
                    <a:pt x="32" y="1"/>
                  </a:moveTo>
                  <a:lnTo>
                    <a:pt x="32" y="1"/>
                  </a:lnTo>
                  <a:lnTo>
                    <a:pt x="16" y="1"/>
                  </a:lnTo>
                  <a:cubicBezTo>
                    <a:pt x="16" y="17"/>
                    <a:pt x="1" y="17"/>
                    <a:pt x="1" y="32"/>
                  </a:cubicBezTo>
                  <a:cubicBezTo>
                    <a:pt x="1" y="32"/>
                    <a:pt x="1" y="49"/>
                    <a:pt x="16" y="49"/>
                  </a:cubicBezTo>
                  <a:lnTo>
                    <a:pt x="16" y="64"/>
                  </a:lnTo>
                  <a:lnTo>
                    <a:pt x="47" y="64"/>
                  </a:lnTo>
                  <a:lnTo>
                    <a:pt x="47" y="64"/>
                  </a:lnTo>
                  <a:lnTo>
                    <a:pt x="47" y="64"/>
                  </a:lnTo>
                  <a:cubicBezTo>
                    <a:pt x="64" y="64"/>
                    <a:pt x="79" y="64"/>
                    <a:pt x="79" y="80"/>
                  </a:cubicBezTo>
                  <a:cubicBezTo>
                    <a:pt x="95" y="112"/>
                    <a:pt x="79" y="127"/>
                    <a:pt x="64" y="127"/>
                  </a:cubicBezTo>
                  <a:lnTo>
                    <a:pt x="47" y="127"/>
                  </a:lnTo>
                  <a:lnTo>
                    <a:pt x="64" y="127"/>
                  </a:lnTo>
                  <a:cubicBezTo>
                    <a:pt x="64" y="143"/>
                    <a:pt x="79" y="143"/>
                    <a:pt x="79" y="143"/>
                  </a:cubicBezTo>
                  <a:lnTo>
                    <a:pt x="110" y="143"/>
                  </a:lnTo>
                  <a:cubicBezTo>
                    <a:pt x="127" y="127"/>
                    <a:pt x="127" y="112"/>
                    <a:pt x="110" y="95"/>
                  </a:cubicBezTo>
                  <a:lnTo>
                    <a:pt x="110" y="80"/>
                  </a:lnTo>
                  <a:lnTo>
                    <a:pt x="95" y="80"/>
                  </a:lnTo>
                  <a:lnTo>
                    <a:pt x="47" y="49"/>
                  </a:lnTo>
                  <a:cubicBezTo>
                    <a:pt x="47" y="32"/>
                    <a:pt x="32"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29" name="Google Shape;1629;p38"/>
            <p:cNvSpPr/>
            <p:nvPr/>
          </p:nvSpPr>
          <p:spPr>
            <a:xfrm>
              <a:off x="3041729" y="1819326"/>
              <a:ext cx="4516" cy="4039"/>
            </a:xfrm>
            <a:custGeom>
              <a:avLst/>
              <a:gdLst/>
              <a:ahLst/>
              <a:cxnLst/>
              <a:rect l="l" t="t" r="r" b="b"/>
              <a:pathLst>
                <a:path w="142" h="127" extrusionOk="0">
                  <a:moveTo>
                    <a:pt x="95" y="1"/>
                  </a:moveTo>
                  <a:lnTo>
                    <a:pt x="95" y="1"/>
                  </a:lnTo>
                  <a:cubicBezTo>
                    <a:pt x="95" y="1"/>
                    <a:pt x="78" y="1"/>
                    <a:pt x="78" y="16"/>
                  </a:cubicBezTo>
                  <a:lnTo>
                    <a:pt x="15" y="64"/>
                  </a:lnTo>
                  <a:cubicBezTo>
                    <a:pt x="0" y="64"/>
                    <a:pt x="0" y="64"/>
                    <a:pt x="0" y="79"/>
                  </a:cubicBezTo>
                  <a:lnTo>
                    <a:pt x="0" y="110"/>
                  </a:lnTo>
                  <a:cubicBezTo>
                    <a:pt x="15" y="110"/>
                    <a:pt x="15" y="127"/>
                    <a:pt x="32" y="127"/>
                  </a:cubicBezTo>
                  <a:cubicBezTo>
                    <a:pt x="47" y="127"/>
                    <a:pt x="47" y="127"/>
                    <a:pt x="47" y="110"/>
                  </a:cubicBezTo>
                  <a:lnTo>
                    <a:pt x="95" y="79"/>
                  </a:lnTo>
                  <a:lnTo>
                    <a:pt x="126" y="64"/>
                  </a:lnTo>
                  <a:cubicBezTo>
                    <a:pt x="141" y="47"/>
                    <a:pt x="141" y="32"/>
                    <a:pt x="126" y="16"/>
                  </a:cubicBez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0" name="Google Shape;1630;p38"/>
            <p:cNvSpPr/>
            <p:nvPr/>
          </p:nvSpPr>
          <p:spPr>
            <a:xfrm>
              <a:off x="3267694" y="1765705"/>
              <a:ext cx="4548" cy="5565"/>
            </a:xfrm>
            <a:custGeom>
              <a:avLst/>
              <a:gdLst/>
              <a:ahLst/>
              <a:cxnLst/>
              <a:rect l="l" t="t" r="r" b="b"/>
              <a:pathLst>
                <a:path w="143" h="175" extrusionOk="0">
                  <a:moveTo>
                    <a:pt x="143" y="95"/>
                  </a:moveTo>
                  <a:lnTo>
                    <a:pt x="95" y="126"/>
                  </a:lnTo>
                  <a:cubicBezTo>
                    <a:pt x="95" y="126"/>
                    <a:pt x="95" y="143"/>
                    <a:pt x="80" y="158"/>
                  </a:cubicBezTo>
                  <a:lnTo>
                    <a:pt x="80" y="174"/>
                  </a:lnTo>
                  <a:lnTo>
                    <a:pt x="95" y="174"/>
                  </a:lnTo>
                  <a:lnTo>
                    <a:pt x="95" y="174"/>
                  </a:lnTo>
                  <a:lnTo>
                    <a:pt x="95" y="174"/>
                  </a:lnTo>
                  <a:cubicBezTo>
                    <a:pt x="111" y="174"/>
                    <a:pt x="111" y="158"/>
                    <a:pt x="126" y="143"/>
                  </a:cubicBezTo>
                  <a:lnTo>
                    <a:pt x="126" y="111"/>
                  </a:lnTo>
                  <a:lnTo>
                    <a:pt x="126" y="111"/>
                  </a:lnTo>
                  <a:lnTo>
                    <a:pt x="143" y="95"/>
                  </a:lnTo>
                  <a:close/>
                  <a:moveTo>
                    <a:pt x="63" y="0"/>
                  </a:moveTo>
                  <a:lnTo>
                    <a:pt x="63" y="0"/>
                  </a:lnTo>
                  <a:lnTo>
                    <a:pt x="17" y="32"/>
                  </a:lnTo>
                  <a:cubicBezTo>
                    <a:pt x="0" y="32"/>
                    <a:pt x="0" y="63"/>
                    <a:pt x="17" y="80"/>
                  </a:cubicBezTo>
                  <a:lnTo>
                    <a:pt x="32" y="111"/>
                  </a:lnTo>
                  <a:lnTo>
                    <a:pt x="32" y="111"/>
                  </a:lnTo>
                  <a:lnTo>
                    <a:pt x="32" y="111"/>
                  </a:lnTo>
                  <a:cubicBezTo>
                    <a:pt x="32" y="95"/>
                    <a:pt x="32" y="80"/>
                    <a:pt x="48" y="63"/>
                  </a:cubicBezTo>
                  <a:lnTo>
                    <a:pt x="111" y="32"/>
                  </a:lnTo>
                  <a:lnTo>
                    <a:pt x="111" y="17"/>
                  </a:lnTo>
                  <a:lnTo>
                    <a:pt x="95" y="17"/>
                  </a:ln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1" name="Google Shape;1631;p38"/>
            <p:cNvSpPr/>
            <p:nvPr/>
          </p:nvSpPr>
          <p:spPr>
            <a:xfrm>
              <a:off x="3183510" y="1831825"/>
              <a:ext cx="5057" cy="2576"/>
            </a:xfrm>
            <a:custGeom>
              <a:avLst/>
              <a:gdLst/>
              <a:ahLst/>
              <a:cxnLst/>
              <a:rect l="l" t="t" r="r" b="b"/>
              <a:pathLst>
                <a:path w="159" h="81" extrusionOk="0">
                  <a:moveTo>
                    <a:pt x="111" y="1"/>
                  </a:moveTo>
                  <a:lnTo>
                    <a:pt x="111" y="1"/>
                  </a:lnTo>
                  <a:lnTo>
                    <a:pt x="32" y="1"/>
                  </a:lnTo>
                  <a:cubicBezTo>
                    <a:pt x="17" y="1"/>
                    <a:pt x="0" y="17"/>
                    <a:pt x="0" y="49"/>
                  </a:cubicBezTo>
                  <a:cubicBezTo>
                    <a:pt x="0" y="64"/>
                    <a:pt x="17" y="80"/>
                    <a:pt x="48" y="80"/>
                  </a:cubicBezTo>
                  <a:lnTo>
                    <a:pt x="48" y="80"/>
                  </a:lnTo>
                  <a:lnTo>
                    <a:pt x="127" y="64"/>
                  </a:lnTo>
                  <a:cubicBezTo>
                    <a:pt x="143" y="64"/>
                    <a:pt x="158" y="49"/>
                    <a:pt x="158" y="32"/>
                  </a:cubicBezTo>
                  <a:cubicBezTo>
                    <a:pt x="143" y="17"/>
                    <a:pt x="143"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2" name="Google Shape;1632;p38"/>
            <p:cNvSpPr/>
            <p:nvPr/>
          </p:nvSpPr>
          <p:spPr>
            <a:xfrm>
              <a:off x="3021693" y="1792261"/>
              <a:ext cx="4516" cy="7060"/>
            </a:xfrm>
            <a:custGeom>
              <a:avLst/>
              <a:gdLst/>
              <a:ahLst/>
              <a:cxnLst/>
              <a:rect l="l" t="t" r="r" b="b"/>
              <a:pathLst>
                <a:path w="142" h="222" extrusionOk="0">
                  <a:moveTo>
                    <a:pt x="110" y="1"/>
                  </a:moveTo>
                  <a:lnTo>
                    <a:pt x="63" y="1"/>
                  </a:lnTo>
                  <a:lnTo>
                    <a:pt x="63" y="32"/>
                  </a:lnTo>
                  <a:lnTo>
                    <a:pt x="63" y="64"/>
                  </a:lnTo>
                  <a:cubicBezTo>
                    <a:pt x="78" y="64"/>
                    <a:pt x="78" y="64"/>
                    <a:pt x="95" y="79"/>
                  </a:cubicBezTo>
                  <a:lnTo>
                    <a:pt x="95" y="110"/>
                  </a:lnTo>
                  <a:cubicBezTo>
                    <a:pt x="110" y="110"/>
                    <a:pt x="126" y="127"/>
                    <a:pt x="110" y="142"/>
                  </a:cubicBezTo>
                  <a:cubicBezTo>
                    <a:pt x="110" y="158"/>
                    <a:pt x="95" y="173"/>
                    <a:pt x="78" y="173"/>
                  </a:cubicBezTo>
                  <a:lnTo>
                    <a:pt x="78" y="173"/>
                  </a:lnTo>
                  <a:lnTo>
                    <a:pt x="15" y="158"/>
                  </a:lnTo>
                  <a:cubicBezTo>
                    <a:pt x="0" y="173"/>
                    <a:pt x="0" y="190"/>
                    <a:pt x="15" y="205"/>
                  </a:cubicBezTo>
                  <a:cubicBezTo>
                    <a:pt x="15" y="221"/>
                    <a:pt x="15" y="221"/>
                    <a:pt x="32" y="221"/>
                  </a:cubicBezTo>
                  <a:lnTo>
                    <a:pt x="32" y="221"/>
                  </a:lnTo>
                  <a:lnTo>
                    <a:pt x="32" y="221"/>
                  </a:lnTo>
                  <a:lnTo>
                    <a:pt x="47" y="221"/>
                  </a:lnTo>
                  <a:lnTo>
                    <a:pt x="47" y="221"/>
                  </a:lnTo>
                  <a:lnTo>
                    <a:pt x="63" y="221"/>
                  </a:lnTo>
                  <a:cubicBezTo>
                    <a:pt x="141" y="173"/>
                    <a:pt x="141" y="95"/>
                    <a:pt x="141" y="32"/>
                  </a:cubicBezTo>
                  <a:cubicBezTo>
                    <a:pt x="126" y="32"/>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3" name="Google Shape;1633;p38"/>
            <p:cNvSpPr/>
            <p:nvPr/>
          </p:nvSpPr>
          <p:spPr>
            <a:xfrm>
              <a:off x="3120888" y="1812329"/>
              <a:ext cx="4516" cy="5502"/>
            </a:xfrm>
            <a:custGeom>
              <a:avLst/>
              <a:gdLst/>
              <a:ahLst/>
              <a:cxnLst/>
              <a:rect l="l" t="t" r="r" b="b"/>
              <a:pathLst>
                <a:path w="142" h="173" extrusionOk="0">
                  <a:moveTo>
                    <a:pt x="32" y="0"/>
                  </a:moveTo>
                  <a:lnTo>
                    <a:pt x="32" y="0"/>
                  </a:lnTo>
                  <a:lnTo>
                    <a:pt x="16" y="0"/>
                  </a:lnTo>
                  <a:cubicBezTo>
                    <a:pt x="1" y="15"/>
                    <a:pt x="1" y="32"/>
                    <a:pt x="16" y="47"/>
                  </a:cubicBezTo>
                  <a:lnTo>
                    <a:pt x="16" y="47"/>
                  </a:lnTo>
                  <a:lnTo>
                    <a:pt x="32" y="95"/>
                  </a:lnTo>
                  <a:lnTo>
                    <a:pt x="64" y="158"/>
                  </a:lnTo>
                  <a:cubicBezTo>
                    <a:pt x="64" y="158"/>
                    <a:pt x="79" y="158"/>
                    <a:pt x="79" y="173"/>
                  </a:cubicBezTo>
                  <a:lnTo>
                    <a:pt x="79" y="173"/>
                  </a:lnTo>
                  <a:lnTo>
                    <a:pt x="95" y="173"/>
                  </a:lnTo>
                  <a:lnTo>
                    <a:pt x="110" y="173"/>
                  </a:lnTo>
                  <a:cubicBezTo>
                    <a:pt x="127" y="158"/>
                    <a:pt x="142" y="141"/>
                    <a:pt x="127" y="126"/>
                  </a:cubicBezTo>
                  <a:lnTo>
                    <a:pt x="64" y="15"/>
                  </a:lnTo>
                  <a:cubicBezTo>
                    <a:pt x="64"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4" name="Google Shape;1634;p38"/>
            <p:cNvSpPr/>
            <p:nvPr/>
          </p:nvSpPr>
          <p:spPr>
            <a:xfrm>
              <a:off x="3321824" y="1816814"/>
              <a:ext cx="4548" cy="2544"/>
            </a:xfrm>
            <a:custGeom>
              <a:avLst/>
              <a:gdLst/>
              <a:ahLst/>
              <a:cxnLst/>
              <a:rect l="l" t="t" r="r" b="b"/>
              <a:pathLst>
                <a:path w="143" h="80" extrusionOk="0">
                  <a:moveTo>
                    <a:pt x="111" y="0"/>
                  </a:moveTo>
                  <a:lnTo>
                    <a:pt x="111" y="0"/>
                  </a:lnTo>
                  <a:lnTo>
                    <a:pt x="48" y="0"/>
                  </a:lnTo>
                  <a:lnTo>
                    <a:pt x="32" y="0"/>
                  </a:lnTo>
                  <a:lnTo>
                    <a:pt x="32" y="0"/>
                  </a:lnTo>
                  <a:cubicBezTo>
                    <a:pt x="16" y="0"/>
                    <a:pt x="0" y="17"/>
                    <a:pt x="0" y="48"/>
                  </a:cubicBezTo>
                  <a:lnTo>
                    <a:pt x="0" y="48"/>
                  </a:lnTo>
                  <a:cubicBezTo>
                    <a:pt x="16" y="48"/>
                    <a:pt x="32" y="63"/>
                    <a:pt x="32" y="63"/>
                  </a:cubicBezTo>
                  <a:cubicBezTo>
                    <a:pt x="32" y="63"/>
                    <a:pt x="32" y="80"/>
                    <a:pt x="48" y="80"/>
                  </a:cubicBezTo>
                  <a:lnTo>
                    <a:pt x="111" y="80"/>
                  </a:lnTo>
                  <a:cubicBezTo>
                    <a:pt x="126" y="80"/>
                    <a:pt x="142" y="63"/>
                    <a:pt x="142" y="48"/>
                  </a:cubicBezTo>
                  <a:lnTo>
                    <a:pt x="142" y="48"/>
                  </a:lnTo>
                  <a:lnTo>
                    <a:pt x="142" y="17"/>
                  </a:lnTo>
                  <a:lnTo>
                    <a:pt x="142" y="17"/>
                  </a:lnTo>
                  <a:cubicBezTo>
                    <a:pt x="126" y="17"/>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5" name="Google Shape;1635;p38"/>
            <p:cNvSpPr/>
            <p:nvPr/>
          </p:nvSpPr>
          <p:spPr>
            <a:xfrm>
              <a:off x="3416026" y="1752189"/>
              <a:ext cx="4548" cy="3021"/>
            </a:xfrm>
            <a:custGeom>
              <a:avLst/>
              <a:gdLst/>
              <a:ahLst/>
              <a:cxnLst/>
              <a:rect l="l" t="t" r="r" b="b"/>
              <a:pathLst>
                <a:path w="143" h="95" extrusionOk="0">
                  <a:moveTo>
                    <a:pt x="111" y="0"/>
                  </a:moveTo>
                  <a:lnTo>
                    <a:pt x="111" y="0"/>
                  </a:lnTo>
                  <a:lnTo>
                    <a:pt x="95" y="0"/>
                  </a:lnTo>
                  <a:lnTo>
                    <a:pt x="32" y="32"/>
                  </a:lnTo>
                  <a:cubicBezTo>
                    <a:pt x="16" y="47"/>
                    <a:pt x="0" y="63"/>
                    <a:pt x="16" y="79"/>
                  </a:cubicBezTo>
                  <a:lnTo>
                    <a:pt x="16" y="79"/>
                  </a:lnTo>
                  <a:cubicBezTo>
                    <a:pt x="32" y="95"/>
                    <a:pt x="32" y="95"/>
                    <a:pt x="48" y="95"/>
                  </a:cubicBezTo>
                  <a:lnTo>
                    <a:pt x="63" y="95"/>
                  </a:lnTo>
                  <a:lnTo>
                    <a:pt x="95" y="79"/>
                  </a:lnTo>
                  <a:lnTo>
                    <a:pt x="111" y="63"/>
                  </a:lnTo>
                  <a:lnTo>
                    <a:pt x="126" y="63"/>
                  </a:lnTo>
                  <a:lnTo>
                    <a:pt x="126" y="63"/>
                  </a:lnTo>
                  <a:lnTo>
                    <a:pt x="126" y="63"/>
                  </a:lnTo>
                  <a:lnTo>
                    <a:pt x="143" y="63"/>
                  </a:lnTo>
                  <a:cubicBezTo>
                    <a:pt x="126" y="47"/>
                    <a:pt x="143" y="32"/>
                    <a:pt x="143" y="32"/>
                  </a:cubicBezTo>
                  <a:lnTo>
                    <a:pt x="143" y="15"/>
                  </a:lnTo>
                  <a:cubicBezTo>
                    <a:pt x="143" y="15"/>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6" name="Google Shape;1636;p38"/>
            <p:cNvSpPr/>
            <p:nvPr/>
          </p:nvSpPr>
          <p:spPr>
            <a:xfrm>
              <a:off x="3199539" y="1799290"/>
              <a:ext cx="2576" cy="4039"/>
            </a:xfrm>
            <a:custGeom>
              <a:avLst/>
              <a:gdLst/>
              <a:ahLst/>
              <a:cxnLst/>
              <a:rect l="l" t="t" r="r" b="b"/>
              <a:pathLst>
                <a:path w="81" h="127" extrusionOk="0">
                  <a:moveTo>
                    <a:pt x="49" y="0"/>
                  </a:moveTo>
                  <a:lnTo>
                    <a:pt x="49" y="0"/>
                  </a:lnTo>
                  <a:cubicBezTo>
                    <a:pt x="32" y="0"/>
                    <a:pt x="17" y="0"/>
                    <a:pt x="17" y="16"/>
                  </a:cubicBezTo>
                  <a:lnTo>
                    <a:pt x="1" y="95"/>
                  </a:lnTo>
                  <a:cubicBezTo>
                    <a:pt x="1" y="110"/>
                    <a:pt x="17" y="126"/>
                    <a:pt x="32" y="126"/>
                  </a:cubicBezTo>
                  <a:lnTo>
                    <a:pt x="32" y="126"/>
                  </a:lnTo>
                  <a:cubicBezTo>
                    <a:pt x="49" y="126"/>
                    <a:pt x="64" y="126"/>
                    <a:pt x="80" y="95"/>
                  </a:cubicBezTo>
                  <a:lnTo>
                    <a:pt x="80" y="32"/>
                  </a:lnTo>
                  <a:cubicBezTo>
                    <a:pt x="80"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7" name="Google Shape;1637;p38"/>
            <p:cNvSpPr/>
            <p:nvPr/>
          </p:nvSpPr>
          <p:spPr>
            <a:xfrm>
              <a:off x="3356872" y="1755178"/>
              <a:ext cx="6583" cy="2035"/>
            </a:xfrm>
            <a:custGeom>
              <a:avLst/>
              <a:gdLst/>
              <a:ahLst/>
              <a:cxnLst/>
              <a:rect l="l" t="t" r="r" b="b"/>
              <a:pathLst>
                <a:path w="207" h="64" extrusionOk="0">
                  <a:moveTo>
                    <a:pt x="206" y="1"/>
                  </a:moveTo>
                  <a:cubicBezTo>
                    <a:pt x="143" y="16"/>
                    <a:pt x="80" y="16"/>
                    <a:pt x="1" y="32"/>
                  </a:cubicBezTo>
                  <a:lnTo>
                    <a:pt x="80" y="64"/>
                  </a:lnTo>
                  <a:lnTo>
                    <a:pt x="95" y="64"/>
                  </a:lnTo>
                  <a:lnTo>
                    <a:pt x="127" y="64"/>
                  </a:lnTo>
                  <a:lnTo>
                    <a:pt x="190" y="32"/>
                  </a:lnTo>
                  <a:cubicBezTo>
                    <a:pt x="190" y="16"/>
                    <a:pt x="206" y="16"/>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8" name="Google Shape;1638;p38"/>
            <p:cNvSpPr/>
            <p:nvPr/>
          </p:nvSpPr>
          <p:spPr>
            <a:xfrm>
              <a:off x="3371438" y="1780239"/>
              <a:ext cx="5057" cy="3530"/>
            </a:xfrm>
            <a:custGeom>
              <a:avLst/>
              <a:gdLst/>
              <a:ahLst/>
              <a:cxnLst/>
              <a:rect l="l" t="t" r="r" b="b"/>
              <a:pathLst>
                <a:path w="159" h="111" extrusionOk="0">
                  <a:moveTo>
                    <a:pt x="158" y="110"/>
                  </a:moveTo>
                  <a:lnTo>
                    <a:pt x="158" y="110"/>
                  </a:lnTo>
                  <a:lnTo>
                    <a:pt x="158" y="110"/>
                  </a:lnTo>
                  <a:lnTo>
                    <a:pt x="158" y="110"/>
                  </a:lnTo>
                  <a:close/>
                  <a:moveTo>
                    <a:pt x="63" y="1"/>
                  </a:moveTo>
                  <a:lnTo>
                    <a:pt x="63" y="1"/>
                  </a:lnTo>
                  <a:cubicBezTo>
                    <a:pt x="47" y="1"/>
                    <a:pt x="47" y="1"/>
                    <a:pt x="32" y="16"/>
                  </a:cubicBezTo>
                  <a:lnTo>
                    <a:pt x="16" y="47"/>
                  </a:lnTo>
                  <a:cubicBezTo>
                    <a:pt x="0" y="47"/>
                    <a:pt x="0" y="64"/>
                    <a:pt x="16" y="79"/>
                  </a:cubicBezTo>
                  <a:cubicBezTo>
                    <a:pt x="16" y="95"/>
                    <a:pt x="32" y="95"/>
                    <a:pt x="47" y="95"/>
                  </a:cubicBezTo>
                  <a:lnTo>
                    <a:pt x="79" y="95"/>
                  </a:lnTo>
                  <a:cubicBezTo>
                    <a:pt x="79" y="95"/>
                    <a:pt x="79" y="79"/>
                    <a:pt x="95" y="64"/>
                  </a:cubicBezTo>
                  <a:lnTo>
                    <a:pt x="110" y="47"/>
                  </a:lnTo>
                  <a:lnTo>
                    <a:pt x="127" y="47"/>
                  </a:lnTo>
                  <a:lnTo>
                    <a:pt x="142" y="64"/>
                  </a:lnTo>
                  <a:lnTo>
                    <a:pt x="142" y="47"/>
                  </a:lnTo>
                  <a:lnTo>
                    <a:pt x="142" y="32"/>
                  </a:lnTo>
                  <a:lnTo>
                    <a:pt x="95" y="32"/>
                  </a:lnTo>
                  <a:cubicBezTo>
                    <a:pt x="95" y="16"/>
                    <a:pt x="95"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39" name="Google Shape;1639;p38"/>
            <p:cNvSpPr/>
            <p:nvPr/>
          </p:nvSpPr>
          <p:spPr>
            <a:xfrm>
              <a:off x="3412528" y="1793756"/>
              <a:ext cx="5534" cy="8555"/>
            </a:xfrm>
            <a:custGeom>
              <a:avLst/>
              <a:gdLst/>
              <a:ahLst/>
              <a:cxnLst/>
              <a:rect l="l" t="t" r="r" b="b"/>
              <a:pathLst>
                <a:path w="174" h="269" extrusionOk="0">
                  <a:moveTo>
                    <a:pt x="173" y="0"/>
                  </a:moveTo>
                  <a:lnTo>
                    <a:pt x="158" y="17"/>
                  </a:lnTo>
                  <a:cubicBezTo>
                    <a:pt x="158" y="48"/>
                    <a:pt x="142" y="63"/>
                    <a:pt x="126" y="63"/>
                  </a:cubicBezTo>
                  <a:lnTo>
                    <a:pt x="110" y="48"/>
                  </a:lnTo>
                  <a:lnTo>
                    <a:pt x="95" y="63"/>
                  </a:lnTo>
                  <a:cubicBezTo>
                    <a:pt x="63" y="80"/>
                    <a:pt x="32" y="80"/>
                    <a:pt x="0" y="126"/>
                  </a:cubicBezTo>
                  <a:lnTo>
                    <a:pt x="0" y="158"/>
                  </a:lnTo>
                  <a:lnTo>
                    <a:pt x="0" y="206"/>
                  </a:lnTo>
                  <a:lnTo>
                    <a:pt x="0" y="221"/>
                  </a:lnTo>
                  <a:cubicBezTo>
                    <a:pt x="16" y="221"/>
                    <a:pt x="16" y="237"/>
                    <a:pt x="16" y="237"/>
                  </a:cubicBezTo>
                  <a:lnTo>
                    <a:pt x="110" y="269"/>
                  </a:lnTo>
                  <a:lnTo>
                    <a:pt x="126" y="269"/>
                  </a:lnTo>
                  <a:lnTo>
                    <a:pt x="126" y="253"/>
                  </a:lnTo>
                  <a:cubicBezTo>
                    <a:pt x="126" y="237"/>
                    <a:pt x="126" y="221"/>
                    <a:pt x="158" y="221"/>
                  </a:cubicBezTo>
                  <a:lnTo>
                    <a:pt x="158" y="221"/>
                  </a:lnTo>
                  <a:lnTo>
                    <a:pt x="158" y="221"/>
                  </a:lnTo>
                  <a:lnTo>
                    <a:pt x="158" y="221"/>
                  </a:lnTo>
                  <a:cubicBezTo>
                    <a:pt x="158" y="221"/>
                    <a:pt x="158" y="206"/>
                    <a:pt x="142" y="206"/>
                  </a:cubicBezTo>
                  <a:lnTo>
                    <a:pt x="95" y="190"/>
                  </a:lnTo>
                  <a:lnTo>
                    <a:pt x="79" y="190"/>
                  </a:lnTo>
                  <a:lnTo>
                    <a:pt x="79" y="190"/>
                  </a:lnTo>
                  <a:cubicBezTo>
                    <a:pt x="63" y="190"/>
                    <a:pt x="63" y="190"/>
                    <a:pt x="47" y="174"/>
                  </a:cubicBezTo>
                  <a:lnTo>
                    <a:pt x="32" y="143"/>
                  </a:lnTo>
                  <a:cubicBezTo>
                    <a:pt x="16" y="126"/>
                    <a:pt x="32" y="95"/>
                    <a:pt x="47" y="95"/>
                  </a:cubicBezTo>
                  <a:lnTo>
                    <a:pt x="63" y="80"/>
                  </a:lnTo>
                  <a:lnTo>
                    <a:pt x="79" y="95"/>
                  </a:lnTo>
                  <a:cubicBezTo>
                    <a:pt x="79" y="80"/>
                    <a:pt x="95" y="80"/>
                    <a:pt x="95" y="80"/>
                  </a:cubicBezTo>
                  <a:lnTo>
                    <a:pt x="95" y="80"/>
                  </a:lnTo>
                  <a:lnTo>
                    <a:pt x="110" y="80"/>
                  </a:lnTo>
                  <a:cubicBezTo>
                    <a:pt x="126" y="95"/>
                    <a:pt x="142" y="111"/>
                    <a:pt x="142" y="126"/>
                  </a:cubicBezTo>
                  <a:lnTo>
                    <a:pt x="126" y="126"/>
                  </a:lnTo>
                  <a:lnTo>
                    <a:pt x="142" y="126"/>
                  </a:lnTo>
                  <a:cubicBezTo>
                    <a:pt x="158" y="126"/>
                    <a:pt x="158" y="111"/>
                    <a:pt x="173" y="95"/>
                  </a:cubicBezTo>
                  <a:lnTo>
                    <a:pt x="17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0" name="Google Shape;1640;p38"/>
            <p:cNvSpPr/>
            <p:nvPr/>
          </p:nvSpPr>
          <p:spPr>
            <a:xfrm>
              <a:off x="3159466" y="1811789"/>
              <a:ext cx="4548" cy="2035"/>
            </a:xfrm>
            <a:custGeom>
              <a:avLst/>
              <a:gdLst/>
              <a:ahLst/>
              <a:cxnLst/>
              <a:rect l="l" t="t" r="r" b="b"/>
              <a:pathLst>
                <a:path w="143" h="64" extrusionOk="0">
                  <a:moveTo>
                    <a:pt x="32" y="49"/>
                  </a:moveTo>
                  <a:lnTo>
                    <a:pt x="17" y="64"/>
                  </a:lnTo>
                  <a:lnTo>
                    <a:pt x="17" y="64"/>
                  </a:lnTo>
                  <a:lnTo>
                    <a:pt x="0" y="64"/>
                  </a:lnTo>
                  <a:lnTo>
                    <a:pt x="32" y="64"/>
                  </a:lnTo>
                  <a:lnTo>
                    <a:pt x="32" y="64"/>
                  </a:lnTo>
                  <a:lnTo>
                    <a:pt x="32" y="64"/>
                  </a:lnTo>
                  <a:lnTo>
                    <a:pt x="32" y="49"/>
                  </a:lnTo>
                  <a:close/>
                  <a:moveTo>
                    <a:pt x="111" y="1"/>
                  </a:moveTo>
                  <a:lnTo>
                    <a:pt x="111" y="1"/>
                  </a:lnTo>
                  <a:lnTo>
                    <a:pt x="32" y="1"/>
                  </a:lnTo>
                  <a:lnTo>
                    <a:pt x="32" y="1"/>
                  </a:lnTo>
                  <a:cubicBezTo>
                    <a:pt x="48" y="1"/>
                    <a:pt x="48" y="17"/>
                    <a:pt x="48" y="17"/>
                  </a:cubicBezTo>
                  <a:lnTo>
                    <a:pt x="48" y="32"/>
                  </a:lnTo>
                  <a:lnTo>
                    <a:pt x="48" y="32"/>
                  </a:lnTo>
                  <a:lnTo>
                    <a:pt x="63" y="32"/>
                  </a:lnTo>
                  <a:lnTo>
                    <a:pt x="63" y="32"/>
                  </a:lnTo>
                  <a:cubicBezTo>
                    <a:pt x="80" y="32"/>
                    <a:pt x="80" y="32"/>
                    <a:pt x="95" y="49"/>
                  </a:cubicBezTo>
                  <a:cubicBezTo>
                    <a:pt x="95" y="49"/>
                    <a:pt x="111" y="49"/>
                    <a:pt x="111" y="64"/>
                  </a:cubicBezTo>
                  <a:cubicBezTo>
                    <a:pt x="111" y="49"/>
                    <a:pt x="126" y="49"/>
                    <a:pt x="126" y="32"/>
                  </a:cubicBezTo>
                  <a:lnTo>
                    <a:pt x="143" y="32"/>
                  </a:lnTo>
                  <a:lnTo>
                    <a:pt x="143" y="32"/>
                  </a:lnTo>
                  <a:lnTo>
                    <a:pt x="143" y="32"/>
                  </a:lnTo>
                  <a:cubicBezTo>
                    <a:pt x="143" y="17"/>
                    <a:pt x="126"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1" name="Google Shape;1641;p38"/>
            <p:cNvSpPr/>
            <p:nvPr/>
          </p:nvSpPr>
          <p:spPr>
            <a:xfrm>
              <a:off x="3086286" y="1812806"/>
              <a:ext cx="3053" cy="2035"/>
            </a:xfrm>
            <a:custGeom>
              <a:avLst/>
              <a:gdLst/>
              <a:ahLst/>
              <a:cxnLst/>
              <a:rect l="l" t="t" r="r" b="b"/>
              <a:pathLst>
                <a:path w="96" h="64" extrusionOk="0">
                  <a:moveTo>
                    <a:pt x="95" y="0"/>
                  </a:moveTo>
                  <a:lnTo>
                    <a:pt x="80" y="0"/>
                  </a:lnTo>
                  <a:lnTo>
                    <a:pt x="80" y="17"/>
                  </a:lnTo>
                  <a:cubicBezTo>
                    <a:pt x="80" y="17"/>
                    <a:pt x="64" y="32"/>
                    <a:pt x="49" y="32"/>
                  </a:cubicBezTo>
                  <a:lnTo>
                    <a:pt x="49" y="17"/>
                  </a:lnTo>
                  <a:lnTo>
                    <a:pt x="32" y="17"/>
                  </a:lnTo>
                  <a:cubicBezTo>
                    <a:pt x="32" y="32"/>
                    <a:pt x="17" y="32"/>
                    <a:pt x="17" y="32"/>
                  </a:cubicBezTo>
                  <a:lnTo>
                    <a:pt x="1" y="32"/>
                  </a:lnTo>
                  <a:lnTo>
                    <a:pt x="1" y="32"/>
                  </a:lnTo>
                  <a:lnTo>
                    <a:pt x="17" y="48"/>
                  </a:lnTo>
                  <a:cubicBezTo>
                    <a:pt x="17" y="63"/>
                    <a:pt x="32" y="63"/>
                    <a:pt x="49" y="63"/>
                  </a:cubicBezTo>
                  <a:lnTo>
                    <a:pt x="49" y="63"/>
                  </a:lnTo>
                  <a:cubicBezTo>
                    <a:pt x="64" y="63"/>
                    <a:pt x="64" y="63"/>
                    <a:pt x="80" y="48"/>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2" name="Google Shape;1642;p38"/>
            <p:cNvSpPr/>
            <p:nvPr/>
          </p:nvSpPr>
          <p:spPr>
            <a:xfrm>
              <a:off x="3427571" y="1804792"/>
              <a:ext cx="8523" cy="3530"/>
            </a:xfrm>
            <a:custGeom>
              <a:avLst/>
              <a:gdLst/>
              <a:ahLst/>
              <a:cxnLst/>
              <a:rect l="l" t="t" r="r" b="b"/>
              <a:pathLst>
                <a:path w="268" h="111" extrusionOk="0">
                  <a:moveTo>
                    <a:pt x="47" y="16"/>
                  </a:moveTo>
                  <a:lnTo>
                    <a:pt x="47" y="16"/>
                  </a:lnTo>
                  <a:cubicBezTo>
                    <a:pt x="32" y="16"/>
                    <a:pt x="15" y="48"/>
                    <a:pt x="0" y="63"/>
                  </a:cubicBezTo>
                  <a:lnTo>
                    <a:pt x="0" y="63"/>
                  </a:lnTo>
                  <a:lnTo>
                    <a:pt x="47" y="79"/>
                  </a:lnTo>
                  <a:cubicBezTo>
                    <a:pt x="47" y="79"/>
                    <a:pt x="63" y="95"/>
                    <a:pt x="63" y="111"/>
                  </a:cubicBezTo>
                  <a:lnTo>
                    <a:pt x="63" y="111"/>
                  </a:lnTo>
                  <a:lnTo>
                    <a:pt x="78" y="111"/>
                  </a:lnTo>
                  <a:lnTo>
                    <a:pt x="78" y="111"/>
                  </a:lnTo>
                  <a:lnTo>
                    <a:pt x="78" y="111"/>
                  </a:lnTo>
                  <a:lnTo>
                    <a:pt x="78" y="95"/>
                  </a:lnTo>
                  <a:cubicBezTo>
                    <a:pt x="63" y="79"/>
                    <a:pt x="47" y="48"/>
                    <a:pt x="47" y="32"/>
                  </a:cubicBezTo>
                  <a:lnTo>
                    <a:pt x="47" y="16"/>
                  </a:lnTo>
                  <a:close/>
                  <a:moveTo>
                    <a:pt x="221" y="0"/>
                  </a:moveTo>
                  <a:lnTo>
                    <a:pt x="221" y="0"/>
                  </a:lnTo>
                  <a:lnTo>
                    <a:pt x="204" y="0"/>
                  </a:lnTo>
                  <a:lnTo>
                    <a:pt x="173" y="0"/>
                  </a:lnTo>
                  <a:lnTo>
                    <a:pt x="158" y="0"/>
                  </a:lnTo>
                  <a:lnTo>
                    <a:pt x="141" y="0"/>
                  </a:lnTo>
                  <a:lnTo>
                    <a:pt x="141" y="0"/>
                  </a:lnTo>
                  <a:lnTo>
                    <a:pt x="141" y="16"/>
                  </a:lnTo>
                  <a:cubicBezTo>
                    <a:pt x="126" y="16"/>
                    <a:pt x="110" y="32"/>
                    <a:pt x="110" y="32"/>
                  </a:cubicBezTo>
                  <a:cubicBezTo>
                    <a:pt x="110" y="32"/>
                    <a:pt x="110" y="48"/>
                    <a:pt x="126" y="48"/>
                  </a:cubicBezTo>
                  <a:lnTo>
                    <a:pt x="126" y="63"/>
                  </a:lnTo>
                  <a:cubicBezTo>
                    <a:pt x="141" y="48"/>
                    <a:pt x="141" y="48"/>
                    <a:pt x="158" y="48"/>
                  </a:cubicBezTo>
                  <a:lnTo>
                    <a:pt x="173" y="48"/>
                  </a:lnTo>
                  <a:lnTo>
                    <a:pt x="189" y="48"/>
                  </a:lnTo>
                  <a:cubicBezTo>
                    <a:pt x="204" y="48"/>
                    <a:pt x="221" y="48"/>
                    <a:pt x="221" y="79"/>
                  </a:cubicBezTo>
                  <a:lnTo>
                    <a:pt x="221" y="79"/>
                  </a:lnTo>
                  <a:lnTo>
                    <a:pt x="221" y="79"/>
                  </a:lnTo>
                  <a:cubicBezTo>
                    <a:pt x="236" y="79"/>
                    <a:pt x="252" y="63"/>
                    <a:pt x="252" y="48"/>
                  </a:cubicBezTo>
                  <a:lnTo>
                    <a:pt x="267" y="48"/>
                  </a:lnTo>
                  <a:cubicBezTo>
                    <a:pt x="267" y="16"/>
                    <a:pt x="252"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3" name="Google Shape;1643;p38"/>
            <p:cNvSpPr/>
            <p:nvPr/>
          </p:nvSpPr>
          <p:spPr>
            <a:xfrm>
              <a:off x="3379452" y="1753174"/>
              <a:ext cx="4516" cy="4039"/>
            </a:xfrm>
            <a:custGeom>
              <a:avLst/>
              <a:gdLst/>
              <a:ahLst/>
              <a:cxnLst/>
              <a:rect l="l" t="t" r="r" b="b"/>
              <a:pathLst>
                <a:path w="142" h="127" extrusionOk="0">
                  <a:moveTo>
                    <a:pt x="110" y="1"/>
                  </a:moveTo>
                  <a:lnTo>
                    <a:pt x="110" y="1"/>
                  </a:lnTo>
                  <a:lnTo>
                    <a:pt x="79" y="1"/>
                  </a:lnTo>
                  <a:lnTo>
                    <a:pt x="16" y="79"/>
                  </a:lnTo>
                  <a:cubicBezTo>
                    <a:pt x="1" y="95"/>
                    <a:pt x="1" y="111"/>
                    <a:pt x="16" y="127"/>
                  </a:cubicBezTo>
                  <a:lnTo>
                    <a:pt x="32" y="127"/>
                  </a:lnTo>
                  <a:lnTo>
                    <a:pt x="64" y="127"/>
                  </a:lnTo>
                  <a:lnTo>
                    <a:pt x="127" y="48"/>
                  </a:lnTo>
                  <a:cubicBezTo>
                    <a:pt x="142" y="48"/>
                    <a:pt x="142" y="16"/>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4" name="Google Shape;1644;p38"/>
            <p:cNvSpPr/>
            <p:nvPr/>
          </p:nvSpPr>
          <p:spPr>
            <a:xfrm>
              <a:off x="3384477" y="1804283"/>
              <a:ext cx="4039" cy="3053"/>
            </a:xfrm>
            <a:custGeom>
              <a:avLst/>
              <a:gdLst/>
              <a:ahLst/>
              <a:cxnLst/>
              <a:rect l="l" t="t" r="r" b="b"/>
              <a:pathLst>
                <a:path w="127" h="96" extrusionOk="0">
                  <a:moveTo>
                    <a:pt x="95" y="1"/>
                  </a:moveTo>
                  <a:lnTo>
                    <a:pt x="95" y="1"/>
                  </a:lnTo>
                  <a:lnTo>
                    <a:pt x="95" y="1"/>
                  </a:lnTo>
                  <a:cubicBezTo>
                    <a:pt x="78" y="1"/>
                    <a:pt x="63" y="16"/>
                    <a:pt x="63" y="32"/>
                  </a:cubicBezTo>
                  <a:lnTo>
                    <a:pt x="47" y="32"/>
                  </a:lnTo>
                  <a:cubicBezTo>
                    <a:pt x="47" y="32"/>
                    <a:pt x="32" y="32"/>
                    <a:pt x="15" y="48"/>
                  </a:cubicBezTo>
                  <a:cubicBezTo>
                    <a:pt x="0" y="48"/>
                    <a:pt x="0" y="79"/>
                    <a:pt x="15" y="95"/>
                  </a:cubicBezTo>
                  <a:lnTo>
                    <a:pt x="47" y="95"/>
                  </a:lnTo>
                  <a:lnTo>
                    <a:pt x="63" y="95"/>
                  </a:lnTo>
                  <a:lnTo>
                    <a:pt x="63" y="95"/>
                  </a:lnTo>
                  <a:lnTo>
                    <a:pt x="78" y="95"/>
                  </a:lnTo>
                  <a:lnTo>
                    <a:pt x="110" y="95"/>
                  </a:lnTo>
                  <a:cubicBezTo>
                    <a:pt x="110" y="79"/>
                    <a:pt x="110" y="79"/>
                    <a:pt x="126" y="79"/>
                  </a:cubicBezTo>
                  <a:cubicBezTo>
                    <a:pt x="110" y="79"/>
                    <a:pt x="126" y="64"/>
                    <a:pt x="126" y="64"/>
                  </a:cubicBezTo>
                  <a:lnTo>
                    <a:pt x="126" y="48"/>
                  </a:lnTo>
                  <a:lnTo>
                    <a:pt x="126" y="32"/>
                  </a:lnTo>
                  <a:cubicBezTo>
                    <a:pt x="126" y="16"/>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5" name="Google Shape;1645;p38"/>
            <p:cNvSpPr/>
            <p:nvPr/>
          </p:nvSpPr>
          <p:spPr>
            <a:xfrm>
              <a:off x="3026686" y="1799767"/>
              <a:ext cx="11067" cy="6042"/>
            </a:xfrm>
            <a:custGeom>
              <a:avLst/>
              <a:gdLst/>
              <a:ahLst/>
              <a:cxnLst/>
              <a:rect l="l" t="t" r="r" b="b"/>
              <a:pathLst>
                <a:path w="348" h="190" extrusionOk="0">
                  <a:moveTo>
                    <a:pt x="316" y="1"/>
                  </a:moveTo>
                  <a:lnTo>
                    <a:pt x="299" y="1"/>
                  </a:lnTo>
                  <a:cubicBezTo>
                    <a:pt x="284" y="17"/>
                    <a:pt x="268" y="17"/>
                    <a:pt x="253" y="17"/>
                  </a:cubicBezTo>
                  <a:cubicBezTo>
                    <a:pt x="221" y="17"/>
                    <a:pt x="205" y="17"/>
                    <a:pt x="190" y="32"/>
                  </a:cubicBezTo>
                  <a:lnTo>
                    <a:pt x="110" y="32"/>
                  </a:lnTo>
                  <a:lnTo>
                    <a:pt x="95" y="32"/>
                  </a:lnTo>
                  <a:lnTo>
                    <a:pt x="95" y="32"/>
                  </a:lnTo>
                  <a:lnTo>
                    <a:pt x="79" y="32"/>
                  </a:lnTo>
                  <a:lnTo>
                    <a:pt x="64" y="32"/>
                  </a:lnTo>
                  <a:lnTo>
                    <a:pt x="32" y="32"/>
                  </a:lnTo>
                  <a:lnTo>
                    <a:pt x="32" y="32"/>
                  </a:lnTo>
                  <a:lnTo>
                    <a:pt x="32" y="32"/>
                  </a:lnTo>
                  <a:cubicBezTo>
                    <a:pt x="16" y="32"/>
                    <a:pt x="1" y="48"/>
                    <a:pt x="1" y="64"/>
                  </a:cubicBezTo>
                  <a:lnTo>
                    <a:pt x="1" y="64"/>
                  </a:lnTo>
                  <a:cubicBezTo>
                    <a:pt x="1" y="80"/>
                    <a:pt x="16" y="95"/>
                    <a:pt x="32" y="95"/>
                  </a:cubicBezTo>
                  <a:lnTo>
                    <a:pt x="47" y="95"/>
                  </a:lnTo>
                  <a:cubicBezTo>
                    <a:pt x="64" y="95"/>
                    <a:pt x="79" y="111"/>
                    <a:pt x="95" y="111"/>
                  </a:cubicBezTo>
                  <a:lnTo>
                    <a:pt x="110" y="111"/>
                  </a:lnTo>
                  <a:lnTo>
                    <a:pt x="127" y="95"/>
                  </a:lnTo>
                  <a:lnTo>
                    <a:pt x="190" y="95"/>
                  </a:lnTo>
                  <a:lnTo>
                    <a:pt x="221" y="95"/>
                  </a:lnTo>
                  <a:cubicBezTo>
                    <a:pt x="236" y="80"/>
                    <a:pt x="236" y="80"/>
                    <a:pt x="253" y="80"/>
                  </a:cubicBezTo>
                  <a:lnTo>
                    <a:pt x="268" y="80"/>
                  </a:lnTo>
                  <a:lnTo>
                    <a:pt x="268" y="143"/>
                  </a:lnTo>
                  <a:lnTo>
                    <a:pt x="268" y="143"/>
                  </a:lnTo>
                  <a:lnTo>
                    <a:pt x="268" y="143"/>
                  </a:lnTo>
                  <a:lnTo>
                    <a:pt x="284" y="143"/>
                  </a:lnTo>
                  <a:cubicBezTo>
                    <a:pt x="299" y="143"/>
                    <a:pt x="316" y="174"/>
                    <a:pt x="299" y="190"/>
                  </a:cubicBezTo>
                  <a:cubicBezTo>
                    <a:pt x="316" y="190"/>
                    <a:pt x="331" y="174"/>
                    <a:pt x="331" y="158"/>
                  </a:cubicBezTo>
                  <a:lnTo>
                    <a:pt x="331" y="143"/>
                  </a:lnTo>
                  <a:lnTo>
                    <a:pt x="331" y="127"/>
                  </a:lnTo>
                  <a:lnTo>
                    <a:pt x="331" y="111"/>
                  </a:lnTo>
                  <a:cubicBezTo>
                    <a:pt x="316" y="111"/>
                    <a:pt x="316" y="95"/>
                    <a:pt x="316" y="80"/>
                  </a:cubicBezTo>
                  <a:cubicBezTo>
                    <a:pt x="331" y="64"/>
                    <a:pt x="331" y="64"/>
                    <a:pt x="347" y="64"/>
                  </a:cubicBezTo>
                  <a:lnTo>
                    <a:pt x="347" y="48"/>
                  </a:lnTo>
                  <a:cubicBezTo>
                    <a:pt x="347" y="32"/>
                    <a:pt x="347" y="17"/>
                    <a:pt x="33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6" name="Google Shape;1646;p38"/>
            <p:cNvSpPr/>
            <p:nvPr/>
          </p:nvSpPr>
          <p:spPr>
            <a:xfrm>
              <a:off x="3289734" y="1823811"/>
              <a:ext cx="6042" cy="2576"/>
            </a:xfrm>
            <a:custGeom>
              <a:avLst/>
              <a:gdLst/>
              <a:ahLst/>
              <a:cxnLst/>
              <a:rect l="l" t="t" r="r" b="b"/>
              <a:pathLst>
                <a:path w="190" h="81" extrusionOk="0">
                  <a:moveTo>
                    <a:pt x="158" y="1"/>
                  </a:moveTo>
                  <a:lnTo>
                    <a:pt x="158" y="1"/>
                  </a:lnTo>
                  <a:lnTo>
                    <a:pt x="32" y="17"/>
                  </a:lnTo>
                  <a:cubicBezTo>
                    <a:pt x="17" y="17"/>
                    <a:pt x="1" y="32"/>
                    <a:pt x="1" y="49"/>
                  </a:cubicBezTo>
                  <a:cubicBezTo>
                    <a:pt x="1" y="64"/>
                    <a:pt x="17" y="80"/>
                    <a:pt x="32" y="80"/>
                  </a:cubicBezTo>
                  <a:lnTo>
                    <a:pt x="32" y="80"/>
                  </a:lnTo>
                  <a:lnTo>
                    <a:pt x="158" y="64"/>
                  </a:lnTo>
                  <a:lnTo>
                    <a:pt x="158" y="64"/>
                  </a:lnTo>
                  <a:cubicBezTo>
                    <a:pt x="175" y="64"/>
                    <a:pt x="190" y="49"/>
                    <a:pt x="190" y="32"/>
                  </a:cubicBezTo>
                  <a:cubicBezTo>
                    <a:pt x="190" y="17"/>
                    <a:pt x="190" y="17"/>
                    <a:pt x="17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7" name="Google Shape;1647;p38"/>
            <p:cNvSpPr/>
            <p:nvPr/>
          </p:nvSpPr>
          <p:spPr>
            <a:xfrm>
              <a:off x="3101329" y="1792738"/>
              <a:ext cx="5057" cy="4039"/>
            </a:xfrm>
            <a:custGeom>
              <a:avLst/>
              <a:gdLst/>
              <a:ahLst/>
              <a:cxnLst/>
              <a:rect l="l" t="t" r="r" b="b"/>
              <a:pathLst>
                <a:path w="159" h="127" extrusionOk="0">
                  <a:moveTo>
                    <a:pt x="111" y="1"/>
                  </a:moveTo>
                  <a:lnTo>
                    <a:pt x="95" y="1"/>
                  </a:lnTo>
                  <a:cubicBezTo>
                    <a:pt x="95" y="1"/>
                    <a:pt x="80" y="1"/>
                    <a:pt x="80" y="17"/>
                  </a:cubicBezTo>
                  <a:cubicBezTo>
                    <a:pt x="64" y="17"/>
                    <a:pt x="64" y="32"/>
                    <a:pt x="80" y="49"/>
                  </a:cubicBezTo>
                  <a:lnTo>
                    <a:pt x="64" y="49"/>
                  </a:lnTo>
                  <a:lnTo>
                    <a:pt x="48" y="49"/>
                  </a:lnTo>
                  <a:lnTo>
                    <a:pt x="48" y="49"/>
                  </a:lnTo>
                  <a:lnTo>
                    <a:pt x="32" y="32"/>
                  </a:lnTo>
                  <a:cubicBezTo>
                    <a:pt x="17" y="32"/>
                    <a:pt x="17" y="49"/>
                    <a:pt x="1" y="49"/>
                  </a:cubicBezTo>
                  <a:cubicBezTo>
                    <a:pt x="1" y="64"/>
                    <a:pt x="1" y="80"/>
                    <a:pt x="17" y="95"/>
                  </a:cubicBezTo>
                  <a:lnTo>
                    <a:pt x="17" y="95"/>
                  </a:lnTo>
                  <a:cubicBezTo>
                    <a:pt x="17" y="112"/>
                    <a:pt x="17" y="112"/>
                    <a:pt x="32" y="112"/>
                  </a:cubicBezTo>
                  <a:cubicBezTo>
                    <a:pt x="32" y="112"/>
                    <a:pt x="48" y="112"/>
                    <a:pt x="48" y="127"/>
                  </a:cubicBezTo>
                  <a:lnTo>
                    <a:pt x="64" y="127"/>
                  </a:lnTo>
                  <a:lnTo>
                    <a:pt x="64" y="127"/>
                  </a:lnTo>
                  <a:lnTo>
                    <a:pt x="64" y="112"/>
                  </a:lnTo>
                  <a:cubicBezTo>
                    <a:pt x="64" y="95"/>
                    <a:pt x="80" y="95"/>
                    <a:pt x="95" y="80"/>
                  </a:cubicBezTo>
                  <a:lnTo>
                    <a:pt x="95" y="80"/>
                  </a:lnTo>
                  <a:lnTo>
                    <a:pt x="158" y="95"/>
                  </a:lnTo>
                  <a:lnTo>
                    <a:pt x="158" y="80"/>
                  </a:lnTo>
                  <a:lnTo>
                    <a:pt x="143" y="80"/>
                  </a:lnTo>
                  <a:lnTo>
                    <a:pt x="143" y="80"/>
                  </a:lnTo>
                  <a:cubicBezTo>
                    <a:pt x="127" y="80"/>
                    <a:pt x="111" y="80"/>
                    <a:pt x="111" y="64"/>
                  </a:cubicBezTo>
                  <a:cubicBezTo>
                    <a:pt x="95" y="64"/>
                    <a:pt x="95" y="49"/>
                    <a:pt x="95" y="49"/>
                  </a:cubicBezTo>
                  <a:lnTo>
                    <a:pt x="11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8" name="Google Shape;1648;p38"/>
            <p:cNvSpPr/>
            <p:nvPr/>
          </p:nvSpPr>
          <p:spPr>
            <a:xfrm>
              <a:off x="3157971" y="1821330"/>
              <a:ext cx="3053" cy="4516"/>
            </a:xfrm>
            <a:custGeom>
              <a:avLst/>
              <a:gdLst/>
              <a:ahLst/>
              <a:cxnLst/>
              <a:rect l="l" t="t" r="r" b="b"/>
              <a:pathLst>
                <a:path w="96" h="142" extrusionOk="0">
                  <a:moveTo>
                    <a:pt x="47" y="1"/>
                  </a:moveTo>
                  <a:lnTo>
                    <a:pt x="47" y="1"/>
                  </a:lnTo>
                  <a:lnTo>
                    <a:pt x="47" y="1"/>
                  </a:lnTo>
                  <a:lnTo>
                    <a:pt x="47" y="32"/>
                  </a:lnTo>
                  <a:cubicBezTo>
                    <a:pt x="64" y="47"/>
                    <a:pt x="47" y="64"/>
                    <a:pt x="32" y="79"/>
                  </a:cubicBezTo>
                  <a:lnTo>
                    <a:pt x="16" y="79"/>
                  </a:lnTo>
                  <a:lnTo>
                    <a:pt x="1" y="79"/>
                  </a:lnTo>
                  <a:lnTo>
                    <a:pt x="16" y="95"/>
                  </a:lnTo>
                  <a:lnTo>
                    <a:pt x="1" y="95"/>
                  </a:lnTo>
                  <a:cubicBezTo>
                    <a:pt x="1" y="110"/>
                    <a:pt x="1" y="142"/>
                    <a:pt x="16" y="142"/>
                  </a:cubicBezTo>
                  <a:lnTo>
                    <a:pt x="32" y="142"/>
                  </a:lnTo>
                  <a:cubicBezTo>
                    <a:pt x="47" y="142"/>
                    <a:pt x="64" y="142"/>
                    <a:pt x="64" y="127"/>
                  </a:cubicBezTo>
                  <a:lnTo>
                    <a:pt x="95" y="64"/>
                  </a:lnTo>
                  <a:lnTo>
                    <a:pt x="95" y="32"/>
                  </a:lnTo>
                  <a:cubicBezTo>
                    <a:pt x="95" y="16"/>
                    <a:pt x="79" y="16"/>
                    <a:pt x="79"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49" name="Google Shape;1649;p38"/>
            <p:cNvSpPr/>
            <p:nvPr/>
          </p:nvSpPr>
          <p:spPr>
            <a:xfrm>
              <a:off x="3307767" y="1821807"/>
              <a:ext cx="4580" cy="2576"/>
            </a:xfrm>
            <a:custGeom>
              <a:avLst/>
              <a:gdLst/>
              <a:ahLst/>
              <a:cxnLst/>
              <a:rect l="l" t="t" r="r" b="b"/>
              <a:pathLst>
                <a:path w="144" h="81" extrusionOk="0">
                  <a:moveTo>
                    <a:pt x="95" y="1"/>
                  </a:moveTo>
                  <a:lnTo>
                    <a:pt x="95" y="1"/>
                  </a:lnTo>
                  <a:lnTo>
                    <a:pt x="95" y="1"/>
                  </a:lnTo>
                  <a:lnTo>
                    <a:pt x="64" y="1"/>
                  </a:lnTo>
                  <a:lnTo>
                    <a:pt x="17" y="17"/>
                  </a:lnTo>
                  <a:lnTo>
                    <a:pt x="1" y="17"/>
                  </a:lnTo>
                  <a:cubicBezTo>
                    <a:pt x="17" y="17"/>
                    <a:pt x="32" y="32"/>
                    <a:pt x="32" y="49"/>
                  </a:cubicBezTo>
                  <a:cubicBezTo>
                    <a:pt x="32" y="64"/>
                    <a:pt x="17" y="80"/>
                    <a:pt x="17" y="80"/>
                  </a:cubicBezTo>
                  <a:lnTo>
                    <a:pt x="17" y="80"/>
                  </a:lnTo>
                  <a:lnTo>
                    <a:pt x="32" y="80"/>
                  </a:lnTo>
                  <a:lnTo>
                    <a:pt x="95" y="64"/>
                  </a:lnTo>
                  <a:lnTo>
                    <a:pt x="112" y="64"/>
                  </a:lnTo>
                  <a:cubicBezTo>
                    <a:pt x="127" y="64"/>
                    <a:pt x="143" y="49"/>
                    <a:pt x="127" y="17"/>
                  </a:cubicBezTo>
                  <a:cubicBezTo>
                    <a:pt x="127"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0" name="Google Shape;1650;p38"/>
            <p:cNvSpPr/>
            <p:nvPr/>
          </p:nvSpPr>
          <p:spPr>
            <a:xfrm>
              <a:off x="3228607" y="1797763"/>
              <a:ext cx="3562" cy="3053"/>
            </a:xfrm>
            <a:custGeom>
              <a:avLst/>
              <a:gdLst/>
              <a:ahLst/>
              <a:cxnLst/>
              <a:rect l="l" t="t" r="r" b="b"/>
              <a:pathLst>
                <a:path w="112" h="96" extrusionOk="0">
                  <a:moveTo>
                    <a:pt x="80" y="0"/>
                  </a:moveTo>
                  <a:lnTo>
                    <a:pt x="64" y="0"/>
                  </a:lnTo>
                  <a:lnTo>
                    <a:pt x="64" y="0"/>
                  </a:lnTo>
                  <a:cubicBezTo>
                    <a:pt x="64" y="0"/>
                    <a:pt x="32" y="0"/>
                    <a:pt x="17" y="32"/>
                  </a:cubicBezTo>
                  <a:cubicBezTo>
                    <a:pt x="0" y="48"/>
                    <a:pt x="17" y="80"/>
                    <a:pt x="17" y="95"/>
                  </a:cubicBezTo>
                  <a:lnTo>
                    <a:pt x="17" y="95"/>
                  </a:lnTo>
                  <a:cubicBezTo>
                    <a:pt x="17" y="80"/>
                    <a:pt x="32" y="80"/>
                    <a:pt x="32" y="80"/>
                  </a:cubicBezTo>
                  <a:lnTo>
                    <a:pt x="48" y="64"/>
                  </a:lnTo>
                  <a:lnTo>
                    <a:pt x="48" y="64"/>
                  </a:lnTo>
                  <a:lnTo>
                    <a:pt x="64" y="64"/>
                  </a:lnTo>
                  <a:lnTo>
                    <a:pt x="80" y="80"/>
                  </a:lnTo>
                  <a:lnTo>
                    <a:pt x="95" y="80"/>
                  </a:lnTo>
                  <a:cubicBezTo>
                    <a:pt x="95" y="64"/>
                    <a:pt x="80" y="64"/>
                    <a:pt x="80" y="64"/>
                  </a:cubicBezTo>
                  <a:cubicBezTo>
                    <a:pt x="95" y="64"/>
                    <a:pt x="111" y="48"/>
                    <a:pt x="111" y="32"/>
                  </a:cubicBez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1" name="Google Shape;1651;p38"/>
            <p:cNvSpPr/>
            <p:nvPr/>
          </p:nvSpPr>
          <p:spPr>
            <a:xfrm>
              <a:off x="3157463" y="1799767"/>
              <a:ext cx="7569" cy="7060"/>
            </a:xfrm>
            <a:custGeom>
              <a:avLst/>
              <a:gdLst/>
              <a:ahLst/>
              <a:cxnLst/>
              <a:rect l="l" t="t" r="r" b="b"/>
              <a:pathLst>
                <a:path w="238" h="222" extrusionOk="0">
                  <a:moveTo>
                    <a:pt x="221" y="1"/>
                  </a:moveTo>
                  <a:lnTo>
                    <a:pt x="174" y="17"/>
                  </a:lnTo>
                  <a:lnTo>
                    <a:pt x="158" y="17"/>
                  </a:lnTo>
                  <a:lnTo>
                    <a:pt x="126" y="17"/>
                  </a:lnTo>
                  <a:cubicBezTo>
                    <a:pt x="95" y="32"/>
                    <a:pt x="48" y="64"/>
                    <a:pt x="48" y="143"/>
                  </a:cubicBezTo>
                  <a:lnTo>
                    <a:pt x="32" y="143"/>
                  </a:lnTo>
                  <a:cubicBezTo>
                    <a:pt x="32" y="158"/>
                    <a:pt x="17" y="158"/>
                    <a:pt x="17" y="158"/>
                  </a:cubicBezTo>
                  <a:cubicBezTo>
                    <a:pt x="0" y="174"/>
                    <a:pt x="0" y="190"/>
                    <a:pt x="17" y="206"/>
                  </a:cubicBezTo>
                  <a:cubicBezTo>
                    <a:pt x="17" y="221"/>
                    <a:pt x="32" y="221"/>
                    <a:pt x="32" y="221"/>
                  </a:cubicBezTo>
                  <a:lnTo>
                    <a:pt x="48" y="221"/>
                  </a:lnTo>
                  <a:lnTo>
                    <a:pt x="48" y="221"/>
                  </a:lnTo>
                  <a:cubicBezTo>
                    <a:pt x="48" y="206"/>
                    <a:pt x="48" y="206"/>
                    <a:pt x="32" y="206"/>
                  </a:cubicBezTo>
                  <a:cubicBezTo>
                    <a:pt x="32" y="190"/>
                    <a:pt x="32" y="158"/>
                    <a:pt x="48" y="158"/>
                  </a:cubicBezTo>
                  <a:lnTo>
                    <a:pt x="63" y="158"/>
                  </a:lnTo>
                  <a:lnTo>
                    <a:pt x="63" y="158"/>
                  </a:lnTo>
                  <a:cubicBezTo>
                    <a:pt x="80" y="158"/>
                    <a:pt x="95" y="158"/>
                    <a:pt x="95" y="174"/>
                  </a:cubicBezTo>
                  <a:lnTo>
                    <a:pt x="111" y="174"/>
                  </a:lnTo>
                  <a:cubicBezTo>
                    <a:pt x="111" y="174"/>
                    <a:pt x="126" y="158"/>
                    <a:pt x="126" y="143"/>
                  </a:cubicBezTo>
                  <a:cubicBezTo>
                    <a:pt x="111" y="95"/>
                    <a:pt x="143" y="80"/>
                    <a:pt x="189" y="64"/>
                  </a:cubicBezTo>
                  <a:cubicBezTo>
                    <a:pt x="189" y="48"/>
                    <a:pt x="206" y="48"/>
                    <a:pt x="206" y="48"/>
                  </a:cubicBezTo>
                  <a:cubicBezTo>
                    <a:pt x="221" y="32"/>
                    <a:pt x="237" y="17"/>
                    <a:pt x="22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2" name="Google Shape;1652;p38"/>
            <p:cNvSpPr/>
            <p:nvPr/>
          </p:nvSpPr>
          <p:spPr>
            <a:xfrm>
              <a:off x="3303759" y="1779731"/>
              <a:ext cx="5057" cy="3562"/>
            </a:xfrm>
            <a:custGeom>
              <a:avLst/>
              <a:gdLst/>
              <a:ahLst/>
              <a:cxnLst/>
              <a:rect l="l" t="t" r="r" b="b"/>
              <a:pathLst>
                <a:path w="159" h="112" extrusionOk="0">
                  <a:moveTo>
                    <a:pt x="64" y="0"/>
                  </a:moveTo>
                  <a:lnTo>
                    <a:pt x="64" y="0"/>
                  </a:lnTo>
                  <a:lnTo>
                    <a:pt x="49" y="0"/>
                  </a:lnTo>
                  <a:lnTo>
                    <a:pt x="1" y="48"/>
                  </a:lnTo>
                  <a:cubicBezTo>
                    <a:pt x="1" y="63"/>
                    <a:pt x="17" y="63"/>
                    <a:pt x="17" y="80"/>
                  </a:cubicBezTo>
                  <a:cubicBezTo>
                    <a:pt x="17" y="95"/>
                    <a:pt x="17" y="111"/>
                    <a:pt x="1" y="111"/>
                  </a:cubicBezTo>
                  <a:lnTo>
                    <a:pt x="17" y="111"/>
                  </a:lnTo>
                  <a:lnTo>
                    <a:pt x="49" y="111"/>
                  </a:lnTo>
                  <a:lnTo>
                    <a:pt x="80" y="63"/>
                  </a:lnTo>
                  <a:lnTo>
                    <a:pt x="112" y="95"/>
                  </a:lnTo>
                  <a:lnTo>
                    <a:pt x="127" y="95"/>
                  </a:lnTo>
                  <a:cubicBezTo>
                    <a:pt x="143" y="95"/>
                    <a:pt x="143" y="80"/>
                    <a:pt x="158" y="80"/>
                  </a:cubicBezTo>
                  <a:cubicBezTo>
                    <a:pt x="158" y="63"/>
                    <a:pt x="158" y="32"/>
                    <a:pt x="143" y="32"/>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3" name="Google Shape;1653;p38"/>
            <p:cNvSpPr/>
            <p:nvPr/>
          </p:nvSpPr>
          <p:spPr>
            <a:xfrm>
              <a:off x="3173015" y="1791752"/>
              <a:ext cx="8523" cy="5025"/>
            </a:xfrm>
            <a:custGeom>
              <a:avLst/>
              <a:gdLst/>
              <a:ahLst/>
              <a:cxnLst/>
              <a:rect l="l" t="t" r="r" b="b"/>
              <a:pathLst>
                <a:path w="268" h="158" extrusionOk="0">
                  <a:moveTo>
                    <a:pt x="252" y="0"/>
                  </a:moveTo>
                  <a:lnTo>
                    <a:pt x="252" y="17"/>
                  </a:lnTo>
                  <a:lnTo>
                    <a:pt x="173" y="17"/>
                  </a:lnTo>
                  <a:lnTo>
                    <a:pt x="173" y="63"/>
                  </a:lnTo>
                  <a:cubicBezTo>
                    <a:pt x="158" y="63"/>
                    <a:pt x="141" y="80"/>
                    <a:pt x="141" y="80"/>
                  </a:cubicBezTo>
                  <a:cubicBezTo>
                    <a:pt x="126" y="80"/>
                    <a:pt x="126" y="63"/>
                    <a:pt x="110" y="63"/>
                  </a:cubicBezTo>
                  <a:cubicBezTo>
                    <a:pt x="110" y="48"/>
                    <a:pt x="95" y="32"/>
                    <a:pt x="110" y="17"/>
                  </a:cubicBezTo>
                  <a:lnTo>
                    <a:pt x="95" y="32"/>
                  </a:lnTo>
                  <a:lnTo>
                    <a:pt x="78" y="32"/>
                  </a:lnTo>
                  <a:lnTo>
                    <a:pt x="78" y="32"/>
                  </a:lnTo>
                  <a:lnTo>
                    <a:pt x="63" y="32"/>
                  </a:lnTo>
                  <a:lnTo>
                    <a:pt x="32" y="32"/>
                  </a:lnTo>
                  <a:cubicBezTo>
                    <a:pt x="15" y="48"/>
                    <a:pt x="0" y="48"/>
                    <a:pt x="0" y="63"/>
                  </a:cubicBezTo>
                  <a:lnTo>
                    <a:pt x="0" y="63"/>
                  </a:lnTo>
                  <a:lnTo>
                    <a:pt x="0" y="80"/>
                  </a:lnTo>
                  <a:lnTo>
                    <a:pt x="0" y="95"/>
                  </a:lnTo>
                  <a:lnTo>
                    <a:pt x="15" y="143"/>
                  </a:lnTo>
                  <a:cubicBezTo>
                    <a:pt x="32" y="158"/>
                    <a:pt x="32" y="158"/>
                    <a:pt x="47" y="158"/>
                  </a:cubicBezTo>
                  <a:lnTo>
                    <a:pt x="47" y="158"/>
                  </a:lnTo>
                  <a:lnTo>
                    <a:pt x="78" y="158"/>
                  </a:lnTo>
                  <a:lnTo>
                    <a:pt x="78" y="143"/>
                  </a:lnTo>
                  <a:lnTo>
                    <a:pt x="78" y="143"/>
                  </a:lnTo>
                  <a:cubicBezTo>
                    <a:pt x="47" y="143"/>
                    <a:pt x="47" y="126"/>
                    <a:pt x="47" y="111"/>
                  </a:cubicBezTo>
                  <a:cubicBezTo>
                    <a:pt x="47" y="95"/>
                    <a:pt x="63" y="80"/>
                    <a:pt x="78" y="80"/>
                  </a:cubicBezTo>
                  <a:lnTo>
                    <a:pt x="78" y="80"/>
                  </a:lnTo>
                  <a:cubicBezTo>
                    <a:pt x="110" y="80"/>
                    <a:pt x="126" y="80"/>
                    <a:pt x="141" y="95"/>
                  </a:cubicBezTo>
                  <a:lnTo>
                    <a:pt x="252" y="80"/>
                  </a:lnTo>
                  <a:lnTo>
                    <a:pt x="236" y="80"/>
                  </a:lnTo>
                  <a:cubicBezTo>
                    <a:pt x="236" y="63"/>
                    <a:pt x="236" y="32"/>
                    <a:pt x="267" y="17"/>
                  </a:cubicBezTo>
                  <a:cubicBezTo>
                    <a:pt x="267" y="0"/>
                    <a:pt x="252" y="0"/>
                    <a:pt x="25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4" name="Google Shape;1654;p38"/>
            <p:cNvSpPr/>
            <p:nvPr/>
          </p:nvSpPr>
          <p:spPr>
            <a:xfrm>
              <a:off x="3184019" y="1790258"/>
              <a:ext cx="3053" cy="2512"/>
            </a:xfrm>
            <a:custGeom>
              <a:avLst/>
              <a:gdLst/>
              <a:ahLst/>
              <a:cxnLst/>
              <a:rect l="l" t="t" r="r" b="b"/>
              <a:pathLst>
                <a:path w="96" h="79" extrusionOk="0">
                  <a:moveTo>
                    <a:pt x="95" y="1"/>
                  </a:moveTo>
                  <a:lnTo>
                    <a:pt x="32" y="16"/>
                  </a:lnTo>
                  <a:lnTo>
                    <a:pt x="32" y="16"/>
                  </a:lnTo>
                  <a:lnTo>
                    <a:pt x="16" y="16"/>
                  </a:lnTo>
                  <a:cubicBezTo>
                    <a:pt x="1" y="32"/>
                    <a:pt x="1" y="47"/>
                    <a:pt x="1" y="79"/>
                  </a:cubicBezTo>
                  <a:cubicBezTo>
                    <a:pt x="16" y="64"/>
                    <a:pt x="32" y="64"/>
                    <a:pt x="48" y="64"/>
                  </a:cubicBezTo>
                  <a:lnTo>
                    <a:pt x="64" y="64"/>
                  </a:lnTo>
                  <a:cubicBezTo>
                    <a:pt x="64" y="47"/>
                    <a:pt x="79" y="47"/>
                    <a:pt x="79" y="32"/>
                  </a:cubicBezTo>
                  <a:cubicBezTo>
                    <a:pt x="95" y="32"/>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5" name="Google Shape;1655;p38"/>
            <p:cNvSpPr/>
            <p:nvPr/>
          </p:nvSpPr>
          <p:spPr>
            <a:xfrm>
              <a:off x="3180488" y="1791752"/>
              <a:ext cx="9064" cy="2544"/>
            </a:xfrm>
            <a:custGeom>
              <a:avLst/>
              <a:gdLst/>
              <a:ahLst/>
              <a:cxnLst/>
              <a:rect l="l" t="t" r="r" b="b"/>
              <a:pathLst>
                <a:path w="285" h="80" extrusionOk="0">
                  <a:moveTo>
                    <a:pt x="222" y="63"/>
                  </a:moveTo>
                  <a:lnTo>
                    <a:pt x="222" y="63"/>
                  </a:lnTo>
                  <a:lnTo>
                    <a:pt x="222" y="63"/>
                  </a:lnTo>
                  <a:close/>
                  <a:moveTo>
                    <a:pt x="49" y="0"/>
                  </a:moveTo>
                  <a:lnTo>
                    <a:pt x="49" y="0"/>
                  </a:lnTo>
                  <a:lnTo>
                    <a:pt x="32" y="0"/>
                  </a:lnTo>
                  <a:lnTo>
                    <a:pt x="32" y="17"/>
                  </a:lnTo>
                  <a:cubicBezTo>
                    <a:pt x="1" y="32"/>
                    <a:pt x="1" y="63"/>
                    <a:pt x="1" y="80"/>
                  </a:cubicBezTo>
                  <a:lnTo>
                    <a:pt x="17" y="80"/>
                  </a:lnTo>
                  <a:lnTo>
                    <a:pt x="17" y="80"/>
                  </a:lnTo>
                  <a:cubicBezTo>
                    <a:pt x="32" y="80"/>
                    <a:pt x="64" y="80"/>
                    <a:pt x="95" y="63"/>
                  </a:cubicBezTo>
                  <a:lnTo>
                    <a:pt x="95" y="63"/>
                  </a:lnTo>
                  <a:lnTo>
                    <a:pt x="95" y="48"/>
                  </a:lnTo>
                  <a:cubicBezTo>
                    <a:pt x="95" y="32"/>
                    <a:pt x="112" y="32"/>
                    <a:pt x="127" y="32"/>
                  </a:cubicBezTo>
                  <a:lnTo>
                    <a:pt x="127" y="32"/>
                  </a:lnTo>
                  <a:lnTo>
                    <a:pt x="143" y="32"/>
                  </a:lnTo>
                  <a:lnTo>
                    <a:pt x="143" y="32"/>
                  </a:lnTo>
                  <a:lnTo>
                    <a:pt x="143" y="32"/>
                  </a:lnTo>
                  <a:lnTo>
                    <a:pt x="159" y="32"/>
                  </a:lnTo>
                  <a:lnTo>
                    <a:pt x="159" y="32"/>
                  </a:lnTo>
                  <a:cubicBezTo>
                    <a:pt x="175" y="32"/>
                    <a:pt x="190" y="32"/>
                    <a:pt x="190" y="48"/>
                  </a:cubicBezTo>
                  <a:lnTo>
                    <a:pt x="206" y="80"/>
                  </a:lnTo>
                  <a:lnTo>
                    <a:pt x="206" y="80"/>
                  </a:lnTo>
                  <a:cubicBezTo>
                    <a:pt x="206" y="80"/>
                    <a:pt x="206" y="63"/>
                    <a:pt x="222" y="63"/>
                  </a:cubicBezTo>
                  <a:lnTo>
                    <a:pt x="222" y="80"/>
                  </a:lnTo>
                  <a:lnTo>
                    <a:pt x="269" y="63"/>
                  </a:lnTo>
                  <a:lnTo>
                    <a:pt x="269" y="63"/>
                  </a:lnTo>
                  <a:lnTo>
                    <a:pt x="269" y="63"/>
                  </a:lnTo>
                  <a:cubicBezTo>
                    <a:pt x="269" y="63"/>
                    <a:pt x="285" y="63"/>
                    <a:pt x="285" y="80"/>
                  </a:cubicBezTo>
                  <a:cubicBezTo>
                    <a:pt x="285" y="48"/>
                    <a:pt x="285" y="32"/>
                    <a:pt x="253" y="17"/>
                  </a:cubicBezTo>
                  <a:cubicBezTo>
                    <a:pt x="253" y="0"/>
                    <a:pt x="238" y="0"/>
                    <a:pt x="222" y="0"/>
                  </a:cubicBezTo>
                  <a:lnTo>
                    <a:pt x="190" y="0"/>
                  </a:lnTo>
                  <a:lnTo>
                    <a:pt x="175" y="17"/>
                  </a:lnTo>
                  <a:lnTo>
                    <a:pt x="159" y="17"/>
                  </a:lnTo>
                  <a:cubicBezTo>
                    <a:pt x="143" y="17"/>
                    <a:pt x="127" y="17"/>
                    <a:pt x="112" y="32"/>
                  </a:cubicBezTo>
                  <a:lnTo>
                    <a:pt x="80" y="32"/>
                  </a:ln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6" name="Google Shape;1656;p38"/>
            <p:cNvSpPr/>
            <p:nvPr/>
          </p:nvSpPr>
          <p:spPr>
            <a:xfrm>
              <a:off x="3187517" y="179375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7" name="Google Shape;1657;p38"/>
            <p:cNvSpPr/>
            <p:nvPr/>
          </p:nvSpPr>
          <p:spPr>
            <a:xfrm>
              <a:off x="3395958" y="1794265"/>
              <a:ext cx="6583" cy="4516"/>
            </a:xfrm>
            <a:custGeom>
              <a:avLst/>
              <a:gdLst/>
              <a:ahLst/>
              <a:cxnLst/>
              <a:rect l="l" t="t" r="r" b="b"/>
              <a:pathLst>
                <a:path w="207" h="142" extrusionOk="0">
                  <a:moveTo>
                    <a:pt x="64" y="1"/>
                  </a:moveTo>
                  <a:lnTo>
                    <a:pt x="64" y="1"/>
                  </a:lnTo>
                  <a:lnTo>
                    <a:pt x="49" y="1"/>
                  </a:lnTo>
                  <a:lnTo>
                    <a:pt x="49" y="1"/>
                  </a:lnTo>
                  <a:lnTo>
                    <a:pt x="32" y="1"/>
                  </a:lnTo>
                  <a:cubicBezTo>
                    <a:pt x="17" y="16"/>
                    <a:pt x="17" y="16"/>
                    <a:pt x="17" y="32"/>
                  </a:cubicBezTo>
                  <a:lnTo>
                    <a:pt x="1" y="95"/>
                  </a:lnTo>
                  <a:cubicBezTo>
                    <a:pt x="1" y="110"/>
                    <a:pt x="1" y="110"/>
                    <a:pt x="17" y="127"/>
                  </a:cubicBezTo>
                  <a:cubicBezTo>
                    <a:pt x="17" y="127"/>
                    <a:pt x="32" y="142"/>
                    <a:pt x="49" y="142"/>
                  </a:cubicBezTo>
                  <a:lnTo>
                    <a:pt x="49" y="142"/>
                  </a:lnTo>
                  <a:lnTo>
                    <a:pt x="80" y="142"/>
                  </a:lnTo>
                  <a:lnTo>
                    <a:pt x="80" y="142"/>
                  </a:lnTo>
                  <a:lnTo>
                    <a:pt x="95" y="142"/>
                  </a:lnTo>
                  <a:lnTo>
                    <a:pt x="112" y="142"/>
                  </a:lnTo>
                  <a:lnTo>
                    <a:pt x="112" y="142"/>
                  </a:lnTo>
                  <a:lnTo>
                    <a:pt x="112" y="127"/>
                  </a:lnTo>
                  <a:cubicBezTo>
                    <a:pt x="127" y="127"/>
                    <a:pt x="127" y="110"/>
                    <a:pt x="143" y="110"/>
                  </a:cubicBezTo>
                  <a:lnTo>
                    <a:pt x="143" y="110"/>
                  </a:lnTo>
                  <a:cubicBezTo>
                    <a:pt x="143" y="110"/>
                    <a:pt x="158" y="110"/>
                    <a:pt x="158" y="127"/>
                  </a:cubicBezTo>
                  <a:lnTo>
                    <a:pt x="175" y="127"/>
                  </a:lnTo>
                  <a:lnTo>
                    <a:pt x="175" y="127"/>
                  </a:lnTo>
                  <a:cubicBezTo>
                    <a:pt x="190" y="110"/>
                    <a:pt x="206" y="95"/>
                    <a:pt x="190" y="79"/>
                  </a:cubicBezTo>
                  <a:cubicBezTo>
                    <a:pt x="175" y="64"/>
                    <a:pt x="175" y="64"/>
                    <a:pt x="158" y="64"/>
                  </a:cubicBezTo>
                  <a:lnTo>
                    <a:pt x="143" y="64"/>
                  </a:lnTo>
                  <a:cubicBezTo>
                    <a:pt x="127" y="79"/>
                    <a:pt x="112" y="79"/>
                    <a:pt x="112" y="79"/>
                  </a:cubicBezTo>
                  <a:lnTo>
                    <a:pt x="112" y="47"/>
                  </a:lnTo>
                  <a:lnTo>
                    <a:pt x="95" y="32"/>
                  </a:ln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8" name="Google Shape;1658;p38"/>
            <p:cNvSpPr/>
            <p:nvPr/>
          </p:nvSpPr>
          <p:spPr>
            <a:xfrm>
              <a:off x="3021693" y="1807304"/>
              <a:ext cx="2512" cy="2035"/>
            </a:xfrm>
            <a:custGeom>
              <a:avLst/>
              <a:gdLst/>
              <a:ahLst/>
              <a:cxnLst/>
              <a:rect l="l" t="t" r="r" b="b"/>
              <a:pathLst>
                <a:path w="79" h="64" extrusionOk="0">
                  <a:moveTo>
                    <a:pt x="78" y="0"/>
                  </a:moveTo>
                  <a:lnTo>
                    <a:pt x="0" y="32"/>
                  </a:lnTo>
                  <a:lnTo>
                    <a:pt x="0" y="32"/>
                  </a:lnTo>
                  <a:lnTo>
                    <a:pt x="0" y="63"/>
                  </a:lnTo>
                  <a:lnTo>
                    <a:pt x="0" y="63"/>
                  </a:lnTo>
                  <a:lnTo>
                    <a:pt x="0" y="63"/>
                  </a:lnTo>
                  <a:lnTo>
                    <a:pt x="15" y="63"/>
                  </a:lnTo>
                  <a:lnTo>
                    <a:pt x="63" y="63"/>
                  </a:lnTo>
                  <a:cubicBezTo>
                    <a:pt x="78" y="32"/>
                    <a:pt x="78" y="16"/>
                    <a:pt x="7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59" name="Google Shape;1659;p38"/>
            <p:cNvSpPr/>
            <p:nvPr/>
          </p:nvSpPr>
          <p:spPr>
            <a:xfrm>
              <a:off x="3111888" y="1794742"/>
              <a:ext cx="6042" cy="5057"/>
            </a:xfrm>
            <a:custGeom>
              <a:avLst/>
              <a:gdLst/>
              <a:ahLst/>
              <a:cxnLst/>
              <a:rect l="l" t="t" r="r" b="b"/>
              <a:pathLst>
                <a:path w="190" h="159" extrusionOk="0">
                  <a:moveTo>
                    <a:pt x="110" y="1"/>
                  </a:moveTo>
                  <a:lnTo>
                    <a:pt x="95" y="1"/>
                  </a:lnTo>
                  <a:lnTo>
                    <a:pt x="78" y="1"/>
                  </a:lnTo>
                  <a:cubicBezTo>
                    <a:pt x="78" y="1"/>
                    <a:pt x="63" y="1"/>
                    <a:pt x="63" y="17"/>
                  </a:cubicBezTo>
                  <a:lnTo>
                    <a:pt x="63" y="17"/>
                  </a:lnTo>
                  <a:lnTo>
                    <a:pt x="63" y="17"/>
                  </a:lnTo>
                  <a:lnTo>
                    <a:pt x="63" y="17"/>
                  </a:lnTo>
                  <a:lnTo>
                    <a:pt x="63" y="17"/>
                  </a:lnTo>
                  <a:cubicBezTo>
                    <a:pt x="95" y="17"/>
                    <a:pt x="95" y="32"/>
                    <a:pt x="95" y="49"/>
                  </a:cubicBezTo>
                  <a:lnTo>
                    <a:pt x="95" y="112"/>
                  </a:lnTo>
                  <a:cubicBezTo>
                    <a:pt x="78" y="127"/>
                    <a:pt x="63" y="143"/>
                    <a:pt x="47" y="143"/>
                  </a:cubicBezTo>
                  <a:lnTo>
                    <a:pt x="47" y="143"/>
                  </a:lnTo>
                  <a:cubicBezTo>
                    <a:pt x="32" y="143"/>
                    <a:pt x="15" y="127"/>
                    <a:pt x="15" y="95"/>
                  </a:cubicBezTo>
                  <a:cubicBezTo>
                    <a:pt x="0" y="112"/>
                    <a:pt x="0" y="127"/>
                    <a:pt x="15" y="143"/>
                  </a:cubicBezTo>
                  <a:cubicBezTo>
                    <a:pt x="15" y="159"/>
                    <a:pt x="32" y="159"/>
                    <a:pt x="47" y="159"/>
                  </a:cubicBezTo>
                  <a:lnTo>
                    <a:pt x="47" y="159"/>
                  </a:lnTo>
                  <a:lnTo>
                    <a:pt x="63" y="159"/>
                  </a:lnTo>
                  <a:lnTo>
                    <a:pt x="126" y="127"/>
                  </a:lnTo>
                  <a:lnTo>
                    <a:pt x="158" y="112"/>
                  </a:lnTo>
                  <a:cubicBezTo>
                    <a:pt x="173" y="95"/>
                    <a:pt x="173" y="95"/>
                    <a:pt x="173" y="80"/>
                  </a:cubicBezTo>
                  <a:cubicBezTo>
                    <a:pt x="189" y="80"/>
                    <a:pt x="189" y="64"/>
                    <a:pt x="173" y="64"/>
                  </a:cubicBezTo>
                  <a:lnTo>
                    <a:pt x="173" y="64"/>
                  </a:lnTo>
                  <a:lnTo>
                    <a:pt x="173" y="49"/>
                  </a:lnTo>
                  <a:cubicBezTo>
                    <a:pt x="173" y="32"/>
                    <a:pt x="158" y="17"/>
                    <a:pt x="141" y="1"/>
                  </a:cubicBezTo>
                  <a:lnTo>
                    <a:pt x="126" y="1"/>
                  </a:lnTo>
                  <a:lnTo>
                    <a:pt x="126"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0" name="Google Shape;1660;p38"/>
            <p:cNvSpPr/>
            <p:nvPr/>
          </p:nvSpPr>
          <p:spPr>
            <a:xfrm>
              <a:off x="3016159" y="1797286"/>
              <a:ext cx="5565" cy="2512"/>
            </a:xfrm>
            <a:custGeom>
              <a:avLst/>
              <a:gdLst/>
              <a:ahLst/>
              <a:cxnLst/>
              <a:rect l="l" t="t" r="r" b="b"/>
              <a:pathLst>
                <a:path w="175" h="79" extrusionOk="0">
                  <a:moveTo>
                    <a:pt x="48" y="0"/>
                  </a:moveTo>
                  <a:lnTo>
                    <a:pt x="32" y="0"/>
                  </a:lnTo>
                  <a:cubicBezTo>
                    <a:pt x="32" y="0"/>
                    <a:pt x="16" y="0"/>
                    <a:pt x="16" y="15"/>
                  </a:cubicBezTo>
                  <a:lnTo>
                    <a:pt x="0" y="32"/>
                  </a:lnTo>
                  <a:lnTo>
                    <a:pt x="0" y="32"/>
                  </a:lnTo>
                  <a:lnTo>
                    <a:pt x="16" y="32"/>
                  </a:lnTo>
                  <a:lnTo>
                    <a:pt x="16" y="32"/>
                  </a:lnTo>
                  <a:lnTo>
                    <a:pt x="32" y="32"/>
                  </a:lnTo>
                  <a:lnTo>
                    <a:pt x="48" y="32"/>
                  </a:lnTo>
                  <a:cubicBezTo>
                    <a:pt x="63" y="32"/>
                    <a:pt x="95" y="32"/>
                    <a:pt x="111" y="63"/>
                  </a:cubicBezTo>
                  <a:cubicBezTo>
                    <a:pt x="126" y="79"/>
                    <a:pt x="126" y="79"/>
                    <a:pt x="143" y="79"/>
                  </a:cubicBezTo>
                  <a:lnTo>
                    <a:pt x="158" y="79"/>
                  </a:lnTo>
                  <a:lnTo>
                    <a:pt x="158" y="79"/>
                  </a:lnTo>
                  <a:lnTo>
                    <a:pt x="174" y="63"/>
                  </a:lnTo>
                  <a:lnTo>
                    <a:pt x="174" y="47"/>
                  </a:lnTo>
                  <a:cubicBezTo>
                    <a:pt x="174" y="32"/>
                    <a:pt x="158" y="32"/>
                    <a:pt x="158" y="15"/>
                  </a:cubicBezTo>
                  <a:lnTo>
                    <a:pt x="143" y="15"/>
                  </a:lnTo>
                  <a:lnTo>
                    <a:pt x="126"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1" name="Google Shape;1661;p38"/>
            <p:cNvSpPr/>
            <p:nvPr/>
          </p:nvSpPr>
          <p:spPr>
            <a:xfrm>
              <a:off x="3104350" y="1787745"/>
              <a:ext cx="3530" cy="3021"/>
            </a:xfrm>
            <a:custGeom>
              <a:avLst/>
              <a:gdLst/>
              <a:ahLst/>
              <a:cxnLst/>
              <a:rect l="l" t="t" r="r" b="b"/>
              <a:pathLst>
                <a:path w="111" h="95" extrusionOk="0">
                  <a:moveTo>
                    <a:pt x="79" y="0"/>
                  </a:moveTo>
                  <a:lnTo>
                    <a:pt x="32" y="63"/>
                  </a:lnTo>
                  <a:cubicBezTo>
                    <a:pt x="32" y="63"/>
                    <a:pt x="16" y="80"/>
                    <a:pt x="0" y="80"/>
                  </a:cubicBezTo>
                  <a:lnTo>
                    <a:pt x="0" y="80"/>
                  </a:lnTo>
                  <a:lnTo>
                    <a:pt x="16" y="80"/>
                  </a:lnTo>
                  <a:lnTo>
                    <a:pt x="16" y="95"/>
                  </a:lnTo>
                  <a:lnTo>
                    <a:pt x="32" y="95"/>
                  </a:lnTo>
                  <a:lnTo>
                    <a:pt x="48" y="95"/>
                  </a:lnTo>
                  <a:lnTo>
                    <a:pt x="63" y="95"/>
                  </a:lnTo>
                  <a:lnTo>
                    <a:pt x="63" y="95"/>
                  </a:lnTo>
                  <a:lnTo>
                    <a:pt x="63" y="80"/>
                  </a:lnTo>
                  <a:cubicBezTo>
                    <a:pt x="48" y="80"/>
                    <a:pt x="48" y="48"/>
                    <a:pt x="63" y="32"/>
                  </a:cubicBezTo>
                  <a:lnTo>
                    <a:pt x="79" y="32"/>
                  </a:lnTo>
                  <a:lnTo>
                    <a:pt x="79" y="32"/>
                  </a:lnTo>
                  <a:lnTo>
                    <a:pt x="111" y="32"/>
                  </a:lnTo>
                  <a:lnTo>
                    <a:pt x="111" y="32"/>
                  </a:lnTo>
                  <a:cubicBezTo>
                    <a:pt x="95" y="17"/>
                    <a:pt x="95" y="17"/>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2" name="Google Shape;1662;p38"/>
            <p:cNvSpPr/>
            <p:nvPr/>
          </p:nvSpPr>
          <p:spPr>
            <a:xfrm>
              <a:off x="3399488" y="1797286"/>
              <a:ext cx="6042" cy="4039"/>
            </a:xfrm>
            <a:custGeom>
              <a:avLst/>
              <a:gdLst/>
              <a:ahLst/>
              <a:cxnLst/>
              <a:rect l="l" t="t" r="r" b="b"/>
              <a:pathLst>
                <a:path w="190" h="127" extrusionOk="0">
                  <a:moveTo>
                    <a:pt x="1" y="126"/>
                  </a:moveTo>
                  <a:lnTo>
                    <a:pt x="1" y="126"/>
                  </a:lnTo>
                  <a:lnTo>
                    <a:pt x="1" y="126"/>
                  </a:lnTo>
                  <a:lnTo>
                    <a:pt x="1" y="126"/>
                  </a:lnTo>
                  <a:close/>
                  <a:moveTo>
                    <a:pt x="142" y="0"/>
                  </a:moveTo>
                  <a:cubicBezTo>
                    <a:pt x="127" y="0"/>
                    <a:pt x="110" y="0"/>
                    <a:pt x="110" y="15"/>
                  </a:cubicBezTo>
                  <a:cubicBezTo>
                    <a:pt x="110" y="47"/>
                    <a:pt x="95" y="63"/>
                    <a:pt x="79" y="63"/>
                  </a:cubicBezTo>
                  <a:cubicBezTo>
                    <a:pt x="79" y="79"/>
                    <a:pt x="79" y="79"/>
                    <a:pt x="64" y="79"/>
                  </a:cubicBezTo>
                  <a:lnTo>
                    <a:pt x="64" y="79"/>
                  </a:lnTo>
                  <a:lnTo>
                    <a:pt x="64" y="79"/>
                  </a:lnTo>
                  <a:lnTo>
                    <a:pt x="32" y="110"/>
                  </a:lnTo>
                  <a:lnTo>
                    <a:pt x="32" y="110"/>
                  </a:lnTo>
                  <a:lnTo>
                    <a:pt x="79" y="110"/>
                  </a:lnTo>
                  <a:lnTo>
                    <a:pt x="95" y="110"/>
                  </a:lnTo>
                  <a:cubicBezTo>
                    <a:pt x="95" y="110"/>
                    <a:pt x="110" y="110"/>
                    <a:pt x="110" y="126"/>
                  </a:cubicBezTo>
                  <a:cubicBezTo>
                    <a:pt x="142" y="110"/>
                    <a:pt x="158" y="79"/>
                    <a:pt x="173" y="32"/>
                  </a:cubicBezTo>
                  <a:cubicBezTo>
                    <a:pt x="190" y="32"/>
                    <a:pt x="173" y="15"/>
                    <a:pt x="173" y="0"/>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3" name="Google Shape;1663;p38"/>
            <p:cNvSpPr/>
            <p:nvPr/>
          </p:nvSpPr>
          <p:spPr>
            <a:xfrm>
              <a:off x="3015141" y="1798272"/>
              <a:ext cx="9064" cy="3530"/>
            </a:xfrm>
            <a:custGeom>
              <a:avLst/>
              <a:gdLst/>
              <a:ahLst/>
              <a:cxnLst/>
              <a:rect l="l" t="t" r="r" b="b"/>
              <a:pathLst>
                <a:path w="285" h="111" extrusionOk="0">
                  <a:moveTo>
                    <a:pt x="80" y="64"/>
                  </a:moveTo>
                  <a:lnTo>
                    <a:pt x="80" y="64"/>
                  </a:lnTo>
                  <a:lnTo>
                    <a:pt x="80" y="64"/>
                  </a:lnTo>
                  <a:close/>
                  <a:moveTo>
                    <a:pt x="32" y="1"/>
                  </a:moveTo>
                  <a:lnTo>
                    <a:pt x="32" y="1"/>
                  </a:lnTo>
                  <a:lnTo>
                    <a:pt x="32" y="1"/>
                  </a:lnTo>
                  <a:cubicBezTo>
                    <a:pt x="17" y="16"/>
                    <a:pt x="1" y="16"/>
                    <a:pt x="1" y="32"/>
                  </a:cubicBezTo>
                  <a:lnTo>
                    <a:pt x="1" y="32"/>
                  </a:lnTo>
                  <a:cubicBezTo>
                    <a:pt x="17" y="48"/>
                    <a:pt x="17" y="64"/>
                    <a:pt x="17" y="64"/>
                  </a:cubicBezTo>
                  <a:cubicBezTo>
                    <a:pt x="32" y="64"/>
                    <a:pt x="32" y="79"/>
                    <a:pt x="32" y="79"/>
                  </a:cubicBezTo>
                  <a:lnTo>
                    <a:pt x="48" y="79"/>
                  </a:lnTo>
                  <a:lnTo>
                    <a:pt x="64" y="79"/>
                  </a:lnTo>
                  <a:lnTo>
                    <a:pt x="64" y="79"/>
                  </a:lnTo>
                  <a:lnTo>
                    <a:pt x="80" y="79"/>
                  </a:lnTo>
                  <a:lnTo>
                    <a:pt x="95" y="79"/>
                  </a:lnTo>
                  <a:lnTo>
                    <a:pt x="112" y="95"/>
                  </a:lnTo>
                  <a:cubicBezTo>
                    <a:pt x="127" y="95"/>
                    <a:pt x="127" y="111"/>
                    <a:pt x="127" y="111"/>
                  </a:cubicBezTo>
                  <a:lnTo>
                    <a:pt x="175" y="111"/>
                  </a:lnTo>
                  <a:lnTo>
                    <a:pt x="238" y="111"/>
                  </a:lnTo>
                  <a:lnTo>
                    <a:pt x="238" y="95"/>
                  </a:lnTo>
                  <a:lnTo>
                    <a:pt x="253" y="95"/>
                  </a:lnTo>
                  <a:cubicBezTo>
                    <a:pt x="269" y="95"/>
                    <a:pt x="284" y="64"/>
                    <a:pt x="269" y="48"/>
                  </a:cubicBezTo>
                  <a:cubicBezTo>
                    <a:pt x="269" y="48"/>
                    <a:pt x="269" y="32"/>
                    <a:pt x="253" y="32"/>
                  </a:cubicBezTo>
                  <a:lnTo>
                    <a:pt x="238" y="32"/>
                  </a:lnTo>
                  <a:lnTo>
                    <a:pt x="238" y="32"/>
                  </a:lnTo>
                  <a:lnTo>
                    <a:pt x="238" y="32"/>
                  </a:lnTo>
                  <a:lnTo>
                    <a:pt x="221" y="32"/>
                  </a:lnTo>
                  <a:cubicBezTo>
                    <a:pt x="221" y="32"/>
                    <a:pt x="206" y="32"/>
                    <a:pt x="206" y="48"/>
                  </a:cubicBezTo>
                  <a:lnTo>
                    <a:pt x="190" y="48"/>
                  </a:lnTo>
                  <a:lnTo>
                    <a:pt x="175" y="48"/>
                  </a:lnTo>
                  <a:cubicBezTo>
                    <a:pt x="158" y="48"/>
                    <a:pt x="158" y="48"/>
                    <a:pt x="143" y="32"/>
                  </a:cubicBezTo>
                  <a:cubicBezTo>
                    <a:pt x="127" y="1"/>
                    <a:pt x="95" y="1"/>
                    <a:pt x="80" y="1"/>
                  </a:cubicBezTo>
                  <a:lnTo>
                    <a:pt x="64" y="1"/>
                  </a:ln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4" name="Google Shape;1664;p38"/>
            <p:cNvSpPr/>
            <p:nvPr/>
          </p:nvSpPr>
          <p:spPr>
            <a:xfrm>
              <a:off x="3017654" y="1800276"/>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5" name="Google Shape;1665;p38"/>
            <p:cNvSpPr/>
            <p:nvPr/>
          </p:nvSpPr>
          <p:spPr>
            <a:xfrm>
              <a:off x="3407503" y="1783738"/>
              <a:ext cx="2544" cy="5565"/>
            </a:xfrm>
            <a:custGeom>
              <a:avLst/>
              <a:gdLst/>
              <a:ahLst/>
              <a:cxnLst/>
              <a:rect l="l" t="t" r="r" b="b"/>
              <a:pathLst>
                <a:path w="80" h="175" extrusionOk="0">
                  <a:moveTo>
                    <a:pt x="32" y="0"/>
                  </a:moveTo>
                  <a:lnTo>
                    <a:pt x="32" y="0"/>
                  </a:lnTo>
                  <a:lnTo>
                    <a:pt x="16" y="0"/>
                  </a:lnTo>
                  <a:cubicBezTo>
                    <a:pt x="1" y="0"/>
                    <a:pt x="1" y="17"/>
                    <a:pt x="1" y="32"/>
                  </a:cubicBezTo>
                  <a:lnTo>
                    <a:pt x="16" y="95"/>
                  </a:lnTo>
                  <a:lnTo>
                    <a:pt x="32" y="111"/>
                  </a:lnTo>
                  <a:cubicBezTo>
                    <a:pt x="48" y="111"/>
                    <a:pt x="64" y="126"/>
                    <a:pt x="64" y="143"/>
                  </a:cubicBezTo>
                  <a:cubicBezTo>
                    <a:pt x="64" y="158"/>
                    <a:pt x="48" y="158"/>
                    <a:pt x="48" y="174"/>
                  </a:cubicBezTo>
                  <a:lnTo>
                    <a:pt x="48" y="174"/>
                  </a:lnTo>
                  <a:lnTo>
                    <a:pt x="48" y="174"/>
                  </a:lnTo>
                  <a:cubicBezTo>
                    <a:pt x="64" y="174"/>
                    <a:pt x="79" y="158"/>
                    <a:pt x="79" y="126"/>
                  </a:cubicBezTo>
                  <a:lnTo>
                    <a:pt x="79" y="32"/>
                  </a:lnTo>
                  <a:lnTo>
                    <a:pt x="79" y="32"/>
                  </a:lnTo>
                  <a:lnTo>
                    <a:pt x="79" y="32"/>
                  </a:lnTo>
                  <a:cubicBezTo>
                    <a:pt x="64"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6" name="Google Shape;1666;p38"/>
            <p:cNvSpPr/>
            <p:nvPr/>
          </p:nvSpPr>
          <p:spPr>
            <a:xfrm>
              <a:off x="3398980" y="1772225"/>
              <a:ext cx="6551" cy="5057"/>
            </a:xfrm>
            <a:custGeom>
              <a:avLst/>
              <a:gdLst/>
              <a:ahLst/>
              <a:cxnLst/>
              <a:rect l="l" t="t" r="r" b="b"/>
              <a:pathLst>
                <a:path w="206" h="159" extrusionOk="0">
                  <a:moveTo>
                    <a:pt x="158" y="1"/>
                  </a:moveTo>
                  <a:lnTo>
                    <a:pt x="143" y="1"/>
                  </a:lnTo>
                  <a:lnTo>
                    <a:pt x="48" y="16"/>
                  </a:lnTo>
                  <a:cubicBezTo>
                    <a:pt x="32" y="16"/>
                    <a:pt x="17" y="32"/>
                    <a:pt x="17" y="47"/>
                  </a:cubicBezTo>
                  <a:cubicBezTo>
                    <a:pt x="17" y="64"/>
                    <a:pt x="32" y="79"/>
                    <a:pt x="32" y="79"/>
                  </a:cubicBezTo>
                  <a:lnTo>
                    <a:pt x="32" y="64"/>
                  </a:lnTo>
                  <a:cubicBezTo>
                    <a:pt x="48" y="47"/>
                    <a:pt x="48" y="47"/>
                    <a:pt x="63" y="47"/>
                  </a:cubicBezTo>
                  <a:lnTo>
                    <a:pt x="63" y="47"/>
                  </a:lnTo>
                  <a:lnTo>
                    <a:pt x="80" y="47"/>
                  </a:lnTo>
                  <a:lnTo>
                    <a:pt x="143" y="64"/>
                  </a:lnTo>
                  <a:cubicBezTo>
                    <a:pt x="158" y="79"/>
                    <a:pt x="174" y="95"/>
                    <a:pt x="158" y="110"/>
                  </a:cubicBezTo>
                  <a:cubicBezTo>
                    <a:pt x="158" y="127"/>
                    <a:pt x="143" y="142"/>
                    <a:pt x="126" y="142"/>
                  </a:cubicBezTo>
                  <a:lnTo>
                    <a:pt x="111" y="127"/>
                  </a:lnTo>
                  <a:lnTo>
                    <a:pt x="48" y="110"/>
                  </a:lnTo>
                  <a:cubicBezTo>
                    <a:pt x="48" y="110"/>
                    <a:pt x="48" y="95"/>
                    <a:pt x="32" y="95"/>
                  </a:cubicBezTo>
                  <a:lnTo>
                    <a:pt x="32" y="95"/>
                  </a:lnTo>
                  <a:lnTo>
                    <a:pt x="32" y="95"/>
                  </a:lnTo>
                  <a:cubicBezTo>
                    <a:pt x="17" y="95"/>
                    <a:pt x="0" y="110"/>
                    <a:pt x="0" y="127"/>
                  </a:cubicBezTo>
                  <a:cubicBezTo>
                    <a:pt x="0" y="142"/>
                    <a:pt x="17" y="158"/>
                    <a:pt x="32" y="158"/>
                  </a:cubicBezTo>
                  <a:lnTo>
                    <a:pt x="48" y="158"/>
                  </a:lnTo>
                  <a:cubicBezTo>
                    <a:pt x="111" y="158"/>
                    <a:pt x="174" y="142"/>
                    <a:pt x="189" y="110"/>
                  </a:cubicBezTo>
                  <a:lnTo>
                    <a:pt x="189" y="110"/>
                  </a:lnTo>
                  <a:lnTo>
                    <a:pt x="189" y="110"/>
                  </a:lnTo>
                  <a:cubicBezTo>
                    <a:pt x="174" y="110"/>
                    <a:pt x="158" y="79"/>
                    <a:pt x="174" y="64"/>
                  </a:cubicBezTo>
                  <a:cubicBezTo>
                    <a:pt x="174" y="47"/>
                    <a:pt x="189" y="47"/>
                    <a:pt x="206" y="47"/>
                  </a:cubicBezTo>
                  <a:lnTo>
                    <a:pt x="206" y="47"/>
                  </a:lnTo>
                  <a:lnTo>
                    <a:pt x="206" y="47"/>
                  </a:lnTo>
                  <a:lnTo>
                    <a:pt x="206" y="47"/>
                  </a:lnTo>
                  <a:lnTo>
                    <a:pt x="174" y="16"/>
                  </a:lnTo>
                  <a:cubicBezTo>
                    <a:pt x="174" y="1"/>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7" name="Google Shape;1667;p38"/>
            <p:cNvSpPr/>
            <p:nvPr/>
          </p:nvSpPr>
          <p:spPr>
            <a:xfrm>
              <a:off x="3293741" y="1819326"/>
              <a:ext cx="7060" cy="4039"/>
            </a:xfrm>
            <a:custGeom>
              <a:avLst/>
              <a:gdLst/>
              <a:ahLst/>
              <a:cxnLst/>
              <a:rect l="l" t="t" r="r" b="b"/>
              <a:pathLst>
                <a:path w="222" h="127" extrusionOk="0">
                  <a:moveTo>
                    <a:pt x="32" y="64"/>
                  </a:moveTo>
                  <a:cubicBezTo>
                    <a:pt x="17" y="64"/>
                    <a:pt x="1" y="64"/>
                    <a:pt x="1" y="79"/>
                  </a:cubicBezTo>
                  <a:cubicBezTo>
                    <a:pt x="1" y="110"/>
                    <a:pt x="17" y="127"/>
                    <a:pt x="32" y="127"/>
                  </a:cubicBezTo>
                  <a:lnTo>
                    <a:pt x="64" y="127"/>
                  </a:lnTo>
                  <a:cubicBezTo>
                    <a:pt x="80" y="127"/>
                    <a:pt x="95" y="127"/>
                    <a:pt x="112" y="110"/>
                  </a:cubicBezTo>
                  <a:lnTo>
                    <a:pt x="112" y="110"/>
                  </a:lnTo>
                  <a:cubicBezTo>
                    <a:pt x="95" y="110"/>
                    <a:pt x="95" y="127"/>
                    <a:pt x="80" y="127"/>
                  </a:cubicBezTo>
                  <a:lnTo>
                    <a:pt x="64" y="127"/>
                  </a:lnTo>
                  <a:cubicBezTo>
                    <a:pt x="49" y="110"/>
                    <a:pt x="49" y="95"/>
                    <a:pt x="49" y="79"/>
                  </a:cubicBezTo>
                  <a:lnTo>
                    <a:pt x="49" y="64"/>
                  </a:lnTo>
                  <a:lnTo>
                    <a:pt x="49" y="64"/>
                  </a:lnTo>
                  <a:lnTo>
                    <a:pt x="32" y="64"/>
                  </a:lnTo>
                  <a:close/>
                  <a:moveTo>
                    <a:pt x="127" y="1"/>
                  </a:moveTo>
                  <a:lnTo>
                    <a:pt x="127" y="32"/>
                  </a:lnTo>
                  <a:lnTo>
                    <a:pt x="127" y="47"/>
                  </a:lnTo>
                  <a:cubicBezTo>
                    <a:pt x="127" y="47"/>
                    <a:pt x="127" y="32"/>
                    <a:pt x="143" y="32"/>
                  </a:cubicBezTo>
                  <a:lnTo>
                    <a:pt x="143" y="32"/>
                  </a:lnTo>
                  <a:lnTo>
                    <a:pt x="158" y="47"/>
                  </a:lnTo>
                  <a:cubicBezTo>
                    <a:pt x="158" y="32"/>
                    <a:pt x="158" y="32"/>
                    <a:pt x="175" y="32"/>
                  </a:cubicBezTo>
                  <a:lnTo>
                    <a:pt x="175" y="32"/>
                  </a:lnTo>
                  <a:cubicBezTo>
                    <a:pt x="175" y="32"/>
                    <a:pt x="190" y="32"/>
                    <a:pt x="190" y="47"/>
                  </a:cubicBezTo>
                  <a:cubicBezTo>
                    <a:pt x="206" y="64"/>
                    <a:pt x="206" y="79"/>
                    <a:pt x="206" y="79"/>
                  </a:cubicBezTo>
                  <a:lnTo>
                    <a:pt x="206" y="79"/>
                  </a:lnTo>
                  <a:cubicBezTo>
                    <a:pt x="221" y="47"/>
                    <a:pt x="206" y="32"/>
                    <a:pt x="190" y="32"/>
                  </a:cubicBezTo>
                  <a:lnTo>
                    <a:pt x="143"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8" name="Google Shape;1668;p38"/>
            <p:cNvSpPr/>
            <p:nvPr/>
          </p:nvSpPr>
          <p:spPr>
            <a:xfrm>
              <a:off x="3404991" y="1776232"/>
              <a:ext cx="5565" cy="5534"/>
            </a:xfrm>
            <a:custGeom>
              <a:avLst/>
              <a:gdLst/>
              <a:ahLst/>
              <a:cxnLst/>
              <a:rect l="l" t="t" r="r" b="b"/>
              <a:pathLst>
                <a:path w="175" h="174" extrusionOk="0">
                  <a:moveTo>
                    <a:pt x="32" y="47"/>
                  </a:moveTo>
                  <a:lnTo>
                    <a:pt x="32" y="47"/>
                  </a:lnTo>
                  <a:cubicBezTo>
                    <a:pt x="17" y="47"/>
                    <a:pt x="0" y="64"/>
                    <a:pt x="0" y="79"/>
                  </a:cubicBezTo>
                  <a:lnTo>
                    <a:pt x="0" y="142"/>
                  </a:lnTo>
                  <a:cubicBezTo>
                    <a:pt x="0" y="158"/>
                    <a:pt x="17" y="173"/>
                    <a:pt x="32" y="173"/>
                  </a:cubicBezTo>
                  <a:lnTo>
                    <a:pt x="32" y="173"/>
                  </a:lnTo>
                  <a:cubicBezTo>
                    <a:pt x="48" y="173"/>
                    <a:pt x="63" y="158"/>
                    <a:pt x="63" y="142"/>
                  </a:cubicBezTo>
                  <a:lnTo>
                    <a:pt x="63" y="95"/>
                  </a:lnTo>
                  <a:lnTo>
                    <a:pt x="63" y="79"/>
                  </a:lnTo>
                  <a:lnTo>
                    <a:pt x="63" y="79"/>
                  </a:lnTo>
                  <a:lnTo>
                    <a:pt x="63" y="79"/>
                  </a:lnTo>
                  <a:cubicBezTo>
                    <a:pt x="48" y="79"/>
                    <a:pt x="32" y="64"/>
                    <a:pt x="32" y="47"/>
                  </a:cubicBezTo>
                  <a:lnTo>
                    <a:pt x="32" y="47"/>
                  </a:lnTo>
                  <a:close/>
                  <a:moveTo>
                    <a:pt x="127" y="1"/>
                  </a:moveTo>
                  <a:lnTo>
                    <a:pt x="127" y="1"/>
                  </a:lnTo>
                  <a:lnTo>
                    <a:pt x="111" y="1"/>
                  </a:lnTo>
                  <a:lnTo>
                    <a:pt x="95" y="1"/>
                  </a:lnTo>
                  <a:lnTo>
                    <a:pt x="95" y="32"/>
                  </a:lnTo>
                  <a:lnTo>
                    <a:pt x="95" y="47"/>
                  </a:lnTo>
                  <a:lnTo>
                    <a:pt x="95" y="47"/>
                  </a:lnTo>
                  <a:lnTo>
                    <a:pt x="95" y="47"/>
                  </a:lnTo>
                  <a:lnTo>
                    <a:pt x="143" y="47"/>
                  </a:lnTo>
                  <a:cubicBezTo>
                    <a:pt x="143" y="32"/>
                    <a:pt x="143" y="16"/>
                    <a:pt x="158" y="16"/>
                  </a:cubicBezTo>
                  <a:lnTo>
                    <a:pt x="17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69" name="Google Shape;1669;p38"/>
            <p:cNvSpPr/>
            <p:nvPr/>
          </p:nvSpPr>
          <p:spPr>
            <a:xfrm>
              <a:off x="3254177" y="1768695"/>
              <a:ext cx="3053" cy="4039"/>
            </a:xfrm>
            <a:custGeom>
              <a:avLst/>
              <a:gdLst/>
              <a:ahLst/>
              <a:cxnLst/>
              <a:rect l="l" t="t" r="r" b="b"/>
              <a:pathLst>
                <a:path w="96" h="127" extrusionOk="0">
                  <a:moveTo>
                    <a:pt x="64" y="1"/>
                  </a:moveTo>
                  <a:lnTo>
                    <a:pt x="64" y="1"/>
                  </a:lnTo>
                  <a:cubicBezTo>
                    <a:pt x="32" y="1"/>
                    <a:pt x="16" y="17"/>
                    <a:pt x="32" y="32"/>
                  </a:cubicBezTo>
                  <a:lnTo>
                    <a:pt x="32" y="64"/>
                  </a:lnTo>
                  <a:lnTo>
                    <a:pt x="32" y="64"/>
                  </a:lnTo>
                  <a:cubicBezTo>
                    <a:pt x="16" y="64"/>
                    <a:pt x="1" y="95"/>
                    <a:pt x="16" y="112"/>
                  </a:cubicBezTo>
                  <a:cubicBezTo>
                    <a:pt x="16" y="127"/>
                    <a:pt x="32" y="127"/>
                    <a:pt x="47" y="127"/>
                  </a:cubicBezTo>
                  <a:lnTo>
                    <a:pt x="64" y="127"/>
                  </a:lnTo>
                  <a:lnTo>
                    <a:pt x="79" y="112"/>
                  </a:lnTo>
                  <a:cubicBezTo>
                    <a:pt x="95" y="112"/>
                    <a:pt x="95" y="95"/>
                    <a:pt x="95" y="80"/>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0" name="Google Shape;1670;p38"/>
            <p:cNvSpPr/>
            <p:nvPr/>
          </p:nvSpPr>
          <p:spPr>
            <a:xfrm>
              <a:off x="3026177" y="1793279"/>
              <a:ext cx="5025" cy="3021"/>
            </a:xfrm>
            <a:custGeom>
              <a:avLst/>
              <a:gdLst/>
              <a:ahLst/>
              <a:cxnLst/>
              <a:rect l="l" t="t" r="r" b="b"/>
              <a:pathLst>
                <a:path w="158" h="95" extrusionOk="0">
                  <a:moveTo>
                    <a:pt x="95" y="0"/>
                  </a:moveTo>
                  <a:lnTo>
                    <a:pt x="80" y="0"/>
                  </a:lnTo>
                  <a:cubicBezTo>
                    <a:pt x="63" y="0"/>
                    <a:pt x="48" y="15"/>
                    <a:pt x="48" y="32"/>
                  </a:cubicBezTo>
                  <a:lnTo>
                    <a:pt x="32" y="32"/>
                  </a:lnTo>
                  <a:cubicBezTo>
                    <a:pt x="17" y="47"/>
                    <a:pt x="0" y="63"/>
                    <a:pt x="17" y="78"/>
                  </a:cubicBezTo>
                  <a:lnTo>
                    <a:pt x="17" y="95"/>
                  </a:lnTo>
                  <a:lnTo>
                    <a:pt x="32" y="95"/>
                  </a:lnTo>
                  <a:lnTo>
                    <a:pt x="48" y="95"/>
                  </a:lnTo>
                  <a:lnTo>
                    <a:pt x="48" y="95"/>
                  </a:lnTo>
                  <a:lnTo>
                    <a:pt x="63" y="95"/>
                  </a:lnTo>
                  <a:cubicBezTo>
                    <a:pt x="80" y="95"/>
                    <a:pt x="80" y="78"/>
                    <a:pt x="95" y="78"/>
                  </a:cubicBezTo>
                  <a:lnTo>
                    <a:pt x="95" y="78"/>
                  </a:lnTo>
                  <a:lnTo>
                    <a:pt x="111" y="78"/>
                  </a:lnTo>
                  <a:lnTo>
                    <a:pt x="143" y="78"/>
                  </a:lnTo>
                  <a:cubicBezTo>
                    <a:pt x="143" y="63"/>
                    <a:pt x="158" y="47"/>
                    <a:pt x="143" y="32"/>
                  </a:cubicBezTo>
                  <a:cubicBezTo>
                    <a:pt x="126" y="15"/>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1" name="Google Shape;1671;p38"/>
            <p:cNvSpPr/>
            <p:nvPr/>
          </p:nvSpPr>
          <p:spPr>
            <a:xfrm>
              <a:off x="3049203" y="1823811"/>
              <a:ext cx="4071" cy="3562"/>
            </a:xfrm>
            <a:custGeom>
              <a:avLst/>
              <a:gdLst/>
              <a:ahLst/>
              <a:cxnLst/>
              <a:rect l="l" t="t" r="r" b="b"/>
              <a:pathLst>
                <a:path w="128" h="112" extrusionOk="0">
                  <a:moveTo>
                    <a:pt x="80" y="1"/>
                  </a:moveTo>
                  <a:cubicBezTo>
                    <a:pt x="64" y="1"/>
                    <a:pt x="49" y="1"/>
                    <a:pt x="32" y="17"/>
                  </a:cubicBezTo>
                  <a:lnTo>
                    <a:pt x="32" y="17"/>
                  </a:lnTo>
                  <a:lnTo>
                    <a:pt x="17" y="17"/>
                  </a:lnTo>
                  <a:lnTo>
                    <a:pt x="17" y="32"/>
                  </a:lnTo>
                  <a:cubicBezTo>
                    <a:pt x="17" y="49"/>
                    <a:pt x="1" y="80"/>
                    <a:pt x="32" y="95"/>
                  </a:cubicBezTo>
                  <a:cubicBezTo>
                    <a:pt x="32" y="112"/>
                    <a:pt x="64" y="112"/>
                    <a:pt x="80" y="112"/>
                  </a:cubicBezTo>
                  <a:lnTo>
                    <a:pt x="96" y="112"/>
                  </a:lnTo>
                  <a:lnTo>
                    <a:pt x="112" y="95"/>
                  </a:lnTo>
                  <a:cubicBezTo>
                    <a:pt x="112" y="80"/>
                    <a:pt x="127" y="80"/>
                    <a:pt x="112" y="80"/>
                  </a:cubicBezTo>
                  <a:cubicBezTo>
                    <a:pt x="112" y="64"/>
                    <a:pt x="112" y="49"/>
                    <a:pt x="80" y="49"/>
                  </a:cubicBezTo>
                  <a:cubicBezTo>
                    <a:pt x="96" y="49"/>
                    <a:pt x="96" y="32"/>
                    <a:pt x="96" y="32"/>
                  </a:cubicBezTo>
                  <a:cubicBezTo>
                    <a:pt x="96" y="17"/>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2" name="Google Shape;1672;p38"/>
            <p:cNvSpPr/>
            <p:nvPr/>
          </p:nvSpPr>
          <p:spPr>
            <a:xfrm>
              <a:off x="3346376" y="1790258"/>
              <a:ext cx="4039" cy="1527"/>
            </a:xfrm>
            <a:custGeom>
              <a:avLst/>
              <a:gdLst/>
              <a:ahLst/>
              <a:cxnLst/>
              <a:rect l="l" t="t" r="r" b="b"/>
              <a:pathLst>
                <a:path w="127" h="48" extrusionOk="0">
                  <a:moveTo>
                    <a:pt x="47" y="1"/>
                  </a:moveTo>
                  <a:lnTo>
                    <a:pt x="47" y="1"/>
                  </a:lnTo>
                  <a:lnTo>
                    <a:pt x="32" y="1"/>
                  </a:lnTo>
                  <a:lnTo>
                    <a:pt x="32" y="1"/>
                  </a:lnTo>
                  <a:cubicBezTo>
                    <a:pt x="16" y="1"/>
                    <a:pt x="1" y="32"/>
                    <a:pt x="1" y="47"/>
                  </a:cubicBezTo>
                  <a:lnTo>
                    <a:pt x="79" y="32"/>
                  </a:lnTo>
                  <a:lnTo>
                    <a:pt x="79" y="32"/>
                  </a:lnTo>
                  <a:cubicBezTo>
                    <a:pt x="95" y="32"/>
                    <a:pt x="110" y="47"/>
                    <a:pt x="110" y="47"/>
                  </a:cubicBezTo>
                  <a:cubicBezTo>
                    <a:pt x="127" y="32"/>
                    <a:pt x="110" y="16"/>
                    <a:pt x="95" y="16"/>
                  </a:cubicBezTo>
                  <a:cubicBezTo>
                    <a:pt x="95" y="1"/>
                    <a:pt x="79"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3" name="Google Shape;1673;p38"/>
            <p:cNvSpPr/>
            <p:nvPr/>
          </p:nvSpPr>
          <p:spPr>
            <a:xfrm>
              <a:off x="3391474" y="1798749"/>
              <a:ext cx="7060" cy="3053"/>
            </a:xfrm>
            <a:custGeom>
              <a:avLst/>
              <a:gdLst/>
              <a:ahLst/>
              <a:cxnLst/>
              <a:rect l="l" t="t" r="r" b="b"/>
              <a:pathLst>
                <a:path w="222" h="96" extrusionOk="0">
                  <a:moveTo>
                    <a:pt x="32" y="1"/>
                  </a:moveTo>
                  <a:lnTo>
                    <a:pt x="32" y="1"/>
                  </a:lnTo>
                  <a:cubicBezTo>
                    <a:pt x="16" y="1"/>
                    <a:pt x="1" y="17"/>
                    <a:pt x="1" y="33"/>
                  </a:cubicBezTo>
                  <a:lnTo>
                    <a:pt x="16" y="49"/>
                  </a:lnTo>
                  <a:lnTo>
                    <a:pt x="16" y="80"/>
                  </a:lnTo>
                  <a:lnTo>
                    <a:pt x="32" y="80"/>
                  </a:lnTo>
                  <a:cubicBezTo>
                    <a:pt x="32" y="80"/>
                    <a:pt x="47" y="80"/>
                    <a:pt x="64" y="96"/>
                  </a:cubicBezTo>
                  <a:cubicBezTo>
                    <a:pt x="64" y="80"/>
                    <a:pt x="79" y="80"/>
                    <a:pt x="79" y="80"/>
                  </a:cubicBezTo>
                  <a:lnTo>
                    <a:pt x="95" y="80"/>
                  </a:lnTo>
                  <a:cubicBezTo>
                    <a:pt x="110" y="80"/>
                    <a:pt x="110" y="80"/>
                    <a:pt x="127" y="96"/>
                  </a:cubicBezTo>
                  <a:cubicBezTo>
                    <a:pt x="158" y="96"/>
                    <a:pt x="173" y="80"/>
                    <a:pt x="205" y="80"/>
                  </a:cubicBezTo>
                  <a:cubicBezTo>
                    <a:pt x="205" y="64"/>
                    <a:pt x="221" y="64"/>
                    <a:pt x="221" y="64"/>
                  </a:cubicBezTo>
                  <a:lnTo>
                    <a:pt x="221" y="64"/>
                  </a:lnTo>
                  <a:cubicBezTo>
                    <a:pt x="205" y="49"/>
                    <a:pt x="190" y="33"/>
                    <a:pt x="205" y="17"/>
                  </a:cubicBezTo>
                  <a:cubicBezTo>
                    <a:pt x="205" y="1"/>
                    <a:pt x="221" y="1"/>
                    <a:pt x="221" y="1"/>
                  </a:cubicBezTo>
                  <a:lnTo>
                    <a:pt x="221" y="1"/>
                  </a:lnTo>
                  <a:lnTo>
                    <a:pt x="190" y="1"/>
                  </a:lnTo>
                  <a:lnTo>
                    <a:pt x="190" y="1"/>
                  </a:lnTo>
                  <a:cubicBezTo>
                    <a:pt x="158" y="17"/>
                    <a:pt x="127" y="17"/>
                    <a:pt x="110" y="33"/>
                  </a:cubicBezTo>
                  <a:lnTo>
                    <a:pt x="110" y="1"/>
                  </a:lnTo>
                  <a:lnTo>
                    <a:pt x="110" y="1"/>
                  </a:lnTo>
                  <a:lnTo>
                    <a:pt x="110" y="1"/>
                  </a:lnTo>
                  <a:cubicBezTo>
                    <a:pt x="95" y="17"/>
                    <a:pt x="95" y="17"/>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4" name="Google Shape;1674;p38"/>
            <p:cNvSpPr/>
            <p:nvPr/>
          </p:nvSpPr>
          <p:spPr>
            <a:xfrm>
              <a:off x="3306304" y="1814333"/>
              <a:ext cx="6520" cy="2035"/>
            </a:xfrm>
            <a:custGeom>
              <a:avLst/>
              <a:gdLst/>
              <a:ahLst/>
              <a:cxnLst/>
              <a:rect l="l" t="t" r="r" b="b"/>
              <a:pathLst>
                <a:path w="205" h="64" extrusionOk="0">
                  <a:moveTo>
                    <a:pt x="158" y="15"/>
                  </a:moveTo>
                  <a:lnTo>
                    <a:pt x="158" y="32"/>
                  </a:lnTo>
                  <a:lnTo>
                    <a:pt x="126" y="32"/>
                  </a:lnTo>
                  <a:cubicBezTo>
                    <a:pt x="141" y="47"/>
                    <a:pt x="141" y="47"/>
                    <a:pt x="141" y="63"/>
                  </a:cubicBezTo>
                  <a:lnTo>
                    <a:pt x="189" y="47"/>
                  </a:lnTo>
                  <a:lnTo>
                    <a:pt x="204" y="47"/>
                  </a:lnTo>
                  <a:lnTo>
                    <a:pt x="204" y="32"/>
                  </a:lnTo>
                  <a:lnTo>
                    <a:pt x="189" y="32"/>
                  </a:lnTo>
                  <a:cubicBezTo>
                    <a:pt x="173" y="15"/>
                    <a:pt x="173" y="15"/>
                    <a:pt x="158" y="15"/>
                  </a:cubicBezTo>
                  <a:close/>
                  <a:moveTo>
                    <a:pt x="95" y="0"/>
                  </a:moveTo>
                  <a:lnTo>
                    <a:pt x="32" y="0"/>
                  </a:lnTo>
                  <a:cubicBezTo>
                    <a:pt x="0" y="0"/>
                    <a:pt x="0" y="15"/>
                    <a:pt x="0" y="32"/>
                  </a:cubicBezTo>
                  <a:lnTo>
                    <a:pt x="0" y="32"/>
                  </a:lnTo>
                  <a:cubicBezTo>
                    <a:pt x="0" y="32"/>
                    <a:pt x="15" y="32"/>
                    <a:pt x="15" y="47"/>
                  </a:cubicBezTo>
                  <a:lnTo>
                    <a:pt x="47" y="47"/>
                  </a:lnTo>
                  <a:lnTo>
                    <a:pt x="78" y="32"/>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5" name="Google Shape;1675;p38"/>
            <p:cNvSpPr/>
            <p:nvPr/>
          </p:nvSpPr>
          <p:spPr>
            <a:xfrm>
              <a:off x="3323319" y="1765705"/>
              <a:ext cx="3053" cy="6551"/>
            </a:xfrm>
            <a:custGeom>
              <a:avLst/>
              <a:gdLst/>
              <a:ahLst/>
              <a:cxnLst/>
              <a:rect l="l" t="t" r="r" b="b"/>
              <a:pathLst>
                <a:path w="96" h="206" extrusionOk="0">
                  <a:moveTo>
                    <a:pt x="79" y="0"/>
                  </a:moveTo>
                  <a:cubicBezTo>
                    <a:pt x="79" y="17"/>
                    <a:pt x="79" y="17"/>
                    <a:pt x="64" y="17"/>
                  </a:cubicBezTo>
                  <a:lnTo>
                    <a:pt x="64" y="17"/>
                  </a:lnTo>
                  <a:lnTo>
                    <a:pt x="48" y="17"/>
                  </a:lnTo>
                  <a:lnTo>
                    <a:pt x="48" y="17"/>
                  </a:lnTo>
                  <a:cubicBezTo>
                    <a:pt x="1" y="63"/>
                    <a:pt x="16" y="95"/>
                    <a:pt x="16" y="143"/>
                  </a:cubicBezTo>
                  <a:cubicBezTo>
                    <a:pt x="32" y="143"/>
                    <a:pt x="32" y="158"/>
                    <a:pt x="32" y="174"/>
                  </a:cubicBezTo>
                  <a:lnTo>
                    <a:pt x="32" y="174"/>
                  </a:lnTo>
                  <a:cubicBezTo>
                    <a:pt x="32" y="189"/>
                    <a:pt x="32" y="206"/>
                    <a:pt x="64" y="206"/>
                  </a:cubicBezTo>
                  <a:lnTo>
                    <a:pt x="64" y="206"/>
                  </a:lnTo>
                  <a:lnTo>
                    <a:pt x="79" y="206"/>
                  </a:lnTo>
                  <a:cubicBezTo>
                    <a:pt x="95" y="206"/>
                    <a:pt x="95" y="206"/>
                    <a:pt x="95" y="189"/>
                  </a:cubicBezTo>
                  <a:lnTo>
                    <a:pt x="95" y="189"/>
                  </a:lnTo>
                  <a:lnTo>
                    <a:pt x="95" y="158"/>
                  </a:lnTo>
                  <a:lnTo>
                    <a:pt x="95" y="126"/>
                  </a:lnTo>
                  <a:cubicBezTo>
                    <a:pt x="79" y="95"/>
                    <a:pt x="79" y="80"/>
                    <a:pt x="95" y="63"/>
                  </a:cubicBezTo>
                  <a:lnTo>
                    <a:pt x="95" y="63"/>
                  </a:lnTo>
                  <a:lnTo>
                    <a:pt x="95" y="48"/>
                  </a:lnTo>
                  <a:cubicBezTo>
                    <a:pt x="79" y="48"/>
                    <a:pt x="79" y="32"/>
                    <a:pt x="95" y="17"/>
                  </a:cubicBezTo>
                  <a:lnTo>
                    <a:pt x="95" y="17"/>
                  </a:lnTo>
                  <a:cubicBezTo>
                    <a:pt x="95" y="0"/>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6" name="Google Shape;1676;p38"/>
            <p:cNvSpPr/>
            <p:nvPr/>
          </p:nvSpPr>
          <p:spPr>
            <a:xfrm>
              <a:off x="3169484" y="1820821"/>
              <a:ext cx="4039" cy="4548"/>
            </a:xfrm>
            <a:custGeom>
              <a:avLst/>
              <a:gdLst/>
              <a:ahLst/>
              <a:cxnLst/>
              <a:rect l="l" t="t" r="r" b="b"/>
              <a:pathLst>
                <a:path w="127" h="143" extrusionOk="0">
                  <a:moveTo>
                    <a:pt x="63" y="0"/>
                  </a:moveTo>
                  <a:lnTo>
                    <a:pt x="63" y="0"/>
                  </a:lnTo>
                  <a:lnTo>
                    <a:pt x="48" y="17"/>
                  </a:lnTo>
                  <a:lnTo>
                    <a:pt x="17" y="48"/>
                  </a:lnTo>
                  <a:cubicBezTo>
                    <a:pt x="32" y="48"/>
                    <a:pt x="32" y="63"/>
                    <a:pt x="32" y="80"/>
                  </a:cubicBezTo>
                  <a:lnTo>
                    <a:pt x="0" y="143"/>
                  </a:lnTo>
                  <a:lnTo>
                    <a:pt x="0" y="143"/>
                  </a:lnTo>
                  <a:lnTo>
                    <a:pt x="17" y="143"/>
                  </a:lnTo>
                  <a:lnTo>
                    <a:pt x="32" y="143"/>
                  </a:lnTo>
                  <a:lnTo>
                    <a:pt x="32" y="143"/>
                  </a:lnTo>
                  <a:lnTo>
                    <a:pt x="95" y="126"/>
                  </a:lnTo>
                  <a:cubicBezTo>
                    <a:pt x="126" y="126"/>
                    <a:pt x="126" y="111"/>
                    <a:pt x="126" y="95"/>
                  </a:cubicBezTo>
                  <a:cubicBezTo>
                    <a:pt x="126" y="80"/>
                    <a:pt x="111" y="63"/>
                    <a:pt x="95" y="63"/>
                  </a:cubicBezTo>
                  <a:lnTo>
                    <a:pt x="95" y="63"/>
                  </a:lnTo>
                  <a:cubicBezTo>
                    <a:pt x="111" y="48"/>
                    <a:pt x="111" y="32"/>
                    <a:pt x="95" y="17"/>
                  </a:cubicBezTo>
                  <a:cubicBezTo>
                    <a:pt x="80"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7" name="Google Shape;1677;p38"/>
            <p:cNvSpPr/>
            <p:nvPr/>
          </p:nvSpPr>
          <p:spPr>
            <a:xfrm>
              <a:off x="3415518" y="1754192"/>
              <a:ext cx="6551" cy="8523"/>
            </a:xfrm>
            <a:custGeom>
              <a:avLst/>
              <a:gdLst/>
              <a:ahLst/>
              <a:cxnLst/>
              <a:rect l="l" t="t" r="r" b="b"/>
              <a:pathLst>
                <a:path w="206" h="268" extrusionOk="0">
                  <a:moveTo>
                    <a:pt x="205" y="110"/>
                  </a:moveTo>
                  <a:lnTo>
                    <a:pt x="190" y="110"/>
                  </a:lnTo>
                  <a:cubicBezTo>
                    <a:pt x="174" y="110"/>
                    <a:pt x="142" y="126"/>
                    <a:pt x="127" y="126"/>
                  </a:cubicBezTo>
                  <a:lnTo>
                    <a:pt x="127" y="158"/>
                  </a:lnTo>
                  <a:cubicBezTo>
                    <a:pt x="111" y="173"/>
                    <a:pt x="111" y="189"/>
                    <a:pt x="96" y="189"/>
                  </a:cubicBezTo>
                  <a:lnTo>
                    <a:pt x="96" y="189"/>
                  </a:lnTo>
                  <a:lnTo>
                    <a:pt x="64" y="189"/>
                  </a:lnTo>
                  <a:lnTo>
                    <a:pt x="48" y="189"/>
                  </a:lnTo>
                  <a:cubicBezTo>
                    <a:pt x="32" y="189"/>
                    <a:pt x="16" y="189"/>
                    <a:pt x="16" y="205"/>
                  </a:cubicBezTo>
                  <a:cubicBezTo>
                    <a:pt x="1" y="221"/>
                    <a:pt x="16" y="252"/>
                    <a:pt x="32" y="252"/>
                  </a:cubicBezTo>
                  <a:lnTo>
                    <a:pt x="32" y="252"/>
                  </a:lnTo>
                  <a:lnTo>
                    <a:pt x="79" y="252"/>
                  </a:lnTo>
                  <a:lnTo>
                    <a:pt x="79" y="252"/>
                  </a:lnTo>
                  <a:lnTo>
                    <a:pt x="79" y="236"/>
                  </a:lnTo>
                  <a:cubicBezTo>
                    <a:pt x="96" y="236"/>
                    <a:pt x="111" y="252"/>
                    <a:pt x="111" y="268"/>
                  </a:cubicBezTo>
                  <a:cubicBezTo>
                    <a:pt x="127" y="268"/>
                    <a:pt x="127" y="252"/>
                    <a:pt x="127" y="252"/>
                  </a:cubicBezTo>
                  <a:cubicBezTo>
                    <a:pt x="159" y="236"/>
                    <a:pt x="174" y="205"/>
                    <a:pt x="190" y="173"/>
                  </a:cubicBezTo>
                  <a:cubicBezTo>
                    <a:pt x="190" y="158"/>
                    <a:pt x="190" y="126"/>
                    <a:pt x="205" y="126"/>
                  </a:cubicBezTo>
                  <a:lnTo>
                    <a:pt x="205" y="110"/>
                  </a:lnTo>
                  <a:lnTo>
                    <a:pt x="205" y="110"/>
                  </a:lnTo>
                  <a:close/>
                  <a:moveTo>
                    <a:pt x="142" y="0"/>
                  </a:moveTo>
                  <a:lnTo>
                    <a:pt x="142" y="0"/>
                  </a:lnTo>
                  <a:lnTo>
                    <a:pt x="127" y="0"/>
                  </a:lnTo>
                  <a:lnTo>
                    <a:pt x="111" y="16"/>
                  </a:lnTo>
                  <a:lnTo>
                    <a:pt x="111" y="47"/>
                  </a:lnTo>
                  <a:lnTo>
                    <a:pt x="111" y="47"/>
                  </a:lnTo>
                  <a:lnTo>
                    <a:pt x="127" y="47"/>
                  </a:lnTo>
                  <a:lnTo>
                    <a:pt x="174" y="47"/>
                  </a:lnTo>
                  <a:lnTo>
                    <a:pt x="190" y="47"/>
                  </a:lnTo>
                  <a:lnTo>
                    <a:pt x="174" y="16"/>
                  </a:lnTo>
                  <a:cubicBezTo>
                    <a:pt x="174" y="16"/>
                    <a:pt x="159" y="16"/>
                    <a:pt x="159" y="0"/>
                  </a:cubicBezTo>
                  <a:lnTo>
                    <a:pt x="159"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8" name="Google Shape;1678;p38"/>
            <p:cNvSpPr/>
            <p:nvPr/>
          </p:nvSpPr>
          <p:spPr>
            <a:xfrm>
              <a:off x="3432564" y="1786250"/>
              <a:ext cx="3053" cy="1527"/>
            </a:xfrm>
            <a:custGeom>
              <a:avLst/>
              <a:gdLst/>
              <a:ahLst/>
              <a:cxnLst/>
              <a:rect l="l" t="t" r="r" b="b"/>
              <a:pathLst>
                <a:path w="96" h="48" extrusionOk="0">
                  <a:moveTo>
                    <a:pt x="1" y="1"/>
                  </a:moveTo>
                  <a:lnTo>
                    <a:pt x="16" y="32"/>
                  </a:lnTo>
                  <a:lnTo>
                    <a:pt x="16" y="32"/>
                  </a:lnTo>
                  <a:lnTo>
                    <a:pt x="16" y="32"/>
                  </a:lnTo>
                  <a:lnTo>
                    <a:pt x="32" y="32"/>
                  </a:lnTo>
                  <a:lnTo>
                    <a:pt x="95" y="47"/>
                  </a:lnTo>
                  <a:lnTo>
                    <a:pt x="95" y="32"/>
                  </a:lnTo>
                  <a:lnTo>
                    <a:pt x="95" y="16"/>
                  </a:lnTo>
                  <a:lnTo>
                    <a:pt x="64" y="16"/>
                  </a:lnTo>
                  <a:lnTo>
                    <a:pt x="47" y="16"/>
                  </a:lnTo>
                  <a:lnTo>
                    <a:pt x="32" y="16"/>
                  </a:lnTo>
                  <a:lnTo>
                    <a:pt x="16" y="16"/>
                  </a:lnTo>
                  <a:cubicBezTo>
                    <a:pt x="1" y="16"/>
                    <a:pt x="1" y="1"/>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79" name="Google Shape;1679;p38"/>
            <p:cNvSpPr/>
            <p:nvPr/>
          </p:nvSpPr>
          <p:spPr>
            <a:xfrm>
              <a:off x="3051206" y="1819326"/>
              <a:ext cx="3562" cy="2512"/>
            </a:xfrm>
            <a:custGeom>
              <a:avLst/>
              <a:gdLst/>
              <a:ahLst/>
              <a:cxnLst/>
              <a:rect l="l" t="t" r="r" b="b"/>
              <a:pathLst>
                <a:path w="112" h="79" extrusionOk="0">
                  <a:moveTo>
                    <a:pt x="33" y="1"/>
                  </a:moveTo>
                  <a:lnTo>
                    <a:pt x="17" y="16"/>
                  </a:lnTo>
                  <a:cubicBezTo>
                    <a:pt x="1" y="16"/>
                    <a:pt x="1" y="32"/>
                    <a:pt x="1" y="47"/>
                  </a:cubicBezTo>
                  <a:lnTo>
                    <a:pt x="17" y="64"/>
                  </a:lnTo>
                  <a:lnTo>
                    <a:pt x="33" y="64"/>
                  </a:lnTo>
                  <a:lnTo>
                    <a:pt x="49" y="64"/>
                  </a:lnTo>
                  <a:cubicBezTo>
                    <a:pt x="64" y="64"/>
                    <a:pt x="96" y="79"/>
                    <a:pt x="112" y="79"/>
                  </a:cubicBezTo>
                  <a:lnTo>
                    <a:pt x="112" y="79"/>
                  </a:lnTo>
                  <a:lnTo>
                    <a:pt x="80" y="32"/>
                  </a:lnTo>
                  <a:lnTo>
                    <a:pt x="64" y="47"/>
                  </a:lnTo>
                  <a:cubicBezTo>
                    <a:pt x="49" y="47"/>
                    <a:pt x="49" y="32"/>
                    <a:pt x="49" y="32"/>
                  </a:cubicBezTo>
                  <a:cubicBezTo>
                    <a:pt x="33" y="32"/>
                    <a:pt x="33" y="16"/>
                    <a:pt x="3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0" name="Google Shape;1680;p38"/>
            <p:cNvSpPr/>
            <p:nvPr/>
          </p:nvSpPr>
          <p:spPr>
            <a:xfrm>
              <a:off x="3072801" y="1793756"/>
              <a:ext cx="5025" cy="5025"/>
            </a:xfrm>
            <a:custGeom>
              <a:avLst/>
              <a:gdLst/>
              <a:ahLst/>
              <a:cxnLst/>
              <a:rect l="l" t="t" r="r" b="b"/>
              <a:pathLst>
                <a:path w="158" h="158" extrusionOk="0">
                  <a:moveTo>
                    <a:pt x="32" y="0"/>
                  </a:moveTo>
                  <a:lnTo>
                    <a:pt x="32" y="0"/>
                  </a:lnTo>
                  <a:cubicBezTo>
                    <a:pt x="32" y="0"/>
                    <a:pt x="15" y="0"/>
                    <a:pt x="15" y="17"/>
                  </a:cubicBezTo>
                  <a:cubicBezTo>
                    <a:pt x="0" y="32"/>
                    <a:pt x="0" y="48"/>
                    <a:pt x="15" y="63"/>
                  </a:cubicBezTo>
                  <a:lnTo>
                    <a:pt x="63" y="95"/>
                  </a:lnTo>
                  <a:lnTo>
                    <a:pt x="63" y="95"/>
                  </a:lnTo>
                  <a:cubicBezTo>
                    <a:pt x="47" y="111"/>
                    <a:pt x="63" y="143"/>
                    <a:pt x="78" y="143"/>
                  </a:cubicBezTo>
                  <a:cubicBezTo>
                    <a:pt x="78" y="158"/>
                    <a:pt x="95" y="158"/>
                    <a:pt x="95" y="158"/>
                  </a:cubicBezTo>
                  <a:cubicBezTo>
                    <a:pt x="110" y="158"/>
                    <a:pt x="110" y="143"/>
                    <a:pt x="126" y="143"/>
                  </a:cubicBezTo>
                  <a:lnTo>
                    <a:pt x="141" y="111"/>
                  </a:lnTo>
                  <a:cubicBezTo>
                    <a:pt x="158" y="95"/>
                    <a:pt x="141" y="80"/>
                    <a:pt x="141" y="63"/>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1" name="Google Shape;1681;p38"/>
            <p:cNvSpPr/>
            <p:nvPr/>
          </p:nvSpPr>
          <p:spPr>
            <a:xfrm>
              <a:off x="3396499" y="1760680"/>
              <a:ext cx="5025" cy="2544"/>
            </a:xfrm>
            <a:custGeom>
              <a:avLst/>
              <a:gdLst/>
              <a:ahLst/>
              <a:cxnLst/>
              <a:rect l="l" t="t" r="r" b="b"/>
              <a:pathLst>
                <a:path w="158" h="80" extrusionOk="0">
                  <a:moveTo>
                    <a:pt x="110" y="1"/>
                  </a:moveTo>
                  <a:lnTo>
                    <a:pt x="110" y="1"/>
                  </a:lnTo>
                  <a:lnTo>
                    <a:pt x="110" y="1"/>
                  </a:lnTo>
                  <a:lnTo>
                    <a:pt x="32" y="17"/>
                  </a:lnTo>
                  <a:cubicBezTo>
                    <a:pt x="15" y="17"/>
                    <a:pt x="0" y="32"/>
                    <a:pt x="0" y="48"/>
                  </a:cubicBezTo>
                  <a:cubicBezTo>
                    <a:pt x="0" y="64"/>
                    <a:pt x="15" y="80"/>
                    <a:pt x="15" y="80"/>
                  </a:cubicBezTo>
                  <a:lnTo>
                    <a:pt x="32" y="80"/>
                  </a:lnTo>
                  <a:lnTo>
                    <a:pt x="47" y="80"/>
                  </a:lnTo>
                  <a:lnTo>
                    <a:pt x="95" y="64"/>
                  </a:lnTo>
                  <a:lnTo>
                    <a:pt x="126" y="64"/>
                  </a:lnTo>
                  <a:cubicBezTo>
                    <a:pt x="141" y="64"/>
                    <a:pt x="158" y="48"/>
                    <a:pt x="141" y="32"/>
                  </a:cubicBezTo>
                  <a:cubicBezTo>
                    <a:pt x="141" y="17"/>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2" name="Google Shape;1682;p38"/>
            <p:cNvSpPr/>
            <p:nvPr/>
          </p:nvSpPr>
          <p:spPr>
            <a:xfrm>
              <a:off x="3446081" y="1797763"/>
              <a:ext cx="2544" cy="3053"/>
            </a:xfrm>
            <a:custGeom>
              <a:avLst/>
              <a:gdLst/>
              <a:ahLst/>
              <a:cxnLst/>
              <a:rect l="l" t="t" r="r" b="b"/>
              <a:pathLst>
                <a:path w="80" h="96" extrusionOk="0">
                  <a:moveTo>
                    <a:pt x="48" y="0"/>
                  </a:moveTo>
                  <a:lnTo>
                    <a:pt x="32" y="0"/>
                  </a:lnTo>
                  <a:cubicBezTo>
                    <a:pt x="48" y="0"/>
                    <a:pt x="48" y="17"/>
                    <a:pt x="48" y="17"/>
                  </a:cubicBezTo>
                  <a:cubicBezTo>
                    <a:pt x="32" y="32"/>
                    <a:pt x="17" y="48"/>
                    <a:pt x="0" y="48"/>
                  </a:cubicBezTo>
                  <a:lnTo>
                    <a:pt x="0" y="48"/>
                  </a:lnTo>
                  <a:lnTo>
                    <a:pt x="0" y="80"/>
                  </a:lnTo>
                  <a:cubicBezTo>
                    <a:pt x="17" y="64"/>
                    <a:pt x="17" y="64"/>
                    <a:pt x="32" y="64"/>
                  </a:cubicBezTo>
                  <a:lnTo>
                    <a:pt x="32" y="64"/>
                  </a:lnTo>
                  <a:cubicBezTo>
                    <a:pt x="48" y="64"/>
                    <a:pt x="63" y="80"/>
                    <a:pt x="63" y="95"/>
                  </a:cubicBezTo>
                  <a:lnTo>
                    <a:pt x="63" y="95"/>
                  </a:lnTo>
                  <a:cubicBezTo>
                    <a:pt x="63" y="95"/>
                    <a:pt x="80" y="95"/>
                    <a:pt x="80" y="80"/>
                  </a:cubicBezTo>
                  <a:lnTo>
                    <a:pt x="80" y="32"/>
                  </a:lnTo>
                  <a:cubicBezTo>
                    <a:pt x="80" y="17"/>
                    <a:pt x="80" y="17"/>
                    <a:pt x="63" y="17"/>
                  </a:cubicBez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3" name="Google Shape;1683;p38"/>
            <p:cNvSpPr/>
            <p:nvPr/>
          </p:nvSpPr>
          <p:spPr>
            <a:xfrm>
              <a:off x="3406994" y="1802788"/>
              <a:ext cx="3562" cy="3530"/>
            </a:xfrm>
            <a:custGeom>
              <a:avLst/>
              <a:gdLst/>
              <a:ahLst/>
              <a:cxnLst/>
              <a:rect l="l" t="t" r="r" b="b"/>
              <a:pathLst>
                <a:path w="112" h="111" extrusionOk="0">
                  <a:moveTo>
                    <a:pt x="32" y="0"/>
                  </a:moveTo>
                  <a:lnTo>
                    <a:pt x="32" y="0"/>
                  </a:lnTo>
                  <a:cubicBezTo>
                    <a:pt x="17" y="0"/>
                    <a:pt x="17" y="0"/>
                    <a:pt x="17" y="16"/>
                  </a:cubicBezTo>
                  <a:cubicBezTo>
                    <a:pt x="0" y="16"/>
                    <a:pt x="0" y="32"/>
                    <a:pt x="0" y="32"/>
                  </a:cubicBezTo>
                  <a:lnTo>
                    <a:pt x="0" y="79"/>
                  </a:lnTo>
                  <a:cubicBezTo>
                    <a:pt x="0" y="95"/>
                    <a:pt x="17" y="111"/>
                    <a:pt x="32" y="111"/>
                  </a:cubicBezTo>
                  <a:lnTo>
                    <a:pt x="32" y="111"/>
                  </a:lnTo>
                  <a:cubicBezTo>
                    <a:pt x="48" y="111"/>
                    <a:pt x="64" y="95"/>
                    <a:pt x="64" y="79"/>
                  </a:cubicBezTo>
                  <a:lnTo>
                    <a:pt x="64" y="79"/>
                  </a:lnTo>
                  <a:cubicBezTo>
                    <a:pt x="64" y="95"/>
                    <a:pt x="80" y="95"/>
                    <a:pt x="80" y="95"/>
                  </a:cubicBezTo>
                  <a:cubicBezTo>
                    <a:pt x="95" y="95"/>
                    <a:pt x="111" y="79"/>
                    <a:pt x="111" y="63"/>
                  </a:cubicBezTo>
                  <a:cubicBezTo>
                    <a:pt x="111" y="48"/>
                    <a:pt x="111" y="32"/>
                    <a:pt x="95" y="16"/>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4" name="Google Shape;1684;p38"/>
            <p:cNvSpPr/>
            <p:nvPr/>
          </p:nvSpPr>
          <p:spPr>
            <a:xfrm>
              <a:off x="3246640" y="1813315"/>
              <a:ext cx="4039" cy="3053"/>
            </a:xfrm>
            <a:custGeom>
              <a:avLst/>
              <a:gdLst/>
              <a:ahLst/>
              <a:cxnLst/>
              <a:rect l="l" t="t" r="r" b="b"/>
              <a:pathLst>
                <a:path w="127" h="96" extrusionOk="0">
                  <a:moveTo>
                    <a:pt x="1" y="32"/>
                  </a:moveTo>
                  <a:lnTo>
                    <a:pt x="1" y="32"/>
                  </a:lnTo>
                  <a:lnTo>
                    <a:pt x="1" y="32"/>
                  </a:lnTo>
                  <a:lnTo>
                    <a:pt x="1" y="32"/>
                  </a:lnTo>
                  <a:close/>
                  <a:moveTo>
                    <a:pt x="1" y="32"/>
                  </a:moveTo>
                  <a:lnTo>
                    <a:pt x="1" y="32"/>
                  </a:lnTo>
                  <a:lnTo>
                    <a:pt x="1" y="32"/>
                  </a:lnTo>
                  <a:close/>
                  <a:moveTo>
                    <a:pt x="1" y="32"/>
                  </a:moveTo>
                  <a:lnTo>
                    <a:pt x="1" y="32"/>
                  </a:lnTo>
                  <a:lnTo>
                    <a:pt x="1" y="32"/>
                  </a:lnTo>
                  <a:close/>
                  <a:moveTo>
                    <a:pt x="1" y="16"/>
                  </a:moveTo>
                  <a:lnTo>
                    <a:pt x="1" y="32"/>
                  </a:lnTo>
                  <a:lnTo>
                    <a:pt x="1" y="16"/>
                  </a:lnTo>
                  <a:lnTo>
                    <a:pt x="1" y="16"/>
                  </a:lnTo>
                  <a:close/>
                  <a:moveTo>
                    <a:pt x="49" y="1"/>
                  </a:moveTo>
                  <a:lnTo>
                    <a:pt x="49" y="16"/>
                  </a:lnTo>
                  <a:cubicBezTo>
                    <a:pt x="49" y="16"/>
                    <a:pt x="64" y="16"/>
                    <a:pt x="64" y="32"/>
                  </a:cubicBezTo>
                  <a:lnTo>
                    <a:pt x="80" y="95"/>
                  </a:lnTo>
                  <a:lnTo>
                    <a:pt x="80" y="95"/>
                  </a:lnTo>
                  <a:lnTo>
                    <a:pt x="112" y="79"/>
                  </a:lnTo>
                  <a:cubicBezTo>
                    <a:pt x="127" y="64"/>
                    <a:pt x="127" y="47"/>
                    <a:pt x="127" y="47"/>
                  </a:cubicBezTo>
                  <a:cubicBezTo>
                    <a:pt x="127" y="32"/>
                    <a:pt x="112" y="16"/>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5" name="Google Shape;1685;p38"/>
            <p:cNvSpPr/>
            <p:nvPr/>
          </p:nvSpPr>
          <p:spPr>
            <a:xfrm>
              <a:off x="3162456" y="1821330"/>
              <a:ext cx="4039" cy="4039"/>
            </a:xfrm>
            <a:custGeom>
              <a:avLst/>
              <a:gdLst/>
              <a:ahLst/>
              <a:cxnLst/>
              <a:rect l="l" t="t" r="r" b="b"/>
              <a:pathLst>
                <a:path w="127" h="127" extrusionOk="0">
                  <a:moveTo>
                    <a:pt x="112" y="1"/>
                  </a:moveTo>
                  <a:cubicBezTo>
                    <a:pt x="112" y="16"/>
                    <a:pt x="95" y="47"/>
                    <a:pt x="80" y="47"/>
                  </a:cubicBezTo>
                  <a:lnTo>
                    <a:pt x="80" y="47"/>
                  </a:lnTo>
                  <a:lnTo>
                    <a:pt x="49" y="47"/>
                  </a:lnTo>
                  <a:lnTo>
                    <a:pt x="49" y="47"/>
                  </a:lnTo>
                  <a:lnTo>
                    <a:pt x="49" y="47"/>
                  </a:lnTo>
                  <a:lnTo>
                    <a:pt x="49" y="47"/>
                  </a:lnTo>
                  <a:cubicBezTo>
                    <a:pt x="32" y="64"/>
                    <a:pt x="17" y="64"/>
                    <a:pt x="17" y="79"/>
                  </a:cubicBezTo>
                  <a:cubicBezTo>
                    <a:pt x="1" y="79"/>
                    <a:pt x="1" y="110"/>
                    <a:pt x="1" y="127"/>
                  </a:cubicBezTo>
                  <a:lnTo>
                    <a:pt x="32" y="127"/>
                  </a:lnTo>
                  <a:lnTo>
                    <a:pt x="49" y="127"/>
                  </a:lnTo>
                  <a:lnTo>
                    <a:pt x="64" y="127"/>
                  </a:lnTo>
                  <a:cubicBezTo>
                    <a:pt x="80" y="110"/>
                    <a:pt x="112" y="110"/>
                    <a:pt x="127" y="79"/>
                  </a:cubicBezTo>
                  <a:cubicBezTo>
                    <a:pt x="127" y="47"/>
                    <a:pt x="112" y="16"/>
                    <a:pt x="11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6" name="Google Shape;1686;p38"/>
            <p:cNvSpPr/>
            <p:nvPr/>
          </p:nvSpPr>
          <p:spPr>
            <a:xfrm>
              <a:off x="3426045" y="1792261"/>
              <a:ext cx="7028" cy="4516"/>
            </a:xfrm>
            <a:custGeom>
              <a:avLst/>
              <a:gdLst/>
              <a:ahLst/>
              <a:cxnLst/>
              <a:rect l="l" t="t" r="r" b="b"/>
              <a:pathLst>
                <a:path w="221" h="142" extrusionOk="0">
                  <a:moveTo>
                    <a:pt x="143" y="1"/>
                  </a:moveTo>
                  <a:lnTo>
                    <a:pt x="143" y="1"/>
                  </a:lnTo>
                  <a:lnTo>
                    <a:pt x="126" y="1"/>
                  </a:lnTo>
                  <a:cubicBezTo>
                    <a:pt x="111" y="16"/>
                    <a:pt x="95" y="16"/>
                    <a:pt x="95" y="16"/>
                  </a:cubicBezTo>
                  <a:lnTo>
                    <a:pt x="95" y="32"/>
                  </a:lnTo>
                  <a:cubicBezTo>
                    <a:pt x="111" y="47"/>
                    <a:pt x="111" y="79"/>
                    <a:pt x="95" y="79"/>
                  </a:cubicBezTo>
                  <a:lnTo>
                    <a:pt x="80" y="79"/>
                  </a:lnTo>
                  <a:cubicBezTo>
                    <a:pt x="80" y="95"/>
                    <a:pt x="63" y="110"/>
                    <a:pt x="63" y="110"/>
                  </a:cubicBezTo>
                  <a:lnTo>
                    <a:pt x="48" y="127"/>
                  </a:lnTo>
                  <a:cubicBezTo>
                    <a:pt x="32" y="127"/>
                    <a:pt x="17" y="110"/>
                    <a:pt x="17" y="95"/>
                  </a:cubicBezTo>
                  <a:lnTo>
                    <a:pt x="17" y="95"/>
                  </a:lnTo>
                  <a:cubicBezTo>
                    <a:pt x="0" y="110"/>
                    <a:pt x="0" y="110"/>
                    <a:pt x="0" y="127"/>
                  </a:cubicBezTo>
                  <a:lnTo>
                    <a:pt x="63" y="142"/>
                  </a:lnTo>
                  <a:cubicBezTo>
                    <a:pt x="80" y="110"/>
                    <a:pt x="111" y="95"/>
                    <a:pt x="143" y="64"/>
                  </a:cubicBezTo>
                  <a:lnTo>
                    <a:pt x="143" y="64"/>
                  </a:lnTo>
                  <a:lnTo>
                    <a:pt x="158" y="79"/>
                  </a:lnTo>
                  <a:lnTo>
                    <a:pt x="174" y="79"/>
                  </a:lnTo>
                  <a:cubicBezTo>
                    <a:pt x="189" y="79"/>
                    <a:pt x="206" y="79"/>
                    <a:pt x="206" y="64"/>
                  </a:cubicBezTo>
                  <a:cubicBezTo>
                    <a:pt x="221" y="47"/>
                    <a:pt x="206" y="32"/>
                    <a:pt x="189" y="16"/>
                  </a:cubicBezTo>
                  <a:lnTo>
                    <a:pt x="189" y="16"/>
                  </a:lnTo>
                  <a:cubicBezTo>
                    <a:pt x="174" y="1"/>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7" name="Google Shape;1687;p38"/>
            <p:cNvSpPr/>
            <p:nvPr/>
          </p:nvSpPr>
          <p:spPr>
            <a:xfrm>
              <a:off x="3166463" y="1817800"/>
              <a:ext cx="4039" cy="6042"/>
            </a:xfrm>
            <a:custGeom>
              <a:avLst/>
              <a:gdLst/>
              <a:ahLst/>
              <a:cxnLst/>
              <a:rect l="l" t="t" r="r" b="b"/>
              <a:pathLst>
                <a:path w="127" h="190" extrusionOk="0">
                  <a:moveTo>
                    <a:pt x="95" y="1"/>
                  </a:moveTo>
                  <a:lnTo>
                    <a:pt x="95" y="1"/>
                  </a:lnTo>
                  <a:cubicBezTo>
                    <a:pt x="80" y="17"/>
                    <a:pt x="64" y="17"/>
                    <a:pt x="64" y="32"/>
                  </a:cubicBezTo>
                  <a:lnTo>
                    <a:pt x="17" y="158"/>
                  </a:lnTo>
                  <a:cubicBezTo>
                    <a:pt x="1" y="158"/>
                    <a:pt x="17" y="190"/>
                    <a:pt x="32" y="190"/>
                  </a:cubicBezTo>
                  <a:lnTo>
                    <a:pt x="32" y="190"/>
                  </a:lnTo>
                  <a:lnTo>
                    <a:pt x="64" y="143"/>
                  </a:lnTo>
                  <a:cubicBezTo>
                    <a:pt x="64" y="127"/>
                    <a:pt x="80" y="127"/>
                    <a:pt x="80" y="127"/>
                  </a:cubicBezTo>
                  <a:lnTo>
                    <a:pt x="95" y="127"/>
                  </a:lnTo>
                  <a:lnTo>
                    <a:pt x="95" y="127"/>
                  </a:lnTo>
                  <a:lnTo>
                    <a:pt x="127" y="49"/>
                  </a:lnTo>
                  <a:cubicBezTo>
                    <a:pt x="127" y="32"/>
                    <a:pt x="127" y="17"/>
                    <a:pt x="112" y="17"/>
                  </a:cubicBezTo>
                  <a:cubicBezTo>
                    <a:pt x="95" y="17"/>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8" name="Google Shape;1688;p38"/>
            <p:cNvSpPr/>
            <p:nvPr/>
          </p:nvSpPr>
          <p:spPr>
            <a:xfrm>
              <a:off x="3134405" y="1826355"/>
              <a:ext cx="5025" cy="6042"/>
            </a:xfrm>
            <a:custGeom>
              <a:avLst/>
              <a:gdLst/>
              <a:ahLst/>
              <a:cxnLst/>
              <a:rect l="l" t="t" r="r" b="b"/>
              <a:pathLst>
                <a:path w="158" h="190" extrusionOk="0">
                  <a:moveTo>
                    <a:pt x="111" y="0"/>
                  </a:moveTo>
                  <a:lnTo>
                    <a:pt x="111" y="0"/>
                  </a:lnTo>
                  <a:cubicBezTo>
                    <a:pt x="95" y="0"/>
                    <a:pt x="95" y="15"/>
                    <a:pt x="80" y="15"/>
                  </a:cubicBezTo>
                  <a:lnTo>
                    <a:pt x="63" y="47"/>
                  </a:lnTo>
                  <a:cubicBezTo>
                    <a:pt x="63" y="63"/>
                    <a:pt x="63" y="63"/>
                    <a:pt x="48" y="78"/>
                  </a:cubicBezTo>
                  <a:lnTo>
                    <a:pt x="48" y="78"/>
                  </a:lnTo>
                  <a:lnTo>
                    <a:pt x="17" y="141"/>
                  </a:lnTo>
                  <a:cubicBezTo>
                    <a:pt x="0" y="158"/>
                    <a:pt x="17" y="173"/>
                    <a:pt x="32" y="189"/>
                  </a:cubicBezTo>
                  <a:lnTo>
                    <a:pt x="48" y="189"/>
                  </a:lnTo>
                  <a:cubicBezTo>
                    <a:pt x="63" y="189"/>
                    <a:pt x="63" y="173"/>
                    <a:pt x="80" y="173"/>
                  </a:cubicBezTo>
                  <a:lnTo>
                    <a:pt x="143" y="47"/>
                  </a:lnTo>
                  <a:cubicBezTo>
                    <a:pt x="158" y="32"/>
                    <a:pt x="143" y="15"/>
                    <a:pt x="126" y="15"/>
                  </a:cubicBezTo>
                  <a:cubicBezTo>
                    <a:pt x="126" y="0"/>
                    <a:pt x="126"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89" name="Google Shape;1689;p38"/>
            <p:cNvSpPr/>
            <p:nvPr/>
          </p:nvSpPr>
          <p:spPr>
            <a:xfrm>
              <a:off x="3252651" y="1806287"/>
              <a:ext cx="4039" cy="4039"/>
            </a:xfrm>
            <a:custGeom>
              <a:avLst/>
              <a:gdLst/>
              <a:ahLst/>
              <a:cxnLst/>
              <a:rect l="l" t="t" r="r" b="b"/>
              <a:pathLst>
                <a:path w="127" h="127" extrusionOk="0">
                  <a:moveTo>
                    <a:pt x="80" y="1"/>
                  </a:moveTo>
                  <a:lnTo>
                    <a:pt x="80" y="1"/>
                  </a:lnTo>
                  <a:cubicBezTo>
                    <a:pt x="64" y="16"/>
                    <a:pt x="64" y="16"/>
                    <a:pt x="49" y="16"/>
                  </a:cubicBezTo>
                  <a:lnTo>
                    <a:pt x="17" y="64"/>
                  </a:lnTo>
                  <a:cubicBezTo>
                    <a:pt x="1" y="79"/>
                    <a:pt x="1" y="111"/>
                    <a:pt x="17" y="111"/>
                  </a:cubicBezTo>
                  <a:cubicBezTo>
                    <a:pt x="17" y="127"/>
                    <a:pt x="32" y="127"/>
                    <a:pt x="32" y="127"/>
                  </a:cubicBezTo>
                  <a:cubicBezTo>
                    <a:pt x="49" y="127"/>
                    <a:pt x="64" y="127"/>
                    <a:pt x="64" y="111"/>
                  </a:cubicBezTo>
                  <a:lnTo>
                    <a:pt x="112" y="64"/>
                  </a:lnTo>
                  <a:cubicBezTo>
                    <a:pt x="127" y="48"/>
                    <a:pt x="112" y="32"/>
                    <a:pt x="95" y="16"/>
                  </a:cubicBezTo>
                  <a:cubicBezTo>
                    <a:pt x="95"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0" name="Google Shape;1690;p38"/>
            <p:cNvSpPr/>
            <p:nvPr/>
          </p:nvSpPr>
          <p:spPr>
            <a:xfrm>
              <a:off x="3442582" y="1782720"/>
              <a:ext cx="3530" cy="4039"/>
            </a:xfrm>
            <a:custGeom>
              <a:avLst/>
              <a:gdLst/>
              <a:ahLst/>
              <a:cxnLst/>
              <a:rect l="l" t="t" r="r" b="b"/>
              <a:pathLst>
                <a:path w="111" h="127" extrusionOk="0">
                  <a:moveTo>
                    <a:pt x="47" y="1"/>
                  </a:moveTo>
                  <a:lnTo>
                    <a:pt x="32" y="1"/>
                  </a:lnTo>
                  <a:lnTo>
                    <a:pt x="16" y="17"/>
                  </a:lnTo>
                  <a:cubicBezTo>
                    <a:pt x="16" y="17"/>
                    <a:pt x="16" y="32"/>
                    <a:pt x="1" y="32"/>
                  </a:cubicBezTo>
                  <a:lnTo>
                    <a:pt x="1" y="64"/>
                  </a:lnTo>
                  <a:cubicBezTo>
                    <a:pt x="1" y="80"/>
                    <a:pt x="1" y="95"/>
                    <a:pt x="16" y="95"/>
                  </a:cubicBezTo>
                  <a:lnTo>
                    <a:pt x="47" y="112"/>
                  </a:lnTo>
                  <a:lnTo>
                    <a:pt x="64" y="112"/>
                  </a:lnTo>
                  <a:lnTo>
                    <a:pt x="64" y="112"/>
                  </a:lnTo>
                  <a:lnTo>
                    <a:pt x="64" y="112"/>
                  </a:lnTo>
                  <a:cubicBezTo>
                    <a:pt x="79" y="112"/>
                    <a:pt x="79" y="112"/>
                    <a:pt x="95" y="127"/>
                  </a:cubicBezTo>
                  <a:cubicBezTo>
                    <a:pt x="95" y="112"/>
                    <a:pt x="110" y="112"/>
                    <a:pt x="110" y="112"/>
                  </a:cubicBezTo>
                  <a:cubicBezTo>
                    <a:pt x="110" y="95"/>
                    <a:pt x="110" y="64"/>
                    <a:pt x="95" y="64"/>
                  </a:cubicBezTo>
                  <a:lnTo>
                    <a:pt x="95" y="64"/>
                  </a:lnTo>
                  <a:lnTo>
                    <a:pt x="79" y="49"/>
                  </a:lnTo>
                  <a:lnTo>
                    <a:pt x="79" y="49"/>
                  </a:lnTo>
                  <a:cubicBezTo>
                    <a:pt x="79" y="32"/>
                    <a:pt x="64" y="17"/>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1" name="Google Shape;1691;p38"/>
            <p:cNvSpPr/>
            <p:nvPr/>
          </p:nvSpPr>
          <p:spPr>
            <a:xfrm>
              <a:off x="3410524" y="1791752"/>
              <a:ext cx="5534" cy="2544"/>
            </a:xfrm>
            <a:custGeom>
              <a:avLst/>
              <a:gdLst/>
              <a:ahLst/>
              <a:cxnLst/>
              <a:rect l="l" t="t" r="r" b="b"/>
              <a:pathLst>
                <a:path w="174" h="80" extrusionOk="0">
                  <a:moveTo>
                    <a:pt x="126" y="0"/>
                  </a:moveTo>
                  <a:lnTo>
                    <a:pt x="126" y="0"/>
                  </a:lnTo>
                  <a:lnTo>
                    <a:pt x="126" y="0"/>
                  </a:lnTo>
                  <a:lnTo>
                    <a:pt x="32" y="17"/>
                  </a:lnTo>
                  <a:lnTo>
                    <a:pt x="32" y="17"/>
                  </a:lnTo>
                  <a:cubicBezTo>
                    <a:pt x="16" y="17"/>
                    <a:pt x="0" y="32"/>
                    <a:pt x="0" y="48"/>
                  </a:cubicBezTo>
                  <a:cubicBezTo>
                    <a:pt x="0" y="63"/>
                    <a:pt x="16" y="63"/>
                    <a:pt x="16" y="80"/>
                  </a:cubicBezTo>
                  <a:lnTo>
                    <a:pt x="47" y="80"/>
                  </a:lnTo>
                  <a:lnTo>
                    <a:pt x="47" y="80"/>
                  </a:lnTo>
                  <a:lnTo>
                    <a:pt x="63" y="80"/>
                  </a:lnTo>
                  <a:cubicBezTo>
                    <a:pt x="63" y="63"/>
                    <a:pt x="79" y="63"/>
                    <a:pt x="95" y="63"/>
                  </a:cubicBezTo>
                  <a:lnTo>
                    <a:pt x="142" y="48"/>
                  </a:lnTo>
                  <a:lnTo>
                    <a:pt x="142" y="48"/>
                  </a:lnTo>
                  <a:cubicBezTo>
                    <a:pt x="142" y="48"/>
                    <a:pt x="142" y="63"/>
                    <a:pt x="158" y="63"/>
                  </a:cubicBezTo>
                  <a:cubicBezTo>
                    <a:pt x="158" y="48"/>
                    <a:pt x="158" y="48"/>
                    <a:pt x="173" y="32"/>
                  </a:cubicBezTo>
                  <a:lnTo>
                    <a:pt x="173" y="32"/>
                  </a:lnTo>
                  <a:lnTo>
                    <a:pt x="158" y="17"/>
                  </a:lnTo>
                  <a:cubicBezTo>
                    <a:pt x="158" y="17"/>
                    <a:pt x="142"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2" name="Google Shape;1692;p38"/>
            <p:cNvSpPr/>
            <p:nvPr/>
          </p:nvSpPr>
          <p:spPr>
            <a:xfrm>
              <a:off x="3421560" y="1795760"/>
              <a:ext cx="9032" cy="7060"/>
            </a:xfrm>
            <a:custGeom>
              <a:avLst/>
              <a:gdLst/>
              <a:ahLst/>
              <a:cxnLst/>
              <a:rect l="l" t="t" r="r" b="b"/>
              <a:pathLst>
                <a:path w="284" h="222" extrusionOk="0">
                  <a:moveTo>
                    <a:pt x="32" y="0"/>
                  </a:moveTo>
                  <a:lnTo>
                    <a:pt x="32" y="0"/>
                  </a:lnTo>
                  <a:cubicBezTo>
                    <a:pt x="15" y="17"/>
                    <a:pt x="0" y="17"/>
                    <a:pt x="0" y="32"/>
                  </a:cubicBezTo>
                  <a:lnTo>
                    <a:pt x="0" y="32"/>
                  </a:lnTo>
                  <a:lnTo>
                    <a:pt x="0" y="63"/>
                  </a:lnTo>
                  <a:lnTo>
                    <a:pt x="15" y="80"/>
                  </a:lnTo>
                  <a:cubicBezTo>
                    <a:pt x="15" y="63"/>
                    <a:pt x="15" y="63"/>
                    <a:pt x="32" y="63"/>
                  </a:cubicBezTo>
                  <a:lnTo>
                    <a:pt x="32" y="63"/>
                  </a:lnTo>
                  <a:cubicBezTo>
                    <a:pt x="47" y="63"/>
                    <a:pt x="47" y="80"/>
                    <a:pt x="63" y="80"/>
                  </a:cubicBezTo>
                  <a:lnTo>
                    <a:pt x="63" y="127"/>
                  </a:lnTo>
                  <a:cubicBezTo>
                    <a:pt x="78" y="127"/>
                    <a:pt x="78" y="143"/>
                    <a:pt x="78" y="158"/>
                  </a:cubicBezTo>
                  <a:lnTo>
                    <a:pt x="110" y="206"/>
                  </a:lnTo>
                  <a:cubicBezTo>
                    <a:pt x="126" y="206"/>
                    <a:pt x="126" y="221"/>
                    <a:pt x="141" y="221"/>
                  </a:cubicBezTo>
                  <a:cubicBezTo>
                    <a:pt x="141" y="221"/>
                    <a:pt x="158" y="221"/>
                    <a:pt x="158" y="206"/>
                  </a:cubicBezTo>
                  <a:cubicBezTo>
                    <a:pt x="141" y="206"/>
                    <a:pt x="126" y="190"/>
                    <a:pt x="126" y="174"/>
                  </a:cubicBezTo>
                  <a:cubicBezTo>
                    <a:pt x="141" y="158"/>
                    <a:pt x="141" y="143"/>
                    <a:pt x="158" y="143"/>
                  </a:cubicBezTo>
                  <a:lnTo>
                    <a:pt x="110" y="80"/>
                  </a:lnTo>
                  <a:lnTo>
                    <a:pt x="236" y="95"/>
                  </a:lnTo>
                  <a:lnTo>
                    <a:pt x="236" y="95"/>
                  </a:lnTo>
                  <a:cubicBezTo>
                    <a:pt x="252" y="95"/>
                    <a:pt x="267" y="80"/>
                    <a:pt x="267" y="63"/>
                  </a:cubicBezTo>
                  <a:cubicBezTo>
                    <a:pt x="284" y="48"/>
                    <a:pt x="267" y="32"/>
                    <a:pt x="236" y="32"/>
                  </a:cubicBezTo>
                  <a:lnTo>
                    <a:pt x="204" y="32"/>
                  </a:lnTo>
                  <a:lnTo>
                    <a:pt x="141" y="17"/>
                  </a:lnTo>
                  <a:lnTo>
                    <a:pt x="141" y="17"/>
                  </a:lnTo>
                  <a:lnTo>
                    <a:pt x="141" y="32"/>
                  </a:lnTo>
                  <a:cubicBezTo>
                    <a:pt x="141" y="48"/>
                    <a:pt x="126" y="63"/>
                    <a:pt x="110" y="63"/>
                  </a:cubicBezTo>
                  <a:lnTo>
                    <a:pt x="110" y="63"/>
                  </a:lnTo>
                  <a:cubicBezTo>
                    <a:pt x="78" y="63"/>
                    <a:pt x="63" y="48"/>
                    <a:pt x="63" y="32"/>
                  </a:cubicBezTo>
                  <a:lnTo>
                    <a:pt x="63" y="17"/>
                  </a:lnTo>
                  <a:lnTo>
                    <a:pt x="63" y="17"/>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3" name="Google Shape;1693;p38"/>
            <p:cNvSpPr/>
            <p:nvPr/>
          </p:nvSpPr>
          <p:spPr>
            <a:xfrm>
              <a:off x="3436572" y="1790258"/>
              <a:ext cx="4516" cy="2512"/>
            </a:xfrm>
            <a:custGeom>
              <a:avLst/>
              <a:gdLst/>
              <a:ahLst/>
              <a:cxnLst/>
              <a:rect l="l" t="t" r="r" b="b"/>
              <a:pathLst>
                <a:path w="142" h="79" extrusionOk="0">
                  <a:moveTo>
                    <a:pt x="110" y="1"/>
                  </a:moveTo>
                  <a:lnTo>
                    <a:pt x="95" y="1"/>
                  </a:lnTo>
                  <a:lnTo>
                    <a:pt x="64" y="1"/>
                  </a:lnTo>
                  <a:lnTo>
                    <a:pt x="47" y="16"/>
                  </a:lnTo>
                  <a:lnTo>
                    <a:pt x="47" y="16"/>
                  </a:lnTo>
                  <a:cubicBezTo>
                    <a:pt x="32" y="16"/>
                    <a:pt x="32" y="16"/>
                    <a:pt x="32" y="1"/>
                  </a:cubicBezTo>
                  <a:cubicBezTo>
                    <a:pt x="16" y="16"/>
                    <a:pt x="1" y="32"/>
                    <a:pt x="1" y="47"/>
                  </a:cubicBezTo>
                  <a:cubicBezTo>
                    <a:pt x="1" y="64"/>
                    <a:pt x="16" y="79"/>
                    <a:pt x="32" y="79"/>
                  </a:cubicBezTo>
                  <a:lnTo>
                    <a:pt x="47" y="79"/>
                  </a:lnTo>
                  <a:lnTo>
                    <a:pt x="47" y="79"/>
                  </a:lnTo>
                  <a:lnTo>
                    <a:pt x="47" y="79"/>
                  </a:lnTo>
                  <a:lnTo>
                    <a:pt x="110" y="64"/>
                  </a:lnTo>
                  <a:cubicBezTo>
                    <a:pt x="127" y="64"/>
                    <a:pt x="142" y="47"/>
                    <a:pt x="142" y="32"/>
                  </a:cubicBezTo>
                  <a:lnTo>
                    <a:pt x="142" y="32"/>
                  </a:lnTo>
                  <a:cubicBezTo>
                    <a:pt x="142" y="16"/>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4" name="Google Shape;1694;p38"/>
            <p:cNvSpPr/>
            <p:nvPr/>
          </p:nvSpPr>
          <p:spPr>
            <a:xfrm>
              <a:off x="3380947" y="1791275"/>
              <a:ext cx="3562" cy="3498"/>
            </a:xfrm>
            <a:custGeom>
              <a:avLst/>
              <a:gdLst/>
              <a:ahLst/>
              <a:cxnLst/>
              <a:rect l="l" t="t" r="r" b="b"/>
              <a:pathLst>
                <a:path w="112" h="110" extrusionOk="0">
                  <a:moveTo>
                    <a:pt x="63" y="0"/>
                  </a:moveTo>
                  <a:lnTo>
                    <a:pt x="63" y="0"/>
                  </a:lnTo>
                  <a:lnTo>
                    <a:pt x="17" y="32"/>
                  </a:lnTo>
                  <a:lnTo>
                    <a:pt x="0" y="47"/>
                  </a:lnTo>
                  <a:lnTo>
                    <a:pt x="0" y="47"/>
                  </a:lnTo>
                  <a:lnTo>
                    <a:pt x="0" y="63"/>
                  </a:lnTo>
                  <a:lnTo>
                    <a:pt x="0" y="63"/>
                  </a:lnTo>
                  <a:cubicBezTo>
                    <a:pt x="17" y="63"/>
                    <a:pt x="32" y="63"/>
                    <a:pt x="32" y="78"/>
                  </a:cubicBezTo>
                  <a:cubicBezTo>
                    <a:pt x="32" y="78"/>
                    <a:pt x="48" y="95"/>
                    <a:pt x="32" y="110"/>
                  </a:cubicBezTo>
                  <a:cubicBezTo>
                    <a:pt x="48" y="110"/>
                    <a:pt x="48" y="95"/>
                    <a:pt x="48" y="95"/>
                  </a:cubicBezTo>
                  <a:lnTo>
                    <a:pt x="48" y="95"/>
                  </a:lnTo>
                  <a:lnTo>
                    <a:pt x="111" y="47"/>
                  </a:lnTo>
                  <a:lnTo>
                    <a:pt x="111" y="32"/>
                  </a:lnTo>
                  <a:lnTo>
                    <a:pt x="111" y="32"/>
                  </a:lnTo>
                  <a:lnTo>
                    <a:pt x="95" y="32"/>
                  </a:lnTo>
                  <a:cubicBezTo>
                    <a:pt x="80" y="32"/>
                    <a:pt x="80" y="32"/>
                    <a:pt x="63"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5" name="Google Shape;1695;p38"/>
            <p:cNvSpPr/>
            <p:nvPr/>
          </p:nvSpPr>
          <p:spPr>
            <a:xfrm>
              <a:off x="3165986" y="1821807"/>
              <a:ext cx="4516" cy="4580"/>
            </a:xfrm>
            <a:custGeom>
              <a:avLst/>
              <a:gdLst/>
              <a:ahLst/>
              <a:cxnLst/>
              <a:rect l="l" t="t" r="r" b="b"/>
              <a:pathLst>
                <a:path w="142" h="144" extrusionOk="0">
                  <a:moveTo>
                    <a:pt x="110" y="1"/>
                  </a:moveTo>
                  <a:lnTo>
                    <a:pt x="95" y="1"/>
                  </a:lnTo>
                  <a:cubicBezTo>
                    <a:pt x="95" y="1"/>
                    <a:pt x="79" y="1"/>
                    <a:pt x="79" y="17"/>
                  </a:cubicBezTo>
                  <a:lnTo>
                    <a:pt x="47" y="64"/>
                  </a:lnTo>
                  <a:lnTo>
                    <a:pt x="47" y="64"/>
                  </a:lnTo>
                  <a:lnTo>
                    <a:pt x="32" y="64"/>
                  </a:lnTo>
                  <a:cubicBezTo>
                    <a:pt x="16" y="64"/>
                    <a:pt x="1" y="95"/>
                    <a:pt x="1" y="112"/>
                  </a:cubicBezTo>
                  <a:cubicBezTo>
                    <a:pt x="1" y="127"/>
                    <a:pt x="16" y="143"/>
                    <a:pt x="32" y="143"/>
                  </a:cubicBezTo>
                  <a:lnTo>
                    <a:pt x="47" y="143"/>
                  </a:lnTo>
                  <a:lnTo>
                    <a:pt x="79" y="127"/>
                  </a:lnTo>
                  <a:cubicBezTo>
                    <a:pt x="95" y="127"/>
                    <a:pt x="95" y="112"/>
                    <a:pt x="110" y="112"/>
                  </a:cubicBezTo>
                  <a:lnTo>
                    <a:pt x="110" y="112"/>
                  </a:lnTo>
                  <a:lnTo>
                    <a:pt x="110" y="112"/>
                  </a:lnTo>
                  <a:lnTo>
                    <a:pt x="142" y="49"/>
                  </a:lnTo>
                  <a:cubicBezTo>
                    <a:pt x="142" y="32"/>
                    <a:pt x="142" y="17"/>
                    <a:pt x="127" y="17"/>
                  </a:cubicBezTo>
                  <a:lnTo>
                    <a:pt x="127" y="1"/>
                  </a:lnTo>
                  <a:lnTo>
                    <a:pt x="11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6" name="Google Shape;1696;p38"/>
            <p:cNvSpPr/>
            <p:nvPr/>
          </p:nvSpPr>
          <p:spPr>
            <a:xfrm>
              <a:off x="3356872" y="1803774"/>
              <a:ext cx="4580" cy="3562"/>
            </a:xfrm>
            <a:custGeom>
              <a:avLst/>
              <a:gdLst/>
              <a:ahLst/>
              <a:cxnLst/>
              <a:rect l="l" t="t" r="r" b="b"/>
              <a:pathLst>
                <a:path w="144" h="112" extrusionOk="0">
                  <a:moveTo>
                    <a:pt x="95" y="1"/>
                  </a:moveTo>
                  <a:lnTo>
                    <a:pt x="95" y="1"/>
                  </a:lnTo>
                  <a:lnTo>
                    <a:pt x="80" y="1"/>
                  </a:lnTo>
                  <a:lnTo>
                    <a:pt x="64" y="17"/>
                  </a:lnTo>
                  <a:lnTo>
                    <a:pt x="17" y="48"/>
                  </a:lnTo>
                  <a:cubicBezTo>
                    <a:pt x="17" y="48"/>
                    <a:pt x="17" y="64"/>
                    <a:pt x="1" y="64"/>
                  </a:cubicBezTo>
                  <a:cubicBezTo>
                    <a:pt x="17" y="80"/>
                    <a:pt x="17" y="95"/>
                    <a:pt x="17" y="95"/>
                  </a:cubicBezTo>
                  <a:cubicBezTo>
                    <a:pt x="32" y="111"/>
                    <a:pt x="32" y="111"/>
                    <a:pt x="49" y="111"/>
                  </a:cubicBezTo>
                  <a:cubicBezTo>
                    <a:pt x="49" y="111"/>
                    <a:pt x="64" y="111"/>
                    <a:pt x="64" y="95"/>
                  </a:cubicBezTo>
                  <a:lnTo>
                    <a:pt x="127" y="48"/>
                  </a:lnTo>
                  <a:cubicBezTo>
                    <a:pt x="143" y="48"/>
                    <a:pt x="143" y="17"/>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7" name="Google Shape;1697;p38"/>
            <p:cNvSpPr/>
            <p:nvPr/>
          </p:nvSpPr>
          <p:spPr>
            <a:xfrm>
              <a:off x="3298289" y="1780716"/>
              <a:ext cx="3021" cy="4039"/>
            </a:xfrm>
            <a:custGeom>
              <a:avLst/>
              <a:gdLst/>
              <a:ahLst/>
              <a:cxnLst/>
              <a:rect l="l" t="t" r="r" b="b"/>
              <a:pathLst>
                <a:path w="95" h="127" extrusionOk="0">
                  <a:moveTo>
                    <a:pt x="63" y="1"/>
                  </a:moveTo>
                  <a:lnTo>
                    <a:pt x="63" y="1"/>
                  </a:lnTo>
                  <a:lnTo>
                    <a:pt x="47" y="1"/>
                  </a:lnTo>
                  <a:cubicBezTo>
                    <a:pt x="32" y="17"/>
                    <a:pt x="32" y="17"/>
                    <a:pt x="32" y="32"/>
                  </a:cubicBezTo>
                  <a:lnTo>
                    <a:pt x="32" y="32"/>
                  </a:lnTo>
                  <a:cubicBezTo>
                    <a:pt x="15" y="49"/>
                    <a:pt x="0" y="49"/>
                    <a:pt x="0" y="80"/>
                  </a:cubicBezTo>
                  <a:cubicBezTo>
                    <a:pt x="0" y="112"/>
                    <a:pt x="32" y="127"/>
                    <a:pt x="32" y="127"/>
                  </a:cubicBezTo>
                  <a:lnTo>
                    <a:pt x="47" y="127"/>
                  </a:lnTo>
                  <a:cubicBezTo>
                    <a:pt x="63" y="127"/>
                    <a:pt x="78" y="127"/>
                    <a:pt x="78" y="112"/>
                  </a:cubicBezTo>
                  <a:lnTo>
                    <a:pt x="78" y="112"/>
                  </a:lnTo>
                  <a:lnTo>
                    <a:pt x="78" y="112"/>
                  </a:lnTo>
                  <a:cubicBezTo>
                    <a:pt x="63" y="112"/>
                    <a:pt x="63" y="112"/>
                    <a:pt x="47" y="95"/>
                  </a:cubicBezTo>
                  <a:cubicBezTo>
                    <a:pt x="47" y="64"/>
                    <a:pt x="63" y="49"/>
                    <a:pt x="78" y="49"/>
                  </a:cubicBezTo>
                  <a:lnTo>
                    <a:pt x="95" y="32"/>
                  </a:lnTo>
                  <a:lnTo>
                    <a:pt x="95" y="17"/>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8" name="Google Shape;1698;p38"/>
            <p:cNvSpPr/>
            <p:nvPr/>
          </p:nvSpPr>
          <p:spPr>
            <a:xfrm>
              <a:off x="3183510" y="1793756"/>
              <a:ext cx="6551" cy="6042"/>
            </a:xfrm>
            <a:custGeom>
              <a:avLst/>
              <a:gdLst/>
              <a:ahLst/>
              <a:cxnLst/>
              <a:rect l="l" t="t" r="r" b="b"/>
              <a:pathLst>
                <a:path w="206" h="190" extrusionOk="0">
                  <a:moveTo>
                    <a:pt x="174" y="0"/>
                  </a:moveTo>
                  <a:lnTo>
                    <a:pt x="174" y="0"/>
                  </a:lnTo>
                  <a:lnTo>
                    <a:pt x="174" y="0"/>
                  </a:lnTo>
                  <a:lnTo>
                    <a:pt x="127" y="17"/>
                  </a:lnTo>
                  <a:lnTo>
                    <a:pt x="111" y="17"/>
                  </a:lnTo>
                  <a:lnTo>
                    <a:pt x="111" y="48"/>
                  </a:lnTo>
                  <a:cubicBezTo>
                    <a:pt x="127" y="63"/>
                    <a:pt x="111" y="80"/>
                    <a:pt x="95" y="95"/>
                  </a:cubicBezTo>
                  <a:lnTo>
                    <a:pt x="80" y="95"/>
                  </a:lnTo>
                  <a:cubicBezTo>
                    <a:pt x="64" y="95"/>
                    <a:pt x="64" y="80"/>
                    <a:pt x="48" y="63"/>
                  </a:cubicBezTo>
                  <a:lnTo>
                    <a:pt x="48" y="63"/>
                  </a:lnTo>
                  <a:lnTo>
                    <a:pt x="48" y="80"/>
                  </a:lnTo>
                  <a:lnTo>
                    <a:pt x="17" y="143"/>
                  </a:lnTo>
                  <a:cubicBezTo>
                    <a:pt x="0" y="158"/>
                    <a:pt x="0" y="174"/>
                    <a:pt x="17" y="190"/>
                  </a:cubicBezTo>
                  <a:lnTo>
                    <a:pt x="32" y="190"/>
                  </a:lnTo>
                  <a:lnTo>
                    <a:pt x="32" y="190"/>
                  </a:lnTo>
                  <a:cubicBezTo>
                    <a:pt x="48" y="190"/>
                    <a:pt x="64" y="190"/>
                    <a:pt x="64" y="174"/>
                  </a:cubicBezTo>
                  <a:lnTo>
                    <a:pt x="80" y="174"/>
                  </a:lnTo>
                  <a:lnTo>
                    <a:pt x="80" y="174"/>
                  </a:lnTo>
                  <a:cubicBezTo>
                    <a:pt x="64" y="174"/>
                    <a:pt x="64" y="158"/>
                    <a:pt x="64" y="158"/>
                  </a:cubicBezTo>
                  <a:cubicBezTo>
                    <a:pt x="48" y="143"/>
                    <a:pt x="64" y="111"/>
                    <a:pt x="80" y="111"/>
                  </a:cubicBezTo>
                  <a:lnTo>
                    <a:pt x="95" y="95"/>
                  </a:lnTo>
                  <a:cubicBezTo>
                    <a:pt x="95" y="95"/>
                    <a:pt x="111" y="95"/>
                    <a:pt x="127" y="80"/>
                  </a:cubicBezTo>
                  <a:lnTo>
                    <a:pt x="127" y="80"/>
                  </a:lnTo>
                  <a:lnTo>
                    <a:pt x="190" y="80"/>
                  </a:lnTo>
                  <a:cubicBezTo>
                    <a:pt x="190" y="63"/>
                    <a:pt x="206" y="63"/>
                    <a:pt x="206" y="48"/>
                  </a:cubicBezTo>
                  <a:lnTo>
                    <a:pt x="206" y="32"/>
                  </a:lnTo>
                  <a:cubicBezTo>
                    <a:pt x="206" y="17"/>
                    <a:pt x="206" y="17"/>
                    <a:pt x="190" y="17"/>
                  </a:cubicBezTo>
                  <a:cubicBezTo>
                    <a:pt x="190" y="0"/>
                    <a:pt x="174" y="0"/>
                    <a:pt x="17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699" name="Google Shape;1699;p38"/>
            <p:cNvSpPr/>
            <p:nvPr/>
          </p:nvSpPr>
          <p:spPr>
            <a:xfrm>
              <a:off x="3330824" y="1779731"/>
              <a:ext cx="3562" cy="4548"/>
            </a:xfrm>
            <a:custGeom>
              <a:avLst/>
              <a:gdLst/>
              <a:ahLst/>
              <a:cxnLst/>
              <a:rect l="l" t="t" r="r" b="b"/>
              <a:pathLst>
                <a:path w="112" h="143" extrusionOk="0">
                  <a:moveTo>
                    <a:pt x="64" y="0"/>
                  </a:moveTo>
                  <a:cubicBezTo>
                    <a:pt x="64" y="17"/>
                    <a:pt x="49" y="17"/>
                    <a:pt x="49" y="17"/>
                  </a:cubicBezTo>
                  <a:lnTo>
                    <a:pt x="32" y="17"/>
                  </a:lnTo>
                  <a:lnTo>
                    <a:pt x="17" y="0"/>
                  </a:lnTo>
                  <a:lnTo>
                    <a:pt x="17" y="17"/>
                  </a:lnTo>
                  <a:lnTo>
                    <a:pt x="1" y="63"/>
                  </a:lnTo>
                  <a:lnTo>
                    <a:pt x="1" y="95"/>
                  </a:lnTo>
                  <a:lnTo>
                    <a:pt x="49" y="143"/>
                  </a:lnTo>
                  <a:lnTo>
                    <a:pt x="80" y="143"/>
                  </a:lnTo>
                  <a:lnTo>
                    <a:pt x="95" y="143"/>
                  </a:lnTo>
                  <a:cubicBezTo>
                    <a:pt x="112" y="126"/>
                    <a:pt x="112" y="95"/>
                    <a:pt x="95" y="95"/>
                  </a:cubicBezTo>
                  <a:lnTo>
                    <a:pt x="64" y="63"/>
                  </a:lnTo>
                  <a:lnTo>
                    <a:pt x="80" y="48"/>
                  </a:lnTo>
                  <a:cubicBezTo>
                    <a:pt x="80" y="32"/>
                    <a:pt x="80" y="17"/>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0" name="Google Shape;1700;p38"/>
            <p:cNvSpPr/>
            <p:nvPr/>
          </p:nvSpPr>
          <p:spPr>
            <a:xfrm>
              <a:off x="3396976" y="1784247"/>
              <a:ext cx="5565" cy="3053"/>
            </a:xfrm>
            <a:custGeom>
              <a:avLst/>
              <a:gdLst/>
              <a:ahLst/>
              <a:cxnLst/>
              <a:rect l="l" t="t" r="r" b="b"/>
              <a:pathLst>
                <a:path w="175" h="96" extrusionOk="0">
                  <a:moveTo>
                    <a:pt x="143" y="1"/>
                  </a:moveTo>
                  <a:lnTo>
                    <a:pt x="126" y="1"/>
                  </a:lnTo>
                  <a:lnTo>
                    <a:pt x="111" y="16"/>
                  </a:lnTo>
                  <a:cubicBezTo>
                    <a:pt x="95" y="32"/>
                    <a:pt x="95" y="32"/>
                    <a:pt x="80" y="32"/>
                  </a:cubicBezTo>
                  <a:lnTo>
                    <a:pt x="48" y="32"/>
                  </a:lnTo>
                  <a:lnTo>
                    <a:pt x="17" y="32"/>
                  </a:lnTo>
                  <a:lnTo>
                    <a:pt x="17" y="32"/>
                  </a:lnTo>
                  <a:lnTo>
                    <a:pt x="17" y="32"/>
                  </a:lnTo>
                  <a:lnTo>
                    <a:pt x="0" y="95"/>
                  </a:lnTo>
                  <a:lnTo>
                    <a:pt x="17" y="95"/>
                  </a:lnTo>
                  <a:lnTo>
                    <a:pt x="32" y="95"/>
                  </a:lnTo>
                  <a:lnTo>
                    <a:pt x="63" y="95"/>
                  </a:lnTo>
                  <a:lnTo>
                    <a:pt x="80" y="95"/>
                  </a:lnTo>
                  <a:cubicBezTo>
                    <a:pt x="95" y="95"/>
                    <a:pt x="126" y="95"/>
                    <a:pt x="143" y="79"/>
                  </a:cubicBezTo>
                  <a:lnTo>
                    <a:pt x="158" y="64"/>
                  </a:lnTo>
                  <a:cubicBezTo>
                    <a:pt x="174" y="47"/>
                    <a:pt x="174" y="16"/>
                    <a:pt x="158" y="16"/>
                  </a:cubicBezTo>
                  <a:cubicBezTo>
                    <a:pt x="158" y="1"/>
                    <a:pt x="143"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1" name="Google Shape;1701;p38"/>
            <p:cNvSpPr/>
            <p:nvPr/>
          </p:nvSpPr>
          <p:spPr>
            <a:xfrm>
              <a:off x="3027163" y="1819803"/>
              <a:ext cx="6042" cy="4580"/>
            </a:xfrm>
            <a:custGeom>
              <a:avLst/>
              <a:gdLst/>
              <a:ahLst/>
              <a:cxnLst/>
              <a:rect l="l" t="t" r="r" b="b"/>
              <a:pathLst>
                <a:path w="190" h="144" extrusionOk="0">
                  <a:moveTo>
                    <a:pt x="143" y="1"/>
                  </a:moveTo>
                  <a:lnTo>
                    <a:pt x="143" y="1"/>
                  </a:lnTo>
                  <a:cubicBezTo>
                    <a:pt x="143" y="1"/>
                    <a:pt x="127" y="1"/>
                    <a:pt x="127" y="17"/>
                  </a:cubicBezTo>
                  <a:lnTo>
                    <a:pt x="80" y="64"/>
                  </a:lnTo>
                  <a:lnTo>
                    <a:pt x="64" y="49"/>
                  </a:lnTo>
                  <a:lnTo>
                    <a:pt x="49" y="49"/>
                  </a:lnTo>
                  <a:cubicBezTo>
                    <a:pt x="49" y="64"/>
                    <a:pt x="49" y="64"/>
                    <a:pt x="32" y="64"/>
                  </a:cubicBezTo>
                  <a:cubicBezTo>
                    <a:pt x="17" y="64"/>
                    <a:pt x="17" y="80"/>
                    <a:pt x="1" y="112"/>
                  </a:cubicBezTo>
                  <a:cubicBezTo>
                    <a:pt x="1" y="127"/>
                    <a:pt x="17" y="143"/>
                    <a:pt x="32" y="143"/>
                  </a:cubicBezTo>
                  <a:lnTo>
                    <a:pt x="49" y="143"/>
                  </a:lnTo>
                  <a:lnTo>
                    <a:pt x="64" y="143"/>
                  </a:lnTo>
                  <a:lnTo>
                    <a:pt x="64" y="127"/>
                  </a:lnTo>
                  <a:lnTo>
                    <a:pt x="95" y="127"/>
                  </a:lnTo>
                  <a:lnTo>
                    <a:pt x="127" y="127"/>
                  </a:lnTo>
                  <a:cubicBezTo>
                    <a:pt x="127" y="127"/>
                    <a:pt x="143" y="112"/>
                    <a:pt x="143" y="95"/>
                  </a:cubicBezTo>
                  <a:lnTo>
                    <a:pt x="143" y="95"/>
                  </a:lnTo>
                  <a:lnTo>
                    <a:pt x="175" y="49"/>
                  </a:lnTo>
                  <a:cubicBezTo>
                    <a:pt x="190" y="32"/>
                    <a:pt x="190" y="17"/>
                    <a:pt x="175" y="1"/>
                  </a:cubicBez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2" name="Google Shape;1702;p38"/>
            <p:cNvSpPr/>
            <p:nvPr/>
          </p:nvSpPr>
          <p:spPr>
            <a:xfrm>
              <a:off x="3146427" y="1836373"/>
              <a:ext cx="4039" cy="3498"/>
            </a:xfrm>
            <a:custGeom>
              <a:avLst/>
              <a:gdLst/>
              <a:ahLst/>
              <a:cxnLst/>
              <a:rect l="l" t="t" r="r" b="b"/>
              <a:pathLst>
                <a:path w="127" h="110" extrusionOk="0">
                  <a:moveTo>
                    <a:pt x="48" y="0"/>
                  </a:moveTo>
                  <a:lnTo>
                    <a:pt x="32" y="0"/>
                  </a:lnTo>
                  <a:cubicBezTo>
                    <a:pt x="17" y="0"/>
                    <a:pt x="1" y="32"/>
                    <a:pt x="1" y="47"/>
                  </a:cubicBezTo>
                  <a:lnTo>
                    <a:pt x="17" y="78"/>
                  </a:lnTo>
                  <a:cubicBezTo>
                    <a:pt x="17" y="78"/>
                    <a:pt x="17" y="95"/>
                    <a:pt x="32" y="95"/>
                  </a:cubicBezTo>
                  <a:cubicBezTo>
                    <a:pt x="32" y="95"/>
                    <a:pt x="32" y="110"/>
                    <a:pt x="48" y="110"/>
                  </a:cubicBezTo>
                  <a:lnTo>
                    <a:pt x="48" y="95"/>
                  </a:lnTo>
                  <a:lnTo>
                    <a:pt x="95" y="95"/>
                  </a:lnTo>
                  <a:cubicBezTo>
                    <a:pt x="111" y="78"/>
                    <a:pt x="127" y="63"/>
                    <a:pt x="111" y="47"/>
                  </a:cubicBezTo>
                  <a:cubicBezTo>
                    <a:pt x="111" y="32"/>
                    <a:pt x="95" y="32"/>
                    <a:pt x="80" y="32"/>
                  </a:cubicBezTo>
                  <a:lnTo>
                    <a:pt x="80"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3" name="Google Shape;1703;p38"/>
            <p:cNvSpPr/>
            <p:nvPr/>
          </p:nvSpPr>
          <p:spPr>
            <a:xfrm>
              <a:off x="3338839" y="1809308"/>
              <a:ext cx="3053" cy="4516"/>
            </a:xfrm>
            <a:custGeom>
              <a:avLst/>
              <a:gdLst/>
              <a:ahLst/>
              <a:cxnLst/>
              <a:rect l="l" t="t" r="r" b="b"/>
              <a:pathLst>
                <a:path w="96" h="142" extrusionOk="0">
                  <a:moveTo>
                    <a:pt x="64" y="110"/>
                  </a:moveTo>
                  <a:lnTo>
                    <a:pt x="64" y="110"/>
                  </a:lnTo>
                  <a:lnTo>
                    <a:pt x="64" y="110"/>
                  </a:lnTo>
                  <a:close/>
                  <a:moveTo>
                    <a:pt x="32" y="0"/>
                  </a:moveTo>
                  <a:lnTo>
                    <a:pt x="32" y="0"/>
                  </a:lnTo>
                  <a:lnTo>
                    <a:pt x="17" y="0"/>
                  </a:lnTo>
                  <a:lnTo>
                    <a:pt x="1" y="47"/>
                  </a:lnTo>
                  <a:lnTo>
                    <a:pt x="17" y="64"/>
                  </a:lnTo>
                  <a:lnTo>
                    <a:pt x="17" y="79"/>
                  </a:lnTo>
                  <a:lnTo>
                    <a:pt x="17" y="79"/>
                  </a:lnTo>
                  <a:lnTo>
                    <a:pt x="17" y="79"/>
                  </a:lnTo>
                  <a:lnTo>
                    <a:pt x="32" y="127"/>
                  </a:lnTo>
                  <a:lnTo>
                    <a:pt x="32" y="142"/>
                  </a:lnTo>
                  <a:lnTo>
                    <a:pt x="80" y="127"/>
                  </a:lnTo>
                  <a:lnTo>
                    <a:pt x="80" y="110"/>
                  </a:lnTo>
                  <a:cubicBezTo>
                    <a:pt x="80" y="110"/>
                    <a:pt x="95" y="110"/>
                    <a:pt x="95" y="95"/>
                  </a:cubicBezTo>
                  <a:lnTo>
                    <a:pt x="95" y="64"/>
                  </a:lnTo>
                  <a:lnTo>
                    <a:pt x="64" y="16"/>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4" name="Google Shape;1704;p38"/>
            <p:cNvSpPr/>
            <p:nvPr/>
          </p:nvSpPr>
          <p:spPr>
            <a:xfrm>
              <a:off x="3229116" y="1799767"/>
              <a:ext cx="3053" cy="6042"/>
            </a:xfrm>
            <a:custGeom>
              <a:avLst/>
              <a:gdLst/>
              <a:ahLst/>
              <a:cxnLst/>
              <a:rect l="l" t="t" r="r" b="b"/>
              <a:pathLst>
                <a:path w="96" h="190" extrusionOk="0">
                  <a:moveTo>
                    <a:pt x="32" y="1"/>
                  </a:moveTo>
                  <a:lnTo>
                    <a:pt x="32" y="1"/>
                  </a:lnTo>
                  <a:lnTo>
                    <a:pt x="16" y="17"/>
                  </a:lnTo>
                  <a:cubicBezTo>
                    <a:pt x="16" y="17"/>
                    <a:pt x="1" y="17"/>
                    <a:pt x="1" y="32"/>
                  </a:cubicBezTo>
                  <a:lnTo>
                    <a:pt x="1" y="32"/>
                  </a:lnTo>
                  <a:lnTo>
                    <a:pt x="1" y="158"/>
                  </a:lnTo>
                  <a:lnTo>
                    <a:pt x="1" y="174"/>
                  </a:lnTo>
                  <a:cubicBezTo>
                    <a:pt x="16" y="190"/>
                    <a:pt x="16" y="190"/>
                    <a:pt x="32" y="190"/>
                  </a:cubicBezTo>
                  <a:lnTo>
                    <a:pt x="48" y="190"/>
                  </a:lnTo>
                  <a:lnTo>
                    <a:pt x="48" y="190"/>
                  </a:lnTo>
                  <a:cubicBezTo>
                    <a:pt x="64" y="190"/>
                    <a:pt x="64" y="190"/>
                    <a:pt x="79" y="174"/>
                  </a:cubicBezTo>
                  <a:lnTo>
                    <a:pt x="64" y="174"/>
                  </a:lnTo>
                  <a:cubicBezTo>
                    <a:pt x="48" y="158"/>
                    <a:pt x="64" y="143"/>
                    <a:pt x="64" y="127"/>
                  </a:cubicBezTo>
                  <a:lnTo>
                    <a:pt x="79" y="111"/>
                  </a:lnTo>
                  <a:lnTo>
                    <a:pt x="79" y="111"/>
                  </a:lnTo>
                  <a:lnTo>
                    <a:pt x="79" y="111"/>
                  </a:lnTo>
                  <a:lnTo>
                    <a:pt x="79" y="95"/>
                  </a:lnTo>
                  <a:lnTo>
                    <a:pt x="95" y="48"/>
                  </a:lnTo>
                  <a:lnTo>
                    <a:pt x="95" y="32"/>
                  </a:lnTo>
                  <a:lnTo>
                    <a:pt x="79" y="17"/>
                  </a:lnTo>
                  <a:lnTo>
                    <a:pt x="64"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5" name="Google Shape;1705;p38"/>
            <p:cNvSpPr/>
            <p:nvPr/>
          </p:nvSpPr>
          <p:spPr>
            <a:xfrm>
              <a:off x="3414023" y="1804283"/>
              <a:ext cx="7569" cy="3530"/>
            </a:xfrm>
            <a:custGeom>
              <a:avLst/>
              <a:gdLst/>
              <a:ahLst/>
              <a:cxnLst/>
              <a:rect l="l" t="t" r="r" b="b"/>
              <a:pathLst>
                <a:path w="238" h="111" extrusionOk="0">
                  <a:moveTo>
                    <a:pt x="48" y="1"/>
                  </a:moveTo>
                  <a:lnTo>
                    <a:pt x="48" y="1"/>
                  </a:lnTo>
                  <a:lnTo>
                    <a:pt x="48" y="1"/>
                  </a:lnTo>
                  <a:close/>
                  <a:moveTo>
                    <a:pt x="32" y="1"/>
                  </a:moveTo>
                  <a:lnTo>
                    <a:pt x="32" y="1"/>
                  </a:lnTo>
                  <a:lnTo>
                    <a:pt x="16" y="1"/>
                  </a:lnTo>
                  <a:lnTo>
                    <a:pt x="0" y="16"/>
                  </a:lnTo>
                  <a:lnTo>
                    <a:pt x="0" y="32"/>
                  </a:lnTo>
                  <a:cubicBezTo>
                    <a:pt x="0" y="48"/>
                    <a:pt x="0" y="64"/>
                    <a:pt x="16" y="64"/>
                  </a:cubicBezTo>
                  <a:lnTo>
                    <a:pt x="32" y="79"/>
                  </a:lnTo>
                  <a:cubicBezTo>
                    <a:pt x="32" y="64"/>
                    <a:pt x="32" y="64"/>
                    <a:pt x="48" y="64"/>
                  </a:cubicBezTo>
                  <a:lnTo>
                    <a:pt x="63" y="48"/>
                  </a:lnTo>
                  <a:lnTo>
                    <a:pt x="79" y="48"/>
                  </a:lnTo>
                  <a:lnTo>
                    <a:pt x="79" y="48"/>
                  </a:lnTo>
                  <a:cubicBezTo>
                    <a:pt x="95" y="48"/>
                    <a:pt x="95" y="64"/>
                    <a:pt x="111" y="64"/>
                  </a:cubicBezTo>
                  <a:lnTo>
                    <a:pt x="111" y="79"/>
                  </a:lnTo>
                  <a:lnTo>
                    <a:pt x="111" y="79"/>
                  </a:lnTo>
                  <a:cubicBezTo>
                    <a:pt x="126" y="79"/>
                    <a:pt x="126" y="95"/>
                    <a:pt x="143" y="95"/>
                  </a:cubicBezTo>
                  <a:lnTo>
                    <a:pt x="174" y="95"/>
                  </a:lnTo>
                  <a:cubicBezTo>
                    <a:pt x="174" y="95"/>
                    <a:pt x="189" y="95"/>
                    <a:pt x="189" y="111"/>
                  </a:cubicBezTo>
                  <a:lnTo>
                    <a:pt x="206" y="111"/>
                  </a:lnTo>
                  <a:cubicBezTo>
                    <a:pt x="221" y="111"/>
                    <a:pt x="221" y="95"/>
                    <a:pt x="237" y="79"/>
                  </a:cubicBezTo>
                  <a:lnTo>
                    <a:pt x="237" y="64"/>
                  </a:lnTo>
                  <a:cubicBezTo>
                    <a:pt x="237" y="64"/>
                    <a:pt x="237" y="48"/>
                    <a:pt x="221" y="48"/>
                  </a:cubicBezTo>
                  <a:lnTo>
                    <a:pt x="206" y="32"/>
                  </a:lnTo>
                  <a:lnTo>
                    <a:pt x="206" y="32"/>
                  </a:lnTo>
                  <a:lnTo>
                    <a:pt x="206" y="64"/>
                  </a:lnTo>
                  <a:lnTo>
                    <a:pt x="174" y="95"/>
                  </a:lnTo>
                  <a:lnTo>
                    <a:pt x="174" y="95"/>
                  </a:lnTo>
                  <a:lnTo>
                    <a:pt x="158" y="95"/>
                  </a:lnTo>
                  <a:lnTo>
                    <a:pt x="126" y="79"/>
                  </a:lnTo>
                  <a:cubicBezTo>
                    <a:pt x="111" y="64"/>
                    <a:pt x="111" y="64"/>
                    <a:pt x="111" y="48"/>
                  </a:cubicBezTo>
                  <a:lnTo>
                    <a:pt x="111" y="16"/>
                  </a:lnTo>
                  <a:lnTo>
                    <a:pt x="79" y="16"/>
                  </a:ln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6" name="Google Shape;1706;p38"/>
            <p:cNvSpPr/>
            <p:nvPr/>
          </p:nvSpPr>
          <p:spPr>
            <a:xfrm>
              <a:off x="3415518" y="1804283"/>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7" name="Google Shape;1707;p38"/>
            <p:cNvSpPr/>
            <p:nvPr/>
          </p:nvSpPr>
          <p:spPr>
            <a:xfrm>
              <a:off x="3422546" y="1769712"/>
              <a:ext cx="4516" cy="4039"/>
            </a:xfrm>
            <a:custGeom>
              <a:avLst/>
              <a:gdLst/>
              <a:ahLst/>
              <a:cxnLst/>
              <a:rect l="l" t="t" r="r" b="b"/>
              <a:pathLst>
                <a:path w="142" h="127" extrusionOk="0">
                  <a:moveTo>
                    <a:pt x="47" y="0"/>
                  </a:moveTo>
                  <a:lnTo>
                    <a:pt x="47" y="0"/>
                  </a:lnTo>
                  <a:cubicBezTo>
                    <a:pt x="32" y="17"/>
                    <a:pt x="16" y="17"/>
                    <a:pt x="16" y="17"/>
                  </a:cubicBezTo>
                  <a:cubicBezTo>
                    <a:pt x="1" y="32"/>
                    <a:pt x="1" y="63"/>
                    <a:pt x="16" y="63"/>
                  </a:cubicBezTo>
                  <a:lnTo>
                    <a:pt x="79" y="111"/>
                  </a:lnTo>
                  <a:cubicBezTo>
                    <a:pt x="79" y="126"/>
                    <a:pt x="95" y="126"/>
                    <a:pt x="95" y="126"/>
                  </a:cubicBezTo>
                  <a:cubicBezTo>
                    <a:pt x="95" y="111"/>
                    <a:pt x="110" y="95"/>
                    <a:pt x="110" y="95"/>
                  </a:cubicBezTo>
                  <a:lnTo>
                    <a:pt x="127" y="95"/>
                  </a:lnTo>
                  <a:lnTo>
                    <a:pt x="127" y="95"/>
                  </a:lnTo>
                  <a:lnTo>
                    <a:pt x="142" y="95"/>
                  </a:lnTo>
                  <a:cubicBezTo>
                    <a:pt x="142" y="80"/>
                    <a:pt x="142" y="63"/>
                    <a:pt x="127" y="63"/>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8" name="Google Shape;1708;p38"/>
            <p:cNvSpPr/>
            <p:nvPr/>
          </p:nvSpPr>
          <p:spPr>
            <a:xfrm>
              <a:off x="3429034" y="1779254"/>
              <a:ext cx="3562" cy="3498"/>
            </a:xfrm>
            <a:custGeom>
              <a:avLst/>
              <a:gdLst/>
              <a:ahLst/>
              <a:cxnLst/>
              <a:rect l="l" t="t" r="r" b="b"/>
              <a:pathLst>
                <a:path w="112" h="110" extrusionOk="0">
                  <a:moveTo>
                    <a:pt x="49" y="0"/>
                  </a:moveTo>
                  <a:lnTo>
                    <a:pt x="32" y="0"/>
                  </a:lnTo>
                  <a:cubicBezTo>
                    <a:pt x="17" y="0"/>
                    <a:pt x="17" y="0"/>
                    <a:pt x="1" y="15"/>
                  </a:cubicBezTo>
                  <a:cubicBezTo>
                    <a:pt x="1" y="32"/>
                    <a:pt x="1" y="47"/>
                    <a:pt x="17" y="63"/>
                  </a:cubicBezTo>
                  <a:lnTo>
                    <a:pt x="17" y="95"/>
                  </a:lnTo>
                  <a:cubicBezTo>
                    <a:pt x="17" y="95"/>
                    <a:pt x="17" y="110"/>
                    <a:pt x="32" y="110"/>
                  </a:cubicBezTo>
                  <a:lnTo>
                    <a:pt x="64" y="78"/>
                  </a:lnTo>
                  <a:lnTo>
                    <a:pt x="80" y="78"/>
                  </a:lnTo>
                  <a:lnTo>
                    <a:pt x="80" y="78"/>
                  </a:lnTo>
                  <a:lnTo>
                    <a:pt x="95" y="78"/>
                  </a:lnTo>
                  <a:cubicBezTo>
                    <a:pt x="95" y="78"/>
                    <a:pt x="112" y="63"/>
                    <a:pt x="112" y="47"/>
                  </a:cubicBezTo>
                  <a:cubicBezTo>
                    <a:pt x="95" y="15"/>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09" name="Google Shape;1709;p38"/>
            <p:cNvSpPr/>
            <p:nvPr/>
          </p:nvSpPr>
          <p:spPr>
            <a:xfrm>
              <a:off x="3385940" y="1772702"/>
              <a:ext cx="5565" cy="4580"/>
            </a:xfrm>
            <a:custGeom>
              <a:avLst/>
              <a:gdLst/>
              <a:ahLst/>
              <a:cxnLst/>
              <a:rect l="l" t="t" r="r" b="b"/>
              <a:pathLst>
                <a:path w="175" h="144" extrusionOk="0">
                  <a:moveTo>
                    <a:pt x="112" y="1"/>
                  </a:moveTo>
                  <a:lnTo>
                    <a:pt x="112" y="1"/>
                  </a:lnTo>
                  <a:cubicBezTo>
                    <a:pt x="112" y="1"/>
                    <a:pt x="95" y="1"/>
                    <a:pt x="95" y="17"/>
                  </a:cubicBezTo>
                  <a:cubicBezTo>
                    <a:pt x="80" y="32"/>
                    <a:pt x="80" y="49"/>
                    <a:pt x="95" y="64"/>
                  </a:cubicBezTo>
                  <a:lnTo>
                    <a:pt x="95" y="64"/>
                  </a:lnTo>
                  <a:lnTo>
                    <a:pt x="95" y="64"/>
                  </a:lnTo>
                  <a:cubicBezTo>
                    <a:pt x="80" y="64"/>
                    <a:pt x="80" y="80"/>
                    <a:pt x="80" y="80"/>
                  </a:cubicBezTo>
                  <a:lnTo>
                    <a:pt x="80" y="80"/>
                  </a:lnTo>
                  <a:lnTo>
                    <a:pt x="49" y="80"/>
                  </a:lnTo>
                  <a:lnTo>
                    <a:pt x="32" y="80"/>
                  </a:lnTo>
                  <a:lnTo>
                    <a:pt x="32" y="80"/>
                  </a:lnTo>
                  <a:cubicBezTo>
                    <a:pt x="17" y="80"/>
                    <a:pt x="1" y="80"/>
                    <a:pt x="1" y="112"/>
                  </a:cubicBezTo>
                  <a:lnTo>
                    <a:pt x="1" y="127"/>
                  </a:lnTo>
                  <a:lnTo>
                    <a:pt x="32" y="127"/>
                  </a:lnTo>
                  <a:lnTo>
                    <a:pt x="32" y="127"/>
                  </a:lnTo>
                  <a:lnTo>
                    <a:pt x="49" y="127"/>
                  </a:lnTo>
                  <a:lnTo>
                    <a:pt x="95" y="143"/>
                  </a:lnTo>
                  <a:lnTo>
                    <a:pt x="95" y="143"/>
                  </a:lnTo>
                  <a:lnTo>
                    <a:pt x="112" y="143"/>
                  </a:lnTo>
                  <a:lnTo>
                    <a:pt x="112" y="143"/>
                  </a:lnTo>
                  <a:cubicBezTo>
                    <a:pt x="112" y="127"/>
                    <a:pt x="112" y="127"/>
                    <a:pt x="127" y="112"/>
                  </a:cubicBezTo>
                  <a:cubicBezTo>
                    <a:pt x="112" y="112"/>
                    <a:pt x="95" y="95"/>
                    <a:pt x="95" y="80"/>
                  </a:cubicBezTo>
                  <a:cubicBezTo>
                    <a:pt x="95" y="64"/>
                    <a:pt x="112" y="49"/>
                    <a:pt x="127" y="49"/>
                  </a:cubicBezTo>
                  <a:lnTo>
                    <a:pt x="143" y="49"/>
                  </a:lnTo>
                  <a:lnTo>
                    <a:pt x="175" y="49"/>
                  </a:lnTo>
                  <a:lnTo>
                    <a:pt x="175" y="49"/>
                  </a:lnTo>
                  <a:lnTo>
                    <a:pt x="143" y="17"/>
                  </a:lnTo>
                  <a:cubicBezTo>
                    <a:pt x="127" y="1"/>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0" name="Google Shape;1710;p38"/>
            <p:cNvSpPr/>
            <p:nvPr/>
          </p:nvSpPr>
          <p:spPr>
            <a:xfrm>
              <a:off x="3017654" y="1804792"/>
              <a:ext cx="4071" cy="6042"/>
            </a:xfrm>
            <a:custGeom>
              <a:avLst/>
              <a:gdLst/>
              <a:ahLst/>
              <a:cxnLst/>
              <a:rect l="l" t="t" r="r" b="b"/>
              <a:pathLst>
                <a:path w="128" h="190" extrusionOk="0">
                  <a:moveTo>
                    <a:pt x="33" y="0"/>
                  </a:moveTo>
                  <a:lnTo>
                    <a:pt x="33" y="16"/>
                  </a:lnTo>
                  <a:cubicBezTo>
                    <a:pt x="16" y="32"/>
                    <a:pt x="16" y="48"/>
                    <a:pt x="33" y="63"/>
                  </a:cubicBezTo>
                  <a:cubicBezTo>
                    <a:pt x="48" y="63"/>
                    <a:pt x="64" y="79"/>
                    <a:pt x="64" y="79"/>
                  </a:cubicBezTo>
                  <a:lnTo>
                    <a:pt x="48" y="79"/>
                  </a:lnTo>
                  <a:lnTo>
                    <a:pt x="33" y="79"/>
                  </a:lnTo>
                  <a:cubicBezTo>
                    <a:pt x="16" y="79"/>
                    <a:pt x="1" y="111"/>
                    <a:pt x="16" y="126"/>
                  </a:cubicBezTo>
                  <a:lnTo>
                    <a:pt x="16" y="142"/>
                  </a:lnTo>
                  <a:cubicBezTo>
                    <a:pt x="33" y="158"/>
                    <a:pt x="33" y="174"/>
                    <a:pt x="48" y="189"/>
                  </a:cubicBezTo>
                  <a:lnTo>
                    <a:pt x="48" y="189"/>
                  </a:lnTo>
                  <a:lnTo>
                    <a:pt x="64" y="189"/>
                  </a:lnTo>
                  <a:lnTo>
                    <a:pt x="64" y="189"/>
                  </a:lnTo>
                  <a:lnTo>
                    <a:pt x="64" y="174"/>
                  </a:lnTo>
                  <a:lnTo>
                    <a:pt x="64" y="174"/>
                  </a:lnTo>
                  <a:lnTo>
                    <a:pt x="64" y="174"/>
                  </a:lnTo>
                  <a:cubicBezTo>
                    <a:pt x="48" y="158"/>
                    <a:pt x="48" y="126"/>
                    <a:pt x="64" y="111"/>
                  </a:cubicBezTo>
                  <a:lnTo>
                    <a:pt x="79" y="111"/>
                  </a:lnTo>
                  <a:lnTo>
                    <a:pt x="79" y="111"/>
                  </a:lnTo>
                  <a:cubicBezTo>
                    <a:pt x="96" y="111"/>
                    <a:pt x="111" y="111"/>
                    <a:pt x="111" y="126"/>
                  </a:cubicBezTo>
                  <a:lnTo>
                    <a:pt x="127" y="142"/>
                  </a:lnTo>
                  <a:lnTo>
                    <a:pt x="127" y="111"/>
                  </a:lnTo>
                  <a:lnTo>
                    <a:pt x="111" y="111"/>
                  </a:lnTo>
                  <a:cubicBezTo>
                    <a:pt x="111" y="111"/>
                    <a:pt x="96" y="111"/>
                    <a:pt x="79" y="95"/>
                  </a:cubicBezTo>
                  <a:lnTo>
                    <a:pt x="79" y="63"/>
                  </a:lnTo>
                  <a:lnTo>
                    <a:pt x="79" y="48"/>
                  </a:lnTo>
                  <a:cubicBezTo>
                    <a:pt x="79" y="32"/>
                    <a:pt x="79" y="32"/>
                    <a:pt x="96" y="16"/>
                  </a:cubicBezTo>
                  <a:lnTo>
                    <a:pt x="96" y="16"/>
                  </a:lnTo>
                  <a:lnTo>
                    <a:pt x="79" y="16"/>
                  </a:lnTo>
                  <a:lnTo>
                    <a:pt x="64" y="16"/>
                  </a:lnTo>
                  <a:lnTo>
                    <a:pt x="48" y="16"/>
                  </a:lnTo>
                  <a:cubicBezTo>
                    <a:pt x="33" y="16"/>
                    <a:pt x="33" y="16"/>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1" name="Google Shape;1711;p38"/>
            <p:cNvSpPr/>
            <p:nvPr/>
          </p:nvSpPr>
          <p:spPr>
            <a:xfrm>
              <a:off x="3419557" y="1764687"/>
              <a:ext cx="2512" cy="2035"/>
            </a:xfrm>
            <a:custGeom>
              <a:avLst/>
              <a:gdLst/>
              <a:ahLst/>
              <a:cxnLst/>
              <a:rect l="l" t="t" r="r" b="b"/>
              <a:pathLst>
                <a:path w="79" h="64" extrusionOk="0">
                  <a:moveTo>
                    <a:pt x="63" y="1"/>
                  </a:moveTo>
                  <a:lnTo>
                    <a:pt x="0" y="32"/>
                  </a:lnTo>
                  <a:lnTo>
                    <a:pt x="0" y="32"/>
                  </a:lnTo>
                  <a:lnTo>
                    <a:pt x="63" y="64"/>
                  </a:lnTo>
                  <a:lnTo>
                    <a:pt x="63" y="64"/>
                  </a:lnTo>
                  <a:lnTo>
                    <a:pt x="78" y="64"/>
                  </a:lnTo>
                  <a:cubicBezTo>
                    <a:pt x="63" y="49"/>
                    <a:pt x="63"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2" name="Google Shape;1712;p38"/>
            <p:cNvSpPr/>
            <p:nvPr/>
          </p:nvSpPr>
          <p:spPr>
            <a:xfrm>
              <a:off x="3048726" y="1820344"/>
              <a:ext cx="3530" cy="2035"/>
            </a:xfrm>
            <a:custGeom>
              <a:avLst/>
              <a:gdLst/>
              <a:ahLst/>
              <a:cxnLst/>
              <a:rect l="l" t="t" r="r" b="b"/>
              <a:pathLst>
                <a:path w="111" h="64" extrusionOk="0">
                  <a:moveTo>
                    <a:pt x="32" y="0"/>
                  </a:moveTo>
                  <a:lnTo>
                    <a:pt x="32" y="0"/>
                  </a:lnTo>
                  <a:cubicBezTo>
                    <a:pt x="16" y="15"/>
                    <a:pt x="1" y="15"/>
                    <a:pt x="1" y="32"/>
                  </a:cubicBezTo>
                  <a:lnTo>
                    <a:pt x="1" y="63"/>
                  </a:lnTo>
                  <a:cubicBezTo>
                    <a:pt x="16" y="63"/>
                    <a:pt x="16" y="63"/>
                    <a:pt x="32" y="47"/>
                  </a:cubicBezTo>
                  <a:cubicBezTo>
                    <a:pt x="47" y="47"/>
                    <a:pt x="79" y="47"/>
                    <a:pt x="95" y="32"/>
                  </a:cubicBezTo>
                  <a:lnTo>
                    <a:pt x="111" y="32"/>
                  </a:lnTo>
                  <a:lnTo>
                    <a:pt x="95" y="32"/>
                  </a:lnTo>
                  <a:lnTo>
                    <a:pt x="79" y="15"/>
                  </a:lnTo>
                  <a:lnTo>
                    <a:pt x="47"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3" name="Google Shape;1713;p38"/>
            <p:cNvSpPr/>
            <p:nvPr/>
          </p:nvSpPr>
          <p:spPr>
            <a:xfrm>
              <a:off x="3268203" y="1763702"/>
              <a:ext cx="5534" cy="2544"/>
            </a:xfrm>
            <a:custGeom>
              <a:avLst/>
              <a:gdLst/>
              <a:ahLst/>
              <a:cxnLst/>
              <a:rect l="l" t="t" r="r" b="b"/>
              <a:pathLst>
                <a:path w="174" h="80" extrusionOk="0">
                  <a:moveTo>
                    <a:pt x="173" y="0"/>
                  </a:moveTo>
                  <a:cubicBezTo>
                    <a:pt x="110" y="0"/>
                    <a:pt x="47" y="16"/>
                    <a:pt x="1" y="16"/>
                  </a:cubicBezTo>
                  <a:lnTo>
                    <a:pt x="1" y="32"/>
                  </a:lnTo>
                  <a:lnTo>
                    <a:pt x="47" y="63"/>
                  </a:lnTo>
                  <a:lnTo>
                    <a:pt x="64" y="80"/>
                  </a:lnTo>
                  <a:lnTo>
                    <a:pt x="79" y="80"/>
                  </a:lnTo>
                  <a:lnTo>
                    <a:pt x="95" y="80"/>
                  </a:lnTo>
                  <a:lnTo>
                    <a:pt x="110" y="80"/>
                  </a:lnTo>
                  <a:lnTo>
                    <a:pt x="158" y="32"/>
                  </a:lnTo>
                  <a:cubicBezTo>
                    <a:pt x="173" y="32"/>
                    <a:pt x="173"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4" name="Google Shape;1714;p38"/>
            <p:cNvSpPr/>
            <p:nvPr/>
          </p:nvSpPr>
          <p:spPr>
            <a:xfrm>
              <a:off x="3324813" y="1773243"/>
              <a:ext cx="9064" cy="4039"/>
            </a:xfrm>
            <a:custGeom>
              <a:avLst/>
              <a:gdLst/>
              <a:ahLst/>
              <a:cxnLst/>
              <a:rect l="l" t="t" r="r" b="b"/>
              <a:pathLst>
                <a:path w="285" h="127" extrusionOk="0">
                  <a:moveTo>
                    <a:pt x="238" y="0"/>
                  </a:moveTo>
                  <a:lnTo>
                    <a:pt x="238" y="0"/>
                  </a:lnTo>
                  <a:lnTo>
                    <a:pt x="238" y="0"/>
                  </a:lnTo>
                  <a:lnTo>
                    <a:pt x="158" y="32"/>
                  </a:lnTo>
                  <a:cubicBezTo>
                    <a:pt x="143" y="15"/>
                    <a:pt x="127" y="15"/>
                    <a:pt x="127" y="15"/>
                  </a:cubicBezTo>
                  <a:cubicBezTo>
                    <a:pt x="80" y="15"/>
                    <a:pt x="48" y="32"/>
                    <a:pt x="17" y="47"/>
                  </a:cubicBezTo>
                  <a:cubicBezTo>
                    <a:pt x="1" y="47"/>
                    <a:pt x="1" y="47"/>
                    <a:pt x="1" y="63"/>
                  </a:cubicBezTo>
                  <a:lnTo>
                    <a:pt x="1" y="63"/>
                  </a:lnTo>
                  <a:lnTo>
                    <a:pt x="1" y="63"/>
                  </a:lnTo>
                  <a:lnTo>
                    <a:pt x="17" y="78"/>
                  </a:lnTo>
                  <a:lnTo>
                    <a:pt x="17" y="110"/>
                  </a:lnTo>
                  <a:lnTo>
                    <a:pt x="17" y="126"/>
                  </a:lnTo>
                  <a:lnTo>
                    <a:pt x="95" y="78"/>
                  </a:lnTo>
                  <a:lnTo>
                    <a:pt x="111" y="63"/>
                  </a:lnTo>
                  <a:lnTo>
                    <a:pt x="111" y="63"/>
                  </a:lnTo>
                  <a:cubicBezTo>
                    <a:pt x="127" y="63"/>
                    <a:pt x="143" y="78"/>
                    <a:pt x="143" y="78"/>
                  </a:cubicBezTo>
                  <a:cubicBezTo>
                    <a:pt x="143" y="95"/>
                    <a:pt x="158" y="95"/>
                    <a:pt x="158" y="95"/>
                  </a:cubicBezTo>
                  <a:lnTo>
                    <a:pt x="158" y="95"/>
                  </a:lnTo>
                  <a:lnTo>
                    <a:pt x="158" y="95"/>
                  </a:lnTo>
                  <a:lnTo>
                    <a:pt x="158" y="78"/>
                  </a:lnTo>
                  <a:cubicBezTo>
                    <a:pt x="143" y="63"/>
                    <a:pt x="158" y="47"/>
                    <a:pt x="175" y="32"/>
                  </a:cubicBezTo>
                  <a:lnTo>
                    <a:pt x="175" y="32"/>
                  </a:lnTo>
                  <a:lnTo>
                    <a:pt x="190" y="32"/>
                  </a:lnTo>
                  <a:cubicBezTo>
                    <a:pt x="190" y="32"/>
                    <a:pt x="206" y="32"/>
                    <a:pt x="221" y="47"/>
                  </a:cubicBezTo>
                  <a:lnTo>
                    <a:pt x="221" y="47"/>
                  </a:lnTo>
                  <a:lnTo>
                    <a:pt x="221" y="47"/>
                  </a:lnTo>
                  <a:cubicBezTo>
                    <a:pt x="221" y="32"/>
                    <a:pt x="238" y="15"/>
                    <a:pt x="253" y="15"/>
                  </a:cubicBezTo>
                  <a:cubicBezTo>
                    <a:pt x="253" y="15"/>
                    <a:pt x="269" y="15"/>
                    <a:pt x="269" y="32"/>
                  </a:cubicBezTo>
                  <a:lnTo>
                    <a:pt x="284" y="32"/>
                  </a:lnTo>
                  <a:cubicBezTo>
                    <a:pt x="284" y="32"/>
                    <a:pt x="284" y="15"/>
                    <a:pt x="269" y="15"/>
                  </a:cubicBezTo>
                  <a:cubicBezTo>
                    <a:pt x="269" y="0"/>
                    <a:pt x="253" y="0"/>
                    <a:pt x="25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5" name="Google Shape;1715;p38"/>
            <p:cNvSpPr/>
            <p:nvPr/>
          </p:nvSpPr>
          <p:spPr>
            <a:xfrm>
              <a:off x="3420543" y="1761698"/>
              <a:ext cx="8046" cy="3530"/>
            </a:xfrm>
            <a:custGeom>
              <a:avLst/>
              <a:gdLst/>
              <a:ahLst/>
              <a:cxnLst/>
              <a:rect l="l" t="t" r="r" b="b"/>
              <a:pathLst>
                <a:path w="253" h="111" extrusionOk="0">
                  <a:moveTo>
                    <a:pt x="47" y="0"/>
                  </a:moveTo>
                  <a:lnTo>
                    <a:pt x="32" y="0"/>
                  </a:lnTo>
                  <a:lnTo>
                    <a:pt x="16" y="16"/>
                  </a:lnTo>
                  <a:cubicBezTo>
                    <a:pt x="16" y="16"/>
                    <a:pt x="16" y="32"/>
                    <a:pt x="1" y="32"/>
                  </a:cubicBezTo>
                  <a:lnTo>
                    <a:pt x="16" y="32"/>
                  </a:lnTo>
                  <a:lnTo>
                    <a:pt x="16" y="32"/>
                  </a:lnTo>
                  <a:cubicBezTo>
                    <a:pt x="16" y="32"/>
                    <a:pt x="32" y="32"/>
                    <a:pt x="32" y="48"/>
                  </a:cubicBezTo>
                  <a:cubicBezTo>
                    <a:pt x="47" y="32"/>
                    <a:pt x="47" y="32"/>
                    <a:pt x="64" y="32"/>
                  </a:cubicBezTo>
                  <a:lnTo>
                    <a:pt x="64" y="32"/>
                  </a:lnTo>
                  <a:lnTo>
                    <a:pt x="64" y="32"/>
                  </a:lnTo>
                  <a:cubicBezTo>
                    <a:pt x="79" y="32"/>
                    <a:pt x="95" y="48"/>
                    <a:pt x="95" y="63"/>
                  </a:cubicBezTo>
                  <a:lnTo>
                    <a:pt x="95" y="95"/>
                  </a:lnTo>
                  <a:lnTo>
                    <a:pt x="95" y="95"/>
                  </a:lnTo>
                  <a:lnTo>
                    <a:pt x="110" y="95"/>
                  </a:lnTo>
                  <a:lnTo>
                    <a:pt x="127" y="95"/>
                  </a:lnTo>
                  <a:lnTo>
                    <a:pt x="142" y="95"/>
                  </a:lnTo>
                  <a:lnTo>
                    <a:pt x="158" y="95"/>
                  </a:lnTo>
                  <a:cubicBezTo>
                    <a:pt x="158" y="111"/>
                    <a:pt x="190" y="111"/>
                    <a:pt x="205" y="111"/>
                  </a:cubicBezTo>
                  <a:lnTo>
                    <a:pt x="221" y="111"/>
                  </a:lnTo>
                  <a:cubicBezTo>
                    <a:pt x="236" y="111"/>
                    <a:pt x="253" y="95"/>
                    <a:pt x="236" y="79"/>
                  </a:cubicBezTo>
                  <a:cubicBezTo>
                    <a:pt x="236" y="63"/>
                    <a:pt x="221" y="48"/>
                    <a:pt x="205" y="48"/>
                  </a:cubicBezTo>
                  <a:lnTo>
                    <a:pt x="205" y="48"/>
                  </a:lnTo>
                  <a:lnTo>
                    <a:pt x="190" y="48"/>
                  </a:lnTo>
                  <a:cubicBezTo>
                    <a:pt x="173" y="32"/>
                    <a:pt x="158" y="32"/>
                    <a:pt x="127" y="32"/>
                  </a:cubicBezTo>
                  <a:lnTo>
                    <a:pt x="95" y="32"/>
                  </a:lnTo>
                  <a:lnTo>
                    <a:pt x="79" y="32"/>
                  </a:lnTo>
                  <a:lnTo>
                    <a:pt x="79" y="32"/>
                  </a:lnTo>
                  <a:cubicBezTo>
                    <a:pt x="64" y="32"/>
                    <a:pt x="64" y="32"/>
                    <a:pt x="64" y="16"/>
                  </a:cubicBezTo>
                  <a:cubicBezTo>
                    <a:pt x="47" y="16"/>
                    <a:pt x="47" y="16"/>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6" name="Google Shape;1716;p38"/>
            <p:cNvSpPr/>
            <p:nvPr/>
          </p:nvSpPr>
          <p:spPr>
            <a:xfrm>
              <a:off x="3020166" y="1804283"/>
              <a:ext cx="6042" cy="4039"/>
            </a:xfrm>
            <a:custGeom>
              <a:avLst/>
              <a:gdLst/>
              <a:ahLst/>
              <a:cxnLst/>
              <a:rect l="l" t="t" r="r" b="b"/>
              <a:pathLst>
                <a:path w="190" h="127" extrusionOk="0">
                  <a:moveTo>
                    <a:pt x="158" y="1"/>
                  </a:moveTo>
                  <a:lnTo>
                    <a:pt x="158" y="1"/>
                  </a:lnTo>
                  <a:lnTo>
                    <a:pt x="158" y="1"/>
                  </a:lnTo>
                  <a:cubicBezTo>
                    <a:pt x="143" y="16"/>
                    <a:pt x="143" y="32"/>
                    <a:pt x="126" y="32"/>
                  </a:cubicBezTo>
                  <a:lnTo>
                    <a:pt x="111" y="32"/>
                  </a:lnTo>
                  <a:lnTo>
                    <a:pt x="111" y="32"/>
                  </a:lnTo>
                  <a:lnTo>
                    <a:pt x="80" y="32"/>
                  </a:lnTo>
                  <a:cubicBezTo>
                    <a:pt x="80" y="48"/>
                    <a:pt x="95" y="48"/>
                    <a:pt x="95" y="64"/>
                  </a:cubicBezTo>
                  <a:cubicBezTo>
                    <a:pt x="95" y="79"/>
                    <a:pt x="80" y="95"/>
                    <a:pt x="63" y="95"/>
                  </a:cubicBezTo>
                  <a:lnTo>
                    <a:pt x="32" y="95"/>
                  </a:lnTo>
                  <a:lnTo>
                    <a:pt x="32" y="95"/>
                  </a:lnTo>
                  <a:cubicBezTo>
                    <a:pt x="17" y="95"/>
                    <a:pt x="17" y="95"/>
                    <a:pt x="0" y="79"/>
                  </a:cubicBezTo>
                  <a:lnTo>
                    <a:pt x="0" y="111"/>
                  </a:lnTo>
                  <a:cubicBezTo>
                    <a:pt x="17" y="127"/>
                    <a:pt x="32" y="127"/>
                    <a:pt x="32" y="127"/>
                  </a:cubicBezTo>
                  <a:lnTo>
                    <a:pt x="48" y="127"/>
                  </a:lnTo>
                  <a:lnTo>
                    <a:pt x="48" y="127"/>
                  </a:lnTo>
                  <a:lnTo>
                    <a:pt x="126" y="95"/>
                  </a:lnTo>
                  <a:lnTo>
                    <a:pt x="158" y="79"/>
                  </a:lnTo>
                  <a:cubicBezTo>
                    <a:pt x="158" y="64"/>
                    <a:pt x="158" y="64"/>
                    <a:pt x="174" y="64"/>
                  </a:cubicBezTo>
                  <a:lnTo>
                    <a:pt x="189" y="48"/>
                  </a:lnTo>
                  <a:lnTo>
                    <a:pt x="189" y="16"/>
                  </a:lnTo>
                  <a:cubicBezTo>
                    <a:pt x="189" y="16"/>
                    <a:pt x="174"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7" name="Google Shape;1717;p38"/>
            <p:cNvSpPr/>
            <p:nvPr/>
          </p:nvSpPr>
          <p:spPr>
            <a:xfrm>
              <a:off x="3338362" y="1812806"/>
              <a:ext cx="4516" cy="3021"/>
            </a:xfrm>
            <a:custGeom>
              <a:avLst/>
              <a:gdLst/>
              <a:ahLst/>
              <a:cxnLst/>
              <a:rect l="l" t="t" r="r" b="b"/>
              <a:pathLst>
                <a:path w="142" h="95" extrusionOk="0">
                  <a:moveTo>
                    <a:pt x="127" y="0"/>
                  </a:moveTo>
                  <a:lnTo>
                    <a:pt x="95" y="17"/>
                  </a:lnTo>
                  <a:lnTo>
                    <a:pt x="47" y="32"/>
                  </a:lnTo>
                  <a:cubicBezTo>
                    <a:pt x="47" y="48"/>
                    <a:pt x="32" y="63"/>
                    <a:pt x="16" y="63"/>
                  </a:cubicBezTo>
                  <a:lnTo>
                    <a:pt x="16" y="63"/>
                  </a:lnTo>
                  <a:lnTo>
                    <a:pt x="1" y="63"/>
                  </a:lnTo>
                  <a:lnTo>
                    <a:pt x="1" y="80"/>
                  </a:lnTo>
                  <a:cubicBezTo>
                    <a:pt x="1" y="95"/>
                    <a:pt x="1" y="95"/>
                    <a:pt x="16" y="95"/>
                  </a:cubicBezTo>
                  <a:lnTo>
                    <a:pt x="32" y="95"/>
                  </a:lnTo>
                  <a:cubicBezTo>
                    <a:pt x="32" y="95"/>
                    <a:pt x="32" y="80"/>
                    <a:pt x="47" y="80"/>
                  </a:cubicBezTo>
                  <a:lnTo>
                    <a:pt x="64" y="63"/>
                  </a:lnTo>
                  <a:lnTo>
                    <a:pt x="79" y="63"/>
                  </a:lnTo>
                  <a:lnTo>
                    <a:pt x="79" y="63"/>
                  </a:lnTo>
                  <a:cubicBezTo>
                    <a:pt x="95" y="63"/>
                    <a:pt x="95" y="63"/>
                    <a:pt x="110" y="80"/>
                  </a:cubicBezTo>
                  <a:lnTo>
                    <a:pt x="110" y="80"/>
                  </a:lnTo>
                  <a:lnTo>
                    <a:pt x="142" y="63"/>
                  </a:lnTo>
                  <a:lnTo>
                    <a:pt x="127" y="63"/>
                  </a:lnTo>
                  <a:cubicBezTo>
                    <a:pt x="110" y="48"/>
                    <a:pt x="110" y="48"/>
                    <a:pt x="110" y="32"/>
                  </a:cubicBezTo>
                  <a:cubicBezTo>
                    <a:pt x="110" y="17"/>
                    <a:pt x="110"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8" name="Google Shape;1718;p38"/>
            <p:cNvSpPr/>
            <p:nvPr/>
          </p:nvSpPr>
          <p:spPr>
            <a:xfrm>
              <a:off x="3182015" y="1804792"/>
              <a:ext cx="3053" cy="4548"/>
            </a:xfrm>
            <a:custGeom>
              <a:avLst/>
              <a:gdLst/>
              <a:ahLst/>
              <a:cxnLst/>
              <a:rect l="l" t="t" r="r" b="b"/>
              <a:pathLst>
                <a:path w="96" h="143" extrusionOk="0">
                  <a:moveTo>
                    <a:pt x="16" y="0"/>
                  </a:moveTo>
                  <a:lnTo>
                    <a:pt x="16" y="0"/>
                  </a:lnTo>
                  <a:lnTo>
                    <a:pt x="16" y="0"/>
                  </a:lnTo>
                  <a:cubicBezTo>
                    <a:pt x="1" y="0"/>
                    <a:pt x="1" y="0"/>
                    <a:pt x="1" y="16"/>
                  </a:cubicBezTo>
                  <a:lnTo>
                    <a:pt x="16" y="95"/>
                  </a:lnTo>
                  <a:lnTo>
                    <a:pt x="16" y="111"/>
                  </a:lnTo>
                  <a:lnTo>
                    <a:pt x="47" y="142"/>
                  </a:lnTo>
                  <a:lnTo>
                    <a:pt x="64" y="142"/>
                  </a:lnTo>
                  <a:cubicBezTo>
                    <a:pt x="79" y="126"/>
                    <a:pt x="95" y="111"/>
                    <a:pt x="79" y="95"/>
                  </a:cubicBezTo>
                  <a:lnTo>
                    <a:pt x="47" y="16"/>
                  </a:lnTo>
                  <a:cubicBezTo>
                    <a:pt x="47" y="16"/>
                    <a:pt x="32" y="0"/>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19" name="Google Shape;1719;p38"/>
            <p:cNvSpPr/>
            <p:nvPr/>
          </p:nvSpPr>
          <p:spPr>
            <a:xfrm>
              <a:off x="3036704" y="1799767"/>
              <a:ext cx="5534" cy="4548"/>
            </a:xfrm>
            <a:custGeom>
              <a:avLst/>
              <a:gdLst/>
              <a:ahLst/>
              <a:cxnLst/>
              <a:rect l="l" t="t" r="r" b="b"/>
              <a:pathLst>
                <a:path w="174" h="143" extrusionOk="0">
                  <a:moveTo>
                    <a:pt x="110" y="1"/>
                  </a:moveTo>
                  <a:lnTo>
                    <a:pt x="110" y="1"/>
                  </a:lnTo>
                  <a:lnTo>
                    <a:pt x="95" y="1"/>
                  </a:lnTo>
                  <a:lnTo>
                    <a:pt x="95" y="1"/>
                  </a:lnTo>
                  <a:cubicBezTo>
                    <a:pt x="79" y="1"/>
                    <a:pt x="64" y="17"/>
                    <a:pt x="64" y="32"/>
                  </a:cubicBezTo>
                  <a:lnTo>
                    <a:pt x="47" y="64"/>
                  </a:lnTo>
                  <a:lnTo>
                    <a:pt x="47" y="64"/>
                  </a:lnTo>
                  <a:lnTo>
                    <a:pt x="32" y="64"/>
                  </a:lnTo>
                  <a:lnTo>
                    <a:pt x="32" y="64"/>
                  </a:lnTo>
                  <a:cubicBezTo>
                    <a:pt x="16" y="64"/>
                    <a:pt x="16" y="64"/>
                    <a:pt x="1" y="80"/>
                  </a:cubicBezTo>
                  <a:cubicBezTo>
                    <a:pt x="1" y="95"/>
                    <a:pt x="1" y="111"/>
                    <a:pt x="16" y="111"/>
                  </a:cubicBezTo>
                  <a:cubicBezTo>
                    <a:pt x="1" y="95"/>
                    <a:pt x="16" y="80"/>
                    <a:pt x="32" y="80"/>
                  </a:cubicBezTo>
                  <a:lnTo>
                    <a:pt x="47" y="80"/>
                  </a:lnTo>
                  <a:lnTo>
                    <a:pt x="47" y="80"/>
                  </a:lnTo>
                  <a:cubicBezTo>
                    <a:pt x="64" y="80"/>
                    <a:pt x="64" y="80"/>
                    <a:pt x="79" y="95"/>
                  </a:cubicBezTo>
                  <a:lnTo>
                    <a:pt x="95" y="127"/>
                  </a:lnTo>
                  <a:lnTo>
                    <a:pt x="95" y="143"/>
                  </a:lnTo>
                  <a:lnTo>
                    <a:pt x="110" y="127"/>
                  </a:lnTo>
                  <a:lnTo>
                    <a:pt x="110" y="95"/>
                  </a:lnTo>
                  <a:lnTo>
                    <a:pt x="127" y="111"/>
                  </a:lnTo>
                  <a:lnTo>
                    <a:pt x="142" y="111"/>
                  </a:lnTo>
                  <a:cubicBezTo>
                    <a:pt x="173" y="95"/>
                    <a:pt x="173" y="80"/>
                    <a:pt x="158" y="64"/>
                  </a:cubicBezTo>
                  <a:lnTo>
                    <a:pt x="142" y="17"/>
                  </a:lnTo>
                  <a:cubicBezTo>
                    <a:pt x="142" y="1"/>
                    <a:pt x="127"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0" name="Google Shape;1720;p38"/>
            <p:cNvSpPr/>
            <p:nvPr/>
          </p:nvSpPr>
          <p:spPr>
            <a:xfrm>
              <a:off x="3443600" y="1804283"/>
              <a:ext cx="4039" cy="6042"/>
            </a:xfrm>
            <a:custGeom>
              <a:avLst/>
              <a:gdLst/>
              <a:ahLst/>
              <a:cxnLst/>
              <a:rect l="l" t="t" r="r" b="b"/>
              <a:pathLst>
                <a:path w="127" h="190" extrusionOk="0">
                  <a:moveTo>
                    <a:pt x="95" y="1"/>
                  </a:moveTo>
                  <a:lnTo>
                    <a:pt x="63" y="16"/>
                  </a:lnTo>
                  <a:cubicBezTo>
                    <a:pt x="63" y="32"/>
                    <a:pt x="63" y="32"/>
                    <a:pt x="47" y="32"/>
                  </a:cubicBezTo>
                  <a:lnTo>
                    <a:pt x="47" y="32"/>
                  </a:lnTo>
                  <a:lnTo>
                    <a:pt x="32" y="32"/>
                  </a:lnTo>
                  <a:cubicBezTo>
                    <a:pt x="32" y="32"/>
                    <a:pt x="32" y="48"/>
                    <a:pt x="15" y="64"/>
                  </a:cubicBezTo>
                  <a:cubicBezTo>
                    <a:pt x="15" y="79"/>
                    <a:pt x="32" y="95"/>
                    <a:pt x="47" y="111"/>
                  </a:cubicBezTo>
                  <a:lnTo>
                    <a:pt x="15" y="127"/>
                  </a:lnTo>
                  <a:cubicBezTo>
                    <a:pt x="0" y="142"/>
                    <a:pt x="0" y="158"/>
                    <a:pt x="0" y="174"/>
                  </a:cubicBezTo>
                  <a:cubicBezTo>
                    <a:pt x="15" y="190"/>
                    <a:pt x="32" y="190"/>
                    <a:pt x="32" y="190"/>
                  </a:cubicBezTo>
                  <a:lnTo>
                    <a:pt x="47" y="190"/>
                  </a:lnTo>
                  <a:lnTo>
                    <a:pt x="63" y="190"/>
                  </a:lnTo>
                  <a:lnTo>
                    <a:pt x="95" y="158"/>
                  </a:lnTo>
                  <a:lnTo>
                    <a:pt x="95" y="142"/>
                  </a:lnTo>
                  <a:cubicBezTo>
                    <a:pt x="110" y="142"/>
                    <a:pt x="110" y="127"/>
                    <a:pt x="126" y="127"/>
                  </a:cubicBezTo>
                  <a:cubicBezTo>
                    <a:pt x="126" y="95"/>
                    <a:pt x="110" y="79"/>
                    <a:pt x="95" y="64"/>
                  </a:cubicBezTo>
                  <a:lnTo>
                    <a:pt x="95" y="64"/>
                  </a:lnTo>
                  <a:lnTo>
                    <a:pt x="95" y="64"/>
                  </a:lnTo>
                  <a:cubicBezTo>
                    <a:pt x="110" y="64"/>
                    <a:pt x="126" y="32"/>
                    <a:pt x="110" y="16"/>
                  </a:cubicBezTo>
                  <a:cubicBezTo>
                    <a:pt x="110" y="16"/>
                    <a:pt x="95"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1" name="Google Shape;1721;p38"/>
            <p:cNvSpPr/>
            <p:nvPr/>
          </p:nvSpPr>
          <p:spPr>
            <a:xfrm>
              <a:off x="3309293" y="1813315"/>
              <a:ext cx="6042" cy="5534"/>
            </a:xfrm>
            <a:custGeom>
              <a:avLst/>
              <a:gdLst/>
              <a:ahLst/>
              <a:cxnLst/>
              <a:rect l="l" t="t" r="r" b="b"/>
              <a:pathLst>
                <a:path w="190" h="174" extrusionOk="0">
                  <a:moveTo>
                    <a:pt x="110" y="1"/>
                  </a:moveTo>
                  <a:cubicBezTo>
                    <a:pt x="127" y="1"/>
                    <a:pt x="127" y="16"/>
                    <a:pt x="110" y="16"/>
                  </a:cubicBezTo>
                  <a:cubicBezTo>
                    <a:pt x="110" y="32"/>
                    <a:pt x="95" y="47"/>
                    <a:pt x="79" y="47"/>
                  </a:cubicBezTo>
                  <a:lnTo>
                    <a:pt x="64" y="32"/>
                  </a:lnTo>
                  <a:lnTo>
                    <a:pt x="16" y="16"/>
                  </a:lnTo>
                  <a:lnTo>
                    <a:pt x="16" y="1"/>
                  </a:lnTo>
                  <a:cubicBezTo>
                    <a:pt x="16" y="16"/>
                    <a:pt x="16" y="16"/>
                    <a:pt x="1" y="16"/>
                  </a:cubicBezTo>
                  <a:lnTo>
                    <a:pt x="1" y="32"/>
                  </a:lnTo>
                  <a:lnTo>
                    <a:pt x="1" y="47"/>
                  </a:lnTo>
                  <a:lnTo>
                    <a:pt x="1" y="47"/>
                  </a:lnTo>
                  <a:lnTo>
                    <a:pt x="1" y="47"/>
                  </a:lnTo>
                  <a:cubicBezTo>
                    <a:pt x="16" y="47"/>
                    <a:pt x="32" y="47"/>
                    <a:pt x="32" y="64"/>
                  </a:cubicBezTo>
                  <a:lnTo>
                    <a:pt x="32" y="64"/>
                  </a:lnTo>
                  <a:lnTo>
                    <a:pt x="64" y="64"/>
                  </a:lnTo>
                  <a:lnTo>
                    <a:pt x="64" y="47"/>
                  </a:lnTo>
                  <a:cubicBezTo>
                    <a:pt x="79" y="47"/>
                    <a:pt x="79" y="47"/>
                    <a:pt x="95" y="64"/>
                  </a:cubicBezTo>
                  <a:lnTo>
                    <a:pt x="110" y="64"/>
                  </a:lnTo>
                  <a:lnTo>
                    <a:pt x="110" y="79"/>
                  </a:lnTo>
                  <a:lnTo>
                    <a:pt x="110" y="127"/>
                  </a:lnTo>
                  <a:lnTo>
                    <a:pt x="110" y="142"/>
                  </a:lnTo>
                  <a:cubicBezTo>
                    <a:pt x="110" y="158"/>
                    <a:pt x="127" y="173"/>
                    <a:pt x="142" y="173"/>
                  </a:cubicBezTo>
                  <a:lnTo>
                    <a:pt x="142" y="173"/>
                  </a:lnTo>
                  <a:cubicBezTo>
                    <a:pt x="173" y="173"/>
                    <a:pt x="190" y="158"/>
                    <a:pt x="173" y="142"/>
                  </a:cubicBezTo>
                  <a:lnTo>
                    <a:pt x="173" y="127"/>
                  </a:lnTo>
                  <a:lnTo>
                    <a:pt x="173" y="32"/>
                  </a:lnTo>
                  <a:cubicBezTo>
                    <a:pt x="173" y="16"/>
                    <a:pt x="158" y="16"/>
                    <a:pt x="142" y="1"/>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2" name="Google Shape;1722;p38"/>
            <p:cNvSpPr/>
            <p:nvPr/>
          </p:nvSpPr>
          <p:spPr>
            <a:xfrm>
              <a:off x="3320329" y="1775246"/>
              <a:ext cx="5025" cy="3498"/>
            </a:xfrm>
            <a:custGeom>
              <a:avLst/>
              <a:gdLst/>
              <a:ahLst/>
              <a:cxnLst/>
              <a:rect l="l" t="t" r="r" b="b"/>
              <a:pathLst>
                <a:path w="158" h="110" extrusionOk="0">
                  <a:moveTo>
                    <a:pt x="126" y="0"/>
                  </a:moveTo>
                  <a:lnTo>
                    <a:pt x="110" y="0"/>
                  </a:lnTo>
                  <a:lnTo>
                    <a:pt x="110" y="0"/>
                  </a:lnTo>
                  <a:lnTo>
                    <a:pt x="79" y="15"/>
                  </a:lnTo>
                  <a:lnTo>
                    <a:pt x="47" y="15"/>
                  </a:lnTo>
                  <a:lnTo>
                    <a:pt x="32" y="15"/>
                  </a:lnTo>
                  <a:lnTo>
                    <a:pt x="32" y="15"/>
                  </a:lnTo>
                  <a:cubicBezTo>
                    <a:pt x="16" y="15"/>
                    <a:pt x="16" y="15"/>
                    <a:pt x="16" y="32"/>
                  </a:cubicBezTo>
                  <a:lnTo>
                    <a:pt x="16" y="32"/>
                  </a:lnTo>
                  <a:lnTo>
                    <a:pt x="0" y="32"/>
                  </a:lnTo>
                  <a:lnTo>
                    <a:pt x="0" y="32"/>
                  </a:lnTo>
                  <a:cubicBezTo>
                    <a:pt x="0" y="47"/>
                    <a:pt x="16" y="47"/>
                    <a:pt x="16" y="63"/>
                  </a:cubicBezTo>
                  <a:lnTo>
                    <a:pt x="32" y="95"/>
                  </a:lnTo>
                  <a:lnTo>
                    <a:pt x="32" y="95"/>
                  </a:lnTo>
                  <a:lnTo>
                    <a:pt x="32" y="95"/>
                  </a:lnTo>
                  <a:cubicBezTo>
                    <a:pt x="47" y="110"/>
                    <a:pt x="63" y="110"/>
                    <a:pt x="79" y="110"/>
                  </a:cubicBezTo>
                  <a:lnTo>
                    <a:pt x="79" y="110"/>
                  </a:lnTo>
                  <a:lnTo>
                    <a:pt x="79" y="110"/>
                  </a:lnTo>
                  <a:lnTo>
                    <a:pt x="110" y="110"/>
                  </a:lnTo>
                  <a:cubicBezTo>
                    <a:pt x="110" y="95"/>
                    <a:pt x="126" y="78"/>
                    <a:pt x="126" y="78"/>
                  </a:cubicBezTo>
                  <a:lnTo>
                    <a:pt x="158" y="63"/>
                  </a:lnTo>
                  <a:lnTo>
                    <a:pt x="158" y="47"/>
                  </a:lnTo>
                  <a:lnTo>
                    <a:pt x="158" y="15"/>
                  </a:lnTo>
                  <a:lnTo>
                    <a:pt x="142" y="0"/>
                  </a:lnTo>
                  <a:lnTo>
                    <a:pt x="14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3" name="Google Shape;1723;p38"/>
            <p:cNvSpPr/>
            <p:nvPr/>
          </p:nvSpPr>
          <p:spPr>
            <a:xfrm>
              <a:off x="3013137" y="1799290"/>
              <a:ext cx="3053" cy="6042"/>
            </a:xfrm>
            <a:custGeom>
              <a:avLst/>
              <a:gdLst/>
              <a:ahLst/>
              <a:cxnLst/>
              <a:rect l="l" t="t" r="r" b="b"/>
              <a:pathLst>
                <a:path w="96" h="190" extrusionOk="0">
                  <a:moveTo>
                    <a:pt x="48" y="0"/>
                  </a:moveTo>
                  <a:lnTo>
                    <a:pt x="48" y="0"/>
                  </a:lnTo>
                  <a:cubicBezTo>
                    <a:pt x="32" y="0"/>
                    <a:pt x="17" y="16"/>
                    <a:pt x="17" y="16"/>
                  </a:cubicBezTo>
                  <a:lnTo>
                    <a:pt x="17" y="32"/>
                  </a:lnTo>
                  <a:cubicBezTo>
                    <a:pt x="1" y="47"/>
                    <a:pt x="1" y="63"/>
                    <a:pt x="1" y="79"/>
                  </a:cubicBezTo>
                  <a:cubicBezTo>
                    <a:pt x="17" y="110"/>
                    <a:pt x="48" y="142"/>
                    <a:pt x="80" y="189"/>
                  </a:cubicBezTo>
                  <a:cubicBezTo>
                    <a:pt x="95" y="158"/>
                    <a:pt x="95" y="142"/>
                    <a:pt x="95" y="110"/>
                  </a:cubicBezTo>
                  <a:lnTo>
                    <a:pt x="95" y="95"/>
                  </a:lnTo>
                  <a:cubicBezTo>
                    <a:pt x="95" y="79"/>
                    <a:pt x="80" y="79"/>
                    <a:pt x="80" y="63"/>
                  </a:cubicBezTo>
                  <a:lnTo>
                    <a:pt x="80" y="47"/>
                  </a:lnTo>
                  <a:lnTo>
                    <a:pt x="80" y="32"/>
                  </a:lnTo>
                  <a:cubicBezTo>
                    <a:pt x="80" y="32"/>
                    <a:pt x="80" y="16"/>
                    <a:pt x="64" y="0"/>
                  </a:cubicBezTo>
                  <a:lnTo>
                    <a:pt x="64"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4" name="Google Shape;1724;p38"/>
            <p:cNvSpPr/>
            <p:nvPr/>
          </p:nvSpPr>
          <p:spPr>
            <a:xfrm>
              <a:off x="3179025" y="1783261"/>
              <a:ext cx="3021" cy="2512"/>
            </a:xfrm>
            <a:custGeom>
              <a:avLst/>
              <a:gdLst/>
              <a:ahLst/>
              <a:cxnLst/>
              <a:rect l="l" t="t" r="r" b="b"/>
              <a:pathLst>
                <a:path w="95" h="79" extrusionOk="0">
                  <a:moveTo>
                    <a:pt x="95" y="0"/>
                  </a:moveTo>
                  <a:cubicBezTo>
                    <a:pt x="78" y="0"/>
                    <a:pt x="63" y="15"/>
                    <a:pt x="47" y="15"/>
                  </a:cubicBezTo>
                  <a:cubicBezTo>
                    <a:pt x="32" y="15"/>
                    <a:pt x="32" y="15"/>
                    <a:pt x="15" y="0"/>
                  </a:cubicBezTo>
                  <a:lnTo>
                    <a:pt x="0" y="47"/>
                  </a:lnTo>
                  <a:cubicBezTo>
                    <a:pt x="0" y="63"/>
                    <a:pt x="15" y="78"/>
                    <a:pt x="32" y="78"/>
                  </a:cubicBezTo>
                  <a:lnTo>
                    <a:pt x="47" y="78"/>
                  </a:lnTo>
                  <a:lnTo>
                    <a:pt x="63" y="78"/>
                  </a:lnTo>
                  <a:lnTo>
                    <a:pt x="78" y="63"/>
                  </a:lnTo>
                  <a:lnTo>
                    <a:pt x="78" y="32"/>
                  </a:lnTo>
                  <a:lnTo>
                    <a:pt x="78"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5" name="Google Shape;1725;p38"/>
            <p:cNvSpPr/>
            <p:nvPr/>
          </p:nvSpPr>
          <p:spPr>
            <a:xfrm>
              <a:off x="3327835" y="1766214"/>
              <a:ext cx="3562" cy="4039"/>
            </a:xfrm>
            <a:custGeom>
              <a:avLst/>
              <a:gdLst/>
              <a:ahLst/>
              <a:cxnLst/>
              <a:rect l="l" t="t" r="r" b="b"/>
              <a:pathLst>
                <a:path w="112" h="127" extrusionOk="0">
                  <a:moveTo>
                    <a:pt x="63" y="1"/>
                  </a:moveTo>
                  <a:lnTo>
                    <a:pt x="63" y="1"/>
                  </a:lnTo>
                  <a:cubicBezTo>
                    <a:pt x="48" y="16"/>
                    <a:pt x="32" y="16"/>
                    <a:pt x="32" y="32"/>
                  </a:cubicBezTo>
                  <a:lnTo>
                    <a:pt x="0" y="64"/>
                  </a:lnTo>
                  <a:lnTo>
                    <a:pt x="0" y="79"/>
                  </a:lnTo>
                  <a:cubicBezTo>
                    <a:pt x="0" y="95"/>
                    <a:pt x="0" y="110"/>
                    <a:pt x="16" y="110"/>
                  </a:cubicBezTo>
                  <a:lnTo>
                    <a:pt x="32" y="110"/>
                  </a:lnTo>
                  <a:lnTo>
                    <a:pt x="48" y="110"/>
                  </a:lnTo>
                  <a:cubicBezTo>
                    <a:pt x="63" y="127"/>
                    <a:pt x="63" y="127"/>
                    <a:pt x="80" y="127"/>
                  </a:cubicBezTo>
                  <a:lnTo>
                    <a:pt x="95" y="127"/>
                  </a:lnTo>
                  <a:cubicBezTo>
                    <a:pt x="95" y="127"/>
                    <a:pt x="111" y="110"/>
                    <a:pt x="111" y="95"/>
                  </a:cubicBezTo>
                  <a:lnTo>
                    <a:pt x="111" y="79"/>
                  </a:lnTo>
                  <a:lnTo>
                    <a:pt x="95" y="32"/>
                  </a:lnTo>
                  <a:cubicBezTo>
                    <a:pt x="95" y="16"/>
                    <a:pt x="80"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6" name="Google Shape;1726;p38"/>
            <p:cNvSpPr/>
            <p:nvPr/>
          </p:nvSpPr>
          <p:spPr>
            <a:xfrm>
              <a:off x="3439052" y="1772702"/>
              <a:ext cx="5565" cy="7060"/>
            </a:xfrm>
            <a:custGeom>
              <a:avLst/>
              <a:gdLst/>
              <a:ahLst/>
              <a:cxnLst/>
              <a:rect l="l" t="t" r="r" b="b"/>
              <a:pathLst>
                <a:path w="175" h="222" extrusionOk="0">
                  <a:moveTo>
                    <a:pt x="32" y="1"/>
                  </a:moveTo>
                  <a:lnTo>
                    <a:pt x="32" y="1"/>
                  </a:lnTo>
                  <a:cubicBezTo>
                    <a:pt x="17" y="1"/>
                    <a:pt x="1" y="17"/>
                    <a:pt x="1" y="17"/>
                  </a:cubicBezTo>
                  <a:cubicBezTo>
                    <a:pt x="1" y="32"/>
                    <a:pt x="1" y="64"/>
                    <a:pt x="17" y="64"/>
                  </a:cubicBezTo>
                  <a:lnTo>
                    <a:pt x="32" y="64"/>
                  </a:lnTo>
                  <a:lnTo>
                    <a:pt x="17" y="95"/>
                  </a:lnTo>
                  <a:cubicBezTo>
                    <a:pt x="1" y="112"/>
                    <a:pt x="1" y="127"/>
                    <a:pt x="17" y="143"/>
                  </a:cubicBezTo>
                  <a:lnTo>
                    <a:pt x="64" y="206"/>
                  </a:lnTo>
                  <a:cubicBezTo>
                    <a:pt x="80" y="221"/>
                    <a:pt x="80" y="221"/>
                    <a:pt x="95" y="221"/>
                  </a:cubicBezTo>
                  <a:lnTo>
                    <a:pt x="95" y="221"/>
                  </a:lnTo>
                  <a:lnTo>
                    <a:pt x="95" y="221"/>
                  </a:lnTo>
                  <a:lnTo>
                    <a:pt x="95" y="221"/>
                  </a:lnTo>
                  <a:cubicBezTo>
                    <a:pt x="112" y="221"/>
                    <a:pt x="127" y="206"/>
                    <a:pt x="127" y="206"/>
                  </a:cubicBezTo>
                  <a:lnTo>
                    <a:pt x="143" y="175"/>
                  </a:lnTo>
                  <a:lnTo>
                    <a:pt x="158" y="127"/>
                  </a:lnTo>
                  <a:cubicBezTo>
                    <a:pt x="175" y="112"/>
                    <a:pt x="175" y="95"/>
                    <a:pt x="158" y="80"/>
                  </a:cubicBezTo>
                  <a:lnTo>
                    <a:pt x="143" y="80"/>
                  </a:lnTo>
                  <a:cubicBezTo>
                    <a:pt x="143" y="95"/>
                    <a:pt x="143" y="95"/>
                    <a:pt x="127" y="112"/>
                  </a:cubicBezTo>
                  <a:lnTo>
                    <a:pt x="95" y="127"/>
                  </a:lnTo>
                  <a:lnTo>
                    <a:pt x="95" y="127"/>
                  </a:lnTo>
                  <a:lnTo>
                    <a:pt x="80" y="127"/>
                  </a:lnTo>
                  <a:lnTo>
                    <a:pt x="80" y="127"/>
                  </a:lnTo>
                  <a:lnTo>
                    <a:pt x="64" y="127"/>
                  </a:lnTo>
                  <a:cubicBezTo>
                    <a:pt x="64" y="127"/>
                    <a:pt x="49" y="127"/>
                    <a:pt x="32" y="112"/>
                  </a:cubicBezTo>
                  <a:cubicBezTo>
                    <a:pt x="32" y="95"/>
                    <a:pt x="32" y="64"/>
                    <a:pt x="64" y="64"/>
                  </a:cubicBezTo>
                  <a:lnTo>
                    <a:pt x="95" y="49"/>
                  </a:lnTo>
                  <a:lnTo>
                    <a:pt x="95" y="49"/>
                  </a:lnTo>
                  <a:lnTo>
                    <a:pt x="80" y="17"/>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7" name="Google Shape;1727;p38"/>
            <p:cNvSpPr/>
            <p:nvPr/>
          </p:nvSpPr>
          <p:spPr>
            <a:xfrm>
              <a:off x="3180011" y="1801771"/>
              <a:ext cx="2512" cy="7060"/>
            </a:xfrm>
            <a:custGeom>
              <a:avLst/>
              <a:gdLst/>
              <a:ahLst/>
              <a:cxnLst/>
              <a:rect l="l" t="t" r="r" b="b"/>
              <a:pathLst>
                <a:path w="79" h="222" extrusionOk="0">
                  <a:moveTo>
                    <a:pt x="32" y="1"/>
                  </a:moveTo>
                  <a:lnTo>
                    <a:pt x="32" y="1"/>
                  </a:lnTo>
                  <a:cubicBezTo>
                    <a:pt x="47" y="17"/>
                    <a:pt x="32" y="32"/>
                    <a:pt x="16" y="48"/>
                  </a:cubicBezTo>
                  <a:lnTo>
                    <a:pt x="1" y="48"/>
                  </a:lnTo>
                  <a:lnTo>
                    <a:pt x="32" y="95"/>
                  </a:lnTo>
                  <a:cubicBezTo>
                    <a:pt x="32" y="111"/>
                    <a:pt x="32" y="143"/>
                    <a:pt x="16" y="143"/>
                  </a:cubicBezTo>
                  <a:lnTo>
                    <a:pt x="1" y="158"/>
                  </a:lnTo>
                  <a:lnTo>
                    <a:pt x="1" y="190"/>
                  </a:lnTo>
                  <a:cubicBezTo>
                    <a:pt x="1" y="206"/>
                    <a:pt x="16" y="221"/>
                    <a:pt x="32" y="221"/>
                  </a:cubicBezTo>
                  <a:lnTo>
                    <a:pt x="32" y="221"/>
                  </a:lnTo>
                  <a:cubicBezTo>
                    <a:pt x="64" y="221"/>
                    <a:pt x="79" y="206"/>
                    <a:pt x="79" y="190"/>
                  </a:cubicBezTo>
                  <a:lnTo>
                    <a:pt x="79" y="190"/>
                  </a:lnTo>
                  <a:lnTo>
                    <a:pt x="64" y="111"/>
                  </a:lnTo>
                  <a:lnTo>
                    <a:pt x="64" y="32"/>
                  </a:lnTo>
                  <a:cubicBezTo>
                    <a:pt x="64"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8" name="Google Shape;1728;p38"/>
            <p:cNvSpPr/>
            <p:nvPr/>
          </p:nvSpPr>
          <p:spPr>
            <a:xfrm>
              <a:off x="3170470" y="1801771"/>
              <a:ext cx="5565" cy="3053"/>
            </a:xfrm>
            <a:custGeom>
              <a:avLst/>
              <a:gdLst/>
              <a:ahLst/>
              <a:cxnLst/>
              <a:rect l="l" t="t" r="r" b="b"/>
              <a:pathLst>
                <a:path w="175" h="96" extrusionOk="0">
                  <a:moveTo>
                    <a:pt x="143" y="1"/>
                  </a:moveTo>
                  <a:lnTo>
                    <a:pt x="143" y="1"/>
                  </a:lnTo>
                  <a:lnTo>
                    <a:pt x="127" y="17"/>
                  </a:lnTo>
                  <a:lnTo>
                    <a:pt x="49" y="17"/>
                  </a:lnTo>
                  <a:lnTo>
                    <a:pt x="32" y="17"/>
                  </a:lnTo>
                  <a:lnTo>
                    <a:pt x="1" y="17"/>
                  </a:lnTo>
                  <a:lnTo>
                    <a:pt x="1" y="17"/>
                  </a:lnTo>
                  <a:cubicBezTo>
                    <a:pt x="17" y="17"/>
                    <a:pt x="17" y="32"/>
                    <a:pt x="32" y="48"/>
                  </a:cubicBezTo>
                  <a:cubicBezTo>
                    <a:pt x="32" y="64"/>
                    <a:pt x="32" y="80"/>
                    <a:pt x="1" y="95"/>
                  </a:cubicBezTo>
                  <a:lnTo>
                    <a:pt x="1" y="95"/>
                  </a:lnTo>
                  <a:lnTo>
                    <a:pt x="17" y="95"/>
                  </a:lnTo>
                  <a:lnTo>
                    <a:pt x="17" y="95"/>
                  </a:lnTo>
                  <a:lnTo>
                    <a:pt x="112" y="80"/>
                  </a:lnTo>
                  <a:lnTo>
                    <a:pt x="158" y="80"/>
                  </a:lnTo>
                  <a:lnTo>
                    <a:pt x="175" y="64"/>
                  </a:lnTo>
                  <a:cubicBezTo>
                    <a:pt x="158" y="64"/>
                    <a:pt x="158" y="48"/>
                    <a:pt x="158" y="32"/>
                  </a:cubicBezTo>
                  <a:lnTo>
                    <a:pt x="175" y="17"/>
                  </a:lnTo>
                  <a:cubicBezTo>
                    <a:pt x="175" y="17"/>
                    <a:pt x="158" y="1"/>
                    <a:pt x="14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29" name="Google Shape;1729;p38"/>
            <p:cNvSpPr/>
            <p:nvPr/>
          </p:nvSpPr>
          <p:spPr>
            <a:xfrm>
              <a:off x="3158448" y="1804792"/>
              <a:ext cx="5565" cy="3021"/>
            </a:xfrm>
            <a:custGeom>
              <a:avLst/>
              <a:gdLst/>
              <a:ahLst/>
              <a:cxnLst/>
              <a:rect l="l" t="t" r="r" b="b"/>
              <a:pathLst>
                <a:path w="175" h="95" extrusionOk="0">
                  <a:moveTo>
                    <a:pt x="32" y="0"/>
                  </a:moveTo>
                  <a:lnTo>
                    <a:pt x="32" y="0"/>
                  </a:lnTo>
                  <a:lnTo>
                    <a:pt x="17" y="0"/>
                  </a:lnTo>
                  <a:cubicBezTo>
                    <a:pt x="1" y="0"/>
                    <a:pt x="1" y="32"/>
                    <a:pt x="1" y="48"/>
                  </a:cubicBezTo>
                  <a:cubicBezTo>
                    <a:pt x="17" y="48"/>
                    <a:pt x="17" y="48"/>
                    <a:pt x="17" y="63"/>
                  </a:cubicBezTo>
                  <a:lnTo>
                    <a:pt x="17" y="63"/>
                  </a:lnTo>
                  <a:lnTo>
                    <a:pt x="17" y="48"/>
                  </a:lnTo>
                  <a:cubicBezTo>
                    <a:pt x="32" y="32"/>
                    <a:pt x="32" y="16"/>
                    <a:pt x="49" y="16"/>
                  </a:cubicBezTo>
                  <a:lnTo>
                    <a:pt x="49" y="16"/>
                  </a:lnTo>
                  <a:cubicBezTo>
                    <a:pt x="64" y="16"/>
                    <a:pt x="64" y="16"/>
                    <a:pt x="64" y="32"/>
                  </a:cubicBezTo>
                  <a:cubicBezTo>
                    <a:pt x="80" y="32"/>
                    <a:pt x="95" y="48"/>
                    <a:pt x="80" y="63"/>
                  </a:cubicBezTo>
                  <a:lnTo>
                    <a:pt x="80" y="95"/>
                  </a:lnTo>
                  <a:lnTo>
                    <a:pt x="95" y="95"/>
                  </a:lnTo>
                  <a:lnTo>
                    <a:pt x="95" y="95"/>
                  </a:lnTo>
                  <a:lnTo>
                    <a:pt x="95" y="63"/>
                  </a:lnTo>
                  <a:cubicBezTo>
                    <a:pt x="95" y="48"/>
                    <a:pt x="112" y="32"/>
                    <a:pt x="127" y="32"/>
                  </a:cubicBezTo>
                  <a:lnTo>
                    <a:pt x="127" y="32"/>
                  </a:lnTo>
                  <a:lnTo>
                    <a:pt x="127" y="32"/>
                  </a:lnTo>
                  <a:lnTo>
                    <a:pt x="158" y="48"/>
                  </a:lnTo>
                  <a:lnTo>
                    <a:pt x="175" y="48"/>
                  </a:lnTo>
                  <a:lnTo>
                    <a:pt x="158" y="32"/>
                  </a:lnTo>
                  <a:cubicBezTo>
                    <a:pt x="158" y="16"/>
                    <a:pt x="143" y="16"/>
                    <a:pt x="127" y="16"/>
                  </a:cubicBezTo>
                  <a:lnTo>
                    <a:pt x="112" y="16"/>
                  </a:lnTo>
                  <a:cubicBezTo>
                    <a:pt x="112" y="32"/>
                    <a:pt x="95" y="32"/>
                    <a:pt x="95" y="32"/>
                  </a:cubicBezTo>
                  <a:cubicBezTo>
                    <a:pt x="80" y="32"/>
                    <a:pt x="80" y="32"/>
                    <a:pt x="80" y="16"/>
                  </a:cubicBezTo>
                  <a:lnTo>
                    <a:pt x="64" y="16"/>
                  </a:lnTo>
                  <a:cubicBezTo>
                    <a:pt x="64"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0" name="Google Shape;1730;p38"/>
            <p:cNvSpPr/>
            <p:nvPr/>
          </p:nvSpPr>
          <p:spPr>
            <a:xfrm>
              <a:off x="3110361" y="1786250"/>
              <a:ext cx="4039" cy="3053"/>
            </a:xfrm>
            <a:custGeom>
              <a:avLst/>
              <a:gdLst/>
              <a:ahLst/>
              <a:cxnLst/>
              <a:rect l="l" t="t" r="r" b="b"/>
              <a:pathLst>
                <a:path w="127" h="96" extrusionOk="0">
                  <a:moveTo>
                    <a:pt x="95" y="1"/>
                  </a:moveTo>
                  <a:lnTo>
                    <a:pt x="80" y="1"/>
                  </a:lnTo>
                  <a:lnTo>
                    <a:pt x="63" y="1"/>
                  </a:lnTo>
                  <a:cubicBezTo>
                    <a:pt x="48" y="16"/>
                    <a:pt x="32" y="16"/>
                    <a:pt x="17" y="16"/>
                  </a:cubicBezTo>
                  <a:lnTo>
                    <a:pt x="17" y="47"/>
                  </a:lnTo>
                  <a:cubicBezTo>
                    <a:pt x="17" y="64"/>
                    <a:pt x="17" y="79"/>
                    <a:pt x="0" y="79"/>
                  </a:cubicBezTo>
                  <a:cubicBezTo>
                    <a:pt x="0" y="95"/>
                    <a:pt x="17" y="95"/>
                    <a:pt x="17" y="95"/>
                  </a:cubicBezTo>
                  <a:lnTo>
                    <a:pt x="32" y="95"/>
                  </a:lnTo>
                  <a:lnTo>
                    <a:pt x="80" y="79"/>
                  </a:lnTo>
                  <a:lnTo>
                    <a:pt x="80" y="79"/>
                  </a:lnTo>
                  <a:lnTo>
                    <a:pt x="95" y="64"/>
                  </a:lnTo>
                  <a:cubicBezTo>
                    <a:pt x="111" y="64"/>
                    <a:pt x="126" y="47"/>
                    <a:pt x="111" y="32"/>
                  </a:cubicBezTo>
                  <a:lnTo>
                    <a:pt x="111" y="16"/>
                  </a:lnTo>
                  <a:lnTo>
                    <a:pt x="111" y="16"/>
                  </a:lnTo>
                  <a:cubicBezTo>
                    <a:pt x="111" y="1"/>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1" name="Google Shape;1731;p38"/>
            <p:cNvSpPr/>
            <p:nvPr/>
          </p:nvSpPr>
          <p:spPr>
            <a:xfrm>
              <a:off x="3245654" y="1824828"/>
              <a:ext cx="5025" cy="3562"/>
            </a:xfrm>
            <a:custGeom>
              <a:avLst/>
              <a:gdLst/>
              <a:ahLst/>
              <a:cxnLst/>
              <a:rect l="l" t="t" r="r" b="b"/>
              <a:pathLst>
                <a:path w="158" h="112" extrusionOk="0">
                  <a:moveTo>
                    <a:pt x="32" y="0"/>
                  </a:moveTo>
                  <a:lnTo>
                    <a:pt x="32" y="0"/>
                  </a:lnTo>
                  <a:lnTo>
                    <a:pt x="17" y="0"/>
                  </a:lnTo>
                  <a:cubicBezTo>
                    <a:pt x="0" y="0"/>
                    <a:pt x="0" y="17"/>
                    <a:pt x="0" y="32"/>
                  </a:cubicBezTo>
                  <a:cubicBezTo>
                    <a:pt x="0" y="48"/>
                    <a:pt x="17" y="63"/>
                    <a:pt x="32" y="63"/>
                  </a:cubicBezTo>
                  <a:lnTo>
                    <a:pt x="32" y="63"/>
                  </a:lnTo>
                  <a:lnTo>
                    <a:pt x="48" y="63"/>
                  </a:lnTo>
                  <a:cubicBezTo>
                    <a:pt x="48" y="80"/>
                    <a:pt x="63" y="111"/>
                    <a:pt x="95" y="111"/>
                  </a:cubicBezTo>
                  <a:lnTo>
                    <a:pt x="95" y="111"/>
                  </a:lnTo>
                  <a:cubicBezTo>
                    <a:pt x="126" y="111"/>
                    <a:pt x="143" y="80"/>
                    <a:pt x="158" y="63"/>
                  </a:cubicBezTo>
                  <a:lnTo>
                    <a:pt x="158" y="32"/>
                  </a:lnTo>
                  <a:cubicBezTo>
                    <a:pt x="158" y="32"/>
                    <a:pt x="158" y="17"/>
                    <a:pt x="143" y="17"/>
                  </a:cubicBezTo>
                  <a:lnTo>
                    <a:pt x="126" y="17"/>
                  </a:lnTo>
                  <a:cubicBezTo>
                    <a:pt x="111" y="17"/>
                    <a:pt x="111" y="17"/>
                    <a:pt x="95" y="32"/>
                  </a:cubicBezTo>
                  <a:lnTo>
                    <a:pt x="95" y="32"/>
                  </a:lnTo>
                  <a:lnTo>
                    <a:pt x="95" y="32"/>
                  </a:lnTo>
                  <a:lnTo>
                    <a:pt x="95" y="17"/>
                  </a:lnTo>
                  <a:cubicBezTo>
                    <a:pt x="80" y="17"/>
                    <a:pt x="63"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2" name="Google Shape;1732;p38"/>
            <p:cNvSpPr/>
            <p:nvPr/>
          </p:nvSpPr>
          <p:spPr>
            <a:xfrm>
              <a:off x="3053751" y="1809308"/>
              <a:ext cx="5025" cy="4516"/>
            </a:xfrm>
            <a:custGeom>
              <a:avLst/>
              <a:gdLst/>
              <a:ahLst/>
              <a:cxnLst/>
              <a:rect l="l" t="t" r="r" b="b"/>
              <a:pathLst>
                <a:path w="158" h="142" extrusionOk="0">
                  <a:moveTo>
                    <a:pt x="126" y="0"/>
                  </a:moveTo>
                  <a:lnTo>
                    <a:pt x="126" y="0"/>
                  </a:lnTo>
                  <a:lnTo>
                    <a:pt x="95" y="0"/>
                  </a:lnTo>
                  <a:lnTo>
                    <a:pt x="16" y="95"/>
                  </a:lnTo>
                  <a:cubicBezTo>
                    <a:pt x="0" y="110"/>
                    <a:pt x="0" y="127"/>
                    <a:pt x="16" y="142"/>
                  </a:cubicBezTo>
                  <a:lnTo>
                    <a:pt x="32" y="142"/>
                  </a:lnTo>
                  <a:lnTo>
                    <a:pt x="63" y="142"/>
                  </a:lnTo>
                  <a:lnTo>
                    <a:pt x="142" y="47"/>
                  </a:lnTo>
                  <a:cubicBezTo>
                    <a:pt x="158" y="47"/>
                    <a:pt x="158" y="16"/>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3" name="Google Shape;1733;p38"/>
            <p:cNvSpPr/>
            <p:nvPr/>
          </p:nvSpPr>
          <p:spPr>
            <a:xfrm>
              <a:off x="3337853" y="1788254"/>
              <a:ext cx="4039" cy="2512"/>
            </a:xfrm>
            <a:custGeom>
              <a:avLst/>
              <a:gdLst/>
              <a:ahLst/>
              <a:cxnLst/>
              <a:rect l="l" t="t" r="r" b="b"/>
              <a:pathLst>
                <a:path w="127" h="79" extrusionOk="0">
                  <a:moveTo>
                    <a:pt x="95" y="1"/>
                  </a:moveTo>
                  <a:lnTo>
                    <a:pt x="95" y="1"/>
                  </a:lnTo>
                  <a:lnTo>
                    <a:pt x="32" y="16"/>
                  </a:lnTo>
                  <a:cubicBezTo>
                    <a:pt x="17" y="16"/>
                    <a:pt x="0" y="32"/>
                    <a:pt x="0" y="47"/>
                  </a:cubicBezTo>
                  <a:cubicBezTo>
                    <a:pt x="0" y="64"/>
                    <a:pt x="0" y="64"/>
                    <a:pt x="17" y="79"/>
                  </a:cubicBezTo>
                  <a:lnTo>
                    <a:pt x="17" y="79"/>
                  </a:lnTo>
                  <a:lnTo>
                    <a:pt x="32" y="64"/>
                  </a:lnTo>
                  <a:cubicBezTo>
                    <a:pt x="48" y="64"/>
                    <a:pt x="48" y="47"/>
                    <a:pt x="63" y="47"/>
                  </a:cubicBezTo>
                  <a:lnTo>
                    <a:pt x="63" y="47"/>
                  </a:lnTo>
                  <a:lnTo>
                    <a:pt x="63" y="47"/>
                  </a:lnTo>
                  <a:lnTo>
                    <a:pt x="63" y="47"/>
                  </a:lnTo>
                  <a:cubicBezTo>
                    <a:pt x="63" y="32"/>
                    <a:pt x="80" y="32"/>
                    <a:pt x="95" y="32"/>
                  </a:cubicBezTo>
                  <a:lnTo>
                    <a:pt x="95" y="32"/>
                  </a:lnTo>
                  <a:lnTo>
                    <a:pt x="111" y="32"/>
                  </a:lnTo>
                  <a:cubicBezTo>
                    <a:pt x="111" y="32"/>
                    <a:pt x="111" y="16"/>
                    <a:pt x="126" y="16"/>
                  </a:cubicBezTo>
                  <a:lnTo>
                    <a:pt x="126" y="16"/>
                  </a:lnTo>
                  <a:lnTo>
                    <a:pt x="126" y="16"/>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4" name="Google Shape;1734;p38"/>
            <p:cNvSpPr/>
            <p:nvPr/>
          </p:nvSpPr>
          <p:spPr>
            <a:xfrm>
              <a:off x="3399488" y="1784724"/>
              <a:ext cx="5534" cy="4580"/>
            </a:xfrm>
            <a:custGeom>
              <a:avLst/>
              <a:gdLst/>
              <a:ahLst/>
              <a:cxnLst/>
              <a:rect l="l" t="t" r="r" b="b"/>
              <a:pathLst>
                <a:path w="174" h="144" extrusionOk="0">
                  <a:moveTo>
                    <a:pt x="142" y="1"/>
                  </a:moveTo>
                  <a:lnTo>
                    <a:pt x="127" y="1"/>
                  </a:lnTo>
                  <a:cubicBezTo>
                    <a:pt x="127" y="1"/>
                    <a:pt x="110" y="17"/>
                    <a:pt x="110" y="32"/>
                  </a:cubicBezTo>
                  <a:lnTo>
                    <a:pt x="79" y="80"/>
                  </a:lnTo>
                  <a:lnTo>
                    <a:pt x="64" y="80"/>
                  </a:lnTo>
                  <a:lnTo>
                    <a:pt x="47" y="80"/>
                  </a:lnTo>
                  <a:cubicBezTo>
                    <a:pt x="16" y="80"/>
                    <a:pt x="1" y="95"/>
                    <a:pt x="16" y="127"/>
                  </a:cubicBezTo>
                  <a:cubicBezTo>
                    <a:pt x="16" y="143"/>
                    <a:pt x="32" y="143"/>
                    <a:pt x="47" y="143"/>
                  </a:cubicBezTo>
                  <a:lnTo>
                    <a:pt x="47" y="143"/>
                  </a:lnTo>
                  <a:lnTo>
                    <a:pt x="47" y="143"/>
                  </a:lnTo>
                  <a:lnTo>
                    <a:pt x="79" y="143"/>
                  </a:lnTo>
                  <a:lnTo>
                    <a:pt x="158" y="95"/>
                  </a:lnTo>
                  <a:lnTo>
                    <a:pt x="158" y="64"/>
                  </a:lnTo>
                  <a:lnTo>
                    <a:pt x="173" y="49"/>
                  </a:lnTo>
                  <a:lnTo>
                    <a:pt x="173" y="49"/>
                  </a:lnTo>
                  <a:cubicBezTo>
                    <a:pt x="173" y="32"/>
                    <a:pt x="173" y="17"/>
                    <a:pt x="14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5" name="Google Shape;1735;p38"/>
            <p:cNvSpPr/>
            <p:nvPr/>
          </p:nvSpPr>
          <p:spPr>
            <a:xfrm>
              <a:off x="3174000" y="1797763"/>
              <a:ext cx="9541" cy="2544"/>
            </a:xfrm>
            <a:custGeom>
              <a:avLst/>
              <a:gdLst/>
              <a:ahLst/>
              <a:cxnLst/>
              <a:rect l="l" t="t" r="r" b="b"/>
              <a:pathLst>
                <a:path w="300" h="80" extrusionOk="0">
                  <a:moveTo>
                    <a:pt x="47" y="0"/>
                  </a:moveTo>
                  <a:lnTo>
                    <a:pt x="32" y="0"/>
                  </a:lnTo>
                  <a:cubicBezTo>
                    <a:pt x="32" y="0"/>
                    <a:pt x="16" y="0"/>
                    <a:pt x="16" y="17"/>
                  </a:cubicBezTo>
                  <a:cubicBezTo>
                    <a:pt x="1" y="17"/>
                    <a:pt x="1" y="32"/>
                    <a:pt x="16" y="48"/>
                  </a:cubicBezTo>
                  <a:lnTo>
                    <a:pt x="16" y="48"/>
                  </a:lnTo>
                  <a:cubicBezTo>
                    <a:pt x="16" y="64"/>
                    <a:pt x="32" y="64"/>
                    <a:pt x="32" y="64"/>
                  </a:cubicBezTo>
                  <a:lnTo>
                    <a:pt x="47" y="64"/>
                  </a:lnTo>
                  <a:cubicBezTo>
                    <a:pt x="79" y="80"/>
                    <a:pt x="110" y="80"/>
                    <a:pt x="142" y="80"/>
                  </a:cubicBezTo>
                  <a:lnTo>
                    <a:pt x="205" y="80"/>
                  </a:lnTo>
                  <a:cubicBezTo>
                    <a:pt x="221" y="80"/>
                    <a:pt x="236" y="80"/>
                    <a:pt x="253" y="64"/>
                  </a:cubicBezTo>
                  <a:lnTo>
                    <a:pt x="253" y="64"/>
                  </a:lnTo>
                  <a:lnTo>
                    <a:pt x="268" y="64"/>
                  </a:lnTo>
                  <a:lnTo>
                    <a:pt x="284" y="64"/>
                  </a:lnTo>
                  <a:cubicBezTo>
                    <a:pt x="284" y="48"/>
                    <a:pt x="299" y="48"/>
                    <a:pt x="299" y="32"/>
                  </a:cubicBezTo>
                  <a:cubicBezTo>
                    <a:pt x="299" y="17"/>
                    <a:pt x="284" y="17"/>
                    <a:pt x="284" y="0"/>
                  </a:cubicBezTo>
                  <a:lnTo>
                    <a:pt x="268" y="0"/>
                  </a:lnTo>
                  <a:lnTo>
                    <a:pt x="253" y="0"/>
                  </a:lnTo>
                  <a:lnTo>
                    <a:pt x="221" y="0"/>
                  </a:lnTo>
                  <a:lnTo>
                    <a:pt x="205" y="0"/>
                  </a:lnTo>
                  <a:cubicBezTo>
                    <a:pt x="173" y="17"/>
                    <a:pt x="158" y="32"/>
                    <a:pt x="142" y="32"/>
                  </a:cubicBezTo>
                  <a:cubicBezTo>
                    <a:pt x="127" y="32"/>
                    <a:pt x="127" y="48"/>
                    <a:pt x="110" y="48"/>
                  </a:cubicBezTo>
                  <a:lnTo>
                    <a:pt x="95" y="48"/>
                  </a:lnTo>
                  <a:cubicBezTo>
                    <a:pt x="95" y="48"/>
                    <a:pt x="79" y="48"/>
                    <a:pt x="64" y="32"/>
                  </a:cubicBezTo>
                  <a:lnTo>
                    <a:pt x="64" y="0"/>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6" name="Google Shape;1736;p38"/>
            <p:cNvSpPr/>
            <p:nvPr/>
          </p:nvSpPr>
          <p:spPr>
            <a:xfrm>
              <a:off x="3420034" y="1751648"/>
              <a:ext cx="5025" cy="3562"/>
            </a:xfrm>
            <a:custGeom>
              <a:avLst/>
              <a:gdLst/>
              <a:ahLst/>
              <a:cxnLst/>
              <a:rect l="l" t="t" r="r" b="b"/>
              <a:pathLst>
                <a:path w="158" h="112" extrusionOk="0">
                  <a:moveTo>
                    <a:pt x="95" y="1"/>
                  </a:moveTo>
                  <a:lnTo>
                    <a:pt x="95" y="1"/>
                  </a:lnTo>
                  <a:cubicBezTo>
                    <a:pt x="63" y="1"/>
                    <a:pt x="48" y="17"/>
                    <a:pt x="32" y="32"/>
                  </a:cubicBezTo>
                  <a:lnTo>
                    <a:pt x="32" y="32"/>
                  </a:lnTo>
                  <a:lnTo>
                    <a:pt x="17" y="49"/>
                  </a:lnTo>
                  <a:cubicBezTo>
                    <a:pt x="17" y="49"/>
                    <a:pt x="0" y="64"/>
                    <a:pt x="17" y="80"/>
                  </a:cubicBezTo>
                  <a:lnTo>
                    <a:pt x="17" y="80"/>
                  </a:lnTo>
                  <a:lnTo>
                    <a:pt x="17" y="80"/>
                  </a:lnTo>
                  <a:cubicBezTo>
                    <a:pt x="17" y="96"/>
                    <a:pt x="32" y="96"/>
                    <a:pt x="32" y="96"/>
                  </a:cubicBezTo>
                  <a:lnTo>
                    <a:pt x="48" y="96"/>
                  </a:lnTo>
                  <a:lnTo>
                    <a:pt x="63" y="96"/>
                  </a:lnTo>
                  <a:cubicBezTo>
                    <a:pt x="63" y="96"/>
                    <a:pt x="80" y="96"/>
                    <a:pt x="80" y="80"/>
                  </a:cubicBezTo>
                  <a:lnTo>
                    <a:pt x="80" y="80"/>
                  </a:lnTo>
                  <a:lnTo>
                    <a:pt x="95" y="80"/>
                  </a:lnTo>
                  <a:lnTo>
                    <a:pt x="80" y="80"/>
                  </a:lnTo>
                  <a:lnTo>
                    <a:pt x="63" y="112"/>
                  </a:lnTo>
                  <a:lnTo>
                    <a:pt x="95" y="112"/>
                  </a:lnTo>
                  <a:lnTo>
                    <a:pt x="95" y="112"/>
                  </a:lnTo>
                  <a:cubicBezTo>
                    <a:pt x="95" y="112"/>
                    <a:pt x="95" y="96"/>
                    <a:pt x="111" y="96"/>
                  </a:cubicBezTo>
                  <a:cubicBezTo>
                    <a:pt x="111" y="80"/>
                    <a:pt x="95" y="80"/>
                    <a:pt x="111" y="64"/>
                  </a:cubicBezTo>
                  <a:cubicBezTo>
                    <a:pt x="111" y="49"/>
                    <a:pt x="111" y="32"/>
                    <a:pt x="126" y="32"/>
                  </a:cubicBezTo>
                  <a:lnTo>
                    <a:pt x="143" y="32"/>
                  </a:lnTo>
                  <a:lnTo>
                    <a:pt x="158" y="32"/>
                  </a:lnTo>
                  <a:cubicBezTo>
                    <a:pt x="143" y="17"/>
                    <a:pt x="126"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7" name="Google Shape;1737;p38"/>
            <p:cNvSpPr/>
            <p:nvPr/>
          </p:nvSpPr>
          <p:spPr>
            <a:xfrm>
              <a:off x="3403973" y="1773720"/>
              <a:ext cx="4039" cy="5025"/>
            </a:xfrm>
            <a:custGeom>
              <a:avLst/>
              <a:gdLst/>
              <a:ahLst/>
              <a:cxnLst/>
              <a:rect l="l" t="t" r="r" b="b"/>
              <a:pathLst>
                <a:path w="127" h="158" extrusionOk="0">
                  <a:moveTo>
                    <a:pt x="49" y="0"/>
                  </a:moveTo>
                  <a:lnTo>
                    <a:pt x="49" y="0"/>
                  </a:lnTo>
                  <a:cubicBezTo>
                    <a:pt x="32" y="0"/>
                    <a:pt x="17" y="0"/>
                    <a:pt x="17" y="17"/>
                  </a:cubicBezTo>
                  <a:cubicBezTo>
                    <a:pt x="1" y="32"/>
                    <a:pt x="17" y="63"/>
                    <a:pt x="32" y="63"/>
                  </a:cubicBezTo>
                  <a:lnTo>
                    <a:pt x="32" y="63"/>
                  </a:lnTo>
                  <a:lnTo>
                    <a:pt x="49" y="63"/>
                  </a:lnTo>
                  <a:lnTo>
                    <a:pt x="64" y="126"/>
                  </a:lnTo>
                  <a:lnTo>
                    <a:pt x="64" y="126"/>
                  </a:lnTo>
                  <a:cubicBezTo>
                    <a:pt x="64" y="143"/>
                    <a:pt x="80" y="158"/>
                    <a:pt x="95" y="158"/>
                  </a:cubicBezTo>
                  <a:lnTo>
                    <a:pt x="95" y="158"/>
                  </a:lnTo>
                  <a:cubicBezTo>
                    <a:pt x="95" y="143"/>
                    <a:pt x="112" y="126"/>
                    <a:pt x="127" y="126"/>
                  </a:cubicBezTo>
                  <a:lnTo>
                    <a:pt x="127" y="126"/>
                  </a:lnTo>
                  <a:lnTo>
                    <a:pt x="127" y="111"/>
                  </a:lnTo>
                  <a:lnTo>
                    <a:pt x="127" y="80"/>
                  </a:lnTo>
                  <a:lnTo>
                    <a:pt x="112" y="32"/>
                  </a:lnTo>
                  <a:cubicBezTo>
                    <a:pt x="112" y="17"/>
                    <a:pt x="95" y="17"/>
                    <a:pt x="80" y="0"/>
                  </a:cubicBez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8" name="Google Shape;1738;p38"/>
            <p:cNvSpPr/>
            <p:nvPr/>
          </p:nvSpPr>
          <p:spPr>
            <a:xfrm>
              <a:off x="3334355" y="1771716"/>
              <a:ext cx="4516" cy="2544"/>
            </a:xfrm>
            <a:custGeom>
              <a:avLst/>
              <a:gdLst/>
              <a:ahLst/>
              <a:cxnLst/>
              <a:rect l="l" t="t" r="r" b="b"/>
              <a:pathLst>
                <a:path w="142" h="80" extrusionOk="0">
                  <a:moveTo>
                    <a:pt x="110" y="0"/>
                  </a:moveTo>
                  <a:lnTo>
                    <a:pt x="95" y="0"/>
                  </a:lnTo>
                  <a:lnTo>
                    <a:pt x="32" y="17"/>
                  </a:lnTo>
                  <a:lnTo>
                    <a:pt x="16" y="17"/>
                  </a:lnTo>
                  <a:cubicBezTo>
                    <a:pt x="16" y="32"/>
                    <a:pt x="1" y="32"/>
                    <a:pt x="1" y="48"/>
                  </a:cubicBezTo>
                  <a:cubicBezTo>
                    <a:pt x="16" y="63"/>
                    <a:pt x="32" y="80"/>
                    <a:pt x="47" y="80"/>
                  </a:cubicBezTo>
                  <a:lnTo>
                    <a:pt x="47" y="80"/>
                  </a:lnTo>
                  <a:lnTo>
                    <a:pt x="79" y="80"/>
                  </a:lnTo>
                  <a:lnTo>
                    <a:pt x="110" y="80"/>
                  </a:lnTo>
                  <a:cubicBezTo>
                    <a:pt x="127" y="80"/>
                    <a:pt x="142" y="63"/>
                    <a:pt x="142" y="32"/>
                  </a:cubicBezTo>
                  <a:cubicBezTo>
                    <a:pt x="142" y="17"/>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39" name="Google Shape;1739;p38"/>
            <p:cNvSpPr/>
            <p:nvPr/>
          </p:nvSpPr>
          <p:spPr>
            <a:xfrm>
              <a:off x="3300770" y="1822825"/>
              <a:ext cx="3562" cy="2544"/>
            </a:xfrm>
            <a:custGeom>
              <a:avLst/>
              <a:gdLst/>
              <a:ahLst/>
              <a:cxnLst/>
              <a:rect l="l" t="t" r="r" b="b"/>
              <a:pathLst>
                <a:path w="112" h="80" extrusionOk="0">
                  <a:moveTo>
                    <a:pt x="63" y="0"/>
                  </a:moveTo>
                  <a:lnTo>
                    <a:pt x="17" y="0"/>
                  </a:lnTo>
                  <a:cubicBezTo>
                    <a:pt x="0" y="0"/>
                    <a:pt x="0" y="0"/>
                    <a:pt x="0" y="17"/>
                  </a:cubicBezTo>
                  <a:cubicBezTo>
                    <a:pt x="17" y="17"/>
                    <a:pt x="17" y="32"/>
                    <a:pt x="17" y="48"/>
                  </a:cubicBezTo>
                  <a:cubicBezTo>
                    <a:pt x="17" y="63"/>
                    <a:pt x="0" y="63"/>
                    <a:pt x="0" y="63"/>
                  </a:cubicBezTo>
                  <a:cubicBezTo>
                    <a:pt x="0" y="63"/>
                    <a:pt x="0" y="80"/>
                    <a:pt x="17" y="80"/>
                  </a:cubicBezTo>
                  <a:lnTo>
                    <a:pt x="17" y="80"/>
                  </a:lnTo>
                  <a:lnTo>
                    <a:pt x="80" y="63"/>
                  </a:lnTo>
                  <a:cubicBezTo>
                    <a:pt x="95" y="63"/>
                    <a:pt x="111" y="48"/>
                    <a:pt x="111" y="32"/>
                  </a:cubicBezTo>
                  <a:lnTo>
                    <a:pt x="95" y="32"/>
                  </a:lnTo>
                  <a:cubicBezTo>
                    <a:pt x="80" y="32"/>
                    <a:pt x="63"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0" name="Google Shape;1740;p38"/>
            <p:cNvSpPr/>
            <p:nvPr/>
          </p:nvSpPr>
          <p:spPr>
            <a:xfrm>
              <a:off x="3432564" y="1753174"/>
              <a:ext cx="3530" cy="4548"/>
            </a:xfrm>
            <a:custGeom>
              <a:avLst/>
              <a:gdLst/>
              <a:ahLst/>
              <a:cxnLst/>
              <a:rect l="l" t="t" r="r" b="b"/>
              <a:pathLst>
                <a:path w="111" h="143" extrusionOk="0">
                  <a:moveTo>
                    <a:pt x="32" y="1"/>
                  </a:moveTo>
                  <a:lnTo>
                    <a:pt x="32" y="1"/>
                  </a:lnTo>
                  <a:lnTo>
                    <a:pt x="16" y="1"/>
                  </a:lnTo>
                  <a:cubicBezTo>
                    <a:pt x="1" y="16"/>
                    <a:pt x="1" y="32"/>
                    <a:pt x="1" y="48"/>
                  </a:cubicBezTo>
                  <a:lnTo>
                    <a:pt x="47" y="142"/>
                  </a:lnTo>
                  <a:lnTo>
                    <a:pt x="64" y="142"/>
                  </a:lnTo>
                  <a:lnTo>
                    <a:pt x="79" y="142"/>
                  </a:lnTo>
                  <a:lnTo>
                    <a:pt x="79" y="142"/>
                  </a:lnTo>
                  <a:lnTo>
                    <a:pt x="79" y="142"/>
                  </a:lnTo>
                  <a:lnTo>
                    <a:pt x="110" y="142"/>
                  </a:lnTo>
                  <a:cubicBezTo>
                    <a:pt x="95" y="127"/>
                    <a:pt x="110" y="127"/>
                    <a:pt x="110" y="111"/>
                  </a:cubicBezTo>
                  <a:lnTo>
                    <a:pt x="110" y="111"/>
                  </a:lnTo>
                  <a:lnTo>
                    <a:pt x="110" y="111"/>
                  </a:lnTo>
                  <a:lnTo>
                    <a:pt x="110" y="95"/>
                  </a:lnTo>
                  <a:cubicBezTo>
                    <a:pt x="95" y="95"/>
                    <a:pt x="79" y="79"/>
                    <a:pt x="79" y="79"/>
                  </a:cubicBezTo>
                  <a:cubicBezTo>
                    <a:pt x="47" y="64"/>
                    <a:pt x="47" y="32"/>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1" name="Google Shape;1741;p38"/>
            <p:cNvSpPr/>
            <p:nvPr/>
          </p:nvSpPr>
          <p:spPr>
            <a:xfrm>
              <a:off x="3423564" y="1793756"/>
              <a:ext cx="2512" cy="4039"/>
            </a:xfrm>
            <a:custGeom>
              <a:avLst/>
              <a:gdLst/>
              <a:ahLst/>
              <a:cxnLst/>
              <a:rect l="l" t="t" r="r" b="b"/>
              <a:pathLst>
                <a:path w="79" h="127" extrusionOk="0">
                  <a:moveTo>
                    <a:pt x="47" y="0"/>
                  </a:moveTo>
                  <a:lnTo>
                    <a:pt x="47" y="0"/>
                  </a:lnTo>
                  <a:lnTo>
                    <a:pt x="32" y="0"/>
                  </a:lnTo>
                  <a:cubicBezTo>
                    <a:pt x="15" y="0"/>
                    <a:pt x="15" y="17"/>
                    <a:pt x="0" y="32"/>
                  </a:cubicBezTo>
                  <a:lnTo>
                    <a:pt x="0" y="80"/>
                  </a:lnTo>
                  <a:lnTo>
                    <a:pt x="0" y="80"/>
                  </a:lnTo>
                  <a:lnTo>
                    <a:pt x="0" y="95"/>
                  </a:lnTo>
                  <a:cubicBezTo>
                    <a:pt x="0" y="111"/>
                    <a:pt x="15" y="126"/>
                    <a:pt x="47" y="126"/>
                  </a:cubicBezTo>
                  <a:lnTo>
                    <a:pt x="47" y="126"/>
                  </a:lnTo>
                  <a:cubicBezTo>
                    <a:pt x="63" y="126"/>
                    <a:pt x="78" y="111"/>
                    <a:pt x="78" y="95"/>
                  </a:cubicBezTo>
                  <a:lnTo>
                    <a:pt x="78" y="80"/>
                  </a:lnTo>
                  <a:lnTo>
                    <a:pt x="78" y="32"/>
                  </a:lnTo>
                  <a:lnTo>
                    <a:pt x="78" y="32"/>
                  </a:lnTo>
                  <a:lnTo>
                    <a:pt x="63" y="17"/>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2" name="Google Shape;1742;p38"/>
            <p:cNvSpPr/>
            <p:nvPr/>
          </p:nvSpPr>
          <p:spPr>
            <a:xfrm>
              <a:off x="3394495" y="1789749"/>
              <a:ext cx="2512" cy="3562"/>
            </a:xfrm>
            <a:custGeom>
              <a:avLst/>
              <a:gdLst/>
              <a:ahLst/>
              <a:cxnLst/>
              <a:rect l="l" t="t" r="r" b="b"/>
              <a:pathLst>
                <a:path w="79" h="112" extrusionOk="0">
                  <a:moveTo>
                    <a:pt x="63" y="0"/>
                  </a:moveTo>
                  <a:lnTo>
                    <a:pt x="63" y="0"/>
                  </a:lnTo>
                  <a:cubicBezTo>
                    <a:pt x="63" y="17"/>
                    <a:pt x="47" y="32"/>
                    <a:pt x="32" y="32"/>
                  </a:cubicBezTo>
                  <a:lnTo>
                    <a:pt x="15" y="32"/>
                  </a:lnTo>
                  <a:cubicBezTo>
                    <a:pt x="15" y="32"/>
                    <a:pt x="0" y="32"/>
                    <a:pt x="0" y="17"/>
                  </a:cubicBezTo>
                  <a:lnTo>
                    <a:pt x="0" y="80"/>
                  </a:lnTo>
                  <a:cubicBezTo>
                    <a:pt x="15" y="95"/>
                    <a:pt x="15" y="111"/>
                    <a:pt x="32" y="111"/>
                  </a:cubicBezTo>
                  <a:lnTo>
                    <a:pt x="47" y="111"/>
                  </a:lnTo>
                  <a:lnTo>
                    <a:pt x="47" y="111"/>
                  </a:lnTo>
                  <a:cubicBezTo>
                    <a:pt x="63" y="111"/>
                    <a:pt x="78" y="95"/>
                    <a:pt x="78" y="80"/>
                  </a:cubicBezTo>
                  <a:lnTo>
                    <a:pt x="63" y="32"/>
                  </a:lnTo>
                  <a:lnTo>
                    <a:pt x="63" y="17"/>
                  </a:lnTo>
                  <a:lnTo>
                    <a:pt x="63" y="17"/>
                  </a:lnTo>
                  <a:lnTo>
                    <a:pt x="63" y="0"/>
                  </a:lnTo>
                  <a:lnTo>
                    <a:pt x="63" y="0"/>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3" name="Google Shape;1743;p38"/>
            <p:cNvSpPr/>
            <p:nvPr/>
          </p:nvSpPr>
          <p:spPr>
            <a:xfrm>
              <a:off x="3109884" y="1794742"/>
              <a:ext cx="4039" cy="2576"/>
            </a:xfrm>
            <a:custGeom>
              <a:avLst/>
              <a:gdLst/>
              <a:ahLst/>
              <a:cxnLst/>
              <a:rect l="l" t="t" r="r" b="b"/>
              <a:pathLst>
                <a:path w="127" h="81" extrusionOk="0">
                  <a:moveTo>
                    <a:pt x="95" y="1"/>
                  </a:moveTo>
                  <a:lnTo>
                    <a:pt x="95" y="1"/>
                  </a:lnTo>
                  <a:lnTo>
                    <a:pt x="78" y="1"/>
                  </a:lnTo>
                  <a:lnTo>
                    <a:pt x="32" y="17"/>
                  </a:lnTo>
                  <a:lnTo>
                    <a:pt x="15" y="17"/>
                  </a:lnTo>
                  <a:lnTo>
                    <a:pt x="15" y="17"/>
                  </a:lnTo>
                  <a:cubicBezTo>
                    <a:pt x="0" y="32"/>
                    <a:pt x="0" y="32"/>
                    <a:pt x="0" y="49"/>
                  </a:cubicBezTo>
                  <a:cubicBezTo>
                    <a:pt x="0" y="64"/>
                    <a:pt x="15" y="64"/>
                    <a:pt x="15" y="80"/>
                  </a:cubicBezTo>
                  <a:lnTo>
                    <a:pt x="32" y="80"/>
                  </a:lnTo>
                  <a:lnTo>
                    <a:pt x="47" y="80"/>
                  </a:lnTo>
                  <a:lnTo>
                    <a:pt x="63" y="64"/>
                  </a:lnTo>
                  <a:lnTo>
                    <a:pt x="95" y="64"/>
                  </a:lnTo>
                  <a:lnTo>
                    <a:pt x="95" y="49"/>
                  </a:lnTo>
                  <a:cubicBezTo>
                    <a:pt x="95" y="32"/>
                    <a:pt x="110" y="17"/>
                    <a:pt x="126" y="17"/>
                  </a:cubicBezTo>
                  <a:lnTo>
                    <a:pt x="126" y="17"/>
                  </a:lnTo>
                  <a:lnTo>
                    <a:pt x="126" y="17"/>
                  </a:lnTo>
                  <a:cubicBezTo>
                    <a:pt x="126" y="1"/>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4" name="Google Shape;1744;p38"/>
            <p:cNvSpPr/>
            <p:nvPr/>
          </p:nvSpPr>
          <p:spPr>
            <a:xfrm>
              <a:off x="3056740" y="1799767"/>
              <a:ext cx="2544" cy="3562"/>
            </a:xfrm>
            <a:custGeom>
              <a:avLst/>
              <a:gdLst/>
              <a:ahLst/>
              <a:cxnLst/>
              <a:rect l="l" t="t" r="r" b="b"/>
              <a:pathLst>
                <a:path w="80" h="112" extrusionOk="0">
                  <a:moveTo>
                    <a:pt x="64" y="1"/>
                  </a:moveTo>
                  <a:lnTo>
                    <a:pt x="64" y="1"/>
                  </a:lnTo>
                  <a:cubicBezTo>
                    <a:pt x="48" y="17"/>
                    <a:pt x="32" y="32"/>
                    <a:pt x="16" y="32"/>
                  </a:cubicBezTo>
                  <a:lnTo>
                    <a:pt x="1" y="80"/>
                  </a:lnTo>
                  <a:cubicBezTo>
                    <a:pt x="1" y="95"/>
                    <a:pt x="16" y="111"/>
                    <a:pt x="32" y="111"/>
                  </a:cubicBezTo>
                  <a:lnTo>
                    <a:pt x="32" y="111"/>
                  </a:lnTo>
                  <a:cubicBezTo>
                    <a:pt x="48" y="111"/>
                    <a:pt x="64" y="111"/>
                    <a:pt x="64" y="80"/>
                  </a:cubicBezTo>
                  <a:lnTo>
                    <a:pt x="79"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5" name="Google Shape;1745;p38"/>
            <p:cNvSpPr/>
            <p:nvPr/>
          </p:nvSpPr>
          <p:spPr>
            <a:xfrm>
              <a:off x="3412019" y="1756673"/>
              <a:ext cx="4039" cy="2035"/>
            </a:xfrm>
            <a:custGeom>
              <a:avLst/>
              <a:gdLst/>
              <a:ahLst/>
              <a:cxnLst/>
              <a:rect l="l" t="t" r="r" b="b"/>
              <a:pathLst>
                <a:path w="127" h="64" extrusionOk="0">
                  <a:moveTo>
                    <a:pt x="32" y="1"/>
                  </a:moveTo>
                  <a:lnTo>
                    <a:pt x="32" y="1"/>
                  </a:lnTo>
                  <a:cubicBezTo>
                    <a:pt x="16" y="1"/>
                    <a:pt x="0" y="17"/>
                    <a:pt x="0" y="32"/>
                  </a:cubicBezTo>
                  <a:cubicBezTo>
                    <a:pt x="0" y="48"/>
                    <a:pt x="0" y="48"/>
                    <a:pt x="16" y="48"/>
                  </a:cubicBezTo>
                  <a:cubicBezTo>
                    <a:pt x="16" y="64"/>
                    <a:pt x="16" y="64"/>
                    <a:pt x="32" y="64"/>
                  </a:cubicBezTo>
                  <a:lnTo>
                    <a:pt x="32" y="64"/>
                  </a:lnTo>
                  <a:lnTo>
                    <a:pt x="95" y="64"/>
                  </a:lnTo>
                  <a:lnTo>
                    <a:pt x="95" y="64"/>
                  </a:lnTo>
                  <a:cubicBezTo>
                    <a:pt x="111" y="64"/>
                    <a:pt x="126" y="48"/>
                    <a:pt x="126" y="32"/>
                  </a:cubicBezTo>
                  <a:lnTo>
                    <a:pt x="126" y="17"/>
                  </a:lnTo>
                  <a:cubicBezTo>
                    <a:pt x="126" y="1"/>
                    <a:pt x="111" y="1"/>
                    <a:pt x="95"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6" name="Google Shape;1746;p38"/>
            <p:cNvSpPr/>
            <p:nvPr/>
          </p:nvSpPr>
          <p:spPr>
            <a:xfrm>
              <a:off x="3304300" y="1807781"/>
              <a:ext cx="5025" cy="4039"/>
            </a:xfrm>
            <a:custGeom>
              <a:avLst/>
              <a:gdLst/>
              <a:ahLst/>
              <a:cxnLst/>
              <a:rect l="l" t="t" r="r" b="b"/>
              <a:pathLst>
                <a:path w="158" h="127" extrusionOk="0">
                  <a:moveTo>
                    <a:pt x="126" y="1"/>
                  </a:moveTo>
                  <a:lnTo>
                    <a:pt x="110" y="1"/>
                  </a:lnTo>
                  <a:cubicBezTo>
                    <a:pt x="110" y="1"/>
                    <a:pt x="110" y="17"/>
                    <a:pt x="95" y="17"/>
                  </a:cubicBezTo>
                  <a:lnTo>
                    <a:pt x="32" y="64"/>
                  </a:lnTo>
                  <a:lnTo>
                    <a:pt x="32" y="64"/>
                  </a:lnTo>
                  <a:cubicBezTo>
                    <a:pt x="15" y="80"/>
                    <a:pt x="0" y="95"/>
                    <a:pt x="15" y="112"/>
                  </a:cubicBezTo>
                  <a:cubicBezTo>
                    <a:pt x="32" y="127"/>
                    <a:pt x="32" y="127"/>
                    <a:pt x="47" y="127"/>
                  </a:cubicBezTo>
                  <a:lnTo>
                    <a:pt x="47" y="127"/>
                  </a:lnTo>
                  <a:lnTo>
                    <a:pt x="63" y="127"/>
                  </a:lnTo>
                  <a:lnTo>
                    <a:pt x="141" y="64"/>
                  </a:lnTo>
                  <a:cubicBezTo>
                    <a:pt x="158" y="48"/>
                    <a:pt x="158" y="32"/>
                    <a:pt x="141"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7" name="Google Shape;1747;p38"/>
            <p:cNvSpPr/>
            <p:nvPr/>
          </p:nvSpPr>
          <p:spPr>
            <a:xfrm>
              <a:off x="3190538" y="1784724"/>
              <a:ext cx="4039" cy="5565"/>
            </a:xfrm>
            <a:custGeom>
              <a:avLst/>
              <a:gdLst/>
              <a:ahLst/>
              <a:cxnLst/>
              <a:rect l="l" t="t" r="r" b="b"/>
              <a:pathLst>
                <a:path w="127" h="175" extrusionOk="0">
                  <a:moveTo>
                    <a:pt x="0" y="112"/>
                  </a:moveTo>
                  <a:lnTo>
                    <a:pt x="0" y="127"/>
                  </a:lnTo>
                  <a:lnTo>
                    <a:pt x="0" y="112"/>
                  </a:lnTo>
                  <a:lnTo>
                    <a:pt x="0" y="112"/>
                  </a:lnTo>
                  <a:close/>
                  <a:moveTo>
                    <a:pt x="111" y="1"/>
                  </a:moveTo>
                  <a:lnTo>
                    <a:pt x="48" y="49"/>
                  </a:lnTo>
                  <a:cubicBezTo>
                    <a:pt x="32" y="49"/>
                    <a:pt x="32" y="64"/>
                    <a:pt x="32" y="80"/>
                  </a:cubicBezTo>
                  <a:lnTo>
                    <a:pt x="32" y="80"/>
                  </a:lnTo>
                  <a:lnTo>
                    <a:pt x="79" y="64"/>
                  </a:lnTo>
                  <a:lnTo>
                    <a:pt x="79" y="64"/>
                  </a:lnTo>
                  <a:lnTo>
                    <a:pt x="95" y="64"/>
                  </a:lnTo>
                  <a:lnTo>
                    <a:pt x="126" y="95"/>
                  </a:lnTo>
                  <a:cubicBezTo>
                    <a:pt x="126" y="112"/>
                    <a:pt x="111" y="127"/>
                    <a:pt x="95" y="127"/>
                  </a:cubicBezTo>
                  <a:lnTo>
                    <a:pt x="63" y="143"/>
                  </a:lnTo>
                  <a:lnTo>
                    <a:pt x="63" y="158"/>
                  </a:lnTo>
                  <a:lnTo>
                    <a:pt x="63" y="175"/>
                  </a:lnTo>
                  <a:lnTo>
                    <a:pt x="79" y="175"/>
                  </a:lnTo>
                  <a:lnTo>
                    <a:pt x="95" y="158"/>
                  </a:lnTo>
                  <a:cubicBezTo>
                    <a:pt x="111" y="158"/>
                    <a:pt x="126" y="143"/>
                    <a:pt x="126" y="127"/>
                  </a:cubicBezTo>
                  <a:lnTo>
                    <a:pt x="126" y="112"/>
                  </a:lnTo>
                  <a:lnTo>
                    <a:pt x="126" y="80"/>
                  </a:lnTo>
                  <a:lnTo>
                    <a:pt x="126" y="80"/>
                  </a:lnTo>
                  <a:lnTo>
                    <a:pt x="126" y="64"/>
                  </a:lnTo>
                  <a:cubicBezTo>
                    <a:pt x="126" y="64"/>
                    <a:pt x="111" y="49"/>
                    <a:pt x="111"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8" name="Google Shape;1748;p38"/>
            <p:cNvSpPr/>
            <p:nvPr/>
          </p:nvSpPr>
          <p:spPr>
            <a:xfrm>
              <a:off x="3090834" y="1792261"/>
              <a:ext cx="4516" cy="4516"/>
            </a:xfrm>
            <a:custGeom>
              <a:avLst/>
              <a:gdLst/>
              <a:ahLst/>
              <a:cxnLst/>
              <a:rect l="l" t="t" r="r" b="b"/>
              <a:pathLst>
                <a:path w="142" h="142" extrusionOk="0">
                  <a:moveTo>
                    <a:pt x="110" y="1"/>
                  </a:moveTo>
                  <a:lnTo>
                    <a:pt x="110" y="1"/>
                  </a:lnTo>
                  <a:lnTo>
                    <a:pt x="110" y="1"/>
                  </a:lnTo>
                  <a:cubicBezTo>
                    <a:pt x="95" y="1"/>
                    <a:pt x="95" y="16"/>
                    <a:pt x="95" y="16"/>
                  </a:cubicBezTo>
                  <a:lnTo>
                    <a:pt x="78" y="16"/>
                  </a:lnTo>
                  <a:cubicBezTo>
                    <a:pt x="63" y="32"/>
                    <a:pt x="0" y="64"/>
                    <a:pt x="32" y="127"/>
                  </a:cubicBezTo>
                  <a:cubicBezTo>
                    <a:pt x="47" y="142"/>
                    <a:pt x="63" y="142"/>
                    <a:pt x="63" y="142"/>
                  </a:cubicBezTo>
                  <a:lnTo>
                    <a:pt x="78" y="142"/>
                  </a:lnTo>
                  <a:lnTo>
                    <a:pt x="95" y="142"/>
                  </a:lnTo>
                  <a:lnTo>
                    <a:pt x="63" y="79"/>
                  </a:lnTo>
                  <a:cubicBezTo>
                    <a:pt x="63" y="64"/>
                    <a:pt x="63" y="47"/>
                    <a:pt x="78" y="32"/>
                  </a:cubicBezTo>
                  <a:lnTo>
                    <a:pt x="95" y="32"/>
                  </a:lnTo>
                  <a:lnTo>
                    <a:pt x="95" y="32"/>
                  </a:lnTo>
                  <a:cubicBezTo>
                    <a:pt x="110" y="32"/>
                    <a:pt x="110" y="32"/>
                    <a:pt x="110" y="47"/>
                  </a:cubicBezTo>
                  <a:cubicBezTo>
                    <a:pt x="126" y="32"/>
                    <a:pt x="126" y="16"/>
                    <a:pt x="141" y="16"/>
                  </a:cubicBezTo>
                  <a:lnTo>
                    <a:pt x="141" y="16"/>
                  </a:lnTo>
                  <a:lnTo>
                    <a:pt x="141"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49" name="Google Shape;1749;p38"/>
            <p:cNvSpPr/>
            <p:nvPr/>
          </p:nvSpPr>
          <p:spPr>
            <a:xfrm>
              <a:off x="3193528" y="1782243"/>
              <a:ext cx="4580" cy="5057"/>
            </a:xfrm>
            <a:custGeom>
              <a:avLst/>
              <a:gdLst/>
              <a:ahLst/>
              <a:cxnLst/>
              <a:rect l="l" t="t" r="r" b="b"/>
              <a:pathLst>
                <a:path w="144" h="159" extrusionOk="0">
                  <a:moveTo>
                    <a:pt x="48" y="1"/>
                  </a:moveTo>
                  <a:lnTo>
                    <a:pt x="32" y="1"/>
                  </a:lnTo>
                  <a:cubicBezTo>
                    <a:pt x="17" y="1"/>
                    <a:pt x="1" y="16"/>
                    <a:pt x="1" y="32"/>
                  </a:cubicBezTo>
                  <a:lnTo>
                    <a:pt x="1" y="64"/>
                  </a:lnTo>
                  <a:cubicBezTo>
                    <a:pt x="17" y="64"/>
                    <a:pt x="17" y="79"/>
                    <a:pt x="17" y="79"/>
                  </a:cubicBezTo>
                  <a:lnTo>
                    <a:pt x="17" y="110"/>
                  </a:lnTo>
                  <a:cubicBezTo>
                    <a:pt x="17" y="127"/>
                    <a:pt x="32" y="142"/>
                    <a:pt x="32" y="142"/>
                  </a:cubicBezTo>
                  <a:cubicBezTo>
                    <a:pt x="48" y="158"/>
                    <a:pt x="48" y="158"/>
                    <a:pt x="64" y="158"/>
                  </a:cubicBezTo>
                  <a:lnTo>
                    <a:pt x="64" y="158"/>
                  </a:lnTo>
                  <a:lnTo>
                    <a:pt x="80" y="158"/>
                  </a:lnTo>
                  <a:lnTo>
                    <a:pt x="95" y="158"/>
                  </a:lnTo>
                  <a:lnTo>
                    <a:pt x="95" y="158"/>
                  </a:lnTo>
                  <a:lnTo>
                    <a:pt x="112" y="158"/>
                  </a:lnTo>
                  <a:cubicBezTo>
                    <a:pt x="112" y="158"/>
                    <a:pt x="127" y="158"/>
                    <a:pt x="127" y="142"/>
                  </a:cubicBezTo>
                  <a:cubicBezTo>
                    <a:pt x="127" y="142"/>
                    <a:pt x="143" y="142"/>
                    <a:pt x="143" y="127"/>
                  </a:cubicBezTo>
                  <a:lnTo>
                    <a:pt x="127" y="142"/>
                  </a:lnTo>
                  <a:lnTo>
                    <a:pt x="112" y="142"/>
                  </a:lnTo>
                  <a:cubicBezTo>
                    <a:pt x="95" y="142"/>
                    <a:pt x="80" y="127"/>
                    <a:pt x="80" y="110"/>
                  </a:cubicBezTo>
                  <a:lnTo>
                    <a:pt x="80" y="95"/>
                  </a:lnTo>
                  <a:lnTo>
                    <a:pt x="80" y="47"/>
                  </a:lnTo>
                  <a:lnTo>
                    <a:pt x="80" y="32"/>
                  </a:lnTo>
                  <a:lnTo>
                    <a:pt x="80"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0" name="Google Shape;1750;p38"/>
            <p:cNvSpPr/>
            <p:nvPr/>
          </p:nvSpPr>
          <p:spPr>
            <a:xfrm>
              <a:off x="3392492" y="1812806"/>
              <a:ext cx="5025" cy="6042"/>
            </a:xfrm>
            <a:custGeom>
              <a:avLst/>
              <a:gdLst/>
              <a:ahLst/>
              <a:cxnLst/>
              <a:rect l="l" t="t" r="r" b="b"/>
              <a:pathLst>
                <a:path w="158" h="190" extrusionOk="0">
                  <a:moveTo>
                    <a:pt x="95" y="174"/>
                  </a:moveTo>
                  <a:lnTo>
                    <a:pt x="95" y="189"/>
                  </a:lnTo>
                  <a:lnTo>
                    <a:pt x="95" y="189"/>
                  </a:lnTo>
                  <a:lnTo>
                    <a:pt x="95" y="174"/>
                  </a:lnTo>
                  <a:close/>
                  <a:moveTo>
                    <a:pt x="47" y="48"/>
                  </a:moveTo>
                  <a:lnTo>
                    <a:pt x="47" y="48"/>
                  </a:lnTo>
                  <a:lnTo>
                    <a:pt x="47" y="48"/>
                  </a:lnTo>
                  <a:close/>
                  <a:moveTo>
                    <a:pt x="126" y="0"/>
                  </a:moveTo>
                  <a:lnTo>
                    <a:pt x="110" y="0"/>
                  </a:lnTo>
                  <a:lnTo>
                    <a:pt x="110" y="0"/>
                  </a:lnTo>
                  <a:lnTo>
                    <a:pt x="47" y="17"/>
                  </a:lnTo>
                  <a:cubicBezTo>
                    <a:pt x="32" y="17"/>
                    <a:pt x="32" y="17"/>
                    <a:pt x="32" y="32"/>
                  </a:cubicBezTo>
                  <a:cubicBezTo>
                    <a:pt x="0" y="63"/>
                    <a:pt x="0" y="80"/>
                    <a:pt x="0" y="111"/>
                  </a:cubicBezTo>
                  <a:lnTo>
                    <a:pt x="32" y="111"/>
                  </a:lnTo>
                  <a:lnTo>
                    <a:pt x="32" y="111"/>
                  </a:lnTo>
                  <a:cubicBezTo>
                    <a:pt x="47" y="126"/>
                    <a:pt x="95" y="126"/>
                    <a:pt x="95" y="174"/>
                  </a:cubicBezTo>
                  <a:lnTo>
                    <a:pt x="95" y="174"/>
                  </a:lnTo>
                  <a:lnTo>
                    <a:pt x="126" y="174"/>
                  </a:lnTo>
                  <a:lnTo>
                    <a:pt x="141" y="174"/>
                  </a:lnTo>
                  <a:cubicBezTo>
                    <a:pt x="141" y="143"/>
                    <a:pt x="141" y="126"/>
                    <a:pt x="126" y="126"/>
                  </a:cubicBezTo>
                  <a:cubicBezTo>
                    <a:pt x="110" y="126"/>
                    <a:pt x="110" y="111"/>
                    <a:pt x="95" y="111"/>
                  </a:cubicBezTo>
                  <a:cubicBezTo>
                    <a:pt x="78" y="111"/>
                    <a:pt x="78" y="95"/>
                    <a:pt x="78" y="95"/>
                  </a:cubicBezTo>
                  <a:lnTo>
                    <a:pt x="78" y="80"/>
                  </a:lnTo>
                  <a:lnTo>
                    <a:pt x="126" y="63"/>
                  </a:lnTo>
                  <a:cubicBezTo>
                    <a:pt x="141" y="63"/>
                    <a:pt x="158" y="48"/>
                    <a:pt x="158" y="32"/>
                  </a:cubicBezTo>
                  <a:lnTo>
                    <a:pt x="158" y="17"/>
                  </a:ln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1" name="Google Shape;1751;p38"/>
            <p:cNvSpPr/>
            <p:nvPr/>
          </p:nvSpPr>
          <p:spPr>
            <a:xfrm>
              <a:off x="3393955" y="1814333"/>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2" name="Google Shape;1752;p38"/>
            <p:cNvSpPr/>
            <p:nvPr/>
          </p:nvSpPr>
          <p:spPr>
            <a:xfrm>
              <a:off x="3297271" y="1820344"/>
              <a:ext cx="3053" cy="2512"/>
            </a:xfrm>
            <a:custGeom>
              <a:avLst/>
              <a:gdLst/>
              <a:ahLst/>
              <a:cxnLst/>
              <a:rect l="l" t="t" r="r" b="b"/>
              <a:pathLst>
                <a:path w="96" h="79" extrusionOk="0">
                  <a:moveTo>
                    <a:pt x="64" y="0"/>
                  </a:moveTo>
                  <a:lnTo>
                    <a:pt x="64" y="0"/>
                  </a:lnTo>
                  <a:cubicBezTo>
                    <a:pt x="47" y="0"/>
                    <a:pt x="47" y="0"/>
                    <a:pt x="47" y="15"/>
                  </a:cubicBezTo>
                  <a:lnTo>
                    <a:pt x="32" y="0"/>
                  </a:lnTo>
                  <a:lnTo>
                    <a:pt x="32" y="0"/>
                  </a:lnTo>
                  <a:cubicBezTo>
                    <a:pt x="16" y="0"/>
                    <a:pt x="16" y="15"/>
                    <a:pt x="16" y="15"/>
                  </a:cubicBezTo>
                  <a:lnTo>
                    <a:pt x="1" y="63"/>
                  </a:lnTo>
                  <a:lnTo>
                    <a:pt x="1" y="78"/>
                  </a:lnTo>
                  <a:lnTo>
                    <a:pt x="1" y="78"/>
                  </a:lnTo>
                  <a:lnTo>
                    <a:pt x="1" y="78"/>
                  </a:lnTo>
                  <a:lnTo>
                    <a:pt x="32" y="78"/>
                  </a:lnTo>
                  <a:lnTo>
                    <a:pt x="32" y="78"/>
                  </a:lnTo>
                  <a:lnTo>
                    <a:pt x="32" y="78"/>
                  </a:lnTo>
                  <a:lnTo>
                    <a:pt x="64" y="78"/>
                  </a:lnTo>
                  <a:lnTo>
                    <a:pt x="79" y="63"/>
                  </a:lnTo>
                  <a:cubicBezTo>
                    <a:pt x="79" y="63"/>
                    <a:pt x="95" y="63"/>
                    <a:pt x="95" y="47"/>
                  </a:cubicBezTo>
                  <a:cubicBezTo>
                    <a:pt x="95" y="47"/>
                    <a:pt x="95" y="32"/>
                    <a:pt x="79" y="15"/>
                  </a:cubicBezTo>
                  <a:cubicBezTo>
                    <a:pt x="79"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3" name="Google Shape;1753;p38"/>
            <p:cNvSpPr/>
            <p:nvPr/>
          </p:nvSpPr>
          <p:spPr>
            <a:xfrm>
              <a:off x="3127376" y="1825337"/>
              <a:ext cx="3053" cy="4516"/>
            </a:xfrm>
            <a:custGeom>
              <a:avLst/>
              <a:gdLst/>
              <a:ahLst/>
              <a:cxnLst/>
              <a:rect l="l" t="t" r="r" b="b"/>
              <a:pathLst>
                <a:path w="96" h="142" extrusionOk="0">
                  <a:moveTo>
                    <a:pt x="64" y="1"/>
                  </a:moveTo>
                  <a:lnTo>
                    <a:pt x="64" y="1"/>
                  </a:lnTo>
                  <a:lnTo>
                    <a:pt x="32" y="1"/>
                  </a:lnTo>
                  <a:lnTo>
                    <a:pt x="32" y="1"/>
                  </a:lnTo>
                  <a:cubicBezTo>
                    <a:pt x="17" y="1"/>
                    <a:pt x="1" y="16"/>
                    <a:pt x="1" y="32"/>
                  </a:cubicBezTo>
                  <a:cubicBezTo>
                    <a:pt x="1" y="64"/>
                    <a:pt x="17" y="64"/>
                    <a:pt x="32" y="79"/>
                  </a:cubicBezTo>
                  <a:lnTo>
                    <a:pt x="17" y="110"/>
                  </a:lnTo>
                  <a:cubicBezTo>
                    <a:pt x="17" y="127"/>
                    <a:pt x="32" y="142"/>
                    <a:pt x="49" y="142"/>
                  </a:cubicBezTo>
                  <a:lnTo>
                    <a:pt x="64" y="142"/>
                  </a:lnTo>
                  <a:cubicBezTo>
                    <a:pt x="80" y="142"/>
                    <a:pt x="95" y="142"/>
                    <a:pt x="95" y="110"/>
                  </a:cubicBezTo>
                  <a:lnTo>
                    <a:pt x="95" y="47"/>
                  </a:lnTo>
                  <a:lnTo>
                    <a:pt x="95" y="16"/>
                  </a:lnTo>
                  <a:cubicBezTo>
                    <a:pt x="80" y="1"/>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4" name="Google Shape;1754;p38"/>
            <p:cNvSpPr/>
            <p:nvPr/>
          </p:nvSpPr>
          <p:spPr>
            <a:xfrm>
              <a:off x="3412019" y="1761189"/>
              <a:ext cx="4039" cy="5534"/>
            </a:xfrm>
            <a:custGeom>
              <a:avLst/>
              <a:gdLst/>
              <a:ahLst/>
              <a:cxnLst/>
              <a:rect l="l" t="t" r="r" b="b"/>
              <a:pathLst>
                <a:path w="127" h="174" extrusionOk="0">
                  <a:moveTo>
                    <a:pt x="95" y="111"/>
                  </a:moveTo>
                  <a:lnTo>
                    <a:pt x="16" y="127"/>
                  </a:lnTo>
                  <a:lnTo>
                    <a:pt x="63" y="174"/>
                  </a:lnTo>
                  <a:lnTo>
                    <a:pt x="79" y="174"/>
                  </a:lnTo>
                  <a:lnTo>
                    <a:pt x="79" y="174"/>
                  </a:lnTo>
                  <a:lnTo>
                    <a:pt x="95" y="174"/>
                  </a:lnTo>
                  <a:lnTo>
                    <a:pt x="111" y="174"/>
                  </a:lnTo>
                  <a:cubicBezTo>
                    <a:pt x="126" y="159"/>
                    <a:pt x="126" y="142"/>
                    <a:pt x="111" y="127"/>
                  </a:cubicBezTo>
                  <a:cubicBezTo>
                    <a:pt x="111" y="111"/>
                    <a:pt x="95" y="111"/>
                    <a:pt x="95" y="111"/>
                  </a:cubicBezTo>
                  <a:close/>
                  <a:moveTo>
                    <a:pt x="16" y="1"/>
                  </a:moveTo>
                  <a:cubicBezTo>
                    <a:pt x="16" y="1"/>
                    <a:pt x="0" y="1"/>
                    <a:pt x="0" y="16"/>
                  </a:cubicBezTo>
                  <a:lnTo>
                    <a:pt x="0" y="64"/>
                  </a:lnTo>
                  <a:lnTo>
                    <a:pt x="32" y="48"/>
                  </a:lnTo>
                  <a:cubicBezTo>
                    <a:pt x="16" y="48"/>
                    <a:pt x="32" y="48"/>
                    <a:pt x="32" y="32"/>
                  </a:cubicBezTo>
                  <a:cubicBezTo>
                    <a:pt x="32" y="16"/>
                    <a:pt x="32" y="16"/>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5" name="Google Shape;1755;p38"/>
            <p:cNvSpPr/>
            <p:nvPr/>
          </p:nvSpPr>
          <p:spPr>
            <a:xfrm>
              <a:off x="3332828" y="1816814"/>
              <a:ext cx="6583" cy="4548"/>
            </a:xfrm>
            <a:custGeom>
              <a:avLst/>
              <a:gdLst/>
              <a:ahLst/>
              <a:cxnLst/>
              <a:rect l="l" t="t" r="r" b="b"/>
              <a:pathLst>
                <a:path w="207" h="143" extrusionOk="0">
                  <a:moveTo>
                    <a:pt x="175" y="0"/>
                  </a:moveTo>
                  <a:lnTo>
                    <a:pt x="175" y="0"/>
                  </a:lnTo>
                  <a:lnTo>
                    <a:pt x="158" y="0"/>
                  </a:lnTo>
                  <a:lnTo>
                    <a:pt x="127" y="17"/>
                  </a:lnTo>
                  <a:lnTo>
                    <a:pt x="112" y="17"/>
                  </a:lnTo>
                  <a:cubicBezTo>
                    <a:pt x="127" y="32"/>
                    <a:pt x="127" y="32"/>
                    <a:pt x="127" y="48"/>
                  </a:cubicBezTo>
                  <a:cubicBezTo>
                    <a:pt x="143" y="63"/>
                    <a:pt x="127" y="80"/>
                    <a:pt x="112" y="80"/>
                  </a:cubicBezTo>
                  <a:lnTo>
                    <a:pt x="95" y="80"/>
                  </a:lnTo>
                  <a:cubicBezTo>
                    <a:pt x="80" y="80"/>
                    <a:pt x="64" y="80"/>
                    <a:pt x="64" y="63"/>
                  </a:cubicBezTo>
                  <a:lnTo>
                    <a:pt x="64" y="63"/>
                  </a:lnTo>
                  <a:lnTo>
                    <a:pt x="32" y="80"/>
                  </a:lnTo>
                  <a:lnTo>
                    <a:pt x="32" y="80"/>
                  </a:lnTo>
                  <a:cubicBezTo>
                    <a:pt x="17" y="80"/>
                    <a:pt x="1" y="111"/>
                    <a:pt x="17" y="126"/>
                  </a:cubicBezTo>
                  <a:cubicBezTo>
                    <a:pt x="17" y="126"/>
                    <a:pt x="32" y="143"/>
                    <a:pt x="49" y="143"/>
                  </a:cubicBezTo>
                  <a:cubicBezTo>
                    <a:pt x="49" y="143"/>
                    <a:pt x="64" y="143"/>
                    <a:pt x="64" y="126"/>
                  </a:cubicBezTo>
                  <a:lnTo>
                    <a:pt x="80" y="126"/>
                  </a:lnTo>
                  <a:lnTo>
                    <a:pt x="190" y="63"/>
                  </a:lnTo>
                  <a:lnTo>
                    <a:pt x="190" y="48"/>
                  </a:lnTo>
                  <a:lnTo>
                    <a:pt x="206" y="0"/>
                  </a:lnTo>
                  <a:lnTo>
                    <a:pt x="17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6" name="Google Shape;1756;p38"/>
            <p:cNvSpPr/>
            <p:nvPr/>
          </p:nvSpPr>
          <p:spPr>
            <a:xfrm>
              <a:off x="3189521" y="1798272"/>
              <a:ext cx="3053" cy="2544"/>
            </a:xfrm>
            <a:custGeom>
              <a:avLst/>
              <a:gdLst/>
              <a:ahLst/>
              <a:cxnLst/>
              <a:rect l="l" t="t" r="r" b="b"/>
              <a:pathLst>
                <a:path w="96" h="80" extrusionOk="0">
                  <a:moveTo>
                    <a:pt x="48" y="1"/>
                  </a:moveTo>
                  <a:lnTo>
                    <a:pt x="48" y="1"/>
                  </a:lnTo>
                  <a:cubicBezTo>
                    <a:pt x="48" y="16"/>
                    <a:pt x="17" y="32"/>
                    <a:pt x="1" y="32"/>
                  </a:cubicBezTo>
                  <a:lnTo>
                    <a:pt x="1" y="48"/>
                  </a:lnTo>
                  <a:cubicBezTo>
                    <a:pt x="1" y="64"/>
                    <a:pt x="17" y="79"/>
                    <a:pt x="32" y="79"/>
                  </a:cubicBezTo>
                  <a:lnTo>
                    <a:pt x="32" y="79"/>
                  </a:lnTo>
                  <a:lnTo>
                    <a:pt x="80" y="64"/>
                  </a:lnTo>
                  <a:lnTo>
                    <a:pt x="95" y="64"/>
                  </a:lnTo>
                  <a:lnTo>
                    <a:pt x="95" y="64"/>
                  </a:lnTo>
                  <a:cubicBezTo>
                    <a:pt x="80" y="48"/>
                    <a:pt x="64" y="32"/>
                    <a:pt x="80" y="16"/>
                  </a:cubicBezTo>
                  <a:lnTo>
                    <a:pt x="95" y="16"/>
                  </a:lnTo>
                  <a:cubicBezTo>
                    <a:pt x="80" y="16"/>
                    <a:pt x="64" y="16"/>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7" name="Google Shape;1757;p38"/>
            <p:cNvSpPr/>
            <p:nvPr/>
          </p:nvSpPr>
          <p:spPr>
            <a:xfrm>
              <a:off x="3081802" y="1808799"/>
              <a:ext cx="5534" cy="5025"/>
            </a:xfrm>
            <a:custGeom>
              <a:avLst/>
              <a:gdLst/>
              <a:ahLst/>
              <a:cxnLst/>
              <a:rect l="l" t="t" r="r" b="b"/>
              <a:pathLst>
                <a:path w="174" h="158" extrusionOk="0">
                  <a:moveTo>
                    <a:pt x="95" y="0"/>
                  </a:moveTo>
                  <a:lnTo>
                    <a:pt x="95" y="16"/>
                  </a:lnTo>
                  <a:cubicBezTo>
                    <a:pt x="110" y="32"/>
                    <a:pt x="95" y="48"/>
                    <a:pt x="79" y="48"/>
                  </a:cubicBezTo>
                  <a:cubicBezTo>
                    <a:pt x="79" y="63"/>
                    <a:pt x="79" y="63"/>
                    <a:pt x="64" y="63"/>
                  </a:cubicBezTo>
                  <a:cubicBezTo>
                    <a:pt x="64" y="63"/>
                    <a:pt x="64" y="48"/>
                    <a:pt x="47" y="48"/>
                  </a:cubicBezTo>
                  <a:cubicBezTo>
                    <a:pt x="47" y="63"/>
                    <a:pt x="47" y="80"/>
                    <a:pt x="32" y="80"/>
                  </a:cubicBezTo>
                  <a:lnTo>
                    <a:pt x="16" y="80"/>
                  </a:lnTo>
                  <a:lnTo>
                    <a:pt x="1" y="80"/>
                  </a:lnTo>
                  <a:cubicBezTo>
                    <a:pt x="1" y="95"/>
                    <a:pt x="16" y="95"/>
                    <a:pt x="32" y="95"/>
                  </a:cubicBezTo>
                  <a:lnTo>
                    <a:pt x="32" y="95"/>
                  </a:lnTo>
                  <a:lnTo>
                    <a:pt x="47" y="95"/>
                  </a:lnTo>
                  <a:lnTo>
                    <a:pt x="47" y="111"/>
                  </a:lnTo>
                  <a:lnTo>
                    <a:pt x="47" y="111"/>
                  </a:lnTo>
                  <a:cubicBezTo>
                    <a:pt x="47" y="126"/>
                    <a:pt x="64" y="126"/>
                    <a:pt x="64" y="126"/>
                  </a:cubicBezTo>
                  <a:lnTo>
                    <a:pt x="110" y="158"/>
                  </a:lnTo>
                  <a:lnTo>
                    <a:pt x="142" y="158"/>
                  </a:lnTo>
                  <a:lnTo>
                    <a:pt x="142" y="158"/>
                  </a:lnTo>
                  <a:lnTo>
                    <a:pt x="158" y="158"/>
                  </a:lnTo>
                  <a:cubicBezTo>
                    <a:pt x="158" y="158"/>
                    <a:pt x="173" y="158"/>
                    <a:pt x="173" y="143"/>
                  </a:cubicBezTo>
                  <a:lnTo>
                    <a:pt x="158" y="143"/>
                  </a:lnTo>
                  <a:cubicBezTo>
                    <a:pt x="127" y="126"/>
                    <a:pt x="127" y="111"/>
                    <a:pt x="127" y="95"/>
                  </a:cubicBezTo>
                  <a:cubicBezTo>
                    <a:pt x="142" y="80"/>
                    <a:pt x="142" y="80"/>
                    <a:pt x="158" y="80"/>
                  </a:cubicBezTo>
                  <a:lnTo>
                    <a:pt x="173" y="80"/>
                  </a:lnTo>
                  <a:lnTo>
                    <a:pt x="173" y="80"/>
                  </a:lnTo>
                  <a:lnTo>
                    <a:pt x="158" y="48"/>
                  </a:lnTo>
                  <a:cubicBezTo>
                    <a:pt x="158" y="48"/>
                    <a:pt x="158" y="32"/>
                    <a:pt x="142" y="32"/>
                  </a:cubicBezTo>
                  <a:cubicBezTo>
                    <a:pt x="142" y="16"/>
                    <a:pt x="127"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8" name="Google Shape;1758;p38"/>
            <p:cNvSpPr/>
            <p:nvPr/>
          </p:nvSpPr>
          <p:spPr>
            <a:xfrm>
              <a:off x="3425568" y="1772702"/>
              <a:ext cx="4516" cy="2576"/>
            </a:xfrm>
            <a:custGeom>
              <a:avLst/>
              <a:gdLst/>
              <a:ahLst/>
              <a:cxnLst/>
              <a:rect l="l" t="t" r="r" b="b"/>
              <a:pathLst>
                <a:path w="142" h="81" extrusionOk="0">
                  <a:moveTo>
                    <a:pt x="32" y="1"/>
                  </a:moveTo>
                  <a:lnTo>
                    <a:pt x="32" y="1"/>
                  </a:lnTo>
                  <a:lnTo>
                    <a:pt x="15" y="1"/>
                  </a:lnTo>
                  <a:cubicBezTo>
                    <a:pt x="15" y="1"/>
                    <a:pt x="0" y="17"/>
                    <a:pt x="0" y="32"/>
                  </a:cubicBezTo>
                  <a:lnTo>
                    <a:pt x="0" y="49"/>
                  </a:lnTo>
                  <a:cubicBezTo>
                    <a:pt x="15" y="64"/>
                    <a:pt x="15" y="80"/>
                    <a:pt x="47" y="80"/>
                  </a:cubicBezTo>
                  <a:lnTo>
                    <a:pt x="47" y="80"/>
                  </a:lnTo>
                  <a:lnTo>
                    <a:pt x="126" y="80"/>
                  </a:lnTo>
                  <a:cubicBezTo>
                    <a:pt x="141" y="64"/>
                    <a:pt x="141" y="64"/>
                    <a:pt x="141" y="32"/>
                  </a:cubicBezTo>
                  <a:lnTo>
                    <a:pt x="141" y="32"/>
                  </a:lnTo>
                  <a:cubicBezTo>
                    <a:pt x="141" y="17"/>
                    <a:pt x="126" y="1"/>
                    <a:pt x="110" y="1"/>
                  </a:cubicBezTo>
                  <a:lnTo>
                    <a:pt x="110" y="1"/>
                  </a:lnTo>
                  <a:lnTo>
                    <a:pt x="95" y="1"/>
                  </a:lnTo>
                  <a:lnTo>
                    <a:pt x="63" y="17"/>
                  </a:lnTo>
                  <a:cubicBezTo>
                    <a:pt x="63" y="1"/>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59" name="Google Shape;1759;p38"/>
            <p:cNvSpPr/>
            <p:nvPr/>
          </p:nvSpPr>
          <p:spPr>
            <a:xfrm>
              <a:off x="3167481" y="1797763"/>
              <a:ext cx="7569" cy="4548"/>
            </a:xfrm>
            <a:custGeom>
              <a:avLst/>
              <a:gdLst/>
              <a:ahLst/>
              <a:cxnLst/>
              <a:rect l="l" t="t" r="r" b="b"/>
              <a:pathLst>
                <a:path w="238" h="143" extrusionOk="0">
                  <a:moveTo>
                    <a:pt x="32" y="0"/>
                  </a:moveTo>
                  <a:lnTo>
                    <a:pt x="32" y="0"/>
                  </a:lnTo>
                  <a:lnTo>
                    <a:pt x="32" y="0"/>
                  </a:lnTo>
                  <a:cubicBezTo>
                    <a:pt x="17" y="0"/>
                    <a:pt x="0" y="17"/>
                    <a:pt x="0" y="32"/>
                  </a:cubicBezTo>
                  <a:lnTo>
                    <a:pt x="0" y="80"/>
                  </a:lnTo>
                  <a:cubicBezTo>
                    <a:pt x="0" y="95"/>
                    <a:pt x="0" y="111"/>
                    <a:pt x="17" y="111"/>
                  </a:cubicBezTo>
                  <a:cubicBezTo>
                    <a:pt x="17" y="127"/>
                    <a:pt x="32" y="127"/>
                    <a:pt x="32" y="127"/>
                  </a:cubicBezTo>
                  <a:lnTo>
                    <a:pt x="32" y="127"/>
                  </a:lnTo>
                  <a:cubicBezTo>
                    <a:pt x="48" y="127"/>
                    <a:pt x="48" y="111"/>
                    <a:pt x="63" y="111"/>
                  </a:cubicBezTo>
                  <a:lnTo>
                    <a:pt x="63" y="111"/>
                  </a:lnTo>
                  <a:lnTo>
                    <a:pt x="63" y="111"/>
                  </a:lnTo>
                  <a:lnTo>
                    <a:pt x="80" y="127"/>
                  </a:lnTo>
                  <a:cubicBezTo>
                    <a:pt x="95" y="127"/>
                    <a:pt x="95" y="143"/>
                    <a:pt x="111" y="143"/>
                  </a:cubicBezTo>
                  <a:lnTo>
                    <a:pt x="111" y="143"/>
                  </a:lnTo>
                  <a:cubicBezTo>
                    <a:pt x="126" y="143"/>
                    <a:pt x="126" y="127"/>
                    <a:pt x="126" y="127"/>
                  </a:cubicBezTo>
                  <a:lnTo>
                    <a:pt x="143" y="127"/>
                  </a:lnTo>
                  <a:lnTo>
                    <a:pt x="206" y="95"/>
                  </a:lnTo>
                  <a:lnTo>
                    <a:pt x="221" y="95"/>
                  </a:lnTo>
                  <a:lnTo>
                    <a:pt x="221" y="80"/>
                  </a:lnTo>
                  <a:cubicBezTo>
                    <a:pt x="237" y="80"/>
                    <a:pt x="237" y="64"/>
                    <a:pt x="221" y="64"/>
                  </a:cubicBezTo>
                  <a:lnTo>
                    <a:pt x="221" y="48"/>
                  </a:lnTo>
                  <a:lnTo>
                    <a:pt x="221" y="48"/>
                  </a:lnTo>
                  <a:cubicBezTo>
                    <a:pt x="206" y="32"/>
                    <a:pt x="206" y="32"/>
                    <a:pt x="189" y="32"/>
                  </a:cubicBezTo>
                  <a:lnTo>
                    <a:pt x="189" y="32"/>
                  </a:lnTo>
                  <a:lnTo>
                    <a:pt x="174" y="48"/>
                  </a:lnTo>
                  <a:lnTo>
                    <a:pt x="111" y="64"/>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0" name="Google Shape;1760;p38"/>
            <p:cNvSpPr/>
            <p:nvPr/>
          </p:nvSpPr>
          <p:spPr>
            <a:xfrm>
              <a:off x="3409507" y="1775246"/>
              <a:ext cx="4548" cy="3498"/>
            </a:xfrm>
            <a:custGeom>
              <a:avLst/>
              <a:gdLst/>
              <a:ahLst/>
              <a:cxnLst/>
              <a:rect l="l" t="t" r="r" b="b"/>
              <a:pathLst>
                <a:path w="143" h="110" extrusionOk="0">
                  <a:moveTo>
                    <a:pt x="111" y="0"/>
                  </a:moveTo>
                  <a:lnTo>
                    <a:pt x="111" y="0"/>
                  </a:lnTo>
                  <a:lnTo>
                    <a:pt x="95" y="0"/>
                  </a:lnTo>
                  <a:lnTo>
                    <a:pt x="48" y="32"/>
                  </a:lnTo>
                  <a:lnTo>
                    <a:pt x="32" y="32"/>
                  </a:lnTo>
                  <a:lnTo>
                    <a:pt x="16" y="47"/>
                  </a:lnTo>
                  <a:cubicBezTo>
                    <a:pt x="1" y="47"/>
                    <a:pt x="1" y="63"/>
                    <a:pt x="1" y="78"/>
                  </a:cubicBezTo>
                  <a:lnTo>
                    <a:pt x="1" y="78"/>
                  </a:lnTo>
                  <a:cubicBezTo>
                    <a:pt x="16" y="78"/>
                    <a:pt x="32" y="95"/>
                    <a:pt x="32" y="110"/>
                  </a:cubicBezTo>
                  <a:lnTo>
                    <a:pt x="48" y="110"/>
                  </a:lnTo>
                  <a:lnTo>
                    <a:pt x="48" y="95"/>
                  </a:lnTo>
                  <a:lnTo>
                    <a:pt x="48" y="95"/>
                  </a:lnTo>
                  <a:lnTo>
                    <a:pt x="64" y="110"/>
                  </a:lnTo>
                  <a:lnTo>
                    <a:pt x="79" y="110"/>
                  </a:lnTo>
                  <a:lnTo>
                    <a:pt x="79" y="110"/>
                  </a:lnTo>
                  <a:lnTo>
                    <a:pt x="79" y="95"/>
                  </a:lnTo>
                  <a:cubicBezTo>
                    <a:pt x="79" y="78"/>
                    <a:pt x="95" y="63"/>
                    <a:pt x="111" y="63"/>
                  </a:cubicBezTo>
                  <a:lnTo>
                    <a:pt x="111" y="63"/>
                  </a:lnTo>
                  <a:lnTo>
                    <a:pt x="127" y="63"/>
                  </a:lnTo>
                  <a:lnTo>
                    <a:pt x="142" y="78"/>
                  </a:lnTo>
                  <a:lnTo>
                    <a:pt x="142" y="63"/>
                  </a:lnTo>
                  <a:lnTo>
                    <a:pt x="142" y="32"/>
                  </a:lnTo>
                  <a:cubicBezTo>
                    <a:pt x="142" y="15"/>
                    <a:pt x="142" y="15"/>
                    <a:pt x="127" y="0"/>
                  </a:cubicBezTo>
                  <a:lnTo>
                    <a:pt x="12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1" name="Google Shape;1761;p38"/>
            <p:cNvSpPr/>
            <p:nvPr/>
          </p:nvSpPr>
          <p:spPr>
            <a:xfrm>
              <a:off x="3403496" y="1793279"/>
              <a:ext cx="4039" cy="2035"/>
            </a:xfrm>
            <a:custGeom>
              <a:avLst/>
              <a:gdLst/>
              <a:ahLst/>
              <a:cxnLst/>
              <a:rect l="l" t="t" r="r" b="b"/>
              <a:pathLst>
                <a:path w="127" h="64" extrusionOk="0">
                  <a:moveTo>
                    <a:pt x="16" y="47"/>
                  </a:moveTo>
                  <a:lnTo>
                    <a:pt x="1" y="63"/>
                  </a:lnTo>
                  <a:lnTo>
                    <a:pt x="16" y="63"/>
                  </a:lnTo>
                  <a:lnTo>
                    <a:pt x="16" y="47"/>
                  </a:lnTo>
                  <a:close/>
                  <a:moveTo>
                    <a:pt x="79" y="0"/>
                  </a:moveTo>
                  <a:lnTo>
                    <a:pt x="79" y="15"/>
                  </a:lnTo>
                  <a:lnTo>
                    <a:pt x="79" y="47"/>
                  </a:lnTo>
                  <a:lnTo>
                    <a:pt x="127" y="32"/>
                  </a:lnTo>
                  <a:lnTo>
                    <a:pt x="110" y="15"/>
                  </a:lnTo>
                  <a:lnTo>
                    <a:pt x="110" y="0"/>
                  </a:lnTo>
                  <a:lnTo>
                    <a:pt x="95" y="0"/>
                  </a:ln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2" name="Google Shape;1762;p38"/>
            <p:cNvSpPr/>
            <p:nvPr/>
          </p:nvSpPr>
          <p:spPr>
            <a:xfrm>
              <a:off x="3072801" y="1809308"/>
              <a:ext cx="2512" cy="4516"/>
            </a:xfrm>
            <a:custGeom>
              <a:avLst/>
              <a:gdLst/>
              <a:ahLst/>
              <a:cxnLst/>
              <a:rect l="l" t="t" r="r" b="b"/>
              <a:pathLst>
                <a:path w="79" h="142" extrusionOk="0">
                  <a:moveTo>
                    <a:pt x="47" y="0"/>
                  </a:moveTo>
                  <a:lnTo>
                    <a:pt x="32" y="0"/>
                  </a:lnTo>
                  <a:cubicBezTo>
                    <a:pt x="15" y="0"/>
                    <a:pt x="15" y="16"/>
                    <a:pt x="15" y="32"/>
                  </a:cubicBezTo>
                  <a:lnTo>
                    <a:pt x="0" y="95"/>
                  </a:lnTo>
                  <a:cubicBezTo>
                    <a:pt x="0" y="110"/>
                    <a:pt x="15" y="127"/>
                    <a:pt x="32" y="142"/>
                  </a:cubicBezTo>
                  <a:lnTo>
                    <a:pt x="32" y="142"/>
                  </a:lnTo>
                  <a:cubicBezTo>
                    <a:pt x="47" y="142"/>
                    <a:pt x="63" y="127"/>
                    <a:pt x="63" y="110"/>
                  </a:cubicBezTo>
                  <a:lnTo>
                    <a:pt x="78" y="47"/>
                  </a:lnTo>
                  <a:cubicBezTo>
                    <a:pt x="78" y="32"/>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3" name="Google Shape;1763;p38"/>
            <p:cNvSpPr/>
            <p:nvPr/>
          </p:nvSpPr>
          <p:spPr>
            <a:xfrm>
              <a:off x="3019148" y="1808290"/>
              <a:ext cx="3562" cy="5534"/>
            </a:xfrm>
            <a:custGeom>
              <a:avLst/>
              <a:gdLst/>
              <a:ahLst/>
              <a:cxnLst/>
              <a:rect l="l" t="t" r="r" b="b"/>
              <a:pathLst>
                <a:path w="112" h="174" extrusionOk="0">
                  <a:moveTo>
                    <a:pt x="32" y="1"/>
                  </a:moveTo>
                  <a:lnTo>
                    <a:pt x="32" y="1"/>
                  </a:lnTo>
                  <a:lnTo>
                    <a:pt x="17" y="1"/>
                  </a:lnTo>
                  <a:cubicBezTo>
                    <a:pt x="1" y="16"/>
                    <a:pt x="1" y="48"/>
                    <a:pt x="17" y="64"/>
                  </a:cubicBezTo>
                  <a:lnTo>
                    <a:pt x="17" y="64"/>
                  </a:lnTo>
                  <a:lnTo>
                    <a:pt x="17" y="64"/>
                  </a:lnTo>
                  <a:lnTo>
                    <a:pt x="17" y="79"/>
                  </a:lnTo>
                  <a:cubicBezTo>
                    <a:pt x="17" y="96"/>
                    <a:pt x="1" y="96"/>
                    <a:pt x="1" y="96"/>
                  </a:cubicBezTo>
                  <a:cubicBezTo>
                    <a:pt x="17" y="127"/>
                    <a:pt x="32" y="142"/>
                    <a:pt x="32" y="174"/>
                  </a:cubicBezTo>
                  <a:cubicBezTo>
                    <a:pt x="64" y="142"/>
                    <a:pt x="80" y="111"/>
                    <a:pt x="95" y="96"/>
                  </a:cubicBezTo>
                  <a:cubicBezTo>
                    <a:pt x="112" y="64"/>
                    <a:pt x="95" y="48"/>
                    <a:pt x="80" y="32"/>
                  </a:cubicBezTo>
                  <a:lnTo>
                    <a:pt x="80" y="32"/>
                  </a:lnTo>
                  <a:lnTo>
                    <a:pt x="80" y="32"/>
                  </a:lnTo>
                  <a:lnTo>
                    <a:pt x="64" y="16"/>
                  </a:lnTo>
                  <a:cubicBezTo>
                    <a:pt x="64"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4" name="Google Shape;1764;p38"/>
            <p:cNvSpPr/>
            <p:nvPr/>
          </p:nvSpPr>
          <p:spPr>
            <a:xfrm>
              <a:off x="3180488" y="1816337"/>
              <a:ext cx="3053" cy="6042"/>
            </a:xfrm>
            <a:custGeom>
              <a:avLst/>
              <a:gdLst/>
              <a:ahLst/>
              <a:cxnLst/>
              <a:rect l="l" t="t" r="r" b="b"/>
              <a:pathLst>
                <a:path w="96" h="190" extrusionOk="0">
                  <a:moveTo>
                    <a:pt x="49" y="0"/>
                  </a:moveTo>
                  <a:lnTo>
                    <a:pt x="49" y="0"/>
                  </a:lnTo>
                  <a:lnTo>
                    <a:pt x="49" y="0"/>
                  </a:lnTo>
                  <a:cubicBezTo>
                    <a:pt x="32" y="0"/>
                    <a:pt x="32" y="15"/>
                    <a:pt x="17" y="32"/>
                  </a:cubicBezTo>
                  <a:lnTo>
                    <a:pt x="17" y="32"/>
                  </a:lnTo>
                  <a:lnTo>
                    <a:pt x="17" y="63"/>
                  </a:lnTo>
                  <a:lnTo>
                    <a:pt x="17" y="63"/>
                  </a:lnTo>
                  <a:lnTo>
                    <a:pt x="17" y="63"/>
                  </a:lnTo>
                  <a:cubicBezTo>
                    <a:pt x="32" y="63"/>
                    <a:pt x="49" y="63"/>
                    <a:pt x="49" y="78"/>
                  </a:cubicBezTo>
                  <a:cubicBezTo>
                    <a:pt x="64" y="95"/>
                    <a:pt x="49" y="110"/>
                    <a:pt x="32" y="126"/>
                  </a:cubicBezTo>
                  <a:lnTo>
                    <a:pt x="1" y="126"/>
                  </a:lnTo>
                  <a:cubicBezTo>
                    <a:pt x="17" y="141"/>
                    <a:pt x="17" y="158"/>
                    <a:pt x="1" y="173"/>
                  </a:cubicBezTo>
                  <a:lnTo>
                    <a:pt x="1" y="173"/>
                  </a:lnTo>
                  <a:lnTo>
                    <a:pt x="1" y="189"/>
                  </a:lnTo>
                  <a:lnTo>
                    <a:pt x="17" y="189"/>
                  </a:lnTo>
                  <a:cubicBezTo>
                    <a:pt x="32" y="189"/>
                    <a:pt x="49" y="173"/>
                    <a:pt x="49" y="158"/>
                  </a:cubicBezTo>
                  <a:lnTo>
                    <a:pt x="80" y="47"/>
                  </a:lnTo>
                  <a:cubicBezTo>
                    <a:pt x="95" y="32"/>
                    <a:pt x="80" y="15"/>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5" name="Google Shape;1765;p38"/>
            <p:cNvSpPr/>
            <p:nvPr/>
          </p:nvSpPr>
          <p:spPr>
            <a:xfrm>
              <a:off x="3190538" y="1794742"/>
              <a:ext cx="5534" cy="4580"/>
            </a:xfrm>
            <a:custGeom>
              <a:avLst/>
              <a:gdLst/>
              <a:ahLst/>
              <a:cxnLst/>
              <a:rect l="l" t="t" r="r" b="b"/>
              <a:pathLst>
                <a:path w="174" h="144" extrusionOk="0">
                  <a:moveTo>
                    <a:pt x="63" y="1"/>
                  </a:moveTo>
                  <a:lnTo>
                    <a:pt x="48" y="1"/>
                  </a:lnTo>
                  <a:lnTo>
                    <a:pt x="48" y="1"/>
                  </a:lnTo>
                  <a:cubicBezTo>
                    <a:pt x="32" y="1"/>
                    <a:pt x="16" y="17"/>
                    <a:pt x="0" y="32"/>
                  </a:cubicBezTo>
                  <a:lnTo>
                    <a:pt x="0" y="32"/>
                  </a:lnTo>
                  <a:lnTo>
                    <a:pt x="0" y="32"/>
                  </a:lnTo>
                  <a:lnTo>
                    <a:pt x="0" y="49"/>
                  </a:lnTo>
                  <a:cubicBezTo>
                    <a:pt x="0" y="49"/>
                    <a:pt x="16" y="49"/>
                    <a:pt x="16" y="32"/>
                  </a:cubicBezTo>
                  <a:lnTo>
                    <a:pt x="32" y="32"/>
                  </a:lnTo>
                  <a:lnTo>
                    <a:pt x="32" y="32"/>
                  </a:lnTo>
                  <a:cubicBezTo>
                    <a:pt x="48" y="32"/>
                    <a:pt x="63" y="49"/>
                    <a:pt x="63" y="49"/>
                  </a:cubicBezTo>
                  <a:cubicBezTo>
                    <a:pt x="63" y="80"/>
                    <a:pt x="63" y="95"/>
                    <a:pt x="48" y="95"/>
                  </a:cubicBezTo>
                  <a:cubicBezTo>
                    <a:pt x="32" y="95"/>
                    <a:pt x="32" y="112"/>
                    <a:pt x="16" y="112"/>
                  </a:cubicBezTo>
                  <a:lnTo>
                    <a:pt x="32" y="112"/>
                  </a:lnTo>
                  <a:cubicBezTo>
                    <a:pt x="32" y="127"/>
                    <a:pt x="48" y="127"/>
                    <a:pt x="63" y="127"/>
                  </a:cubicBezTo>
                  <a:cubicBezTo>
                    <a:pt x="63" y="127"/>
                    <a:pt x="63" y="112"/>
                    <a:pt x="79" y="112"/>
                  </a:cubicBezTo>
                  <a:lnTo>
                    <a:pt x="79" y="112"/>
                  </a:lnTo>
                  <a:cubicBezTo>
                    <a:pt x="79" y="112"/>
                    <a:pt x="95" y="112"/>
                    <a:pt x="95" y="127"/>
                  </a:cubicBezTo>
                  <a:lnTo>
                    <a:pt x="126" y="143"/>
                  </a:lnTo>
                  <a:lnTo>
                    <a:pt x="126" y="143"/>
                  </a:lnTo>
                  <a:lnTo>
                    <a:pt x="158" y="95"/>
                  </a:lnTo>
                  <a:cubicBezTo>
                    <a:pt x="174" y="95"/>
                    <a:pt x="174" y="80"/>
                    <a:pt x="174" y="64"/>
                  </a:cubicBezTo>
                  <a:cubicBezTo>
                    <a:pt x="174" y="49"/>
                    <a:pt x="158" y="49"/>
                    <a:pt x="142" y="49"/>
                  </a:cubicBezTo>
                  <a:lnTo>
                    <a:pt x="126" y="49"/>
                  </a:lnTo>
                  <a:lnTo>
                    <a:pt x="126" y="32"/>
                  </a:lnTo>
                  <a:lnTo>
                    <a:pt x="126" y="32"/>
                  </a:lnTo>
                  <a:cubicBezTo>
                    <a:pt x="111"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6" name="Google Shape;1766;p38"/>
            <p:cNvSpPr/>
            <p:nvPr/>
          </p:nvSpPr>
          <p:spPr>
            <a:xfrm>
              <a:off x="3082819" y="1806287"/>
              <a:ext cx="2512" cy="4548"/>
            </a:xfrm>
            <a:custGeom>
              <a:avLst/>
              <a:gdLst/>
              <a:ahLst/>
              <a:cxnLst/>
              <a:rect l="l" t="t" r="r" b="b"/>
              <a:pathLst>
                <a:path w="79" h="143" extrusionOk="0">
                  <a:moveTo>
                    <a:pt x="15" y="1"/>
                  </a:moveTo>
                  <a:lnTo>
                    <a:pt x="15" y="1"/>
                  </a:lnTo>
                  <a:lnTo>
                    <a:pt x="0" y="16"/>
                  </a:lnTo>
                  <a:lnTo>
                    <a:pt x="0" y="16"/>
                  </a:lnTo>
                  <a:lnTo>
                    <a:pt x="15" y="32"/>
                  </a:lnTo>
                  <a:cubicBezTo>
                    <a:pt x="32" y="48"/>
                    <a:pt x="15" y="79"/>
                    <a:pt x="0" y="95"/>
                  </a:cubicBezTo>
                  <a:lnTo>
                    <a:pt x="0" y="95"/>
                  </a:lnTo>
                  <a:lnTo>
                    <a:pt x="0" y="95"/>
                  </a:lnTo>
                  <a:lnTo>
                    <a:pt x="15" y="111"/>
                  </a:lnTo>
                  <a:lnTo>
                    <a:pt x="15" y="127"/>
                  </a:lnTo>
                  <a:cubicBezTo>
                    <a:pt x="32" y="127"/>
                    <a:pt x="32" y="142"/>
                    <a:pt x="32" y="142"/>
                  </a:cubicBezTo>
                  <a:cubicBezTo>
                    <a:pt x="47" y="142"/>
                    <a:pt x="47" y="142"/>
                    <a:pt x="47" y="127"/>
                  </a:cubicBezTo>
                  <a:cubicBezTo>
                    <a:pt x="63" y="127"/>
                    <a:pt x="78" y="111"/>
                    <a:pt x="63" y="95"/>
                  </a:cubicBezTo>
                  <a:lnTo>
                    <a:pt x="63" y="79"/>
                  </a:lnTo>
                  <a:lnTo>
                    <a:pt x="47" y="32"/>
                  </a:lnTo>
                  <a:cubicBezTo>
                    <a:pt x="47" y="16"/>
                    <a:pt x="32" y="1"/>
                    <a:pt x="1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7" name="Google Shape;1767;p38"/>
            <p:cNvSpPr/>
            <p:nvPr/>
          </p:nvSpPr>
          <p:spPr>
            <a:xfrm>
              <a:off x="3133928" y="1800276"/>
              <a:ext cx="3021" cy="4039"/>
            </a:xfrm>
            <a:custGeom>
              <a:avLst/>
              <a:gdLst/>
              <a:ahLst/>
              <a:cxnLst/>
              <a:rect l="l" t="t" r="r" b="b"/>
              <a:pathLst>
                <a:path w="95" h="127" extrusionOk="0">
                  <a:moveTo>
                    <a:pt x="32" y="1"/>
                  </a:moveTo>
                  <a:lnTo>
                    <a:pt x="32" y="1"/>
                  </a:lnTo>
                  <a:lnTo>
                    <a:pt x="32" y="1"/>
                  </a:lnTo>
                  <a:cubicBezTo>
                    <a:pt x="0" y="16"/>
                    <a:pt x="0" y="32"/>
                    <a:pt x="0" y="48"/>
                  </a:cubicBezTo>
                  <a:lnTo>
                    <a:pt x="32" y="111"/>
                  </a:lnTo>
                  <a:cubicBezTo>
                    <a:pt x="32" y="127"/>
                    <a:pt x="47" y="127"/>
                    <a:pt x="63" y="127"/>
                  </a:cubicBezTo>
                  <a:lnTo>
                    <a:pt x="63" y="127"/>
                  </a:lnTo>
                  <a:cubicBezTo>
                    <a:pt x="95" y="127"/>
                    <a:pt x="95" y="111"/>
                    <a:pt x="95" y="95"/>
                  </a:cubicBezTo>
                  <a:lnTo>
                    <a:pt x="63" y="32"/>
                  </a:lnTo>
                  <a:cubicBezTo>
                    <a:pt x="63" y="16"/>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8" name="Google Shape;1768;p38"/>
            <p:cNvSpPr/>
            <p:nvPr/>
          </p:nvSpPr>
          <p:spPr>
            <a:xfrm>
              <a:off x="3280225" y="1803774"/>
              <a:ext cx="6074" cy="2544"/>
            </a:xfrm>
            <a:custGeom>
              <a:avLst/>
              <a:gdLst/>
              <a:ahLst/>
              <a:cxnLst/>
              <a:rect l="l" t="t" r="r" b="b"/>
              <a:pathLst>
                <a:path w="191" h="80" extrusionOk="0">
                  <a:moveTo>
                    <a:pt x="142" y="1"/>
                  </a:moveTo>
                  <a:lnTo>
                    <a:pt x="32" y="17"/>
                  </a:lnTo>
                  <a:cubicBezTo>
                    <a:pt x="16" y="17"/>
                    <a:pt x="1" y="32"/>
                    <a:pt x="1" y="48"/>
                  </a:cubicBezTo>
                  <a:cubicBezTo>
                    <a:pt x="1" y="80"/>
                    <a:pt x="16" y="80"/>
                    <a:pt x="32" y="80"/>
                  </a:cubicBezTo>
                  <a:lnTo>
                    <a:pt x="32" y="80"/>
                  </a:lnTo>
                  <a:lnTo>
                    <a:pt x="159" y="80"/>
                  </a:lnTo>
                  <a:lnTo>
                    <a:pt x="174" y="80"/>
                  </a:lnTo>
                  <a:cubicBezTo>
                    <a:pt x="190" y="64"/>
                    <a:pt x="190" y="48"/>
                    <a:pt x="190" y="32"/>
                  </a:cubicBezTo>
                  <a:lnTo>
                    <a:pt x="190" y="32"/>
                  </a:lnTo>
                  <a:lnTo>
                    <a:pt x="159" y="32"/>
                  </a:lnTo>
                  <a:lnTo>
                    <a:pt x="14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69" name="Google Shape;1769;p38"/>
            <p:cNvSpPr/>
            <p:nvPr/>
          </p:nvSpPr>
          <p:spPr>
            <a:xfrm>
              <a:off x="3099325" y="1810803"/>
              <a:ext cx="2544" cy="4039"/>
            </a:xfrm>
            <a:custGeom>
              <a:avLst/>
              <a:gdLst/>
              <a:ahLst/>
              <a:cxnLst/>
              <a:rect l="l" t="t" r="r" b="b"/>
              <a:pathLst>
                <a:path w="80" h="127" extrusionOk="0">
                  <a:moveTo>
                    <a:pt x="32" y="0"/>
                  </a:moveTo>
                  <a:lnTo>
                    <a:pt x="32" y="0"/>
                  </a:lnTo>
                  <a:cubicBezTo>
                    <a:pt x="17" y="0"/>
                    <a:pt x="1" y="17"/>
                    <a:pt x="1" y="32"/>
                  </a:cubicBezTo>
                  <a:lnTo>
                    <a:pt x="17" y="95"/>
                  </a:lnTo>
                  <a:cubicBezTo>
                    <a:pt x="17" y="111"/>
                    <a:pt x="32" y="126"/>
                    <a:pt x="48" y="126"/>
                  </a:cubicBezTo>
                  <a:lnTo>
                    <a:pt x="48" y="126"/>
                  </a:lnTo>
                  <a:cubicBezTo>
                    <a:pt x="64" y="126"/>
                    <a:pt x="80" y="111"/>
                    <a:pt x="80" y="80"/>
                  </a:cubicBezTo>
                  <a:lnTo>
                    <a:pt x="80" y="32"/>
                  </a:lnTo>
                  <a:cubicBezTo>
                    <a:pt x="80" y="0"/>
                    <a:pt x="64"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0" name="Google Shape;1770;p38"/>
            <p:cNvSpPr/>
            <p:nvPr/>
          </p:nvSpPr>
          <p:spPr>
            <a:xfrm>
              <a:off x="3322333" y="1786727"/>
              <a:ext cx="4039" cy="3562"/>
            </a:xfrm>
            <a:custGeom>
              <a:avLst/>
              <a:gdLst/>
              <a:ahLst/>
              <a:cxnLst/>
              <a:rect l="l" t="t" r="r" b="b"/>
              <a:pathLst>
                <a:path w="127" h="112" extrusionOk="0">
                  <a:moveTo>
                    <a:pt x="32" y="1"/>
                  </a:moveTo>
                  <a:lnTo>
                    <a:pt x="32" y="1"/>
                  </a:lnTo>
                  <a:cubicBezTo>
                    <a:pt x="16" y="1"/>
                    <a:pt x="16" y="17"/>
                    <a:pt x="0" y="17"/>
                  </a:cubicBezTo>
                  <a:lnTo>
                    <a:pt x="0" y="49"/>
                  </a:lnTo>
                  <a:cubicBezTo>
                    <a:pt x="0" y="49"/>
                    <a:pt x="0" y="64"/>
                    <a:pt x="16" y="80"/>
                  </a:cubicBezTo>
                  <a:lnTo>
                    <a:pt x="79" y="112"/>
                  </a:lnTo>
                  <a:lnTo>
                    <a:pt x="95" y="112"/>
                  </a:lnTo>
                  <a:cubicBezTo>
                    <a:pt x="95" y="112"/>
                    <a:pt x="110" y="112"/>
                    <a:pt x="126" y="95"/>
                  </a:cubicBezTo>
                  <a:lnTo>
                    <a:pt x="126" y="95"/>
                  </a:lnTo>
                  <a:lnTo>
                    <a:pt x="110" y="95"/>
                  </a:lnTo>
                  <a:lnTo>
                    <a:pt x="95" y="95"/>
                  </a:lnTo>
                  <a:cubicBezTo>
                    <a:pt x="79" y="95"/>
                    <a:pt x="63" y="80"/>
                    <a:pt x="63" y="64"/>
                  </a:cubicBezTo>
                  <a:cubicBezTo>
                    <a:pt x="63" y="49"/>
                    <a:pt x="79" y="49"/>
                    <a:pt x="79" y="49"/>
                  </a:cubicBezTo>
                  <a:cubicBezTo>
                    <a:pt x="79" y="17"/>
                    <a:pt x="79" y="17"/>
                    <a:pt x="63"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1" name="Google Shape;1771;p38"/>
            <p:cNvSpPr/>
            <p:nvPr/>
          </p:nvSpPr>
          <p:spPr>
            <a:xfrm>
              <a:off x="3171011" y="1804792"/>
              <a:ext cx="6042" cy="3530"/>
            </a:xfrm>
            <a:custGeom>
              <a:avLst/>
              <a:gdLst/>
              <a:ahLst/>
              <a:cxnLst/>
              <a:rect l="l" t="t" r="r" b="b"/>
              <a:pathLst>
                <a:path w="190" h="111" extrusionOk="0">
                  <a:moveTo>
                    <a:pt x="158" y="0"/>
                  </a:moveTo>
                  <a:lnTo>
                    <a:pt x="158" y="0"/>
                  </a:lnTo>
                  <a:lnTo>
                    <a:pt x="141" y="0"/>
                  </a:lnTo>
                  <a:lnTo>
                    <a:pt x="32" y="32"/>
                  </a:lnTo>
                  <a:cubicBezTo>
                    <a:pt x="15" y="48"/>
                    <a:pt x="0" y="63"/>
                    <a:pt x="15" y="79"/>
                  </a:cubicBezTo>
                  <a:cubicBezTo>
                    <a:pt x="15" y="95"/>
                    <a:pt x="32" y="111"/>
                    <a:pt x="47" y="111"/>
                  </a:cubicBezTo>
                  <a:lnTo>
                    <a:pt x="47" y="111"/>
                  </a:lnTo>
                  <a:lnTo>
                    <a:pt x="173" y="63"/>
                  </a:lnTo>
                  <a:lnTo>
                    <a:pt x="189" y="63"/>
                  </a:lnTo>
                  <a:lnTo>
                    <a:pt x="189" y="32"/>
                  </a:lnTo>
                  <a:cubicBezTo>
                    <a:pt x="189" y="16"/>
                    <a:pt x="189" y="16"/>
                    <a:pt x="17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2" name="Google Shape;1772;p38"/>
            <p:cNvSpPr/>
            <p:nvPr/>
          </p:nvSpPr>
          <p:spPr>
            <a:xfrm>
              <a:off x="3294282" y="1791752"/>
              <a:ext cx="3498" cy="4039"/>
            </a:xfrm>
            <a:custGeom>
              <a:avLst/>
              <a:gdLst/>
              <a:ahLst/>
              <a:cxnLst/>
              <a:rect l="l" t="t" r="r" b="b"/>
              <a:pathLst>
                <a:path w="110" h="127" extrusionOk="0">
                  <a:moveTo>
                    <a:pt x="63" y="0"/>
                  </a:moveTo>
                  <a:lnTo>
                    <a:pt x="63" y="0"/>
                  </a:lnTo>
                  <a:cubicBezTo>
                    <a:pt x="47" y="0"/>
                    <a:pt x="47" y="17"/>
                    <a:pt x="32" y="32"/>
                  </a:cubicBezTo>
                  <a:lnTo>
                    <a:pt x="15" y="80"/>
                  </a:lnTo>
                  <a:cubicBezTo>
                    <a:pt x="0" y="95"/>
                    <a:pt x="15" y="111"/>
                    <a:pt x="32" y="126"/>
                  </a:cubicBezTo>
                  <a:lnTo>
                    <a:pt x="47" y="126"/>
                  </a:lnTo>
                  <a:cubicBezTo>
                    <a:pt x="63" y="126"/>
                    <a:pt x="63" y="111"/>
                    <a:pt x="78" y="111"/>
                  </a:cubicBezTo>
                  <a:lnTo>
                    <a:pt x="95" y="63"/>
                  </a:lnTo>
                  <a:cubicBezTo>
                    <a:pt x="110" y="32"/>
                    <a:pt x="95" y="17"/>
                    <a:pt x="78" y="17"/>
                  </a:cubicBezTo>
                  <a:cubicBezTo>
                    <a:pt x="78" y="0"/>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3" name="Google Shape;1773;p38"/>
            <p:cNvSpPr/>
            <p:nvPr/>
          </p:nvSpPr>
          <p:spPr>
            <a:xfrm>
              <a:off x="3037722" y="1818817"/>
              <a:ext cx="3498" cy="3021"/>
            </a:xfrm>
            <a:custGeom>
              <a:avLst/>
              <a:gdLst/>
              <a:ahLst/>
              <a:cxnLst/>
              <a:rect l="l" t="t" r="r" b="b"/>
              <a:pathLst>
                <a:path w="110" h="95" extrusionOk="0">
                  <a:moveTo>
                    <a:pt x="32" y="0"/>
                  </a:moveTo>
                  <a:lnTo>
                    <a:pt x="32" y="0"/>
                  </a:lnTo>
                  <a:cubicBezTo>
                    <a:pt x="15" y="0"/>
                    <a:pt x="0" y="17"/>
                    <a:pt x="0" y="32"/>
                  </a:cubicBezTo>
                  <a:lnTo>
                    <a:pt x="0" y="32"/>
                  </a:lnTo>
                  <a:lnTo>
                    <a:pt x="0" y="32"/>
                  </a:lnTo>
                  <a:lnTo>
                    <a:pt x="0" y="32"/>
                  </a:lnTo>
                  <a:cubicBezTo>
                    <a:pt x="15" y="32"/>
                    <a:pt x="32" y="48"/>
                    <a:pt x="32" y="48"/>
                  </a:cubicBezTo>
                  <a:lnTo>
                    <a:pt x="63" y="95"/>
                  </a:lnTo>
                  <a:lnTo>
                    <a:pt x="78" y="95"/>
                  </a:lnTo>
                  <a:lnTo>
                    <a:pt x="78" y="80"/>
                  </a:lnTo>
                  <a:lnTo>
                    <a:pt x="95" y="63"/>
                  </a:lnTo>
                  <a:cubicBezTo>
                    <a:pt x="110" y="48"/>
                    <a:pt x="110" y="32"/>
                    <a:pt x="95" y="32"/>
                  </a:cubicBezTo>
                  <a:cubicBezTo>
                    <a:pt x="95" y="17"/>
                    <a:pt x="78" y="17"/>
                    <a:pt x="78" y="17"/>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4" name="Google Shape;1774;p38"/>
            <p:cNvSpPr/>
            <p:nvPr/>
          </p:nvSpPr>
          <p:spPr>
            <a:xfrm>
              <a:off x="3153964" y="1816337"/>
              <a:ext cx="4039" cy="4516"/>
            </a:xfrm>
            <a:custGeom>
              <a:avLst/>
              <a:gdLst/>
              <a:ahLst/>
              <a:cxnLst/>
              <a:rect l="l" t="t" r="r" b="b"/>
              <a:pathLst>
                <a:path w="127" h="142" extrusionOk="0">
                  <a:moveTo>
                    <a:pt x="79" y="0"/>
                  </a:moveTo>
                  <a:lnTo>
                    <a:pt x="79" y="0"/>
                  </a:lnTo>
                  <a:cubicBezTo>
                    <a:pt x="79" y="15"/>
                    <a:pt x="64" y="15"/>
                    <a:pt x="64" y="15"/>
                  </a:cubicBezTo>
                  <a:lnTo>
                    <a:pt x="64" y="15"/>
                  </a:lnTo>
                  <a:cubicBezTo>
                    <a:pt x="47" y="15"/>
                    <a:pt x="47" y="32"/>
                    <a:pt x="47" y="47"/>
                  </a:cubicBezTo>
                  <a:lnTo>
                    <a:pt x="47" y="63"/>
                  </a:lnTo>
                  <a:lnTo>
                    <a:pt x="16" y="78"/>
                  </a:lnTo>
                  <a:cubicBezTo>
                    <a:pt x="1" y="95"/>
                    <a:pt x="1" y="110"/>
                    <a:pt x="16" y="126"/>
                  </a:cubicBezTo>
                  <a:cubicBezTo>
                    <a:pt x="16" y="141"/>
                    <a:pt x="32" y="141"/>
                    <a:pt x="32" y="141"/>
                  </a:cubicBezTo>
                  <a:lnTo>
                    <a:pt x="47" y="141"/>
                  </a:lnTo>
                  <a:lnTo>
                    <a:pt x="64" y="141"/>
                  </a:lnTo>
                  <a:lnTo>
                    <a:pt x="110" y="95"/>
                  </a:lnTo>
                  <a:cubicBezTo>
                    <a:pt x="127" y="95"/>
                    <a:pt x="127" y="78"/>
                    <a:pt x="127" y="78"/>
                  </a:cubicBezTo>
                  <a:lnTo>
                    <a:pt x="127" y="63"/>
                  </a:lnTo>
                  <a:lnTo>
                    <a:pt x="110" y="32"/>
                  </a:lnTo>
                  <a:cubicBezTo>
                    <a:pt x="110" y="15"/>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5" name="Google Shape;1775;p38"/>
            <p:cNvSpPr/>
            <p:nvPr/>
          </p:nvSpPr>
          <p:spPr>
            <a:xfrm>
              <a:off x="3085809" y="1809785"/>
              <a:ext cx="5057" cy="4039"/>
            </a:xfrm>
            <a:custGeom>
              <a:avLst/>
              <a:gdLst/>
              <a:ahLst/>
              <a:cxnLst/>
              <a:rect l="l" t="t" r="r" b="b"/>
              <a:pathLst>
                <a:path w="159" h="127" extrusionOk="0">
                  <a:moveTo>
                    <a:pt x="110" y="1"/>
                  </a:moveTo>
                  <a:lnTo>
                    <a:pt x="95" y="1"/>
                  </a:lnTo>
                  <a:lnTo>
                    <a:pt x="95" y="1"/>
                  </a:lnTo>
                  <a:lnTo>
                    <a:pt x="95" y="1"/>
                  </a:lnTo>
                  <a:cubicBezTo>
                    <a:pt x="95" y="1"/>
                    <a:pt x="79" y="1"/>
                    <a:pt x="79" y="17"/>
                  </a:cubicBezTo>
                  <a:lnTo>
                    <a:pt x="64" y="49"/>
                  </a:lnTo>
                  <a:lnTo>
                    <a:pt x="47" y="49"/>
                  </a:lnTo>
                  <a:lnTo>
                    <a:pt x="47" y="49"/>
                  </a:lnTo>
                  <a:lnTo>
                    <a:pt x="32" y="49"/>
                  </a:lnTo>
                  <a:cubicBezTo>
                    <a:pt x="16" y="49"/>
                    <a:pt x="16" y="49"/>
                    <a:pt x="1" y="64"/>
                  </a:cubicBezTo>
                  <a:cubicBezTo>
                    <a:pt x="1" y="80"/>
                    <a:pt x="1" y="95"/>
                    <a:pt x="32" y="112"/>
                  </a:cubicBezTo>
                  <a:lnTo>
                    <a:pt x="47" y="112"/>
                  </a:lnTo>
                  <a:lnTo>
                    <a:pt x="64" y="112"/>
                  </a:lnTo>
                  <a:lnTo>
                    <a:pt x="64" y="127"/>
                  </a:lnTo>
                  <a:cubicBezTo>
                    <a:pt x="79" y="127"/>
                    <a:pt x="95" y="112"/>
                    <a:pt x="95" y="112"/>
                  </a:cubicBezTo>
                  <a:lnTo>
                    <a:pt x="95" y="95"/>
                  </a:lnTo>
                  <a:lnTo>
                    <a:pt x="110" y="95"/>
                  </a:lnTo>
                  <a:lnTo>
                    <a:pt x="127" y="95"/>
                  </a:lnTo>
                  <a:lnTo>
                    <a:pt x="142" y="80"/>
                  </a:lnTo>
                  <a:cubicBezTo>
                    <a:pt x="158" y="64"/>
                    <a:pt x="158" y="64"/>
                    <a:pt x="158" y="49"/>
                  </a:cubicBezTo>
                  <a:cubicBezTo>
                    <a:pt x="158" y="32"/>
                    <a:pt x="158" y="32"/>
                    <a:pt x="142" y="17"/>
                  </a:cubicBezTo>
                  <a:lnTo>
                    <a:pt x="12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6" name="Google Shape;1776;p38"/>
            <p:cNvSpPr/>
            <p:nvPr/>
          </p:nvSpPr>
          <p:spPr>
            <a:xfrm>
              <a:off x="3167004" y="1802279"/>
              <a:ext cx="4516" cy="3053"/>
            </a:xfrm>
            <a:custGeom>
              <a:avLst/>
              <a:gdLst/>
              <a:ahLst/>
              <a:cxnLst/>
              <a:rect l="l" t="t" r="r" b="b"/>
              <a:pathLst>
                <a:path w="142" h="96" extrusionOk="0">
                  <a:moveTo>
                    <a:pt x="110" y="1"/>
                  </a:moveTo>
                  <a:lnTo>
                    <a:pt x="95" y="1"/>
                  </a:lnTo>
                  <a:lnTo>
                    <a:pt x="95" y="16"/>
                  </a:lnTo>
                  <a:lnTo>
                    <a:pt x="32" y="32"/>
                  </a:lnTo>
                  <a:lnTo>
                    <a:pt x="15" y="32"/>
                  </a:lnTo>
                  <a:cubicBezTo>
                    <a:pt x="15" y="48"/>
                    <a:pt x="0" y="64"/>
                    <a:pt x="15" y="79"/>
                  </a:cubicBezTo>
                  <a:cubicBezTo>
                    <a:pt x="15" y="95"/>
                    <a:pt x="32" y="95"/>
                    <a:pt x="47" y="95"/>
                  </a:cubicBezTo>
                  <a:lnTo>
                    <a:pt x="63" y="95"/>
                  </a:lnTo>
                  <a:lnTo>
                    <a:pt x="78" y="79"/>
                  </a:lnTo>
                  <a:lnTo>
                    <a:pt x="110" y="79"/>
                  </a:lnTo>
                  <a:lnTo>
                    <a:pt x="110" y="79"/>
                  </a:lnTo>
                  <a:cubicBezTo>
                    <a:pt x="141" y="64"/>
                    <a:pt x="141" y="48"/>
                    <a:pt x="141" y="32"/>
                  </a:cubicBezTo>
                  <a:cubicBezTo>
                    <a:pt x="126" y="16"/>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7" name="Google Shape;1777;p38"/>
            <p:cNvSpPr/>
            <p:nvPr/>
          </p:nvSpPr>
          <p:spPr>
            <a:xfrm>
              <a:off x="3411001" y="1778713"/>
              <a:ext cx="2035" cy="2035"/>
            </a:xfrm>
            <a:custGeom>
              <a:avLst/>
              <a:gdLst/>
              <a:ahLst/>
              <a:cxnLst/>
              <a:rect l="l" t="t" r="r" b="b"/>
              <a:pathLst>
                <a:path w="64" h="64" extrusionOk="0">
                  <a:moveTo>
                    <a:pt x="32" y="1"/>
                  </a:moveTo>
                  <a:lnTo>
                    <a:pt x="32" y="1"/>
                  </a:lnTo>
                  <a:lnTo>
                    <a:pt x="17" y="1"/>
                  </a:lnTo>
                  <a:lnTo>
                    <a:pt x="1" y="17"/>
                  </a:lnTo>
                  <a:lnTo>
                    <a:pt x="1" y="49"/>
                  </a:lnTo>
                  <a:lnTo>
                    <a:pt x="1" y="49"/>
                  </a:lnTo>
                  <a:cubicBezTo>
                    <a:pt x="1" y="64"/>
                    <a:pt x="17" y="64"/>
                    <a:pt x="32" y="64"/>
                  </a:cubicBezTo>
                  <a:lnTo>
                    <a:pt x="32" y="64"/>
                  </a:lnTo>
                  <a:lnTo>
                    <a:pt x="64" y="64"/>
                  </a:lnTo>
                  <a:lnTo>
                    <a:pt x="64" y="64"/>
                  </a:lnTo>
                  <a:lnTo>
                    <a:pt x="64" y="32"/>
                  </a:lnTo>
                  <a:lnTo>
                    <a:pt x="48" y="17"/>
                  </a:lnTo>
                  <a:cubicBezTo>
                    <a:pt x="48" y="17"/>
                    <a:pt x="32" y="17"/>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8" name="Google Shape;1778;p38"/>
            <p:cNvSpPr/>
            <p:nvPr/>
          </p:nvSpPr>
          <p:spPr>
            <a:xfrm>
              <a:off x="3415518" y="1791275"/>
              <a:ext cx="4548" cy="4516"/>
            </a:xfrm>
            <a:custGeom>
              <a:avLst/>
              <a:gdLst/>
              <a:ahLst/>
              <a:cxnLst/>
              <a:rect l="l" t="t" r="r" b="b"/>
              <a:pathLst>
                <a:path w="143" h="142" extrusionOk="0">
                  <a:moveTo>
                    <a:pt x="111" y="0"/>
                  </a:moveTo>
                  <a:lnTo>
                    <a:pt x="111" y="0"/>
                  </a:lnTo>
                  <a:cubicBezTo>
                    <a:pt x="96" y="0"/>
                    <a:pt x="96" y="0"/>
                    <a:pt x="96" y="15"/>
                  </a:cubicBezTo>
                  <a:lnTo>
                    <a:pt x="64" y="15"/>
                  </a:lnTo>
                  <a:cubicBezTo>
                    <a:pt x="64" y="15"/>
                    <a:pt x="48" y="32"/>
                    <a:pt x="32" y="32"/>
                  </a:cubicBezTo>
                  <a:cubicBezTo>
                    <a:pt x="16" y="32"/>
                    <a:pt x="16" y="47"/>
                    <a:pt x="16" y="47"/>
                  </a:cubicBezTo>
                  <a:cubicBezTo>
                    <a:pt x="1" y="63"/>
                    <a:pt x="1" y="63"/>
                    <a:pt x="1" y="78"/>
                  </a:cubicBezTo>
                  <a:lnTo>
                    <a:pt x="16" y="95"/>
                  </a:lnTo>
                  <a:cubicBezTo>
                    <a:pt x="16" y="110"/>
                    <a:pt x="16" y="126"/>
                    <a:pt x="1" y="126"/>
                  </a:cubicBezTo>
                  <a:lnTo>
                    <a:pt x="16" y="126"/>
                  </a:lnTo>
                  <a:lnTo>
                    <a:pt x="32" y="141"/>
                  </a:lnTo>
                  <a:cubicBezTo>
                    <a:pt x="48" y="141"/>
                    <a:pt x="64" y="126"/>
                    <a:pt x="64" y="95"/>
                  </a:cubicBezTo>
                  <a:lnTo>
                    <a:pt x="79" y="78"/>
                  </a:lnTo>
                  <a:lnTo>
                    <a:pt x="96" y="78"/>
                  </a:lnTo>
                  <a:cubicBezTo>
                    <a:pt x="96" y="78"/>
                    <a:pt x="111" y="78"/>
                    <a:pt x="127" y="63"/>
                  </a:cubicBezTo>
                  <a:cubicBezTo>
                    <a:pt x="142" y="63"/>
                    <a:pt x="142" y="32"/>
                    <a:pt x="142" y="15"/>
                  </a:cubicBezTo>
                  <a:lnTo>
                    <a:pt x="142" y="15"/>
                  </a:lnTo>
                  <a:cubicBezTo>
                    <a:pt x="127" y="15"/>
                    <a:pt x="127"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79" name="Google Shape;1779;p38"/>
            <p:cNvSpPr/>
            <p:nvPr/>
          </p:nvSpPr>
          <p:spPr>
            <a:xfrm>
              <a:off x="3178008" y="1801294"/>
              <a:ext cx="3530" cy="5534"/>
            </a:xfrm>
            <a:custGeom>
              <a:avLst/>
              <a:gdLst/>
              <a:ahLst/>
              <a:cxnLst/>
              <a:rect l="l" t="t" r="r" b="b"/>
              <a:pathLst>
                <a:path w="111" h="174" extrusionOk="0">
                  <a:moveTo>
                    <a:pt x="64" y="0"/>
                  </a:moveTo>
                  <a:lnTo>
                    <a:pt x="64" y="0"/>
                  </a:lnTo>
                  <a:lnTo>
                    <a:pt x="47" y="0"/>
                  </a:lnTo>
                  <a:lnTo>
                    <a:pt x="1" y="32"/>
                  </a:lnTo>
                  <a:cubicBezTo>
                    <a:pt x="16" y="32"/>
                    <a:pt x="16" y="32"/>
                    <a:pt x="1" y="47"/>
                  </a:cubicBezTo>
                  <a:lnTo>
                    <a:pt x="1" y="79"/>
                  </a:lnTo>
                  <a:lnTo>
                    <a:pt x="32" y="142"/>
                  </a:lnTo>
                  <a:cubicBezTo>
                    <a:pt x="32" y="158"/>
                    <a:pt x="47" y="173"/>
                    <a:pt x="64" y="173"/>
                  </a:cubicBezTo>
                  <a:lnTo>
                    <a:pt x="64" y="173"/>
                  </a:lnTo>
                  <a:lnTo>
                    <a:pt x="64" y="173"/>
                  </a:lnTo>
                  <a:lnTo>
                    <a:pt x="79" y="158"/>
                  </a:lnTo>
                  <a:cubicBezTo>
                    <a:pt x="95" y="158"/>
                    <a:pt x="95" y="126"/>
                    <a:pt x="95" y="110"/>
                  </a:cubicBezTo>
                  <a:lnTo>
                    <a:pt x="64" y="63"/>
                  </a:lnTo>
                  <a:lnTo>
                    <a:pt x="79" y="63"/>
                  </a:lnTo>
                  <a:cubicBezTo>
                    <a:pt x="95" y="47"/>
                    <a:pt x="110" y="32"/>
                    <a:pt x="95" y="16"/>
                  </a:cubicBezTo>
                  <a:lnTo>
                    <a:pt x="95" y="16"/>
                  </a:ln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0" name="Google Shape;1780;p38"/>
            <p:cNvSpPr/>
            <p:nvPr/>
          </p:nvSpPr>
          <p:spPr>
            <a:xfrm>
              <a:off x="3157463" y="1809308"/>
              <a:ext cx="4039" cy="2512"/>
            </a:xfrm>
            <a:custGeom>
              <a:avLst/>
              <a:gdLst/>
              <a:ahLst/>
              <a:cxnLst/>
              <a:rect l="l" t="t" r="r" b="b"/>
              <a:pathLst>
                <a:path w="127" h="79" extrusionOk="0">
                  <a:moveTo>
                    <a:pt x="32" y="0"/>
                  </a:moveTo>
                  <a:lnTo>
                    <a:pt x="32" y="0"/>
                  </a:lnTo>
                  <a:lnTo>
                    <a:pt x="17" y="0"/>
                  </a:lnTo>
                  <a:lnTo>
                    <a:pt x="0" y="0"/>
                  </a:lnTo>
                  <a:lnTo>
                    <a:pt x="17" y="16"/>
                  </a:lnTo>
                  <a:lnTo>
                    <a:pt x="32" y="47"/>
                  </a:lnTo>
                  <a:lnTo>
                    <a:pt x="17" y="64"/>
                  </a:lnTo>
                  <a:lnTo>
                    <a:pt x="17" y="64"/>
                  </a:lnTo>
                  <a:lnTo>
                    <a:pt x="80" y="64"/>
                  </a:lnTo>
                  <a:cubicBezTo>
                    <a:pt x="80" y="64"/>
                    <a:pt x="95" y="64"/>
                    <a:pt x="95" y="79"/>
                  </a:cubicBezTo>
                  <a:lnTo>
                    <a:pt x="95" y="79"/>
                  </a:lnTo>
                  <a:lnTo>
                    <a:pt x="111" y="64"/>
                  </a:lnTo>
                  <a:cubicBezTo>
                    <a:pt x="126" y="47"/>
                    <a:pt x="126" y="32"/>
                    <a:pt x="111" y="16"/>
                  </a:cubicBezTo>
                  <a:lnTo>
                    <a:pt x="95" y="16"/>
                  </a:lnTo>
                  <a:lnTo>
                    <a:pt x="95" y="16"/>
                  </a:lnTo>
                  <a:lnTo>
                    <a:pt x="95" y="16"/>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1" name="Google Shape;1781;p38"/>
            <p:cNvSpPr/>
            <p:nvPr/>
          </p:nvSpPr>
          <p:spPr>
            <a:xfrm>
              <a:off x="3323828" y="1775246"/>
              <a:ext cx="6042" cy="4516"/>
            </a:xfrm>
            <a:custGeom>
              <a:avLst/>
              <a:gdLst/>
              <a:ahLst/>
              <a:cxnLst/>
              <a:rect l="l" t="t" r="r" b="b"/>
              <a:pathLst>
                <a:path w="190" h="142" extrusionOk="0">
                  <a:moveTo>
                    <a:pt x="142" y="0"/>
                  </a:moveTo>
                  <a:lnTo>
                    <a:pt x="142" y="0"/>
                  </a:lnTo>
                  <a:lnTo>
                    <a:pt x="126" y="15"/>
                  </a:lnTo>
                  <a:lnTo>
                    <a:pt x="48" y="63"/>
                  </a:lnTo>
                  <a:lnTo>
                    <a:pt x="16" y="78"/>
                  </a:lnTo>
                  <a:cubicBezTo>
                    <a:pt x="16" y="78"/>
                    <a:pt x="0" y="95"/>
                    <a:pt x="0" y="110"/>
                  </a:cubicBezTo>
                  <a:lnTo>
                    <a:pt x="16" y="126"/>
                  </a:lnTo>
                  <a:lnTo>
                    <a:pt x="32" y="141"/>
                  </a:lnTo>
                  <a:cubicBezTo>
                    <a:pt x="48" y="141"/>
                    <a:pt x="48" y="141"/>
                    <a:pt x="63" y="126"/>
                  </a:cubicBezTo>
                  <a:lnTo>
                    <a:pt x="95" y="110"/>
                  </a:lnTo>
                  <a:lnTo>
                    <a:pt x="142" y="78"/>
                  </a:lnTo>
                  <a:cubicBezTo>
                    <a:pt x="126" y="78"/>
                    <a:pt x="126" y="63"/>
                    <a:pt x="142" y="47"/>
                  </a:cubicBezTo>
                  <a:lnTo>
                    <a:pt x="158" y="32"/>
                  </a:lnTo>
                  <a:lnTo>
                    <a:pt x="174" y="32"/>
                  </a:lnTo>
                  <a:lnTo>
                    <a:pt x="189" y="32"/>
                  </a:lnTo>
                  <a:lnTo>
                    <a:pt x="189" y="32"/>
                  </a:lnTo>
                  <a:cubicBezTo>
                    <a:pt x="189" y="32"/>
                    <a:pt x="174" y="32"/>
                    <a:pt x="174" y="15"/>
                  </a:cubicBezTo>
                  <a:cubicBezTo>
                    <a:pt x="174" y="15"/>
                    <a:pt x="158" y="0"/>
                    <a:pt x="14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2" name="Google Shape;1782;p38"/>
            <p:cNvSpPr/>
            <p:nvPr/>
          </p:nvSpPr>
          <p:spPr>
            <a:xfrm>
              <a:off x="3432055" y="1787268"/>
              <a:ext cx="5025" cy="2512"/>
            </a:xfrm>
            <a:custGeom>
              <a:avLst/>
              <a:gdLst/>
              <a:ahLst/>
              <a:cxnLst/>
              <a:rect l="l" t="t" r="r" b="b"/>
              <a:pathLst>
                <a:path w="158" h="79" extrusionOk="0">
                  <a:moveTo>
                    <a:pt x="32" y="0"/>
                  </a:moveTo>
                  <a:lnTo>
                    <a:pt x="32" y="0"/>
                  </a:lnTo>
                  <a:lnTo>
                    <a:pt x="32" y="0"/>
                  </a:lnTo>
                  <a:cubicBezTo>
                    <a:pt x="17" y="0"/>
                    <a:pt x="0" y="15"/>
                    <a:pt x="0" y="32"/>
                  </a:cubicBezTo>
                  <a:cubicBezTo>
                    <a:pt x="0" y="47"/>
                    <a:pt x="17" y="63"/>
                    <a:pt x="32" y="63"/>
                  </a:cubicBezTo>
                  <a:lnTo>
                    <a:pt x="143" y="78"/>
                  </a:lnTo>
                  <a:lnTo>
                    <a:pt x="143" y="78"/>
                  </a:lnTo>
                  <a:lnTo>
                    <a:pt x="143" y="78"/>
                  </a:lnTo>
                  <a:lnTo>
                    <a:pt x="158" y="78"/>
                  </a:lnTo>
                  <a:lnTo>
                    <a:pt x="158" y="63"/>
                  </a:lnTo>
                  <a:lnTo>
                    <a:pt x="158" y="32"/>
                  </a:lnTo>
                  <a:lnTo>
                    <a:pt x="158" y="32"/>
                  </a:lnTo>
                  <a:cubicBezTo>
                    <a:pt x="158" y="15"/>
                    <a:pt x="143" y="15"/>
                    <a:pt x="143" y="15"/>
                  </a:cubicBezTo>
                  <a:lnTo>
                    <a:pt x="111"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3" name="Google Shape;1783;p38"/>
            <p:cNvSpPr/>
            <p:nvPr/>
          </p:nvSpPr>
          <p:spPr>
            <a:xfrm>
              <a:off x="3421560" y="1762684"/>
              <a:ext cx="3498" cy="6042"/>
            </a:xfrm>
            <a:custGeom>
              <a:avLst/>
              <a:gdLst/>
              <a:ahLst/>
              <a:cxnLst/>
              <a:rect l="l" t="t" r="r" b="b"/>
              <a:pathLst>
                <a:path w="110" h="190" extrusionOk="0">
                  <a:moveTo>
                    <a:pt x="32" y="1"/>
                  </a:moveTo>
                  <a:lnTo>
                    <a:pt x="32" y="1"/>
                  </a:lnTo>
                  <a:lnTo>
                    <a:pt x="32" y="1"/>
                  </a:lnTo>
                  <a:cubicBezTo>
                    <a:pt x="15" y="1"/>
                    <a:pt x="15" y="1"/>
                    <a:pt x="0" y="17"/>
                  </a:cubicBezTo>
                  <a:lnTo>
                    <a:pt x="15" y="17"/>
                  </a:lnTo>
                  <a:cubicBezTo>
                    <a:pt x="15" y="32"/>
                    <a:pt x="15" y="48"/>
                    <a:pt x="0" y="64"/>
                  </a:cubicBezTo>
                  <a:lnTo>
                    <a:pt x="0" y="64"/>
                  </a:lnTo>
                  <a:cubicBezTo>
                    <a:pt x="0" y="80"/>
                    <a:pt x="0" y="112"/>
                    <a:pt x="15" y="127"/>
                  </a:cubicBezTo>
                  <a:cubicBezTo>
                    <a:pt x="15" y="112"/>
                    <a:pt x="15" y="112"/>
                    <a:pt x="32" y="112"/>
                  </a:cubicBezTo>
                  <a:lnTo>
                    <a:pt x="47" y="112"/>
                  </a:lnTo>
                  <a:cubicBezTo>
                    <a:pt x="63" y="112"/>
                    <a:pt x="78" y="127"/>
                    <a:pt x="78" y="143"/>
                  </a:cubicBezTo>
                  <a:lnTo>
                    <a:pt x="78" y="190"/>
                  </a:lnTo>
                  <a:lnTo>
                    <a:pt x="78" y="190"/>
                  </a:lnTo>
                  <a:cubicBezTo>
                    <a:pt x="78" y="175"/>
                    <a:pt x="78" y="158"/>
                    <a:pt x="95" y="158"/>
                  </a:cubicBezTo>
                  <a:lnTo>
                    <a:pt x="110" y="143"/>
                  </a:lnTo>
                  <a:lnTo>
                    <a:pt x="95" y="143"/>
                  </a:lnTo>
                  <a:lnTo>
                    <a:pt x="78" y="127"/>
                  </a:lnTo>
                  <a:lnTo>
                    <a:pt x="63" y="112"/>
                  </a:lnTo>
                  <a:cubicBezTo>
                    <a:pt x="47" y="112"/>
                    <a:pt x="47" y="80"/>
                    <a:pt x="63" y="64"/>
                  </a:cubicBezTo>
                  <a:lnTo>
                    <a:pt x="63" y="64"/>
                  </a:lnTo>
                  <a:lnTo>
                    <a:pt x="63" y="64"/>
                  </a:lnTo>
                  <a:lnTo>
                    <a:pt x="63" y="32"/>
                  </a:ln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4" name="Google Shape;1784;p38"/>
            <p:cNvSpPr/>
            <p:nvPr/>
          </p:nvSpPr>
          <p:spPr>
            <a:xfrm>
              <a:off x="3421560" y="1809785"/>
              <a:ext cx="7028" cy="6042"/>
            </a:xfrm>
            <a:custGeom>
              <a:avLst/>
              <a:gdLst/>
              <a:ahLst/>
              <a:cxnLst/>
              <a:rect l="l" t="t" r="r" b="b"/>
              <a:pathLst>
                <a:path w="221" h="190" extrusionOk="0">
                  <a:moveTo>
                    <a:pt x="189" y="1"/>
                  </a:moveTo>
                  <a:lnTo>
                    <a:pt x="189" y="1"/>
                  </a:lnTo>
                  <a:cubicBezTo>
                    <a:pt x="173" y="1"/>
                    <a:pt x="158" y="17"/>
                    <a:pt x="158" y="32"/>
                  </a:cubicBezTo>
                  <a:lnTo>
                    <a:pt x="158" y="32"/>
                  </a:lnTo>
                  <a:cubicBezTo>
                    <a:pt x="158" y="49"/>
                    <a:pt x="141" y="49"/>
                    <a:pt x="110" y="49"/>
                  </a:cubicBezTo>
                  <a:lnTo>
                    <a:pt x="78" y="49"/>
                  </a:lnTo>
                  <a:lnTo>
                    <a:pt x="63" y="64"/>
                  </a:lnTo>
                  <a:cubicBezTo>
                    <a:pt x="47" y="64"/>
                    <a:pt x="47" y="64"/>
                    <a:pt x="32" y="80"/>
                  </a:cubicBezTo>
                  <a:lnTo>
                    <a:pt x="32" y="95"/>
                  </a:lnTo>
                  <a:lnTo>
                    <a:pt x="15" y="127"/>
                  </a:lnTo>
                  <a:lnTo>
                    <a:pt x="15" y="158"/>
                  </a:lnTo>
                  <a:cubicBezTo>
                    <a:pt x="0" y="175"/>
                    <a:pt x="15" y="190"/>
                    <a:pt x="32" y="190"/>
                  </a:cubicBezTo>
                  <a:lnTo>
                    <a:pt x="47" y="190"/>
                  </a:lnTo>
                  <a:cubicBezTo>
                    <a:pt x="63" y="190"/>
                    <a:pt x="78" y="190"/>
                    <a:pt x="78" y="175"/>
                  </a:cubicBezTo>
                  <a:lnTo>
                    <a:pt x="95" y="127"/>
                  </a:lnTo>
                  <a:cubicBezTo>
                    <a:pt x="95" y="127"/>
                    <a:pt x="110" y="112"/>
                    <a:pt x="126" y="112"/>
                  </a:cubicBezTo>
                  <a:cubicBezTo>
                    <a:pt x="158" y="112"/>
                    <a:pt x="204" y="112"/>
                    <a:pt x="221" y="49"/>
                  </a:cubicBezTo>
                  <a:lnTo>
                    <a:pt x="221" y="49"/>
                  </a:lnTo>
                  <a:lnTo>
                    <a:pt x="221" y="17"/>
                  </a:lnTo>
                  <a:cubicBezTo>
                    <a:pt x="204" y="17"/>
                    <a:pt x="204" y="1"/>
                    <a:pt x="18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5" name="Google Shape;1785;p38"/>
            <p:cNvSpPr/>
            <p:nvPr/>
          </p:nvSpPr>
          <p:spPr>
            <a:xfrm>
              <a:off x="3278730" y="1779254"/>
              <a:ext cx="5025" cy="5502"/>
            </a:xfrm>
            <a:custGeom>
              <a:avLst/>
              <a:gdLst/>
              <a:ahLst/>
              <a:cxnLst/>
              <a:rect l="l" t="t" r="r" b="b"/>
              <a:pathLst>
                <a:path w="158" h="173" extrusionOk="0">
                  <a:moveTo>
                    <a:pt x="48" y="0"/>
                  </a:moveTo>
                  <a:lnTo>
                    <a:pt x="32" y="0"/>
                  </a:lnTo>
                  <a:lnTo>
                    <a:pt x="16" y="15"/>
                  </a:lnTo>
                  <a:lnTo>
                    <a:pt x="0" y="32"/>
                  </a:lnTo>
                  <a:cubicBezTo>
                    <a:pt x="0" y="47"/>
                    <a:pt x="0" y="47"/>
                    <a:pt x="16" y="63"/>
                  </a:cubicBezTo>
                  <a:lnTo>
                    <a:pt x="32" y="78"/>
                  </a:lnTo>
                  <a:lnTo>
                    <a:pt x="63" y="141"/>
                  </a:lnTo>
                  <a:lnTo>
                    <a:pt x="79" y="158"/>
                  </a:lnTo>
                  <a:cubicBezTo>
                    <a:pt x="79" y="173"/>
                    <a:pt x="95" y="173"/>
                    <a:pt x="111" y="173"/>
                  </a:cubicBezTo>
                  <a:lnTo>
                    <a:pt x="111" y="173"/>
                  </a:lnTo>
                  <a:cubicBezTo>
                    <a:pt x="126" y="173"/>
                    <a:pt x="142" y="158"/>
                    <a:pt x="142" y="141"/>
                  </a:cubicBezTo>
                  <a:lnTo>
                    <a:pt x="158" y="95"/>
                  </a:lnTo>
                  <a:cubicBezTo>
                    <a:pt x="158" y="78"/>
                    <a:pt x="142" y="63"/>
                    <a:pt x="126" y="63"/>
                  </a:cubicBezTo>
                  <a:lnTo>
                    <a:pt x="111" y="63"/>
                  </a:lnTo>
                  <a:lnTo>
                    <a:pt x="95" y="63"/>
                  </a:lnTo>
                  <a:lnTo>
                    <a:pt x="95" y="63"/>
                  </a:lnTo>
                  <a:lnTo>
                    <a:pt x="63"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6" name="Google Shape;1786;p38"/>
            <p:cNvSpPr/>
            <p:nvPr/>
          </p:nvSpPr>
          <p:spPr>
            <a:xfrm>
              <a:off x="3183510" y="1787745"/>
              <a:ext cx="4548" cy="3021"/>
            </a:xfrm>
            <a:custGeom>
              <a:avLst/>
              <a:gdLst/>
              <a:ahLst/>
              <a:cxnLst/>
              <a:rect l="l" t="t" r="r" b="b"/>
              <a:pathLst>
                <a:path w="143" h="95" extrusionOk="0">
                  <a:moveTo>
                    <a:pt x="95" y="0"/>
                  </a:moveTo>
                  <a:lnTo>
                    <a:pt x="95" y="0"/>
                  </a:lnTo>
                  <a:lnTo>
                    <a:pt x="95" y="17"/>
                  </a:lnTo>
                  <a:lnTo>
                    <a:pt x="32" y="32"/>
                  </a:lnTo>
                  <a:cubicBezTo>
                    <a:pt x="17" y="32"/>
                    <a:pt x="0" y="63"/>
                    <a:pt x="17" y="80"/>
                  </a:cubicBezTo>
                  <a:cubicBezTo>
                    <a:pt x="17" y="80"/>
                    <a:pt x="17" y="95"/>
                    <a:pt x="32" y="95"/>
                  </a:cubicBezTo>
                  <a:lnTo>
                    <a:pt x="48" y="95"/>
                  </a:lnTo>
                  <a:lnTo>
                    <a:pt x="48" y="95"/>
                  </a:lnTo>
                  <a:lnTo>
                    <a:pt x="111" y="80"/>
                  </a:lnTo>
                  <a:lnTo>
                    <a:pt x="111" y="80"/>
                  </a:lnTo>
                  <a:cubicBezTo>
                    <a:pt x="127" y="63"/>
                    <a:pt x="143" y="48"/>
                    <a:pt x="127" y="32"/>
                  </a:cubicBezTo>
                  <a:cubicBezTo>
                    <a:pt x="127" y="17"/>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7" name="Google Shape;1787;p38"/>
            <p:cNvSpPr/>
            <p:nvPr/>
          </p:nvSpPr>
          <p:spPr>
            <a:xfrm>
              <a:off x="3441597" y="1786250"/>
              <a:ext cx="4516" cy="3053"/>
            </a:xfrm>
            <a:custGeom>
              <a:avLst/>
              <a:gdLst/>
              <a:ahLst/>
              <a:cxnLst/>
              <a:rect l="l" t="t" r="r" b="b"/>
              <a:pathLst>
                <a:path w="142" h="96" extrusionOk="0">
                  <a:moveTo>
                    <a:pt x="95" y="1"/>
                  </a:moveTo>
                  <a:lnTo>
                    <a:pt x="95" y="1"/>
                  </a:lnTo>
                  <a:lnTo>
                    <a:pt x="95" y="1"/>
                  </a:lnTo>
                  <a:lnTo>
                    <a:pt x="78" y="1"/>
                  </a:lnTo>
                  <a:lnTo>
                    <a:pt x="32" y="32"/>
                  </a:lnTo>
                  <a:cubicBezTo>
                    <a:pt x="15" y="32"/>
                    <a:pt x="0" y="47"/>
                    <a:pt x="0" y="64"/>
                  </a:cubicBezTo>
                  <a:lnTo>
                    <a:pt x="32" y="95"/>
                  </a:lnTo>
                  <a:lnTo>
                    <a:pt x="47" y="95"/>
                  </a:lnTo>
                  <a:lnTo>
                    <a:pt x="110" y="64"/>
                  </a:lnTo>
                  <a:cubicBezTo>
                    <a:pt x="126" y="64"/>
                    <a:pt x="141" y="47"/>
                    <a:pt x="126" y="16"/>
                  </a:cubicBezTo>
                  <a:lnTo>
                    <a:pt x="126"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8" name="Google Shape;1788;p38"/>
            <p:cNvSpPr/>
            <p:nvPr/>
          </p:nvSpPr>
          <p:spPr>
            <a:xfrm>
              <a:off x="3057758" y="1825337"/>
              <a:ext cx="7060" cy="4039"/>
            </a:xfrm>
            <a:custGeom>
              <a:avLst/>
              <a:gdLst/>
              <a:ahLst/>
              <a:cxnLst/>
              <a:rect l="l" t="t" r="r" b="b"/>
              <a:pathLst>
                <a:path w="222" h="127" extrusionOk="0">
                  <a:moveTo>
                    <a:pt x="79" y="1"/>
                  </a:moveTo>
                  <a:lnTo>
                    <a:pt x="79" y="16"/>
                  </a:lnTo>
                  <a:lnTo>
                    <a:pt x="79" y="47"/>
                  </a:lnTo>
                  <a:lnTo>
                    <a:pt x="79" y="79"/>
                  </a:lnTo>
                  <a:lnTo>
                    <a:pt x="110" y="79"/>
                  </a:lnTo>
                  <a:lnTo>
                    <a:pt x="126" y="79"/>
                  </a:lnTo>
                  <a:lnTo>
                    <a:pt x="158" y="95"/>
                  </a:lnTo>
                  <a:lnTo>
                    <a:pt x="158" y="110"/>
                  </a:lnTo>
                  <a:cubicBezTo>
                    <a:pt x="173" y="110"/>
                    <a:pt x="173" y="127"/>
                    <a:pt x="190" y="127"/>
                  </a:cubicBezTo>
                  <a:lnTo>
                    <a:pt x="205" y="110"/>
                  </a:lnTo>
                  <a:lnTo>
                    <a:pt x="205" y="110"/>
                  </a:lnTo>
                  <a:lnTo>
                    <a:pt x="205" y="110"/>
                  </a:lnTo>
                  <a:cubicBezTo>
                    <a:pt x="205" y="95"/>
                    <a:pt x="205" y="95"/>
                    <a:pt x="221" y="79"/>
                  </a:cubicBezTo>
                  <a:lnTo>
                    <a:pt x="221" y="79"/>
                  </a:lnTo>
                  <a:lnTo>
                    <a:pt x="221" y="79"/>
                  </a:lnTo>
                  <a:cubicBezTo>
                    <a:pt x="205" y="32"/>
                    <a:pt x="173" y="32"/>
                    <a:pt x="142" y="16"/>
                  </a:cubicBezTo>
                  <a:lnTo>
                    <a:pt x="126" y="16"/>
                  </a:lnTo>
                  <a:cubicBezTo>
                    <a:pt x="110" y="16"/>
                    <a:pt x="95" y="1"/>
                    <a:pt x="79" y="1"/>
                  </a:cubicBezTo>
                  <a:close/>
                  <a:moveTo>
                    <a:pt x="32" y="1"/>
                  </a:moveTo>
                  <a:cubicBezTo>
                    <a:pt x="16" y="1"/>
                    <a:pt x="16" y="16"/>
                    <a:pt x="16" y="32"/>
                  </a:cubicBezTo>
                  <a:cubicBezTo>
                    <a:pt x="0" y="32"/>
                    <a:pt x="16" y="47"/>
                    <a:pt x="16" y="47"/>
                  </a:cubicBezTo>
                  <a:lnTo>
                    <a:pt x="16" y="32"/>
                  </a:lnTo>
                  <a:cubicBezTo>
                    <a:pt x="16" y="32"/>
                    <a:pt x="16" y="16"/>
                    <a:pt x="32"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89" name="Google Shape;1789;p38"/>
            <p:cNvSpPr/>
            <p:nvPr/>
          </p:nvSpPr>
          <p:spPr>
            <a:xfrm>
              <a:off x="3185036" y="1792738"/>
              <a:ext cx="2512" cy="4039"/>
            </a:xfrm>
            <a:custGeom>
              <a:avLst/>
              <a:gdLst/>
              <a:ahLst/>
              <a:cxnLst/>
              <a:rect l="l" t="t" r="r" b="b"/>
              <a:pathLst>
                <a:path w="79" h="127" extrusionOk="0">
                  <a:moveTo>
                    <a:pt x="16" y="1"/>
                  </a:moveTo>
                  <a:lnTo>
                    <a:pt x="16" y="1"/>
                  </a:lnTo>
                  <a:lnTo>
                    <a:pt x="0" y="1"/>
                  </a:lnTo>
                  <a:lnTo>
                    <a:pt x="0" y="1"/>
                  </a:lnTo>
                  <a:cubicBezTo>
                    <a:pt x="16" y="1"/>
                    <a:pt x="16" y="32"/>
                    <a:pt x="16" y="49"/>
                  </a:cubicBezTo>
                  <a:lnTo>
                    <a:pt x="16" y="49"/>
                  </a:lnTo>
                  <a:cubicBezTo>
                    <a:pt x="16" y="64"/>
                    <a:pt x="0" y="80"/>
                    <a:pt x="0" y="80"/>
                  </a:cubicBezTo>
                  <a:lnTo>
                    <a:pt x="0" y="95"/>
                  </a:lnTo>
                  <a:lnTo>
                    <a:pt x="0" y="95"/>
                  </a:lnTo>
                  <a:cubicBezTo>
                    <a:pt x="16" y="112"/>
                    <a:pt x="16" y="127"/>
                    <a:pt x="32" y="127"/>
                  </a:cubicBezTo>
                  <a:lnTo>
                    <a:pt x="47" y="127"/>
                  </a:lnTo>
                  <a:cubicBezTo>
                    <a:pt x="63" y="112"/>
                    <a:pt x="79" y="95"/>
                    <a:pt x="63" y="80"/>
                  </a:cubicBezTo>
                  <a:lnTo>
                    <a:pt x="63" y="49"/>
                  </a:lnTo>
                  <a:lnTo>
                    <a:pt x="63" y="49"/>
                  </a:lnTo>
                  <a:lnTo>
                    <a:pt x="47" y="17"/>
                  </a:lnTo>
                  <a:cubicBezTo>
                    <a:pt x="47" y="1"/>
                    <a:pt x="32" y="1"/>
                    <a:pt x="1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0" name="Google Shape;1790;p38"/>
            <p:cNvSpPr/>
            <p:nvPr/>
          </p:nvSpPr>
          <p:spPr>
            <a:xfrm>
              <a:off x="3408012" y="1772702"/>
              <a:ext cx="2544" cy="2576"/>
            </a:xfrm>
            <a:custGeom>
              <a:avLst/>
              <a:gdLst/>
              <a:ahLst/>
              <a:cxnLst/>
              <a:rect l="l" t="t" r="r" b="b"/>
              <a:pathLst>
                <a:path w="80" h="81" extrusionOk="0">
                  <a:moveTo>
                    <a:pt x="48" y="1"/>
                  </a:moveTo>
                  <a:lnTo>
                    <a:pt x="48" y="1"/>
                  </a:lnTo>
                  <a:lnTo>
                    <a:pt x="48" y="1"/>
                  </a:lnTo>
                  <a:lnTo>
                    <a:pt x="48" y="1"/>
                  </a:lnTo>
                  <a:cubicBezTo>
                    <a:pt x="63" y="17"/>
                    <a:pt x="48" y="49"/>
                    <a:pt x="32" y="49"/>
                  </a:cubicBezTo>
                  <a:cubicBezTo>
                    <a:pt x="32" y="64"/>
                    <a:pt x="32" y="64"/>
                    <a:pt x="16" y="64"/>
                  </a:cubicBezTo>
                  <a:cubicBezTo>
                    <a:pt x="16" y="64"/>
                    <a:pt x="0" y="64"/>
                    <a:pt x="0" y="49"/>
                  </a:cubicBezTo>
                  <a:cubicBezTo>
                    <a:pt x="0" y="64"/>
                    <a:pt x="16" y="80"/>
                    <a:pt x="32" y="80"/>
                  </a:cubicBezTo>
                  <a:lnTo>
                    <a:pt x="32" y="80"/>
                  </a:lnTo>
                  <a:lnTo>
                    <a:pt x="32" y="80"/>
                  </a:lnTo>
                  <a:lnTo>
                    <a:pt x="48" y="80"/>
                  </a:lnTo>
                  <a:cubicBezTo>
                    <a:pt x="79" y="80"/>
                    <a:pt x="79" y="64"/>
                    <a:pt x="79" y="32"/>
                  </a:cubicBezTo>
                  <a:cubicBezTo>
                    <a:pt x="79"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1" name="Google Shape;1791;p38"/>
            <p:cNvSpPr/>
            <p:nvPr/>
          </p:nvSpPr>
          <p:spPr>
            <a:xfrm>
              <a:off x="3160993" y="1795760"/>
              <a:ext cx="6520" cy="4548"/>
            </a:xfrm>
            <a:custGeom>
              <a:avLst/>
              <a:gdLst/>
              <a:ahLst/>
              <a:cxnLst/>
              <a:rect l="l" t="t" r="r" b="b"/>
              <a:pathLst>
                <a:path w="205" h="143" extrusionOk="0">
                  <a:moveTo>
                    <a:pt x="158" y="0"/>
                  </a:moveTo>
                  <a:lnTo>
                    <a:pt x="158" y="0"/>
                  </a:lnTo>
                  <a:cubicBezTo>
                    <a:pt x="158" y="17"/>
                    <a:pt x="158" y="17"/>
                    <a:pt x="141" y="17"/>
                  </a:cubicBezTo>
                  <a:lnTo>
                    <a:pt x="32" y="95"/>
                  </a:lnTo>
                  <a:cubicBezTo>
                    <a:pt x="15" y="95"/>
                    <a:pt x="0" y="111"/>
                    <a:pt x="15" y="143"/>
                  </a:cubicBezTo>
                  <a:lnTo>
                    <a:pt x="15" y="143"/>
                  </a:lnTo>
                  <a:lnTo>
                    <a:pt x="47" y="143"/>
                  </a:lnTo>
                  <a:lnTo>
                    <a:pt x="63" y="143"/>
                  </a:lnTo>
                  <a:lnTo>
                    <a:pt x="110" y="127"/>
                  </a:lnTo>
                  <a:lnTo>
                    <a:pt x="189" y="63"/>
                  </a:lnTo>
                  <a:cubicBezTo>
                    <a:pt x="204" y="63"/>
                    <a:pt x="204" y="32"/>
                    <a:pt x="189" y="17"/>
                  </a:cubicBezTo>
                  <a:cubicBezTo>
                    <a:pt x="189" y="17"/>
                    <a:pt x="173" y="0"/>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2" name="Google Shape;1792;p38"/>
            <p:cNvSpPr/>
            <p:nvPr/>
          </p:nvSpPr>
          <p:spPr>
            <a:xfrm>
              <a:off x="3274214" y="1804283"/>
              <a:ext cx="4548" cy="2544"/>
            </a:xfrm>
            <a:custGeom>
              <a:avLst/>
              <a:gdLst/>
              <a:ahLst/>
              <a:cxnLst/>
              <a:rect l="l" t="t" r="r" b="b"/>
              <a:pathLst>
                <a:path w="143" h="80" extrusionOk="0">
                  <a:moveTo>
                    <a:pt x="32" y="1"/>
                  </a:moveTo>
                  <a:lnTo>
                    <a:pt x="32" y="1"/>
                  </a:lnTo>
                  <a:cubicBezTo>
                    <a:pt x="16" y="1"/>
                    <a:pt x="1" y="16"/>
                    <a:pt x="1" y="32"/>
                  </a:cubicBezTo>
                  <a:cubicBezTo>
                    <a:pt x="1" y="48"/>
                    <a:pt x="16" y="64"/>
                    <a:pt x="32" y="79"/>
                  </a:cubicBezTo>
                  <a:lnTo>
                    <a:pt x="95" y="79"/>
                  </a:lnTo>
                  <a:lnTo>
                    <a:pt x="95" y="79"/>
                  </a:lnTo>
                  <a:cubicBezTo>
                    <a:pt x="111" y="79"/>
                    <a:pt x="127" y="64"/>
                    <a:pt x="142" y="48"/>
                  </a:cubicBezTo>
                  <a:cubicBezTo>
                    <a:pt x="142" y="32"/>
                    <a:pt x="127" y="16"/>
                    <a:pt x="111" y="16"/>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3" name="Google Shape;1793;p38"/>
            <p:cNvSpPr/>
            <p:nvPr/>
          </p:nvSpPr>
          <p:spPr>
            <a:xfrm>
              <a:off x="3398980" y="1791275"/>
              <a:ext cx="4039" cy="3021"/>
            </a:xfrm>
            <a:custGeom>
              <a:avLst/>
              <a:gdLst/>
              <a:ahLst/>
              <a:cxnLst/>
              <a:rect l="l" t="t" r="r" b="b"/>
              <a:pathLst>
                <a:path w="127" h="95" extrusionOk="0">
                  <a:moveTo>
                    <a:pt x="48" y="0"/>
                  </a:moveTo>
                  <a:lnTo>
                    <a:pt x="32" y="0"/>
                  </a:lnTo>
                  <a:cubicBezTo>
                    <a:pt x="32" y="0"/>
                    <a:pt x="17" y="15"/>
                    <a:pt x="17" y="32"/>
                  </a:cubicBezTo>
                  <a:cubicBezTo>
                    <a:pt x="0" y="47"/>
                    <a:pt x="17" y="63"/>
                    <a:pt x="32" y="63"/>
                  </a:cubicBezTo>
                  <a:lnTo>
                    <a:pt x="48" y="78"/>
                  </a:lnTo>
                  <a:lnTo>
                    <a:pt x="80" y="95"/>
                  </a:lnTo>
                  <a:lnTo>
                    <a:pt x="126" y="32"/>
                  </a:lnTo>
                  <a:lnTo>
                    <a:pt x="111" y="32"/>
                  </a:lnTo>
                  <a:lnTo>
                    <a:pt x="63"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4" name="Google Shape;1794;p38"/>
            <p:cNvSpPr/>
            <p:nvPr/>
          </p:nvSpPr>
          <p:spPr>
            <a:xfrm>
              <a:off x="3406517" y="1769712"/>
              <a:ext cx="3530" cy="5025"/>
            </a:xfrm>
            <a:custGeom>
              <a:avLst/>
              <a:gdLst/>
              <a:ahLst/>
              <a:cxnLst/>
              <a:rect l="l" t="t" r="r" b="b"/>
              <a:pathLst>
                <a:path w="111" h="158" extrusionOk="0">
                  <a:moveTo>
                    <a:pt x="63" y="0"/>
                  </a:moveTo>
                  <a:lnTo>
                    <a:pt x="63" y="0"/>
                  </a:lnTo>
                  <a:lnTo>
                    <a:pt x="47" y="0"/>
                  </a:lnTo>
                  <a:cubicBezTo>
                    <a:pt x="32" y="17"/>
                    <a:pt x="15" y="32"/>
                    <a:pt x="15" y="48"/>
                  </a:cubicBezTo>
                  <a:lnTo>
                    <a:pt x="15" y="63"/>
                  </a:lnTo>
                  <a:cubicBezTo>
                    <a:pt x="0" y="95"/>
                    <a:pt x="15" y="126"/>
                    <a:pt x="32" y="143"/>
                  </a:cubicBezTo>
                  <a:lnTo>
                    <a:pt x="47" y="143"/>
                  </a:lnTo>
                  <a:cubicBezTo>
                    <a:pt x="47" y="158"/>
                    <a:pt x="63" y="158"/>
                    <a:pt x="63" y="158"/>
                  </a:cubicBezTo>
                  <a:cubicBezTo>
                    <a:pt x="79" y="158"/>
                    <a:pt x="79" y="158"/>
                    <a:pt x="79" y="143"/>
                  </a:cubicBezTo>
                  <a:cubicBezTo>
                    <a:pt x="95" y="143"/>
                    <a:pt x="110" y="111"/>
                    <a:pt x="95" y="95"/>
                  </a:cubicBezTo>
                  <a:lnTo>
                    <a:pt x="95" y="95"/>
                  </a:lnTo>
                  <a:lnTo>
                    <a:pt x="79" y="80"/>
                  </a:lnTo>
                  <a:lnTo>
                    <a:pt x="95" y="63"/>
                  </a:lnTo>
                  <a:cubicBezTo>
                    <a:pt x="110" y="63"/>
                    <a:pt x="110" y="32"/>
                    <a:pt x="95" y="17"/>
                  </a:cubicBezTo>
                  <a:lnTo>
                    <a:pt x="95" y="17"/>
                  </a:lnTo>
                  <a:cubicBezTo>
                    <a:pt x="95" y="0"/>
                    <a:pt x="79"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5" name="Google Shape;1795;p38"/>
            <p:cNvSpPr/>
            <p:nvPr/>
          </p:nvSpPr>
          <p:spPr>
            <a:xfrm>
              <a:off x="3379929" y="1771239"/>
              <a:ext cx="3053" cy="6042"/>
            </a:xfrm>
            <a:custGeom>
              <a:avLst/>
              <a:gdLst/>
              <a:ahLst/>
              <a:cxnLst/>
              <a:rect l="l" t="t" r="r" b="b"/>
              <a:pathLst>
                <a:path w="96" h="190" extrusionOk="0">
                  <a:moveTo>
                    <a:pt x="64" y="0"/>
                  </a:moveTo>
                  <a:lnTo>
                    <a:pt x="49" y="0"/>
                  </a:lnTo>
                  <a:lnTo>
                    <a:pt x="32" y="15"/>
                  </a:lnTo>
                  <a:lnTo>
                    <a:pt x="1" y="126"/>
                  </a:lnTo>
                  <a:lnTo>
                    <a:pt x="1" y="158"/>
                  </a:lnTo>
                  <a:cubicBezTo>
                    <a:pt x="1" y="158"/>
                    <a:pt x="1" y="173"/>
                    <a:pt x="17" y="189"/>
                  </a:cubicBezTo>
                  <a:lnTo>
                    <a:pt x="32" y="189"/>
                  </a:lnTo>
                  <a:lnTo>
                    <a:pt x="32" y="189"/>
                  </a:lnTo>
                  <a:cubicBezTo>
                    <a:pt x="49" y="189"/>
                    <a:pt x="64" y="173"/>
                    <a:pt x="64" y="158"/>
                  </a:cubicBezTo>
                  <a:lnTo>
                    <a:pt x="95" y="32"/>
                  </a:lnTo>
                  <a:cubicBezTo>
                    <a:pt x="95" y="15"/>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6" name="Google Shape;1796;p38"/>
            <p:cNvSpPr/>
            <p:nvPr/>
          </p:nvSpPr>
          <p:spPr>
            <a:xfrm>
              <a:off x="3061256" y="1829344"/>
              <a:ext cx="4039" cy="4516"/>
            </a:xfrm>
            <a:custGeom>
              <a:avLst/>
              <a:gdLst/>
              <a:ahLst/>
              <a:cxnLst/>
              <a:rect l="l" t="t" r="r" b="b"/>
              <a:pathLst>
                <a:path w="127" h="142" extrusionOk="0">
                  <a:moveTo>
                    <a:pt x="95" y="1"/>
                  </a:moveTo>
                  <a:lnTo>
                    <a:pt x="95" y="1"/>
                  </a:lnTo>
                  <a:lnTo>
                    <a:pt x="95" y="1"/>
                  </a:lnTo>
                  <a:cubicBezTo>
                    <a:pt x="80" y="1"/>
                    <a:pt x="63" y="16"/>
                    <a:pt x="63" y="32"/>
                  </a:cubicBezTo>
                  <a:cubicBezTo>
                    <a:pt x="48" y="32"/>
                    <a:pt x="48" y="16"/>
                    <a:pt x="48" y="16"/>
                  </a:cubicBezTo>
                  <a:lnTo>
                    <a:pt x="32" y="16"/>
                  </a:lnTo>
                  <a:lnTo>
                    <a:pt x="16" y="32"/>
                  </a:lnTo>
                  <a:cubicBezTo>
                    <a:pt x="16" y="47"/>
                    <a:pt x="0" y="47"/>
                    <a:pt x="0" y="64"/>
                  </a:cubicBezTo>
                  <a:lnTo>
                    <a:pt x="16" y="110"/>
                  </a:lnTo>
                  <a:cubicBezTo>
                    <a:pt x="16" y="127"/>
                    <a:pt x="32" y="142"/>
                    <a:pt x="48" y="142"/>
                  </a:cubicBezTo>
                  <a:lnTo>
                    <a:pt x="48" y="142"/>
                  </a:lnTo>
                  <a:cubicBezTo>
                    <a:pt x="80" y="142"/>
                    <a:pt x="95" y="127"/>
                    <a:pt x="111" y="110"/>
                  </a:cubicBezTo>
                  <a:cubicBezTo>
                    <a:pt x="126" y="95"/>
                    <a:pt x="126" y="79"/>
                    <a:pt x="126" y="79"/>
                  </a:cubicBezTo>
                  <a:lnTo>
                    <a:pt x="126" y="32"/>
                  </a:lnTo>
                  <a:cubicBezTo>
                    <a:pt x="126" y="16"/>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7" name="Google Shape;1797;p38"/>
            <p:cNvSpPr/>
            <p:nvPr/>
          </p:nvSpPr>
          <p:spPr>
            <a:xfrm>
              <a:off x="3120379" y="1824351"/>
              <a:ext cx="4039" cy="3498"/>
            </a:xfrm>
            <a:custGeom>
              <a:avLst/>
              <a:gdLst/>
              <a:ahLst/>
              <a:cxnLst/>
              <a:rect l="l" t="t" r="r" b="b"/>
              <a:pathLst>
                <a:path w="127" h="110" extrusionOk="0">
                  <a:moveTo>
                    <a:pt x="48" y="0"/>
                  </a:moveTo>
                  <a:lnTo>
                    <a:pt x="48" y="0"/>
                  </a:lnTo>
                  <a:lnTo>
                    <a:pt x="32" y="0"/>
                  </a:lnTo>
                  <a:cubicBezTo>
                    <a:pt x="17" y="15"/>
                    <a:pt x="0" y="32"/>
                    <a:pt x="17" y="47"/>
                  </a:cubicBezTo>
                  <a:lnTo>
                    <a:pt x="48" y="78"/>
                  </a:lnTo>
                  <a:lnTo>
                    <a:pt x="48" y="95"/>
                  </a:lnTo>
                  <a:cubicBezTo>
                    <a:pt x="63" y="110"/>
                    <a:pt x="80" y="110"/>
                    <a:pt x="80" y="110"/>
                  </a:cubicBezTo>
                  <a:lnTo>
                    <a:pt x="111" y="110"/>
                  </a:lnTo>
                  <a:cubicBezTo>
                    <a:pt x="111" y="95"/>
                    <a:pt x="126" y="78"/>
                    <a:pt x="111" y="63"/>
                  </a:cubicBezTo>
                  <a:cubicBezTo>
                    <a:pt x="111" y="78"/>
                    <a:pt x="95" y="78"/>
                    <a:pt x="95" y="78"/>
                  </a:cubicBezTo>
                  <a:cubicBezTo>
                    <a:pt x="95" y="78"/>
                    <a:pt x="80" y="78"/>
                    <a:pt x="80" y="63"/>
                  </a:cubicBezTo>
                  <a:lnTo>
                    <a:pt x="63" y="47"/>
                  </a:lnTo>
                  <a:cubicBezTo>
                    <a:pt x="48" y="47"/>
                    <a:pt x="32" y="15"/>
                    <a:pt x="48"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8" name="Google Shape;1798;p38"/>
            <p:cNvSpPr/>
            <p:nvPr/>
          </p:nvSpPr>
          <p:spPr>
            <a:xfrm>
              <a:off x="3403496" y="1789749"/>
              <a:ext cx="6042" cy="7569"/>
            </a:xfrm>
            <a:custGeom>
              <a:avLst/>
              <a:gdLst/>
              <a:ahLst/>
              <a:cxnLst/>
              <a:rect l="l" t="t" r="r" b="b"/>
              <a:pathLst>
                <a:path w="190" h="238" extrusionOk="0">
                  <a:moveTo>
                    <a:pt x="79" y="0"/>
                  </a:moveTo>
                  <a:lnTo>
                    <a:pt x="79" y="0"/>
                  </a:lnTo>
                  <a:lnTo>
                    <a:pt x="64" y="0"/>
                  </a:lnTo>
                  <a:lnTo>
                    <a:pt x="47" y="17"/>
                  </a:lnTo>
                  <a:cubicBezTo>
                    <a:pt x="32" y="32"/>
                    <a:pt x="16" y="48"/>
                    <a:pt x="16" y="63"/>
                  </a:cubicBezTo>
                  <a:lnTo>
                    <a:pt x="32" y="63"/>
                  </a:lnTo>
                  <a:lnTo>
                    <a:pt x="32" y="63"/>
                  </a:lnTo>
                  <a:lnTo>
                    <a:pt x="64" y="63"/>
                  </a:lnTo>
                  <a:cubicBezTo>
                    <a:pt x="79" y="80"/>
                    <a:pt x="64" y="111"/>
                    <a:pt x="64" y="111"/>
                  </a:cubicBezTo>
                  <a:lnTo>
                    <a:pt x="16" y="158"/>
                  </a:lnTo>
                  <a:lnTo>
                    <a:pt x="16" y="174"/>
                  </a:lnTo>
                  <a:cubicBezTo>
                    <a:pt x="16" y="174"/>
                    <a:pt x="16" y="189"/>
                    <a:pt x="1" y="189"/>
                  </a:cubicBezTo>
                  <a:lnTo>
                    <a:pt x="1" y="221"/>
                  </a:lnTo>
                  <a:cubicBezTo>
                    <a:pt x="1" y="237"/>
                    <a:pt x="1" y="237"/>
                    <a:pt x="16" y="237"/>
                  </a:cubicBezTo>
                  <a:lnTo>
                    <a:pt x="32" y="237"/>
                  </a:lnTo>
                  <a:lnTo>
                    <a:pt x="47" y="237"/>
                  </a:lnTo>
                  <a:lnTo>
                    <a:pt x="47" y="237"/>
                  </a:lnTo>
                  <a:lnTo>
                    <a:pt x="158" y="206"/>
                  </a:lnTo>
                  <a:lnTo>
                    <a:pt x="174" y="206"/>
                  </a:lnTo>
                  <a:lnTo>
                    <a:pt x="174" y="206"/>
                  </a:lnTo>
                  <a:cubicBezTo>
                    <a:pt x="190" y="189"/>
                    <a:pt x="190" y="174"/>
                    <a:pt x="190" y="158"/>
                  </a:cubicBezTo>
                  <a:cubicBezTo>
                    <a:pt x="190" y="143"/>
                    <a:pt x="174" y="143"/>
                    <a:pt x="174" y="126"/>
                  </a:cubicBezTo>
                  <a:lnTo>
                    <a:pt x="158" y="126"/>
                  </a:lnTo>
                  <a:lnTo>
                    <a:pt x="142" y="126"/>
                  </a:lnTo>
                  <a:lnTo>
                    <a:pt x="127" y="143"/>
                  </a:lnTo>
                  <a:lnTo>
                    <a:pt x="79" y="158"/>
                  </a:lnTo>
                  <a:lnTo>
                    <a:pt x="79" y="126"/>
                  </a:lnTo>
                  <a:lnTo>
                    <a:pt x="79" y="111"/>
                  </a:lnTo>
                  <a:lnTo>
                    <a:pt x="79" y="80"/>
                  </a:lnTo>
                  <a:cubicBezTo>
                    <a:pt x="79" y="80"/>
                    <a:pt x="79" y="63"/>
                    <a:pt x="95" y="63"/>
                  </a:cubicBezTo>
                  <a:cubicBezTo>
                    <a:pt x="110" y="48"/>
                    <a:pt x="127" y="32"/>
                    <a:pt x="110" y="17"/>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799" name="Google Shape;1799;p38"/>
            <p:cNvSpPr/>
            <p:nvPr/>
          </p:nvSpPr>
          <p:spPr>
            <a:xfrm>
              <a:off x="3160993" y="1815319"/>
              <a:ext cx="4039" cy="4516"/>
            </a:xfrm>
            <a:custGeom>
              <a:avLst/>
              <a:gdLst/>
              <a:ahLst/>
              <a:cxnLst/>
              <a:rect l="l" t="t" r="r" b="b"/>
              <a:pathLst>
                <a:path w="127" h="142" extrusionOk="0">
                  <a:moveTo>
                    <a:pt x="63" y="1"/>
                  </a:moveTo>
                  <a:cubicBezTo>
                    <a:pt x="78" y="1"/>
                    <a:pt x="63" y="16"/>
                    <a:pt x="63" y="16"/>
                  </a:cubicBezTo>
                  <a:cubicBezTo>
                    <a:pt x="63" y="32"/>
                    <a:pt x="47" y="32"/>
                    <a:pt x="47" y="32"/>
                  </a:cubicBezTo>
                  <a:lnTo>
                    <a:pt x="32" y="32"/>
                  </a:lnTo>
                  <a:lnTo>
                    <a:pt x="15" y="47"/>
                  </a:lnTo>
                  <a:lnTo>
                    <a:pt x="0" y="79"/>
                  </a:lnTo>
                  <a:cubicBezTo>
                    <a:pt x="0" y="95"/>
                    <a:pt x="0" y="110"/>
                    <a:pt x="15" y="110"/>
                  </a:cubicBezTo>
                  <a:lnTo>
                    <a:pt x="32" y="142"/>
                  </a:lnTo>
                  <a:lnTo>
                    <a:pt x="47" y="142"/>
                  </a:lnTo>
                  <a:lnTo>
                    <a:pt x="63" y="142"/>
                  </a:lnTo>
                  <a:lnTo>
                    <a:pt x="95" y="142"/>
                  </a:lnTo>
                  <a:lnTo>
                    <a:pt x="110" y="142"/>
                  </a:lnTo>
                  <a:lnTo>
                    <a:pt x="110" y="142"/>
                  </a:lnTo>
                  <a:lnTo>
                    <a:pt x="126" y="142"/>
                  </a:lnTo>
                  <a:cubicBezTo>
                    <a:pt x="126" y="142"/>
                    <a:pt x="126" y="127"/>
                    <a:pt x="110" y="127"/>
                  </a:cubicBezTo>
                  <a:lnTo>
                    <a:pt x="78" y="79"/>
                  </a:lnTo>
                  <a:lnTo>
                    <a:pt x="95" y="32"/>
                  </a:lnTo>
                  <a:cubicBezTo>
                    <a:pt x="110" y="32"/>
                    <a:pt x="110" y="16"/>
                    <a:pt x="95" y="16"/>
                  </a:cubicBezTo>
                  <a:lnTo>
                    <a:pt x="95" y="16"/>
                  </a:ln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0" name="Google Shape;1800;p38"/>
            <p:cNvSpPr/>
            <p:nvPr/>
          </p:nvSpPr>
          <p:spPr>
            <a:xfrm>
              <a:off x="3391951" y="1794742"/>
              <a:ext cx="3053" cy="4580"/>
            </a:xfrm>
            <a:custGeom>
              <a:avLst/>
              <a:gdLst/>
              <a:ahLst/>
              <a:cxnLst/>
              <a:rect l="l" t="t" r="r" b="b"/>
              <a:pathLst>
                <a:path w="96" h="144" extrusionOk="0">
                  <a:moveTo>
                    <a:pt x="64" y="80"/>
                  </a:moveTo>
                  <a:lnTo>
                    <a:pt x="64" y="80"/>
                  </a:lnTo>
                  <a:lnTo>
                    <a:pt x="64" y="80"/>
                  </a:lnTo>
                  <a:close/>
                  <a:moveTo>
                    <a:pt x="64" y="1"/>
                  </a:moveTo>
                  <a:lnTo>
                    <a:pt x="64" y="1"/>
                  </a:lnTo>
                  <a:cubicBezTo>
                    <a:pt x="49" y="1"/>
                    <a:pt x="32" y="1"/>
                    <a:pt x="32" y="17"/>
                  </a:cubicBezTo>
                  <a:cubicBezTo>
                    <a:pt x="32" y="17"/>
                    <a:pt x="32" y="32"/>
                    <a:pt x="17" y="32"/>
                  </a:cubicBezTo>
                  <a:cubicBezTo>
                    <a:pt x="17" y="49"/>
                    <a:pt x="1" y="64"/>
                    <a:pt x="1" y="95"/>
                  </a:cubicBezTo>
                  <a:cubicBezTo>
                    <a:pt x="1" y="112"/>
                    <a:pt x="17" y="112"/>
                    <a:pt x="17" y="127"/>
                  </a:cubicBezTo>
                  <a:cubicBezTo>
                    <a:pt x="32" y="127"/>
                    <a:pt x="32" y="127"/>
                    <a:pt x="49" y="143"/>
                  </a:cubicBezTo>
                  <a:lnTo>
                    <a:pt x="64" y="143"/>
                  </a:lnTo>
                  <a:cubicBezTo>
                    <a:pt x="80" y="143"/>
                    <a:pt x="80" y="143"/>
                    <a:pt x="95" y="127"/>
                  </a:cubicBezTo>
                  <a:lnTo>
                    <a:pt x="95" y="127"/>
                  </a:lnTo>
                  <a:cubicBezTo>
                    <a:pt x="95" y="112"/>
                    <a:pt x="95" y="80"/>
                    <a:pt x="80" y="80"/>
                  </a:cubicBezTo>
                  <a:lnTo>
                    <a:pt x="80" y="80"/>
                  </a:lnTo>
                  <a:lnTo>
                    <a:pt x="80" y="64"/>
                  </a:lnTo>
                  <a:lnTo>
                    <a:pt x="95" y="49"/>
                  </a:lnTo>
                  <a:lnTo>
                    <a:pt x="95" y="17"/>
                  </a:lnTo>
                  <a:lnTo>
                    <a:pt x="80" y="1"/>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1" name="Google Shape;1801;p38"/>
            <p:cNvSpPr/>
            <p:nvPr/>
          </p:nvSpPr>
          <p:spPr>
            <a:xfrm>
              <a:off x="3393955" y="1797286"/>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2" name="Google Shape;1802;p38"/>
            <p:cNvSpPr/>
            <p:nvPr/>
          </p:nvSpPr>
          <p:spPr>
            <a:xfrm>
              <a:off x="3334832" y="1809785"/>
              <a:ext cx="5057" cy="5057"/>
            </a:xfrm>
            <a:custGeom>
              <a:avLst/>
              <a:gdLst/>
              <a:ahLst/>
              <a:cxnLst/>
              <a:rect l="l" t="t" r="r" b="b"/>
              <a:pathLst>
                <a:path w="159" h="159" extrusionOk="0">
                  <a:moveTo>
                    <a:pt x="64" y="1"/>
                  </a:moveTo>
                  <a:lnTo>
                    <a:pt x="17" y="32"/>
                  </a:lnTo>
                  <a:lnTo>
                    <a:pt x="32" y="49"/>
                  </a:lnTo>
                  <a:cubicBezTo>
                    <a:pt x="32" y="64"/>
                    <a:pt x="17" y="80"/>
                    <a:pt x="1" y="95"/>
                  </a:cubicBezTo>
                  <a:lnTo>
                    <a:pt x="32" y="95"/>
                  </a:lnTo>
                  <a:lnTo>
                    <a:pt x="49" y="95"/>
                  </a:lnTo>
                  <a:lnTo>
                    <a:pt x="64" y="80"/>
                  </a:lnTo>
                  <a:lnTo>
                    <a:pt x="80" y="127"/>
                  </a:lnTo>
                  <a:lnTo>
                    <a:pt x="80" y="127"/>
                  </a:lnTo>
                  <a:lnTo>
                    <a:pt x="80" y="127"/>
                  </a:lnTo>
                  <a:cubicBezTo>
                    <a:pt x="95" y="143"/>
                    <a:pt x="95" y="158"/>
                    <a:pt x="112" y="158"/>
                  </a:cubicBezTo>
                  <a:lnTo>
                    <a:pt x="127" y="158"/>
                  </a:lnTo>
                  <a:lnTo>
                    <a:pt x="127" y="158"/>
                  </a:lnTo>
                  <a:cubicBezTo>
                    <a:pt x="143" y="158"/>
                    <a:pt x="158" y="143"/>
                    <a:pt x="158" y="127"/>
                  </a:cubicBezTo>
                  <a:lnTo>
                    <a:pt x="158" y="112"/>
                  </a:lnTo>
                  <a:lnTo>
                    <a:pt x="143" y="64"/>
                  </a:lnTo>
                  <a:lnTo>
                    <a:pt x="143" y="64"/>
                  </a:lnTo>
                  <a:lnTo>
                    <a:pt x="143" y="49"/>
                  </a:lnTo>
                  <a:lnTo>
                    <a:pt x="127" y="32"/>
                  </a:lnTo>
                  <a:lnTo>
                    <a:pt x="127" y="49"/>
                  </a:lnTo>
                  <a:cubicBezTo>
                    <a:pt x="127" y="64"/>
                    <a:pt x="112" y="64"/>
                    <a:pt x="95" y="64"/>
                  </a:cubicBezTo>
                  <a:lnTo>
                    <a:pt x="95" y="64"/>
                  </a:lnTo>
                  <a:cubicBezTo>
                    <a:pt x="64" y="64"/>
                    <a:pt x="64" y="49"/>
                    <a:pt x="64"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3" name="Google Shape;1803;p38"/>
            <p:cNvSpPr/>
            <p:nvPr/>
          </p:nvSpPr>
          <p:spPr>
            <a:xfrm>
              <a:off x="3353405" y="1813315"/>
              <a:ext cx="3498" cy="2035"/>
            </a:xfrm>
            <a:custGeom>
              <a:avLst/>
              <a:gdLst/>
              <a:ahLst/>
              <a:cxnLst/>
              <a:rect l="l" t="t" r="r" b="b"/>
              <a:pathLst>
                <a:path w="110" h="64" extrusionOk="0">
                  <a:moveTo>
                    <a:pt x="78" y="1"/>
                  </a:moveTo>
                  <a:lnTo>
                    <a:pt x="63" y="16"/>
                  </a:lnTo>
                  <a:lnTo>
                    <a:pt x="0" y="16"/>
                  </a:lnTo>
                  <a:lnTo>
                    <a:pt x="0" y="32"/>
                  </a:lnTo>
                  <a:lnTo>
                    <a:pt x="0" y="32"/>
                  </a:lnTo>
                  <a:lnTo>
                    <a:pt x="63" y="64"/>
                  </a:lnTo>
                  <a:lnTo>
                    <a:pt x="63" y="64"/>
                  </a:lnTo>
                  <a:lnTo>
                    <a:pt x="78" y="64"/>
                  </a:lnTo>
                  <a:cubicBezTo>
                    <a:pt x="95" y="64"/>
                    <a:pt x="95" y="64"/>
                    <a:pt x="110" y="47"/>
                  </a:cubicBezTo>
                  <a:cubicBezTo>
                    <a:pt x="110" y="32"/>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4" name="Google Shape;1804;p38"/>
            <p:cNvSpPr/>
            <p:nvPr/>
          </p:nvSpPr>
          <p:spPr>
            <a:xfrm>
              <a:off x="3295745" y="1814333"/>
              <a:ext cx="6042" cy="4516"/>
            </a:xfrm>
            <a:custGeom>
              <a:avLst/>
              <a:gdLst/>
              <a:ahLst/>
              <a:cxnLst/>
              <a:rect l="l" t="t" r="r" b="b"/>
              <a:pathLst>
                <a:path w="190" h="142" extrusionOk="0">
                  <a:moveTo>
                    <a:pt x="95" y="0"/>
                  </a:moveTo>
                  <a:lnTo>
                    <a:pt x="95" y="15"/>
                  </a:lnTo>
                  <a:lnTo>
                    <a:pt x="95" y="32"/>
                  </a:lnTo>
                  <a:lnTo>
                    <a:pt x="95" y="32"/>
                  </a:lnTo>
                  <a:lnTo>
                    <a:pt x="95" y="63"/>
                  </a:lnTo>
                  <a:lnTo>
                    <a:pt x="64" y="95"/>
                  </a:lnTo>
                  <a:cubicBezTo>
                    <a:pt x="49" y="95"/>
                    <a:pt x="49" y="95"/>
                    <a:pt x="49" y="78"/>
                  </a:cubicBezTo>
                  <a:lnTo>
                    <a:pt x="17" y="78"/>
                  </a:lnTo>
                  <a:lnTo>
                    <a:pt x="17" y="78"/>
                  </a:lnTo>
                  <a:cubicBezTo>
                    <a:pt x="17" y="95"/>
                    <a:pt x="17" y="110"/>
                    <a:pt x="1" y="110"/>
                  </a:cubicBezTo>
                  <a:lnTo>
                    <a:pt x="1" y="126"/>
                  </a:lnTo>
                  <a:cubicBezTo>
                    <a:pt x="17" y="126"/>
                    <a:pt x="17" y="141"/>
                    <a:pt x="32" y="141"/>
                  </a:cubicBezTo>
                  <a:cubicBezTo>
                    <a:pt x="49" y="141"/>
                    <a:pt x="49" y="126"/>
                    <a:pt x="64" y="126"/>
                  </a:cubicBezTo>
                  <a:lnTo>
                    <a:pt x="64" y="110"/>
                  </a:lnTo>
                  <a:cubicBezTo>
                    <a:pt x="80" y="110"/>
                    <a:pt x="80" y="95"/>
                    <a:pt x="95" y="95"/>
                  </a:cubicBezTo>
                  <a:lnTo>
                    <a:pt x="95" y="95"/>
                  </a:lnTo>
                  <a:lnTo>
                    <a:pt x="143" y="47"/>
                  </a:lnTo>
                  <a:cubicBezTo>
                    <a:pt x="158" y="47"/>
                    <a:pt x="175" y="32"/>
                    <a:pt x="175" y="32"/>
                  </a:cubicBezTo>
                  <a:lnTo>
                    <a:pt x="190" y="32"/>
                  </a:lnTo>
                  <a:lnTo>
                    <a:pt x="175" y="15"/>
                  </a:lnTo>
                  <a:cubicBezTo>
                    <a:pt x="175" y="32"/>
                    <a:pt x="158" y="32"/>
                    <a:pt x="158" y="32"/>
                  </a:cubicBezTo>
                  <a:lnTo>
                    <a:pt x="143" y="32"/>
                  </a:lnTo>
                  <a:lnTo>
                    <a:pt x="127"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5" name="Google Shape;1805;p38"/>
            <p:cNvSpPr/>
            <p:nvPr/>
          </p:nvSpPr>
          <p:spPr>
            <a:xfrm>
              <a:off x="3316322" y="1814333"/>
              <a:ext cx="5025" cy="2512"/>
            </a:xfrm>
            <a:custGeom>
              <a:avLst/>
              <a:gdLst/>
              <a:ahLst/>
              <a:cxnLst/>
              <a:rect l="l" t="t" r="r" b="b"/>
              <a:pathLst>
                <a:path w="158" h="79" extrusionOk="0">
                  <a:moveTo>
                    <a:pt x="79" y="0"/>
                  </a:moveTo>
                  <a:lnTo>
                    <a:pt x="32" y="15"/>
                  </a:lnTo>
                  <a:cubicBezTo>
                    <a:pt x="15" y="15"/>
                    <a:pt x="15" y="15"/>
                    <a:pt x="0" y="32"/>
                  </a:cubicBezTo>
                  <a:cubicBezTo>
                    <a:pt x="15" y="32"/>
                    <a:pt x="15" y="15"/>
                    <a:pt x="15" y="15"/>
                  </a:cubicBezTo>
                  <a:lnTo>
                    <a:pt x="15" y="15"/>
                  </a:lnTo>
                  <a:cubicBezTo>
                    <a:pt x="32" y="15"/>
                    <a:pt x="47" y="32"/>
                    <a:pt x="47" y="32"/>
                  </a:cubicBezTo>
                  <a:lnTo>
                    <a:pt x="47" y="47"/>
                  </a:lnTo>
                  <a:lnTo>
                    <a:pt x="63" y="47"/>
                  </a:lnTo>
                  <a:lnTo>
                    <a:pt x="95" y="78"/>
                  </a:lnTo>
                  <a:lnTo>
                    <a:pt x="95" y="78"/>
                  </a:lnTo>
                  <a:lnTo>
                    <a:pt x="126" y="63"/>
                  </a:lnTo>
                  <a:cubicBezTo>
                    <a:pt x="142" y="63"/>
                    <a:pt x="158" y="47"/>
                    <a:pt x="158" y="32"/>
                  </a:cubicBezTo>
                  <a:lnTo>
                    <a:pt x="158"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6" name="Google Shape;1806;p38"/>
            <p:cNvSpPr/>
            <p:nvPr/>
          </p:nvSpPr>
          <p:spPr>
            <a:xfrm>
              <a:off x="3393478" y="1752189"/>
              <a:ext cx="4039" cy="5534"/>
            </a:xfrm>
            <a:custGeom>
              <a:avLst/>
              <a:gdLst/>
              <a:ahLst/>
              <a:cxnLst/>
              <a:rect l="l" t="t" r="r" b="b"/>
              <a:pathLst>
                <a:path w="127" h="174" extrusionOk="0">
                  <a:moveTo>
                    <a:pt x="95" y="0"/>
                  </a:moveTo>
                  <a:lnTo>
                    <a:pt x="79" y="0"/>
                  </a:lnTo>
                  <a:cubicBezTo>
                    <a:pt x="79" y="0"/>
                    <a:pt x="64" y="15"/>
                    <a:pt x="47" y="15"/>
                  </a:cubicBezTo>
                  <a:lnTo>
                    <a:pt x="16" y="126"/>
                  </a:lnTo>
                  <a:cubicBezTo>
                    <a:pt x="1" y="158"/>
                    <a:pt x="16" y="173"/>
                    <a:pt x="32" y="173"/>
                  </a:cubicBezTo>
                  <a:lnTo>
                    <a:pt x="47" y="173"/>
                  </a:lnTo>
                  <a:cubicBezTo>
                    <a:pt x="64" y="173"/>
                    <a:pt x="79" y="173"/>
                    <a:pt x="79" y="158"/>
                  </a:cubicBezTo>
                  <a:lnTo>
                    <a:pt x="79" y="142"/>
                  </a:lnTo>
                  <a:cubicBezTo>
                    <a:pt x="64" y="142"/>
                    <a:pt x="64" y="126"/>
                    <a:pt x="47" y="110"/>
                  </a:cubicBezTo>
                  <a:cubicBezTo>
                    <a:pt x="47" y="95"/>
                    <a:pt x="64" y="79"/>
                    <a:pt x="79" y="63"/>
                  </a:cubicBezTo>
                  <a:lnTo>
                    <a:pt x="110" y="63"/>
                  </a:lnTo>
                  <a:lnTo>
                    <a:pt x="127" y="47"/>
                  </a:lnTo>
                  <a:cubicBezTo>
                    <a:pt x="127" y="32"/>
                    <a:pt x="110" y="15"/>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7" name="Google Shape;1807;p38"/>
            <p:cNvSpPr/>
            <p:nvPr/>
          </p:nvSpPr>
          <p:spPr>
            <a:xfrm>
              <a:off x="3176004" y="1831348"/>
              <a:ext cx="3530" cy="3053"/>
            </a:xfrm>
            <a:custGeom>
              <a:avLst/>
              <a:gdLst/>
              <a:ahLst/>
              <a:cxnLst/>
              <a:rect l="l" t="t" r="r" b="b"/>
              <a:pathLst>
                <a:path w="111" h="96" extrusionOk="0">
                  <a:moveTo>
                    <a:pt x="64" y="1"/>
                  </a:moveTo>
                  <a:lnTo>
                    <a:pt x="64" y="1"/>
                  </a:lnTo>
                  <a:lnTo>
                    <a:pt x="47" y="1"/>
                  </a:lnTo>
                  <a:lnTo>
                    <a:pt x="1" y="32"/>
                  </a:lnTo>
                  <a:lnTo>
                    <a:pt x="1" y="47"/>
                  </a:lnTo>
                  <a:lnTo>
                    <a:pt x="1" y="79"/>
                  </a:lnTo>
                  <a:lnTo>
                    <a:pt x="1" y="79"/>
                  </a:lnTo>
                  <a:cubicBezTo>
                    <a:pt x="1" y="95"/>
                    <a:pt x="16" y="95"/>
                    <a:pt x="32" y="95"/>
                  </a:cubicBezTo>
                  <a:lnTo>
                    <a:pt x="47" y="95"/>
                  </a:lnTo>
                  <a:lnTo>
                    <a:pt x="95" y="47"/>
                  </a:lnTo>
                  <a:cubicBezTo>
                    <a:pt x="110" y="47"/>
                    <a:pt x="110"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8" name="Google Shape;1808;p38"/>
            <p:cNvSpPr/>
            <p:nvPr/>
          </p:nvSpPr>
          <p:spPr>
            <a:xfrm>
              <a:off x="3265690" y="1815319"/>
              <a:ext cx="4548" cy="5534"/>
            </a:xfrm>
            <a:custGeom>
              <a:avLst/>
              <a:gdLst/>
              <a:ahLst/>
              <a:cxnLst/>
              <a:rect l="l" t="t" r="r" b="b"/>
              <a:pathLst>
                <a:path w="143" h="174" extrusionOk="0">
                  <a:moveTo>
                    <a:pt x="95" y="1"/>
                  </a:moveTo>
                  <a:lnTo>
                    <a:pt x="95" y="1"/>
                  </a:lnTo>
                  <a:cubicBezTo>
                    <a:pt x="80" y="1"/>
                    <a:pt x="80" y="16"/>
                    <a:pt x="63" y="32"/>
                  </a:cubicBezTo>
                  <a:lnTo>
                    <a:pt x="63" y="47"/>
                  </a:lnTo>
                  <a:lnTo>
                    <a:pt x="63" y="47"/>
                  </a:lnTo>
                  <a:cubicBezTo>
                    <a:pt x="48" y="64"/>
                    <a:pt x="48" y="64"/>
                    <a:pt x="48" y="79"/>
                  </a:cubicBezTo>
                  <a:cubicBezTo>
                    <a:pt x="32" y="79"/>
                    <a:pt x="32" y="95"/>
                    <a:pt x="32" y="95"/>
                  </a:cubicBezTo>
                  <a:lnTo>
                    <a:pt x="17" y="95"/>
                  </a:lnTo>
                  <a:cubicBezTo>
                    <a:pt x="17" y="110"/>
                    <a:pt x="17" y="110"/>
                    <a:pt x="0" y="110"/>
                  </a:cubicBezTo>
                  <a:lnTo>
                    <a:pt x="0" y="127"/>
                  </a:lnTo>
                  <a:lnTo>
                    <a:pt x="0" y="158"/>
                  </a:lnTo>
                  <a:cubicBezTo>
                    <a:pt x="17" y="173"/>
                    <a:pt x="17" y="173"/>
                    <a:pt x="32" y="173"/>
                  </a:cubicBezTo>
                  <a:cubicBezTo>
                    <a:pt x="32" y="173"/>
                    <a:pt x="48" y="173"/>
                    <a:pt x="48" y="158"/>
                  </a:cubicBezTo>
                  <a:lnTo>
                    <a:pt x="48" y="158"/>
                  </a:lnTo>
                  <a:lnTo>
                    <a:pt x="63" y="158"/>
                  </a:lnTo>
                  <a:lnTo>
                    <a:pt x="63" y="158"/>
                  </a:lnTo>
                  <a:lnTo>
                    <a:pt x="32" y="127"/>
                  </a:lnTo>
                  <a:cubicBezTo>
                    <a:pt x="32" y="110"/>
                    <a:pt x="32" y="79"/>
                    <a:pt x="48" y="79"/>
                  </a:cubicBezTo>
                  <a:lnTo>
                    <a:pt x="63" y="64"/>
                  </a:lnTo>
                  <a:lnTo>
                    <a:pt x="63" y="64"/>
                  </a:lnTo>
                  <a:cubicBezTo>
                    <a:pt x="80" y="64"/>
                    <a:pt x="95" y="79"/>
                    <a:pt x="95" y="79"/>
                  </a:cubicBezTo>
                  <a:lnTo>
                    <a:pt x="111" y="110"/>
                  </a:lnTo>
                  <a:cubicBezTo>
                    <a:pt x="111" y="95"/>
                    <a:pt x="126" y="79"/>
                    <a:pt x="126" y="64"/>
                  </a:cubicBezTo>
                  <a:lnTo>
                    <a:pt x="126" y="64"/>
                  </a:lnTo>
                  <a:lnTo>
                    <a:pt x="126" y="47"/>
                  </a:lnTo>
                  <a:cubicBezTo>
                    <a:pt x="143" y="32"/>
                    <a:pt x="126" y="16"/>
                    <a:pt x="126" y="16"/>
                  </a:cubicBezTo>
                  <a:cubicBezTo>
                    <a:pt x="111" y="16"/>
                    <a:pt x="111" y="16"/>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09" name="Google Shape;1809;p38"/>
            <p:cNvSpPr/>
            <p:nvPr/>
          </p:nvSpPr>
          <p:spPr>
            <a:xfrm>
              <a:off x="3412528" y="1781734"/>
              <a:ext cx="3530" cy="5565"/>
            </a:xfrm>
            <a:custGeom>
              <a:avLst/>
              <a:gdLst/>
              <a:ahLst/>
              <a:cxnLst/>
              <a:rect l="l" t="t" r="r" b="b"/>
              <a:pathLst>
                <a:path w="111" h="175" extrusionOk="0">
                  <a:moveTo>
                    <a:pt x="79" y="0"/>
                  </a:moveTo>
                  <a:lnTo>
                    <a:pt x="79" y="0"/>
                  </a:lnTo>
                  <a:cubicBezTo>
                    <a:pt x="63" y="0"/>
                    <a:pt x="63" y="0"/>
                    <a:pt x="63" y="17"/>
                  </a:cubicBezTo>
                  <a:cubicBezTo>
                    <a:pt x="63" y="17"/>
                    <a:pt x="47" y="17"/>
                    <a:pt x="47" y="32"/>
                  </a:cubicBezTo>
                  <a:lnTo>
                    <a:pt x="32" y="63"/>
                  </a:lnTo>
                  <a:lnTo>
                    <a:pt x="0" y="126"/>
                  </a:lnTo>
                  <a:cubicBezTo>
                    <a:pt x="0" y="143"/>
                    <a:pt x="0" y="158"/>
                    <a:pt x="16" y="174"/>
                  </a:cubicBezTo>
                  <a:lnTo>
                    <a:pt x="32" y="174"/>
                  </a:lnTo>
                  <a:cubicBezTo>
                    <a:pt x="47" y="174"/>
                    <a:pt x="63" y="158"/>
                    <a:pt x="63" y="158"/>
                  </a:cubicBezTo>
                  <a:lnTo>
                    <a:pt x="63" y="143"/>
                  </a:lnTo>
                  <a:cubicBezTo>
                    <a:pt x="79" y="143"/>
                    <a:pt x="79" y="126"/>
                    <a:pt x="79" y="126"/>
                  </a:cubicBezTo>
                  <a:lnTo>
                    <a:pt x="79" y="126"/>
                  </a:lnTo>
                  <a:lnTo>
                    <a:pt x="110" y="63"/>
                  </a:lnTo>
                  <a:lnTo>
                    <a:pt x="110" y="48"/>
                  </a:lnTo>
                  <a:lnTo>
                    <a:pt x="110" y="17"/>
                  </a:lnTo>
                  <a:lnTo>
                    <a:pt x="95" y="17"/>
                  </a:lnTo>
                  <a:cubicBezTo>
                    <a:pt x="95" y="17"/>
                    <a:pt x="79" y="17"/>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0" name="Google Shape;1810;p38"/>
            <p:cNvSpPr/>
            <p:nvPr/>
          </p:nvSpPr>
          <p:spPr>
            <a:xfrm>
              <a:off x="3165986" y="1826832"/>
              <a:ext cx="5057" cy="2544"/>
            </a:xfrm>
            <a:custGeom>
              <a:avLst/>
              <a:gdLst/>
              <a:ahLst/>
              <a:cxnLst/>
              <a:rect l="l" t="t" r="r" b="b"/>
              <a:pathLst>
                <a:path w="159" h="80" extrusionOk="0">
                  <a:moveTo>
                    <a:pt x="32" y="0"/>
                  </a:moveTo>
                  <a:lnTo>
                    <a:pt x="32" y="0"/>
                  </a:lnTo>
                  <a:cubicBezTo>
                    <a:pt x="16" y="0"/>
                    <a:pt x="1" y="0"/>
                    <a:pt x="1" y="17"/>
                  </a:cubicBezTo>
                  <a:cubicBezTo>
                    <a:pt x="1" y="32"/>
                    <a:pt x="1" y="63"/>
                    <a:pt x="32" y="63"/>
                  </a:cubicBezTo>
                  <a:lnTo>
                    <a:pt x="95" y="80"/>
                  </a:lnTo>
                  <a:lnTo>
                    <a:pt x="95" y="80"/>
                  </a:lnTo>
                  <a:lnTo>
                    <a:pt x="110" y="80"/>
                  </a:lnTo>
                  <a:lnTo>
                    <a:pt x="127" y="80"/>
                  </a:lnTo>
                  <a:cubicBezTo>
                    <a:pt x="142" y="80"/>
                    <a:pt x="158" y="48"/>
                    <a:pt x="158" y="32"/>
                  </a:cubicBezTo>
                  <a:lnTo>
                    <a:pt x="158" y="32"/>
                  </a:lnTo>
                  <a:lnTo>
                    <a:pt x="158" y="32"/>
                  </a:lnTo>
                  <a:cubicBezTo>
                    <a:pt x="142" y="48"/>
                    <a:pt x="142" y="48"/>
                    <a:pt x="127" y="48"/>
                  </a:cubicBezTo>
                  <a:lnTo>
                    <a:pt x="110" y="48"/>
                  </a:lnTo>
                  <a:lnTo>
                    <a:pt x="79" y="32"/>
                  </a:lnTo>
                  <a:cubicBezTo>
                    <a:pt x="79" y="17"/>
                    <a:pt x="64" y="17"/>
                    <a:pt x="64"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1" name="Google Shape;1811;p38"/>
            <p:cNvSpPr/>
            <p:nvPr/>
          </p:nvSpPr>
          <p:spPr>
            <a:xfrm>
              <a:off x="3398980" y="1802788"/>
              <a:ext cx="3562" cy="3021"/>
            </a:xfrm>
            <a:custGeom>
              <a:avLst/>
              <a:gdLst/>
              <a:ahLst/>
              <a:cxnLst/>
              <a:rect l="l" t="t" r="r" b="b"/>
              <a:pathLst>
                <a:path w="112" h="95" extrusionOk="0">
                  <a:moveTo>
                    <a:pt x="111" y="0"/>
                  </a:moveTo>
                  <a:lnTo>
                    <a:pt x="111" y="0"/>
                  </a:lnTo>
                  <a:lnTo>
                    <a:pt x="48" y="16"/>
                  </a:lnTo>
                  <a:lnTo>
                    <a:pt x="48" y="16"/>
                  </a:lnTo>
                  <a:lnTo>
                    <a:pt x="32" y="16"/>
                  </a:lnTo>
                  <a:lnTo>
                    <a:pt x="17" y="32"/>
                  </a:lnTo>
                  <a:cubicBezTo>
                    <a:pt x="0" y="32"/>
                    <a:pt x="0" y="32"/>
                    <a:pt x="0" y="48"/>
                  </a:cubicBezTo>
                  <a:cubicBezTo>
                    <a:pt x="17" y="48"/>
                    <a:pt x="17" y="48"/>
                    <a:pt x="17" y="63"/>
                  </a:cubicBezTo>
                  <a:lnTo>
                    <a:pt x="17" y="79"/>
                  </a:lnTo>
                  <a:lnTo>
                    <a:pt x="32" y="95"/>
                  </a:lnTo>
                  <a:lnTo>
                    <a:pt x="32" y="95"/>
                  </a:lnTo>
                  <a:cubicBezTo>
                    <a:pt x="32" y="95"/>
                    <a:pt x="48" y="95"/>
                    <a:pt x="48" y="79"/>
                  </a:cubicBezTo>
                  <a:lnTo>
                    <a:pt x="48" y="79"/>
                  </a:lnTo>
                  <a:lnTo>
                    <a:pt x="80" y="63"/>
                  </a:lnTo>
                  <a:lnTo>
                    <a:pt x="95" y="48"/>
                  </a:lnTo>
                  <a:cubicBezTo>
                    <a:pt x="111" y="32"/>
                    <a:pt x="111" y="16"/>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2" name="Google Shape;1812;p38"/>
            <p:cNvSpPr/>
            <p:nvPr/>
          </p:nvSpPr>
          <p:spPr>
            <a:xfrm>
              <a:off x="3444077" y="1799767"/>
              <a:ext cx="4548" cy="5565"/>
            </a:xfrm>
            <a:custGeom>
              <a:avLst/>
              <a:gdLst/>
              <a:ahLst/>
              <a:cxnLst/>
              <a:rect l="l" t="t" r="r" b="b"/>
              <a:pathLst>
                <a:path w="143" h="175" extrusionOk="0">
                  <a:moveTo>
                    <a:pt x="95" y="1"/>
                  </a:moveTo>
                  <a:lnTo>
                    <a:pt x="95" y="1"/>
                  </a:lnTo>
                  <a:cubicBezTo>
                    <a:pt x="80" y="1"/>
                    <a:pt x="80" y="1"/>
                    <a:pt x="63" y="17"/>
                  </a:cubicBezTo>
                  <a:lnTo>
                    <a:pt x="63" y="32"/>
                  </a:lnTo>
                  <a:lnTo>
                    <a:pt x="63" y="80"/>
                  </a:lnTo>
                  <a:lnTo>
                    <a:pt x="63" y="80"/>
                  </a:lnTo>
                  <a:lnTo>
                    <a:pt x="63" y="80"/>
                  </a:lnTo>
                  <a:lnTo>
                    <a:pt x="17" y="111"/>
                  </a:lnTo>
                  <a:lnTo>
                    <a:pt x="0" y="111"/>
                  </a:lnTo>
                  <a:lnTo>
                    <a:pt x="0" y="158"/>
                  </a:lnTo>
                  <a:cubicBezTo>
                    <a:pt x="17" y="158"/>
                    <a:pt x="17" y="158"/>
                    <a:pt x="32" y="174"/>
                  </a:cubicBezTo>
                  <a:lnTo>
                    <a:pt x="32" y="174"/>
                  </a:lnTo>
                  <a:cubicBezTo>
                    <a:pt x="48" y="174"/>
                    <a:pt x="48" y="174"/>
                    <a:pt x="48" y="158"/>
                  </a:cubicBezTo>
                  <a:lnTo>
                    <a:pt x="80" y="143"/>
                  </a:lnTo>
                  <a:lnTo>
                    <a:pt x="126" y="127"/>
                  </a:lnTo>
                  <a:cubicBezTo>
                    <a:pt x="126" y="111"/>
                    <a:pt x="143" y="111"/>
                    <a:pt x="143" y="95"/>
                  </a:cubicBezTo>
                  <a:lnTo>
                    <a:pt x="126" y="32"/>
                  </a:lnTo>
                  <a:lnTo>
                    <a:pt x="126" y="32"/>
                  </a:lnTo>
                  <a:cubicBezTo>
                    <a:pt x="126" y="17"/>
                    <a:pt x="111"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3" name="Google Shape;1813;p38"/>
            <p:cNvSpPr/>
            <p:nvPr/>
          </p:nvSpPr>
          <p:spPr>
            <a:xfrm>
              <a:off x="3438575" y="1802788"/>
              <a:ext cx="4039" cy="2544"/>
            </a:xfrm>
            <a:custGeom>
              <a:avLst/>
              <a:gdLst/>
              <a:ahLst/>
              <a:cxnLst/>
              <a:rect l="l" t="t" r="r" b="b"/>
              <a:pathLst>
                <a:path w="127" h="80" extrusionOk="0">
                  <a:moveTo>
                    <a:pt x="79" y="0"/>
                  </a:moveTo>
                  <a:lnTo>
                    <a:pt x="79" y="0"/>
                  </a:lnTo>
                  <a:lnTo>
                    <a:pt x="79" y="0"/>
                  </a:lnTo>
                  <a:lnTo>
                    <a:pt x="32" y="0"/>
                  </a:lnTo>
                  <a:lnTo>
                    <a:pt x="16" y="16"/>
                  </a:lnTo>
                  <a:cubicBezTo>
                    <a:pt x="1" y="16"/>
                    <a:pt x="1" y="32"/>
                    <a:pt x="1" y="48"/>
                  </a:cubicBezTo>
                  <a:lnTo>
                    <a:pt x="1" y="48"/>
                  </a:lnTo>
                  <a:lnTo>
                    <a:pt x="1" y="63"/>
                  </a:lnTo>
                  <a:cubicBezTo>
                    <a:pt x="16" y="79"/>
                    <a:pt x="16" y="79"/>
                    <a:pt x="32" y="79"/>
                  </a:cubicBezTo>
                  <a:lnTo>
                    <a:pt x="32" y="79"/>
                  </a:lnTo>
                  <a:lnTo>
                    <a:pt x="95" y="63"/>
                  </a:lnTo>
                  <a:lnTo>
                    <a:pt x="95" y="63"/>
                  </a:lnTo>
                  <a:cubicBezTo>
                    <a:pt x="110" y="48"/>
                    <a:pt x="127" y="32"/>
                    <a:pt x="110" y="16"/>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4" name="Google Shape;1814;p38"/>
            <p:cNvSpPr/>
            <p:nvPr/>
          </p:nvSpPr>
          <p:spPr>
            <a:xfrm>
              <a:off x="3329361" y="1813315"/>
              <a:ext cx="4516" cy="3530"/>
            </a:xfrm>
            <a:custGeom>
              <a:avLst/>
              <a:gdLst/>
              <a:ahLst/>
              <a:cxnLst/>
              <a:rect l="l" t="t" r="r" b="b"/>
              <a:pathLst>
                <a:path w="142" h="111" extrusionOk="0">
                  <a:moveTo>
                    <a:pt x="32" y="1"/>
                  </a:moveTo>
                  <a:lnTo>
                    <a:pt x="32" y="1"/>
                  </a:lnTo>
                  <a:lnTo>
                    <a:pt x="32" y="1"/>
                  </a:lnTo>
                  <a:cubicBezTo>
                    <a:pt x="32" y="1"/>
                    <a:pt x="15" y="1"/>
                    <a:pt x="15" y="16"/>
                  </a:cubicBezTo>
                  <a:cubicBezTo>
                    <a:pt x="0" y="16"/>
                    <a:pt x="0" y="16"/>
                    <a:pt x="0" y="32"/>
                  </a:cubicBezTo>
                  <a:lnTo>
                    <a:pt x="0" y="32"/>
                  </a:lnTo>
                  <a:cubicBezTo>
                    <a:pt x="0" y="47"/>
                    <a:pt x="15" y="64"/>
                    <a:pt x="32" y="64"/>
                  </a:cubicBezTo>
                  <a:lnTo>
                    <a:pt x="15" y="64"/>
                  </a:lnTo>
                  <a:lnTo>
                    <a:pt x="32" y="64"/>
                  </a:lnTo>
                  <a:lnTo>
                    <a:pt x="32" y="64"/>
                  </a:lnTo>
                  <a:lnTo>
                    <a:pt x="47" y="79"/>
                  </a:lnTo>
                  <a:cubicBezTo>
                    <a:pt x="63" y="95"/>
                    <a:pt x="63" y="95"/>
                    <a:pt x="63" y="110"/>
                  </a:cubicBezTo>
                  <a:lnTo>
                    <a:pt x="78" y="110"/>
                  </a:lnTo>
                  <a:lnTo>
                    <a:pt x="78" y="110"/>
                  </a:lnTo>
                  <a:lnTo>
                    <a:pt x="110" y="79"/>
                  </a:lnTo>
                  <a:lnTo>
                    <a:pt x="126" y="79"/>
                  </a:lnTo>
                  <a:cubicBezTo>
                    <a:pt x="141" y="79"/>
                    <a:pt x="141" y="64"/>
                    <a:pt x="141" y="47"/>
                  </a:cubicBezTo>
                  <a:cubicBezTo>
                    <a:pt x="141" y="32"/>
                    <a:pt x="141" y="32"/>
                    <a:pt x="126" y="32"/>
                  </a:cubicBezTo>
                  <a:cubicBezTo>
                    <a:pt x="126" y="16"/>
                    <a:pt x="126" y="16"/>
                    <a:pt x="110" y="16"/>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5" name="Google Shape;1815;p38"/>
            <p:cNvSpPr/>
            <p:nvPr/>
          </p:nvSpPr>
          <p:spPr>
            <a:xfrm>
              <a:off x="3296286" y="1810803"/>
              <a:ext cx="9032" cy="4548"/>
            </a:xfrm>
            <a:custGeom>
              <a:avLst/>
              <a:gdLst/>
              <a:ahLst/>
              <a:cxnLst/>
              <a:rect l="l" t="t" r="r" b="b"/>
              <a:pathLst>
                <a:path w="284" h="143" extrusionOk="0">
                  <a:moveTo>
                    <a:pt x="32" y="0"/>
                  </a:moveTo>
                  <a:lnTo>
                    <a:pt x="32" y="0"/>
                  </a:lnTo>
                  <a:cubicBezTo>
                    <a:pt x="32" y="17"/>
                    <a:pt x="15" y="17"/>
                    <a:pt x="15" y="17"/>
                  </a:cubicBezTo>
                  <a:cubicBezTo>
                    <a:pt x="0" y="32"/>
                    <a:pt x="0" y="48"/>
                    <a:pt x="15" y="63"/>
                  </a:cubicBezTo>
                  <a:lnTo>
                    <a:pt x="15" y="63"/>
                  </a:lnTo>
                  <a:cubicBezTo>
                    <a:pt x="15" y="63"/>
                    <a:pt x="15" y="80"/>
                    <a:pt x="32" y="80"/>
                  </a:cubicBezTo>
                  <a:lnTo>
                    <a:pt x="47" y="95"/>
                  </a:lnTo>
                  <a:lnTo>
                    <a:pt x="47" y="95"/>
                  </a:lnTo>
                  <a:cubicBezTo>
                    <a:pt x="47" y="95"/>
                    <a:pt x="63" y="95"/>
                    <a:pt x="63" y="111"/>
                  </a:cubicBezTo>
                  <a:lnTo>
                    <a:pt x="78" y="111"/>
                  </a:lnTo>
                  <a:lnTo>
                    <a:pt x="110" y="143"/>
                  </a:lnTo>
                  <a:lnTo>
                    <a:pt x="126" y="143"/>
                  </a:lnTo>
                  <a:lnTo>
                    <a:pt x="141" y="143"/>
                  </a:lnTo>
                  <a:cubicBezTo>
                    <a:pt x="141" y="143"/>
                    <a:pt x="158" y="143"/>
                    <a:pt x="158" y="126"/>
                  </a:cubicBezTo>
                  <a:lnTo>
                    <a:pt x="173" y="143"/>
                  </a:lnTo>
                  <a:lnTo>
                    <a:pt x="236" y="143"/>
                  </a:lnTo>
                  <a:lnTo>
                    <a:pt x="252" y="143"/>
                  </a:lnTo>
                  <a:cubicBezTo>
                    <a:pt x="267" y="143"/>
                    <a:pt x="284" y="126"/>
                    <a:pt x="284" y="111"/>
                  </a:cubicBezTo>
                  <a:lnTo>
                    <a:pt x="284" y="95"/>
                  </a:lnTo>
                  <a:cubicBezTo>
                    <a:pt x="267" y="95"/>
                    <a:pt x="267" y="95"/>
                    <a:pt x="267" y="80"/>
                  </a:cubicBezTo>
                  <a:cubicBezTo>
                    <a:pt x="267" y="95"/>
                    <a:pt x="267" y="95"/>
                    <a:pt x="252" y="95"/>
                  </a:cubicBezTo>
                  <a:lnTo>
                    <a:pt x="236" y="126"/>
                  </a:lnTo>
                  <a:lnTo>
                    <a:pt x="221" y="126"/>
                  </a:lnTo>
                  <a:cubicBezTo>
                    <a:pt x="204" y="126"/>
                    <a:pt x="189" y="126"/>
                    <a:pt x="189" y="111"/>
                  </a:cubicBezTo>
                  <a:cubicBezTo>
                    <a:pt x="173" y="95"/>
                    <a:pt x="173" y="80"/>
                    <a:pt x="189" y="63"/>
                  </a:cubicBezTo>
                  <a:lnTo>
                    <a:pt x="173" y="63"/>
                  </a:lnTo>
                  <a:lnTo>
                    <a:pt x="141" y="63"/>
                  </a:lnTo>
                  <a:lnTo>
                    <a:pt x="126" y="63"/>
                  </a:lnTo>
                  <a:lnTo>
                    <a:pt x="126" y="63"/>
                  </a:lnTo>
                  <a:lnTo>
                    <a:pt x="78" y="32"/>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6" name="Google Shape;1816;p38"/>
            <p:cNvSpPr/>
            <p:nvPr/>
          </p:nvSpPr>
          <p:spPr>
            <a:xfrm>
              <a:off x="3264196" y="1822348"/>
              <a:ext cx="4516" cy="3021"/>
            </a:xfrm>
            <a:custGeom>
              <a:avLst/>
              <a:gdLst/>
              <a:ahLst/>
              <a:cxnLst/>
              <a:rect l="l" t="t" r="r" b="b"/>
              <a:pathLst>
                <a:path w="142" h="95" extrusionOk="0">
                  <a:moveTo>
                    <a:pt x="95" y="0"/>
                  </a:moveTo>
                  <a:lnTo>
                    <a:pt x="95" y="0"/>
                  </a:lnTo>
                  <a:cubicBezTo>
                    <a:pt x="95" y="0"/>
                    <a:pt x="79" y="0"/>
                    <a:pt x="79" y="15"/>
                  </a:cubicBezTo>
                  <a:lnTo>
                    <a:pt x="64" y="15"/>
                  </a:lnTo>
                  <a:lnTo>
                    <a:pt x="32" y="32"/>
                  </a:lnTo>
                  <a:cubicBezTo>
                    <a:pt x="16" y="47"/>
                    <a:pt x="1" y="63"/>
                    <a:pt x="16" y="78"/>
                  </a:cubicBezTo>
                  <a:cubicBezTo>
                    <a:pt x="16" y="95"/>
                    <a:pt x="32" y="95"/>
                    <a:pt x="47" y="95"/>
                  </a:cubicBezTo>
                  <a:lnTo>
                    <a:pt x="47" y="95"/>
                  </a:lnTo>
                  <a:lnTo>
                    <a:pt x="64" y="95"/>
                  </a:lnTo>
                  <a:lnTo>
                    <a:pt x="110" y="63"/>
                  </a:lnTo>
                  <a:cubicBezTo>
                    <a:pt x="127" y="63"/>
                    <a:pt x="142" y="32"/>
                    <a:pt x="127" y="15"/>
                  </a:cubicBezTo>
                  <a:lnTo>
                    <a:pt x="127" y="15"/>
                  </a:lnTo>
                  <a:cubicBezTo>
                    <a:pt x="110"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7" name="Google Shape;1817;p38"/>
            <p:cNvSpPr/>
            <p:nvPr/>
          </p:nvSpPr>
          <p:spPr>
            <a:xfrm>
              <a:off x="3322333" y="1763702"/>
              <a:ext cx="4039" cy="2544"/>
            </a:xfrm>
            <a:custGeom>
              <a:avLst/>
              <a:gdLst/>
              <a:ahLst/>
              <a:cxnLst/>
              <a:rect l="l" t="t" r="r" b="b"/>
              <a:pathLst>
                <a:path w="127" h="80" extrusionOk="0">
                  <a:moveTo>
                    <a:pt x="32" y="0"/>
                  </a:moveTo>
                  <a:lnTo>
                    <a:pt x="32" y="0"/>
                  </a:lnTo>
                  <a:cubicBezTo>
                    <a:pt x="16" y="0"/>
                    <a:pt x="0" y="16"/>
                    <a:pt x="0" y="32"/>
                  </a:cubicBezTo>
                  <a:lnTo>
                    <a:pt x="0" y="32"/>
                  </a:lnTo>
                  <a:cubicBezTo>
                    <a:pt x="0" y="63"/>
                    <a:pt x="16" y="80"/>
                    <a:pt x="32" y="80"/>
                  </a:cubicBezTo>
                  <a:lnTo>
                    <a:pt x="79" y="80"/>
                  </a:lnTo>
                  <a:lnTo>
                    <a:pt x="95" y="80"/>
                  </a:lnTo>
                  <a:lnTo>
                    <a:pt x="95" y="80"/>
                  </a:lnTo>
                  <a:cubicBezTo>
                    <a:pt x="110" y="80"/>
                    <a:pt x="110" y="80"/>
                    <a:pt x="110" y="63"/>
                  </a:cubicBezTo>
                  <a:lnTo>
                    <a:pt x="126" y="63"/>
                  </a:lnTo>
                  <a:lnTo>
                    <a:pt x="126" y="48"/>
                  </a:lnTo>
                  <a:lnTo>
                    <a:pt x="126" y="48"/>
                  </a:lnTo>
                  <a:cubicBezTo>
                    <a:pt x="126" y="16"/>
                    <a:pt x="110" y="0"/>
                    <a:pt x="95"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8" name="Google Shape;1818;p38"/>
            <p:cNvSpPr/>
            <p:nvPr/>
          </p:nvSpPr>
          <p:spPr>
            <a:xfrm>
              <a:off x="3243650" y="1772702"/>
              <a:ext cx="4548" cy="2576"/>
            </a:xfrm>
            <a:custGeom>
              <a:avLst/>
              <a:gdLst/>
              <a:ahLst/>
              <a:cxnLst/>
              <a:rect l="l" t="t" r="r" b="b"/>
              <a:pathLst>
                <a:path w="143" h="81" extrusionOk="0">
                  <a:moveTo>
                    <a:pt x="32" y="1"/>
                  </a:moveTo>
                  <a:lnTo>
                    <a:pt x="32" y="1"/>
                  </a:lnTo>
                  <a:cubicBezTo>
                    <a:pt x="17" y="1"/>
                    <a:pt x="0" y="17"/>
                    <a:pt x="0" y="32"/>
                  </a:cubicBezTo>
                  <a:cubicBezTo>
                    <a:pt x="0" y="49"/>
                    <a:pt x="17" y="64"/>
                    <a:pt x="32" y="64"/>
                  </a:cubicBezTo>
                  <a:lnTo>
                    <a:pt x="95" y="80"/>
                  </a:lnTo>
                  <a:lnTo>
                    <a:pt x="95" y="80"/>
                  </a:lnTo>
                  <a:cubicBezTo>
                    <a:pt x="111" y="80"/>
                    <a:pt x="126" y="64"/>
                    <a:pt x="126" y="49"/>
                  </a:cubicBezTo>
                  <a:cubicBezTo>
                    <a:pt x="143" y="32"/>
                    <a:pt x="126" y="17"/>
                    <a:pt x="111" y="1"/>
                  </a:cubicBez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19" name="Google Shape;1819;p38"/>
            <p:cNvSpPr/>
            <p:nvPr/>
          </p:nvSpPr>
          <p:spPr>
            <a:xfrm>
              <a:off x="3376940" y="1790258"/>
              <a:ext cx="5565" cy="6520"/>
            </a:xfrm>
            <a:custGeom>
              <a:avLst/>
              <a:gdLst/>
              <a:ahLst/>
              <a:cxnLst/>
              <a:rect l="l" t="t" r="r" b="b"/>
              <a:pathLst>
                <a:path w="175" h="205" extrusionOk="0">
                  <a:moveTo>
                    <a:pt x="63" y="1"/>
                  </a:moveTo>
                  <a:lnTo>
                    <a:pt x="63" y="1"/>
                  </a:lnTo>
                  <a:lnTo>
                    <a:pt x="63" y="1"/>
                  </a:lnTo>
                  <a:lnTo>
                    <a:pt x="48" y="1"/>
                  </a:lnTo>
                  <a:lnTo>
                    <a:pt x="32" y="16"/>
                  </a:lnTo>
                  <a:lnTo>
                    <a:pt x="32" y="16"/>
                  </a:lnTo>
                  <a:lnTo>
                    <a:pt x="0" y="127"/>
                  </a:lnTo>
                  <a:cubicBezTo>
                    <a:pt x="0" y="142"/>
                    <a:pt x="0" y="158"/>
                    <a:pt x="17" y="158"/>
                  </a:cubicBezTo>
                  <a:lnTo>
                    <a:pt x="80" y="190"/>
                  </a:lnTo>
                  <a:cubicBezTo>
                    <a:pt x="80" y="190"/>
                    <a:pt x="80" y="205"/>
                    <a:pt x="95" y="205"/>
                  </a:cubicBezTo>
                  <a:lnTo>
                    <a:pt x="111" y="190"/>
                  </a:lnTo>
                  <a:lnTo>
                    <a:pt x="158" y="158"/>
                  </a:lnTo>
                  <a:lnTo>
                    <a:pt x="158" y="158"/>
                  </a:lnTo>
                  <a:lnTo>
                    <a:pt x="158" y="142"/>
                  </a:lnTo>
                  <a:cubicBezTo>
                    <a:pt x="174" y="127"/>
                    <a:pt x="158" y="110"/>
                    <a:pt x="158" y="110"/>
                  </a:cubicBezTo>
                  <a:cubicBezTo>
                    <a:pt x="158" y="95"/>
                    <a:pt x="143" y="95"/>
                    <a:pt x="126" y="95"/>
                  </a:cubicBezTo>
                  <a:lnTo>
                    <a:pt x="126" y="95"/>
                  </a:lnTo>
                  <a:lnTo>
                    <a:pt x="126" y="95"/>
                  </a:lnTo>
                  <a:cubicBezTo>
                    <a:pt x="126" y="110"/>
                    <a:pt x="126" y="142"/>
                    <a:pt x="95" y="142"/>
                  </a:cubicBezTo>
                  <a:lnTo>
                    <a:pt x="80" y="142"/>
                  </a:lnTo>
                  <a:lnTo>
                    <a:pt x="80" y="142"/>
                  </a:lnTo>
                  <a:cubicBezTo>
                    <a:pt x="63" y="142"/>
                    <a:pt x="48" y="127"/>
                    <a:pt x="32" y="110"/>
                  </a:cubicBezTo>
                  <a:cubicBezTo>
                    <a:pt x="32" y="95"/>
                    <a:pt x="48" y="79"/>
                    <a:pt x="63" y="64"/>
                  </a:cubicBezTo>
                  <a:lnTo>
                    <a:pt x="95" y="64"/>
                  </a:lnTo>
                  <a:lnTo>
                    <a:pt x="95" y="32"/>
                  </a:lnTo>
                  <a:cubicBezTo>
                    <a:pt x="111" y="16"/>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0" name="Google Shape;1820;p38"/>
            <p:cNvSpPr/>
            <p:nvPr/>
          </p:nvSpPr>
          <p:spPr>
            <a:xfrm>
              <a:off x="3398980" y="1800785"/>
              <a:ext cx="4548" cy="2544"/>
            </a:xfrm>
            <a:custGeom>
              <a:avLst/>
              <a:gdLst/>
              <a:ahLst/>
              <a:cxnLst/>
              <a:rect l="l" t="t" r="r" b="b"/>
              <a:pathLst>
                <a:path w="143" h="80" extrusionOk="0">
                  <a:moveTo>
                    <a:pt x="111" y="0"/>
                  </a:moveTo>
                  <a:lnTo>
                    <a:pt x="95" y="0"/>
                  </a:lnTo>
                  <a:lnTo>
                    <a:pt x="48" y="0"/>
                  </a:lnTo>
                  <a:cubicBezTo>
                    <a:pt x="32" y="16"/>
                    <a:pt x="32" y="16"/>
                    <a:pt x="17" y="16"/>
                  </a:cubicBezTo>
                  <a:lnTo>
                    <a:pt x="17" y="16"/>
                  </a:lnTo>
                  <a:lnTo>
                    <a:pt x="17" y="16"/>
                  </a:lnTo>
                  <a:cubicBezTo>
                    <a:pt x="17" y="16"/>
                    <a:pt x="0" y="32"/>
                    <a:pt x="0" y="48"/>
                  </a:cubicBezTo>
                  <a:cubicBezTo>
                    <a:pt x="0" y="63"/>
                    <a:pt x="17" y="63"/>
                    <a:pt x="32" y="79"/>
                  </a:cubicBezTo>
                  <a:lnTo>
                    <a:pt x="48" y="79"/>
                  </a:lnTo>
                  <a:lnTo>
                    <a:pt x="48" y="79"/>
                  </a:lnTo>
                  <a:lnTo>
                    <a:pt x="111" y="63"/>
                  </a:lnTo>
                  <a:lnTo>
                    <a:pt x="111" y="63"/>
                  </a:lnTo>
                  <a:cubicBezTo>
                    <a:pt x="126" y="63"/>
                    <a:pt x="143" y="48"/>
                    <a:pt x="143" y="32"/>
                  </a:cubicBezTo>
                  <a:cubicBezTo>
                    <a:pt x="143" y="32"/>
                    <a:pt x="143" y="16"/>
                    <a:pt x="126" y="16"/>
                  </a:cubicBezTo>
                  <a:cubicBezTo>
                    <a:pt x="126" y="0"/>
                    <a:pt x="111" y="0"/>
                    <a:pt x="11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1" name="Google Shape;1821;p38"/>
            <p:cNvSpPr/>
            <p:nvPr/>
          </p:nvSpPr>
          <p:spPr>
            <a:xfrm>
              <a:off x="3290275" y="1815796"/>
              <a:ext cx="3498" cy="2576"/>
            </a:xfrm>
            <a:custGeom>
              <a:avLst/>
              <a:gdLst/>
              <a:ahLst/>
              <a:cxnLst/>
              <a:rect l="l" t="t" r="r" b="b"/>
              <a:pathLst>
                <a:path w="110" h="81" extrusionOk="0">
                  <a:moveTo>
                    <a:pt x="110" y="1"/>
                  </a:moveTo>
                  <a:lnTo>
                    <a:pt x="78" y="17"/>
                  </a:lnTo>
                  <a:lnTo>
                    <a:pt x="78" y="17"/>
                  </a:lnTo>
                  <a:cubicBezTo>
                    <a:pt x="63" y="17"/>
                    <a:pt x="63" y="17"/>
                    <a:pt x="63" y="1"/>
                  </a:cubicBezTo>
                  <a:lnTo>
                    <a:pt x="47" y="17"/>
                  </a:lnTo>
                  <a:lnTo>
                    <a:pt x="0" y="32"/>
                  </a:lnTo>
                  <a:cubicBezTo>
                    <a:pt x="0" y="49"/>
                    <a:pt x="0" y="64"/>
                    <a:pt x="15" y="64"/>
                  </a:cubicBezTo>
                  <a:lnTo>
                    <a:pt x="32" y="80"/>
                  </a:lnTo>
                  <a:cubicBezTo>
                    <a:pt x="47" y="80"/>
                    <a:pt x="63" y="64"/>
                    <a:pt x="63" y="64"/>
                  </a:cubicBezTo>
                  <a:lnTo>
                    <a:pt x="78" y="49"/>
                  </a:lnTo>
                  <a:lnTo>
                    <a:pt x="95" y="17"/>
                  </a:lnTo>
                  <a:cubicBezTo>
                    <a:pt x="110" y="17"/>
                    <a:pt x="110"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2" name="Google Shape;1822;p38"/>
            <p:cNvSpPr/>
            <p:nvPr/>
          </p:nvSpPr>
          <p:spPr>
            <a:xfrm>
              <a:off x="3393955" y="1784247"/>
              <a:ext cx="3562" cy="6520"/>
            </a:xfrm>
            <a:custGeom>
              <a:avLst/>
              <a:gdLst/>
              <a:ahLst/>
              <a:cxnLst/>
              <a:rect l="l" t="t" r="r" b="b"/>
              <a:pathLst>
                <a:path w="112" h="205" extrusionOk="0">
                  <a:moveTo>
                    <a:pt x="80" y="1"/>
                  </a:moveTo>
                  <a:lnTo>
                    <a:pt x="64" y="1"/>
                  </a:lnTo>
                  <a:cubicBezTo>
                    <a:pt x="64" y="1"/>
                    <a:pt x="49" y="1"/>
                    <a:pt x="49" y="16"/>
                  </a:cubicBezTo>
                  <a:lnTo>
                    <a:pt x="49" y="16"/>
                  </a:lnTo>
                  <a:lnTo>
                    <a:pt x="1" y="158"/>
                  </a:lnTo>
                  <a:lnTo>
                    <a:pt x="1" y="173"/>
                  </a:lnTo>
                  <a:cubicBezTo>
                    <a:pt x="1" y="190"/>
                    <a:pt x="17" y="190"/>
                    <a:pt x="17" y="190"/>
                  </a:cubicBezTo>
                  <a:cubicBezTo>
                    <a:pt x="17" y="205"/>
                    <a:pt x="32" y="205"/>
                    <a:pt x="32" y="205"/>
                  </a:cubicBezTo>
                  <a:lnTo>
                    <a:pt x="49" y="205"/>
                  </a:lnTo>
                  <a:cubicBezTo>
                    <a:pt x="64" y="205"/>
                    <a:pt x="80" y="190"/>
                    <a:pt x="80" y="173"/>
                  </a:cubicBezTo>
                  <a:lnTo>
                    <a:pt x="80" y="173"/>
                  </a:lnTo>
                  <a:lnTo>
                    <a:pt x="95" y="95"/>
                  </a:lnTo>
                  <a:lnTo>
                    <a:pt x="112" y="32"/>
                  </a:lnTo>
                  <a:lnTo>
                    <a:pt x="112" y="32"/>
                  </a:lnTo>
                  <a:cubicBezTo>
                    <a:pt x="112" y="16"/>
                    <a:pt x="112" y="16"/>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3" name="Google Shape;1823;p38"/>
            <p:cNvSpPr/>
            <p:nvPr/>
          </p:nvSpPr>
          <p:spPr>
            <a:xfrm>
              <a:off x="3423023" y="1754669"/>
              <a:ext cx="6042" cy="1558"/>
            </a:xfrm>
            <a:custGeom>
              <a:avLst/>
              <a:gdLst/>
              <a:ahLst/>
              <a:cxnLst/>
              <a:rect l="l" t="t" r="r" b="b"/>
              <a:pathLst>
                <a:path w="190" h="49" extrusionOk="0">
                  <a:moveTo>
                    <a:pt x="95" y="17"/>
                  </a:moveTo>
                  <a:cubicBezTo>
                    <a:pt x="112" y="17"/>
                    <a:pt x="112" y="32"/>
                    <a:pt x="112" y="48"/>
                  </a:cubicBezTo>
                  <a:lnTo>
                    <a:pt x="112" y="48"/>
                  </a:lnTo>
                  <a:lnTo>
                    <a:pt x="175" y="32"/>
                  </a:lnTo>
                  <a:lnTo>
                    <a:pt x="190" y="32"/>
                  </a:lnTo>
                  <a:lnTo>
                    <a:pt x="190" y="17"/>
                  </a:lnTo>
                  <a:lnTo>
                    <a:pt x="190" y="17"/>
                  </a:lnTo>
                  <a:lnTo>
                    <a:pt x="95" y="17"/>
                  </a:lnTo>
                  <a:close/>
                  <a:moveTo>
                    <a:pt x="17" y="1"/>
                  </a:moveTo>
                  <a:cubicBezTo>
                    <a:pt x="1" y="1"/>
                    <a:pt x="1" y="17"/>
                    <a:pt x="1" y="17"/>
                  </a:cubicBezTo>
                  <a:lnTo>
                    <a:pt x="17" y="17"/>
                  </a:lnTo>
                  <a:lnTo>
                    <a:pt x="32" y="32"/>
                  </a:lnTo>
                  <a:cubicBezTo>
                    <a:pt x="49" y="32"/>
                    <a:pt x="49" y="48"/>
                    <a:pt x="49" y="48"/>
                  </a:cubicBezTo>
                  <a:lnTo>
                    <a:pt x="49" y="32"/>
                  </a:lnTo>
                  <a:cubicBezTo>
                    <a:pt x="49" y="17"/>
                    <a:pt x="64" y="17"/>
                    <a:pt x="64" y="1"/>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4" name="Google Shape;1824;p38"/>
            <p:cNvSpPr/>
            <p:nvPr/>
          </p:nvSpPr>
          <p:spPr>
            <a:xfrm>
              <a:off x="3162996" y="1812806"/>
              <a:ext cx="3498" cy="3021"/>
            </a:xfrm>
            <a:custGeom>
              <a:avLst/>
              <a:gdLst/>
              <a:ahLst/>
              <a:cxnLst/>
              <a:rect l="l" t="t" r="r" b="b"/>
              <a:pathLst>
                <a:path w="110" h="95" extrusionOk="0">
                  <a:moveTo>
                    <a:pt x="32" y="0"/>
                  </a:moveTo>
                  <a:lnTo>
                    <a:pt x="32" y="0"/>
                  </a:lnTo>
                  <a:lnTo>
                    <a:pt x="32" y="0"/>
                  </a:lnTo>
                  <a:lnTo>
                    <a:pt x="15" y="0"/>
                  </a:lnTo>
                  <a:cubicBezTo>
                    <a:pt x="15" y="17"/>
                    <a:pt x="0" y="17"/>
                    <a:pt x="0" y="32"/>
                  </a:cubicBezTo>
                  <a:lnTo>
                    <a:pt x="0" y="48"/>
                  </a:lnTo>
                  <a:lnTo>
                    <a:pt x="0" y="63"/>
                  </a:lnTo>
                  <a:lnTo>
                    <a:pt x="0" y="80"/>
                  </a:lnTo>
                  <a:cubicBezTo>
                    <a:pt x="15" y="80"/>
                    <a:pt x="15" y="80"/>
                    <a:pt x="32" y="95"/>
                  </a:cubicBezTo>
                  <a:lnTo>
                    <a:pt x="32" y="95"/>
                  </a:lnTo>
                  <a:lnTo>
                    <a:pt x="47" y="95"/>
                  </a:lnTo>
                  <a:cubicBezTo>
                    <a:pt x="63" y="95"/>
                    <a:pt x="78" y="95"/>
                    <a:pt x="95" y="80"/>
                  </a:cubicBezTo>
                  <a:lnTo>
                    <a:pt x="95" y="80"/>
                  </a:lnTo>
                  <a:cubicBezTo>
                    <a:pt x="110" y="80"/>
                    <a:pt x="110" y="48"/>
                    <a:pt x="110" y="32"/>
                  </a:cubicBezTo>
                  <a:cubicBezTo>
                    <a:pt x="110" y="17"/>
                    <a:pt x="95" y="17"/>
                    <a:pt x="78" y="17"/>
                  </a:cubicBezTo>
                  <a:lnTo>
                    <a:pt x="63" y="17"/>
                  </a:lnTo>
                  <a:lnTo>
                    <a:pt x="63" y="17"/>
                  </a:lnTo>
                  <a:cubicBezTo>
                    <a:pt x="47"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5" name="Google Shape;1825;p38"/>
            <p:cNvSpPr/>
            <p:nvPr/>
          </p:nvSpPr>
          <p:spPr>
            <a:xfrm>
              <a:off x="3425568" y="1800276"/>
              <a:ext cx="5502" cy="3530"/>
            </a:xfrm>
            <a:custGeom>
              <a:avLst/>
              <a:gdLst/>
              <a:ahLst/>
              <a:cxnLst/>
              <a:rect l="l" t="t" r="r" b="b"/>
              <a:pathLst>
                <a:path w="173" h="111" extrusionOk="0">
                  <a:moveTo>
                    <a:pt x="47" y="1"/>
                  </a:moveTo>
                  <a:lnTo>
                    <a:pt x="32" y="1"/>
                  </a:lnTo>
                  <a:lnTo>
                    <a:pt x="32" y="1"/>
                  </a:lnTo>
                  <a:cubicBezTo>
                    <a:pt x="15" y="1"/>
                    <a:pt x="15" y="16"/>
                    <a:pt x="0" y="32"/>
                  </a:cubicBezTo>
                  <a:cubicBezTo>
                    <a:pt x="0" y="48"/>
                    <a:pt x="15" y="64"/>
                    <a:pt x="32" y="64"/>
                  </a:cubicBezTo>
                  <a:lnTo>
                    <a:pt x="32" y="79"/>
                  </a:lnTo>
                  <a:lnTo>
                    <a:pt x="47" y="79"/>
                  </a:lnTo>
                  <a:lnTo>
                    <a:pt x="47" y="79"/>
                  </a:lnTo>
                  <a:cubicBezTo>
                    <a:pt x="63" y="79"/>
                    <a:pt x="63" y="79"/>
                    <a:pt x="63" y="95"/>
                  </a:cubicBezTo>
                  <a:cubicBezTo>
                    <a:pt x="78" y="95"/>
                    <a:pt x="95" y="111"/>
                    <a:pt x="110" y="111"/>
                  </a:cubicBezTo>
                  <a:cubicBezTo>
                    <a:pt x="126" y="111"/>
                    <a:pt x="141" y="95"/>
                    <a:pt x="158" y="79"/>
                  </a:cubicBezTo>
                  <a:lnTo>
                    <a:pt x="173" y="79"/>
                  </a:lnTo>
                  <a:lnTo>
                    <a:pt x="173" y="32"/>
                  </a:lnTo>
                  <a:cubicBezTo>
                    <a:pt x="158" y="16"/>
                    <a:pt x="158" y="16"/>
                    <a:pt x="141" y="16"/>
                  </a:cubicBezTo>
                  <a:cubicBezTo>
                    <a:pt x="126" y="16"/>
                    <a:pt x="126" y="16"/>
                    <a:pt x="110" y="32"/>
                  </a:cubicBezTo>
                  <a:lnTo>
                    <a:pt x="110" y="32"/>
                  </a:lnTo>
                  <a:lnTo>
                    <a:pt x="95"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6" name="Google Shape;1826;p38"/>
            <p:cNvSpPr/>
            <p:nvPr/>
          </p:nvSpPr>
          <p:spPr>
            <a:xfrm>
              <a:off x="3386481" y="1785741"/>
              <a:ext cx="3498" cy="3562"/>
            </a:xfrm>
            <a:custGeom>
              <a:avLst/>
              <a:gdLst/>
              <a:ahLst/>
              <a:cxnLst/>
              <a:rect l="l" t="t" r="r" b="b"/>
              <a:pathLst>
                <a:path w="110" h="112" extrusionOk="0">
                  <a:moveTo>
                    <a:pt x="32" y="0"/>
                  </a:moveTo>
                  <a:lnTo>
                    <a:pt x="32" y="0"/>
                  </a:lnTo>
                  <a:lnTo>
                    <a:pt x="15" y="0"/>
                  </a:lnTo>
                  <a:lnTo>
                    <a:pt x="15" y="0"/>
                  </a:lnTo>
                  <a:cubicBezTo>
                    <a:pt x="0" y="17"/>
                    <a:pt x="0" y="32"/>
                    <a:pt x="0" y="48"/>
                  </a:cubicBezTo>
                  <a:lnTo>
                    <a:pt x="15" y="63"/>
                  </a:lnTo>
                  <a:lnTo>
                    <a:pt x="47" y="111"/>
                  </a:lnTo>
                  <a:lnTo>
                    <a:pt x="47" y="111"/>
                  </a:lnTo>
                  <a:cubicBezTo>
                    <a:pt x="63" y="95"/>
                    <a:pt x="78" y="95"/>
                    <a:pt x="95" y="95"/>
                  </a:cubicBezTo>
                  <a:lnTo>
                    <a:pt x="110" y="95"/>
                  </a:lnTo>
                  <a:lnTo>
                    <a:pt x="110" y="95"/>
                  </a:lnTo>
                  <a:lnTo>
                    <a:pt x="110" y="63"/>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7" name="Google Shape;1827;p38"/>
            <p:cNvSpPr/>
            <p:nvPr/>
          </p:nvSpPr>
          <p:spPr>
            <a:xfrm>
              <a:off x="3425027" y="1788254"/>
              <a:ext cx="4580" cy="6520"/>
            </a:xfrm>
            <a:custGeom>
              <a:avLst/>
              <a:gdLst/>
              <a:ahLst/>
              <a:cxnLst/>
              <a:rect l="l" t="t" r="r" b="b"/>
              <a:pathLst>
                <a:path w="144" h="205" extrusionOk="0">
                  <a:moveTo>
                    <a:pt x="64" y="1"/>
                  </a:moveTo>
                  <a:lnTo>
                    <a:pt x="64" y="1"/>
                  </a:lnTo>
                  <a:cubicBezTo>
                    <a:pt x="49" y="1"/>
                    <a:pt x="32" y="16"/>
                    <a:pt x="32" y="32"/>
                  </a:cubicBezTo>
                  <a:lnTo>
                    <a:pt x="32" y="47"/>
                  </a:lnTo>
                  <a:lnTo>
                    <a:pt x="1" y="79"/>
                  </a:lnTo>
                  <a:lnTo>
                    <a:pt x="49" y="95"/>
                  </a:lnTo>
                  <a:lnTo>
                    <a:pt x="64" y="110"/>
                  </a:lnTo>
                  <a:lnTo>
                    <a:pt x="112" y="205"/>
                  </a:lnTo>
                  <a:lnTo>
                    <a:pt x="112" y="205"/>
                  </a:lnTo>
                  <a:lnTo>
                    <a:pt x="127" y="205"/>
                  </a:lnTo>
                  <a:cubicBezTo>
                    <a:pt x="143" y="205"/>
                    <a:pt x="143" y="173"/>
                    <a:pt x="127" y="158"/>
                  </a:cubicBezTo>
                  <a:lnTo>
                    <a:pt x="127" y="142"/>
                  </a:lnTo>
                  <a:lnTo>
                    <a:pt x="80" y="95"/>
                  </a:lnTo>
                  <a:lnTo>
                    <a:pt x="80" y="95"/>
                  </a:lnTo>
                  <a:lnTo>
                    <a:pt x="95" y="64"/>
                  </a:lnTo>
                  <a:lnTo>
                    <a:pt x="95" y="47"/>
                  </a:lnTo>
                  <a:cubicBezTo>
                    <a:pt x="95" y="32"/>
                    <a:pt x="95" y="16"/>
                    <a:pt x="80" y="16"/>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8" name="Google Shape;1828;p38"/>
            <p:cNvSpPr/>
            <p:nvPr/>
          </p:nvSpPr>
          <p:spPr>
            <a:xfrm>
              <a:off x="3437049" y="1788254"/>
              <a:ext cx="2035" cy="2512"/>
            </a:xfrm>
            <a:custGeom>
              <a:avLst/>
              <a:gdLst/>
              <a:ahLst/>
              <a:cxnLst/>
              <a:rect l="l" t="t" r="r" b="b"/>
              <a:pathLst>
                <a:path w="64" h="79" extrusionOk="0">
                  <a:moveTo>
                    <a:pt x="1" y="1"/>
                  </a:moveTo>
                  <a:lnTo>
                    <a:pt x="1" y="32"/>
                  </a:lnTo>
                  <a:lnTo>
                    <a:pt x="1" y="47"/>
                  </a:lnTo>
                  <a:cubicBezTo>
                    <a:pt x="1" y="64"/>
                    <a:pt x="1" y="64"/>
                    <a:pt x="17" y="64"/>
                  </a:cubicBezTo>
                  <a:cubicBezTo>
                    <a:pt x="17" y="79"/>
                    <a:pt x="17" y="79"/>
                    <a:pt x="32" y="79"/>
                  </a:cubicBezTo>
                  <a:lnTo>
                    <a:pt x="32" y="79"/>
                  </a:lnTo>
                  <a:lnTo>
                    <a:pt x="49" y="64"/>
                  </a:lnTo>
                  <a:cubicBezTo>
                    <a:pt x="64" y="64"/>
                    <a:pt x="64" y="47"/>
                    <a:pt x="64" y="47"/>
                  </a:cubicBezTo>
                  <a:lnTo>
                    <a:pt x="64" y="32"/>
                  </a:lnTo>
                  <a:lnTo>
                    <a:pt x="64" y="32"/>
                  </a:lnTo>
                  <a:cubicBezTo>
                    <a:pt x="32" y="32"/>
                    <a:pt x="17" y="16"/>
                    <a:pt x="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29" name="Google Shape;1829;p38"/>
            <p:cNvSpPr/>
            <p:nvPr/>
          </p:nvSpPr>
          <p:spPr>
            <a:xfrm>
              <a:off x="3076808" y="1807304"/>
              <a:ext cx="3498" cy="2512"/>
            </a:xfrm>
            <a:custGeom>
              <a:avLst/>
              <a:gdLst/>
              <a:ahLst/>
              <a:cxnLst/>
              <a:rect l="l" t="t" r="r" b="b"/>
              <a:pathLst>
                <a:path w="110" h="79" extrusionOk="0">
                  <a:moveTo>
                    <a:pt x="95" y="0"/>
                  </a:moveTo>
                  <a:lnTo>
                    <a:pt x="78" y="0"/>
                  </a:lnTo>
                  <a:lnTo>
                    <a:pt x="78" y="0"/>
                  </a:lnTo>
                  <a:lnTo>
                    <a:pt x="32" y="16"/>
                  </a:lnTo>
                  <a:cubicBezTo>
                    <a:pt x="15" y="16"/>
                    <a:pt x="0" y="32"/>
                    <a:pt x="0" y="47"/>
                  </a:cubicBezTo>
                  <a:cubicBezTo>
                    <a:pt x="0" y="63"/>
                    <a:pt x="15" y="79"/>
                    <a:pt x="32" y="79"/>
                  </a:cubicBezTo>
                  <a:lnTo>
                    <a:pt x="47" y="79"/>
                  </a:lnTo>
                  <a:lnTo>
                    <a:pt x="63" y="63"/>
                  </a:lnTo>
                  <a:lnTo>
                    <a:pt x="63" y="47"/>
                  </a:lnTo>
                  <a:cubicBezTo>
                    <a:pt x="63" y="32"/>
                    <a:pt x="63" y="32"/>
                    <a:pt x="78" y="16"/>
                  </a:cubicBezTo>
                  <a:lnTo>
                    <a:pt x="95" y="16"/>
                  </a:lnTo>
                  <a:cubicBezTo>
                    <a:pt x="95" y="0"/>
                    <a:pt x="95"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0" name="Google Shape;1830;p38"/>
            <p:cNvSpPr/>
            <p:nvPr/>
          </p:nvSpPr>
          <p:spPr>
            <a:xfrm>
              <a:off x="3426045" y="1777250"/>
              <a:ext cx="2544" cy="3498"/>
            </a:xfrm>
            <a:custGeom>
              <a:avLst/>
              <a:gdLst/>
              <a:ahLst/>
              <a:cxnLst/>
              <a:rect l="l" t="t" r="r" b="b"/>
              <a:pathLst>
                <a:path w="80" h="110" extrusionOk="0">
                  <a:moveTo>
                    <a:pt x="32" y="0"/>
                  </a:moveTo>
                  <a:lnTo>
                    <a:pt x="32" y="0"/>
                  </a:lnTo>
                  <a:cubicBezTo>
                    <a:pt x="17" y="0"/>
                    <a:pt x="0" y="15"/>
                    <a:pt x="0" y="32"/>
                  </a:cubicBezTo>
                  <a:lnTo>
                    <a:pt x="0" y="78"/>
                  </a:lnTo>
                  <a:cubicBezTo>
                    <a:pt x="0" y="95"/>
                    <a:pt x="17" y="110"/>
                    <a:pt x="32" y="110"/>
                  </a:cubicBezTo>
                  <a:lnTo>
                    <a:pt x="48" y="110"/>
                  </a:lnTo>
                  <a:cubicBezTo>
                    <a:pt x="63" y="110"/>
                    <a:pt x="80" y="95"/>
                    <a:pt x="80" y="63"/>
                  </a:cubicBezTo>
                  <a:lnTo>
                    <a:pt x="63" y="15"/>
                  </a:lnTo>
                  <a:cubicBezTo>
                    <a:pt x="63"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1" name="Google Shape;1831;p38"/>
            <p:cNvSpPr/>
            <p:nvPr/>
          </p:nvSpPr>
          <p:spPr>
            <a:xfrm>
              <a:off x="3400506" y="1791752"/>
              <a:ext cx="5502" cy="4548"/>
            </a:xfrm>
            <a:custGeom>
              <a:avLst/>
              <a:gdLst/>
              <a:ahLst/>
              <a:cxnLst/>
              <a:rect l="l" t="t" r="r" b="b"/>
              <a:pathLst>
                <a:path w="173" h="143" extrusionOk="0">
                  <a:moveTo>
                    <a:pt x="126" y="0"/>
                  </a:moveTo>
                  <a:lnTo>
                    <a:pt x="126" y="0"/>
                  </a:lnTo>
                  <a:lnTo>
                    <a:pt x="110" y="0"/>
                  </a:lnTo>
                  <a:lnTo>
                    <a:pt x="110" y="0"/>
                  </a:lnTo>
                  <a:lnTo>
                    <a:pt x="78" y="17"/>
                  </a:lnTo>
                  <a:lnTo>
                    <a:pt x="32" y="80"/>
                  </a:lnTo>
                  <a:lnTo>
                    <a:pt x="15" y="80"/>
                  </a:lnTo>
                  <a:cubicBezTo>
                    <a:pt x="0" y="95"/>
                    <a:pt x="0" y="111"/>
                    <a:pt x="15" y="126"/>
                  </a:cubicBezTo>
                  <a:cubicBezTo>
                    <a:pt x="15" y="143"/>
                    <a:pt x="32" y="143"/>
                    <a:pt x="47" y="143"/>
                  </a:cubicBezTo>
                  <a:cubicBezTo>
                    <a:pt x="47" y="143"/>
                    <a:pt x="63" y="143"/>
                    <a:pt x="63" y="126"/>
                  </a:cubicBezTo>
                  <a:lnTo>
                    <a:pt x="95" y="111"/>
                  </a:lnTo>
                  <a:lnTo>
                    <a:pt x="110" y="95"/>
                  </a:lnTo>
                  <a:lnTo>
                    <a:pt x="158" y="48"/>
                  </a:lnTo>
                  <a:cubicBezTo>
                    <a:pt x="158" y="48"/>
                    <a:pt x="173" y="17"/>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2" name="Google Shape;1832;p38"/>
            <p:cNvSpPr/>
            <p:nvPr/>
          </p:nvSpPr>
          <p:spPr>
            <a:xfrm>
              <a:off x="3399966" y="1773720"/>
              <a:ext cx="4580" cy="3021"/>
            </a:xfrm>
            <a:custGeom>
              <a:avLst/>
              <a:gdLst/>
              <a:ahLst/>
              <a:cxnLst/>
              <a:rect l="l" t="t" r="r" b="b"/>
              <a:pathLst>
                <a:path w="144" h="95" extrusionOk="0">
                  <a:moveTo>
                    <a:pt x="32" y="0"/>
                  </a:moveTo>
                  <a:lnTo>
                    <a:pt x="32" y="0"/>
                  </a:lnTo>
                  <a:cubicBezTo>
                    <a:pt x="17" y="0"/>
                    <a:pt x="17" y="0"/>
                    <a:pt x="1" y="17"/>
                  </a:cubicBezTo>
                  <a:lnTo>
                    <a:pt x="1" y="32"/>
                  </a:lnTo>
                  <a:lnTo>
                    <a:pt x="1" y="48"/>
                  </a:lnTo>
                  <a:cubicBezTo>
                    <a:pt x="17" y="48"/>
                    <a:pt x="17" y="63"/>
                    <a:pt x="17" y="63"/>
                  </a:cubicBezTo>
                  <a:lnTo>
                    <a:pt x="80" y="80"/>
                  </a:lnTo>
                  <a:lnTo>
                    <a:pt x="95" y="95"/>
                  </a:lnTo>
                  <a:cubicBezTo>
                    <a:pt x="112" y="95"/>
                    <a:pt x="127" y="80"/>
                    <a:pt x="127" y="63"/>
                  </a:cubicBezTo>
                  <a:cubicBezTo>
                    <a:pt x="143" y="48"/>
                    <a:pt x="127" y="32"/>
                    <a:pt x="112"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3" name="Google Shape;1833;p38"/>
            <p:cNvSpPr/>
            <p:nvPr/>
          </p:nvSpPr>
          <p:spPr>
            <a:xfrm>
              <a:off x="3344850" y="1786250"/>
              <a:ext cx="4039" cy="2512"/>
            </a:xfrm>
            <a:custGeom>
              <a:avLst/>
              <a:gdLst/>
              <a:ahLst/>
              <a:cxnLst/>
              <a:rect l="l" t="t" r="r" b="b"/>
              <a:pathLst>
                <a:path w="127" h="79" extrusionOk="0">
                  <a:moveTo>
                    <a:pt x="32" y="1"/>
                  </a:moveTo>
                  <a:lnTo>
                    <a:pt x="32" y="1"/>
                  </a:lnTo>
                  <a:cubicBezTo>
                    <a:pt x="17" y="1"/>
                    <a:pt x="1" y="16"/>
                    <a:pt x="1" y="32"/>
                  </a:cubicBezTo>
                  <a:cubicBezTo>
                    <a:pt x="1" y="47"/>
                    <a:pt x="17" y="64"/>
                    <a:pt x="32" y="64"/>
                  </a:cubicBezTo>
                  <a:lnTo>
                    <a:pt x="64" y="79"/>
                  </a:lnTo>
                  <a:lnTo>
                    <a:pt x="95" y="79"/>
                  </a:lnTo>
                  <a:lnTo>
                    <a:pt x="95" y="79"/>
                  </a:lnTo>
                  <a:cubicBezTo>
                    <a:pt x="112" y="79"/>
                    <a:pt x="127" y="64"/>
                    <a:pt x="127" y="47"/>
                  </a:cubicBezTo>
                  <a:lnTo>
                    <a:pt x="127" y="47"/>
                  </a:lnTo>
                  <a:cubicBezTo>
                    <a:pt x="127" y="47"/>
                    <a:pt x="112" y="47"/>
                    <a:pt x="112" y="32"/>
                  </a:cubicBezTo>
                  <a:lnTo>
                    <a:pt x="95" y="32"/>
                  </a:lnTo>
                  <a:lnTo>
                    <a:pt x="80" y="16"/>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4" name="Google Shape;1834;p38"/>
            <p:cNvSpPr/>
            <p:nvPr/>
          </p:nvSpPr>
          <p:spPr>
            <a:xfrm>
              <a:off x="3079289" y="1804792"/>
              <a:ext cx="4548" cy="4548"/>
            </a:xfrm>
            <a:custGeom>
              <a:avLst/>
              <a:gdLst/>
              <a:ahLst/>
              <a:cxnLst/>
              <a:rect l="l" t="t" r="r" b="b"/>
              <a:pathLst>
                <a:path w="143" h="143" extrusionOk="0">
                  <a:moveTo>
                    <a:pt x="48" y="0"/>
                  </a:moveTo>
                  <a:lnTo>
                    <a:pt x="32" y="0"/>
                  </a:lnTo>
                  <a:lnTo>
                    <a:pt x="17" y="16"/>
                  </a:lnTo>
                  <a:cubicBezTo>
                    <a:pt x="0" y="16"/>
                    <a:pt x="0" y="48"/>
                    <a:pt x="17" y="63"/>
                  </a:cubicBezTo>
                  <a:lnTo>
                    <a:pt x="32" y="79"/>
                  </a:lnTo>
                  <a:lnTo>
                    <a:pt x="32" y="79"/>
                  </a:lnTo>
                  <a:cubicBezTo>
                    <a:pt x="48" y="79"/>
                    <a:pt x="48" y="79"/>
                    <a:pt x="63" y="95"/>
                  </a:cubicBezTo>
                  <a:lnTo>
                    <a:pt x="63" y="126"/>
                  </a:lnTo>
                  <a:lnTo>
                    <a:pt x="63" y="126"/>
                  </a:lnTo>
                  <a:lnTo>
                    <a:pt x="63" y="126"/>
                  </a:lnTo>
                  <a:lnTo>
                    <a:pt x="80" y="126"/>
                  </a:lnTo>
                  <a:lnTo>
                    <a:pt x="80" y="126"/>
                  </a:lnTo>
                  <a:cubicBezTo>
                    <a:pt x="95" y="126"/>
                    <a:pt x="111" y="126"/>
                    <a:pt x="111" y="142"/>
                  </a:cubicBezTo>
                  <a:lnTo>
                    <a:pt x="111" y="142"/>
                  </a:lnTo>
                  <a:cubicBezTo>
                    <a:pt x="126" y="126"/>
                    <a:pt x="143" y="95"/>
                    <a:pt x="126" y="79"/>
                  </a:cubicBezTo>
                  <a:lnTo>
                    <a:pt x="111" y="63"/>
                  </a:lnTo>
                  <a:lnTo>
                    <a:pt x="63" y="16"/>
                  </a:lnTo>
                  <a:cubicBezTo>
                    <a:pt x="63" y="0"/>
                    <a:pt x="48"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5" name="Google Shape;1835;p38"/>
            <p:cNvSpPr/>
            <p:nvPr/>
          </p:nvSpPr>
          <p:spPr>
            <a:xfrm>
              <a:off x="3371915" y="1775723"/>
              <a:ext cx="3562" cy="4039"/>
            </a:xfrm>
            <a:custGeom>
              <a:avLst/>
              <a:gdLst/>
              <a:ahLst/>
              <a:cxnLst/>
              <a:rect l="l" t="t" r="r" b="b"/>
              <a:pathLst>
                <a:path w="112" h="127" extrusionOk="0">
                  <a:moveTo>
                    <a:pt x="80" y="0"/>
                  </a:moveTo>
                  <a:lnTo>
                    <a:pt x="80" y="0"/>
                  </a:lnTo>
                  <a:lnTo>
                    <a:pt x="80" y="0"/>
                  </a:lnTo>
                  <a:cubicBezTo>
                    <a:pt x="48" y="0"/>
                    <a:pt x="17" y="17"/>
                    <a:pt x="1" y="32"/>
                  </a:cubicBezTo>
                  <a:lnTo>
                    <a:pt x="1" y="111"/>
                  </a:lnTo>
                  <a:cubicBezTo>
                    <a:pt x="1" y="126"/>
                    <a:pt x="17" y="126"/>
                    <a:pt x="32" y="126"/>
                  </a:cubicBezTo>
                  <a:lnTo>
                    <a:pt x="48" y="126"/>
                  </a:lnTo>
                  <a:cubicBezTo>
                    <a:pt x="64" y="126"/>
                    <a:pt x="64" y="111"/>
                    <a:pt x="64" y="95"/>
                  </a:cubicBezTo>
                  <a:lnTo>
                    <a:pt x="64" y="80"/>
                  </a:lnTo>
                  <a:lnTo>
                    <a:pt x="64" y="80"/>
                  </a:lnTo>
                  <a:lnTo>
                    <a:pt x="80" y="63"/>
                  </a:lnTo>
                  <a:cubicBezTo>
                    <a:pt x="95" y="63"/>
                    <a:pt x="112" y="63"/>
                    <a:pt x="112" y="48"/>
                  </a:cubicBezTo>
                  <a:lnTo>
                    <a:pt x="112" y="32"/>
                  </a:lnTo>
                  <a:cubicBezTo>
                    <a:pt x="112"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6" name="Google Shape;1836;p38"/>
            <p:cNvSpPr/>
            <p:nvPr/>
          </p:nvSpPr>
          <p:spPr>
            <a:xfrm>
              <a:off x="3178008" y="1818340"/>
              <a:ext cx="4516" cy="4039"/>
            </a:xfrm>
            <a:custGeom>
              <a:avLst/>
              <a:gdLst/>
              <a:ahLst/>
              <a:cxnLst/>
              <a:rect l="l" t="t" r="r" b="b"/>
              <a:pathLst>
                <a:path w="142" h="127" extrusionOk="0">
                  <a:moveTo>
                    <a:pt x="95" y="0"/>
                  </a:moveTo>
                  <a:lnTo>
                    <a:pt x="95" y="0"/>
                  </a:lnTo>
                  <a:lnTo>
                    <a:pt x="95" y="0"/>
                  </a:lnTo>
                  <a:lnTo>
                    <a:pt x="95" y="0"/>
                  </a:lnTo>
                  <a:lnTo>
                    <a:pt x="32" y="15"/>
                  </a:lnTo>
                  <a:lnTo>
                    <a:pt x="1" y="63"/>
                  </a:lnTo>
                  <a:lnTo>
                    <a:pt x="1" y="63"/>
                  </a:lnTo>
                  <a:lnTo>
                    <a:pt x="32" y="110"/>
                  </a:lnTo>
                  <a:cubicBezTo>
                    <a:pt x="32" y="110"/>
                    <a:pt x="47" y="126"/>
                    <a:pt x="64" y="126"/>
                  </a:cubicBezTo>
                  <a:cubicBezTo>
                    <a:pt x="64" y="126"/>
                    <a:pt x="64" y="110"/>
                    <a:pt x="79" y="110"/>
                  </a:cubicBezTo>
                  <a:lnTo>
                    <a:pt x="79" y="110"/>
                  </a:lnTo>
                  <a:cubicBezTo>
                    <a:pt x="95" y="95"/>
                    <a:pt x="95" y="78"/>
                    <a:pt x="79" y="63"/>
                  </a:cubicBezTo>
                  <a:lnTo>
                    <a:pt x="110" y="63"/>
                  </a:lnTo>
                  <a:cubicBezTo>
                    <a:pt x="127" y="47"/>
                    <a:pt x="142" y="32"/>
                    <a:pt x="127" y="15"/>
                  </a:cubicBezTo>
                  <a:cubicBezTo>
                    <a:pt x="127" y="0"/>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7" name="Google Shape;1837;p38"/>
            <p:cNvSpPr/>
            <p:nvPr/>
          </p:nvSpPr>
          <p:spPr>
            <a:xfrm>
              <a:off x="3412528" y="1793279"/>
              <a:ext cx="3530" cy="2512"/>
            </a:xfrm>
            <a:custGeom>
              <a:avLst/>
              <a:gdLst/>
              <a:ahLst/>
              <a:cxnLst/>
              <a:rect l="l" t="t" r="r" b="b"/>
              <a:pathLst>
                <a:path w="111" h="79" extrusionOk="0">
                  <a:moveTo>
                    <a:pt x="79" y="0"/>
                  </a:moveTo>
                  <a:lnTo>
                    <a:pt x="79" y="0"/>
                  </a:lnTo>
                  <a:lnTo>
                    <a:pt x="32" y="15"/>
                  </a:lnTo>
                  <a:cubicBezTo>
                    <a:pt x="16" y="15"/>
                    <a:pt x="0" y="15"/>
                    <a:pt x="0" y="32"/>
                  </a:cubicBezTo>
                  <a:lnTo>
                    <a:pt x="0" y="47"/>
                  </a:lnTo>
                  <a:lnTo>
                    <a:pt x="16" y="47"/>
                  </a:lnTo>
                  <a:lnTo>
                    <a:pt x="16" y="32"/>
                  </a:lnTo>
                  <a:lnTo>
                    <a:pt x="32" y="32"/>
                  </a:lnTo>
                  <a:lnTo>
                    <a:pt x="47" y="47"/>
                  </a:lnTo>
                  <a:cubicBezTo>
                    <a:pt x="63" y="63"/>
                    <a:pt x="63" y="63"/>
                    <a:pt x="63" y="78"/>
                  </a:cubicBezTo>
                  <a:lnTo>
                    <a:pt x="79" y="78"/>
                  </a:lnTo>
                  <a:cubicBezTo>
                    <a:pt x="95" y="78"/>
                    <a:pt x="95" y="63"/>
                    <a:pt x="95" y="63"/>
                  </a:cubicBezTo>
                  <a:cubicBezTo>
                    <a:pt x="110" y="63"/>
                    <a:pt x="110" y="47"/>
                    <a:pt x="110" y="32"/>
                  </a:cubicBezTo>
                  <a:lnTo>
                    <a:pt x="95" y="15"/>
                  </a:lnTo>
                  <a:cubicBezTo>
                    <a:pt x="79" y="15"/>
                    <a:pt x="79"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8" name="Google Shape;1838;p38"/>
            <p:cNvSpPr/>
            <p:nvPr/>
          </p:nvSpPr>
          <p:spPr>
            <a:xfrm>
              <a:off x="3154441" y="1813315"/>
              <a:ext cx="4039" cy="3530"/>
            </a:xfrm>
            <a:custGeom>
              <a:avLst/>
              <a:gdLst/>
              <a:ahLst/>
              <a:cxnLst/>
              <a:rect l="l" t="t" r="r" b="b"/>
              <a:pathLst>
                <a:path w="127" h="111" extrusionOk="0">
                  <a:moveTo>
                    <a:pt x="64" y="47"/>
                  </a:moveTo>
                  <a:lnTo>
                    <a:pt x="64" y="47"/>
                  </a:lnTo>
                  <a:lnTo>
                    <a:pt x="64" y="47"/>
                  </a:lnTo>
                  <a:close/>
                  <a:moveTo>
                    <a:pt x="32" y="1"/>
                  </a:moveTo>
                  <a:cubicBezTo>
                    <a:pt x="17" y="1"/>
                    <a:pt x="17" y="16"/>
                    <a:pt x="1" y="32"/>
                  </a:cubicBezTo>
                  <a:cubicBezTo>
                    <a:pt x="1" y="47"/>
                    <a:pt x="17" y="79"/>
                    <a:pt x="17" y="95"/>
                  </a:cubicBezTo>
                  <a:cubicBezTo>
                    <a:pt x="17" y="95"/>
                    <a:pt x="32" y="110"/>
                    <a:pt x="49" y="110"/>
                  </a:cubicBezTo>
                  <a:lnTo>
                    <a:pt x="49" y="110"/>
                  </a:lnTo>
                  <a:cubicBezTo>
                    <a:pt x="49" y="110"/>
                    <a:pt x="64" y="110"/>
                    <a:pt x="64" y="95"/>
                  </a:cubicBezTo>
                  <a:lnTo>
                    <a:pt x="64" y="95"/>
                  </a:lnTo>
                  <a:cubicBezTo>
                    <a:pt x="80" y="95"/>
                    <a:pt x="80" y="64"/>
                    <a:pt x="80" y="47"/>
                  </a:cubicBezTo>
                  <a:lnTo>
                    <a:pt x="80" y="47"/>
                  </a:lnTo>
                  <a:lnTo>
                    <a:pt x="80" y="47"/>
                  </a:lnTo>
                  <a:lnTo>
                    <a:pt x="95" y="47"/>
                  </a:lnTo>
                  <a:lnTo>
                    <a:pt x="95" y="47"/>
                  </a:lnTo>
                  <a:cubicBezTo>
                    <a:pt x="95" y="32"/>
                    <a:pt x="112" y="16"/>
                    <a:pt x="112" y="16"/>
                  </a:cubicBezTo>
                  <a:lnTo>
                    <a:pt x="127" y="16"/>
                  </a:lnTo>
                  <a:lnTo>
                    <a:pt x="127"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39" name="Google Shape;1839;p38"/>
            <p:cNvSpPr/>
            <p:nvPr/>
          </p:nvSpPr>
          <p:spPr>
            <a:xfrm>
              <a:off x="3156445" y="1814810"/>
              <a:ext cx="32" cy="32"/>
            </a:xfrm>
            <a:custGeom>
              <a:avLst/>
              <a:gdLst/>
              <a:ahLst/>
              <a:cxnLst/>
              <a:rect l="l" t="t" r="r" b="b"/>
              <a:pathLst>
                <a:path w="1" h="1" extrusionOk="0">
                  <a:moveTo>
                    <a:pt x="1"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0" name="Google Shape;1840;p38"/>
            <p:cNvSpPr/>
            <p:nvPr/>
          </p:nvSpPr>
          <p:spPr>
            <a:xfrm>
              <a:off x="3387467" y="1788731"/>
              <a:ext cx="4516" cy="4039"/>
            </a:xfrm>
            <a:custGeom>
              <a:avLst/>
              <a:gdLst/>
              <a:ahLst/>
              <a:cxnLst/>
              <a:rect l="l" t="t" r="r" b="b"/>
              <a:pathLst>
                <a:path w="142" h="127" extrusionOk="0">
                  <a:moveTo>
                    <a:pt x="79" y="1"/>
                  </a:moveTo>
                  <a:lnTo>
                    <a:pt x="64" y="1"/>
                  </a:lnTo>
                  <a:cubicBezTo>
                    <a:pt x="47" y="1"/>
                    <a:pt x="32" y="1"/>
                    <a:pt x="16" y="17"/>
                  </a:cubicBezTo>
                  <a:lnTo>
                    <a:pt x="16" y="17"/>
                  </a:lnTo>
                  <a:lnTo>
                    <a:pt x="16" y="17"/>
                  </a:lnTo>
                  <a:cubicBezTo>
                    <a:pt x="1" y="32"/>
                    <a:pt x="1" y="64"/>
                    <a:pt x="16" y="95"/>
                  </a:cubicBezTo>
                  <a:lnTo>
                    <a:pt x="16" y="95"/>
                  </a:lnTo>
                  <a:cubicBezTo>
                    <a:pt x="16" y="112"/>
                    <a:pt x="32" y="127"/>
                    <a:pt x="47" y="127"/>
                  </a:cubicBezTo>
                  <a:lnTo>
                    <a:pt x="64" y="127"/>
                  </a:lnTo>
                  <a:cubicBezTo>
                    <a:pt x="79" y="112"/>
                    <a:pt x="79" y="112"/>
                    <a:pt x="79" y="95"/>
                  </a:cubicBezTo>
                  <a:lnTo>
                    <a:pt x="79" y="80"/>
                  </a:lnTo>
                  <a:lnTo>
                    <a:pt x="79" y="64"/>
                  </a:lnTo>
                  <a:lnTo>
                    <a:pt x="95" y="64"/>
                  </a:lnTo>
                  <a:lnTo>
                    <a:pt x="95" y="64"/>
                  </a:lnTo>
                  <a:cubicBezTo>
                    <a:pt x="110" y="64"/>
                    <a:pt x="127" y="49"/>
                    <a:pt x="127" y="32"/>
                  </a:cubicBezTo>
                  <a:cubicBezTo>
                    <a:pt x="142" y="17"/>
                    <a:pt x="127" y="1"/>
                    <a:pt x="95" y="1"/>
                  </a:cubicBez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1" name="Google Shape;1841;p38"/>
            <p:cNvSpPr/>
            <p:nvPr/>
          </p:nvSpPr>
          <p:spPr>
            <a:xfrm>
              <a:off x="3080816" y="1814333"/>
              <a:ext cx="2512" cy="3498"/>
            </a:xfrm>
            <a:custGeom>
              <a:avLst/>
              <a:gdLst/>
              <a:ahLst/>
              <a:cxnLst/>
              <a:rect l="l" t="t" r="r" b="b"/>
              <a:pathLst>
                <a:path w="79" h="110" extrusionOk="0">
                  <a:moveTo>
                    <a:pt x="32" y="0"/>
                  </a:moveTo>
                  <a:lnTo>
                    <a:pt x="15" y="0"/>
                  </a:lnTo>
                  <a:lnTo>
                    <a:pt x="15" y="0"/>
                  </a:lnTo>
                  <a:lnTo>
                    <a:pt x="15" y="0"/>
                  </a:lnTo>
                  <a:lnTo>
                    <a:pt x="0" y="0"/>
                  </a:lnTo>
                  <a:lnTo>
                    <a:pt x="15" y="32"/>
                  </a:lnTo>
                  <a:cubicBezTo>
                    <a:pt x="32" y="47"/>
                    <a:pt x="32" y="63"/>
                    <a:pt x="15" y="78"/>
                  </a:cubicBezTo>
                  <a:lnTo>
                    <a:pt x="15" y="78"/>
                  </a:lnTo>
                  <a:lnTo>
                    <a:pt x="15" y="78"/>
                  </a:lnTo>
                  <a:cubicBezTo>
                    <a:pt x="15" y="95"/>
                    <a:pt x="32" y="110"/>
                    <a:pt x="47" y="110"/>
                  </a:cubicBezTo>
                  <a:lnTo>
                    <a:pt x="63" y="95"/>
                  </a:lnTo>
                  <a:cubicBezTo>
                    <a:pt x="78" y="95"/>
                    <a:pt x="78" y="78"/>
                    <a:pt x="78" y="63"/>
                  </a:cubicBezTo>
                  <a:lnTo>
                    <a:pt x="63" y="32"/>
                  </a:lnTo>
                  <a:lnTo>
                    <a:pt x="63" y="15"/>
                  </a:lnTo>
                  <a:cubicBezTo>
                    <a:pt x="47"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2" name="Google Shape;1842;p38"/>
            <p:cNvSpPr/>
            <p:nvPr/>
          </p:nvSpPr>
          <p:spPr>
            <a:xfrm>
              <a:off x="3357889" y="1809785"/>
              <a:ext cx="4039" cy="5565"/>
            </a:xfrm>
            <a:custGeom>
              <a:avLst/>
              <a:gdLst/>
              <a:ahLst/>
              <a:cxnLst/>
              <a:rect l="l" t="t" r="r" b="b"/>
              <a:pathLst>
                <a:path w="127" h="175" extrusionOk="0">
                  <a:moveTo>
                    <a:pt x="63" y="1"/>
                  </a:moveTo>
                  <a:lnTo>
                    <a:pt x="63" y="1"/>
                  </a:lnTo>
                  <a:lnTo>
                    <a:pt x="48" y="1"/>
                  </a:lnTo>
                  <a:cubicBezTo>
                    <a:pt x="48" y="17"/>
                    <a:pt x="32" y="17"/>
                    <a:pt x="32" y="32"/>
                  </a:cubicBezTo>
                  <a:lnTo>
                    <a:pt x="0" y="127"/>
                  </a:lnTo>
                  <a:lnTo>
                    <a:pt x="0" y="143"/>
                  </a:lnTo>
                  <a:cubicBezTo>
                    <a:pt x="0" y="158"/>
                    <a:pt x="17" y="175"/>
                    <a:pt x="32" y="175"/>
                  </a:cubicBezTo>
                  <a:lnTo>
                    <a:pt x="32" y="175"/>
                  </a:lnTo>
                  <a:cubicBezTo>
                    <a:pt x="48" y="175"/>
                    <a:pt x="63" y="175"/>
                    <a:pt x="63" y="158"/>
                  </a:cubicBezTo>
                  <a:lnTo>
                    <a:pt x="63" y="158"/>
                  </a:lnTo>
                  <a:lnTo>
                    <a:pt x="80" y="127"/>
                  </a:lnTo>
                  <a:cubicBezTo>
                    <a:pt x="95" y="112"/>
                    <a:pt x="95" y="112"/>
                    <a:pt x="95" y="95"/>
                  </a:cubicBezTo>
                  <a:lnTo>
                    <a:pt x="126" y="64"/>
                  </a:lnTo>
                  <a:lnTo>
                    <a:pt x="126" y="32"/>
                  </a:lnTo>
                  <a:cubicBezTo>
                    <a:pt x="126" y="17"/>
                    <a:pt x="111" y="17"/>
                    <a:pt x="111"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3" name="Google Shape;1843;p38"/>
            <p:cNvSpPr/>
            <p:nvPr/>
          </p:nvSpPr>
          <p:spPr>
            <a:xfrm>
              <a:off x="3326817" y="1778713"/>
              <a:ext cx="3562" cy="4039"/>
            </a:xfrm>
            <a:custGeom>
              <a:avLst/>
              <a:gdLst/>
              <a:ahLst/>
              <a:cxnLst/>
              <a:rect l="l" t="t" r="r" b="b"/>
              <a:pathLst>
                <a:path w="112" h="127" extrusionOk="0">
                  <a:moveTo>
                    <a:pt x="64" y="49"/>
                  </a:moveTo>
                  <a:lnTo>
                    <a:pt x="64" y="49"/>
                  </a:lnTo>
                  <a:lnTo>
                    <a:pt x="64" y="49"/>
                  </a:lnTo>
                  <a:close/>
                  <a:moveTo>
                    <a:pt x="64" y="1"/>
                  </a:moveTo>
                  <a:lnTo>
                    <a:pt x="32" y="1"/>
                  </a:lnTo>
                  <a:lnTo>
                    <a:pt x="1" y="32"/>
                  </a:lnTo>
                  <a:lnTo>
                    <a:pt x="1" y="80"/>
                  </a:lnTo>
                  <a:cubicBezTo>
                    <a:pt x="1" y="95"/>
                    <a:pt x="17" y="112"/>
                    <a:pt x="32" y="127"/>
                  </a:cubicBezTo>
                  <a:lnTo>
                    <a:pt x="64" y="127"/>
                  </a:lnTo>
                  <a:lnTo>
                    <a:pt x="80" y="127"/>
                  </a:lnTo>
                  <a:cubicBezTo>
                    <a:pt x="95" y="112"/>
                    <a:pt x="95" y="95"/>
                    <a:pt x="80" y="80"/>
                  </a:cubicBezTo>
                  <a:lnTo>
                    <a:pt x="80" y="64"/>
                  </a:lnTo>
                  <a:lnTo>
                    <a:pt x="80" y="64"/>
                  </a:lnTo>
                  <a:lnTo>
                    <a:pt x="80" y="64"/>
                  </a:lnTo>
                  <a:cubicBezTo>
                    <a:pt x="95" y="64"/>
                    <a:pt x="112" y="49"/>
                    <a:pt x="112" y="17"/>
                  </a:cubicBezTo>
                  <a:lnTo>
                    <a:pt x="112"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4" name="Google Shape;1844;p38"/>
            <p:cNvSpPr/>
            <p:nvPr/>
          </p:nvSpPr>
          <p:spPr>
            <a:xfrm>
              <a:off x="3328821" y="178023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5" name="Google Shape;1845;p38"/>
            <p:cNvSpPr/>
            <p:nvPr/>
          </p:nvSpPr>
          <p:spPr>
            <a:xfrm>
              <a:off x="3317785" y="1812329"/>
              <a:ext cx="5565" cy="3021"/>
            </a:xfrm>
            <a:custGeom>
              <a:avLst/>
              <a:gdLst/>
              <a:ahLst/>
              <a:cxnLst/>
              <a:rect l="l" t="t" r="r" b="b"/>
              <a:pathLst>
                <a:path w="175" h="95" extrusionOk="0">
                  <a:moveTo>
                    <a:pt x="33" y="0"/>
                  </a:moveTo>
                  <a:lnTo>
                    <a:pt x="33" y="0"/>
                  </a:lnTo>
                  <a:cubicBezTo>
                    <a:pt x="17" y="0"/>
                    <a:pt x="1" y="15"/>
                    <a:pt x="1" y="15"/>
                  </a:cubicBezTo>
                  <a:cubicBezTo>
                    <a:pt x="1" y="47"/>
                    <a:pt x="1" y="63"/>
                    <a:pt x="33" y="63"/>
                  </a:cubicBezTo>
                  <a:lnTo>
                    <a:pt x="33" y="63"/>
                  </a:lnTo>
                  <a:lnTo>
                    <a:pt x="112" y="95"/>
                  </a:lnTo>
                  <a:lnTo>
                    <a:pt x="127" y="95"/>
                  </a:lnTo>
                  <a:lnTo>
                    <a:pt x="127" y="95"/>
                  </a:lnTo>
                  <a:lnTo>
                    <a:pt x="127" y="95"/>
                  </a:lnTo>
                  <a:cubicBezTo>
                    <a:pt x="143" y="95"/>
                    <a:pt x="159" y="78"/>
                    <a:pt x="159" y="63"/>
                  </a:cubicBezTo>
                  <a:cubicBezTo>
                    <a:pt x="175" y="47"/>
                    <a:pt x="159" y="32"/>
                    <a:pt x="143" y="32"/>
                  </a:cubicBezTo>
                  <a:lnTo>
                    <a:pt x="143" y="32"/>
                  </a:lnTo>
                  <a:lnTo>
                    <a:pt x="127" y="32"/>
                  </a:lnTo>
                  <a:lnTo>
                    <a:pt x="49" y="0"/>
                  </a:ln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6" name="Google Shape;1846;p38"/>
            <p:cNvSpPr/>
            <p:nvPr/>
          </p:nvSpPr>
          <p:spPr>
            <a:xfrm>
              <a:off x="3419016" y="1801294"/>
              <a:ext cx="2576" cy="2035"/>
            </a:xfrm>
            <a:custGeom>
              <a:avLst/>
              <a:gdLst/>
              <a:ahLst/>
              <a:cxnLst/>
              <a:rect l="l" t="t" r="r" b="b"/>
              <a:pathLst>
                <a:path w="81" h="64" extrusionOk="0">
                  <a:moveTo>
                    <a:pt x="49" y="0"/>
                  </a:moveTo>
                  <a:lnTo>
                    <a:pt x="49" y="0"/>
                  </a:lnTo>
                  <a:lnTo>
                    <a:pt x="17" y="0"/>
                  </a:lnTo>
                  <a:lnTo>
                    <a:pt x="1" y="16"/>
                  </a:lnTo>
                  <a:lnTo>
                    <a:pt x="32" y="47"/>
                  </a:lnTo>
                  <a:lnTo>
                    <a:pt x="32" y="63"/>
                  </a:lnTo>
                  <a:lnTo>
                    <a:pt x="49" y="63"/>
                  </a:lnTo>
                  <a:lnTo>
                    <a:pt x="49" y="63"/>
                  </a:lnTo>
                  <a:lnTo>
                    <a:pt x="64" y="47"/>
                  </a:lnTo>
                  <a:cubicBezTo>
                    <a:pt x="80" y="47"/>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7" name="Google Shape;1847;p38"/>
            <p:cNvSpPr/>
            <p:nvPr/>
          </p:nvSpPr>
          <p:spPr>
            <a:xfrm>
              <a:off x="3440070" y="1774229"/>
              <a:ext cx="4039" cy="2512"/>
            </a:xfrm>
            <a:custGeom>
              <a:avLst/>
              <a:gdLst/>
              <a:ahLst/>
              <a:cxnLst/>
              <a:rect l="l" t="t" r="r" b="b"/>
              <a:pathLst>
                <a:path w="127" h="79" extrusionOk="0">
                  <a:moveTo>
                    <a:pt x="63" y="1"/>
                  </a:moveTo>
                  <a:lnTo>
                    <a:pt x="32" y="16"/>
                  </a:lnTo>
                  <a:cubicBezTo>
                    <a:pt x="0" y="16"/>
                    <a:pt x="0" y="47"/>
                    <a:pt x="0" y="64"/>
                  </a:cubicBezTo>
                  <a:cubicBezTo>
                    <a:pt x="17" y="79"/>
                    <a:pt x="32" y="79"/>
                    <a:pt x="32" y="79"/>
                  </a:cubicBezTo>
                  <a:lnTo>
                    <a:pt x="48" y="79"/>
                  </a:lnTo>
                  <a:lnTo>
                    <a:pt x="48" y="79"/>
                  </a:lnTo>
                  <a:lnTo>
                    <a:pt x="63" y="79"/>
                  </a:lnTo>
                  <a:lnTo>
                    <a:pt x="95" y="64"/>
                  </a:lnTo>
                  <a:cubicBezTo>
                    <a:pt x="111" y="47"/>
                    <a:pt x="111" y="47"/>
                    <a:pt x="111" y="32"/>
                  </a:cubicBezTo>
                  <a:cubicBezTo>
                    <a:pt x="126" y="32"/>
                    <a:pt x="126" y="16"/>
                    <a:pt x="111" y="16"/>
                  </a:cubicBezTo>
                  <a:lnTo>
                    <a:pt x="111"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8" name="Google Shape;1848;p38"/>
            <p:cNvSpPr/>
            <p:nvPr/>
          </p:nvSpPr>
          <p:spPr>
            <a:xfrm>
              <a:off x="3416535" y="1800785"/>
              <a:ext cx="5057" cy="4548"/>
            </a:xfrm>
            <a:custGeom>
              <a:avLst/>
              <a:gdLst/>
              <a:ahLst/>
              <a:cxnLst/>
              <a:rect l="l" t="t" r="r" b="b"/>
              <a:pathLst>
                <a:path w="159" h="143" extrusionOk="0">
                  <a:moveTo>
                    <a:pt x="32" y="0"/>
                  </a:moveTo>
                  <a:lnTo>
                    <a:pt x="32" y="0"/>
                  </a:lnTo>
                  <a:lnTo>
                    <a:pt x="32" y="0"/>
                  </a:lnTo>
                  <a:cubicBezTo>
                    <a:pt x="0" y="0"/>
                    <a:pt x="0" y="16"/>
                    <a:pt x="0" y="32"/>
                  </a:cubicBezTo>
                  <a:lnTo>
                    <a:pt x="0" y="48"/>
                  </a:lnTo>
                  <a:cubicBezTo>
                    <a:pt x="0" y="79"/>
                    <a:pt x="16" y="79"/>
                    <a:pt x="32" y="95"/>
                  </a:cubicBezTo>
                  <a:lnTo>
                    <a:pt x="32" y="95"/>
                  </a:lnTo>
                  <a:lnTo>
                    <a:pt x="32" y="111"/>
                  </a:lnTo>
                  <a:lnTo>
                    <a:pt x="32" y="111"/>
                  </a:lnTo>
                  <a:cubicBezTo>
                    <a:pt x="32" y="95"/>
                    <a:pt x="47" y="79"/>
                    <a:pt x="64" y="79"/>
                  </a:cubicBezTo>
                  <a:lnTo>
                    <a:pt x="64" y="79"/>
                  </a:lnTo>
                  <a:lnTo>
                    <a:pt x="64" y="79"/>
                  </a:lnTo>
                  <a:cubicBezTo>
                    <a:pt x="79" y="79"/>
                    <a:pt x="95" y="79"/>
                    <a:pt x="95" y="95"/>
                  </a:cubicBezTo>
                  <a:lnTo>
                    <a:pt x="95" y="95"/>
                  </a:lnTo>
                  <a:lnTo>
                    <a:pt x="110" y="95"/>
                  </a:lnTo>
                  <a:cubicBezTo>
                    <a:pt x="127" y="111"/>
                    <a:pt x="142" y="126"/>
                    <a:pt x="127" y="142"/>
                  </a:cubicBezTo>
                  <a:lnTo>
                    <a:pt x="127" y="142"/>
                  </a:lnTo>
                  <a:lnTo>
                    <a:pt x="127" y="142"/>
                  </a:lnTo>
                  <a:cubicBezTo>
                    <a:pt x="142" y="142"/>
                    <a:pt x="158" y="142"/>
                    <a:pt x="158" y="126"/>
                  </a:cubicBezTo>
                  <a:lnTo>
                    <a:pt x="158" y="126"/>
                  </a:lnTo>
                  <a:cubicBezTo>
                    <a:pt x="158" y="95"/>
                    <a:pt x="142" y="79"/>
                    <a:pt x="127" y="79"/>
                  </a:cubicBezTo>
                  <a:lnTo>
                    <a:pt x="127" y="79"/>
                  </a:lnTo>
                  <a:lnTo>
                    <a:pt x="110" y="79"/>
                  </a:lnTo>
                  <a:lnTo>
                    <a:pt x="110" y="63"/>
                  </a:lnTo>
                  <a:lnTo>
                    <a:pt x="79" y="32"/>
                  </a:lnTo>
                  <a:lnTo>
                    <a:pt x="64" y="32"/>
                  </a:lnTo>
                  <a:lnTo>
                    <a:pt x="64" y="32"/>
                  </a:lnTo>
                  <a:cubicBezTo>
                    <a:pt x="64"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49" name="Google Shape;1849;p38"/>
            <p:cNvSpPr/>
            <p:nvPr/>
          </p:nvSpPr>
          <p:spPr>
            <a:xfrm>
              <a:off x="3440579" y="1771239"/>
              <a:ext cx="3530" cy="3021"/>
            </a:xfrm>
            <a:custGeom>
              <a:avLst/>
              <a:gdLst/>
              <a:ahLst/>
              <a:cxnLst/>
              <a:rect l="l" t="t" r="r" b="b"/>
              <a:pathLst>
                <a:path w="111" h="95" extrusionOk="0">
                  <a:moveTo>
                    <a:pt x="47" y="0"/>
                  </a:moveTo>
                  <a:lnTo>
                    <a:pt x="32" y="0"/>
                  </a:lnTo>
                  <a:lnTo>
                    <a:pt x="16" y="0"/>
                  </a:lnTo>
                  <a:cubicBezTo>
                    <a:pt x="1" y="15"/>
                    <a:pt x="1" y="32"/>
                    <a:pt x="16" y="47"/>
                  </a:cubicBezTo>
                  <a:lnTo>
                    <a:pt x="32" y="63"/>
                  </a:lnTo>
                  <a:lnTo>
                    <a:pt x="47" y="95"/>
                  </a:lnTo>
                  <a:lnTo>
                    <a:pt x="47" y="95"/>
                  </a:lnTo>
                  <a:lnTo>
                    <a:pt x="79" y="95"/>
                  </a:lnTo>
                  <a:lnTo>
                    <a:pt x="95" y="95"/>
                  </a:lnTo>
                  <a:lnTo>
                    <a:pt x="95"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0" name="Google Shape;1850;p38"/>
            <p:cNvSpPr/>
            <p:nvPr/>
          </p:nvSpPr>
          <p:spPr>
            <a:xfrm>
              <a:off x="3042715" y="1812329"/>
              <a:ext cx="3530" cy="3021"/>
            </a:xfrm>
            <a:custGeom>
              <a:avLst/>
              <a:gdLst/>
              <a:ahLst/>
              <a:cxnLst/>
              <a:rect l="l" t="t" r="r" b="b"/>
              <a:pathLst>
                <a:path w="111" h="95" extrusionOk="0">
                  <a:moveTo>
                    <a:pt x="32" y="0"/>
                  </a:moveTo>
                  <a:lnTo>
                    <a:pt x="32" y="0"/>
                  </a:lnTo>
                  <a:cubicBezTo>
                    <a:pt x="16" y="0"/>
                    <a:pt x="16" y="0"/>
                    <a:pt x="16" y="15"/>
                  </a:cubicBezTo>
                  <a:cubicBezTo>
                    <a:pt x="1" y="32"/>
                    <a:pt x="1" y="47"/>
                    <a:pt x="16" y="63"/>
                  </a:cubicBezTo>
                  <a:lnTo>
                    <a:pt x="64" y="95"/>
                  </a:lnTo>
                  <a:lnTo>
                    <a:pt x="79" y="95"/>
                  </a:lnTo>
                  <a:lnTo>
                    <a:pt x="110" y="95"/>
                  </a:lnTo>
                  <a:cubicBezTo>
                    <a:pt x="110" y="78"/>
                    <a:pt x="110" y="47"/>
                    <a:pt x="95" y="4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1" name="Google Shape;1851;p38"/>
            <p:cNvSpPr/>
            <p:nvPr/>
          </p:nvSpPr>
          <p:spPr>
            <a:xfrm>
              <a:off x="3418539" y="1774229"/>
              <a:ext cx="4039" cy="2512"/>
            </a:xfrm>
            <a:custGeom>
              <a:avLst/>
              <a:gdLst/>
              <a:ahLst/>
              <a:cxnLst/>
              <a:rect l="l" t="t" r="r" b="b"/>
              <a:pathLst>
                <a:path w="127" h="79" extrusionOk="0">
                  <a:moveTo>
                    <a:pt x="95" y="1"/>
                  </a:moveTo>
                  <a:lnTo>
                    <a:pt x="79" y="1"/>
                  </a:lnTo>
                  <a:lnTo>
                    <a:pt x="64" y="1"/>
                  </a:lnTo>
                  <a:lnTo>
                    <a:pt x="32" y="1"/>
                  </a:lnTo>
                  <a:cubicBezTo>
                    <a:pt x="16" y="1"/>
                    <a:pt x="1" y="16"/>
                    <a:pt x="1" y="47"/>
                  </a:cubicBezTo>
                  <a:cubicBezTo>
                    <a:pt x="1" y="64"/>
                    <a:pt x="16" y="79"/>
                    <a:pt x="32" y="79"/>
                  </a:cubicBezTo>
                  <a:lnTo>
                    <a:pt x="32" y="79"/>
                  </a:lnTo>
                  <a:lnTo>
                    <a:pt x="47" y="64"/>
                  </a:lnTo>
                  <a:lnTo>
                    <a:pt x="79" y="64"/>
                  </a:lnTo>
                  <a:cubicBezTo>
                    <a:pt x="79" y="64"/>
                    <a:pt x="79" y="47"/>
                    <a:pt x="95" y="47"/>
                  </a:cubicBezTo>
                  <a:lnTo>
                    <a:pt x="127" y="16"/>
                  </a:lnTo>
                  <a:cubicBezTo>
                    <a:pt x="110" y="1"/>
                    <a:pt x="110"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2" name="Google Shape;1852;p38"/>
            <p:cNvSpPr/>
            <p:nvPr/>
          </p:nvSpPr>
          <p:spPr>
            <a:xfrm>
              <a:off x="3197058" y="1796269"/>
              <a:ext cx="3530" cy="3053"/>
            </a:xfrm>
            <a:custGeom>
              <a:avLst/>
              <a:gdLst/>
              <a:ahLst/>
              <a:cxnLst/>
              <a:rect l="l" t="t" r="r" b="b"/>
              <a:pathLst>
                <a:path w="111" h="96" extrusionOk="0">
                  <a:moveTo>
                    <a:pt x="79" y="1"/>
                  </a:moveTo>
                  <a:lnTo>
                    <a:pt x="79" y="1"/>
                  </a:lnTo>
                  <a:lnTo>
                    <a:pt x="47" y="1"/>
                  </a:lnTo>
                  <a:lnTo>
                    <a:pt x="16" y="32"/>
                  </a:lnTo>
                  <a:cubicBezTo>
                    <a:pt x="1" y="47"/>
                    <a:pt x="1" y="64"/>
                    <a:pt x="1" y="79"/>
                  </a:cubicBezTo>
                  <a:cubicBezTo>
                    <a:pt x="16" y="95"/>
                    <a:pt x="16" y="95"/>
                    <a:pt x="32" y="95"/>
                  </a:cubicBezTo>
                  <a:lnTo>
                    <a:pt x="47" y="95"/>
                  </a:lnTo>
                  <a:lnTo>
                    <a:pt x="95" y="47"/>
                  </a:lnTo>
                  <a:cubicBezTo>
                    <a:pt x="110" y="47"/>
                    <a:pt x="110"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3" name="Google Shape;1853;p38"/>
            <p:cNvSpPr/>
            <p:nvPr/>
          </p:nvSpPr>
          <p:spPr>
            <a:xfrm>
              <a:off x="3323828" y="1785264"/>
              <a:ext cx="3530" cy="4516"/>
            </a:xfrm>
            <a:custGeom>
              <a:avLst/>
              <a:gdLst/>
              <a:ahLst/>
              <a:cxnLst/>
              <a:rect l="l" t="t" r="r" b="b"/>
              <a:pathLst>
                <a:path w="111" h="142" extrusionOk="0">
                  <a:moveTo>
                    <a:pt x="48" y="0"/>
                  </a:moveTo>
                  <a:lnTo>
                    <a:pt x="32" y="0"/>
                  </a:lnTo>
                  <a:cubicBezTo>
                    <a:pt x="32" y="0"/>
                    <a:pt x="16" y="0"/>
                    <a:pt x="16" y="15"/>
                  </a:cubicBezTo>
                  <a:cubicBezTo>
                    <a:pt x="0" y="15"/>
                    <a:pt x="0" y="32"/>
                    <a:pt x="16" y="47"/>
                  </a:cubicBezTo>
                  <a:lnTo>
                    <a:pt x="16" y="63"/>
                  </a:lnTo>
                  <a:cubicBezTo>
                    <a:pt x="32" y="63"/>
                    <a:pt x="32" y="63"/>
                    <a:pt x="32" y="95"/>
                  </a:cubicBezTo>
                  <a:cubicBezTo>
                    <a:pt x="32" y="95"/>
                    <a:pt x="16" y="95"/>
                    <a:pt x="16" y="110"/>
                  </a:cubicBezTo>
                  <a:cubicBezTo>
                    <a:pt x="16" y="126"/>
                    <a:pt x="32" y="141"/>
                    <a:pt x="48" y="141"/>
                  </a:cubicBezTo>
                  <a:lnTo>
                    <a:pt x="63" y="141"/>
                  </a:lnTo>
                  <a:lnTo>
                    <a:pt x="79" y="141"/>
                  </a:lnTo>
                  <a:cubicBezTo>
                    <a:pt x="79" y="141"/>
                    <a:pt x="95" y="126"/>
                    <a:pt x="95" y="110"/>
                  </a:cubicBezTo>
                  <a:lnTo>
                    <a:pt x="95" y="110"/>
                  </a:lnTo>
                  <a:cubicBezTo>
                    <a:pt x="95" y="78"/>
                    <a:pt x="111" y="32"/>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4" name="Google Shape;1854;p38"/>
            <p:cNvSpPr/>
            <p:nvPr/>
          </p:nvSpPr>
          <p:spPr>
            <a:xfrm>
              <a:off x="3375922" y="1780239"/>
              <a:ext cx="2576" cy="4516"/>
            </a:xfrm>
            <a:custGeom>
              <a:avLst/>
              <a:gdLst/>
              <a:ahLst/>
              <a:cxnLst/>
              <a:rect l="l" t="t" r="r" b="b"/>
              <a:pathLst>
                <a:path w="81" h="142" extrusionOk="0">
                  <a:moveTo>
                    <a:pt x="32" y="1"/>
                  </a:moveTo>
                  <a:lnTo>
                    <a:pt x="17" y="1"/>
                  </a:lnTo>
                  <a:lnTo>
                    <a:pt x="17" y="16"/>
                  </a:lnTo>
                  <a:cubicBezTo>
                    <a:pt x="1" y="16"/>
                    <a:pt x="1" y="32"/>
                    <a:pt x="1" y="32"/>
                  </a:cubicBezTo>
                  <a:lnTo>
                    <a:pt x="1" y="47"/>
                  </a:lnTo>
                  <a:lnTo>
                    <a:pt x="1" y="64"/>
                  </a:lnTo>
                  <a:lnTo>
                    <a:pt x="1" y="64"/>
                  </a:lnTo>
                  <a:cubicBezTo>
                    <a:pt x="17" y="64"/>
                    <a:pt x="17" y="79"/>
                    <a:pt x="17" y="95"/>
                  </a:cubicBezTo>
                  <a:lnTo>
                    <a:pt x="17" y="110"/>
                  </a:lnTo>
                  <a:lnTo>
                    <a:pt x="17" y="110"/>
                  </a:lnTo>
                  <a:lnTo>
                    <a:pt x="17" y="110"/>
                  </a:lnTo>
                  <a:cubicBezTo>
                    <a:pt x="17" y="127"/>
                    <a:pt x="32" y="127"/>
                    <a:pt x="32" y="127"/>
                  </a:cubicBezTo>
                  <a:lnTo>
                    <a:pt x="49" y="142"/>
                  </a:lnTo>
                  <a:cubicBezTo>
                    <a:pt x="49" y="142"/>
                    <a:pt x="64" y="142"/>
                    <a:pt x="64" y="127"/>
                  </a:cubicBezTo>
                  <a:cubicBezTo>
                    <a:pt x="64" y="127"/>
                    <a:pt x="80" y="127"/>
                    <a:pt x="80" y="110"/>
                  </a:cubicBezTo>
                  <a:lnTo>
                    <a:pt x="80" y="95"/>
                  </a:lnTo>
                  <a:lnTo>
                    <a:pt x="64" y="32"/>
                  </a:lnTo>
                  <a:cubicBezTo>
                    <a:pt x="49"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5" name="Google Shape;1855;p38"/>
            <p:cNvSpPr/>
            <p:nvPr/>
          </p:nvSpPr>
          <p:spPr>
            <a:xfrm>
              <a:off x="3185036" y="1795760"/>
              <a:ext cx="7537" cy="3562"/>
            </a:xfrm>
            <a:custGeom>
              <a:avLst/>
              <a:gdLst/>
              <a:ahLst/>
              <a:cxnLst/>
              <a:rect l="l" t="t" r="r" b="b"/>
              <a:pathLst>
                <a:path w="237" h="112" extrusionOk="0">
                  <a:moveTo>
                    <a:pt x="205" y="0"/>
                  </a:moveTo>
                  <a:lnTo>
                    <a:pt x="205" y="0"/>
                  </a:lnTo>
                  <a:lnTo>
                    <a:pt x="189" y="0"/>
                  </a:lnTo>
                  <a:cubicBezTo>
                    <a:pt x="189" y="17"/>
                    <a:pt x="173" y="17"/>
                    <a:pt x="173" y="17"/>
                  </a:cubicBezTo>
                  <a:cubicBezTo>
                    <a:pt x="158" y="17"/>
                    <a:pt x="158" y="32"/>
                    <a:pt x="158" y="32"/>
                  </a:cubicBezTo>
                  <a:cubicBezTo>
                    <a:pt x="142" y="32"/>
                    <a:pt x="126" y="48"/>
                    <a:pt x="126" y="48"/>
                  </a:cubicBezTo>
                  <a:cubicBezTo>
                    <a:pt x="126" y="48"/>
                    <a:pt x="110" y="48"/>
                    <a:pt x="110" y="32"/>
                  </a:cubicBezTo>
                  <a:cubicBezTo>
                    <a:pt x="110" y="32"/>
                    <a:pt x="95" y="17"/>
                    <a:pt x="79" y="17"/>
                  </a:cubicBezTo>
                  <a:lnTo>
                    <a:pt x="79" y="17"/>
                  </a:lnTo>
                  <a:cubicBezTo>
                    <a:pt x="63" y="32"/>
                    <a:pt x="47" y="32"/>
                    <a:pt x="47" y="32"/>
                  </a:cubicBezTo>
                  <a:lnTo>
                    <a:pt x="32" y="48"/>
                  </a:lnTo>
                  <a:cubicBezTo>
                    <a:pt x="16" y="48"/>
                    <a:pt x="0" y="80"/>
                    <a:pt x="16" y="95"/>
                  </a:cubicBezTo>
                  <a:cubicBezTo>
                    <a:pt x="16" y="95"/>
                    <a:pt x="16" y="111"/>
                    <a:pt x="32" y="111"/>
                  </a:cubicBezTo>
                  <a:lnTo>
                    <a:pt x="47" y="111"/>
                  </a:lnTo>
                  <a:lnTo>
                    <a:pt x="63" y="80"/>
                  </a:lnTo>
                  <a:cubicBezTo>
                    <a:pt x="63" y="63"/>
                    <a:pt x="79" y="48"/>
                    <a:pt x="95" y="48"/>
                  </a:cubicBezTo>
                  <a:lnTo>
                    <a:pt x="95" y="48"/>
                  </a:lnTo>
                  <a:lnTo>
                    <a:pt x="110" y="63"/>
                  </a:lnTo>
                  <a:cubicBezTo>
                    <a:pt x="126" y="63"/>
                    <a:pt x="126" y="80"/>
                    <a:pt x="126" y="95"/>
                  </a:cubicBezTo>
                  <a:lnTo>
                    <a:pt x="126" y="111"/>
                  </a:lnTo>
                  <a:lnTo>
                    <a:pt x="126" y="111"/>
                  </a:lnTo>
                  <a:lnTo>
                    <a:pt x="126" y="111"/>
                  </a:lnTo>
                  <a:lnTo>
                    <a:pt x="142" y="111"/>
                  </a:lnTo>
                  <a:cubicBezTo>
                    <a:pt x="158" y="111"/>
                    <a:pt x="189" y="95"/>
                    <a:pt x="189" y="80"/>
                  </a:cubicBezTo>
                  <a:lnTo>
                    <a:pt x="189" y="80"/>
                  </a:lnTo>
                  <a:cubicBezTo>
                    <a:pt x="205" y="80"/>
                    <a:pt x="205" y="63"/>
                    <a:pt x="221" y="63"/>
                  </a:cubicBezTo>
                  <a:cubicBezTo>
                    <a:pt x="236" y="63"/>
                    <a:pt x="236" y="48"/>
                    <a:pt x="236" y="17"/>
                  </a:cubicBezTo>
                  <a:cubicBezTo>
                    <a:pt x="236" y="17"/>
                    <a:pt x="221" y="0"/>
                    <a:pt x="20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6" name="Google Shape;1856;p38"/>
            <p:cNvSpPr/>
            <p:nvPr/>
          </p:nvSpPr>
          <p:spPr>
            <a:xfrm>
              <a:off x="3171011" y="1818340"/>
              <a:ext cx="6042" cy="3498"/>
            </a:xfrm>
            <a:custGeom>
              <a:avLst/>
              <a:gdLst/>
              <a:ahLst/>
              <a:cxnLst/>
              <a:rect l="l" t="t" r="r" b="b"/>
              <a:pathLst>
                <a:path w="190" h="110" extrusionOk="0">
                  <a:moveTo>
                    <a:pt x="47" y="0"/>
                  </a:moveTo>
                  <a:lnTo>
                    <a:pt x="47" y="0"/>
                  </a:lnTo>
                  <a:cubicBezTo>
                    <a:pt x="32" y="0"/>
                    <a:pt x="15" y="15"/>
                    <a:pt x="15" y="32"/>
                  </a:cubicBezTo>
                  <a:cubicBezTo>
                    <a:pt x="0" y="47"/>
                    <a:pt x="15" y="63"/>
                    <a:pt x="32" y="78"/>
                  </a:cubicBezTo>
                  <a:lnTo>
                    <a:pt x="47" y="78"/>
                  </a:lnTo>
                  <a:cubicBezTo>
                    <a:pt x="63" y="78"/>
                    <a:pt x="78" y="78"/>
                    <a:pt x="95" y="95"/>
                  </a:cubicBezTo>
                  <a:cubicBezTo>
                    <a:pt x="110" y="95"/>
                    <a:pt x="110" y="95"/>
                    <a:pt x="126" y="110"/>
                  </a:cubicBezTo>
                  <a:lnTo>
                    <a:pt x="141" y="110"/>
                  </a:lnTo>
                  <a:lnTo>
                    <a:pt x="158" y="110"/>
                  </a:lnTo>
                  <a:cubicBezTo>
                    <a:pt x="173" y="110"/>
                    <a:pt x="189" y="110"/>
                    <a:pt x="189" y="95"/>
                  </a:cubicBezTo>
                  <a:lnTo>
                    <a:pt x="189" y="95"/>
                  </a:lnTo>
                  <a:lnTo>
                    <a:pt x="189" y="95"/>
                  </a:lnTo>
                  <a:lnTo>
                    <a:pt x="173" y="95"/>
                  </a:lnTo>
                  <a:lnTo>
                    <a:pt x="158" y="78"/>
                  </a:lnTo>
                  <a:lnTo>
                    <a:pt x="141" y="78"/>
                  </a:lnTo>
                  <a:cubicBezTo>
                    <a:pt x="141" y="95"/>
                    <a:pt x="126" y="95"/>
                    <a:pt x="126" y="95"/>
                  </a:cubicBezTo>
                  <a:cubicBezTo>
                    <a:pt x="110" y="95"/>
                    <a:pt x="95" y="78"/>
                    <a:pt x="95" y="63"/>
                  </a:cubicBezTo>
                  <a:cubicBezTo>
                    <a:pt x="95" y="47"/>
                    <a:pt x="95" y="32"/>
                    <a:pt x="110" y="15"/>
                  </a:cubicBezTo>
                  <a:lnTo>
                    <a:pt x="78" y="15"/>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7" name="Google Shape;1857;p38"/>
            <p:cNvSpPr/>
            <p:nvPr/>
          </p:nvSpPr>
          <p:spPr>
            <a:xfrm>
              <a:off x="3385463" y="1776709"/>
              <a:ext cx="4039" cy="2035"/>
            </a:xfrm>
            <a:custGeom>
              <a:avLst/>
              <a:gdLst/>
              <a:ahLst/>
              <a:cxnLst/>
              <a:rect l="l" t="t" r="r" b="b"/>
              <a:pathLst>
                <a:path w="127" h="64" extrusionOk="0">
                  <a:moveTo>
                    <a:pt x="47" y="1"/>
                  </a:moveTo>
                  <a:lnTo>
                    <a:pt x="47" y="1"/>
                  </a:lnTo>
                  <a:lnTo>
                    <a:pt x="16" y="1"/>
                  </a:lnTo>
                  <a:lnTo>
                    <a:pt x="16" y="17"/>
                  </a:lnTo>
                  <a:cubicBezTo>
                    <a:pt x="1" y="32"/>
                    <a:pt x="16" y="49"/>
                    <a:pt x="32" y="64"/>
                  </a:cubicBezTo>
                  <a:lnTo>
                    <a:pt x="47" y="64"/>
                  </a:lnTo>
                  <a:cubicBezTo>
                    <a:pt x="47" y="49"/>
                    <a:pt x="64" y="32"/>
                    <a:pt x="64" y="32"/>
                  </a:cubicBezTo>
                  <a:lnTo>
                    <a:pt x="127" y="32"/>
                  </a:lnTo>
                  <a:lnTo>
                    <a:pt x="110" y="17"/>
                  </a:lnTo>
                  <a:lnTo>
                    <a:pt x="110" y="17"/>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8" name="Google Shape;1858;p38"/>
            <p:cNvSpPr/>
            <p:nvPr/>
          </p:nvSpPr>
          <p:spPr>
            <a:xfrm>
              <a:off x="3415009" y="1777250"/>
              <a:ext cx="4039" cy="3021"/>
            </a:xfrm>
            <a:custGeom>
              <a:avLst/>
              <a:gdLst/>
              <a:ahLst/>
              <a:cxnLst/>
              <a:rect l="l" t="t" r="r" b="b"/>
              <a:pathLst>
                <a:path w="127" h="95" extrusionOk="0">
                  <a:moveTo>
                    <a:pt x="80" y="0"/>
                  </a:moveTo>
                  <a:lnTo>
                    <a:pt x="80" y="0"/>
                  </a:lnTo>
                  <a:lnTo>
                    <a:pt x="64" y="0"/>
                  </a:lnTo>
                  <a:lnTo>
                    <a:pt x="64" y="15"/>
                  </a:lnTo>
                  <a:lnTo>
                    <a:pt x="48" y="32"/>
                  </a:lnTo>
                  <a:lnTo>
                    <a:pt x="1" y="15"/>
                  </a:lnTo>
                  <a:lnTo>
                    <a:pt x="1" y="15"/>
                  </a:lnTo>
                  <a:cubicBezTo>
                    <a:pt x="1" y="32"/>
                    <a:pt x="17" y="32"/>
                    <a:pt x="17" y="47"/>
                  </a:cubicBezTo>
                  <a:lnTo>
                    <a:pt x="17" y="95"/>
                  </a:lnTo>
                  <a:lnTo>
                    <a:pt x="17" y="95"/>
                  </a:lnTo>
                  <a:lnTo>
                    <a:pt x="80" y="78"/>
                  </a:lnTo>
                  <a:lnTo>
                    <a:pt x="112" y="63"/>
                  </a:lnTo>
                  <a:cubicBezTo>
                    <a:pt x="112" y="47"/>
                    <a:pt x="127" y="47"/>
                    <a:pt x="127" y="32"/>
                  </a:cubicBezTo>
                  <a:lnTo>
                    <a:pt x="112" y="15"/>
                  </a:lnTo>
                  <a:cubicBezTo>
                    <a:pt x="112" y="0"/>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59" name="Google Shape;1859;p38"/>
            <p:cNvSpPr/>
            <p:nvPr/>
          </p:nvSpPr>
          <p:spPr>
            <a:xfrm>
              <a:off x="3294759" y="1815319"/>
              <a:ext cx="4039" cy="2035"/>
            </a:xfrm>
            <a:custGeom>
              <a:avLst/>
              <a:gdLst/>
              <a:ahLst/>
              <a:cxnLst/>
              <a:rect l="l" t="t" r="r" b="b"/>
              <a:pathLst>
                <a:path w="127" h="64" extrusionOk="0">
                  <a:moveTo>
                    <a:pt x="17" y="1"/>
                  </a:moveTo>
                  <a:lnTo>
                    <a:pt x="0" y="1"/>
                  </a:lnTo>
                  <a:lnTo>
                    <a:pt x="0" y="16"/>
                  </a:lnTo>
                  <a:lnTo>
                    <a:pt x="17" y="16"/>
                  </a:lnTo>
                  <a:lnTo>
                    <a:pt x="17" y="16"/>
                  </a:lnTo>
                  <a:cubicBezTo>
                    <a:pt x="32" y="16"/>
                    <a:pt x="48" y="32"/>
                    <a:pt x="48" y="47"/>
                  </a:cubicBezTo>
                  <a:lnTo>
                    <a:pt x="80" y="47"/>
                  </a:lnTo>
                  <a:cubicBezTo>
                    <a:pt x="80" y="64"/>
                    <a:pt x="80" y="64"/>
                    <a:pt x="95" y="64"/>
                  </a:cubicBezTo>
                  <a:lnTo>
                    <a:pt x="126" y="32"/>
                  </a:lnTo>
                  <a:lnTo>
                    <a:pt x="126" y="1"/>
                  </a:lnTo>
                  <a:cubicBezTo>
                    <a:pt x="111" y="16"/>
                    <a:pt x="111" y="32"/>
                    <a:pt x="95" y="32"/>
                  </a:cubicBezTo>
                  <a:lnTo>
                    <a:pt x="80" y="32"/>
                  </a:lnTo>
                  <a:cubicBezTo>
                    <a:pt x="63" y="32"/>
                    <a:pt x="48" y="16"/>
                    <a:pt x="48" y="1"/>
                  </a:cubicBezTo>
                  <a:lnTo>
                    <a:pt x="48" y="1"/>
                  </a:lnTo>
                  <a:lnTo>
                    <a:pt x="48"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0" name="Google Shape;1860;p38"/>
            <p:cNvSpPr/>
            <p:nvPr/>
          </p:nvSpPr>
          <p:spPr>
            <a:xfrm>
              <a:off x="3311774" y="1806796"/>
              <a:ext cx="3053" cy="4039"/>
            </a:xfrm>
            <a:custGeom>
              <a:avLst/>
              <a:gdLst/>
              <a:ahLst/>
              <a:cxnLst/>
              <a:rect l="l" t="t" r="r" b="b"/>
              <a:pathLst>
                <a:path w="96" h="127" extrusionOk="0">
                  <a:moveTo>
                    <a:pt x="49" y="0"/>
                  </a:moveTo>
                  <a:lnTo>
                    <a:pt x="49" y="0"/>
                  </a:lnTo>
                  <a:cubicBezTo>
                    <a:pt x="32" y="0"/>
                    <a:pt x="32" y="16"/>
                    <a:pt x="17" y="16"/>
                  </a:cubicBezTo>
                  <a:lnTo>
                    <a:pt x="1" y="79"/>
                  </a:lnTo>
                  <a:lnTo>
                    <a:pt x="1" y="79"/>
                  </a:lnTo>
                  <a:lnTo>
                    <a:pt x="1" y="79"/>
                  </a:lnTo>
                  <a:lnTo>
                    <a:pt x="17" y="79"/>
                  </a:lnTo>
                  <a:cubicBezTo>
                    <a:pt x="32" y="95"/>
                    <a:pt x="32" y="111"/>
                    <a:pt x="32" y="126"/>
                  </a:cubicBezTo>
                  <a:cubicBezTo>
                    <a:pt x="32" y="126"/>
                    <a:pt x="49" y="111"/>
                    <a:pt x="64" y="111"/>
                  </a:cubicBezTo>
                  <a:lnTo>
                    <a:pt x="80" y="48"/>
                  </a:lnTo>
                  <a:cubicBezTo>
                    <a:pt x="95" y="32"/>
                    <a:pt x="80" y="16"/>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1" name="Google Shape;1861;p38"/>
            <p:cNvSpPr/>
            <p:nvPr/>
          </p:nvSpPr>
          <p:spPr>
            <a:xfrm>
              <a:off x="3394972" y="1754192"/>
              <a:ext cx="4039" cy="2512"/>
            </a:xfrm>
            <a:custGeom>
              <a:avLst/>
              <a:gdLst/>
              <a:ahLst/>
              <a:cxnLst/>
              <a:rect l="l" t="t" r="r" b="b"/>
              <a:pathLst>
                <a:path w="127" h="79" extrusionOk="0">
                  <a:moveTo>
                    <a:pt x="95" y="0"/>
                  </a:moveTo>
                  <a:lnTo>
                    <a:pt x="95" y="0"/>
                  </a:lnTo>
                  <a:lnTo>
                    <a:pt x="80" y="0"/>
                  </a:lnTo>
                  <a:lnTo>
                    <a:pt x="63" y="0"/>
                  </a:lnTo>
                  <a:lnTo>
                    <a:pt x="32" y="0"/>
                  </a:lnTo>
                  <a:cubicBezTo>
                    <a:pt x="17" y="16"/>
                    <a:pt x="0" y="32"/>
                    <a:pt x="0" y="47"/>
                  </a:cubicBezTo>
                  <a:cubicBezTo>
                    <a:pt x="17" y="63"/>
                    <a:pt x="17" y="79"/>
                    <a:pt x="32" y="79"/>
                  </a:cubicBezTo>
                  <a:lnTo>
                    <a:pt x="32" y="79"/>
                  </a:lnTo>
                  <a:lnTo>
                    <a:pt x="48" y="79"/>
                  </a:lnTo>
                  <a:lnTo>
                    <a:pt x="95" y="63"/>
                  </a:lnTo>
                  <a:cubicBezTo>
                    <a:pt x="126" y="47"/>
                    <a:pt x="126" y="32"/>
                    <a:pt x="126" y="16"/>
                  </a:cubicBezTo>
                  <a:cubicBezTo>
                    <a:pt x="126" y="0"/>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2" name="Google Shape;1862;p38"/>
            <p:cNvSpPr/>
            <p:nvPr/>
          </p:nvSpPr>
          <p:spPr>
            <a:xfrm>
              <a:off x="3086286" y="1795283"/>
              <a:ext cx="3053" cy="2035"/>
            </a:xfrm>
            <a:custGeom>
              <a:avLst/>
              <a:gdLst/>
              <a:ahLst/>
              <a:cxnLst/>
              <a:rect l="l" t="t" r="r" b="b"/>
              <a:pathLst>
                <a:path w="96" h="64" extrusionOk="0">
                  <a:moveTo>
                    <a:pt x="49" y="0"/>
                  </a:moveTo>
                  <a:lnTo>
                    <a:pt x="1" y="32"/>
                  </a:lnTo>
                  <a:cubicBezTo>
                    <a:pt x="17" y="32"/>
                    <a:pt x="17" y="47"/>
                    <a:pt x="32" y="47"/>
                  </a:cubicBezTo>
                  <a:lnTo>
                    <a:pt x="32" y="47"/>
                  </a:lnTo>
                  <a:lnTo>
                    <a:pt x="80" y="47"/>
                  </a:lnTo>
                  <a:lnTo>
                    <a:pt x="80" y="63"/>
                  </a:lnTo>
                  <a:cubicBezTo>
                    <a:pt x="95" y="63"/>
                    <a:pt x="95" y="47"/>
                    <a:pt x="95" y="47"/>
                  </a:cubicBezTo>
                  <a:cubicBezTo>
                    <a:pt x="80" y="47"/>
                    <a:pt x="64" y="32"/>
                    <a:pt x="4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3" name="Google Shape;1863;p38"/>
            <p:cNvSpPr/>
            <p:nvPr/>
          </p:nvSpPr>
          <p:spPr>
            <a:xfrm>
              <a:off x="3456608" y="1802788"/>
              <a:ext cx="1527" cy="6551"/>
            </a:xfrm>
            <a:custGeom>
              <a:avLst/>
              <a:gdLst/>
              <a:ahLst/>
              <a:cxnLst/>
              <a:rect l="l" t="t" r="r" b="b"/>
              <a:pathLst>
                <a:path w="48" h="206" extrusionOk="0">
                  <a:moveTo>
                    <a:pt x="48" y="0"/>
                  </a:moveTo>
                  <a:lnTo>
                    <a:pt x="32" y="16"/>
                  </a:lnTo>
                  <a:lnTo>
                    <a:pt x="32" y="32"/>
                  </a:lnTo>
                  <a:lnTo>
                    <a:pt x="32" y="48"/>
                  </a:lnTo>
                  <a:lnTo>
                    <a:pt x="32" y="48"/>
                  </a:lnTo>
                  <a:cubicBezTo>
                    <a:pt x="32" y="63"/>
                    <a:pt x="32" y="79"/>
                    <a:pt x="16" y="79"/>
                  </a:cubicBezTo>
                  <a:lnTo>
                    <a:pt x="16" y="79"/>
                  </a:lnTo>
                  <a:lnTo>
                    <a:pt x="1" y="174"/>
                  </a:lnTo>
                  <a:lnTo>
                    <a:pt x="1" y="205"/>
                  </a:lnTo>
                  <a:cubicBezTo>
                    <a:pt x="16" y="189"/>
                    <a:pt x="32" y="189"/>
                    <a:pt x="48" y="189"/>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4" name="Google Shape;1864;p38"/>
            <p:cNvSpPr/>
            <p:nvPr/>
          </p:nvSpPr>
          <p:spPr>
            <a:xfrm>
              <a:off x="3349398" y="1816814"/>
              <a:ext cx="2035" cy="2544"/>
            </a:xfrm>
            <a:custGeom>
              <a:avLst/>
              <a:gdLst/>
              <a:ahLst/>
              <a:cxnLst/>
              <a:rect l="l" t="t" r="r" b="b"/>
              <a:pathLst>
                <a:path w="64" h="80" extrusionOk="0">
                  <a:moveTo>
                    <a:pt x="15" y="48"/>
                  </a:moveTo>
                  <a:cubicBezTo>
                    <a:pt x="32" y="63"/>
                    <a:pt x="15" y="80"/>
                    <a:pt x="0" y="80"/>
                  </a:cubicBezTo>
                  <a:lnTo>
                    <a:pt x="15" y="80"/>
                  </a:lnTo>
                  <a:lnTo>
                    <a:pt x="47" y="80"/>
                  </a:lnTo>
                  <a:lnTo>
                    <a:pt x="63" y="63"/>
                  </a:lnTo>
                  <a:lnTo>
                    <a:pt x="47" y="63"/>
                  </a:lnTo>
                  <a:lnTo>
                    <a:pt x="47" y="63"/>
                  </a:lnTo>
                  <a:cubicBezTo>
                    <a:pt x="47" y="63"/>
                    <a:pt x="32" y="48"/>
                    <a:pt x="15" y="48"/>
                  </a:cubicBezTo>
                  <a:close/>
                  <a:moveTo>
                    <a:pt x="15" y="0"/>
                  </a:moveTo>
                  <a:lnTo>
                    <a:pt x="0" y="17"/>
                  </a:lnTo>
                  <a:cubicBezTo>
                    <a:pt x="15" y="17"/>
                    <a:pt x="15" y="17"/>
                    <a:pt x="15" y="32"/>
                  </a:cubicBezTo>
                  <a:lnTo>
                    <a:pt x="15"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5" name="Google Shape;1865;p38"/>
            <p:cNvSpPr/>
            <p:nvPr/>
          </p:nvSpPr>
          <p:spPr>
            <a:xfrm>
              <a:off x="3118885" y="1789272"/>
              <a:ext cx="3530" cy="3498"/>
            </a:xfrm>
            <a:custGeom>
              <a:avLst/>
              <a:gdLst/>
              <a:ahLst/>
              <a:cxnLst/>
              <a:rect l="l" t="t" r="r" b="b"/>
              <a:pathLst>
                <a:path w="111" h="110" extrusionOk="0">
                  <a:moveTo>
                    <a:pt x="47" y="0"/>
                  </a:moveTo>
                  <a:lnTo>
                    <a:pt x="47" y="0"/>
                  </a:lnTo>
                  <a:cubicBezTo>
                    <a:pt x="32" y="0"/>
                    <a:pt x="32" y="15"/>
                    <a:pt x="16" y="15"/>
                  </a:cubicBezTo>
                  <a:cubicBezTo>
                    <a:pt x="1" y="32"/>
                    <a:pt x="1" y="47"/>
                    <a:pt x="16" y="63"/>
                  </a:cubicBezTo>
                  <a:lnTo>
                    <a:pt x="32" y="63"/>
                  </a:lnTo>
                  <a:lnTo>
                    <a:pt x="47" y="110"/>
                  </a:lnTo>
                  <a:lnTo>
                    <a:pt x="79" y="110"/>
                  </a:lnTo>
                  <a:lnTo>
                    <a:pt x="95" y="110"/>
                  </a:lnTo>
                  <a:cubicBezTo>
                    <a:pt x="110" y="110"/>
                    <a:pt x="110" y="95"/>
                    <a:pt x="110" y="95"/>
                  </a:cubicBezTo>
                  <a:lnTo>
                    <a:pt x="110" y="78"/>
                  </a:lnTo>
                  <a:lnTo>
                    <a:pt x="110" y="78"/>
                  </a:lnTo>
                  <a:lnTo>
                    <a:pt x="110" y="63"/>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6" name="Google Shape;1866;p38"/>
            <p:cNvSpPr/>
            <p:nvPr/>
          </p:nvSpPr>
          <p:spPr>
            <a:xfrm>
              <a:off x="3349875" y="1812329"/>
              <a:ext cx="5565" cy="6520"/>
            </a:xfrm>
            <a:custGeom>
              <a:avLst/>
              <a:gdLst/>
              <a:ahLst/>
              <a:cxnLst/>
              <a:rect l="l" t="t" r="r" b="b"/>
              <a:pathLst>
                <a:path w="175" h="205" extrusionOk="0">
                  <a:moveTo>
                    <a:pt x="48" y="0"/>
                  </a:moveTo>
                  <a:lnTo>
                    <a:pt x="48" y="15"/>
                  </a:lnTo>
                  <a:lnTo>
                    <a:pt x="0" y="141"/>
                  </a:lnTo>
                  <a:lnTo>
                    <a:pt x="0" y="158"/>
                  </a:lnTo>
                  <a:lnTo>
                    <a:pt x="0" y="173"/>
                  </a:lnTo>
                  <a:lnTo>
                    <a:pt x="0" y="189"/>
                  </a:lnTo>
                  <a:lnTo>
                    <a:pt x="0" y="189"/>
                  </a:lnTo>
                  <a:cubicBezTo>
                    <a:pt x="17" y="189"/>
                    <a:pt x="32" y="204"/>
                    <a:pt x="32" y="204"/>
                  </a:cubicBezTo>
                  <a:lnTo>
                    <a:pt x="32" y="204"/>
                  </a:lnTo>
                  <a:lnTo>
                    <a:pt x="48" y="204"/>
                  </a:lnTo>
                  <a:lnTo>
                    <a:pt x="48" y="204"/>
                  </a:lnTo>
                  <a:lnTo>
                    <a:pt x="143" y="204"/>
                  </a:lnTo>
                  <a:lnTo>
                    <a:pt x="143" y="204"/>
                  </a:lnTo>
                  <a:cubicBezTo>
                    <a:pt x="158" y="204"/>
                    <a:pt x="174" y="189"/>
                    <a:pt x="174" y="158"/>
                  </a:cubicBezTo>
                  <a:cubicBezTo>
                    <a:pt x="174" y="158"/>
                    <a:pt x="158" y="141"/>
                    <a:pt x="143" y="141"/>
                  </a:cubicBezTo>
                  <a:lnTo>
                    <a:pt x="143" y="126"/>
                  </a:lnTo>
                  <a:lnTo>
                    <a:pt x="143" y="126"/>
                  </a:lnTo>
                  <a:lnTo>
                    <a:pt x="80" y="126"/>
                  </a:lnTo>
                  <a:lnTo>
                    <a:pt x="95" y="95"/>
                  </a:lnTo>
                  <a:lnTo>
                    <a:pt x="111" y="63"/>
                  </a:lnTo>
                  <a:lnTo>
                    <a:pt x="111" y="47"/>
                  </a:lnTo>
                  <a:lnTo>
                    <a:pt x="95" y="47"/>
                  </a:lnTo>
                  <a:lnTo>
                    <a:pt x="80" y="47"/>
                  </a:lnTo>
                  <a:cubicBezTo>
                    <a:pt x="80" y="47"/>
                    <a:pt x="63" y="47"/>
                    <a:pt x="63" y="32"/>
                  </a:cubicBezTo>
                  <a:cubicBezTo>
                    <a:pt x="48" y="32"/>
                    <a:pt x="48" y="15"/>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7" name="Google Shape;1867;p38"/>
            <p:cNvSpPr/>
            <p:nvPr/>
          </p:nvSpPr>
          <p:spPr>
            <a:xfrm>
              <a:off x="3081293" y="1794742"/>
              <a:ext cx="5025" cy="4039"/>
            </a:xfrm>
            <a:custGeom>
              <a:avLst/>
              <a:gdLst/>
              <a:ahLst/>
              <a:cxnLst/>
              <a:rect l="l" t="t" r="r" b="b"/>
              <a:pathLst>
                <a:path w="158" h="127" extrusionOk="0">
                  <a:moveTo>
                    <a:pt x="80" y="1"/>
                  </a:moveTo>
                  <a:lnTo>
                    <a:pt x="80" y="1"/>
                  </a:lnTo>
                  <a:cubicBezTo>
                    <a:pt x="80" y="1"/>
                    <a:pt x="63" y="1"/>
                    <a:pt x="63" y="17"/>
                  </a:cubicBezTo>
                  <a:lnTo>
                    <a:pt x="17" y="32"/>
                  </a:lnTo>
                  <a:cubicBezTo>
                    <a:pt x="0" y="49"/>
                    <a:pt x="0" y="64"/>
                    <a:pt x="17" y="80"/>
                  </a:cubicBezTo>
                  <a:cubicBezTo>
                    <a:pt x="17" y="95"/>
                    <a:pt x="32" y="95"/>
                    <a:pt x="48" y="95"/>
                  </a:cubicBezTo>
                  <a:lnTo>
                    <a:pt x="63" y="95"/>
                  </a:lnTo>
                  <a:lnTo>
                    <a:pt x="80" y="80"/>
                  </a:lnTo>
                  <a:lnTo>
                    <a:pt x="95" y="112"/>
                  </a:lnTo>
                  <a:cubicBezTo>
                    <a:pt x="95" y="127"/>
                    <a:pt x="111" y="127"/>
                    <a:pt x="126" y="127"/>
                  </a:cubicBezTo>
                  <a:lnTo>
                    <a:pt x="126" y="127"/>
                  </a:lnTo>
                  <a:lnTo>
                    <a:pt x="143" y="127"/>
                  </a:lnTo>
                  <a:cubicBezTo>
                    <a:pt x="158" y="112"/>
                    <a:pt x="158" y="95"/>
                    <a:pt x="158" y="80"/>
                  </a:cubicBezTo>
                  <a:lnTo>
                    <a:pt x="143" y="49"/>
                  </a:lnTo>
                  <a:cubicBezTo>
                    <a:pt x="126" y="49"/>
                    <a:pt x="126" y="49"/>
                    <a:pt x="111" y="32"/>
                  </a:cubicBezTo>
                  <a:lnTo>
                    <a:pt x="111"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8" name="Google Shape;1868;p38"/>
            <p:cNvSpPr/>
            <p:nvPr/>
          </p:nvSpPr>
          <p:spPr>
            <a:xfrm>
              <a:off x="3021152" y="1802279"/>
              <a:ext cx="4039" cy="3053"/>
            </a:xfrm>
            <a:custGeom>
              <a:avLst/>
              <a:gdLst/>
              <a:ahLst/>
              <a:cxnLst/>
              <a:rect l="l" t="t" r="r" b="b"/>
              <a:pathLst>
                <a:path w="127" h="96" extrusionOk="0">
                  <a:moveTo>
                    <a:pt x="32" y="1"/>
                  </a:moveTo>
                  <a:lnTo>
                    <a:pt x="32" y="1"/>
                  </a:lnTo>
                  <a:cubicBezTo>
                    <a:pt x="17" y="1"/>
                    <a:pt x="1" y="16"/>
                    <a:pt x="1" y="32"/>
                  </a:cubicBezTo>
                  <a:lnTo>
                    <a:pt x="1" y="32"/>
                  </a:lnTo>
                  <a:cubicBezTo>
                    <a:pt x="17" y="32"/>
                    <a:pt x="32" y="32"/>
                    <a:pt x="32" y="48"/>
                  </a:cubicBezTo>
                  <a:lnTo>
                    <a:pt x="32" y="79"/>
                  </a:lnTo>
                  <a:lnTo>
                    <a:pt x="80" y="95"/>
                  </a:lnTo>
                  <a:lnTo>
                    <a:pt x="80" y="95"/>
                  </a:lnTo>
                  <a:lnTo>
                    <a:pt x="95" y="95"/>
                  </a:lnTo>
                  <a:cubicBezTo>
                    <a:pt x="112" y="95"/>
                    <a:pt x="112" y="79"/>
                    <a:pt x="127" y="64"/>
                  </a:cubicBezTo>
                  <a:lnTo>
                    <a:pt x="127" y="64"/>
                  </a:lnTo>
                  <a:cubicBezTo>
                    <a:pt x="127" y="48"/>
                    <a:pt x="112" y="32"/>
                    <a:pt x="95" y="32"/>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69" name="Google Shape;1869;p38"/>
            <p:cNvSpPr/>
            <p:nvPr/>
          </p:nvSpPr>
          <p:spPr>
            <a:xfrm>
              <a:off x="3302774" y="1821807"/>
              <a:ext cx="6042" cy="2576"/>
            </a:xfrm>
            <a:custGeom>
              <a:avLst/>
              <a:gdLst/>
              <a:ahLst/>
              <a:cxnLst/>
              <a:rect l="l" t="t" r="r" b="b"/>
              <a:pathLst>
                <a:path w="190" h="81" extrusionOk="0">
                  <a:moveTo>
                    <a:pt x="32" y="1"/>
                  </a:moveTo>
                  <a:lnTo>
                    <a:pt x="32" y="1"/>
                  </a:lnTo>
                  <a:cubicBezTo>
                    <a:pt x="17" y="1"/>
                    <a:pt x="0" y="1"/>
                    <a:pt x="0" y="17"/>
                  </a:cubicBezTo>
                  <a:lnTo>
                    <a:pt x="0" y="32"/>
                  </a:lnTo>
                  <a:cubicBezTo>
                    <a:pt x="0" y="49"/>
                    <a:pt x="17" y="64"/>
                    <a:pt x="32" y="64"/>
                  </a:cubicBezTo>
                  <a:lnTo>
                    <a:pt x="48" y="64"/>
                  </a:lnTo>
                  <a:lnTo>
                    <a:pt x="143" y="80"/>
                  </a:lnTo>
                  <a:lnTo>
                    <a:pt x="143" y="80"/>
                  </a:lnTo>
                  <a:lnTo>
                    <a:pt x="174" y="80"/>
                  </a:lnTo>
                  <a:cubicBezTo>
                    <a:pt x="174" y="80"/>
                    <a:pt x="189" y="64"/>
                    <a:pt x="189" y="49"/>
                  </a:cubicBezTo>
                  <a:cubicBezTo>
                    <a:pt x="189" y="32"/>
                    <a:pt x="174" y="17"/>
                    <a:pt x="158" y="17"/>
                  </a:cubicBezTo>
                  <a:lnTo>
                    <a:pt x="158" y="17"/>
                  </a:lnTo>
                  <a:lnTo>
                    <a:pt x="143" y="17"/>
                  </a:lnTo>
                  <a:lnTo>
                    <a:pt x="126" y="17"/>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0" name="Google Shape;1870;p38"/>
            <p:cNvSpPr/>
            <p:nvPr/>
          </p:nvSpPr>
          <p:spPr>
            <a:xfrm>
              <a:off x="3200556" y="1772225"/>
              <a:ext cx="6551" cy="2512"/>
            </a:xfrm>
            <a:custGeom>
              <a:avLst/>
              <a:gdLst/>
              <a:ahLst/>
              <a:cxnLst/>
              <a:rect l="l" t="t" r="r" b="b"/>
              <a:pathLst>
                <a:path w="206" h="79" extrusionOk="0">
                  <a:moveTo>
                    <a:pt x="206" y="1"/>
                  </a:moveTo>
                  <a:cubicBezTo>
                    <a:pt x="143" y="1"/>
                    <a:pt x="95" y="1"/>
                    <a:pt x="48" y="16"/>
                  </a:cubicBezTo>
                  <a:lnTo>
                    <a:pt x="32" y="16"/>
                  </a:lnTo>
                  <a:cubicBezTo>
                    <a:pt x="17" y="32"/>
                    <a:pt x="0" y="47"/>
                    <a:pt x="17" y="64"/>
                  </a:cubicBezTo>
                  <a:cubicBezTo>
                    <a:pt x="17" y="79"/>
                    <a:pt x="32" y="79"/>
                    <a:pt x="48" y="79"/>
                  </a:cubicBezTo>
                  <a:lnTo>
                    <a:pt x="63" y="79"/>
                  </a:lnTo>
                  <a:lnTo>
                    <a:pt x="174" y="16"/>
                  </a:lnTo>
                  <a:cubicBezTo>
                    <a:pt x="189" y="16"/>
                    <a:pt x="206" y="1"/>
                    <a:pt x="206"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1" name="Google Shape;1871;p38"/>
            <p:cNvSpPr/>
            <p:nvPr/>
          </p:nvSpPr>
          <p:spPr>
            <a:xfrm>
              <a:off x="3411001" y="1761698"/>
              <a:ext cx="8046" cy="3530"/>
            </a:xfrm>
            <a:custGeom>
              <a:avLst/>
              <a:gdLst/>
              <a:ahLst/>
              <a:cxnLst/>
              <a:rect l="l" t="t" r="r" b="b"/>
              <a:pathLst>
                <a:path w="253" h="111" extrusionOk="0">
                  <a:moveTo>
                    <a:pt x="221" y="0"/>
                  </a:moveTo>
                  <a:lnTo>
                    <a:pt x="221" y="16"/>
                  </a:lnTo>
                  <a:lnTo>
                    <a:pt x="221" y="16"/>
                  </a:lnTo>
                  <a:lnTo>
                    <a:pt x="174" y="16"/>
                  </a:lnTo>
                  <a:lnTo>
                    <a:pt x="127" y="32"/>
                  </a:lnTo>
                  <a:lnTo>
                    <a:pt x="127" y="48"/>
                  </a:lnTo>
                  <a:cubicBezTo>
                    <a:pt x="111" y="63"/>
                    <a:pt x="111" y="63"/>
                    <a:pt x="95" y="63"/>
                  </a:cubicBezTo>
                  <a:lnTo>
                    <a:pt x="80" y="63"/>
                  </a:lnTo>
                  <a:cubicBezTo>
                    <a:pt x="64" y="63"/>
                    <a:pt x="64" y="48"/>
                    <a:pt x="64" y="32"/>
                  </a:cubicBezTo>
                  <a:lnTo>
                    <a:pt x="32" y="48"/>
                  </a:lnTo>
                  <a:lnTo>
                    <a:pt x="17" y="48"/>
                  </a:lnTo>
                  <a:lnTo>
                    <a:pt x="1" y="48"/>
                  </a:lnTo>
                  <a:cubicBezTo>
                    <a:pt x="1" y="63"/>
                    <a:pt x="17" y="63"/>
                    <a:pt x="17" y="79"/>
                  </a:cubicBezTo>
                  <a:lnTo>
                    <a:pt x="17" y="95"/>
                  </a:lnTo>
                  <a:lnTo>
                    <a:pt x="17" y="111"/>
                  </a:lnTo>
                  <a:lnTo>
                    <a:pt x="32" y="111"/>
                  </a:lnTo>
                  <a:lnTo>
                    <a:pt x="32" y="111"/>
                  </a:lnTo>
                  <a:lnTo>
                    <a:pt x="48" y="111"/>
                  </a:lnTo>
                  <a:lnTo>
                    <a:pt x="127" y="95"/>
                  </a:lnTo>
                  <a:lnTo>
                    <a:pt x="190" y="79"/>
                  </a:lnTo>
                  <a:lnTo>
                    <a:pt x="221" y="79"/>
                  </a:lnTo>
                  <a:lnTo>
                    <a:pt x="253" y="63"/>
                  </a:lnTo>
                  <a:lnTo>
                    <a:pt x="253" y="32"/>
                  </a:lnTo>
                  <a:lnTo>
                    <a:pt x="253" y="32"/>
                  </a:lnTo>
                  <a:cubicBezTo>
                    <a:pt x="253" y="16"/>
                    <a:pt x="238" y="0"/>
                    <a:pt x="221"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2" name="Google Shape;1872;p38"/>
            <p:cNvSpPr/>
            <p:nvPr/>
          </p:nvSpPr>
          <p:spPr>
            <a:xfrm>
              <a:off x="3131924" y="1824351"/>
              <a:ext cx="4516" cy="4516"/>
            </a:xfrm>
            <a:custGeom>
              <a:avLst/>
              <a:gdLst/>
              <a:ahLst/>
              <a:cxnLst/>
              <a:rect l="l" t="t" r="r" b="b"/>
              <a:pathLst>
                <a:path w="142" h="142" extrusionOk="0">
                  <a:moveTo>
                    <a:pt x="15" y="63"/>
                  </a:moveTo>
                  <a:lnTo>
                    <a:pt x="15" y="63"/>
                  </a:lnTo>
                  <a:lnTo>
                    <a:pt x="15" y="63"/>
                  </a:lnTo>
                  <a:close/>
                  <a:moveTo>
                    <a:pt x="47" y="0"/>
                  </a:moveTo>
                  <a:lnTo>
                    <a:pt x="47" y="0"/>
                  </a:lnTo>
                  <a:cubicBezTo>
                    <a:pt x="32" y="0"/>
                    <a:pt x="32" y="15"/>
                    <a:pt x="15" y="15"/>
                  </a:cubicBezTo>
                  <a:cubicBezTo>
                    <a:pt x="0" y="32"/>
                    <a:pt x="0" y="47"/>
                    <a:pt x="15" y="63"/>
                  </a:cubicBezTo>
                  <a:lnTo>
                    <a:pt x="15" y="63"/>
                  </a:lnTo>
                  <a:cubicBezTo>
                    <a:pt x="15" y="78"/>
                    <a:pt x="32" y="110"/>
                    <a:pt x="47" y="126"/>
                  </a:cubicBezTo>
                  <a:lnTo>
                    <a:pt x="78" y="126"/>
                  </a:lnTo>
                  <a:lnTo>
                    <a:pt x="78" y="126"/>
                  </a:lnTo>
                  <a:lnTo>
                    <a:pt x="78" y="126"/>
                  </a:lnTo>
                  <a:cubicBezTo>
                    <a:pt x="95" y="141"/>
                    <a:pt x="110" y="141"/>
                    <a:pt x="110" y="141"/>
                  </a:cubicBezTo>
                  <a:lnTo>
                    <a:pt x="126" y="141"/>
                  </a:lnTo>
                  <a:lnTo>
                    <a:pt x="126" y="141"/>
                  </a:lnTo>
                  <a:cubicBezTo>
                    <a:pt x="141" y="126"/>
                    <a:pt x="141" y="126"/>
                    <a:pt x="141" y="110"/>
                  </a:cubicBezTo>
                  <a:lnTo>
                    <a:pt x="141" y="95"/>
                  </a:lnTo>
                  <a:lnTo>
                    <a:pt x="141" y="78"/>
                  </a:lnTo>
                  <a:cubicBezTo>
                    <a:pt x="126" y="63"/>
                    <a:pt x="110" y="47"/>
                    <a:pt x="95" y="47"/>
                  </a:cubicBezTo>
                  <a:lnTo>
                    <a:pt x="78" y="47"/>
                  </a:lnTo>
                  <a:cubicBezTo>
                    <a:pt x="78" y="32"/>
                    <a:pt x="78" y="32"/>
                    <a:pt x="63" y="15"/>
                  </a:cubicBez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3" name="Google Shape;1873;p38"/>
            <p:cNvSpPr/>
            <p:nvPr/>
          </p:nvSpPr>
          <p:spPr>
            <a:xfrm>
              <a:off x="3132401" y="1826355"/>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4" name="Google Shape;1874;p38"/>
            <p:cNvSpPr/>
            <p:nvPr/>
          </p:nvSpPr>
          <p:spPr>
            <a:xfrm>
              <a:off x="3196072" y="1783261"/>
              <a:ext cx="5502" cy="3498"/>
            </a:xfrm>
            <a:custGeom>
              <a:avLst/>
              <a:gdLst/>
              <a:ahLst/>
              <a:cxnLst/>
              <a:rect l="l" t="t" r="r" b="b"/>
              <a:pathLst>
                <a:path w="173" h="110" extrusionOk="0">
                  <a:moveTo>
                    <a:pt x="126" y="0"/>
                  </a:moveTo>
                  <a:lnTo>
                    <a:pt x="126" y="0"/>
                  </a:lnTo>
                  <a:lnTo>
                    <a:pt x="110" y="0"/>
                  </a:lnTo>
                  <a:lnTo>
                    <a:pt x="15" y="47"/>
                  </a:lnTo>
                  <a:cubicBezTo>
                    <a:pt x="15" y="47"/>
                    <a:pt x="0" y="47"/>
                    <a:pt x="0" y="63"/>
                  </a:cubicBezTo>
                  <a:lnTo>
                    <a:pt x="0" y="78"/>
                  </a:lnTo>
                  <a:cubicBezTo>
                    <a:pt x="0" y="95"/>
                    <a:pt x="15" y="110"/>
                    <a:pt x="32" y="110"/>
                  </a:cubicBezTo>
                  <a:lnTo>
                    <a:pt x="47" y="110"/>
                  </a:lnTo>
                  <a:lnTo>
                    <a:pt x="63" y="95"/>
                  </a:lnTo>
                  <a:lnTo>
                    <a:pt x="141" y="63"/>
                  </a:lnTo>
                  <a:cubicBezTo>
                    <a:pt x="158" y="63"/>
                    <a:pt x="173" y="32"/>
                    <a:pt x="158" y="15"/>
                  </a:cubicBezTo>
                  <a:cubicBezTo>
                    <a:pt x="158" y="0"/>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5" name="Google Shape;1875;p38"/>
            <p:cNvSpPr/>
            <p:nvPr/>
          </p:nvSpPr>
          <p:spPr>
            <a:xfrm>
              <a:off x="3017145" y="1801294"/>
              <a:ext cx="2576" cy="4039"/>
            </a:xfrm>
            <a:custGeom>
              <a:avLst/>
              <a:gdLst/>
              <a:ahLst/>
              <a:cxnLst/>
              <a:rect l="l" t="t" r="r" b="b"/>
              <a:pathLst>
                <a:path w="81" h="127" extrusionOk="0">
                  <a:moveTo>
                    <a:pt x="49" y="0"/>
                  </a:moveTo>
                  <a:lnTo>
                    <a:pt x="49" y="0"/>
                  </a:lnTo>
                  <a:lnTo>
                    <a:pt x="32" y="0"/>
                  </a:lnTo>
                  <a:cubicBezTo>
                    <a:pt x="17" y="16"/>
                    <a:pt x="1" y="32"/>
                    <a:pt x="17" y="47"/>
                  </a:cubicBezTo>
                  <a:lnTo>
                    <a:pt x="32" y="95"/>
                  </a:lnTo>
                  <a:cubicBezTo>
                    <a:pt x="32" y="110"/>
                    <a:pt x="49" y="110"/>
                    <a:pt x="49" y="110"/>
                  </a:cubicBezTo>
                  <a:cubicBezTo>
                    <a:pt x="49" y="126"/>
                    <a:pt x="49" y="126"/>
                    <a:pt x="64" y="126"/>
                  </a:cubicBezTo>
                  <a:lnTo>
                    <a:pt x="49" y="110"/>
                  </a:lnTo>
                  <a:lnTo>
                    <a:pt x="32" y="63"/>
                  </a:lnTo>
                  <a:cubicBezTo>
                    <a:pt x="32" y="47"/>
                    <a:pt x="49" y="32"/>
                    <a:pt x="64" y="32"/>
                  </a:cubicBezTo>
                  <a:lnTo>
                    <a:pt x="64" y="16"/>
                  </a:lnTo>
                  <a:lnTo>
                    <a:pt x="80" y="16"/>
                  </a:lnTo>
                  <a:lnTo>
                    <a:pt x="80" y="32"/>
                  </a:lnTo>
                  <a:cubicBezTo>
                    <a:pt x="80" y="16"/>
                    <a:pt x="80" y="16"/>
                    <a:pt x="64" y="16"/>
                  </a:cubicBezTo>
                  <a:cubicBezTo>
                    <a:pt x="64" y="16"/>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6" name="Google Shape;1876;p38"/>
            <p:cNvSpPr/>
            <p:nvPr/>
          </p:nvSpPr>
          <p:spPr>
            <a:xfrm>
              <a:off x="3317308" y="1817800"/>
              <a:ext cx="7537" cy="4039"/>
            </a:xfrm>
            <a:custGeom>
              <a:avLst/>
              <a:gdLst/>
              <a:ahLst/>
              <a:cxnLst/>
              <a:rect l="l" t="t" r="r" b="b"/>
              <a:pathLst>
                <a:path w="237" h="127" extrusionOk="0">
                  <a:moveTo>
                    <a:pt x="111" y="1"/>
                  </a:moveTo>
                  <a:cubicBezTo>
                    <a:pt x="127" y="17"/>
                    <a:pt x="127" y="17"/>
                    <a:pt x="127" y="32"/>
                  </a:cubicBezTo>
                  <a:cubicBezTo>
                    <a:pt x="127" y="49"/>
                    <a:pt x="111" y="64"/>
                    <a:pt x="95" y="64"/>
                  </a:cubicBezTo>
                  <a:lnTo>
                    <a:pt x="79" y="64"/>
                  </a:lnTo>
                  <a:lnTo>
                    <a:pt x="64" y="64"/>
                  </a:lnTo>
                  <a:lnTo>
                    <a:pt x="48" y="64"/>
                  </a:lnTo>
                  <a:lnTo>
                    <a:pt x="32" y="64"/>
                  </a:lnTo>
                  <a:lnTo>
                    <a:pt x="16" y="64"/>
                  </a:lnTo>
                  <a:lnTo>
                    <a:pt x="32" y="64"/>
                  </a:lnTo>
                  <a:lnTo>
                    <a:pt x="32" y="80"/>
                  </a:lnTo>
                  <a:lnTo>
                    <a:pt x="79" y="95"/>
                  </a:lnTo>
                  <a:lnTo>
                    <a:pt x="79" y="95"/>
                  </a:lnTo>
                  <a:cubicBezTo>
                    <a:pt x="95" y="95"/>
                    <a:pt x="111" y="80"/>
                    <a:pt x="111" y="80"/>
                  </a:cubicBezTo>
                  <a:lnTo>
                    <a:pt x="111" y="80"/>
                  </a:lnTo>
                  <a:cubicBezTo>
                    <a:pt x="111" y="80"/>
                    <a:pt x="127" y="80"/>
                    <a:pt x="127" y="95"/>
                  </a:cubicBezTo>
                  <a:cubicBezTo>
                    <a:pt x="142" y="95"/>
                    <a:pt x="158" y="112"/>
                    <a:pt x="190" y="112"/>
                  </a:cubicBezTo>
                  <a:lnTo>
                    <a:pt x="190" y="127"/>
                  </a:lnTo>
                  <a:cubicBezTo>
                    <a:pt x="205" y="127"/>
                    <a:pt x="221" y="112"/>
                    <a:pt x="221" y="95"/>
                  </a:cubicBezTo>
                  <a:cubicBezTo>
                    <a:pt x="237" y="80"/>
                    <a:pt x="221" y="49"/>
                    <a:pt x="205" y="49"/>
                  </a:cubicBezTo>
                  <a:lnTo>
                    <a:pt x="190" y="49"/>
                  </a:lnTo>
                  <a:cubicBezTo>
                    <a:pt x="174" y="49"/>
                    <a:pt x="174" y="32"/>
                    <a:pt x="174" y="32"/>
                  </a:cubicBezTo>
                  <a:cubicBezTo>
                    <a:pt x="174" y="32"/>
                    <a:pt x="158" y="17"/>
                    <a:pt x="142" y="17"/>
                  </a:cubicBezTo>
                  <a:cubicBezTo>
                    <a:pt x="127" y="17"/>
                    <a:pt x="127" y="1"/>
                    <a:pt x="111" y="1"/>
                  </a:cubicBezTo>
                  <a:close/>
                  <a:moveTo>
                    <a:pt x="1" y="1"/>
                  </a:moveTo>
                  <a:lnTo>
                    <a:pt x="1" y="1"/>
                  </a:lnTo>
                  <a:lnTo>
                    <a:pt x="1"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7" name="Google Shape;1877;p38"/>
            <p:cNvSpPr/>
            <p:nvPr/>
          </p:nvSpPr>
          <p:spPr>
            <a:xfrm>
              <a:off x="3424041" y="1754669"/>
              <a:ext cx="6042" cy="7060"/>
            </a:xfrm>
            <a:custGeom>
              <a:avLst/>
              <a:gdLst/>
              <a:ahLst/>
              <a:cxnLst/>
              <a:rect l="l" t="t" r="r" b="b"/>
              <a:pathLst>
                <a:path w="190" h="222" extrusionOk="0">
                  <a:moveTo>
                    <a:pt x="32" y="1"/>
                  </a:moveTo>
                  <a:cubicBezTo>
                    <a:pt x="32" y="17"/>
                    <a:pt x="17" y="17"/>
                    <a:pt x="17" y="32"/>
                  </a:cubicBezTo>
                  <a:lnTo>
                    <a:pt x="17" y="48"/>
                  </a:lnTo>
                  <a:lnTo>
                    <a:pt x="17" y="64"/>
                  </a:lnTo>
                  <a:cubicBezTo>
                    <a:pt x="0" y="80"/>
                    <a:pt x="17" y="95"/>
                    <a:pt x="17" y="111"/>
                  </a:cubicBezTo>
                  <a:lnTo>
                    <a:pt x="17" y="127"/>
                  </a:lnTo>
                  <a:cubicBezTo>
                    <a:pt x="17" y="143"/>
                    <a:pt x="32" y="143"/>
                    <a:pt x="32" y="143"/>
                  </a:cubicBezTo>
                  <a:lnTo>
                    <a:pt x="48" y="143"/>
                  </a:lnTo>
                  <a:lnTo>
                    <a:pt x="111" y="111"/>
                  </a:lnTo>
                  <a:lnTo>
                    <a:pt x="80" y="190"/>
                  </a:lnTo>
                  <a:cubicBezTo>
                    <a:pt x="80" y="206"/>
                    <a:pt x="95" y="221"/>
                    <a:pt x="111" y="221"/>
                  </a:cubicBezTo>
                  <a:lnTo>
                    <a:pt x="126" y="221"/>
                  </a:lnTo>
                  <a:cubicBezTo>
                    <a:pt x="143" y="221"/>
                    <a:pt x="143" y="221"/>
                    <a:pt x="158" y="206"/>
                  </a:cubicBezTo>
                  <a:lnTo>
                    <a:pt x="158" y="174"/>
                  </a:lnTo>
                  <a:lnTo>
                    <a:pt x="189" y="80"/>
                  </a:lnTo>
                  <a:lnTo>
                    <a:pt x="189" y="64"/>
                  </a:lnTo>
                  <a:cubicBezTo>
                    <a:pt x="189" y="64"/>
                    <a:pt x="189" y="48"/>
                    <a:pt x="174" y="32"/>
                  </a:cubicBezTo>
                  <a:lnTo>
                    <a:pt x="158" y="32"/>
                  </a:lnTo>
                  <a:lnTo>
                    <a:pt x="158" y="32"/>
                  </a:lnTo>
                  <a:lnTo>
                    <a:pt x="143" y="32"/>
                  </a:lnTo>
                  <a:lnTo>
                    <a:pt x="80" y="48"/>
                  </a:lnTo>
                  <a:lnTo>
                    <a:pt x="80" y="48"/>
                  </a:lnTo>
                  <a:cubicBezTo>
                    <a:pt x="80" y="32"/>
                    <a:pt x="80" y="17"/>
                    <a:pt x="63"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8" name="Google Shape;1878;p38"/>
            <p:cNvSpPr/>
            <p:nvPr/>
          </p:nvSpPr>
          <p:spPr>
            <a:xfrm>
              <a:off x="3142928" y="1823333"/>
              <a:ext cx="3530" cy="5534"/>
            </a:xfrm>
            <a:custGeom>
              <a:avLst/>
              <a:gdLst/>
              <a:ahLst/>
              <a:cxnLst/>
              <a:rect l="l" t="t" r="r" b="b"/>
              <a:pathLst>
                <a:path w="111" h="174" extrusionOk="0">
                  <a:moveTo>
                    <a:pt x="48" y="1"/>
                  </a:moveTo>
                  <a:lnTo>
                    <a:pt x="32" y="1"/>
                  </a:lnTo>
                  <a:lnTo>
                    <a:pt x="32" y="16"/>
                  </a:lnTo>
                  <a:cubicBezTo>
                    <a:pt x="16" y="16"/>
                    <a:pt x="1" y="32"/>
                    <a:pt x="16" y="47"/>
                  </a:cubicBezTo>
                  <a:lnTo>
                    <a:pt x="16" y="79"/>
                  </a:lnTo>
                  <a:lnTo>
                    <a:pt x="16" y="110"/>
                  </a:lnTo>
                  <a:lnTo>
                    <a:pt x="16" y="110"/>
                  </a:lnTo>
                  <a:lnTo>
                    <a:pt x="1" y="110"/>
                  </a:lnTo>
                  <a:cubicBezTo>
                    <a:pt x="1" y="127"/>
                    <a:pt x="1" y="158"/>
                    <a:pt x="16" y="158"/>
                  </a:cubicBezTo>
                  <a:cubicBezTo>
                    <a:pt x="16" y="173"/>
                    <a:pt x="32" y="173"/>
                    <a:pt x="32" y="173"/>
                  </a:cubicBezTo>
                  <a:cubicBezTo>
                    <a:pt x="48" y="173"/>
                    <a:pt x="48" y="173"/>
                    <a:pt x="64" y="158"/>
                  </a:cubicBezTo>
                  <a:lnTo>
                    <a:pt x="64" y="158"/>
                  </a:lnTo>
                  <a:cubicBezTo>
                    <a:pt x="79" y="142"/>
                    <a:pt x="79" y="127"/>
                    <a:pt x="95" y="110"/>
                  </a:cubicBezTo>
                  <a:cubicBezTo>
                    <a:pt x="95" y="110"/>
                    <a:pt x="95" y="95"/>
                    <a:pt x="79" y="95"/>
                  </a:cubicBezTo>
                  <a:lnTo>
                    <a:pt x="95" y="95"/>
                  </a:lnTo>
                  <a:lnTo>
                    <a:pt x="95" y="95"/>
                  </a:lnTo>
                  <a:cubicBezTo>
                    <a:pt x="111" y="64"/>
                    <a:pt x="95" y="47"/>
                    <a:pt x="95" y="32"/>
                  </a:cubicBezTo>
                  <a:cubicBezTo>
                    <a:pt x="95" y="32"/>
                    <a:pt x="79" y="32"/>
                    <a:pt x="79" y="16"/>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79" name="Google Shape;1879;p38"/>
            <p:cNvSpPr/>
            <p:nvPr/>
          </p:nvSpPr>
          <p:spPr>
            <a:xfrm>
              <a:off x="3326817" y="1815319"/>
              <a:ext cx="4580" cy="4516"/>
            </a:xfrm>
            <a:custGeom>
              <a:avLst/>
              <a:gdLst/>
              <a:ahLst/>
              <a:cxnLst/>
              <a:rect l="l" t="t" r="r" b="b"/>
              <a:pathLst>
                <a:path w="144" h="142" extrusionOk="0">
                  <a:moveTo>
                    <a:pt x="112" y="1"/>
                  </a:moveTo>
                  <a:lnTo>
                    <a:pt x="112" y="1"/>
                  </a:lnTo>
                  <a:lnTo>
                    <a:pt x="95" y="1"/>
                  </a:lnTo>
                  <a:cubicBezTo>
                    <a:pt x="95" y="1"/>
                    <a:pt x="95" y="16"/>
                    <a:pt x="80" y="16"/>
                  </a:cubicBezTo>
                  <a:lnTo>
                    <a:pt x="80" y="16"/>
                  </a:lnTo>
                  <a:lnTo>
                    <a:pt x="80" y="16"/>
                  </a:lnTo>
                  <a:cubicBezTo>
                    <a:pt x="64" y="32"/>
                    <a:pt x="64" y="32"/>
                    <a:pt x="48" y="32"/>
                  </a:cubicBezTo>
                  <a:lnTo>
                    <a:pt x="48" y="47"/>
                  </a:lnTo>
                  <a:lnTo>
                    <a:pt x="48" y="47"/>
                  </a:lnTo>
                  <a:cubicBezTo>
                    <a:pt x="32" y="47"/>
                    <a:pt x="32" y="64"/>
                    <a:pt x="17" y="64"/>
                  </a:cubicBezTo>
                  <a:lnTo>
                    <a:pt x="17" y="79"/>
                  </a:lnTo>
                  <a:cubicBezTo>
                    <a:pt x="1" y="95"/>
                    <a:pt x="1" y="110"/>
                    <a:pt x="17" y="127"/>
                  </a:cubicBezTo>
                  <a:cubicBezTo>
                    <a:pt x="32" y="127"/>
                    <a:pt x="32" y="142"/>
                    <a:pt x="48" y="142"/>
                  </a:cubicBezTo>
                  <a:lnTo>
                    <a:pt x="64" y="127"/>
                  </a:lnTo>
                  <a:cubicBezTo>
                    <a:pt x="80" y="127"/>
                    <a:pt x="80" y="110"/>
                    <a:pt x="80" y="110"/>
                  </a:cubicBezTo>
                  <a:lnTo>
                    <a:pt x="95" y="95"/>
                  </a:lnTo>
                  <a:lnTo>
                    <a:pt x="95" y="95"/>
                  </a:lnTo>
                  <a:lnTo>
                    <a:pt x="112" y="79"/>
                  </a:lnTo>
                  <a:cubicBezTo>
                    <a:pt x="127" y="79"/>
                    <a:pt x="127" y="64"/>
                    <a:pt x="127" y="64"/>
                  </a:cubicBezTo>
                  <a:cubicBezTo>
                    <a:pt x="127" y="64"/>
                    <a:pt x="143" y="64"/>
                    <a:pt x="143" y="47"/>
                  </a:cubicBezTo>
                  <a:cubicBezTo>
                    <a:pt x="143" y="32"/>
                    <a:pt x="143" y="32"/>
                    <a:pt x="127"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0" name="Google Shape;1880;p38"/>
            <p:cNvSpPr/>
            <p:nvPr/>
          </p:nvSpPr>
          <p:spPr>
            <a:xfrm>
              <a:off x="3021152" y="1794265"/>
              <a:ext cx="4580" cy="3530"/>
            </a:xfrm>
            <a:custGeom>
              <a:avLst/>
              <a:gdLst/>
              <a:ahLst/>
              <a:cxnLst/>
              <a:rect l="l" t="t" r="r" b="b"/>
              <a:pathLst>
                <a:path w="144" h="111" extrusionOk="0">
                  <a:moveTo>
                    <a:pt x="80" y="1"/>
                  </a:moveTo>
                  <a:lnTo>
                    <a:pt x="80" y="1"/>
                  </a:lnTo>
                  <a:lnTo>
                    <a:pt x="64" y="1"/>
                  </a:lnTo>
                  <a:lnTo>
                    <a:pt x="32" y="16"/>
                  </a:lnTo>
                  <a:lnTo>
                    <a:pt x="17" y="32"/>
                  </a:lnTo>
                  <a:cubicBezTo>
                    <a:pt x="1" y="47"/>
                    <a:pt x="1" y="64"/>
                    <a:pt x="1" y="64"/>
                  </a:cubicBezTo>
                  <a:cubicBezTo>
                    <a:pt x="1" y="79"/>
                    <a:pt x="17" y="95"/>
                    <a:pt x="32" y="95"/>
                  </a:cubicBezTo>
                  <a:lnTo>
                    <a:pt x="32" y="95"/>
                  </a:lnTo>
                  <a:lnTo>
                    <a:pt x="95" y="110"/>
                  </a:lnTo>
                  <a:lnTo>
                    <a:pt x="95" y="110"/>
                  </a:lnTo>
                  <a:cubicBezTo>
                    <a:pt x="112" y="110"/>
                    <a:pt x="127" y="95"/>
                    <a:pt x="127" y="79"/>
                  </a:cubicBezTo>
                  <a:cubicBezTo>
                    <a:pt x="143" y="64"/>
                    <a:pt x="127" y="47"/>
                    <a:pt x="112" y="47"/>
                  </a:cubicBezTo>
                  <a:lnTo>
                    <a:pt x="112"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1" name="Google Shape;1881;p38"/>
            <p:cNvSpPr/>
            <p:nvPr/>
          </p:nvSpPr>
          <p:spPr>
            <a:xfrm>
              <a:off x="3268203" y="1771239"/>
              <a:ext cx="6520" cy="3021"/>
            </a:xfrm>
            <a:custGeom>
              <a:avLst/>
              <a:gdLst/>
              <a:ahLst/>
              <a:cxnLst/>
              <a:rect l="l" t="t" r="r" b="b"/>
              <a:pathLst>
                <a:path w="205" h="95" extrusionOk="0">
                  <a:moveTo>
                    <a:pt x="47" y="0"/>
                  </a:moveTo>
                  <a:lnTo>
                    <a:pt x="47" y="0"/>
                  </a:lnTo>
                  <a:cubicBezTo>
                    <a:pt x="47" y="15"/>
                    <a:pt x="32" y="15"/>
                    <a:pt x="16" y="15"/>
                  </a:cubicBezTo>
                  <a:lnTo>
                    <a:pt x="1" y="15"/>
                  </a:lnTo>
                  <a:cubicBezTo>
                    <a:pt x="1" y="32"/>
                    <a:pt x="1" y="47"/>
                    <a:pt x="16" y="63"/>
                  </a:cubicBezTo>
                  <a:cubicBezTo>
                    <a:pt x="32" y="63"/>
                    <a:pt x="47" y="63"/>
                    <a:pt x="47" y="78"/>
                  </a:cubicBezTo>
                  <a:lnTo>
                    <a:pt x="79" y="78"/>
                  </a:lnTo>
                  <a:lnTo>
                    <a:pt x="95" y="78"/>
                  </a:lnTo>
                  <a:cubicBezTo>
                    <a:pt x="110" y="63"/>
                    <a:pt x="110" y="63"/>
                    <a:pt x="127" y="63"/>
                  </a:cubicBezTo>
                  <a:lnTo>
                    <a:pt x="127" y="63"/>
                  </a:lnTo>
                  <a:cubicBezTo>
                    <a:pt x="142" y="63"/>
                    <a:pt x="142" y="78"/>
                    <a:pt x="142" y="78"/>
                  </a:cubicBezTo>
                  <a:lnTo>
                    <a:pt x="142" y="78"/>
                  </a:lnTo>
                  <a:cubicBezTo>
                    <a:pt x="158" y="95"/>
                    <a:pt x="158" y="95"/>
                    <a:pt x="173" y="95"/>
                  </a:cubicBezTo>
                  <a:lnTo>
                    <a:pt x="190" y="95"/>
                  </a:lnTo>
                  <a:cubicBezTo>
                    <a:pt x="205" y="95"/>
                    <a:pt x="205" y="78"/>
                    <a:pt x="205" y="78"/>
                  </a:cubicBezTo>
                  <a:lnTo>
                    <a:pt x="205" y="47"/>
                  </a:lnTo>
                  <a:cubicBezTo>
                    <a:pt x="205" y="32"/>
                    <a:pt x="190" y="32"/>
                    <a:pt x="190" y="15"/>
                  </a:cubicBezTo>
                  <a:lnTo>
                    <a:pt x="190" y="15"/>
                  </a:lnTo>
                  <a:cubicBezTo>
                    <a:pt x="190" y="47"/>
                    <a:pt x="173" y="63"/>
                    <a:pt x="158" y="63"/>
                  </a:cubicBezTo>
                  <a:lnTo>
                    <a:pt x="142" y="63"/>
                  </a:lnTo>
                  <a:cubicBezTo>
                    <a:pt x="127" y="63"/>
                    <a:pt x="110" y="47"/>
                    <a:pt x="110" y="32"/>
                  </a:cubicBezTo>
                  <a:lnTo>
                    <a:pt x="110" y="0"/>
                  </a:lnTo>
                  <a:lnTo>
                    <a:pt x="95" y="0"/>
                  </a:lnTo>
                  <a:lnTo>
                    <a:pt x="79" y="0"/>
                  </a:lnTo>
                  <a:lnTo>
                    <a:pt x="79"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2" name="Google Shape;1882;p38"/>
            <p:cNvSpPr/>
            <p:nvPr/>
          </p:nvSpPr>
          <p:spPr>
            <a:xfrm>
              <a:off x="3417012" y="1755178"/>
              <a:ext cx="7569" cy="7537"/>
            </a:xfrm>
            <a:custGeom>
              <a:avLst/>
              <a:gdLst/>
              <a:ahLst/>
              <a:cxnLst/>
              <a:rect l="l" t="t" r="r" b="b"/>
              <a:pathLst>
                <a:path w="238" h="237" extrusionOk="0">
                  <a:moveTo>
                    <a:pt x="190" y="1"/>
                  </a:moveTo>
                  <a:lnTo>
                    <a:pt x="158" y="1"/>
                  </a:lnTo>
                  <a:lnTo>
                    <a:pt x="143" y="16"/>
                  </a:lnTo>
                  <a:lnTo>
                    <a:pt x="127" y="16"/>
                  </a:lnTo>
                  <a:lnTo>
                    <a:pt x="80" y="16"/>
                  </a:lnTo>
                  <a:lnTo>
                    <a:pt x="64" y="16"/>
                  </a:lnTo>
                  <a:lnTo>
                    <a:pt x="49" y="16"/>
                  </a:lnTo>
                  <a:lnTo>
                    <a:pt x="32" y="16"/>
                  </a:lnTo>
                  <a:lnTo>
                    <a:pt x="32" y="16"/>
                  </a:lnTo>
                  <a:cubicBezTo>
                    <a:pt x="17" y="16"/>
                    <a:pt x="17" y="16"/>
                    <a:pt x="1" y="32"/>
                  </a:cubicBezTo>
                  <a:lnTo>
                    <a:pt x="1" y="64"/>
                  </a:lnTo>
                  <a:cubicBezTo>
                    <a:pt x="17" y="64"/>
                    <a:pt x="17" y="79"/>
                    <a:pt x="17" y="79"/>
                  </a:cubicBezTo>
                  <a:cubicBezTo>
                    <a:pt x="49" y="79"/>
                    <a:pt x="64" y="95"/>
                    <a:pt x="80" y="95"/>
                  </a:cubicBezTo>
                  <a:lnTo>
                    <a:pt x="80" y="95"/>
                  </a:lnTo>
                  <a:cubicBezTo>
                    <a:pt x="95" y="95"/>
                    <a:pt x="127" y="79"/>
                    <a:pt x="143" y="79"/>
                  </a:cubicBezTo>
                  <a:lnTo>
                    <a:pt x="158" y="79"/>
                  </a:lnTo>
                  <a:lnTo>
                    <a:pt x="158" y="79"/>
                  </a:lnTo>
                  <a:cubicBezTo>
                    <a:pt x="158" y="95"/>
                    <a:pt x="158" y="95"/>
                    <a:pt x="175" y="111"/>
                  </a:cubicBezTo>
                  <a:cubicBezTo>
                    <a:pt x="175" y="142"/>
                    <a:pt x="175" y="158"/>
                    <a:pt x="158" y="174"/>
                  </a:cubicBezTo>
                  <a:lnTo>
                    <a:pt x="158" y="205"/>
                  </a:lnTo>
                  <a:cubicBezTo>
                    <a:pt x="158" y="221"/>
                    <a:pt x="158" y="221"/>
                    <a:pt x="175" y="221"/>
                  </a:cubicBezTo>
                  <a:cubicBezTo>
                    <a:pt x="175" y="237"/>
                    <a:pt x="175" y="237"/>
                    <a:pt x="190" y="237"/>
                  </a:cubicBezTo>
                  <a:lnTo>
                    <a:pt x="190" y="237"/>
                  </a:lnTo>
                  <a:cubicBezTo>
                    <a:pt x="206" y="237"/>
                    <a:pt x="206" y="221"/>
                    <a:pt x="221" y="221"/>
                  </a:cubicBezTo>
                  <a:cubicBezTo>
                    <a:pt x="238" y="190"/>
                    <a:pt x="238" y="142"/>
                    <a:pt x="238" y="111"/>
                  </a:cubicBezTo>
                  <a:lnTo>
                    <a:pt x="238" y="95"/>
                  </a:lnTo>
                  <a:cubicBezTo>
                    <a:pt x="238" y="79"/>
                    <a:pt x="221" y="64"/>
                    <a:pt x="238" y="48"/>
                  </a:cubicBezTo>
                  <a:lnTo>
                    <a:pt x="238" y="32"/>
                  </a:lnTo>
                  <a:cubicBezTo>
                    <a:pt x="238" y="32"/>
                    <a:pt x="238" y="16"/>
                    <a:pt x="221" y="16"/>
                  </a:cubicBezTo>
                  <a:lnTo>
                    <a:pt x="206" y="1"/>
                  </a:lnTo>
                  <a:lnTo>
                    <a:pt x="19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3" name="Google Shape;1883;p38"/>
            <p:cNvSpPr/>
            <p:nvPr/>
          </p:nvSpPr>
          <p:spPr>
            <a:xfrm>
              <a:off x="3271701" y="1769235"/>
              <a:ext cx="2544" cy="4039"/>
            </a:xfrm>
            <a:custGeom>
              <a:avLst/>
              <a:gdLst/>
              <a:ahLst/>
              <a:cxnLst/>
              <a:rect l="l" t="t" r="r" b="b"/>
              <a:pathLst>
                <a:path w="80" h="127" extrusionOk="0">
                  <a:moveTo>
                    <a:pt x="32" y="0"/>
                  </a:moveTo>
                  <a:lnTo>
                    <a:pt x="32" y="0"/>
                  </a:lnTo>
                  <a:cubicBezTo>
                    <a:pt x="17" y="0"/>
                    <a:pt x="0" y="15"/>
                    <a:pt x="0" y="47"/>
                  </a:cubicBezTo>
                  <a:lnTo>
                    <a:pt x="0" y="63"/>
                  </a:lnTo>
                  <a:lnTo>
                    <a:pt x="0" y="95"/>
                  </a:lnTo>
                  <a:cubicBezTo>
                    <a:pt x="0" y="110"/>
                    <a:pt x="17" y="126"/>
                    <a:pt x="32" y="126"/>
                  </a:cubicBezTo>
                  <a:lnTo>
                    <a:pt x="48" y="126"/>
                  </a:lnTo>
                  <a:cubicBezTo>
                    <a:pt x="63" y="126"/>
                    <a:pt x="80" y="110"/>
                    <a:pt x="80" y="78"/>
                  </a:cubicBezTo>
                  <a:lnTo>
                    <a:pt x="80" y="78"/>
                  </a:lnTo>
                  <a:lnTo>
                    <a:pt x="63" y="32"/>
                  </a:lnTo>
                  <a:lnTo>
                    <a:pt x="63" y="15"/>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4" name="Google Shape;1884;p38"/>
            <p:cNvSpPr/>
            <p:nvPr/>
          </p:nvSpPr>
          <p:spPr>
            <a:xfrm>
              <a:off x="3080275" y="1789749"/>
              <a:ext cx="5565" cy="3562"/>
            </a:xfrm>
            <a:custGeom>
              <a:avLst/>
              <a:gdLst/>
              <a:ahLst/>
              <a:cxnLst/>
              <a:rect l="l" t="t" r="r" b="b"/>
              <a:pathLst>
                <a:path w="175" h="112" extrusionOk="0">
                  <a:moveTo>
                    <a:pt x="95" y="48"/>
                  </a:moveTo>
                  <a:lnTo>
                    <a:pt x="95" y="32"/>
                  </a:lnTo>
                  <a:lnTo>
                    <a:pt x="95" y="48"/>
                  </a:lnTo>
                  <a:lnTo>
                    <a:pt x="95" y="48"/>
                  </a:lnTo>
                  <a:close/>
                  <a:moveTo>
                    <a:pt x="17" y="0"/>
                  </a:moveTo>
                  <a:cubicBezTo>
                    <a:pt x="17" y="0"/>
                    <a:pt x="1" y="0"/>
                    <a:pt x="1" y="17"/>
                  </a:cubicBezTo>
                  <a:lnTo>
                    <a:pt x="1" y="32"/>
                  </a:lnTo>
                  <a:cubicBezTo>
                    <a:pt x="17" y="95"/>
                    <a:pt x="64" y="111"/>
                    <a:pt x="95" y="111"/>
                  </a:cubicBezTo>
                  <a:lnTo>
                    <a:pt x="112" y="111"/>
                  </a:lnTo>
                  <a:lnTo>
                    <a:pt x="143" y="111"/>
                  </a:lnTo>
                  <a:lnTo>
                    <a:pt x="143" y="111"/>
                  </a:lnTo>
                  <a:lnTo>
                    <a:pt x="143" y="111"/>
                  </a:lnTo>
                  <a:cubicBezTo>
                    <a:pt x="158" y="111"/>
                    <a:pt x="175" y="95"/>
                    <a:pt x="175" y="95"/>
                  </a:cubicBezTo>
                  <a:lnTo>
                    <a:pt x="175" y="80"/>
                  </a:lnTo>
                  <a:lnTo>
                    <a:pt x="175" y="63"/>
                  </a:lnTo>
                  <a:lnTo>
                    <a:pt x="175" y="48"/>
                  </a:lnTo>
                  <a:cubicBezTo>
                    <a:pt x="158" y="48"/>
                    <a:pt x="158" y="32"/>
                    <a:pt x="158" y="32"/>
                  </a:cubicBezTo>
                  <a:lnTo>
                    <a:pt x="143" y="17"/>
                  </a:lnTo>
                  <a:lnTo>
                    <a:pt x="127" y="17"/>
                  </a:lnTo>
                  <a:lnTo>
                    <a:pt x="95" y="32"/>
                  </a:lnTo>
                  <a:lnTo>
                    <a:pt x="95" y="32"/>
                  </a:lnTo>
                  <a:cubicBezTo>
                    <a:pt x="80" y="32"/>
                    <a:pt x="64" y="17"/>
                    <a:pt x="64"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5" name="Google Shape;1885;p38"/>
            <p:cNvSpPr/>
            <p:nvPr/>
          </p:nvSpPr>
          <p:spPr>
            <a:xfrm>
              <a:off x="3083296" y="1790735"/>
              <a:ext cx="32" cy="572"/>
            </a:xfrm>
            <a:custGeom>
              <a:avLst/>
              <a:gdLst/>
              <a:ahLst/>
              <a:cxnLst/>
              <a:rect l="l" t="t" r="r" b="b"/>
              <a:pathLst>
                <a:path w="1" h="18" extrusionOk="0">
                  <a:moveTo>
                    <a:pt x="0" y="1"/>
                  </a:moveTo>
                  <a:lnTo>
                    <a:pt x="0" y="17"/>
                  </a:lnTo>
                  <a:lnTo>
                    <a:pt x="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6" name="Google Shape;1886;p38"/>
            <p:cNvSpPr/>
            <p:nvPr/>
          </p:nvSpPr>
          <p:spPr>
            <a:xfrm>
              <a:off x="3340843" y="1788731"/>
              <a:ext cx="5057" cy="5057"/>
            </a:xfrm>
            <a:custGeom>
              <a:avLst/>
              <a:gdLst/>
              <a:ahLst/>
              <a:cxnLst/>
              <a:rect l="l" t="t" r="r" b="b"/>
              <a:pathLst>
                <a:path w="159" h="159" extrusionOk="0">
                  <a:moveTo>
                    <a:pt x="32" y="1"/>
                  </a:moveTo>
                  <a:lnTo>
                    <a:pt x="32" y="1"/>
                  </a:lnTo>
                  <a:cubicBezTo>
                    <a:pt x="17" y="1"/>
                    <a:pt x="17" y="17"/>
                    <a:pt x="17" y="17"/>
                  </a:cubicBezTo>
                  <a:lnTo>
                    <a:pt x="17" y="17"/>
                  </a:lnTo>
                  <a:cubicBezTo>
                    <a:pt x="32" y="17"/>
                    <a:pt x="49" y="49"/>
                    <a:pt x="32" y="64"/>
                  </a:cubicBezTo>
                  <a:lnTo>
                    <a:pt x="32" y="80"/>
                  </a:lnTo>
                  <a:lnTo>
                    <a:pt x="49" y="95"/>
                  </a:lnTo>
                  <a:lnTo>
                    <a:pt x="32" y="95"/>
                  </a:lnTo>
                  <a:cubicBezTo>
                    <a:pt x="17" y="95"/>
                    <a:pt x="1" y="127"/>
                    <a:pt x="17" y="143"/>
                  </a:cubicBezTo>
                  <a:cubicBezTo>
                    <a:pt x="17" y="143"/>
                    <a:pt x="17" y="158"/>
                    <a:pt x="32" y="158"/>
                  </a:cubicBezTo>
                  <a:lnTo>
                    <a:pt x="32" y="158"/>
                  </a:lnTo>
                  <a:lnTo>
                    <a:pt x="112" y="127"/>
                  </a:lnTo>
                  <a:cubicBezTo>
                    <a:pt x="112" y="112"/>
                    <a:pt x="127" y="95"/>
                    <a:pt x="143" y="95"/>
                  </a:cubicBezTo>
                  <a:lnTo>
                    <a:pt x="158" y="95"/>
                  </a:lnTo>
                  <a:cubicBezTo>
                    <a:pt x="158" y="80"/>
                    <a:pt x="143" y="80"/>
                    <a:pt x="143" y="64"/>
                  </a:cubicBezTo>
                  <a:lnTo>
                    <a:pt x="95" y="49"/>
                  </a:lnTo>
                  <a:lnTo>
                    <a:pt x="49" y="17"/>
                  </a:lnTo>
                  <a:lnTo>
                    <a:pt x="49"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7" name="Google Shape;1887;p38"/>
            <p:cNvSpPr/>
            <p:nvPr/>
          </p:nvSpPr>
          <p:spPr>
            <a:xfrm>
              <a:off x="3092837" y="1786727"/>
              <a:ext cx="6042" cy="5057"/>
            </a:xfrm>
            <a:custGeom>
              <a:avLst/>
              <a:gdLst/>
              <a:ahLst/>
              <a:cxnLst/>
              <a:rect l="l" t="t" r="r" b="b"/>
              <a:pathLst>
                <a:path w="190" h="159" extrusionOk="0">
                  <a:moveTo>
                    <a:pt x="63" y="1"/>
                  </a:moveTo>
                  <a:lnTo>
                    <a:pt x="63" y="1"/>
                  </a:lnTo>
                  <a:cubicBezTo>
                    <a:pt x="47" y="1"/>
                    <a:pt x="32" y="1"/>
                    <a:pt x="32" y="17"/>
                  </a:cubicBezTo>
                  <a:lnTo>
                    <a:pt x="15" y="80"/>
                  </a:lnTo>
                  <a:cubicBezTo>
                    <a:pt x="0" y="95"/>
                    <a:pt x="0" y="95"/>
                    <a:pt x="15" y="112"/>
                  </a:cubicBezTo>
                  <a:lnTo>
                    <a:pt x="15" y="112"/>
                  </a:lnTo>
                  <a:cubicBezTo>
                    <a:pt x="15" y="112"/>
                    <a:pt x="15" y="127"/>
                    <a:pt x="32" y="127"/>
                  </a:cubicBezTo>
                  <a:lnTo>
                    <a:pt x="110" y="158"/>
                  </a:lnTo>
                  <a:lnTo>
                    <a:pt x="126" y="158"/>
                  </a:lnTo>
                  <a:lnTo>
                    <a:pt x="142" y="158"/>
                  </a:lnTo>
                  <a:lnTo>
                    <a:pt x="142" y="158"/>
                  </a:lnTo>
                  <a:cubicBezTo>
                    <a:pt x="158" y="158"/>
                    <a:pt x="158" y="158"/>
                    <a:pt x="158" y="143"/>
                  </a:cubicBezTo>
                  <a:lnTo>
                    <a:pt x="173" y="143"/>
                  </a:lnTo>
                  <a:lnTo>
                    <a:pt x="189" y="80"/>
                  </a:lnTo>
                  <a:lnTo>
                    <a:pt x="189" y="80"/>
                  </a:lnTo>
                  <a:lnTo>
                    <a:pt x="189" y="80"/>
                  </a:lnTo>
                  <a:cubicBezTo>
                    <a:pt x="189" y="64"/>
                    <a:pt x="189" y="49"/>
                    <a:pt x="173" y="32"/>
                  </a:cubicBezTo>
                  <a:lnTo>
                    <a:pt x="158" y="32"/>
                  </a:lnTo>
                  <a:cubicBezTo>
                    <a:pt x="142" y="32"/>
                    <a:pt x="126" y="49"/>
                    <a:pt x="126" y="64"/>
                  </a:cubicBezTo>
                  <a:lnTo>
                    <a:pt x="110" y="80"/>
                  </a:lnTo>
                  <a:lnTo>
                    <a:pt x="78" y="80"/>
                  </a:lnTo>
                  <a:lnTo>
                    <a:pt x="95" y="49"/>
                  </a:lnTo>
                  <a:lnTo>
                    <a:pt x="95" y="49"/>
                  </a:lnTo>
                  <a:cubicBezTo>
                    <a:pt x="110" y="32"/>
                    <a:pt x="95" y="1"/>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8" name="Google Shape;1888;p38"/>
            <p:cNvSpPr/>
            <p:nvPr/>
          </p:nvSpPr>
          <p:spPr>
            <a:xfrm>
              <a:off x="3273228" y="1811312"/>
              <a:ext cx="4516" cy="5057"/>
            </a:xfrm>
            <a:custGeom>
              <a:avLst/>
              <a:gdLst/>
              <a:ahLst/>
              <a:cxnLst/>
              <a:rect l="l" t="t" r="r" b="b"/>
              <a:pathLst>
                <a:path w="142" h="159" extrusionOk="0">
                  <a:moveTo>
                    <a:pt x="110" y="1"/>
                  </a:moveTo>
                  <a:lnTo>
                    <a:pt x="110" y="1"/>
                  </a:lnTo>
                  <a:cubicBezTo>
                    <a:pt x="79" y="1"/>
                    <a:pt x="79" y="16"/>
                    <a:pt x="79" y="32"/>
                  </a:cubicBezTo>
                  <a:lnTo>
                    <a:pt x="63" y="79"/>
                  </a:lnTo>
                  <a:lnTo>
                    <a:pt x="47" y="64"/>
                  </a:lnTo>
                  <a:lnTo>
                    <a:pt x="47" y="64"/>
                  </a:lnTo>
                  <a:lnTo>
                    <a:pt x="15" y="64"/>
                  </a:lnTo>
                  <a:lnTo>
                    <a:pt x="15" y="79"/>
                  </a:lnTo>
                  <a:lnTo>
                    <a:pt x="15" y="95"/>
                  </a:lnTo>
                  <a:cubicBezTo>
                    <a:pt x="0" y="110"/>
                    <a:pt x="15" y="127"/>
                    <a:pt x="32" y="127"/>
                  </a:cubicBezTo>
                  <a:lnTo>
                    <a:pt x="95" y="158"/>
                  </a:lnTo>
                  <a:lnTo>
                    <a:pt x="110" y="158"/>
                  </a:lnTo>
                  <a:lnTo>
                    <a:pt x="126" y="158"/>
                  </a:lnTo>
                  <a:cubicBezTo>
                    <a:pt x="126" y="142"/>
                    <a:pt x="142" y="127"/>
                    <a:pt x="142" y="127"/>
                  </a:cubicBezTo>
                  <a:lnTo>
                    <a:pt x="142" y="95"/>
                  </a:lnTo>
                  <a:lnTo>
                    <a:pt x="142" y="32"/>
                  </a:lnTo>
                  <a:lnTo>
                    <a:pt x="142" y="16"/>
                  </a:lnTo>
                  <a:cubicBezTo>
                    <a:pt x="126" y="1"/>
                    <a:pt x="126" y="1"/>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89" name="Google Shape;1889;p38"/>
            <p:cNvSpPr/>
            <p:nvPr/>
          </p:nvSpPr>
          <p:spPr>
            <a:xfrm>
              <a:off x="3084823" y="1793279"/>
              <a:ext cx="3021" cy="3021"/>
            </a:xfrm>
            <a:custGeom>
              <a:avLst/>
              <a:gdLst/>
              <a:ahLst/>
              <a:cxnLst/>
              <a:rect l="l" t="t" r="r" b="b"/>
              <a:pathLst>
                <a:path w="95" h="95" extrusionOk="0">
                  <a:moveTo>
                    <a:pt x="78" y="0"/>
                  </a:moveTo>
                  <a:lnTo>
                    <a:pt x="63" y="0"/>
                  </a:lnTo>
                  <a:lnTo>
                    <a:pt x="47" y="0"/>
                  </a:lnTo>
                  <a:lnTo>
                    <a:pt x="47" y="0"/>
                  </a:lnTo>
                  <a:lnTo>
                    <a:pt x="0" y="32"/>
                  </a:lnTo>
                  <a:lnTo>
                    <a:pt x="0" y="63"/>
                  </a:lnTo>
                  <a:lnTo>
                    <a:pt x="0" y="78"/>
                  </a:lnTo>
                  <a:cubicBezTo>
                    <a:pt x="15" y="95"/>
                    <a:pt x="15" y="95"/>
                    <a:pt x="32" y="95"/>
                  </a:cubicBezTo>
                  <a:lnTo>
                    <a:pt x="32" y="95"/>
                  </a:lnTo>
                  <a:lnTo>
                    <a:pt x="47" y="95"/>
                  </a:lnTo>
                  <a:lnTo>
                    <a:pt x="47" y="95"/>
                  </a:lnTo>
                  <a:lnTo>
                    <a:pt x="95" y="63"/>
                  </a:lnTo>
                  <a:cubicBezTo>
                    <a:pt x="78" y="47"/>
                    <a:pt x="95" y="32"/>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0" name="Google Shape;1890;p38"/>
            <p:cNvSpPr/>
            <p:nvPr/>
          </p:nvSpPr>
          <p:spPr>
            <a:xfrm>
              <a:off x="3310311" y="1819326"/>
              <a:ext cx="3498" cy="3053"/>
            </a:xfrm>
            <a:custGeom>
              <a:avLst/>
              <a:gdLst/>
              <a:ahLst/>
              <a:cxnLst/>
              <a:rect l="l" t="t" r="r" b="b"/>
              <a:pathLst>
                <a:path w="110" h="96" extrusionOk="0">
                  <a:moveTo>
                    <a:pt x="47" y="1"/>
                  </a:moveTo>
                  <a:lnTo>
                    <a:pt x="47" y="1"/>
                  </a:lnTo>
                  <a:cubicBezTo>
                    <a:pt x="32" y="1"/>
                    <a:pt x="32" y="1"/>
                    <a:pt x="15" y="16"/>
                  </a:cubicBezTo>
                  <a:lnTo>
                    <a:pt x="15" y="16"/>
                  </a:lnTo>
                  <a:cubicBezTo>
                    <a:pt x="0" y="32"/>
                    <a:pt x="15" y="47"/>
                    <a:pt x="15" y="64"/>
                  </a:cubicBezTo>
                  <a:lnTo>
                    <a:pt x="63" y="95"/>
                  </a:lnTo>
                  <a:lnTo>
                    <a:pt x="78" y="95"/>
                  </a:lnTo>
                  <a:lnTo>
                    <a:pt x="78" y="95"/>
                  </a:lnTo>
                  <a:cubicBezTo>
                    <a:pt x="95" y="95"/>
                    <a:pt x="95" y="95"/>
                    <a:pt x="110" y="79"/>
                  </a:cubicBezTo>
                  <a:cubicBezTo>
                    <a:pt x="110" y="64"/>
                    <a:pt x="110" y="47"/>
                    <a:pt x="95" y="32"/>
                  </a:cubicBezTo>
                  <a:lnTo>
                    <a:pt x="63" y="16"/>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1" name="Google Shape;1891;p38"/>
            <p:cNvSpPr/>
            <p:nvPr/>
          </p:nvSpPr>
          <p:spPr>
            <a:xfrm>
              <a:off x="3423023" y="1752666"/>
              <a:ext cx="9064" cy="2544"/>
            </a:xfrm>
            <a:custGeom>
              <a:avLst/>
              <a:gdLst/>
              <a:ahLst/>
              <a:cxnLst/>
              <a:rect l="l" t="t" r="r" b="b"/>
              <a:pathLst>
                <a:path w="285" h="80" extrusionOk="0">
                  <a:moveTo>
                    <a:pt x="49" y="0"/>
                  </a:moveTo>
                  <a:lnTo>
                    <a:pt x="32" y="0"/>
                  </a:lnTo>
                  <a:cubicBezTo>
                    <a:pt x="17" y="0"/>
                    <a:pt x="17" y="17"/>
                    <a:pt x="17" y="32"/>
                  </a:cubicBezTo>
                  <a:cubicBezTo>
                    <a:pt x="1" y="48"/>
                    <a:pt x="17" y="48"/>
                    <a:pt x="17" y="64"/>
                  </a:cubicBezTo>
                  <a:lnTo>
                    <a:pt x="49" y="64"/>
                  </a:lnTo>
                  <a:lnTo>
                    <a:pt x="64" y="64"/>
                  </a:lnTo>
                  <a:lnTo>
                    <a:pt x="95" y="80"/>
                  </a:lnTo>
                  <a:lnTo>
                    <a:pt x="190" y="80"/>
                  </a:lnTo>
                  <a:lnTo>
                    <a:pt x="253" y="80"/>
                  </a:lnTo>
                  <a:lnTo>
                    <a:pt x="253" y="80"/>
                  </a:lnTo>
                  <a:cubicBezTo>
                    <a:pt x="269" y="80"/>
                    <a:pt x="284" y="64"/>
                    <a:pt x="284" y="48"/>
                  </a:cubicBezTo>
                  <a:lnTo>
                    <a:pt x="284" y="32"/>
                  </a:lnTo>
                  <a:cubicBezTo>
                    <a:pt x="284" y="17"/>
                    <a:pt x="269" y="17"/>
                    <a:pt x="253" y="17"/>
                  </a:cubicBezTo>
                  <a:lnTo>
                    <a:pt x="190" y="0"/>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2" name="Google Shape;1892;p38"/>
            <p:cNvSpPr/>
            <p:nvPr/>
          </p:nvSpPr>
          <p:spPr>
            <a:xfrm>
              <a:off x="3292278" y="1813315"/>
              <a:ext cx="3021" cy="3053"/>
            </a:xfrm>
            <a:custGeom>
              <a:avLst/>
              <a:gdLst/>
              <a:ahLst/>
              <a:cxnLst/>
              <a:rect l="l" t="t" r="r" b="b"/>
              <a:pathLst>
                <a:path w="95" h="96" extrusionOk="0">
                  <a:moveTo>
                    <a:pt x="63" y="1"/>
                  </a:moveTo>
                  <a:lnTo>
                    <a:pt x="63" y="1"/>
                  </a:lnTo>
                  <a:lnTo>
                    <a:pt x="47" y="1"/>
                  </a:lnTo>
                  <a:lnTo>
                    <a:pt x="0" y="16"/>
                  </a:lnTo>
                  <a:lnTo>
                    <a:pt x="0" y="64"/>
                  </a:lnTo>
                  <a:lnTo>
                    <a:pt x="0" y="79"/>
                  </a:lnTo>
                  <a:cubicBezTo>
                    <a:pt x="0" y="95"/>
                    <a:pt x="0" y="95"/>
                    <a:pt x="15" y="95"/>
                  </a:cubicBezTo>
                  <a:lnTo>
                    <a:pt x="15" y="95"/>
                  </a:lnTo>
                  <a:lnTo>
                    <a:pt x="47" y="79"/>
                  </a:lnTo>
                  <a:lnTo>
                    <a:pt x="78" y="64"/>
                  </a:lnTo>
                  <a:lnTo>
                    <a:pt x="78" y="64"/>
                  </a:lnTo>
                  <a:lnTo>
                    <a:pt x="95" y="64"/>
                  </a:lnTo>
                  <a:lnTo>
                    <a:pt x="78" y="64"/>
                  </a:lnTo>
                  <a:cubicBezTo>
                    <a:pt x="78" y="47"/>
                    <a:pt x="63" y="16"/>
                    <a:pt x="78" y="16"/>
                  </a:cubicBezTo>
                  <a:lnTo>
                    <a:pt x="7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3" name="Google Shape;1893;p38"/>
            <p:cNvSpPr/>
            <p:nvPr/>
          </p:nvSpPr>
          <p:spPr>
            <a:xfrm>
              <a:off x="3317308" y="1776232"/>
              <a:ext cx="2512" cy="3530"/>
            </a:xfrm>
            <a:custGeom>
              <a:avLst/>
              <a:gdLst/>
              <a:ahLst/>
              <a:cxnLst/>
              <a:rect l="l" t="t" r="r" b="b"/>
              <a:pathLst>
                <a:path w="79" h="111" extrusionOk="0">
                  <a:moveTo>
                    <a:pt x="64" y="1"/>
                  </a:moveTo>
                  <a:lnTo>
                    <a:pt x="64" y="1"/>
                  </a:lnTo>
                  <a:cubicBezTo>
                    <a:pt x="48" y="1"/>
                    <a:pt x="32" y="1"/>
                    <a:pt x="32" y="16"/>
                  </a:cubicBezTo>
                  <a:lnTo>
                    <a:pt x="1" y="47"/>
                  </a:lnTo>
                  <a:cubicBezTo>
                    <a:pt x="1" y="64"/>
                    <a:pt x="1" y="95"/>
                    <a:pt x="16" y="95"/>
                  </a:cubicBezTo>
                  <a:cubicBezTo>
                    <a:pt x="16" y="110"/>
                    <a:pt x="32" y="110"/>
                    <a:pt x="32" y="110"/>
                  </a:cubicBezTo>
                  <a:cubicBezTo>
                    <a:pt x="32" y="110"/>
                    <a:pt x="48" y="110"/>
                    <a:pt x="48" y="95"/>
                  </a:cubicBezTo>
                  <a:lnTo>
                    <a:pt x="32" y="47"/>
                  </a:lnTo>
                  <a:cubicBezTo>
                    <a:pt x="32" y="32"/>
                    <a:pt x="48" y="1"/>
                    <a:pt x="64" y="1"/>
                  </a:cubicBezTo>
                  <a:lnTo>
                    <a:pt x="64" y="1"/>
                  </a:lnTo>
                  <a:lnTo>
                    <a:pt x="64" y="1"/>
                  </a:lnTo>
                  <a:lnTo>
                    <a:pt x="64" y="1"/>
                  </a:lnTo>
                  <a:lnTo>
                    <a:pt x="79" y="1"/>
                  </a:lnTo>
                  <a:lnTo>
                    <a:pt x="79" y="1"/>
                  </a:lnTo>
                  <a:lnTo>
                    <a:pt x="79" y="1"/>
                  </a:lnTo>
                  <a:lnTo>
                    <a:pt x="79" y="1"/>
                  </a:lnTo>
                  <a:lnTo>
                    <a:pt x="79"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4" name="Google Shape;1894;p38"/>
            <p:cNvSpPr/>
            <p:nvPr/>
          </p:nvSpPr>
          <p:spPr>
            <a:xfrm>
              <a:off x="3436063" y="1763702"/>
              <a:ext cx="2035" cy="4548"/>
            </a:xfrm>
            <a:custGeom>
              <a:avLst/>
              <a:gdLst/>
              <a:ahLst/>
              <a:cxnLst/>
              <a:rect l="l" t="t" r="r" b="b"/>
              <a:pathLst>
                <a:path w="64" h="143" extrusionOk="0">
                  <a:moveTo>
                    <a:pt x="32" y="0"/>
                  </a:moveTo>
                  <a:lnTo>
                    <a:pt x="32" y="0"/>
                  </a:lnTo>
                  <a:cubicBezTo>
                    <a:pt x="17" y="0"/>
                    <a:pt x="0" y="16"/>
                    <a:pt x="0" y="16"/>
                  </a:cubicBezTo>
                  <a:lnTo>
                    <a:pt x="0" y="32"/>
                  </a:lnTo>
                  <a:lnTo>
                    <a:pt x="0" y="111"/>
                  </a:lnTo>
                  <a:cubicBezTo>
                    <a:pt x="0" y="126"/>
                    <a:pt x="17" y="126"/>
                    <a:pt x="32" y="143"/>
                  </a:cubicBezTo>
                  <a:lnTo>
                    <a:pt x="17" y="126"/>
                  </a:lnTo>
                  <a:lnTo>
                    <a:pt x="17" y="111"/>
                  </a:lnTo>
                  <a:lnTo>
                    <a:pt x="48" y="80"/>
                  </a:lnTo>
                  <a:lnTo>
                    <a:pt x="63" y="80"/>
                  </a:lnTo>
                  <a:lnTo>
                    <a:pt x="63" y="32"/>
                  </a:lnTo>
                  <a:cubicBezTo>
                    <a:pt x="63"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5" name="Google Shape;1895;p38"/>
            <p:cNvSpPr/>
            <p:nvPr/>
          </p:nvSpPr>
          <p:spPr>
            <a:xfrm>
              <a:off x="3400983" y="1765705"/>
              <a:ext cx="6551" cy="5025"/>
            </a:xfrm>
            <a:custGeom>
              <a:avLst/>
              <a:gdLst/>
              <a:ahLst/>
              <a:cxnLst/>
              <a:rect l="l" t="t" r="r" b="b"/>
              <a:pathLst>
                <a:path w="206" h="158" extrusionOk="0">
                  <a:moveTo>
                    <a:pt x="48" y="0"/>
                  </a:moveTo>
                  <a:lnTo>
                    <a:pt x="48" y="0"/>
                  </a:lnTo>
                  <a:lnTo>
                    <a:pt x="32" y="0"/>
                  </a:lnTo>
                  <a:cubicBezTo>
                    <a:pt x="17" y="17"/>
                    <a:pt x="0" y="32"/>
                    <a:pt x="17" y="48"/>
                  </a:cubicBezTo>
                  <a:lnTo>
                    <a:pt x="17" y="63"/>
                  </a:lnTo>
                  <a:lnTo>
                    <a:pt x="32" y="111"/>
                  </a:lnTo>
                  <a:lnTo>
                    <a:pt x="32" y="126"/>
                  </a:lnTo>
                  <a:lnTo>
                    <a:pt x="48" y="126"/>
                  </a:lnTo>
                  <a:lnTo>
                    <a:pt x="63" y="126"/>
                  </a:lnTo>
                  <a:lnTo>
                    <a:pt x="63" y="126"/>
                  </a:lnTo>
                  <a:lnTo>
                    <a:pt x="95" y="126"/>
                  </a:lnTo>
                  <a:lnTo>
                    <a:pt x="126" y="126"/>
                  </a:lnTo>
                  <a:lnTo>
                    <a:pt x="126" y="143"/>
                  </a:lnTo>
                  <a:cubicBezTo>
                    <a:pt x="143" y="158"/>
                    <a:pt x="143" y="158"/>
                    <a:pt x="158" y="158"/>
                  </a:cubicBezTo>
                  <a:lnTo>
                    <a:pt x="174" y="158"/>
                  </a:lnTo>
                  <a:cubicBezTo>
                    <a:pt x="189" y="143"/>
                    <a:pt x="206" y="126"/>
                    <a:pt x="189" y="111"/>
                  </a:cubicBezTo>
                  <a:lnTo>
                    <a:pt x="189" y="95"/>
                  </a:lnTo>
                  <a:lnTo>
                    <a:pt x="174" y="63"/>
                  </a:lnTo>
                  <a:cubicBezTo>
                    <a:pt x="158" y="48"/>
                    <a:pt x="158" y="48"/>
                    <a:pt x="143" y="48"/>
                  </a:cubicBezTo>
                  <a:lnTo>
                    <a:pt x="126" y="48"/>
                  </a:lnTo>
                  <a:lnTo>
                    <a:pt x="80" y="63"/>
                  </a:lnTo>
                  <a:lnTo>
                    <a:pt x="80" y="32"/>
                  </a:lnTo>
                  <a:cubicBezTo>
                    <a:pt x="80" y="17"/>
                    <a:pt x="63" y="17"/>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6" name="Google Shape;1896;p38"/>
            <p:cNvSpPr/>
            <p:nvPr/>
          </p:nvSpPr>
          <p:spPr>
            <a:xfrm>
              <a:off x="3049203" y="1802279"/>
              <a:ext cx="5057" cy="3530"/>
            </a:xfrm>
            <a:custGeom>
              <a:avLst/>
              <a:gdLst/>
              <a:ahLst/>
              <a:cxnLst/>
              <a:rect l="l" t="t" r="r" b="b"/>
              <a:pathLst>
                <a:path w="159" h="111" extrusionOk="0">
                  <a:moveTo>
                    <a:pt x="32" y="1"/>
                  </a:moveTo>
                  <a:lnTo>
                    <a:pt x="32" y="1"/>
                  </a:lnTo>
                  <a:cubicBezTo>
                    <a:pt x="17" y="1"/>
                    <a:pt x="1" y="16"/>
                    <a:pt x="1" y="16"/>
                  </a:cubicBezTo>
                  <a:cubicBezTo>
                    <a:pt x="1" y="32"/>
                    <a:pt x="1" y="64"/>
                    <a:pt x="17" y="64"/>
                  </a:cubicBezTo>
                  <a:lnTo>
                    <a:pt x="17" y="64"/>
                  </a:lnTo>
                  <a:lnTo>
                    <a:pt x="64" y="95"/>
                  </a:lnTo>
                  <a:cubicBezTo>
                    <a:pt x="80" y="79"/>
                    <a:pt x="80" y="79"/>
                    <a:pt x="96" y="79"/>
                  </a:cubicBezTo>
                  <a:lnTo>
                    <a:pt x="96" y="79"/>
                  </a:lnTo>
                  <a:cubicBezTo>
                    <a:pt x="112" y="79"/>
                    <a:pt x="127" y="95"/>
                    <a:pt x="127" y="111"/>
                  </a:cubicBezTo>
                  <a:lnTo>
                    <a:pt x="127" y="111"/>
                  </a:lnTo>
                  <a:cubicBezTo>
                    <a:pt x="143" y="111"/>
                    <a:pt x="143" y="111"/>
                    <a:pt x="159" y="95"/>
                  </a:cubicBezTo>
                  <a:cubicBezTo>
                    <a:pt x="159" y="79"/>
                    <a:pt x="159" y="64"/>
                    <a:pt x="143" y="48"/>
                  </a:cubicBez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7" name="Google Shape;1897;p38"/>
            <p:cNvSpPr/>
            <p:nvPr/>
          </p:nvSpPr>
          <p:spPr>
            <a:xfrm>
              <a:off x="3176004" y="1789749"/>
              <a:ext cx="4039" cy="4548"/>
            </a:xfrm>
            <a:custGeom>
              <a:avLst/>
              <a:gdLst/>
              <a:ahLst/>
              <a:cxnLst/>
              <a:rect l="l" t="t" r="r" b="b"/>
              <a:pathLst>
                <a:path w="127" h="143" extrusionOk="0">
                  <a:moveTo>
                    <a:pt x="16" y="80"/>
                  </a:moveTo>
                  <a:lnTo>
                    <a:pt x="16" y="80"/>
                  </a:lnTo>
                  <a:lnTo>
                    <a:pt x="16" y="80"/>
                  </a:lnTo>
                  <a:close/>
                  <a:moveTo>
                    <a:pt x="79" y="0"/>
                  </a:moveTo>
                  <a:lnTo>
                    <a:pt x="64" y="0"/>
                  </a:lnTo>
                  <a:cubicBezTo>
                    <a:pt x="64" y="0"/>
                    <a:pt x="47" y="0"/>
                    <a:pt x="32" y="17"/>
                  </a:cubicBezTo>
                  <a:cubicBezTo>
                    <a:pt x="16" y="32"/>
                    <a:pt x="16" y="48"/>
                    <a:pt x="16" y="63"/>
                  </a:cubicBezTo>
                  <a:lnTo>
                    <a:pt x="16" y="80"/>
                  </a:lnTo>
                  <a:lnTo>
                    <a:pt x="16" y="80"/>
                  </a:lnTo>
                  <a:cubicBezTo>
                    <a:pt x="1" y="95"/>
                    <a:pt x="16" y="111"/>
                    <a:pt x="16" y="126"/>
                  </a:cubicBezTo>
                  <a:cubicBezTo>
                    <a:pt x="32" y="126"/>
                    <a:pt x="32" y="143"/>
                    <a:pt x="47" y="143"/>
                  </a:cubicBezTo>
                  <a:cubicBezTo>
                    <a:pt x="47" y="143"/>
                    <a:pt x="64" y="126"/>
                    <a:pt x="79" y="126"/>
                  </a:cubicBezTo>
                  <a:lnTo>
                    <a:pt x="79" y="80"/>
                  </a:lnTo>
                  <a:lnTo>
                    <a:pt x="79" y="80"/>
                  </a:lnTo>
                  <a:lnTo>
                    <a:pt x="79" y="63"/>
                  </a:lnTo>
                  <a:lnTo>
                    <a:pt x="95" y="63"/>
                  </a:lnTo>
                  <a:lnTo>
                    <a:pt x="95" y="63"/>
                  </a:lnTo>
                  <a:cubicBezTo>
                    <a:pt x="110" y="63"/>
                    <a:pt x="127" y="63"/>
                    <a:pt x="127" y="48"/>
                  </a:cubicBezTo>
                  <a:cubicBezTo>
                    <a:pt x="127" y="17"/>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8" name="Google Shape;1898;p38"/>
            <p:cNvSpPr/>
            <p:nvPr/>
          </p:nvSpPr>
          <p:spPr>
            <a:xfrm>
              <a:off x="3176481" y="1792261"/>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899" name="Google Shape;1899;p38"/>
            <p:cNvSpPr/>
            <p:nvPr/>
          </p:nvSpPr>
          <p:spPr>
            <a:xfrm>
              <a:off x="3314795" y="1814810"/>
              <a:ext cx="3562" cy="6551"/>
            </a:xfrm>
            <a:custGeom>
              <a:avLst/>
              <a:gdLst/>
              <a:ahLst/>
              <a:cxnLst/>
              <a:rect l="l" t="t" r="r" b="b"/>
              <a:pathLst>
                <a:path w="112" h="206" extrusionOk="0">
                  <a:moveTo>
                    <a:pt x="63" y="0"/>
                  </a:moveTo>
                  <a:lnTo>
                    <a:pt x="63" y="0"/>
                  </a:lnTo>
                  <a:cubicBezTo>
                    <a:pt x="63" y="0"/>
                    <a:pt x="63" y="17"/>
                    <a:pt x="48" y="17"/>
                  </a:cubicBezTo>
                  <a:lnTo>
                    <a:pt x="48" y="17"/>
                  </a:lnTo>
                  <a:lnTo>
                    <a:pt x="48" y="17"/>
                  </a:lnTo>
                  <a:cubicBezTo>
                    <a:pt x="32" y="17"/>
                    <a:pt x="17" y="32"/>
                    <a:pt x="17" y="48"/>
                  </a:cubicBezTo>
                  <a:lnTo>
                    <a:pt x="17" y="80"/>
                  </a:lnTo>
                  <a:cubicBezTo>
                    <a:pt x="0" y="95"/>
                    <a:pt x="17" y="126"/>
                    <a:pt x="17" y="143"/>
                  </a:cubicBezTo>
                  <a:cubicBezTo>
                    <a:pt x="32" y="158"/>
                    <a:pt x="32" y="158"/>
                    <a:pt x="32" y="174"/>
                  </a:cubicBezTo>
                  <a:lnTo>
                    <a:pt x="48" y="189"/>
                  </a:lnTo>
                  <a:cubicBezTo>
                    <a:pt x="48" y="206"/>
                    <a:pt x="63" y="206"/>
                    <a:pt x="80" y="206"/>
                  </a:cubicBezTo>
                  <a:lnTo>
                    <a:pt x="95" y="206"/>
                  </a:lnTo>
                  <a:cubicBezTo>
                    <a:pt x="111" y="206"/>
                    <a:pt x="111" y="189"/>
                    <a:pt x="111" y="174"/>
                  </a:cubicBezTo>
                  <a:lnTo>
                    <a:pt x="111" y="158"/>
                  </a:lnTo>
                  <a:lnTo>
                    <a:pt x="95" y="158"/>
                  </a:lnTo>
                  <a:lnTo>
                    <a:pt x="95" y="158"/>
                  </a:lnTo>
                  <a:cubicBezTo>
                    <a:pt x="80" y="143"/>
                    <a:pt x="63" y="126"/>
                    <a:pt x="80" y="111"/>
                  </a:cubicBezTo>
                  <a:lnTo>
                    <a:pt x="80" y="95"/>
                  </a:lnTo>
                  <a:lnTo>
                    <a:pt x="80" y="95"/>
                  </a:lnTo>
                  <a:lnTo>
                    <a:pt x="80" y="95"/>
                  </a:lnTo>
                  <a:lnTo>
                    <a:pt x="63" y="80"/>
                  </a:lnTo>
                  <a:lnTo>
                    <a:pt x="63" y="32"/>
                  </a:lnTo>
                  <a:lnTo>
                    <a:pt x="95" y="32"/>
                  </a:lnTo>
                  <a:lnTo>
                    <a:pt x="95" y="17"/>
                  </a:lnTo>
                  <a:lnTo>
                    <a:pt x="95" y="32"/>
                  </a:lnTo>
                  <a:lnTo>
                    <a:pt x="95" y="17"/>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0" name="Google Shape;1900;p38"/>
            <p:cNvSpPr/>
            <p:nvPr/>
          </p:nvSpPr>
          <p:spPr>
            <a:xfrm>
              <a:off x="3392492" y="1805301"/>
              <a:ext cx="7028" cy="5534"/>
            </a:xfrm>
            <a:custGeom>
              <a:avLst/>
              <a:gdLst/>
              <a:ahLst/>
              <a:cxnLst/>
              <a:rect l="l" t="t" r="r" b="b"/>
              <a:pathLst>
                <a:path w="221" h="174" extrusionOk="0">
                  <a:moveTo>
                    <a:pt x="126" y="0"/>
                  </a:moveTo>
                  <a:lnTo>
                    <a:pt x="126" y="0"/>
                  </a:lnTo>
                  <a:lnTo>
                    <a:pt x="110" y="0"/>
                  </a:lnTo>
                  <a:cubicBezTo>
                    <a:pt x="110" y="16"/>
                    <a:pt x="95" y="32"/>
                    <a:pt x="78" y="32"/>
                  </a:cubicBezTo>
                  <a:lnTo>
                    <a:pt x="63" y="32"/>
                  </a:lnTo>
                  <a:lnTo>
                    <a:pt x="63" y="47"/>
                  </a:lnTo>
                  <a:lnTo>
                    <a:pt x="15" y="95"/>
                  </a:lnTo>
                  <a:lnTo>
                    <a:pt x="15" y="95"/>
                  </a:lnTo>
                  <a:cubicBezTo>
                    <a:pt x="0" y="110"/>
                    <a:pt x="0" y="126"/>
                    <a:pt x="15" y="142"/>
                  </a:cubicBezTo>
                  <a:lnTo>
                    <a:pt x="15" y="142"/>
                  </a:lnTo>
                  <a:lnTo>
                    <a:pt x="15" y="142"/>
                  </a:lnTo>
                  <a:lnTo>
                    <a:pt x="32" y="173"/>
                  </a:lnTo>
                  <a:lnTo>
                    <a:pt x="63" y="173"/>
                  </a:lnTo>
                  <a:cubicBezTo>
                    <a:pt x="63" y="173"/>
                    <a:pt x="78" y="173"/>
                    <a:pt x="78" y="158"/>
                  </a:cubicBezTo>
                  <a:cubicBezTo>
                    <a:pt x="95" y="158"/>
                    <a:pt x="95" y="126"/>
                    <a:pt x="78" y="126"/>
                  </a:cubicBezTo>
                  <a:lnTo>
                    <a:pt x="110" y="79"/>
                  </a:lnTo>
                  <a:lnTo>
                    <a:pt x="158" y="158"/>
                  </a:lnTo>
                  <a:cubicBezTo>
                    <a:pt x="173" y="158"/>
                    <a:pt x="173" y="173"/>
                    <a:pt x="189" y="173"/>
                  </a:cubicBezTo>
                  <a:lnTo>
                    <a:pt x="189" y="173"/>
                  </a:lnTo>
                  <a:cubicBezTo>
                    <a:pt x="204" y="158"/>
                    <a:pt x="204" y="142"/>
                    <a:pt x="221" y="142"/>
                  </a:cubicBezTo>
                  <a:lnTo>
                    <a:pt x="221" y="142"/>
                  </a:lnTo>
                  <a:lnTo>
                    <a:pt x="221" y="110"/>
                  </a:lnTo>
                  <a:lnTo>
                    <a:pt x="189" y="47"/>
                  </a:lnTo>
                  <a:lnTo>
                    <a:pt x="158" y="32"/>
                  </a:lnTo>
                  <a:lnTo>
                    <a:pt x="158" y="32"/>
                  </a:lnTo>
                  <a:lnTo>
                    <a:pt x="158" y="32"/>
                  </a:lnTo>
                  <a:cubicBezTo>
                    <a:pt x="141" y="32"/>
                    <a:pt x="126" y="16"/>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1" name="Google Shape;1901;p38"/>
            <p:cNvSpPr/>
            <p:nvPr/>
          </p:nvSpPr>
          <p:spPr>
            <a:xfrm>
              <a:off x="3319311" y="1820821"/>
              <a:ext cx="5534" cy="3021"/>
            </a:xfrm>
            <a:custGeom>
              <a:avLst/>
              <a:gdLst/>
              <a:ahLst/>
              <a:cxnLst/>
              <a:rect l="l" t="t" r="r" b="b"/>
              <a:pathLst>
                <a:path w="174" h="95" extrusionOk="0">
                  <a:moveTo>
                    <a:pt x="32" y="0"/>
                  </a:moveTo>
                  <a:lnTo>
                    <a:pt x="32" y="0"/>
                  </a:lnTo>
                  <a:cubicBezTo>
                    <a:pt x="16" y="0"/>
                    <a:pt x="16" y="17"/>
                    <a:pt x="1" y="17"/>
                  </a:cubicBezTo>
                  <a:cubicBezTo>
                    <a:pt x="1" y="32"/>
                    <a:pt x="1" y="63"/>
                    <a:pt x="16" y="63"/>
                  </a:cubicBezTo>
                  <a:lnTo>
                    <a:pt x="48" y="95"/>
                  </a:lnTo>
                  <a:lnTo>
                    <a:pt x="79" y="95"/>
                  </a:lnTo>
                  <a:lnTo>
                    <a:pt x="79" y="95"/>
                  </a:lnTo>
                  <a:lnTo>
                    <a:pt x="142" y="95"/>
                  </a:lnTo>
                  <a:cubicBezTo>
                    <a:pt x="158" y="95"/>
                    <a:pt x="174" y="80"/>
                    <a:pt x="174" y="48"/>
                  </a:cubicBezTo>
                  <a:cubicBezTo>
                    <a:pt x="174" y="32"/>
                    <a:pt x="158" y="32"/>
                    <a:pt x="142" y="32"/>
                  </a:cubicBezTo>
                  <a:lnTo>
                    <a:pt x="127" y="32"/>
                  </a:lnTo>
                  <a:lnTo>
                    <a:pt x="79" y="32"/>
                  </a:lnTo>
                  <a:lnTo>
                    <a:pt x="48" y="17"/>
                  </a:lnTo>
                  <a:cubicBezTo>
                    <a:pt x="48" y="0"/>
                    <a:pt x="32"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2" name="Google Shape;1902;p38"/>
            <p:cNvSpPr/>
            <p:nvPr/>
          </p:nvSpPr>
          <p:spPr>
            <a:xfrm>
              <a:off x="3175495" y="1810803"/>
              <a:ext cx="3021" cy="3021"/>
            </a:xfrm>
            <a:custGeom>
              <a:avLst/>
              <a:gdLst/>
              <a:ahLst/>
              <a:cxnLst/>
              <a:rect l="l" t="t" r="r" b="b"/>
              <a:pathLst>
                <a:path w="95" h="95" extrusionOk="0">
                  <a:moveTo>
                    <a:pt x="63" y="0"/>
                  </a:moveTo>
                  <a:lnTo>
                    <a:pt x="63" y="0"/>
                  </a:lnTo>
                  <a:lnTo>
                    <a:pt x="32" y="0"/>
                  </a:lnTo>
                  <a:cubicBezTo>
                    <a:pt x="17" y="0"/>
                    <a:pt x="17" y="17"/>
                    <a:pt x="0" y="17"/>
                  </a:cubicBezTo>
                  <a:lnTo>
                    <a:pt x="0" y="48"/>
                  </a:lnTo>
                  <a:lnTo>
                    <a:pt x="17" y="80"/>
                  </a:lnTo>
                  <a:cubicBezTo>
                    <a:pt x="17" y="80"/>
                    <a:pt x="17" y="95"/>
                    <a:pt x="32" y="95"/>
                  </a:cubicBezTo>
                  <a:lnTo>
                    <a:pt x="48" y="95"/>
                  </a:lnTo>
                  <a:lnTo>
                    <a:pt x="63" y="95"/>
                  </a:lnTo>
                  <a:cubicBezTo>
                    <a:pt x="80" y="95"/>
                    <a:pt x="80" y="80"/>
                    <a:pt x="80" y="63"/>
                  </a:cubicBezTo>
                  <a:cubicBezTo>
                    <a:pt x="95" y="48"/>
                    <a:pt x="95" y="48"/>
                    <a:pt x="95" y="32"/>
                  </a:cubicBezTo>
                  <a:lnTo>
                    <a:pt x="95"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3" name="Google Shape;1903;p38"/>
            <p:cNvSpPr/>
            <p:nvPr/>
          </p:nvSpPr>
          <p:spPr>
            <a:xfrm>
              <a:off x="3397485" y="1814810"/>
              <a:ext cx="5534" cy="2544"/>
            </a:xfrm>
            <a:custGeom>
              <a:avLst/>
              <a:gdLst/>
              <a:ahLst/>
              <a:cxnLst/>
              <a:rect l="l" t="t" r="r" b="b"/>
              <a:pathLst>
                <a:path w="174" h="80" extrusionOk="0">
                  <a:moveTo>
                    <a:pt x="127" y="0"/>
                  </a:moveTo>
                  <a:lnTo>
                    <a:pt x="127" y="0"/>
                  </a:lnTo>
                  <a:lnTo>
                    <a:pt x="110" y="0"/>
                  </a:lnTo>
                  <a:lnTo>
                    <a:pt x="32" y="17"/>
                  </a:lnTo>
                  <a:lnTo>
                    <a:pt x="32" y="17"/>
                  </a:lnTo>
                  <a:cubicBezTo>
                    <a:pt x="16" y="17"/>
                    <a:pt x="1" y="32"/>
                    <a:pt x="1" y="48"/>
                  </a:cubicBezTo>
                  <a:cubicBezTo>
                    <a:pt x="1" y="63"/>
                    <a:pt x="16" y="80"/>
                    <a:pt x="47" y="80"/>
                  </a:cubicBezTo>
                  <a:lnTo>
                    <a:pt x="47" y="80"/>
                  </a:lnTo>
                  <a:lnTo>
                    <a:pt x="95" y="80"/>
                  </a:lnTo>
                  <a:lnTo>
                    <a:pt x="142" y="80"/>
                  </a:lnTo>
                  <a:cubicBezTo>
                    <a:pt x="158" y="80"/>
                    <a:pt x="173" y="63"/>
                    <a:pt x="173" y="48"/>
                  </a:cubicBezTo>
                  <a:cubicBezTo>
                    <a:pt x="173" y="17"/>
                    <a:pt x="158"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4" name="Google Shape;1904;p38"/>
            <p:cNvSpPr/>
            <p:nvPr/>
          </p:nvSpPr>
          <p:spPr>
            <a:xfrm>
              <a:off x="3037181" y="1819803"/>
              <a:ext cx="3053" cy="4039"/>
            </a:xfrm>
            <a:custGeom>
              <a:avLst/>
              <a:gdLst/>
              <a:ahLst/>
              <a:cxnLst/>
              <a:rect l="l" t="t" r="r" b="b"/>
              <a:pathLst>
                <a:path w="96" h="127" extrusionOk="0">
                  <a:moveTo>
                    <a:pt x="17" y="1"/>
                  </a:moveTo>
                  <a:lnTo>
                    <a:pt x="17" y="1"/>
                  </a:lnTo>
                  <a:lnTo>
                    <a:pt x="17" y="1"/>
                  </a:lnTo>
                  <a:cubicBezTo>
                    <a:pt x="17" y="17"/>
                    <a:pt x="17" y="17"/>
                    <a:pt x="1" y="17"/>
                  </a:cubicBezTo>
                  <a:lnTo>
                    <a:pt x="17" y="17"/>
                  </a:lnTo>
                  <a:cubicBezTo>
                    <a:pt x="17" y="32"/>
                    <a:pt x="17" y="49"/>
                    <a:pt x="1" y="64"/>
                  </a:cubicBezTo>
                  <a:lnTo>
                    <a:pt x="1" y="64"/>
                  </a:lnTo>
                  <a:lnTo>
                    <a:pt x="32" y="112"/>
                  </a:lnTo>
                  <a:cubicBezTo>
                    <a:pt x="32" y="127"/>
                    <a:pt x="49" y="127"/>
                    <a:pt x="64" y="127"/>
                  </a:cubicBezTo>
                  <a:lnTo>
                    <a:pt x="64" y="127"/>
                  </a:lnTo>
                  <a:lnTo>
                    <a:pt x="95" y="95"/>
                  </a:lnTo>
                  <a:lnTo>
                    <a:pt x="95" y="80"/>
                  </a:lnTo>
                  <a:lnTo>
                    <a:pt x="80" y="64"/>
                  </a:lnTo>
                  <a:lnTo>
                    <a:pt x="49" y="17"/>
                  </a:lnTo>
                  <a:cubicBezTo>
                    <a:pt x="49" y="17"/>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5" name="Google Shape;1905;p38"/>
            <p:cNvSpPr/>
            <p:nvPr/>
          </p:nvSpPr>
          <p:spPr>
            <a:xfrm>
              <a:off x="3327835" y="1776232"/>
              <a:ext cx="4039" cy="3053"/>
            </a:xfrm>
            <a:custGeom>
              <a:avLst/>
              <a:gdLst/>
              <a:ahLst/>
              <a:cxnLst/>
              <a:rect l="l" t="t" r="r" b="b"/>
              <a:pathLst>
                <a:path w="127" h="96" extrusionOk="0">
                  <a:moveTo>
                    <a:pt x="48" y="1"/>
                  </a:moveTo>
                  <a:lnTo>
                    <a:pt x="32" y="1"/>
                  </a:lnTo>
                  <a:lnTo>
                    <a:pt x="16" y="16"/>
                  </a:lnTo>
                  <a:cubicBezTo>
                    <a:pt x="0" y="32"/>
                    <a:pt x="0" y="47"/>
                    <a:pt x="16" y="47"/>
                  </a:cubicBezTo>
                  <a:cubicBezTo>
                    <a:pt x="16" y="64"/>
                    <a:pt x="16" y="64"/>
                    <a:pt x="32" y="64"/>
                  </a:cubicBezTo>
                  <a:lnTo>
                    <a:pt x="32" y="79"/>
                  </a:lnTo>
                  <a:lnTo>
                    <a:pt x="80" y="95"/>
                  </a:lnTo>
                  <a:lnTo>
                    <a:pt x="80" y="95"/>
                  </a:lnTo>
                  <a:lnTo>
                    <a:pt x="95" y="95"/>
                  </a:lnTo>
                  <a:cubicBezTo>
                    <a:pt x="80" y="95"/>
                    <a:pt x="80" y="79"/>
                    <a:pt x="80" y="79"/>
                  </a:cubicBezTo>
                  <a:cubicBezTo>
                    <a:pt x="80" y="64"/>
                    <a:pt x="95" y="47"/>
                    <a:pt x="111" y="47"/>
                  </a:cubicBezTo>
                  <a:lnTo>
                    <a:pt x="111" y="47"/>
                  </a:lnTo>
                  <a:lnTo>
                    <a:pt x="126" y="47"/>
                  </a:lnTo>
                  <a:lnTo>
                    <a:pt x="126" y="47"/>
                  </a:lnTo>
                  <a:lnTo>
                    <a:pt x="111" y="32"/>
                  </a:lnTo>
                  <a:lnTo>
                    <a:pt x="111" y="32"/>
                  </a:lnTo>
                  <a:lnTo>
                    <a:pt x="95" y="32"/>
                  </a:lnTo>
                  <a:lnTo>
                    <a:pt x="63"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6" name="Google Shape;1906;p38"/>
            <p:cNvSpPr/>
            <p:nvPr/>
          </p:nvSpPr>
          <p:spPr>
            <a:xfrm>
              <a:off x="3318803" y="1772225"/>
              <a:ext cx="3562" cy="4039"/>
            </a:xfrm>
            <a:custGeom>
              <a:avLst/>
              <a:gdLst/>
              <a:ahLst/>
              <a:cxnLst/>
              <a:rect l="l" t="t" r="r" b="b"/>
              <a:pathLst>
                <a:path w="112" h="127" extrusionOk="0">
                  <a:moveTo>
                    <a:pt x="32" y="1"/>
                  </a:moveTo>
                  <a:lnTo>
                    <a:pt x="32" y="1"/>
                  </a:lnTo>
                  <a:cubicBezTo>
                    <a:pt x="17" y="1"/>
                    <a:pt x="1" y="16"/>
                    <a:pt x="1" y="32"/>
                  </a:cubicBezTo>
                  <a:lnTo>
                    <a:pt x="1" y="47"/>
                  </a:lnTo>
                  <a:lnTo>
                    <a:pt x="1" y="95"/>
                  </a:lnTo>
                  <a:cubicBezTo>
                    <a:pt x="1" y="95"/>
                    <a:pt x="1" y="110"/>
                    <a:pt x="17" y="110"/>
                  </a:cubicBezTo>
                  <a:lnTo>
                    <a:pt x="17" y="127"/>
                  </a:lnTo>
                  <a:lnTo>
                    <a:pt x="32" y="127"/>
                  </a:lnTo>
                  <a:lnTo>
                    <a:pt x="32" y="127"/>
                  </a:lnTo>
                  <a:lnTo>
                    <a:pt x="32" y="127"/>
                  </a:lnTo>
                  <a:lnTo>
                    <a:pt x="64" y="127"/>
                  </a:lnTo>
                  <a:cubicBezTo>
                    <a:pt x="64" y="110"/>
                    <a:pt x="64" y="110"/>
                    <a:pt x="80" y="110"/>
                  </a:cubicBezTo>
                  <a:cubicBezTo>
                    <a:pt x="95" y="110"/>
                    <a:pt x="95" y="95"/>
                    <a:pt x="111" y="64"/>
                  </a:cubicBezTo>
                  <a:lnTo>
                    <a:pt x="111" y="47"/>
                  </a:lnTo>
                  <a:lnTo>
                    <a:pt x="80" y="16"/>
                  </a:lnTo>
                  <a:lnTo>
                    <a:pt x="80" y="16"/>
                  </a:lnTo>
                  <a:lnTo>
                    <a:pt x="64" y="16"/>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7" name="Google Shape;1907;p38"/>
            <p:cNvSpPr/>
            <p:nvPr/>
          </p:nvSpPr>
          <p:spPr>
            <a:xfrm>
              <a:off x="3443600" y="1796746"/>
              <a:ext cx="4039" cy="3053"/>
            </a:xfrm>
            <a:custGeom>
              <a:avLst/>
              <a:gdLst/>
              <a:ahLst/>
              <a:cxnLst/>
              <a:rect l="l" t="t" r="r" b="b"/>
              <a:pathLst>
                <a:path w="127" h="96" extrusionOk="0">
                  <a:moveTo>
                    <a:pt x="63" y="1"/>
                  </a:moveTo>
                  <a:lnTo>
                    <a:pt x="47" y="1"/>
                  </a:lnTo>
                  <a:lnTo>
                    <a:pt x="32" y="1"/>
                  </a:lnTo>
                  <a:lnTo>
                    <a:pt x="15" y="17"/>
                  </a:lnTo>
                  <a:cubicBezTo>
                    <a:pt x="0" y="32"/>
                    <a:pt x="0" y="49"/>
                    <a:pt x="0" y="64"/>
                  </a:cubicBezTo>
                  <a:cubicBezTo>
                    <a:pt x="0" y="64"/>
                    <a:pt x="15" y="64"/>
                    <a:pt x="15" y="80"/>
                  </a:cubicBezTo>
                  <a:lnTo>
                    <a:pt x="15" y="80"/>
                  </a:lnTo>
                  <a:lnTo>
                    <a:pt x="15" y="80"/>
                  </a:lnTo>
                  <a:cubicBezTo>
                    <a:pt x="32" y="96"/>
                    <a:pt x="32" y="96"/>
                    <a:pt x="47" y="96"/>
                  </a:cubicBezTo>
                  <a:lnTo>
                    <a:pt x="47" y="96"/>
                  </a:lnTo>
                  <a:cubicBezTo>
                    <a:pt x="47" y="96"/>
                    <a:pt x="63" y="96"/>
                    <a:pt x="63" y="80"/>
                  </a:cubicBezTo>
                  <a:cubicBezTo>
                    <a:pt x="63" y="80"/>
                    <a:pt x="78" y="80"/>
                    <a:pt x="78" y="64"/>
                  </a:cubicBezTo>
                  <a:lnTo>
                    <a:pt x="78" y="80"/>
                  </a:lnTo>
                  <a:lnTo>
                    <a:pt x="78" y="80"/>
                  </a:lnTo>
                  <a:lnTo>
                    <a:pt x="78" y="80"/>
                  </a:lnTo>
                  <a:cubicBezTo>
                    <a:pt x="95" y="80"/>
                    <a:pt x="110" y="64"/>
                    <a:pt x="126" y="49"/>
                  </a:cubicBezTo>
                  <a:cubicBezTo>
                    <a:pt x="126" y="49"/>
                    <a:pt x="126" y="32"/>
                    <a:pt x="110" y="32"/>
                  </a:cubicBezTo>
                  <a:cubicBezTo>
                    <a:pt x="110" y="17"/>
                    <a:pt x="110" y="17"/>
                    <a:pt x="95" y="1"/>
                  </a:cubicBezTo>
                  <a:lnTo>
                    <a:pt x="95"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8" name="Google Shape;1908;p38"/>
            <p:cNvSpPr/>
            <p:nvPr/>
          </p:nvSpPr>
          <p:spPr>
            <a:xfrm>
              <a:off x="3334355" y="1803774"/>
              <a:ext cx="3530" cy="3562"/>
            </a:xfrm>
            <a:custGeom>
              <a:avLst/>
              <a:gdLst/>
              <a:ahLst/>
              <a:cxnLst/>
              <a:rect l="l" t="t" r="r" b="b"/>
              <a:pathLst>
                <a:path w="111" h="112" extrusionOk="0">
                  <a:moveTo>
                    <a:pt x="79" y="1"/>
                  </a:moveTo>
                  <a:lnTo>
                    <a:pt x="64" y="32"/>
                  </a:lnTo>
                  <a:lnTo>
                    <a:pt x="47" y="32"/>
                  </a:lnTo>
                  <a:lnTo>
                    <a:pt x="32" y="32"/>
                  </a:lnTo>
                  <a:cubicBezTo>
                    <a:pt x="16" y="32"/>
                    <a:pt x="16" y="32"/>
                    <a:pt x="1" y="48"/>
                  </a:cubicBezTo>
                  <a:cubicBezTo>
                    <a:pt x="1" y="64"/>
                    <a:pt x="16" y="80"/>
                    <a:pt x="32" y="95"/>
                  </a:cubicBezTo>
                  <a:lnTo>
                    <a:pt x="64" y="111"/>
                  </a:lnTo>
                  <a:lnTo>
                    <a:pt x="64" y="111"/>
                  </a:lnTo>
                  <a:cubicBezTo>
                    <a:pt x="79" y="111"/>
                    <a:pt x="95" y="95"/>
                    <a:pt x="95" y="95"/>
                  </a:cubicBezTo>
                  <a:lnTo>
                    <a:pt x="110" y="80"/>
                  </a:lnTo>
                  <a:lnTo>
                    <a:pt x="95" y="80"/>
                  </a:lnTo>
                  <a:cubicBezTo>
                    <a:pt x="79" y="80"/>
                    <a:pt x="64" y="64"/>
                    <a:pt x="64" y="32"/>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09" name="Google Shape;1909;p38"/>
            <p:cNvSpPr/>
            <p:nvPr/>
          </p:nvSpPr>
          <p:spPr>
            <a:xfrm>
              <a:off x="3205073" y="1785741"/>
              <a:ext cx="4039" cy="3021"/>
            </a:xfrm>
            <a:custGeom>
              <a:avLst/>
              <a:gdLst/>
              <a:ahLst/>
              <a:cxnLst/>
              <a:rect l="l" t="t" r="r" b="b"/>
              <a:pathLst>
                <a:path w="127" h="95" extrusionOk="0">
                  <a:moveTo>
                    <a:pt x="47" y="0"/>
                  </a:moveTo>
                  <a:lnTo>
                    <a:pt x="32" y="0"/>
                  </a:lnTo>
                  <a:cubicBezTo>
                    <a:pt x="32" y="17"/>
                    <a:pt x="16" y="17"/>
                    <a:pt x="16" y="17"/>
                  </a:cubicBezTo>
                  <a:cubicBezTo>
                    <a:pt x="1" y="32"/>
                    <a:pt x="1" y="63"/>
                    <a:pt x="16" y="63"/>
                  </a:cubicBezTo>
                  <a:lnTo>
                    <a:pt x="47" y="95"/>
                  </a:lnTo>
                  <a:lnTo>
                    <a:pt x="64" y="95"/>
                  </a:lnTo>
                  <a:cubicBezTo>
                    <a:pt x="64" y="80"/>
                    <a:pt x="79" y="80"/>
                    <a:pt x="79" y="80"/>
                  </a:cubicBezTo>
                  <a:lnTo>
                    <a:pt x="95" y="80"/>
                  </a:lnTo>
                  <a:lnTo>
                    <a:pt x="95" y="80"/>
                  </a:lnTo>
                  <a:cubicBezTo>
                    <a:pt x="110" y="80"/>
                    <a:pt x="110" y="80"/>
                    <a:pt x="110" y="95"/>
                  </a:cubicBezTo>
                  <a:cubicBezTo>
                    <a:pt x="127" y="80"/>
                    <a:pt x="110" y="63"/>
                    <a:pt x="110" y="48"/>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0" name="Google Shape;1910;p38"/>
            <p:cNvSpPr/>
            <p:nvPr/>
          </p:nvSpPr>
          <p:spPr>
            <a:xfrm>
              <a:off x="3408521" y="1763193"/>
              <a:ext cx="3021" cy="5534"/>
            </a:xfrm>
            <a:custGeom>
              <a:avLst/>
              <a:gdLst/>
              <a:ahLst/>
              <a:cxnLst/>
              <a:rect l="l" t="t" r="r" b="b"/>
              <a:pathLst>
                <a:path w="95" h="174" extrusionOk="0">
                  <a:moveTo>
                    <a:pt x="63" y="1"/>
                  </a:moveTo>
                  <a:lnTo>
                    <a:pt x="47" y="1"/>
                  </a:lnTo>
                  <a:cubicBezTo>
                    <a:pt x="32" y="1"/>
                    <a:pt x="16" y="16"/>
                    <a:pt x="16" y="32"/>
                  </a:cubicBezTo>
                  <a:lnTo>
                    <a:pt x="32" y="64"/>
                  </a:lnTo>
                  <a:lnTo>
                    <a:pt x="32" y="96"/>
                  </a:lnTo>
                  <a:cubicBezTo>
                    <a:pt x="16" y="96"/>
                    <a:pt x="16" y="96"/>
                    <a:pt x="16" y="111"/>
                  </a:cubicBezTo>
                  <a:cubicBezTo>
                    <a:pt x="0" y="127"/>
                    <a:pt x="0" y="142"/>
                    <a:pt x="16" y="159"/>
                  </a:cubicBezTo>
                  <a:cubicBezTo>
                    <a:pt x="16" y="159"/>
                    <a:pt x="32" y="174"/>
                    <a:pt x="47" y="174"/>
                  </a:cubicBezTo>
                  <a:lnTo>
                    <a:pt x="63" y="174"/>
                  </a:lnTo>
                  <a:lnTo>
                    <a:pt x="79" y="174"/>
                  </a:lnTo>
                  <a:cubicBezTo>
                    <a:pt x="95" y="159"/>
                    <a:pt x="95" y="159"/>
                    <a:pt x="95" y="142"/>
                  </a:cubicBezTo>
                  <a:lnTo>
                    <a:pt x="95" y="111"/>
                  </a:lnTo>
                  <a:lnTo>
                    <a:pt x="95" y="64"/>
                  </a:lnTo>
                  <a:lnTo>
                    <a:pt x="95" y="48"/>
                  </a:lnTo>
                  <a:lnTo>
                    <a:pt x="95" y="32"/>
                  </a:lnTo>
                  <a:cubicBezTo>
                    <a:pt x="95" y="16"/>
                    <a:pt x="79" y="16"/>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1" name="Google Shape;1911;p38"/>
            <p:cNvSpPr/>
            <p:nvPr/>
          </p:nvSpPr>
          <p:spPr>
            <a:xfrm>
              <a:off x="3188026" y="1788731"/>
              <a:ext cx="2544" cy="2035"/>
            </a:xfrm>
            <a:custGeom>
              <a:avLst/>
              <a:gdLst/>
              <a:ahLst/>
              <a:cxnLst/>
              <a:rect l="l" t="t" r="r" b="b"/>
              <a:pathLst>
                <a:path w="80" h="64" extrusionOk="0">
                  <a:moveTo>
                    <a:pt x="79" y="1"/>
                  </a:moveTo>
                  <a:lnTo>
                    <a:pt x="32" y="1"/>
                  </a:lnTo>
                  <a:cubicBezTo>
                    <a:pt x="16" y="1"/>
                    <a:pt x="1" y="17"/>
                    <a:pt x="1" y="32"/>
                  </a:cubicBezTo>
                  <a:cubicBezTo>
                    <a:pt x="1" y="49"/>
                    <a:pt x="16" y="64"/>
                    <a:pt x="32" y="64"/>
                  </a:cubicBezTo>
                  <a:lnTo>
                    <a:pt x="48" y="64"/>
                  </a:lnTo>
                  <a:lnTo>
                    <a:pt x="48" y="64"/>
                  </a:lnTo>
                  <a:lnTo>
                    <a:pt x="64" y="64"/>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2" name="Google Shape;1912;p38"/>
            <p:cNvSpPr/>
            <p:nvPr/>
          </p:nvSpPr>
          <p:spPr>
            <a:xfrm>
              <a:off x="3112365" y="1795283"/>
              <a:ext cx="2544" cy="4039"/>
            </a:xfrm>
            <a:custGeom>
              <a:avLst/>
              <a:gdLst/>
              <a:ahLst/>
              <a:cxnLst/>
              <a:rect l="l" t="t" r="r" b="b"/>
              <a:pathLst>
                <a:path w="80" h="127" extrusionOk="0">
                  <a:moveTo>
                    <a:pt x="48" y="0"/>
                  </a:moveTo>
                  <a:lnTo>
                    <a:pt x="48" y="0"/>
                  </a:lnTo>
                  <a:lnTo>
                    <a:pt x="48" y="0"/>
                  </a:lnTo>
                  <a:cubicBezTo>
                    <a:pt x="32" y="0"/>
                    <a:pt x="17" y="15"/>
                    <a:pt x="17" y="32"/>
                  </a:cubicBezTo>
                  <a:lnTo>
                    <a:pt x="17" y="47"/>
                  </a:lnTo>
                  <a:lnTo>
                    <a:pt x="0" y="78"/>
                  </a:lnTo>
                  <a:lnTo>
                    <a:pt x="0" y="78"/>
                  </a:lnTo>
                  <a:lnTo>
                    <a:pt x="0" y="78"/>
                  </a:lnTo>
                  <a:cubicBezTo>
                    <a:pt x="0" y="110"/>
                    <a:pt x="17" y="126"/>
                    <a:pt x="32" y="126"/>
                  </a:cubicBezTo>
                  <a:lnTo>
                    <a:pt x="32" y="126"/>
                  </a:lnTo>
                  <a:cubicBezTo>
                    <a:pt x="48" y="126"/>
                    <a:pt x="63" y="110"/>
                    <a:pt x="80" y="95"/>
                  </a:cubicBezTo>
                  <a:lnTo>
                    <a:pt x="80" y="32"/>
                  </a:lnTo>
                  <a:cubicBezTo>
                    <a:pt x="80" y="15"/>
                    <a:pt x="80"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3" name="Google Shape;1913;p38"/>
            <p:cNvSpPr/>
            <p:nvPr/>
          </p:nvSpPr>
          <p:spPr>
            <a:xfrm>
              <a:off x="3338839" y="1814810"/>
              <a:ext cx="6042" cy="6551"/>
            </a:xfrm>
            <a:custGeom>
              <a:avLst/>
              <a:gdLst/>
              <a:ahLst/>
              <a:cxnLst/>
              <a:rect l="l" t="t" r="r" b="b"/>
              <a:pathLst>
                <a:path w="190" h="206" extrusionOk="0">
                  <a:moveTo>
                    <a:pt x="64" y="0"/>
                  </a:moveTo>
                  <a:lnTo>
                    <a:pt x="64" y="0"/>
                  </a:lnTo>
                  <a:lnTo>
                    <a:pt x="49" y="0"/>
                  </a:lnTo>
                  <a:lnTo>
                    <a:pt x="32" y="17"/>
                  </a:lnTo>
                  <a:cubicBezTo>
                    <a:pt x="17" y="17"/>
                    <a:pt x="17" y="32"/>
                    <a:pt x="17" y="32"/>
                  </a:cubicBezTo>
                  <a:lnTo>
                    <a:pt x="17" y="32"/>
                  </a:lnTo>
                  <a:lnTo>
                    <a:pt x="17" y="63"/>
                  </a:lnTo>
                  <a:lnTo>
                    <a:pt x="1" y="111"/>
                  </a:lnTo>
                  <a:lnTo>
                    <a:pt x="1" y="126"/>
                  </a:lnTo>
                  <a:cubicBezTo>
                    <a:pt x="1" y="158"/>
                    <a:pt x="17" y="174"/>
                    <a:pt x="49" y="174"/>
                  </a:cubicBezTo>
                  <a:cubicBezTo>
                    <a:pt x="64" y="174"/>
                    <a:pt x="80" y="158"/>
                    <a:pt x="80" y="126"/>
                  </a:cubicBezTo>
                  <a:lnTo>
                    <a:pt x="80" y="111"/>
                  </a:lnTo>
                  <a:lnTo>
                    <a:pt x="80" y="126"/>
                  </a:lnTo>
                  <a:cubicBezTo>
                    <a:pt x="95" y="143"/>
                    <a:pt x="95" y="158"/>
                    <a:pt x="112" y="174"/>
                  </a:cubicBezTo>
                  <a:lnTo>
                    <a:pt x="112" y="174"/>
                  </a:lnTo>
                  <a:lnTo>
                    <a:pt x="127" y="189"/>
                  </a:lnTo>
                  <a:cubicBezTo>
                    <a:pt x="127" y="189"/>
                    <a:pt x="143" y="206"/>
                    <a:pt x="158" y="206"/>
                  </a:cubicBezTo>
                  <a:cubicBezTo>
                    <a:pt x="158" y="206"/>
                    <a:pt x="175" y="206"/>
                    <a:pt x="175" y="189"/>
                  </a:cubicBezTo>
                  <a:cubicBezTo>
                    <a:pt x="190" y="189"/>
                    <a:pt x="190" y="158"/>
                    <a:pt x="190" y="143"/>
                  </a:cubicBezTo>
                  <a:lnTo>
                    <a:pt x="175" y="143"/>
                  </a:lnTo>
                  <a:lnTo>
                    <a:pt x="175" y="126"/>
                  </a:lnTo>
                  <a:cubicBezTo>
                    <a:pt x="158" y="111"/>
                    <a:pt x="143" y="95"/>
                    <a:pt x="143" y="80"/>
                  </a:cubicBezTo>
                  <a:cubicBezTo>
                    <a:pt x="127" y="63"/>
                    <a:pt x="112" y="48"/>
                    <a:pt x="112" y="32"/>
                  </a:cubicBezTo>
                  <a:lnTo>
                    <a:pt x="95" y="17"/>
                  </a:lnTo>
                  <a:lnTo>
                    <a:pt x="95" y="17"/>
                  </a:lnTo>
                  <a:cubicBezTo>
                    <a:pt x="80" y="0"/>
                    <a:pt x="80"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4" name="Google Shape;1914;p38"/>
            <p:cNvSpPr/>
            <p:nvPr/>
          </p:nvSpPr>
          <p:spPr>
            <a:xfrm>
              <a:off x="3417012" y="1762684"/>
              <a:ext cx="5057" cy="3562"/>
            </a:xfrm>
            <a:custGeom>
              <a:avLst/>
              <a:gdLst/>
              <a:ahLst/>
              <a:cxnLst/>
              <a:rect l="l" t="t" r="r" b="b"/>
              <a:pathLst>
                <a:path w="159" h="112" extrusionOk="0">
                  <a:moveTo>
                    <a:pt x="127" y="1"/>
                  </a:moveTo>
                  <a:lnTo>
                    <a:pt x="127" y="1"/>
                  </a:lnTo>
                  <a:lnTo>
                    <a:pt x="112" y="1"/>
                  </a:lnTo>
                  <a:lnTo>
                    <a:pt x="112" y="1"/>
                  </a:lnTo>
                  <a:lnTo>
                    <a:pt x="64" y="32"/>
                  </a:lnTo>
                  <a:lnTo>
                    <a:pt x="32" y="48"/>
                  </a:lnTo>
                  <a:lnTo>
                    <a:pt x="32" y="48"/>
                  </a:lnTo>
                  <a:cubicBezTo>
                    <a:pt x="17" y="64"/>
                    <a:pt x="1" y="80"/>
                    <a:pt x="17" y="95"/>
                  </a:cubicBezTo>
                  <a:cubicBezTo>
                    <a:pt x="17" y="112"/>
                    <a:pt x="32" y="112"/>
                    <a:pt x="49" y="112"/>
                  </a:cubicBezTo>
                  <a:lnTo>
                    <a:pt x="64" y="112"/>
                  </a:lnTo>
                  <a:lnTo>
                    <a:pt x="80" y="95"/>
                  </a:lnTo>
                  <a:lnTo>
                    <a:pt x="80" y="95"/>
                  </a:lnTo>
                  <a:lnTo>
                    <a:pt x="143" y="64"/>
                  </a:lnTo>
                  <a:lnTo>
                    <a:pt x="143" y="64"/>
                  </a:lnTo>
                  <a:cubicBezTo>
                    <a:pt x="158" y="48"/>
                    <a:pt x="158" y="32"/>
                    <a:pt x="158" y="17"/>
                  </a:cubicBezTo>
                  <a:lnTo>
                    <a:pt x="143" y="17"/>
                  </a:ln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5" name="Google Shape;1915;p38"/>
            <p:cNvSpPr/>
            <p:nvPr/>
          </p:nvSpPr>
          <p:spPr>
            <a:xfrm>
              <a:off x="3167990" y="1825337"/>
              <a:ext cx="3530" cy="3053"/>
            </a:xfrm>
            <a:custGeom>
              <a:avLst/>
              <a:gdLst/>
              <a:ahLst/>
              <a:cxnLst/>
              <a:rect l="l" t="t" r="r" b="b"/>
              <a:pathLst>
                <a:path w="111" h="96" extrusionOk="0">
                  <a:moveTo>
                    <a:pt x="47" y="1"/>
                  </a:moveTo>
                  <a:lnTo>
                    <a:pt x="47" y="1"/>
                  </a:lnTo>
                  <a:lnTo>
                    <a:pt x="47" y="1"/>
                  </a:lnTo>
                  <a:cubicBezTo>
                    <a:pt x="32" y="1"/>
                    <a:pt x="32" y="16"/>
                    <a:pt x="16" y="16"/>
                  </a:cubicBezTo>
                  <a:lnTo>
                    <a:pt x="16" y="16"/>
                  </a:lnTo>
                  <a:lnTo>
                    <a:pt x="16" y="32"/>
                  </a:lnTo>
                  <a:cubicBezTo>
                    <a:pt x="1" y="32"/>
                    <a:pt x="1" y="47"/>
                    <a:pt x="1" y="47"/>
                  </a:cubicBezTo>
                  <a:cubicBezTo>
                    <a:pt x="1" y="64"/>
                    <a:pt x="16" y="64"/>
                    <a:pt x="16" y="79"/>
                  </a:cubicBezTo>
                  <a:lnTo>
                    <a:pt x="47" y="95"/>
                  </a:lnTo>
                  <a:lnTo>
                    <a:pt x="64" y="95"/>
                  </a:lnTo>
                  <a:cubicBezTo>
                    <a:pt x="79" y="95"/>
                    <a:pt x="79" y="95"/>
                    <a:pt x="95" y="79"/>
                  </a:cubicBezTo>
                  <a:lnTo>
                    <a:pt x="95" y="79"/>
                  </a:lnTo>
                  <a:lnTo>
                    <a:pt x="95" y="64"/>
                  </a:lnTo>
                  <a:cubicBezTo>
                    <a:pt x="110" y="64"/>
                    <a:pt x="110" y="47"/>
                    <a:pt x="110" y="47"/>
                  </a:cubicBez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6" name="Google Shape;1916;p38"/>
            <p:cNvSpPr/>
            <p:nvPr/>
          </p:nvSpPr>
          <p:spPr>
            <a:xfrm>
              <a:off x="3305286" y="1816337"/>
              <a:ext cx="6520" cy="3498"/>
            </a:xfrm>
            <a:custGeom>
              <a:avLst/>
              <a:gdLst/>
              <a:ahLst/>
              <a:cxnLst/>
              <a:rect l="l" t="t" r="r" b="b"/>
              <a:pathLst>
                <a:path w="205" h="110" extrusionOk="0">
                  <a:moveTo>
                    <a:pt x="158" y="0"/>
                  </a:moveTo>
                  <a:lnTo>
                    <a:pt x="158" y="15"/>
                  </a:lnTo>
                  <a:lnTo>
                    <a:pt x="110" y="47"/>
                  </a:lnTo>
                  <a:cubicBezTo>
                    <a:pt x="110" y="63"/>
                    <a:pt x="95" y="63"/>
                    <a:pt x="95" y="63"/>
                  </a:cubicBezTo>
                  <a:lnTo>
                    <a:pt x="79" y="63"/>
                  </a:lnTo>
                  <a:lnTo>
                    <a:pt x="32" y="47"/>
                  </a:lnTo>
                  <a:cubicBezTo>
                    <a:pt x="16" y="47"/>
                    <a:pt x="1" y="63"/>
                    <a:pt x="1" y="78"/>
                  </a:cubicBezTo>
                  <a:cubicBezTo>
                    <a:pt x="1" y="95"/>
                    <a:pt x="16" y="95"/>
                    <a:pt x="16" y="95"/>
                  </a:cubicBezTo>
                  <a:cubicBezTo>
                    <a:pt x="16" y="110"/>
                    <a:pt x="32" y="110"/>
                    <a:pt x="47" y="110"/>
                  </a:cubicBezTo>
                  <a:lnTo>
                    <a:pt x="47" y="110"/>
                  </a:lnTo>
                  <a:lnTo>
                    <a:pt x="47" y="110"/>
                  </a:lnTo>
                  <a:lnTo>
                    <a:pt x="64" y="110"/>
                  </a:lnTo>
                  <a:lnTo>
                    <a:pt x="79" y="110"/>
                  </a:lnTo>
                  <a:lnTo>
                    <a:pt x="79" y="110"/>
                  </a:lnTo>
                  <a:lnTo>
                    <a:pt x="95" y="110"/>
                  </a:lnTo>
                  <a:lnTo>
                    <a:pt x="127" y="110"/>
                  </a:lnTo>
                  <a:lnTo>
                    <a:pt x="127" y="110"/>
                  </a:lnTo>
                  <a:cubicBezTo>
                    <a:pt x="142" y="110"/>
                    <a:pt x="190" y="110"/>
                    <a:pt x="190" y="47"/>
                  </a:cubicBezTo>
                  <a:cubicBezTo>
                    <a:pt x="205" y="47"/>
                    <a:pt x="190" y="32"/>
                    <a:pt x="190" y="32"/>
                  </a:cubicBezTo>
                  <a:cubicBezTo>
                    <a:pt x="190" y="15"/>
                    <a:pt x="190" y="15"/>
                    <a:pt x="173" y="15"/>
                  </a:cubicBezTo>
                  <a:cubicBezTo>
                    <a:pt x="173" y="15"/>
                    <a:pt x="158"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7" name="Google Shape;1917;p38"/>
            <p:cNvSpPr/>
            <p:nvPr/>
          </p:nvSpPr>
          <p:spPr>
            <a:xfrm>
              <a:off x="3174477" y="1792738"/>
              <a:ext cx="11067" cy="4039"/>
            </a:xfrm>
            <a:custGeom>
              <a:avLst/>
              <a:gdLst/>
              <a:ahLst/>
              <a:cxnLst/>
              <a:rect l="l" t="t" r="r" b="b"/>
              <a:pathLst>
                <a:path w="348" h="127" extrusionOk="0">
                  <a:moveTo>
                    <a:pt x="316" y="1"/>
                  </a:moveTo>
                  <a:lnTo>
                    <a:pt x="316" y="1"/>
                  </a:lnTo>
                  <a:cubicBezTo>
                    <a:pt x="301" y="1"/>
                    <a:pt x="284" y="1"/>
                    <a:pt x="284" y="17"/>
                  </a:cubicBezTo>
                  <a:lnTo>
                    <a:pt x="284" y="32"/>
                  </a:lnTo>
                  <a:lnTo>
                    <a:pt x="284" y="32"/>
                  </a:lnTo>
                  <a:cubicBezTo>
                    <a:pt x="253" y="49"/>
                    <a:pt x="221" y="49"/>
                    <a:pt x="206" y="49"/>
                  </a:cubicBezTo>
                  <a:cubicBezTo>
                    <a:pt x="190" y="64"/>
                    <a:pt x="158" y="64"/>
                    <a:pt x="143" y="64"/>
                  </a:cubicBezTo>
                  <a:lnTo>
                    <a:pt x="95" y="64"/>
                  </a:lnTo>
                  <a:cubicBezTo>
                    <a:pt x="80" y="49"/>
                    <a:pt x="64" y="49"/>
                    <a:pt x="32" y="49"/>
                  </a:cubicBezTo>
                  <a:lnTo>
                    <a:pt x="32" y="49"/>
                  </a:lnTo>
                  <a:cubicBezTo>
                    <a:pt x="17" y="49"/>
                    <a:pt x="1" y="64"/>
                    <a:pt x="1" y="80"/>
                  </a:cubicBezTo>
                  <a:cubicBezTo>
                    <a:pt x="1" y="95"/>
                    <a:pt x="1" y="112"/>
                    <a:pt x="32" y="112"/>
                  </a:cubicBezTo>
                  <a:lnTo>
                    <a:pt x="32" y="112"/>
                  </a:lnTo>
                  <a:cubicBezTo>
                    <a:pt x="64" y="127"/>
                    <a:pt x="80" y="127"/>
                    <a:pt x="112" y="127"/>
                  </a:cubicBezTo>
                  <a:cubicBezTo>
                    <a:pt x="143" y="112"/>
                    <a:pt x="143" y="112"/>
                    <a:pt x="143" y="95"/>
                  </a:cubicBezTo>
                  <a:cubicBezTo>
                    <a:pt x="143" y="80"/>
                    <a:pt x="158" y="64"/>
                    <a:pt x="175" y="64"/>
                  </a:cubicBezTo>
                  <a:lnTo>
                    <a:pt x="175" y="64"/>
                  </a:lnTo>
                  <a:lnTo>
                    <a:pt x="175" y="64"/>
                  </a:lnTo>
                  <a:cubicBezTo>
                    <a:pt x="190" y="64"/>
                    <a:pt x="206" y="80"/>
                    <a:pt x="206" y="95"/>
                  </a:cubicBezTo>
                  <a:lnTo>
                    <a:pt x="206" y="127"/>
                  </a:lnTo>
                  <a:cubicBezTo>
                    <a:pt x="221" y="127"/>
                    <a:pt x="253" y="112"/>
                    <a:pt x="269" y="112"/>
                  </a:cubicBezTo>
                  <a:cubicBezTo>
                    <a:pt x="284" y="112"/>
                    <a:pt x="301" y="95"/>
                    <a:pt x="316" y="95"/>
                  </a:cubicBezTo>
                  <a:cubicBezTo>
                    <a:pt x="316" y="95"/>
                    <a:pt x="332" y="95"/>
                    <a:pt x="332" y="80"/>
                  </a:cubicBezTo>
                  <a:cubicBezTo>
                    <a:pt x="332" y="80"/>
                    <a:pt x="348" y="64"/>
                    <a:pt x="348" y="49"/>
                  </a:cubicBezTo>
                  <a:lnTo>
                    <a:pt x="348" y="49"/>
                  </a:lnTo>
                  <a:cubicBezTo>
                    <a:pt x="348" y="32"/>
                    <a:pt x="348" y="1"/>
                    <a:pt x="332" y="1"/>
                  </a:cubicBezTo>
                  <a:lnTo>
                    <a:pt x="3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8" name="Google Shape;1918;p38"/>
            <p:cNvSpPr/>
            <p:nvPr/>
          </p:nvSpPr>
          <p:spPr>
            <a:xfrm>
              <a:off x="3299752" y="1781257"/>
              <a:ext cx="4580" cy="3021"/>
            </a:xfrm>
            <a:custGeom>
              <a:avLst/>
              <a:gdLst/>
              <a:ahLst/>
              <a:cxnLst/>
              <a:rect l="l" t="t" r="r" b="b"/>
              <a:pathLst>
                <a:path w="144" h="95" extrusionOk="0">
                  <a:moveTo>
                    <a:pt x="112" y="0"/>
                  </a:moveTo>
                  <a:lnTo>
                    <a:pt x="112" y="0"/>
                  </a:lnTo>
                  <a:lnTo>
                    <a:pt x="95" y="0"/>
                  </a:lnTo>
                  <a:lnTo>
                    <a:pt x="49" y="15"/>
                  </a:lnTo>
                  <a:lnTo>
                    <a:pt x="32" y="32"/>
                  </a:lnTo>
                  <a:cubicBezTo>
                    <a:pt x="17" y="32"/>
                    <a:pt x="1" y="47"/>
                    <a:pt x="1" y="78"/>
                  </a:cubicBezTo>
                  <a:cubicBezTo>
                    <a:pt x="17" y="95"/>
                    <a:pt x="17" y="95"/>
                    <a:pt x="32" y="95"/>
                  </a:cubicBezTo>
                  <a:lnTo>
                    <a:pt x="32" y="95"/>
                  </a:lnTo>
                  <a:lnTo>
                    <a:pt x="49" y="95"/>
                  </a:lnTo>
                  <a:lnTo>
                    <a:pt x="127" y="78"/>
                  </a:lnTo>
                  <a:lnTo>
                    <a:pt x="127" y="63"/>
                  </a:lnTo>
                  <a:cubicBezTo>
                    <a:pt x="143" y="63"/>
                    <a:pt x="143" y="47"/>
                    <a:pt x="143" y="32"/>
                  </a:cubicBezTo>
                  <a:cubicBezTo>
                    <a:pt x="143" y="15"/>
                    <a:pt x="127" y="15"/>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19" name="Google Shape;1919;p38"/>
            <p:cNvSpPr/>
            <p:nvPr/>
          </p:nvSpPr>
          <p:spPr>
            <a:xfrm>
              <a:off x="3088290" y="1785741"/>
              <a:ext cx="3053" cy="3021"/>
            </a:xfrm>
            <a:custGeom>
              <a:avLst/>
              <a:gdLst/>
              <a:ahLst/>
              <a:cxnLst/>
              <a:rect l="l" t="t" r="r" b="b"/>
              <a:pathLst>
                <a:path w="96" h="95" extrusionOk="0">
                  <a:moveTo>
                    <a:pt x="49" y="0"/>
                  </a:moveTo>
                  <a:lnTo>
                    <a:pt x="32" y="0"/>
                  </a:lnTo>
                  <a:lnTo>
                    <a:pt x="32" y="0"/>
                  </a:lnTo>
                  <a:cubicBezTo>
                    <a:pt x="17" y="0"/>
                    <a:pt x="1" y="17"/>
                    <a:pt x="1" y="48"/>
                  </a:cubicBezTo>
                  <a:lnTo>
                    <a:pt x="17" y="95"/>
                  </a:lnTo>
                  <a:lnTo>
                    <a:pt x="80" y="95"/>
                  </a:lnTo>
                  <a:lnTo>
                    <a:pt x="95" y="95"/>
                  </a:lnTo>
                  <a:lnTo>
                    <a:pt x="80" y="32"/>
                  </a:lnTo>
                  <a:cubicBezTo>
                    <a:pt x="64" y="17"/>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0" name="Google Shape;1920;p38"/>
            <p:cNvSpPr/>
            <p:nvPr/>
          </p:nvSpPr>
          <p:spPr>
            <a:xfrm>
              <a:off x="3104350" y="1791752"/>
              <a:ext cx="4039" cy="3562"/>
            </a:xfrm>
            <a:custGeom>
              <a:avLst/>
              <a:gdLst/>
              <a:ahLst/>
              <a:cxnLst/>
              <a:rect l="l" t="t" r="r" b="b"/>
              <a:pathLst>
                <a:path w="127" h="112" extrusionOk="0">
                  <a:moveTo>
                    <a:pt x="48" y="0"/>
                  </a:moveTo>
                  <a:lnTo>
                    <a:pt x="48" y="0"/>
                  </a:lnTo>
                  <a:cubicBezTo>
                    <a:pt x="32" y="0"/>
                    <a:pt x="16" y="17"/>
                    <a:pt x="16" y="32"/>
                  </a:cubicBezTo>
                  <a:lnTo>
                    <a:pt x="16" y="32"/>
                  </a:lnTo>
                  <a:lnTo>
                    <a:pt x="16" y="32"/>
                  </a:lnTo>
                  <a:lnTo>
                    <a:pt x="0" y="80"/>
                  </a:lnTo>
                  <a:cubicBezTo>
                    <a:pt x="0" y="80"/>
                    <a:pt x="0" y="95"/>
                    <a:pt x="16" y="95"/>
                  </a:cubicBezTo>
                  <a:cubicBezTo>
                    <a:pt x="16" y="111"/>
                    <a:pt x="32" y="111"/>
                    <a:pt x="48" y="111"/>
                  </a:cubicBezTo>
                  <a:lnTo>
                    <a:pt x="48" y="111"/>
                  </a:lnTo>
                  <a:lnTo>
                    <a:pt x="63" y="111"/>
                  </a:lnTo>
                  <a:lnTo>
                    <a:pt x="95" y="111"/>
                  </a:lnTo>
                  <a:cubicBezTo>
                    <a:pt x="95" y="111"/>
                    <a:pt x="111" y="111"/>
                    <a:pt x="111" y="95"/>
                  </a:cubicBezTo>
                  <a:cubicBezTo>
                    <a:pt x="126" y="95"/>
                    <a:pt x="126" y="80"/>
                    <a:pt x="126" y="63"/>
                  </a:cubicBezTo>
                  <a:cubicBezTo>
                    <a:pt x="126" y="48"/>
                    <a:pt x="111" y="48"/>
                    <a:pt x="95" y="32"/>
                  </a:cubicBezTo>
                  <a:lnTo>
                    <a:pt x="95" y="32"/>
                  </a:lnTo>
                  <a:lnTo>
                    <a:pt x="95" y="32"/>
                  </a:lnTo>
                  <a:lnTo>
                    <a:pt x="79" y="32"/>
                  </a:lnTo>
                  <a:lnTo>
                    <a:pt x="79" y="32"/>
                  </a:lnTo>
                  <a:cubicBezTo>
                    <a:pt x="79" y="17"/>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1" name="Google Shape;1921;p38"/>
            <p:cNvSpPr/>
            <p:nvPr/>
          </p:nvSpPr>
          <p:spPr>
            <a:xfrm>
              <a:off x="3156445" y="1806796"/>
              <a:ext cx="2576" cy="2544"/>
            </a:xfrm>
            <a:custGeom>
              <a:avLst/>
              <a:gdLst/>
              <a:ahLst/>
              <a:cxnLst/>
              <a:rect l="l" t="t" r="r" b="b"/>
              <a:pathLst>
                <a:path w="81" h="80" extrusionOk="0">
                  <a:moveTo>
                    <a:pt x="80" y="0"/>
                  </a:moveTo>
                  <a:lnTo>
                    <a:pt x="80" y="0"/>
                  </a:lnTo>
                  <a:lnTo>
                    <a:pt x="80" y="0"/>
                  </a:lnTo>
                  <a:lnTo>
                    <a:pt x="64" y="0"/>
                  </a:lnTo>
                  <a:lnTo>
                    <a:pt x="32" y="16"/>
                  </a:lnTo>
                  <a:cubicBezTo>
                    <a:pt x="17" y="16"/>
                    <a:pt x="1" y="48"/>
                    <a:pt x="17" y="63"/>
                  </a:cubicBezTo>
                  <a:lnTo>
                    <a:pt x="32" y="79"/>
                  </a:lnTo>
                  <a:lnTo>
                    <a:pt x="49" y="79"/>
                  </a:lnTo>
                  <a:lnTo>
                    <a:pt x="64" y="79"/>
                  </a:lnTo>
                  <a:lnTo>
                    <a:pt x="64" y="79"/>
                  </a:lnTo>
                  <a:lnTo>
                    <a:pt x="64" y="63"/>
                  </a:lnTo>
                  <a:lnTo>
                    <a:pt x="64" y="32"/>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2" name="Google Shape;1922;p38"/>
            <p:cNvSpPr/>
            <p:nvPr/>
          </p:nvSpPr>
          <p:spPr>
            <a:xfrm>
              <a:off x="3414532" y="1779731"/>
              <a:ext cx="5534" cy="2544"/>
            </a:xfrm>
            <a:custGeom>
              <a:avLst/>
              <a:gdLst/>
              <a:ahLst/>
              <a:cxnLst/>
              <a:rect l="l" t="t" r="r" b="b"/>
              <a:pathLst>
                <a:path w="174" h="80" extrusionOk="0">
                  <a:moveTo>
                    <a:pt x="127" y="0"/>
                  </a:moveTo>
                  <a:lnTo>
                    <a:pt x="127" y="0"/>
                  </a:lnTo>
                  <a:lnTo>
                    <a:pt x="127" y="0"/>
                  </a:lnTo>
                  <a:lnTo>
                    <a:pt x="95" y="0"/>
                  </a:lnTo>
                  <a:lnTo>
                    <a:pt x="32" y="17"/>
                  </a:lnTo>
                  <a:lnTo>
                    <a:pt x="32" y="17"/>
                  </a:lnTo>
                  <a:lnTo>
                    <a:pt x="32" y="17"/>
                  </a:lnTo>
                  <a:lnTo>
                    <a:pt x="32" y="32"/>
                  </a:lnTo>
                  <a:cubicBezTo>
                    <a:pt x="32" y="48"/>
                    <a:pt x="16" y="48"/>
                    <a:pt x="0" y="63"/>
                  </a:cubicBezTo>
                  <a:lnTo>
                    <a:pt x="16" y="63"/>
                  </a:lnTo>
                  <a:cubicBezTo>
                    <a:pt x="16" y="80"/>
                    <a:pt x="32" y="80"/>
                    <a:pt x="32" y="80"/>
                  </a:cubicBezTo>
                  <a:lnTo>
                    <a:pt x="47" y="80"/>
                  </a:lnTo>
                  <a:lnTo>
                    <a:pt x="47" y="80"/>
                  </a:lnTo>
                  <a:lnTo>
                    <a:pt x="142" y="63"/>
                  </a:lnTo>
                  <a:lnTo>
                    <a:pt x="142" y="63"/>
                  </a:lnTo>
                  <a:cubicBezTo>
                    <a:pt x="158" y="48"/>
                    <a:pt x="173" y="32"/>
                    <a:pt x="158" y="17"/>
                  </a:cubicBezTo>
                  <a:lnTo>
                    <a:pt x="15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3" name="Google Shape;1923;p38"/>
            <p:cNvSpPr/>
            <p:nvPr/>
          </p:nvSpPr>
          <p:spPr>
            <a:xfrm>
              <a:off x="3437049" y="1767709"/>
              <a:ext cx="4039" cy="4039"/>
            </a:xfrm>
            <a:custGeom>
              <a:avLst/>
              <a:gdLst/>
              <a:ahLst/>
              <a:cxnLst/>
              <a:rect l="l" t="t" r="r" b="b"/>
              <a:pathLst>
                <a:path w="127" h="127" extrusionOk="0">
                  <a:moveTo>
                    <a:pt x="127" y="0"/>
                  </a:moveTo>
                  <a:lnTo>
                    <a:pt x="64" y="17"/>
                  </a:lnTo>
                  <a:lnTo>
                    <a:pt x="80" y="17"/>
                  </a:lnTo>
                  <a:cubicBezTo>
                    <a:pt x="80" y="32"/>
                    <a:pt x="80" y="63"/>
                    <a:pt x="49" y="63"/>
                  </a:cubicBezTo>
                  <a:lnTo>
                    <a:pt x="49" y="63"/>
                  </a:lnTo>
                  <a:cubicBezTo>
                    <a:pt x="32" y="63"/>
                    <a:pt x="17" y="63"/>
                    <a:pt x="17" y="48"/>
                  </a:cubicBezTo>
                  <a:lnTo>
                    <a:pt x="1" y="48"/>
                  </a:lnTo>
                  <a:lnTo>
                    <a:pt x="1" y="95"/>
                  </a:lnTo>
                  <a:cubicBezTo>
                    <a:pt x="17" y="111"/>
                    <a:pt x="32" y="126"/>
                    <a:pt x="49" y="126"/>
                  </a:cubicBezTo>
                  <a:lnTo>
                    <a:pt x="80" y="126"/>
                  </a:lnTo>
                  <a:cubicBezTo>
                    <a:pt x="95" y="111"/>
                    <a:pt x="112" y="95"/>
                    <a:pt x="112" y="80"/>
                  </a:cubicBezTo>
                  <a:cubicBezTo>
                    <a:pt x="95" y="63"/>
                    <a:pt x="95" y="63"/>
                    <a:pt x="80" y="63"/>
                  </a:cubicBezTo>
                  <a:lnTo>
                    <a:pt x="95" y="48"/>
                  </a:lnTo>
                  <a:cubicBezTo>
                    <a:pt x="95" y="48"/>
                    <a:pt x="112" y="48"/>
                    <a:pt x="112" y="32"/>
                  </a:cubicBezTo>
                  <a:cubicBezTo>
                    <a:pt x="127" y="32"/>
                    <a:pt x="127" y="17"/>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4" name="Google Shape;1924;p38"/>
            <p:cNvSpPr/>
            <p:nvPr/>
          </p:nvSpPr>
          <p:spPr>
            <a:xfrm>
              <a:off x="3190538" y="1786727"/>
              <a:ext cx="4039" cy="2576"/>
            </a:xfrm>
            <a:custGeom>
              <a:avLst/>
              <a:gdLst/>
              <a:ahLst/>
              <a:cxnLst/>
              <a:rect l="l" t="t" r="r" b="b"/>
              <a:pathLst>
                <a:path w="127" h="81" extrusionOk="0">
                  <a:moveTo>
                    <a:pt x="95" y="1"/>
                  </a:moveTo>
                  <a:lnTo>
                    <a:pt x="79" y="1"/>
                  </a:lnTo>
                  <a:lnTo>
                    <a:pt x="79" y="1"/>
                  </a:lnTo>
                  <a:lnTo>
                    <a:pt x="32" y="17"/>
                  </a:lnTo>
                  <a:lnTo>
                    <a:pt x="32" y="17"/>
                  </a:lnTo>
                  <a:cubicBezTo>
                    <a:pt x="16" y="17"/>
                    <a:pt x="0" y="32"/>
                    <a:pt x="0" y="49"/>
                  </a:cubicBezTo>
                  <a:lnTo>
                    <a:pt x="0" y="49"/>
                  </a:lnTo>
                  <a:lnTo>
                    <a:pt x="32" y="49"/>
                  </a:lnTo>
                  <a:lnTo>
                    <a:pt x="32" y="49"/>
                  </a:lnTo>
                  <a:lnTo>
                    <a:pt x="48" y="49"/>
                  </a:lnTo>
                  <a:cubicBezTo>
                    <a:pt x="48" y="49"/>
                    <a:pt x="63" y="64"/>
                    <a:pt x="63" y="80"/>
                  </a:cubicBezTo>
                  <a:lnTo>
                    <a:pt x="95" y="64"/>
                  </a:lnTo>
                  <a:cubicBezTo>
                    <a:pt x="111" y="64"/>
                    <a:pt x="126" y="49"/>
                    <a:pt x="126" y="32"/>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5" name="Google Shape;1925;p38"/>
            <p:cNvSpPr/>
            <p:nvPr/>
          </p:nvSpPr>
          <p:spPr>
            <a:xfrm>
              <a:off x="3431038" y="1768218"/>
              <a:ext cx="4039" cy="6042"/>
            </a:xfrm>
            <a:custGeom>
              <a:avLst/>
              <a:gdLst/>
              <a:ahLst/>
              <a:cxnLst/>
              <a:rect l="l" t="t" r="r" b="b"/>
              <a:pathLst>
                <a:path w="127" h="190" extrusionOk="0">
                  <a:moveTo>
                    <a:pt x="49" y="1"/>
                  </a:moveTo>
                  <a:cubicBezTo>
                    <a:pt x="32" y="1"/>
                    <a:pt x="17" y="16"/>
                    <a:pt x="17" y="16"/>
                  </a:cubicBezTo>
                  <a:lnTo>
                    <a:pt x="17" y="32"/>
                  </a:lnTo>
                  <a:cubicBezTo>
                    <a:pt x="17" y="47"/>
                    <a:pt x="1" y="64"/>
                    <a:pt x="17" y="95"/>
                  </a:cubicBezTo>
                  <a:lnTo>
                    <a:pt x="17" y="95"/>
                  </a:lnTo>
                  <a:cubicBezTo>
                    <a:pt x="17" y="110"/>
                    <a:pt x="17" y="110"/>
                    <a:pt x="32" y="127"/>
                  </a:cubicBezTo>
                  <a:lnTo>
                    <a:pt x="32" y="158"/>
                  </a:lnTo>
                  <a:cubicBezTo>
                    <a:pt x="49" y="158"/>
                    <a:pt x="49" y="173"/>
                    <a:pt x="49" y="173"/>
                  </a:cubicBezTo>
                  <a:cubicBezTo>
                    <a:pt x="49" y="190"/>
                    <a:pt x="64" y="190"/>
                    <a:pt x="80" y="190"/>
                  </a:cubicBezTo>
                  <a:lnTo>
                    <a:pt x="95" y="190"/>
                  </a:lnTo>
                  <a:cubicBezTo>
                    <a:pt x="112" y="173"/>
                    <a:pt x="127" y="158"/>
                    <a:pt x="112" y="142"/>
                  </a:cubicBezTo>
                  <a:lnTo>
                    <a:pt x="112" y="142"/>
                  </a:lnTo>
                  <a:cubicBezTo>
                    <a:pt x="112" y="127"/>
                    <a:pt x="95" y="127"/>
                    <a:pt x="95" y="127"/>
                  </a:cubicBezTo>
                  <a:cubicBezTo>
                    <a:pt x="95" y="95"/>
                    <a:pt x="80" y="79"/>
                    <a:pt x="80" y="64"/>
                  </a:cubicBezTo>
                  <a:lnTo>
                    <a:pt x="80" y="64"/>
                  </a:lnTo>
                  <a:lnTo>
                    <a:pt x="80" y="32"/>
                  </a:lnTo>
                  <a:lnTo>
                    <a:pt x="80" y="32"/>
                  </a:lnTo>
                  <a:lnTo>
                    <a:pt x="80" y="32"/>
                  </a:lnTo>
                  <a:cubicBezTo>
                    <a:pt x="80" y="32"/>
                    <a:pt x="64" y="32"/>
                    <a:pt x="64" y="16"/>
                  </a:cubicBezTo>
                  <a:cubicBezTo>
                    <a:pt x="49" y="16"/>
                    <a:pt x="49" y="1"/>
                    <a:pt x="4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6" name="Google Shape;1926;p38"/>
            <p:cNvSpPr/>
            <p:nvPr/>
          </p:nvSpPr>
          <p:spPr>
            <a:xfrm>
              <a:off x="3308784" y="1780239"/>
              <a:ext cx="5565" cy="4516"/>
            </a:xfrm>
            <a:custGeom>
              <a:avLst/>
              <a:gdLst/>
              <a:ahLst/>
              <a:cxnLst/>
              <a:rect l="l" t="t" r="r" b="b"/>
              <a:pathLst>
                <a:path w="175" h="142" extrusionOk="0">
                  <a:moveTo>
                    <a:pt x="48" y="1"/>
                  </a:moveTo>
                  <a:lnTo>
                    <a:pt x="48" y="1"/>
                  </a:lnTo>
                  <a:cubicBezTo>
                    <a:pt x="32" y="1"/>
                    <a:pt x="17" y="1"/>
                    <a:pt x="17" y="16"/>
                  </a:cubicBezTo>
                  <a:cubicBezTo>
                    <a:pt x="0" y="32"/>
                    <a:pt x="17" y="47"/>
                    <a:pt x="32" y="64"/>
                  </a:cubicBezTo>
                  <a:lnTo>
                    <a:pt x="63" y="79"/>
                  </a:lnTo>
                  <a:lnTo>
                    <a:pt x="63" y="110"/>
                  </a:lnTo>
                  <a:lnTo>
                    <a:pt x="95" y="142"/>
                  </a:lnTo>
                  <a:lnTo>
                    <a:pt x="111" y="142"/>
                  </a:lnTo>
                  <a:lnTo>
                    <a:pt x="126" y="127"/>
                  </a:lnTo>
                  <a:lnTo>
                    <a:pt x="158" y="110"/>
                  </a:lnTo>
                  <a:cubicBezTo>
                    <a:pt x="174" y="110"/>
                    <a:pt x="174" y="95"/>
                    <a:pt x="174" y="79"/>
                  </a:cubicBezTo>
                  <a:lnTo>
                    <a:pt x="174" y="64"/>
                  </a:lnTo>
                  <a:cubicBezTo>
                    <a:pt x="174" y="64"/>
                    <a:pt x="174" y="47"/>
                    <a:pt x="158" y="47"/>
                  </a:cubicBezTo>
                  <a:lnTo>
                    <a:pt x="126"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7" name="Google Shape;1927;p38"/>
            <p:cNvSpPr/>
            <p:nvPr/>
          </p:nvSpPr>
          <p:spPr>
            <a:xfrm>
              <a:off x="3416026" y="1769235"/>
              <a:ext cx="4039" cy="4039"/>
            </a:xfrm>
            <a:custGeom>
              <a:avLst/>
              <a:gdLst/>
              <a:ahLst/>
              <a:cxnLst/>
              <a:rect l="l" t="t" r="r" b="b"/>
              <a:pathLst>
                <a:path w="127" h="127" extrusionOk="0">
                  <a:moveTo>
                    <a:pt x="48" y="0"/>
                  </a:moveTo>
                  <a:lnTo>
                    <a:pt x="48" y="0"/>
                  </a:lnTo>
                  <a:cubicBezTo>
                    <a:pt x="32" y="0"/>
                    <a:pt x="16" y="15"/>
                    <a:pt x="16" y="32"/>
                  </a:cubicBezTo>
                  <a:lnTo>
                    <a:pt x="0" y="78"/>
                  </a:lnTo>
                  <a:cubicBezTo>
                    <a:pt x="0" y="78"/>
                    <a:pt x="0" y="95"/>
                    <a:pt x="16" y="110"/>
                  </a:cubicBezTo>
                  <a:lnTo>
                    <a:pt x="32" y="126"/>
                  </a:lnTo>
                  <a:lnTo>
                    <a:pt x="80" y="126"/>
                  </a:lnTo>
                  <a:lnTo>
                    <a:pt x="80" y="126"/>
                  </a:lnTo>
                  <a:lnTo>
                    <a:pt x="95" y="126"/>
                  </a:lnTo>
                  <a:cubicBezTo>
                    <a:pt x="111" y="126"/>
                    <a:pt x="126" y="126"/>
                    <a:pt x="126" y="110"/>
                  </a:cubicBezTo>
                  <a:cubicBezTo>
                    <a:pt x="126" y="78"/>
                    <a:pt x="111" y="63"/>
                    <a:pt x="95" y="63"/>
                  </a:cubicBezTo>
                  <a:lnTo>
                    <a:pt x="80" y="63"/>
                  </a:lnTo>
                  <a:lnTo>
                    <a:pt x="80" y="63"/>
                  </a:lnTo>
                  <a:lnTo>
                    <a:pt x="80" y="47"/>
                  </a:lnTo>
                  <a:lnTo>
                    <a:pt x="80" y="32"/>
                  </a:lnTo>
                  <a:cubicBezTo>
                    <a:pt x="80" y="15"/>
                    <a:pt x="80" y="15"/>
                    <a:pt x="63"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8" name="Google Shape;1928;p38"/>
            <p:cNvSpPr/>
            <p:nvPr/>
          </p:nvSpPr>
          <p:spPr>
            <a:xfrm>
              <a:off x="3388961" y="1771716"/>
              <a:ext cx="5565" cy="5025"/>
            </a:xfrm>
            <a:custGeom>
              <a:avLst/>
              <a:gdLst/>
              <a:ahLst/>
              <a:cxnLst/>
              <a:rect l="l" t="t" r="r" b="b"/>
              <a:pathLst>
                <a:path w="175" h="158" extrusionOk="0">
                  <a:moveTo>
                    <a:pt x="143" y="0"/>
                  </a:moveTo>
                  <a:lnTo>
                    <a:pt x="126" y="0"/>
                  </a:lnTo>
                  <a:lnTo>
                    <a:pt x="111" y="17"/>
                  </a:lnTo>
                  <a:lnTo>
                    <a:pt x="80" y="80"/>
                  </a:lnTo>
                  <a:lnTo>
                    <a:pt x="80" y="80"/>
                  </a:lnTo>
                  <a:lnTo>
                    <a:pt x="48" y="80"/>
                  </a:lnTo>
                  <a:lnTo>
                    <a:pt x="32" y="80"/>
                  </a:lnTo>
                  <a:cubicBezTo>
                    <a:pt x="17" y="80"/>
                    <a:pt x="0" y="95"/>
                    <a:pt x="0" y="111"/>
                  </a:cubicBezTo>
                  <a:cubicBezTo>
                    <a:pt x="0" y="126"/>
                    <a:pt x="17" y="143"/>
                    <a:pt x="32" y="143"/>
                  </a:cubicBezTo>
                  <a:lnTo>
                    <a:pt x="48" y="143"/>
                  </a:lnTo>
                  <a:lnTo>
                    <a:pt x="63" y="143"/>
                  </a:lnTo>
                  <a:lnTo>
                    <a:pt x="80" y="143"/>
                  </a:lnTo>
                  <a:cubicBezTo>
                    <a:pt x="80" y="143"/>
                    <a:pt x="95" y="143"/>
                    <a:pt x="111" y="158"/>
                  </a:cubicBezTo>
                  <a:lnTo>
                    <a:pt x="126" y="143"/>
                  </a:lnTo>
                  <a:lnTo>
                    <a:pt x="143" y="95"/>
                  </a:lnTo>
                  <a:lnTo>
                    <a:pt x="174" y="48"/>
                  </a:lnTo>
                  <a:cubicBezTo>
                    <a:pt x="174" y="32"/>
                    <a:pt x="174" y="17"/>
                    <a:pt x="15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29" name="Google Shape;1929;p38"/>
            <p:cNvSpPr/>
            <p:nvPr/>
          </p:nvSpPr>
          <p:spPr>
            <a:xfrm>
              <a:off x="3421020" y="1774229"/>
              <a:ext cx="3562" cy="3530"/>
            </a:xfrm>
            <a:custGeom>
              <a:avLst/>
              <a:gdLst/>
              <a:ahLst/>
              <a:cxnLst/>
              <a:rect l="l" t="t" r="r" b="b"/>
              <a:pathLst>
                <a:path w="112" h="111" extrusionOk="0">
                  <a:moveTo>
                    <a:pt x="80" y="1"/>
                  </a:moveTo>
                  <a:lnTo>
                    <a:pt x="64" y="1"/>
                  </a:lnTo>
                  <a:cubicBezTo>
                    <a:pt x="64" y="1"/>
                    <a:pt x="64" y="16"/>
                    <a:pt x="49" y="16"/>
                  </a:cubicBezTo>
                  <a:lnTo>
                    <a:pt x="49" y="16"/>
                  </a:lnTo>
                  <a:lnTo>
                    <a:pt x="17" y="47"/>
                  </a:lnTo>
                  <a:cubicBezTo>
                    <a:pt x="1" y="47"/>
                    <a:pt x="1" y="64"/>
                    <a:pt x="1" y="64"/>
                  </a:cubicBezTo>
                  <a:lnTo>
                    <a:pt x="1" y="95"/>
                  </a:lnTo>
                  <a:cubicBezTo>
                    <a:pt x="17" y="110"/>
                    <a:pt x="17" y="110"/>
                    <a:pt x="32" y="110"/>
                  </a:cubicBezTo>
                  <a:cubicBezTo>
                    <a:pt x="32" y="110"/>
                    <a:pt x="49" y="110"/>
                    <a:pt x="49" y="95"/>
                  </a:cubicBezTo>
                  <a:lnTo>
                    <a:pt x="95" y="64"/>
                  </a:lnTo>
                  <a:cubicBezTo>
                    <a:pt x="112" y="47"/>
                    <a:pt x="112"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0" name="Google Shape;1930;p38"/>
            <p:cNvSpPr/>
            <p:nvPr/>
          </p:nvSpPr>
          <p:spPr>
            <a:xfrm>
              <a:off x="3406994" y="1777727"/>
              <a:ext cx="3562" cy="2544"/>
            </a:xfrm>
            <a:custGeom>
              <a:avLst/>
              <a:gdLst/>
              <a:ahLst/>
              <a:cxnLst/>
              <a:rect l="l" t="t" r="r" b="b"/>
              <a:pathLst>
                <a:path w="112" h="80" extrusionOk="0">
                  <a:moveTo>
                    <a:pt x="32" y="0"/>
                  </a:moveTo>
                  <a:lnTo>
                    <a:pt x="32" y="0"/>
                  </a:lnTo>
                  <a:lnTo>
                    <a:pt x="32" y="0"/>
                  </a:lnTo>
                  <a:cubicBezTo>
                    <a:pt x="17" y="0"/>
                    <a:pt x="0" y="17"/>
                    <a:pt x="0" y="32"/>
                  </a:cubicBezTo>
                  <a:lnTo>
                    <a:pt x="0" y="32"/>
                  </a:lnTo>
                  <a:lnTo>
                    <a:pt x="0" y="48"/>
                  </a:lnTo>
                  <a:cubicBezTo>
                    <a:pt x="17" y="63"/>
                    <a:pt x="17" y="63"/>
                    <a:pt x="32" y="63"/>
                  </a:cubicBezTo>
                  <a:lnTo>
                    <a:pt x="48" y="63"/>
                  </a:lnTo>
                  <a:lnTo>
                    <a:pt x="80" y="80"/>
                  </a:lnTo>
                  <a:lnTo>
                    <a:pt x="80" y="80"/>
                  </a:lnTo>
                  <a:cubicBezTo>
                    <a:pt x="95" y="80"/>
                    <a:pt x="111" y="63"/>
                    <a:pt x="111" y="32"/>
                  </a:cubicBezTo>
                  <a:lnTo>
                    <a:pt x="111" y="32"/>
                  </a:lnTo>
                  <a:cubicBezTo>
                    <a:pt x="111" y="17"/>
                    <a:pt x="95" y="0"/>
                    <a:pt x="80" y="0"/>
                  </a:cubicBezTo>
                  <a:lnTo>
                    <a:pt x="80"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1" name="Google Shape;1931;p38"/>
            <p:cNvSpPr/>
            <p:nvPr/>
          </p:nvSpPr>
          <p:spPr>
            <a:xfrm>
              <a:off x="3369434" y="1756196"/>
              <a:ext cx="3021" cy="3021"/>
            </a:xfrm>
            <a:custGeom>
              <a:avLst/>
              <a:gdLst/>
              <a:ahLst/>
              <a:cxnLst/>
              <a:rect l="l" t="t" r="r" b="b"/>
              <a:pathLst>
                <a:path w="95" h="95" extrusionOk="0">
                  <a:moveTo>
                    <a:pt x="63" y="0"/>
                  </a:moveTo>
                  <a:lnTo>
                    <a:pt x="63" y="0"/>
                  </a:lnTo>
                  <a:cubicBezTo>
                    <a:pt x="47" y="0"/>
                    <a:pt x="32" y="0"/>
                    <a:pt x="32" y="16"/>
                  </a:cubicBezTo>
                  <a:lnTo>
                    <a:pt x="0" y="47"/>
                  </a:lnTo>
                  <a:cubicBezTo>
                    <a:pt x="0" y="63"/>
                    <a:pt x="0" y="79"/>
                    <a:pt x="16" y="95"/>
                  </a:cubicBezTo>
                  <a:lnTo>
                    <a:pt x="32" y="95"/>
                  </a:lnTo>
                  <a:lnTo>
                    <a:pt x="63" y="95"/>
                  </a:lnTo>
                  <a:lnTo>
                    <a:pt x="79" y="63"/>
                  </a:lnTo>
                  <a:cubicBezTo>
                    <a:pt x="95" y="47"/>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2" name="Google Shape;1932;p38"/>
            <p:cNvSpPr/>
            <p:nvPr/>
          </p:nvSpPr>
          <p:spPr>
            <a:xfrm>
              <a:off x="3092837" y="1793279"/>
              <a:ext cx="3498" cy="5502"/>
            </a:xfrm>
            <a:custGeom>
              <a:avLst/>
              <a:gdLst/>
              <a:ahLst/>
              <a:cxnLst/>
              <a:rect l="l" t="t" r="r" b="b"/>
              <a:pathLst>
                <a:path w="110" h="173" extrusionOk="0">
                  <a:moveTo>
                    <a:pt x="32" y="0"/>
                  </a:moveTo>
                  <a:lnTo>
                    <a:pt x="32" y="0"/>
                  </a:lnTo>
                  <a:lnTo>
                    <a:pt x="15" y="0"/>
                  </a:lnTo>
                  <a:cubicBezTo>
                    <a:pt x="0" y="15"/>
                    <a:pt x="0" y="32"/>
                    <a:pt x="0" y="47"/>
                  </a:cubicBezTo>
                  <a:lnTo>
                    <a:pt x="32" y="110"/>
                  </a:lnTo>
                  <a:lnTo>
                    <a:pt x="47" y="141"/>
                  </a:lnTo>
                  <a:cubicBezTo>
                    <a:pt x="47" y="158"/>
                    <a:pt x="63" y="173"/>
                    <a:pt x="78" y="173"/>
                  </a:cubicBezTo>
                  <a:lnTo>
                    <a:pt x="78" y="158"/>
                  </a:lnTo>
                  <a:cubicBezTo>
                    <a:pt x="110" y="158"/>
                    <a:pt x="110" y="141"/>
                    <a:pt x="110" y="126"/>
                  </a:cubicBezTo>
                  <a:lnTo>
                    <a:pt x="95" y="110"/>
                  </a:lnTo>
                  <a:lnTo>
                    <a:pt x="78" y="126"/>
                  </a:lnTo>
                  <a:lnTo>
                    <a:pt x="78" y="126"/>
                  </a:lnTo>
                  <a:cubicBezTo>
                    <a:pt x="47" y="126"/>
                    <a:pt x="32" y="95"/>
                    <a:pt x="47" y="78"/>
                  </a:cubicBezTo>
                  <a:lnTo>
                    <a:pt x="47" y="15"/>
                  </a:lnTo>
                  <a:lnTo>
                    <a:pt x="47" y="15"/>
                  </a:lnTo>
                  <a:cubicBezTo>
                    <a:pt x="47"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3" name="Google Shape;1933;p38"/>
            <p:cNvSpPr/>
            <p:nvPr/>
          </p:nvSpPr>
          <p:spPr>
            <a:xfrm>
              <a:off x="3392969" y="1801294"/>
              <a:ext cx="3021" cy="5025"/>
            </a:xfrm>
            <a:custGeom>
              <a:avLst/>
              <a:gdLst/>
              <a:ahLst/>
              <a:cxnLst/>
              <a:rect l="l" t="t" r="r" b="b"/>
              <a:pathLst>
                <a:path w="95" h="158" extrusionOk="0">
                  <a:moveTo>
                    <a:pt x="48" y="0"/>
                  </a:moveTo>
                  <a:lnTo>
                    <a:pt x="32" y="0"/>
                  </a:lnTo>
                  <a:cubicBezTo>
                    <a:pt x="32" y="0"/>
                    <a:pt x="17" y="0"/>
                    <a:pt x="17" y="16"/>
                  </a:cubicBezTo>
                  <a:cubicBezTo>
                    <a:pt x="17" y="16"/>
                    <a:pt x="0" y="16"/>
                    <a:pt x="17" y="32"/>
                  </a:cubicBezTo>
                  <a:lnTo>
                    <a:pt x="17" y="79"/>
                  </a:lnTo>
                  <a:lnTo>
                    <a:pt x="17" y="95"/>
                  </a:lnTo>
                  <a:cubicBezTo>
                    <a:pt x="32" y="95"/>
                    <a:pt x="32" y="110"/>
                    <a:pt x="17" y="126"/>
                  </a:cubicBezTo>
                  <a:lnTo>
                    <a:pt x="17" y="126"/>
                  </a:lnTo>
                  <a:cubicBezTo>
                    <a:pt x="17" y="142"/>
                    <a:pt x="32" y="158"/>
                    <a:pt x="48" y="158"/>
                  </a:cubicBezTo>
                  <a:lnTo>
                    <a:pt x="48" y="158"/>
                  </a:lnTo>
                  <a:lnTo>
                    <a:pt x="63" y="158"/>
                  </a:lnTo>
                  <a:cubicBezTo>
                    <a:pt x="80" y="158"/>
                    <a:pt x="95" y="142"/>
                    <a:pt x="95" y="126"/>
                  </a:cubicBezTo>
                  <a:lnTo>
                    <a:pt x="95" y="126"/>
                  </a:lnTo>
                  <a:lnTo>
                    <a:pt x="80" y="110"/>
                  </a:lnTo>
                  <a:lnTo>
                    <a:pt x="80" y="32"/>
                  </a:lnTo>
                  <a:lnTo>
                    <a:pt x="80" y="16"/>
                  </a:lnTo>
                  <a:lnTo>
                    <a:pt x="80" y="16"/>
                  </a:ln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4" name="Google Shape;1934;p38"/>
            <p:cNvSpPr/>
            <p:nvPr/>
          </p:nvSpPr>
          <p:spPr>
            <a:xfrm>
              <a:off x="3332828" y="1807781"/>
              <a:ext cx="3053" cy="5057"/>
            </a:xfrm>
            <a:custGeom>
              <a:avLst/>
              <a:gdLst/>
              <a:ahLst/>
              <a:cxnLst/>
              <a:rect l="l" t="t" r="r" b="b"/>
              <a:pathLst>
                <a:path w="96" h="159" extrusionOk="0">
                  <a:moveTo>
                    <a:pt x="32" y="1"/>
                  </a:moveTo>
                  <a:lnTo>
                    <a:pt x="32" y="1"/>
                  </a:lnTo>
                  <a:lnTo>
                    <a:pt x="17" y="1"/>
                  </a:lnTo>
                  <a:cubicBezTo>
                    <a:pt x="1" y="1"/>
                    <a:pt x="1" y="32"/>
                    <a:pt x="1" y="48"/>
                  </a:cubicBezTo>
                  <a:lnTo>
                    <a:pt x="17" y="112"/>
                  </a:lnTo>
                  <a:lnTo>
                    <a:pt x="32" y="127"/>
                  </a:lnTo>
                  <a:cubicBezTo>
                    <a:pt x="32" y="143"/>
                    <a:pt x="49" y="158"/>
                    <a:pt x="64" y="158"/>
                  </a:cubicBezTo>
                  <a:lnTo>
                    <a:pt x="64" y="158"/>
                  </a:lnTo>
                  <a:lnTo>
                    <a:pt x="64" y="158"/>
                  </a:lnTo>
                  <a:cubicBezTo>
                    <a:pt x="80" y="143"/>
                    <a:pt x="95" y="127"/>
                    <a:pt x="95" y="112"/>
                  </a:cubicBezTo>
                  <a:lnTo>
                    <a:pt x="80" y="95"/>
                  </a:lnTo>
                  <a:lnTo>
                    <a:pt x="64" y="32"/>
                  </a:lnTo>
                  <a:cubicBezTo>
                    <a:pt x="64" y="17"/>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5" name="Google Shape;1935;p38"/>
            <p:cNvSpPr/>
            <p:nvPr/>
          </p:nvSpPr>
          <p:spPr>
            <a:xfrm>
              <a:off x="3030184" y="1797286"/>
              <a:ext cx="3562" cy="2035"/>
            </a:xfrm>
            <a:custGeom>
              <a:avLst/>
              <a:gdLst/>
              <a:ahLst/>
              <a:cxnLst/>
              <a:rect l="l" t="t" r="r" b="b"/>
              <a:pathLst>
                <a:path w="112" h="64" extrusionOk="0">
                  <a:moveTo>
                    <a:pt x="17" y="0"/>
                  </a:moveTo>
                  <a:lnTo>
                    <a:pt x="17" y="0"/>
                  </a:lnTo>
                  <a:cubicBezTo>
                    <a:pt x="32" y="15"/>
                    <a:pt x="32" y="15"/>
                    <a:pt x="32" y="32"/>
                  </a:cubicBezTo>
                  <a:cubicBezTo>
                    <a:pt x="32" y="47"/>
                    <a:pt x="17" y="47"/>
                    <a:pt x="17" y="63"/>
                  </a:cubicBezTo>
                  <a:lnTo>
                    <a:pt x="0" y="63"/>
                  </a:lnTo>
                  <a:lnTo>
                    <a:pt x="17" y="63"/>
                  </a:lnTo>
                  <a:lnTo>
                    <a:pt x="80" y="63"/>
                  </a:lnTo>
                  <a:lnTo>
                    <a:pt x="80" y="63"/>
                  </a:lnTo>
                  <a:cubicBezTo>
                    <a:pt x="95" y="63"/>
                    <a:pt x="111" y="47"/>
                    <a:pt x="111" y="32"/>
                  </a:cubicBezTo>
                  <a:cubicBezTo>
                    <a:pt x="111" y="15"/>
                    <a:pt x="95" y="0"/>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6" name="Google Shape;1936;p38"/>
            <p:cNvSpPr/>
            <p:nvPr/>
          </p:nvSpPr>
          <p:spPr>
            <a:xfrm>
              <a:off x="3178008" y="1780239"/>
              <a:ext cx="6042" cy="3530"/>
            </a:xfrm>
            <a:custGeom>
              <a:avLst/>
              <a:gdLst/>
              <a:ahLst/>
              <a:cxnLst/>
              <a:rect l="l" t="t" r="r" b="b"/>
              <a:pathLst>
                <a:path w="190" h="111" extrusionOk="0">
                  <a:moveTo>
                    <a:pt x="158" y="1"/>
                  </a:moveTo>
                  <a:lnTo>
                    <a:pt x="158" y="1"/>
                  </a:lnTo>
                  <a:lnTo>
                    <a:pt x="142" y="1"/>
                  </a:lnTo>
                  <a:cubicBezTo>
                    <a:pt x="127" y="1"/>
                    <a:pt x="110" y="16"/>
                    <a:pt x="110" y="16"/>
                  </a:cubicBezTo>
                  <a:cubicBezTo>
                    <a:pt x="95" y="32"/>
                    <a:pt x="79" y="32"/>
                    <a:pt x="79" y="32"/>
                  </a:cubicBezTo>
                  <a:lnTo>
                    <a:pt x="64" y="32"/>
                  </a:lnTo>
                  <a:lnTo>
                    <a:pt x="47" y="32"/>
                  </a:lnTo>
                  <a:cubicBezTo>
                    <a:pt x="32" y="32"/>
                    <a:pt x="16" y="32"/>
                    <a:pt x="16" y="47"/>
                  </a:cubicBezTo>
                  <a:cubicBezTo>
                    <a:pt x="1" y="64"/>
                    <a:pt x="1" y="79"/>
                    <a:pt x="16" y="95"/>
                  </a:cubicBezTo>
                  <a:lnTo>
                    <a:pt x="47" y="95"/>
                  </a:lnTo>
                  <a:cubicBezTo>
                    <a:pt x="64" y="110"/>
                    <a:pt x="64" y="110"/>
                    <a:pt x="79" y="110"/>
                  </a:cubicBezTo>
                  <a:cubicBezTo>
                    <a:pt x="95" y="110"/>
                    <a:pt x="110" y="95"/>
                    <a:pt x="127" y="95"/>
                  </a:cubicBezTo>
                  <a:cubicBezTo>
                    <a:pt x="127" y="79"/>
                    <a:pt x="142" y="79"/>
                    <a:pt x="142" y="79"/>
                  </a:cubicBezTo>
                  <a:cubicBezTo>
                    <a:pt x="158" y="64"/>
                    <a:pt x="158" y="64"/>
                    <a:pt x="173" y="64"/>
                  </a:cubicBezTo>
                  <a:cubicBezTo>
                    <a:pt x="190" y="47"/>
                    <a:pt x="190" y="32"/>
                    <a:pt x="190" y="16"/>
                  </a:cubicBezTo>
                  <a:cubicBezTo>
                    <a:pt x="190" y="16"/>
                    <a:pt x="190" y="1"/>
                    <a:pt x="17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7" name="Google Shape;1937;p38"/>
            <p:cNvSpPr/>
            <p:nvPr/>
          </p:nvSpPr>
          <p:spPr>
            <a:xfrm>
              <a:off x="3417521" y="1803297"/>
              <a:ext cx="3530" cy="4039"/>
            </a:xfrm>
            <a:custGeom>
              <a:avLst/>
              <a:gdLst/>
              <a:ahLst/>
              <a:cxnLst/>
              <a:rect l="l" t="t" r="r" b="b"/>
              <a:pathLst>
                <a:path w="111" h="127" extrusionOk="0">
                  <a:moveTo>
                    <a:pt x="33" y="0"/>
                  </a:moveTo>
                  <a:lnTo>
                    <a:pt x="33" y="0"/>
                  </a:lnTo>
                  <a:cubicBezTo>
                    <a:pt x="16" y="0"/>
                    <a:pt x="1" y="16"/>
                    <a:pt x="1" y="32"/>
                  </a:cubicBezTo>
                  <a:lnTo>
                    <a:pt x="1" y="32"/>
                  </a:lnTo>
                  <a:lnTo>
                    <a:pt x="1" y="47"/>
                  </a:lnTo>
                  <a:lnTo>
                    <a:pt x="1" y="79"/>
                  </a:lnTo>
                  <a:cubicBezTo>
                    <a:pt x="1" y="95"/>
                    <a:pt x="1" y="95"/>
                    <a:pt x="16" y="110"/>
                  </a:cubicBezTo>
                  <a:lnTo>
                    <a:pt x="48" y="126"/>
                  </a:lnTo>
                  <a:lnTo>
                    <a:pt x="64" y="126"/>
                  </a:lnTo>
                  <a:lnTo>
                    <a:pt x="64" y="126"/>
                  </a:lnTo>
                  <a:lnTo>
                    <a:pt x="96" y="95"/>
                  </a:lnTo>
                  <a:lnTo>
                    <a:pt x="96" y="63"/>
                  </a:lnTo>
                  <a:lnTo>
                    <a:pt x="96" y="63"/>
                  </a:lnTo>
                  <a:lnTo>
                    <a:pt x="96" y="63"/>
                  </a:lnTo>
                  <a:lnTo>
                    <a:pt x="96" y="63"/>
                  </a:lnTo>
                  <a:cubicBezTo>
                    <a:pt x="111" y="47"/>
                    <a:pt x="96" y="32"/>
                    <a:pt x="79" y="16"/>
                  </a:cubicBezTo>
                  <a:lnTo>
                    <a:pt x="64" y="16"/>
                  </a:lnTo>
                  <a:lnTo>
                    <a:pt x="64" y="16"/>
                  </a:lnTo>
                  <a:cubicBezTo>
                    <a:pt x="64" y="0"/>
                    <a:pt x="48" y="0"/>
                    <a:pt x="3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8" name="Google Shape;1938;p38"/>
            <p:cNvSpPr/>
            <p:nvPr/>
          </p:nvSpPr>
          <p:spPr>
            <a:xfrm>
              <a:off x="3305286" y="1814810"/>
              <a:ext cx="5534" cy="3562"/>
            </a:xfrm>
            <a:custGeom>
              <a:avLst/>
              <a:gdLst/>
              <a:ahLst/>
              <a:cxnLst/>
              <a:rect l="l" t="t" r="r" b="b"/>
              <a:pathLst>
                <a:path w="174" h="112" extrusionOk="0">
                  <a:moveTo>
                    <a:pt x="127" y="0"/>
                  </a:moveTo>
                  <a:lnTo>
                    <a:pt x="127" y="0"/>
                  </a:lnTo>
                  <a:lnTo>
                    <a:pt x="127" y="0"/>
                  </a:lnTo>
                  <a:lnTo>
                    <a:pt x="110" y="17"/>
                  </a:lnTo>
                  <a:lnTo>
                    <a:pt x="79" y="32"/>
                  </a:lnTo>
                  <a:lnTo>
                    <a:pt x="47" y="32"/>
                  </a:lnTo>
                  <a:cubicBezTo>
                    <a:pt x="47" y="17"/>
                    <a:pt x="32" y="17"/>
                    <a:pt x="32" y="17"/>
                  </a:cubicBezTo>
                  <a:lnTo>
                    <a:pt x="32" y="17"/>
                  </a:lnTo>
                  <a:cubicBezTo>
                    <a:pt x="16" y="32"/>
                    <a:pt x="1" y="32"/>
                    <a:pt x="1" y="48"/>
                  </a:cubicBezTo>
                  <a:cubicBezTo>
                    <a:pt x="1" y="63"/>
                    <a:pt x="1" y="80"/>
                    <a:pt x="16" y="95"/>
                  </a:cubicBezTo>
                  <a:lnTo>
                    <a:pt x="32" y="95"/>
                  </a:lnTo>
                  <a:lnTo>
                    <a:pt x="79" y="111"/>
                  </a:lnTo>
                  <a:lnTo>
                    <a:pt x="95" y="111"/>
                  </a:lnTo>
                  <a:cubicBezTo>
                    <a:pt x="95" y="111"/>
                    <a:pt x="110" y="111"/>
                    <a:pt x="110" y="95"/>
                  </a:cubicBezTo>
                  <a:lnTo>
                    <a:pt x="158" y="63"/>
                  </a:lnTo>
                  <a:lnTo>
                    <a:pt x="158" y="48"/>
                  </a:lnTo>
                  <a:lnTo>
                    <a:pt x="173" y="48"/>
                  </a:lnTo>
                  <a:cubicBezTo>
                    <a:pt x="173" y="32"/>
                    <a:pt x="173" y="32"/>
                    <a:pt x="158" y="17"/>
                  </a:cubicBezTo>
                  <a:lnTo>
                    <a:pt x="158" y="17"/>
                  </a:lnTo>
                  <a:cubicBezTo>
                    <a:pt x="158" y="0"/>
                    <a:pt x="142"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39" name="Google Shape;1939;p38"/>
            <p:cNvSpPr/>
            <p:nvPr/>
          </p:nvSpPr>
          <p:spPr>
            <a:xfrm>
              <a:off x="3329361" y="1773720"/>
              <a:ext cx="4516" cy="3562"/>
            </a:xfrm>
            <a:custGeom>
              <a:avLst/>
              <a:gdLst/>
              <a:ahLst/>
              <a:cxnLst/>
              <a:rect l="l" t="t" r="r" b="b"/>
              <a:pathLst>
                <a:path w="142" h="112" extrusionOk="0">
                  <a:moveTo>
                    <a:pt x="110" y="0"/>
                  </a:moveTo>
                  <a:cubicBezTo>
                    <a:pt x="95" y="0"/>
                    <a:pt x="78" y="17"/>
                    <a:pt x="78" y="32"/>
                  </a:cubicBezTo>
                  <a:lnTo>
                    <a:pt x="78" y="32"/>
                  </a:lnTo>
                  <a:lnTo>
                    <a:pt x="78" y="32"/>
                  </a:lnTo>
                  <a:cubicBezTo>
                    <a:pt x="63" y="17"/>
                    <a:pt x="47" y="17"/>
                    <a:pt x="47" y="17"/>
                  </a:cubicBezTo>
                  <a:lnTo>
                    <a:pt x="32" y="17"/>
                  </a:lnTo>
                  <a:lnTo>
                    <a:pt x="32" y="17"/>
                  </a:lnTo>
                  <a:cubicBezTo>
                    <a:pt x="15" y="32"/>
                    <a:pt x="0" y="48"/>
                    <a:pt x="15" y="63"/>
                  </a:cubicBezTo>
                  <a:lnTo>
                    <a:pt x="15" y="80"/>
                  </a:lnTo>
                  <a:lnTo>
                    <a:pt x="47" y="111"/>
                  </a:lnTo>
                  <a:lnTo>
                    <a:pt x="63" y="111"/>
                  </a:lnTo>
                  <a:lnTo>
                    <a:pt x="78" y="111"/>
                  </a:lnTo>
                  <a:lnTo>
                    <a:pt x="78" y="111"/>
                  </a:lnTo>
                  <a:cubicBezTo>
                    <a:pt x="110" y="111"/>
                    <a:pt x="126" y="95"/>
                    <a:pt x="141" y="63"/>
                  </a:cubicBezTo>
                  <a:lnTo>
                    <a:pt x="141" y="48"/>
                  </a:lnTo>
                  <a:lnTo>
                    <a:pt x="141" y="17"/>
                  </a:lnTo>
                  <a:lnTo>
                    <a:pt x="126" y="17"/>
                  </a:lnTo>
                  <a:cubicBezTo>
                    <a:pt x="126" y="0"/>
                    <a:pt x="110" y="0"/>
                    <a:pt x="11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0" name="Google Shape;1940;p38"/>
            <p:cNvSpPr/>
            <p:nvPr/>
          </p:nvSpPr>
          <p:spPr>
            <a:xfrm>
              <a:off x="3332828" y="1793756"/>
              <a:ext cx="3562" cy="2544"/>
            </a:xfrm>
            <a:custGeom>
              <a:avLst/>
              <a:gdLst/>
              <a:ahLst/>
              <a:cxnLst/>
              <a:rect l="l" t="t" r="r" b="b"/>
              <a:pathLst>
                <a:path w="112" h="80" extrusionOk="0">
                  <a:moveTo>
                    <a:pt x="17" y="0"/>
                  </a:moveTo>
                  <a:lnTo>
                    <a:pt x="1" y="0"/>
                  </a:lnTo>
                  <a:lnTo>
                    <a:pt x="1" y="0"/>
                  </a:lnTo>
                  <a:cubicBezTo>
                    <a:pt x="17" y="17"/>
                    <a:pt x="17" y="32"/>
                    <a:pt x="1" y="48"/>
                  </a:cubicBezTo>
                  <a:lnTo>
                    <a:pt x="1" y="48"/>
                  </a:lnTo>
                  <a:lnTo>
                    <a:pt x="1" y="63"/>
                  </a:lnTo>
                  <a:cubicBezTo>
                    <a:pt x="17" y="63"/>
                    <a:pt x="49" y="80"/>
                    <a:pt x="64" y="80"/>
                  </a:cubicBezTo>
                  <a:cubicBezTo>
                    <a:pt x="64" y="80"/>
                    <a:pt x="80" y="63"/>
                    <a:pt x="95" y="63"/>
                  </a:cubicBezTo>
                  <a:lnTo>
                    <a:pt x="112" y="48"/>
                  </a:lnTo>
                  <a:cubicBezTo>
                    <a:pt x="95" y="48"/>
                    <a:pt x="80" y="48"/>
                    <a:pt x="80" y="32"/>
                  </a:cubicBezTo>
                  <a:cubicBezTo>
                    <a:pt x="64" y="17"/>
                    <a:pt x="64" y="0"/>
                    <a:pt x="64" y="0"/>
                  </a:cubicBezTo>
                  <a:lnTo>
                    <a:pt x="64" y="0"/>
                  </a:lnTo>
                  <a:lnTo>
                    <a:pt x="64" y="0"/>
                  </a:lnTo>
                  <a:lnTo>
                    <a:pt x="64"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1" name="Google Shape;1941;p38"/>
            <p:cNvSpPr/>
            <p:nvPr/>
          </p:nvSpPr>
          <p:spPr>
            <a:xfrm>
              <a:off x="3244636" y="1801294"/>
              <a:ext cx="4039" cy="5534"/>
            </a:xfrm>
            <a:custGeom>
              <a:avLst/>
              <a:gdLst/>
              <a:ahLst/>
              <a:cxnLst/>
              <a:rect l="l" t="t" r="r" b="b"/>
              <a:pathLst>
                <a:path w="127" h="174" extrusionOk="0">
                  <a:moveTo>
                    <a:pt x="32" y="63"/>
                  </a:moveTo>
                  <a:lnTo>
                    <a:pt x="32" y="63"/>
                  </a:lnTo>
                  <a:lnTo>
                    <a:pt x="32" y="63"/>
                  </a:lnTo>
                  <a:close/>
                  <a:moveTo>
                    <a:pt x="32" y="0"/>
                  </a:moveTo>
                  <a:lnTo>
                    <a:pt x="32" y="0"/>
                  </a:lnTo>
                  <a:cubicBezTo>
                    <a:pt x="17" y="0"/>
                    <a:pt x="17" y="0"/>
                    <a:pt x="1" y="16"/>
                  </a:cubicBezTo>
                  <a:cubicBezTo>
                    <a:pt x="1" y="32"/>
                    <a:pt x="1" y="47"/>
                    <a:pt x="17" y="63"/>
                  </a:cubicBezTo>
                  <a:lnTo>
                    <a:pt x="32" y="63"/>
                  </a:lnTo>
                  <a:lnTo>
                    <a:pt x="49" y="63"/>
                  </a:lnTo>
                  <a:lnTo>
                    <a:pt x="49" y="79"/>
                  </a:lnTo>
                  <a:lnTo>
                    <a:pt x="49" y="95"/>
                  </a:lnTo>
                  <a:lnTo>
                    <a:pt x="49" y="95"/>
                  </a:lnTo>
                  <a:cubicBezTo>
                    <a:pt x="17" y="110"/>
                    <a:pt x="17" y="126"/>
                    <a:pt x="17" y="142"/>
                  </a:cubicBezTo>
                  <a:cubicBezTo>
                    <a:pt x="17" y="158"/>
                    <a:pt x="17" y="158"/>
                    <a:pt x="32" y="173"/>
                  </a:cubicBezTo>
                  <a:lnTo>
                    <a:pt x="49" y="173"/>
                  </a:lnTo>
                  <a:lnTo>
                    <a:pt x="49" y="173"/>
                  </a:lnTo>
                  <a:lnTo>
                    <a:pt x="49" y="173"/>
                  </a:lnTo>
                  <a:cubicBezTo>
                    <a:pt x="80" y="173"/>
                    <a:pt x="95" y="158"/>
                    <a:pt x="112" y="142"/>
                  </a:cubicBezTo>
                  <a:lnTo>
                    <a:pt x="112" y="142"/>
                  </a:lnTo>
                  <a:cubicBezTo>
                    <a:pt x="127" y="110"/>
                    <a:pt x="112" y="79"/>
                    <a:pt x="112" y="63"/>
                  </a:cubicBezTo>
                  <a:lnTo>
                    <a:pt x="112" y="47"/>
                  </a:lnTo>
                  <a:cubicBezTo>
                    <a:pt x="112" y="47"/>
                    <a:pt x="112" y="32"/>
                    <a:pt x="95" y="32"/>
                  </a:cubicBezTo>
                  <a:cubicBezTo>
                    <a:pt x="95" y="16"/>
                    <a:pt x="80" y="16"/>
                    <a:pt x="64" y="0"/>
                  </a:cubicBezTo>
                  <a:lnTo>
                    <a:pt x="49"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2" name="Google Shape;1942;p38"/>
            <p:cNvSpPr/>
            <p:nvPr/>
          </p:nvSpPr>
          <p:spPr>
            <a:xfrm>
              <a:off x="3245654" y="1803297"/>
              <a:ext cx="32" cy="32"/>
            </a:xfrm>
            <a:custGeom>
              <a:avLst/>
              <a:gdLst/>
              <a:ahLst/>
              <a:cxnLst/>
              <a:rect l="l" t="t" r="r" b="b"/>
              <a:pathLst>
                <a:path w="1" h="1" extrusionOk="0">
                  <a:moveTo>
                    <a:pt x="0" y="0"/>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3" name="Google Shape;1943;p38"/>
            <p:cNvSpPr/>
            <p:nvPr/>
          </p:nvSpPr>
          <p:spPr>
            <a:xfrm>
              <a:off x="3048726" y="1821330"/>
              <a:ext cx="8046" cy="3530"/>
            </a:xfrm>
            <a:custGeom>
              <a:avLst/>
              <a:gdLst/>
              <a:ahLst/>
              <a:cxnLst/>
              <a:rect l="l" t="t" r="r" b="b"/>
              <a:pathLst>
                <a:path w="253" h="111" extrusionOk="0">
                  <a:moveTo>
                    <a:pt x="127" y="1"/>
                  </a:moveTo>
                  <a:lnTo>
                    <a:pt x="111" y="1"/>
                  </a:lnTo>
                  <a:lnTo>
                    <a:pt x="95" y="1"/>
                  </a:lnTo>
                  <a:cubicBezTo>
                    <a:pt x="79" y="16"/>
                    <a:pt x="47" y="16"/>
                    <a:pt x="32" y="16"/>
                  </a:cubicBezTo>
                  <a:cubicBezTo>
                    <a:pt x="16" y="32"/>
                    <a:pt x="16" y="32"/>
                    <a:pt x="1" y="32"/>
                  </a:cubicBezTo>
                  <a:lnTo>
                    <a:pt x="1" y="64"/>
                  </a:lnTo>
                  <a:cubicBezTo>
                    <a:pt x="1" y="79"/>
                    <a:pt x="16" y="95"/>
                    <a:pt x="32" y="95"/>
                  </a:cubicBezTo>
                  <a:lnTo>
                    <a:pt x="47" y="95"/>
                  </a:lnTo>
                  <a:lnTo>
                    <a:pt x="47" y="95"/>
                  </a:lnTo>
                  <a:cubicBezTo>
                    <a:pt x="64" y="79"/>
                    <a:pt x="79" y="79"/>
                    <a:pt x="95" y="79"/>
                  </a:cubicBezTo>
                  <a:lnTo>
                    <a:pt x="127" y="79"/>
                  </a:lnTo>
                  <a:cubicBezTo>
                    <a:pt x="142" y="79"/>
                    <a:pt x="158" y="79"/>
                    <a:pt x="190" y="95"/>
                  </a:cubicBezTo>
                  <a:cubicBezTo>
                    <a:pt x="190" y="110"/>
                    <a:pt x="190" y="110"/>
                    <a:pt x="205" y="110"/>
                  </a:cubicBezTo>
                  <a:lnTo>
                    <a:pt x="205" y="110"/>
                  </a:lnTo>
                  <a:cubicBezTo>
                    <a:pt x="221" y="110"/>
                    <a:pt x="221" y="110"/>
                    <a:pt x="237" y="95"/>
                  </a:cubicBezTo>
                  <a:cubicBezTo>
                    <a:pt x="253" y="95"/>
                    <a:pt x="253" y="64"/>
                    <a:pt x="237" y="47"/>
                  </a:cubicBezTo>
                  <a:cubicBezTo>
                    <a:pt x="221" y="32"/>
                    <a:pt x="205" y="32"/>
                    <a:pt x="190" y="16"/>
                  </a:cubicBezTo>
                  <a:cubicBezTo>
                    <a:pt x="174"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4" name="Google Shape;1944;p38"/>
            <p:cNvSpPr/>
            <p:nvPr/>
          </p:nvSpPr>
          <p:spPr>
            <a:xfrm>
              <a:off x="3271701" y="1800276"/>
              <a:ext cx="3562" cy="3053"/>
            </a:xfrm>
            <a:custGeom>
              <a:avLst/>
              <a:gdLst/>
              <a:ahLst/>
              <a:cxnLst/>
              <a:rect l="l" t="t" r="r" b="b"/>
              <a:pathLst>
                <a:path w="112" h="96" extrusionOk="0">
                  <a:moveTo>
                    <a:pt x="63" y="1"/>
                  </a:moveTo>
                  <a:lnTo>
                    <a:pt x="63" y="1"/>
                  </a:lnTo>
                  <a:cubicBezTo>
                    <a:pt x="63" y="1"/>
                    <a:pt x="48" y="1"/>
                    <a:pt x="48" y="16"/>
                  </a:cubicBezTo>
                  <a:lnTo>
                    <a:pt x="17" y="48"/>
                  </a:lnTo>
                  <a:cubicBezTo>
                    <a:pt x="0" y="64"/>
                    <a:pt x="0" y="79"/>
                    <a:pt x="17" y="95"/>
                  </a:cubicBezTo>
                  <a:lnTo>
                    <a:pt x="48" y="95"/>
                  </a:lnTo>
                  <a:cubicBezTo>
                    <a:pt x="48" y="95"/>
                    <a:pt x="63" y="95"/>
                    <a:pt x="63" y="79"/>
                  </a:cubicBezTo>
                  <a:lnTo>
                    <a:pt x="95" y="48"/>
                  </a:lnTo>
                  <a:cubicBezTo>
                    <a:pt x="111"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5" name="Google Shape;1945;p38"/>
            <p:cNvSpPr/>
            <p:nvPr/>
          </p:nvSpPr>
          <p:spPr>
            <a:xfrm>
              <a:off x="3390965" y="1803774"/>
              <a:ext cx="3021" cy="4039"/>
            </a:xfrm>
            <a:custGeom>
              <a:avLst/>
              <a:gdLst/>
              <a:ahLst/>
              <a:cxnLst/>
              <a:rect l="l" t="t" r="r" b="b"/>
              <a:pathLst>
                <a:path w="95" h="127" extrusionOk="0">
                  <a:moveTo>
                    <a:pt x="48" y="1"/>
                  </a:moveTo>
                  <a:lnTo>
                    <a:pt x="48" y="1"/>
                  </a:lnTo>
                  <a:lnTo>
                    <a:pt x="32" y="1"/>
                  </a:lnTo>
                  <a:lnTo>
                    <a:pt x="32" y="1"/>
                  </a:lnTo>
                  <a:lnTo>
                    <a:pt x="17" y="17"/>
                  </a:lnTo>
                  <a:cubicBezTo>
                    <a:pt x="17" y="17"/>
                    <a:pt x="0" y="17"/>
                    <a:pt x="0" y="32"/>
                  </a:cubicBezTo>
                  <a:lnTo>
                    <a:pt x="17" y="32"/>
                  </a:lnTo>
                  <a:cubicBezTo>
                    <a:pt x="32" y="48"/>
                    <a:pt x="48" y="64"/>
                    <a:pt x="32" y="80"/>
                  </a:cubicBezTo>
                  <a:cubicBezTo>
                    <a:pt x="32" y="95"/>
                    <a:pt x="17" y="95"/>
                    <a:pt x="0" y="95"/>
                  </a:cubicBezTo>
                  <a:lnTo>
                    <a:pt x="0" y="95"/>
                  </a:lnTo>
                  <a:cubicBezTo>
                    <a:pt x="0" y="111"/>
                    <a:pt x="0" y="111"/>
                    <a:pt x="17" y="127"/>
                  </a:cubicBezTo>
                  <a:lnTo>
                    <a:pt x="32" y="127"/>
                  </a:lnTo>
                  <a:lnTo>
                    <a:pt x="48" y="127"/>
                  </a:lnTo>
                  <a:cubicBezTo>
                    <a:pt x="63" y="127"/>
                    <a:pt x="63" y="111"/>
                    <a:pt x="63" y="95"/>
                  </a:cubicBezTo>
                  <a:lnTo>
                    <a:pt x="63" y="80"/>
                  </a:lnTo>
                  <a:lnTo>
                    <a:pt x="63" y="64"/>
                  </a:lnTo>
                  <a:lnTo>
                    <a:pt x="80" y="64"/>
                  </a:lnTo>
                  <a:lnTo>
                    <a:pt x="80" y="48"/>
                  </a:lnTo>
                  <a:cubicBezTo>
                    <a:pt x="95" y="32"/>
                    <a:pt x="95" y="17"/>
                    <a:pt x="80" y="17"/>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6" name="Google Shape;1946;p38"/>
            <p:cNvSpPr/>
            <p:nvPr/>
          </p:nvSpPr>
          <p:spPr>
            <a:xfrm>
              <a:off x="3454095" y="1797763"/>
              <a:ext cx="3562" cy="5565"/>
            </a:xfrm>
            <a:custGeom>
              <a:avLst/>
              <a:gdLst/>
              <a:ahLst/>
              <a:cxnLst/>
              <a:rect l="l" t="t" r="r" b="b"/>
              <a:pathLst>
                <a:path w="112" h="175" extrusionOk="0">
                  <a:moveTo>
                    <a:pt x="64" y="0"/>
                  </a:moveTo>
                  <a:lnTo>
                    <a:pt x="64" y="0"/>
                  </a:lnTo>
                  <a:cubicBezTo>
                    <a:pt x="48" y="0"/>
                    <a:pt x="48" y="0"/>
                    <a:pt x="32" y="17"/>
                  </a:cubicBezTo>
                  <a:lnTo>
                    <a:pt x="1" y="127"/>
                  </a:lnTo>
                  <a:cubicBezTo>
                    <a:pt x="1" y="143"/>
                    <a:pt x="1" y="158"/>
                    <a:pt x="17" y="158"/>
                  </a:cubicBezTo>
                  <a:cubicBezTo>
                    <a:pt x="17" y="174"/>
                    <a:pt x="32" y="174"/>
                    <a:pt x="32" y="174"/>
                  </a:cubicBezTo>
                  <a:lnTo>
                    <a:pt x="48" y="174"/>
                  </a:lnTo>
                  <a:lnTo>
                    <a:pt x="64" y="174"/>
                  </a:lnTo>
                  <a:lnTo>
                    <a:pt x="80" y="174"/>
                  </a:lnTo>
                  <a:lnTo>
                    <a:pt x="80" y="174"/>
                  </a:lnTo>
                  <a:lnTo>
                    <a:pt x="80" y="174"/>
                  </a:lnTo>
                  <a:lnTo>
                    <a:pt x="80" y="174"/>
                  </a:lnTo>
                  <a:lnTo>
                    <a:pt x="80" y="174"/>
                  </a:lnTo>
                  <a:cubicBezTo>
                    <a:pt x="111" y="174"/>
                    <a:pt x="111" y="158"/>
                    <a:pt x="111" y="127"/>
                  </a:cubicBezTo>
                  <a:cubicBezTo>
                    <a:pt x="111" y="111"/>
                    <a:pt x="95" y="111"/>
                    <a:pt x="80" y="95"/>
                  </a:cubicBezTo>
                  <a:lnTo>
                    <a:pt x="111" y="32"/>
                  </a:lnTo>
                  <a:cubicBezTo>
                    <a:pt x="111"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7" name="Google Shape;1947;p38"/>
            <p:cNvSpPr/>
            <p:nvPr/>
          </p:nvSpPr>
          <p:spPr>
            <a:xfrm>
              <a:off x="3196549" y="1810803"/>
              <a:ext cx="3562" cy="3021"/>
            </a:xfrm>
            <a:custGeom>
              <a:avLst/>
              <a:gdLst/>
              <a:ahLst/>
              <a:cxnLst/>
              <a:rect l="l" t="t" r="r" b="b"/>
              <a:pathLst>
                <a:path w="112" h="95" extrusionOk="0">
                  <a:moveTo>
                    <a:pt x="32" y="0"/>
                  </a:moveTo>
                  <a:lnTo>
                    <a:pt x="32" y="0"/>
                  </a:lnTo>
                  <a:cubicBezTo>
                    <a:pt x="17" y="0"/>
                    <a:pt x="17" y="17"/>
                    <a:pt x="0" y="17"/>
                  </a:cubicBezTo>
                  <a:cubicBezTo>
                    <a:pt x="0" y="32"/>
                    <a:pt x="0" y="48"/>
                    <a:pt x="17" y="63"/>
                  </a:cubicBezTo>
                  <a:lnTo>
                    <a:pt x="48" y="95"/>
                  </a:lnTo>
                  <a:lnTo>
                    <a:pt x="63" y="95"/>
                  </a:lnTo>
                  <a:lnTo>
                    <a:pt x="95" y="95"/>
                  </a:lnTo>
                  <a:cubicBezTo>
                    <a:pt x="111" y="80"/>
                    <a:pt x="95" y="48"/>
                    <a:pt x="95" y="48"/>
                  </a:cubicBezTo>
                  <a:lnTo>
                    <a:pt x="48"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8" name="Google Shape;1948;p38"/>
            <p:cNvSpPr/>
            <p:nvPr/>
          </p:nvSpPr>
          <p:spPr>
            <a:xfrm>
              <a:off x="3434059" y="1752666"/>
              <a:ext cx="4039" cy="3562"/>
            </a:xfrm>
            <a:custGeom>
              <a:avLst/>
              <a:gdLst/>
              <a:ahLst/>
              <a:cxnLst/>
              <a:rect l="l" t="t" r="r" b="b"/>
              <a:pathLst>
                <a:path w="127" h="112" extrusionOk="0">
                  <a:moveTo>
                    <a:pt x="17" y="0"/>
                  </a:moveTo>
                  <a:lnTo>
                    <a:pt x="0" y="17"/>
                  </a:lnTo>
                  <a:lnTo>
                    <a:pt x="0" y="17"/>
                  </a:lnTo>
                  <a:lnTo>
                    <a:pt x="0" y="17"/>
                  </a:lnTo>
                  <a:cubicBezTo>
                    <a:pt x="0" y="48"/>
                    <a:pt x="0" y="80"/>
                    <a:pt x="32" y="95"/>
                  </a:cubicBezTo>
                  <a:cubicBezTo>
                    <a:pt x="32" y="95"/>
                    <a:pt x="48" y="111"/>
                    <a:pt x="63" y="111"/>
                  </a:cubicBezTo>
                  <a:lnTo>
                    <a:pt x="63" y="111"/>
                  </a:lnTo>
                  <a:lnTo>
                    <a:pt x="95" y="111"/>
                  </a:lnTo>
                  <a:cubicBezTo>
                    <a:pt x="111" y="111"/>
                    <a:pt x="126" y="80"/>
                    <a:pt x="111" y="64"/>
                  </a:cubicBezTo>
                  <a:cubicBezTo>
                    <a:pt x="111" y="48"/>
                    <a:pt x="111" y="48"/>
                    <a:pt x="95" y="48"/>
                  </a:cubicBezTo>
                  <a:lnTo>
                    <a:pt x="63" y="48"/>
                  </a:lnTo>
                  <a:lnTo>
                    <a:pt x="63" y="48"/>
                  </a:lnTo>
                  <a:cubicBezTo>
                    <a:pt x="63" y="48"/>
                    <a:pt x="48" y="48"/>
                    <a:pt x="48" y="32"/>
                  </a:cubicBezTo>
                  <a:lnTo>
                    <a:pt x="1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49" name="Google Shape;1949;p38"/>
            <p:cNvSpPr/>
            <p:nvPr/>
          </p:nvSpPr>
          <p:spPr>
            <a:xfrm>
              <a:off x="3397485" y="1797763"/>
              <a:ext cx="4039" cy="3562"/>
            </a:xfrm>
            <a:custGeom>
              <a:avLst/>
              <a:gdLst/>
              <a:ahLst/>
              <a:cxnLst/>
              <a:rect l="l" t="t" r="r" b="b"/>
              <a:pathLst>
                <a:path w="127" h="112" extrusionOk="0">
                  <a:moveTo>
                    <a:pt x="95" y="0"/>
                  </a:moveTo>
                  <a:lnTo>
                    <a:pt x="95" y="0"/>
                  </a:lnTo>
                  <a:cubicBezTo>
                    <a:pt x="79" y="0"/>
                    <a:pt x="79" y="17"/>
                    <a:pt x="64" y="17"/>
                  </a:cubicBezTo>
                  <a:lnTo>
                    <a:pt x="64" y="32"/>
                  </a:lnTo>
                  <a:lnTo>
                    <a:pt x="64" y="32"/>
                  </a:lnTo>
                  <a:lnTo>
                    <a:pt x="47" y="32"/>
                  </a:lnTo>
                  <a:lnTo>
                    <a:pt x="32" y="32"/>
                  </a:lnTo>
                  <a:cubicBezTo>
                    <a:pt x="32" y="32"/>
                    <a:pt x="16" y="32"/>
                    <a:pt x="16" y="48"/>
                  </a:cubicBezTo>
                  <a:cubicBezTo>
                    <a:pt x="1" y="64"/>
                    <a:pt x="16" y="80"/>
                    <a:pt x="32" y="95"/>
                  </a:cubicBezTo>
                  <a:lnTo>
                    <a:pt x="32" y="95"/>
                  </a:lnTo>
                  <a:lnTo>
                    <a:pt x="47" y="111"/>
                  </a:lnTo>
                  <a:lnTo>
                    <a:pt x="64" y="111"/>
                  </a:lnTo>
                  <a:lnTo>
                    <a:pt x="64" y="111"/>
                  </a:lnTo>
                  <a:lnTo>
                    <a:pt x="64" y="111"/>
                  </a:lnTo>
                  <a:cubicBezTo>
                    <a:pt x="79" y="111"/>
                    <a:pt x="79" y="111"/>
                    <a:pt x="95" y="95"/>
                  </a:cubicBezTo>
                  <a:lnTo>
                    <a:pt x="95" y="95"/>
                  </a:lnTo>
                  <a:lnTo>
                    <a:pt x="127" y="64"/>
                  </a:lnTo>
                  <a:lnTo>
                    <a:pt x="127" y="64"/>
                  </a:lnTo>
                  <a:lnTo>
                    <a:pt x="127" y="17"/>
                  </a:lnTo>
                  <a:lnTo>
                    <a:pt x="110" y="17"/>
                  </a:lnTo>
                  <a:cubicBezTo>
                    <a:pt x="110"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0" name="Google Shape;1950;p38"/>
            <p:cNvSpPr/>
            <p:nvPr/>
          </p:nvSpPr>
          <p:spPr>
            <a:xfrm>
              <a:off x="3058235" y="1825814"/>
              <a:ext cx="3053" cy="4039"/>
            </a:xfrm>
            <a:custGeom>
              <a:avLst/>
              <a:gdLst/>
              <a:ahLst/>
              <a:cxnLst/>
              <a:rect l="l" t="t" r="r" b="b"/>
              <a:pathLst>
                <a:path w="96" h="127" extrusionOk="0">
                  <a:moveTo>
                    <a:pt x="17" y="1"/>
                  </a:moveTo>
                  <a:cubicBezTo>
                    <a:pt x="1" y="1"/>
                    <a:pt x="1" y="17"/>
                    <a:pt x="1" y="17"/>
                  </a:cubicBezTo>
                  <a:lnTo>
                    <a:pt x="1" y="32"/>
                  </a:lnTo>
                  <a:lnTo>
                    <a:pt x="1" y="49"/>
                  </a:lnTo>
                  <a:lnTo>
                    <a:pt x="1" y="80"/>
                  </a:lnTo>
                  <a:cubicBezTo>
                    <a:pt x="1" y="95"/>
                    <a:pt x="1" y="112"/>
                    <a:pt x="17" y="112"/>
                  </a:cubicBezTo>
                  <a:lnTo>
                    <a:pt x="48" y="127"/>
                  </a:lnTo>
                  <a:lnTo>
                    <a:pt x="48" y="127"/>
                  </a:lnTo>
                  <a:lnTo>
                    <a:pt x="64" y="127"/>
                  </a:lnTo>
                  <a:cubicBezTo>
                    <a:pt x="64" y="127"/>
                    <a:pt x="80" y="127"/>
                    <a:pt x="95" y="112"/>
                  </a:cubicBezTo>
                  <a:cubicBezTo>
                    <a:pt x="95" y="95"/>
                    <a:pt x="95" y="80"/>
                    <a:pt x="80" y="64"/>
                  </a:cubicBezTo>
                  <a:lnTo>
                    <a:pt x="80" y="64"/>
                  </a:lnTo>
                  <a:lnTo>
                    <a:pt x="64" y="64"/>
                  </a:lnTo>
                  <a:lnTo>
                    <a:pt x="64" y="64"/>
                  </a:lnTo>
                  <a:lnTo>
                    <a:pt x="64" y="32"/>
                  </a:lnTo>
                  <a:lnTo>
                    <a:pt x="64" y="1"/>
                  </a:lnTo>
                  <a:lnTo>
                    <a:pt x="32"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1" name="Google Shape;1951;p38"/>
            <p:cNvSpPr/>
            <p:nvPr/>
          </p:nvSpPr>
          <p:spPr>
            <a:xfrm>
              <a:off x="3366922" y="1793279"/>
              <a:ext cx="5534" cy="4039"/>
            </a:xfrm>
            <a:custGeom>
              <a:avLst/>
              <a:gdLst/>
              <a:ahLst/>
              <a:cxnLst/>
              <a:rect l="l" t="t" r="r" b="b"/>
              <a:pathLst>
                <a:path w="174" h="127" extrusionOk="0">
                  <a:moveTo>
                    <a:pt x="32" y="0"/>
                  </a:moveTo>
                  <a:lnTo>
                    <a:pt x="32" y="0"/>
                  </a:lnTo>
                  <a:cubicBezTo>
                    <a:pt x="16" y="0"/>
                    <a:pt x="0" y="15"/>
                    <a:pt x="0" y="32"/>
                  </a:cubicBezTo>
                  <a:lnTo>
                    <a:pt x="0" y="95"/>
                  </a:lnTo>
                  <a:cubicBezTo>
                    <a:pt x="0" y="110"/>
                    <a:pt x="16" y="126"/>
                    <a:pt x="32" y="126"/>
                  </a:cubicBezTo>
                  <a:lnTo>
                    <a:pt x="48" y="126"/>
                  </a:lnTo>
                  <a:lnTo>
                    <a:pt x="142" y="110"/>
                  </a:lnTo>
                  <a:cubicBezTo>
                    <a:pt x="158" y="110"/>
                    <a:pt x="174" y="95"/>
                    <a:pt x="174" y="78"/>
                  </a:cubicBezTo>
                  <a:cubicBezTo>
                    <a:pt x="174" y="47"/>
                    <a:pt x="158" y="47"/>
                    <a:pt x="142" y="47"/>
                  </a:cubicBezTo>
                  <a:lnTo>
                    <a:pt x="142" y="47"/>
                  </a:lnTo>
                  <a:lnTo>
                    <a:pt x="63" y="47"/>
                  </a:lnTo>
                  <a:lnTo>
                    <a:pt x="63" y="32"/>
                  </a:lnTo>
                  <a:cubicBezTo>
                    <a:pt x="63" y="15"/>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2" name="Google Shape;1952;p38"/>
            <p:cNvSpPr/>
            <p:nvPr/>
          </p:nvSpPr>
          <p:spPr>
            <a:xfrm>
              <a:off x="3356872" y="1800785"/>
              <a:ext cx="2576" cy="3530"/>
            </a:xfrm>
            <a:custGeom>
              <a:avLst/>
              <a:gdLst/>
              <a:ahLst/>
              <a:cxnLst/>
              <a:rect l="l" t="t" r="r" b="b"/>
              <a:pathLst>
                <a:path w="81" h="111" extrusionOk="0">
                  <a:moveTo>
                    <a:pt x="32" y="0"/>
                  </a:moveTo>
                  <a:lnTo>
                    <a:pt x="32" y="0"/>
                  </a:lnTo>
                  <a:lnTo>
                    <a:pt x="32" y="0"/>
                  </a:lnTo>
                  <a:lnTo>
                    <a:pt x="32" y="16"/>
                  </a:lnTo>
                  <a:cubicBezTo>
                    <a:pt x="32" y="16"/>
                    <a:pt x="32" y="32"/>
                    <a:pt x="17" y="32"/>
                  </a:cubicBezTo>
                  <a:lnTo>
                    <a:pt x="17" y="48"/>
                  </a:lnTo>
                  <a:cubicBezTo>
                    <a:pt x="32" y="63"/>
                    <a:pt x="32" y="79"/>
                    <a:pt x="17" y="95"/>
                  </a:cubicBezTo>
                  <a:lnTo>
                    <a:pt x="1" y="111"/>
                  </a:lnTo>
                  <a:lnTo>
                    <a:pt x="1" y="111"/>
                  </a:lnTo>
                  <a:lnTo>
                    <a:pt x="17" y="111"/>
                  </a:lnTo>
                  <a:lnTo>
                    <a:pt x="32" y="111"/>
                  </a:lnTo>
                  <a:cubicBezTo>
                    <a:pt x="49" y="111"/>
                    <a:pt x="49" y="111"/>
                    <a:pt x="64" y="95"/>
                  </a:cubicBezTo>
                  <a:lnTo>
                    <a:pt x="64" y="95"/>
                  </a:lnTo>
                  <a:lnTo>
                    <a:pt x="64" y="48"/>
                  </a:lnTo>
                  <a:cubicBezTo>
                    <a:pt x="80" y="32"/>
                    <a:pt x="64" y="32"/>
                    <a:pt x="64" y="16"/>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3" name="Google Shape;1953;p38"/>
            <p:cNvSpPr/>
            <p:nvPr/>
          </p:nvSpPr>
          <p:spPr>
            <a:xfrm>
              <a:off x="3313301" y="1804792"/>
              <a:ext cx="4039" cy="2544"/>
            </a:xfrm>
            <a:custGeom>
              <a:avLst/>
              <a:gdLst/>
              <a:ahLst/>
              <a:cxnLst/>
              <a:rect l="l" t="t" r="r" b="b"/>
              <a:pathLst>
                <a:path w="127" h="80" extrusionOk="0">
                  <a:moveTo>
                    <a:pt x="47" y="0"/>
                  </a:moveTo>
                  <a:lnTo>
                    <a:pt x="47" y="0"/>
                  </a:lnTo>
                  <a:cubicBezTo>
                    <a:pt x="32" y="0"/>
                    <a:pt x="16" y="16"/>
                    <a:pt x="16" y="32"/>
                  </a:cubicBezTo>
                  <a:cubicBezTo>
                    <a:pt x="1" y="48"/>
                    <a:pt x="16" y="63"/>
                    <a:pt x="32" y="63"/>
                  </a:cubicBezTo>
                  <a:lnTo>
                    <a:pt x="79" y="79"/>
                  </a:lnTo>
                  <a:lnTo>
                    <a:pt x="95" y="79"/>
                  </a:lnTo>
                  <a:cubicBezTo>
                    <a:pt x="110" y="79"/>
                    <a:pt x="127" y="63"/>
                    <a:pt x="127" y="48"/>
                  </a:cubicBezTo>
                  <a:cubicBezTo>
                    <a:pt x="127" y="32"/>
                    <a:pt x="110" y="16"/>
                    <a:pt x="95"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4" name="Google Shape;1954;p38"/>
            <p:cNvSpPr/>
            <p:nvPr/>
          </p:nvSpPr>
          <p:spPr>
            <a:xfrm>
              <a:off x="3422037" y="1790258"/>
              <a:ext cx="6551" cy="6042"/>
            </a:xfrm>
            <a:custGeom>
              <a:avLst/>
              <a:gdLst/>
              <a:ahLst/>
              <a:cxnLst/>
              <a:rect l="l" t="t" r="r" b="b"/>
              <a:pathLst>
                <a:path w="206" h="190" extrusionOk="0">
                  <a:moveTo>
                    <a:pt x="32" y="1"/>
                  </a:moveTo>
                  <a:lnTo>
                    <a:pt x="32" y="1"/>
                  </a:lnTo>
                  <a:lnTo>
                    <a:pt x="17" y="1"/>
                  </a:lnTo>
                  <a:cubicBezTo>
                    <a:pt x="0" y="1"/>
                    <a:pt x="0" y="16"/>
                    <a:pt x="0" y="16"/>
                  </a:cubicBezTo>
                  <a:cubicBezTo>
                    <a:pt x="0" y="32"/>
                    <a:pt x="0" y="64"/>
                    <a:pt x="17" y="64"/>
                  </a:cubicBezTo>
                  <a:lnTo>
                    <a:pt x="32" y="64"/>
                  </a:lnTo>
                  <a:lnTo>
                    <a:pt x="95" y="95"/>
                  </a:lnTo>
                  <a:lnTo>
                    <a:pt x="95" y="95"/>
                  </a:lnTo>
                  <a:lnTo>
                    <a:pt x="111" y="127"/>
                  </a:lnTo>
                  <a:lnTo>
                    <a:pt x="126" y="142"/>
                  </a:lnTo>
                  <a:lnTo>
                    <a:pt x="143" y="158"/>
                  </a:lnTo>
                  <a:lnTo>
                    <a:pt x="143" y="158"/>
                  </a:lnTo>
                  <a:cubicBezTo>
                    <a:pt x="143" y="173"/>
                    <a:pt x="158" y="190"/>
                    <a:pt x="174" y="190"/>
                  </a:cubicBezTo>
                  <a:lnTo>
                    <a:pt x="189" y="173"/>
                  </a:lnTo>
                  <a:cubicBezTo>
                    <a:pt x="189" y="173"/>
                    <a:pt x="206" y="158"/>
                    <a:pt x="206" y="142"/>
                  </a:cubicBezTo>
                  <a:lnTo>
                    <a:pt x="206" y="142"/>
                  </a:lnTo>
                  <a:lnTo>
                    <a:pt x="158" y="47"/>
                  </a:lnTo>
                  <a:lnTo>
                    <a:pt x="143" y="32"/>
                  </a:lnTo>
                  <a:lnTo>
                    <a:pt x="95" y="16"/>
                  </a:lnTo>
                  <a:lnTo>
                    <a:pt x="48"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5" name="Google Shape;1955;p38"/>
            <p:cNvSpPr/>
            <p:nvPr/>
          </p:nvSpPr>
          <p:spPr>
            <a:xfrm>
              <a:off x="3401492" y="1786727"/>
              <a:ext cx="8046" cy="5057"/>
            </a:xfrm>
            <a:custGeom>
              <a:avLst/>
              <a:gdLst/>
              <a:ahLst/>
              <a:cxnLst/>
              <a:rect l="l" t="t" r="r" b="b"/>
              <a:pathLst>
                <a:path w="253" h="159" extrusionOk="0">
                  <a:moveTo>
                    <a:pt x="142" y="1"/>
                  </a:moveTo>
                  <a:lnTo>
                    <a:pt x="127" y="1"/>
                  </a:lnTo>
                  <a:cubicBezTo>
                    <a:pt x="127" y="1"/>
                    <a:pt x="110" y="1"/>
                    <a:pt x="110" y="17"/>
                  </a:cubicBezTo>
                  <a:lnTo>
                    <a:pt x="95" y="17"/>
                  </a:lnTo>
                  <a:lnTo>
                    <a:pt x="95" y="32"/>
                  </a:lnTo>
                  <a:lnTo>
                    <a:pt x="16" y="80"/>
                  </a:lnTo>
                  <a:lnTo>
                    <a:pt x="16" y="95"/>
                  </a:lnTo>
                  <a:cubicBezTo>
                    <a:pt x="1" y="95"/>
                    <a:pt x="1" y="127"/>
                    <a:pt x="1" y="143"/>
                  </a:cubicBezTo>
                  <a:cubicBezTo>
                    <a:pt x="16" y="143"/>
                    <a:pt x="32" y="158"/>
                    <a:pt x="32" y="158"/>
                  </a:cubicBezTo>
                  <a:cubicBezTo>
                    <a:pt x="47" y="158"/>
                    <a:pt x="47" y="143"/>
                    <a:pt x="64" y="143"/>
                  </a:cubicBezTo>
                  <a:lnTo>
                    <a:pt x="110" y="95"/>
                  </a:lnTo>
                  <a:lnTo>
                    <a:pt x="142" y="64"/>
                  </a:lnTo>
                  <a:lnTo>
                    <a:pt x="173" y="80"/>
                  </a:lnTo>
                  <a:lnTo>
                    <a:pt x="205" y="80"/>
                  </a:lnTo>
                  <a:lnTo>
                    <a:pt x="221" y="80"/>
                  </a:lnTo>
                  <a:lnTo>
                    <a:pt x="237" y="80"/>
                  </a:lnTo>
                  <a:cubicBezTo>
                    <a:pt x="237" y="64"/>
                    <a:pt x="253" y="64"/>
                    <a:pt x="253" y="49"/>
                  </a:cubicBezTo>
                  <a:cubicBezTo>
                    <a:pt x="253" y="32"/>
                    <a:pt x="237" y="17"/>
                    <a:pt x="221" y="17"/>
                  </a:cubicBezTo>
                  <a:lnTo>
                    <a:pt x="205" y="1"/>
                  </a:lnTo>
                  <a:lnTo>
                    <a:pt x="173" y="1"/>
                  </a:lnTo>
                  <a:lnTo>
                    <a:pt x="14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6" name="Google Shape;1956;p38"/>
            <p:cNvSpPr/>
            <p:nvPr/>
          </p:nvSpPr>
          <p:spPr>
            <a:xfrm>
              <a:off x="3287253" y="1813792"/>
              <a:ext cx="5057" cy="3562"/>
            </a:xfrm>
            <a:custGeom>
              <a:avLst/>
              <a:gdLst/>
              <a:ahLst/>
              <a:cxnLst/>
              <a:rect l="l" t="t" r="r" b="b"/>
              <a:pathLst>
                <a:path w="159" h="112" extrusionOk="0">
                  <a:moveTo>
                    <a:pt x="158" y="1"/>
                  </a:moveTo>
                  <a:lnTo>
                    <a:pt x="142" y="1"/>
                  </a:lnTo>
                  <a:lnTo>
                    <a:pt x="127" y="17"/>
                  </a:lnTo>
                  <a:cubicBezTo>
                    <a:pt x="127" y="17"/>
                    <a:pt x="142" y="32"/>
                    <a:pt x="142" y="49"/>
                  </a:cubicBezTo>
                  <a:cubicBezTo>
                    <a:pt x="142" y="64"/>
                    <a:pt x="127" y="64"/>
                    <a:pt x="110" y="80"/>
                  </a:cubicBezTo>
                  <a:lnTo>
                    <a:pt x="95" y="95"/>
                  </a:lnTo>
                  <a:lnTo>
                    <a:pt x="79" y="95"/>
                  </a:lnTo>
                  <a:cubicBezTo>
                    <a:pt x="64" y="95"/>
                    <a:pt x="47" y="95"/>
                    <a:pt x="47" y="80"/>
                  </a:cubicBezTo>
                  <a:lnTo>
                    <a:pt x="32" y="49"/>
                  </a:lnTo>
                  <a:lnTo>
                    <a:pt x="32" y="49"/>
                  </a:lnTo>
                  <a:cubicBezTo>
                    <a:pt x="1" y="64"/>
                    <a:pt x="1" y="80"/>
                    <a:pt x="1" y="95"/>
                  </a:cubicBezTo>
                  <a:cubicBezTo>
                    <a:pt x="16" y="112"/>
                    <a:pt x="32" y="112"/>
                    <a:pt x="32" y="112"/>
                  </a:cubicBezTo>
                  <a:lnTo>
                    <a:pt x="47" y="112"/>
                  </a:lnTo>
                  <a:lnTo>
                    <a:pt x="95" y="95"/>
                  </a:lnTo>
                  <a:lnTo>
                    <a:pt x="95" y="95"/>
                  </a:lnTo>
                  <a:lnTo>
                    <a:pt x="142" y="80"/>
                  </a:lnTo>
                  <a:lnTo>
                    <a:pt x="158" y="64"/>
                  </a:lnTo>
                  <a:lnTo>
                    <a:pt x="158" y="49"/>
                  </a:lnTo>
                  <a:lnTo>
                    <a:pt x="15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7" name="Google Shape;1957;p38"/>
            <p:cNvSpPr/>
            <p:nvPr/>
          </p:nvSpPr>
          <p:spPr>
            <a:xfrm>
              <a:off x="3432055" y="1783261"/>
              <a:ext cx="8555" cy="6042"/>
            </a:xfrm>
            <a:custGeom>
              <a:avLst/>
              <a:gdLst/>
              <a:ahLst/>
              <a:cxnLst/>
              <a:rect l="l" t="t" r="r" b="b"/>
              <a:pathLst>
                <a:path w="269" h="190" extrusionOk="0">
                  <a:moveTo>
                    <a:pt x="48" y="0"/>
                  </a:moveTo>
                  <a:lnTo>
                    <a:pt x="48" y="0"/>
                  </a:lnTo>
                  <a:cubicBezTo>
                    <a:pt x="32" y="0"/>
                    <a:pt x="17" y="15"/>
                    <a:pt x="17" y="15"/>
                  </a:cubicBezTo>
                  <a:lnTo>
                    <a:pt x="17" y="32"/>
                  </a:lnTo>
                  <a:lnTo>
                    <a:pt x="0" y="63"/>
                  </a:lnTo>
                  <a:lnTo>
                    <a:pt x="0" y="63"/>
                  </a:lnTo>
                  <a:lnTo>
                    <a:pt x="0" y="78"/>
                  </a:lnTo>
                  <a:cubicBezTo>
                    <a:pt x="0" y="95"/>
                    <a:pt x="0" y="95"/>
                    <a:pt x="17" y="95"/>
                  </a:cubicBezTo>
                  <a:lnTo>
                    <a:pt x="17" y="95"/>
                  </a:lnTo>
                  <a:cubicBezTo>
                    <a:pt x="17" y="95"/>
                    <a:pt x="17" y="110"/>
                    <a:pt x="32" y="110"/>
                  </a:cubicBezTo>
                  <a:lnTo>
                    <a:pt x="48" y="110"/>
                  </a:lnTo>
                  <a:lnTo>
                    <a:pt x="63" y="110"/>
                  </a:lnTo>
                  <a:lnTo>
                    <a:pt x="80" y="110"/>
                  </a:lnTo>
                  <a:lnTo>
                    <a:pt x="111" y="110"/>
                  </a:lnTo>
                  <a:cubicBezTo>
                    <a:pt x="111" y="126"/>
                    <a:pt x="126" y="126"/>
                    <a:pt x="143" y="141"/>
                  </a:cubicBezTo>
                  <a:cubicBezTo>
                    <a:pt x="143" y="141"/>
                    <a:pt x="158" y="141"/>
                    <a:pt x="158" y="158"/>
                  </a:cubicBezTo>
                  <a:lnTo>
                    <a:pt x="158" y="158"/>
                  </a:lnTo>
                  <a:cubicBezTo>
                    <a:pt x="174" y="173"/>
                    <a:pt x="189" y="189"/>
                    <a:pt x="221" y="189"/>
                  </a:cubicBezTo>
                  <a:lnTo>
                    <a:pt x="221" y="189"/>
                  </a:lnTo>
                  <a:lnTo>
                    <a:pt x="237" y="189"/>
                  </a:lnTo>
                  <a:lnTo>
                    <a:pt x="252" y="189"/>
                  </a:lnTo>
                  <a:cubicBezTo>
                    <a:pt x="252" y="189"/>
                    <a:pt x="252" y="173"/>
                    <a:pt x="269" y="173"/>
                  </a:cubicBezTo>
                  <a:cubicBezTo>
                    <a:pt x="269" y="158"/>
                    <a:pt x="269" y="141"/>
                    <a:pt x="252" y="126"/>
                  </a:cubicBezTo>
                  <a:cubicBezTo>
                    <a:pt x="237" y="126"/>
                    <a:pt x="221" y="110"/>
                    <a:pt x="206" y="95"/>
                  </a:cubicBezTo>
                  <a:cubicBezTo>
                    <a:pt x="174" y="78"/>
                    <a:pt x="126" y="47"/>
                    <a:pt x="80" y="47"/>
                  </a:cubicBezTo>
                  <a:cubicBezTo>
                    <a:pt x="80" y="32"/>
                    <a:pt x="80" y="15"/>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8" name="Google Shape;1958;p38"/>
            <p:cNvSpPr/>
            <p:nvPr/>
          </p:nvSpPr>
          <p:spPr>
            <a:xfrm>
              <a:off x="3157463" y="1813792"/>
              <a:ext cx="3021" cy="2576"/>
            </a:xfrm>
            <a:custGeom>
              <a:avLst/>
              <a:gdLst/>
              <a:ahLst/>
              <a:cxnLst/>
              <a:rect l="l" t="t" r="r" b="b"/>
              <a:pathLst>
                <a:path w="95" h="81" extrusionOk="0">
                  <a:moveTo>
                    <a:pt x="32" y="1"/>
                  </a:moveTo>
                  <a:lnTo>
                    <a:pt x="32" y="1"/>
                  </a:lnTo>
                  <a:lnTo>
                    <a:pt x="17" y="1"/>
                  </a:lnTo>
                  <a:cubicBezTo>
                    <a:pt x="17" y="1"/>
                    <a:pt x="0" y="17"/>
                    <a:pt x="0" y="32"/>
                  </a:cubicBezTo>
                  <a:lnTo>
                    <a:pt x="0" y="32"/>
                  </a:lnTo>
                  <a:cubicBezTo>
                    <a:pt x="0" y="49"/>
                    <a:pt x="0" y="64"/>
                    <a:pt x="17" y="64"/>
                  </a:cubicBezTo>
                  <a:lnTo>
                    <a:pt x="63" y="80"/>
                  </a:lnTo>
                  <a:lnTo>
                    <a:pt x="95" y="32"/>
                  </a:lnTo>
                  <a:lnTo>
                    <a:pt x="95"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59" name="Google Shape;1959;p38"/>
            <p:cNvSpPr/>
            <p:nvPr/>
          </p:nvSpPr>
          <p:spPr>
            <a:xfrm>
              <a:off x="3161979" y="1819803"/>
              <a:ext cx="4039" cy="3053"/>
            </a:xfrm>
            <a:custGeom>
              <a:avLst/>
              <a:gdLst/>
              <a:ahLst/>
              <a:cxnLst/>
              <a:rect l="l" t="t" r="r" b="b"/>
              <a:pathLst>
                <a:path w="127" h="96" extrusionOk="0">
                  <a:moveTo>
                    <a:pt x="79" y="1"/>
                  </a:moveTo>
                  <a:lnTo>
                    <a:pt x="79" y="1"/>
                  </a:lnTo>
                  <a:lnTo>
                    <a:pt x="64" y="1"/>
                  </a:lnTo>
                  <a:lnTo>
                    <a:pt x="32" y="1"/>
                  </a:lnTo>
                  <a:cubicBezTo>
                    <a:pt x="47" y="17"/>
                    <a:pt x="47" y="32"/>
                    <a:pt x="47" y="49"/>
                  </a:cubicBezTo>
                  <a:cubicBezTo>
                    <a:pt x="47" y="64"/>
                    <a:pt x="32" y="64"/>
                    <a:pt x="16" y="64"/>
                  </a:cubicBezTo>
                  <a:lnTo>
                    <a:pt x="1" y="64"/>
                  </a:lnTo>
                  <a:lnTo>
                    <a:pt x="1" y="64"/>
                  </a:lnTo>
                  <a:cubicBezTo>
                    <a:pt x="1" y="80"/>
                    <a:pt x="16" y="80"/>
                    <a:pt x="16" y="80"/>
                  </a:cubicBezTo>
                  <a:lnTo>
                    <a:pt x="32" y="80"/>
                  </a:lnTo>
                  <a:lnTo>
                    <a:pt x="47" y="80"/>
                  </a:lnTo>
                  <a:lnTo>
                    <a:pt x="47" y="80"/>
                  </a:lnTo>
                  <a:cubicBezTo>
                    <a:pt x="64" y="80"/>
                    <a:pt x="64" y="80"/>
                    <a:pt x="64" y="95"/>
                  </a:cubicBezTo>
                  <a:lnTo>
                    <a:pt x="95" y="95"/>
                  </a:lnTo>
                  <a:lnTo>
                    <a:pt x="95" y="95"/>
                  </a:lnTo>
                  <a:cubicBezTo>
                    <a:pt x="110" y="95"/>
                    <a:pt x="127" y="64"/>
                    <a:pt x="127" y="49"/>
                  </a:cubicBezTo>
                  <a:lnTo>
                    <a:pt x="127" y="49"/>
                  </a:lnTo>
                  <a:lnTo>
                    <a:pt x="110" y="17"/>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0" name="Google Shape;1960;p38"/>
            <p:cNvSpPr/>
            <p:nvPr/>
          </p:nvSpPr>
          <p:spPr>
            <a:xfrm>
              <a:off x="3026177" y="1796269"/>
              <a:ext cx="5025" cy="3530"/>
            </a:xfrm>
            <a:custGeom>
              <a:avLst/>
              <a:gdLst/>
              <a:ahLst/>
              <a:cxnLst/>
              <a:rect l="l" t="t" r="r" b="b"/>
              <a:pathLst>
                <a:path w="158" h="111" extrusionOk="0">
                  <a:moveTo>
                    <a:pt x="48" y="1"/>
                  </a:moveTo>
                  <a:lnTo>
                    <a:pt x="32" y="1"/>
                  </a:lnTo>
                  <a:lnTo>
                    <a:pt x="17" y="1"/>
                  </a:lnTo>
                  <a:lnTo>
                    <a:pt x="17" y="16"/>
                  </a:lnTo>
                  <a:cubicBezTo>
                    <a:pt x="0" y="32"/>
                    <a:pt x="17" y="47"/>
                    <a:pt x="17" y="47"/>
                  </a:cubicBezTo>
                  <a:lnTo>
                    <a:pt x="32" y="64"/>
                  </a:lnTo>
                  <a:lnTo>
                    <a:pt x="48" y="64"/>
                  </a:lnTo>
                  <a:cubicBezTo>
                    <a:pt x="48" y="79"/>
                    <a:pt x="48" y="79"/>
                    <a:pt x="63" y="95"/>
                  </a:cubicBezTo>
                  <a:cubicBezTo>
                    <a:pt x="63" y="111"/>
                    <a:pt x="80" y="111"/>
                    <a:pt x="80" y="111"/>
                  </a:cubicBezTo>
                  <a:lnTo>
                    <a:pt x="95" y="111"/>
                  </a:lnTo>
                  <a:lnTo>
                    <a:pt x="95" y="111"/>
                  </a:lnTo>
                  <a:lnTo>
                    <a:pt x="126" y="95"/>
                  </a:lnTo>
                  <a:lnTo>
                    <a:pt x="143" y="95"/>
                  </a:lnTo>
                  <a:cubicBezTo>
                    <a:pt x="143" y="79"/>
                    <a:pt x="158" y="79"/>
                    <a:pt x="158" y="64"/>
                  </a:cubicBezTo>
                  <a:cubicBezTo>
                    <a:pt x="158" y="47"/>
                    <a:pt x="158" y="47"/>
                    <a:pt x="143" y="32"/>
                  </a:cubicBezTo>
                  <a:lnTo>
                    <a:pt x="143" y="32"/>
                  </a:lnTo>
                  <a:lnTo>
                    <a:pt x="126" y="16"/>
                  </a:lnTo>
                  <a:lnTo>
                    <a:pt x="111" y="1"/>
                  </a:lnTo>
                  <a:lnTo>
                    <a:pt x="63" y="1"/>
                  </a:lnTo>
                  <a:lnTo>
                    <a:pt x="48"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1" name="Google Shape;1961;p38"/>
            <p:cNvSpPr/>
            <p:nvPr/>
          </p:nvSpPr>
          <p:spPr>
            <a:xfrm>
              <a:off x="3087812" y="1788731"/>
              <a:ext cx="4039" cy="2035"/>
            </a:xfrm>
            <a:custGeom>
              <a:avLst/>
              <a:gdLst/>
              <a:ahLst/>
              <a:cxnLst/>
              <a:rect l="l" t="t" r="r" b="b"/>
              <a:pathLst>
                <a:path w="127" h="64" extrusionOk="0">
                  <a:moveTo>
                    <a:pt x="16" y="1"/>
                  </a:moveTo>
                  <a:lnTo>
                    <a:pt x="16" y="1"/>
                  </a:lnTo>
                  <a:lnTo>
                    <a:pt x="1" y="1"/>
                  </a:lnTo>
                  <a:cubicBezTo>
                    <a:pt x="16" y="1"/>
                    <a:pt x="32" y="17"/>
                    <a:pt x="32" y="32"/>
                  </a:cubicBezTo>
                  <a:cubicBezTo>
                    <a:pt x="47" y="49"/>
                    <a:pt x="32" y="64"/>
                    <a:pt x="16" y="64"/>
                  </a:cubicBezTo>
                  <a:lnTo>
                    <a:pt x="16" y="64"/>
                  </a:lnTo>
                  <a:lnTo>
                    <a:pt x="32" y="64"/>
                  </a:lnTo>
                  <a:lnTo>
                    <a:pt x="95" y="64"/>
                  </a:lnTo>
                  <a:cubicBezTo>
                    <a:pt x="110" y="64"/>
                    <a:pt x="127" y="49"/>
                    <a:pt x="127" y="32"/>
                  </a:cubicBezTo>
                  <a:cubicBezTo>
                    <a:pt x="127" y="17"/>
                    <a:pt x="110" y="17"/>
                    <a:pt x="110" y="1"/>
                  </a:cubicBezTo>
                  <a:lnTo>
                    <a:pt x="95"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2" name="Google Shape;1962;p38"/>
            <p:cNvSpPr/>
            <p:nvPr/>
          </p:nvSpPr>
          <p:spPr>
            <a:xfrm>
              <a:off x="3446081" y="1808290"/>
              <a:ext cx="3562" cy="3530"/>
            </a:xfrm>
            <a:custGeom>
              <a:avLst/>
              <a:gdLst/>
              <a:ahLst/>
              <a:cxnLst/>
              <a:rect l="l" t="t" r="r" b="b"/>
              <a:pathLst>
                <a:path w="112" h="111" extrusionOk="0">
                  <a:moveTo>
                    <a:pt x="48" y="1"/>
                  </a:moveTo>
                  <a:lnTo>
                    <a:pt x="48" y="1"/>
                  </a:lnTo>
                  <a:lnTo>
                    <a:pt x="48" y="1"/>
                  </a:lnTo>
                  <a:cubicBezTo>
                    <a:pt x="32" y="1"/>
                    <a:pt x="32" y="16"/>
                    <a:pt x="17" y="16"/>
                  </a:cubicBezTo>
                  <a:lnTo>
                    <a:pt x="17" y="32"/>
                  </a:lnTo>
                  <a:lnTo>
                    <a:pt x="0" y="64"/>
                  </a:lnTo>
                  <a:lnTo>
                    <a:pt x="0" y="96"/>
                  </a:lnTo>
                  <a:lnTo>
                    <a:pt x="17" y="111"/>
                  </a:lnTo>
                  <a:lnTo>
                    <a:pt x="17" y="111"/>
                  </a:lnTo>
                  <a:lnTo>
                    <a:pt x="32" y="111"/>
                  </a:lnTo>
                  <a:lnTo>
                    <a:pt x="48" y="111"/>
                  </a:lnTo>
                  <a:lnTo>
                    <a:pt x="80" y="96"/>
                  </a:lnTo>
                  <a:lnTo>
                    <a:pt x="95" y="96"/>
                  </a:lnTo>
                  <a:cubicBezTo>
                    <a:pt x="111" y="79"/>
                    <a:pt x="111" y="64"/>
                    <a:pt x="95" y="48"/>
                  </a:cubicBezTo>
                  <a:lnTo>
                    <a:pt x="95" y="32"/>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3" name="Google Shape;1963;p38"/>
            <p:cNvSpPr/>
            <p:nvPr/>
          </p:nvSpPr>
          <p:spPr>
            <a:xfrm>
              <a:off x="3429034" y="1808290"/>
              <a:ext cx="4580" cy="5534"/>
            </a:xfrm>
            <a:custGeom>
              <a:avLst/>
              <a:gdLst/>
              <a:ahLst/>
              <a:cxnLst/>
              <a:rect l="l" t="t" r="r" b="b"/>
              <a:pathLst>
                <a:path w="144" h="174" extrusionOk="0">
                  <a:moveTo>
                    <a:pt x="127" y="1"/>
                  </a:moveTo>
                  <a:lnTo>
                    <a:pt x="112" y="1"/>
                  </a:lnTo>
                  <a:cubicBezTo>
                    <a:pt x="95" y="1"/>
                    <a:pt x="95" y="16"/>
                    <a:pt x="80" y="32"/>
                  </a:cubicBezTo>
                  <a:lnTo>
                    <a:pt x="80" y="64"/>
                  </a:lnTo>
                  <a:lnTo>
                    <a:pt x="95" y="79"/>
                  </a:lnTo>
                  <a:cubicBezTo>
                    <a:pt x="112" y="79"/>
                    <a:pt x="112" y="111"/>
                    <a:pt x="95" y="127"/>
                  </a:cubicBezTo>
                  <a:lnTo>
                    <a:pt x="80" y="142"/>
                  </a:lnTo>
                  <a:cubicBezTo>
                    <a:pt x="64" y="142"/>
                    <a:pt x="64" y="142"/>
                    <a:pt x="49" y="127"/>
                  </a:cubicBezTo>
                  <a:lnTo>
                    <a:pt x="17" y="111"/>
                  </a:lnTo>
                  <a:lnTo>
                    <a:pt x="17" y="111"/>
                  </a:lnTo>
                  <a:cubicBezTo>
                    <a:pt x="1" y="127"/>
                    <a:pt x="1" y="142"/>
                    <a:pt x="1" y="159"/>
                  </a:cubicBezTo>
                  <a:cubicBezTo>
                    <a:pt x="17" y="174"/>
                    <a:pt x="32" y="174"/>
                    <a:pt x="32" y="174"/>
                  </a:cubicBezTo>
                  <a:lnTo>
                    <a:pt x="49" y="174"/>
                  </a:lnTo>
                  <a:lnTo>
                    <a:pt x="112" y="142"/>
                  </a:lnTo>
                  <a:cubicBezTo>
                    <a:pt x="127" y="142"/>
                    <a:pt x="127" y="142"/>
                    <a:pt x="143" y="127"/>
                  </a:cubicBezTo>
                  <a:lnTo>
                    <a:pt x="143" y="64"/>
                  </a:lnTo>
                  <a:lnTo>
                    <a:pt x="143" y="48"/>
                  </a:lnTo>
                  <a:cubicBezTo>
                    <a:pt x="127" y="32"/>
                    <a:pt x="127" y="16"/>
                    <a:pt x="143" y="16"/>
                  </a:cubicBezTo>
                  <a:cubicBezTo>
                    <a:pt x="143" y="1"/>
                    <a:pt x="127"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4" name="Google Shape;1964;p38"/>
            <p:cNvSpPr/>
            <p:nvPr/>
          </p:nvSpPr>
          <p:spPr>
            <a:xfrm>
              <a:off x="3084823" y="1788731"/>
              <a:ext cx="4516" cy="2576"/>
            </a:xfrm>
            <a:custGeom>
              <a:avLst/>
              <a:gdLst/>
              <a:ahLst/>
              <a:cxnLst/>
              <a:rect l="l" t="t" r="r" b="b"/>
              <a:pathLst>
                <a:path w="142" h="81" extrusionOk="0">
                  <a:moveTo>
                    <a:pt x="32" y="1"/>
                  </a:moveTo>
                  <a:lnTo>
                    <a:pt x="32" y="1"/>
                  </a:lnTo>
                  <a:lnTo>
                    <a:pt x="15" y="1"/>
                  </a:lnTo>
                  <a:lnTo>
                    <a:pt x="15" y="1"/>
                  </a:lnTo>
                  <a:lnTo>
                    <a:pt x="15" y="17"/>
                  </a:lnTo>
                  <a:cubicBezTo>
                    <a:pt x="15" y="17"/>
                    <a:pt x="15" y="32"/>
                    <a:pt x="0" y="49"/>
                  </a:cubicBezTo>
                  <a:lnTo>
                    <a:pt x="15" y="64"/>
                  </a:lnTo>
                  <a:cubicBezTo>
                    <a:pt x="15" y="64"/>
                    <a:pt x="15" y="80"/>
                    <a:pt x="32" y="80"/>
                  </a:cubicBezTo>
                  <a:lnTo>
                    <a:pt x="47" y="80"/>
                  </a:lnTo>
                  <a:lnTo>
                    <a:pt x="47" y="80"/>
                  </a:lnTo>
                  <a:lnTo>
                    <a:pt x="110" y="64"/>
                  </a:lnTo>
                  <a:lnTo>
                    <a:pt x="110" y="64"/>
                  </a:lnTo>
                  <a:cubicBezTo>
                    <a:pt x="126" y="64"/>
                    <a:pt x="141" y="49"/>
                    <a:pt x="126" y="32"/>
                  </a:cubicBezTo>
                  <a:cubicBezTo>
                    <a:pt x="126" y="17"/>
                    <a:pt x="110" y="1"/>
                    <a:pt x="95" y="1"/>
                  </a:cubicBezTo>
                  <a:lnTo>
                    <a:pt x="95" y="1"/>
                  </a:lnTo>
                  <a:lnTo>
                    <a:pt x="95" y="1"/>
                  </a:ln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5" name="Google Shape;1965;p38"/>
            <p:cNvSpPr/>
            <p:nvPr/>
          </p:nvSpPr>
          <p:spPr>
            <a:xfrm>
              <a:off x="3115354" y="1812329"/>
              <a:ext cx="3562" cy="5025"/>
            </a:xfrm>
            <a:custGeom>
              <a:avLst/>
              <a:gdLst/>
              <a:ahLst/>
              <a:cxnLst/>
              <a:rect l="l" t="t" r="r" b="b"/>
              <a:pathLst>
                <a:path w="112" h="158" extrusionOk="0">
                  <a:moveTo>
                    <a:pt x="32" y="0"/>
                  </a:moveTo>
                  <a:lnTo>
                    <a:pt x="32" y="0"/>
                  </a:lnTo>
                  <a:cubicBezTo>
                    <a:pt x="17" y="0"/>
                    <a:pt x="17" y="0"/>
                    <a:pt x="1" y="15"/>
                  </a:cubicBezTo>
                  <a:lnTo>
                    <a:pt x="1" y="15"/>
                  </a:lnTo>
                  <a:lnTo>
                    <a:pt x="17" y="15"/>
                  </a:lnTo>
                  <a:lnTo>
                    <a:pt x="17" y="15"/>
                  </a:lnTo>
                  <a:lnTo>
                    <a:pt x="49" y="15"/>
                  </a:lnTo>
                  <a:lnTo>
                    <a:pt x="64" y="15"/>
                  </a:lnTo>
                  <a:cubicBezTo>
                    <a:pt x="95" y="15"/>
                    <a:pt x="95" y="32"/>
                    <a:pt x="95" y="47"/>
                  </a:cubicBezTo>
                  <a:cubicBezTo>
                    <a:pt x="95" y="63"/>
                    <a:pt x="80" y="78"/>
                    <a:pt x="64" y="78"/>
                  </a:cubicBezTo>
                  <a:lnTo>
                    <a:pt x="64" y="78"/>
                  </a:lnTo>
                  <a:cubicBezTo>
                    <a:pt x="64" y="95"/>
                    <a:pt x="49" y="110"/>
                    <a:pt x="32" y="126"/>
                  </a:cubicBezTo>
                  <a:lnTo>
                    <a:pt x="17" y="126"/>
                  </a:lnTo>
                  <a:cubicBezTo>
                    <a:pt x="17" y="141"/>
                    <a:pt x="32" y="158"/>
                    <a:pt x="49" y="158"/>
                  </a:cubicBezTo>
                  <a:lnTo>
                    <a:pt x="64" y="158"/>
                  </a:lnTo>
                  <a:cubicBezTo>
                    <a:pt x="80" y="158"/>
                    <a:pt x="80" y="141"/>
                    <a:pt x="95" y="126"/>
                  </a:cubicBezTo>
                  <a:lnTo>
                    <a:pt x="95" y="110"/>
                  </a:lnTo>
                  <a:lnTo>
                    <a:pt x="95" y="110"/>
                  </a:lnTo>
                  <a:cubicBezTo>
                    <a:pt x="95" y="95"/>
                    <a:pt x="112" y="78"/>
                    <a:pt x="112" y="47"/>
                  </a:cubicBezTo>
                  <a:lnTo>
                    <a:pt x="112" y="47"/>
                  </a:lnTo>
                  <a:cubicBezTo>
                    <a:pt x="95" y="32"/>
                    <a:pt x="80" y="15"/>
                    <a:pt x="64" y="15"/>
                  </a:cubicBez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6" name="Google Shape;1966;p38"/>
            <p:cNvSpPr/>
            <p:nvPr/>
          </p:nvSpPr>
          <p:spPr>
            <a:xfrm>
              <a:off x="3025159" y="1791752"/>
              <a:ext cx="6042" cy="1558"/>
            </a:xfrm>
            <a:custGeom>
              <a:avLst/>
              <a:gdLst/>
              <a:ahLst/>
              <a:cxnLst/>
              <a:rect l="l" t="t" r="r" b="b"/>
              <a:pathLst>
                <a:path w="190" h="49" extrusionOk="0">
                  <a:moveTo>
                    <a:pt x="190" y="0"/>
                  </a:moveTo>
                  <a:cubicBezTo>
                    <a:pt x="127" y="0"/>
                    <a:pt x="64" y="17"/>
                    <a:pt x="1" y="17"/>
                  </a:cubicBezTo>
                  <a:lnTo>
                    <a:pt x="1" y="17"/>
                  </a:lnTo>
                  <a:cubicBezTo>
                    <a:pt x="1" y="32"/>
                    <a:pt x="17" y="48"/>
                    <a:pt x="32" y="48"/>
                  </a:cubicBezTo>
                  <a:lnTo>
                    <a:pt x="32" y="48"/>
                  </a:lnTo>
                  <a:lnTo>
                    <a:pt x="32" y="48"/>
                  </a:lnTo>
                  <a:lnTo>
                    <a:pt x="158" y="17"/>
                  </a:lnTo>
                  <a:cubicBezTo>
                    <a:pt x="175" y="17"/>
                    <a:pt x="190" y="17"/>
                    <a:pt x="19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7" name="Google Shape;1967;p38"/>
            <p:cNvSpPr/>
            <p:nvPr/>
          </p:nvSpPr>
          <p:spPr>
            <a:xfrm>
              <a:off x="3172474" y="1831825"/>
              <a:ext cx="3562" cy="3053"/>
            </a:xfrm>
            <a:custGeom>
              <a:avLst/>
              <a:gdLst/>
              <a:ahLst/>
              <a:cxnLst/>
              <a:rect l="l" t="t" r="r" b="b"/>
              <a:pathLst>
                <a:path w="112" h="96" extrusionOk="0">
                  <a:moveTo>
                    <a:pt x="32" y="1"/>
                  </a:moveTo>
                  <a:lnTo>
                    <a:pt x="17" y="1"/>
                  </a:lnTo>
                  <a:lnTo>
                    <a:pt x="17" y="1"/>
                  </a:lnTo>
                  <a:cubicBezTo>
                    <a:pt x="17" y="17"/>
                    <a:pt x="17" y="32"/>
                    <a:pt x="1" y="32"/>
                  </a:cubicBezTo>
                  <a:lnTo>
                    <a:pt x="1" y="49"/>
                  </a:lnTo>
                  <a:lnTo>
                    <a:pt x="17" y="64"/>
                  </a:lnTo>
                  <a:lnTo>
                    <a:pt x="64" y="80"/>
                  </a:lnTo>
                  <a:cubicBezTo>
                    <a:pt x="64" y="95"/>
                    <a:pt x="64" y="95"/>
                    <a:pt x="80" y="95"/>
                  </a:cubicBezTo>
                  <a:cubicBezTo>
                    <a:pt x="95" y="95"/>
                    <a:pt x="95" y="80"/>
                    <a:pt x="112" y="64"/>
                  </a:cubicBezTo>
                  <a:lnTo>
                    <a:pt x="112" y="64"/>
                  </a:lnTo>
                  <a:lnTo>
                    <a:pt x="112" y="32"/>
                  </a:lnTo>
                  <a:lnTo>
                    <a:pt x="95" y="32"/>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8" name="Google Shape;1968;p38"/>
            <p:cNvSpPr/>
            <p:nvPr/>
          </p:nvSpPr>
          <p:spPr>
            <a:xfrm>
              <a:off x="3316799" y="1815319"/>
              <a:ext cx="3021" cy="4516"/>
            </a:xfrm>
            <a:custGeom>
              <a:avLst/>
              <a:gdLst/>
              <a:ahLst/>
              <a:cxnLst/>
              <a:rect l="l" t="t" r="r" b="b"/>
              <a:pathLst>
                <a:path w="95" h="142" extrusionOk="0">
                  <a:moveTo>
                    <a:pt x="32" y="1"/>
                  </a:moveTo>
                  <a:lnTo>
                    <a:pt x="32" y="16"/>
                  </a:lnTo>
                  <a:lnTo>
                    <a:pt x="0" y="16"/>
                  </a:lnTo>
                  <a:lnTo>
                    <a:pt x="0" y="64"/>
                  </a:lnTo>
                  <a:lnTo>
                    <a:pt x="17" y="79"/>
                  </a:lnTo>
                  <a:lnTo>
                    <a:pt x="17" y="79"/>
                  </a:lnTo>
                  <a:lnTo>
                    <a:pt x="17" y="79"/>
                  </a:lnTo>
                  <a:lnTo>
                    <a:pt x="17" y="79"/>
                  </a:lnTo>
                  <a:lnTo>
                    <a:pt x="17" y="95"/>
                  </a:lnTo>
                  <a:cubicBezTo>
                    <a:pt x="0" y="110"/>
                    <a:pt x="17" y="127"/>
                    <a:pt x="32" y="142"/>
                  </a:cubicBezTo>
                  <a:lnTo>
                    <a:pt x="32" y="142"/>
                  </a:lnTo>
                  <a:lnTo>
                    <a:pt x="48" y="142"/>
                  </a:lnTo>
                  <a:lnTo>
                    <a:pt x="64" y="142"/>
                  </a:lnTo>
                  <a:cubicBezTo>
                    <a:pt x="48" y="127"/>
                    <a:pt x="48" y="127"/>
                    <a:pt x="48" y="110"/>
                  </a:cubicBezTo>
                  <a:cubicBezTo>
                    <a:pt x="48" y="95"/>
                    <a:pt x="64" y="79"/>
                    <a:pt x="80" y="79"/>
                  </a:cubicBezTo>
                  <a:lnTo>
                    <a:pt x="80" y="79"/>
                  </a:lnTo>
                  <a:lnTo>
                    <a:pt x="95" y="79"/>
                  </a:lnTo>
                  <a:cubicBezTo>
                    <a:pt x="95" y="64"/>
                    <a:pt x="80" y="47"/>
                    <a:pt x="80" y="47"/>
                  </a:cubicBezTo>
                  <a:lnTo>
                    <a:pt x="80" y="47"/>
                  </a:lnTo>
                  <a:lnTo>
                    <a:pt x="48" y="16"/>
                  </a:lnTo>
                  <a:lnTo>
                    <a:pt x="32"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69" name="Google Shape;1969;p38"/>
            <p:cNvSpPr/>
            <p:nvPr/>
          </p:nvSpPr>
          <p:spPr>
            <a:xfrm>
              <a:off x="3453109" y="1803297"/>
              <a:ext cx="4548" cy="3530"/>
            </a:xfrm>
            <a:custGeom>
              <a:avLst/>
              <a:gdLst/>
              <a:ahLst/>
              <a:cxnLst/>
              <a:rect l="l" t="t" r="r" b="b"/>
              <a:pathLst>
                <a:path w="143" h="111" extrusionOk="0">
                  <a:moveTo>
                    <a:pt x="111" y="0"/>
                  </a:moveTo>
                  <a:lnTo>
                    <a:pt x="111" y="0"/>
                  </a:lnTo>
                  <a:lnTo>
                    <a:pt x="111" y="0"/>
                  </a:lnTo>
                  <a:lnTo>
                    <a:pt x="95" y="0"/>
                  </a:lnTo>
                  <a:lnTo>
                    <a:pt x="63" y="0"/>
                  </a:lnTo>
                  <a:cubicBezTo>
                    <a:pt x="48" y="0"/>
                    <a:pt x="32" y="16"/>
                    <a:pt x="32" y="47"/>
                  </a:cubicBezTo>
                  <a:lnTo>
                    <a:pt x="16" y="47"/>
                  </a:lnTo>
                  <a:cubicBezTo>
                    <a:pt x="0" y="63"/>
                    <a:pt x="0" y="79"/>
                    <a:pt x="16" y="95"/>
                  </a:cubicBezTo>
                  <a:cubicBezTo>
                    <a:pt x="16" y="110"/>
                    <a:pt x="32" y="110"/>
                    <a:pt x="32" y="110"/>
                  </a:cubicBezTo>
                  <a:lnTo>
                    <a:pt x="48" y="110"/>
                  </a:lnTo>
                  <a:lnTo>
                    <a:pt x="126" y="63"/>
                  </a:lnTo>
                  <a:lnTo>
                    <a:pt x="126" y="63"/>
                  </a:lnTo>
                  <a:cubicBezTo>
                    <a:pt x="142" y="63"/>
                    <a:pt x="142" y="47"/>
                    <a:pt x="142" y="32"/>
                  </a:cubicBezTo>
                  <a:lnTo>
                    <a:pt x="142" y="32"/>
                  </a:lnTo>
                  <a:lnTo>
                    <a:pt x="142" y="16"/>
                  </a:lnTo>
                  <a:cubicBezTo>
                    <a:pt x="142" y="16"/>
                    <a:pt x="142" y="0"/>
                    <a:pt x="126" y="0"/>
                  </a:cubicBezTo>
                  <a:lnTo>
                    <a:pt x="111"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0" name="Google Shape;1970;p38"/>
            <p:cNvSpPr/>
            <p:nvPr/>
          </p:nvSpPr>
          <p:spPr>
            <a:xfrm>
              <a:off x="3295268" y="1818817"/>
              <a:ext cx="2512" cy="4548"/>
            </a:xfrm>
            <a:custGeom>
              <a:avLst/>
              <a:gdLst/>
              <a:ahLst/>
              <a:cxnLst/>
              <a:rect l="l" t="t" r="r" b="b"/>
              <a:pathLst>
                <a:path w="79" h="143" extrusionOk="0">
                  <a:moveTo>
                    <a:pt x="47" y="0"/>
                  </a:moveTo>
                  <a:lnTo>
                    <a:pt x="47" y="0"/>
                  </a:lnTo>
                  <a:cubicBezTo>
                    <a:pt x="32" y="0"/>
                    <a:pt x="32" y="17"/>
                    <a:pt x="32" y="17"/>
                  </a:cubicBezTo>
                  <a:cubicBezTo>
                    <a:pt x="16" y="17"/>
                    <a:pt x="16" y="17"/>
                    <a:pt x="16" y="32"/>
                  </a:cubicBezTo>
                  <a:lnTo>
                    <a:pt x="1" y="80"/>
                  </a:lnTo>
                  <a:lnTo>
                    <a:pt x="1" y="95"/>
                  </a:lnTo>
                  <a:cubicBezTo>
                    <a:pt x="1" y="111"/>
                    <a:pt x="1" y="126"/>
                    <a:pt x="16" y="143"/>
                  </a:cubicBezTo>
                  <a:lnTo>
                    <a:pt x="32" y="143"/>
                  </a:lnTo>
                  <a:cubicBezTo>
                    <a:pt x="47" y="143"/>
                    <a:pt x="47" y="126"/>
                    <a:pt x="64" y="126"/>
                  </a:cubicBezTo>
                  <a:lnTo>
                    <a:pt x="64" y="111"/>
                  </a:lnTo>
                  <a:lnTo>
                    <a:pt x="79" y="63"/>
                  </a:lnTo>
                  <a:lnTo>
                    <a:pt x="79" y="48"/>
                  </a:lnTo>
                  <a:lnTo>
                    <a:pt x="79" y="17"/>
                  </a:lnTo>
                  <a:lnTo>
                    <a:pt x="64"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1" name="Google Shape;1971;p38"/>
            <p:cNvSpPr/>
            <p:nvPr/>
          </p:nvSpPr>
          <p:spPr>
            <a:xfrm>
              <a:off x="3429034" y="1803297"/>
              <a:ext cx="3562" cy="5025"/>
            </a:xfrm>
            <a:custGeom>
              <a:avLst/>
              <a:gdLst/>
              <a:ahLst/>
              <a:cxnLst/>
              <a:rect l="l" t="t" r="r" b="b"/>
              <a:pathLst>
                <a:path w="112" h="158" extrusionOk="0">
                  <a:moveTo>
                    <a:pt x="80" y="0"/>
                  </a:moveTo>
                  <a:lnTo>
                    <a:pt x="64" y="0"/>
                  </a:lnTo>
                  <a:lnTo>
                    <a:pt x="49" y="0"/>
                  </a:lnTo>
                  <a:cubicBezTo>
                    <a:pt x="32" y="16"/>
                    <a:pt x="17" y="32"/>
                    <a:pt x="1" y="63"/>
                  </a:cubicBezTo>
                  <a:lnTo>
                    <a:pt x="1" y="79"/>
                  </a:lnTo>
                  <a:cubicBezTo>
                    <a:pt x="1" y="95"/>
                    <a:pt x="17" y="126"/>
                    <a:pt x="32" y="142"/>
                  </a:cubicBezTo>
                  <a:lnTo>
                    <a:pt x="32" y="158"/>
                  </a:lnTo>
                  <a:lnTo>
                    <a:pt x="64" y="158"/>
                  </a:lnTo>
                  <a:cubicBezTo>
                    <a:pt x="64" y="158"/>
                    <a:pt x="80" y="158"/>
                    <a:pt x="80" y="142"/>
                  </a:cubicBezTo>
                  <a:lnTo>
                    <a:pt x="80" y="142"/>
                  </a:lnTo>
                  <a:lnTo>
                    <a:pt x="80" y="126"/>
                  </a:lnTo>
                  <a:lnTo>
                    <a:pt x="80" y="110"/>
                  </a:lnTo>
                  <a:lnTo>
                    <a:pt x="80" y="95"/>
                  </a:lnTo>
                  <a:cubicBezTo>
                    <a:pt x="64" y="95"/>
                    <a:pt x="64" y="79"/>
                    <a:pt x="64" y="79"/>
                  </a:cubicBezTo>
                  <a:cubicBezTo>
                    <a:pt x="64" y="79"/>
                    <a:pt x="80" y="63"/>
                    <a:pt x="95" y="63"/>
                  </a:cubicBezTo>
                  <a:lnTo>
                    <a:pt x="95" y="47"/>
                  </a:lnTo>
                  <a:cubicBezTo>
                    <a:pt x="112" y="47"/>
                    <a:pt x="112" y="32"/>
                    <a:pt x="95" y="16"/>
                  </a:cubicBez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2" name="Google Shape;1972;p38"/>
            <p:cNvSpPr/>
            <p:nvPr/>
          </p:nvSpPr>
          <p:spPr>
            <a:xfrm>
              <a:off x="3230611" y="1802279"/>
              <a:ext cx="4039" cy="3530"/>
            </a:xfrm>
            <a:custGeom>
              <a:avLst/>
              <a:gdLst/>
              <a:ahLst/>
              <a:cxnLst/>
              <a:rect l="l" t="t" r="r" b="b"/>
              <a:pathLst>
                <a:path w="127" h="111" extrusionOk="0">
                  <a:moveTo>
                    <a:pt x="95" y="1"/>
                  </a:moveTo>
                  <a:lnTo>
                    <a:pt x="80" y="1"/>
                  </a:lnTo>
                  <a:lnTo>
                    <a:pt x="64" y="16"/>
                  </a:lnTo>
                  <a:lnTo>
                    <a:pt x="32" y="32"/>
                  </a:lnTo>
                  <a:lnTo>
                    <a:pt x="17" y="48"/>
                  </a:lnTo>
                  <a:cubicBezTo>
                    <a:pt x="17" y="64"/>
                    <a:pt x="1" y="79"/>
                    <a:pt x="17" y="95"/>
                  </a:cubicBezTo>
                  <a:lnTo>
                    <a:pt x="32" y="95"/>
                  </a:lnTo>
                  <a:cubicBezTo>
                    <a:pt x="32" y="111"/>
                    <a:pt x="32" y="111"/>
                    <a:pt x="48" y="111"/>
                  </a:cubicBezTo>
                  <a:cubicBezTo>
                    <a:pt x="48" y="111"/>
                    <a:pt x="64" y="111"/>
                    <a:pt x="64" y="95"/>
                  </a:cubicBezTo>
                  <a:lnTo>
                    <a:pt x="111" y="64"/>
                  </a:lnTo>
                  <a:cubicBezTo>
                    <a:pt x="127" y="48"/>
                    <a:pt x="127" y="32"/>
                    <a:pt x="111" y="16"/>
                  </a:cubicBezTo>
                  <a:cubicBezTo>
                    <a:pt x="111" y="1"/>
                    <a:pt x="95"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3" name="Google Shape;1973;p38"/>
            <p:cNvSpPr/>
            <p:nvPr/>
          </p:nvSpPr>
          <p:spPr>
            <a:xfrm>
              <a:off x="3169007" y="1830839"/>
              <a:ext cx="4039" cy="4039"/>
            </a:xfrm>
            <a:custGeom>
              <a:avLst/>
              <a:gdLst/>
              <a:ahLst/>
              <a:cxnLst/>
              <a:rect l="l" t="t" r="r" b="b"/>
              <a:pathLst>
                <a:path w="127" h="127" extrusionOk="0">
                  <a:moveTo>
                    <a:pt x="95" y="0"/>
                  </a:moveTo>
                  <a:cubicBezTo>
                    <a:pt x="78" y="0"/>
                    <a:pt x="78" y="0"/>
                    <a:pt x="78" y="17"/>
                  </a:cubicBezTo>
                  <a:lnTo>
                    <a:pt x="63" y="17"/>
                  </a:lnTo>
                  <a:lnTo>
                    <a:pt x="15" y="63"/>
                  </a:lnTo>
                  <a:cubicBezTo>
                    <a:pt x="0" y="80"/>
                    <a:pt x="0" y="95"/>
                    <a:pt x="15" y="111"/>
                  </a:cubicBezTo>
                  <a:cubicBezTo>
                    <a:pt x="32" y="111"/>
                    <a:pt x="32" y="126"/>
                    <a:pt x="47" y="126"/>
                  </a:cubicBezTo>
                  <a:lnTo>
                    <a:pt x="63" y="111"/>
                  </a:lnTo>
                  <a:lnTo>
                    <a:pt x="110" y="80"/>
                  </a:lnTo>
                  <a:lnTo>
                    <a:pt x="110" y="63"/>
                  </a:lnTo>
                  <a:cubicBezTo>
                    <a:pt x="126" y="63"/>
                    <a:pt x="126" y="48"/>
                    <a:pt x="126" y="32"/>
                  </a:cubicBezTo>
                  <a:lnTo>
                    <a:pt x="11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4" name="Google Shape;1974;p38"/>
            <p:cNvSpPr/>
            <p:nvPr/>
          </p:nvSpPr>
          <p:spPr>
            <a:xfrm>
              <a:off x="3227590" y="1787268"/>
              <a:ext cx="4071" cy="5502"/>
            </a:xfrm>
            <a:custGeom>
              <a:avLst/>
              <a:gdLst/>
              <a:ahLst/>
              <a:cxnLst/>
              <a:rect l="l" t="t" r="r" b="b"/>
              <a:pathLst>
                <a:path w="128" h="173" extrusionOk="0">
                  <a:moveTo>
                    <a:pt x="49" y="0"/>
                  </a:moveTo>
                  <a:lnTo>
                    <a:pt x="32" y="0"/>
                  </a:lnTo>
                  <a:lnTo>
                    <a:pt x="32" y="0"/>
                  </a:lnTo>
                  <a:cubicBezTo>
                    <a:pt x="1" y="0"/>
                    <a:pt x="1" y="32"/>
                    <a:pt x="17" y="47"/>
                  </a:cubicBezTo>
                  <a:lnTo>
                    <a:pt x="17" y="63"/>
                  </a:lnTo>
                  <a:lnTo>
                    <a:pt x="64" y="141"/>
                  </a:lnTo>
                  <a:cubicBezTo>
                    <a:pt x="64" y="158"/>
                    <a:pt x="64" y="158"/>
                    <a:pt x="80" y="158"/>
                  </a:cubicBezTo>
                  <a:cubicBezTo>
                    <a:pt x="80" y="158"/>
                    <a:pt x="80" y="173"/>
                    <a:pt x="96" y="173"/>
                  </a:cubicBezTo>
                  <a:cubicBezTo>
                    <a:pt x="96" y="173"/>
                    <a:pt x="96" y="158"/>
                    <a:pt x="112" y="158"/>
                  </a:cubicBezTo>
                  <a:cubicBezTo>
                    <a:pt x="127" y="158"/>
                    <a:pt x="127" y="141"/>
                    <a:pt x="127" y="110"/>
                  </a:cubicBezTo>
                  <a:lnTo>
                    <a:pt x="64" y="15"/>
                  </a:lnTo>
                  <a:cubicBezTo>
                    <a:pt x="64" y="0"/>
                    <a:pt x="49"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5" name="Google Shape;1975;p38"/>
            <p:cNvSpPr/>
            <p:nvPr/>
          </p:nvSpPr>
          <p:spPr>
            <a:xfrm>
              <a:off x="3330824" y="1789272"/>
              <a:ext cx="11576" cy="5025"/>
            </a:xfrm>
            <a:custGeom>
              <a:avLst/>
              <a:gdLst/>
              <a:ahLst/>
              <a:cxnLst/>
              <a:rect l="l" t="t" r="r" b="b"/>
              <a:pathLst>
                <a:path w="364" h="158" extrusionOk="0">
                  <a:moveTo>
                    <a:pt x="49" y="63"/>
                  </a:moveTo>
                  <a:cubicBezTo>
                    <a:pt x="32" y="63"/>
                    <a:pt x="17" y="78"/>
                    <a:pt x="17" y="95"/>
                  </a:cubicBezTo>
                  <a:cubicBezTo>
                    <a:pt x="1" y="110"/>
                    <a:pt x="17" y="126"/>
                    <a:pt x="32" y="126"/>
                  </a:cubicBezTo>
                  <a:lnTo>
                    <a:pt x="127" y="141"/>
                  </a:lnTo>
                  <a:lnTo>
                    <a:pt x="127" y="141"/>
                  </a:lnTo>
                  <a:lnTo>
                    <a:pt x="143" y="126"/>
                  </a:lnTo>
                  <a:lnTo>
                    <a:pt x="158" y="126"/>
                  </a:lnTo>
                  <a:lnTo>
                    <a:pt x="158" y="126"/>
                  </a:lnTo>
                  <a:lnTo>
                    <a:pt x="190" y="126"/>
                  </a:lnTo>
                  <a:lnTo>
                    <a:pt x="206" y="126"/>
                  </a:lnTo>
                  <a:lnTo>
                    <a:pt x="206" y="126"/>
                  </a:lnTo>
                  <a:cubicBezTo>
                    <a:pt x="190" y="110"/>
                    <a:pt x="190" y="95"/>
                    <a:pt x="206" y="78"/>
                  </a:cubicBezTo>
                  <a:lnTo>
                    <a:pt x="206" y="78"/>
                  </a:lnTo>
                  <a:lnTo>
                    <a:pt x="112" y="63"/>
                  </a:lnTo>
                  <a:lnTo>
                    <a:pt x="49" y="63"/>
                  </a:lnTo>
                  <a:lnTo>
                    <a:pt x="49" y="63"/>
                  </a:lnTo>
                  <a:close/>
                  <a:moveTo>
                    <a:pt x="316" y="0"/>
                  </a:moveTo>
                  <a:lnTo>
                    <a:pt x="316" y="0"/>
                  </a:lnTo>
                  <a:cubicBezTo>
                    <a:pt x="301" y="0"/>
                    <a:pt x="284" y="0"/>
                    <a:pt x="284" y="15"/>
                  </a:cubicBezTo>
                  <a:lnTo>
                    <a:pt x="284" y="15"/>
                  </a:lnTo>
                  <a:lnTo>
                    <a:pt x="301" y="32"/>
                  </a:lnTo>
                  <a:cubicBezTo>
                    <a:pt x="316" y="47"/>
                    <a:pt x="316" y="63"/>
                    <a:pt x="301" y="78"/>
                  </a:cubicBezTo>
                  <a:lnTo>
                    <a:pt x="253" y="126"/>
                  </a:lnTo>
                  <a:lnTo>
                    <a:pt x="238" y="141"/>
                  </a:lnTo>
                  <a:cubicBezTo>
                    <a:pt x="253" y="141"/>
                    <a:pt x="253" y="141"/>
                    <a:pt x="269" y="158"/>
                  </a:cubicBezTo>
                  <a:lnTo>
                    <a:pt x="269" y="158"/>
                  </a:lnTo>
                  <a:lnTo>
                    <a:pt x="269" y="158"/>
                  </a:lnTo>
                  <a:cubicBezTo>
                    <a:pt x="284" y="158"/>
                    <a:pt x="301" y="141"/>
                    <a:pt x="301" y="141"/>
                  </a:cubicBezTo>
                  <a:lnTo>
                    <a:pt x="347" y="63"/>
                  </a:lnTo>
                  <a:lnTo>
                    <a:pt x="347" y="47"/>
                  </a:lnTo>
                  <a:cubicBezTo>
                    <a:pt x="364" y="32"/>
                    <a:pt x="347" y="0"/>
                    <a:pt x="332" y="0"/>
                  </a:cubicBezTo>
                  <a:lnTo>
                    <a:pt x="3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6" name="Google Shape;1976;p38"/>
            <p:cNvSpPr/>
            <p:nvPr/>
          </p:nvSpPr>
          <p:spPr>
            <a:xfrm>
              <a:off x="3024682" y="1805778"/>
              <a:ext cx="3530" cy="4039"/>
            </a:xfrm>
            <a:custGeom>
              <a:avLst/>
              <a:gdLst/>
              <a:ahLst/>
              <a:cxnLst/>
              <a:rect l="l" t="t" r="r" b="b"/>
              <a:pathLst>
                <a:path w="111" h="127" extrusionOk="0">
                  <a:moveTo>
                    <a:pt x="64" y="80"/>
                  </a:moveTo>
                  <a:lnTo>
                    <a:pt x="64" y="80"/>
                  </a:lnTo>
                  <a:lnTo>
                    <a:pt x="64" y="80"/>
                  </a:lnTo>
                  <a:close/>
                  <a:moveTo>
                    <a:pt x="47" y="1"/>
                  </a:moveTo>
                  <a:lnTo>
                    <a:pt x="47" y="1"/>
                  </a:lnTo>
                  <a:lnTo>
                    <a:pt x="47" y="1"/>
                  </a:lnTo>
                  <a:lnTo>
                    <a:pt x="32" y="17"/>
                  </a:lnTo>
                  <a:cubicBezTo>
                    <a:pt x="16" y="17"/>
                    <a:pt x="16" y="17"/>
                    <a:pt x="16" y="32"/>
                  </a:cubicBezTo>
                  <a:lnTo>
                    <a:pt x="16" y="48"/>
                  </a:lnTo>
                  <a:lnTo>
                    <a:pt x="1" y="64"/>
                  </a:lnTo>
                  <a:lnTo>
                    <a:pt x="1" y="95"/>
                  </a:lnTo>
                  <a:cubicBezTo>
                    <a:pt x="1" y="111"/>
                    <a:pt x="16" y="127"/>
                    <a:pt x="32" y="127"/>
                  </a:cubicBezTo>
                  <a:lnTo>
                    <a:pt x="47" y="127"/>
                  </a:lnTo>
                  <a:cubicBezTo>
                    <a:pt x="47" y="111"/>
                    <a:pt x="64" y="111"/>
                    <a:pt x="64" y="111"/>
                  </a:cubicBezTo>
                  <a:cubicBezTo>
                    <a:pt x="79" y="95"/>
                    <a:pt x="95" y="95"/>
                    <a:pt x="95" y="64"/>
                  </a:cubicBezTo>
                  <a:cubicBezTo>
                    <a:pt x="110" y="32"/>
                    <a:pt x="79" y="17"/>
                    <a:pt x="79" y="17"/>
                  </a:cubicBezTo>
                  <a:cubicBezTo>
                    <a:pt x="64" y="17"/>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7" name="Google Shape;1977;p38"/>
            <p:cNvSpPr/>
            <p:nvPr/>
          </p:nvSpPr>
          <p:spPr>
            <a:xfrm>
              <a:off x="3026686" y="180829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8" name="Google Shape;1978;p38"/>
            <p:cNvSpPr/>
            <p:nvPr/>
          </p:nvSpPr>
          <p:spPr>
            <a:xfrm>
              <a:off x="3030693" y="1804283"/>
              <a:ext cx="3053" cy="3530"/>
            </a:xfrm>
            <a:custGeom>
              <a:avLst/>
              <a:gdLst/>
              <a:ahLst/>
              <a:cxnLst/>
              <a:rect l="l" t="t" r="r" b="b"/>
              <a:pathLst>
                <a:path w="96" h="111" extrusionOk="0">
                  <a:moveTo>
                    <a:pt x="64" y="1"/>
                  </a:moveTo>
                  <a:lnTo>
                    <a:pt x="64" y="1"/>
                  </a:lnTo>
                  <a:cubicBezTo>
                    <a:pt x="64" y="1"/>
                    <a:pt x="47" y="1"/>
                    <a:pt x="47" y="16"/>
                  </a:cubicBezTo>
                  <a:lnTo>
                    <a:pt x="16" y="32"/>
                  </a:lnTo>
                  <a:lnTo>
                    <a:pt x="16" y="48"/>
                  </a:lnTo>
                  <a:cubicBezTo>
                    <a:pt x="1" y="64"/>
                    <a:pt x="1" y="79"/>
                    <a:pt x="16" y="95"/>
                  </a:cubicBezTo>
                  <a:lnTo>
                    <a:pt x="32" y="95"/>
                  </a:lnTo>
                  <a:cubicBezTo>
                    <a:pt x="32" y="111"/>
                    <a:pt x="32" y="111"/>
                    <a:pt x="47" y="111"/>
                  </a:cubicBezTo>
                  <a:lnTo>
                    <a:pt x="64" y="95"/>
                  </a:lnTo>
                  <a:lnTo>
                    <a:pt x="79" y="64"/>
                  </a:lnTo>
                  <a:lnTo>
                    <a:pt x="95" y="64"/>
                  </a:lnTo>
                  <a:lnTo>
                    <a:pt x="95" y="32"/>
                  </a:lnTo>
                  <a:lnTo>
                    <a:pt x="95" y="16"/>
                  </a:lnTo>
                  <a:lnTo>
                    <a:pt x="95" y="16"/>
                  </a:ln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79" name="Google Shape;1979;p38"/>
            <p:cNvSpPr/>
            <p:nvPr/>
          </p:nvSpPr>
          <p:spPr>
            <a:xfrm>
              <a:off x="3195532" y="1789272"/>
              <a:ext cx="2576" cy="2512"/>
            </a:xfrm>
            <a:custGeom>
              <a:avLst/>
              <a:gdLst/>
              <a:ahLst/>
              <a:cxnLst/>
              <a:rect l="l" t="t" r="r" b="b"/>
              <a:pathLst>
                <a:path w="81" h="79" extrusionOk="0">
                  <a:moveTo>
                    <a:pt x="17" y="0"/>
                  </a:moveTo>
                  <a:lnTo>
                    <a:pt x="17" y="15"/>
                  </a:lnTo>
                  <a:cubicBezTo>
                    <a:pt x="17" y="32"/>
                    <a:pt x="1" y="32"/>
                    <a:pt x="1" y="32"/>
                  </a:cubicBezTo>
                  <a:cubicBezTo>
                    <a:pt x="1" y="47"/>
                    <a:pt x="1" y="47"/>
                    <a:pt x="17" y="63"/>
                  </a:cubicBezTo>
                  <a:lnTo>
                    <a:pt x="17" y="63"/>
                  </a:lnTo>
                  <a:cubicBezTo>
                    <a:pt x="17" y="63"/>
                    <a:pt x="32" y="63"/>
                    <a:pt x="32" y="78"/>
                  </a:cubicBezTo>
                  <a:cubicBezTo>
                    <a:pt x="32" y="63"/>
                    <a:pt x="49" y="63"/>
                    <a:pt x="49" y="63"/>
                  </a:cubicBezTo>
                  <a:lnTo>
                    <a:pt x="49" y="63"/>
                  </a:lnTo>
                  <a:lnTo>
                    <a:pt x="64" y="63"/>
                  </a:lnTo>
                  <a:lnTo>
                    <a:pt x="64" y="63"/>
                  </a:lnTo>
                  <a:lnTo>
                    <a:pt x="80" y="47"/>
                  </a:lnTo>
                  <a:cubicBezTo>
                    <a:pt x="64" y="32"/>
                    <a:pt x="64" y="32"/>
                    <a:pt x="64"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0" name="Google Shape;1980;p38"/>
            <p:cNvSpPr/>
            <p:nvPr/>
          </p:nvSpPr>
          <p:spPr>
            <a:xfrm>
              <a:off x="3411001" y="1758199"/>
              <a:ext cx="4548" cy="5534"/>
            </a:xfrm>
            <a:custGeom>
              <a:avLst/>
              <a:gdLst/>
              <a:ahLst/>
              <a:cxnLst/>
              <a:rect l="l" t="t" r="r" b="b"/>
              <a:pathLst>
                <a:path w="143" h="174" extrusionOk="0">
                  <a:moveTo>
                    <a:pt x="32" y="0"/>
                  </a:moveTo>
                  <a:lnTo>
                    <a:pt x="32" y="0"/>
                  </a:lnTo>
                  <a:cubicBezTo>
                    <a:pt x="17" y="0"/>
                    <a:pt x="17" y="16"/>
                    <a:pt x="17" y="16"/>
                  </a:cubicBezTo>
                  <a:cubicBezTo>
                    <a:pt x="1" y="32"/>
                    <a:pt x="1" y="47"/>
                    <a:pt x="1" y="63"/>
                  </a:cubicBezTo>
                  <a:cubicBezTo>
                    <a:pt x="17" y="79"/>
                    <a:pt x="32" y="79"/>
                    <a:pt x="32" y="95"/>
                  </a:cubicBezTo>
                  <a:lnTo>
                    <a:pt x="48" y="95"/>
                  </a:lnTo>
                  <a:cubicBezTo>
                    <a:pt x="64" y="110"/>
                    <a:pt x="64" y="110"/>
                    <a:pt x="64" y="126"/>
                  </a:cubicBezTo>
                  <a:cubicBezTo>
                    <a:pt x="64" y="142"/>
                    <a:pt x="48" y="142"/>
                    <a:pt x="64" y="142"/>
                  </a:cubicBezTo>
                  <a:cubicBezTo>
                    <a:pt x="64" y="158"/>
                    <a:pt x="64" y="173"/>
                    <a:pt x="80" y="173"/>
                  </a:cubicBezTo>
                  <a:lnTo>
                    <a:pt x="95" y="173"/>
                  </a:lnTo>
                  <a:cubicBezTo>
                    <a:pt x="111" y="173"/>
                    <a:pt x="111" y="173"/>
                    <a:pt x="127" y="158"/>
                  </a:cubicBezTo>
                  <a:lnTo>
                    <a:pt x="127" y="142"/>
                  </a:lnTo>
                  <a:cubicBezTo>
                    <a:pt x="143" y="79"/>
                    <a:pt x="95" y="63"/>
                    <a:pt x="80" y="32"/>
                  </a:cubicBezTo>
                  <a:cubicBezTo>
                    <a:pt x="80" y="32"/>
                    <a:pt x="64" y="32"/>
                    <a:pt x="64" y="16"/>
                  </a:cubicBezTo>
                  <a:lnTo>
                    <a:pt x="64" y="16"/>
                  </a:lnTo>
                  <a:cubicBezTo>
                    <a:pt x="48" y="16"/>
                    <a:pt x="48" y="16"/>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1" name="Google Shape;1981;p38"/>
            <p:cNvSpPr/>
            <p:nvPr/>
          </p:nvSpPr>
          <p:spPr>
            <a:xfrm>
              <a:off x="3108866" y="1784247"/>
              <a:ext cx="5057" cy="4516"/>
            </a:xfrm>
            <a:custGeom>
              <a:avLst/>
              <a:gdLst/>
              <a:ahLst/>
              <a:cxnLst/>
              <a:rect l="l" t="t" r="r" b="b"/>
              <a:pathLst>
                <a:path w="159" h="142" extrusionOk="0">
                  <a:moveTo>
                    <a:pt x="127" y="1"/>
                  </a:moveTo>
                  <a:lnTo>
                    <a:pt x="127" y="1"/>
                  </a:lnTo>
                  <a:lnTo>
                    <a:pt x="110" y="1"/>
                  </a:lnTo>
                  <a:lnTo>
                    <a:pt x="95" y="1"/>
                  </a:lnTo>
                  <a:cubicBezTo>
                    <a:pt x="64" y="1"/>
                    <a:pt x="32" y="16"/>
                    <a:pt x="16" y="47"/>
                  </a:cubicBezTo>
                  <a:cubicBezTo>
                    <a:pt x="1" y="47"/>
                    <a:pt x="1" y="64"/>
                    <a:pt x="1" y="79"/>
                  </a:cubicBezTo>
                  <a:lnTo>
                    <a:pt x="1" y="127"/>
                  </a:lnTo>
                  <a:cubicBezTo>
                    <a:pt x="1" y="142"/>
                    <a:pt x="16" y="142"/>
                    <a:pt x="32" y="142"/>
                  </a:cubicBezTo>
                  <a:lnTo>
                    <a:pt x="32" y="142"/>
                  </a:lnTo>
                  <a:lnTo>
                    <a:pt x="47" y="142"/>
                  </a:lnTo>
                  <a:cubicBezTo>
                    <a:pt x="64" y="142"/>
                    <a:pt x="64" y="127"/>
                    <a:pt x="64" y="110"/>
                  </a:cubicBezTo>
                  <a:lnTo>
                    <a:pt x="64" y="79"/>
                  </a:lnTo>
                  <a:cubicBezTo>
                    <a:pt x="79" y="79"/>
                    <a:pt x="95" y="79"/>
                    <a:pt x="110" y="64"/>
                  </a:cubicBezTo>
                  <a:lnTo>
                    <a:pt x="127" y="64"/>
                  </a:lnTo>
                  <a:lnTo>
                    <a:pt x="142" y="64"/>
                  </a:lnTo>
                  <a:cubicBezTo>
                    <a:pt x="158" y="47"/>
                    <a:pt x="158" y="47"/>
                    <a:pt x="158" y="32"/>
                  </a:cubicBezTo>
                  <a:cubicBezTo>
                    <a:pt x="158" y="16"/>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2" name="Google Shape;1982;p38"/>
            <p:cNvSpPr/>
            <p:nvPr/>
          </p:nvSpPr>
          <p:spPr>
            <a:xfrm>
              <a:off x="3018162" y="1801771"/>
              <a:ext cx="4039" cy="3562"/>
            </a:xfrm>
            <a:custGeom>
              <a:avLst/>
              <a:gdLst/>
              <a:ahLst/>
              <a:cxnLst/>
              <a:rect l="l" t="t" r="r" b="b"/>
              <a:pathLst>
                <a:path w="127" h="112" extrusionOk="0">
                  <a:moveTo>
                    <a:pt x="48" y="1"/>
                  </a:moveTo>
                  <a:lnTo>
                    <a:pt x="32" y="1"/>
                  </a:lnTo>
                  <a:lnTo>
                    <a:pt x="32" y="17"/>
                  </a:lnTo>
                  <a:cubicBezTo>
                    <a:pt x="17" y="17"/>
                    <a:pt x="0" y="32"/>
                    <a:pt x="0" y="48"/>
                  </a:cubicBezTo>
                  <a:lnTo>
                    <a:pt x="17" y="95"/>
                  </a:lnTo>
                  <a:lnTo>
                    <a:pt x="32" y="111"/>
                  </a:lnTo>
                  <a:lnTo>
                    <a:pt x="48" y="111"/>
                  </a:lnTo>
                  <a:lnTo>
                    <a:pt x="63" y="111"/>
                  </a:lnTo>
                  <a:lnTo>
                    <a:pt x="80" y="111"/>
                  </a:lnTo>
                  <a:lnTo>
                    <a:pt x="111" y="111"/>
                  </a:lnTo>
                  <a:lnTo>
                    <a:pt x="126" y="95"/>
                  </a:lnTo>
                  <a:lnTo>
                    <a:pt x="126" y="64"/>
                  </a:lnTo>
                  <a:cubicBezTo>
                    <a:pt x="126" y="48"/>
                    <a:pt x="111" y="48"/>
                    <a:pt x="95" y="48"/>
                  </a:cubicBezTo>
                  <a:lnTo>
                    <a:pt x="95" y="48"/>
                  </a:lnTo>
                  <a:lnTo>
                    <a:pt x="95" y="48"/>
                  </a:lnTo>
                  <a:lnTo>
                    <a:pt x="80" y="48"/>
                  </a:lnTo>
                  <a:lnTo>
                    <a:pt x="80" y="32"/>
                  </a:lnTo>
                  <a:cubicBezTo>
                    <a:pt x="63" y="17"/>
                    <a:pt x="63" y="17"/>
                    <a:pt x="48"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3" name="Google Shape;1983;p38"/>
            <p:cNvSpPr/>
            <p:nvPr/>
          </p:nvSpPr>
          <p:spPr>
            <a:xfrm>
              <a:off x="3036704" y="1802279"/>
              <a:ext cx="3053" cy="3053"/>
            </a:xfrm>
            <a:custGeom>
              <a:avLst/>
              <a:gdLst/>
              <a:ahLst/>
              <a:cxnLst/>
              <a:rect l="l" t="t" r="r" b="b"/>
              <a:pathLst>
                <a:path w="96" h="96" extrusionOk="0">
                  <a:moveTo>
                    <a:pt x="47" y="1"/>
                  </a:moveTo>
                  <a:lnTo>
                    <a:pt x="47" y="1"/>
                  </a:lnTo>
                  <a:lnTo>
                    <a:pt x="32" y="1"/>
                  </a:lnTo>
                  <a:cubicBezTo>
                    <a:pt x="16" y="1"/>
                    <a:pt x="1" y="16"/>
                    <a:pt x="16" y="32"/>
                  </a:cubicBezTo>
                  <a:lnTo>
                    <a:pt x="16" y="48"/>
                  </a:lnTo>
                  <a:lnTo>
                    <a:pt x="16" y="64"/>
                  </a:lnTo>
                  <a:lnTo>
                    <a:pt x="32" y="79"/>
                  </a:lnTo>
                  <a:cubicBezTo>
                    <a:pt x="32" y="95"/>
                    <a:pt x="47" y="95"/>
                    <a:pt x="64" y="95"/>
                  </a:cubicBezTo>
                  <a:lnTo>
                    <a:pt x="79" y="95"/>
                  </a:lnTo>
                  <a:cubicBezTo>
                    <a:pt x="95" y="95"/>
                    <a:pt x="95" y="79"/>
                    <a:pt x="95" y="64"/>
                  </a:cubicBezTo>
                  <a:lnTo>
                    <a:pt x="95" y="48"/>
                  </a:lnTo>
                  <a:lnTo>
                    <a:pt x="79" y="16"/>
                  </a:lnTo>
                  <a:cubicBezTo>
                    <a:pt x="64" y="1"/>
                    <a:pt x="64"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4" name="Google Shape;1984;p38"/>
            <p:cNvSpPr/>
            <p:nvPr/>
          </p:nvSpPr>
          <p:spPr>
            <a:xfrm>
              <a:off x="3124896" y="1793279"/>
              <a:ext cx="4039" cy="3021"/>
            </a:xfrm>
            <a:custGeom>
              <a:avLst/>
              <a:gdLst/>
              <a:ahLst/>
              <a:cxnLst/>
              <a:rect l="l" t="t" r="r" b="b"/>
              <a:pathLst>
                <a:path w="127" h="95" extrusionOk="0">
                  <a:moveTo>
                    <a:pt x="79" y="0"/>
                  </a:moveTo>
                  <a:lnTo>
                    <a:pt x="79" y="0"/>
                  </a:lnTo>
                  <a:lnTo>
                    <a:pt x="32" y="0"/>
                  </a:lnTo>
                  <a:cubicBezTo>
                    <a:pt x="32" y="15"/>
                    <a:pt x="16" y="15"/>
                    <a:pt x="16" y="15"/>
                  </a:cubicBezTo>
                  <a:cubicBezTo>
                    <a:pt x="1" y="32"/>
                    <a:pt x="1" y="47"/>
                    <a:pt x="1" y="47"/>
                  </a:cubicBezTo>
                  <a:lnTo>
                    <a:pt x="16" y="78"/>
                  </a:lnTo>
                  <a:cubicBezTo>
                    <a:pt x="16" y="78"/>
                    <a:pt x="16" y="95"/>
                    <a:pt x="32" y="95"/>
                  </a:cubicBezTo>
                  <a:lnTo>
                    <a:pt x="47" y="95"/>
                  </a:lnTo>
                  <a:lnTo>
                    <a:pt x="64" y="95"/>
                  </a:lnTo>
                  <a:lnTo>
                    <a:pt x="110" y="78"/>
                  </a:lnTo>
                  <a:cubicBezTo>
                    <a:pt x="127" y="63"/>
                    <a:pt x="127" y="47"/>
                    <a:pt x="127" y="32"/>
                  </a:cubicBezTo>
                  <a:cubicBezTo>
                    <a:pt x="127" y="32"/>
                    <a:pt x="127" y="15"/>
                    <a:pt x="110" y="15"/>
                  </a:cubicBezTo>
                  <a:cubicBezTo>
                    <a:pt x="110" y="0"/>
                    <a:pt x="95" y="0"/>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5" name="Google Shape;1985;p38"/>
            <p:cNvSpPr/>
            <p:nvPr/>
          </p:nvSpPr>
          <p:spPr>
            <a:xfrm>
              <a:off x="3434059" y="1757691"/>
              <a:ext cx="4548" cy="4039"/>
            </a:xfrm>
            <a:custGeom>
              <a:avLst/>
              <a:gdLst/>
              <a:ahLst/>
              <a:cxnLst/>
              <a:rect l="l" t="t" r="r" b="b"/>
              <a:pathLst>
                <a:path w="143" h="127" extrusionOk="0">
                  <a:moveTo>
                    <a:pt x="32" y="0"/>
                  </a:moveTo>
                  <a:lnTo>
                    <a:pt x="32" y="0"/>
                  </a:lnTo>
                  <a:lnTo>
                    <a:pt x="17" y="0"/>
                  </a:lnTo>
                  <a:cubicBezTo>
                    <a:pt x="0" y="0"/>
                    <a:pt x="0" y="16"/>
                    <a:pt x="0" y="16"/>
                  </a:cubicBezTo>
                  <a:lnTo>
                    <a:pt x="0" y="48"/>
                  </a:lnTo>
                  <a:cubicBezTo>
                    <a:pt x="0" y="48"/>
                    <a:pt x="17" y="48"/>
                    <a:pt x="17" y="63"/>
                  </a:cubicBezTo>
                  <a:lnTo>
                    <a:pt x="0" y="95"/>
                  </a:lnTo>
                  <a:lnTo>
                    <a:pt x="17" y="111"/>
                  </a:lnTo>
                  <a:lnTo>
                    <a:pt x="17" y="111"/>
                  </a:lnTo>
                  <a:lnTo>
                    <a:pt x="17" y="126"/>
                  </a:lnTo>
                  <a:lnTo>
                    <a:pt x="48" y="126"/>
                  </a:lnTo>
                  <a:lnTo>
                    <a:pt x="63" y="126"/>
                  </a:lnTo>
                  <a:lnTo>
                    <a:pt x="63" y="126"/>
                  </a:lnTo>
                  <a:lnTo>
                    <a:pt x="111" y="95"/>
                  </a:lnTo>
                  <a:cubicBezTo>
                    <a:pt x="126" y="95"/>
                    <a:pt x="143" y="63"/>
                    <a:pt x="126" y="48"/>
                  </a:cubicBezTo>
                  <a:lnTo>
                    <a:pt x="126" y="48"/>
                  </a:lnTo>
                  <a:cubicBezTo>
                    <a:pt x="126" y="48"/>
                    <a:pt x="111" y="48"/>
                    <a:pt x="111" y="32"/>
                  </a:cubicBezTo>
                  <a:lnTo>
                    <a:pt x="111" y="32"/>
                  </a:lnTo>
                  <a:lnTo>
                    <a:pt x="95" y="32"/>
                  </a:lnTo>
                  <a:lnTo>
                    <a:pt x="95" y="32"/>
                  </a:lnTo>
                  <a:lnTo>
                    <a:pt x="95" y="32"/>
                  </a:lnTo>
                  <a:lnTo>
                    <a:pt x="80" y="32"/>
                  </a:lnTo>
                  <a:lnTo>
                    <a:pt x="63" y="16"/>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6" name="Google Shape;1986;p38"/>
            <p:cNvSpPr/>
            <p:nvPr/>
          </p:nvSpPr>
          <p:spPr>
            <a:xfrm>
              <a:off x="3087304" y="1792261"/>
              <a:ext cx="4548" cy="5057"/>
            </a:xfrm>
            <a:custGeom>
              <a:avLst/>
              <a:gdLst/>
              <a:ahLst/>
              <a:cxnLst/>
              <a:rect l="l" t="t" r="r" b="b"/>
              <a:pathLst>
                <a:path w="143" h="159" extrusionOk="0">
                  <a:moveTo>
                    <a:pt x="63" y="1"/>
                  </a:moveTo>
                  <a:lnTo>
                    <a:pt x="63" y="1"/>
                  </a:lnTo>
                  <a:cubicBezTo>
                    <a:pt x="48" y="1"/>
                    <a:pt x="32" y="1"/>
                    <a:pt x="32" y="16"/>
                  </a:cubicBezTo>
                  <a:lnTo>
                    <a:pt x="32" y="16"/>
                  </a:lnTo>
                  <a:cubicBezTo>
                    <a:pt x="32" y="32"/>
                    <a:pt x="17" y="32"/>
                    <a:pt x="17" y="32"/>
                  </a:cubicBezTo>
                  <a:cubicBezTo>
                    <a:pt x="17" y="64"/>
                    <a:pt x="0" y="79"/>
                    <a:pt x="17" y="95"/>
                  </a:cubicBezTo>
                  <a:lnTo>
                    <a:pt x="17" y="110"/>
                  </a:lnTo>
                  <a:cubicBezTo>
                    <a:pt x="32" y="127"/>
                    <a:pt x="48" y="142"/>
                    <a:pt x="63" y="142"/>
                  </a:cubicBezTo>
                  <a:cubicBezTo>
                    <a:pt x="80" y="142"/>
                    <a:pt x="80" y="158"/>
                    <a:pt x="95" y="158"/>
                  </a:cubicBezTo>
                  <a:lnTo>
                    <a:pt x="95" y="158"/>
                  </a:lnTo>
                  <a:cubicBezTo>
                    <a:pt x="111" y="158"/>
                    <a:pt x="126" y="142"/>
                    <a:pt x="143" y="127"/>
                  </a:cubicBezTo>
                  <a:cubicBezTo>
                    <a:pt x="143" y="110"/>
                    <a:pt x="126" y="95"/>
                    <a:pt x="111" y="79"/>
                  </a:cubicBezTo>
                  <a:lnTo>
                    <a:pt x="80" y="79"/>
                  </a:lnTo>
                  <a:cubicBezTo>
                    <a:pt x="80" y="79"/>
                    <a:pt x="80" y="64"/>
                    <a:pt x="95" y="47"/>
                  </a:cubicBezTo>
                  <a:cubicBezTo>
                    <a:pt x="95"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7" name="Google Shape;1987;p38"/>
            <p:cNvSpPr/>
            <p:nvPr/>
          </p:nvSpPr>
          <p:spPr>
            <a:xfrm>
              <a:off x="3054228" y="1797763"/>
              <a:ext cx="5057" cy="3053"/>
            </a:xfrm>
            <a:custGeom>
              <a:avLst/>
              <a:gdLst/>
              <a:ahLst/>
              <a:cxnLst/>
              <a:rect l="l" t="t" r="r" b="b"/>
              <a:pathLst>
                <a:path w="159" h="96" extrusionOk="0">
                  <a:moveTo>
                    <a:pt x="48" y="0"/>
                  </a:moveTo>
                  <a:lnTo>
                    <a:pt x="32" y="0"/>
                  </a:lnTo>
                  <a:lnTo>
                    <a:pt x="17" y="17"/>
                  </a:lnTo>
                  <a:cubicBezTo>
                    <a:pt x="1" y="32"/>
                    <a:pt x="1" y="48"/>
                    <a:pt x="17" y="48"/>
                  </a:cubicBezTo>
                  <a:cubicBezTo>
                    <a:pt x="48" y="80"/>
                    <a:pt x="64" y="95"/>
                    <a:pt x="80" y="95"/>
                  </a:cubicBezTo>
                  <a:lnTo>
                    <a:pt x="95" y="95"/>
                  </a:lnTo>
                  <a:cubicBezTo>
                    <a:pt x="111" y="95"/>
                    <a:pt x="127" y="80"/>
                    <a:pt x="143" y="64"/>
                  </a:cubicBezTo>
                  <a:lnTo>
                    <a:pt x="143" y="64"/>
                  </a:lnTo>
                  <a:cubicBezTo>
                    <a:pt x="158" y="48"/>
                    <a:pt x="158" y="32"/>
                    <a:pt x="143" y="17"/>
                  </a:cubicBezTo>
                  <a:cubicBezTo>
                    <a:pt x="143" y="0"/>
                    <a:pt x="127" y="0"/>
                    <a:pt x="127" y="0"/>
                  </a:cubicBezTo>
                  <a:cubicBezTo>
                    <a:pt x="111" y="0"/>
                    <a:pt x="95" y="0"/>
                    <a:pt x="95" y="17"/>
                  </a:cubicBezTo>
                  <a:lnTo>
                    <a:pt x="80" y="17"/>
                  </a:ln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8" name="Google Shape;1988;p38"/>
            <p:cNvSpPr/>
            <p:nvPr/>
          </p:nvSpPr>
          <p:spPr>
            <a:xfrm>
              <a:off x="3113891" y="1812806"/>
              <a:ext cx="4516" cy="3562"/>
            </a:xfrm>
            <a:custGeom>
              <a:avLst/>
              <a:gdLst/>
              <a:ahLst/>
              <a:cxnLst/>
              <a:rect l="l" t="t" r="r" b="b"/>
              <a:pathLst>
                <a:path w="142" h="112" extrusionOk="0">
                  <a:moveTo>
                    <a:pt x="63" y="0"/>
                  </a:moveTo>
                  <a:lnTo>
                    <a:pt x="63" y="0"/>
                  </a:lnTo>
                  <a:lnTo>
                    <a:pt x="47" y="0"/>
                  </a:lnTo>
                  <a:cubicBezTo>
                    <a:pt x="47" y="0"/>
                    <a:pt x="32" y="0"/>
                    <a:pt x="32" y="17"/>
                  </a:cubicBezTo>
                  <a:cubicBezTo>
                    <a:pt x="15" y="17"/>
                    <a:pt x="0" y="48"/>
                    <a:pt x="0" y="80"/>
                  </a:cubicBezTo>
                  <a:lnTo>
                    <a:pt x="15" y="63"/>
                  </a:lnTo>
                  <a:lnTo>
                    <a:pt x="32" y="63"/>
                  </a:lnTo>
                  <a:lnTo>
                    <a:pt x="32" y="63"/>
                  </a:lnTo>
                  <a:cubicBezTo>
                    <a:pt x="47" y="80"/>
                    <a:pt x="63" y="95"/>
                    <a:pt x="63" y="111"/>
                  </a:cubicBezTo>
                  <a:lnTo>
                    <a:pt x="63" y="111"/>
                  </a:lnTo>
                  <a:lnTo>
                    <a:pt x="78" y="111"/>
                  </a:lnTo>
                  <a:cubicBezTo>
                    <a:pt x="95" y="95"/>
                    <a:pt x="110" y="80"/>
                    <a:pt x="110" y="63"/>
                  </a:cubicBezTo>
                  <a:lnTo>
                    <a:pt x="110" y="63"/>
                  </a:lnTo>
                  <a:cubicBezTo>
                    <a:pt x="126" y="63"/>
                    <a:pt x="141" y="48"/>
                    <a:pt x="141" y="32"/>
                  </a:cubicBezTo>
                  <a:cubicBezTo>
                    <a:pt x="141" y="17"/>
                    <a:pt x="141" y="0"/>
                    <a:pt x="110" y="0"/>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89" name="Google Shape;1989;p38"/>
            <p:cNvSpPr/>
            <p:nvPr/>
          </p:nvSpPr>
          <p:spPr>
            <a:xfrm>
              <a:off x="3428557" y="1808290"/>
              <a:ext cx="4039" cy="4548"/>
            </a:xfrm>
            <a:custGeom>
              <a:avLst/>
              <a:gdLst/>
              <a:ahLst/>
              <a:cxnLst/>
              <a:rect l="l" t="t" r="r" b="b"/>
              <a:pathLst>
                <a:path w="127" h="143" extrusionOk="0">
                  <a:moveTo>
                    <a:pt x="47" y="1"/>
                  </a:moveTo>
                  <a:lnTo>
                    <a:pt x="32" y="1"/>
                  </a:lnTo>
                  <a:lnTo>
                    <a:pt x="32" y="1"/>
                  </a:lnTo>
                  <a:lnTo>
                    <a:pt x="32" y="16"/>
                  </a:lnTo>
                  <a:cubicBezTo>
                    <a:pt x="32" y="32"/>
                    <a:pt x="16" y="32"/>
                    <a:pt x="1" y="32"/>
                  </a:cubicBezTo>
                  <a:lnTo>
                    <a:pt x="1" y="48"/>
                  </a:lnTo>
                  <a:lnTo>
                    <a:pt x="1" y="64"/>
                  </a:lnTo>
                  <a:lnTo>
                    <a:pt x="1" y="64"/>
                  </a:lnTo>
                  <a:lnTo>
                    <a:pt x="1" y="96"/>
                  </a:lnTo>
                  <a:lnTo>
                    <a:pt x="16" y="96"/>
                  </a:lnTo>
                  <a:lnTo>
                    <a:pt x="32" y="111"/>
                  </a:lnTo>
                  <a:lnTo>
                    <a:pt x="64" y="127"/>
                  </a:lnTo>
                  <a:cubicBezTo>
                    <a:pt x="79" y="142"/>
                    <a:pt x="79" y="142"/>
                    <a:pt x="95" y="142"/>
                  </a:cubicBezTo>
                  <a:lnTo>
                    <a:pt x="110" y="127"/>
                  </a:lnTo>
                  <a:cubicBezTo>
                    <a:pt x="127" y="111"/>
                    <a:pt x="127" y="79"/>
                    <a:pt x="110" y="79"/>
                  </a:cubicBezTo>
                  <a:lnTo>
                    <a:pt x="95" y="64"/>
                  </a:lnTo>
                  <a:lnTo>
                    <a:pt x="79" y="64"/>
                  </a:lnTo>
                  <a:lnTo>
                    <a:pt x="64" y="48"/>
                  </a:lnTo>
                  <a:lnTo>
                    <a:pt x="79" y="48"/>
                  </a:lnTo>
                  <a:cubicBezTo>
                    <a:pt x="79" y="16"/>
                    <a:pt x="64" y="1"/>
                    <a:pt x="47"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0" name="Google Shape;1990;p38"/>
            <p:cNvSpPr/>
            <p:nvPr/>
          </p:nvSpPr>
          <p:spPr>
            <a:xfrm>
              <a:off x="3380470" y="1815796"/>
              <a:ext cx="3021" cy="2576"/>
            </a:xfrm>
            <a:custGeom>
              <a:avLst/>
              <a:gdLst/>
              <a:ahLst/>
              <a:cxnLst/>
              <a:rect l="l" t="t" r="r" b="b"/>
              <a:pathLst>
                <a:path w="95" h="81" extrusionOk="0">
                  <a:moveTo>
                    <a:pt x="47" y="1"/>
                  </a:moveTo>
                  <a:lnTo>
                    <a:pt x="15" y="17"/>
                  </a:lnTo>
                  <a:cubicBezTo>
                    <a:pt x="0" y="17"/>
                    <a:pt x="0" y="32"/>
                    <a:pt x="0" y="49"/>
                  </a:cubicBezTo>
                  <a:cubicBezTo>
                    <a:pt x="0" y="64"/>
                    <a:pt x="15" y="80"/>
                    <a:pt x="32" y="80"/>
                  </a:cubicBezTo>
                  <a:lnTo>
                    <a:pt x="47" y="80"/>
                  </a:lnTo>
                  <a:lnTo>
                    <a:pt x="78" y="64"/>
                  </a:lnTo>
                  <a:cubicBezTo>
                    <a:pt x="95" y="64"/>
                    <a:pt x="95" y="64"/>
                    <a:pt x="95" y="49"/>
                  </a:cubicBezTo>
                  <a:lnTo>
                    <a:pt x="95" y="49"/>
                  </a:lnTo>
                  <a:cubicBezTo>
                    <a:pt x="78" y="49"/>
                    <a:pt x="63" y="32"/>
                    <a:pt x="63" y="32"/>
                  </a:cubicBezTo>
                  <a:lnTo>
                    <a:pt x="47"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1" name="Google Shape;1991;p38"/>
            <p:cNvSpPr/>
            <p:nvPr/>
          </p:nvSpPr>
          <p:spPr>
            <a:xfrm>
              <a:off x="3422546" y="1783738"/>
              <a:ext cx="5534" cy="2544"/>
            </a:xfrm>
            <a:custGeom>
              <a:avLst/>
              <a:gdLst/>
              <a:ahLst/>
              <a:cxnLst/>
              <a:rect l="l" t="t" r="r" b="b"/>
              <a:pathLst>
                <a:path w="174" h="80" extrusionOk="0">
                  <a:moveTo>
                    <a:pt x="47" y="0"/>
                  </a:moveTo>
                  <a:lnTo>
                    <a:pt x="32" y="0"/>
                  </a:lnTo>
                  <a:cubicBezTo>
                    <a:pt x="16" y="0"/>
                    <a:pt x="16" y="17"/>
                    <a:pt x="1" y="32"/>
                  </a:cubicBezTo>
                  <a:lnTo>
                    <a:pt x="1" y="32"/>
                  </a:lnTo>
                  <a:cubicBezTo>
                    <a:pt x="1" y="48"/>
                    <a:pt x="16" y="63"/>
                    <a:pt x="32" y="63"/>
                  </a:cubicBezTo>
                  <a:lnTo>
                    <a:pt x="47" y="63"/>
                  </a:lnTo>
                  <a:lnTo>
                    <a:pt x="64" y="63"/>
                  </a:lnTo>
                  <a:lnTo>
                    <a:pt x="127" y="80"/>
                  </a:lnTo>
                  <a:lnTo>
                    <a:pt x="142" y="80"/>
                  </a:lnTo>
                  <a:lnTo>
                    <a:pt x="142" y="80"/>
                  </a:lnTo>
                  <a:cubicBezTo>
                    <a:pt x="158" y="63"/>
                    <a:pt x="173" y="63"/>
                    <a:pt x="173" y="48"/>
                  </a:cubicBezTo>
                  <a:cubicBezTo>
                    <a:pt x="173" y="17"/>
                    <a:pt x="158" y="0"/>
                    <a:pt x="142" y="0"/>
                  </a:cubicBezTo>
                  <a:lnTo>
                    <a:pt x="110" y="0"/>
                  </a:ln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2" name="Google Shape;1992;p38"/>
            <p:cNvSpPr/>
            <p:nvPr/>
          </p:nvSpPr>
          <p:spPr>
            <a:xfrm>
              <a:off x="3154982" y="1811312"/>
              <a:ext cx="6042" cy="2512"/>
            </a:xfrm>
            <a:custGeom>
              <a:avLst/>
              <a:gdLst/>
              <a:ahLst/>
              <a:cxnLst/>
              <a:rect l="l" t="t" r="r" b="b"/>
              <a:pathLst>
                <a:path w="190" h="79" extrusionOk="0">
                  <a:moveTo>
                    <a:pt x="32" y="1"/>
                  </a:moveTo>
                  <a:lnTo>
                    <a:pt x="32" y="1"/>
                  </a:lnTo>
                  <a:cubicBezTo>
                    <a:pt x="0" y="1"/>
                    <a:pt x="0" y="16"/>
                    <a:pt x="0" y="32"/>
                  </a:cubicBezTo>
                  <a:cubicBezTo>
                    <a:pt x="0" y="47"/>
                    <a:pt x="0" y="64"/>
                    <a:pt x="15" y="64"/>
                  </a:cubicBezTo>
                  <a:lnTo>
                    <a:pt x="32" y="64"/>
                  </a:lnTo>
                  <a:lnTo>
                    <a:pt x="110" y="64"/>
                  </a:lnTo>
                  <a:lnTo>
                    <a:pt x="141" y="79"/>
                  </a:lnTo>
                  <a:lnTo>
                    <a:pt x="158" y="79"/>
                  </a:lnTo>
                  <a:lnTo>
                    <a:pt x="158" y="79"/>
                  </a:lnTo>
                  <a:lnTo>
                    <a:pt x="173" y="64"/>
                  </a:lnTo>
                  <a:cubicBezTo>
                    <a:pt x="173" y="64"/>
                    <a:pt x="173" y="47"/>
                    <a:pt x="189" y="47"/>
                  </a:cubicBezTo>
                  <a:lnTo>
                    <a:pt x="189" y="32"/>
                  </a:lnTo>
                  <a:cubicBezTo>
                    <a:pt x="189" y="32"/>
                    <a:pt x="189" y="16"/>
                    <a:pt x="173" y="16"/>
                  </a:cubicBezTo>
                  <a:cubicBezTo>
                    <a:pt x="173" y="1"/>
                    <a:pt x="158" y="1"/>
                    <a:pt x="158" y="1"/>
                  </a:cubicBez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3" name="Google Shape;1993;p38"/>
            <p:cNvSpPr/>
            <p:nvPr/>
          </p:nvSpPr>
          <p:spPr>
            <a:xfrm>
              <a:off x="3331365" y="1816337"/>
              <a:ext cx="6042" cy="3021"/>
            </a:xfrm>
            <a:custGeom>
              <a:avLst/>
              <a:gdLst/>
              <a:ahLst/>
              <a:cxnLst/>
              <a:rect l="l" t="t" r="r" b="b"/>
              <a:pathLst>
                <a:path w="190" h="95" extrusionOk="0">
                  <a:moveTo>
                    <a:pt x="110" y="0"/>
                  </a:moveTo>
                  <a:lnTo>
                    <a:pt x="95" y="0"/>
                  </a:lnTo>
                  <a:cubicBezTo>
                    <a:pt x="78" y="0"/>
                    <a:pt x="63" y="0"/>
                    <a:pt x="63" y="15"/>
                  </a:cubicBezTo>
                  <a:lnTo>
                    <a:pt x="47" y="15"/>
                  </a:lnTo>
                  <a:lnTo>
                    <a:pt x="32" y="15"/>
                  </a:lnTo>
                  <a:cubicBezTo>
                    <a:pt x="32" y="15"/>
                    <a:pt x="32" y="32"/>
                    <a:pt x="15" y="32"/>
                  </a:cubicBezTo>
                  <a:cubicBezTo>
                    <a:pt x="15" y="32"/>
                    <a:pt x="0" y="47"/>
                    <a:pt x="0" y="63"/>
                  </a:cubicBezTo>
                  <a:cubicBezTo>
                    <a:pt x="15" y="78"/>
                    <a:pt x="15" y="95"/>
                    <a:pt x="32" y="95"/>
                  </a:cubicBezTo>
                  <a:lnTo>
                    <a:pt x="47" y="95"/>
                  </a:lnTo>
                  <a:lnTo>
                    <a:pt x="63" y="78"/>
                  </a:lnTo>
                  <a:lnTo>
                    <a:pt x="78" y="78"/>
                  </a:lnTo>
                  <a:cubicBezTo>
                    <a:pt x="95" y="78"/>
                    <a:pt x="95" y="63"/>
                    <a:pt x="95" y="63"/>
                  </a:cubicBezTo>
                  <a:cubicBezTo>
                    <a:pt x="95" y="63"/>
                    <a:pt x="110" y="63"/>
                    <a:pt x="110" y="78"/>
                  </a:cubicBezTo>
                  <a:lnTo>
                    <a:pt x="110" y="78"/>
                  </a:lnTo>
                  <a:cubicBezTo>
                    <a:pt x="110" y="95"/>
                    <a:pt x="126" y="95"/>
                    <a:pt x="141" y="95"/>
                  </a:cubicBezTo>
                  <a:lnTo>
                    <a:pt x="158" y="95"/>
                  </a:lnTo>
                  <a:cubicBezTo>
                    <a:pt x="173" y="95"/>
                    <a:pt x="189" y="78"/>
                    <a:pt x="173" y="63"/>
                  </a:cubicBezTo>
                  <a:cubicBezTo>
                    <a:pt x="173" y="47"/>
                    <a:pt x="173" y="47"/>
                    <a:pt x="158" y="32"/>
                  </a:cubicBezTo>
                  <a:lnTo>
                    <a:pt x="158" y="15"/>
                  </a:lnTo>
                  <a:cubicBezTo>
                    <a:pt x="141" y="15"/>
                    <a:pt x="141" y="0"/>
                    <a:pt x="12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4" name="Google Shape;1994;p38"/>
            <p:cNvSpPr/>
            <p:nvPr/>
          </p:nvSpPr>
          <p:spPr>
            <a:xfrm>
              <a:off x="3399966" y="1811789"/>
              <a:ext cx="3562" cy="2035"/>
            </a:xfrm>
            <a:custGeom>
              <a:avLst/>
              <a:gdLst/>
              <a:ahLst/>
              <a:cxnLst/>
              <a:rect l="l" t="t" r="r" b="b"/>
              <a:pathLst>
                <a:path w="112" h="64" extrusionOk="0">
                  <a:moveTo>
                    <a:pt x="32" y="1"/>
                  </a:moveTo>
                  <a:lnTo>
                    <a:pt x="32" y="1"/>
                  </a:lnTo>
                  <a:lnTo>
                    <a:pt x="17" y="1"/>
                  </a:lnTo>
                  <a:lnTo>
                    <a:pt x="17" y="1"/>
                  </a:lnTo>
                  <a:lnTo>
                    <a:pt x="17" y="1"/>
                  </a:lnTo>
                  <a:cubicBezTo>
                    <a:pt x="17" y="17"/>
                    <a:pt x="1" y="32"/>
                    <a:pt x="1" y="32"/>
                  </a:cubicBezTo>
                  <a:cubicBezTo>
                    <a:pt x="1" y="49"/>
                    <a:pt x="1" y="64"/>
                    <a:pt x="32" y="64"/>
                  </a:cubicBezTo>
                  <a:lnTo>
                    <a:pt x="49" y="64"/>
                  </a:lnTo>
                  <a:lnTo>
                    <a:pt x="64" y="64"/>
                  </a:lnTo>
                  <a:lnTo>
                    <a:pt x="64" y="64"/>
                  </a:lnTo>
                  <a:cubicBezTo>
                    <a:pt x="80" y="64"/>
                    <a:pt x="95" y="49"/>
                    <a:pt x="95" y="32"/>
                  </a:cubicBezTo>
                  <a:cubicBezTo>
                    <a:pt x="112" y="32"/>
                    <a:pt x="95" y="17"/>
                    <a:pt x="80" y="1"/>
                  </a:cubicBezTo>
                  <a:lnTo>
                    <a:pt x="80" y="1"/>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5" name="Google Shape;1995;p38"/>
            <p:cNvSpPr/>
            <p:nvPr/>
          </p:nvSpPr>
          <p:spPr>
            <a:xfrm>
              <a:off x="3437049" y="1805778"/>
              <a:ext cx="3562" cy="3562"/>
            </a:xfrm>
            <a:custGeom>
              <a:avLst/>
              <a:gdLst/>
              <a:ahLst/>
              <a:cxnLst/>
              <a:rect l="l" t="t" r="r" b="b"/>
              <a:pathLst>
                <a:path w="112" h="112" extrusionOk="0">
                  <a:moveTo>
                    <a:pt x="32" y="1"/>
                  </a:moveTo>
                  <a:lnTo>
                    <a:pt x="32" y="1"/>
                  </a:lnTo>
                  <a:lnTo>
                    <a:pt x="17" y="1"/>
                  </a:lnTo>
                  <a:cubicBezTo>
                    <a:pt x="1" y="17"/>
                    <a:pt x="1" y="32"/>
                    <a:pt x="1" y="48"/>
                  </a:cubicBezTo>
                  <a:lnTo>
                    <a:pt x="1" y="48"/>
                  </a:lnTo>
                  <a:lnTo>
                    <a:pt x="32" y="80"/>
                  </a:lnTo>
                  <a:lnTo>
                    <a:pt x="49" y="80"/>
                  </a:lnTo>
                  <a:lnTo>
                    <a:pt x="49" y="64"/>
                  </a:lnTo>
                  <a:cubicBezTo>
                    <a:pt x="64" y="64"/>
                    <a:pt x="64" y="80"/>
                    <a:pt x="80" y="80"/>
                  </a:cubicBezTo>
                  <a:lnTo>
                    <a:pt x="80" y="111"/>
                  </a:lnTo>
                  <a:lnTo>
                    <a:pt x="95" y="111"/>
                  </a:lnTo>
                  <a:cubicBezTo>
                    <a:pt x="95" y="95"/>
                    <a:pt x="112" y="80"/>
                    <a:pt x="95" y="64"/>
                  </a:cubicBezTo>
                  <a:lnTo>
                    <a:pt x="80" y="32"/>
                  </a:lnTo>
                  <a:lnTo>
                    <a:pt x="64" y="17"/>
                  </a:lnTo>
                  <a:cubicBezTo>
                    <a:pt x="49" y="1"/>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6" name="Google Shape;1996;p38"/>
            <p:cNvSpPr/>
            <p:nvPr/>
          </p:nvSpPr>
          <p:spPr>
            <a:xfrm>
              <a:off x="3426045" y="1806796"/>
              <a:ext cx="3562" cy="2544"/>
            </a:xfrm>
            <a:custGeom>
              <a:avLst/>
              <a:gdLst/>
              <a:ahLst/>
              <a:cxnLst/>
              <a:rect l="l" t="t" r="r" b="b"/>
              <a:pathLst>
                <a:path w="112" h="80" extrusionOk="0">
                  <a:moveTo>
                    <a:pt x="32" y="0"/>
                  </a:moveTo>
                  <a:lnTo>
                    <a:pt x="32" y="0"/>
                  </a:lnTo>
                  <a:lnTo>
                    <a:pt x="32" y="16"/>
                  </a:lnTo>
                  <a:lnTo>
                    <a:pt x="17" y="16"/>
                  </a:lnTo>
                  <a:lnTo>
                    <a:pt x="0" y="32"/>
                  </a:lnTo>
                  <a:cubicBezTo>
                    <a:pt x="0" y="48"/>
                    <a:pt x="17" y="63"/>
                    <a:pt x="32" y="79"/>
                  </a:cubicBezTo>
                  <a:lnTo>
                    <a:pt x="63" y="79"/>
                  </a:lnTo>
                  <a:lnTo>
                    <a:pt x="80" y="79"/>
                  </a:lnTo>
                  <a:lnTo>
                    <a:pt x="80" y="79"/>
                  </a:lnTo>
                  <a:lnTo>
                    <a:pt x="80" y="79"/>
                  </a:lnTo>
                  <a:cubicBezTo>
                    <a:pt x="95" y="79"/>
                    <a:pt x="111" y="79"/>
                    <a:pt x="111" y="63"/>
                  </a:cubicBezTo>
                  <a:lnTo>
                    <a:pt x="111" y="48"/>
                  </a:lnTo>
                  <a:cubicBezTo>
                    <a:pt x="111" y="32"/>
                    <a:pt x="95" y="16"/>
                    <a:pt x="95" y="16"/>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7" name="Google Shape;1997;p38"/>
            <p:cNvSpPr/>
            <p:nvPr/>
          </p:nvSpPr>
          <p:spPr>
            <a:xfrm>
              <a:off x="3390965" y="1782243"/>
              <a:ext cx="3562" cy="3053"/>
            </a:xfrm>
            <a:custGeom>
              <a:avLst/>
              <a:gdLst/>
              <a:ahLst/>
              <a:cxnLst/>
              <a:rect l="l" t="t" r="r" b="b"/>
              <a:pathLst>
                <a:path w="112" h="96" extrusionOk="0">
                  <a:moveTo>
                    <a:pt x="63" y="1"/>
                  </a:moveTo>
                  <a:lnTo>
                    <a:pt x="63" y="1"/>
                  </a:lnTo>
                  <a:cubicBezTo>
                    <a:pt x="63" y="1"/>
                    <a:pt x="63" y="16"/>
                    <a:pt x="48" y="16"/>
                  </a:cubicBezTo>
                  <a:lnTo>
                    <a:pt x="32" y="16"/>
                  </a:lnTo>
                  <a:lnTo>
                    <a:pt x="17" y="32"/>
                  </a:lnTo>
                  <a:lnTo>
                    <a:pt x="17" y="32"/>
                  </a:lnTo>
                  <a:cubicBezTo>
                    <a:pt x="0" y="47"/>
                    <a:pt x="0" y="64"/>
                    <a:pt x="0" y="79"/>
                  </a:cubicBezTo>
                  <a:cubicBezTo>
                    <a:pt x="0" y="95"/>
                    <a:pt x="17" y="95"/>
                    <a:pt x="32" y="95"/>
                  </a:cubicBezTo>
                  <a:lnTo>
                    <a:pt x="48" y="95"/>
                  </a:lnTo>
                  <a:lnTo>
                    <a:pt x="63" y="79"/>
                  </a:lnTo>
                  <a:lnTo>
                    <a:pt x="80" y="79"/>
                  </a:lnTo>
                  <a:cubicBezTo>
                    <a:pt x="95" y="64"/>
                    <a:pt x="111" y="47"/>
                    <a:pt x="95" y="32"/>
                  </a:cubicBezTo>
                  <a:cubicBezTo>
                    <a:pt x="95" y="16"/>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8" name="Google Shape;1998;p38"/>
            <p:cNvSpPr/>
            <p:nvPr/>
          </p:nvSpPr>
          <p:spPr>
            <a:xfrm>
              <a:off x="3336835" y="1789749"/>
              <a:ext cx="4039" cy="4039"/>
            </a:xfrm>
            <a:custGeom>
              <a:avLst/>
              <a:gdLst/>
              <a:ahLst/>
              <a:cxnLst/>
              <a:rect l="l" t="t" r="r" b="b"/>
              <a:pathLst>
                <a:path w="127" h="127" extrusionOk="0">
                  <a:moveTo>
                    <a:pt x="95" y="0"/>
                  </a:moveTo>
                  <a:lnTo>
                    <a:pt x="95" y="0"/>
                  </a:lnTo>
                  <a:cubicBezTo>
                    <a:pt x="80" y="0"/>
                    <a:pt x="80" y="17"/>
                    <a:pt x="64" y="17"/>
                  </a:cubicBezTo>
                  <a:lnTo>
                    <a:pt x="49" y="32"/>
                  </a:lnTo>
                  <a:lnTo>
                    <a:pt x="49" y="32"/>
                  </a:lnTo>
                  <a:lnTo>
                    <a:pt x="17" y="63"/>
                  </a:lnTo>
                  <a:lnTo>
                    <a:pt x="17" y="63"/>
                  </a:lnTo>
                  <a:cubicBezTo>
                    <a:pt x="1" y="80"/>
                    <a:pt x="1" y="95"/>
                    <a:pt x="17" y="111"/>
                  </a:cubicBezTo>
                  <a:lnTo>
                    <a:pt x="17" y="111"/>
                  </a:lnTo>
                  <a:lnTo>
                    <a:pt x="17" y="111"/>
                  </a:lnTo>
                  <a:cubicBezTo>
                    <a:pt x="17" y="111"/>
                    <a:pt x="32" y="126"/>
                    <a:pt x="49" y="126"/>
                  </a:cubicBezTo>
                  <a:lnTo>
                    <a:pt x="64" y="111"/>
                  </a:lnTo>
                  <a:lnTo>
                    <a:pt x="112" y="63"/>
                  </a:lnTo>
                  <a:cubicBezTo>
                    <a:pt x="127"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1999" name="Google Shape;1999;p38"/>
            <p:cNvSpPr/>
            <p:nvPr/>
          </p:nvSpPr>
          <p:spPr>
            <a:xfrm>
              <a:off x="3437589" y="1779254"/>
              <a:ext cx="4039" cy="5025"/>
            </a:xfrm>
            <a:custGeom>
              <a:avLst/>
              <a:gdLst/>
              <a:ahLst/>
              <a:cxnLst/>
              <a:rect l="l" t="t" r="r" b="b"/>
              <a:pathLst>
                <a:path w="127" h="158" extrusionOk="0">
                  <a:moveTo>
                    <a:pt x="32" y="0"/>
                  </a:moveTo>
                  <a:lnTo>
                    <a:pt x="32" y="0"/>
                  </a:lnTo>
                  <a:cubicBezTo>
                    <a:pt x="15" y="0"/>
                    <a:pt x="0" y="0"/>
                    <a:pt x="0" y="15"/>
                  </a:cubicBezTo>
                  <a:lnTo>
                    <a:pt x="0" y="15"/>
                  </a:lnTo>
                  <a:lnTo>
                    <a:pt x="0" y="47"/>
                  </a:lnTo>
                  <a:cubicBezTo>
                    <a:pt x="0" y="47"/>
                    <a:pt x="15" y="63"/>
                    <a:pt x="32" y="63"/>
                  </a:cubicBezTo>
                  <a:lnTo>
                    <a:pt x="32" y="63"/>
                  </a:lnTo>
                  <a:lnTo>
                    <a:pt x="15" y="110"/>
                  </a:lnTo>
                  <a:cubicBezTo>
                    <a:pt x="15" y="126"/>
                    <a:pt x="32" y="141"/>
                    <a:pt x="47" y="158"/>
                  </a:cubicBezTo>
                  <a:lnTo>
                    <a:pt x="47" y="158"/>
                  </a:lnTo>
                  <a:cubicBezTo>
                    <a:pt x="63" y="158"/>
                    <a:pt x="78" y="141"/>
                    <a:pt x="95" y="126"/>
                  </a:cubicBezTo>
                  <a:lnTo>
                    <a:pt x="110" y="47"/>
                  </a:lnTo>
                  <a:cubicBezTo>
                    <a:pt x="126" y="32"/>
                    <a:pt x="110" y="32"/>
                    <a:pt x="110" y="15"/>
                  </a:cubicBezTo>
                  <a:lnTo>
                    <a:pt x="95" y="0"/>
                  </a:lnTo>
                  <a:lnTo>
                    <a:pt x="63" y="0"/>
                  </a:ln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0" name="Google Shape;2000;p38"/>
            <p:cNvSpPr/>
            <p:nvPr/>
          </p:nvSpPr>
          <p:spPr>
            <a:xfrm>
              <a:off x="3079798" y="1787745"/>
              <a:ext cx="5534" cy="3021"/>
            </a:xfrm>
            <a:custGeom>
              <a:avLst/>
              <a:gdLst/>
              <a:ahLst/>
              <a:cxnLst/>
              <a:rect l="l" t="t" r="r" b="b"/>
              <a:pathLst>
                <a:path w="174" h="95" extrusionOk="0">
                  <a:moveTo>
                    <a:pt x="32" y="0"/>
                  </a:moveTo>
                  <a:lnTo>
                    <a:pt x="32" y="0"/>
                  </a:lnTo>
                  <a:cubicBezTo>
                    <a:pt x="16" y="0"/>
                    <a:pt x="1" y="17"/>
                    <a:pt x="1" y="32"/>
                  </a:cubicBezTo>
                  <a:cubicBezTo>
                    <a:pt x="1" y="48"/>
                    <a:pt x="16" y="63"/>
                    <a:pt x="32" y="63"/>
                  </a:cubicBezTo>
                  <a:lnTo>
                    <a:pt x="32" y="63"/>
                  </a:lnTo>
                  <a:lnTo>
                    <a:pt x="79" y="63"/>
                  </a:lnTo>
                  <a:lnTo>
                    <a:pt x="79" y="80"/>
                  </a:lnTo>
                  <a:cubicBezTo>
                    <a:pt x="79" y="80"/>
                    <a:pt x="95" y="95"/>
                    <a:pt x="110" y="95"/>
                  </a:cubicBezTo>
                  <a:lnTo>
                    <a:pt x="110" y="95"/>
                  </a:lnTo>
                  <a:lnTo>
                    <a:pt x="142" y="80"/>
                  </a:lnTo>
                  <a:lnTo>
                    <a:pt x="158" y="80"/>
                  </a:lnTo>
                  <a:cubicBezTo>
                    <a:pt x="173" y="63"/>
                    <a:pt x="173" y="48"/>
                    <a:pt x="173" y="48"/>
                  </a:cubicBezTo>
                  <a:lnTo>
                    <a:pt x="173" y="32"/>
                  </a:lnTo>
                  <a:lnTo>
                    <a:pt x="173" y="32"/>
                  </a:lnTo>
                  <a:cubicBezTo>
                    <a:pt x="158" y="17"/>
                    <a:pt x="158" y="0"/>
                    <a:pt x="142"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1" name="Google Shape;2001;p38"/>
            <p:cNvSpPr/>
            <p:nvPr/>
          </p:nvSpPr>
          <p:spPr>
            <a:xfrm>
              <a:off x="3160452" y="1812806"/>
              <a:ext cx="3053" cy="3562"/>
            </a:xfrm>
            <a:custGeom>
              <a:avLst/>
              <a:gdLst/>
              <a:ahLst/>
              <a:cxnLst/>
              <a:rect l="l" t="t" r="r" b="b"/>
              <a:pathLst>
                <a:path w="96" h="112" extrusionOk="0">
                  <a:moveTo>
                    <a:pt x="32" y="0"/>
                  </a:moveTo>
                  <a:lnTo>
                    <a:pt x="32" y="0"/>
                  </a:lnTo>
                  <a:lnTo>
                    <a:pt x="17" y="0"/>
                  </a:lnTo>
                  <a:lnTo>
                    <a:pt x="17" y="0"/>
                  </a:lnTo>
                  <a:cubicBezTo>
                    <a:pt x="1" y="0"/>
                    <a:pt x="1" y="17"/>
                    <a:pt x="1" y="17"/>
                  </a:cubicBezTo>
                  <a:lnTo>
                    <a:pt x="1" y="32"/>
                  </a:lnTo>
                  <a:lnTo>
                    <a:pt x="1" y="48"/>
                  </a:lnTo>
                  <a:lnTo>
                    <a:pt x="1" y="48"/>
                  </a:lnTo>
                  <a:lnTo>
                    <a:pt x="1" y="63"/>
                  </a:lnTo>
                  <a:lnTo>
                    <a:pt x="1" y="48"/>
                  </a:lnTo>
                  <a:cubicBezTo>
                    <a:pt x="17" y="48"/>
                    <a:pt x="17" y="32"/>
                    <a:pt x="32" y="32"/>
                  </a:cubicBezTo>
                  <a:lnTo>
                    <a:pt x="32" y="32"/>
                  </a:lnTo>
                  <a:cubicBezTo>
                    <a:pt x="49" y="32"/>
                    <a:pt x="49" y="32"/>
                    <a:pt x="49" y="48"/>
                  </a:cubicBezTo>
                  <a:cubicBezTo>
                    <a:pt x="64" y="48"/>
                    <a:pt x="80" y="80"/>
                    <a:pt x="64" y="95"/>
                  </a:cubicBezTo>
                  <a:lnTo>
                    <a:pt x="49" y="111"/>
                  </a:lnTo>
                  <a:lnTo>
                    <a:pt x="64" y="111"/>
                  </a:lnTo>
                  <a:cubicBezTo>
                    <a:pt x="64" y="111"/>
                    <a:pt x="80" y="111"/>
                    <a:pt x="80" y="95"/>
                  </a:cubicBezTo>
                  <a:cubicBezTo>
                    <a:pt x="80" y="95"/>
                    <a:pt x="95" y="80"/>
                    <a:pt x="80" y="80"/>
                  </a:cubicBezTo>
                  <a:lnTo>
                    <a:pt x="80" y="63"/>
                  </a:lnTo>
                  <a:lnTo>
                    <a:pt x="80" y="48"/>
                  </a:lnTo>
                  <a:lnTo>
                    <a:pt x="80" y="32"/>
                  </a:lnTo>
                  <a:cubicBezTo>
                    <a:pt x="80" y="17"/>
                    <a:pt x="64" y="17"/>
                    <a:pt x="64" y="17"/>
                  </a:cubicBez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2" name="Google Shape;2002;p38"/>
            <p:cNvSpPr/>
            <p:nvPr/>
          </p:nvSpPr>
          <p:spPr>
            <a:xfrm>
              <a:off x="3287730" y="1809785"/>
              <a:ext cx="5565" cy="4580"/>
            </a:xfrm>
            <a:custGeom>
              <a:avLst/>
              <a:gdLst/>
              <a:ahLst/>
              <a:cxnLst/>
              <a:rect l="l" t="t" r="r" b="b"/>
              <a:pathLst>
                <a:path w="175" h="144" extrusionOk="0">
                  <a:moveTo>
                    <a:pt x="127" y="1"/>
                  </a:moveTo>
                  <a:lnTo>
                    <a:pt x="127" y="1"/>
                  </a:lnTo>
                  <a:lnTo>
                    <a:pt x="112" y="1"/>
                  </a:lnTo>
                  <a:lnTo>
                    <a:pt x="95" y="17"/>
                  </a:lnTo>
                  <a:lnTo>
                    <a:pt x="80" y="17"/>
                  </a:lnTo>
                  <a:cubicBezTo>
                    <a:pt x="64" y="32"/>
                    <a:pt x="49" y="32"/>
                    <a:pt x="49" y="49"/>
                  </a:cubicBezTo>
                  <a:cubicBezTo>
                    <a:pt x="32" y="49"/>
                    <a:pt x="32" y="49"/>
                    <a:pt x="17" y="64"/>
                  </a:cubicBezTo>
                  <a:cubicBezTo>
                    <a:pt x="1" y="64"/>
                    <a:pt x="1" y="64"/>
                    <a:pt x="1" y="80"/>
                  </a:cubicBezTo>
                  <a:lnTo>
                    <a:pt x="1" y="112"/>
                  </a:lnTo>
                  <a:lnTo>
                    <a:pt x="17" y="127"/>
                  </a:lnTo>
                  <a:lnTo>
                    <a:pt x="32" y="127"/>
                  </a:lnTo>
                  <a:lnTo>
                    <a:pt x="49" y="127"/>
                  </a:lnTo>
                  <a:lnTo>
                    <a:pt x="49" y="127"/>
                  </a:lnTo>
                  <a:lnTo>
                    <a:pt x="49" y="127"/>
                  </a:lnTo>
                  <a:lnTo>
                    <a:pt x="95" y="127"/>
                  </a:lnTo>
                  <a:lnTo>
                    <a:pt x="112" y="143"/>
                  </a:lnTo>
                  <a:lnTo>
                    <a:pt x="127" y="127"/>
                  </a:lnTo>
                  <a:lnTo>
                    <a:pt x="143" y="127"/>
                  </a:lnTo>
                  <a:cubicBezTo>
                    <a:pt x="158" y="127"/>
                    <a:pt x="158" y="112"/>
                    <a:pt x="158" y="95"/>
                  </a:cubicBezTo>
                  <a:lnTo>
                    <a:pt x="175" y="32"/>
                  </a:lnTo>
                  <a:cubicBezTo>
                    <a:pt x="175" y="17"/>
                    <a:pt x="158" y="1"/>
                    <a:pt x="15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3" name="Google Shape;2003;p38"/>
            <p:cNvSpPr/>
            <p:nvPr/>
          </p:nvSpPr>
          <p:spPr>
            <a:xfrm>
              <a:off x="3120888" y="1817800"/>
              <a:ext cx="3530" cy="3053"/>
            </a:xfrm>
            <a:custGeom>
              <a:avLst/>
              <a:gdLst/>
              <a:ahLst/>
              <a:cxnLst/>
              <a:rect l="l" t="t" r="r" b="b"/>
              <a:pathLst>
                <a:path w="111" h="96" extrusionOk="0">
                  <a:moveTo>
                    <a:pt x="79" y="1"/>
                  </a:moveTo>
                  <a:lnTo>
                    <a:pt x="79" y="1"/>
                  </a:lnTo>
                  <a:lnTo>
                    <a:pt x="79" y="1"/>
                  </a:lnTo>
                  <a:lnTo>
                    <a:pt x="64" y="1"/>
                  </a:lnTo>
                  <a:lnTo>
                    <a:pt x="16" y="32"/>
                  </a:lnTo>
                  <a:cubicBezTo>
                    <a:pt x="1" y="49"/>
                    <a:pt x="1" y="80"/>
                    <a:pt x="16" y="95"/>
                  </a:cubicBezTo>
                  <a:lnTo>
                    <a:pt x="47" y="95"/>
                  </a:lnTo>
                  <a:lnTo>
                    <a:pt x="64" y="95"/>
                  </a:lnTo>
                  <a:lnTo>
                    <a:pt x="110" y="49"/>
                  </a:lnTo>
                  <a:lnTo>
                    <a:pt x="110" y="1"/>
                  </a:lnTo>
                  <a:lnTo>
                    <a:pt x="95"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4" name="Google Shape;2004;p38"/>
            <p:cNvSpPr/>
            <p:nvPr/>
          </p:nvSpPr>
          <p:spPr>
            <a:xfrm>
              <a:off x="3288271" y="1805301"/>
              <a:ext cx="4039" cy="3021"/>
            </a:xfrm>
            <a:custGeom>
              <a:avLst/>
              <a:gdLst/>
              <a:ahLst/>
              <a:cxnLst/>
              <a:rect l="l" t="t" r="r" b="b"/>
              <a:pathLst>
                <a:path w="127" h="95" extrusionOk="0">
                  <a:moveTo>
                    <a:pt x="63" y="0"/>
                  </a:moveTo>
                  <a:lnTo>
                    <a:pt x="63" y="0"/>
                  </a:lnTo>
                  <a:lnTo>
                    <a:pt x="47" y="0"/>
                  </a:lnTo>
                  <a:cubicBezTo>
                    <a:pt x="47" y="0"/>
                    <a:pt x="32" y="0"/>
                    <a:pt x="32" y="16"/>
                  </a:cubicBezTo>
                  <a:lnTo>
                    <a:pt x="15" y="32"/>
                  </a:lnTo>
                  <a:lnTo>
                    <a:pt x="0" y="47"/>
                  </a:lnTo>
                  <a:lnTo>
                    <a:pt x="0" y="63"/>
                  </a:lnTo>
                  <a:lnTo>
                    <a:pt x="32" y="95"/>
                  </a:lnTo>
                  <a:lnTo>
                    <a:pt x="63" y="95"/>
                  </a:lnTo>
                  <a:lnTo>
                    <a:pt x="63" y="95"/>
                  </a:lnTo>
                  <a:lnTo>
                    <a:pt x="78" y="95"/>
                  </a:lnTo>
                  <a:cubicBezTo>
                    <a:pt x="95" y="95"/>
                    <a:pt x="95" y="95"/>
                    <a:pt x="110" y="79"/>
                  </a:cubicBezTo>
                  <a:lnTo>
                    <a:pt x="110" y="79"/>
                  </a:lnTo>
                  <a:cubicBezTo>
                    <a:pt x="126" y="63"/>
                    <a:pt x="126" y="47"/>
                    <a:pt x="110" y="32"/>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5" name="Google Shape;2005;p38"/>
            <p:cNvSpPr/>
            <p:nvPr/>
          </p:nvSpPr>
          <p:spPr>
            <a:xfrm>
              <a:off x="3443060" y="1789272"/>
              <a:ext cx="5565" cy="4516"/>
            </a:xfrm>
            <a:custGeom>
              <a:avLst/>
              <a:gdLst/>
              <a:ahLst/>
              <a:cxnLst/>
              <a:rect l="l" t="t" r="r" b="b"/>
              <a:pathLst>
                <a:path w="175" h="142" extrusionOk="0">
                  <a:moveTo>
                    <a:pt x="127" y="0"/>
                  </a:moveTo>
                  <a:lnTo>
                    <a:pt x="127" y="0"/>
                  </a:lnTo>
                  <a:lnTo>
                    <a:pt x="127" y="0"/>
                  </a:lnTo>
                  <a:cubicBezTo>
                    <a:pt x="95" y="15"/>
                    <a:pt x="80" y="32"/>
                    <a:pt x="64" y="47"/>
                  </a:cubicBezTo>
                  <a:cubicBezTo>
                    <a:pt x="64" y="63"/>
                    <a:pt x="49" y="63"/>
                    <a:pt x="49" y="63"/>
                  </a:cubicBezTo>
                  <a:lnTo>
                    <a:pt x="49" y="63"/>
                  </a:lnTo>
                  <a:lnTo>
                    <a:pt x="49" y="63"/>
                  </a:lnTo>
                  <a:lnTo>
                    <a:pt x="32" y="63"/>
                  </a:lnTo>
                  <a:cubicBezTo>
                    <a:pt x="17" y="63"/>
                    <a:pt x="1" y="78"/>
                    <a:pt x="1" y="95"/>
                  </a:cubicBezTo>
                  <a:cubicBezTo>
                    <a:pt x="1" y="110"/>
                    <a:pt x="1" y="126"/>
                    <a:pt x="17" y="126"/>
                  </a:cubicBezTo>
                  <a:cubicBezTo>
                    <a:pt x="17" y="141"/>
                    <a:pt x="32" y="141"/>
                    <a:pt x="32" y="141"/>
                  </a:cubicBezTo>
                  <a:lnTo>
                    <a:pt x="49" y="141"/>
                  </a:lnTo>
                  <a:cubicBezTo>
                    <a:pt x="64" y="141"/>
                    <a:pt x="80" y="126"/>
                    <a:pt x="95" y="126"/>
                  </a:cubicBezTo>
                  <a:cubicBezTo>
                    <a:pt x="112" y="110"/>
                    <a:pt x="127" y="95"/>
                    <a:pt x="127" y="78"/>
                  </a:cubicBezTo>
                  <a:lnTo>
                    <a:pt x="143" y="78"/>
                  </a:lnTo>
                  <a:lnTo>
                    <a:pt x="143" y="63"/>
                  </a:lnTo>
                  <a:cubicBezTo>
                    <a:pt x="158" y="63"/>
                    <a:pt x="175" y="32"/>
                    <a:pt x="158" y="15"/>
                  </a:cubicBezTo>
                  <a:cubicBezTo>
                    <a:pt x="158" y="0"/>
                    <a:pt x="143" y="0"/>
                    <a:pt x="12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6" name="Google Shape;2006;p38"/>
            <p:cNvSpPr/>
            <p:nvPr/>
          </p:nvSpPr>
          <p:spPr>
            <a:xfrm>
              <a:off x="3333369" y="1798749"/>
              <a:ext cx="3498" cy="5057"/>
            </a:xfrm>
            <a:custGeom>
              <a:avLst/>
              <a:gdLst/>
              <a:ahLst/>
              <a:cxnLst/>
              <a:rect l="l" t="t" r="r" b="b"/>
              <a:pathLst>
                <a:path w="110" h="159" extrusionOk="0">
                  <a:moveTo>
                    <a:pt x="47" y="1"/>
                  </a:moveTo>
                  <a:lnTo>
                    <a:pt x="32" y="1"/>
                  </a:lnTo>
                  <a:lnTo>
                    <a:pt x="32" y="1"/>
                  </a:lnTo>
                  <a:cubicBezTo>
                    <a:pt x="15" y="17"/>
                    <a:pt x="0" y="33"/>
                    <a:pt x="15" y="49"/>
                  </a:cubicBezTo>
                  <a:lnTo>
                    <a:pt x="15" y="49"/>
                  </a:lnTo>
                  <a:lnTo>
                    <a:pt x="32" y="96"/>
                  </a:lnTo>
                  <a:lnTo>
                    <a:pt x="32" y="112"/>
                  </a:lnTo>
                  <a:cubicBezTo>
                    <a:pt x="15" y="127"/>
                    <a:pt x="32" y="143"/>
                    <a:pt x="32" y="159"/>
                  </a:cubicBezTo>
                  <a:lnTo>
                    <a:pt x="63" y="159"/>
                  </a:lnTo>
                  <a:cubicBezTo>
                    <a:pt x="63" y="159"/>
                    <a:pt x="78" y="159"/>
                    <a:pt x="95" y="143"/>
                  </a:cubicBezTo>
                  <a:lnTo>
                    <a:pt x="95" y="143"/>
                  </a:lnTo>
                  <a:lnTo>
                    <a:pt x="95" y="143"/>
                  </a:lnTo>
                  <a:cubicBezTo>
                    <a:pt x="95" y="127"/>
                    <a:pt x="110" y="112"/>
                    <a:pt x="110" y="96"/>
                  </a:cubicBezTo>
                  <a:lnTo>
                    <a:pt x="110" y="80"/>
                  </a:lnTo>
                  <a:lnTo>
                    <a:pt x="95" y="64"/>
                  </a:lnTo>
                  <a:lnTo>
                    <a:pt x="78" y="17"/>
                  </a:lnTo>
                  <a:cubicBezTo>
                    <a:pt x="63" y="17"/>
                    <a:pt x="47"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7" name="Google Shape;2007;p38"/>
            <p:cNvSpPr/>
            <p:nvPr/>
          </p:nvSpPr>
          <p:spPr>
            <a:xfrm>
              <a:off x="3411001" y="1794265"/>
              <a:ext cx="3562" cy="3053"/>
            </a:xfrm>
            <a:custGeom>
              <a:avLst/>
              <a:gdLst/>
              <a:ahLst/>
              <a:cxnLst/>
              <a:rect l="l" t="t" r="r" b="b"/>
              <a:pathLst>
                <a:path w="112" h="96" extrusionOk="0">
                  <a:moveTo>
                    <a:pt x="80" y="1"/>
                  </a:moveTo>
                  <a:lnTo>
                    <a:pt x="64" y="1"/>
                  </a:lnTo>
                  <a:lnTo>
                    <a:pt x="64" y="16"/>
                  </a:lnTo>
                  <a:lnTo>
                    <a:pt x="48" y="16"/>
                  </a:lnTo>
                  <a:lnTo>
                    <a:pt x="17" y="32"/>
                  </a:lnTo>
                  <a:lnTo>
                    <a:pt x="17" y="32"/>
                  </a:lnTo>
                  <a:cubicBezTo>
                    <a:pt x="1" y="47"/>
                    <a:pt x="1" y="64"/>
                    <a:pt x="1" y="79"/>
                  </a:cubicBezTo>
                  <a:lnTo>
                    <a:pt x="17" y="79"/>
                  </a:lnTo>
                  <a:cubicBezTo>
                    <a:pt x="17" y="95"/>
                    <a:pt x="32" y="95"/>
                    <a:pt x="32" y="95"/>
                  </a:cubicBezTo>
                  <a:lnTo>
                    <a:pt x="48" y="95"/>
                  </a:lnTo>
                  <a:lnTo>
                    <a:pt x="95" y="64"/>
                  </a:lnTo>
                  <a:cubicBezTo>
                    <a:pt x="95" y="64"/>
                    <a:pt x="111" y="64"/>
                    <a:pt x="111" y="47"/>
                  </a:cubicBezTo>
                  <a:cubicBezTo>
                    <a:pt x="111" y="32"/>
                    <a:pt x="111" y="32"/>
                    <a:pt x="95" y="16"/>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8" name="Google Shape;2008;p38"/>
            <p:cNvSpPr/>
            <p:nvPr/>
          </p:nvSpPr>
          <p:spPr>
            <a:xfrm>
              <a:off x="3158448" y="1813792"/>
              <a:ext cx="4580" cy="5057"/>
            </a:xfrm>
            <a:custGeom>
              <a:avLst/>
              <a:gdLst/>
              <a:ahLst/>
              <a:cxnLst/>
              <a:rect l="l" t="t" r="r" b="b"/>
              <a:pathLst>
                <a:path w="144" h="159" extrusionOk="0">
                  <a:moveTo>
                    <a:pt x="95" y="1"/>
                  </a:moveTo>
                  <a:lnTo>
                    <a:pt x="95" y="1"/>
                  </a:lnTo>
                  <a:cubicBezTo>
                    <a:pt x="80" y="1"/>
                    <a:pt x="80" y="17"/>
                    <a:pt x="64" y="17"/>
                  </a:cubicBezTo>
                  <a:lnTo>
                    <a:pt x="64" y="32"/>
                  </a:lnTo>
                  <a:lnTo>
                    <a:pt x="32" y="80"/>
                  </a:lnTo>
                  <a:lnTo>
                    <a:pt x="1" y="112"/>
                  </a:lnTo>
                  <a:cubicBezTo>
                    <a:pt x="1" y="127"/>
                    <a:pt x="1" y="143"/>
                    <a:pt x="17" y="158"/>
                  </a:cubicBezTo>
                  <a:lnTo>
                    <a:pt x="17" y="158"/>
                  </a:lnTo>
                  <a:lnTo>
                    <a:pt x="32" y="158"/>
                  </a:lnTo>
                  <a:lnTo>
                    <a:pt x="64" y="158"/>
                  </a:lnTo>
                  <a:lnTo>
                    <a:pt x="64" y="143"/>
                  </a:lnTo>
                  <a:lnTo>
                    <a:pt x="95" y="95"/>
                  </a:lnTo>
                  <a:lnTo>
                    <a:pt x="112" y="80"/>
                  </a:lnTo>
                  <a:lnTo>
                    <a:pt x="127" y="64"/>
                  </a:lnTo>
                  <a:cubicBezTo>
                    <a:pt x="143" y="49"/>
                    <a:pt x="127" y="17"/>
                    <a:pt x="112" y="17"/>
                  </a:cubicBezTo>
                  <a:cubicBezTo>
                    <a:pt x="112" y="1"/>
                    <a:pt x="112" y="1"/>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09" name="Google Shape;2009;p38"/>
            <p:cNvSpPr/>
            <p:nvPr/>
          </p:nvSpPr>
          <p:spPr>
            <a:xfrm>
              <a:off x="3174000" y="1816337"/>
              <a:ext cx="5534" cy="5025"/>
            </a:xfrm>
            <a:custGeom>
              <a:avLst/>
              <a:gdLst/>
              <a:ahLst/>
              <a:cxnLst/>
              <a:rect l="l" t="t" r="r" b="b"/>
              <a:pathLst>
                <a:path w="174" h="158" extrusionOk="0">
                  <a:moveTo>
                    <a:pt x="142" y="0"/>
                  </a:moveTo>
                  <a:lnTo>
                    <a:pt x="142" y="0"/>
                  </a:lnTo>
                  <a:cubicBezTo>
                    <a:pt x="127" y="0"/>
                    <a:pt x="110" y="0"/>
                    <a:pt x="110" y="15"/>
                  </a:cubicBezTo>
                  <a:lnTo>
                    <a:pt x="95" y="47"/>
                  </a:lnTo>
                  <a:lnTo>
                    <a:pt x="79" y="63"/>
                  </a:lnTo>
                  <a:lnTo>
                    <a:pt x="79" y="63"/>
                  </a:lnTo>
                  <a:lnTo>
                    <a:pt x="64" y="63"/>
                  </a:lnTo>
                  <a:lnTo>
                    <a:pt x="16" y="78"/>
                  </a:lnTo>
                  <a:lnTo>
                    <a:pt x="16" y="78"/>
                  </a:lnTo>
                  <a:cubicBezTo>
                    <a:pt x="1" y="95"/>
                    <a:pt x="1" y="110"/>
                    <a:pt x="1" y="126"/>
                  </a:cubicBezTo>
                  <a:cubicBezTo>
                    <a:pt x="1" y="141"/>
                    <a:pt x="16" y="158"/>
                    <a:pt x="32" y="158"/>
                  </a:cubicBezTo>
                  <a:cubicBezTo>
                    <a:pt x="32" y="158"/>
                    <a:pt x="47" y="158"/>
                    <a:pt x="47" y="141"/>
                  </a:cubicBezTo>
                  <a:lnTo>
                    <a:pt x="64" y="141"/>
                  </a:lnTo>
                  <a:lnTo>
                    <a:pt x="79" y="158"/>
                  </a:lnTo>
                  <a:lnTo>
                    <a:pt x="95" y="158"/>
                  </a:lnTo>
                  <a:lnTo>
                    <a:pt x="95" y="158"/>
                  </a:lnTo>
                  <a:lnTo>
                    <a:pt x="110" y="141"/>
                  </a:lnTo>
                  <a:lnTo>
                    <a:pt x="127" y="126"/>
                  </a:lnTo>
                  <a:lnTo>
                    <a:pt x="158" y="78"/>
                  </a:lnTo>
                  <a:lnTo>
                    <a:pt x="158" y="47"/>
                  </a:lnTo>
                  <a:lnTo>
                    <a:pt x="173" y="47"/>
                  </a:lnTo>
                  <a:cubicBezTo>
                    <a:pt x="173" y="32"/>
                    <a:pt x="173" y="15"/>
                    <a:pt x="15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0" name="Google Shape;2010;p38"/>
            <p:cNvSpPr/>
            <p:nvPr/>
          </p:nvSpPr>
          <p:spPr>
            <a:xfrm>
              <a:off x="3292755" y="1815796"/>
              <a:ext cx="3562" cy="2576"/>
            </a:xfrm>
            <a:custGeom>
              <a:avLst/>
              <a:gdLst/>
              <a:ahLst/>
              <a:cxnLst/>
              <a:rect l="l" t="t" r="r" b="b"/>
              <a:pathLst>
                <a:path w="112" h="81" extrusionOk="0">
                  <a:moveTo>
                    <a:pt x="80" y="1"/>
                  </a:moveTo>
                  <a:lnTo>
                    <a:pt x="80" y="1"/>
                  </a:lnTo>
                  <a:lnTo>
                    <a:pt x="63" y="1"/>
                  </a:lnTo>
                  <a:lnTo>
                    <a:pt x="63" y="1"/>
                  </a:lnTo>
                  <a:lnTo>
                    <a:pt x="32" y="17"/>
                  </a:lnTo>
                  <a:cubicBezTo>
                    <a:pt x="17" y="17"/>
                    <a:pt x="0" y="32"/>
                    <a:pt x="0" y="49"/>
                  </a:cubicBezTo>
                  <a:lnTo>
                    <a:pt x="0" y="64"/>
                  </a:lnTo>
                  <a:cubicBezTo>
                    <a:pt x="17" y="80"/>
                    <a:pt x="32" y="80"/>
                    <a:pt x="32" y="80"/>
                  </a:cubicBezTo>
                  <a:lnTo>
                    <a:pt x="48" y="80"/>
                  </a:lnTo>
                  <a:lnTo>
                    <a:pt x="95" y="64"/>
                  </a:lnTo>
                  <a:lnTo>
                    <a:pt x="95" y="64"/>
                  </a:lnTo>
                  <a:cubicBezTo>
                    <a:pt x="111" y="64"/>
                    <a:pt x="111" y="49"/>
                    <a:pt x="111" y="32"/>
                  </a:cubicBezTo>
                  <a:lnTo>
                    <a:pt x="111" y="32"/>
                  </a:lnTo>
                  <a:cubicBezTo>
                    <a:pt x="111" y="17"/>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1" name="Google Shape;2011;p38"/>
            <p:cNvSpPr/>
            <p:nvPr/>
          </p:nvSpPr>
          <p:spPr>
            <a:xfrm>
              <a:off x="3341860" y="1812329"/>
              <a:ext cx="6042" cy="5025"/>
            </a:xfrm>
            <a:custGeom>
              <a:avLst/>
              <a:gdLst/>
              <a:ahLst/>
              <a:cxnLst/>
              <a:rect l="l" t="t" r="r" b="b"/>
              <a:pathLst>
                <a:path w="190" h="158" extrusionOk="0">
                  <a:moveTo>
                    <a:pt x="63" y="0"/>
                  </a:moveTo>
                  <a:lnTo>
                    <a:pt x="48" y="0"/>
                  </a:lnTo>
                  <a:cubicBezTo>
                    <a:pt x="48" y="0"/>
                    <a:pt x="48" y="15"/>
                    <a:pt x="32" y="15"/>
                  </a:cubicBezTo>
                  <a:lnTo>
                    <a:pt x="32" y="0"/>
                  </a:lnTo>
                  <a:lnTo>
                    <a:pt x="17" y="15"/>
                  </a:lnTo>
                  <a:lnTo>
                    <a:pt x="17" y="15"/>
                  </a:lnTo>
                  <a:cubicBezTo>
                    <a:pt x="0" y="32"/>
                    <a:pt x="0" y="32"/>
                    <a:pt x="0" y="47"/>
                  </a:cubicBezTo>
                  <a:cubicBezTo>
                    <a:pt x="0" y="63"/>
                    <a:pt x="0" y="63"/>
                    <a:pt x="17" y="78"/>
                  </a:cubicBezTo>
                  <a:lnTo>
                    <a:pt x="32" y="78"/>
                  </a:lnTo>
                  <a:lnTo>
                    <a:pt x="126" y="141"/>
                  </a:lnTo>
                  <a:cubicBezTo>
                    <a:pt x="126" y="158"/>
                    <a:pt x="143" y="158"/>
                    <a:pt x="143" y="158"/>
                  </a:cubicBezTo>
                  <a:lnTo>
                    <a:pt x="143" y="158"/>
                  </a:lnTo>
                  <a:cubicBezTo>
                    <a:pt x="158" y="158"/>
                    <a:pt x="174" y="141"/>
                    <a:pt x="174" y="141"/>
                  </a:cubicBezTo>
                  <a:cubicBezTo>
                    <a:pt x="189" y="126"/>
                    <a:pt x="189" y="110"/>
                    <a:pt x="174" y="95"/>
                  </a:cubicBezTo>
                  <a:lnTo>
                    <a:pt x="143" y="78"/>
                  </a:lnTo>
                  <a:lnTo>
                    <a:pt x="126" y="78"/>
                  </a:lnTo>
                  <a:cubicBezTo>
                    <a:pt x="126" y="78"/>
                    <a:pt x="111" y="78"/>
                    <a:pt x="111" y="6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2" name="Google Shape;2012;p38"/>
            <p:cNvSpPr/>
            <p:nvPr/>
          </p:nvSpPr>
          <p:spPr>
            <a:xfrm>
              <a:off x="3422037" y="1801771"/>
              <a:ext cx="2544" cy="3053"/>
            </a:xfrm>
            <a:custGeom>
              <a:avLst/>
              <a:gdLst/>
              <a:ahLst/>
              <a:cxnLst/>
              <a:rect l="l" t="t" r="r" b="b"/>
              <a:pathLst>
                <a:path w="80" h="96" extrusionOk="0">
                  <a:moveTo>
                    <a:pt x="48" y="1"/>
                  </a:moveTo>
                  <a:lnTo>
                    <a:pt x="32" y="1"/>
                  </a:lnTo>
                  <a:lnTo>
                    <a:pt x="17" y="1"/>
                  </a:lnTo>
                  <a:lnTo>
                    <a:pt x="17" y="1"/>
                  </a:lnTo>
                  <a:cubicBezTo>
                    <a:pt x="0" y="1"/>
                    <a:pt x="0" y="17"/>
                    <a:pt x="0" y="32"/>
                  </a:cubicBezTo>
                  <a:lnTo>
                    <a:pt x="17" y="64"/>
                  </a:lnTo>
                  <a:lnTo>
                    <a:pt x="17" y="64"/>
                  </a:lnTo>
                  <a:cubicBezTo>
                    <a:pt x="17" y="80"/>
                    <a:pt x="32" y="95"/>
                    <a:pt x="48" y="95"/>
                  </a:cubicBezTo>
                  <a:lnTo>
                    <a:pt x="48" y="95"/>
                  </a:lnTo>
                  <a:cubicBezTo>
                    <a:pt x="63" y="95"/>
                    <a:pt x="80" y="80"/>
                    <a:pt x="80" y="64"/>
                  </a:cubicBezTo>
                  <a:lnTo>
                    <a:pt x="80" y="32"/>
                  </a:lnTo>
                  <a:lnTo>
                    <a:pt x="63" y="17"/>
                  </a:lnTo>
                  <a:cubicBezTo>
                    <a:pt x="63" y="1"/>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3" name="Google Shape;2013;p38"/>
            <p:cNvSpPr/>
            <p:nvPr/>
          </p:nvSpPr>
          <p:spPr>
            <a:xfrm>
              <a:off x="3343864" y="1811789"/>
              <a:ext cx="3021" cy="3053"/>
            </a:xfrm>
            <a:custGeom>
              <a:avLst/>
              <a:gdLst/>
              <a:ahLst/>
              <a:cxnLst/>
              <a:rect l="l" t="t" r="r" b="b"/>
              <a:pathLst>
                <a:path w="95" h="96" extrusionOk="0">
                  <a:moveTo>
                    <a:pt x="17" y="1"/>
                  </a:moveTo>
                  <a:lnTo>
                    <a:pt x="0" y="17"/>
                  </a:lnTo>
                  <a:lnTo>
                    <a:pt x="48" y="80"/>
                  </a:lnTo>
                  <a:cubicBezTo>
                    <a:pt x="48" y="95"/>
                    <a:pt x="63" y="95"/>
                    <a:pt x="63" y="95"/>
                  </a:cubicBezTo>
                  <a:lnTo>
                    <a:pt x="80" y="95"/>
                  </a:lnTo>
                  <a:lnTo>
                    <a:pt x="95" y="95"/>
                  </a:lnTo>
                  <a:lnTo>
                    <a:pt x="95" y="80"/>
                  </a:lnTo>
                  <a:lnTo>
                    <a:pt x="95" y="49"/>
                  </a:lnTo>
                  <a:lnTo>
                    <a:pt x="95" y="49"/>
                  </a:lnTo>
                  <a:lnTo>
                    <a:pt x="95" y="32"/>
                  </a:lnTo>
                  <a:lnTo>
                    <a:pt x="95" y="32"/>
                  </a:lnTo>
                  <a:lnTo>
                    <a:pt x="80" y="49"/>
                  </a:lnTo>
                  <a:lnTo>
                    <a:pt x="63" y="49"/>
                  </a:lnTo>
                  <a:cubicBezTo>
                    <a:pt x="48" y="49"/>
                    <a:pt x="32" y="49"/>
                    <a:pt x="32" y="32"/>
                  </a:cubicBezTo>
                  <a:cubicBezTo>
                    <a:pt x="17" y="32"/>
                    <a:pt x="17" y="17"/>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4" name="Google Shape;2014;p38"/>
            <p:cNvSpPr/>
            <p:nvPr/>
          </p:nvSpPr>
          <p:spPr>
            <a:xfrm>
              <a:off x="3329838" y="1793279"/>
              <a:ext cx="3562" cy="3021"/>
            </a:xfrm>
            <a:custGeom>
              <a:avLst/>
              <a:gdLst/>
              <a:ahLst/>
              <a:cxnLst/>
              <a:rect l="l" t="t" r="r" b="b"/>
              <a:pathLst>
                <a:path w="112" h="95" extrusionOk="0">
                  <a:moveTo>
                    <a:pt x="80" y="0"/>
                  </a:moveTo>
                  <a:lnTo>
                    <a:pt x="63" y="0"/>
                  </a:lnTo>
                  <a:cubicBezTo>
                    <a:pt x="63" y="0"/>
                    <a:pt x="63" y="15"/>
                    <a:pt x="48" y="15"/>
                  </a:cubicBezTo>
                  <a:lnTo>
                    <a:pt x="17" y="32"/>
                  </a:lnTo>
                  <a:cubicBezTo>
                    <a:pt x="0" y="47"/>
                    <a:pt x="0" y="78"/>
                    <a:pt x="17" y="78"/>
                  </a:cubicBezTo>
                  <a:cubicBezTo>
                    <a:pt x="17" y="95"/>
                    <a:pt x="32" y="95"/>
                    <a:pt x="32" y="95"/>
                  </a:cubicBezTo>
                  <a:lnTo>
                    <a:pt x="63" y="95"/>
                  </a:lnTo>
                  <a:lnTo>
                    <a:pt x="95" y="63"/>
                  </a:lnTo>
                  <a:lnTo>
                    <a:pt x="95" y="63"/>
                  </a:lnTo>
                  <a:cubicBezTo>
                    <a:pt x="111" y="47"/>
                    <a:pt x="111" y="32"/>
                    <a:pt x="95" y="15"/>
                  </a:cubicBezTo>
                  <a:lnTo>
                    <a:pt x="95" y="15"/>
                  </a:lnTo>
                  <a:cubicBezTo>
                    <a:pt x="95" y="0"/>
                    <a:pt x="80"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5" name="Google Shape;2015;p38"/>
            <p:cNvSpPr/>
            <p:nvPr/>
          </p:nvSpPr>
          <p:spPr>
            <a:xfrm>
              <a:off x="3362914" y="1805778"/>
              <a:ext cx="2544" cy="3053"/>
            </a:xfrm>
            <a:custGeom>
              <a:avLst/>
              <a:gdLst/>
              <a:ahLst/>
              <a:cxnLst/>
              <a:rect l="l" t="t" r="r" b="b"/>
              <a:pathLst>
                <a:path w="80" h="96" extrusionOk="0">
                  <a:moveTo>
                    <a:pt x="32" y="1"/>
                  </a:moveTo>
                  <a:lnTo>
                    <a:pt x="32" y="1"/>
                  </a:lnTo>
                  <a:lnTo>
                    <a:pt x="32" y="1"/>
                  </a:lnTo>
                  <a:cubicBezTo>
                    <a:pt x="0" y="1"/>
                    <a:pt x="0" y="17"/>
                    <a:pt x="0" y="32"/>
                  </a:cubicBezTo>
                  <a:lnTo>
                    <a:pt x="16" y="80"/>
                  </a:lnTo>
                  <a:cubicBezTo>
                    <a:pt x="16" y="95"/>
                    <a:pt x="32" y="95"/>
                    <a:pt x="48" y="95"/>
                  </a:cubicBezTo>
                  <a:lnTo>
                    <a:pt x="63" y="95"/>
                  </a:lnTo>
                  <a:cubicBezTo>
                    <a:pt x="79" y="95"/>
                    <a:pt x="79" y="80"/>
                    <a:pt x="79" y="64"/>
                  </a:cubicBezTo>
                  <a:lnTo>
                    <a:pt x="63" y="17"/>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6" name="Google Shape;2016;p38"/>
            <p:cNvSpPr/>
            <p:nvPr/>
          </p:nvSpPr>
          <p:spPr>
            <a:xfrm>
              <a:off x="3190538" y="1824351"/>
              <a:ext cx="3530" cy="2035"/>
            </a:xfrm>
            <a:custGeom>
              <a:avLst/>
              <a:gdLst/>
              <a:ahLst/>
              <a:cxnLst/>
              <a:rect l="l" t="t" r="r" b="b"/>
              <a:pathLst>
                <a:path w="111" h="64" extrusionOk="0">
                  <a:moveTo>
                    <a:pt x="32" y="0"/>
                  </a:moveTo>
                  <a:lnTo>
                    <a:pt x="32" y="0"/>
                  </a:lnTo>
                  <a:cubicBezTo>
                    <a:pt x="16" y="0"/>
                    <a:pt x="0" y="15"/>
                    <a:pt x="0" y="32"/>
                  </a:cubicBezTo>
                  <a:cubicBezTo>
                    <a:pt x="0" y="47"/>
                    <a:pt x="16" y="63"/>
                    <a:pt x="32" y="63"/>
                  </a:cubicBezTo>
                  <a:lnTo>
                    <a:pt x="79" y="63"/>
                  </a:lnTo>
                  <a:lnTo>
                    <a:pt x="79" y="63"/>
                  </a:lnTo>
                  <a:cubicBezTo>
                    <a:pt x="95" y="63"/>
                    <a:pt x="111" y="47"/>
                    <a:pt x="111" y="32"/>
                  </a:cubicBezTo>
                  <a:cubicBezTo>
                    <a:pt x="111" y="15"/>
                    <a:pt x="95" y="0"/>
                    <a:pt x="79" y="0"/>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7" name="Google Shape;2017;p38"/>
            <p:cNvSpPr/>
            <p:nvPr/>
          </p:nvSpPr>
          <p:spPr>
            <a:xfrm>
              <a:off x="3113351" y="1817323"/>
              <a:ext cx="2035" cy="2035"/>
            </a:xfrm>
            <a:custGeom>
              <a:avLst/>
              <a:gdLst/>
              <a:ahLst/>
              <a:cxnLst/>
              <a:rect l="l" t="t" r="r" b="b"/>
              <a:pathLst>
                <a:path w="64" h="64" extrusionOk="0">
                  <a:moveTo>
                    <a:pt x="1" y="1"/>
                  </a:moveTo>
                  <a:lnTo>
                    <a:pt x="64" y="64"/>
                  </a:lnTo>
                  <a:cubicBezTo>
                    <a:pt x="64" y="47"/>
                    <a:pt x="49" y="47"/>
                    <a:pt x="49" y="32"/>
                  </a:cubicBezTo>
                  <a:lnTo>
                    <a:pt x="49" y="32"/>
                  </a:lnTo>
                  <a:lnTo>
                    <a:pt x="49" y="32"/>
                  </a:lnTo>
                  <a:cubicBezTo>
                    <a:pt x="32" y="16"/>
                    <a:pt x="32" y="1"/>
                    <a:pt x="1" y="1"/>
                  </a:cubicBez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8" name="Google Shape;2018;p38"/>
            <p:cNvSpPr/>
            <p:nvPr/>
          </p:nvSpPr>
          <p:spPr>
            <a:xfrm>
              <a:off x="3113351" y="1816814"/>
              <a:ext cx="2035" cy="2544"/>
            </a:xfrm>
            <a:custGeom>
              <a:avLst/>
              <a:gdLst/>
              <a:ahLst/>
              <a:cxnLst/>
              <a:rect l="l" t="t" r="r" b="b"/>
              <a:pathLst>
                <a:path w="64" h="80" extrusionOk="0">
                  <a:moveTo>
                    <a:pt x="49" y="48"/>
                  </a:moveTo>
                  <a:lnTo>
                    <a:pt x="49" y="48"/>
                  </a:lnTo>
                  <a:cubicBezTo>
                    <a:pt x="49" y="63"/>
                    <a:pt x="64" y="63"/>
                    <a:pt x="64" y="80"/>
                  </a:cubicBezTo>
                  <a:lnTo>
                    <a:pt x="64" y="80"/>
                  </a:lnTo>
                  <a:cubicBezTo>
                    <a:pt x="64" y="63"/>
                    <a:pt x="49" y="63"/>
                    <a:pt x="49" y="48"/>
                  </a:cubicBezTo>
                  <a:lnTo>
                    <a:pt x="49" y="48"/>
                  </a:lnTo>
                  <a:close/>
                  <a:moveTo>
                    <a:pt x="1" y="0"/>
                  </a:moveTo>
                  <a:lnTo>
                    <a:pt x="1" y="17"/>
                  </a:lnTo>
                  <a:lnTo>
                    <a:pt x="1" y="17"/>
                  </a:lnTo>
                  <a:cubicBezTo>
                    <a:pt x="32" y="17"/>
                    <a:pt x="32" y="32"/>
                    <a:pt x="49" y="48"/>
                  </a:cubicBezTo>
                  <a:cubicBezTo>
                    <a:pt x="49" y="32"/>
                    <a:pt x="17" y="17"/>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19" name="Google Shape;2019;p38"/>
            <p:cNvSpPr/>
            <p:nvPr/>
          </p:nvSpPr>
          <p:spPr>
            <a:xfrm>
              <a:off x="3113351" y="1814810"/>
              <a:ext cx="4039" cy="5025"/>
            </a:xfrm>
            <a:custGeom>
              <a:avLst/>
              <a:gdLst/>
              <a:ahLst/>
              <a:cxnLst/>
              <a:rect l="l" t="t" r="r" b="b"/>
              <a:pathLst>
                <a:path w="127" h="158" extrusionOk="0">
                  <a:moveTo>
                    <a:pt x="49" y="0"/>
                  </a:moveTo>
                  <a:lnTo>
                    <a:pt x="32" y="0"/>
                  </a:lnTo>
                  <a:lnTo>
                    <a:pt x="17" y="17"/>
                  </a:lnTo>
                  <a:lnTo>
                    <a:pt x="17" y="17"/>
                  </a:lnTo>
                  <a:lnTo>
                    <a:pt x="1" y="48"/>
                  </a:lnTo>
                  <a:lnTo>
                    <a:pt x="1" y="63"/>
                  </a:lnTo>
                  <a:cubicBezTo>
                    <a:pt x="17" y="80"/>
                    <a:pt x="49" y="95"/>
                    <a:pt x="49" y="111"/>
                  </a:cubicBezTo>
                  <a:lnTo>
                    <a:pt x="49" y="111"/>
                  </a:lnTo>
                  <a:lnTo>
                    <a:pt x="49" y="111"/>
                  </a:lnTo>
                  <a:cubicBezTo>
                    <a:pt x="49" y="126"/>
                    <a:pt x="64" y="126"/>
                    <a:pt x="64" y="143"/>
                  </a:cubicBezTo>
                  <a:lnTo>
                    <a:pt x="64" y="158"/>
                  </a:lnTo>
                  <a:lnTo>
                    <a:pt x="95" y="158"/>
                  </a:lnTo>
                  <a:lnTo>
                    <a:pt x="112" y="158"/>
                  </a:lnTo>
                  <a:cubicBezTo>
                    <a:pt x="127" y="143"/>
                    <a:pt x="127" y="126"/>
                    <a:pt x="112" y="111"/>
                  </a:cubicBezTo>
                  <a:lnTo>
                    <a:pt x="64" y="48"/>
                  </a:lnTo>
                  <a:lnTo>
                    <a:pt x="80" y="48"/>
                  </a:lnTo>
                  <a:lnTo>
                    <a:pt x="80" y="48"/>
                  </a:lnTo>
                  <a:cubicBezTo>
                    <a:pt x="80" y="32"/>
                    <a:pt x="64" y="17"/>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0" name="Google Shape;2020;p38"/>
            <p:cNvSpPr/>
            <p:nvPr/>
          </p:nvSpPr>
          <p:spPr>
            <a:xfrm>
              <a:off x="3269221" y="1784724"/>
              <a:ext cx="3021" cy="3562"/>
            </a:xfrm>
            <a:custGeom>
              <a:avLst/>
              <a:gdLst/>
              <a:ahLst/>
              <a:cxnLst/>
              <a:rect l="l" t="t" r="r" b="b"/>
              <a:pathLst>
                <a:path w="95" h="112" extrusionOk="0">
                  <a:moveTo>
                    <a:pt x="47" y="1"/>
                  </a:moveTo>
                  <a:lnTo>
                    <a:pt x="47" y="1"/>
                  </a:lnTo>
                  <a:cubicBezTo>
                    <a:pt x="47" y="1"/>
                    <a:pt x="32" y="1"/>
                    <a:pt x="32" y="17"/>
                  </a:cubicBezTo>
                  <a:lnTo>
                    <a:pt x="15" y="17"/>
                  </a:lnTo>
                  <a:lnTo>
                    <a:pt x="0" y="64"/>
                  </a:lnTo>
                  <a:cubicBezTo>
                    <a:pt x="0" y="80"/>
                    <a:pt x="0" y="95"/>
                    <a:pt x="15" y="112"/>
                  </a:cubicBezTo>
                  <a:lnTo>
                    <a:pt x="32" y="112"/>
                  </a:lnTo>
                  <a:cubicBezTo>
                    <a:pt x="47" y="112"/>
                    <a:pt x="63" y="95"/>
                    <a:pt x="63" y="95"/>
                  </a:cubicBezTo>
                  <a:lnTo>
                    <a:pt x="78" y="49"/>
                  </a:lnTo>
                  <a:cubicBezTo>
                    <a:pt x="95" y="32"/>
                    <a:pt x="78"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1" name="Google Shape;2021;p38"/>
            <p:cNvSpPr/>
            <p:nvPr/>
          </p:nvSpPr>
          <p:spPr>
            <a:xfrm>
              <a:off x="3176004" y="1794742"/>
              <a:ext cx="5057" cy="4580"/>
            </a:xfrm>
            <a:custGeom>
              <a:avLst/>
              <a:gdLst/>
              <a:ahLst/>
              <a:cxnLst/>
              <a:rect l="l" t="t" r="r" b="b"/>
              <a:pathLst>
                <a:path w="159" h="144" extrusionOk="0">
                  <a:moveTo>
                    <a:pt x="127" y="1"/>
                  </a:moveTo>
                  <a:lnTo>
                    <a:pt x="127" y="1"/>
                  </a:lnTo>
                  <a:lnTo>
                    <a:pt x="127" y="1"/>
                  </a:lnTo>
                  <a:cubicBezTo>
                    <a:pt x="110" y="1"/>
                    <a:pt x="95" y="17"/>
                    <a:pt x="95" y="32"/>
                  </a:cubicBezTo>
                  <a:cubicBezTo>
                    <a:pt x="95" y="49"/>
                    <a:pt x="95" y="49"/>
                    <a:pt x="64" y="64"/>
                  </a:cubicBezTo>
                  <a:lnTo>
                    <a:pt x="64" y="64"/>
                  </a:lnTo>
                  <a:cubicBezTo>
                    <a:pt x="47" y="64"/>
                    <a:pt x="32" y="64"/>
                    <a:pt x="16" y="80"/>
                  </a:cubicBezTo>
                  <a:cubicBezTo>
                    <a:pt x="16" y="80"/>
                    <a:pt x="16" y="95"/>
                    <a:pt x="1" y="95"/>
                  </a:cubicBezTo>
                  <a:lnTo>
                    <a:pt x="1" y="127"/>
                  </a:lnTo>
                  <a:cubicBezTo>
                    <a:pt x="16" y="143"/>
                    <a:pt x="32" y="143"/>
                    <a:pt x="32" y="143"/>
                  </a:cubicBezTo>
                  <a:lnTo>
                    <a:pt x="47" y="143"/>
                  </a:lnTo>
                  <a:cubicBezTo>
                    <a:pt x="64" y="143"/>
                    <a:pt x="64" y="127"/>
                    <a:pt x="79" y="127"/>
                  </a:cubicBezTo>
                  <a:cubicBezTo>
                    <a:pt x="95" y="127"/>
                    <a:pt x="110" y="112"/>
                    <a:pt x="142" y="95"/>
                  </a:cubicBezTo>
                  <a:cubicBezTo>
                    <a:pt x="142" y="95"/>
                    <a:pt x="158" y="80"/>
                    <a:pt x="158" y="64"/>
                  </a:cubicBezTo>
                  <a:lnTo>
                    <a:pt x="158" y="32"/>
                  </a:lnTo>
                  <a:cubicBezTo>
                    <a:pt x="158" y="17"/>
                    <a:pt x="142" y="1"/>
                    <a:pt x="12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2" name="Google Shape;2022;p38"/>
            <p:cNvSpPr/>
            <p:nvPr/>
          </p:nvSpPr>
          <p:spPr>
            <a:xfrm>
              <a:off x="3032697" y="1806796"/>
              <a:ext cx="2512" cy="3530"/>
            </a:xfrm>
            <a:custGeom>
              <a:avLst/>
              <a:gdLst/>
              <a:ahLst/>
              <a:cxnLst/>
              <a:rect l="l" t="t" r="r" b="b"/>
              <a:pathLst>
                <a:path w="79" h="111" extrusionOk="0">
                  <a:moveTo>
                    <a:pt x="16" y="0"/>
                  </a:moveTo>
                  <a:lnTo>
                    <a:pt x="16" y="32"/>
                  </a:lnTo>
                  <a:lnTo>
                    <a:pt x="1" y="63"/>
                  </a:lnTo>
                  <a:lnTo>
                    <a:pt x="1" y="79"/>
                  </a:lnTo>
                  <a:lnTo>
                    <a:pt x="32" y="111"/>
                  </a:lnTo>
                  <a:lnTo>
                    <a:pt x="47" y="111"/>
                  </a:lnTo>
                  <a:cubicBezTo>
                    <a:pt x="64" y="111"/>
                    <a:pt x="79" y="95"/>
                    <a:pt x="79" y="79"/>
                  </a:cubicBezTo>
                  <a:lnTo>
                    <a:pt x="79" y="32"/>
                  </a:lnTo>
                  <a:lnTo>
                    <a:pt x="79" y="32"/>
                  </a:lnTo>
                  <a:lnTo>
                    <a:pt x="64" y="32"/>
                  </a:lnTo>
                  <a:lnTo>
                    <a:pt x="47" y="32"/>
                  </a:lnTo>
                  <a:cubicBezTo>
                    <a:pt x="32" y="16"/>
                    <a:pt x="16" y="16"/>
                    <a:pt x="16"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3" name="Google Shape;2023;p38"/>
            <p:cNvSpPr/>
            <p:nvPr/>
          </p:nvSpPr>
          <p:spPr>
            <a:xfrm>
              <a:off x="3088290" y="1800785"/>
              <a:ext cx="4039" cy="3021"/>
            </a:xfrm>
            <a:custGeom>
              <a:avLst/>
              <a:gdLst/>
              <a:ahLst/>
              <a:cxnLst/>
              <a:rect l="l" t="t" r="r" b="b"/>
              <a:pathLst>
                <a:path w="127" h="95" extrusionOk="0">
                  <a:moveTo>
                    <a:pt x="80" y="0"/>
                  </a:moveTo>
                  <a:lnTo>
                    <a:pt x="80" y="0"/>
                  </a:lnTo>
                  <a:lnTo>
                    <a:pt x="64" y="0"/>
                  </a:lnTo>
                  <a:lnTo>
                    <a:pt x="32" y="32"/>
                  </a:lnTo>
                  <a:cubicBezTo>
                    <a:pt x="17" y="32"/>
                    <a:pt x="1" y="48"/>
                    <a:pt x="17" y="63"/>
                  </a:cubicBezTo>
                  <a:cubicBezTo>
                    <a:pt x="17" y="79"/>
                    <a:pt x="32" y="95"/>
                    <a:pt x="49" y="95"/>
                  </a:cubicBezTo>
                  <a:lnTo>
                    <a:pt x="49" y="95"/>
                  </a:lnTo>
                  <a:lnTo>
                    <a:pt x="64" y="95"/>
                  </a:lnTo>
                  <a:lnTo>
                    <a:pt x="80" y="95"/>
                  </a:lnTo>
                  <a:cubicBezTo>
                    <a:pt x="95" y="95"/>
                    <a:pt x="112" y="95"/>
                    <a:pt x="112" y="79"/>
                  </a:cubicBezTo>
                  <a:lnTo>
                    <a:pt x="112" y="48"/>
                  </a:lnTo>
                  <a:cubicBezTo>
                    <a:pt x="127" y="32"/>
                    <a:pt x="112" y="16"/>
                    <a:pt x="11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4" name="Google Shape;2024;p38"/>
            <p:cNvSpPr/>
            <p:nvPr/>
          </p:nvSpPr>
          <p:spPr>
            <a:xfrm>
              <a:off x="3206090" y="1788254"/>
              <a:ext cx="3021" cy="3053"/>
            </a:xfrm>
            <a:custGeom>
              <a:avLst/>
              <a:gdLst/>
              <a:ahLst/>
              <a:cxnLst/>
              <a:rect l="l" t="t" r="r" b="b"/>
              <a:pathLst>
                <a:path w="95" h="96" extrusionOk="0">
                  <a:moveTo>
                    <a:pt x="63" y="1"/>
                  </a:moveTo>
                  <a:lnTo>
                    <a:pt x="47" y="1"/>
                  </a:lnTo>
                  <a:cubicBezTo>
                    <a:pt x="47" y="1"/>
                    <a:pt x="32" y="1"/>
                    <a:pt x="32" y="16"/>
                  </a:cubicBezTo>
                  <a:lnTo>
                    <a:pt x="15" y="16"/>
                  </a:lnTo>
                  <a:lnTo>
                    <a:pt x="0" y="47"/>
                  </a:lnTo>
                  <a:cubicBezTo>
                    <a:pt x="0" y="64"/>
                    <a:pt x="0" y="95"/>
                    <a:pt x="15" y="95"/>
                  </a:cubicBezTo>
                  <a:lnTo>
                    <a:pt x="32" y="95"/>
                  </a:lnTo>
                  <a:cubicBezTo>
                    <a:pt x="47" y="95"/>
                    <a:pt x="63" y="95"/>
                    <a:pt x="63" y="79"/>
                  </a:cubicBezTo>
                  <a:lnTo>
                    <a:pt x="95" y="47"/>
                  </a:lnTo>
                  <a:cubicBezTo>
                    <a:pt x="95" y="32"/>
                    <a:pt x="95" y="16"/>
                    <a:pt x="78" y="16"/>
                  </a:cubicBezTo>
                  <a:cubicBezTo>
                    <a:pt x="78"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5" name="Google Shape;2025;p38"/>
            <p:cNvSpPr/>
            <p:nvPr/>
          </p:nvSpPr>
          <p:spPr>
            <a:xfrm>
              <a:off x="3318326" y="1776232"/>
              <a:ext cx="3021" cy="4039"/>
            </a:xfrm>
            <a:custGeom>
              <a:avLst/>
              <a:gdLst/>
              <a:ahLst/>
              <a:cxnLst/>
              <a:rect l="l" t="t" r="r" b="b"/>
              <a:pathLst>
                <a:path w="95" h="127" extrusionOk="0">
                  <a:moveTo>
                    <a:pt x="32" y="1"/>
                  </a:moveTo>
                  <a:lnTo>
                    <a:pt x="32" y="1"/>
                  </a:lnTo>
                  <a:lnTo>
                    <a:pt x="32" y="1"/>
                  </a:lnTo>
                  <a:cubicBezTo>
                    <a:pt x="16" y="1"/>
                    <a:pt x="0" y="32"/>
                    <a:pt x="0" y="47"/>
                  </a:cubicBezTo>
                  <a:lnTo>
                    <a:pt x="16" y="95"/>
                  </a:lnTo>
                  <a:lnTo>
                    <a:pt x="16" y="110"/>
                  </a:lnTo>
                  <a:cubicBezTo>
                    <a:pt x="16" y="110"/>
                    <a:pt x="32" y="127"/>
                    <a:pt x="47" y="127"/>
                  </a:cubicBezTo>
                  <a:lnTo>
                    <a:pt x="47" y="127"/>
                  </a:lnTo>
                  <a:lnTo>
                    <a:pt x="63" y="127"/>
                  </a:lnTo>
                  <a:cubicBezTo>
                    <a:pt x="79" y="127"/>
                    <a:pt x="95" y="110"/>
                    <a:pt x="79" y="95"/>
                  </a:cubicBezTo>
                  <a:cubicBezTo>
                    <a:pt x="79" y="95"/>
                    <a:pt x="79" y="110"/>
                    <a:pt x="63" y="110"/>
                  </a:cubicBezTo>
                  <a:lnTo>
                    <a:pt x="63" y="110"/>
                  </a:lnTo>
                  <a:cubicBezTo>
                    <a:pt x="47" y="110"/>
                    <a:pt x="32" y="95"/>
                    <a:pt x="16" y="79"/>
                  </a:cubicBezTo>
                  <a:lnTo>
                    <a:pt x="16" y="47"/>
                  </a:lnTo>
                  <a:cubicBezTo>
                    <a:pt x="0" y="32"/>
                    <a:pt x="16" y="16"/>
                    <a:pt x="32" y="1"/>
                  </a:cubicBez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6" name="Google Shape;2026;p38"/>
            <p:cNvSpPr/>
            <p:nvPr/>
          </p:nvSpPr>
          <p:spPr>
            <a:xfrm>
              <a:off x="3118376" y="1799767"/>
              <a:ext cx="2544" cy="3053"/>
            </a:xfrm>
            <a:custGeom>
              <a:avLst/>
              <a:gdLst/>
              <a:ahLst/>
              <a:cxnLst/>
              <a:rect l="l" t="t" r="r" b="b"/>
              <a:pathLst>
                <a:path w="80" h="96" extrusionOk="0">
                  <a:moveTo>
                    <a:pt x="32" y="1"/>
                  </a:moveTo>
                  <a:lnTo>
                    <a:pt x="32" y="1"/>
                  </a:lnTo>
                  <a:lnTo>
                    <a:pt x="32" y="1"/>
                  </a:lnTo>
                  <a:cubicBezTo>
                    <a:pt x="17" y="1"/>
                    <a:pt x="0" y="17"/>
                    <a:pt x="0" y="32"/>
                  </a:cubicBezTo>
                  <a:lnTo>
                    <a:pt x="0" y="64"/>
                  </a:lnTo>
                  <a:cubicBezTo>
                    <a:pt x="0" y="80"/>
                    <a:pt x="17" y="95"/>
                    <a:pt x="32" y="95"/>
                  </a:cubicBezTo>
                  <a:lnTo>
                    <a:pt x="32" y="95"/>
                  </a:lnTo>
                  <a:lnTo>
                    <a:pt x="63" y="95"/>
                  </a:lnTo>
                  <a:cubicBezTo>
                    <a:pt x="48" y="80"/>
                    <a:pt x="48" y="64"/>
                    <a:pt x="48" y="48"/>
                  </a:cubicBezTo>
                  <a:cubicBezTo>
                    <a:pt x="48" y="32"/>
                    <a:pt x="63" y="32"/>
                    <a:pt x="80" y="32"/>
                  </a:cubicBezTo>
                  <a:cubicBezTo>
                    <a:pt x="80"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7" name="Google Shape;2027;p38"/>
            <p:cNvSpPr/>
            <p:nvPr/>
          </p:nvSpPr>
          <p:spPr>
            <a:xfrm>
              <a:off x="3196549" y="1792261"/>
              <a:ext cx="4039" cy="2035"/>
            </a:xfrm>
            <a:custGeom>
              <a:avLst/>
              <a:gdLst/>
              <a:ahLst/>
              <a:cxnLst/>
              <a:rect l="l" t="t" r="r" b="b"/>
              <a:pathLst>
                <a:path w="127" h="64" extrusionOk="0">
                  <a:moveTo>
                    <a:pt x="48" y="1"/>
                  </a:moveTo>
                  <a:lnTo>
                    <a:pt x="63" y="1"/>
                  </a:lnTo>
                  <a:cubicBezTo>
                    <a:pt x="63" y="16"/>
                    <a:pt x="48" y="32"/>
                    <a:pt x="32" y="32"/>
                  </a:cubicBezTo>
                  <a:lnTo>
                    <a:pt x="17" y="47"/>
                  </a:lnTo>
                  <a:lnTo>
                    <a:pt x="0" y="47"/>
                  </a:lnTo>
                  <a:cubicBezTo>
                    <a:pt x="0" y="64"/>
                    <a:pt x="17" y="64"/>
                    <a:pt x="32" y="64"/>
                  </a:cubicBezTo>
                  <a:lnTo>
                    <a:pt x="95" y="64"/>
                  </a:lnTo>
                  <a:cubicBezTo>
                    <a:pt x="111" y="64"/>
                    <a:pt x="126" y="47"/>
                    <a:pt x="126" y="32"/>
                  </a:cubicBezTo>
                  <a:lnTo>
                    <a:pt x="126" y="32"/>
                  </a:lnTo>
                  <a:cubicBezTo>
                    <a:pt x="126" y="16"/>
                    <a:pt x="111" y="1"/>
                    <a:pt x="95" y="1"/>
                  </a:cubicBez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8" name="Google Shape;2028;p38"/>
            <p:cNvSpPr/>
            <p:nvPr/>
          </p:nvSpPr>
          <p:spPr>
            <a:xfrm>
              <a:off x="3039185" y="1806796"/>
              <a:ext cx="4039" cy="4548"/>
            </a:xfrm>
            <a:custGeom>
              <a:avLst/>
              <a:gdLst/>
              <a:ahLst/>
              <a:cxnLst/>
              <a:rect l="l" t="t" r="r" b="b"/>
              <a:pathLst>
                <a:path w="127" h="143" extrusionOk="0">
                  <a:moveTo>
                    <a:pt x="95" y="0"/>
                  </a:moveTo>
                  <a:lnTo>
                    <a:pt x="80" y="0"/>
                  </a:lnTo>
                  <a:lnTo>
                    <a:pt x="64" y="16"/>
                  </a:lnTo>
                  <a:lnTo>
                    <a:pt x="17" y="48"/>
                  </a:lnTo>
                  <a:lnTo>
                    <a:pt x="17" y="63"/>
                  </a:lnTo>
                  <a:lnTo>
                    <a:pt x="1" y="95"/>
                  </a:lnTo>
                  <a:cubicBezTo>
                    <a:pt x="1" y="111"/>
                    <a:pt x="17" y="143"/>
                    <a:pt x="32" y="143"/>
                  </a:cubicBezTo>
                  <a:lnTo>
                    <a:pt x="49" y="143"/>
                  </a:lnTo>
                  <a:cubicBezTo>
                    <a:pt x="64" y="143"/>
                    <a:pt x="80" y="126"/>
                    <a:pt x="80" y="111"/>
                  </a:cubicBezTo>
                  <a:lnTo>
                    <a:pt x="80" y="95"/>
                  </a:lnTo>
                  <a:lnTo>
                    <a:pt x="112" y="63"/>
                  </a:lnTo>
                  <a:cubicBezTo>
                    <a:pt x="127" y="48"/>
                    <a:pt x="127" y="32"/>
                    <a:pt x="112" y="16"/>
                  </a:cubicBezTo>
                  <a:cubicBezTo>
                    <a:pt x="112" y="0"/>
                    <a:pt x="95"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29" name="Google Shape;2029;p38"/>
            <p:cNvSpPr/>
            <p:nvPr/>
          </p:nvSpPr>
          <p:spPr>
            <a:xfrm>
              <a:off x="3193051" y="1790735"/>
              <a:ext cx="5534" cy="3053"/>
            </a:xfrm>
            <a:custGeom>
              <a:avLst/>
              <a:gdLst/>
              <a:ahLst/>
              <a:cxnLst/>
              <a:rect l="l" t="t" r="r" b="b"/>
              <a:pathLst>
                <a:path w="174" h="96" extrusionOk="0">
                  <a:moveTo>
                    <a:pt x="32" y="1"/>
                  </a:moveTo>
                  <a:lnTo>
                    <a:pt x="32" y="1"/>
                  </a:lnTo>
                  <a:lnTo>
                    <a:pt x="16" y="17"/>
                  </a:lnTo>
                  <a:cubicBezTo>
                    <a:pt x="0" y="17"/>
                    <a:pt x="0" y="32"/>
                    <a:pt x="0" y="64"/>
                  </a:cubicBezTo>
                  <a:lnTo>
                    <a:pt x="16" y="64"/>
                  </a:lnTo>
                  <a:cubicBezTo>
                    <a:pt x="32" y="95"/>
                    <a:pt x="47" y="95"/>
                    <a:pt x="79" y="95"/>
                  </a:cubicBezTo>
                  <a:lnTo>
                    <a:pt x="110" y="95"/>
                  </a:lnTo>
                  <a:lnTo>
                    <a:pt x="127" y="95"/>
                  </a:lnTo>
                  <a:lnTo>
                    <a:pt x="142" y="80"/>
                  </a:lnTo>
                  <a:cubicBezTo>
                    <a:pt x="158" y="80"/>
                    <a:pt x="173" y="64"/>
                    <a:pt x="173" y="49"/>
                  </a:cubicBezTo>
                  <a:lnTo>
                    <a:pt x="158" y="49"/>
                  </a:lnTo>
                  <a:cubicBezTo>
                    <a:pt x="158" y="32"/>
                    <a:pt x="158" y="17"/>
                    <a:pt x="142" y="17"/>
                  </a:cubicBezTo>
                  <a:lnTo>
                    <a:pt x="127" y="17"/>
                  </a:lnTo>
                  <a:lnTo>
                    <a:pt x="127" y="17"/>
                  </a:lnTo>
                  <a:cubicBezTo>
                    <a:pt x="127" y="17"/>
                    <a:pt x="110" y="17"/>
                    <a:pt x="110" y="32"/>
                  </a:cubicBezTo>
                  <a:lnTo>
                    <a:pt x="95" y="32"/>
                  </a:lnTo>
                  <a:lnTo>
                    <a:pt x="79" y="32"/>
                  </a:lnTo>
                  <a:lnTo>
                    <a:pt x="79" y="32"/>
                  </a:lnTo>
                  <a:cubicBezTo>
                    <a:pt x="79" y="32"/>
                    <a:pt x="63" y="32"/>
                    <a:pt x="63" y="17"/>
                  </a:cubicBezTo>
                  <a:cubicBezTo>
                    <a:pt x="63" y="17"/>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0" name="Google Shape;2030;p38"/>
            <p:cNvSpPr/>
            <p:nvPr/>
          </p:nvSpPr>
          <p:spPr>
            <a:xfrm>
              <a:off x="3419557" y="1777727"/>
              <a:ext cx="3498" cy="2544"/>
            </a:xfrm>
            <a:custGeom>
              <a:avLst/>
              <a:gdLst/>
              <a:ahLst/>
              <a:cxnLst/>
              <a:rect l="l" t="t" r="r" b="b"/>
              <a:pathLst>
                <a:path w="110" h="80" extrusionOk="0">
                  <a:moveTo>
                    <a:pt x="32" y="0"/>
                  </a:moveTo>
                  <a:lnTo>
                    <a:pt x="32" y="0"/>
                  </a:lnTo>
                  <a:cubicBezTo>
                    <a:pt x="15" y="17"/>
                    <a:pt x="0" y="17"/>
                    <a:pt x="0" y="32"/>
                  </a:cubicBezTo>
                  <a:lnTo>
                    <a:pt x="0" y="63"/>
                  </a:lnTo>
                  <a:cubicBezTo>
                    <a:pt x="15" y="63"/>
                    <a:pt x="15" y="80"/>
                    <a:pt x="32" y="80"/>
                  </a:cubicBezTo>
                  <a:lnTo>
                    <a:pt x="47" y="80"/>
                  </a:lnTo>
                  <a:lnTo>
                    <a:pt x="63" y="80"/>
                  </a:lnTo>
                  <a:lnTo>
                    <a:pt x="63" y="80"/>
                  </a:lnTo>
                  <a:cubicBezTo>
                    <a:pt x="95" y="80"/>
                    <a:pt x="110" y="63"/>
                    <a:pt x="110" y="48"/>
                  </a:cubicBezTo>
                  <a:cubicBezTo>
                    <a:pt x="110" y="32"/>
                    <a:pt x="95" y="17"/>
                    <a:pt x="78" y="17"/>
                  </a:cubicBezTo>
                  <a:lnTo>
                    <a:pt x="32"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1" name="Google Shape;2031;p38"/>
            <p:cNvSpPr/>
            <p:nvPr/>
          </p:nvSpPr>
          <p:spPr>
            <a:xfrm>
              <a:off x="3412019" y="1777250"/>
              <a:ext cx="3530" cy="4516"/>
            </a:xfrm>
            <a:custGeom>
              <a:avLst/>
              <a:gdLst/>
              <a:ahLst/>
              <a:cxnLst/>
              <a:rect l="l" t="t" r="r" b="b"/>
              <a:pathLst>
                <a:path w="111" h="142" extrusionOk="0">
                  <a:moveTo>
                    <a:pt x="32" y="0"/>
                  </a:moveTo>
                  <a:lnTo>
                    <a:pt x="32" y="0"/>
                  </a:lnTo>
                  <a:cubicBezTo>
                    <a:pt x="16" y="0"/>
                    <a:pt x="0" y="15"/>
                    <a:pt x="0" y="32"/>
                  </a:cubicBezTo>
                  <a:lnTo>
                    <a:pt x="0" y="47"/>
                  </a:lnTo>
                  <a:cubicBezTo>
                    <a:pt x="0" y="63"/>
                    <a:pt x="16" y="63"/>
                    <a:pt x="16" y="63"/>
                  </a:cubicBezTo>
                  <a:lnTo>
                    <a:pt x="32" y="78"/>
                  </a:lnTo>
                  <a:lnTo>
                    <a:pt x="32" y="110"/>
                  </a:lnTo>
                  <a:lnTo>
                    <a:pt x="32" y="110"/>
                  </a:lnTo>
                  <a:cubicBezTo>
                    <a:pt x="32" y="126"/>
                    <a:pt x="48" y="126"/>
                    <a:pt x="48" y="141"/>
                  </a:cubicBezTo>
                  <a:lnTo>
                    <a:pt x="63" y="141"/>
                  </a:lnTo>
                  <a:lnTo>
                    <a:pt x="63" y="141"/>
                  </a:lnTo>
                  <a:lnTo>
                    <a:pt x="63" y="141"/>
                  </a:lnTo>
                  <a:lnTo>
                    <a:pt x="79" y="141"/>
                  </a:lnTo>
                  <a:cubicBezTo>
                    <a:pt x="95" y="126"/>
                    <a:pt x="111" y="126"/>
                    <a:pt x="111" y="110"/>
                  </a:cubicBezTo>
                  <a:lnTo>
                    <a:pt x="111" y="95"/>
                  </a:lnTo>
                  <a:lnTo>
                    <a:pt x="111" y="95"/>
                  </a:lnTo>
                  <a:lnTo>
                    <a:pt x="111" y="47"/>
                  </a:lnTo>
                  <a:cubicBezTo>
                    <a:pt x="111" y="32"/>
                    <a:pt x="95" y="32"/>
                    <a:pt x="95" y="15"/>
                  </a:cubicBezTo>
                  <a:lnTo>
                    <a:pt x="79" y="15"/>
                  </a:lnTo>
                  <a:lnTo>
                    <a:pt x="63"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2" name="Google Shape;2032;p38"/>
            <p:cNvSpPr/>
            <p:nvPr/>
          </p:nvSpPr>
          <p:spPr>
            <a:xfrm>
              <a:off x="3078812" y="1807304"/>
              <a:ext cx="2512" cy="3021"/>
            </a:xfrm>
            <a:custGeom>
              <a:avLst/>
              <a:gdLst/>
              <a:ahLst/>
              <a:cxnLst/>
              <a:rect l="l" t="t" r="r" b="b"/>
              <a:pathLst>
                <a:path w="79" h="95" extrusionOk="0">
                  <a:moveTo>
                    <a:pt x="47" y="0"/>
                  </a:moveTo>
                  <a:lnTo>
                    <a:pt x="47" y="0"/>
                  </a:lnTo>
                  <a:lnTo>
                    <a:pt x="47" y="0"/>
                  </a:lnTo>
                  <a:lnTo>
                    <a:pt x="47" y="0"/>
                  </a:lnTo>
                  <a:cubicBezTo>
                    <a:pt x="32" y="0"/>
                    <a:pt x="32" y="0"/>
                    <a:pt x="32" y="16"/>
                  </a:cubicBezTo>
                  <a:lnTo>
                    <a:pt x="15" y="16"/>
                  </a:lnTo>
                  <a:cubicBezTo>
                    <a:pt x="0" y="32"/>
                    <a:pt x="0" y="32"/>
                    <a:pt x="0" y="47"/>
                  </a:cubicBezTo>
                  <a:lnTo>
                    <a:pt x="0" y="63"/>
                  </a:lnTo>
                  <a:cubicBezTo>
                    <a:pt x="0" y="79"/>
                    <a:pt x="15" y="79"/>
                    <a:pt x="15" y="79"/>
                  </a:cubicBezTo>
                  <a:lnTo>
                    <a:pt x="15" y="79"/>
                  </a:lnTo>
                  <a:lnTo>
                    <a:pt x="32" y="95"/>
                  </a:lnTo>
                  <a:lnTo>
                    <a:pt x="47" y="95"/>
                  </a:lnTo>
                  <a:lnTo>
                    <a:pt x="78" y="95"/>
                  </a:lnTo>
                  <a:lnTo>
                    <a:pt x="63" y="95"/>
                  </a:lnTo>
                  <a:cubicBezTo>
                    <a:pt x="63" y="79"/>
                    <a:pt x="63" y="63"/>
                    <a:pt x="78" y="47"/>
                  </a:cubicBezTo>
                  <a:lnTo>
                    <a:pt x="78" y="47"/>
                  </a:lnTo>
                  <a:lnTo>
                    <a:pt x="78" y="47"/>
                  </a:lnTo>
                  <a:lnTo>
                    <a:pt x="78" y="16"/>
                  </a:lnTo>
                  <a:cubicBezTo>
                    <a:pt x="63" y="0"/>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3" name="Google Shape;2033;p38"/>
            <p:cNvSpPr/>
            <p:nvPr/>
          </p:nvSpPr>
          <p:spPr>
            <a:xfrm>
              <a:off x="3186022" y="1797286"/>
              <a:ext cx="3053" cy="3530"/>
            </a:xfrm>
            <a:custGeom>
              <a:avLst/>
              <a:gdLst/>
              <a:ahLst/>
              <a:cxnLst/>
              <a:rect l="l" t="t" r="r" b="b"/>
              <a:pathLst>
                <a:path w="96" h="111" extrusionOk="0">
                  <a:moveTo>
                    <a:pt x="64" y="0"/>
                  </a:moveTo>
                  <a:lnTo>
                    <a:pt x="64" y="0"/>
                  </a:lnTo>
                  <a:cubicBezTo>
                    <a:pt x="48" y="0"/>
                    <a:pt x="32" y="15"/>
                    <a:pt x="32" y="32"/>
                  </a:cubicBezTo>
                  <a:lnTo>
                    <a:pt x="16" y="63"/>
                  </a:lnTo>
                  <a:lnTo>
                    <a:pt x="16" y="63"/>
                  </a:lnTo>
                  <a:lnTo>
                    <a:pt x="16" y="63"/>
                  </a:lnTo>
                  <a:cubicBezTo>
                    <a:pt x="1" y="79"/>
                    <a:pt x="1" y="95"/>
                    <a:pt x="16" y="110"/>
                  </a:cubicBezTo>
                  <a:lnTo>
                    <a:pt x="32" y="110"/>
                  </a:lnTo>
                  <a:lnTo>
                    <a:pt x="48" y="110"/>
                  </a:lnTo>
                  <a:cubicBezTo>
                    <a:pt x="48" y="110"/>
                    <a:pt x="64" y="110"/>
                    <a:pt x="79" y="95"/>
                  </a:cubicBezTo>
                  <a:lnTo>
                    <a:pt x="79" y="79"/>
                  </a:lnTo>
                  <a:lnTo>
                    <a:pt x="79" y="63"/>
                  </a:lnTo>
                  <a:lnTo>
                    <a:pt x="95" y="63"/>
                  </a:lnTo>
                  <a:lnTo>
                    <a:pt x="95" y="47"/>
                  </a:lnTo>
                  <a:cubicBezTo>
                    <a:pt x="95" y="32"/>
                    <a:pt x="95" y="15"/>
                    <a:pt x="79" y="15"/>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4" name="Google Shape;2034;p38"/>
            <p:cNvSpPr/>
            <p:nvPr/>
          </p:nvSpPr>
          <p:spPr>
            <a:xfrm>
              <a:off x="3386958" y="1777250"/>
              <a:ext cx="5565" cy="3021"/>
            </a:xfrm>
            <a:custGeom>
              <a:avLst/>
              <a:gdLst/>
              <a:ahLst/>
              <a:cxnLst/>
              <a:rect l="l" t="t" r="r" b="b"/>
              <a:pathLst>
                <a:path w="175" h="95" extrusionOk="0">
                  <a:moveTo>
                    <a:pt x="80" y="0"/>
                  </a:moveTo>
                  <a:lnTo>
                    <a:pt x="80" y="15"/>
                  </a:lnTo>
                  <a:lnTo>
                    <a:pt x="17" y="15"/>
                  </a:lnTo>
                  <a:cubicBezTo>
                    <a:pt x="17" y="15"/>
                    <a:pt x="0" y="32"/>
                    <a:pt x="0" y="47"/>
                  </a:cubicBezTo>
                  <a:lnTo>
                    <a:pt x="0" y="47"/>
                  </a:lnTo>
                  <a:lnTo>
                    <a:pt x="0" y="63"/>
                  </a:lnTo>
                  <a:cubicBezTo>
                    <a:pt x="0" y="78"/>
                    <a:pt x="17" y="95"/>
                    <a:pt x="32" y="95"/>
                  </a:cubicBezTo>
                  <a:lnTo>
                    <a:pt x="48" y="78"/>
                  </a:lnTo>
                  <a:lnTo>
                    <a:pt x="143" y="63"/>
                  </a:lnTo>
                  <a:cubicBezTo>
                    <a:pt x="158" y="63"/>
                    <a:pt x="158" y="63"/>
                    <a:pt x="158" y="47"/>
                  </a:cubicBezTo>
                  <a:cubicBezTo>
                    <a:pt x="174" y="47"/>
                    <a:pt x="174" y="32"/>
                    <a:pt x="174" y="15"/>
                  </a:cubicBezTo>
                  <a:lnTo>
                    <a:pt x="174" y="15"/>
                  </a:lnTo>
                  <a:lnTo>
                    <a:pt x="174" y="15"/>
                  </a:lnTo>
                  <a:cubicBezTo>
                    <a:pt x="158" y="15"/>
                    <a:pt x="158" y="32"/>
                    <a:pt x="143" y="32"/>
                  </a:cubicBezTo>
                  <a:lnTo>
                    <a:pt x="111" y="32"/>
                  </a:lnTo>
                  <a:lnTo>
                    <a:pt x="111" y="32"/>
                  </a:lnTo>
                  <a:cubicBezTo>
                    <a:pt x="95" y="32"/>
                    <a:pt x="80" y="15"/>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5" name="Google Shape;2035;p38"/>
            <p:cNvSpPr/>
            <p:nvPr/>
          </p:nvSpPr>
          <p:spPr>
            <a:xfrm>
              <a:off x="3268680" y="1766214"/>
              <a:ext cx="4580" cy="3530"/>
            </a:xfrm>
            <a:custGeom>
              <a:avLst/>
              <a:gdLst/>
              <a:ahLst/>
              <a:cxnLst/>
              <a:rect l="l" t="t" r="r" b="b"/>
              <a:pathLst>
                <a:path w="144" h="111" extrusionOk="0">
                  <a:moveTo>
                    <a:pt x="112" y="1"/>
                  </a:moveTo>
                  <a:lnTo>
                    <a:pt x="112" y="1"/>
                  </a:lnTo>
                  <a:cubicBezTo>
                    <a:pt x="112" y="1"/>
                    <a:pt x="95" y="1"/>
                    <a:pt x="95" y="16"/>
                  </a:cubicBezTo>
                  <a:lnTo>
                    <a:pt x="80" y="16"/>
                  </a:lnTo>
                  <a:lnTo>
                    <a:pt x="80" y="16"/>
                  </a:lnTo>
                  <a:lnTo>
                    <a:pt x="17" y="47"/>
                  </a:lnTo>
                  <a:cubicBezTo>
                    <a:pt x="1" y="64"/>
                    <a:pt x="1" y="79"/>
                    <a:pt x="1" y="95"/>
                  </a:cubicBezTo>
                  <a:cubicBezTo>
                    <a:pt x="17" y="95"/>
                    <a:pt x="17" y="79"/>
                    <a:pt x="17" y="79"/>
                  </a:cubicBezTo>
                  <a:lnTo>
                    <a:pt x="32" y="79"/>
                  </a:lnTo>
                  <a:lnTo>
                    <a:pt x="49" y="95"/>
                  </a:lnTo>
                  <a:lnTo>
                    <a:pt x="64" y="110"/>
                  </a:lnTo>
                  <a:lnTo>
                    <a:pt x="112" y="79"/>
                  </a:lnTo>
                  <a:lnTo>
                    <a:pt x="127" y="64"/>
                  </a:lnTo>
                  <a:cubicBezTo>
                    <a:pt x="143" y="64"/>
                    <a:pt x="143" y="64"/>
                    <a:pt x="143" y="47"/>
                  </a:cubicBezTo>
                  <a:lnTo>
                    <a:pt x="143" y="32"/>
                  </a:lnTo>
                  <a:cubicBezTo>
                    <a:pt x="143" y="16"/>
                    <a:pt x="127"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6" name="Google Shape;2036;p38"/>
            <p:cNvSpPr/>
            <p:nvPr/>
          </p:nvSpPr>
          <p:spPr>
            <a:xfrm>
              <a:off x="3078812" y="1813792"/>
              <a:ext cx="3021" cy="3053"/>
            </a:xfrm>
            <a:custGeom>
              <a:avLst/>
              <a:gdLst/>
              <a:ahLst/>
              <a:cxnLst/>
              <a:rect l="l" t="t" r="r" b="b"/>
              <a:pathLst>
                <a:path w="95" h="96" extrusionOk="0">
                  <a:moveTo>
                    <a:pt x="32" y="1"/>
                  </a:moveTo>
                  <a:lnTo>
                    <a:pt x="32" y="1"/>
                  </a:lnTo>
                  <a:lnTo>
                    <a:pt x="15" y="1"/>
                  </a:lnTo>
                  <a:cubicBezTo>
                    <a:pt x="0" y="17"/>
                    <a:pt x="0" y="32"/>
                    <a:pt x="15" y="49"/>
                  </a:cubicBezTo>
                  <a:lnTo>
                    <a:pt x="32" y="80"/>
                  </a:lnTo>
                  <a:cubicBezTo>
                    <a:pt x="32" y="95"/>
                    <a:pt x="47" y="95"/>
                    <a:pt x="63" y="95"/>
                  </a:cubicBezTo>
                  <a:lnTo>
                    <a:pt x="78" y="95"/>
                  </a:lnTo>
                  <a:lnTo>
                    <a:pt x="78" y="95"/>
                  </a:lnTo>
                  <a:cubicBezTo>
                    <a:pt x="95" y="80"/>
                    <a:pt x="95" y="64"/>
                    <a:pt x="78" y="49"/>
                  </a:cubicBezTo>
                  <a:lnTo>
                    <a:pt x="63" y="17"/>
                  </a:lnTo>
                  <a:lnTo>
                    <a:pt x="63" y="17"/>
                  </a:lnTo>
                  <a:cubicBezTo>
                    <a:pt x="63"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7" name="Google Shape;2037;p38"/>
            <p:cNvSpPr/>
            <p:nvPr/>
          </p:nvSpPr>
          <p:spPr>
            <a:xfrm>
              <a:off x="3175495" y="1801294"/>
              <a:ext cx="3021" cy="3021"/>
            </a:xfrm>
            <a:custGeom>
              <a:avLst/>
              <a:gdLst/>
              <a:ahLst/>
              <a:cxnLst/>
              <a:rect l="l" t="t" r="r" b="b"/>
              <a:pathLst>
                <a:path w="95" h="95" extrusionOk="0">
                  <a:moveTo>
                    <a:pt x="48" y="0"/>
                  </a:moveTo>
                  <a:lnTo>
                    <a:pt x="48" y="0"/>
                  </a:lnTo>
                  <a:cubicBezTo>
                    <a:pt x="32" y="0"/>
                    <a:pt x="32" y="16"/>
                    <a:pt x="17" y="16"/>
                  </a:cubicBezTo>
                  <a:lnTo>
                    <a:pt x="17" y="32"/>
                  </a:lnTo>
                  <a:lnTo>
                    <a:pt x="0" y="47"/>
                  </a:lnTo>
                  <a:cubicBezTo>
                    <a:pt x="0" y="63"/>
                    <a:pt x="0" y="79"/>
                    <a:pt x="17" y="79"/>
                  </a:cubicBezTo>
                  <a:cubicBezTo>
                    <a:pt x="17" y="95"/>
                    <a:pt x="17" y="95"/>
                    <a:pt x="32" y="95"/>
                  </a:cubicBezTo>
                  <a:lnTo>
                    <a:pt x="32" y="95"/>
                  </a:lnTo>
                  <a:lnTo>
                    <a:pt x="48" y="95"/>
                  </a:lnTo>
                  <a:cubicBezTo>
                    <a:pt x="48" y="95"/>
                    <a:pt x="63" y="95"/>
                    <a:pt x="80" y="79"/>
                  </a:cubicBezTo>
                  <a:lnTo>
                    <a:pt x="80" y="79"/>
                  </a:lnTo>
                  <a:lnTo>
                    <a:pt x="80" y="47"/>
                  </a:lnTo>
                  <a:cubicBezTo>
                    <a:pt x="95" y="32"/>
                    <a:pt x="95" y="32"/>
                    <a:pt x="80" y="32"/>
                  </a:cubicBezTo>
                  <a:cubicBezTo>
                    <a:pt x="80" y="16"/>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8" name="Google Shape;2038;p38"/>
            <p:cNvSpPr/>
            <p:nvPr/>
          </p:nvSpPr>
          <p:spPr>
            <a:xfrm>
              <a:off x="3158448" y="1805301"/>
              <a:ext cx="3053" cy="4516"/>
            </a:xfrm>
            <a:custGeom>
              <a:avLst/>
              <a:gdLst/>
              <a:ahLst/>
              <a:cxnLst/>
              <a:rect l="l" t="t" r="r" b="b"/>
              <a:pathLst>
                <a:path w="96" h="142" extrusionOk="0">
                  <a:moveTo>
                    <a:pt x="49" y="0"/>
                  </a:moveTo>
                  <a:lnTo>
                    <a:pt x="49" y="0"/>
                  </a:lnTo>
                  <a:cubicBezTo>
                    <a:pt x="32" y="0"/>
                    <a:pt x="32" y="16"/>
                    <a:pt x="17" y="32"/>
                  </a:cubicBezTo>
                  <a:lnTo>
                    <a:pt x="17" y="47"/>
                  </a:lnTo>
                  <a:lnTo>
                    <a:pt x="1" y="79"/>
                  </a:lnTo>
                  <a:lnTo>
                    <a:pt x="1" y="110"/>
                  </a:lnTo>
                  <a:lnTo>
                    <a:pt x="1" y="126"/>
                  </a:lnTo>
                  <a:lnTo>
                    <a:pt x="32" y="126"/>
                  </a:lnTo>
                  <a:lnTo>
                    <a:pt x="64" y="142"/>
                  </a:lnTo>
                  <a:lnTo>
                    <a:pt x="64" y="142"/>
                  </a:lnTo>
                  <a:lnTo>
                    <a:pt x="64" y="142"/>
                  </a:lnTo>
                  <a:cubicBezTo>
                    <a:pt x="80" y="126"/>
                    <a:pt x="95" y="126"/>
                    <a:pt x="95" y="110"/>
                  </a:cubicBezTo>
                  <a:lnTo>
                    <a:pt x="95" y="79"/>
                  </a:lnTo>
                  <a:lnTo>
                    <a:pt x="80" y="79"/>
                  </a:lnTo>
                  <a:lnTo>
                    <a:pt x="80" y="47"/>
                  </a:lnTo>
                  <a:cubicBezTo>
                    <a:pt x="95" y="32"/>
                    <a:pt x="80" y="16"/>
                    <a:pt x="64"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39" name="Google Shape;2039;p38"/>
            <p:cNvSpPr/>
            <p:nvPr/>
          </p:nvSpPr>
          <p:spPr>
            <a:xfrm>
              <a:off x="3388961" y="1815319"/>
              <a:ext cx="6551" cy="3530"/>
            </a:xfrm>
            <a:custGeom>
              <a:avLst/>
              <a:gdLst/>
              <a:ahLst/>
              <a:cxnLst/>
              <a:rect l="l" t="t" r="r" b="b"/>
              <a:pathLst>
                <a:path w="206" h="111" extrusionOk="0">
                  <a:moveTo>
                    <a:pt x="48" y="1"/>
                  </a:moveTo>
                  <a:lnTo>
                    <a:pt x="32" y="1"/>
                  </a:lnTo>
                  <a:cubicBezTo>
                    <a:pt x="32" y="1"/>
                    <a:pt x="17" y="1"/>
                    <a:pt x="17" y="16"/>
                  </a:cubicBezTo>
                  <a:cubicBezTo>
                    <a:pt x="0" y="32"/>
                    <a:pt x="17" y="47"/>
                    <a:pt x="32" y="64"/>
                  </a:cubicBezTo>
                  <a:cubicBezTo>
                    <a:pt x="32" y="64"/>
                    <a:pt x="48" y="64"/>
                    <a:pt x="48" y="79"/>
                  </a:cubicBezTo>
                  <a:cubicBezTo>
                    <a:pt x="80" y="95"/>
                    <a:pt x="95" y="110"/>
                    <a:pt x="126" y="110"/>
                  </a:cubicBezTo>
                  <a:lnTo>
                    <a:pt x="143" y="110"/>
                  </a:lnTo>
                  <a:lnTo>
                    <a:pt x="206" y="110"/>
                  </a:lnTo>
                  <a:lnTo>
                    <a:pt x="206" y="95"/>
                  </a:lnTo>
                  <a:lnTo>
                    <a:pt x="206" y="95"/>
                  </a:lnTo>
                  <a:lnTo>
                    <a:pt x="206" y="95"/>
                  </a:lnTo>
                  <a:lnTo>
                    <a:pt x="206" y="95"/>
                  </a:lnTo>
                  <a:cubicBezTo>
                    <a:pt x="206" y="47"/>
                    <a:pt x="158" y="47"/>
                    <a:pt x="143" y="32"/>
                  </a:cubicBezTo>
                  <a:lnTo>
                    <a:pt x="143" y="32"/>
                  </a:lnTo>
                  <a:lnTo>
                    <a:pt x="111" y="32"/>
                  </a:lnTo>
                  <a:lnTo>
                    <a:pt x="95" y="16"/>
                  </a:lnTo>
                  <a:cubicBezTo>
                    <a:pt x="80" y="16"/>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0" name="Google Shape;2040;p38"/>
            <p:cNvSpPr/>
            <p:nvPr/>
          </p:nvSpPr>
          <p:spPr>
            <a:xfrm>
              <a:off x="3033174" y="1819803"/>
              <a:ext cx="4580" cy="3562"/>
            </a:xfrm>
            <a:custGeom>
              <a:avLst/>
              <a:gdLst/>
              <a:ahLst/>
              <a:cxnLst/>
              <a:rect l="l" t="t" r="r" b="b"/>
              <a:pathLst>
                <a:path w="144" h="112" extrusionOk="0">
                  <a:moveTo>
                    <a:pt x="112" y="1"/>
                  </a:moveTo>
                  <a:lnTo>
                    <a:pt x="112" y="1"/>
                  </a:lnTo>
                  <a:cubicBezTo>
                    <a:pt x="95" y="1"/>
                    <a:pt x="95" y="1"/>
                    <a:pt x="95" y="17"/>
                  </a:cubicBezTo>
                  <a:lnTo>
                    <a:pt x="49" y="32"/>
                  </a:lnTo>
                  <a:lnTo>
                    <a:pt x="32" y="49"/>
                  </a:lnTo>
                  <a:cubicBezTo>
                    <a:pt x="17" y="64"/>
                    <a:pt x="1" y="95"/>
                    <a:pt x="17" y="95"/>
                  </a:cubicBezTo>
                  <a:lnTo>
                    <a:pt x="17" y="112"/>
                  </a:lnTo>
                  <a:lnTo>
                    <a:pt x="32" y="112"/>
                  </a:lnTo>
                  <a:lnTo>
                    <a:pt x="49" y="112"/>
                  </a:lnTo>
                  <a:lnTo>
                    <a:pt x="64" y="112"/>
                  </a:lnTo>
                  <a:lnTo>
                    <a:pt x="112" y="80"/>
                  </a:lnTo>
                  <a:lnTo>
                    <a:pt x="127" y="64"/>
                  </a:lnTo>
                  <a:lnTo>
                    <a:pt x="127" y="64"/>
                  </a:lnTo>
                  <a:cubicBezTo>
                    <a:pt x="143" y="49"/>
                    <a:pt x="143" y="32"/>
                    <a:pt x="143" y="17"/>
                  </a:cubicBezTo>
                  <a:lnTo>
                    <a:pt x="127" y="17"/>
                  </a:lnTo>
                  <a:cubicBezTo>
                    <a:pt x="127" y="1"/>
                    <a:pt x="112" y="1"/>
                    <a:pt x="11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1" name="Google Shape;2041;p38"/>
            <p:cNvSpPr/>
            <p:nvPr/>
          </p:nvSpPr>
          <p:spPr>
            <a:xfrm>
              <a:off x="3354391" y="1779731"/>
              <a:ext cx="2035" cy="3562"/>
            </a:xfrm>
            <a:custGeom>
              <a:avLst/>
              <a:gdLst/>
              <a:ahLst/>
              <a:cxnLst/>
              <a:rect l="l" t="t" r="r" b="b"/>
              <a:pathLst>
                <a:path w="64" h="112" extrusionOk="0">
                  <a:moveTo>
                    <a:pt x="32" y="0"/>
                  </a:moveTo>
                  <a:lnTo>
                    <a:pt x="32" y="0"/>
                  </a:lnTo>
                  <a:cubicBezTo>
                    <a:pt x="16" y="17"/>
                    <a:pt x="1" y="32"/>
                    <a:pt x="1" y="48"/>
                  </a:cubicBezTo>
                  <a:lnTo>
                    <a:pt x="1" y="80"/>
                  </a:lnTo>
                  <a:cubicBezTo>
                    <a:pt x="1" y="95"/>
                    <a:pt x="16" y="111"/>
                    <a:pt x="32" y="111"/>
                  </a:cubicBezTo>
                  <a:lnTo>
                    <a:pt x="32" y="111"/>
                  </a:lnTo>
                  <a:cubicBezTo>
                    <a:pt x="64" y="111"/>
                    <a:pt x="64" y="95"/>
                    <a:pt x="64" y="63"/>
                  </a:cubicBezTo>
                  <a:lnTo>
                    <a:pt x="64" y="32"/>
                  </a:lnTo>
                  <a:cubicBezTo>
                    <a:pt x="64" y="17"/>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2" name="Google Shape;2042;p38"/>
            <p:cNvSpPr/>
            <p:nvPr/>
          </p:nvSpPr>
          <p:spPr>
            <a:xfrm>
              <a:off x="3277235" y="1788254"/>
              <a:ext cx="3021" cy="3053"/>
            </a:xfrm>
            <a:custGeom>
              <a:avLst/>
              <a:gdLst/>
              <a:ahLst/>
              <a:cxnLst/>
              <a:rect l="l" t="t" r="r" b="b"/>
              <a:pathLst>
                <a:path w="95" h="96" extrusionOk="0">
                  <a:moveTo>
                    <a:pt x="63" y="1"/>
                  </a:moveTo>
                  <a:lnTo>
                    <a:pt x="63" y="1"/>
                  </a:lnTo>
                  <a:lnTo>
                    <a:pt x="47" y="1"/>
                  </a:lnTo>
                  <a:lnTo>
                    <a:pt x="16" y="32"/>
                  </a:lnTo>
                  <a:cubicBezTo>
                    <a:pt x="0" y="32"/>
                    <a:pt x="0" y="64"/>
                    <a:pt x="0" y="79"/>
                  </a:cubicBezTo>
                  <a:cubicBezTo>
                    <a:pt x="16" y="79"/>
                    <a:pt x="16" y="95"/>
                    <a:pt x="32" y="95"/>
                  </a:cubicBezTo>
                  <a:lnTo>
                    <a:pt x="47" y="79"/>
                  </a:lnTo>
                  <a:lnTo>
                    <a:pt x="79" y="64"/>
                  </a:lnTo>
                  <a:cubicBezTo>
                    <a:pt x="95" y="47"/>
                    <a:pt x="95" y="32"/>
                    <a:pt x="95" y="16"/>
                  </a:cubicBezTo>
                  <a:cubicBezTo>
                    <a:pt x="79"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3" name="Google Shape;2043;p38"/>
            <p:cNvSpPr/>
            <p:nvPr/>
          </p:nvSpPr>
          <p:spPr>
            <a:xfrm>
              <a:off x="3299275" y="1786727"/>
              <a:ext cx="3530" cy="4039"/>
            </a:xfrm>
            <a:custGeom>
              <a:avLst/>
              <a:gdLst/>
              <a:ahLst/>
              <a:cxnLst/>
              <a:rect l="l" t="t" r="r" b="b"/>
              <a:pathLst>
                <a:path w="111" h="127" extrusionOk="0">
                  <a:moveTo>
                    <a:pt x="64" y="1"/>
                  </a:moveTo>
                  <a:lnTo>
                    <a:pt x="64" y="17"/>
                  </a:lnTo>
                  <a:lnTo>
                    <a:pt x="47" y="17"/>
                  </a:lnTo>
                  <a:cubicBezTo>
                    <a:pt x="47" y="17"/>
                    <a:pt x="32" y="32"/>
                    <a:pt x="32" y="49"/>
                  </a:cubicBezTo>
                  <a:lnTo>
                    <a:pt x="16" y="49"/>
                  </a:lnTo>
                  <a:cubicBezTo>
                    <a:pt x="1" y="64"/>
                    <a:pt x="1" y="80"/>
                    <a:pt x="1" y="95"/>
                  </a:cubicBezTo>
                  <a:cubicBezTo>
                    <a:pt x="1" y="112"/>
                    <a:pt x="16" y="127"/>
                    <a:pt x="32" y="127"/>
                  </a:cubicBezTo>
                  <a:lnTo>
                    <a:pt x="47" y="112"/>
                  </a:lnTo>
                  <a:lnTo>
                    <a:pt x="95" y="95"/>
                  </a:lnTo>
                  <a:cubicBezTo>
                    <a:pt x="110" y="95"/>
                    <a:pt x="110" y="64"/>
                    <a:pt x="110" y="49"/>
                  </a:cubicBezTo>
                  <a:lnTo>
                    <a:pt x="95" y="32"/>
                  </a:lnTo>
                  <a:cubicBezTo>
                    <a:pt x="95"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4" name="Google Shape;2044;p38"/>
            <p:cNvSpPr/>
            <p:nvPr/>
          </p:nvSpPr>
          <p:spPr>
            <a:xfrm>
              <a:off x="3235127" y="1793279"/>
              <a:ext cx="3053" cy="3021"/>
            </a:xfrm>
            <a:custGeom>
              <a:avLst/>
              <a:gdLst/>
              <a:ahLst/>
              <a:cxnLst/>
              <a:rect l="l" t="t" r="r" b="b"/>
              <a:pathLst>
                <a:path w="96" h="95" extrusionOk="0">
                  <a:moveTo>
                    <a:pt x="64" y="0"/>
                  </a:moveTo>
                  <a:lnTo>
                    <a:pt x="48" y="0"/>
                  </a:lnTo>
                  <a:cubicBezTo>
                    <a:pt x="48" y="0"/>
                    <a:pt x="32" y="0"/>
                    <a:pt x="32" y="15"/>
                  </a:cubicBezTo>
                  <a:lnTo>
                    <a:pt x="16" y="47"/>
                  </a:lnTo>
                  <a:cubicBezTo>
                    <a:pt x="1" y="63"/>
                    <a:pt x="16" y="95"/>
                    <a:pt x="32" y="95"/>
                  </a:cubicBezTo>
                  <a:lnTo>
                    <a:pt x="48" y="95"/>
                  </a:lnTo>
                  <a:cubicBezTo>
                    <a:pt x="64" y="95"/>
                    <a:pt x="79" y="95"/>
                    <a:pt x="79" y="78"/>
                  </a:cubicBezTo>
                  <a:lnTo>
                    <a:pt x="95" y="47"/>
                  </a:lnTo>
                  <a:cubicBezTo>
                    <a:pt x="95" y="32"/>
                    <a:pt x="95"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5" name="Google Shape;2045;p38"/>
            <p:cNvSpPr/>
            <p:nvPr/>
          </p:nvSpPr>
          <p:spPr>
            <a:xfrm>
              <a:off x="3420034" y="1797763"/>
              <a:ext cx="4039" cy="4039"/>
            </a:xfrm>
            <a:custGeom>
              <a:avLst/>
              <a:gdLst/>
              <a:ahLst/>
              <a:cxnLst/>
              <a:rect l="l" t="t" r="r" b="b"/>
              <a:pathLst>
                <a:path w="127" h="127" extrusionOk="0">
                  <a:moveTo>
                    <a:pt x="80" y="0"/>
                  </a:moveTo>
                  <a:lnTo>
                    <a:pt x="80" y="0"/>
                  </a:lnTo>
                  <a:cubicBezTo>
                    <a:pt x="63" y="0"/>
                    <a:pt x="63" y="0"/>
                    <a:pt x="63" y="17"/>
                  </a:cubicBezTo>
                  <a:lnTo>
                    <a:pt x="63" y="17"/>
                  </a:lnTo>
                  <a:lnTo>
                    <a:pt x="17" y="48"/>
                  </a:lnTo>
                  <a:cubicBezTo>
                    <a:pt x="0" y="48"/>
                    <a:pt x="0" y="64"/>
                    <a:pt x="0" y="80"/>
                  </a:cubicBezTo>
                  <a:cubicBezTo>
                    <a:pt x="0" y="95"/>
                    <a:pt x="17" y="95"/>
                    <a:pt x="32" y="111"/>
                  </a:cubicBezTo>
                  <a:lnTo>
                    <a:pt x="80" y="127"/>
                  </a:lnTo>
                  <a:lnTo>
                    <a:pt x="80" y="127"/>
                  </a:lnTo>
                  <a:lnTo>
                    <a:pt x="95" y="127"/>
                  </a:lnTo>
                  <a:lnTo>
                    <a:pt x="111" y="127"/>
                  </a:lnTo>
                  <a:cubicBezTo>
                    <a:pt x="111" y="111"/>
                    <a:pt x="126" y="111"/>
                    <a:pt x="126" y="95"/>
                  </a:cubicBezTo>
                  <a:lnTo>
                    <a:pt x="126" y="95"/>
                  </a:lnTo>
                  <a:cubicBezTo>
                    <a:pt x="126" y="80"/>
                    <a:pt x="126" y="64"/>
                    <a:pt x="111" y="64"/>
                  </a:cubicBezTo>
                  <a:lnTo>
                    <a:pt x="111" y="17"/>
                  </a:lnTo>
                  <a:cubicBezTo>
                    <a:pt x="95" y="17"/>
                    <a:pt x="95" y="0"/>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6" name="Google Shape;2046;p38"/>
            <p:cNvSpPr/>
            <p:nvPr/>
          </p:nvSpPr>
          <p:spPr>
            <a:xfrm>
              <a:off x="3247658" y="1816814"/>
              <a:ext cx="3021" cy="3021"/>
            </a:xfrm>
            <a:custGeom>
              <a:avLst/>
              <a:gdLst/>
              <a:ahLst/>
              <a:cxnLst/>
              <a:rect l="l" t="t" r="r" b="b"/>
              <a:pathLst>
                <a:path w="95" h="95" extrusionOk="0">
                  <a:moveTo>
                    <a:pt x="48" y="0"/>
                  </a:moveTo>
                  <a:cubicBezTo>
                    <a:pt x="48" y="17"/>
                    <a:pt x="48" y="17"/>
                    <a:pt x="32" y="32"/>
                  </a:cubicBezTo>
                  <a:lnTo>
                    <a:pt x="17" y="32"/>
                  </a:lnTo>
                  <a:lnTo>
                    <a:pt x="0" y="32"/>
                  </a:lnTo>
                  <a:lnTo>
                    <a:pt x="0" y="48"/>
                  </a:lnTo>
                  <a:lnTo>
                    <a:pt x="32" y="80"/>
                  </a:lnTo>
                  <a:lnTo>
                    <a:pt x="48" y="95"/>
                  </a:lnTo>
                  <a:cubicBezTo>
                    <a:pt x="63" y="95"/>
                    <a:pt x="63" y="80"/>
                    <a:pt x="80" y="80"/>
                  </a:cubicBezTo>
                  <a:cubicBezTo>
                    <a:pt x="95" y="80"/>
                    <a:pt x="95" y="48"/>
                    <a:pt x="80" y="32"/>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7" name="Google Shape;2047;p38"/>
            <p:cNvSpPr/>
            <p:nvPr/>
          </p:nvSpPr>
          <p:spPr>
            <a:xfrm>
              <a:off x="3431578" y="1795760"/>
              <a:ext cx="3021" cy="3021"/>
            </a:xfrm>
            <a:custGeom>
              <a:avLst/>
              <a:gdLst/>
              <a:ahLst/>
              <a:cxnLst/>
              <a:rect l="l" t="t" r="r" b="b"/>
              <a:pathLst>
                <a:path w="95" h="95" extrusionOk="0">
                  <a:moveTo>
                    <a:pt x="63" y="0"/>
                  </a:moveTo>
                  <a:lnTo>
                    <a:pt x="63" y="0"/>
                  </a:lnTo>
                  <a:lnTo>
                    <a:pt x="47" y="17"/>
                  </a:lnTo>
                  <a:lnTo>
                    <a:pt x="15" y="32"/>
                  </a:lnTo>
                  <a:cubicBezTo>
                    <a:pt x="0" y="48"/>
                    <a:pt x="0" y="63"/>
                    <a:pt x="0" y="80"/>
                  </a:cubicBezTo>
                  <a:cubicBezTo>
                    <a:pt x="15" y="95"/>
                    <a:pt x="15" y="95"/>
                    <a:pt x="32" y="95"/>
                  </a:cubicBezTo>
                  <a:lnTo>
                    <a:pt x="47" y="95"/>
                  </a:lnTo>
                  <a:lnTo>
                    <a:pt x="78" y="63"/>
                  </a:lnTo>
                  <a:cubicBezTo>
                    <a:pt x="95" y="63"/>
                    <a:pt x="95" y="32"/>
                    <a:pt x="95" y="17"/>
                  </a:cubicBezTo>
                  <a:cubicBezTo>
                    <a:pt x="78" y="17"/>
                    <a:pt x="78"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8" name="Google Shape;2048;p38"/>
            <p:cNvSpPr/>
            <p:nvPr/>
          </p:nvSpPr>
          <p:spPr>
            <a:xfrm>
              <a:off x="3440579" y="1797763"/>
              <a:ext cx="4039" cy="3562"/>
            </a:xfrm>
            <a:custGeom>
              <a:avLst/>
              <a:gdLst/>
              <a:ahLst/>
              <a:cxnLst/>
              <a:rect l="l" t="t" r="r" b="b"/>
              <a:pathLst>
                <a:path w="127" h="112" extrusionOk="0">
                  <a:moveTo>
                    <a:pt x="47" y="0"/>
                  </a:moveTo>
                  <a:lnTo>
                    <a:pt x="47" y="0"/>
                  </a:lnTo>
                  <a:cubicBezTo>
                    <a:pt x="32" y="0"/>
                    <a:pt x="16" y="0"/>
                    <a:pt x="16" y="17"/>
                  </a:cubicBezTo>
                  <a:cubicBezTo>
                    <a:pt x="1" y="32"/>
                    <a:pt x="1" y="48"/>
                    <a:pt x="16" y="64"/>
                  </a:cubicBezTo>
                  <a:lnTo>
                    <a:pt x="16" y="64"/>
                  </a:lnTo>
                  <a:lnTo>
                    <a:pt x="64" y="95"/>
                  </a:lnTo>
                  <a:lnTo>
                    <a:pt x="79" y="111"/>
                  </a:lnTo>
                  <a:lnTo>
                    <a:pt x="79" y="111"/>
                  </a:lnTo>
                  <a:cubicBezTo>
                    <a:pt x="95" y="111"/>
                    <a:pt x="110" y="95"/>
                    <a:pt x="110" y="95"/>
                  </a:cubicBezTo>
                  <a:lnTo>
                    <a:pt x="110" y="80"/>
                  </a:lnTo>
                  <a:cubicBezTo>
                    <a:pt x="127" y="80"/>
                    <a:pt x="127" y="64"/>
                    <a:pt x="110" y="48"/>
                  </a:cubicBezTo>
                  <a:lnTo>
                    <a:pt x="110" y="48"/>
                  </a:lnTo>
                  <a:lnTo>
                    <a:pt x="110" y="48"/>
                  </a:lnTo>
                  <a:lnTo>
                    <a:pt x="64" y="17"/>
                  </a:lnTo>
                  <a:cubicBezTo>
                    <a:pt x="64" y="0"/>
                    <a:pt x="64"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49" name="Google Shape;2049;p38"/>
            <p:cNvSpPr/>
            <p:nvPr/>
          </p:nvSpPr>
          <p:spPr>
            <a:xfrm>
              <a:off x="3269698" y="1815796"/>
              <a:ext cx="3021" cy="3562"/>
            </a:xfrm>
            <a:custGeom>
              <a:avLst/>
              <a:gdLst/>
              <a:ahLst/>
              <a:cxnLst/>
              <a:rect l="l" t="t" r="r" b="b"/>
              <a:pathLst>
                <a:path w="95" h="112" extrusionOk="0">
                  <a:moveTo>
                    <a:pt x="48" y="1"/>
                  </a:moveTo>
                  <a:lnTo>
                    <a:pt x="48" y="1"/>
                  </a:lnTo>
                  <a:cubicBezTo>
                    <a:pt x="32" y="1"/>
                    <a:pt x="32" y="17"/>
                    <a:pt x="17" y="32"/>
                  </a:cubicBezTo>
                  <a:lnTo>
                    <a:pt x="17" y="49"/>
                  </a:lnTo>
                  <a:lnTo>
                    <a:pt x="0" y="64"/>
                  </a:lnTo>
                  <a:cubicBezTo>
                    <a:pt x="0" y="80"/>
                    <a:pt x="17" y="95"/>
                    <a:pt x="32" y="95"/>
                  </a:cubicBezTo>
                  <a:lnTo>
                    <a:pt x="32" y="112"/>
                  </a:lnTo>
                  <a:cubicBezTo>
                    <a:pt x="48" y="112"/>
                    <a:pt x="63" y="95"/>
                    <a:pt x="80" y="80"/>
                  </a:cubicBezTo>
                  <a:lnTo>
                    <a:pt x="80" y="64"/>
                  </a:lnTo>
                  <a:lnTo>
                    <a:pt x="80" y="49"/>
                  </a:lnTo>
                  <a:cubicBezTo>
                    <a:pt x="95" y="32"/>
                    <a:pt x="80" y="17"/>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0" name="Google Shape;2050;p38"/>
            <p:cNvSpPr/>
            <p:nvPr/>
          </p:nvSpPr>
          <p:spPr>
            <a:xfrm>
              <a:off x="3396499" y="1803774"/>
              <a:ext cx="3021" cy="2544"/>
            </a:xfrm>
            <a:custGeom>
              <a:avLst/>
              <a:gdLst/>
              <a:ahLst/>
              <a:cxnLst/>
              <a:rect l="l" t="t" r="r" b="b"/>
              <a:pathLst>
                <a:path w="95" h="80" extrusionOk="0">
                  <a:moveTo>
                    <a:pt x="63" y="1"/>
                  </a:moveTo>
                  <a:lnTo>
                    <a:pt x="47" y="1"/>
                  </a:lnTo>
                  <a:lnTo>
                    <a:pt x="47" y="1"/>
                  </a:lnTo>
                  <a:lnTo>
                    <a:pt x="32" y="1"/>
                  </a:lnTo>
                  <a:cubicBezTo>
                    <a:pt x="15" y="1"/>
                    <a:pt x="0" y="17"/>
                    <a:pt x="0" y="17"/>
                  </a:cubicBezTo>
                  <a:lnTo>
                    <a:pt x="0" y="17"/>
                  </a:lnTo>
                  <a:lnTo>
                    <a:pt x="0" y="48"/>
                  </a:lnTo>
                  <a:lnTo>
                    <a:pt x="0" y="48"/>
                  </a:lnTo>
                  <a:cubicBezTo>
                    <a:pt x="0" y="64"/>
                    <a:pt x="15" y="80"/>
                    <a:pt x="32" y="80"/>
                  </a:cubicBezTo>
                  <a:lnTo>
                    <a:pt x="32" y="80"/>
                  </a:lnTo>
                  <a:lnTo>
                    <a:pt x="32" y="80"/>
                  </a:lnTo>
                  <a:lnTo>
                    <a:pt x="63" y="64"/>
                  </a:lnTo>
                  <a:cubicBezTo>
                    <a:pt x="78" y="64"/>
                    <a:pt x="78" y="64"/>
                    <a:pt x="95" y="48"/>
                  </a:cubicBezTo>
                  <a:lnTo>
                    <a:pt x="95" y="32"/>
                  </a:lnTo>
                  <a:cubicBezTo>
                    <a:pt x="95" y="17"/>
                    <a:pt x="95" y="17"/>
                    <a:pt x="78"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1" name="Google Shape;2051;p38"/>
            <p:cNvSpPr/>
            <p:nvPr/>
          </p:nvSpPr>
          <p:spPr>
            <a:xfrm>
              <a:off x="3387944" y="1804283"/>
              <a:ext cx="4580" cy="3530"/>
            </a:xfrm>
            <a:custGeom>
              <a:avLst/>
              <a:gdLst/>
              <a:ahLst/>
              <a:cxnLst/>
              <a:rect l="l" t="t" r="r" b="b"/>
              <a:pathLst>
                <a:path w="144" h="111" extrusionOk="0">
                  <a:moveTo>
                    <a:pt x="64" y="1"/>
                  </a:moveTo>
                  <a:lnTo>
                    <a:pt x="64" y="1"/>
                  </a:lnTo>
                  <a:cubicBezTo>
                    <a:pt x="49" y="1"/>
                    <a:pt x="32" y="16"/>
                    <a:pt x="32" y="16"/>
                  </a:cubicBezTo>
                  <a:lnTo>
                    <a:pt x="17" y="48"/>
                  </a:lnTo>
                  <a:lnTo>
                    <a:pt x="17" y="64"/>
                  </a:lnTo>
                  <a:cubicBezTo>
                    <a:pt x="17" y="64"/>
                    <a:pt x="1" y="79"/>
                    <a:pt x="17" y="79"/>
                  </a:cubicBezTo>
                  <a:cubicBezTo>
                    <a:pt x="17" y="95"/>
                    <a:pt x="17" y="95"/>
                    <a:pt x="32" y="95"/>
                  </a:cubicBezTo>
                  <a:cubicBezTo>
                    <a:pt x="32" y="111"/>
                    <a:pt x="32" y="111"/>
                    <a:pt x="49" y="111"/>
                  </a:cubicBezTo>
                  <a:cubicBezTo>
                    <a:pt x="49" y="111"/>
                    <a:pt x="64" y="95"/>
                    <a:pt x="80" y="95"/>
                  </a:cubicBezTo>
                  <a:lnTo>
                    <a:pt x="80" y="79"/>
                  </a:lnTo>
                  <a:lnTo>
                    <a:pt x="80" y="79"/>
                  </a:lnTo>
                  <a:lnTo>
                    <a:pt x="95" y="79"/>
                  </a:lnTo>
                  <a:lnTo>
                    <a:pt x="95" y="79"/>
                  </a:lnTo>
                  <a:cubicBezTo>
                    <a:pt x="112" y="79"/>
                    <a:pt x="127" y="79"/>
                    <a:pt x="127" y="64"/>
                  </a:cubicBezTo>
                  <a:cubicBezTo>
                    <a:pt x="143" y="48"/>
                    <a:pt x="127" y="32"/>
                    <a:pt x="112" y="16"/>
                  </a:cubicBezTo>
                  <a:lnTo>
                    <a:pt x="95" y="16"/>
                  </a:lnTo>
                  <a:lnTo>
                    <a:pt x="80"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2" name="Google Shape;2052;p38"/>
            <p:cNvSpPr/>
            <p:nvPr/>
          </p:nvSpPr>
          <p:spPr>
            <a:xfrm>
              <a:off x="3266676" y="1817323"/>
              <a:ext cx="3053" cy="3530"/>
            </a:xfrm>
            <a:custGeom>
              <a:avLst/>
              <a:gdLst/>
              <a:ahLst/>
              <a:cxnLst/>
              <a:rect l="l" t="t" r="r" b="b"/>
              <a:pathLst>
                <a:path w="96" h="111" extrusionOk="0">
                  <a:moveTo>
                    <a:pt x="32" y="1"/>
                  </a:moveTo>
                  <a:lnTo>
                    <a:pt x="32" y="1"/>
                  </a:lnTo>
                  <a:lnTo>
                    <a:pt x="17" y="16"/>
                  </a:lnTo>
                  <a:cubicBezTo>
                    <a:pt x="1" y="16"/>
                    <a:pt x="1" y="47"/>
                    <a:pt x="1" y="64"/>
                  </a:cubicBezTo>
                  <a:lnTo>
                    <a:pt x="32" y="95"/>
                  </a:lnTo>
                  <a:lnTo>
                    <a:pt x="32" y="95"/>
                  </a:lnTo>
                  <a:lnTo>
                    <a:pt x="49" y="95"/>
                  </a:lnTo>
                  <a:lnTo>
                    <a:pt x="49" y="110"/>
                  </a:lnTo>
                  <a:cubicBezTo>
                    <a:pt x="64" y="110"/>
                    <a:pt x="64" y="95"/>
                    <a:pt x="80" y="95"/>
                  </a:cubicBezTo>
                  <a:lnTo>
                    <a:pt x="80" y="95"/>
                  </a:lnTo>
                  <a:cubicBezTo>
                    <a:pt x="95" y="79"/>
                    <a:pt x="95" y="64"/>
                    <a:pt x="80" y="47"/>
                  </a:cubicBezTo>
                  <a:lnTo>
                    <a:pt x="80" y="47"/>
                  </a:lnTo>
                  <a:lnTo>
                    <a:pt x="64" y="16"/>
                  </a:lnTo>
                  <a:cubicBezTo>
                    <a:pt x="64" y="16"/>
                    <a:pt x="49"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3" name="Google Shape;2053;p38"/>
            <p:cNvSpPr/>
            <p:nvPr/>
          </p:nvSpPr>
          <p:spPr>
            <a:xfrm>
              <a:off x="3312792" y="1810803"/>
              <a:ext cx="4548" cy="3562"/>
            </a:xfrm>
            <a:custGeom>
              <a:avLst/>
              <a:gdLst/>
              <a:ahLst/>
              <a:cxnLst/>
              <a:rect l="l" t="t" r="r" b="b"/>
              <a:pathLst>
                <a:path w="143" h="112" extrusionOk="0">
                  <a:moveTo>
                    <a:pt x="48" y="0"/>
                  </a:moveTo>
                  <a:lnTo>
                    <a:pt x="32" y="0"/>
                  </a:lnTo>
                  <a:cubicBezTo>
                    <a:pt x="32" y="0"/>
                    <a:pt x="17" y="0"/>
                    <a:pt x="17" y="17"/>
                  </a:cubicBezTo>
                  <a:cubicBezTo>
                    <a:pt x="0" y="32"/>
                    <a:pt x="0" y="48"/>
                    <a:pt x="17" y="63"/>
                  </a:cubicBezTo>
                  <a:lnTo>
                    <a:pt x="95" y="111"/>
                  </a:lnTo>
                  <a:lnTo>
                    <a:pt x="111" y="111"/>
                  </a:lnTo>
                  <a:cubicBezTo>
                    <a:pt x="111" y="111"/>
                    <a:pt x="126" y="111"/>
                    <a:pt x="143" y="95"/>
                  </a:cubicBezTo>
                  <a:cubicBezTo>
                    <a:pt x="143" y="80"/>
                    <a:pt x="143" y="63"/>
                    <a:pt x="126" y="48"/>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4" name="Google Shape;2054;p38"/>
            <p:cNvSpPr/>
            <p:nvPr/>
          </p:nvSpPr>
          <p:spPr>
            <a:xfrm>
              <a:off x="3287730" y="1813792"/>
              <a:ext cx="4039" cy="3053"/>
            </a:xfrm>
            <a:custGeom>
              <a:avLst/>
              <a:gdLst/>
              <a:ahLst/>
              <a:cxnLst/>
              <a:rect l="l" t="t" r="r" b="b"/>
              <a:pathLst>
                <a:path w="127" h="96" extrusionOk="0">
                  <a:moveTo>
                    <a:pt x="49" y="1"/>
                  </a:moveTo>
                  <a:lnTo>
                    <a:pt x="49" y="1"/>
                  </a:lnTo>
                  <a:lnTo>
                    <a:pt x="32" y="1"/>
                  </a:lnTo>
                  <a:cubicBezTo>
                    <a:pt x="17" y="1"/>
                    <a:pt x="17" y="1"/>
                    <a:pt x="17" y="17"/>
                  </a:cubicBezTo>
                  <a:cubicBezTo>
                    <a:pt x="17" y="17"/>
                    <a:pt x="1" y="32"/>
                    <a:pt x="17" y="49"/>
                  </a:cubicBezTo>
                  <a:lnTo>
                    <a:pt x="17" y="49"/>
                  </a:lnTo>
                  <a:lnTo>
                    <a:pt x="32" y="80"/>
                  </a:lnTo>
                  <a:cubicBezTo>
                    <a:pt x="32" y="95"/>
                    <a:pt x="49" y="95"/>
                    <a:pt x="64" y="95"/>
                  </a:cubicBezTo>
                  <a:lnTo>
                    <a:pt x="80" y="95"/>
                  </a:lnTo>
                  <a:lnTo>
                    <a:pt x="95" y="80"/>
                  </a:lnTo>
                  <a:cubicBezTo>
                    <a:pt x="112" y="64"/>
                    <a:pt x="127" y="64"/>
                    <a:pt x="127" y="49"/>
                  </a:cubicBezTo>
                  <a:cubicBezTo>
                    <a:pt x="127" y="32"/>
                    <a:pt x="112" y="17"/>
                    <a:pt x="112" y="17"/>
                  </a:cubicBezTo>
                  <a:lnTo>
                    <a:pt x="95"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5" name="Google Shape;2055;p38"/>
            <p:cNvSpPr/>
            <p:nvPr/>
          </p:nvSpPr>
          <p:spPr>
            <a:xfrm>
              <a:off x="3309293" y="1811789"/>
              <a:ext cx="4039" cy="3053"/>
            </a:xfrm>
            <a:custGeom>
              <a:avLst/>
              <a:gdLst/>
              <a:ahLst/>
              <a:cxnLst/>
              <a:rect l="l" t="t" r="r" b="b"/>
              <a:pathLst>
                <a:path w="127" h="96" extrusionOk="0">
                  <a:moveTo>
                    <a:pt x="32" y="1"/>
                  </a:moveTo>
                  <a:lnTo>
                    <a:pt x="32" y="1"/>
                  </a:lnTo>
                  <a:cubicBezTo>
                    <a:pt x="16" y="1"/>
                    <a:pt x="16" y="1"/>
                    <a:pt x="1" y="17"/>
                  </a:cubicBezTo>
                  <a:cubicBezTo>
                    <a:pt x="1" y="32"/>
                    <a:pt x="1" y="49"/>
                    <a:pt x="16" y="49"/>
                  </a:cubicBezTo>
                  <a:lnTo>
                    <a:pt x="16" y="64"/>
                  </a:lnTo>
                  <a:lnTo>
                    <a:pt x="64" y="80"/>
                  </a:lnTo>
                  <a:lnTo>
                    <a:pt x="79" y="95"/>
                  </a:lnTo>
                  <a:cubicBezTo>
                    <a:pt x="95" y="95"/>
                    <a:pt x="110" y="80"/>
                    <a:pt x="110" y="64"/>
                  </a:cubicBezTo>
                  <a:cubicBezTo>
                    <a:pt x="127" y="64"/>
                    <a:pt x="127" y="49"/>
                    <a:pt x="110" y="49"/>
                  </a:cubicBezTo>
                  <a:cubicBezTo>
                    <a:pt x="110" y="32"/>
                    <a:pt x="110" y="32"/>
                    <a:pt x="95" y="32"/>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6" name="Google Shape;2056;p38"/>
            <p:cNvSpPr/>
            <p:nvPr/>
          </p:nvSpPr>
          <p:spPr>
            <a:xfrm>
              <a:off x="3122892" y="1830839"/>
              <a:ext cx="3530" cy="2544"/>
            </a:xfrm>
            <a:custGeom>
              <a:avLst/>
              <a:gdLst/>
              <a:ahLst/>
              <a:cxnLst/>
              <a:rect l="l" t="t" r="r" b="b"/>
              <a:pathLst>
                <a:path w="111" h="80" extrusionOk="0">
                  <a:moveTo>
                    <a:pt x="64" y="0"/>
                  </a:moveTo>
                  <a:lnTo>
                    <a:pt x="64" y="0"/>
                  </a:lnTo>
                  <a:lnTo>
                    <a:pt x="47" y="0"/>
                  </a:lnTo>
                  <a:lnTo>
                    <a:pt x="16" y="17"/>
                  </a:lnTo>
                  <a:cubicBezTo>
                    <a:pt x="1" y="32"/>
                    <a:pt x="1" y="48"/>
                    <a:pt x="16" y="63"/>
                  </a:cubicBezTo>
                  <a:cubicBezTo>
                    <a:pt x="16" y="80"/>
                    <a:pt x="32" y="80"/>
                    <a:pt x="32" y="80"/>
                  </a:cubicBezTo>
                  <a:lnTo>
                    <a:pt x="64" y="80"/>
                  </a:lnTo>
                  <a:lnTo>
                    <a:pt x="79" y="63"/>
                  </a:lnTo>
                  <a:cubicBezTo>
                    <a:pt x="95" y="48"/>
                    <a:pt x="110"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7" name="Google Shape;2057;p38"/>
            <p:cNvSpPr/>
            <p:nvPr/>
          </p:nvSpPr>
          <p:spPr>
            <a:xfrm>
              <a:off x="3251665" y="1810803"/>
              <a:ext cx="3021" cy="3021"/>
            </a:xfrm>
            <a:custGeom>
              <a:avLst/>
              <a:gdLst/>
              <a:ahLst/>
              <a:cxnLst/>
              <a:rect l="l" t="t" r="r" b="b"/>
              <a:pathLst>
                <a:path w="95" h="95" extrusionOk="0">
                  <a:moveTo>
                    <a:pt x="32" y="0"/>
                  </a:moveTo>
                  <a:lnTo>
                    <a:pt x="32" y="0"/>
                  </a:lnTo>
                  <a:lnTo>
                    <a:pt x="17" y="0"/>
                  </a:lnTo>
                  <a:cubicBezTo>
                    <a:pt x="0" y="17"/>
                    <a:pt x="0" y="32"/>
                    <a:pt x="0" y="48"/>
                  </a:cubicBezTo>
                  <a:lnTo>
                    <a:pt x="17" y="80"/>
                  </a:lnTo>
                  <a:cubicBezTo>
                    <a:pt x="32" y="95"/>
                    <a:pt x="32" y="95"/>
                    <a:pt x="48" y="95"/>
                  </a:cubicBezTo>
                  <a:lnTo>
                    <a:pt x="63" y="95"/>
                  </a:lnTo>
                  <a:cubicBezTo>
                    <a:pt x="80" y="80"/>
                    <a:pt x="95" y="63"/>
                    <a:pt x="80" y="48"/>
                  </a:cubicBezTo>
                  <a:lnTo>
                    <a:pt x="63" y="17"/>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8" name="Google Shape;2058;p38"/>
            <p:cNvSpPr/>
            <p:nvPr/>
          </p:nvSpPr>
          <p:spPr>
            <a:xfrm>
              <a:off x="3249184" y="1807304"/>
              <a:ext cx="3021" cy="3530"/>
            </a:xfrm>
            <a:custGeom>
              <a:avLst/>
              <a:gdLst/>
              <a:ahLst/>
              <a:cxnLst/>
              <a:rect l="l" t="t" r="r" b="b"/>
              <a:pathLst>
                <a:path w="95" h="111" extrusionOk="0">
                  <a:moveTo>
                    <a:pt x="32" y="0"/>
                  </a:moveTo>
                  <a:lnTo>
                    <a:pt x="32" y="0"/>
                  </a:lnTo>
                  <a:cubicBezTo>
                    <a:pt x="32" y="0"/>
                    <a:pt x="32" y="16"/>
                    <a:pt x="15" y="16"/>
                  </a:cubicBezTo>
                  <a:cubicBezTo>
                    <a:pt x="0" y="16"/>
                    <a:pt x="0" y="47"/>
                    <a:pt x="15" y="63"/>
                  </a:cubicBezTo>
                  <a:lnTo>
                    <a:pt x="32" y="95"/>
                  </a:lnTo>
                  <a:cubicBezTo>
                    <a:pt x="32" y="95"/>
                    <a:pt x="47" y="110"/>
                    <a:pt x="63" y="110"/>
                  </a:cubicBezTo>
                  <a:cubicBezTo>
                    <a:pt x="63" y="110"/>
                    <a:pt x="63" y="95"/>
                    <a:pt x="78" y="95"/>
                  </a:cubicBezTo>
                  <a:cubicBezTo>
                    <a:pt x="95" y="95"/>
                    <a:pt x="95" y="63"/>
                    <a:pt x="78" y="47"/>
                  </a:cubicBezTo>
                  <a:lnTo>
                    <a:pt x="63" y="16"/>
                  </a:lnTo>
                  <a:cubicBezTo>
                    <a:pt x="63" y="16"/>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59" name="Google Shape;2059;p38"/>
            <p:cNvSpPr/>
            <p:nvPr/>
          </p:nvSpPr>
          <p:spPr>
            <a:xfrm>
              <a:off x="3446081" y="1793279"/>
              <a:ext cx="3562" cy="2512"/>
            </a:xfrm>
            <a:custGeom>
              <a:avLst/>
              <a:gdLst/>
              <a:ahLst/>
              <a:cxnLst/>
              <a:rect l="l" t="t" r="r" b="b"/>
              <a:pathLst>
                <a:path w="112" h="79" extrusionOk="0">
                  <a:moveTo>
                    <a:pt x="63" y="0"/>
                  </a:moveTo>
                  <a:lnTo>
                    <a:pt x="63" y="0"/>
                  </a:lnTo>
                  <a:lnTo>
                    <a:pt x="32" y="0"/>
                  </a:lnTo>
                  <a:lnTo>
                    <a:pt x="32" y="15"/>
                  </a:lnTo>
                  <a:lnTo>
                    <a:pt x="17" y="32"/>
                  </a:lnTo>
                  <a:cubicBezTo>
                    <a:pt x="0" y="47"/>
                    <a:pt x="17" y="63"/>
                    <a:pt x="17" y="78"/>
                  </a:cubicBezTo>
                  <a:lnTo>
                    <a:pt x="48" y="78"/>
                  </a:lnTo>
                  <a:lnTo>
                    <a:pt x="80" y="78"/>
                  </a:lnTo>
                  <a:lnTo>
                    <a:pt x="80" y="63"/>
                  </a:lnTo>
                  <a:lnTo>
                    <a:pt x="95" y="47"/>
                  </a:lnTo>
                  <a:cubicBezTo>
                    <a:pt x="111" y="32"/>
                    <a:pt x="95" y="15"/>
                    <a:pt x="95" y="0"/>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0" name="Google Shape;2060;p38"/>
            <p:cNvSpPr/>
            <p:nvPr/>
          </p:nvSpPr>
          <p:spPr>
            <a:xfrm>
              <a:off x="3246163" y="1813792"/>
              <a:ext cx="3053" cy="4039"/>
            </a:xfrm>
            <a:custGeom>
              <a:avLst/>
              <a:gdLst/>
              <a:ahLst/>
              <a:cxnLst/>
              <a:rect l="l" t="t" r="r" b="b"/>
              <a:pathLst>
                <a:path w="96" h="127" extrusionOk="0">
                  <a:moveTo>
                    <a:pt x="64" y="1"/>
                  </a:moveTo>
                  <a:cubicBezTo>
                    <a:pt x="64" y="1"/>
                    <a:pt x="47" y="1"/>
                    <a:pt x="47" y="17"/>
                  </a:cubicBezTo>
                  <a:lnTo>
                    <a:pt x="32" y="17"/>
                  </a:lnTo>
                  <a:cubicBezTo>
                    <a:pt x="16" y="17"/>
                    <a:pt x="16" y="17"/>
                    <a:pt x="16" y="1"/>
                  </a:cubicBezTo>
                  <a:lnTo>
                    <a:pt x="16" y="17"/>
                  </a:lnTo>
                  <a:lnTo>
                    <a:pt x="16" y="17"/>
                  </a:lnTo>
                  <a:lnTo>
                    <a:pt x="16" y="17"/>
                  </a:lnTo>
                  <a:lnTo>
                    <a:pt x="16" y="17"/>
                  </a:lnTo>
                  <a:lnTo>
                    <a:pt x="16" y="17"/>
                  </a:lnTo>
                  <a:lnTo>
                    <a:pt x="16" y="17"/>
                  </a:lnTo>
                  <a:lnTo>
                    <a:pt x="16" y="17"/>
                  </a:lnTo>
                  <a:cubicBezTo>
                    <a:pt x="1" y="17"/>
                    <a:pt x="1" y="32"/>
                    <a:pt x="16" y="32"/>
                  </a:cubicBezTo>
                  <a:lnTo>
                    <a:pt x="32" y="95"/>
                  </a:lnTo>
                  <a:cubicBezTo>
                    <a:pt x="32" y="112"/>
                    <a:pt x="47" y="112"/>
                    <a:pt x="47" y="127"/>
                  </a:cubicBezTo>
                  <a:lnTo>
                    <a:pt x="64" y="127"/>
                  </a:lnTo>
                  <a:lnTo>
                    <a:pt x="79" y="127"/>
                  </a:lnTo>
                  <a:cubicBezTo>
                    <a:pt x="95" y="112"/>
                    <a:pt x="95" y="112"/>
                    <a:pt x="95" y="95"/>
                  </a:cubicBezTo>
                  <a:lnTo>
                    <a:pt x="95" y="80"/>
                  </a:lnTo>
                  <a:lnTo>
                    <a:pt x="95" y="80"/>
                  </a:lnTo>
                  <a:lnTo>
                    <a:pt x="79" y="17"/>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1" name="Google Shape;2061;p38"/>
            <p:cNvSpPr/>
            <p:nvPr/>
          </p:nvSpPr>
          <p:spPr>
            <a:xfrm>
              <a:off x="3271701" y="1810803"/>
              <a:ext cx="3021" cy="3562"/>
            </a:xfrm>
            <a:custGeom>
              <a:avLst/>
              <a:gdLst/>
              <a:ahLst/>
              <a:cxnLst/>
              <a:rect l="l" t="t" r="r" b="b"/>
              <a:pathLst>
                <a:path w="95" h="112" extrusionOk="0">
                  <a:moveTo>
                    <a:pt x="48" y="0"/>
                  </a:moveTo>
                  <a:lnTo>
                    <a:pt x="48" y="0"/>
                  </a:lnTo>
                  <a:lnTo>
                    <a:pt x="32" y="0"/>
                  </a:lnTo>
                  <a:cubicBezTo>
                    <a:pt x="17" y="0"/>
                    <a:pt x="17" y="17"/>
                    <a:pt x="17" y="17"/>
                  </a:cubicBezTo>
                  <a:lnTo>
                    <a:pt x="17" y="32"/>
                  </a:lnTo>
                  <a:lnTo>
                    <a:pt x="0" y="63"/>
                  </a:lnTo>
                  <a:cubicBezTo>
                    <a:pt x="0" y="80"/>
                    <a:pt x="17" y="111"/>
                    <a:pt x="32" y="111"/>
                  </a:cubicBezTo>
                  <a:lnTo>
                    <a:pt x="32" y="111"/>
                  </a:lnTo>
                  <a:cubicBezTo>
                    <a:pt x="48" y="111"/>
                    <a:pt x="48" y="111"/>
                    <a:pt x="63" y="95"/>
                  </a:cubicBezTo>
                  <a:lnTo>
                    <a:pt x="63" y="80"/>
                  </a:lnTo>
                  <a:lnTo>
                    <a:pt x="80" y="80"/>
                  </a:lnTo>
                  <a:lnTo>
                    <a:pt x="80" y="32"/>
                  </a:lnTo>
                  <a:cubicBezTo>
                    <a:pt x="95" y="17"/>
                    <a:pt x="80"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2" name="Google Shape;2062;p38"/>
            <p:cNvSpPr/>
            <p:nvPr/>
          </p:nvSpPr>
          <p:spPr>
            <a:xfrm>
              <a:off x="3415518" y="1787745"/>
              <a:ext cx="3053" cy="4039"/>
            </a:xfrm>
            <a:custGeom>
              <a:avLst/>
              <a:gdLst/>
              <a:ahLst/>
              <a:cxnLst/>
              <a:rect l="l" t="t" r="r" b="b"/>
              <a:pathLst>
                <a:path w="96" h="127" extrusionOk="0">
                  <a:moveTo>
                    <a:pt x="32" y="0"/>
                  </a:moveTo>
                  <a:lnTo>
                    <a:pt x="32" y="0"/>
                  </a:lnTo>
                  <a:cubicBezTo>
                    <a:pt x="16" y="0"/>
                    <a:pt x="16" y="17"/>
                    <a:pt x="1" y="17"/>
                  </a:cubicBezTo>
                  <a:lnTo>
                    <a:pt x="1" y="32"/>
                  </a:lnTo>
                  <a:cubicBezTo>
                    <a:pt x="1" y="48"/>
                    <a:pt x="1" y="63"/>
                    <a:pt x="16" y="80"/>
                  </a:cubicBezTo>
                  <a:lnTo>
                    <a:pt x="16" y="80"/>
                  </a:lnTo>
                  <a:lnTo>
                    <a:pt x="16" y="80"/>
                  </a:lnTo>
                  <a:lnTo>
                    <a:pt x="16" y="80"/>
                  </a:lnTo>
                  <a:cubicBezTo>
                    <a:pt x="16" y="95"/>
                    <a:pt x="32" y="126"/>
                    <a:pt x="48" y="126"/>
                  </a:cubicBezTo>
                  <a:lnTo>
                    <a:pt x="48" y="126"/>
                  </a:lnTo>
                  <a:cubicBezTo>
                    <a:pt x="64" y="126"/>
                    <a:pt x="79" y="111"/>
                    <a:pt x="96" y="95"/>
                  </a:cubicBezTo>
                  <a:lnTo>
                    <a:pt x="96" y="63"/>
                  </a:lnTo>
                  <a:lnTo>
                    <a:pt x="96" y="63"/>
                  </a:lnTo>
                  <a:cubicBezTo>
                    <a:pt x="96" y="48"/>
                    <a:pt x="96" y="17"/>
                    <a:pt x="79" y="17"/>
                  </a:cubicBezTo>
                  <a:lnTo>
                    <a:pt x="64" y="17"/>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3" name="Google Shape;2063;p38"/>
            <p:cNvSpPr/>
            <p:nvPr/>
          </p:nvSpPr>
          <p:spPr>
            <a:xfrm>
              <a:off x="3361419" y="1800785"/>
              <a:ext cx="3530" cy="2544"/>
            </a:xfrm>
            <a:custGeom>
              <a:avLst/>
              <a:gdLst/>
              <a:ahLst/>
              <a:cxnLst/>
              <a:rect l="l" t="t" r="r" b="b"/>
              <a:pathLst>
                <a:path w="111" h="80" extrusionOk="0">
                  <a:moveTo>
                    <a:pt x="32" y="0"/>
                  </a:moveTo>
                  <a:lnTo>
                    <a:pt x="32" y="0"/>
                  </a:lnTo>
                  <a:cubicBezTo>
                    <a:pt x="15" y="0"/>
                    <a:pt x="0" y="16"/>
                    <a:pt x="0" y="32"/>
                  </a:cubicBezTo>
                  <a:cubicBezTo>
                    <a:pt x="0" y="48"/>
                    <a:pt x="0" y="63"/>
                    <a:pt x="15" y="63"/>
                  </a:cubicBezTo>
                  <a:lnTo>
                    <a:pt x="47" y="79"/>
                  </a:lnTo>
                  <a:lnTo>
                    <a:pt x="63" y="79"/>
                  </a:lnTo>
                  <a:cubicBezTo>
                    <a:pt x="79" y="79"/>
                    <a:pt x="95" y="79"/>
                    <a:pt x="95" y="63"/>
                  </a:cubicBezTo>
                  <a:cubicBezTo>
                    <a:pt x="110" y="48"/>
                    <a:pt x="95" y="32"/>
                    <a:pt x="79" y="16"/>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4" name="Google Shape;2064;p38"/>
            <p:cNvSpPr/>
            <p:nvPr/>
          </p:nvSpPr>
          <p:spPr>
            <a:xfrm>
              <a:off x="3296763" y="1822825"/>
              <a:ext cx="4548" cy="2544"/>
            </a:xfrm>
            <a:custGeom>
              <a:avLst/>
              <a:gdLst/>
              <a:ahLst/>
              <a:cxnLst/>
              <a:rect l="l" t="t" r="r" b="b"/>
              <a:pathLst>
                <a:path w="143" h="80" extrusionOk="0">
                  <a:moveTo>
                    <a:pt x="48" y="0"/>
                  </a:moveTo>
                  <a:lnTo>
                    <a:pt x="48" y="0"/>
                  </a:lnTo>
                  <a:lnTo>
                    <a:pt x="17" y="0"/>
                  </a:lnTo>
                  <a:lnTo>
                    <a:pt x="17" y="32"/>
                  </a:lnTo>
                  <a:cubicBezTo>
                    <a:pt x="0" y="32"/>
                    <a:pt x="17" y="48"/>
                    <a:pt x="17" y="63"/>
                  </a:cubicBezTo>
                  <a:lnTo>
                    <a:pt x="32" y="63"/>
                  </a:lnTo>
                  <a:lnTo>
                    <a:pt x="48" y="63"/>
                  </a:lnTo>
                  <a:lnTo>
                    <a:pt x="95" y="80"/>
                  </a:lnTo>
                  <a:lnTo>
                    <a:pt x="111" y="80"/>
                  </a:lnTo>
                  <a:cubicBezTo>
                    <a:pt x="111" y="80"/>
                    <a:pt x="126" y="80"/>
                    <a:pt x="126" y="63"/>
                  </a:cubicBezTo>
                  <a:cubicBezTo>
                    <a:pt x="126" y="63"/>
                    <a:pt x="143" y="63"/>
                    <a:pt x="143" y="48"/>
                  </a:cubicBezTo>
                  <a:cubicBezTo>
                    <a:pt x="143" y="32"/>
                    <a:pt x="143" y="17"/>
                    <a:pt x="126" y="17"/>
                  </a:cubicBezTo>
                  <a:lnTo>
                    <a:pt x="111" y="0"/>
                  </a:lnTo>
                  <a:lnTo>
                    <a:pt x="80"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5" name="Google Shape;2065;p38"/>
            <p:cNvSpPr/>
            <p:nvPr/>
          </p:nvSpPr>
          <p:spPr>
            <a:xfrm>
              <a:off x="3436572" y="1807781"/>
              <a:ext cx="3053" cy="3053"/>
            </a:xfrm>
            <a:custGeom>
              <a:avLst/>
              <a:gdLst/>
              <a:ahLst/>
              <a:cxnLst/>
              <a:rect l="l" t="t" r="r" b="b"/>
              <a:pathLst>
                <a:path w="96" h="96" extrusionOk="0">
                  <a:moveTo>
                    <a:pt x="64" y="1"/>
                  </a:moveTo>
                  <a:lnTo>
                    <a:pt x="64" y="17"/>
                  </a:lnTo>
                  <a:lnTo>
                    <a:pt x="47" y="17"/>
                  </a:lnTo>
                  <a:lnTo>
                    <a:pt x="32" y="17"/>
                  </a:lnTo>
                  <a:lnTo>
                    <a:pt x="16" y="48"/>
                  </a:lnTo>
                  <a:cubicBezTo>
                    <a:pt x="1" y="64"/>
                    <a:pt x="1" y="80"/>
                    <a:pt x="16" y="95"/>
                  </a:cubicBezTo>
                  <a:lnTo>
                    <a:pt x="32" y="95"/>
                  </a:lnTo>
                  <a:lnTo>
                    <a:pt x="64" y="95"/>
                  </a:lnTo>
                  <a:lnTo>
                    <a:pt x="79" y="64"/>
                  </a:lnTo>
                  <a:cubicBezTo>
                    <a:pt x="95" y="64"/>
                    <a:pt x="95" y="48"/>
                    <a:pt x="95" y="48"/>
                  </a:cubicBezTo>
                  <a:lnTo>
                    <a:pt x="95" y="17"/>
                  </a:lnTo>
                  <a:cubicBezTo>
                    <a:pt x="79" y="17"/>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6" name="Google Shape;2066;p38"/>
            <p:cNvSpPr/>
            <p:nvPr/>
          </p:nvSpPr>
          <p:spPr>
            <a:xfrm>
              <a:off x="3346853" y="1817323"/>
              <a:ext cx="3562" cy="2035"/>
            </a:xfrm>
            <a:custGeom>
              <a:avLst/>
              <a:gdLst/>
              <a:ahLst/>
              <a:cxnLst/>
              <a:rect l="l" t="t" r="r" b="b"/>
              <a:pathLst>
                <a:path w="112" h="64" extrusionOk="0">
                  <a:moveTo>
                    <a:pt x="64" y="1"/>
                  </a:moveTo>
                  <a:lnTo>
                    <a:pt x="64" y="1"/>
                  </a:lnTo>
                  <a:lnTo>
                    <a:pt x="49" y="1"/>
                  </a:lnTo>
                  <a:lnTo>
                    <a:pt x="32" y="1"/>
                  </a:lnTo>
                  <a:cubicBezTo>
                    <a:pt x="17" y="1"/>
                    <a:pt x="1" y="16"/>
                    <a:pt x="1" y="32"/>
                  </a:cubicBezTo>
                  <a:lnTo>
                    <a:pt x="1" y="32"/>
                  </a:lnTo>
                  <a:cubicBezTo>
                    <a:pt x="1" y="64"/>
                    <a:pt x="17" y="64"/>
                    <a:pt x="32" y="64"/>
                  </a:cubicBezTo>
                  <a:lnTo>
                    <a:pt x="32" y="64"/>
                  </a:lnTo>
                  <a:lnTo>
                    <a:pt x="49" y="64"/>
                  </a:lnTo>
                  <a:lnTo>
                    <a:pt x="80" y="64"/>
                  </a:lnTo>
                  <a:lnTo>
                    <a:pt x="80" y="64"/>
                  </a:lnTo>
                  <a:cubicBezTo>
                    <a:pt x="95" y="64"/>
                    <a:pt x="112" y="47"/>
                    <a:pt x="95" y="32"/>
                  </a:cubicBezTo>
                  <a:lnTo>
                    <a:pt x="95" y="32"/>
                  </a:lnTo>
                  <a:lnTo>
                    <a:pt x="95" y="16"/>
                  </a:lnTo>
                  <a:cubicBezTo>
                    <a:pt x="95" y="1"/>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7" name="Google Shape;2067;p38"/>
            <p:cNvSpPr/>
            <p:nvPr/>
          </p:nvSpPr>
          <p:spPr>
            <a:xfrm>
              <a:off x="3381456" y="1814333"/>
              <a:ext cx="5057" cy="3021"/>
            </a:xfrm>
            <a:custGeom>
              <a:avLst/>
              <a:gdLst/>
              <a:ahLst/>
              <a:cxnLst/>
              <a:rect l="l" t="t" r="r" b="b"/>
              <a:pathLst>
                <a:path w="159" h="95" extrusionOk="0">
                  <a:moveTo>
                    <a:pt x="79" y="32"/>
                  </a:moveTo>
                  <a:lnTo>
                    <a:pt x="79" y="32"/>
                  </a:lnTo>
                  <a:lnTo>
                    <a:pt x="79" y="32"/>
                  </a:lnTo>
                  <a:close/>
                  <a:moveTo>
                    <a:pt x="47" y="0"/>
                  </a:moveTo>
                  <a:lnTo>
                    <a:pt x="32" y="0"/>
                  </a:lnTo>
                  <a:lnTo>
                    <a:pt x="16" y="15"/>
                  </a:lnTo>
                  <a:cubicBezTo>
                    <a:pt x="1" y="32"/>
                    <a:pt x="1" y="47"/>
                    <a:pt x="16" y="47"/>
                  </a:cubicBezTo>
                  <a:lnTo>
                    <a:pt x="16" y="63"/>
                  </a:lnTo>
                  <a:lnTo>
                    <a:pt x="32" y="78"/>
                  </a:lnTo>
                  <a:cubicBezTo>
                    <a:pt x="32" y="78"/>
                    <a:pt x="47" y="95"/>
                    <a:pt x="64" y="95"/>
                  </a:cubicBezTo>
                  <a:lnTo>
                    <a:pt x="64" y="95"/>
                  </a:lnTo>
                  <a:lnTo>
                    <a:pt x="110" y="95"/>
                  </a:lnTo>
                  <a:lnTo>
                    <a:pt x="127" y="95"/>
                  </a:lnTo>
                  <a:lnTo>
                    <a:pt x="127" y="95"/>
                  </a:lnTo>
                  <a:cubicBezTo>
                    <a:pt x="142" y="95"/>
                    <a:pt x="158" y="78"/>
                    <a:pt x="158" y="63"/>
                  </a:cubicBezTo>
                  <a:cubicBezTo>
                    <a:pt x="158" y="47"/>
                    <a:pt x="142" y="32"/>
                    <a:pt x="127" y="32"/>
                  </a:cubicBezTo>
                  <a:lnTo>
                    <a:pt x="110" y="32"/>
                  </a:lnTo>
                  <a:lnTo>
                    <a:pt x="79" y="32"/>
                  </a:lnTo>
                  <a:lnTo>
                    <a:pt x="79" y="32"/>
                  </a:lnTo>
                  <a:lnTo>
                    <a:pt x="64"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8" name="Google Shape;2068;p38"/>
            <p:cNvSpPr/>
            <p:nvPr/>
          </p:nvSpPr>
          <p:spPr>
            <a:xfrm>
              <a:off x="3383936" y="1815319"/>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69" name="Google Shape;2069;p38"/>
            <p:cNvSpPr/>
            <p:nvPr/>
          </p:nvSpPr>
          <p:spPr>
            <a:xfrm>
              <a:off x="3440070" y="1808799"/>
              <a:ext cx="2035" cy="3021"/>
            </a:xfrm>
            <a:custGeom>
              <a:avLst/>
              <a:gdLst/>
              <a:ahLst/>
              <a:cxnLst/>
              <a:rect l="l" t="t" r="r" b="b"/>
              <a:pathLst>
                <a:path w="64" h="95" extrusionOk="0">
                  <a:moveTo>
                    <a:pt x="32" y="0"/>
                  </a:moveTo>
                  <a:lnTo>
                    <a:pt x="32" y="0"/>
                  </a:lnTo>
                  <a:cubicBezTo>
                    <a:pt x="17" y="0"/>
                    <a:pt x="0" y="16"/>
                    <a:pt x="0" y="32"/>
                  </a:cubicBezTo>
                  <a:lnTo>
                    <a:pt x="0" y="63"/>
                  </a:lnTo>
                  <a:lnTo>
                    <a:pt x="0" y="63"/>
                  </a:lnTo>
                  <a:cubicBezTo>
                    <a:pt x="0" y="80"/>
                    <a:pt x="17" y="95"/>
                    <a:pt x="32" y="95"/>
                  </a:cubicBezTo>
                  <a:lnTo>
                    <a:pt x="32" y="95"/>
                  </a:lnTo>
                  <a:cubicBezTo>
                    <a:pt x="48" y="95"/>
                    <a:pt x="63" y="80"/>
                    <a:pt x="63" y="63"/>
                  </a:cubicBezTo>
                  <a:lnTo>
                    <a:pt x="63" y="63"/>
                  </a:lnTo>
                  <a:lnTo>
                    <a:pt x="63" y="32"/>
                  </a:lnTo>
                  <a:cubicBezTo>
                    <a:pt x="63" y="16"/>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0" name="Google Shape;2070;p38"/>
            <p:cNvSpPr/>
            <p:nvPr/>
          </p:nvSpPr>
          <p:spPr>
            <a:xfrm>
              <a:off x="3109884" y="1816337"/>
              <a:ext cx="1495" cy="509"/>
            </a:xfrm>
            <a:custGeom>
              <a:avLst/>
              <a:gdLst/>
              <a:ahLst/>
              <a:cxnLst/>
              <a:rect l="l" t="t" r="r" b="b"/>
              <a:pathLst>
                <a:path w="47" h="16" extrusionOk="0">
                  <a:moveTo>
                    <a:pt x="47" y="0"/>
                  </a:moveTo>
                  <a:cubicBezTo>
                    <a:pt x="32" y="0"/>
                    <a:pt x="15" y="0"/>
                    <a:pt x="0" y="15"/>
                  </a:cubicBezTo>
                  <a:lnTo>
                    <a:pt x="0" y="15"/>
                  </a:lnTo>
                  <a:lnTo>
                    <a:pt x="15" y="15"/>
                  </a:lnTo>
                  <a:cubicBezTo>
                    <a:pt x="32" y="15"/>
                    <a:pt x="32" y="15"/>
                    <a:pt x="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1" name="Google Shape;2071;p38"/>
            <p:cNvSpPr/>
            <p:nvPr/>
          </p:nvSpPr>
          <p:spPr>
            <a:xfrm>
              <a:off x="3108358" y="1814333"/>
              <a:ext cx="3562" cy="2512"/>
            </a:xfrm>
            <a:custGeom>
              <a:avLst/>
              <a:gdLst/>
              <a:ahLst/>
              <a:cxnLst/>
              <a:rect l="l" t="t" r="r" b="b"/>
              <a:pathLst>
                <a:path w="112" h="79" extrusionOk="0">
                  <a:moveTo>
                    <a:pt x="32" y="0"/>
                  </a:moveTo>
                  <a:lnTo>
                    <a:pt x="32" y="0"/>
                  </a:lnTo>
                  <a:cubicBezTo>
                    <a:pt x="17" y="0"/>
                    <a:pt x="0" y="0"/>
                    <a:pt x="0" y="15"/>
                  </a:cubicBezTo>
                  <a:lnTo>
                    <a:pt x="0" y="15"/>
                  </a:lnTo>
                  <a:cubicBezTo>
                    <a:pt x="0" y="32"/>
                    <a:pt x="0" y="47"/>
                    <a:pt x="17" y="63"/>
                  </a:cubicBezTo>
                  <a:lnTo>
                    <a:pt x="48" y="78"/>
                  </a:lnTo>
                  <a:cubicBezTo>
                    <a:pt x="63" y="63"/>
                    <a:pt x="80" y="63"/>
                    <a:pt x="95" y="63"/>
                  </a:cubicBezTo>
                  <a:lnTo>
                    <a:pt x="95" y="47"/>
                  </a:lnTo>
                  <a:cubicBezTo>
                    <a:pt x="111" y="32"/>
                    <a:pt x="95" y="15"/>
                    <a:pt x="80"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2" name="Google Shape;2072;p38"/>
            <p:cNvSpPr/>
            <p:nvPr/>
          </p:nvSpPr>
          <p:spPr>
            <a:xfrm>
              <a:off x="3414532" y="1784724"/>
              <a:ext cx="3530" cy="2576"/>
            </a:xfrm>
            <a:custGeom>
              <a:avLst/>
              <a:gdLst/>
              <a:ahLst/>
              <a:cxnLst/>
              <a:rect l="l" t="t" r="r" b="b"/>
              <a:pathLst>
                <a:path w="111" h="81" extrusionOk="0">
                  <a:moveTo>
                    <a:pt x="63" y="1"/>
                  </a:moveTo>
                  <a:lnTo>
                    <a:pt x="63" y="1"/>
                  </a:lnTo>
                  <a:lnTo>
                    <a:pt x="47" y="1"/>
                  </a:lnTo>
                  <a:lnTo>
                    <a:pt x="16" y="17"/>
                  </a:lnTo>
                  <a:lnTo>
                    <a:pt x="16" y="32"/>
                  </a:lnTo>
                  <a:lnTo>
                    <a:pt x="16" y="32"/>
                  </a:lnTo>
                  <a:cubicBezTo>
                    <a:pt x="16" y="32"/>
                    <a:pt x="16" y="49"/>
                    <a:pt x="0" y="49"/>
                  </a:cubicBezTo>
                  <a:cubicBezTo>
                    <a:pt x="0" y="49"/>
                    <a:pt x="0" y="64"/>
                    <a:pt x="16" y="64"/>
                  </a:cubicBezTo>
                  <a:cubicBezTo>
                    <a:pt x="16" y="80"/>
                    <a:pt x="16" y="80"/>
                    <a:pt x="32" y="80"/>
                  </a:cubicBezTo>
                  <a:lnTo>
                    <a:pt x="47" y="80"/>
                  </a:lnTo>
                  <a:lnTo>
                    <a:pt x="63" y="80"/>
                  </a:lnTo>
                  <a:lnTo>
                    <a:pt x="95" y="64"/>
                  </a:lnTo>
                  <a:cubicBezTo>
                    <a:pt x="95" y="64"/>
                    <a:pt x="110" y="49"/>
                    <a:pt x="110" y="32"/>
                  </a:cubicBezTo>
                  <a:lnTo>
                    <a:pt x="110" y="32"/>
                  </a:lnTo>
                  <a:cubicBezTo>
                    <a:pt x="110" y="32"/>
                    <a:pt x="110" y="17"/>
                    <a:pt x="95" y="17"/>
                  </a:cubicBezTo>
                  <a:cubicBezTo>
                    <a:pt x="95" y="1"/>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3" name="Google Shape;2073;p38"/>
            <p:cNvSpPr/>
            <p:nvPr/>
          </p:nvSpPr>
          <p:spPr>
            <a:xfrm>
              <a:off x="3057249" y="1821807"/>
              <a:ext cx="3530" cy="4039"/>
            </a:xfrm>
            <a:custGeom>
              <a:avLst/>
              <a:gdLst/>
              <a:ahLst/>
              <a:cxnLst/>
              <a:rect l="l" t="t" r="r" b="b"/>
              <a:pathLst>
                <a:path w="111" h="127" extrusionOk="0">
                  <a:moveTo>
                    <a:pt x="63" y="1"/>
                  </a:moveTo>
                  <a:lnTo>
                    <a:pt x="63" y="1"/>
                  </a:lnTo>
                  <a:cubicBezTo>
                    <a:pt x="48" y="1"/>
                    <a:pt x="48" y="1"/>
                    <a:pt x="32" y="17"/>
                  </a:cubicBezTo>
                  <a:lnTo>
                    <a:pt x="0" y="64"/>
                  </a:lnTo>
                  <a:cubicBezTo>
                    <a:pt x="0" y="80"/>
                    <a:pt x="0" y="95"/>
                    <a:pt x="16" y="112"/>
                  </a:cubicBezTo>
                  <a:lnTo>
                    <a:pt x="32" y="112"/>
                  </a:lnTo>
                  <a:lnTo>
                    <a:pt x="32" y="112"/>
                  </a:lnTo>
                  <a:lnTo>
                    <a:pt x="32" y="112"/>
                  </a:lnTo>
                  <a:lnTo>
                    <a:pt x="48" y="112"/>
                  </a:lnTo>
                  <a:lnTo>
                    <a:pt x="48" y="127"/>
                  </a:lnTo>
                  <a:lnTo>
                    <a:pt x="63" y="127"/>
                  </a:lnTo>
                  <a:lnTo>
                    <a:pt x="63" y="127"/>
                  </a:lnTo>
                  <a:lnTo>
                    <a:pt x="95" y="127"/>
                  </a:lnTo>
                  <a:lnTo>
                    <a:pt x="95" y="112"/>
                  </a:lnTo>
                  <a:lnTo>
                    <a:pt x="111" y="95"/>
                  </a:lnTo>
                  <a:lnTo>
                    <a:pt x="95" y="32"/>
                  </a:lnTo>
                  <a:cubicBezTo>
                    <a:pt x="95" y="17"/>
                    <a:pt x="95" y="1"/>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4" name="Google Shape;2074;p38"/>
            <p:cNvSpPr/>
            <p:nvPr/>
          </p:nvSpPr>
          <p:spPr>
            <a:xfrm>
              <a:off x="3399488" y="1808799"/>
              <a:ext cx="3530" cy="2544"/>
            </a:xfrm>
            <a:custGeom>
              <a:avLst/>
              <a:gdLst/>
              <a:ahLst/>
              <a:cxnLst/>
              <a:rect l="l" t="t" r="r" b="b"/>
              <a:pathLst>
                <a:path w="111" h="80" extrusionOk="0">
                  <a:moveTo>
                    <a:pt x="64" y="0"/>
                  </a:moveTo>
                  <a:lnTo>
                    <a:pt x="64" y="0"/>
                  </a:lnTo>
                  <a:lnTo>
                    <a:pt x="47" y="0"/>
                  </a:lnTo>
                  <a:lnTo>
                    <a:pt x="16" y="16"/>
                  </a:lnTo>
                  <a:cubicBezTo>
                    <a:pt x="16" y="16"/>
                    <a:pt x="16" y="32"/>
                    <a:pt x="1" y="32"/>
                  </a:cubicBezTo>
                  <a:lnTo>
                    <a:pt x="1" y="32"/>
                  </a:lnTo>
                  <a:cubicBezTo>
                    <a:pt x="32" y="32"/>
                    <a:pt x="32" y="48"/>
                    <a:pt x="47" y="63"/>
                  </a:cubicBezTo>
                  <a:lnTo>
                    <a:pt x="47" y="80"/>
                  </a:lnTo>
                  <a:lnTo>
                    <a:pt x="47" y="80"/>
                  </a:lnTo>
                  <a:lnTo>
                    <a:pt x="79" y="63"/>
                  </a:lnTo>
                  <a:cubicBezTo>
                    <a:pt x="95" y="48"/>
                    <a:pt x="110" y="32"/>
                    <a:pt x="95" y="16"/>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5" name="Google Shape;2075;p38"/>
            <p:cNvSpPr/>
            <p:nvPr/>
          </p:nvSpPr>
          <p:spPr>
            <a:xfrm>
              <a:off x="3377926" y="1811789"/>
              <a:ext cx="3053" cy="3562"/>
            </a:xfrm>
            <a:custGeom>
              <a:avLst/>
              <a:gdLst/>
              <a:ahLst/>
              <a:cxnLst/>
              <a:rect l="l" t="t" r="r" b="b"/>
              <a:pathLst>
                <a:path w="96" h="112" extrusionOk="0">
                  <a:moveTo>
                    <a:pt x="49" y="1"/>
                  </a:moveTo>
                  <a:lnTo>
                    <a:pt x="49" y="1"/>
                  </a:lnTo>
                  <a:cubicBezTo>
                    <a:pt x="32" y="1"/>
                    <a:pt x="17" y="17"/>
                    <a:pt x="17" y="32"/>
                  </a:cubicBezTo>
                  <a:lnTo>
                    <a:pt x="1" y="64"/>
                  </a:lnTo>
                  <a:cubicBezTo>
                    <a:pt x="1" y="80"/>
                    <a:pt x="17" y="95"/>
                    <a:pt x="32" y="95"/>
                  </a:cubicBezTo>
                  <a:lnTo>
                    <a:pt x="32" y="112"/>
                  </a:lnTo>
                  <a:cubicBezTo>
                    <a:pt x="49" y="112"/>
                    <a:pt x="64" y="95"/>
                    <a:pt x="64" y="80"/>
                  </a:cubicBezTo>
                  <a:lnTo>
                    <a:pt x="80" y="49"/>
                  </a:lnTo>
                  <a:cubicBezTo>
                    <a:pt x="95" y="32"/>
                    <a:pt x="80"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6" name="Google Shape;2076;p38"/>
            <p:cNvSpPr/>
            <p:nvPr/>
          </p:nvSpPr>
          <p:spPr>
            <a:xfrm>
              <a:off x="3405499" y="1808799"/>
              <a:ext cx="4548" cy="3021"/>
            </a:xfrm>
            <a:custGeom>
              <a:avLst/>
              <a:gdLst/>
              <a:ahLst/>
              <a:cxnLst/>
              <a:rect l="l" t="t" r="r" b="b"/>
              <a:pathLst>
                <a:path w="143" h="95" extrusionOk="0">
                  <a:moveTo>
                    <a:pt x="95" y="0"/>
                  </a:moveTo>
                  <a:lnTo>
                    <a:pt x="95" y="0"/>
                  </a:lnTo>
                  <a:lnTo>
                    <a:pt x="79" y="0"/>
                  </a:lnTo>
                  <a:lnTo>
                    <a:pt x="32" y="32"/>
                  </a:lnTo>
                  <a:cubicBezTo>
                    <a:pt x="1" y="32"/>
                    <a:pt x="1" y="48"/>
                    <a:pt x="1" y="80"/>
                  </a:cubicBezTo>
                  <a:cubicBezTo>
                    <a:pt x="16" y="80"/>
                    <a:pt x="16" y="95"/>
                    <a:pt x="32" y="95"/>
                  </a:cubicBezTo>
                  <a:lnTo>
                    <a:pt x="47" y="95"/>
                  </a:lnTo>
                  <a:lnTo>
                    <a:pt x="111" y="63"/>
                  </a:lnTo>
                  <a:cubicBezTo>
                    <a:pt x="127" y="63"/>
                    <a:pt x="142" y="48"/>
                    <a:pt x="127" y="32"/>
                  </a:cubicBezTo>
                  <a:cubicBezTo>
                    <a:pt x="127" y="16"/>
                    <a:pt x="111"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7" name="Google Shape;2077;p38"/>
            <p:cNvSpPr/>
            <p:nvPr/>
          </p:nvSpPr>
          <p:spPr>
            <a:xfrm>
              <a:off x="3187517" y="1781734"/>
              <a:ext cx="3562" cy="2544"/>
            </a:xfrm>
            <a:custGeom>
              <a:avLst/>
              <a:gdLst/>
              <a:ahLst/>
              <a:cxnLst/>
              <a:rect l="l" t="t" r="r" b="b"/>
              <a:pathLst>
                <a:path w="112" h="80" extrusionOk="0">
                  <a:moveTo>
                    <a:pt x="32" y="0"/>
                  </a:moveTo>
                  <a:lnTo>
                    <a:pt x="32" y="0"/>
                  </a:lnTo>
                  <a:cubicBezTo>
                    <a:pt x="17" y="0"/>
                    <a:pt x="1" y="17"/>
                    <a:pt x="1" y="32"/>
                  </a:cubicBezTo>
                  <a:cubicBezTo>
                    <a:pt x="1" y="48"/>
                    <a:pt x="1" y="63"/>
                    <a:pt x="17" y="80"/>
                  </a:cubicBezTo>
                  <a:lnTo>
                    <a:pt x="48" y="80"/>
                  </a:lnTo>
                  <a:lnTo>
                    <a:pt x="64" y="80"/>
                  </a:lnTo>
                  <a:cubicBezTo>
                    <a:pt x="80" y="80"/>
                    <a:pt x="95" y="80"/>
                    <a:pt x="95" y="63"/>
                  </a:cubicBezTo>
                  <a:cubicBezTo>
                    <a:pt x="111" y="48"/>
                    <a:pt x="95" y="32"/>
                    <a:pt x="80" y="17"/>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8" name="Google Shape;2078;p38"/>
            <p:cNvSpPr/>
            <p:nvPr/>
          </p:nvSpPr>
          <p:spPr>
            <a:xfrm>
              <a:off x="3437589" y="1756673"/>
              <a:ext cx="3021" cy="2544"/>
            </a:xfrm>
            <a:custGeom>
              <a:avLst/>
              <a:gdLst/>
              <a:ahLst/>
              <a:cxnLst/>
              <a:rect l="l" t="t" r="r" b="b"/>
              <a:pathLst>
                <a:path w="95" h="80" extrusionOk="0">
                  <a:moveTo>
                    <a:pt x="63" y="1"/>
                  </a:moveTo>
                  <a:lnTo>
                    <a:pt x="63" y="1"/>
                  </a:lnTo>
                  <a:lnTo>
                    <a:pt x="47" y="1"/>
                  </a:lnTo>
                  <a:lnTo>
                    <a:pt x="32" y="17"/>
                  </a:lnTo>
                  <a:lnTo>
                    <a:pt x="15" y="17"/>
                  </a:lnTo>
                  <a:cubicBezTo>
                    <a:pt x="32" y="32"/>
                    <a:pt x="32" y="48"/>
                    <a:pt x="32" y="64"/>
                  </a:cubicBezTo>
                  <a:lnTo>
                    <a:pt x="0" y="64"/>
                  </a:lnTo>
                  <a:cubicBezTo>
                    <a:pt x="0" y="80"/>
                    <a:pt x="15" y="80"/>
                    <a:pt x="15" y="80"/>
                  </a:cubicBezTo>
                  <a:lnTo>
                    <a:pt x="32" y="80"/>
                  </a:lnTo>
                  <a:lnTo>
                    <a:pt x="47" y="80"/>
                  </a:lnTo>
                  <a:lnTo>
                    <a:pt x="63" y="80"/>
                  </a:lnTo>
                  <a:lnTo>
                    <a:pt x="78" y="64"/>
                  </a:lnTo>
                  <a:cubicBezTo>
                    <a:pt x="95" y="48"/>
                    <a:pt x="95" y="32"/>
                    <a:pt x="95" y="17"/>
                  </a:cubicBezTo>
                  <a:cubicBezTo>
                    <a:pt x="78" y="1"/>
                    <a:pt x="63"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79" name="Google Shape;2079;p38"/>
            <p:cNvSpPr/>
            <p:nvPr/>
          </p:nvSpPr>
          <p:spPr>
            <a:xfrm>
              <a:off x="3052733" y="1795760"/>
              <a:ext cx="3530" cy="2544"/>
            </a:xfrm>
            <a:custGeom>
              <a:avLst/>
              <a:gdLst/>
              <a:ahLst/>
              <a:cxnLst/>
              <a:rect l="l" t="t" r="r" b="b"/>
              <a:pathLst>
                <a:path w="111" h="80" extrusionOk="0">
                  <a:moveTo>
                    <a:pt x="64" y="0"/>
                  </a:moveTo>
                  <a:lnTo>
                    <a:pt x="64" y="0"/>
                  </a:lnTo>
                  <a:lnTo>
                    <a:pt x="48" y="0"/>
                  </a:lnTo>
                  <a:lnTo>
                    <a:pt x="16" y="17"/>
                  </a:lnTo>
                  <a:cubicBezTo>
                    <a:pt x="1" y="32"/>
                    <a:pt x="1" y="48"/>
                    <a:pt x="1" y="63"/>
                  </a:cubicBezTo>
                  <a:cubicBezTo>
                    <a:pt x="16" y="80"/>
                    <a:pt x="32" y="80"/>
                    <a:pt x="32" y="80"/>
                  </a:cubicBezTo>
                  <a:lnTo>
                    <a:pt x="48" y="80"/>
                  </a:lnTo>
                  <a:lnTo>
                    <a:pt x="64" y="80"/>
                  </a:lnTo>
                  <a:lnTo>
                    <a:pt x="79" y="63"/>
                  </a:lnTo>
                  <a:lnTo>
                    <a:pt x="95" y="63"/>
                  </a:lnTo>
                  <a:cubicBezTo>
                    <a:pt x="95" y="48"/>
                    <a:pt x="111" y="32"/>
                    <a:pt x="95" y="17"/>
                  </a:cubicBezTo>
                  <a:cubicBezTo>
                    <a:pt x="95" y="0"/>
                    <a:pt x="79"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0" name="Google Shape;2080;p38"/>
            <p:cNvSpPr/>
            <p:nvPr/>
          </p:nvSpPr>
          <p:spPr>
            <a:xfrm>
              <a:off x="3093823" y="1792738"/>
              <a:ext cx="3053" cy="4580"/>
            </a:xfrm>
            <a:custGeom>
              <a:avLst/>
              <a:gdLst/>
              <a:ahLst/>
              <a:cxnLst/>
              <a:rect l="l" t="t" r="r" b="b"/>
              <a:pathLst>
                <a:path w="96" h="144" extrusionOk="0">
                  <a:moveTo>
                    <a:pt x="47" y="1"/>
                  </a:moveTo>
                  <a:lnTo>
                    <a:pt x="47" y="1"/>
                  </a:lnTo>
                  <a:lnTo>
                    <a:pt x="47" y="1"/>
                  </a:lnTo>
                  <a:cubicBezTo>
                    <a:pt x="32" y="1"/>
                    <a:pt x="32" y="17"/>
                    <a:pt x="16" y="32"/>
                  </a:cubicBezTo>
                  <a:lnTo>
                    <a:pt x="16" y="32"/>
                  </a:lnTo>
                  <a:lnTo>
                    <a:pt x="16" y="95"/>
                  </a:lnTo>
                  <a:cubicBezTo>
                    <a:pt x="1" y="112"/>
                    <a:pt x="16" y="143"/>
                    <a:pt x="47" y="143"/>
                  </a:cubicBezTo>
                  <a:lnTo>
                    <a:pt x="47" y="143"/>
                  </a:lnTo>
                  <a:lnTo>
                    <a:pt x="64" y="127"/>
                  </a:lnTo>
                  <a:cubicBezTo>
                    <a:pt x="79" y="127"/>
                    <a:pt x="79" y="127"/>
                    <a:pt x="79" y="112"/>
                  </a:cubicBezTo>
                  <a:lnTo>
                    <a:pt x="79" y="112"/>
                  </a:lnTo>
                  <a:lnTo>
                    <a:pt x="95" y="49"/>
                  </a:lnTo>
                  <a:lnTo>
                    <a:pt x="95" y="49"/>
                  </a:lnTo>
                  <a:cubicBezTo>
                    <a:pt x="95" y="32"/>
                    <a:pt x="79" y="32"/>
                    <a:pt x="79" y="17"/>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1" name="Google Shape;2081;p38"/>
            <p:cNvSpPr/>
            <p:nvPr/>
          </p:nvSpPr>
          <p:spPr>
            <a:xfrm>
              <a:off x="3114369" y="1791275"/>
              <a:ext cx="2544" cy="3021"/>
            </a:xfrm>
            <a:custGeom>
              <a:avLst/>
              <a:gdLst/>
              <a:ahLst/>
              <a:cxnLst/>
              <a:rect l="l" t="t" r="r" b="b"/>
              <a:pathLst>
                <a:path w="80" h="95" extrusionOk="0">
                  <a:moveTo>
                    <a:pt x="48" y="0"/>
                  </a:moveTo>
                  <a:lnTo>
                    <a:pt x="32" y="0"/>
                  </a:lnTo>
                  <a:lnTo>
                    <a:pt x="32" y="0"/>
                  </a:lnTo>
                  <a:cubicBezTo>
                    <a:pt x="17" y="0"/>
                    <a:pt x="0" y="15"/>
                    <a:pt x="17" y="32"/>
                  </a:cubicBezTo>
                  <a:lnTo>
                    <a:pt x="17" y="63"/>
                  </a:lnTo>
                  <a:lnTo>
                    <a:pt x="17" y="78"/>
                  </a:lnTo>
                  <a:cubicBezTo>
                    <a:pt x="17" y="78"/>
                    <a:pt x="32" y="95"/>
                    <a:pt x="48" y="95"/>
                  </a:cubicBezTo>
                  <a:lnTo>
                    <a:pt x="48" y="95"/>
                  </a:lnTo>
                  <a:cubicBezTo>
                    <a:pt x="63" y="95"/>
                    <a:pt x="80" y="78"/>
                    <a:pt x="80" y="63"/>
                  </a:cubicBezTo>
                  <a:lnTo>
                    <a:pt x="80" y="47"/>
                  </a:lnTo>
                  <a:lnTo>
                    <a:pt x="80" y="32"/>
                  </a:lnTo>
                  <a:cubicBezTo>
                    <a:pt x="80" y="15"/>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2" name="Google Shape;2082;p38"/>
            <p:cNvSpPr/>
            <p:nvPr/>
          </p:nvSpPr>
          <p:spPr>
            <a:xfrm>
              <a:off x="3267694" y="1768695"/>
              <a:ext cx="3021" cy="3053"/>
            </a:xfrm>
            <a:custGeom>
              <a:avLst/>
              <a:gdLst/>
              <a:ahLst/>
              <a:cxnLst/>
              <a:rect l="l" t="t" r="r" b="b"/>
              <a:pathLst>
                <a:path w="95" h="96" extrusionOk="0">
                  <a:moveTo>
                    <a:pt x="63" y="1"/>
                  </a:moveTo>
                  <a:lnTo>
                    <a:pt x="48" y="1"/>
                  </a:lnTo>
                  <a:cubicBezTo>
                    <a:pt x="48" y="1"/>
                    <a:pt x="48" y="17"/>
                    <a:pt x="32" y="17"/>
                  </a:cubicBezTo>
                  <a:lnTo>
                    <a:pt x="32" y="17"/>
                  </a:lnTo>
                  <a:lnTo>
                    <a:pt x="32" y="17"/>
                  </a:lnTo>
                  <a:lnTo>
                    <a:pt x="17" y="49"/>
                  </a:lnTo>
                  <a:cubicBezTo>
                    <a:pt x="0" y="64"/>
                    <a:pt x="0" y="80"/>
                    <a:pt x="17" y="95"/>
                  </a:cubicBezTo>
                  <a:lnTo>
                    <a:pt x="17" y="95"/>
                  </a:lnTo>
                  <a:lnTo>
                    <a:pt x="32" y="95"/>
                  </a:lnTo>
                  <a:cubicBezTo>
                    <a:pt x="48" y="95"/>
                    <a:pt x="63" y="95"/>
                    <a:pt x="63" y="80"/>
                  </a:cubicBezTo>
                  <a:lnTo>
                    <a:pt x="63" y="80"/>
                  </a:lnTo>
                  <a:lnTo>
                    <a:pt x="80" y="80"/>
                  </a:lnTo>
                  <a:lnTo>
                    <a:pt x="80" y="64"/>
                  </a:lnTo>
                  <a:cubicBezTo>
                    <a:pt x="95" y="49"/>
                    <a:pt x="95" y="32"/>
                    <a:pt x="95" y="32"/>
                  </a:cubicBezTo>
                  <a:lnTo>
                    <a:pt x="80"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3" name="Google Shape;2083;p38"/>
            <p:cNvSpPr/>
            <p:nvPr/>
          </p:nvSpPr>
          <p:spPr>
            <a:xfrm>
              <a:off x="3048217" y="1790735"/>
              <a:ext cx="3021" cy="4039"/>
            </a:xfrm>
            <a:custGeom>
              <a:avLst/>
              <a:gdLst/>
              <a:ahLst/>
              <a:cxnLst/>
              <a:rect l="l" t="t" r="r" b="b"/>
              <a:pathLst>
                <a:path w="95" h="127" extrusionOk="0">
                  <a:moveTo>
                    <a:pt x="48" y="1"/>
                  </a:moveTo>
                  <a:lnTo>
                    <a:pt x="48" y="1"/>
                  </a:lnTo>
                  <a:cubicBezTo>
                    <a:pt x="32" y="1"/>
                    <a:pt x="17" y="17"/>
                    <a:pt x="17" y="32"/>
                  </a:cubicBezTo>
                  <a:lnTo>
                    <a:pt x="0" y="95"/>
                  </a:lnTo>
                  <a:cubicBezTo>
                    <a:pt x="0" y="112"/>
                    <a:pt x="17" y="127"/>
                    <a:pt x="32" y="127"/>
                  </a:cubicBezTo>
                  <a:lnTo>
                    <a:pt x="48" y="127"/>
                  </a:lnTo>
                  <a:cubicBezTo>
                    <a:pt x="63" y="127"/>
                    <a:pt x="80" y="127"/>
                    <a:pt x="80" y="95"/>
                  </a:cubicBezTo>
                  <a:lnTo>
                    <a:pt x="80" y="49"/>
                  </a:lnTo>
                  <a:cubicBezTo>
                    <a:pt x="95" y="17"/>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4" name="Google Shape;2084;p38"/>
            <p:cNvSpPr/>
            <p:nvPr/>
          </p:nvSpPr>
          <p:spPr>
            <a:xfrm>
              <a:off x="3040711" y="1790258"/>
              <a:ext cx="4516" cy="4516"/>
            </a:xfrm>
            <a:custGeom>
              <a:avLst/>
              <a:gdLst/>
              <a:ahLst/>
              <a:cxnLst/>
              <a:rect l="l" t="t" r="r" b="b"/>
              <a:pathLst>
                <a:path w="142" h="142" extrusionOk="0">
                  <a:moveTo>
                    <a:pt x="95" y="1"/>
                  </a:moveTo>
                  <a:lnTo>
                    <a:pt x="95" y="1"/>
                  </a:lnTo>
                  <a:cubicBezTo>
                    <a:pt x="79" y="1"/>
                    <a:pt x="79" y="16"/>
                    <a:pt x="64" y="16"/>
                  </a:cubicBezTo>
                  <a:lnTo>
                    <a:pt x="64" y="32"/>
                  </a:lnTo>
                  <a:lnTo>
                    <a:pt x="64" y="32"/>
                  </a:lnTo>
                  <a:lnTo>
                    <a:pt x="47" y="32"/>
                  </a:lnTo>
                  <a:lnTo>
                    <a:pt x="32" y="32"/>
                  </a:lnTo>
                  <a:cubicBezTo>
                    <a:pt x="16" y="47"/>
                    <a:pt x="1" y="64"/>
                    <a:pt x="16" y="79"/>
                  </a:cubicBezTo>
                  <a:lnTo>
                    <a:pt x="32" y="110"/>
                  </a:lnTo>
                  <a:lnTo>
                    <a:pt x="47" y="127"/>
                  </a:lnTo>
                  <a:cubicBezTo>
                    <a:pt x="47" y="142"/>
                    <a:pt x="64" y="142"/>
                    <a:pt x="79" y="142"/>
                  </a:cubicBezTo>
                  <a:lnTo>
                    <a:pt x="79" y="142"/>
                  </a:lnTo>
                  <a:lnTo>
                    <a:pt x="79" y="142"/>
                  </a:lnTo>
                  <a:cubicBezTo>
                    <a:pt x="95" y="142"/>
                    <a:pt x="95" y="127"/>
                    <a:pt x="110" y="127"/>
                  </a:cubicBezTo>
                  <a:lnTo>
                    <a:pt x="127" y="47"/>
                  </a:lnTo>
                  <a:lnTo>
                    <a:pt x="127" y="47"/>
                  </a:lnTo>
                  <a:cubicBezTo>
                    <a:pt x="142" y="32"/>
                    <a:pt x="127" y="16"/>
                    <a:pt x="11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5" name="Google Shape;2085;p38"/>
            <p:cNvSpPr/>
            <p:nvPr/>
          </p:nvSpPr>
          <p:spPr>
            <a:xfrm>
              <a:off x="3105845" y="1788731"/>
              <a:ext cx="3530" cy="3562"/>
            </a:xfrm>
            <a:custGeom>
              <a:avLst/>
              <a:gdLst/>
              <a:ahLst/>
              <a:cxnLst/>
              <a:rect l="l" t="t" r="r" b="b"/>
              <a:pathLst>
                <a:path w="111" h="112" extrusionOk="0">
                  <a:moveTo>
                    <a:pt x="32" y="1"/>
                  </a:moveTo>
                  <a:lnTo>
                    <a:pt x="32" y="1"/>
                  </a:lnTo>
                  <a:lnTo>
                    <a:pt x="16" y="1"/>
                  </a:lnTo>
                  <a:cubicBezTo>
                    <a:pt x="1" y="17"/>
                    <a:pt x="1" y="49"/>
                    <a:pt x="16" y="49"/>
                  </a:cubicBezTo>
                  <a:lnTo>
                    <a:pt x="16" y="64"/>
                  </a:lnTo>
                  <a:lnTo>
                    <a:pt x="32" y="64"/>
                  </a:lnTo>
                  <a:lnTo>
                    <a:pt x="64" y="95"/>
                  </a:lnTo>
                  <a:lnTo>
                    <a:pt x="64" y="95"/>
                  </a:lnTo>
                  <a:cubicBezTo>
                    <a:pt x="64" y="112"/>
                    <a:pt x="79" y="112"/>
                    <a:pt x="79" y="112"/>
                  </a:cubicBezTo>
                  <a:cubicBezTo>
                    <a:pt x="96" y="112"/>
                    <a:pt x="96" y="95"/>
                    <a:pt x="111" y="95"/>
                  </a:cubicBezTo>
                  <a:lnTo>
                    <a:pt x="111" y="95"/>
                  </a:lnTo>
                  <a:lnTo>
                    <a:pt x="111" y="64"/>
                  </a:lnTo>
                  <a:lnTo>
                    <a:pt x="111" y="49"/>
                  </a:ln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6" name="Google Shape;2086;p38"/>
            <p:cNvSpPr/>
            <p:nvPr/>
          </p:nvSpPr>
          <p:spPr>
            <a:xfrm>
              <a:off x="3325831" y="1764687"/>
              <a:ext cx="3021" cy="3053"/>
            </a:xfrm>
            <a:custGeom>
              <a:avLst/>
              <a:gdLst/>
              <a:ahLst/>
              <a:cxnLst/>
              <a:rect l="l" t="t" r="r" b="b"/>
              <a:pathLst>
                <a:path w="95" h="96" extrusionOk="0">
                  <a:moveTo>
                    <a:pt x="48" y="1"/>
                  </a:moveTo>
                  <a:lnTo>
                    <a:pt x="48" y="1"/>
                  </a:lnTo>
                  <a:cubicBezTo>
                    <a:pt x="32" y="1"/>
                    <a:pt x="32" y="17"/>
                    <a:pt x="32" y="17"/>
                  </a:cubicBezTo>
                  <a:lnTo>
                    <a:pt x="16" y="17"/>
                  </a:lnTo>
                  <a:lnTo>
                    <a:pt x="16" y="32"/>
                  </a:lnTo>
                  <a:lnTo>
                    <a:pt x="16" y="49"/>
                  </a:lnTo>
                  <a:lnTo>
                    <a:pt x="16" y="49"/>
                  </a:lnTo>
                  <a:cubicBezTo>
                    <a:pt x="0" y="64"/>
                    <a:pt x="0" y="80"/>
                    <a:pt x="16" y="80"/>
                  </a:cubicBezTo>
                  <a:lnTo>
                    <a:pt x="16" y="95"/>
                  </a:lnTo>
                  <a:lnTo>
                    <a:pt x="32" y="95"/>
                  </a:lnTo>
                  <a:lnTo>
                    <a:pt x="63" y="95"/>
                  </a:lnTo>
                  <a:lnTo>
                    <a:pt x="79" y="80"/>
                  </a:lnTo>
                  <a:cubicBezTo>
                    <a:pt x="79" y="80"/>
                    <a:pt x="79" y="64"/>
                    <a:pt x="95" y="64"/>
                  </a:cubicBezTo>
                  <a:cubicBezTo>
                    <a:pt x="95" y="49"/>
                    <a:pt x="79" y="49"/>
                    <a:pt x="79" y="32"/>
                  </a:cubicBezTo>
                  <a:lnTo>
                    <a:pt x="79" y="17"/>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7" name="Google Shape;2087;p38"/>
            <p:cNvSpPr/>
            <p:nvPr/>
          </p:nvSpPr>
          <p:spPr>
            <a:xfrm>
              <a:off x="3103333" y="1784724"/>
              <a:ext cx="4548" cy="5565"/>
            </a:xfrm>
            <a:custGeom>
              <a:avLst/>
              <a:gdLst/>
              <a:ahLst/>
              <a:cxnLst/>
              <a:rect l="l" t="t" r="r" b="b"/>
              <a:pathLst>
                <a:path w="143" h="175" extrusionOk="0">
                  <a:moveTo>
                    <a:pt x="111" y="1"/>
                  </a:moveTo>
                  <a:lnTo>
                    <a:pt x="111" y="1"/>
                  </a:lnTo>
                  <a:cubicBezTo>
                    <a:pt x="95" y="1"/>
                    <a:pt x="95" y="17"/>
                    <a:pt x="80" y="17"/>
                  </a:cubicBezTo>
                  <a:lnTo>
                    <a:pt x="64" y="32"/>
                  </a:lnTo>
                  <a:lnTo>
                    <a:pt x="64" y="49"/>
                  </a:lnTo>
                  <a:lnTo>
                    <a:pt x="64" y="49"/>
                  </a:lnTo>
                  <a:lnTo>
                    <a:pt x="48" y="49"/>
                  </a:lnTo>
                  <a:lnTo>
                    <a:pt x="48" y="49"/>
                  </a:lnTo>
                  <a:cubicBezTo>
                    <a:pt x="32" y="49"/>
                    <a:pt x="17" y="64"/>
                    <a:pt x="17" y="80"/>
                  </a:cubicBezTo>
                  <a:lnTo>
                    <a:pt x="1" y="127"/>
                  </a:lnTo>
                  <a:cubicBezTo>
                    <a:pt x="1" y="143"/>
                    <a:pt x="17" y="158"/>
                    <a:pt x="32" y="175"/>
                  </a:cubicBezTo>
                  <a:lnTo>
                    <a:pt x="32" y="175"/>
                  </a:lnTo>
                  <a:lnTo>
                    <a:pt x="32" y="175"/>
                  </a:lnTo>
                  <a:cubicBezTo>
                    <a:pt x="48" y="175"/>
                    <a:pt x="64" y="158"/>
                    <a:pt x="64" y="158"/>
                  </a:cubicBezTo>
                  <a:lnTo>
                    <a:pt x="111" y="95"/>
                  </a:lnTo>
                  <a:lnTo>
                    <a:pt x="143" y="64"/>
                  </a:lnTo>
                  <a:lnTo>
                    <a:pt x="143" y="49"/>
                  </a:lnTo>
                  <a:cubicBezTo>
                    <a:pt x="143" y="32"/>
                    <a:pt x="143" y="17"/>
                    <a:pt x="127" y="17"/>
                  </a:cubicBezTo>
                  <a:cubicBezTo>
                    <a:pt x="127" y="1"/>
                    <a:pt x="127" y="1"/>
                    <a:pt x="111"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8" name="Google Shape;2088;p38"/>
            <p:cNvSpPr/>
            <p:nvPr/>
          </p:nvSpPr>
          <p:spPr>
            <a:xfrm>
              <a:off x="3424041" y="1766691"/>
              <a:ext cx="3562" cy="3053"/>
            </a:xfrm>
            <a:custGeom>
              <a:avLst/>
              <a:gdLst/>
              <a:ahLst/>
              <a:cxnLst/>
              <a:rect l="l" t="t" r="r" b="b"/>
              <a:pathLst>
                <a:path w="112" h="96" extrusionOk="0">
                  <a:moveTo>
                    <a:pt x="63" y="1"/>
                  </a:moveTo>
                  <a:lnTo>
                    <a:pt x="63" y="1"/>
                  </a:lnTo>
                  <a:lnTo>
                    <a:pt x="48" y="1"/>
                  </a:lnTo>
                  <a:lnTo>
                    <a:pt x="32" y="17"/>
                  </a:lnTo>
                  <a:lnTo>
                    <a:pt x="17" y="32"/>
                  </a:lnTo>
                  <a:cubicBezTo>
                    <a:pt x="0" y="32"/>
                    <a:pt x="0" y="49"/>
                    <a:pt x="0" y="64"/>
                  </a:cubicBezTo>
                  <a:lnTo>
                    <a:pt x="0" y="80"/>
                  </a:lnTo>
                  <a:cubicBezTo>
                    <a:pt x="17" y="80"/>
                    <a:pt x="17" y="95"/>
                    <a:pt x="32" y="95"/>
                  </a:cubicBezTo>
                  <a:cubicBezTo>
                    <a:pt x="48" y="95"/>
                    <a:pt x="48" y="95"/>
                    <a:pt x="48" y="80"/>
                  </a:cubicBezTo>
                  <a:lnTo>
                    <a:pt x="80" y="64"/>
                  </a:lnTo>
                  <a:cubicBezTo>
                    <a:pt x="95" y="49"/>
                    <a:pt x="111" y="32"/>
                    <a:pt x="95" y="17"/>
                  </a:cubicBezTo>
                  <a:cubicBezTo>
                    <a:pt x="95"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89" name="Google Shape;2089;p38"/>
            <p:cNvSpPr/>
            <p:nvPr/>
          </p:nvSpPr>
          <p:spPr>
            <a:xfrm>
              <a:off x="3421560" y="1766214"/>
              <a:ext cx="2512" cy="4039"/>
            </a:xfrm>
            <a:custGeom>
              <a:avLst/>
              <a:gdLst/>
              <a:ahLst/>
              <a:cxnLst/>
              <a:rect l="l" t="t" r="r" b="b"/>
              <a:pathLst>
                <a:path w="79" h="127" extrusionOk="0">
                  <a:moveTo>
                    <a:pt x="47" y="1"/>
                  </a:moveTo>
                  <a:lnTo>
                    <a:pt x="32" y="1"/>
                  </a:lnTo>
                  <a:cubicBezTo>
                    <a:pt x="15" y="1"/>
                    <a:pt x="15" y="1"/>
                    <a:pt x="15" y="16"/>
                  </a:cubicBezTo>
                  <a:lnTo>
                    <a:pt x="0" y="16"/>
                  </a:lnTo>
                  <a:lnTo>
                    <a:pt x="0" y="32"/>
                  </a:lnTo>
                  <a:lnTo>
                    <a:pt x="0" y="95"/>
                  </a:lnTo>
                  <a:cubicBezTo>
                    <a:pt x="0" y="110"/>
                    <a:pt x="15" y="127"/>
                    <a:pt x="32" y="127"/>
                  </a:cubicBezTo>
                  <a:lnTo>
                    <a:pt x="32" y="127"/>
                  </a:lnTo>
                  <a:cubicBezTo>
                    <a:pt x="63" y="127"/>
                    <a:pt x="78" y="110"/>
                    <a:pt x="78" y="95"/>
                  </a:cubicBezTo>
                  <a:lnTo>
                    <a:pt x="78" y="79"/>
                  </a:lnTo>
                  <a:lnTo>
                    <a:pt x="78" y="32"/>
                  </a:lnTo>
                  <a:cubicBezTo>
                    <a:pt x="78" y="16"/>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0" name="Google Shape;2090;p38"/>
            <p:cNvSpPr/>
            <p:nvPr/>
          </p:nvSpPr>
          <p:spPr>
            <a:xfrm>
              <a:off x="3436572" y="1765196"/>
              <a:ext cx="5534" cy="4548"/>
            </a:xfrm>
            <a:custGeom>
              <a:avLst/>
              <a:gdLst/>
              <a:ahLst/>
              <a:cxnLst/>
              <a:rect l="l" t="t" r="r" b="b"/>
              <a:pathLst>
                <a:path w="174" h="143" extrusionOk="0">
                  <a:moveTo>
                    <a:pt x="142" y="1"/>
                  </a:moveTo>
                  <a:lnTo>
                    <a:pt x="127" y="1"/>
                  </a:lnTo>
                  <a:lnTo>
                    <a:pt x="127" y="1"/>
                  </a:lnTo>
                  <a:lnTo>
                    <a:pt x="47" y="33"/>
                  </a:lnTo>
                  <a:lnTo>
                    <a:pt x="32" y="33"/>
                  </a:lnTo>
                  <a:lnTo>
                    <a:pt x="1" y="64"/>
                  </a:lnTo>
                  <a:lnTo>
                    <a:pt x="1" y="79"/>
                  </a:lnTo>
                  <a:lnTo>
                    <a:pt x="16" y="96"/>
                  </a:lnTo>
                  <a:lnTo>
                    <a:pt x="16" y="127"/>
                  </a:lnTo>
                  <a:lnTo>
                    <a:pt x="32" y="127"/>
                  </a:lnTo>
                  <a:cubicBezTo>
                    <a:pt x="32" y="142"/>
                    <a:pt x="47" y="142"/>
                    <a:pt x="64" y="142"/>
                  </a:cubicBezTo>
                  <a:lnTo>
                    <a:pt x="64" y="142"/>
                  </a:lnTo>
                  <a:cubicBezTo>
                    <a:pt x="95" y="142"/>
                    <a:pt x="95" y="111"/>
                    <a:pt x="95" y="96"/>
                  </a:cubicBezTo>
                  <a:lnTo>
                    <a:pt x="79" y="96"/>
                  </a:lnTo>
                  <a:lnTo>
                    <a:pt x="142" y="79"/>
                  </a:lnTo>
                  <a:lnTo>
                    <a:pt x="142" y="64"/>
                  </a:lnTo>
                  <a:cubicBezTo>
                    <a:pt x="158" y="64"/>
                    <a:pt x="173" y="48"/>
                    <a:pt x="173" y="33"/>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1" name="Google Shape;2091;p38"/>
            <p:cNvSpPr/>
            <p:nvPr/>
          </p:nvSpPr>
          <p:spPr>
            <a:xfrm>
              <a:off x="3119902" y="1800785"/>
              <a:ext cx="3498" cy="2544"/>
            </a:xfrm>
            <a:custGeom>
              <a:avLst/>
              <a:gdLst/>
              <a:ahLst/>
              <a:cxnLst/>
              <a:rect l="l" t="t" r="r" b="b"/>
              <a:pathLst>
                <a:path w="110" h="80" extrusionOk="0">
                  <a:moveTo>
                    <a:pt x="32" y="0"/>
                  </a:moveTo>
                  <a:lnTo>
                    <a:pt x="32" y="0"/>
                  </a:lnTo>
                  <a:lnTo>
                    <a:pt x="32" y="0"/>
                  </a:lnTo>
                  <a:cubicBezTo>
                    <a:pt x="15" y="0"/>
                    <a:pt x="0" y="0"/>
                    <a:pt x="0" y="16"/>
                  </a:cubicBezTo>
                  <a:cubicBezTo>
                    <a:pt x="0" y="32"/>
                    <a:pt x="0" y="48"/>
                    <a:pt x="15" y="63"/>
                  </a:cubicBezTo>
                  <a:lnTo>
                    <a:pt x="15" y="63"/>
                  </a:lnTo>
                  <a:lnTo>
                    <a:pt x="47" y="79"/>
                  </a:lnTo>
                  <a:lnTo>
                    <a:pt x="63" y="79"/>
                  </a:lnTo>
                  <a:cubicBezTo>
                    <a:pt x="78" y="79"/>
                    <a:pt x="95" y="63"/>
                    <a:pt x="95" y="48"/>
                  </a:cubicBezTo>
                  <a:cubicBezTo>
                    <a:pt x="110" y="32"/>
                    <a:pt x="95" y="16"/>
                    <a:pt x="78" y="16"/>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2" name="Google Shape;2092;p38"/>
            <p:cNvSpPr/>
            <p:nvPr/>
          </p:nvSpPr>
          <p:spPr>
            <a:xfrm>
              <a:off x="3271701" y="1779254"/>
              <a:ext cx="3562" cy="2512"/>
            </a:xfrm>
            <a:custGeom>
              <a:avLst/>
              <a:gdLst/>
              <a:ahLst/>
              <a:cxnLst/>
              <a:rect l="l" t="t" r="r" b="b"/>
              <a:pathLst>
                <a:path w="112" h="79" extrusionOk="0">
                  <a:moveTo>
                    <a:pt x="48" y="0"/>
                  </a:moveTo>
                  <a:lnTo>
                    <a:pt x="32" y="0"/>
                  </a:lnTo>
                  <a:cubicBezTo>
                    <a:pt x="32" y="0"/>
                    <a:pt x="17" y="15"/>
                    <a:pt x="17" y="32"/>
                  </a:cubicBezTo>
                  <a:cubicBezTo>
                    <a:pt x="0" y="32"/>
                    <a:pt x="0" y="47"/>
                    <a:pt x="17" y="63"/>
                  </a:cubicBezTo>
                  <a:lnTo>
                    <a:pt x="32" y="63"/>
                  </a:lnTo>
                  <a:lnTo>
                    <a:pt x="63" y="78"/>
                  </a:lnTo>
                  <a:lnTo>
                    <a:pt x="80" y="78"/>
                  </a:lnTo>
                  <a:cubicBezTo>
                    <a:pt x="95" y="78"/>
                    <a:pt x="95" y="78"/>
                    <a:pt x="111" y="63"/>
                  </a:cubicBezTo>
                  <a:cubicBezTo>
                    <a:pt x="111" y="47"/>
                    <a:pt x="111" y="32"/>
                    <a:pt x="95" y="15"/>
                  </a:cubicBezTo>
                  <a:lnTo>
                    <a:pt x="95" y="15"/>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3" name="Google Shape;2093;p38"/>
            <p:cNvSpPr/>
            <p:nvPr/>
          </p:nvSpPr>
          <p:spPr>
            <a:xfrm>
              <a:off x="3198076" y="1786250"/>
              <a:ext cx="3021" cy="2035"/>
            </a:xfrm>
            <a:custGeom>
              <a:avLst/>
              <a:gdLst/>
              <a:ahLst/>
              <a:cxnLst/>
              <a:rect l="l" t="t" r="r" b="b"/>
              <a:pathLst>
                <a:path w="95" h="64" extrusionOk="0">
                  <a:moveTo>
                    <a:pt x="63" y="1"/>
                  </a:moveTo>
                  <a:lnTo>
                    <a:pt x="63" y="1"/>
                  </a:lnTo>
                  <a:lnTo>
                    <a:pt x="32" y="1"/>
                  </a:lnTo>
                  <a:cubicBezTo>
                    <a:pt x="0" y="1"/>
                    <a:pt x="0" y="16"/>
                    <a:pt x="0" y="32"/>
                  </a:cubicBezTo>
                  <a:lnTo>
                    <a:pt x="0" y="47"/>
                  </a:lnTo>
                  <a:lnTo>
                    <a:pt x="15" y="64"/>
                  </a:lnTo>
                  <a:lnTo>
                    <a:pt x="32" y="47"/>
                  </a:lnTo>
                  <a:lnTo>
                    <a:pt x="47" y="47"/>
                  </a:lnTo>
                  <a:cubicBezTo>
                    <a:pt x="47" y="47"/>
                    <a:pt x="63" y="47"/>
                    <a:pt x="63" y="64"/>
                  </a:cubicBezTo>
                  <a:lnTo>
                    <a:pt x="63" y="64"/>
                  </a:lnTo>
                  <a:cubicBezTo>
                    <a:pt x="78" y="64"/>
                    <a:pt x="95" y="47"/>
                    <a:pt x="95" y="32"/>
                  </a:cubicBezTo>
                  <a:cubicBezTo>
                    <a:pt x="95" y="16"/>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4" name="Google Shape;2094;p38"/>
            <p:cNvSpPr/>
            <p:nvPr/>
          </p:nvSpPr>
          <p:spPr>
            <a:xfrm>
              <a:off x="3318326" y="1776232"/>
              <a:ext cx="3021" cy="3530"/>
            </a:xfrm>
            <a:custGeom>
              <a:avLst/>
              <a:gdLst/>
              <a:ahLst/>
              <a:cxnLst/>
              <a:rect l="l" t="t" r="r" b="b"/>
              <a:pathLst>
                <a:path w="95" h="111" extrusionOk="0">
                  <a:moveTo>
                    <a:pt x="47" y="1"/>
                  </a:moveTo>
                  <a:lnTo>
                    <a:pt x="47" y="1"/>
                  </a:lnTo>
                  <a:lnTo>
                    <a:pt x="32" y="1"/>
                  </a:lnTo>
                  <a:lnTo>
                    <a:pt x="32" y="1"/>
                  </a:lnTo>
                  <a:cubicBezTo>
                    <a:pt x="16" y="16"/>
                    <a:pt x="0" y="32"/>
                    <a:pt x="16" y="47"/>
                  </a:cubicBezTo>
                  <a:lnTo>
                    <a:pt x="16" y="79"/>
                  </a:lnTo>
                  <a:cubicBezTo>
                    <a:pt x="32" y="95"/>
                    <a:pt x="47" y="110"/>
                    <a:pt x="63" y="110"/>
                  </a:cubicBezTo>
                  <a:lnTo>
                    <a:pt x="63" y="110"/>
                  </a:lnTo>
                  <a:cubicBezTo>
                    <a:pt x="79" y="110"/>
                    <a:pt x="79" y="95"/>
                    <a:pt x="79" y="95"/>
                  </a:cubicBezTo>
                  <a:lnTo>
                    <a:pt x="95" y="79"/>
                  </a:lnTo>
                  <a:lnTo>
                    <a:pt x="95" y="64"/>
                  </a:lnTo>
                  <a:lnTo>
                    <a:pt x="95" y="64"/>
                  </a:lnTo>
                  <a:lnTo>
                    <a:pt x="79" y="32"/>
                  </a:lnTo>
                  <a:cubicBezTo>
                    <a:pt x="79" y="16"/>
                    <a:pt x="63" y="16"/>
                    <a:pt x="63" y="1"/>
                  </a:cubicBezTo>
                  <a:lnTo>
                    <a:pt x="47"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5" name="Google Shape;2095;p38"/>
            <p:cNvSpPr/>
            <p:nvPr/>
          </p:nvSpPr>
          <p:spPr>
            <a:xfrm>
              <a:off x="3189521" y="1788254"/>
              <a:ext cx="3562" cy="5057"/>
            </a:xfrm>
            <a:custGeom>
              <a:avLst/>
              <a:gdLst/>
              <a:ahLst/>
              <a:cxnLst/>
              <a:rect l="l" t="t" r="r" b="b"/>
              <a:pathLst>
                <a:path w="112" h="159" extrusionOk="0">
                  <a:moveTo>
                    <a:pt x="64" y="1"/>
                  </a:moveTo>
                  <a:lnTo>
                    <a:pt x="64" y="1"/>
                  </a:lnTo>
                  <a:lnTo>
                    <a:pt x="32" y="1"/>
                  </a:lnTo>
                  <a:lnTo>
                    <a:pt x="32" y="16"/>
                  </a:lnTo>
                  <a:lnTo>
                    <a:pt x="32" y="16"/>
                  </a:lnTo>
                  <a:lnTo>
                    <a:pt x="32" y="16"/>
                  </a:lnTo>
                  <a:lnTo>
                    <a:pt x="17" y="79"/>
                  </a:lnTo>
                  <a:lnTo>
                    <a:pt x="1" y="79"/>
                  </a:lnTo>
                  <a:cubicBezTo>
                    <a:pt x="1" y="95"/>
                    <a:pt x="17" y="95"/>
                    <a:pt x="17" y="110"/>
                  </a:cubicBezTo>
                  <a:lnTo>
                    <a:pt x="48" y="142"/>
                  </a:lnTo>
                  <a:lnTo>
                    <a:pt x="48" y="142"/>
                  </a:lnTo>
                  <a:lnTo>
                    <a:pt x="64" y="158"/>
                  </a:lnTo>
                  <a:cubicBezTo>
                    <a:pt x="80" y="158"/>
                    <a:pt x="80" y="142"/>
                    <a:pt x="95" y="142"/>
                  </a:cubicBezTo>
                  <a:cubicBezTo>
                    <a:pt x="111" y="127"/>
                    <a:pt x="111" y="110"/>
                    <a:pt x="95" y="95"/>
                  </a:cubicBezTo>
                  <a:lnTo>
                    <a:pt x="80" y="79"/>
                  </a:lnTo>
                  <a:lnTo>
                    <a:pt x="80" y="79"/>
                  </a:lnTo>
                  <a:lnTo>
                    <a:pt x="95" y="64"/>
                  </a:lnTo>
                  <a:lnTo>
                    <a:pt x="95" y="47"/>
                  </a:lnTo>
                  <a:lnTo>
                    <a:pt x="95" y="32"/>
                  </a:lnTo>
                  <a:cubicBezTo>
                    <a:pt x="95" y="16"/>
                    <a:pt x="80"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6" name="Google Shape;2096;p38"/>
            <p:cNvSpPr/>
            <p:nvPr/>
          </p:nvSpPr>
          <p:spPr>
            <a:xfrm>
              <a:off x="3033174" y="1804283"/>
              <a:ext cx="3562" cy="3530"/>
            </a:xfrm>
            <a:custGeom>
              <a:avLst/>
              <a:gdLst/>
              <a:ahLst/>
              <a:cxnLst/>
              <a:rect l="l" t="t" r="r" b="b"/>
              <a:pathLst>
                <a:path w="112" h="111" extrusionOk="0">
                  <a:moveTo>
                    <a:pt x="64" y="1"/>
                  </a:moveTo>
                  <a:lnTo>
                    <a:pt x="64" y="1"/>
                  </a:lnTo>
                  <a:lnTo>
                    <a:pt x="64" y="1"/>
                  </a:lnTo>
                  <a:cubicBezTo>
                    <a:pt x="49" y="1"/>
                    <a:pt x="49" y="1"/>
                    <a:pt x="32" y="16"/>
                  </a:cubicBezTo>
                  <a:lnTo>
                    <a:pt x="17" y="32"/>
                  </a:lnTo>
                  <a:lnTo>
                    <a:pt x="17" y="64"/>
                  </a:lnTo>
                  <a:lnTo>
                    <a:pt x="1" y="64"/>
                  </a:lnTo>
                  <a:lnTo>
                    <a:pt x="1" y="79"/>
                  </a:lnTo>
                  <a:cubicBezTo>
                    <a:pt x="1" y="95"/>
                    <a:pt x="17" y="95"/>
                    <a:pt x="32" y="111"/>
                  </a:cubicBezTo>
                  <a:lnTo>
                    <a:pt x="49" y="111"/>
                  </a:lnTo>
                  <a:lnTo>
                    <a:pt x="64" y="111"/>
                  </a:lnTo>
                  <a:lnTo>
                    <a:pt x="64" y="95"/>
                  </a:lnTo>
                  <a:lnTo>
                    <a:pt x="95" y="48"/>
                  </a:lnTo>
                  <a:lnTo>
                    <a:pt x="95" y="48"/>
                  </a:lnTo>
                  <a:cubicBezTo>
                    <a:pt x="112" y="32"/>
                    <a:pt x="95" y="1"/>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7" name="Google Shape;2097;p38"/>
            <p:cNvSpPr/>
            <p:nvPr/>
          </p:nvSpPr>
          <p:spPr>
            <a:xfrm>
              <a:off x="3197535" y="1787745"/>
              <a:ext cx="3053" cy="3021"/>
            </a:xfrm>
            <a:custGeom>
              <a:avLst/>
              <a:gdLst/>
              <a:ahLst/>
              <a:cxnLst/>
              <a:rect l="l" t="t" r="r" b="b"/>
              <a:pathLst>
                <a:path w="96" h="95" extrusionOk="0">
                  <a:moveTo>
                    <a:pt x="64" y="0"/>
                  </a:moveTo>
                  <a:lnTo>
                    <a:pt x="49" y="0"/>
                  </a:lnTo>
                  <a:lnTo>
                    <a:pt x="32" y="17"/>
                  </a:lnTo>
                  <a:lnTo>
                    <a:pt x="49" y="17"/>
                  </a:lnTo>
                  <a:cubicBezTo>
                    <a:pt x="64" y="17"/>
                    <a:pt x="64" y="48"/>
                    <a:pt x="64" y="63"/>
                  </a:cubicBezTo>
                  <a:cubicBezTo>
                    <a:pt x="49" y="63"/>
                    <a:pt x="32" y="80"/>
                    <a:pt x="32" y="80"/>
                  </a:cubicBezTo>
                  <a:lnTo>
                    <a:pt x="17" y="80"/>
                  </a:lnTo>
                  <a:lnTo>
                    <a:pt x="1" y="63"/>
                  </a:lnTo>
                  <a:cubicBezTo>
                    <a:pt x="1" y="80"/>
                    <a:pt x="1" y="80"/>
                    <a:pt x="17" y="95"/>
                  </a:cubicBezTo>
                  <a:lnTo>
                    <a:pt x="17" y="95"/>
                  </a:lnTo>
                  <a:lnTo>
                    <a:pt x="32" y="95"/>
                  </a:lnTo>
                  <a:cubicBezTo>
                    <a:pt x="49" y="95"/>
                    <a:pt x="64" y="95"/>
                    <a:pt x="64" y="80"/>
                  </a:cubicBezTo>
                  <a:lnTo>
                    <a:pt x="80" y="63"/>
                  </a:lnTo>
                  <a:cubicBezTo>
                    <a:pt x="95" y="48"/>
                    <a:pt x="95" y="32"/>
                    <a:pt x="80" y="17"/>
                  </a:cubicBezTo>
                  <a:lnTo>
                    <a:pt x="80" y="17"/>
                  </a:lnTo>
                  <a:cubicBezTo>
                    <a:pt x="80" y="0"/>
                    <a:pt x="64" y="0"/>
                    <a:pt x="64"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8" name="Google Shape;2098;p38"/>
            <p:cNvSpPr/>
            <p:nvPr/>
          </p:nvSpPr>
          <p:spPr>
            <a:xfrm>
              <a:off x="3191524" y="1798272"/>
              <a:ext cx="3562" cy="3053"/>
            </a:xfrm>
            <a:custGeom>
              <a:avLst/>
              <a:gdLst/>
              <a:ahLst/>
              <a:cxnLst/>
              <a:rect l="l" t="t" r="r" b="b"/>
              <a:pathLst>
                <a:path w="112" h="96" extrusionOk="0">
                  <a:moveTo>
                    <a:pt x="48" y="1"/>
                  </a:moveTo>
                  <a:lnTo>
                    <a:pt x="48" y="1"/>
                  </a:lnTo>
                  <a:cubicBezTo>
                    <a:pt x="32" y="1"/>
                    <a:pt x="32" y="16"/>
                    <a:pt x="32" y="16"/>
                  </a:cubicBezTo>
                  <a:lnTo>
                    <a:pt x="17" y="16"/>
                  </a:lnTo>
                  <a:cubicBezTo>
                    <a:pt x="1" y="32"/>
                    <a:pt x="17" y="48"/>
                    <a:pt x="32" y="64"/>
                  </a:cubicBezTo>
                  <a:lnTo>
                    <a:pt x="32" y="64"/>
                  </a:lnTo>
                  <a:lnTo>
                    <a:pt x="48" y="79"/>
                  </a:lnTo>
                  <a:cubicBezTo>
                    <a:pt x="64" y="95"/>
                    <a:pt x="64" y="95"/>
                    <a:pt x="80" y="95"/>
                  </a:cubicBezTo>
                  <a:cubicBezTo>
                    <a:pt x="80" y="95"/>
                    <a:pt x="95" y="95"/>
                    <a:pt x="95" y="79"/>
                  </a:cubicBezTo>
                  <a:cubicBezTo>
                    <a:pt x="111" y="64"/>
                    <a:pt x="111" y="48"/>
                    <a:pt x="95" y="32"/>
                  </a:cubicBezTo>
                  <a:lnTo>
                    <a:pt x="95" y="32"/>
                  </a:ln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099" name="Google Shape;2099;p38"/>
            <p:cNvSpPr/>
            <p:nvPr/>
          </p:nvSpPr>
          <p:spPr>
            <a:xfrm>
              <a:off x="3363423" y="1783738"/>
              <a:ext cx="3021" cy="3021"/>
            </a:xfrm>
            <a:custGeom>
              <a:avLst/>
              <a:gdLst/>
              <a:ahLst/>
              <a:cxnLst/>
              <a:rect l="l" t="t" r="r" b="b"/>
              <a:pathLst>
                <a:path w="95" h="95" extrusionOk="0">
                  <a:moveTo>
                    <a:pt x="47" y="0"/>
                  </a:moveTo>
                  <a:lnTo>
                    <a:pt x="32" y="0"/>
                  </a:lnTo>
                  <a:lnTo>
                    <a:pt x="16" y="17"/>
                  </a:lnTo>
                  <a:cubicBezTo>
                    <a:pt x="0" y="32"/>
                    <a:pt x="0" y="48"/>
                    <a:pt x="16" y="63"/>
                  </a:cubicBezTo>
                  <a:lnTo>
                    <a:pt x="32" y="80"/>
                  </a:lnTo>
                  <a:cubicBezTo>
                    <a:pt x="47" y="80"/>
                    <a:pt x="47" y="95"/>
                    <a:pt x="63" y="95"/>
                  </a:cubicBezTo>
                  <a:lnTo>
                    <a:pt x="79" y="80"/>
                  </a:lnTo>
                  <a:cubicBezTo>
                    <a:pt x="95" y="63"/>
                    <a:pt x="95" y="32"/>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0" name="Google Shape;2100;p38"/>
            <p:cNvSpPr/>
            <p:nvPr/>
          </p:nvSpPr>
          <p:spPr>
            <a:xfrm>
              <a:off x="3361419" y="1785741"/>
              <a:ext cx="3021" cy="2035"/>
            </a:xfrm>
            <a:custGeom>
              <a:avLst/>
              <a:gdLst/>
              <a:ahLst/>
              <a:cxnLst/>
              <a:rect l="l" t="t" r="r" b="b"/>
              <a:pathLst>
                <a:path w="95" h="64" extrusionOk="0">
                  <a:moveTo>
                    <a:pt x="32" y="0"/>
                  </a:moveTo>
                  <a:lnTo>
                    <a:pt x="32" y="0"/>
                  </a:lnTo>
                  <a:cubicBezTo>
                    <a:pt x="15" y="0"/>
                    <a:pt x="0" y="17"/>
                    <a:pt x="0" y="17"/>
                  </a:cubicBezTo>
                  <a:cubicBezTo>
                    <a:pt x="0" y="48"/>
                    <a:pt x="0" y="63"/>
                    <a:pt x="32" y="63"/>
                  </a:cubicBezTo>
                  <a:lnTo>
                    <a:pt x="47" y="63"/>
                  </a:lnTo>
                  <a:lnTo>
                    <a:pt x="63" y="63"/>
                  </a:lnTo>
                  <a:cubicBezTo>
                    <a:pt x="79" y="63"/>
                    <a:pt x="79" y="63"/>
                    <a:pt x="95" y="48"/>
                  </a:cubicBezTo>
                  <a:cubicBezTo>
                    <a:pt x="95" y="32"/>
                    <a:pt x="79" y="0"/>
                    <a:pt x="63" y="0"/>
                  </a:cubicBez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1" name="Google Shape;2101;p38"/>
            <p:cNvSpPr/>
            <p:nvPr/>
          </p:nvSpPr>
          <p:spPr>
            <a:xfrm>
              <a:off x="3243650" y="1797763"/>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4"/>
                    <a:pt x="17" y="80"/>
                  </a:cubicBezTo>
                  <a:lnTo>
                    <a:pt x="48" y="80"/>
                  </a:lnTo>
                  <a:lnTo>
                    <a:pt x="63" y="80"/>
                  </a:lnTo>
                  <a:lnTo>
                    <a:pt x="63" y="64"/>
                  </a:lnTo>
                  <a:lnTo>
                    <a:pt x="80" y="48"/>
                  </a:lnTo>
                  <a:cubicBezTo>
                    <a:pt x="95" y="32"/>
                    <a:pt x="95" y="17"/>
                    <a:pt x="80" y="0"/>
                  </a:cubicBezTo>
                  <a:lnTo>
                    <a:pt x="80"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2" name="Google Shape;2102;p38"/>
            <p:cNvSpPr/>
            <p:nvPr/>
          </p:nvSpPr>
          <p:spPr>
            <a:xfrm>
              <a:off x="3046213" y="1817323"/>
              <a:ext cx="4039" cy="3053"/>
            </a:xfrm>
            <a:custGeom>
              <a:avLst/>
              <a:gdLst/>
              <a:ahLst/>
              <a:cxnLst/>
              <a:rect l="l" t="t" r="r" b="b"/>
              <a:pathLst>
                <a:path w="127" h="96" extrusionOk="0">
                  <a:moveTo>
                    <a:pt x="48" y="1"/>
                  </a:moveTo>
                  <a:lnTo>
                    <a:pt x="48" y="16"/>
                  </a:lnTo>
                  <a:cubicBezTo>
                    <a:pt x="32" y="16"/>
                    <a:pt x="17" y="16"/>
                    <a:pt x="17" y="32"/>
                  </a:cubicBezTo>
                  <a:cubicBezTo>
                    <a:pt x="0" y="47"/>
                    <a:pt x="17" y="64"/>
                    <a:pt x="32" y="79"/>
                  </a:cubicBezTo>
                  <a:lnTo>
                    <a:pt x="80" y="95"/>
                  </a:lnTo>
                  <a:lnTo>
                    <a:pt x="95" y="95"/>
                  </a:lnTo>
                  <a:cubicBezTo>
                    <a:pt x="111" y="95"/>
                    <a:pt x="111" y="95"/>
                    <a:pt x="126" y="79"/>
                  </a:cubicBezTo>
                  <a:cubicBezTo>
                    <a:pt x="126" y="64"/>
                    <a:pt x="126" y="47"/>
                    <a:pt x="111" y="32"/>
                  </a:cubicBezTo>
                  <a:lnTo>
                    <a:pt x="63" y="16"/>
                  </a:lnTo>
                  <a:cubicBezTo>
                    <a:pt x="48" y="16"/>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3" name="Google Shape;2103;p38"/>
            <p:cNvSpPr/>
            <p:nvPr/>
          </p:nvSpPr>
          <p:spPr>
            <a:xfrm>
              <a:off x="3161470" y="1805778"/>
              <a:ext cx="3021" cy="2544"/>
            </a:xfrm>
            <a:custGeom>
              <a:avLst/>
              <a:gdLst/>
              <a:ahLst/>
              <a:cxnLst/>
              <a:rect l="l" t="t" r="r" b="b"/>
              <a:pathLst>
                <a:path w="95" h="80" extrusionOk="0">
                  <a:moveTo>
                    <a:pt x="32" y="1"/>
                  </a:moveTo>
                  <a:lnTo>
                    <a:pt x="32" y="1"/>
                  </a:lnTo>
                  <a:cubicBezTo>
                    <a:pt x="17" y="1"/>
                    <a:pt x="0" y="17"/>
                    <a:pt x="0" y="32"/>
                  </a:cubicBezTo>
                  <a:lnTo>
                    <a:pt x="0" y="64"/>
                  </a:lnTo>
                  <a:cubicBezTo>
                    <a:pt x="17" y="64"/>
                    <a:pt x="17" y="80"/>
                    <a:pt x="32" y="80"/>
                  </a:cubicBezTo>
                  <a:lnTo>
                    <a:pt x="48" y="80"/>
                  </a:lnTo>
                  <a:lnTo>
                    <a:pt x="63" y="80"/>
                  </a:lnTo>
                  <a:cubicBezTo>
                    <a:pt x="80" y="80"/>
                    <a:pt x="80" y="64"/>
                    <a:pt x="95" y="48"/>
                  </a:cubicBezTo>
                  <a:cubicBezTo>
                    <a:pt x="95" y="32"/>
                    <a:pt x="80" y="17"/>
                    <a:pt x="80" y="17"/>
                  </a:cubicBezTo>
                  <a:lnTo>
                    <a:pt x="63" y="17"/>
                  </a:lnTo>
                  <a:lnTo>
                    <a:pt x="32"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4" name="Google Shape;2104;p38"/>
            <p:cNvSpPr/>
            <p:nvPr/>
          </p:nvSpPr>
          <p:spPr>
            <a:xfrm>
              <a:off x="3347394" y="1785264"/>
              <a:ext cx="3021" cy="2512"/>
            </a:xfrm>
            <a:custGeom>
              <a:avLst/>
              <a:gdLst/>
              <a:ahLst/>
              <a:cxnLst/>
              <a:rect l="l" t="t" r="r" b="b"/>
              <a:pathLst>
                <a:path w="95" h="79" extrusionOk="0">
                  <a:moveTo>
                    <a:pt x="32" y="0"/>
                  </a:moveTo>
                  <a:lnTo>
                    <a:pt x="32" y="0"/>
                  </a:lnTo>
                  <a:cubicBezTo>
                    <a:pt x="15" y="0"/>
                    <a:pt x="15" y="0"/>
                    <a:pt x="0" y="15"/>
                  </a:cubicBezTo>
                  <a:lnTo>
                    <a:pt x="0" y="47"/>
                  </a:lnTo>
                  <a:lnTo>
                    <a:pt x="15" y="63"/>
                  </a:lnTo>
                  <a:lnTo>
                    <a:pt x="32" y="63"/>
                  </a:lnTo>
                  <a:cubicBezTo>
                    <a:pt x="32" y="78"/>
                    <a:pt x="47" y="78"/>
                    <a:pt x="47" y="78"/>
                  </a:cubicBezTo>
                  <a:lnTo>
                    <a:pt x="47" y="78"/>
                  </a:lnTo>
                  <a:cubicBezTo>
                    <a:pt x="63" y="78"/>
                    <a:pt x="63" y="78"/>
                    <a:pt x="78" y="63"/>
                  </a:cubicBezTo>
                  <a:lnTo>
                    <a:pt x="78" y="47"/>
                  </a:lnTo>
                  <a:cubicBezTo>
                    <a:pt x="95" y="32"/>
                    <a:pt x="78" y="32"/>
                    <a:pt x="78"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5" name="Google Shape;2105;p38"/>
            <p:cNvSpPr/>
            <p:nvPr/>
          </p:nvSpPr>
          <p:spPr>
            <a:xfrm>
              <a:off x="3373918" y="1781734"/>
              <a:ext cx="2576" cy="3021"/>
            </a:xfrm>
            <a:custGeom>
              <a:avLst/>
              <a:gdLst/>
              <a:ahLst/>
              <a:cxnLst/>
              <a:rect l="l" t="t" r="r" b="b"/>
              <a:pathLst>
                <a:path w="81" h="95" extrusionOk="0">
                  <a:moveTo>
                    <a:pt x="64" y="32"/>
                  </a:moveTo>
                  <a:lnTo>
                    <a:pt x="64" y="32"/>
                  </a:lnTo>
                  <a:lnTo>
                    <a:pt x="64" y="32"/>
                  </a:lnTo>
                  <a:close/>
                  <a:moveTo>
                    <a:pt x="49" y="0"/>
                  </a:moveTo>
                  <a:lnTo>
                    <a:pt x="32" y="0"/>
                  </a:lnTo>
                  <a:lnTo>
                    <a:pt x="17" y="17"/>
                  </a:lnTo>
                  <a:cubicBezTo>
                    <a:pt x="1" y="32"/>
                    <a:pt x="1" y="48"/>
                    <a:pt x="1" y="48"/>
                  </a:cubicBezTo>
                  <a:lnTo>
                    <a:pt x="1" y="63"/>
                  </a:lnTo>
                  <a:lnTo>
                    <a:pt x="17" y="80"/>
                  </a:lnTo>
                  <a:lnTo>
                    <a:pt x="17" y="80"/>
                  </a:lnTo>
                  <a:cubicBezTo>
                    <a:pt x="17" y="95"/>
                    <a:pt x="32" y="95"/>
                    <a:pt x="49" y="95"/>
                  </a:cubicBezTo>
                  <a:lnTo>
                    <a:pt x="64" y="95"/>
                  </a:lnTo>
                  <a:cubicBezTo>
                    <a:pt x="80" y="80"/>
                    <a:pt x="80" y="63"/>
                    <a:pt x="80" y="63"/>
                  </a:cubicBezTo>
                  <a:lnTo>
                    <a:pt x="80" y="63"/>
                  </a:lnTo>
                  <a:lnTo>
                    <a:pt x="80" y="48"/>
                  </a:lnTo>
                  <a:cubicBezTo>
                    <a:pt x="80" y="32"/>
                    <a:pt x="80" y="17"/>
                    <a:pt x="64" y="17"/>
                  </a:cubicBezTo>
                  <a:lnTo>
                    <a:pt x="64"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6" name="Google Shape;2106;p38"/>
            <p:cNvSpPr/>
            <p:nvPr/>
          </p:nvSpPr>
          <p:spPr>
            <a:xfrm>
              <a:off x="3375922" y="1782720"/>
              <a:ext cx="32" cy="32"/>
            </a:xfrm>
            <a:custGeom>
              <a:avLst/>
              <a:gdLst/>
              <a:ahLst/>
              <a:cxnLst/>
              <a:rect l="l" t="t" r="r" b="b"/>
              <a:pathLst>
                <a:path w="1" h="1" extrusionOk="0">
                  <a:moveTo>
                    <a:pt x="1" y="1"/>
                  </a:move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7" name="Google Shape;2107;p38"/>
            <p:cNvSpPr/>
            <p:nvPr/>
          </p:nvSpPr>
          <p:spPr>
            <a:xfrm>
              <a:off x="3420543" y="1771716"/>
              <a:ext cx="3053" cy="2544"/>
            </a:xfrm>
            <a:custGeom>
              <a:avLst/>
              <a:gdLst/>
              <a:ahLst/>
              <a:cxnLst/>
              <a:rect l="l" t="t" r="r" b="b"/>
              <a:pathLst>
                <a:path w="96" h="80" extrusionOk="0">
                  <a:moveTo>
                    <a:pt x="32" y="0"/>
                  </a:moveTo>
                  <a:lnTo>
                    <a:pt x="32" y="0"/>
                  </a:lnTo>
                  <a:cubicBezTo>
                    <a:pt x="16" y="0"/>
                    <a:pt x="16" y="0"/>
                    <a:pt x="16" y="17"/>
                  </a:cubicBezTo>
                  <a:lnTo>
                    <a:pt x="1" y="17"/>
                  </a:lnTo>
                  <a:lnTo>
                    <a:pt x="1" y="48"/>
                  </a:lnTo>
                  <a:cubicBezTo>
                    <a:pt x="1" y="48"/>
                    <a:pt x="1" y="63"/>
                    <a:pt x="16" y="63"/>
                  </a:cubicBezTo>
                  <a:lnTo>
                    <a:pt x="32" y="80"/>
                  </a:lnTo>
                  <a:lnTo>
                    <a:pt x="47" y="80"/>
                  </a:lnTo>
                  <a:cubicBezTo>
                    <a:pt x="64" y="80"/>
                    <a:pt x="79" y="80"/>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8" name="Google Shape;2108;p38"/>
            <p:cNvSpPr/>
            <p:nvPr/>
          </p:nvSpPr>
          <p:spPr>
            <a:xfrm>
              <a:off x="3254177" y="1788731"/>
              <a:ext cx="3053" cy="2576"/>
            </a:xfrm>
            <a:custGeom>
              <a:avLst/>
              <a:gdLst/>
              <a:ahLst/>
              <a:cxnLst/>
              <a:rect l="l" t="t" r="r" b="b"/>
              <a:pathLst>
                <a:path w="96" h="81" extrusionOk="0">
                  <a:moveTo>
                    <a:pt x="32" y="1"/>
                  </a:moveTo>
                  <a:lnTo>
                    <a:pt x="32" y="1"/>
                  </a:lnTo>
                  <a:cubicBezTo>
                    <a:pt x="32" y="1"/>
                    <a:pt x="16" y="1"/>
                    <a:pt x="16" y="17"/>
                  </a:cubicBezTo>
                  <a:cubicBezTo>
                    <a:pt x="1" y="32"/>
                    <a:pt x="1" y="49"/>
                    <a:pt x="16" y="64"/>
                  </a:cubicBezTo>
                  <a:lnTo>
                    <a:pt x="32" y="80"/>
                  </a:lnTo>
                  <a:lnTo>
                    <a:pt x="64" y="80"/>
                  </a:lnTo>
                  <a:cubicBezTo>
                    <a:pt x="64" y="80"/>
                    <a:pt x="79" y="80"/>
                    <a:pt x="79" y="64"/>
                  </a:cubicBezTo>
                  <a:cubicBezTo>
                    <a:pt x="95" y="64"/>
                    <a:pt x="95" y="32"/>
                    <a:pt x="79" y="17"/>
                  </a:cubicBezTo>
                  <a:lnTo>
                    <a:pt x="64" y="17"/>
                  </a:lnTo>
                  <a:cubicBezTo>
                    <a:pt x="47" y="1"/>
                    <a:pt x="47"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09" name="Google Shape;2109;p38"/>
            <p:cNvSpPr/>
            <p:nvPr/>
          </p:nvSpPr>
          <p:spPr>
            <a:xfrm>
              <a:off x="3031711" y="1811789"/>
              <a:ext cx="3021" cy="2576"/>
            </a:xfrm>
            <a:custGeom>
              <a:avLst/>
              <a:gdLst/>
              <a:ahLst/>
              <a:cxnLst/>
              <a:rect l="l" t="t" r="r" b="b"/>
              <a:pathLst>
                <a:path w="95" h="81" extrusionOk="0">
                  <a:moveTo>
                    <a:pt x="63" y="1"/>
                  </a:moveTo>
                  <a:lnTo>
                    <a:pt x="63" y="1"/>
                  </a:lnTo>
                  <a:lnTo>
                    <a:pt x="32" y="1"/>
                  </a:lnTo>
                  <a:lnTo>
                    <a:pt x="15" y="32"/>
                  </a:lnTo>
                  <a:cubicBezTo>
                    <a:pt x="0" y="32"/>
                    <a:pt x="15" y="64"/>
                    <a:pt x="32" y="80"/>
                  </a:cubicBezTo>
                  <a:lnTo>
                    <a:pt x="47" y="80"/>
                  </a:lnTo>
                  <a:cubicBezTo>
                    <a:pt x="63" y="80"/>
                    <a:pt x="63" y="80"/>
                    <a:pt x="78"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0" name="Google Shape;2110;p38"/>
            <p:cNvSpPr/>
            <p:nvPr/>
          </p:nvSpPr>
          <p:spPr>
            <a:xfrm>
              <a:off x="3080816" y="1808799"/>
              <a:ext cx="2512" cy="2544"/>
            </a:xfrm>
            <a:custGeom>
              <a:avLst/>
              <a:gdLst/>
              <a:ahLst/>
              <a:cxnLst/>
              <a:rect l="l" t="t" r="r" b="b"/>
              <a:pathLst>
                <a:path w="79" h="80" extrusionOk="0">
                  <a:moveTo>
                    <a:pt x="32" y="0"/>
                  </a:moveTo>
                  <a:lnTo>
                    <a:pt x="32" y="0"/>
                  </a:lnTo>
                  <a:lnTo>
                    <a:pt x="15" y="0"/>
                  </a:lnTo>
                  <a:lnTo>
                    <a:pt x="15" y="0"/>
                  </a:lnTo>
                  <a:lnTo>
                    <a:pt x="15" y="0"/>
                  </a:lnTo>
                  <a:cubicBezTo>
                    <a:pt x="0" y="16"/>
                    <a:pt x="0" y="32"/>
                    <a:pt x="0" y="48"/>
                  </a:cubicBezTo>
                  <a:lnTo>
                    <a:pt x="15" y="48"/>
                  </a:lnTo>
                  <a:lnTo>
                    <a:pt x="15" y="63"/>
                  </a:lnTo>
                  <a:cubicBezTo>
                    <a:pt x="15" y="63"/>
                    <a:pt x="15" y="80"/>
                    <a:pt x="32" y="80"/>
                  </a:cubicBezTo>
                  <a:lnTo>
                    <a:pt x="47" y="80"/>
                  </a:lnTo>
                  <a:lnTo>
                    <a:pt x="63" y="80"/>
                  </a:lnTo>
                  <a:cubicBezTo>
                    <a:pt x="78" y="80"/>
                    <a:pt x="78" y="63"/>
                    <a:pt x="78" y="48"/>
                  </a:cubicBezTo>
                  <a:lnTo>
                    <a:pt x="78" y="32"/>
                  </a:lnTo>
                  <a:lnTo>
                    <a:pt x="63" y="16"/>
                  </a:lnTo>
                  <a:lnTo>
                    <a:pt x="63" y="16"/>
                  </a:lnTo>
                  <a:cubicBezTo>
                    <a:pt x="63" y="0"/>
                    <a:pt x="47"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1" name="Google Shape;2111;p38"/>
            <p:cNvSpPr/>
            <p:nvPr/>
          </p:nvSpPr>
          <p:spPr>
            <a:xfrm>
              <a:off x="3389470" y="1776232"/>
              <a:ext cx="3053" cy="2035"/>
            </a:xfrm>
            <a:custGeom>
              <a:avLst/>
              <a:gdLst/>
              <a:ahLst/>
              <a:cxnLst/>
              <a:rect l="l" t="t" r="r" b="b"/>
              <a:pathLst>
                <a:path w="96" h="64" extrusionOk="0">
                  <a:moveTo>
                    <a:pt x="64" y="1"/>
                  </a:moveTo>
                  <a:lnTo>
                    <a:pt x="47" y="1"/>
                  </a:lnTo>
                  <a:lnTo>
                    <a:pt x="32" y="1"/>
                  </a:lnTo>
                  <a:lnTo>
                    <a:pt x="16" y="1"/>
                  </a:lnTo>
                  <a:cubicBezTo>
                    <a:pt x="1" y="16"/>
                    <a:pt x="1" y="16"/>
                    <a:pt x="1" y="32"/>
                  </a:cubicBezTo>
                  <a:lnTo>
                    <a:pt x="1" y="32"/>
                  </a:lnTo>
                  <a:lnTo>
                    <a:pt x="1" y="32"/>
                  </a:lnTo>
                  <a:cubicBezTo>
                    <a:pt x="1" y="47"/>
                    <a:pt x="16" y="64"/>
                    <a:pt x="32" y="64"/>
                  </a:cubicBezTo>
                  <a:lnTo>
                    <a:pt x="32" y="64"/>
                  </a:lnTo>
                  <a:lnTo>
                    <a:pt x="64" y="64"/>
                  </a:lnTo>
                  <a:cubicBezTo>
                    <a:pt x="79" y="64"/>
                    <a:pt x="79" y="47"/>
                    <a:pt x="95" y="47"/>
                  </a:cubicBezTo>
                  <a:lnTo>
                    <a:pt x="95" y="32"/>
                  </a:lnTo>
                  <a:lnTo>
                    <a:pt x="95" y="16"/>
                  </a:lnTo>
                  <a:cubicBezTo>
                    <a:pt x="79" y="1"/>
                    <a:pt x="64"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2" name="Google Shape;2112;p38"/>
            <p:cNvSpPr/>
            <p:nvPr/>
          </p:nvSpPr>
          <p:spPr>
            <a:xfrm>
              <a:off x="3301756" y="1812329"/>
              <a:ext cx="3053" cy="2512"/>
            </a:xfrm>
            <a:custGeom>
              <a:avLst/>
              <a:gdLst/>
              <a:ahLst/>
              <a:cxnLst/>
              <a:rect l="l" t="t" r="r" b="b"/>
              <a:pathLst>
                <a:path w="96" h="79" extrusionOk="0">
                  <a:moveTo>
                    <a:pt x="64" y="0"/>
                  </a:moveTo>
                  <a:lnTo>
                    <a:pt x="64" y="0"/>
                  </a:lnTo>
                  <a:lnTo>
                    <a:pt x="49" y="0"/>
                  </a:lnTo>
                  <a:lnTo>
                    <a:pt x="32" y="15"/>
                  </a:lnTo>
                  <a:lnTo>
                    <a:pt x="17" y="15"/>
                  </a:lnTo>
                  <a:lnTo>
                    <a:pt x="17" y="15"/>
                  </a:lnTo>
                  <a:cubicBezTo>
                    <a:pt x="1" y="32"/>
                    <a:pt x="1" y="47"/>
                    <a:pt x="17" y="63"/>
                  </a:cubicBezTo>
                  <a:cubicBezTo>
                    <a:pt x="17" y="78"/>
                    <a:pt x="32" y="78"/>
                    <a:pt x="49" y="78"/>
                  </a:cubicBezTo>
                  <a:lnTo>
                    <a:pt x="64" y="78"/>
                  </a:lnTo>
                  <a:lnTo>
                    <a:pt x="80" y="47"/>
                  </a:lnTo>
                  <a:cubicBezTo>
                    <a:pt x="95" y="47"/>
                    <a:pt x="95" y="47"/>
                    <a:pt x="95" y="32"/>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3" name="Google Shape;2113;p38"/>
            <p:cNvSpPr/>
            <p:nvPr/>
          </p:nvSpPr>
          <p:spPr>
            <a:xfrm>
              <a:off x="3171997" y="1825814"/>
              <a:ext cx="4039" cy="3562"/>
            </a:xfrm>
            <a:custGeom>
              <a:avLst/>
              <a:gdLst/>
              <a:ahLst/>
              <a:cxnLst/>
              <a:rect l="l" t="t" r="r" b="b"/>
              <a:pathLst>
                <a:path w="127" h="112" extrusionOk="0">
                  <a:moveTo>
                    <a:pt x="32" y="1"/>
                  </a:moveTo>
                  <a:lnTo>
                    <a:pt x="32" y="1"/>
                  </a:lnTo>
                  <a:cubicBezTo>
                    <a:pt x="32" y="1"/>
                    <a:pt x="16" y="1"/>
                    <a:pt x="16" y="17"/>
                  </a:cubicBezTo>
                  <a:cubicBezTo>
                    <a:pt x="1" y="32"/>
                    <a:pt x="1" y="49"/>
                    <a:pt x="16" y="64"/>
                  </a:cubicBezTo>
                  <a:lnTo>
                    <a:pt x="64" y="95"/>
                  </a:lnTo>
                  <a:cubicBezTo>
                    <a:pt x="79" y="112"/>
                    <a:pt x="79" y="112"/>
                    <a:pt x="95" y="112"/>
                  </a:cubicBezTo>
                  <a:cubicBezTo>
                    <a:pt x="95" y="112"/>
                    <a:pt x="110" y="112"/>
                    <a:pt x="110" y="95"/>
                  </a:cubicBezTo>
                  <a:cubicBezTo>
                    <a:pt x="127" y="80"/>
                    <a:pt x="127" y="64"/>
                    <a:pt x="110" y="49"/>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4" name="Google Shape;2114;p38"/>
            <p:cNvSpPr/>
            <p:nvPr/>
          </p:nvSpPr>
          <p:spPr>
            <a:xfrm>
              <a:off x="3278221" y="1814333"/>
              <a:ext cx="3053" cy="2512"/>
            </a:xfrm>
            <a:custGeom>
              <a:avLst/>
              <a:gdLst/>
              <a:ahLst/>
              <a:cxnLst/>
              <a:rect l="l" t="t" r="r" b="b"/>
              <a:pathLst>
                <a:path w="96" h="79" extrusionOk="0">
                  <a:moveTo>
                    <a:pt x="32" y="0"/>
                  </a:moveTo>
                  <a:lnTo>
                    <a:pt x="32" y="0"/>
                  </a:lnTo>
                  <a:cubicBezTo>
                    <a:pt x="32" y="0"/>
                    <a:pt x="16" y="0"/>
                    <a:pt x="16" y="15"/>
                  </a:cubicBezTo>
                  <a:cubicBezTo>
                    <a:pt x="1" y="32"/>
                    <a:pt x="1" y="47"/>
                    <a:pt x="16" y="63"/>
                  </a:cubicBezTo>
                  <a:lnTo>
                    <a:pt x="32" y="78"/>
                  </a:lnTo>
                  <a:lnTo>
                    <a:pt x="48" y="78"/>
                  </a:lnTo>
                  <a:cubicBezTo>
                    <a:pt x="64" y="78"/>
                    <a:pt x="79" y="78"/>
                    <a:pt x="79" y="63"/>
                  </a:cubicBezTo>
                  <a:cubicBezTo>
                    <a:pt x="95" y="63"/>
                    <a:pt x="95" y="32"/>
                    <a:pt x="79" y="15"/>
                  </a:cubicBezTo>
                  <a:lnTo>
                    <a:pt x="64" y="15"/>
                  </a:lnTo>
                  <a:cubicBezTo>
                    <a:pt x="48" y="0"/>
                    <a:pt x="48"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5" name="Google Shape;2115;p38"/>
            <p:cNvSpPr/>
            <p:nvPr/>
          </p:nvSpPr>
          <p:spPr>
            <a:xfrm>
              <a:off x="3294282" y="1812806"/>
              <a:ext cx="3021" cy="2544"/>
            </a:xfrm>
            <a:custGeom>
              <a:avLst/>
              <a:gdLst/>
              <a:ahLst/>
              <a:cxnLst/>
              <a:rect l="l" t="t" r="r" b="b"/>
              <a:pathLst>
                <a:path w="95" h="80" extrusionOk="0">
                  <a:moveTo>
                    <a:pt x="63" y="0"/>
                  </a:moveTo>
                  <a:lnTo>
                    <a:pt x="47" y="0"/>
                  </a:lnTo>
                  <a:lnTo>
                    <a:pt x="32" y="0"/>
                  </a:lnTo>
                  <a:lnTo>
                    <a:pt x="15" y="17"/>
                  </a:lnTo>
                  <a:lnTo>
                    <a:pt x="15" y="32"/>
                  </a:lnTo>
                  <a:cubicBezTo>
                    <a:pt x="0" y="32"/>
                    <a:pt x="15" y="63"/>
                    <a:pt x="15" y="80"/>
                  </a:cubicBezTo>
                  <a:lnTo>
                    <a:pt x="32" y="80"/>
                  </a:lnTo>
                  <a:lnTo>
                    <a:pt x="47" y="80"/>
                  </a:lnTo>
                  <a:lnTo>
                    <a:pt x="63" y="80"/>
                  </a:lnTo>
                  <a:lnTo>
                    <a:pt x="63" y="32"/>
                  </a:lnTo>
                  <a:cubicBezTo>
                    <a:pt x="78" y="32"/>
                    <a:pt x="78" y="17"/>
                    <a:pt x="95" y="17"/>
                  </a:cubicBezTo>
                  <a:lnTo>
                    <a:pt x="95" y="17"/>
                  </a:lnTo>
                  <a:lnTo>
                    <a:pt x="95" y="17"/>
                  </a:lnTo>
                  <a:cubicBezTo>
                    <a:pt x="78" y="17"/>
                    <a:pt x="78" y="0"/>
                    <a:pt x="78" y="0"/>
                  </a:cubicBezTo>
                  <a:lnTo>
                    <a:pt x="7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6" name="Google Shape;2116;p38"/>
            <p:cNvSpPr/>
            <p:nvPr/>
          </p:nvSpPr>
          <p:spPr>
            <a:xfrm>
              <a:off x="3296286" y="1813315"/>
              <a:ext cx="2512" cy="3053"/>
            </a:xfrm>
            <a:custGeom>
              <a:avLst/>
              <a:gdLst/>
              <a:ahLst/>
              <a:cxnLst/>
              <a:rect l="l" t="t" r="r" b="b"/>
              <a:pathLst>
                <a:path w="79" h="96" extrusionOk="0">
                  <a:moveTo>
                    <a:pt x="32" y="1"/>
                  </a:moveTo>
                  <a:lnTo>
                    <a:pt x="32" y="1"/>
                  </a:lnTo>
                  <a:lnTo>
                    <a:pt x="32" y="1"/>
                  </a:lnTo>
                  <a:cubicBezTo>
                    <a:pt x="15" y="1"/>
                    <a:pt x="15" y="16"/>
                    <a:pt x="0" y="16"/>
                  </a:cubicBezTo>
                  <a:lnTo>
                    <a:pt x="0" y="64"/>
                  </a:lnTo>
                  <a:lnTo>
                    <a:pt x="0" y="64"/>
                  </a:lnTo>
                  <a:lnTo>
                    <a:pt x="0" y="64"/>
                  </a:lnTo>
                  <a:cubicBezTo>
                    <a:pt x="0" y="79"/>
                    <a:pt x="15" y="95"/>
                    <a:pt x="32" y="95"/>
                  </a:cubicBezTo>
                  <a:lnTo>
                    <a:pt x="47" y="95"/>
                  </a:lnTo>
                  <a:cubicBezTo>
                    <a:pt x="63" y="95"/>
                    <a:pt x="63" y="79"/>
                    <a:pt x="78" y="64"/>
                  </a:cubicBezTo>
                  <a:lnTo>
                    <a:pt x="78" y="64"/>
                  </a:lnTo>
                  <a:lnTo>
                    <a:pt x="78" y="47"/>
                  </a:lnTo>
                  <a:cubicBezTo>
                    <a:pt x="78" y="32"/>
                    <a:pt x="63" y="32"/>
                    <a:pt x="63" y="32"/>
                  </a:cubicBezTo>
                  <a:lnTo>
                    <a:pt x="63" y="32"/>
                  </a:lnTo>
                  <a:cubicBezTo>
                    <a:pt x="63" y="16"/>
                    <a:pt x="47" y="16"/>
                    <a:pt x="47" y="16"/>
                  </a:cubicBezTo>
                  <a:lnTo>
                    <a:pt x="47" y="16"/>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7" name="Google Shape;2117;p38"/>
            <p:cNvSpPr/>
            <p:nvPr/>
          </p:nvSpPr>
          <p:spPr>
            <a:xfrm>
              <a:off x="3382951" y="1789749"/>
              <a:ext cx="2544" cy="2544"/>
            </a:xfrm>
            <a:custGeom>
              <a:avLst/>
              <a:gdLst/>
              <a:ahLst/>
              <a:cxnLst/>
              <a:rect l="l" t="t" r="r" b="b"/>
              <a:pathLst>
                <a:path w="80" h="80" extrusionOk="0">
                  <a:moveTo>
                    <a:pt x="32" y="0"/>
                  </a:moveTo>
                  <a:lnTo>
                    <a:pt x="32" y="0"/>
                  </a:lnTo>
                  <a:lnTo>
                    <a:pt x="17" y="0"/>
                  </a:lnTo>
                  <a:cubicBezTo>
                    <a:pt x="0" y="0"/>
                    <a:pt x="0" y="17"/>
                    <a:pt x="0" y="32"/>
                  </a:cubicBezTo>
                  <a:lnTo>
                    <a:pt x="0" y="48"/>
                  </a:lnTo>
                  <a:lnTo>
                    <a:pt x="0" y="63"/>
                  </a:lnTo>
                  <a:cubicBezTo>
                    <a:pt x="17" y="80"/>
                    <a:pt x="17" y="80"/>
                    <a:pt x="32" y="80"/>
                  </a:cubicBezTo>
                  <a:lnTo>
                    <a:pt x="48" y="80"/>
                  </a:lnTo>
                  <a:lnTo>
                    <a:pt x="48" y="80"/>
                  </a:lnTo>
                  <a:cubicBezTo>
                    <a:pt x="63" y="80"/>
                    <a:pt x="63" y="80"/>
                    <a:pt x="63" y="63"/>
                  </a:cubicBezTo>
                  <a:cubicBezTo>
                    <a:pt x="63" y="63"/>
                    <a:pt x="80" y="63"/>
                    <a:pt x="80" y="48"/>
                  </a:cubicBezTo>
                  <a:lnTo>
                    <a:pt x="63" y="48"/>
                  </a:lnTo>
                  <a:lnTo>
                    <a:pt x="63" y="17"/>
                  </a:ln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8" name="Google Shape;2118;p38"/>
            <p:cNvSpPr/>
            <p:nvPr/>
          </p:nvSpPr>
          <p:spPr>
            <a:xfrm>
              <a:off x="3309770" y="1809308"/>
              <a:ext cx="3053" cy="2512"/>
            </a:xfrm>
            <a:custGeom>
              <a:avLst/>
              <a:gdLst/>
              <a:ahLst/>
              <a:cxnLst/>
              <a:rect l="l" t="t" r="r" b="b"/>
              <a:pathLst>
                <a:path w="96" h="79" extrusionOk="0">
                  <a:moveTo>
                    <a:pt x="64" y="0"/>
                  </a:moveTo>
                  <a:lnTo>
                    <a:pt x="64" y="0"/>
                  </a:lnTo>
                  <a:lnTo>
                    <a:pt x="49" y="0"/>
                  </a:lnTo>
                  <a:lnTo>
                    <a:pt x="32" y="0"/>
                  </a:lnTo>
                  <a:lnTo>
                    <a:pt x="17" y="16"/>
                  </a:lnTo>
                  <a:cubicBezTo>
                    <a:pt x="1" y="32"/>
                    <a:pt x="17" y="64"/>
                    <a:pt x="17" y="64"/>
                  </a:cubicBezTo>
                  <a:cubicBezTo>
                    <a:pt x="32" y="79"/>
                    <a:pt x="32" y="79"/>
                    <a:pt x="49" y="79"/>
                  </a:cubicBezTo>
                  <a:cubicBezTo>
                    <a:pt x="49" y="79"/>
                    <a:pt x="64" y="79"/>
                    <a:pt x="80" y="64"/>
                  </a:cubicBezTo>
                  <a:lnTo>
                    <a:pt x="80" y="47"/>
                  </a:lnTo>
                  <a:lnTo>
                    <a:pt x="95" y="47"/>
                  </a:lnTo>
                  <a:cubicBezTo>
                    <a:pt x="95" y="32"/>
                    <a:pt x="95"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19" name="Google Shape;2119;p38"/>
            <p:cNvSpPr/>
            <p:nvPr/>
          </p:nvSpPr>
          <p:spPr>
            <a:xfrm>
              <a:off x="3365904" y="1790258"/>
              <a:ext cx="3053" cy="2512"/>
            </a:xfrm>
            <a:custGeom>
              <a:avLst/>
              <a:gdLst/>
              <a:ahLst/>
              <a:cxnLst/>
              <a:rect l="l" t="t" r="r" b="b"/>
              <a:pathLst>
                <a:path w="96" h="79" extrusionOk="0">
                  <a:moveTo>
                    <a:pt x="48" y="1"/>
                  </a:moveTo>
                  <a:lnTo>
                    <a:pt x="48" y="1"/>
                  </a:lnTo>
                  <a:lnTo>
                    <a:pt x="17" y="1"/>
                  </a:lnTo>
                  <a:cubicBezTo>
                    <a:pt x="1" y="16"/>
                    <a:pt x="17" y="47"/>
                    <a:pt x="17" y="47"/>
                  </a:cubicBezTo>
                  <a:lnTo>
                    <a:pt x="48" y="64"/>
                  </a:lnTo>
                  <a:cubicBezTo>
                    <a:pt x="48" y="79"/>
                    <a:pt x="48" y="79"/>
                    <a:pt x="64" y="79"/>
                  </a:cubicBezTo>
                  <a:cubicBezTo>
                    <a:pt x="80" y="79"/>
                    <a:pt x="80" y="64"/>
                    <a:pt x="95" y="64"/>
                  </a:cubicBezTo>
                  <a:cubicBezTo>
                    <a:pt x="95" y="47"/>
                    <a:pt x="95" y="32"/>
                    <a:pt x="80" y="16"/>
                  </a:cubicBez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0" name="Google Shape;2120;p38"/>
            <p:cNvSpPr/>
            <p:nvPr/>
          </p:nvSpPr>
          <p:spPr>
            <a:xfrm>
              <a:off x="3121365" y="1824351"/>
              <a:ext cx="3053" cy="2512"/>
            </a:xfrm>
            <a:custGeom>
              <a:avLst/>
              <a:gdLst/>
              <a:ahLst/>
              <a:cxnLst/>
              <a:rect l="l" t="t" r="r" b="b"/>
              <a:pathLst>
                <a:path w="96" h="79" extrusionOk="0">
                  <a:moveTo>
                    <a:pt x="49" y="0"/>
                  </a:moveTo>
                  <a:lnTo>
                    <a:pt x="49" y="0"/>
                  </a:lnTo>
                  <a:lnTo>
                    <a:pt x="32" y="0"/>
                  </a:lnTo>
                  <a:lnTo>
                    <a:pt x="17" y="0"/>
                  </a:lnTo>
                  <a:cubicBezTo>
                    <a:pt x="1" y="15"/>
                    <a:pt x="17" y="47"/>
                    <a:pt x="32" y="47"/>
                  </a:cubicBezTo>
                  <a:lnTo>
                    <a:pt x="49" y="63"/>
                  </a:lnTo>
                  <a:cubicBezTo>
                    <a:pt x="49" y="78"/>
                    <a:pt x="64" y="78"/>
                    <a:pt x="64" y="78"/>
                  </a:cubicBezTo>
                  <a:cubicBezTo>
                    <a:pt x="64" y="78"/>
                    <a:pt x="80" y="78"/>
                    <a:pt x="80" y="63"/>
                  </a:cubicBezTo>
                  <a:lnTo>
                    <a:pt x="95" y="63"/>
                  </a:lnTo>
                  <a:lnTo>
                    <a:pt x="95" y="63"/>
                  </a:lnTo>
                  <a:cubicBezTo>
                    <a:pt x="95" y="47"/>
                    <a:pt x="95" y="32"/>
                    <a:pt x="80" y="15"/>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1" name="Google Shape;2121;p38"/>
            <p:cNvSpPr/>
            <p:nvPr/>
          </p:nvSpPr>
          <p:spPr>
            <a:xfrm>
              <a:off x="3245654" y="1811312"/>
              <a:ext cx="2544" cy="3053"/>
            </a:xfrm>
            <a:custGeom>
              <a:avLst/>
              <a:gdLst/>
              <a:ahLst/>
              <a:cxnLst/>
              <a:rect l="l" t="t" r="r" b="b"/>
              <a:pathLst>
                <a:path w="80" h="96" extrusionOk="0">
                  <a:moveTo>
                    <a:pt x="32" y="1"/>
                  </a:moveTo>
                  <a:lnTo>
                    <a:pt x="32" y="1"/>
                  </a:lnTo>
                  <a:lnTo>
                    <a:pt x="17" y="1"/>
                  </a:lnTo>
                  <a:cubicBezTo>
                    <a:pt x="0" y="16"/>
                    <a:pt x="0" y="32"/>
                    <a:pt x="0" y="47"/>
                  </a:cubicBezTo>
                  <a:lnTo>
                    <a:pt x="17" y="64"/>
                  </a:lnTo>
                  <a:cubicBezTo>
                    <a:pt x="17" y="79"/>
                    <a:pt x="17" y="79"/>
                    <a:pt x="32" y="79"/>
                  </a:cubicBezTo>
                  <a:lnTo>
                    <a:pt x="32" y="79"/>
                  </a:lnTo>
                  <a:cubicBezTo>
                    <a:pt x="32" y="95"/>
                    <a:pt x="32" y="95"/>
                    <a:pt x="48" y="95"/>
                  </a:cubicBezTo>
                  <a:lnTo>
                    <a:pt x="63" y="95"/>
                  </a:lnTo>
                  <a:cubicBezTo>
                    <a:pt x="63" y="79"/>
                    <a:pt x="80" y="79"/>
                    <a:pt x="80" y="79"/>
                  </a:cubicBezTo>
                  <a:lnTo>
                    <a:pt x="80" y="64"/>
                  </a:lnTo>
                  <a:lnTo>
                    <a:pt x="80" y="47"/>
                  </a:lnTo>
                  <a:lnTo>
                    <a:pt x="63" y="16"/>
                  </a:lnTo>
                  <a:cubicBezTo>
                    <a:pt x="63" y="1"/>
                    <a:pt x="48"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2" name="Google Shape;2122;p38"/>
            <p:cNvSpPr/>
            <p:nvPr/>
          </p:nvSpPr>
          <p:spPr>
            <a:xfrm>
              <a:off x="3156985" y="1820821"/>
              <a:ext cx="3021" cy="3021"/>
            </a:xfrm>
            <a:custGeom>
              <a:avLst/>
              <a:gdLst/>
              <a:ahLst/>
              <a:cxnLst/>
              <a:rect l="l" t="t" r="r" b="b"/>
              <a:pathLst>
                <a:path w="95" h="95" extrusionOk="0">
                  <a:moveTo>
                    <a:pt x="47" y="0"/>
                  </a:moveTo>
                  <a:lnTo>
                    <a:pt x="32" y="0"/>
                  </a:lnTo>
                  <a:lnTo>
                    <a:pt x="32" y="0"/>
                  </a:lnTo>
                  <a:lnTo>
                    <a:pt x="32" y="0"/>
                  </a:lnTo>
                  <a:cubicBezTo>
                    <a:pt x="15" y="17"/>
                    <a:pt x="0" y="32"/>
                    <a:pt x="15" y="48"/>
                  </a:cubicBezTo>
                  <a:lnTo>
                    <a:pt x="15" y="80"/>
                  </a:lnTo>
                  <a:cubicBezTo>
                    <a:pt x="32" y="80"/>
                    <a:pt x="32" y="80"/>
                    <a:pt x="32" y="95"/>
                  </a:cubicBezTo>
                  <a:lnTo>
                    <a:pt x="47" y="95"/>
                  </a:lnTo>
                  <a:lnTo>
                    <a:pt x="63" y="95"/>
                  </a:lnTo>
                  <a:cubicBezTo>
                    <a:pt x="78" y="80"/>
                    <a:pt x="95" y="63"/>
                    <a:pt x="78" y="48"/>
                  </a:cubicBezTo>
                  <a:lnTo>
                    <a:pt x="78" y="17"/>
                  </a:lnTo>
                  <a:lnTo>
                    <a:pt x="78" y="17"/>
                  </a:lnTo>
                  <a:cubicBezTo>
                    <a:pt x="63" y="17"/>
                    <a:pt x="63"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3" name="Google Shape;2123;p38"/>
            <p:cNvSpPr/>
            <p:nvPr/>
          </p:nvSpPr>
          <p:spPr>
            <a:xfrm>
              <a:off x="3064246" y="1826832"/>
              <a:ext cx="3053" cy="3021"/>
            </a:xfrm>
            <a:custGeom>
              <a:avLst/>
              <a:gdLst/>
              <a:ahLst/>
              <a:cxnLst/>
              <a:rect l="l" t="t" r="r" b="b"/>
              <a:pathLst>
                <a:path w="96" h="95" extrusionOk="0">
                  <a:moveTo>
                    <a:pt x="49" y="0"/>
                  </a:moveTo>
                  <a:lnTo>
                    <a:pt x="49" y="0"/>
                  </a:lnTo>
                  <a:lnTo>
                    <a:pt x="32" y="17"/>
                  </a:lnTo>
                  <a:lnTo>
                    <a:pt x="17" y="32"/>
                  </a:lnTo>
                  <a:lnTo>
                    <a:pt x="17" y="32"/>
                  </a:lnTo>
                  <a:cubicBezTo>
                    <a:pt x="1" y="48"/>
                    <a:pt x="1" y="48"/>
                    <a:pt x="1" y="63"/>
                  </a:cubicBezTo>
                  <a:cubicBezTo>
                    <a:pt x="1" y="63"/>
                    <a:pt x="17" y="63"/>
                    <a:pt x="17" y="80"/>
                  </a:cubicBezTo>
                  <a:lnTo>
                    <a:pt x="17" y="80"/>
                  </a:lnTo>
                  <a:cubicBezTo>
                    <a:pt x="32" y="95"/>
                    <a:pt x="32" y="95"/>
                    <a:pt x="49" y="95"/>
                  </a:cubicBezTo>
                  <a:lnTo>
                    <a:pt x="64" y="80"/>
                  </a:lnTo>
                  <a:lnTo>
                    <a:pt x="64" y="80"/>
                  </a:lnTo>
                  <a:lnTo>
                    <a:pt x="64" y="80"/>
                  </a:lnTo>
                  <a:lnTo>
                    <a:pt x="80" y="63"/>
                  </a:lnTo>
                  <a:cubicBezTo>
                    <a:pt x="80" y="63"/>
                    <a:pt x="80" y="48"/>
                    <a:pt x="95" y="48"/>
                  </a:cubicBezTo>
                  <a:cubicBezTo>
                    <a:pt x="95" y="32"/>
                    <a:pt x="95" y="17"/>
                    <a:pt x="80" y="17"/>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4" name="Google Shape;2124;p38"/>
            <p:cNvSpPr/>
            <p:nvPr/>
          </p:nvSpPr>
          <p:spPr>
            <a:xfrm>
              <a:off x="3233632" y="1809785"/>
              <a:ext cx="3021" cy="3053"/>
            </a:xfrm>
            <a:custGeom>
              <a:avLst/>
              <a:gdLst/>
              <a:ahLst/>
              <a:cxnLst/>
              <a:rect l="l" t="t" r="r" b="b"/>
              <a:pathLst>
                <a:path w="95" h="96" extrusionOk="0">
                  <a:moveTo>
                    <a:pt x="48" y="1"/>
                  </a:moveTo>
                  <a:lnTo>
                    <a:pt x="48" y="17"/>
                  </a:lnTo>
                  <a:lnTo>
                    <a:pt x="16" y="17"/>
                  </a:lnTo>
                  <a:lnTo>
                    <a:pt x="16" y="32"/>
                  </a:lnTo>
                  <a:cubicBezTo>
                    <a:pt x="0" y="49"/>
                    <a:pt x="0" y="80"/>
                    <a:pt x="16" y="80"/>
                  </a:cubicBezTo>
                  <a:cubicBezTo>
                    <a:pt x="16" y="95"/>
                    <a:pt x="32" y="95"/>
                    <a:pt x="32" y="95"/>
                  </a:cubicBezTo>
                  <a:cubicBezTo>
                    <a:pt x="48" y="95"/>
                    <a:pt x="63" y="95"/>
                    <a:pt x="63" y="80"/>
                  </a:cubicBezTo>
                  <a:lnTo>
                    <a:pt x="79" y="64"/>
                  </a:lnTo>
                  <a:cubicBezTo>
                    <a:pt x="95" y="49"/>
                    <a:pt x="79" y="32"/>
                    <a:pt x="79" y="17"/>
                  </a:cubicBez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5" name="Google Shape;2125;p38"/>
            <p:cNvSpPr/>
            <p:nvPr/>
          </p:nvSpPr>
          <p:spPr>
            <a:xfrm>
              <a:off x="3160452" y="1819803"/>
              <a:ext cx="3053" cy="2035"/>
            </a:xfrm>
            <a:custGeom>
              <a:avLst/>
              <a:gdLst/>
              <a:ahLst/>
              <a:cxnLst/>
              <a:rect l="l" t="t" r="r" b="b"/>
              <a:pathLst>
                <a:path w="96" h="64" extrusionOk="0">
                  <a:moveTo>
                    <a:pt x="32" y="1"/>
                  </a:moveTo>
                  <a:lnTo>
                    <a:pt x="32" y="1"/>
                  </a:lnTo>
                  <a:lnTo>
                    <a:pt x="32" y="1"/>
                  </a:lnTo>
                  <a:cubicBezTo>
                    <a:pt x="17" y="1"/>
                    <a:pt x="1" y="1"/>
                    <a:pt x="1" y="17"/>
                  </a:cubicBezTo>
                  <a:lnTo>
                    <a:pt x="1" y="32"/>
                  </a:lnTo>
                  <a:cubicBezTo>
                    <a:pt x="1" y="49"/>
                    <a:pt x="17" y="64"/>
                    <a:pt x="32" y="64"/>
                  </a:cubicBezTo>
                  <a:lnTo>
                    <a:pt x="49" y="64"/>
                  </a:lnTo>
                  <a:lnTo>
                    <a:pt x="49" y="64"/>
                  </a:lnTo>
                  <a:lnTo>
                    <a:pt x="64" y="64"/>
                  </a:lnTo>
                  <a:cubicBezTo>
                    <a:pt x="80" y="64"/>
                    <a:pt x="95" y="64"/>
                    <a:pt x="95" y="49"/>
                  </a:cubicBezTo>
                  <a:cubicBezTo>
                    <a:pt x="95" y="32"/>
                    <a:pt x="95" y="17"/>
                    <a:pt x="80" y="1"/>
                  </a:cubicBezTo>
                  <a:lnTo>
                    <a:pt x="64" y="1"/>
                  </a:lnTo>
                  <a:lnTo>
                    <a:pt x="49" y="1"/>
                  </a:lnTo>
                  <a:lnTo>
                    <a:pt x="4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6" name="Google Shape;2126;p38"/>
            <p:cNvSpPr/>
            <p:nvPr/>
          </p:nvSpPr>
          <p:spPr>
            <a:xfrm>
              <a:off x="3377926" y="1792261"/>
              <a:ext cx="3053" cy="2512"/>
            </a:xfrm>
            <a:custGeom>
              <a:avLst/>
              <a:gdLst/>
              <a:ahLst/>
              <a:cxnLst/>
              <a:rect l="l" t="t" r="r" b="b"/>
              <a:pathLst>
                <a:path w="96" h="79" extrusionOk="0">
                  <a:moveTo>
                    <a:pt x="64" y="1"/>
                  </a:moveTo>
                  <a:lnTo>
                    <a:pt x="64" y="1"/>
                  </a:lnTo>
                  <a:lnTo>
                    <a:pt x="64" y="1"/>
                  </a:lnTo>
                  <a:lnTo>
                    <a:pt x="32" y="1"/>
                  </a:lnTo>
                  <a:cubicBezTo>
                    <a:pt x="17" y="16"/>
                    <a:pt x="1" y="32"/>
                    <a:pt x="1" y="47"/>
                  </a:cubicBezTo>
                  <a:cubicBezTo>
                    <a:pt x="17" y="64"/>
                    <a:pt x="32" y="79"/>
                    <a:pt x="49" y="79"/>
                  </a:cubicBezTo>
                  <a:lnTo>
                    <a:pt x="49" y="79"/>
                  </a:lnTo>
                  <a:lnTo>
                    <a:pt x="64" y="79"/>
                  </a:lnTo>
                  <a:cubicBezTo>
                    <a:pt x="95" y="79"/>
                    <a:pt x="95" y="47"/>
                    <a:pt x="95" y="32"/>
                  </a:cubicBezTo>
                  <a:lnTo>
                    <a:pt x="95" y="32"/>
                  </a:lnTo>
                  <a:lnTo>
                    <a:pt x="95" y="16"/>
                  </a:lnTo>
                  <a:cubicBezTo>
                    <a:pt x="95" y="16"/>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7" name="Google Shape;2127;p38"/>
            <p:cNvSpPr/>
            <p:nvPr/>
          </p:nvSpPr>
          <p:spPr>
            <a:xfrm>
              <a:off x="3383936" y="1799767"/>
              <a:ext cx="3053" cy="3053"/>
            </a:xfrm>
            <a:custGeom>
              <a:avLst/>
              <a:gdLst/>
              <a:ahLst/>
              <a:cxnLst/>
              <a:rect l="l" t="t" r="r" b="b"/>
              <a:pathLst>
                <a:path w="96" h="96" extrusionOk="0">
                  <a:moveTo>
                    <a:pt x="64" y="1"/>
                  </a:moveTo>
                  <a:lnTo>
                    <a:pt x="49" y="1"/>
                  </a:lnTo>
                  <a:lnTo>
                    <a:pt x="32" y="17"/>
                  </a:lnTo>
                  <a:lnTo>
                    <a:pt x="17" y="32"/>
                  </a:lnTo>
                  <a:cubicBezTo>
                    <a:pt x="1" y="48"/>
                    <a:pt x="1" y="80"/>
                    <a:pt x="17" y="80"/>
                  </a:cubicBezTo>
                  <a:cubicBezTo>
                    <a:pt x="32" y="95"/>
                    <a:pt x="32" y="95"/>
                    <a:pt x="49" y="95"/>
                  </a:cubicBezTo>
                  <a:lnTo>
                    <a:pt x="64" y="80"/>
                  </a:lnTo>
                  <a:lnTo>
                    <a:pt x="80" y="64"/>
                  </a:lnTo>
                  <a:cubicBezTo>
                    <a:pt x="95" y="48"/>
                    <a:pt x="95" y="32"/>
                    <a:pt x="80" y="17"/>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8" name="Google Shape;2128;p38"/>
            <p:cNvSpPr/>
            <p:nvPr/>
          </p:nvSpPr>
          <p:spPr>
            <a:xfrm>
              <a:off x="3413005" y="1796269"/>
              <a:ext cx="4039" cy="3530"/>
            </a:xfrm>
            <a:custGeom>
              <a:avLst/>
              <a:gdLst/>
              <a:ahLst/>
              <a:cxnLst/>
              <a:rect l="l" t="t" r="r" b="b"/>
              <a:pathLst>
                <a:path w="127" h="111" extrusionOk="0">
                  <a:moveTo>
                    <a:pt x="80" y="1"/>
                  </a:moveTo>
                  <a:lnTo>
                    <a:pt x="80" y="1"/>
                  </a:lnTo>
                  <a:cubicBezTo>
                    <a:pt x="80" y="1"/>
                    <a:pt x="64" y="1"/>
                    <a:pt x="64" y="16"/>
                  </a:cubicBezTo>
                  <a:lnTo>
                    <a:pt x="48" y="1"/>
                  </a:lnTo>
                  <a:lnTo>
                    <a:pt x="32" y="16"/>
                  </a:lnTo>
                  <a:cubicBezTo>
                    <a:pt x="17" y="16"/>
                    <a:pt x="1" y="47"/>
                    <a:pt x="17" y="64"/>
                  </a:cubicBezTo>
                  <a:lnTo>
                    <a:pt x="32" y="95"/>
                  </a:lnTo>
                  <a:cubicBezTo>
                    <a:pt x="48" y="111"/>
                    <a:pt x="48" y="111"/>
                    <a:pt x="64" y="111"/>
                  </a:cubicBezTo>
                  <a:lnTo>
                    <a:pt x="64" y="111"/>
                  </a:lnTo>
                  <a:lnTo>
                    <a:pt x="80" y="111"/>
                  </a:lnTo>
                  <a:cubicBezTo>
                    <a:pt x="80" y="111"/>
                    <a:pt x="95" y="111"/>
                    <a:pt x="95" y="95"/>
                  </a:cubicBezTo>
                  <a:lnTo>
                    <a:pt x="111" y="79"/>
                  </a:lnTo>
                  <a:lnTo>
                    <a:pt x="111" y="64"/>
                  </a:lnTo>
                  <a:lnTo>
                    <a:pt x="111" y="47"/>
                  </a:lnTo>
                  <a:lnTo>
                    <a:pt x="127" y="47"/>
                  </a:lnTo>
                  <a:cubicBezTo>
                    <a:pt x="127" y="32"/>
                    <a:pt x="111" y="16"/>
                    <a:pt x="95"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29" name="Google Shape;2129;p38"/>
            <p:cNvSpPr/>
            <p:nvPr/>
          </p:nvSpPr>
          <p:spPr>
            <a:xfrm>
              <a:off x="3284232" y="1802279"/>
              <a:ext cx="3053" cy="2544"/>
            </a:xfrm>
            <a:custGeom>
              <a:avLst/>
              <a:gdLst/>
              <a:ahLst/>
              <a:cxnLst/>
              <a:rect l="l" t="t" r="r" b="b"/>
              <a:pathLst>
                <a:path w="96" h="80" extrusionOk="0">
                  <a:moveTo>
                    <a:pt x="48" y="1"/>
                  </a:moveTo>
                  <a:lnTo>
                    <a:pt x="48" y="1"/>
                  </a:lnTo>
                  <a:cubicBezTo>
                    <a:pt x="33" y="1"/>
                    <a:pt x="16" y="16"/>
                    <a:pt x="16" y="16"/>
                  </a:cubicBezTo>
                  <a:cubicBezTo>
                    <a:pt x="16" y="32"/>
                    <a:pt x="1" y="48"/>
                    <a:pt x="16" y="48"/>
                  </a:cubicBezTo>
                  <a:lnTo>
                    <a:pt x="16" y="64"/>
                  </a:lnTo>
                  <a:lnTo>
                    <a:pt x="33" y="79"/>
                  </a:lnTo>
                  <a:lnTo>
                    <a:pt x="64" y="79"/>
                  </a:lnTo>
                  <a:lnTo>
                    <a:pt x="64" y="79"/>
                  </a:lnTo>
                  <a:lnTo>
                    <a:pt x="96" y="79"/>
                  </a:lnTo>
                  <a:lnTo>
                    <a:pt x="96" y="64"/>
                  </a:lnTo>
                  <a:cubicBezTo>
                    <a:pt x="96" y="48"/>
                    <a:pt x="96" y="32"/>
                    <a:pt x="79"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0" name="Google Shape;2130;p38"/>
            <p:cNvSpPr/>
            <p:nvPr/>
          </p:nvSpPr>
          <p:spPr>
            <a:xfrm>
              <a:off x="3408521" y="1814333"/>
              <a:ext cx="3021" cy="2512"/>
            </a:xfrm>
            <a:custGeom>
              <a:avLst/>
              <a:gdLst/>
              <a:ahLst/>
              <a:cxnLst/>
              <a:rect l="l" t="t" r="r" b="b"/>
              <a:pathLst>
                <a:path w="95" h="79" extrusionOk="0">
                  <a:moveTo>
                    <a:pt x="32" y="0"/>
                  </a:moveTo>
                  <a:lnTo>
                    <a:pt x="32" y="0"/>
                  </a:lnTo>
                  <a:cubicBezTo>
                    <a:pt x="16" y="0"/>
                    <a:pt x="16" y="0"/>
                    <a:pt x="0" y="15"/>
                  </a:cubicBezTo>
                  <a:cubicBezTo>
                    <a:pt x="0" y="32"/>
                    <a:pt x="0" y="47"/>
                    <a:pt x="16" y="63"/>
                  </a:cubicBezTo>
                  <a:lnTo>
                    <a:pt x="32" y="78"/>
                  </a:lnTo>
                  <a:lnTo>
                    <a:pt x="47" y="78"/>
                  </a:lnTo>
                  <a:cubicBezTo>
                    <a:pt x="63" y="78"/>
                    <a:pt x="79" y="78"/>
                    <a:pt x="79" y="63"/>
                  </a:cubicBezTo>
                  <a:cubicBezTo>
                    <a:pt x="95" y="47"/>
                    <a:pt x="95" y="32"/>
                    <a:pt x="79"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1" name="Google Shape;2131;p38"/>
            <p:cNvSpPr/>
            <p:nvPr/>
          </p:nvSpPr>
          <p:spPr>
            <a:xfrm>
              <a:off x="3357889" y="1786727"/>
              <a:ext cx="3021" cy="2576"/>
            </a:xfrm>
            <a:custGeom>
              <a:avLst/>
              <a:gdLst/>
              <a:ahLst/>
              <a:cxnLst/>
              <a:rect l="l" t="t" r="r" b="b"/>
              <a:pathLst>
                <a:path w="95" h="81" extrusionOk="0">
                  <a:moveTo>
                    <a:pt x="63" y="1"/>
                  </a:moveTo>
                  <a:lnTo>
                    <a:pt x="63" y="1"/>
                  </a:lnTo>
                  <a:lnTo>
                    <a:pt x="48" y="1"/>
                  </a:lnTo>
                  <a:lnTo>
                    <a:pt x="17" y="17"/>
                  </a:lnTo>
                  <a:cubicBezTo>
                    <a:pt x="0" y="17"/>
                    <a:pt x="0" y="32"/>
                    <a:pt x="0" y="49"/>
                  </a:cubicBezTo>
                  <a:lnTo>
                    <a:pt x="32" y="80"/>
                  </a:lnTo>
                  <a:lnTo>
                    <a:pt x="48" y="80"/>
                  </a:lnTo>
                  <a:lnTo>
                    <a:pt x="80" y="64"/>
                  </a:lnTo>
                  <a:cubicBezTo>
                    <a:pt x="95" y="49"/>
                    <a:pt x="95" y="32"/>
                    <a:pt x="95" y="17"/>
                  </a:cubicBezTo>
                  <a:cubicBezTo>
                    <a:pt x="80" y="1"/>
                    <a:pt x="80"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2" name="Google Shape;2132;p38"/>
            <p:cNvSpPr/>
            <p:nvPr/>
          </p:nvSpPr>
          <p:spPr>
            <a:xfrm>
              <a:off x="3312792" y="1791275"/>
              <a:ext cx="3021" cy="2512"/>
            </a:xfrm>
            <a:custGeom>
              <a:avLst/>
              <a:gdLst/>
              <a:ahLst/>
              <a:cxnLst/>
              <a:rect l="l" t="t" r="r" b="b"/>
              <a:pathLst>
                <a:path w="95" h="79" extrusionOk="0">
                  <a:moveTo>
                    <a:pt x="48" y="0"/>
                  </a:moveTo>
                  <a:lnTo>
                    <a:pt x="48" y="0"/>
                  </a:lnTo>
                  <a:lnTo>
                    <a:pt x="17" y="0"/>
                  </a:lnTo>
                  <a:cubicBezTo>
                    <a:pt x="0" y="15"/>
                    <a:pt x="17" y="47"/>
                    <a:pt x="32" y="47"/>
                  </a:cubicBezTo>
                  <a:lnTo>
                    <a:pt x="48" y="63"/>
                  </a:lnTo>
                  <a:cubicBezTo>
                    <a:pt x="48" y="78"/>
                    <a:pt x="63" y="78"/>
                    <a:pt x="63" y="78"/>
                  </a:cubicBezTo>
                  <a:cubicBezTo>
                    <a:pt x="80" y="78"/>
                    <a:pt x="80" y="78"/>
                    <a:pt x="95" y="63"/>
                  </a:cubicBezTo>
                  <a:cubicBezTo>
                    <a:pt x="95" y="47"/>
                    <a:pt x="95" y="32"/>
                    <a:pt x="80" y="15"/>
                  </a:cubicBezTo>
                  <a:lnTo>
                    <a:pt x="63"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3" name="Google Shape;2133;p38"/>
            <p:cNvSpPr/>
            <p:nvPr/>
          </p:nvSpPr>
          <p:spPr>
            <a:xfrm>
              <a:off x="3052224" y="1817800"/>
              <a:ext cx="2544" cy="3053"/>
            </a:xfrm>
            <a:custGeom>
              <a:avLst/>
              <a:gdLst/>
              <a:ahLst/>
              <a:cxnLst/>
              <a:rect l="l" t="t" r="r" b="b"/>
              <a:pathLst>
                <a:path w="80" h="96" extrusionOk="0">
                  <a:moveTo>
                    <a:pt x="48" y="1"/>
                  </a:moveTo>
                  <a:lnTo>
                    <a:pt x="48" y="1"/>
                  </a:lnTo>
                  <a:cubicBezTo>
                    <a:pt x="32" y="1"/>
                    <a:pt x="17" y="17"/>
                    <a:pt x="17" y="17"/>
                  </a:cubicBezTo>
                  <a:lnTo>
                    <a:pt x="1" y="32"/>
                  </a:lnTo>
                  <a:lnTo>
                    <a:pt x="1" y="49"/>
                  </a:lnTo>
                  <a:cubicBezTo>
                    <a:pt x="1" y="64"/>
                    <a:pt x="1" y="80"/>
                    <a:pt x="17" y="80"/>
                  </a:cubicBezTo>
                  <a:cubicBezTo>
                    <a:pt x="17" y="80"/>
                    <a:pt x="17" y="95"/>
                    <a:pt x="32" y="95"/>
                  </a:cubicBezTo>
                  <a:lnTo>
                    <a:pt x="48" y="80"/>
                  </a:lnTo>
                  <a:lnTo>
                    <a:pt x="64" y="80"/>
                  </a:lnTo>
                  <a:lnTo>
                    <a:pt x="64" y="64"/>
                  </a:lnTo>
                  <a:cubicBezTo>
                    <a:pt x="80" y="49"/>
                    <a:pt x="80" y="17"/>
                    <a:pt x="64" y="17"/>
                  </a:cubicBez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4" name="Google Shape;2134;p38"/>
            <p:cNvSpPr/>
            <p:nvPr/>
          </p:nvSpPr>
          <p:spPr>
            <a:xfrm>
              <a:off x="3202560" y="1801771"/>
              <a:ext cx="2544" cy="3053"/>
            </a:xfrm>
            <a:custGeom>
              <a:avLst/>
              <a:gdLst/>
              <a:ahLst/>
              <a:cxnLst/>
              <a:rect l="l" t="t" r="r" b="b"/>
              <a:pathLst>
                <a:path w="80" h="96" extrusionOk="0">
                  <a:moveTo>
                    <a:pt x="48" y="1"/>
                  </a:moveTo>
                  <a:lnTo>
                    <a:pt x="48" y="1"/>
                  </a:lnTo>
                  <a:cubicBezTo>
                    <a:pt x="32" y="1"/>
                    <a:pt x="32" y="17"/>
                    <a:pt x="17" y="17"/>
                  </a:cubicBezTo>
                  <a:lnTo>
                    <a:pt x="0" y="32"/>
                  </a:lnTo>
                  <a:cubicBezTo>
                    <a:pt x="0" y="48"/>
                    <a:pt x="0" y="64"/>
                    <a:pt x="17" y="80"/>
                  </a:cubicBezTo>
                  <a:cubicBezTo>
                    <a:pt x="17" y="95"/>
                    <a:pt x="32" y="95"/>
                    <a:pt x="32" y="95"/>
                  </a:cubicBezTo>
                  <a:lnTo>
                    <a:pt x="32" y="95"/>
                  </a:lnTo>
                  <a:cubicBezTo>
                    <a:pt x="48" y="95"/>
                    <a:pt x="48" y="95"/>
                    <a:pt x="63" y="80"/>
                  </a:cubicBezTo>
                  <a:lnTo>
                    <a:pt x="63" y="80"/>
                  </a:lnTo>
                  <a:lnTo>
                    <a:pt x="80" y="64"/>
                  </a:lnTo>
                  <a:cubicBezTo>
                    <a:pt x="80" y="48"/>
                    <a:pt x="80" y="32"/>
                    <a:pt x="63" y="17"/>
                  </a:cubicBezTo>
                  <a:cubicBezTo>
                    <a:pt x="63"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5" name="Google Shape;2135;p38"/>
            <p:cNvSpPr/>
            <p:nvPr/>
          </p:nvSpPr>
          <p:spPr>
            <a:xfrm>
              <a:off x="3431578" y="1806287"/>
              <a:ext cx="3021" cy="2035"/>
            </a:xfrm>
            <a:custGeom>
              <a:avLst/>
              <a:gdLst/>
              <a:ahLst/>
              <a:cxnLst/>
              <a:rect l="l" t="t" r="r" b="b"/>
              <a:pathLst>
                <a:path w="95" h="64" extrusionOk="0">
                  <a:moveTo>
                    <a:pt x="63" y="1"/>
                  </a:moveTo>
                  <a:lnTo>
                    <a:pt x="47" y="1"/>
                  </a:lnTo>
                  <a:lnTo>
                    <a:pt x="32" y="1"/>
                  </a:lnTo>
                  <a:cubicBezTo>
                    <a:pt x="15" y="1"/>
                    <a:pt x="15" y="1"/>
                    <a:pt x="0" y="16"/>
                  </a:cubicBezTo>
                  <a:lnTo>
                    <a:pt x="0" y="32"/>
                  </a:lnTo>
                  <a:lnTo>
                    <a:pt x="0" y="48"/>
                  </a:lnTo>
                  <a:lnTo>
                    <a:pt x="15" y="64"/>
                  </a:lnTo>
                  <a:lnTo>
                    <a:pt x="32" y="64"/>
                  </a:lnTo>
                  <a:lnTo>
                    <a:pt x="32" y="64"/>
                  </a:lnTo>
                  <a:lnTo>
                    <a:pt x="63" y="64"/>
                  </a:lnTo>
                  <a:cubicBezTo>
                    <a:pt x="78" y="64"/>
                    <a:pt x="95" y="48"/>
                    <a:pt x="95" y="32"/>
                  </a:cubicBezTo>
                  <a:lnTo>
                    <a:pt x="95" y="32"/>
                  </a:lnTo>
                  <a:cubicBezTo>
                    <a:pt x="95" y="1"/>
                    <a:pt x="78"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6" name="Google Shape;2136;p38"/>
            <p:cNvSpPr/>
            <p:nvPr/>
          </p:nvSpPr>
          <p:spPr>
            <a:xfrm>
              <a:off x="3205550" y="1828836"/>
              <a:ext cx="3053" cy="2544"/>
            </a:xfrm>
            <a:custGeom>
              <a:avLst/>
              <a:gdLst/>
              <a:ahLst/>
              <a:cxnLst/>
              <a:rect l="l" t="t" r="r" b="b"/>
              <a:pathLst>
                <a:path w="96" h="80" extrusionOk="0">
                  <a:moveTo>
                    <a:pt x="49" y="0"/>
                  </a:moveTo>
                  <a:lnTo>
                    <a:pt x="49" y="0"/>
                  </a:lnTo>
                  <a:lnTo>
                    <a:pt x="32" y="0"/>
                  </a:lnTo>
                  <a:lnTo>
                    <a:pt x="17" y="32"/>
                  </a:lnTo>
                  <a:cubicBezTo>
                    <a:pt x="1" y="32"/>
                    <a:pt x="1" y="63"/>
                    <a:pt x="17" y="80"/>
                  </a:cubicBezTo>
                  <a:lnTo>
                    <a:pt x="32" y="80"/>
                  </a:lnTo>
                  <a:lnTo>
                    <a:pt x="32" y="48"/>
                  </a:lnTo>
                  <a:lnTo>
                    <a:pt x="64" y="48"/>
                  </a:lnTo>
                  <a:lnTo>
                    <a:pt x="64" y="48"/>
                  </a:lnTo>
                  <a:lnTo>
                    <a:pt x="80" y="48"/>
                  </a:lnTo>
                  <a:lnTo>
                    <a:pt x="80" y="48"/>
                  </a:lnTo>
                  <a:cubicBezTo>
                    <a:pt x="95" y="32"/>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7" name="Google Shape;2137;p38"/>
            <p:cNvSpPr/>
            <p:nvPr/>
          </p:nvSpPr>
          <p:spPr>
            <a:xfrm>
              <a:off x="3318326" y="1817800"/>
              <a:ext cx="3021" cy="2035"/>
            </a:xfrm>
            <a:custGeom>
              <a:avLst/>
              <a:gdLst/>
              <a:ahLst/>
              <a:cxnLst/>
              <a:rect l="l" t="t" r="r" b="b"/>
              <a:pathLst>
                <a:path w="95" h="64" extrusionOk="0">
                  <a:moveTo>
                    <a:pt x="63" y="1"/>
                  </a:moveTo>
                  <a:lnTo>
                    <a:pt x="63" y="1"/>
                  </a:lnTo>
                  <a:lnTo>
                    <a:pt x="32" y="1"/>
                  </a:lnTo>
                  <a:lnTo>
                    <a:pt x="32" y="1"/>
                  </a:lnTo>
                  <a:cubicBezTo>
                    <a:pt x="16" y="1"/>
                    <a:pt x="0" y="17"/>
                    <a:pt x="0" y="32"/>
                  </a:cubicBezTo>
                  <a:cubicBezTo>
                    <a:pt x="0" y="49"/>
                    <a:pt x="0" y="49"/>
                    <a:pt x="16" y="64"/>
                  </a:cubicBezTo>
                  <a:lnTo>
                    <a:pt x="32" y="64"/>
                  </a:lnTo>
                  <a:lnTo>
                    <a:pt x="47" y="64"/>
                  </a:lnTo>
                  <a:lnTo>
                    <a:pt x="63" y="64"/>
                  </a:lnTo>
                  <a:cubicBezTo>
                    <a:pt x="79" y="64"/>
                    <a:pt x="95" y="49"/>
                    <a:pt x="95" y="32"/>
                  </a:cubicBezTo>
                  <a:cubicBezTo>
                    <a:pt x="95" y="17"/>
                    <a:pt x="95" y="17"/>
                    <a:pt x="79"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8" name="Google Shape;2138;p38"/>
            <p:cNvSpPr/>
            <p:nvPr/>
          </p:nvSpPr>
          <p:spPr>
            <a:xfrm>
              <a:off x="3398503" y="1809785"/>
              <a:ext cx="2512" cy="3053"/>
            </a:xfrm>
            <a:custGeom>
              <a:avLst/>
              <a:gdLst/>
              <a:ahLst/>
              <a:cxnLst/>
              <a:rect l="l" t="t" r="r" b="b"/>
              <a:pathLst>
                <a:path w="79" h="96" extrusionOk="0">
                  <a:moveTo>
                    <a:pt x="32" y="1"/>
                  </a:moveTo>
                  <a:lnTo>
                    <a:pt x="32" y="1"/>
                  </a:lnTo>
                  <a:lnTo>
                    <a:pt x="32" y="1"/>
                  </a:lnTo>
                  <a:lnTo>
                    <a:pt x="32" y="1"/>
                  </a:lnTo>
                  <a:cubicBezTo>
                    <a:pt x="15" y="1"/>
                    <a:pt x="15" y="17"/>
                    <a:pt x="0" y="32"/>
                  </a:cubicBezTo>
                  <a:lnTo>
                    <a:pt x="0" y="32"/>
                  </a:lnTo>
                  <a:lnTo>
                    <a:pt x="0" y="49"/>
                  </a:lnTo>
                  <a:lnTo>
                    <a:pt x="0" y="49"/>
                  </a:lnTo>
                  <a:cubicBezTo>
                    <a:pt x="0" y="64"/>
                    <a:pt x="0" y="80"/>
                    <a:pt x="15" y="95"/>
                  </a:cubicBezTo>
                  <a:lnTo>
                    <a:pt x="32" y="95"/>
                  </a:lnTo>
                  <a:lnTo>
                    <a:pt x="47" y="95"/>
                  </a:lnTo>
                  <a:cubicBezTo>
                    <a:pt x="47" y="95"/>
                    <a:pt x="63" y="80"/>
                    <a:pt x="63" y="64"/>
                  </a:cubicBezTo>
                  <a:lnTo>
                    <a:pt x="63" y="64"/>
                  </a:lnTo>
                  <a:lnTo>
                    <a:pt x="63" y="64"/>
                  </a:lnTo>
                  <a:lnTo>
                    <a:pt x="78" y="49"/>
                  </a:lnTo>
                  <a:lnTo>
                    <a:pt x="78" y="49"/>
                  </a:lnTo>
                  <a:lnTo>
                    <a:pt x="78" y="32"/>
                  </a:lnTo>
                  <a:cubicBezTo>
                    <a:pt x="63" y="17"/>
                    <a:pt x="63" y="1"/>
                    <a:pt x="32"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39" name="Google Shape;2139;p38"/>
            <p:cNvSpPr/>
            <p:nvPr/>
          </p:nvSpPr>
          <p:spPr>
            <a:xfrm>
              <a:off x="3206567" y="1830362"/>
              <a:ext cx="2544" cy="2512"/>
            </a:xfrm>
            <a:custGeom>
              <a:avLst/>
              <a:gdLst/>
              <a:ahLst/>
              <a:cxnLst/>
              <a:rect l="l" t="t" r="r" b="b"/>
              <a:pathLst>
                <a:path w="80" h="79" extrusionOk="0">
                  <a:moveTo>
                    <a:pt x="32" y="0"/>
                  </a:moveTo>
                  <a:lnTo>
                    <a:pt x="32" y="0"/>
                  </a:lnTo>
                  <a:lnTo>
                    <a:pt x="0" y="0"/>
                  </a:lnTo>
                  <a:lnTo>
                    <a:pt x="0" y="32"/>
                  </a:lnTo>
                  <a:lnTo>
                    <a:pt x="0" y="47"/>
                  </a:lnTo>
                  <a:lnTo>
                    <a:pt x="17" y="63"/>
                  </a:lnTo>
                  <a:cubicBezTo>
                    <a:pt x="32" y="78"/>
                    <a:pt x="32" y="78"/>
                    <a:pt x="48" y="78"/>
                  </a:cubicBezTo>
                  <a:cubicBezTo>
                    <a:pt x="48" y="78"/>
                    <a:pt x="63" y="63"/>
                    <a:pt x="80" y="63"/>
                  </a:cubicBezTo>
                  <a:cubicBezTo>
                    <a:pt x="80" y="47"/>
                    <a:pt x="80" y="32"/>
                    <a:pt x="63" y="15"/>
                  </a:cubicBezTo>
                  <a:lnTo>
                    <a:pt x="48" y="0"/>
                  </a:ln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0" name="Google Shape;2140;p38"/>
            <p:cNvSpPr/>
            <p:nvPr/>
          </p:nvSpPr>
          <p:spPr>
            <a:xfrm>
              <a:off x="3429034" y="1781734"/>
              <a:ext cx="4039" cy="3021"/>
            </a:xfrm>
            <a:custGeom>
              <a:avLst/>
              <a:gdLst/>
              <a:ahLst/>
              <a:cxnLst/>
              <a:rect l="l" t="t" r="r" b="b"/>
              <a:pathLst>
                <a:path w="127" h="95" extrusionOk="0">
                  <a:moveTo>
                    <a:pt x="80" y="0"/>
                  </a:moveTo>
                  <a:lnTo>
                    <a:pt x="80" y="0"/>
                  </a:lnTo>
                  <a:lnTo>
                    <a:pt x="64" y="0"/>
                  </a:lnTo>
                  <a:lnTo>
                    <a:pt x="32" y="32"/>
                  </a:lnTo>
                  <a:lnTo>
                    <a:pt x="17" y="32"/>
                  </a:lnTo>
                  <a:cubicBezTo>
                    <a:pt x="17" y="32"/>
                    <a:pt x="1" y="48"/>
                    <a:pt x="1" y="63"/>
                  </a:cubicBezTo>
                  <a:lnTo>
                    <a:pt x="1" y="80"/>
                  </a:lnTo>
                  <a:cubicBezTo>
                    <a:pt x="17" y="95"/>
                    <a:pt x="32" y="95"/>
                    <a:pt x="32" y="95"/>
                  </a:cubicBezTo>
                  <a:lnTo>
                    <a:pt x="49" y="95"/>
                  </a:lnTo>
                  <a:lnTo>
                    <a:pt x="95" y="63"/>
                  </a:lnTo>
                  <a:lnTo>
                    <a:pt x="95" y="63"/>
                  </a:lnTo>
                  <a:cubicBezTo>
                    <a:pt x="112" y="48"/>
                    <a:pt x="127" y="32"/>
                    <a:pt x="112" y="17"/>
                  </a:cubicBezTo>
                  <a:lnTo>
                    <a:pt x="95"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1" name="Google Shape;2141;p38"/>
            <p:cNvSpPr/>
            <p:nvPr/>
          </p:nvSpPr>
          <p:spPr>
            <a:xfrm>
              <a:off x="3362914" y="1788731"/>
              <a:ext cx="3021" cy="3053"/>
            </a:xfrm>
            <a:custGeom>
              <a:avLst/>
              <a:gdLst/>
              <a:ahLst/>
              <a:cxnLst/>
              <a:rect l="l" t="t" r="r" b="b"/>
              <a:pathLst>
                <a:path w="95" h="96" extrusionOk="0">
                  <a:moveTo>
                    <a:pt x="48" y="1"/>
                  </a:moveTo>
                  <a:lnTo>
                    <a:pt x="32" y="1"/>
                  </a:lnTo>
                  <a:lnTo>
                    <a:pt x="32" y="1"/>
                  </a:lnTo>
                  <a:cubicBezTo>
                    <a:pt x="16" y="17"/>
                    <a:pt x="0" y="32"/>
                    <a:pt x="16" y="49"/>
                  </a:cubicBezTo>
                  <a:lnTo>
                    <a:pt x="16" y="80"/>
                  </a:lnTo>
                  <a:cubicBezTo>
                    <a:pt x="32" y="95"/>
                    <a:pt x="32" y="95"/>
                    <a:pt x="48" y="95"/>
                  </a:cubicBezTo>
                  <a:lnTo>
                    <a:pt x="63" y="95"/>
                  </a:lnTo>
                  <a:cubicBezTo>
                    <a:pt x="79" y="80"/>
                    <a:pt x="95" y="64"/>
                    <a:pt x="79" y="49"/>
                  </a:cubicBezTo>
                  <a:lnTo>
                    <a:pt x="79" y="32"/>
                  </a:lnTo>
                  <a:cubicBezTo>
                    <a:pt x="63" y="17"/>
                    <a:pt x="63"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2" name="Google Shape;2142;p38"/>
            <p:cNvSpPr/>
            <p:nvPr/>
          </p:nvSpPr>
          <p:spPr>
            <a:xfrm>
              <a:off x="3414532" y="1805778"/>
              <a:ext cx="3021" cy="2544"/>
            </a:xfrm>
            <a:custGeom>
              <a:avLst/>
              <a:gdLst/>
              <a:ahLst/>
              <a:cxnLst/>
              <a:rect l="l" t="t" r="r" b="b"/>
              <a:pathLst>
                <a:path w="95" h="80" extrusionOk="0">
                  <a:moveTo>
                    <a:pt x="63" y="1"/>
                  </a:moveTo>
                  <a:lnTo>
                    <a:pt x="63" y="1"/>
                  </a:lnTo>
                  <a:lnTo>
                    <a:pt x="47" y="1"/>
                  </a:lnTo>
                  <a:lnTo>
                    <a:pt x="32" y="17"/>
                  </a:lnTo>
                  <a:cubicBezTo>
                    <a:pt x="16" y="17"/>
                    <a:pt x="16" y="17"/>
                    <a:pt x="16" y="32"/>
                  </a:cubicBezTo>
                  <a:cubicBezTo>
                    <a:pt x="0" y="32"/>
                    <a:pt x="0" y="48"/>
                    <a:pt x="0" y="64"/>
                  </a:cubicBezTo>
                  <a:cubicBezTo>
                    <a:pt x="16" y="80"/>
                    <a:pt x="32" y="80"/>
                    <a:pt x="32" y="80"/>
                  </a:cubicBezTo>
                  <a:lnTo>
                    <a:pt x="32" y="80"/>
                  </a:lnTo>
                  <a:lnTo>
                    <a:pt x="47" y="80"/>
                  </a:lnTo>
                  <a:lnTo>
                    <a:pt x="79" y="64"/>
                  </a:lnTo>
                  <a:cubicBezTo>
                    <a:pt x="95" y="64"/>
                    <a:pt x="95" y="48"/>
                    <a:pt x="95" y="32"/>
                  </a:cubicBezTo>
                  <a:lnTo>
                    <a:pt x="95" y="32"/>
                  </a:lnTo>
                  <a:lnTo>
                    <a:pt x="95" y="17"/>
                  </a:lnTo>
                  <a:cubicBezTo>
                    <a:pt x="79" y="17"/>
                    <a:pt x="79" y="1"/>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3" name="Google Shape;2143;p38"/>
            <p:cNvSpPr/>
            <p:nvPr/>
          </p:nvSpPr>
          <p:spPr>
            <a:xfrm>
              <a:off x="3143946" y="1833829"/>
              <a:ext cx="3021" cy="3053"/>
            </a:xfrm>
            <a:custGeom>
              <a:avLst/>
              <a:gdLst/>
              <a:ahLst/>
              <a:cxnLst/>
              <a:rect l="l" t="t" r="r" b="b"/>
              <a:pathLst>
                <a:path w="95" h="96" extrusionOk="0">
                  <a:moveTo>
                    <a:pt x="47" y="1"/>
                  </a:moveTo>
                  <a:lnTo>
                    <a:pt x="32" y="1"/>
                  </a:lnTo>
                  <a:cubicBezTo>
                    <a:pt x="32" y="17"/>
                    <a:pt x="16" y="17"/>
                    <a:pt x="16" y="17"/>
                  </a:cubicBezTo>
                  <a:cubicBezTo>
                    <a:pt x="0" y="32"/>
                    <a:pt x="0" y="64"/>
                    <a:pt x="16" y="64"/>
                  </a:cubicBezTo>
                  <a:lnTo>
                    <a:pt x="32" y="80"/>
                  </a:lnTo>
                  <a:cubicBezTo>
                    <a:pt x="47" y="80"/>
                    <a:pt x="47" y="95"/>
                    <a:pt x="63" y="95"/>
                  </a:cubicBezTo>
                  <a:lnTo>
                    <a:pt x="79" y="80"/>
                  </a:lnTo>
                  <a:cubicBezTo>
                    <a:pt x="95" y="64"/>
                    <a:pt x="95" y="49"/>
                    <a:pt x="79" y="32"/>
                  </a:cubicBezTo>
                  <a:lnTo>
                    <a:pt x="63"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4" name="Google Shape;2144;p38"/>
            <p:cNvSpPr/>
            <p:nvPr/>
          </p:nvSpPr>
          <p:spPr>
            <a:xfrm>
              <a:off x="3191524" y="1829344"/>
              <a:ext cx="3053" cy="2512"/>
            </a:xfrm>
            <a:custGeom>
              <a:avLst/>
              <a:gdLst/>
              <a:ahLst/>
              <a:cxnLst/>
              <a:rect l="l" t="t" r="r" b="b"/>
              <a:pathLst>
                <a:path w="96" h="79" extrusionOk="0">
                  <a:moveTo>
                    <a:pt x="64" y="1"/>
                  </a:moveTo>
                  <a:lnTo>
                    <a:pt x="64" y="1"/>
                  </a:lnTo>
                  <a:lnTo>
                    <a:pt x="32" y="1"/>
                  </a:lnTo>
                  <a:lnTo>
                    <a:pt x="17" y="16"/>
                  </a:lnTo>
                  <a:cubicBezTo>
                    <a:pt x="1" y="32"/>
                    <a:pt x="17" y="64"/>
                    <a:pt x="32" y="64"/>
                  </a:cubicBezTo>
                  <a:cubicBezTo>
                    <a:pt x="32" y="79"/>
                    <a:pt x="32" y="79"/>
                    <a:pt x="48" y="79"/>
                  </a:cubicBezTo>
                  <a:cubicBezTo>
                    <a:pt x="64" y="79"/>
                    <a:pt x="64" y="79"/>
                    <a:pt x="80" y="64"/>
                  </a:cubicBezTo>
                  <a:lnTo>
                    <a:pt x="80" y="47"/>
                  </a:lnTo>
                  <a:cubicBezTo>
                    <a:pt x="95" y="32"/>
                    <a:pt x="95" y="16"/>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5" name="Google Shape;2145;p38"/>
            <p:cNvSpPr/>
            <p:nvPr/>
          </p:nvSpPr>
          <p:spPr>
            <a:xfrm>
              <a:off x="3452601" y="1781257"/>
              <a:ext cx="3530" cy="2035"/>
            </a:xfrm>
            <a:custGeom>
              <a:avLst/>
              <a:gdLst/>
              <a:ahLst/>
              <a:cxnLst/>
              <a:rect l="l" t="t" r="r" b="b"/>
              <a:pathLst>
                <a:path w="111" h="64" extrusionOk="0">
                  <a:moveTo>
                    <a:pt x="48" y="0"/>
                  </a:moveTo>
                  <a:lnTo>
                    <a:pt x="32" y="0"/>
                  </a:lnTo>
                  <a:cubicBezTo>
                    <a:pt x="16" y="0"/>
                    <a:pt x="16" y="15"/>
                    <a:pt x="1" y="15"/>
                  </a:cubicBezTo>
                  <a:cubicBezTo>
                    <a:pt x="1" y="47"/>
                    <a:pt x="16" y="63"/>
                    <a:pt x="32" y="63"/>
                  </a:cubicBezTo>
                  <a:lnTo>
                    <a:pt x="64" y="63"/>
                  </a:lnTo>
                  <a:lnTo>
                    <a:pt x="64" y="63"/>
                  </a:lnTo>
                  <a:cubicBezTo>
                    <a:pt x="79" y="63"/>
                    <a:pt x="95" y="63"/>
                    <a:pt x="95" y="47"/>
                  </a:cubicBezTo>
                  <a:cubicBezTo>
                    <a:pt x="111" y="32"/>
                    <a:pt x="95" y="0"/>
                    <a:pt x="79" y="0"/>
                  </a:cubicBezTo>
                  <a:lnTo>
                    <a:pt x="48"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6" name="Google Shape;2146;p38"/>
            <p:cNvSpPr/>
            <p:nvPr/>
          </p:nvSpPr>
          <p:spPr>
            <a:xfrm>
              <a:off x="3260188" y="1822825"/>
              <a:ext cx="3053" cy="2544"/>
            </a:xfrm>
            <a:custGeom>
              <a:avLst/>
              <a:gdLst/>
              <a:ahLst/>
              <a:cxnLst/>
              <a:rect l="l" t="t" r="r" b="b"/>
              <a:pathLst>
                <a:path w="96" h="80" extrusionOk="0">
                  <a:moveTo>
                    <a:pt x="32" y="0"/>
                  </a:moveTo>
                  <a:lnTo>
                    <a:pt x="32" y="0"/>
                  </a:lnTo>
                  <a:lnTo>
                    <a:pt x="16" y="0"/>
                  </a:lnTo>
                  <a:cubicBezTo>
                    <a:pt x="1" y="17"/>
                    <a:pt x="1" y="48"/>
                    <a:pt x="16" y="48"/>
                  </a:cubicBezTo>
                  <a:lnTo>
                    <a:pt x="32" y="63"/>
                  </a:lnTo>
                  <a:cubicBezTo>
                    <a:pt x="32" y="80"/>
                    <a:pt x="47" y="80"/>
                    <a:pt x="47" y="80"/>
                  </a:cubicBezTo>
                  <a:cubicBezTo>
                    <a:pt x="64" y="80"/>
                    <a:pt x="79" y="63"/>
                    <a:pt x="79" y="63"/>
                  </a:cubicBezTo>
                  <a:cubicBezTo>
                    <a:pt x="95" y="48"/>
                    <a:pt x="95" y="32"/>
                    <a:pt x="79" y="17"/>
                  </a:cubicBezTo>
                  <a:lnTo>
                    <a:pt x="64"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7" name="Google Shape;2147;p38"/>
            <p:cNvSpPr/>
            <p:nvPr/>
          </p:nvSpPr>
          <p:spPr>
            <a:xfrm>
              <a:off x="3039185" y="1822825"/>
              <a:ext cx="3053" cy="2544"/>
            </a:xfrm>
            <a:custGeom>
              <a:avLst/>
              <a:gdLst/>
              <a:ahLst/>
              <a:cxnLst/>
              <a:rect l="l" t="t" r="r" b="b"/>
              <a:pathLst>
                <a:path w="96" h="80" extrusionOk="0">
                  <a:moveTo>
                    <a:pt x="49" y="0"/>
                  </a:moveTo>
                  <a:lnTo>
                    <a:pt x="32" y="0"/>
                  </a:lnTo>
                  <a:lnTo>
                    <a:pt x="32" y="0"/>
                  </a:lnTo>
                  <a:lnTo>
                    <a:pt x="1" y="32"/>
                  </a:lnTo>
                  <a:lnTo>
                    <a:pt x="1" y="32"/>
                  </a:lnTo>
                  <a:lnTo>
                    <a:pt x="1" y="48"/>
                  </a:lnTo>
                  <a:lnTo>
                    <a:pt x="32" y="80"/>
                  </a:lnTo>
                  <a:lnTo>
                    <a:pt x="64" y="80"/>
                  </a:lnTo>
                  <a:lnTo>
                    <a:pt x="64" y="80"/>
                  </a:lnTo>
                  <a:cubicBezTo>
                    <a:pt x="80" y="80"/>
                    <a:pt x="95" y="63"/>
                    <a:pt x="95" y="48"/>
                  </a:cubicBezTo>
                  <a:lnTo>
                    <a:pt x="95" y="48"/>
                  </a:lnTo>
                  <a:lnTo>
                    <a:pt x="95" y="32"/>
                  </a:lnTo>
                  <a:cubicBezTo>
                    <a:pt x="95" y="17"/>
                    <a:pt x="80" y="17"/>
                    <a:pt x="80" y="17"/>
                  </a:cubicBezTo>
                  <a:lnTo>
                    <a:pt x="49"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8" name="Google Shape;2148;p38"/>
            <p:cNvSpPr/>
            <p:nvPr/>
          </p:nvSpPr>
          <p:spPr>
            <a:xfrm>
              <a:off x="3404513" y="1813315"/>
              <a:ext cx="2512" cy="2512"/>
            </a:xfrm>
            <a:custGeom>
              <a:avLst/>
              <a:gdLst/>
              <a:ahLst/>
              <a:cxnLst/>
              <a:rect l="l" t="t" r="r" b="b"/>
              <a:pathLst>
                <a:path w="79" h="79" extrusionOk="0">
                  <a:moveTo>
                    <a:pt x="47" y="1"/>
                  </a:moveTo>
                  <a:lnTo>
                    <a:pt x="47" y="1"/>
                  </a:lnTo>
                  <a:lnTo>
                    <a:pt x="47" y="1"/>
                  </a:lnTo>
                  <a:lnTo>
                    <a:pt x="15" y="1"/>
                  </a:lnTo>
                  <a:lnTo>
                    <a:pt x="15" y="16"/>
                  </a:lnTo>
                  <a:lnTo>
                    <a:pt x="0" y="16"/>
                  </a:lnTo>
                  <a:cubicBezTo>
                    <a:pt x="0" y="32"/>
                    <a:pt x="0" y="64"/>
                    <a:pt x="15" y="79"/>
                  </a:cubicBezTo>
                  <a:lnTo>
                    <a:pt x="32" y="79"/>
                  </a:lnTo>
                  <a:cubicBezTo>
                    <a:pt x="47" y="79"/>
                    <a:pt x="47" y="79"/>
                    <a:pt x="63" y="64"/>
                  </a:cubicBezTo>
                  <a:lnTo>
                    <a:pt x="78" y="47"/>
                  </a:lnTo>
                  <a:cubicBezTo>
                    <a:pt x="78" y="32"/>
                    <a:pt x="78" y="16"/>
                    <a:pt x="63"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49" name="Google Shape;2149;p38"/>
            <p:cNvSpPr/>
            <p:nvPr/>
          </p:nvSpPr>
          <p:spPr>
            <a:xfrm>
              <a:off x="3200079" y="1831825"/>
              <a:ext cx="3021" cy="2576"/>
            </a:xfrm>
            <a:custGeom>
              <a:avLst/>
              <a:gdLst/>
              <a:ahLst/>
              <a:cxnLst/>
              <a:rect l="l" t="t" r="r" b="b"/>
              <a:pathLst>
                <a:path w="95" h="81" extrusionOk="0">
                  <a:moveTo>
                    <a:pt x="47" y="1"/>
                  </a:moveTo>
                  <a:lnTo>
                    <a:pt x="47" y="1"/>
                  </a:lnTo>
                  <a:cubicBezTo>
                    <a:pt x="32" y="1"/>
                    <a:pt x="32" y="1"/>
                    <a:pt x="32" y="17"/>
                  </a:cubicBezTo>
                  <a:lnTo>
                    <a:pt x="15" y="32"/>
                  </a:lnTo>
                  <a:cubicBezTo>
                    <a:pt x="0" y="49"/>
                    <a:pt x="0" y="64"/>
                    <a:pt x="15" y="80"/>
                  </a:cubicBezTo>
                  <a:lnTo>
                    <a:pt x="32" y="80"/>
                  </a:lnTo>
                  <a:cubicBezTo>
                    <a:pt x="47" y="80"/>
                    <a:pt x="63" y="80"/>
                    <a:pt x="63" y="64"/>
                  </a:cubicBezTo>
                  <a:lnTo>
                    <a:pt x="78" y="49"/>
                  </a:lnTo>
                  <a:cubicBezTo>
                    <a:pt x="95" y="32"/>
                    <a:pt x="95" y="17"/>
                    <a:pt x="7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0" name="Google Shape;2150;p38"/>
            <p:cNvSpPr/>
            <p:nvPr/>
          </p:nvSpPr>
          <p:spPr>
            <a:xfrm>
              <a:off x="3192033" y="1831825"/>
              <a:ext cx="3053" cy="3053"/>
            </a:xfrm>
            <a:custGeom>
              <a:avLst/>
              <a:gdLst/>
              <a:ahLst/>
              <a:cxnLst/>
              <a:rect l="l" t="t" r="r" b="b"/>
              <a:pathLst>
                <a:path w="96" h="96" extrusionOk="0">
                  <a:moveTo>
                    <a:pt x="48" y="1"/>
                  </a:moveTo>
                  <a:lnTo>
                    <a:pt x="48" y="1"/>
                  </a:lnTo>
                  <a:lnTo>
                    <a:pt x="32" y="17"/>
                  </a:lnTo>
                  <a:lnTo>
                    <a:pt x="16" y="32"/>
                  </a:lnTo>
                  <a:cubicBezTo>
                    <a:pt x="1" y="49"/>
                    <a:pt x="1" y="80"/>
                    <a:pt x="16" y="80"/>
                  </a:cubicBezTo>
                  <a:cubicBezTo>
                    <a:pt x="32" y="95"/>
                    <a:pt x="32" y="95"/>
                    <a:pt x="48" y="95"/>
                  </a:cubicBezTo>
                  <a:lnTo>
                    <a:pt x="64" y="80"/>
                  </a:lnTo>
                  <a:lnTo>
                    <a:pt x="79" y="64"/>
                  </a:lnTo>
                  <a:cubicBezTo>
                    <a:pt x="95" y="49"/>
                    <a:pt x="95" y="32"/>
                    <a:pt x="79" y="17"/>
                  </a:cubicBezTo>
                  <a:cubicBezTo>
                    <a:pt x="64" y="17"/>
                    <a:pt x="64"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1" name="Google Shape;2151;p38"/>
            <p:cNvSpPr/>
            <p:nvPr/>
          </p:nvSpPr>
          <p:spPr>
            <a:xfrm>
              <a:off x="3433041" y="1807781"/>
              <a:ext cx="3053" cy="2544"/>
            </a:xfrm>
            <a:custGeom>
              <a:avLst/>
              <a:gdLst/>
              <a:ahLst/>
              <a:cxnLst/>
              <a:rect l="l" t="t" r="r" b="b"/>
              <a:pathLst>
                <a:path w="96" h="80" extrusionOk="0">
                  <a:moveTo>
                    <a:pt x="64" y="1"/>
                  </a:moveTo>
                  <a:lnTo>
                    <a:pt x="64" y="1"/>
                  </a:lnTo>
                  <a:lnTo>
                    <a:pt x="49" y="1"/>
                  </a:lnTo>
                  <a:lnTo>
                    <a:pt x="32" y="17"/>
                  </a:lnTo>
                  <a:cubicBezTo>
                    <a:pt x="17" y="17"/>
                    <a:pt x="17" y="17"/>
                    <a:pt x="17" y="32"/>
                  </a:cubicBezTo>
                  <a:cubicBezTo>
                    <a:pt x="1" y="32"/>
                    <a:pt x="1" y="48"/>
                    <a:pt x="17" y="64"/>
                  </a:cubicBezTo>
                  <a:lnTo>
                    <a:pt x="17" y="80"/>
                  </a:lnTo>
                  <a:lnTo>
                    <a:pt x="49" y="80"/>
                  </a:lnTo>
                  <a:lnTo>
                    <a:pt x="49" y="80"/>
                  </a:lnTo>
                  <a:lnTo>
                    <a:pt x="80" y="64"/>
                  </a:lnTo>
                  <a:cubicBezTo>
                    <a:pt x="95" y="64"/>
                    <a:pt x="95" y="48"/>
                    <a:pt x="95" y="17"/>
                  </a:cubicBezTo>
                  <a:cubicBezTo>
                    <a:pt x="95" y="17"/>
                    <a:pt x="80"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2" name="Google Shape;2152;p38"/>
            <p:cNvSpPr/>
            <p:nvPr/>
          </p:nvSpPr>
          <p:spPr>
            <a:xfrm>
              <a:off x="3269698" y="1824828"/>
              <a:ext cx="3021" cy="3021"/>
            </a:xfrm>
            <a:custGeom>
              <a:avLst/>
              <a:gdLst/>
              <a:ahLst/>
              <a:cxnLst/>
              <a:rect l="l" t="t" r="r" b="b"/>
              <a:pathLst>
                <a:path w="95" h="95" extrusionOk="0">
                  <a:moveTo>
                    <a:pt x="63" y="0"/>
                  </a:moveTo>
                  <a:lnTo>
                    <a:pt x="48" y="0"/>
                  </a:lnTo>
                  <a:lnTo>
                    <a:pt x="32" y="17"/>
                  </a:lnTo>
                  <a:lnTo>
                    <a:pt x="17" y="32"/>
                  </a:lnTo>
                  <a:cubicBezTo>
                    <a:pt x="0" y="48"/>
                    <a:pt x="0" y="63"/>
                    <a:pt x="17" y="80"/>
                  </a:cubicBezTo>
                  <a:cubicBezTo>
                    <a:pt x="32" y="95"/>
                    <a:pt x="32" y="95"/>
                    <a:pt x="48" y="95"/>
                  </a:cubicBezTo>
                  <a:lnTo>
                    <a:pt x="63" y="80"/>
                  </a:lnTo>
                  <a:lnTo>
                    <a:pt x="80" y="63"/>
                  </a:lnTo>
                  <a:cubicBezTo>
                    <a:pt x="95" y="48"/>
                    <a:pt x="95" y="32"/>
                    <a:pt x="80" y="17"/>
                  </a:cubicBezTo>
                  <a:cubicBezTo>
                    <a:pt x="80" y="0"/>
                    <a:pt x="63" y="0"/>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3" name="Google Shape;2153;p38"/>
            <p:cNvSpPr/>
            <p:nvPr/>
          </p:nvSpPr>
          <p:spPr>
            <a:xfrm>
              <a:off x="3356395" y="1757182"/>
              <a:ext cx="2512" cy="2544"/>
            </a:xfrm>
            <a:custGeom>
              <a:avLst/>
              <a:gdLst/>
              <a:ahLst/>
              <a:cxnLst/>
              <a:rect l="l" t="t" r="r" b="b"/>
              <a:pathLst>
                <a:path w="79" h="80" extrusionOk="0">
                  <a:moveTo>
                    <a:pt x="32" y="1"/>
                  </a:moveTo>
                  <a:lnTo>
                    <a:pt x="32" y="1"/>
                  </a:lnTo>
                  <a:cubicBezTo>
                    <a:pt x="16" y="1"/>
                    <a:pt x="16" y="1"/>
                    <a:pt x="16" y="16"/>
                  </a:cubicBezTo>
                  <a:cubicBezTo>
                    <a:pt x="1" y="32"/>
                    <a:pt x="1" y="48"/>
                    <a:pt x="16" y="64"/>
                  </a:cubicBezTo>
                  <a:lnTo>
                    <a:pt x="32" y="79"/>
                  </a:lnTo>
                  <a:lnTo>
                    <a:pt x="47" y="79"/>
                  </a:lnTo>
                  <a:lnTo>
                    <a:pt x="64" y="79"/>
                  </a:lnTo>
                  <a:cubicBezTo>
                    <a:pt x="64" y="64"/>
                    <a:pt x="64" y="48"/>
                    <a:pt x="79" y="48"/>
                  </a:cubicBezTo>
                  <a:lnTo>
                    <a:pt x="79" y="48"/>
                  </a:lnTo>
                  <a:lnTo>
                    <a:pt x="79" y="16"/>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4" name="Google Shape;2154;p38"/>
            <p:cNvSpPr/>
            <p:nvPr/>
          </p:nvSpPr>
          <p:spPr>
            <a:xfrm>
              <a:off x="3020166" y="1805301"/>
              <a:ext cx="3021" cy="2035"/>
            </a:xfrm>
            <a:custGeom>
              <a:avLst/>
              <a:gdLst/>
              <a:ahLst/>
              <a:cxnLst/>
              <a:rect l="l" t="t" r="r" b="b"/>
              <a:pathLst>
                <a:path w="95" h="64" extrusionOk="0">
                  <a:moveTo>
                    <a:pt x="63" y="0"/>
                  </a:moveTo>
                  <a:lnTo>
                    <a:pt x="48" y="0"/>
                  </a:lnTo>
                  <a:lnTo>
                    <a:pt x="32" y="0"/>
                  </a:lnTo>
                  <a:lnTo>
                    <a:pt x="17" y="0"/>
                  </a:lnTo>
                  <a:cubicBezTo>
                    <a:pt x="0" y="16"/>
                    <a:pt x="0" y="16"/>
                    <a:pt x="0" y="32"/>
                  </a:cubicBezTo>
                  <a:lnTo>
                    <a:pt x="0" y="47"/>
                  </a:lnTo>
                  <a:cubicBezTo>
                    <a:pt x="17" y="63"/>
                    <a:pt x="17" y="63"/>
                    <a:pt x="32" y="63"/>
                  </a:cubicBezTo>
                  <a:lnTo>
                    <a:pt x="32" y="63"/>
                  </a:lnTo>
                  <a:lnTo>
                    <a:pt x="63" y="63"/>
                  </a:lnTo>
                  <a:cubicBezTo>
                    <a:pt x="80" y="63"/>
                    <a:pt x="95" y="47"/>
                    <a:pt x="95" y="32"/>
                  </a:cubicBezTo>
                  <a:cubicBezTo>
                    <a:pt x="95" y="16"/>
                    <a:pt x="80" y="16"/>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5" name="Google Shape;2155;p38"/>
            <p:cNvSpPr/>
            <p:nvPr/>
          </p:nvSpPr>
          <p:spPr>
            <a:xfrm>
              <a:off x="3103333" y="1795283"/>
              <a:ext cx="4039" cy="2512"/>
            </a:xfrm>
            <a:custGeom>
              <a:avLst/>
              <a:gdLst/>
              <a:ahLst/>
              <a:cxnLst/>
              <a:rect l="l" t="t" r="r" b="b"/>
              <a:pathLst>
                <a:path w="127" h="79" extrusionOk="0">
                  <a:moveTo>
                    <a:pt x="32" y="0"/>
                  </a:moveTo>
                  <a:lnTo>
                    <a:pt x="32" y="0"/>
                  </a:lnTo>
                  <a:cubicBezTo>
                    <a:pt x="17" y="15"/>
                    <a:pt x="1" y="15"/>
                    <a:pt x="1" y="32"/>
                  </a:cubicBezTo>
                  <a:lnTo>
                    <a:pt x="1" y="47"/>
                  </a:lnTo>
                  <a:lnTo>
                    <a:pt x="17" y="63"/>
                  </a:lnTo>
                  <a:lnTo>
                    <a:pt x="32" y="78"/>
                  </a:lnTo>
                  <a:lnTo>
                    <a:pt x="95" y="78"/>
                  </a:lnTo>
                  <a:lnTo>
                    <a:pt x="95" y="78"/>
                  </a:lnTo>
                  <a:cubicBezTo>
                    <a:pt x="111" y="78"/>
                    <a:pt x="111" y="63"/>
                    <a:pt x="127" y="47"/>
                  </a:cubicBezTo>
                  <a:lnTo>
                    <a:pt x="127" y="47"/>
                  </a:lnTo>
                  <a:lnTo>
                    <a:pt x="127" y="15"/>
                  </a:lnTo>
                  <a:lnTo>
                    <a:pt x="95" y="15"/>
                  </a:lnTo>
                  <a:lnTo>
                    <a:pt x="95" y="15"/>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6" name="Google Shape;2156;p38"/>
            <p:cNvSpPr/>
            <p:nvPr/>
          </p:nvSpPr>
          <p:spPr>
            <a:xfrm>
              <a:off x="3442074" y="1751648"/>
              <a:ext cx="3021" cy="2576"/>
            </a:xfrm>
            <a:custGeom>
              <a:avLst/>
              <a:gdLst/>
              <a:ahLst/>
              <a:cxnLst/>
              <a:rect l="l" t="t" r="r" b="b"/>
              <a:pathLst>
                <a:path w="95" h="81" extrusionOk="0">
                  <a:moveTo>
                    <a:pt x="63" y="1"/>
                  </a:moveTo>
                  <a:lnTo>
                    <a:pt x="48" y="1"/>
                  </a:lnTo>
                  <a:cubicBezTo>
                    <a:pt x="48" y="1"/>
                    <a:pt x="32" y="1"/>
                    <a:pt x="32" y="17"/>
                  </a:cubicBezTo>
                  <a:lnTo>
                    <a:pt x="17" y="32"/>
                  </a:lnTo>
                  <a:cubicBezTo>
                    <a:pt x="0" y="49"/>
                    <a:pt x="0" y="64"/>
                    <a:pt x="17" y="80"/>
                  </a:cubicBezTo>
                  <a:lnTo>
                    <a:pt x="48" y="80"/>
                  </a:lnTo>
                  <a:lnTo>
                    <a:pt x="63" y="80"/>
                  </a:lnTo>
                  <a:lnTo>
                    <a:pt x="80" y="64"/>
                  </a:lnTo>
                  <a:cubicBezTo>
                    <a:pt x="95" y="49"/>
                    <a:pt x="95" y="17"/>
                    <a:pt x="80"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7" name="Google Shape;2157;p38"/>
            <p:cNvSpPr/>
            <p:nvPr/>
          </p:nvSpPr>
          <p:spPr>
            <a:xfrm>
              <a:off x="3435586" y="1756196"/>
              <a:ext cx="3021" cy="2512"/>
            </a:xfrm>
            <a:custGeom>
              <a:avLst/>
              <a:gdLst/>
              <a:ahLst/>
              <a:cxnLst/>
              <a:rect l="l" t="t" r="r" b="b"/>
              <a:pathLst>
                <a:path w="95" h="79" extrusionOk="0">
                  <a:moveTo>
                    <a:pt x="47" y="0"/>
                  </a:moveTo>
                  <a:lnTo>
                    <a:pt x="47" y="0"/>
                  </a:lnTo>
                  <a:cubicBezTo>
                    <a:pt x="32" y="0"/>
                    <a:pt x="32" y="16"/>
                    <a:pt x="15" y="16"/>
                  </a:cubicBezTo>
                  <a:lnTo>
                    <a:pt x="15" y="16"/>
                  </a:lnTo>
                  <a:cubicBezTo>
                    <a:pt x="15" y="32"/>
                    <a:pt x="0" y="32"/>
                    <a:pt x="15" y="47"/>
                  </a:cubicBezTo>
                  <a:lnTo>
                    <a:pt x="15" y="63"/>
                  </a:lnTo>
                  <a:lnTo>
                    <a:pt x="32" y="79"/>
                  </a:lnTo>
                  <a:lnTo>
                    <a:pt x="47" y="79"/>
                  </a:lnTo>
                  <a:lnTo>
                    <a:pt x="47" y="79"/>
                  </a:lnTo>
                  <a:lnTo>
                    <a:pt x="63" y="79"/>
                  </a:lnTo>
                  <a:lnTo>
                    <a:pt x="63" y="79"/>
                  </a:lnTo>
                  <a:lnTo>
                    <a:pt x="95" y="79"/>
                  </a:lnTo>
                  <a:cubicBezTo>
                    <a:pt x="95" y="63"/>
                    <a:pt x="95" y="47"/>
                    <a:pt x="78" y="32"/>
                  </a:cubicBezTo>
                  <a:lnTo>
                    <a:pt x="78" y="32"/>
                  </a:lnTo>
                  <a:lnTo>
                    <a:pt x="63" y="16"/>
                  </a:lnTo>
                  <a:cubicBezTo>
                    <a:pt x="63" y="0"/>
                    <a:pt x="47" y="0"/>
                    <a:pt x="47"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8" name="Google Shape;2158;p38"/>
            <p:cNvSpPr/>
            <p:nvPr/>
          </p:nvSpPr>
          <p:spPr>
            <a:xfrm>
              <a:off x="3280225" y="1770698"/>
              <a:ext cx="3530" cy="3053"/>
            </a:xfrm>
            <a:custGeom>
              <a:avLst/>
              <a:gdLst/>
              <a:ahLst/>
              <a:cxnLst/>
              <a:rect l="l" t="t" r="r" b="b"/>
              <a:pathLst>
                <a:path w="111" h="96" extrusionOk="0">
                  <a:moveTo>
                    <a:pt x="64" y="1"/>
                  </a:moveTo>
                  <a:lnTo>
                    <a:pt x="64" y="1"/>
                  </a:lnTo>
                  <a:cubicBezTo>
                    <a:pt x="48" y="1"/>
                    <a:pt x="48" y="1"/>
                    <a:pt x="48" y="17"/>
                  </a:cubicBezTo>
                  <a:lnTo>
                    <a:pt x="16" y="49"/>
                  </a:lnTo>
                  <a:cubicBezTo>
                    <a:pt x="1" y="49"/>
                    <a:pt x="16" y="80"/>
                    <a:pt x="32" y="95"/>
                  </a:cubicBezTo>
                  <a:lnTo>
                    <a:pt x="48" y="95"/>
                  </a:lnTo>
                  <a:cubicBezTo>
                    <a:pt x="64" y="95"/>
                    <a:pt x="64" y="95"/>
                    <a:pt x="79" y="80"/>
                  </a:cubicBezTo>
                  <a:lnTo>
                    <a:pt x="95" y="64"/>
                  </a:lnTo>
                  <a:cubicBezTo>
                    <a:pt x="111" y="49"/>
                    <a:pt x="111" y="17"/>
                    <a:pt x="95" y="17"/>
                  </a:cubicBezTo>
                  <a:cubicBezTo>
                    <a:pt x="79" y="1"/>
                    <a:pt x="79" y="1"/>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59" name="Google Shape;2159;p38"/>
            <p:cNvSpPr/>
            <p:nvPr/>
          </p:nvSpPr>
          <p:spPr>
            <a:xfrm>
              <a:off x="3260665" y="1774229"/>
              <a:ext cx="2576" cy="2512"/>
            </a:xfrm>
            <a:custGeom>
              <a:avLst/>
              <a:gdLst/>
              <a:ahLst/>
              <a:cxnLst/>
              <a:rect l="l" t="t" r="r" b="b"/>
              <a:pathLst>
                <a:path w="81" h="79" extrusionOk="0">
                  <a:moveTo>
                    <a:pt x="17" y="1"/>
                  </a:moveTo>
                  <a:lnTo>
                    <a:pt x="17" y="1"/>
                  </a:lnTo>
                  <a:lnTo>
                    <a:pt x="1" y="16"/>
                  </a:lnTo>
                  <a:lnTo>
                    <a:pt x="1" y="32"/>
                  </a:lnTo>
                  <a:cubicBezTo>
                    <a:pt x="1" y="47"/>
                    <a:pt x="17" y="64"/>
                    <a:pt x="17" y="64"/>
                  </a:cubicBezTo>
                  <a:cubicBezTo>
                    <a:pt x="32" y="64"/>
                    <a:pt x="32" y="79"/>
                    <a:pt x="32" y="79"/>
                  </a:cubicBezTo>
                  <a:cubicBezTo>
                    <a:pt x="49" y="79"/>
                    <a:pt x="64" y="64"/>
                    <a:pt x="64" y="64"/>
                  </a:cubicBezTo>
                  <a:lnTo>
                    <a:pt x="64" y="47"/>
                  </a:lnTo>
                  <a:lnTo>
                    <a:pt x="80" y="32"/>
                  </a:lnTo>
                  <a:lnTo>
                    <a:pt x="80" y="1"/>
                  </a:lnTo>
                  <a:cubicBezTo>
                    <a:pt x="80" y="16"/>
                    <a:pt x="64" y="16"/>
                    <a:pt x="49" y="16"/>
                  </a:cubicBezTo>
                  <a:lnTo>
                    <a:pt x="32" y="16"/>
                  </a:lnTo>
                  <a:cubicBezTo>
                    <a:pt x="32" y="16"/>
                    <a:pt x="32" y="1"/>
                    <a:pt x="1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0" name="Google Shape;2160;p38"/>
            <p:cNvSpPr/>
            <p:nvPr/>
          </p:nvSpPr>
          <p:spPr>
            <a:xfrm>
              <a:off x="3401969" y="1761698"/>
              <a:ext cx="3053" cy="2544"/>
            </a:xfrm>
            <a:custGeom>
              <a:avLst/>
              <a:gdLst/>
              <a:ahLst/>
              <a:cxnLst/>
              <a:rect l="l" t="t" r="r" b="b"/>
              <a:pathLst>
                <a:path w="96" h="80" extrusionOk="0">
                  <a:moveTo>
                    <a:pt x="49" y="0"/>
                  </a:moveTo>
                  <a:lnTo>
                    <a:pt x="49" y="0"/>
                  </a:lnTo>
                  <a:cubicBezTo>
                    <a:pt x="49" y="0"/>
                    <a:pt x="32" y="0"/>
                    <a:pt x="32" y="16"/>
                  </a:cubicBezTo>
                  <a:lnTo>
                    <a:pt x="17" y="32"/>
                  </a:lnTo>
                  <a:cubicBezTo>
                    <a:pt x="1" y="48"/>
                    <a:pt x="1" y="63"/>
                    <a:pt x="17" y="79"/>
                  </a:cubicBezTo>
                  <a:lnTo>
                    <a:pt x="49" y="79"/>
                  </a:lnTo>
                  <a:lnTo>
                    <a:pt x="64" y="79"/>
                  </a:lnTo>
                  <a:lnTo>
                    <a:pt x="80" y="63"/>
                  </a:lnTo>
                  <a:cubicBezTo>
                    <a:pt x="95" y="48"/>
                    <a:pt x="95" y="16"/>
                    <a:pt x="80" y="16"/>
                  </a:cubicBezTo>
                  <a:cubicBezTo>
                    <a:pt x="64" y="0"/>
                    <a:pt x="64" y="0"/>
                    <a:pt x="4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1" name="Google Shape;2161;p38"/>
            <p:cNvSpPr/>
            <p:nvPr/>
          </p:nvSpPr>
          <p:spPr>
            <a:xfrm>
              <a:off x="3279239" y="1763702"/>
              <a:ext cx="3021" cy="2544"/>
            </a:xfrm>
            <a:custGeom>
              <a:avLst/>
              <a:gdLst/>
              <a:ahLst/>
              <a:cxnLst/>
              <a:rect l="l" t="t" r="r" b="b"/>
              <a:pathLst>
                <a:path w="95" h="80" extrusionOk="0">
                  <a:moveTo>
                    <a:pt x="63" y="0"/>
                  </a:moveTo>
                  <a:lnTo>
                    <a:pt x="63" y="0"/>
                  </a:lnTo>
                  <a:lnTo>
                    <a:pt x="32" y="0"/>
                  </a:lnTo>
                  <a:lnTo>
                    <a:pt x="16" y="32"/>
                  </a:lnTo>
                  <a:cubicBezTo>
                    <a:pt x="0" y="32"/>
                    <a:pt x="16" y="63"/>
                    <a:pt x="32" y="80"/>
                  </a:cubicBezTo>
                  <a:lnTo>
                    <a:pt x="47" y="80"/>
                  </a:lnTo>
                  <a:cubicBezTo>
                    <a:pt x="63" y="80"/>
                    <a:pt x="63" y="80"/>
                    <a:pt x="79" y="63"/>
                  </a:cubicBezTo>
                  <a:lnTo>
                    <a:pt x="79" y="48"/>
                  </a:lnTo>
                  <a:cubicBezTo>
                    <a:pt x="95" y="32"/>
                    <a:pt x="95" y="16"/>
                    <a:pt x="79"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2" name="Google Shape;2162;p38"/>
            <p:cNvSpPr/>
            <p:nvPr/>
          </p:nvSpPr>
          <p:spPr>
            <a:xfrm>
              <a:off x="3236622" y="1774229"/>
              <a:ext cx="3053" cy="2512"/>
            </a:xfrm>
            <a:custGeom>
              <a:avLst/>
              <a:gdLst/>
              <a:ahLst/>
              <a:cxnLst/>
              <a:rect l="l" t="t" r="r" b="b"/>
              <a:pathLst>
                <a:path w="96" h="79" extrusionOk="0">
                  <a:moveTo>
                    <a:pt x="48" y="1"/>
                  </a:moveTo>
                  <a:lnTo>
                    <a:pt x="32" y="1"/>
                  </a:lnTo>
                  <a:lnTo>
                    <a:pt x="17" y="16"/>
                  </a:lnTo>
                  <a:cubicBezTo>
                    <a:pt x="1" y="32"/>
                    <a:pt x="1" y="47"/>
                    <a:pt x="17" y="64"/>
                  </a:cubicBezTo>
                  <a:lnTo>
                    <a:pt x="32" y="79"/>
                  </a:lnTo>
                  <a:lnTo>
                    <a:pt x="64" y="79"/>
                  </a:lnTo>
                  <a:lnTo>
                    <a:pt x="80" y="79"/>
                  </a:lnTo>
                  <a:cubicBezTo>
                    <a:pt x="95" y="64"/>
                    <a:pt x="95" y="32"/>
                    <a:pt x="80" y="32"/>
                  </a:cubicBezTo>
                  <a:lnTo>
                    <a:pt x="64" y="16"/>
                  </a:lnTo>
                  <a:cubicBezTo>
                    <a:pt x="64" y="1"/>
                    <a:pt x="48" y="1"/>
                    <a:pt x="48"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3" name="Google Shape;2163;p38"/>
            <p:cNvSpPr/>
            <p:nvPr/>
          </p:nvSpPr>
          <p:spPr>
            <a:xfrm>
              <a:off x="3261206" y="1771716"/>
              <a:ext cx="3021" cy="3021"/>
            </a:xfrm>
            <a:custGeom>
              <a:avLst/>
              <a:gdLst/>
              <a:ahLst/>
              <a:cxnLst/>
              <a:rect l="l" t="t" r="r" b="b"/>
              <a:pathLst>
                <a:path w="95" h="95" extrusionOk="0">
                  <a:moveTo>
                    <a:pt x="47" y="0"/>
                  </a:moveTo>
                  <a:lnTo>
                    <a:pt x="47" y="0"/>
                  </a:lnTo>
                  <a:cubicBezTo>
                    <a:pt x="32" y="0"/>
                    <a:pt x="32" y="17"/>
                    <a:pt x="15" y="17"/>
                  </a:cubicBezTo>
                  <a:lnTo>
                    <a:pt x="15" y="48"/>
                  </a:lnTo>
                  <a:lnTo>
                    <a:pt x="0" y="48"/>
                  </a:lnTo>
                  <a:lnTo>
                    <a:pt x="0" y="80"/>
                  </a:lnTo>
                  <a:cubicBezTo>
                    <a:pt x="15" y="80"/>
                    <a:pt x="15" y="95"/>
                    <a:pt x="15" y="95"/>
                  </a:cubicBezTo>
                  <a:lnTo>
                    <a:pt x="32" y="95"/>
                  </a:lnTo>
                  <a:cubicBezTo>
                    <a:pt x="47" y="95"/>
                    <a:pt x="63" y="95"/>
                    <a:pt x="63" y="80"/>
                  </a:cubicBezTo>
                  <a:lnTo>
                    <a:pt x="63" y="80"/>
                  </a:lnTo>
                  <a:lnTo>
                    <a:pt x="78" y="63"/>
                  </a:lnTo>
                  <a:lnTo>
                    <a:pt x="78" y="48"/>
                  </a:lnTo>
                  <a:cubicBezTo>
                    <a:pt x="95" y="32"/>
                    <a:pt x="78" y="17"/>
                    <a:pt x="63"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4" name="Google Shape;2164;p38"/>
            <p:cNvSpPr/>
            <p:nvPr/>
          </p:nvSpPr>
          <p:spPr>
            <a:xfrm>
              <a:off x="3333369" y="1776709"/>
              <a:ext cx="3021" cy="2576"/>
            </a:xfrm>
            <a:custGeom>
              <a:avLst/>
              <a:gdLst/>
              <a:ahLst/>
              <a:cxnLst/>
              <a:rect l="l" t="t" r="r" b="b"/>
              <a:pathLst>
                <a:path w="95" h="81" extrusionOk="0">
                  <a:moveTo>
                    <a:pt x="47" y="1"/>
                  </a:moveTo>
                  <a:lnTo>
                    <a:pt x="32" y="1"/>
                  </a:lnTo>
                  <a:cubicBezTo>
                    <a:pt x="32" y="1"/>
                    <a:pt x="15" y="1"/>
                    <a:pt x="15" y="17"/>
                  </a:cubicBezTo>
                  <a:cubicBezTo>
                    <a:pt x="0" y="32"/>
                    <a:pt x="0" y="49"/>
                    <a:pt x="15" y="64"/>
                  </a:cubicBezTo>
                  <a:lnTo>
                    <a:pt x="32" y="80"/>
                  </a:lnTo>
                  <a:lnTo>
                    <a:pt x="63" y="80"/>
                  </a:lnTo>
                  <a:cubicBezTo>
                    <a:pt x="63" y="80"/>
                    <a:pt x="78" y="80"/>
                    <a:pt x="78" y="64"/>
                  </a:cubicBezTo>
                  <a:cubicBezTo>
                    <a:pt x="95" y="49"/>
                    <a:pt x="95" y="32"/>
                    <a:pt x="78" y="17"/>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5" name="Google Shape;2165;p38"/>
            <p:cNvSpPr/>
            <p:nvPr/>
          </p:nvSpPr>
          <p:spPr>
            <a:xfrm>
              <a:off x="3287730" y="1781257"/>
              <a:ext cx="3053" cy="3021"/>
            </a:xfrm>
            <a:custGeom>
              <a:avLst/>
              <a:gdLst/>
              <a:ahLst/>
              <a:cxnLst/>
              <a:rect l="l" t="t" r="r" b="b"/>
              <a:pathLst>
                <a:path w="96" h="95" extrusionOk="0">
                  <a:moveTo>
                    <a:pt x="32" y="0"/>
                  </a:moveTo>
                  <a:lnTo>
                    <a:pt x="32" y="0"/>
                  </a:lnTo>
                  <a:lnTo>
                    <a:pt x="17" y="15"/>
                  </a:lnTo>
                  <a:cubicBezTo>
                    <a:pt x="1" y="32"/>
                    <a:pt x="1" y="47"/>
                    <a:pt x="17" y="63"/>
                  </a:cubicBezTo>
                  <a:lnTo>
                    <a:pt x="32" y="78"/>
                  </a:lnTo>
                  <a:lnTo>
                    <a:pt x="49" y="95"/>
                  </a:lnTo>
                  <a:cubicBezTo>
                    <a:pt x="64" y="95"/>
                    <a:pt x="80" y="78"/>
                    <a:pt x="80" y="78"/>
                  </a:cubicBezTo>
                  <a:cubicBezTo>
                    <a:pt x="95" y="63"/>
                    <a:pt x="95" y="32"/>
                    <a:pt x="80" y="32"/>
                  </a:cubicBezTo>
                  <a:lnTo>
                    <a:pt x="64" y="15"/>
                  </a:lnTo>
                  <a:cubicBezTo>
                    <a:pt x="49" y="0"/>
                    <a:pt x="49" y="0"/>
                    <a:pt x="32"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6" name="Google Shape;2166;p38"/>
            <p:cNvSpPr/>
            <p:nvPr/>
          </p:nvSpPr>
          <p:spPr>
            <a:xfrm>
              <a:off x="3095827" y="1799767"/>
              <a:ext cx="2544" cy="2544"/>
            </a:xfrm>
            <a:custGeom>
              <a:avLst/>
              <a:gdLst/>
              <a:ahLst/>
              <a:cxnLst/>
              <a:rect l="l" t="t" r="r" b="b"/>
              <a:pathLst>
                <a:path w="80" h="80" extrusionOk="0">
                  <a:moveTo>
                    <a:pt x="48" y="1"/>
                  </a:moveTo>
                  <a:lnTo>
                    <a:pt x="48" y="1"/>
                  </a:lnTo>
                  <a:cubicBezTo>
                    <a:pt x="32" y="1"/>
                    <a:pt x="32" y="1"/>
                    <a:pt x="32" y="17"/>
                  </a:cubicBezTo>
                  <a:lnTo>
                    <a:pt x="16" y="32"/>
                  </a:lnTo>
                  <a:cubicBezTo>
                    <a:pt x="1" y="48"/>
                    <a:pt x="1" y="64"/>
                    <a:pt x="16" y="80"/>
                  </a:cubicBezTo>
                  <a:lnTo>
                    <a:pt x="32" y="80"/>
                  </a:lnTo>
                  <a:cubicBezTo>
                    <a:pt x="48" y="80"/>
                    <a:pt x="64" y="80"/>
                    <a:pt x="64" y="64"/>
                  </a:cubicBezTo>
                  <a:lnTo>
                    <a:pt x="79" y="48"/>
                  </a:lnTo>
                  <a:lnTo>
                    <a:pt x="79" y="48"/>
                  </a:lnTo>
                  <a:lnTo>
                    <a:pt x="79" y="17"/>
                  </a:lnTo>
                  <a:lnTo>
                    <a:pt x="79"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7" name="Google Shape;2167;p38"/>
            <p:cNvSpPr/>
            <p:nvPr/>
          </p:nvSpPr>
          <p:spPr>
            <a:xfrm>
              <a:off x="3098339" y="1799290"/>
              <a:ext cx="3021" cy="3021"/>
            </a:xfrm>
            <a:custGeom>
              <a:avLst/>
              <a:gdLst/>
              <a:ahLst/>
              <a:cxnLst/>
              <a:rect l="l" t="t" r="r" b="b"/>
              <a:pathLst>
                <a:path w="95" h="95" extrusionOk="0">
                  <a:moveTo>
                    <a:pt x="48" y="0"/>
                  </a:moveTo>
                  <a:lnTo>
                    <a:pt x="48" y="0"/>
                  </a:lnTo>
                  <a:cubicBezTo>
                    <a:pt x="32" y="0"/>
                    <a:pt x="32" y="16"/>
                    <a:pt x="16" y="16"/>
                  </a:cubicBezTo>
                  <a:lnTo>
                    <a:pt x="16" y="32"/>
                  </a:lnTo>
                  <a:lnTo>
                    <a:pt x="0" y="32"/>
                  </a:lnTo>
                  <a:lnTo>
                    <a:pt x="0" y="63"/>
                  </a:lnTo>
                  <a:lnTo>
                    <a:pt x="16" y="79"/>
                  </a:lnTo>
                  <a:lnTo>
                    <a:pt x="32" y="95"/>
                  </a:lnTo>
                  <a:cubicBezTo>
                    <a:pt x="48" y="95"/>
                    <a:pt x="63" y="79"/>
                    <a:pt x="63" y="79"/>
                  </a:cubicBezTo>
                  <a:lnTo>
                    <a:pt x="79" y="63"/>
                  </a:lnTo>
                  <a:cubicBezTo>
                    <a:pt x="95" y="47"/>
                    <a:pt x="79" y="16"/>
                    <a:pt x="79" y="16"/>
                  </a:cubicBezTo>
                  <a:cubicBezTo>
                    <a:pt x="63" y="0"/>
                    <a:pt x="63"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8" name="Google Shape;2168;p38"/>
            <p:cNvSpPr/>
            <p:nvPr/>
          </p:nvSpPr>
          <p:spPr>
            <a:xfrm>
              <a:off x="3050729" y="1804792"/>
              <a:ext cx="2544" cy="3021"/>
            </a:xfrm>
            <a:custGeom>
              <a:avLst/>
              <a:gdLst/>
              <a:ahLst/>
              <a:cxnLst/>
              <a:rect l="l" t="t" r="r" b="b"/>
              <a:pathLst>
                <a:path w="80" h="95" extrusionOk="0">
                  <a:moveTo>
                    <a:pt x="48" y="0"/>
                  </a:moveTo>
                  <a:lnTo>
                    <a:pt x="48" y="0"/>
                  </a:lnTo>
                  <a:cubicBezTo>
                    <a:pt x="32" y="0"/>
                    <a:pt x="32" y="0"/>
                    <a:pt x="16" y="16"/>
                  </a:cubicBezTo>
                  <a:lnTo>
                    <a:pt x="16" y="32"/>
                  </a:lnTo>
                  <a:lnTo>
                    <a:pt x="16" y="48"/>
                  </a:lnTo>
                  <a:lnTo>
                    <a:pt x="16" y="48"/>
                  </a:lnTo>
                  <a:cubicBezTo>
                    <a:pt x="1" y="63"/>
                    <a:pt x="16" y="79"/>
                    <a:pt x="32" y="95"/>
                  </a:cubicBezTo>
                  <a:lnTo>
                    <a:pt x="48" y="95"/>
                  </a:lnTo>
                  <a:lnTo>
                    <a:pt x="48" y="95"/>
                  </a:lnTo>
                  <a:cubicBezTo>
                    <a:pt x="64" y="95"/>
                    <a:pt x="64" y="79"/>
                    <a:pt x="79" y="63"/>
                  </a:cubicBezTo>
                  <a:lnTo>
                    <a:pt x="79" y="63"/>
                  </a:lnTo>
                  <a:lnTo>
                    <a:pt x="79" y="48"/>
                  </a:lnTo>
                  <a:lnTo>
                    <a:pt x="79" y="32"/>
                  </a:lnTo>
                  <a:lnTo>
                    <a:pt x="79" y="32"/>
                  </a:lnTo>
                  <a:cubicBezTo>
                    <a:pt x="79" y="16"/>
                    <a:pt x="64" y="0"/>
                    <a:pt x="48"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69" name="Google Shape;2169;p38"/>
            <p:cNvSpPr/>
            <p:nvPr/>
          </p:nvSpPr>
          <p:spPr>
            <a:xfrm>
              <a:off x="3206090" y="1774229"/>
              <a:ext cx="3021" cy="2512"/>
            </a:xfrm>
            <a:custGeom>
              <a:avLst/>
              <a:gdLst/>
              <a:ahLst/>
              <a:cxnLst/>
              <a:rect l="l" t="t" r="r" b="b"/>
              <a:pathLst>
                <a:path w="95" h="79" extrusionOk="0">
                  <a:moveTo>
                    <a:pt x="32" y="1"/>
                  </a:moveTo>
                  <a:lnTo>
                    <a:pt x="32" y="1"/>
                  </a:lnTo>
                  <a:cubicBezTo>
                    <a:pt x="15" y="1"/>
                    <a:pt x="15" y="1"/>
                    <a:pt x="0" y="16"/>
                  </a:cubicBezTo>
                  <a:cubicBezTo>
                    <a:pt x="0" y="16"/>
                    <a:pt x="0" y="47"/>
                    <a:pt x="15" y="64"/>
                  </a:cubicBezTo>
                  <a:lnTo>
                    <a:pt x="32" y="64"/>
                  </a:lnTo>
                  <a:cubicBezTo>
                    <a:pt x="32" y="79"/>
                    <a:pt x="47" y="79"/>
                    <a:pt x="47" y="79"/>
                  </a:cubicBezTo>
                  <a:cubicBezTo>
                    <a:pt x="63" y="79"/>
                    <a:pt x="78" y="79"/>
                    <a:pt x="78" y="64"/>
                  </a:cubicBezTo>
                  <a:cubicBezTo>
                    <a:pt x="95" y="47"/>
                    <a:pt x="95" y="32"/>
                    <a:pt x="78" y="16"/>
                  </a:cubicBezTo>
                  <a:lnTo>
                    <a:pt x="63"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0" name="Google Shape;2170;p38"/>
            <p:cNvSpPr/>
            <p:nvPr/>
          </p:nvSpPr>
          <p:spPr>
            <a:xfrm>
              <a:off x="3358398" y="1757691"/>
              <a:ext cx="3530" cy="3021"/>
            </a:xfrm>
            <a:custGeom>
              <a:avLst/>
              <a:gdLst/>
              <a:ahLst/>
              <a:cxnLst/>
              <a:rect l="l" t="t" r="r" b="b"/>
              <a:pathLst>
                <a:path w="111" h="95" extrusionOk="0">
                  <a:moveTo>
                    <a:pt x="79" y="0"/>
                  </a:moveTo>
                  <a:lnTo>
                    <a:pt x="79" y="0"/>
                  </a:lnTo>
                  <a:cubicBezTo>
                    <a:pt x="64" y="0"/>
                    <a:pt x="47" y="0"/>
                    <a:pt x="47" y="16"/>
                  </a:cubicBezTo>
                  <a:lnTo>
                    <a:pt x="32" y="32"/>
                  </a:lnTo>
                  <a:lnTo>
                    <a:pt x="32" y="32"/>
                  </a:lnTo>
                  <a:lnTo>
                    <a:pt x="32" y="32"/>
                  </a:lnTo>
                  <a:lnTo>
                    <a:pt x="16" y="32"/>
                  </a:lnTo>
                  <a:lnTo>
                    <a:pt x="16" y="32"/>
                  </a:lnTo>
                  <a:cubicBezTo>
                    <a:pt x="1" y="32"/>
                    <a:pt x="1" y="48"/>
                    <a:pt x="1" y="63"/>
                  </a:cubicBezTo>
                  <a:lnTo>
                    <a:pt x="1" y="79"/>
                  </a:lnTo>
                  <a:cubicBezTo>
                    <a:pt x="1" y="95"/>
                    <a:pt x="16" y="95"/>
                    <a:pt x="32" y="95"/>
                  </a:cubicBezTo>
                  <a:lnTo>
                    <a:pt x="47" y="95"/>
                  </a:lnTo>
                  <a:lnTo>
                    <a:pt x="47" y="95"/>
                  </a:lnTo>
                  <a:cubicBezTo>
                    <a:pt x="64" y="95"/>
                    <a:pt x="79" y="95"/>
                    <a:pt x="79" y="79"/>
                  </a:cubicBezTo>
                  <a:lnTo>
                    <a:pt x="110" y="48"/>
                  </a:lnTo>
                  <a:lnTo>
                    <a:pt x="110" y="48"/>
                  </a:lnTo>
                  <a:cubicBezTo>
                    <a:pt x="110" y="32"/>
                    <a:pt x="110" y="0"/>
                    <a:pt x="95"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1" name="Google Shape;2171;p38"/>
            <p:cNvSpPr/>
            <p:nvPr/>
          </p:nvSpPr>
          <p:spPr>
            <a:xfrm>
              <a:off x="3432564" y="1766691"/>
              <a:ext cx="2512" cy="2576"/>
            </a:xfrm>
            <a:custGeom>
              <a:avLst/>
              <a:gdLst/>
              <a:ahLst/>
              <a:cxnLst/>
              <a:rect l="l" t="t" r="r" b="b"/>
              <a:pathLst>
                <a:path w="79" h="81" extrusionOk="0">
                  <a:moveTo>
                    <a:pt x="47" y="1"/>
                  </a:moveTo>
                  <a:lnTo>
                    <a:pt x="47" y="1"/>
                  </a:lnTo>
                  <a:lnTo>
                    <a:pt x="16" y="1"/>
                  </a:lnTo>
                  <a:lnTo>
                    <a:pt x="1" y="17"/>
                  </a:lnTo>
                  <a:lnTo>
                    <a:pt x="1" y="49"/>
                  </a:lnTo>
                  <a:cubicBezTo>
                    <a:pt x="1" y="49"/>
                    <a:pt x="1" y="64"/>
                    <a:pt x="16" y="64"/>
                  </a:cubicBezTo>
                  <a:cubicBezTo>
                    <a:pt x="16" y="80"/>
                    <a:pt x="32" y="80"/>
                    <a:pt x="32" y="80"/>
                  </a:cubicBezTo>
                  <a:lnTo>
                    <a:pt x="32" y="80"/>
                  </a:lnTo>
                  <a:cubicBezTo>
                    <a:pt x="47" y="80"/>
                    <a:pt x="47" y="80"/>
                    <a:pt x="64" y="64"/>
                  </a:cubicBezTo>
                  <a:lnTo>
                    <a:pt x="79" y="49"/>
                  </a:lnTo>
                  <a:cubicBezTo>
                    <a:pt x="79" y="32"/>
                    <a:pt x="79" y="17"/>
                    <a:pt x="64"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2" name="Google Shape;2172;p38"/>
            <p:cNvSpPr/>
            <p:nvPr/>
          </p:nvSpPr>
          <p:spPr>
            <a:xfrm>
              <a:off x="3053751" y="1806287"/>
              <a:ext cx="3021" cy="3053"/>
            </a:xfrm>
            <a:custGeom>
              <a:avLst/>
              <a:gdLst/>
              <a:ahLst/>
              <a:cxnLst/>
              <a:rect l="l" t="t" r="r" b="b"/>
              <a:pathLst>
                <a:path w="95" h="96" extrusionOk="0">
                  <a:moveTo>
                    <a:pt x="47" y="1"/>
                  </a:moveTo>
                  <a:lnTo>
                    <a:pt x="47" y="1"/>
                  </a:lnTo>
                  <a:lnTo>
                    <a:pt x="32" y="16"/>
                  </a:lnTo>
                  <a:lnTo>
                    <a:pt x="16" y="32"/>
                  </a:lnTo>
                  <a:cubicBezTo>
                    <a:pt x="0" y="48"/>
                    <a:pt x="0" y="64"/>
                    <a:pt x="16" y="79"/>
                  </a:cubicBezTo>
                  <a:lnTo>
                    <a:pt x="32" y="95"/>
                  </a:lnTo>
                  <a:cubicBezTo>
                    <a:pt x="47" y="95"/>
                    <a:pt x="63" y="79"/>
                    <a:pt x="63" y="79"/>
                  </a:cubicBezTo>
                  <a:lnTo>
                    <a:pt x="79" y="64"/>
                  </a:lnTo>
                  <a:cubicBezTo>
                    <a:pt x="95" y="48"/>
                    <a:pt x="95" y="32"/>
                    <a:pt x="79" y="16"/>
                  </a:cubicBezTo>
                  <a:cubicBezTo>
                    <a:pt x="63" y="1"/>
                    <a:pt x="63" y="1"/>
                    <a:pt x="47" y="1"/>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3" name="Google Shape;2173;p38"/>
            <p:cNvSpPr/>
            <p:nvPr/>
          </p:nvSpPr>
          <p:spPr>
            <a:xfrm>
              <a:off x="3330347" y="1777727"/>
              <a:ext cx="3053" cy="2544"/>
            </a:xfrm>
            <a:custGeom>
              <a:avLst/>
              <a:gdLst/>
              <a:ahLst/>
              <a:cxnLst/>
              <a:rect l="l" t="t" r="r" b="b"/>
              <a:pathLst>
                <a:path w="96" h="80" extrusionOk="0">
                  <a:moveTo>
                    <a:pt x="32" y="0"/>
                  </a:moveTo>
                  <a:lnTo>
                    <a:pt x="32" y="0"/>
                  </a:lnTo>
                  <a:cubicBezTo>
                    <a:pt x="16" y="0"/>
                    <a:pt x="1" y="17"/>
                    <a:pt x="1" y="32"/>
                  </a:cubicBezTo>
                  <a:cubicBezTo>
                    <a:pt x="1" y="32"/>
                    <a:pt x="1" y="48"/>
                    <a:pt x="16" y="48"/>
                  </a:cubicBezTo>
                  <a:cubicBezTo>
                    <a:pt x="16" y="63"/>
                    <a:pt x="16" y="63"/>
                    <a:pt x="32" y="63"/>
                  </a:cubicBezTo>
                  <a:lnTo>
                    <a:pt x="32" y="63"/>
                  </a:lnTo>
                  <a:lnTo>
                    <a:pt x="47" y="80"/>
                  </a:lnTo>
                  <a:lnTo>
                    <a:pt x="64" y="80"/>
                  </a:lnTo>
                  <a:cubicBezTo>
                    <a:pt x="64" y="80"/>
                    <a:pt x="79" y="80"/>
                    <a:pt x="79" y="63"/>
                  </a:cubicBezTo>
                  <a:cubicBezTo>
                    <a:pt x="95" y="63"/>
                    <a:pt x="95" y="63"/>
                    <a:pt x="95" y="48"/>
                  </a:cubicBezTo>
                  <a:cubicBezTo>
                    <a:pt x="95" y="32"/>
                    <a:pt x="95" y="17"/>
                    <a:pt x="64" y="0"/>
                  </a:cubicBezTo>
                  <a:lnTo>
                    <a:pt x="47"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4" name="Google Shape;2174;p38"/>
            <p:cNvSpPr/>
            <p:nvPr/>
          </p:nvSpPr>
          <p:spPr>
            <a:xfrm>
              <a:off x="3257676" y="1769712"/>
              <a:ext cx="3021" cy="2544"/>
            </a:xfrm>
            <a:custGeom>
              <a:avLst/>
              <a:gdLst/>
              <a:ahLst/>
              <a:cxnLst/>
              <a:rect l="l" t="t" r="r" b="b"/>
              <a:pathLst>
                <a:path w="95" h="80" extrusionOk="0">
                  <a:moveTo>
                    <a:pt x="48" y="0"/>
                  </a:moveTo>
                  <a:lnTo>
                    <a:pt x="48" y="0"/>
                  </a:lnTo>
                  <a:cubicBezTo>
                    <a:pt x="48" y="0"/>
                    <a:pt x="32" y="0"/>
                    <a:pt x="32" y="17"/>
                  </a:cubicBezTo>
                  <a:lnTo>
                    <a:pt x="17" y="32"/>
                  </a:lnTo>
                  <a:cubicBezTo>
                    <a:pt x="0" y="48"/>
                    <a:pt x="0" y="63"/>
                    <a:pt x="17" y="80"/>
                  </a:cubicBezTo>
                  <a:lnTo>
                    <a:pt x="48" y="80"/>
                  </a:lnTo>
                  <a:lnTo>
                    <a:pt x="63" y="80"/>
                  </a:lnTo>
                  <a:lnTo>
                    <a:pt x="80" y="48"/>
                  </a:lnTo>
                  <a:cubicBezTo>
                    <a:pt x="95" y="48"/>
                    <a:pt x="95" y="17"/>
                    <a:pt x="80" y="0"/>
                  </a:cubicBez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5" name="Google Shape;2175;p38"/>
            <p:cNvSpPr/>
            <p:nvPr/>
          </p:nvSpPr>
          <p:spPr>
            <a:xfrm>
              <a:off x="3434568" y="1750662"/>
              <a:ext cx="3530" cy="3562"/>
            </a:xfrm>
            <a:custGeom>
              <a:avLst/>
              <a:gdLst/>
              <a:ahLst/>
              <a:cxnLst/>
              <a:rect l="l" t="t" r="r" b="b"/>
              <a:pathLst>
                <a:path w="111" h="112" extrusionOk="0">
                  <a:moveTo>
                    <a:pt x="79" y="0"/>
                  </a:moveTo>
                  <a:lnTo>
                    <a:pt x="64" y="0"/>
                  </a:lnTo>
                  <a:cubicBezTo>
                    <a:pt x="64" y="17"/>
                    <a:pt x="64" y="17"/>
                    <a:pt x="47" y="17"/>
                  </a:cubicBezTo>
                  <a:lnTo>
                    <a:pt x="32" y="17"/>
                  </a:lnTo>
                  <a:lnTo>
                    <a:pt x="16" y="17"/>
                  </a:lnTo>
                  <a:cubicBezTo>
                    <a:pt x="1" y="32"/>
                    <a:pt x="1" y="48"/>
                    <a:pt x="1" y="63"/>
                  </a:cubicBezTo>
                  <a:lnTo>
                    <a:pt x="1" y="63"/>
                  </a:lnTo>
                  <a:lnTo>
                    <a:pt x="32" y="95"/>
                  </a:lnTo>
                  <a:cubicBezTo>
                    <a:pt x="32" y="111"/>
                    <a:pt x="47" y="111"/>
                    <a:pt x="47" y="111"/>
                  </a:cubicBezTo>
                  <a:lnTo>
                    <a:pt x="47" y="111"/>
                  </a:lnTo>
                  <a:lnTo>
                    <a:pt x="79" y="111"/>
                  </a:lnTo>
                  <a:lnTo>
                    <a:pt x="79" y="111"/>
                  </a:lnTo>
                  <a:lnTo>
                    <a:pt x="95" y="95"/>
                  </a:lnTo>
                  <a:lnTo>
                    <a:pt x="95" y="80"/>
                  </a:lnTo>
                  <a:lnTo>
                    <a:pt x="110" y="48"/>
                  </a:lnTo>
                  <a:cubicBezTo>
                    <a:pt x="110" y="32"/>
                    <a:pt x="110" y="17"/>
                    <a:pt x="95" y="17"/>
                  </a:cubicBezTo>
                  <a:lnTo>
                    <a:pt x="79" y="17"/>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6" name="Google Shape;2176;p38"/>
            <p:cNvSpPr/>
            <p:nvPr/>
          </p:nvSpPr>
          <p:spPr>
            <a:xfrm>
              <a:off x="3423023" y="1764687"/>
              <a:ext cx="3053" cy="2576"/>
            </a:xfrm>
            <a:custGeom>
              <a:avLst/>
              <a:gdLst/>
              <a:ahLst/>
              <a:cxnLst/>
              <a:rect l="l" t="t" r="r" b="b"/>
              <a:pathLst>
                <a:path w="96" h="81" extrusionOk="0">
                  <a:moveTo>
                    <a:pt x="49" y="1"/>
                  </a:moveTo>
                  <a:lnTo>
                    <a:pt x="32" y="1"/>
                  </a:lnTo>
                  <a:lnTo>
                    <a:pt x="17" y="1"/>
                  </a:lnTo>
                  <a:lnTo>
                    <a:pt x="17" y="1"/>
                  </a:lnTo>
                  <a:cubicBezTo>
                    <a:pt x="1" y="17"/>
                    <a:pt x="1" y="49"/>
                    <a:pt x="17" y="49"/>
                  </a:cubicBezTo>
                  <a:lnTo>
                    <a:pt x="32" y="64"/>
                  </a:lnTo>
                  <a:lnTo>
                    <a:pt x="49" y="80"/>
                  </a:lnTo>
                  <a:lnTo>
                    <a:pt x="64" y="80"/>
                  </a:lnTo>
                  <a:cubicBezTo>
                    <a:pt x="64" y="80"/>
                    <a:pt x="80" y="80"/>
                    <a:pt x="80" y="64"/>
                  </a:cubicBezTo>
                  <a:cubicBezTo>
                    <a:pt x="95" y="49"/>
                    <a:pt x="95" y="32"/>
                    <a:pt x="80" y="17"/>
                  </a:cubicBezTo>
                  <a:lnTo>
                    <a:pt x="64" y="1"/>
                  </a:lnTo>
                  <a:lnTo>
                    <a:pt x="64" y="1"/>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77" name="Google Shape;2177;p38"/>
            <p:cNvSpPr/>
            <p:nvPr/>
          </p:nvSpPr>
          <p:spPr>
            <a:xfrm>
              <a:off x="3195054" y="1787268"/>
              <a:ext cx="4516" cy="3021"/>
            </a:xfrm>
            <a:custGeom>
              <a:avLst/>
              <a:gdLst/>
              <a:ahLst/>
              <a:cxnLst/>
              <a:rect l="l" t="t" r="r" b="b"/>
              <a:pathLst>
                <a:path w="142" h="95" extrusionOk="0">
                  <a:moveTo>
                    <a:pt x="47" y="0"/>
                  </a:moveTo>
                  <a:lnTo>
                    <a:pt x="32" y="0"/>
                  </a:lnTo>
                  <a:lnTo>
                    <a:pt x="16" y="0"/>
                  </a:lnTo>
                  <a:lnTo>
                    <a:pt x="16" y="15"/>
                  </a:lnTo>
                  <a:cubicBezTo>
                    <a:pt x="0" y="32"/>
                    <a:pt x="0" y="47"/>
                    <a:pt x="32" y="63"/>
                  </a:cubicBezTo>
                  <a:lnTo>
                    <a:pt x="32" y="63"/>
                  </a:lnTo>
                  <a:lnTo>
                    <a:pt x="79" y="78"/>
                  </a:lnTo>
                  <a:lnTo>
                    <a:pt x="95" y="95"/>
                  </a:lnTo>
                  <a:lnTo>
                    <a:pt x="110" y="95"/>
                  </a:lnTo>
                  <a:cubicBezTo>
                    <a:pt x="110" y="95"/>
                    <a:pt x="127" y="78"/>
                    <a:pt x="142" y="78"/>
                  </a:cubicBezTo>
                  <a:cubicBezTo>
                    <a:pt x="142" y="63"/>
                    <a:pt x="142" y="32"/>
                    <a:pt x="127" y="32"/>
                  </a:cubicBezTo>
                  <a:lnTo>
                    <a:pt x="110" y="32"/>
                  </a:lnTo>
                  <a:lnTo>
                    <a:pt x="95" y="15"/>
                  </a:lnTo>
                  <a:lnTo>
                    <a:pt x="64" y="0"/>
                  </a:lnTo>
                  <a:lnTo>
                    <a:pt x="47" y="0"/>
                  </a:lnTo>
                  <a:close/>
                </a:path>
              </a:pathLst>
            </a:custGeom>
            <a:solidFill>
              <a:srgbClr val="A9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grpSp>
      <p:sp>
        <p:nvSpPr>
          <p:cNvPr id="2178" name="Google Shape;2178;p38"/>
          <p:cNvSpPr/>
          <p:nvPr/>
        </p:nvSpPr>
        <p:spPr>
          <a:xfrm rot="-148814">
            <a:off x="167921" y="771914"/>
            <a:ext cx="7339106" cy="2911679"/>
          </a:xfrm>
          <a:custGeom>
            <a:avLst/>
            <a:gdLst/>
            <a:ahLst/>
            <a:cxnLst/>
            <a:rect l="l" t="t" r="r" b="b"/>
            <a:pathLst>
              <a:path w="22311" h="8257" extrusionOk="0">
                <a:moveTo>
                  <a:pt x="22121" y="7280"/>
                </a:moveTo>
                <a:cubicBezTo>
                  <a:pt x="22043" y="6964"/>
                  <a:pt x="21932" y="6996"/>
                  <a:pt x="21932" y="6666"/>
                </a:cubicBezTo>
                <a:cubicBezTo>
                  <a:pt x="21932" y="6351"/>
                  <a:pt x="21995" y="6351"/>
                  <a:pt x="21995" y="6035"/>
                </a:cubicBezTo>
                <a:cubicBezTo>
                  <a:pt x="21995" y="5720"/>
                  <a:pt x="22075" y="5720"/>
                  <a:pt x="22075" y="5389"/>
                </a:cubicBezTo>
                <a:cubicBezTo>
                  <a:pt x="22075" y="5074"/>
                  <a:pt x="21791" y="5074"/>
                  <a:pt x="21791" y="4759"/>
                </a:cubicBezTo>
                <a:cubicBezTo>
                  <a:pt x="21791" y="4428"/>
                  <a:pt x="22106" y="4428"/>
                  <a:pt x="22106" y="4113"/>
                </a:cubicBezTo>
                <a:cubicBezTo>
                  <a:pt x="22106" y="3798"/>
                  <a:pt x="21791" y="3798"/>
                  <a:pt x="21791" y="3483"/>
                </a:cubicBezTo>
                <a:cubicBezTo>
                  <a:pt x="21791" y="3152"/>
                  <a:pt x="22121" y="3152"/>
                  <a:pt x="22121" y="2836"/>
                </a:cubicBezTo>
                <a:cubicBezTo>
                  <a:pt x="22121" y="2521"/>
                  <a:pt x="21964" y="2521"/>
                  <a:pt x="21964" y="2191"/>
                </a:cubicBezTo>
                <a:cubicBezTo>
                  <a:pt x="21964" y="1876"/>
                  <a:pt x="21932" y="1876"/>
                  <a:pt x="21932" y="1561"/>
                </a:cubicBezTo>
                <a:cubicBezTo>
                  <a:pt x="21932" y="1246"/>
                  <a:pt x="22153" y="1246"/>
                  <a:pt x="22153" y="914"/>
                </a:cubicBezTo>
                <a:cubicBezTo>
                  <a:pt x="22153" y="599"/>
                  <a:pt x="22279" y="458"/>
                  <a:pt x="22058" y="221"/>
                </a:cubicBezTo>
                <a:cubicBezTo>
                  <a:pt x="21838" y="0"/>
                  <a:pt x="21680" y="253"/>
                  <a:pt x="21365" y="253"/>
                </a:cubicBezTo>
                <a:cubicBezTo>
                  <a:pt x="21050" y="253"/>
                  <a:pt x="21050" y="158"/>
                  <a:pt x="20720" y="158"/>
                </a:cubicBezTo>
                <a:cubicBezTo>
                  <a:pt x="20405" y="158"/>
                  <a:pt x="20405" y="458"/>
                  <a:pt x="20089" y="458"/>
                </a:cubicBezTo>
                <a:cubicBezTo>
                  <a:pt x="19774" y="458"/>
                  <a:pt x="19774" y="300"/>
                  <a:pt x="19443" y="300"/>
                </a:cubicBezTo>
                <a:cubicBezTo>
                  <a:pt x="19128" y="300"/>
                  <a:pt x="19128" y="143"/>
                  <a:pt x="18813" y="143"/>
                </a:cubicBezTo>
                <a:lnTo>
                  <a:pt x="18182" y="143"/>
                </a:lnTo>
                <a:cubicBezTo>
                  <a:pt x="17852" y="143"/>
                  <a:pt x="17852" y="426"/>
                  <a:pt x="17537" y="426"/>
                </a:cubicBezTo>
                <a:cubicBezTo>
                  <a:pt x="17222" y="426"/>
                  <a:pt x="17222" y="80"/>
                  <a:pt x="16907" y="80"/>
                </a:cubicBezTo>
                <a:cubicBezTo>
                  <a:pt x="16575" y="80"/>
                  <a:pt x="16575" y="190"/>
                  <a:pt x="16260" y="190"/>
                </a:cubicBezTo>
                <a:cubicBezTo>
                  <a:pt x="15945" y="190"/>
                  <a:pt x="15945" y="458"/>
                  <a:pt x="15630" y="458"/>
                </a:cubicBezTo>
                <a:lnTo>
                  <a:pt x="14985" y="458"/>
                </a:lnTo>
                <a:cubicBezTo>
                  <a:pt x="14670" y="458"/>
                  <a:pt x="14670" y="490"/>
                  <a:pt x="14354" y="490"/>
                </a:cubicBezTo>
                <a:cubicBezTo>
                  <a:pt x="14023" y="490"/>
                  <a:pt x="14023" y="111"/>
                  <a:pt x="13708" y="111"/>
                </a:cubicBezTo>
                <a:cubicBezTo>
                  <a:pt x="13393" y="111"/>
                  <a:pt x="13393" y="395"/>
                  <a:pt x="13078" y="395"/>
                </a:cubicBezTo>
                <a:cubicBezTo>
                  <a:pt x="12762" y="395"/>
                  <a:pt x="12762" y="253"/>
                  <a:pt x="12432" y="253"/>
                </a:cubicBezTo>
                <a:cubicBezTo>
                  <a:pt x="12117" y="253"/>
                  <a:pt x="12117" y="237"/>
                  <a:pt x="11802" y="237"/>
                </a:cubicBezTo>
                <a:cubicBezTo>
                  <a:pt x="11487" y="237"/>
                  <a:pt x="11487" y="300"/>
                  <a:pt x="11155" y="300"/>
                </a:cubicBezTo>
                <a:cubicBezTo>
                  <a:pt x="10840" y="300"/>
                  <a:pt x="10840" y="442"/>
                  <a:pt x="10525" y="442"/>
                </a:cubicBezTo>
                <a:cubicBezTo>
                  <a:pt x="10210" y="442"/>
                  <a:pt x="10210" y="363"/>
                  <a:pt x="9880" y="363"/>
                </a:cubicBezTo>
                <a:cubicBezTo>
                  <a:pt x="9565" y="363"/>
                  <a:pt x="9565" y="143"/>
                  <a:pt x="9250" y="143"/>
                </a:cubicBezTo>
                <a:cubicBezTo>
                  <a:pt x="8934" y="143"/>
                  <a:pt x="8934" y="206"/>
                  <a:pt x="8619" y="206"/>
                </a:cubicBezTo>
                <a:cubicBezTo>
                  <a:pt x="8288" y="206"/>
                  <a:pt x="8288" y="490"/>
                  <a:pt x="7973" y="490"/>
                </a:cubicBezTo>
                <a:cubicBezTo>
                  <a:pt x="7658" y="490"/>
                  <a:pt x="7658" y="473"/>
                  <a:pt x="7343" y="473"/>
                </a:cubicBezTo>
                <a:cubicBezTo>
                  <a:pt x="7012" y="473"/>
                  <a:pt x="7012" y="206"/>
                  <a:pt x="6697" y="206"/>
                </a:cubicBezTo>
                <a:cubicBezTo>
                  <a:pt x="6382" y="206"/>
                  <a:pt x="6382" y="95"/>
                  <a:pt x="6067" y="95"/>
                </a:cubicBezTo>
                <a:cubicBezTo>
                  <a:pt x="5752" y="95"/>
                  <a:pt x="5752" y="143"/>
                  <a:pt x="5420" y="143"/>
                </a:cubicBezTo>
                <a:cubicBezTo>
                  <a:pt x="5105" y="143"/>
                  <a:pt x="5105" y="111"/>
                  <a:pt x="4790" y="111"/>
                </a:cubicBezTo>
                <a:cubicBezTo>
                  <a:pt x="4475" y="111"/>
                  <a:pt x="4475" y="143"/>
                  <a:pt x="4145" y="143"/>
                </a:cubicBezTo>
                <a:cubicBezTo>
                  <a:pt x="3830" y="143"/>
                  <a:pt x="3830" y="490"/>
                  <a:pt x="3515" y="490"/>
                </a:cubicBezTo>
                <a:cubicBezTo>
                  <a:pt x="3199" y="490"/>
                  <a:pt x="3199" y="269"/>
                  <a:pt x="2884" y="269"/>
                </a:cubicBezTo>
                <a:cubicBezTo>
                  <a:pt x="2553" y="269"/>
                  <a:pt x="2553" y="379"/>
                  <a:pt x="2238" y="379"/>
                </a:cubicBezTo>
                <a:cubicBezTo>
                  <a:pt x="1923" y="379"/>
                  <a:pt x="1923" y="237"/>
                  <a:pt x="1607" y="237"/>
                </a:cubicBezTo>
                <a:cubicBezTo>
                  <a:pt x="1292" y="237"/>
                  <a:pt x="1292" y="80"/>
                  <a:pt x="962" y="80"/>
                </a:cubicBezTo>
                <a:cubicBezTo>
                  <a:pt x="647" y="80"/>
                  <a:pt x="647" y="111"/>
                  <a:pt x="332" y="111"/>
                </a:cubicBezTo>
                <a:cubicBezTo>
                  <a:pt x="206" y="111"/>
                  <a:pt x="95" y="95"/>
                  <a:pt x="0" y="80"/>
                </a:cubicBezTo>
                <a:lnTo>
                  <a:pt x="0" y="836"/>
                </a:lnTo>
                <a:lnTo>
                  <a:pt x="568" y="899"/>
                </a:lnTo>
                <a:cubicBezTo>
                  <a:pt x="647" y="773"/>
                  <a:pt x="773" y="694"/>
                  <a:pt x="931" y="694"/>
                </a:cubicBezTo>
                <a:cubicBezTo>
                  <a:pt x="1151" y="694"/>
                  <a:pt x="1340" y="868"/>
                  <a:pt x="1340" y="1088"/>
                </a:cubicBezTo>
                <a:cubicBezTo>
                  <a:pt x="1340" y="1324"/>
                  <a:pt x="1151" y="1498"/>
                  <a:pt x="931" y="1498"/>
                </a:cubicBezTo>
                <a:cubicBezTo>
                  <a:pt x="757" y="1498"/>
                  <a:pt x="616" y="1403"/>
                  <a:pt x="552" y="1261"/>
                </a:cubicBezTo>
                <a:lnTo>
                  <a:pt x="473" y="1261"/>
                </a:lnTo>
                <a:cubicBezTo>
                  <a:pt x="189" y="1261"/>
                  <a:pt x="552" y="1246"/>
                  <a:pt x="284" y="1355"/>
                </a:cubicBezTo>
                <a:cubicBezTo>
                  <a:pt x="0" y="1466"/>
                  <a:pt x="95" y="1355"/>
                  <a:pt x="95" y="1355"/>
                </a:cubicBezTo>
                <a:lnTo>
                  <a:pt x="0" y="1355"/>
                </a:lnTo>
                <a:lnTo>
                  <a:pt x="0" y="2286"/>
                </a:lnTo>
                <a:lnTo>
                  <a:pt x="568" y="2349"/>
                </a:lnTo>
                <a:cubicBezTo>
                  <a:pt x="647" y="2223"/>
                  <a:pt x="773" y="2143"/>
                  <a:pt x="931" y="2143"/>
                </a:cubicBezTo>
                <a:cubicBezTo>
                  <a:pt x="1151" y="2143"/>
                  <a:pt x="1340" y="2317"/>
                  <a:pt x="1340" y="2538"/>
                </a:cubicBezTo>
                <a:cubicBezTo>
                  <a:pt x="1340" y="2773"/>
                  <a:pt x="1151" y="2947"/>
                  <a:pt x="931" y="2947"/>
                </a:cubicBezTo>
                <a:cubicBezTo>
                  <a:pt x="757" y="2947"/>
                  <a:pt x="616" y="2853"/>
                  <a:pt x="552" y="2710"/>
                </a:cubicBezTo>
                <a:lnTo>
                  <a:pt x="473" y="2710"/>
                </a:lnTo>
                <a:cubicBezTo>
                  <a:pt x="189" y="2710"/>
                  <a:pt x="552" y="2695"/>
                  <a:pt x="284" y="2805"/>
                </a:cubicBezTo>
                <a:cubicBezTo>
                  <a:pt x="0" y="2916"/>
                  <a:pt x="95" y="2805"/>
                  <a:pt x="95" y="2805"/>
                </a:cubicBezTo>
                <a:lnTo>
                  <a:pt x="0" y="2805"/>
                </a:lnTo>
                <a:lnTo>
                  <a:pt x="0" y="3735"/>
                </a:lnTo>
                <a:lnTo>
                  <a:pt x="568" y="3798"/>
                </a:lnTo>
                <a:cubicBezTo>
                  <a:pt x="647" y="3672"/>
                  <a:pt x="773" y="3593"/>
                  <a:pt x="931" y="3593"/>
                </a:cubicBezTo>
                <a:cubicBezTo>
                  <a:pt x="1151" y="3593"/>
                  <a:pt x="1340" y="3767"/>
                  <a:pt x="1340" y="3987"/>
                </a:cubicBezTo>
                <a:cubicBezTo>
                  <a:pt x="1340" y="4223"/>
                  <a:pt x="1151" y="4397"/>
                  <a:pt x="931" y="4397"/>
                </a:cubicBezTo>
                <a:cubicBezTo>
                  <a:pt x="757" y="4397"/>
                  <a:pt x="616" y="4302"/>
                  <a:pt x="552" y="4160"/>
                </a:cubicBezTo>
                <a:lnTo>
                  <a:pt x="473" y="4160"/>
                </a:lnTo>
                <a:cubicBezTo>
                  <a:pt x="189" y="4160"/>
                  <a:pt x="552" y="4145"/>
                  <a:pt x="284" y="4254"/>
                </a:cubicBezTo>
                <a:cubicBezTo>
                  <a:pt x="0" y="4365"/>
                  <a:pt x="95" y="4254"/>
                  <a:pt x="95" y="4254"/>
                </a:cubicBezTo>
                <a:lnTo>
                  <a:pt x="0" y="4254"/>
                </a:lnTo>
                <a:lnTo>
                  <a:pt x="0" y="5185"/>
                </a:lnTo>
                <a:lnTo>
                  <a:pt x="568" y="5248"/>
                </a:lnTo>
                <a:cubicBezTo>
                  <a:pt x="647" y="5122"/>
                  <a:pt x="773" y="5027"/>
                  <a:pt x="931" y="5027"/>
                </a:cubicBezTo>
                <a:cubicBezTo>
                  <a:pt x="1151" y="5027"/>
                  <a:pt x="1340" y="5216"/>
                  <a:pt x="1340" y="5437"/>
                </a:cubicBezTo>
                <a:cubicBezTo>
                  <a:pt x="1340" y="5672"/>
                  <a:pt x="1151" y="5846"/>
                  <a:pt x="931" y="5846"/>
                </a:cubicBezTo>
                <a:cubicBezTo>
                  <a:pt x="757" y="5846"/>
                  <a:pt x="616" y="5752"/>
                  <a:pt x="552" y="5609"/>
                </a:cubicBezTo>
                <a:lnTo>
                  <a:pt x="473" y="5609"/>
                </a:lnTo>
                <a:cubicBezTo>
                  <a:pt x="189" y="5609"/>
                  <a:pt x="552" y="5594"/>
                  <a:pt x="284" y="5704"/>
                </a:cubicBezTo>
                <a:cubicBezTo>
                  <a:pt x="0" y="5815"/>
                  <a:pt x="95" y="5704"/>
                  <a:pt x="95" y="5704"/>
                </a:cubicBezTo>
                <a:lnTo>
                  <a:pt x="0" y="5704"/>
                </a:lnTo>
                <a:lnTo>
                  <a:pt x="0" y="6634"/>
                </a:lnTo>
                <a:lnTo>
                  <a:pt x="568" y="6697"/>
                </a:lnTo>
                <a:cubicBezTo>
                  <a:pt x="647" y="6571"/>
                  <a:pt x="773" y="6477"/>
                  <a:pt x="931" y="6477"/>
                </a:cubicBezTo>
                <a:cubicBezTo>
                  <a:pt x="1151" y="6477"/>
                  <a:pt x="1340" y="6666"/>
                  <a:pt x="1340" y="6886"/>
                </a:cubicBezTo>
                <a:cubicBezTo>
                  <a:pt x="1340" y="7107"/>
                  <a:pt x="1151" y="7296"/>
                  <a:pt x="931" y="7296"/>
                </a:cubicBezTo>
                <a:cubicBezTo>
                  <a:pt x="757" y="7296"/>
                  <a:pt x="616" y="7201"/>
                  <a:pt x="552" y="7059"/>
                </a:cubicBezTo>
                <a:lnTo>
                  <a:pt x="473" y="7059"/>
                </a:lnTo>
                <a:cubicBezTo>
                  <a:pt x="189" y="7059"/>
                  <a:pt x="552" y="7044"/>
                  <a:pt x="284" y="7154"/>
                </a:cubicBezTo>
                <a:cubicBezTo>
                  <a:pt x="0" y="7264"/>
                  <a:pt x="95" y="7154"/>
                  <a:pt x="95" y="7154"/>
                </a:cubicBezTo>
                <a:lnTo>
                  <a:pt x="0" y="7154"/>
                </a:lnTo>
                <a:lnTo>
                  <a:pt x="0" y="8036"/>
                </a:lnTo>
                <a:cubicBezTo>
                  <a:pt x="80" y="8004"/>
                  <a:pt x="189" y="7958"/>
                  <a:pt x="332" y="7958"/>
                </a:cubicBezTo>
                <a:cubicBezTo>
                  <a:pt x="647" y="7958"/>
                  <a:pt x="647" y="7752"/>
                  <a:pt x="962" y="7752"/>
                </a:cubicBezTo>
                <a:lnTo>
                  <a:pt x="1607" y="7752"/>
                </a:lnTo>
                <a:cubicBezTo>
                  <a:pt x="1923" y="7752"/>
                  <a:pt x="1923" y="7895"/>
                  <a:pt x="2238" y="7895"/>
                </a:cubicBezTo>
                <a:cubicBezTo>
                  <a:pt x="2569" y="7895"/>
                  <a:pt x="2569" y="7989"/>
                  <a:pt x="2884" y="7989"/>
                </a:cubicBezTo>
                <a:cubicBezTo>
                  <a:pt x="3199" y="7989"/>
                  <a:pt x="3199" y="7895"/>
                  <a:pt x="3515" y="7895"/>
                </a:cubicBezTo>
                <a:cubicBezTo>
                  <a:pt x="3845" y="7895"/>
                  <a:pt x="3845" y="8021"/>
                  <a:pt x="4160" y="8021"/>
                </a:cubicBezTo>
                <a:cubicBezTo>
                  <a:pt x="4475" y="8021"/>
                  <a:pt x="4475" y="7832"/>
                  <a:pt x="4790" y="7832"/>
                </a:cubicBezTo>
                <a:cubicBezTo>
                  <a:pt x="5122" y="7832"/>
                  <a:pt x="5122" y="8004"/>
                  <a:pt x="5437" y="8004"/>
                </a:cubicBezTo>
                <a:cubicBezTo>
                  <a:pt x="5752" y="8004"/>
                  <a:pt x="5752" y="7958"/>
                  <a:pt x="6067" y="7958"/>
                </a:cubicBezTo>
                <a:cubicBezTo>
                  <a:pt x="6382" y="7958"/>
                  <a:pt x="6382" y="8115"/>
                  <a:pt x="6712" y="8115"/>
                </a:cubicBezTo>
                <a:cubicBezTo>
                  <a:pt x="7027" y="8115"/>
                  <a:pt x="7027" y="7784"/>
                  <a:pt x="7343" y="7784"/>
                </a:cubicBezTo>
                <a:cubicBezTo>
                  <a:pt x="7658" y="7784"/>
                  <a:pt x="7658" y="8067"/>
                  <a:pt x="7989" y="8067"/>
                </a:cubicBezTo>
                <a:cubicBezTo>
                  <a:pt x="8304" y="8067"/>
                  <a:pt x="8304" y="8162"/>
                  <a:pt x="8619" y="8162"/>
                </a:cubicBezTo>
                <a:cubicBezTo>
                  <a:pt x="8934" y="8162"/>
                  <a:pt x="8934" y="7878"/>
                  <a:pt x="9265" y="7878"/>
                </a:cubicBezTo>
                <a:cubicBezTo>
                  <a:pt x="9580" y="7878"/>
                  <a:pt x="9580" y="8004"/>
                  <a:pt x="9895" y="8004"/>
                </a:cubicBezTo>
                <a:cubicBezTo>
                  <a:pt x="10210" y="8004"/>
                  <a:pt x="10210" y="8084"/>
                  <a:pt x="10542" y="8084"/>
                </a:cubicBezTo>
                <a:lnTo>
                  <a:pt x="11172" y="8084"/>
                </a:lnTo>
                <a:cubicBezTo>
                  <a:pt x="11487" y="8084"/>
                  <a:pt x="11487" y="8004"/>
                  <a:pt x="11802" y="8004"/>
                </a:cubicBezTo>
                <a:cubicBezTo>
                  <a:pt x="12132" y="8004"/>
                  <a:pt x="12132" y="7832"/>
                  <a:pt x="12447" y="7832"/>
                </a:cubicBezTo>
                <a:cubicBezTo>
                  <a:pt x="12762" y="7832"/>
                  <a:pt x="12762" y="8021"/>
                  <a:pt x="13078" y="8021"/>
                </a:cubicBezTo>
                <a:cubicBezTo>
                  <a:pt x="13409" y="8021"/>
                  <a:pt x="13409" y="7878"/>
                  <a:pt x="13724" y="7878"/>
                </a:cubicBezTo>
                <a:cubicBezTo>
                  <a:pt x="14039" y="7878"/>
                  <a:pt x="14039" y="7815"/>
                  <a:pt x="14354" y="7815"/>
                </a:cubicBezTo>
                <a:cubicBezTo>
                  <a:pt x="14670" y="7815"/>
                  <a:pt x="14670" y="7973"/>
                  <a:pt x="15000" y="7973"/>
                </a:cubicBezTo>
                <a:cubicBezTo>
                  <a:pt x="15315" y="7973"/>
                  <a:pt x="15315" y="8067"/>
                  <a:pt x="15630" y="8067"/>
                </a:cubicBezTo>
                <a:cubicBezTo>
                  <a:pt x="15945" y="8067"/>
                  <a:pt x="15945" y="7973"/>
                  <a:pt x="16277" y="7973"/>
                </a:cubicBezTo>
                <a:cubicBezTo>
                  <a:pt x="16592" y="7973"/>
                  <a:pt x="16592" y="7941"/>
                  <a:pt x="16907" y="7941"/>
                </a:cubicBezTo>
                <a:cubicBezTo>
                  <a:pt x="17222" y="7941"/>
                  <a:pt x="17222" y="8115"/>
                  <a:pt x="17537" y="8115"/>
                </a:cubicBezTo>
                <a:cubicBezTo>
                  <a:pt x="17867" y="8115"/>
                  <a:pt x="17867" y="7769"/>
                  <a:pt x="18182" y="7769"/>
                </a:cubicBezTo>
                <a:cubicBezTo>
                  <a:pt x="18498" y="7769"/>
                  <a:pt x="18498" y="8021"/>
                  <a:pt x="18813" y="8021"/>
                </a:cubicBezTo>
                <a:cubicBezTo>
                  <a:pt x="19144" y="8021"/>
                  <a:pt x="19144" y="7878"/>
                  <a:pt x="19459" y="7878"/>
                </a:cubicBezTo>
                <a:cubicBezTo>
                  <a:pt x="19774" y="7878"/>
                  <a:pt x="19774" y="8147"/>
                  <a:pt x="20089" y="8147"/>
                </a:cubicBezTo>
                <a:cubicBezTo>
                  <a:pt x="20405" y="8147"/>
                  <a:pt x="20405" y="8036"/>
                  <a:pt x="20735" y="8036"/>
                </a:cubicBezTo>
                <a:cubicBezTo>
                  <a:pt x="21050" y="8036"/>
                  <a:pt x="21050" y="7878"/>
                  <a:pt x="21365" y="7878"/>
                </a:cubicBezTo>
                <a:cubicBezTo>
                  <a:pt x="21680" y="7878"/>
                  <a:pt x="21854" y="8256"/>
                  <a:pt x="22075" y="8021"/>
                </a:cubicBezTo>
                <a:cubicBezTo>
                  <a:pt x="22310" y="7800"/>
                  <a:pt x="22232" y="7658"/>
                  <a:pt x="22121" y="7280"/>
                </a:cubicBezTo>
                <a:close/>
              </a:path>
            </a:pathLst>
          </a:custGeom>
          <a:solidFill>
            <a:srgbClr val="FFFFFF"/>
          </a:solidFill>
          <a:ln>
            <a:noFill/>
          </a:ln>
          <a:effectLst>
            <a:outerShdw blurRad="57150" dist="19050" dir="5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David" panose="020E0502060401010101" pitchFamily="34" charset="-79"/>
              <a:cs typeface="David" panose="020E0502060401010101" pitchFamily="34" charset="-79"/>
            </a:endParaRPr>
          </a:p>
        </p:txBody>
      </p:sp>
      <p:sp>
        <p:nvSpPr>
          <p:cNvPr id="2181" name="Google Shape;2181;p38"/>
          <p:cNvSpPr/>
          <p:nvPr/>
        </p:nvSpPr>
        <p:spPr>
          <a:xfrm>
            <a:off x="5640737" y="830152"/>
            <a:ext cx="3641037" cy="4009142"/>
          </a:xfrm>
          <a:custGeom>
            <a:avLst/>
            <a:gdLst/>
            <a:ahLst/>
            <a:cxnLst/>
            <a:rect l="l" t="t" r="r" b="b"/>
            <a:pathLst>
              <a:path w="14954" h="16466" extrusionOk="0">
                <a:moveTo>
                  <a:pt x="2004" y="0"/>
                </a:moveTo>
                <a:cubicBezTo>
                  <a:pt x="1993" y="0"/>
                  <a:pt x="1982" y="4"/>
                  <a:pt x="1971" y="13"/>
                </a:cubicBezTo>
                <a:cubicBezTo>
                  <a:pt x="1876" y="91"/>
                  <a:pt x="1971" y="202"/>
                  <a:pt x="1955" y="328"/>
                </a:cubicBezTo>
                <a:cubicBezTo>
                  <a:pt x="1939" y="438"/>
                  <a:pt x="1891" y="438"/>
                  <a:pt x="1876" y="549"/>
                </a:cubicBezTo>
                <a:cubicBezTo>
                  <a:pt x="1860" y="659"/>
                  <a:pt x="1986" y="675"/>
                  <a:pt x="1971" y="801"/>
                </a:cubicBezTo>
                <a:cubicBezTo>
                  <a:pt x="1955" y="911"/>
                  <a:pt x="1828" y="896"/>
                  <a:pt x="1813" y="1022"/>
                </a:cubicBezTo>
                <a:cubicBezTo>
                  <a:pt x="1797" y="1131"/>
                  <a:pt x="1782" y="1131"/>
                  <a:pt x="1765" y="1242"/>
                </a:cubicBezTo>
                <a:cubicBezTo>
                  <a:pt x="1765" y="1368"/>
                  <a:pt x="1719" y="1352"/>
                  <a:pt x="1702" y="1478"/>
                </a:cubicBezTo>
                <a:cubicBezTo>
                  <a:pt x="1687" y="1589"/>
                  <a:pt x="1955" y="1620"/>
                  <a:pt x="1939" y="1746"/>
                </a:cubicBezTo>
                <a:cubicBezTo>
                  <a:pt x="1923" y="1856"/>
                  <a:pt x="1891" y="1856"/>
                  <a:pt x="1876" y="1967"/>
                </a:cubicBezTo>
                <a:cubicBezTo>
                  <a:pt x="1860" y="2093"/>
                  <a:pt x="1828" y="2077"/>
                  <a:pt x="1813" y="2203"/>
                </a:cubicBezTo>
                <a:cubicBezTo>
                  <a:pt x="1797" y="2314"/>
                  <a:pt x="1813" y="2314"/>
                  <a:pt x="1797" y="2440"/>
                </a:cubicBezTo>
                <a:cubicBezTo>
                  <a:pt x="1782" y="2549"/>
                  <a:pt x="1671" y="2534"/>
                  <a:pt x="1656" y="2660"/>
                </a:cubicBezTo>
                <a:cubicBezTo>
                  <a:pt x="1639" y="2770"/>
                  <a:pt x="1545" y="2755"/>
                  <a:pt x="1530" y="2881"/>
                </a:cubicBezTo>
                <a:cubicBezTo>
                  <a:pt x="1513" y="2990"/>
                  <a:pt x="1608" y="3007"/>
                  <a:pt x="1593" y="3117"/>
                </a:cubicBezTo>
                <a:cubicBezTo>
                  <a:pt x="1576" y="3243"/>
                  <a:pt x="1545" y="3227"/>
                  <a:pt x="1530" y="3353"/>
                </a:cubicBezTo>
                <a:cubicBezTo>
                  <a:pt x="1513" y="3463"/>
                  <a:pt x="1576" y="3480"/>
                  <a:pt x="1561" y="3589"/>
                </a:cubicBezTo>
                <a:cubicBezTo>
                  <a:pt x="1545" y="3700"/>
                  <a:pt x="1624" y="3715"/>
                  <a:pt x="1608" y="3826"/>
                </a:cubicBezTo>
                <a:cubicBezTo>
                  <a:pt x="1593" y="3952"/>
                  <a:pt x="1656" y="3952"/>
                  <a:pt x="1639" y="4078"/>
                </a:cubicBezTo>
                <a:cubicBezTo>
                  <a:pt x="1624" y="4188"/>
                  <a:pt x="1530" y="4173"/>
                  <a:pt x="1513" y="4299"/>
                </a:cubicBezTo>
                <a:cubicBezTo>
                  <a:pt x="1498" y="4408"/>
                  <a:pt x="1404" y="4393"/>
                  <a:pt x="1387" y="4519"/>
                </a:cubicBezTo>
                <a:cubicBezTo>
                  <a:pt x="1372" y="4629"/>
                  <a:pt x="1561" y="4661"/>
                  <a:pt x="1545" y="4771"/>
                </a:cubicBezTo>
                <a:cubicBezTo>
                  <a:pt x="1530" y="4881"/>
                  <a:pt x="1419" y="4866"/>
                  <a:pt x="1404" y="4992"/>
                </a:cubicBezTo>
                <a:cubicBezTo>
                  <a:pt x="1387" y="5102"/>
                  <a:pt x="1356" y="5102"/>
                  <a:pt x="1341" y="5213"/>
                </a:cubicBezTo>
                <a:cubicBezTo>
                  <a:pt x="1324" y="5339"/>
                  <a:pt x="1387" y="5339"/>
                  <a:pt x="1372" y="5465"/>
                </a:cubicBezTo>
                <a:cubicBezTo>
                  <a:pt x="1356" y="5574"/>
                  <a:pt x="1324" y="5574"/>
                  <a:pt x="1309" y="5685"/>
                </a:cubicBezTo>
                <a:cubicBezTo>
                  <a:pt x="1293" y="5795"/>
                  <a:pt x="1230" y="5795"/>
                  <a:pt x="1215" y="5906"/>
                </a:cubicBezTo>
                <a:cubicBezTo>
                  <a:pt x="1198" y="6032"/>
                  <a:pt x="1120" y="6016"/>
                  <a:pt x="1104" y="6126"/>
                </a:cubicBezTo>
                <a:cubicBezTo>
                  <a:pt x="1089" y="6253"/>
                  <a:pt x="1152" y="6253"/>
                  <a:pt x="1135" y="6379"/>
                </a:cubicBezTo>
                <a:cubicBezTo>
                  <a:pt x="1120" y="6488"/>
                  <a:pt x="1230" y="6505"/>
                  <a:pt x="1215" y="6614"/>
                </a:cubicBezTo>
                <a:cubicBezTo>
                  <a:pt x="1198" y="6740"/>
                  <a:pt x="1183" y="6740"/>
                  <a:pt x="1183" y="6851"/>
                </a:cubicBezTo>
                <a:cubicBezTo>
                  <a:pt x="1167" y="6977"/>
                  <a:pt x="1278" y="6977"/>
                  <a:pt x="1261" y="7103"/>
                </a:cubicBezTo>
                <a:cubicBezTo>
                  <a:pt x="1246" y="7213"/>
                  <a:pt x="1057" y="7198"/>
                  <a:pt x="1041" y="7308"/>
                </a:cubicBezTo>
                <a:cubicBezTo>
                  <a:pt x="1026" y="7434"/>
                  <a:pt x="978" y="7418"/>
                  <a:pt x="963" y="7528"/>
                </a:cubicBezTo>
                <a:cubicBezTo>
                  <a:pt x="946" y="7654"/>
                  <a:pt x="931" y="7654"/>
                  <a:pt x="915" y="7765"/>
                </a:cubicBezTo>
                <a:cubicBezTo>
                  <a:pt x="900" y="7891"/>
                  <a:pt x="1026" y="7891"/>
                  <a:pt x="1009" y="8017"/>
                </a:cubicBezTo>
                <a:cubicBezTo>
                  <a:pt x="994" y="8127"/>
                  <a:pt x="883" y="8112"/>
                  <a:pt x="868" y="8238"/>
                </a:cubicBezTo>
                <a:cubicBezTo>
                  <a:pt x="868" y="8347"/>
                  <a:pt x="868" y="8347"/>
                  <a:pt x="852" y="8473"/>
                </a:cubicBezTo>
                <a:cubicBezTo>
                  <a:pt x="837" y="8584"/>
                  <a:pt x="789" y="8584"/>
                  <a:pt x="773" y="8694"/>
                </a:cubicBezTo>
                <a:cubicBezTo>
                  <a:pt x="757" y="8805"/>
                  <a:pt x="1026" y="8852"/>
                  <a:pt x="1009" y="8962"/>
                </a:cubicBezTo>
                <a:cubicBezTo>
                  <a:pt x="994" y="9072"/>
                  <a:pt x="837" y="9057"/>
                  <a:pt x="820" y="9167"/>
                </a:cubicBezTo>
                <a:cubicBezTo>
                  <a:pt x="805" y="9293"/>
                  <a:pt x="868" y="9293"/>
                  <a:pt x="852" y="9419"/>
                </a:cubicBezTo>
                <a:cubicBezTo>
                  <a:pt x="837" y="9530"/>
                  <a:pt x="820" y="9530"/>
                  <a:pt x="805" y="9639"/>
                </a:cubicBezTo>
                <a:cubicBezTo>
                  <a:pt x="789" y="9765"/>
                  <a:pt x="631" y="9734"/>
                  <a:pt x="616" y="9860"/>
                </a:cubicBezTo>
                <a:cubicBezTo>
                  <a:pt x="600" y="9971"/>
                  <a:pt x="837" y="10002"/>
                  <a:pt x="820" y="10112"/>
                </a:cubicBezTo>
                <a:cubicBezTo>
                  <a:pt x="805" y="10238"/>
                  <a:pt x="852" y="10238"/>
                  <a:pt x="837" y="10364"/>
                </a:cubicBezTo>
                <a:cubicBezTo>
                  <a:pt x="820" y="10475"/>
                  <a:pt x="773" y="10475"/>
                  <a:pt x="757" y="10585"/>
                </a:cubicBezTo>
                <a:cubicBezTo>
                  <a:pt x="742" y="10696"/>
                  <a:pt x="757" y="10711"/>
                  <a:pt x="742" y="10822"/>
                </a:cubicBezTo>
                <a:cubicBezTo>
                  <a:pt x="726" y="10931"/>
                  <a:pt x="694" y="10931"/>
                  <a:pt x="679" y="11042"/>
                </a:cubicBezTo>
                <a:cubicBezTo>
                  <a:pt x="663" y="11168"/>
                  <a:pt x="568" y="11152"/>
                  <a:pt x="553" y="11263"/>
                </a:cubicBezTo>
                <a:cubicBezTo>
                  <a:pt x="537" y="11389"/>
                  <a:pt x="553" y="11389"/>
                  <a:pt x="537" y="11499"/>
                </a:cubicBezTo>
                <a:cubicBezTo>
                  <a:pt x="521" y="11625"/>
                  <a:pt x="631" y="11641"/>
                  <a:pt x="616" y="11751"/>
                </a:cubicBezTo>
                <a:cubicBezTo>
                  <a:pt x="600" y="11862"/>
                  <a:pt x="458" y="11845"/>
                  <a:pt x="442" y="11956"/>
                </a:cubicBezTo>
                <a:cubicBezTo>
                  <a:pt x="427" y="12082"/>
                  <a:pt x="395" y="12082"/>
                  <a:pt x="395" y="12192"/>
                </a:cubicBezTo>
                <a:cubicBezTo>
                  <a:pt x="379" y="12303"/>
                  <a:pt x="364" y="12303"/>
                  <a:pt x="347" y="12429"/>
                </a:cubicBezTo>
                <a:cubicBezTo>
                  <a:pt x="332" y="12538"/>
                  <a:pt x="410" y="12555"/>
                  <a:pt x="395" y="12664"/>
                </a:cubicBezTo>
                <a:cubicBezTo>
                  <a:pt x="379" y="12775"/>
                  <a:pt x="473" y="12790"/>
                  <a:pt x="458" y="12917"/>
                </a:cubicBezTo>
                <a:cubicBezTo>
                  <a:pt x="442" y="13027"/>
                  <a:pt x="490" y="13027"/>
                  <a:pt x="473" y="13153"/>
                </a:cubicBezTo>
                <a:cubicBezTo>
                  <a:pt x="458" y="13263"/>
                  <a:pt x="284" y="13248"/>
                  <a:pt x="269" y="13358"/>
                </a:cubicBezTo>
                <a:cubicBezTo>
                  <a:pt x="269" y="13484"/>
                  <a:pt x="364" y="13484"/>
                  <a:pt x="347" y="13610"/>
                </a:cubicBezTo>
                <a:cubicBezTo>
                  <a:pt x="332" y="13721"/>
                  <a:pt x="190" y="13704"/>
                  <a:pt x="175" y="13815"/>
                </a:cubicBezTo>
                <a:cubicBezTo>
                  <a:pt x="158" y="13941"/>
                  <a:pt x="364" y="13956"/>
                  <a:pt x="347" y="14082"/>
                </a:cubicBezTo>
                <a:cubicBezTo>
                  <a:pt x="332" y="14193"/>
                  <a:pt x="206" y="14177"/>
                  <a:pt x="190" y="14303"/>
                </a:cubicBezTo>
                <a:cubicBezTo>
                  <a:pt x="175" y="14414"/>
                  <a:pt x="143" y="14414"/>
                  <a:pt x="127" y="14524"/>
                </a:cubicBezTo>
                <a:cubicBezTo>
                  <a:pt x="112" y="14635"/>
                  <a:pt x="1" y="14713"/>
                  <a:pt x="64" y="14807"/>
                </a:cubicBezTo>
                <a:cubicBezTo>
                  <a:pt x="143" y="14902"/>
                  <a:pt x="221" y="14887"/>
                  <a:pt x="347" y="14902"/>
                </a:cubicBezTo>
                <a:cubicBezTo>
                  <a:pt x="351" y="14902"/>
                  <a:pt x="355" y="14903"/>
                  <a:pt x="358" y="14903"/>
                </a:cubicBezTo>
                <a:cubicBezTo>
                  <a:pt x="457" y="14903"/>
                  <a:pt x="492" y="14697"/>
                  <a:pt x="604" y="14697"/>
                </a:cubicBezTo>
                <a:cubicBezTo>
                  <a:pt x="608" y="14697"/>
                  <a:pt x="612" y="14697"/>
                  <a:pt x="616" y="14698"/>
                </a:cubicBezTo>
                <a:cubicBezTo>
                  <a:pt x="726" y="14713"/>
                  <a:pt x="710" y="14870"/>
                  <a:pt x="820" y="14887"/>
                </a:cubicBezTo>
                <a:cubicBezTo>
                  <a:pt x="843" y="14890"/>
                  <a:pt x="861" y="14891"/>
                  <a:pt x="878" y="14891"/>
                </a:cubicBezTo>
                <a:cubicBezTo>
                  <a:pt x="924" y="14891"/>
                  <a:pt x="951" y="14882"/>
                  <a:pt x="996" y="14882"/>
                </a:cubicBezTo>
                <a:cubicBezTo>
                  <a:pt x="1013" y="14882"/>
                  <a:pt x="1033" y="14883"/>
                  <a:pt x="1057" y="14887"/>
                </a:cubicBezTo>
                <a:cubicBezTo>
                  <a:pt x="1063" y="14887"/>
                  <a:pt x="1068" y="14888"/>
                  <a:pt x="1073" y="14888"/>
                </a:cubicBezTo>
                <a:cubicBezTo>
                  <a:pt x="1164" y="14888"/>
                  <a:pt x="1187" y="14775"/>
                  <a:pt x="1291" y="14775"/>
                </a:cubicBezTo>
                <a:cubicBezTo>
                  <a:pt x="1297" y="14775"/>
                  <a:pt x="1303" y="14775"/>
                  <a:pt x="1309" y="14776"/>
                </a:cubicBezTo>
                <a:cubicBezTo>
                  <a:pt x="1419" y="14792"/>
                  <a:pt x="1404" y="14933"/>
                  <a:pt x="1513" y="14950"/>
                </a:cubicBezTo>
                <a:cubicBezTo>
                  <a:pt x="1639" y="14965"/>
                  <a:pt x="1624" y="15013"/>
                  <a:pt x="1750" y="15028"/>
                </a:cubicBezTo>
                <a:cubicBezTo>
                  <a:pt x="1860" y="15044"/>
                  <a:pt x="1860" y="15076"/>
                  <a:pt x="1971" y="15091"/>
                </a:cubicBezTo>
                <a:cubicBezTo>
                  <a:pt x="1975" y="15091"/>
                  <a:pt x="1979" y="15092"/>
                  <a:pt x="1983" y="15092"/>
                </a:cubicBezTo>
                <a:cubicBezTo>
                  <a:pt x="2095" y="15092"/>
                  <a:pt x="2130" y="14886"/>
                  <a:pt x="2227" y="14886"/>
                </a:cubicBezTo>
                <a:cubicBezTo>
                  <a:pt x="2231" y="14886"/>
                  <a:pt x="2234" y="14886"/>
                  <a:pt x="2238" y="14887"/>
                </a:cubicBezTo>
                <a:cubicBezTo>
                  <a:pt x="2349" y="14902"/>
                  <a:pt x="2333" y="15107"/>
                  <a:pt x="2444" y="15122"/>
                </a:cubicBezTo>
                <a:cubicBezTo>
                  <a:pt x="2467" y="15126"/>
                  <a:pt x="2487" y="15127"/>
                  <a:pt x="2504" y="15127"/>
                </a:cubicBezTo>
                <a:cubicBezTo>
                  <a:pt x="2549" y="15127"/>
                  <a:pt x="2576" y="15118"/>
                  <a:pt x="2622" y="15118"/>
                </a:cubicBezTo>
                <a:cubicBezTo>
                  <a:pt x="2638" y="15118"/>
                  <a:pt x="2657" y="15119"/>
                  <a:pt x="2679" y="15122"/>
                </a:cubicBezTo>
                <a:cubicBezTo>
                  <a:pt x="2790" y="15139"/>
                  <a:pt x="2774" y="15248"/>
                  <a:pt x="2900" y="15265"/>
                </a:cubicBezTo>
                <a:cubicBezTo>
                  <a:pt x="2904" y="15265"/>
                  <a:pt x="2908" y="15266"/>
                  <a:pt x="2912" y="15266"/>
                </a:cubicBezTo>
                <a:cubicBezTo>
                  <a:pt x="3009" y="15266"/>
                  <a:pt x="3044" y="15106"/>
                  <a:pt x="3139" y="15106"/>
                </a:cubicBezTo>
                <a:cubicBezTo>
                  <a:pt x="3143" y="15106"/>
                  <a:pt x="3147" y="15107"/>
                  <a:pt x="3152" y="15107"/>
                </a:cubicBezTo>
                <a:cubicBezTo>
                  <a:pt x="3164" y="15109"/>
                  <a:pt x="3175" y="15110"/>
                  <a:pt x="3185" y="15110"/>
                </a:cubicBezTo>
                <a:cubicBezTo>
                  <a:pt x="3257" y="15110"/>
                  <a:pt x="3283" y="15073"/>
                  <a:pt x="3354" y="15073"/>
                </a:cubicBezTo>
                <a:cubicBezTo>
                  <a:pt x="3364" y="15073"/>
                  <a:pt x="3376" y="15074"/>
                  <a:pt x="3389" y="15076"/>
                </a:cubicBezTo>
                <a:cubicBezTo>
                  <a:pt x="3515" y="15091"/>
                  <a:pt x="3499" y="15139"/>
                  <a:pt x="3625" y="15154"/>
                </a:cubicBezTo>
                <a:cubicBezTo>
                  <a:pt x="3680" y="15162"/>
                  <a:pt x="3708" y="15162"/>
                  <a:pt x="3735" y="15162"/>
                </a:cubicBezTo>
                <a:cubicBezTo>
                  <a:pt x="3763" y="15162"/>
                  <a:pt x="3790" y="15162"/>
                  <a:pt x="3845" y="15170"/>
                </a:cubicBezTo>
                <a:cubicBezTo>
                  <a:pt x="3971" y="15185"/>
                  <a:pt x="3956" y="15280"/>
                  <a:pt x="4066" y="15296"/>
                </a:cubicBezTo>
                <a:cubicBezTo>
                  <a:pt x="4072" y="15297"/>
                  <a:pt x="4078" y="15297"/>
                  <a:pt x="4084" y="15297"/>
                </a:cubicBezTo>
                <a:cubicBezTo>
                  <a:pt x="4188" y="15297"/>
                  <a:pt x="4211" y="15184"/>
                  <a:pt x="4302" y="15184"/>
                </a:cubicBezTo>
                <a:cubicBezTo>
                  <a:pt x="4307" y="15184"/>
                  <a:pt x="4312" y="15185"/>
                  <a:pt x="4318" y="15185"/>
                </a:cubicBezTo>
                <a:cubicBezTo>
                  <a:pt x="4429" y="15202"/>
                  <a:pt x="4412" y="15328"/>
                  <a:pt x="4538" y="15343"/>
                </a:cubicBezTo>
                <a:cubicBezTo>
                  <a:pt x="4544" y="15344"/>
                  <a:pt x="4549" y="15344"/>
                  <a:pt x="4554" y="15344"/>
                </a:cubicBezTo>
                <a:cubicBezTo>
                  <a:pt x="4646" y="15344"/>
                  <a:pt x="4669" y="15216"/>
                  <a:pt x="4774" y="15216"/>
                </a:cubicBezTo>
                <a:cubicBezTo>
                  <a:pt x="4779" y="15216"/>
                  <a:pt x="4785" y="15216"/>
                  <a:pt x="4791" y="15217"/>
                </a:cubicBezTo>
                <a:cubicBezTo>
                  <a:pt x="4901" y="15233"/>
                  <a:pt x="4870" y="15485"/>
                  <a:pt x="4980" y="15500"/>
                </a:cubicBezTo>
                <a:cubicBezTo>
                  <a:pt x="4984" y="15501"/>
                  <a:pt x="4989" y="15501"/>
                  <a:pt x="4994" y="15501"/>
                </a:cubicBezTo>
                <a:cubicBezTo>
                  <a:pt x="5103" y="15501"/>
                  <a:pt x="5125" y="15327"/>
                  <a:pt x="5234" y="15327"/>
                </a:cubicBezTo>
                <a:cubicBezTo>
                  <a:pt x="5239" y="15327"/>
                  <a:pt x="5243" y="15327"/>
                  <a:pt x="5248" y="15328"/>
                </a:cubicBezTo>
                <a:cubicBezTo>
                  <a:pt x="5358" y="15343"/>
                  <a:pt x="5358" y="15391"/>
                  <a:pt x="5469" y="15406"/>
                </a:cubicBezTo>
                <a:cubicBezTo>
                  <a:pt x="5532" y="15414"/>
                  <a:pt x="5563" y="15414"/>
                  <a:pt x="5593" y="15414"/>
                </a:cubicBezTo>
                <a:cubicBezTo>
                  <a:pt x="5622" y="15414"/>
                  <a:pt x="5650" y="15414"/>
                  <a:pt x="5704" y="15422"/>
                </a:cubicBezTo>
                <a:cubicBezTo>
                  <a:pt x="5815" y="15437"/>
                  <a:pt x="5815" y="15517"/>
                  <a:pt x="5925" y="15532"/>
                </a:cubicBezTo>
                <a:cubicBezTo>
                  <a:pt x="6036" y="15548"/>
                  <a:pt x="6036" y="15595"/>
                  <a:pt x="6146" y="15611"/>
                </a:cubicBezTo>
                <a:cubicBezTo>
                  <a:pt x="6272" y="15626"/>
                  <a:pt x="6256" y="15674"/>
                  <a:pt x="6382" y="15690"/>
                </a:cubicBezTo>
                <a:cubicBezTo>
                  <a:pt x="6387" y="15690"/>
                  <a:pt x="6391" y="15690"/>
                  <a:pt x="6395" y="15690"/>
                </a:cubicBezTo>
                <a:cubicBezTo>
                  <a:pt x="6491" y="15690"/>
                  <a:pt x="6525" y="15516"/>
                  <a:pt x="6622" y="15516"/>
                </a:cubicBezTo>
                <a:cubicBezTo>
                  <a:pt x="6626" y="15516"/>
                  <a:pt x="6630" y="15516"/>
                  <a:pt x="6635" y="15517"/>
                </a:cubicBezTo>
                <a:cubicBezTo>
                  <a:pt x="6761" y="15517"/>
                  <a:pt x="6729" y="15737"/>
                  <a:pt x="6839" y="15753"/>
                </a:cubicBezTo>
                <a:cubicBezTo>
                  <a:pt x="6843" y="15753"/>
                  <a:pt x="6847" y="15753"/>
                  <a:pt x="6850" y="15753"/>
                </a:cubicBezTo>
                <a:cubicBezTo>
                  <a:pt x="6963" y="15753"/>
                  <a:pt x="6998" y="15531"/>
                  <a:pt x="7098" y="15531"/>
                </a:cubicBezTo>
                <a:cubicBezTo>
                  <a:pt x="7101" y="15531"/>
                  <a:pt x="7104" y="15532"/>
                  <a:pt x="7107" y="15532"/>
                </a:cubicBezTo>
                <a:cubicBezTo>
                  <a:pt x="7217" y="15548"/>
                  <a:pt x="7202" y="15753"/>
                  <a:pt x="7311" y="15769"/>
                </a:cubicBezTo>
                <a:cubicBezTo>
                  <a:pt x="7334" y="15772"/>
                  <a:pt x="7352" y="15773"/>
                  <a:pt x="7368" y="15773"/>
                </a:cubicBezTo>
                <a:cubicBezTo>
                  <a:pt x="7411" y="15773"/>
                  <a:pt x="7434" y="15764"/>
                  <a:pt x="7482" y="15764"/>
                </a:cubicBezTo>
                <a:cubicBezTo>
                  <a:pt x="7499" y="15764"/>
                  <a:pt x="7521" y="15765"/>
                  <a:pt x="7548" y="15769"/>
                </a:cubicBezTo>
                <a:cubicBezTo>
                  <a:pt x="7571" y="15772"/>
                  <a:pt x="7589" y="15773"/>
                  <a:pt x="7604" y="15773"/>
                </a:cubicBezTo>
                <a:cubicBezTo>
                  <a:pt x="7647" y="15773"/>
                  <a:pt x="7670" y="15764"/>
                  <a:pt x="7717" y="15764"/>
                </a:cubicBezTo>
                <a:cubicBezTo>
                  <a:pt x="7735" y="15764"/>
                  <a:pt x="7757" y="15765"/>
                  <a:pt x="7784" y="15769"/>
                </a:cubicBezTo>
                <a:cubicBezTo>
                  <a:pt x="7807" y="15772"/>
                  <a:pt x="7825" y="15773"/>
                  <a:pt x="7840" y="15773"/>
                </a:cubicBezTo>
                <a:cubicBezTo>
                  <a:pt x="7884" y="15773"/>
                  <a:pt x="7907" y="15764"/>
                  <a:pt x="7954" y="15764"/>
                </a:cubicBezTo>
                <a:cubicBezTo>
                  <a:pt x="7972" y="15764"/>
                  <a:pt x="7994" y="15765"/>
                  <a:pt x="8021" y="15769"/>
                </a:cubicBezTo>
                <a:cubicBezTo>
                  <a:pt x="8131" y="15784"/>
                  <a:pt x="8131" y="15784"/>
                  <a:pt x="8257" y="15784"/>
                </a:cubicBezTo>
                <a:cubicBezTo>
                  <a:pt x="8368" y="15800"/>
                  <a:pt x="8351" y="15926"/>
                  <a:pt x="8462" y="15942"/>
                </a:cubicBezTo>
                <a:cubicBezTo>
                  <a:pt x="8490" y="15945"/>
                  <a:pt x="8511" y="15946"/>
                  <a:pt x="8529" y="15946"/>
                </a:cubicBezTo>
                <a:cubicBezTo>
                  <a:pt x="8577" y="15946"/>
                  <a:pt x="8599" y="15937"/>
                  <a:pt x="8642" y="15937"/>
                </a:cubicBezTo>
                <a:cubicBezTo>
                  <a:pt x="8658" y="15937"/>
                  <a:pt x="8676" y="15939"/>
                  <a:pt x="8698" y="15942"/>
                </a:cubicBezTo>
                <a:cubicBezTo>
                  <a:pt x="8725" y="15945"/>
                  <a:pt x="8747" y="15946"/>
                  <a:pt x="8765" y="15946"/>
                </a:cubicBezTo>
                <a:cubicBezTo>
                  <a:pt x="8812" y="15946"/>
                  <a:pt x="8835" y="15937"/>
                  <a:pt x="8879" y="15937"/>
                </a:cubicBezTo>
                <a:cubicBezTo>
                  <a:pt x="8894" y="15937"/>
                  <a:pt x="8912" y="15939"/>
                  <a:pt x="8935" y="15942"/>
                </a:cubicBezTo>
                <a:cubicBezTo>
                  <a:pt x="9061" y="15958"/>
                  <a:pt x="9045" y="16005"/>
                  <a:pt x="9171" y="16021"/>
                </a:cubicBezTo>
                <a:cubicBezTo>
                  <a:pt x="9260" y="16021"/>
                  <a:pt x="9277" y="16001"/>
                  <a:pt x="9347" y="16001"/>
                </a:cubicBezTo>
                <a:cubicBezTo>
                  <a:pt x="9363" y="16001"/>
                  <a:pt x="9383" y="16002"/>
                  <a:pt x="9408" y="16005"/>
                </a:cubicBezTo>
                <a:cubicBezTo>
                  <a:pt x="9416" y="16006"/>
                  <a:pt x="9425" y="16007"/>
                  <a:pt x="9432" y="16007"/>
                </a:cubicBezTo>
                <a:cubicBezTo>
                  <a:pt x="9513" y="16007"/>
                  <a:pt x="9538" y="15940"/>
                  <a:pt x="9620" y="15940"/>
                </a:cubicBezTo>
                <a:cubicBezTo>
                  <a:pt x="9627" y="15940"/>
                  <a:pt x="9635" y="15940"/>
                  <a:pt x="9643" y="15942"/>
                </a:cubicBezTo>
                <a:cubicBezTo>
                  <a:pt x="9754" y="15958"/>
                  <a:pt x="9738" y="16131"/>
                  <a:pt x="9849" y="16131"/>
                </a:cubicBezTo>
                <a:cubicBezTo>
                  <a:pt x="9861" y="16132"/>
                  <a:pt x="9872" y="16133"/>
                  <a:pt x="9882" y="16133"/>
                </a:cubicBezTo>
                <a:cubicBezTo>
                  <a:pt x="9968" y="16133"/>
                  <a:pt x="9995" y="16082"/>
                  <a:pt x="10072" y="16082"/>
                </a:cubicBezTo>
                <a:cubicBezTo>
                  <a:pt x="10081" y="16082"/>
                  <a:pt x="10090" y="16082"/>
                  <a:pt x="10101" y="16084"/>
                </a:cubicBezTo>
                <a:cubicBezTo>
                  <a:pt x="10107" y="16085"/>
                  <a:pt x="10113" y="16085"/>
                  <a:pt x="10119" y="16085"/>
                </a:cubicBezTo>
                <a:cubicBezTo>
                  <a:pt x="10207" y="16085"/>
                  <a:pt x="10231" y="15988"/>
                  <a:pt x="10331" y="15988"/>
                </a:cubicBezTo>
                <a:cubicBezTo>
                  <a:pt x="10338" y="15988"/>
                  <a:pt x="10345" y="15988"/>
                  <a:pt x="10353" y="15990"/>
                </a:cubicBezTo>
                <a:cubicBezTo>
                  <a:pt x="10463" y="16005"/>
                  <a:pt x="10463" y="16036"/>
                  <a:pt x="10573" y="16053"/>
                </a:cubicBezTo>
                <a:cubicBezTo>
                  <a:pt x="10589" y="16055"/>
                  <a:pt x="10603" y="16056"/>
                  <a:pt x="10615" y="16056"/>
                </a:cubicBezTo>
                <a:cubicBezTo>
                  <a:pt x="10677" y="16056"/>
                  <a:pt x="10705" y="16033"/>
                  <a:pt x="10767" y="16033"/>
                </a:cubicBezTo>
                <a:cubicBezTo>
                  <a:pt x="10780" y="16033"/>
                  <a:pt x="10794" y="16034"/>
                  <a:pt x="10809" y="16036"/>
                </a:cubicBezTo>
                <a:cubicBezTo>
                  <a:pt x="10920" y="16053"/>
                  <a:pt x="10904" y="16242"/>
                  <a:pt x="11015" y="16257"/>
                </a:cubicBezTo>
                <a:cubicBezTo>
                  <a:pt x="11022" y="16258"/>
                  <a:pt x="11030" y="16258"/>
                  <a:pt x="11037" y="16258"/>
                </a:cubicBezTo>
                <a:cubicBezTo>
                  <a:pt x="11136" y="16258"/>
                  <a:pt x="11160" y="16161"/>
                  <a:pt x="11249" y="16161"/>
                </a:cubicBezTo>
                <a:cubicBezTo>
                  <a:pt x="11254" y="16161"/>
                  <a:pt x="11260" y="16161"/>
                  <a:pt x="11267" y="16162"/>
                </a:cubicBezTo>
                <a:cubicBezTo>
                  <a:pt x="11276" y="16163"/>
                  <a:pt x="11284" y="16164"/>
                  <a:pt x="11291" y="16164"/>
                </a:cubicBezTo>
                <a:cubicBezTo>
                  <a:pt x="11372" y="16164"/>
                  <a:pt x="11398" y="16098"/>
                  <a:pt x="11479" y="16098"/>
                </a:cubicBezTo>
                <a:cubicBezTo>
                  <a:pt x="11487" y="16098"/>
                  <a:pt x="11494" y="16098"/>
                  <a:pt x="11502" y="16099"/>
                </a:cubicBezTo>
                <a:cubicBezTo>
                  <a:pt x="11628" y="16116"/>
                  <a:pt x="11613" y="16162"/>
                  <a:pt x="11739" y="16179"/>
                </a:cubicBezTo>
                <a:cubicBezTo>
                  <a:pt x="11751" y="16180"/>
                  <a:pt x="11762" y="16181"/>
                  <a:pt x="11772" y="16181"/>
                </a:cubicBezTo>
                <a:cubicBezTo>
                  <a:pt x="11843" y="16181"/>
                  <a:pt x="11870" y="16144"/>
                  <a:pt x="11940" y="16144"/>
                </a:cubicBezTo>
                <a:cubicBezTo>
                  <a:pt x="11951" y="16144"/>
                  <a:pt x="11962" y="16145"/>
                  <a:pt x="11975" y="16147"/>
                </a:cubicBezTo>
                <a:cubicBezTo>
                  <a:pt x="12086" y="16162"/>
                  <a:pt x="12070" y="16351"/>
                  <a:pt x="12181" y="16368"/>
                </a:cubicBezTo>
                <a:cubicBezTo>
                  <a:pt x="12290" y="16383"/>
                  <a:pt x="12290" y="16446"/>
                  <a:pt x="12401" y="16462"/>
                </a:cubicBezTo>
                <a:cubicBezTo>
                  <a:pt x="12419" y="16464"/>
                  <a:pt x="12434" y="16465"/>
                  <a:pt x="12447" y="16465"/>
                </a:cubicBezTo>
                <a:cubicBezTo>
                  <a:pt x="12529" y="16465"/>
                  <a:pt x="12542" y="16431"/>
                  <a:pt x="12637" y="16431"/>
                </a:cubicBezTo>
                <a:cubicBezTo>
                  <a:pt x="12648" y="16432"/>
                  <a:pt x="12657" y="16433"/>
                  <a:pt x="12665" y="16433"/>
                </a:cubicBezTo>
                <a:cubicBezTo>
                  <a:pt x="12753" y="16433"/>
                  <a:pt x="12708" y="16361"/>
                  <a:pt x="12794" y="16288"/>
                </a:cubicBezTo>
                <a:cubicBezTo>
                  <a:pt x="12889" y="16225"/>
                  <a:pt x="12763" y="16225"/>
                  <a:pt x="12779" y="16147"/>
                </a:cubicBezTo>
                <a:cubicBezTo>
                  <a:pt x="12794" y="16036"/>
                  <a:pt x="13015" y="16068"/>
                  <a:pt x="13031" y="15958"/>
                </a:cubicBezTo>
                <a:cubicBezTo>
                  <a:pt x="13046" y="15832"/>
                  <a:pt x="12842" y="15816"/>
                  <a:pt x="12857" y="15690"/>
                </a:cubicBezTo>
                <a:cubicBezTo>
                  <a:pt x="12874" y="15580"/>
                  <a:pt x="12983" y="15595"/>
                  <a:pt x="13000" y="15469"/>
                </a:cubicBezTo>
                <a:cubicBezTo>
                  <a:pt x="13015" y="15359"/>
                  <a:pt x="13157" y="15374"/>
                  <a:pt x="13173" y="15265"/>
                </a:cubicBezTo>
                <a:cubicBezTo>
                  <a:pt x="13189" y="15139"/>
                  <a:pt x="13141" y="15139"/>
                  <a:pt x="13157" y="15028"/>
                </a:cubicBezTo>
                <a:cubicBezTo>
                  <a:pt x="13173" y="14902"/>
                  <a:pt x="13000" y="14887"/>
                  <a:pt x="13015" y="14761"/>
                </a:cubicBezTo>
                <a:cubicBezTo>
                  <a:pt x="13015" y="14650"/>
                  <a:pt x="13126" y="14666"/>
                  <a:pt x="13141" y="14540"/>
                </a:cubicBezTo>
                <a:cubicBezTo>
                  <a:pt x="13157" y="14429"/>
                  <a:pt x="13126" y="14429"/>
                  <a:pt x="13141" y="14303"/>
                </a:cubicBezTo>
                <a:cubicBezTo>
                  <a:pt x="13157" y="14193"/>
                  <a:pt x="13299" y="14208"/>
                  <a:pt x="13315" y="14099"/>
                </a:cubicBezTo>
                <a:cubicBezTo>
                  <a:pt x="13330" y="13973"/>
                  <a:pt x="13252" y="13973"/>
                  <a:pt x="13267" y="13847"/>
                </a:cubicBezTo>
                <a:cubicBezTo>
                  <a:pt x="13283" y="13736"/>
                  <a:pt x="13189" y="13721"/>
                  <a:pt x="13204" y="13610"/>
                </a:cubicBezTo>
                <a:cubicBezTo>
                  <a:pt x="13220" y="13484"/>
                  <a:pt x="13252" y="13484"/>
                  <a:pt x="13252" y="13374"/>
                </a:cubicBezTo>
                <a:cubicBezTo>
                  <a:pt x="13267" y="13263"/>
                  <a:pt x="13378" y="13280"/>
                  <a:pt x="13393" y="13153"/>
                </a:cubicBezTo>
                <a:cubicBezTo>
                  <a:pt x="13410" y="13043"/>
                  <a:pt x="13346" y="13027"/>
                  <a:pt x="13362" y="12917"/>
                </a:cubicBezTo>
                <a:cubicBezTo>
                  <a:pt x="13378" y="12807"/>
                  <a:pt x="13283" y="12790"/>
                  <a:pt x="13299" y="12664"/>
                </a:cubicBezTo>
                <a:cubicBezTo>
                  <a:pt x="13315" y="12555"/>
                  <a:pt x="13362" y="12555"/>
                  <a:pt x="13378" y="12444"/>
                </a:cubicBezTo>
                <a:cubicBezTo>
                  <a:pt x="13393" y="12334"/>
                  <a:pt x="13330" y="12318"/>
                  <a:pt x="13346" y="12208"/>
                </a:cubicBezTo>
                <a:cubicBezTo>
                  <a:pt x="13362" y="12082"/>
                  <a:pt x="13567" y="12114"/>
                  <a:pt x="13582" y="12003"/>
                </a:cubicBezTo>
                <a:cubicBezTo>
                  <a:pt x="13599" y="11877"/>
                  <a:pt x="13330" y="11845"/>
                  <a:pt x="13330" y="11735"/>
                </a:cubicBezTo>
                <a:cubicBezTo>
                  <a:pt x="13346" y="11609"/>
                  <a:pt x="13410" y="11625"/>
                  <a:pt x="13425" y="11499"/>
                </a:cubicBezTo>
                <a:cubicBezTo>
                  <a:pt x="13441" y="11389"/>
                  <a:pt x="13599" y="11404"/>
                  <a:pt x="13614" y="11294"/>
                </a:cubicBezTo>
                <a:cubicBezTo>
                  <a:pt x="13630" y="11168"/>
                  <a:pt x="13456" y="11152"/>
                  <a:pt x="13473" y="11026"/>
                </a:cubicBezTo>
                <a:cubicBezTo>
                  <a:pt x="13473" y="10916"/>
                  <a:pt x="13567" y="10931"/>
                  <a:pt x="13582" y="10805"/>
                </a:cubicBezTo>
                <a:cubicBezTo>
                  <a:pt x="13599" y="10696"/>
                  <a:pt x="13725" y="10711"/>
                  <a:pt x="13740" y="10601"/>
                </a:cubicBezTo>
                <a:cubicBezTo>
                  <a:pt x="13756" y="10475"/>
                  <a:pt x="13708" y="10475"/>
                  <a:pt x="13725" y="10349"/>
                </a:cubicBezTo>
                <a:cubicBezTo>
                  <a:pt x="13725" y="10238"/>
                  <a:pt x="13551" y="10223"/>
                  <a:pt x="13567" y="10097"/>
                </a:cubicBezTo>
                <a:cubicBezTo>
                  <a:pt x="13582" y="9986"/>
                  <a:pt x="13645" y="9986"/>
                  <a:pt x="13662" y="9876"/>
                </a:cubicBezTo>
                <a:cubicBezTo>
                  <a:pt x="13677" y="9765"/>
                  <a:pt x="13819" y="9782"/>
                  <a:pt x="13834" y="9656"/>
                </a:cubicBezTo>
                <a:cubicBezTo>
                  <a:pt x="13851" y="9545"/>
                  <a:pt x="13756" y="9530"/>
                  <a:pt x="13771" y="9419"/>
                </a:cubicBezTo>
                <a:cubicBezTo>
                  <a:pt x="13788" y="9293"/>
                  <a:pt x="13788" y="9293"/>
                  <a:pt x="13803" y="9183"/>
                </a:cubicBezTo>
                <a:cubicBezTo>
                  <a:pt x="13819" y="9072"/>
                  <a:pt x="13740" y="9057"/>
                  <a:pt x="13756" y="8946"/>
                </a:cubicBezTo>
                <a:cubicBezTo>
                  <a:pt x="13771" y="8820"/>
                  <a:pt x="13803" y="8836"/>
                  <a:pt x="13819" y="8710"/>
                </a:cubicBezTo>
                <a:cubicBezTo>
                  <a:pt x="13834" y="8599"/>
                  <a:pt x="13756" y="8584"/>
                  <a:pt x="13771" y="8473"/>
                </a:cubicBezTo>
                <a:cubicBezTo>
                  <a:pt x="13788" y="8347"/>
                  <a:pt x="13992" y="8379"/>
                  <a:pt x="14008" y="8269"/>
                </a:cubicBezTo>
                <a:cubicBezTo>
                  <a:pt x="14023" y="8143"/>
                  <a:pt x="14008" y="8143"/>
                  <a:pt x="14023" y="8032"/>
                </a:cubicBezTo>
                <a:cubicBezTo>
                  <a:pt x="14040" y="7906"/>
                  <a:pt x="14118" y="7923"/>
                  <a:pt x="14134" y="7812"/>
                </a:cubicBezTo>
                <a:cubicBezTo>
                  <a:pt x="14149" y="7686"/>
                  <a:pt x="13914" y="7654"/>
                  <a:pt x="13929" y="7544"/>
                </a:cubicBezTo>
                <a:cubicBezTo>
                  <a:pt x="13945" y="7434"/>
                  <a:pt x="14086" y="7450"/>
                  <a:pt x="14103" y="7324"/>
                </a:cubicBezTo>
                <a:cubicBezTo>
                  <a:pt x="14118" y="7213"/>
                  <a:pt x="14181" y="7213"/>
                  <a:pt x="14197" y="7103"/>
                </a:cubicBezTo>
                <a:cubicBezTo>
                  <a:pt x="14212" y="6992"/>
                  <a:pt x="14086" y="6977"/>
                  <a:pt x="14103" y="6851"/>
                </a:cubicBezTo>
                <a:cubicBezTo>
                  <a:pt x="14118" y="6740"/>
                  <a:pt x="14244" y="6757"/>
                  <a:pt x="14244" y="6631"/>
                </a:cubicBezTo>
                <a:cubicBezTo>
                  <a:pt x="14260" y="6520"/>
                  <a:pt x="14134" y="6505"/>
                  <a:pt x="14149" y="6394"/>
                </a:cubicBezTo>
                <a:cubicBezTo>
                  <a:pt x="14166" y="6268"/>
                  <a:pt x="14086" y="6268"/>
                  <a:pt x="14103" y="6142"/>
                </a:cubicBezTo>
                <a:cubicBezTo>
                  <a:pt x="14118" y="6032"/>
                  <a:pt x="14338" y="6063"/>
                  <a:pt x="14355" y="5937"/>
                </a:cubicBezTo>
                <a:lnTo>
                  <a:pt x="14386" y="5717"/>
                </a:lnTo>
                <a:cubicBezTo>
                  <a:pt x="14401" y="5591"/>
                  <a:pt x="14212" y="5574"/>
                  <a:pt x="14229" y="5448"/>
                </a:cubicBezTo>
                <a:cubicBezTo>
                  <a:pt x="14244" y="5339"/>
                  <a:pt x="14355" y="5354"/>
                  <a:pt x="14370" y="5228"/>
                </a:cubicBezTo>
                <a:cubicBezTo>
                  <a:pt x="14386" y="5118"/>
                  <a:pt x="14307" y="5102"/>
                  <a:pt x="14323" y="4992"/>
                </a:cubicBezTo>
                <a:cubicBezTo>
                  <a:pt x="14338" y="4881"/>
                  <a:pt x="14496" y="4898"/>
                  <a:pt x="14512" y="4771"/>
                </a:cubicBezTo>
                <a:cubicBezTo>
                  <a:pt x="14512" y="4661"/>
                  <a:pt x="14449" y="4645"/>
                  <a:pt x="14464" y="4535"/>
                </a:cubicBezTo>
                <a:cubicBezTo>
                  <a:pt x="14481" y="4425"/>
                  <a:pt x="14496" y="4425"/>
                  <a:pt x="14512" y="4299"/>
                </a:cubicBezTo>
                <a:cubicBezTo>
                  <a:pt x="14528" y="4188"/>
                  <a:pt x="14575" y="4204"/>
                  <a:pt x="14591" y="4078"/>
                </a:cubicBezTo>
                <a:cubicBezTo>
                  <a:pt x="14607" y="3967"/>
                  <a:pt x="14386" y="3936"/>
                  <a:pt x="14401" y="3826"/>
                </a:cubicBezTo>
                <a:cubicBezTo>
                  <a:pt x="14418" y="3700"/>
                  <a:pt x="14591" y="3732"/>
                  <a:pt x="14607" y="3606"/>
                </a:cubicBezTo>
                <a:cubicBezTo>
                  <a:pt x="14622" y="3495"/>
                  <a:pt x="14685" y="3495"/>
                  <a:pt x="14701" y="3385"/>
                </a:cubicBezTo>
                <a:cubicBezTo>
                  <a:pt x="14717" y="3274"/>
                  <a:pt x="14464" y="3243"/>
                  <a:pt x="14481" y="3117"/>
                </a:cubicBezTo>
                <a:cubicBezTo>
                  <a:pt x="14496" y="3007"/>
                  <a:pt x="14654" y="3022"/>
                  <a:pt x="14670" y="2912"/>
                </a:cubicBezTo>
                <a:cubicBezTo>
                  <a:pt x="14685" y="2786"/>
                  <a:pt x="14638" y="2786"/>
                  <a:pt x="14654" y="2675"/>
                </a:cubicBezTo>
                <a:cubicBezTo>
                  <a:pt x="14670" y="2549"/>
                  <a:pt x="14764" y="2566"/>
                  <a:pt x="14764" y="2455"/>
                </a:cubicBezTo>
                <a:cubicBezTo>
                  <a:pt x="14780" y="2329"/>
                  <a:pt x="14654" y="2314"/>
                  <a:pt x="14670" y="2203"/>
                </a:cubicBezTo>
                <a:cubicBezTo>
                  <a:pt x="14685" y="2077"/>
                  <a:pt x="14843" y="2108"/>
                  <a:pt x="14859" y="1982"/>
                </a:cubicBezTo>
                <a:cubicBezTo>
                  <a:pt x="14874" y="1872"/>
                  <a:pt x="14954" y="1746"/>
                  <a:pt x="14874" y="1652"/>
                </a:cubicBezTo>
                <a:cubicBezTo>
                  <a:pt x="14848" y="1620"/>
                  <a:pt x="14810" y="1611"/>
                  <a:pt x="14766" y="1611"/>
                </a:cubicBezTo>
                <a:cubicBezTo>
                  <a:pt x="14714" y="1611"/>
                  <a:pt x="14654" y="1623"/>
                  <a:pt x="14599" y="1623"/>
                </a:cubicBezTo>
                <a:cubicBezTo>
                  <a:pt x="14585" y="1623"/>
                  <a:pt x="14572" y="1622"/>
                  <a:pt x="14559" y="1620"/>
                </a:cubicBezTo>
                <a:cubicBezTo>
                  <a:pt x="14553" y="1620"/>
                  <a:pt x="14547" y="1619"/>
                  <a:pt x="14541" y="1619"/>
                </a:cubicBezTo>
                <a:cubicBezTo>
                  <a:pt x="14437" y="1619"/>
                  <a:pt x="14414" y="1747"/>
                  <a:pt x="14322" y="1747"/>
                </a:cubicBezTo>
                <a:cubicBezTo>
                  <a:pt x="14317" y="1747"/>
                  <a:pt x="14312" y="1747"/>
                  <a:pt x="14307" y="1746"/>
                </a:cubicBezTo>
                <a:cubicBezTo>
                  <a:pt x="14292" y="1744"/>
                  <a:pt x="14279" y="1744"/>
                  <a:pt x="14268" y="1744"/>
                </a:cubicBezTo>
                <a:cubicBezTo>
                  <a:pt x="14190" y="1744"/>
                  <a:pt x="14171" y="1780"/>
                  <a:pt x="14092" y="1780"/>
                </a:cubicBezTo>
                <a:cubicBezTo>
                  <a:pt x="14081" y="1780"/>
                  <a:pt x="14069" y="1780"/>
                  <a:pt x="14055" y="1778"/>
                </a:cubicBezTo>
                <a:lnTo>
                  <a:pt x="13834" y="1746"/>
                </a:lnTo>
                <a:cubicBezTo>
                  <a:pt x="13708" y="1730"/>
                  <a:pt x="13725" y="1635"/>
                  <a:pt x="13614" y="1635"/>
                </a:cubicBezTo>
                <a:cubicBezTo>
                  <a:pt x="13488" y="1620"/>
                  <a:pt x="13488" y="1620"/>
                  <a:pt x="13378" y="1604"/>
                </a:cubicBezTo>
                <a:cubicBezTo>
                  <a:pt x="13355" y="1601"/>
                  <a:pt x="13337" y="1600"/>
                  <a:pt x="13320" y="1600"/>
                </a:cubicBezTo>
                <a:cubicBezTo>
                  <a:pt x="13274" y="1600"/>
                  <a:pt x="13247" y="1609"/>
                  <a:pt x="13202" y="1609"/>
                </a:cubicBezTo>
                <a:cubicBezTo>
                  <a:pt x="13185" y="1609"/>
                  <a:pt x="13165" y="1608"/>
                  <a:pt x="13141" y="1604"/>
                </a:cubicBezTo>
                <a:cubicBezTo>
                  <a:pt x="13031" y="1589"/>
                  <a:pt x="13046" y="1431"/>
                  <a:pt x="12920" y="1415"/>
                </a:cubicBezTo>
                <a:cubicBezTo>
                  <a:pt x="12916" y="1414"/>
                  <a:pt x="12911" y="1414"/>
                  <a:pt x="12907" y="1414"/>
                </a:cubicBezTo>
                <a:cubicBezTo>
                  <a:pt x="12814" y="1414"/>
                  <a:pt x="12791" y="1558"/>
                  <a:pt x="12684" y="1558"/>
                </a:cubicBezTo>
                <a:cubicBezTo>
                  <a:pt x="12679" y="1558"/>
                  <a:pt x="12674" y="1558"/>
                  <a:pt x="12668" y="1557"/>
                </a:cubicBezTo>
                <a:cubicBezTo>
                  <a:pt x="12559" y="1557"/>
                  <a:pt x="12590" y="1352"/>
                  <a:pt x="12464" y="1337"/>
                </a:cubicBezTo>
                <a:cubicBezTo>
                  <a:pt x="12460" y="1336"/>
                  <a:pt x="12456" y="1336"/>
                  <a:pt x="12452" y="1336"/>
                </a:cubicBezTo>
                <a:cubicBezTo>
                  <a:pt x="12355" y="1336"/>
                  <a:pt x="12320" y="1510"/>
                  <a:pt x="12224" y="1510"/>
                </a:cubicBezTo>
                <a:cubicBezTo>
                  <a:pt x="12220" y="1510"/>
                  <a:pt x="12216" y="1510"/>
                  <a:pt x="12212" y="1509"/>
                </a:cubicBezTo>
                <a:cubicBezTo>
                  <a:pt x="12086" y="1509"/>
                  <a:pt x="12101" y="1463"/>
                  <a:pt x="11975" y="1446"/>
                </a:cubicBezTo>
                <a:cubicBezTo>
                  <a:pt x="11963" y="1445"/>
                  <a:pt x="11953" y="1444"/>
                  <a:pt x="11943" y="1444"/>
                </a:cubicBezTo>
                <a:cubicBezTo>
                  <a:pt x="11874" y="1444"/>
                  <a:pt x="11856" y="1481"/>
                  <a:pt x="11779" y="1481"/>
                </a:cubicBezTo>
                <a:cubicBezTo>
                  <a:pt x="11767" y="1481"/>
                  <a:pt x="11754" y="1480"/>
                  <a:pt x="11739" y="1478"/>
                </a:cubicBezTo>
                <a:cubicBezTo>
                  <a:pt x="11628" y="1463"/>
                  <a:pt x="11645" y="1274"/>
                  <a:pt x="11534" y="1257"/>
                </a:cubicBezTo>
                <a:cubicBezTo>
                  <a:pt x="11424" y="1242"/>
                  <a:pt x="11424" y="1179"/>
                  <a:pt x="11313" y="1163"/>
                </a:cubicBezTo>
                <a:cubicBezTo>
                  <a:pt x="11288" y="1160"/>
                  <a:pt x="11267" y="1159"/>
                  <a:pt x="11250" y="1159"/>
                </a:cubicBezTo>
                <a:cubicBezTo>
                  <a:pt x="11201" y="1159"/>
                  <a:pt x="11178" y="1168"/>
                  <a:pt x="11136" y="1168"/>
                </a:cubicBezTo>
                <a:cubicBezTo>
                  <a:pt x="11120" y="1168"/>
                  <a:pt x="11102" y="1166"/>
                  <a:pt x="11078" y="1163"/>
                </a:cubicBezTo>
                <a:cubicBezTo>
                  <a:pt x="11015" y="1155"/>
                  <a:pt x="10983" y="1155"/>
                  <a:pt x="10954" y="1155"/>
                </a:cubicBezTo>
                <a:cubicBezTo>
                  <a:pt x="10924" y="1155"/>
                  <a:pt x="10896" y="1155"/>
                  <a:pt x="10841" y="1148"/>
                </a:cubicBezTo>
                <a:cubicBezTo>
                  <a:pt x="10836" y="1147"/>
                  <a:pt x="10831" y="1147"/>
                  <a:pt x="10826" y="1147"/>
                </a:cubicBezTo>
                <a:cubicBezTo>
                  <a:pt x="10733" y="1147"/>
                  <a:pt x="10698" y="1290"/>
                  <a:pt x="10603" y="1290"/>
                </a:cubicBezTo>
                <a:cubicBezTo>
                  <a:pt x="10598" y="1290"/>
                  <a:pt x="10594" y="1290"/>
                  <a:pt x="10589" y="1289"/>
                </a:cubicBezTo>
                <a:cubicBezTo>
                  <a:pt x="10463" y="1274"/>
                  <a:pt x="10494" y="1037"/>
                  <a:pt x="10384" y="1022"/>
                </a:cubicBezTo>
                <a:cubicBezTo>
                  <a:pt x="10378" y="1021"/>
                  <a:pt x="10371" y="1020"/>
                  <a:pt x="10365" y="1020"/>
                </a:cubicBezTo>
                <a:cubicBezTo>
                  <a:pt x="10277" y="1020"/>
                  <a:pt x="10253" y="1117"/>
                  <a:pt x="10153" y="1117"/>
                </a:cubicBezTo>
                <a:cubicBezTo>
                  <a:pt x="10146" y="1117"/>
                  <a:pt x="10139" y="1117"/>
                  <a:pt x="10132" y="1116"/>
                </a:cubicBezTo>
                <a:cubicBezTo>
                  <a:pt x="10021" y="1100"/>
                  <a:pt x="10038" y="1022"/>
                  <a:pt x="9912" y="1005"/>
                </a:cubicBezTo>
                <a:cubicBezTo>
                  <a:pt x="9905" y="1004"/>
                  <a:pt x="9898" y="1004"/>
                  <a:pt x="9891" y="1004"/>
                </a:cubicBezTo>
                <a:cubicBezTo>
                  <a:pt x="9805" y="1004"/>
                  <a:pt x="9782" y="1086"/>
                  <a:pt x="9695" y="1086"/>
                </a:cubicBezTo>
                <a:cubicBezTo>
                  <a:pt x="9689" y="1086"/>
                  <a:pt x="9682" y="1086"/>
                  <a:pt x="9675" y="1085"/>
                </a:cubicBezTo>
                <a:cubicBezTo>
                  <a:pt x="9668" y="1084"/>
                  <a:pt x="9661" y="1083"/>
                  <a:pt x="9655" y="1083"/>
                </a:cubicBezTo>
                <a:cubicBezTo>
                  <a:pt x="9553" y="1083"/>
                  <a:pt x="9530" y="1196"/>
                  <a:pt x="9440" y="1196"/>
                </a:cubicBezTo>
                <a:cubicBezTo>
                  <a:pt x="9435" y="1196"/>
                  <a:pt x="9429" y="1195"/>
                  <a:pt x="9423" y="1194"/>
                </a:cubicBezTo>
                <a:cubicBezTo>
                  <a:pt x="9297" y="1179"/>
                  <a:pt x="9313" y="1053"/>
                  <a:pt x="9202" y="1037"/>
                </a:cubicBezTo>
                <a:cubicBezTo>
                  <a:pt x="9092" y="1022"/>
                  <a:pt x="9108" y="927"/>
                  <a:pt x="8982" y="911"/>
                </a:cubicBezTo>
                <a:cubicBezTo>
                  <a:pt x="8872" y="896"/>
                  <a:pt x="8872" y="864"/>
                  <a:pt x="8761" y="848"/>
                </a:cubicBezTo>
                <a:cubicBezTo>
                  <a:pt x="8743" y="846"/>
                  <a:pt x="8728" y="845"/>
                  <a:pt x="8714" y="845"/>
                </a:cubicBezTo>
                <a:cubicBezTo>
                  <a:pt x="8646" y="845"/>
                  <a:pt x="8626" y="867"/>
                  <a:pt x="8566" y="867"/>
                </a:cubicBezTo>
                <a:cubicBezTo>
                  <a:pt x="8554" y="867"/>
                  <a:pt x="8541" y="866"/>
                  <a:pt x="8525" y="864"/>
                </a:cubicBezTo>
                <a:cubicBezTo>
                  <a:pt x="8399" y="848"/>
                  <a:pt x="8414" y="816"/>
                  <a:pt x="8288" y="801"/>
                </a:cubicBezTo>
                <a:cubicBezTo>
                  <a:pt x="8283" y="800"/>
                  <a:pt x="8279" y="800"/>
                  <a:pt x="8274" y="800"/>
                </a:cubicBezTo>
                <a:cubicBezTo>
                  <a:pt x="8180" y="800"/>
                  <a:pt x="8145" y="943"/>
                  <a:pt x="8051" y="943"/>
                </a:cubicBezTo>
                <a:cubicBezTo>
                  <a:pt x="8046" y="943"/>
                  <a:pt x="8041" y="943"/>
                  <a:pt x="8036" y="942"/>
                </a:cubicBezTo>
                <a:cubicBezTo>
                  <a:pt x="7927" y="927"/>
                  <a:pt x="7942" y="816"/>
                  <a:pt x="7816" y="801"/>
                </a:cubicBezTo>
                <a:cubicBezTo>
                  <a:pt x="7706" y="785"/>
                  <a:pt x="7706" y="770"/>
                  <a:pt x="7595" y="753"/>
                </a:cubicBezTo>
                <a:cubicBezTo>
                  <a:pt x="7577" y="751"/>
                  <a:pt x="7562" y="750"/>
                  <a:pt x="7548" y="750"/>
                </a:cubicBezTo>
                <a:cubicBezTo>
                  <a:pt x="7480" y="750"/>
                  <a:pt x="7460" y="773"/>
                  <a:pt x="7400" y="773"/>
                </a:cubicBezTo>
                <a:cubicBezTo>
                  <a:pt x="7388" y="773"/>
                  <a:pt x="7375" y="772"/>
                  <a:pt x="7359" y="770"/>
                </a:cubicBezTo>
                <a:cubicBezTo>
                  <a:pt x="7340" y="767"/>
                  <a:pt x="7324" y="766"/>
                  <a:pt x="7310" y="766"/>
                </a:cubicBezTo>
                <a:cubicBezTo>
                  <a:pt x="7245" y="766"/>
                  <a:pt x="7222" y="788"/>
                  <a:pt x="7156" y="788"/>
                </a:cubicBezTo>
                <a:cubicBezTo>
                  <a:pt x="7142" y="788"/>
                  <a:pt x="7126" y="787"/>
                  <a:pt x="7107" y="785"/>
                </a:cubicBezTo>
                <a:cubicBezTo>
                  <a:pt x="7100" y="784"/>
                  <a:pt x="7093" y="783"/>
                  <a:pt x="7087" y="783"/>
                </a:cubicBezTo>
                <a:cubicBezTo>
                  <a:pt x="7000" y="783"/>
                  <a:pt x="6977" y="866"/>
                  <a:pt x="6891" y="866"/>
                </a:cubicBezTo>
                <a:cubicBezTo>
                  <a:pt x="6884" y="866"/>
                  <a:pt x="6877" y="865"/>
                  <a:pt x="6870" y="864"/>
                </a:cubicBezTo>
                <a:cubicBezTo>
                  <a:pt x="6744" y="848"/>
                  <a:pt x="6776" y="659"/>
                  <a:pt x="6666" y="644"/>
                </a:cubicBezTo>
                <a:cubicBezTo>
                  <a:pt x="6603" y="635"/>
                  <a:pt x="6572" y="635"/>
                  <a:pt x="6542" y="635"/>
                </a:cubicBezTo>
                <a:cubicBezTo>
                  <a:pt x="6512" y="635"/>
                  <a:pt x="6485" y="635"/>
                  <a:pt x="6429" y="627"/>
                </a:cubicBezTo>
                <a:cubicBezTo>
                  <a:pt x="6417" y="625"/>
                  <a:pt x="6406" y="625"/>
                  <a:pt x="6396" y="625"/>
                </a:cubicBezTo>
                <a:cubicBezTo>
                  <a:pt x="6325" y="625"/>
                  <a:pt x="6298" y="661"/>
                  <a:pt x="6228" y="661"/>
                </a:cubicBezTo>
                <a:cubicBezTo>
                  <a:pt x="6218" y="661"/>
                  <a:pt x="6206" y="661"/>
                  <a:pt x="6193" y="659"/>
                </a:cubicBezTo>
                <a:cubicBezTo>
                  <a:pt x="6067" y="644"/>
                  <a:pt x="6082" y="533"/>
                  <a:pt x="5973" y="517"/>
                </a:cubicBezTo>
                <a:cubicBezTo>
                  <a:pt x="5967" y="517"/>
                  <a:pt x="5961" y="516"/>
                  <a:pt x="5955" y="516"/>
                </a:cubicBezTo>
                <a:cubicBezTo>
                  <a:pt x="5864" y="516"/>
                  <a:pt x="5829" y="628"/>
                  <a:pt x="5738" y="628"/>
                </a:cubicBezTo>
                <a:cubicBezTo>
                  <a:pt x="5732" y="628"/>
                  <a:pt x="5727" y="628"/>
                  <a:pt x="5721" y="627"/>
                </a:cubicBezTo>
                <a:cubicBezTo>
                  <a:pt x="5610" y="612"/>
                  <a:pt x="5626" y="486"/>
                  <a:pt x="5500" y="470"/>
                </a:cubicBezTo>
                <a:cubicBezTo>
                  <a:pt x="5495" y="469"/>
                  <a:pt x="5489" y="468"/>
                  <a:pt x="5484" y="468"/>
                </a:cubicBezTo>
                <a:cubicBezTo>
                  <a:pt x="5393" y="468"/>
                  <a:pt x="5370" y="582"/>
                  <a:pt x="5267" y="582"/>
                </a:cubicBezTo>
                <a:cubicBezTo>
                  <a:pt x="5261" y="582"/>
                  <a:pt x="5255" y="581"/>
                  <a:pt x="5248" y="580"/>
                </a:cubicBezTo>
                <a:cubicBezTo>
                  <a:pt x="5137" y="564"/>
                  <a:pt x="5137" y="533"/>
                  <a:pt x="5028" y="517"/>
                </a:cubicBezTo>
                <a:cubicBezTo>
                  <a:pt x="4917" y="501"/>
                  <a:pt x="4917" y="454"/>
                  <a:pt x="4807" y="438"/>
                </a:cubicBezTo>
                <a:cubicBezTo>
                  <a:pt x="4800" y="437"/>
                  <a:pt x="4793" y="437"/>
                  <a:pt x="4786" y="437"/>
                </a:cubicBezTo>
                <a:cubicBezTo>
                  <a:pt x="4686" y="437"/>
                  <a:pt x="4661" y="534"/>
                  <a:pt x="4574" y="534"/>
                </a:cubicBezTo>
                <a:cubicBezTo>
                  <a:pt x="4568" y="534"/>
                  <a:pt x="4562" y="534"/>
                  <a:pt x="4555" y="533"/>
                </a:cubicBezTo>
                <a:cubicBezTo>
                  <a:pt x="4444" y="517"/>
                  <a:pt x="4444" y="423"/>
                  <a:pt x="4334" y="407"/>
                </a:cubicBezTo>
                <a:cubicBezTo>
                  <a:pt x="4223" y="391"/>
                  <a:pt x="4240" y="249"/>
                  <a:pt x="4129" y="234"/>
                </a:cubicBezTo>
                <a:cubicBezTo>
                  <a:pt x="4123" y="233"/>
                  <a:pt x="4117" y="233"/>
                  <a:pt x="4111" y="233"/>
                </a:cubicBezTo>
                <a:cubicBezTo>
                  <a:pt x="4006" y="233"/>
                  <a:pt x="3984" y="361"/>
                  <a:pt x="3891" y="361"/>
                </a:cubicBezTo>
                <a:cubicBezTo>
                  <a:pt x="3887" y="361"/>
                  <a:pt x="3882" y="361"/>
                  <a:pt x="3877" y="360"/>
                </a:cubicBezTo>
                <a:cubicBezTo>
                  <a:pt x="3751" y="344"/>
                  <a:pt x="3767" y="234"/>
                  <a:pt x="3656" y="217"/>
                </a:cubicBezTo>
                <a:cubicBezTo>
                  <a:pt x="3650" y="217"/>
                  <a:pt x="3645" y="216"/>
                  <a:pt x="3639" y="216"/>
                </a:cubicBezTo>
                <a:cubicBezTo>
                  <a:pt x="3534" y="216"/>
                  <a:pt x="3512" y="345"/>
                  <a:pt x="3420" y="345"/>
                </a:cubicBezTo>
                <a:cubicBezTo>
                  <a:pt x="3415" y="345"/>
                  <a:pt x="3410" y="344"/>
                  <a:pt x="3404" y="344"/>
                </a:cubicBezTo>
                <a:cubicBezTo>
                  <a:pt x="3278" y="328"/>
                  <a:pt x="3310" y="123"/>
                  <a:pt x="3200" y="108"/>
                </a:cubicBezTo>
                <a:cubicBezTo>
                  <a:pt x="3074" y="91"/>
                  <a:pt x="3074" y="91"/>
                  <a:pt x="2963" y="76"/>
                </a:cubicBezTo>
                <a:cubicBezTo>
                  <a:pt x="2955" y="75"/>
                  <a:pt x="2948" y="75"/>
                  <a:pt x="2941" y="75"/>
                </a:cubicBezTo>
                <a:cubicBezTo>
                  <a:pt x="2857" y="75"/>
                  <a:pt x="2832" y="156"/>
                  <a:pt x="2735" y="156"/>
                </a:cubicBezTo>
                <a:cubicBezTo>
                  <a:pt x="2728" y="156"/>
                  <a:pt x="2720" y="156"/>
                  <a:pt x="2711" y="154"/>
                </a:cubicBezTo>
                <a:cubicBezTo>
                  <a:pt x="2601" y="139"/>
                  <a:pt x="2616" y="60"/>
                  <a:pt x="2490" y="60"/>
                </a:cubicBezTo>
                <a:cubicBezTo>
                  <a:pt x="2484" y="59"/>
                  <a:pt x="2478" y="59"/>
                  <a:pt x="2472" y="59"/>
                </a:cubicBezTo>
                <a:cubicBezTo>
                  <a:pt x="2384" y="59"/>
                  <a:pt x="2361" y="156"/>
                  <a:pt x="2274" y="156"/>
                </a:cubicBezTo>
                <a:cubicBezTo>
                  <a:pt x="2268" y="156"/>
                  <a:pt x="2261" y="155"/>
                  <a:pt x="2255" y="154"/>
                </a:cubicBezTo>
                <a:cubicBezTo>
                  <a:pt x="2146" y="141"/>
                  <a:pt x="2073" y="0"/>
                  <a:pt x="2004" y="0"/>
                </a:cubicBezTo>
                <a:close/>
              </a:path>
            </a:pathLst>
          </a:custGeom>
          <a:solidFill>
            <a:schemeClr val="lt2"/>
          </a:solidFill>
          <a:ln>
            <a:noFill/>
          </a:ln>
          <a:effectLst>
            <a:outerShdw blurRad="57150" dist="19050" dir="5400000" algn="bl" rotWithShape="0">
              <a:schemeClr val="dk1">
                <a:alpha val="2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he-IL" dirty="0">
              <a:latin typeface="David" panose="020E0502060401010101" pitchFamily="34" charset="-79"/>
              <a:cs typeface="David" panose="020E0502060401010101" pitchFamily="34" charset="-79"/>
            </a:endParaRPr>
          </a:p>
        </p:txBody>
      </p:sp>
      <p:pic>
        <p:nvPicPr>
          <p:cNvPr id="2183" name="Google Shape;2183;p38"/>
          <p:cNvPicPr preferRelativeResize="0"/>
          <p:nvPr/>
        </p:nvPicPr>
        <p:blipFill>
          <a:blip r:embed="rId3">
            <a:alphaModFix/>
          </a:blip>
          <a:stretch>
            <a:fillRect/>
          </a:stretch>
        </p:blipFill>
        <p:spPr>
          <a:xfrm rot="1091411" flipH="1">
            <a:off x="237838" y="336581"/>
            <a:ext cx="1436300" cy="1753743"/>
          </a:xfrm>
          <a:prstGeom prst="rect">
            <a:avLst/>
          </a:prstGeom>
          <a:noFill/>
          <a:ln>
            <a:noFill/>
          </a:ln>
        </p:spPr>
      </p:pic>
      <p:sp>
        <p:nvSpPr>
          <p:cNvPr id="2184" name="Google Shape;2184;p38"/>
          <p:cNvSpPr/>
          <p:nvPr/>
        </p:nvSpPr>
        <p:spPr>
          <a:xfrm rot="-1305378">
            <a:off x="7544605" y="753334"/>
            <a:ext cx="875713" cy="618025"/>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2185" name="Google Shape;2185;p38"/>
          <p:cNvSpPr/>
          <p:nvPr/>
        </p:nvSpPr>
        <p:spPr>
          <a:xfrm rot="-3714108">
            <a:off x="874023" y="1619308"/>
            <a:ext cx="875706" cy="618021"/>
          </a:xfrm>
          <a:custGeom>
            <a:avLst/>
            <a:gdLst/>
            <a:ahLst/>
            <a:cxnLst/>
            <a:rect l="l" t="t" r="r" b="b"/>
            <a:pathLst>
              <a:path w="5940" h="4192" extrusionOk="0">
                <a:moveTo>
                  <a:pt x="772" y="0"/>
                </a:moveTo>
                <a:lnTo>
                  <a:pt x="725" y="111"/>
                </a:lnTo>
                <a:lnTo>
                  <a:pt x="568" y="158"/>
                </a:lnTo>
                <a:lnTo>
                  <a:pt x="662" y="300"/>
                </a:lnTo>
                <a:lnTo>
                  <a:pt x="457" y="347"/>
                </a:lnTo>
                <a:lnTo>
                  <a:pt x="536" y="504"/>
                </a:lnTo>
                <a:lnTo>
                  <a:pt x="299" y="630"/>
                </a:lnTo>
                <a:lnTo>
                  <a:pt x="284" y="819"/>
                </a:lnTo>
                <a:lnTo>
                  <a:pt x="158" y="899"/>
                </a:lnTo>
                <a:lnTo>
                  <a:pt x="173" y="1056"/>
                </a:lnTo>
                <a:lnTo>
                  <a:pt x="1" y="1182"/>
                </a:lnTo>
                <a:lnTo>
                  <a:pt x="1654" y="2111"/>
                </a:lnTo>
                <a:lnTo>
                  <a:pt x="3687" y="3246"/>
                </a:lnTo>
                <a:lnTo>
                  <a:pt x="5341" y="4191"/>
                </a:lnTo>
                <a:lnTo>
                  <a:pt x="5358" y="3970"/>
                </a:lnTo>
                <a:lnTo>
                  <a:pt x="5499" y="3907"/>
                </a:lnTo>
                <a:lnTo>
                  <a:pt x="5499" y="3750"/>
                </a:lnTo>
                <a:lnTo>
                  <a:pt x="5656" y="3640"/>
                </a:lnTo>
                <a:lnTo>
                  <a:pt x="5641" y="3372"/>
                </a:lnTo>
                <a:lnTo>
                  <a:pt x="5814" y="3340"/>
                </a:lnTo>
                <a:lnTo>
                  <a:pt x="5751" y="3151"/>
                </a:lnTo>
                <a:lnTo>
                  <a:pt x="5925" y="3168"/>
                </a:lnTo>
                <a:lnTo>
                  <a:pt x="5893" y="3010"/>
                </a:lnTo>
                <a:lnTo>
                  <a:pt x="5940" y="2899"/>
                </a:lnTo>
                <a:lnTo>
                  <a:pt x="4364" y="2017"/>
                </a:lnTo>
                <a:lnTo>
                  <a:pt x="2348" y="882"/>
                </a:lnTo>
                <a:close/>
              </a:path>
            </a:pathLst>
          </a:custGeom>
          <a:solidFill>
            <a:srgbClr val="D8BAA3">
              <a:alpha val="60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avid" panose="020E0502060401010101" pitchFamily="34" charset="-79"/>
              <a:cs typeface="David" panose="020E0502060401010101" pitchFamily="34" charset="-79"/>
            </a:endParaRPr>
          </a:p>
        </p:txBody>
      </p:sp>
      <p:sp>
        <p:nvSpPr>
          <p:cNvPr id="3" name="כותרת 2">
            <a:extLst>
              <a:ext uri="{FF2B5EF4-FFF2-40B4-BE49-F238E27FC236}">
                <a16:creationId xmlns:a16="http://schemas.microsoft.com/office/drawing/2014/main" id="{D202561C-5841-C6E0-FEBB-CE77E90649C3}"/>
              </a:ext>
            </a:extLst>
          </p:cNvPr>
          <p:cNvSpPr>
            <a:spLocks noGrp="1"/>
          </p:cNvSpPr>
          <p:nvPr>
            <p:ph type="title"/>
          </p:nvPr>
        </p:nvSpPr>
        <p:spPr>
          <a:xfrm>
            <a:off x="1365059" y="703289"/>
            <a:ext cx="4469815" cy="2892140"/>
          </a:xfrm>
        </p:spPr>
        <p:txBody>
          <a:bodyPr/>
          <a:lstStyle/>
          <a:p>
            <a:pPr marL="0" marR="0" lvl="0" indent="0" algn="r" defTabSz="914400" rtl="1" eaLnBrk="1" fontAlgn="auto" latinLnBrk="0" hangingPunct="1">
              <a:lnSpc>
                <a:spcPct val="85000"/>
              </a:lnSpc>
              <a:spcBef>
                <a:spcPts val="1300"/>
              </a:spcBef>
              <a:spcAft>
                <a:spcPts val="0"/>
              </a:spcAft>
              <a:tabLst/>
              <a:defRPr/>
            </a:pP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r>
              <a:rPr kumimoji="0" lang="he-IL" sz="1800" b="1" i="0" u="none" strike="noStrike" kern="1200" cap="none" spc="0" normalizeH="0" baseline="0" noProof="0" dirty="0">
                <a:ln>
                  <a:noFill/>
                </a:ln>
                <a:solidFill>
                  <a:srgbClr val="C00000"/>
                </a:solidFill>
                <a:effectLst/>
                <a:uLnTx/>
                <a:uFillTx/>
                <a:latin typeface="David" panose="020E0502060401010101" pitchFamily="34" charset="-79"/>
                <a:ea typeface="+mn-ea"/>
                <a:cs typeface="David" panose="020E0502060401010101" pitchFamily="34" charset="-79"/>
              </a:rPr>
              <a:t>לימוד הלכות תפילה</a:t>
            </a: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400" b="0"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r>
              <a:rPr kumimoji="0" lang="he-IL" sz="1600" b="1" i="0" u="none" strike="noStrike" kern="1200" cap="none" spc="0" normalizeH="0" baseline="0" noProof="0" dirty="0">
                <a:ln>
                  <a:noFill/>
                </a:ln>
                <a:solidFill>
                  <a:schemeClr val="accent1">
                    <a:lumMod val="75000"/>
                  </a:schemeClr>
                </a:solidFill>
                <a:effectLst/>
                <a:uLnTx/>
                <a:uFillTx/>
                <a:latin typeface="David" panose="020E0502060401010101" pitchFamily="34" charset="-79"/>
                <a:ea typeface="+mn-ea"/>
                <a:cs typeface="David" panose="020E0502060401010101" pitchFamily="34" charset="-79"/>
              </a:rPr>
              <a:t>בכיתה א' </a:t>
            </a:r>
            <a: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מקובל לחלק לתלמידים סידור ונדרשת הדרכה בסיסית לשימוש בסידור.</a:t>
            </a:r>
            <a:br>
              <a:rPr kumimoji="0" lang="en-US"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תכנית הלימודים בנושא תפילה </a:t>
            </a:r>
            <a:r>
              <a:rPr kumimoji="0" lang="he-IL" sz="1600" b="1" i="0" u="none" strike="noStrike" kern="1200" cap="none" spc="0" normalizeH="0" baseline="0" noProof="0" dirty="0">
                <a:ln>
                  <a:noFill/>
                </a:ln>
                <a:solidFill>
                  <a:schemeClr val="accent1">
                    <a:lumMod val="75000"/>
                  </a:schemeClr>
                </a:solidFill>
                <a:effectLst/>
                <a:uLnTx/>
                <a:uFillTx/>
                <a:latin typeface="David" panose="020E0502060401010101" pitchFamily="34" charset="-79"/>
                <a:ea typeface="+mn-ea"/>
                <a:cs typeface="David" panose="020E0502060401010101" pitchFamily="34" charset="-79"/>
              </a:rPr>
              <a:t>לכיתות א-ב</a:t>
            </a:r>
            <a: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 כוללת את הנושאים העיקריים שיש לעסוק בהם בלימוד ראשית תפילה, בהכרת הסידור </a:t>
            </a:r>
            <a:r>
              <a:rPr kumimoji="0" lang="he-IL" sz="1600" b="1" i="0" u="none" strike="noStrike" kern="1200" cap="none" spc="0" normalizeH="0" baseline="0" noProof="0" dirty="0" err="1">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ובחווית</a:t>
            </a:r>
            <a: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 התפילה.</a:t>
            </a:r>
            <a:b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b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תכנית הלימוד בכתות </a:t>
            </a:r>
            <a:r>
              <a:rPr kumimoji="0" lang="he-IL" sz="1600" b="1" i="0" u="none" strike="noStrike" kern="1200" cap="none" spc="0" normalizeH="0" baseline="0" noProof="0" dirty="0">
                <a:ln>
                  <a:noFill/>
                </a:ln>
                <a:solidFill>
                  <a:schemeClr val="accent1">
                    <a:lumMod val="75000"/>
                  </a:schemeClr>
                </a:solidFill>
                <a:effectLst/>
                <a:uLnTx/>
                <a:uFillTx/>
                <a:latin typeface="David" panose="020E0502060401010101" pitchFamily="34" charset="-79"/>
                <a:ea typeface="+mn-ea"/>
                <a:cs typeface="David" panose="020E0502060401010101" pitchFamily="34" charset="-79"/>
              </a:rPr>
              <a:t>ד-ו</a:t>
            </a:r>
            <a: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t> מרחיבה את היריעה ללימוד של הלכות נוספות המקנות לתלמיד את היכולת להתפלל באופן מיטבי יותר. </a:t>
            </a:r>
            <a:br>
              <a:rPr kumimoji="0" lang="he-IL" sz="1600" b="1" i="0" u="none" strike="noStrike" kern="1200" cap="none" spc="0" normalizeH="0" baseline="0" noProof="0" dirty="0">
                <a:ln>
                  <a:noFill/>
                </a:ln>
                <a:solidFill>
                  <a:prstClr val="black">
                    <a:lumMod val="85000"/>
                    <a:lumOff val="15000"/>
                  </a:prstClr>
                </a:solidFill>
                <a:effectLst/>
                <a:uLnTx/>
                <a:uFillTx/>
                <a:latin typeface="David" panose="020E0502060401010101" pitchFamily="34" charset="-79"/>
                <a:ea typeface="+mn-ea"/>
                <a:cs typeface="David" panose="020E0502060401010101" pitchFamily="34" charset="-79"/>
              </a:rPr>
            </a:br>
            <a:endParaRPr lang="he-IL" sz="1600" b="1" dirty="0">
              <a:solidFill>
                <a:schemeClr val="tx1"/>
              </a:solidFill>
              <a:latin typeface="David" panose="020E0502060401010101" pitchFamily="34" charset="-79"/>
              <a:cs typeface="David" panose="020E0502060401010101" pitchFamily="34" charset="-79"/>
            </a:endParaRPr>
          </a:p>
        </p:txBody>
      </p:sp>
      <p:sp>
        <p:nvSpPr>
          <p:cNvPr id="8" name="תיבת טקסט 7">
            <a:extLst>
              <a:ext uri="{FF2B5EF4-FFF2-40B4-BE49-F238E27FC236}">
                <a16:creationId xmlns:a16="http://schemas.microsoft.com/office/drawing/2014/main" id="{9C5B0A1E-07C5-960A-915E-B9DF17968854}"/>
              </a:ext>
            </a:extLst>
          </p:cNvPr>
          <p:cNvSpPr txBox="1"/>
          <p:nvPr/>
        </p:nvSpPr>
        <p:spPr>
          <a:xfrm>
            <a:off x="6190617" y="1729807"/>
            <a:ext cx="2407373" cy="1846659"/>
          </a:xfrm>
          <a:prstGeom prst="rect">
            <a:avLst/>
          </a:prstGeom>
          <a:noFill/>
        </p:spPr>
        <p:txBody>
          <a:bodyPr wrap="square" rtlCol="1">
            <a:spAutoFit/>
          </a:bodyPr>
          <a:lstStyle/>
          <a:p>
            <a:pPr algn="r"/>
            <a:r>
              <a:rPr lang="he-IL" sz="2000" dirty="0">
                <a:solidFill>
                  <a:schemeClr val="accent5"/>
                </a:solidFill>
                <a:latin typeface="David" panose="020E0502060401010101" pitchFamily="34" charset="-79"/>
                <a:cs typeface="David" panose="020E0502060401010101" pitchFamily="34" charset="-79"/>
              </a:rPr>
              <a:t>"</a:t>
            </a:r>
            <a:r>
              <a:rPr lang="he-IL" sz="2000" b="1" dirty="0">
                <a:solidFill>
                  <a:schemeClr val="accent5"/>
                </a:solidFill>
                <a:latin typeface="David" panose="020E0502060401010101" pitchFamily="34" charset="-79"/>
                <a:cs typeface="David" panose="020E0502060401010101" pitchFamily="34" charset="-79"/>
              </a:rPr>
              <a:t>אין ישיבת האדם ותנועותיו ועסקיו והוא לבדו בביתו, כישיבתו ותנועותיו ועסקיו והוא לפני מלך גדול"</a:t>
            </a:r>
            <a:br>
              <a:rPr lang="he-IL" sz="2000" b="1" dirty="0">
                <a:solidFill>
                  <a:schemeClr val="accent3">
                    <a:lumMod val="50000"/>
                  </a:schemeClr>
                </a:solidFill>
                <a:latin typeface="David" panose="020E0502060401010101" pitchFamily="34" charset="-79"/>
                <a:cs typeface="David" panose="020E0502060401010101" pitchFamily="34" charset="-79"/>
              </a:rPr>
            </a:br>
            <a:r>
              <a:rPr lang="he-IL" dirty="0">
                <a:solidFill>
                  <a:schemeClr val="accent3">
                    <a:lumMod val="50000"/>
                  </a:schemeClr>
                </a:solidFill>
                <a:latin typeface="David" panose="020E0502060401010101" pitchFamily="34" charset="-79"/>
                <a:cs typeface="David" panose="020E0502060401010101" pitchFamily="34" charset="-79"/>
              </a:rPr>
              <a:t>(שולחן ערוך אורח חיים </a:t>
            </a:r>
            <a:r>
              <a:rPr lang="he-IL" dirty="0" err="1">
                <a:solidFill>
                  <a:schemeClr val="accent3">
                    <a:lumMod val="50000"/>
                  </a:schemeClr>
                </a:solidFill>
                <a:latin typeface="David" panose="020E0502060401010101" pitchFamily="34" charset="-79"/>
                <a:cs typeface="David" panose="020E0502060401010101" pitchFamily="34" charset="-79"/>
              </a:rPr>
              <a:t>א,א</a:t>
            </a:r>
            <a:r>
              <a:rPr lang="he-IL" dirty="0">
                <a:solidFill>
                  <a:schemeClr val="accent3">
                    <a:lumMod val="50000"/>
                  </a:schemeClr>
                </a:solidFill>
                <a:latin typeface="David" panose="020E0502060401010101" pitchFamily="34" charset="-79"/>
                <a:cs typeface="David" panose="020E0502060401010101" pitchFamily="34" charset="-79"/>
              </a:rPr>
              <a:t>)</a:t>
            </a:r>
            <a:endParaRPr lang="he-IL" dirty="0">
              <a:latin typeface="David" panose="020E0502060401010101" pitchFamily="34" charset="-79"/>
              <a:cs typeface="David" panose="020E0502060401010101" pitchFamily="34" charset="-79"/>
            </a:endParaRPr>
          </a:p>
        </p:txBody>
      </p:sp>
      <p:sp>
        <p:nvSpPr>
          <p:cNvPr id="9" name="Google Shape;8365;p54">
            <a:extLst>
              <a:ext uri="{FF2B5EF4-FFF2-40B4-BE49-F238E27FC236}">
                <a16:creationId xmlns:a16="http://schemas.microsoft.com/office/drawing/2014/main" id="{355C4D12-95E6-CC65-8E34-A74CB424175C}"/>
              </a:ext>
            </a:extLst>
          </p:cNvPr>
          <p:cNvSpPr txBox="1">
            <a:spLocks/>
          </p:cNvSpPr>
          <p:nvPr/>
        </p:nvSpPr>
        <p:spPr>
          <a:xfrm>
            <a:off x="5690669" y="3728266"/>
            <a:ext cx="3262200" cy="1235100"/>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1pPr>
            <a:lvl2pPr marL="914400" marR="0" lvl="1"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2pPr>
            <a:lvl3pPr marL="1371600" marR="0" lvl="2"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3pPr>
            <a:lvl4pPr marL="1828800" marR="0" lvl="3"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4pPr>
            <a:lvl5pPr marL="2286000" marR="0" lvl="4"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5pPr>
            <a:lvl6pPr marL="2743200" marR="0" lvl="5"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6pPr>
            <a:lvl7pPr marL="3200400" marR="0" lvl="6"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7pPr>
            <a:lvl8pPr marL="3657600" marR="0" lvl="7"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8pPr>
            <a:lvl9pPr marL="4114800" marR="0" lvl="8" indent="-330200" algn="ctr" rtl="0">
              <a:lnSpc>
                <a:spcPct val="100000"/>
              </a:lnSpc>
              <a:spcBef>
                <a:spcPts val="0"/>
              </a:spcBef>
              <a:spcAft>
                <a:spcPts val="0"/>
              </a:spcAft>
              <a:buClr>
                <a:schemeClr val="dk1"/>
              </a:buClr>
              <a:buSzPts val="1600"/>
              <a:buFont typeface="Questrial"/>
              <a:buNone/>
              <a:defRPr sz="1600" b="0" i="0" u="none" strike="noStrike" cap="none">
                <a:solidFill>
                  <a:schemeClr val="dk1"/>
                </a:solidFill>
                <a:latin typeface="Questrial"/>
                <a:ea typeface="Questrial"/>
                <a:cs typeface="Questrial"/>
                <a:sym typeface="Questrial"/>
              </a:defRPr>
            </a:lvl9pPr>
          </a:lstStyle>
          <a:p>
            <a:pPr marL="0" indent="0" rtl="1">
              <a:spcBef>
                <a:spcPts val="1200"/>
              </a:spcBef>
              <a:buClrTx/>
              <a:buSzTx/>
              <a:buFontTx/>
              <a:buNone/>
              <a:defRPr/>
            </a:pPr>
            <a:r>
              <a:rPr lang="he-IL" sz="2000" b="1" kern="1200" dirty="0">
                <a:solidFill>
                  <a:srgbClr val="C00000"/>
                </a:solidFill>
                <a:latin typeface="David" panose="020E0502060401010101" pitchFamily="34" charset="-79"/>
                <a:ea typeface="+mn-ea"/>
                <a:cs typeface="David" panose="020E0502060401010101" pitchFamily="34" charset="-79"/>
              </a:rPr>
              <a:t>על לימוד הלכות התפילה</a:t>
            </a:r>
            <a:endParaRPr lang="he-IL" sz="2000" dirty="0">
              <a:latin typeface="David" panose="020E0502060401010101" pitchFamily="34" charset="-79"/>
              <a:cs typeface="David" panose="020E0502060401010101" pitchFamily="34" charset="-79"/>
            </a:endParaRPr>
          </a:p>
        </p:txBody>
      </p:sp>
      <p:pic>
        <p:nvPicPr>
          <p:cNvPr id="6" name="תמונה 5">
            <a:extLst>
              <a:ext uri="{FF2B5EF4-FFF2-40B4-BE49-F238E27FC236}">
                <a16:creationId xmlns:a16="http://schemas.microsoft.com/office/drawing/2014/main" id="{ADFAD1CA-5BBA-2F17-A6E8-7FCBAEF9039E}"/>
              </a:ext>
            </a:extLst>
          </p:cNvPr>
          <p:cNvPicPr>
            <a:picLocks noChangeAspect="1"/>
          </p:cNvPicPr>
          <p:nvPr/>
        </p:nvPicPr>
        <p:blipFill>
          <a:blip r:embed="rId4"/>
          <a:stretch>
            <a:fillRect/>
          </a:stretch>
        </p:blipFill>
        <p:spPr>
          <a:xfrm>
            <a:off x="2844282" y="3551784"/>
            <a:ext cx="2060627" cy="1371719"/>
          </a:xfrm>
          <a:prstGeom prst="rect">
            <a:avLst/>
          </a:prstGeom>
        </p:spPr>
      </p:pic>
    </p:spTree>
    <p:extLst>
      <p:ext uri="{BB962C8B-B14F-4D97-AF65-F5344CB8AC3E}">
        <p14:creationId xmlns:p14="http://schemas.microsoft.com/office/powerpoint/2010/main" val="3817780167"/>
      </p:ext>
    </p:extLst>
  </p:cSld>
  <p:clrMapOvr>
    <a:masterClrMapping/>
  </p:clrMapOvr>
</p:sld>
</file>

<file path=ppt/theme/theme1.xml><?xml version="1.0" encoding="utf-8"?>
<a:theme xmlns:a="http://schemas.openxmlformats.org/drawingml/2006/main" name="Brazilian Valentine's Day by Slidesgo">
  <a:themeElements>
    <a:clrScheme name="Simple Light">
      <a:dk1>
        <a:srgbClr val="383737"/>
      </a:dk1>
      <a:lt1>
        <a:srgbClr val="E8E5DF"/>
      </a:lt1>
      <a:dk2>
        <a:srgbClr val="D8BAA3"/>
      </a:dk2>
      <a:lt2>
        <a:srgbClr val="F2E5CD"/>
      </a:lt2>
      <a:accent1>
        <a:srgbClr val="F89C7A"/>
      </a:accent1>
      <a:accent2>
        <a:srgbClr val="AF8DCC"/>
      </a:accent2>
      <a:accent3>
        <a:srgbClr val="A9BDBA"/>
      </a:accent3>
      <a:accent4>
        <a:srgbClr val="B8D3C3"/>
      </a:accent4>
      <a:accent5>
        <a:srgbClr val="5B6463"/>
      </a:accent5>
      <a:accent6>
        <a:srgbClr val="FFFFFF"/>
      </a:accent6>
      <a:hlink>
        <a:srgbClr val="38373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7359</TotalTime>
  <Words>2916</Words>
  <Application>Microsoft Office PowerPoint</Application>
  <PresentationFormat>‫הצגה על המסך (16:9)</PresentationFormat>
  <Paragraphs>308</Paragraphs>
  <Slides>14</Slides>
  <Notes>14</Notes>
  <HiddenSlides>0</HiddenSlides>
  <MMClips>0</MMClips>
  <ScaleCrop>false</ScaleCrop>
  <HeadingPairs>
    <vt:vector size="6" baseType="variant">
      <vt:variant>
        <vt:lpstr>גופנים בשימוש</vt:lpstr>
      </vt:variant>
      <vt:variant>
        <vt:i4>8</vt:i4>
      </vt:variant>
      <vt:variant>
        <vt:lpstr>ערכת נושא</vt:lpstr>
      </vt:variant>
      <vt:variant>
        <vt:i4>1</vt:i4>
      </vt:variant>
      <vt:variant>
        <vt:lpstr>כותרות שקופיות</vt:lpstr>
      </vt:variant>
      <vt:variant>
        <vt:i4>14</vt:i4>
      </vt:variant>
    </vt:vector>
  </HeadingPairs>
  <TitlesOfParts>
    <vt:vector size="23" baseType="lpstr">
      <vt:lpstr>Gadugi</vt:lpstr>
      <vt:lpstr>Wingdings</vt:lpstr>
      <vt:lpstr>David</vt:lpstr>
      <vt:lpstr>Patrick Hand SC</vt:lpstr>
      <vt:lpstr>Aleo</vt:lpstr>
      <vt:lpstr>Questrial</vt:lpstr>
      <vt:lpstr>Arial</vt:lpstr>
      <vt:lpstr>Patrick Hand</vt:lpstr>
      <vt:lpstr>Brazilian Valentine's Day by Slidesgo</vt:lpstr>
      <vt:lpstr> הוראת התפילה והסידור  בחמ"ד</vt:lpstr>
      <vt:lpstr>מצגת של PowerPoint‏</vt:lpstr>
      <vt:lpstr>"אחד המרבה ואחד הממעיט ובלבד שיכוון ליבו לשמים" (ברכות ה, ב) </vt:lpstr>
      <vt:lpstr>       תפילה בקול ובשיר: התפילה תהיה משולבת בחלקים הנאמרים בקול ובשירה, וחלקים הנאמרים בלחש. אלו הנאמרים בלחש יֵאָמרו על ידי התלמיד כאשר הוא משמיע לאוזנו.  חלקי התפילה:   א. יש בתפילה מצוות מהתורה – העמידה ותפילה לפני ה', וקריאת שמע [קריאת שמע היא מצווה מהתורה בפני עצמה] ב. יש פרקי תפילה שחכמים תקנו, כגון: ברכות השחר, פסוקי דזמרא, ברכות קריאת שמע, תפילת עמידה.  ג. מנהגים: פיוטים - אדון עולם, יגדל, שיר של יום, עלינו לשבח.</vt:lpstr>
      <vt:lpstr>   התוכנית בנויה על בסיס חמישה חלקים שבתפילה:   -ברכות השחר -פסוקי דזמרא -קריאת שמע וברכותיה -תפילת עמידה -סיום התפילה  בכל שנה חדשה נוספות התפילות החדשות. התפילות החדשות צבועות בצבע. לכל שנתון צבע מיוחד (כיתה ב; כיתה ג; כיתה ד; כיתה ה; כיתה ו) והתפילות משנים קודמות ללא צבע.  -כל תוספת - מתחילים בתחילת הברכה ובסופה, ומשלימים את הברכה בהמשך על פי התוכנית.  .</vt:lpstr>
      <vt:lpstr>   </vt:lpstr>
      <vt:lpstr>תכנית כיתה א'</vt:lpstr>
      <vt:lpstr>תכנית כיתה ב'</vt:lpstr>
      <vt:lpstr>תכנית כיתה ג'</vt:lpstr>
      <vt:lpstr>תכנית כיתה ד'</vt:lpstr>
      <vt:lpstr>תכנית כיתה ה'</vt:lpstr>
      <vt:lpstr>תכנית כיתה ו</vt:lpstr>
      <vt:lpstr>                         לימוד משמעות התפילה חז"ל לימדונו שהתפילה היא עבודה שבלב. עבודה שבלב היא אתגר גדול שמלווה את האדם לכל אורך חייו.  בכיתות הצעירות מוטל על המחנכים והמחנכות להכניס את הילדים והילדות לעולמה של תפילה ולהדריך אותם בצעדיהם הראשונים בה.  בכתות הבוגרות יותר הלימוד על משמעות התפילה, מתוך אמונה בבורא עולם, הינו הכרחי כדי שהתלמידים יתחברו אל התפילה.                                                                            יש ללמד הן את משמעות התוכן של מילות התפילה, הן את מבנה התפילה ואף את משמעות הקשר עם בורא עולם באמצעות התפילה. </vt:lpstr>
      <vt:lpstr>            לימוד הלכות תפילה  בכיתה א' מקובל לחלק לתלמידים סידור ונדרשת הדרכה בסיסית לשימוש בסידור.  תכנית הלימודים בנושא תפילה לכיתות א-ב' כוללת את הנושאים העיקריים שיש לעסוק בהם בלימוד ראשית תפילה, בהכרת הסידור ובחווית התפילה.  תכנית הלימוד בכתות ד-ו מרחיבה את היריעה ללימוד של הלכות נוספות המקנות לתלמיד את היכולת להתפלל באופן מיטבי יותר.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הוראת התפילה והסידור  בחמ"ד</dc:title>
  <dc:creator>USER001</dc:creator>
  <cp:lastModifiedBy>IMOE001</cp:lastModifiedBy>
  <cp:revision>74</cp:revision>
  <dcterms:modified xsi:type="dcterms:W3CDTF">2024-06-02T06:34:38Z</dcterms:modified>
</cp:coreProperties>
</file>